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&#65279;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Relationship Id="SZWMI6BA7RRQ06HGQARNRL0C7ZQ0OAYRES0XTJDUXFG8TQWTZIBJICJAFY5HPC6RXOMXSOLYZH078HJJENFTPF8Q89EMWH5B8OOOQHB389890F901C29D1CC09ECEA3F4B0F0846" Type="http://schemas.microsoft.com/office/2006/relationships/officeDocumentMain" Target="docProps/core.xml"/><Relationship Id="CAWM86GE7RYQ0TTGQPRNYL0S7ZQ0OXGRQE0XTJDUXFMRTE5T68BJDC0CFSTTP8IRBOM65OLSZHJD8LNJENFT0FF78RFMWOLB8SOOKHB3AD332204726CED903E6B51A10625A92D" Type="http://schemas.microsoft.com/office/2006/relationships/officeDocumentExtended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01" r:id="rId1"/>
  </p:sldMasterIdLst>
  <p:notesMasterIdLst>
    <p:notesMasterId r:id="rId37"/>
  </p:notesMasterIdLst>
  <p:handoutMasterIdLst>
    <p:handoutMasterId r:id="rId38"/>
  </p:handoutMasterIdLst>
  <p:sldIdLst>
    <p:sldId id="422" r:id="rId2"/>
    <p:sldId id="465" r:id="rId3"/>
    <p:sldId id="512" r:id="rId4"/>
    <p:sldId id="487" r:id="rId5"/>
    <p:sldId id="477" r:id="rId6"/>
    <p:sldId id="516" r:id="rId7"/>
    <p:sldId id="478" r:id="rId8"/>
    <p:sldId id="470" r:id="rId9"/>
    <p:sldId id="467" r:id="rId10"/>
    <p:sldId id="469" r:id="rId11"/>
    <p:sldId id="471" r:id="rId12"/>
    <p:sldId id="502" r:id="rId13"/>
    <p:sldId id="483" r:id="rId14"/>
    <p:sldId id="490" r:id="rId15"/>
    <p:sldId id="489" r:id="rId16"/>
    <p:sldId id="491" r:id="rId17"/>
    <p:sldId id="503" r:id="rId18"/>
    <p:sldId id="518" r:id="rId19"/>
    <p:sldId id="504" r:id="rId20"/>
    <p:sldId id="501" r:id="rId21"/>
    <p:sldId id="495" r:id="rId22"/>
    <p:sldId id="494" r:id="rId23"/>
    <p:sldId id="496" r:id="rId24"/>
    <p:sldId id="497" r:id="rId25"/>
    <p:sldId id="515" r:id="rId26"/>
    <p:sldId id="513" r:id="rId27"/>
    <p:sldId id="514" r:id="rId28"/>
    <p:sldId id="510" r:id="rId29"/>
    <p:sldId id="475" r:id="rId30"/>
    <p:sldId id="508" r:id="rId31"/>
    <p:sldId id="509" r:id="rId32"/>
    <p:sldId id="519" r:id="rId33"/>
    <p:sldId id="517" r:id="rId34"/>
    <p:sldId id="511" r:id="rId35"/>
    <p:sldId id="507" r:id="rId36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默认页" id="{7BEBF27C-FC23-4E19-84FD-E59CA8747452}">
          <p14:sldIdLst>
            <p14:sldId id="422"/>
          </p14:sldIdLst>
        </p14:section>
        <p14:section name="封面页" id="{06F6AF50-EEBD-4D4F-AD35-00301191FD4B}">
          <p14:sldIdLst>
            <p14:sldId id="465"/>
            <p14:sldId id="512"/>
          </p14:sldIdLst>
        </p14:section>
        <p14:section name="目录页" id="{9F06237F-757A-4427-AB5B-4BD1C0221DD6}">
          <p14:sldIdLst>
            <p14:sldId id="487"/>
            <p14:sldId id="477"/>
            <p14:sldId id="516"/>
            <p14:sldId id="478"/>
          </p14:sldIdLst>
        </p14:section>
        <p14:section name="章节页" id="{D0450A37-FA32-4632-9FFB-33796925CB5D}">
          <p14:sldIdLst>
            <p14:sldId id="470"/>
            <p14:sldId id="467"/>
            <p14:sldId id="469"/>
            <p14:sldId id="471"/>
          </p14:sldIdLst>
        </p14:section>
        <p14:section name="内容页_白底纯文本样式" id="{ED2C5965-2148-4E4A-B7CB-01FE8765891A}">
          <p14:sldIdLst>
            <p14:sldId id="502"/>
            <p14:sldId id="483"/>
            <p14:sldId id="490"/>
            <p14:sldId id="489"/>
            <p14:sldId id="491"/>
            <p14:sldId id="503"/>
          </p14:sldIdLst>
        </p14:section>
        <p14:section name="内容页_白底图文混排样式" id="{71EB63CF-F1E9-435B-AF81-84B37DDC1508}">
          <p14:sldIdLst>
            <p14:sldId id="518"/>
            <p14:sldId id="504"/>
            <p14:sldId id="501"/>
          </p14:sldIdLst>
        </p14:section>
        <p14:section name="内容页_背景色纯文本样式" id="{370A8E06-C46A-4D79-A3B7-70E36C3CA596}">
          <p14:sldIdLst>
            <p14:sldId id="495"/>
            <p14:sldId id="494"/>
            <p14:sldId id="496"/>
            <p14:sldId id="497"/>
            <p14:sldId id="515"/>
            <p14:sldId id="513"/>
            <p14:sldId id="514"/>
          </p14:sldIdLst>
        </p14:section>
        <p14:section name="结束页" id="{9094BD86-6742-46AA-8916-1B698BE4799F}">
          <p14:sldIdLst>
            <p14:sldId id="510"/>
            <p14:sldId id="475"/>
          </p14:sldIdLst>
        </p14:section>
        <p14:section name="说明页" id="{DBBD47A3-3031-4526-9E54-46102D4AF6EE}">
          <p14:sldIdLst>
            <p14:sldId id="508"/>
            <p14:sldId id="509"/>
            <p14:sldId id="519"/>
            <p14:sldId id="517"/>
            <p14:sldId id="511"/>
            <p14:sldId id="507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4148" userDrawn="1">
          <p15:clr>
            <a:srgbClr val="A4A3A4"/>
          </p15:clr>
        </p15:guide>
        <p15:guide id="3" pos="225" userDrawn="1">
          <p15:clr>
            <a:srgbClr val="A4A3A4"/>
          </p15:clr>
        </p15:guide>
        <p15:guide id="4" pos="7455" userDrawn="1">
          <p15:clr>
            <a:srgbClr val="A4A3A4"/>
          </p15:clr>
        </p15:guide>
        <p15:guide id="5" orient="horz" pos="345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6E6E6"/>
    <a:srgbClr val="274A80"/>
    <a:srgbClr val="56729C"/>
    <a:srgbClr val="01429E"/>
    <a:srgbClr val="203864"/>
    <a:srgbClr val="08368B"/>
    <a:srgbClr val="B2CBE8"/>
    <a:srgbClr val="AEC8E3"/>
    <a:srgbClr val="B2CBE7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69C7853C-536D-4A76-A0AE-DD22124D55A5}" styleName="主题样式 1 - 强调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4922" autoAdjust="0"/>
    <p:restoredTop sz="92142" autoAdjust="0"/>
  </p:normalViewPr>
  <p:slideViewPr>
    <p:cSldViewPr snapToGrid="0" showGuides="1">
      <p:cViewPr varScale="1">
        <p:scale>
          <a:sx n="78" d="100"/>
          <a:sy n="78" d="100"/>
        </p:scale>
        <p:origin x="422" y="72"/>
      </p:cViewPr>
      <p:guideLst>
        <p:guide orient="horz" pos="4148"/>
        <p:guide pos="225"/>
        <p:guide pos="7455"/>
        <p:guide orient="horz" pos="345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70" d="100"/>
        <a:sy n="70" d="100"/>
      </p:scale>
      <p:origin x="0" y="-792"/>
    </p:cViewPr>
  </p:sorterViewPr>
  <p:notesViewPr>
    <p:cSldViewPr snapToGrid="0">
      <p:cViewPr varScale="1">
        <p:scale>
          <a:sx n="64" d="100"/>
          <a:sy n="64" d="100"/>
        </p:scale>
        <p:origin x="2338" y="8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handoutMaster" Target="handoutMasters/handout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notesMaster" Target="notesMasters/notesMaster1.xml"/><Relationship Id="rId40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>
            <a:extLst>
              <a:ext uri="{FF2B5EF4-FFF2-40B4-BE49-F238E27FC236}">
                <a16:creationId xmlns:a16="http://schemas.microsoft.com/office/drawing/2014/main" id="{8F77CFC5-184E-F2F6-6935-6B0478BAD3FB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A8CAA535-84EA-FBB5-0DD1-9F74F2DBD30C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14C85B4-8F08-4F7C-9CC1-07A6092C3740}" type="datetimeFigureOut">
              <a:rPr lang="zh-CN" altLang="en-US" smtClean="0"/>
              <a:t>2024/4/7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86F051E5-A323-A077-1EE1-8C173FBC64E6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05DCE45E-1632-C26A-D070-01B438E459B5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3F88AE9-2C1D-40FA-9CE3-883559C02EE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64545309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CCEA61-E1EA-4A29-ABAD-399E6DCA49BD}" type="datetimeFigureOut">
              <a:rPr lang="zh-CN" altLang="en-US" smtClean="0"/>
              <a:t>2024/4/7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291C362-DF65-4FA5-8305-783430E2F49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4163598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636633" rtl="0" eaLnBrk="1" latinLnBrk="0" hangingPunct="1">
      <a:defRPr sz="835" kern="1200">
        <a:solidFill>
          <a:schemeClr val="tx1"/>
        </a:solidFill>
        <a:latin typeface="+mn-lt"/>
        <a:ea typeface="+mn-ea"/>
        <a:cs typeface="+mn-cs"/>
      </a:defRPr>
    </a:lvl1pPr>
    <a:lvl2pPr marL="318317" algn="l" defTabSz="636633" rtl="0" eaLnBrk="1" latinLnBrk="0" hangingPunct="1">
      <a:defRPr sz="835" kern="1200">
        <a:solidFill>
          <a:schemeClr val="tx1"/>
        </a:solidFill>
        <a:latin typeface="+mn-lt"/>
        <a:ea typeface="+mn-ea"/>
        <a:cs typeface="+mn-cs"/>
      </a:defRPr>
    </a:lvl2pPr>
    <a:lvl3pPr marL="636633" algn="l" defTabSz="636633" rtl="0" eaLnBrk="1" latinLnBrk="0" hangingPunct="1">
      <a:defRPr sz="835" kern="1200">
        <a:solidFill>
          <a:schemeClr val="tx1"/>
        </a:solidFill>
        <a:latin typeface="+mn-lt"/>
        <a:ea typeface="+mn-ea"/>
        <a:cs typeface="+mn-cs"/>
      </a:defRPr>
    </a:lvl3pPr>
    <a:lvl4pPr marL="954950" algn="l" defTabSz="636633" rtl="0" eaLnBrk="1" latinLnBrk="0" hangingPunct="1">
      <a:defRPr sz="835" kern="1200">
        <a:solidFill>
          <a:schemeClr val="tx1"/>
        </a:solidFill>
        <a:latin typeface="+mn-lt"/>
        <a:ea typeface="+mn-ea"/>
        <a:cs typeface="+mn-cs"/>
      </a:defRPr>
    </a:lvl4pPr>
    <a:lvl5pPr marL="1273266" algn="l" defTabSz="636633" rtl="0" eaLnBrk="1" latinLnBrk="0" hangingPunct="1">
      <a:defRPr sz="835" kern="1200">
        <a:solidFill>
          <a:schemeClr val="tx1"/>
        </a:solidFill>
        <a:latin typeface="+mn-lt"/>
        <a:ea typeface="+mn-ea"/>
        <a:cs typeface="+mn-cs"/>
      </a:defRPr>
    </a:lvl5pPr>
    <a:lvl6pPr marL="1591582" algn="l" defTabSz="636633" rtl="0" eaLnBrk="1" latinLnBrk="0" hangingPunct="1">
      <a:defRPr sz="835" kern="1200">
        <a:solidFill>
          <a:schemeClr val="tx1"/>
        </a:solidFill>
        <a:latin typeface="+mn-lt"/>
        <a:ea typeface="+mn-ea"/>
        <a:cs typeface="+mn-cs"/>
      </a:defRPr>
    </a:lvl6pPr>
    <a:lvl7pPr marL="1909899" algn="l" defTabSz="636633" rtl="0" eaLnBrk="1" latinLnBrk="0" hangingPunct="1">
      <a:defRPr sz="835" kern="1200">
        <a:solidFill>
          <a:schemeClr val="tx1"/>
        </a:solidFill>
        <a:latin typeface="+mn-lt"/>
        <a:ea typeface="+mn-ea"/>
        <a:cs typeface="+mn-cs"/>
      </a:defRPr>
    </a:lvl7pPr>
    <a:lvl8pPr marL="2228215" algn="l" defTabSz="636633" rtl="0" eaLnBrk="1" latinLnBrk="0" hangingPunct="1">
      <a:defRPr sz="835" kern="1200">
        <a:solidFill>
          <a:schemeClr val="tx1"/>
        </a:solidFill>
        <a:latin typeface="+mn-lt"/>
        <a:ea typeface="+mn-ea"/>
        <a:cs typeface="+mn-cs"/>
      </a:defRPr>
    </a:lvl8pPr>
    <a:lvl9pPr marL="2546532" algn="l" defTabSz="636633" rtl="0" eaLnBrk="1" latinLnBrk="0" hangingPunct="1">
      <a:defRPr sz="835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91C362-DF65-4FA5-8305-783430E2F49A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6410907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91C362-DF65-4FA5-8305-783430E2F49A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4818048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91C362-DF65-4FA5-8305-783430E2F49A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2249410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8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1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1.png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1.png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主标题-空白">
    <p:bg>
      <p:bgPr>
        <a:solidFill>
          <a:schemeClr val="accent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4550690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421364BE-C955-39E9-0232-8E6DC29B877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F18F0082-1C2F-67D1-5E9D-3EE08256190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8027701">
            <a:off x="5333900" y="2368024"/>
            <a:ext cx="9022053" cy="26120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3270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16DF416A-8136-D741-DF1F-CE6C61455D4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0D7D3BBF-31C2-1563-3203-A0F4E5F92B6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9861517">
            <a:off x="5707251" y="2659740"/>
            <a:ext cx="6658367" cy="1538521"/>
          </a:xfrm>
          <a:prstGeom prst="rect">
            <a:avLst/>
          </a:prstGeom>
        </p:spPr>
      </p:pic>
      <p:pic>
        <p:nvPicPr>
          <p:cNvPr id="2" name="图片 1">
            <a:extLst>
              <a:ext uri="{FF2B5EF4-FFF2-40B4-BE49-F238E27FC236}">
                <a16:creationId xmlns:a16="http://schemas.microsoft.com/office/drawing/2014/main" id="{AD605805-DA66-B76E-B29B-2AD02818D7F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5084" y="455878"/>
            <a:ext cx="850170" cy="2663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14805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9A685C14-5436-FF79-0250-16A1BCED930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2737BDB0-1B6E-6497-BFDE-C5C43320B62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8567671">
            <a:off x="6153566" y="1486997"/>
            <a:ext cx="6658367" cy="1538521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CB2352B6-4976-D5A8-15C3-076307B2528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5084" y="455878"/>
            <a:ext cx="850170" cy="2663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9644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63D8C8D3-3C0F-51C5-D89E-A204EB23C85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FDF7EFEF-43CC-AA28-E619-18694B92DBF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9093765">
            <a:off x="6741392" y="2205455"/>
            <a:ext cx="6658367" cy="1538521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48EAC45D-6252-F1A0-D54E-9D48EBEBDB9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5084" y="455878"/>
            <a:ext cx="850170" cy="2663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9773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67BB2316-E628-DC76-722F-D6021D2615B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" name="图片 1">
            <a:extLst>
              <a:ext uri="{FF2B5EF4-FFF2-40B4-BE49-F238E27FC236}">
                <a16:creationId xmlns:a16="http://schemas.microsoft.com/office/drawing/2014/main" id="{2FFD8867-4AAF-7827-14DD-61ACC358345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9093765">
            <a:off x="6473536" y="2057676"/>
            <a:ext cx="6658367" cy="1538521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B929E8A3-3883-60CA-BF40-4866AD892E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screen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59248" y="296163"/>
            <a:ext cx="965071" cy="3460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0169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67BB2316-E628-DC76-722F-D6021D2615B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" name="图片 1">
            <a:extLst>
              <a:ext uri="{FF2B5EF4-FFF2-40B4-BE49-F238E27FC236}">
                <a16:creationId xmlns:a16="http://schemas.microsoft.com/office/drawing/2014/main" id="{7B489B83-9483-5D8A-7282-C284D489E42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2668275" flipV="1">
            <a:off x="5574033" y="1791522"/>
            <a:ext cx="6658367" cy="1538521"/>
          </a:xfrm>
          <a:prstGeom prst="rect">
            <a:avLst/>
          </a:prstGeom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4C6106E8-744A-95B5-97F3-75DC9660506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5084" y="455878"/>
            <a:ext cx="850170" cy="2663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95477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版_背景色1项">
    <p:bg>
      <p:bgPr>
        <a:solidFill>
          <a:srgbClr val="20386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占位符 46">
            <a:extLst>
              <a:ext uri="{FF2B5EF4-FFF2-40B4-BE49-F238E27FC236}">
                <a16:creationId xmlns:a16="http://schemas.microsoft.com/office/drawing/2014/main" id="{338FAD3C-3F8D-C766-A9A5-20CFF0EA437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07988" y="2094585"/>
            <a:ext cx="10805571" cy="3830288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50000"/>
              </a:lnSpc>
              <a:buClr>
                <a:srgbClr val="E6E6E6"/>
              </a:buClr>
              <a:buFont typeface="Arial" panose="020B0604020202020204" pitchFamily="34" charset="0"/>
              <a:buChar char="•"/>
              <a:defRPr lang="en-US" altLang="zh-CN" sz="16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C7127A1E-3B5E-862B-5DDB-CC080008401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988" y="1501397"/>
            <a:ext cx="10805571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2680FE66-9A1B-1AB5-15E7-5B30E66D8A0E}"/>
              </a:ext>
            </a:extLst>
          </p:cNvPr>
          <p:cNvGrpSpPr/>
          <p:nvPr userDrawn="1"/>
        </p:nvGrpSpPr>
        <p:grpSpPr>
          <a:xfrm>
            <a:off x="413330" y="569453"/>
            <a:ext cx="270000" cy="270000"/>
            <a:chOff x="369786" y="551211"/>
            <a:chExt cx="353019" cy="353204"/>
          </a:xfrm>
        </p:grpSpPr>
        <p:sp>
          <p:nvSpPr>
            <p:cNvPr id="3" name="任意多边形: 形状 2">
              <a:extLst>
                <a:ext uri="{FF2B5EF4-FFF2-40B4-BE49-F238E27FC236}">
                  <a16:creationId xmlns:a16="http://schemas.microsoft.com/office/drawing/2014/main" id="{6164F938-23B3-0C04-2497-6A7A95E1F593}"/>
                </a:ext>
              </a:extLst>
            </p:cNvPr>
            <p:cNvSpPr/>
            <p:nvPr userDrawn="1"/>
          </p:nvSpPr>
          <p:spPr>
            <a:xfrm rot="20081727">
              <a:off x="369786" y="551211"/>
              <a:ext cx="353019" cy="353204"/>
            </a:xfrm>
            <a:custGeom>
              <a:avLst/>
              <a:gdLst>
                <a:gd name="connsiteX0" fmla="*/ 262688 w 428246"/>
                <a:gd name="connsiteY0" fmla="*/ 408282 h 428470"/>
                <a:gd name="connsiteX1" fmla="*/ 262688 w 428246"/>
                <a:gd name="connsiteY1" fmla="*/ 408282 h 428470"/>
                <a:gd name="connsiteX2" fmla="*/ 262688 w 428246"/>
                <a:gd name="connsiteY2" fmla="*/ 408282 h 428470"/>
                <a:gd name="connsiteX3" fmla="*/ 262688 w 428246"/>
                <a:gd name="connsiteY3" fmla="*/ 408282 h 428470"/>
                <a:gd name="connsiteX4" fmla="*/ 262688 w 428246"/>
                <a:gd name="connsiteY4" fmla="*/ 408282 h 428470"/>
                <a:gd name="connsiteX5" fmla="*/ 213869 w 428246"/>
                <a:gd name="connsiteY5" fmla="*/ 43735 h 428470"/>
                <a:gd name="connsiteX6" fmla="*/ 276637 w 428246"/>
                <a:gd name="connsiteY6" fmla="*/ 55795 h 428470"/>
                <a:gd name="connsiteX7" fmla="*/ 371987 w 428246"/>
                <a:gd name="connsiteY7" fmla="*/ 277044 h 428470"/>
                <a:gd name="connsiteX8" fmla="*/ 371914 w 428246"/>
                <a:gd name="connsiteY8" fmla="*/ 277189 h 428470"/>
                <a:gd name="connsiteX9" fmla="*/ 362652 w 428246"/>
                <a:gd name="connsiteY9" fmla="*/ 281039 h 428470"/>
                <a:gd name="connsiteX10" fmla="*/ 358801 w 428246"/>
                <a:gd name="connsiteY10" fmla="*/ 271777 h 428470"/>
                <a:gd name="connsiteX11" fmla="*/ 368790 w 428246"/>
                <a:gd name="connsiteY11" fmla="*/ 232147 h 428470"/>
                <a:gd name="connsiteX12" fmla="*/ 231958 w 428246"/>
                <a:gd name="connsiteY12" fmla="*/ 59245 h 428470"/>
                <a:gd name="connsiteX13" fmla="*/ 59202 w 428246"/>
                <a:gd name="connsiteY13" fmla="*/ 196187 h 428470"/>
                <a:gd name="connsiteX14" fmla="*/ 196034 w 428246"/>
                <a:gd name="connsiteY14" fmla="*/ 369088 h 428470"/>
                <a:gd name="connsiteX15" fmla="*/ 202318 w 428246"/>
                <a:gd name="connsiteY15" fmla="*/ 376135 h 428470"/>
                <a:gd name="connsiteX16" fmla="*/ 195235 w 428246"/>
                <a:gd name="connsiteY16" fmla="*/ 383255 h 428470"/>
                <a:gd name="connsiteX17" fmla="*/ 194399 w 428246"/>
                <a:gd name="connsiteY17" fmla="*/ 383218 h 428470"/>
                <a:gd name="connsiteX18" fmla="*/ 43655 w 428246"/>
                <a:gd name="connsiteY18" fmla="*/ 214022 h 428470"/>
                <a:gd name="connsiteX19" fmla="*/ 213869 w 428246"/>
                <a:gd name="connsiteY19" fmla="*/ 43735 h 428470"/>
                <a:gd name="connsiteX20" fmla="*/ 213869 w 428246"/>
                <a:gd name="connsiteY20" fmla="*/ 43735 h 428470"/>
                <a:gd name="connsiteX21" fmla="*/ 230723 w 428246"/>
                <a:gd name="connsiteY21" fmla="*/ 655 h 428470"/>
                <a:gd name="connsiteX22" fmla="*/ 273367 w 428246"/>
                <a:gd name="connsiteY22" fmla="*/ 8428 h 428470"/>
                <a:gd name="connsiteX23" fmla="*/ 419825 w 428246"/>
                <a:gd name="connsiteY23" fmla="*/ 273556 h 428470"/>
                <a:gd name="connsiteX24" fmla="*/ 419680 w 428246"/>
                <a:gd name="connsiteY24" fmla="*/ 274101 h 428470"/>
                <a:gd name="connsiteX25" fmla="*/ 410708 w 428246"/>
                <a:gd name="connsiteY25" fmla="*/ 278605 h 428470"/>
                <a:gd name="connsiteX26" fmla="*/ 406204 w 428246"/>
                <a:gd name="connsiteY26" fmla="*/ 269633 h 428470"/>
                <a:gd name="connsiteX27" fmla="*/ 408020 w 428246"/>
                <a:gd name="connsiteY27" fmla="*/ 165638 h 428470"/>
                <a:gd name="connsiteX28" fmla="*/ 165522 w 428246"/>
                <a:gd name="connsiteY28" fmla="*/ 20234 h 428470"/>
                <a:gd name="connsiteX29" fmla="*/ 20190 w 428246"/>
                <a:gd name="connsiteY29" fmla="*/ 262877 h 428470"/>
                <a:gd name="connsiteX30" fmla="*/ 222623 w 428246"/>
                <a:gd name="connsiteY30" fmla="*/ 414130 h 428470"/>
                <a:gd name="connsiteX31" fmla="*/ 262688 w 428246"/>
                <a:gd name="connsiteY31" fmla="*/ 408282 h 428470"/>
                <a:gd name="connsiteX32" fmla="*/ 271297 w 428246"/>
                <a:gd name="connsiteY32" fmla="*/ 413440 h 428470"/>
                <a:gd name="connsiteX33" fmla="*/ 266139 w 428246"/>
                <a:gd name="connsiteY33" fmla="*/ 422049 h 428470"/>
                <a:gd name="connsiteX34" fmla="*/ 154879 w 428246"/>
                <a:gd name="connsiteY34" fmla="*/ 420087 h 428470"/>
                <a:gd name="connsiteX35" fmla="*/ 8421 w 428246"/>
                <a:gd name="connsiteY35" fmla="*/ 154995 h 428470"/>
                <a:gd name="connsiteX36" fmla="*/ 230723 w 428246"/>
                <a:gd name="connsiteY36" fmla="*/ 655 h 428470"/>
                <a:gd name="connsiteX37" fmla="*/ 230723 w 428246"/>
                <a:gd name="connsiteY37" fmla="*/ 655 h 42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246" h="428470">
                  <a:moveTo>
                    <a:pt x="262688" y="408282"/>
                  </a:moveTo>
                  <a:lnTo>
                    <a:pt x="262688" y="408282"/>
                  </a:lnTo>
                  <a:lnTo>
                    <a:pt x="262688" y="408282"/>
                  </a:lnTo>
                  <a:lnTo>
                    <a:pt x="262688" y="408282"/>
                  </a:lnTo>
                  <a:lnTo>
                    <a:pt x="262688" y="408282"/>
                  </a:lnTo>
                  <a:close/>
                  <a:moveTo>
                    <a:pt x="213869" y="43735"/>
                  </a:moveTo>
                  <a:cubicBezTo>
                    <a:pt x="235373" y="43735"/>
                    <a:pt x="256658" y="47840"/>
                    <a:pt x="276637" y="55795"/>
                  </a:cubicBezTo>
                  <a:cubicBezTo>
                    <a:pt x="364032" y="90557"/>
                    <a:pt x="406712" y="189612"/>
                    <a:pt x="371987" y="277044"/>
                  </a:cubicBezTo>
                  <a:cubicBezTo>
                    <a:pt x="371950" y="277080"/>
                    <a:pt x="371950" y="277153"/>
                    <a:pt x="371914" y="277189"/>
                  </a:cubicBezTo>
                  <a:cubicBezTo>
                    <a:pt x="370425" y="280821"/>
                    <a:pt x="366284" y="282528"/>
                    <a:pt x="362652" y="281039"/>
                  </a:cubicBezTo>
                  <a:cubicBezTo>
                    <a:pt x="359019" y="279550"/>
                    <a:pt x="357312" y="275409"/>
                    <a:pt x="358801" y="271777"/>
                  </a:cubicBezTo>
                  <a:cubicBezTo>
                    <a:pt x="363850" y="259063"/>
                    <a:pt x="367228" y="245732"/>
                    <a:pt x="368790" y="232147"/>
                  </a:cubicBezTo>
                  <a:cubicBezTo>
                    <a:pt x="378707" y="146604"/>
                    <a:pt x="317465" y="69198"/>
                    <a:pt x="231958" y="59245"/>
                  </a:cubicBezTo>
                  <a:cubicBezTo>
                    <a:pt x="146488" y="49329"/>
                    <a:pt x="69118" y="110644"/>
                    <a:pt x="59202" y="196187"/>
                  </a:cubicBezTo>
                  <a:cubicBezTo>
                    <a:pt x="49285" y="281729"/>
                    <a:pt x="110527" y="359136"/>
                    <a:pt x="196034" y="369088"/>
                  </a:cubicBezTo>
                  <a:cubicBezTo>
                    <a:pt x="199630" y="369488"/>
                    <a:pt x="202318" y="372539"/>
                    <a:pt x="202318" y="376135"/>
                  </a:cubicBezTo>
                  <a:cubicBezTo>
                    <a:pt x="202318" y="380058"/>
                    <a:pt x="199158" y="383255"/>
                    <a:pt x="195235" y="383255"/>
                  </a:cubicBezTo>
                  <a:cubicBezTo>
                    <a:pt x="194944" y="383255"/>
                    <a:pt x="194690" y="383255"/>
                    <a:pt x="194399" y="383218"/>
                  </a:cubicBezTo>
                  <a:cubicBezTo>
                    <a:pt x="108493" y="373338"/>
                    <a:pt x="43655" y="300545"/>
                    <a:pt x="43655" y="214022"/>
                  </a:cubicBezTo>
                  <a:cubicBezTo>
                    <a:pt x="43691" y="119943"/>
                    <a:pt x="119899" y="43735"/>
                    <a:pt x="213869" y="43735"/>
                  </a:cubicBezTo>
                  <a:lnTo>
                    <a:pt x="213869" y="43735"/>
                  </a:lnTo>
                  <a:close/>
                  <a:moveTo>
                    <a:pt x="230723" y="655"/>
                  </a:moveTo>
                  <a:cubicBezTo>
                    <a:pt x="244889" y="1781"/>
                    <a:pt x="259201" y="4324"/>
                    <a:pt x="273367" y="8428"/>
                  </a:cubicBezTo>
                  <a:cubicBezTo>
                    <a:pt x="386989" y="41156"/>
                    <a:pt x="452553" y="159863"/>
                    <a:pt x="419825" y="273556"/>
                  </a:cubicBezTo>
                  <a:cubicBezTo>
                    <a:pt x="419789" y="273738"/>
                    <a:pt x="419716" y="273920"/>
                    <a:pt x="419680" y="274101"/>
                  </a:cubicBezTo>
                  <a:cubicBezTo>
                    <a:pt x="418445" y="277806"/>
                    <a:pt x="414413" y="279840"/>
                    <a:pt x="410708" y="278605"/>
                  </a:cubicBezTo>
                  <a:cubicBezTo>
                    <a:pt x="407003" y="277370"/>
                    <a:pt x="404969" y="273338"/>
                    <a:pt x="406204" y="269633"/>
                  </a:cubicBezTo>
                  <a:cubicBezTo>
                    <a:pt x="415975" y="235743"/>
                    <a:pt x="416593" y="199855"/>
                    <a:pt x="408020" y="165638"/>
                  </a:cubicBezTo>
                  <a:cubicBezTo>
                    <a:pt x="381177" y="58483"/>
                    <a:pt x="272605" y="-6610"/>
                    <a:pt x="165522" y="20234"/>
                  </a:cubicBezTo>
                  <a:cubicBezTo>
                    <a:pt x="58439" y="47077"/>
                    <a:pt x="-6617" y="155722"/>
                    <a:pt x="20190" y="262877"/>
                  </a:cubicBezTo>
                  <a:cubicBezTo>
                    <a:pt x="43655" y="356629"/>
                    <a:pt x="129743" y="418198"/>
                    <a:pt x="222623" y="414130"/>
                  </a:cubicBezTo>
                  <a:lnTo>
                    <a:pt x="262688" y="408282"/>
                  </a:lnTo>
                  <a:lnTo>
                    <a:pt x="271297" y="413440"/>
                  </a:lnTo>
                  <a:cubicBezTo>
                    <a:pt x="272241" y="417254"/>
                    <a:pt x="269953" y="421104"/>
                    <a:pt x="266139" y="422049"/>
                  </a:cubicBezTo>
                  <a:cubicBezTo>
                    <a:pt x="229524" y="431238"/>
                    <a:pt x="191130" y="430548"/>
                    <a:pt x="154879" y="420087"/>
                  </a:cubicBezTo>
                  <a:cubicBezTo>
                    <a:pt x="41258" y="387359"/>
                    <a:pt x="-24307" y="268653"/>
                    <a:pt x="8421" y="154995"/>
                  </a:cubicBezTo>
                  <a:cubicBezTo>
                    <a:pt x="37044" y="55504"/>
                    <a:pt x="131450" y="-7155"/>
                    <a:pt x="230723" y="655"/>
                  </a:cubicBezTo>
                  <a:lnTo>
                    <a:pt x="230723" y="655"/>
                  </a:lnTo>
                  <a:close/>
                </a:path>
              </a:pathLst>
            </a:custGeom>
            <a:noFill/>
            <a:ln w="6350">
              <a:solidFill>
                <a:srgbClr val="30B8D8"/>
              </a:solidFill>
              <a:miter lim="800000"/>
              <a:headEnd/>
              <a:tailEnd/>
            </a:ln>
            <a:effectLst>
              <a:glow rad="50800">
                <a:schemeClr val="accent1">
                  <a:satMod val="175000"/>
                  <a:alpha val="30000"/>
                </a:schemeClr>
              </a:glow>
            </a:effectLst>
          </p:spPr>
          <p:txBody>
            <a:bodyPr wrap="none" anchor="ctr"/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  <p:sp>
          <p:nvSpPr>
            <p:cNvPr id="5" name="椭圆 4">
              <a:extLst>
                <a:ext uri="{FF2B5EF4-FFF2-40B4-BE49-F238E27FC236}">
                  <a16:creationId xmlns:a16="http://schemas.microsoft.com/office/drawing/2014/main" id="{A8398C5A-36AB-5E9F-E526-90102BE9A439}"/>
                </a:ext>
              </a:extLst>
            </p:cNvPr>
            <p:cNvSpPr/>
            <p:nvPr userDrawn="1"/>
          </p:nvSpPr>
          <p:spPr>
            <a:xfrm>
              <a:off x="641678" y="750549"/>
              <a:ext cx="74350" cy="74350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shade val="30000"/>
                    <a:satMod val="115000"/>
                  </a:schemeClr>
                </a:gs>
                <a:gs pos="50000">
                  <a:schemeClr val="accent1">
                    <a:shade val="67500"/>
                    <a:satMod val="115000"/>
                  </a:schemeClr>
                </a:gs>
                <a:gs pos="100000">
                  <a:schemeClr val="accent1">
                    <a:shade val="100000"/>
                    <a:satMod val="115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6350">
              <a:solidFill>
                <a:srgbClr val="30B8D8"/>
              </a:solidFill>
              <a:miter lim="800000"/>
              <a:headEnd/>
              <a:tailEnd/>
            </a:ln>
            <a:effectLst>
              <a:glow rad="50800"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pic>
        <p:nvPicPr>
          <p:cNvPr id="9" name="图片 8">
            <a:extLst>
              <a:ext uri="{FF2B5EF4-FFF2-40B4-BE49-F238E27FC236}">
                <a16:creationId xmlns:a16="http://schemas.microsoft.com/office/drawing/2014/main" id="{D91076DA-C514-AAA0-1813-8B133806E2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9822"/>
          <a:stretch/>
        </p:blipFill>
        <p:spPr>
          <a:xfrm>
            <a:off x="9308785" y="1"/>
            <a:ext cx="2883215" cy="1697184"/>
          </a:xfrm>
          <a:prstGeom prst="rect">
            <a:avLst/>
          </a:prstGeom>
        </p:spPr>
      </p:pic>
      <p:pic>
        <p:nvPicPr>
          <p:cNvPr id="11" name="图片 10">
            <a:extLst>
              <a:ext uri="{FF2B5EF4-FFF2-40B4-BE49-F238E27FC236}">
                <a16:creationId xmlns:a16="http://schemas.microsoft.com/office/drawing/2014/main" id="{7493F85A-2EA4-F468-9753-689EDF04FEC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5084" y="455878"/>
            <a:ext cx="850170" cy="266318"/>
          </a:xfrm>
          <a:prstGeom prst="rect">
            <a:avLst/>
          </a:prstGeom>
        </p:spPr>
      </p:pic>
      <p:cxnSp>
        <p:nvCxnSpPr>
          <p:cNvPr id="12" name="直接连接符 11">
            <a:extLst>
              <a:ext uri="{FF2B5EF4-FFF2-40B4-BE49-F238E27FC236}">
                <a16:creationId xmlns:a16="http://schemas.microsoft.com/office/drawing/2014/main" id="{31FAADAE-F466-776F-8675-A41D6F9513EC}"/>
              </a:ext>
            </a:extLst>
          </p:cNvPr>
          <p:cNvCxnSpPr>
            <a:cxnSpLocks/>
          </p:cNvCxnSpPr>
          <p:nvPr userDrawn="1"/>
        </p:nvCxnSpPr>
        <p:spPr>
          <a:xfrm flipV="1">
            <a:off x="3111305" y="695367"/>
            <a:ext cx="5289745" cy="32446"/>
          </a:xfrm>
          <a:prstGeom prst="line">
            <a:avLst/>
          </a:prstGeom>
          <a:ln>
            <a:solidFill>
              <a:srgbClr val="1764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标题 40">
            <a:extLst>
              <a:ext uri="{FF2B5EF4-FFF2-40B4-BE49-F238E27FC236}">
                <a16:creationId xmlns:a16="http://schemas.microsoft.com/office/drawing/2014/main" id="{6C052B5B-DAE4-175A-2DEA-79ED8E6801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96688" y="416989"/>
            <a:ext cx="2638593" cy="574929"/>
          </a:xfrm>
        </p:spPr>
        <p:txBody>
          <a:bodyPr>
            <a:normAutofit/>
          </a:bodyPr>
          <a:lstStyle>
            <a:lvl1pPr marL="0" algn="l" defTabSz="384175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tabLst>
                <a:tab pos="276821" algn="l"/>
              </a:tabLst>
              <a:defRPr lang="zh-CN" altLang="en-US" sz="2000" b="1" u="none" strike="noStrike" kern="1200" cap="none" spc="188" normalizeH="0" baseline="0">
                <a:solidFill>
                  <a:schemeClr val="bg1"/>
                </a:solidFill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标题样式</a:t>
            </a:r>
          </a:p>
        </p:txBody>
      </p:sp>
      <p:sp>
        <p:nvSpPr>
          <p:cNvPr id="14" name="文本占位符 46">
            <a:extLst>
              <a:ext uri="{FF2B5EF4-FFF2-40B4-BE49-F238E27FC236}">
                <a16:creationId xmlns:a16="http://schemas.microsoft.com/office/drawing/2014/main" id="{12C80839-F290-3F71-4F7E-4E9583915FA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401049" y="576612"/>
            <a:ext cx="3420000" cy="279124"/>
          </a:xfrm>
        </p:spPr>
        <p:txBody>
          <a:bodyPr>
            <a:noAutofit/>
          </a:bodyPr>
          <a:lstStyle>
            <a:lvl1pPr marL="0" indent="0" algn="l" defTabSz="285750" rtl="0" eaLnBrk="1" latinLnBrk="0" hangingPunct="1">
              <a:buNone/>
              <a:defRPr lang="zh-CN" altLang="en-US" sz="1100" kern="1200" dirty="0" smtClean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374989" indent="0">
              <a:buNone/>
              <a:defRPr/>
            </a:lvl2pPr>
          </a:lstStyle>
          <a:p>
            <a:pPr lvl="0"/>
            <a:r>
              <a:rPr lang="zh-CN" altLang="en-US" dirty="0"/>
              <a:t>文本样式</a:t>
            </a:r>
          </a:p>
        </p:txBody>
      </p:sp>
    </p:spTree>
    <p:extLst>
      <p:ext uri="{BB962C8B-B14F-4D97-AF65-F5344CB8AC3E}">
        <p14:creationId xmlns:p14="http://schemas.microsoft.com/office/powerpoint/2010/main" val="170008360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内页版_背景色2项">
    <p:bg>
      <p:bgPr>
        <a:solidFill>
          <a:schemeClr val="accent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图片 47">
            <a:extLst>
              <a:ext uri="{FF2B5EF4-FFF2-40B4-BE49-F238E27FC236}">
                <a16:creationId xmlns:a16="http://schemas.microsoft.com/office/drawing/2014/main" id="{3DFC684C-72A7-4EE3-BEAA-51AA6857137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9822"/>
          <a:stretch/>
        </p:blipFill>
        <p:spPr>
          <a:xfrm>
            <a:off x="9308785" y="1"/>
            <a:ext cx="2883215" cy="1697184"/>
          </a:xfrm>
          <a:prstGeom prst="rect">
            <a:avLst/>
          </a:prstGeom>
        </p:spPr>
      </p:pic>
      <p:cxnSp>
        <p:nvCxnSpPr>
          <p:cNvPr id="40" name="直接连接符 39">
            <a:extLst>
              <a:ext uri="{FF2B5EF4-FFF2-40B4-BE49-F238E27FC236}">
                <a16:creationId xmlns:a16="http://schemas.microsoft.com/office/drawing/2014/main" id="{A15A909C-50A2-48EA-97DD-0CC5E0E1B79E}"/>
              </a:ext>
            </a:extLst>
          </p:cNvPr>
          <p:cNvCxnSpPr>
            <a:cxnSpLocks/>
          </p:cNvCxnSpPr>
          <p:nvPr userDrawn="1"/>
        </p:nvCxnSpPr>
        <p:spPr>
          <a:xfrm flipV="1">
            <a:off x="3111305" y="695367"/>
            <a:ext cx="5289745" cy="32446"/>
          </a:xfrm>
          <a:prstGeom prst="line">
            <a:avLst/>
          </a:prstGeom>
          <a:ln>
            <a:solidFill>
              <a:srgbClr val="1764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标题 40">
            <a:extLst>
              <a:ext uri="{FF2B5EF4-FFF2-40B4-BE49-F238E27FC236}">
                <a16:creationId xmlns:a16="http://schemas.microsoft.com/office/drawing/2014/main" id="{62FE878F-E1C5-426F-8D83-8468BC3AECA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96688" y="416989"/>
            <a:ext cx="2638593" cy="574929"/>
          </a:xfrm>
        </p:spPr>
        <p:txBody>
          <a:bodyPr>
            <a:normAutofit/>
          </a:bodyPr>
          <a:lstStyle>
            <a:lvl1pPr marL="0" algn="l" defTabSz="384175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tabLst>
                <a:tab pos="276821" algn="l"/>
              </a:tabLst>
              <a:defRPr lang="zh-CN" altLang="en-US" sz="2000" b="1" u="none" strike="noStrike" kern="1200" cap="none" spc="188" normalizeH="0" baseline="0" dirty="0">
                <a:solidFill>
                  <a:schemeClr val="bg1"/>
                </a:solidFill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标题样式</a:t>
            </a:r>
          </a:p>
        </p:txBody>
      </p:sp>
      <p:sp>
        <p:nvSpPr>
          <p:cNvPr id="47" name="文本占位符 46">
            <a:extLst>
              <a:ext uri="{FF2B5EF4-FFF2-40B4-BE49-F238E27FC236}">
                <a16:creationId xmlns:a16="http://schemas.microsoft.com/office/drawing/2014/main" id="{85A4064F-3875-48E0-8290-42126447368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401049" y="576612"/>
            <a:ext cx="3420000" cy="279124"/>
          </a:xfrm>
        </p:spPr>
        <p:txBody>
          <a:bodyPr>
            <a:noAutofit/>
          </a:bodyPr>
          <a:lstStyle>
            <a:lvl1pPr marL="0" indent="0" algn="l" defTabSz="285750" rtl="0" eaLnBrk="1" latinLnBrk="0" hangingPunct="1">
              <a:buNone/>
              <a:defRPr lang="zh-CN" altLang="en-US" sz="1100" kern="1200" dirty="0" smtClean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374989" indent="0">
              <a:buNone/>
              <a:defRPr/>
            </a:lvl2pPr>
          </a:lstStyle>
          <a:p>
            <a:pPr lvl="0"/>
            <a:r>
              <a:rPr lang="zh-CN" altLang="en-US" dirty="0"/>
              <a:t>文本样式</a:t>
            </a:r>
          </a:p>
        </p:txBody>
      </p:sp>
      <p:grpSp>
        <p:nvGrpSpPr>
          <p:cNvPr id="9" name="组合 8">
            <a:extLst>
              <a:ext uri="{FF2B5EF4-FFF2-40B4-BE49-F238E27FC236}">
                <a16:creationId xmlns:a16="http://schemas.microsoft.com/office/drawing/2014/main" id="{D30A8F24-E646-CFF3-9BB1-93E92D2B5BFC}"/>
              </a:ext>
            </a:extLst>
          </p:cNvPr>
          <p:cNvGrpSpPr/>
          <p:nvPr userDrawn="1"/>
        </p:nvGrpSpPr>
        <p:grpSpPr>
          <a:xfrm>
            <a:off x="413330" y="569453"/>
            <a:ext cx="270000" cy="270000"/>
            <a:chOff x="369786" y="551211"/>
            <a:chExt cx="353019" cy="353204"/>
          </a:xfrm>
        </p:grpSpPr>
        <p:sp>
          <p:nvSpPr>
            <p:cNvPr id="2" name="任意多边形: 形状 1">
              <a:extLst>
                <a:ext uri="{FF2B5EF4-FFF2-40B4-BE49-F238E27FC236}">
                  <a16:creationId xmlns:a16="http://schemas.microsoft.com/office/drawing/2014/main" id="{109D8543-B38F-620E-E77A-A08A8E9C3B1A}"/>
                </a:ext>
              </a:extLst>
            </p:cNvPr>
            <p:cNvSpPr/>
            <p:nvPr userDrawn="1"/>
          </p:nvSpPr>
          <p:spPr>
            <a:xfrm rot="20081727">
              <a:off x="369786" y="551211"/>
              <a:ext cx="353019" cy="353204"/>
            </a:xfrm>
            <a:custGeom>
              <a:avLst/>
              <a:gdLst>
                <a:gd name="connsiteX0" fmla="*/ 262688 w 428246"/>
                <a:gd name="connsiteY0" fmla="*/ 408282 h 428470"/>
                <a:gd name="connsiteX1" fmla="*/ 262688 w 428246"/>
                <a:gd name="connsiteY1" fmla="*/ 408282 h 428470"/>
                <a:gd name="connsiteX2" fmla="*/ 262688 w 428246"/>
                <a:gd name="connsiteY2" fmla="*/ 408282 h 428470"/>
                <a:gd name="connsiteX3" fmla="*/ 262688 w 428246"/>
                <a:gd name="connsiteY3" fmla="*/ 408282 h 428470"/>
                <a:gd name="connsiteX4" fmla="*/ 262688 w 428246"/>
                <a:gd name="connsiteY4" fmla="*/ 408282 h 428470"/>
                <a:gd name="connsiteX5" fmla="*/ 213869 w 428246"/>
                <a:gd name="connsiteY5" fmla="*/ 43735 h 428470"/>
                <a:gd name="connsiteX6" fmla="*/ 276637 w 428246"/>
                <a:gd name="connsiteY6" fmla="*/ 55795 h 428470"/>
                <a:gd name="connsiteX7" fmla="*/ 371987 w 428246"/>
                <a:gd name="connsiteY7" fmla="*/ 277044 h 428470"/>
                <a:gd name="connsiteX8" fmla="*/ 371914 w 428246"/>
                <a:gd name="connsiteY8" fmla="*/ 277189 h 428470"/>
                <a:gd name="connsiteX9" fmla="*/ 362652 w 428246"/>
                <a:gd name="connsiteY9" fmla="*/ 281039 h 428470"/>
                <a:gd name="connsiteX10" fmla="*/ 358801 w 428246"/>
                <a:gd name="connsiteY10" fmla="*/ 271777 h 428470"/>
                <a:gd name="connsiteX11" fmla="*/ 368790 w 428246"/>
                <a:gd name="connsiteY11" fmla="*/ 232147 h 428470"/>
                <a:gd name="connsiteX12" fmla="*/ 231958 w 428246"/>
                <a:gd name="connsiteY12" fmla="*/ 59245 h 428470"/>
                <a:gd name="connsiteX13" fmla="*/ 59202 w 428246"/>
                <a:gd name="connsiteY13" fmla="*/ 196187 h 428470"/>
                <a:gd name="connsiteX14" fmla="*/ 196034 w 428246"/>
                <a:gd name="connsiteY14" fmla="*/ 369088 h 428470"/>
                <a:gd name="connsiteX15" fmla="*/ 202318 w 428246"/>
                <a:gd name="connsiteY15" fmla="*/ 376135 h 428470"/>
                <a:gd name="connsiteX16" fmla="*/ 195235 w 428246"/>
                <a:gd name="connsiteY16" fmla="*/ 383255 h 428470"/>
                <a:gd name="connsiteX17" fmla="*/ 194399 w 428246"/>
                <a:gd name="connsiteY17" fmla="*/ 383218 h 428470"/>
                <a:gd name="connsiteX18" fmla="*/ 43655 w 428246"/>
                <a:gd name="connsiteY18" fmla="*/ 214022 h 428470"/>
                <a:gd name="connsiteX19" fmla="*/ 213869 w 428246"/>
                <a:gd name="connsiteY19" fmla="*/ 43735 h 428470"/>
                <a:gd name="connsiteX20" fmla="*/ 213869 w 428246"/>
                <a:gd name="connsiteY20" fmla="*/ 43735 h 428470"/>
                <a:gd name="connsiteX21" fmla="*/ 230723 w 428246"/>
                <a:gd name="connsiteY21" fmla="*/ 655 h 428470"/>
                <a:gd name="connsiteX22" fmla="*/ 273367 w 428246"/>
                <a:gd name="connsiteY22" fmla="*/ 8428 h 428470"/>
                <a:gd name="connsiteX23" fmla="*/ 419825 w 428246"/>
                <a:gd name="connsiteY23" fmla="*/ 273556 h 428470"/>
                <a:gd name="connsiteX24" fmla="*/ 419680 w 428246"/>
                <a:gd name="connsiteY24" fmla="*/ 274101 h 428470"/>
                <a:gd name="connsiteX25" fmla="*/ 410708 w 428246"/>
                <a:gd name="connsiteY25" fmla="*/ 278605 h 428470"/>
                <a:gd name="connsiteX26" fmla="*/ 406204 w 428246"/>
                <a:gd name="connsiteY26" fmla="*/ 269633 h 428470"/>
                <a:gd name="connsiteX27" fmla="*/ 408020 w 428246"/>
                <a:gd name="connsiteY27" fmla="*/ 165638 h 428470"/>
                <a:gd name="connsiteX28" fmla="*/ 165522 w 428246"/>
                <a:gd name="connsiteY28" fmla="*/ 20234 h 428470"/>
                <a:gd name="connsiteX29" fmla="*/ 20190 w 428246"/>
                <a:gd name="connsiteY29" fmla="*/ 262877 h 428470"/>
                <a:gd name="connsiteX30" fmla="*/ 222623 w 428246"/>
                <a:gd name="connsiteY30" fmla="*/ 414130 h 428470"/>
                <a:gd name="connsiteX31" fmla="*/ 262688 w 428246"/>
                <a:gd name="connsiteY31" fmla="*/ 408282 h 428470"/>
                <a:gd name="connsiteX32" fmla="*/ 271297 w 428246"/>
                <a:gd name="connsiteY32" fmla="*/ 413440 h 428470"/>
                <a:gd name="connsiteX33" fmla="*/ 266139 w 428246"/>
                <a:gd name="connsiteY33" fmla="*/ 422049 h 428470"/>
                <a:gd name="connsiteX34" fmla="*/ 154879 w 428246"/>
                <a:gd name="connsiteY34" fmla="*/ 420087 h 428470"/>
                <a:gd name="connsiteX35" fmla="*/ 8421 w 428246"/>
                <a:gd name="connsiteY35" fmla="*/ 154995 h 428470"/>
                <a:gd name="connsiteX36" fmla="*/ 230723 w 428246"/>
                <a:gd name="connsiteY36" fmla="*/ 655 h 428470"/>
                <a:gd name="connsiteX37" fmla="*/ 230723 w 428246"/>
                <a:gd name="connsiteY37" fmla="*/ 655 h 42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246" h="428470">
                  <a:moveTo>
                    <a:pt x="262688" y="408282"/>
                  </a:moveTo>
                  <a:lnTo>
                    <a:pt x="262688" y="408282"/>
                  </a:lnTo>
                  <a:lnTo>
                    <a:pt x="262688" y="408282"/>
                  </a:lnTo>
                  <a:lnTo>
                    <a:pt x="262688" y="408282"/>
                  </a:lnTo>
                  <a:lnTo>
                    <a:pt x="262688" y="408282"/>
                  </a:lnTo>
                  <a:close/>
                  <a:moveTo>
                    <a:pt x="213869" y="43735"/>
                  </a:moveTo>
                  <a:cubicBezTo>
                    <a:pt x="235373" y="43735"/>
                    <a:pt x="256658" y="47840"/>
                    <a:pt x="276637" y="55795"/>
                  </a:cubicBezTo>
                  <a:cubicBezTo>
                    <a:pt x="364032" y="90557"/>
                    <a:pt x="406712" y="189612"/>
                    <a:pt x="371987" y="277044"/>
                  </a:cubicBezTo>
                  <a:cubicBezTo>
                    <a:pt x="371950" y="277080"/>
                    <a:pt x="371950" y="277153"/>
                    <a:pt x="371914" y="277189"/>
                  </a:cubicBezTo>
                  <a:cubicBezTo>
                    <a:pt x="370425" y="280821"/>
                    <a:pt x="366284" y="282528"/>
                    <a:pt x="362652" y="281039"/>
                  </a:cubicBezTo>
                  <a:cubicBezTo>
                    <a:pt x="359019" y="279550"/>
                    <a:pt x="357312" y="275409"/>
                    <a:pt x="358801" y="271777"/>
                  </a:cubicBezTo>
                  <a:cubicBezTo>
                    <a:pt x="363850" y="259063"/>
                    <a:pt x="367228" y="245732"/>
                    <a:pt x="368790" y="232147"/>
                  </a:cubicBezTo>
                  <a:cubicBezTo>
                    <a:pt x="378707" y="146604"/>
                    <a:pt x="317465" y="69198"/>
                    <a:pt x="231958" y="59245"/>
                  </a:cubicBezTo>
                  <a:cubicBezTo>
                    <a:pt x="146488" y="49329"/>
                    <a:pt x="69118" y="110644"/>
                    <a:pt x="59202" y="196187"/>
                  </a:cubicBezTo>
                  <a:cubicBezTo>
                    <a:pt x="49285" y="281729"/>
                    <a:pt x="110527" y="359136"/>
                    <a:pt x="196034" y="369088"/>
                  </a:cubicBezTo>
                  <a:cubicBezTo>
                    <a:pt x="199630" y="369488"/>
                    <a:pt x="202318" y="372539"/>
                    <a:pt x="202318" y="376135"/>
                  </a:cubicBezTo>
                  <a:cubicBezTo>
                    <a:pt x="202318" y="380058"/>
                    <a:pt x="199158" y="383255"/>
                    <a:pt x="195235" y="383255"/>
                  </a:cubicBezTo>
                  <a:cubicBezTo>
                    <a:pt x="194944" y="383255"/>
                    <a:pt x="194690" y="383255"/>
                    <a:pt x="194399" y="383218"/>
                  </a:cubicBezTo>
                  <a:cubicBezTo>
                    <a:pt x="108493" y="373338"/>
                    <a:pt x="43655" y="300545"/>
                    <a:pt x="43655" y="214022"/>
                  </a:cubicBezTo>
                  <a:cubicBezTo>
                    <a:pt x="43691" y="119943"/>
                    <a:pt x="119899" y="43735"/>
                    <a:pt x="213869" y="43735"/>
                  </a:cubicBezTo>
                  <a:lnTo>
                    <a:pt x="213869" y="43735"/>
                  </a:lnTo>
                  <a:close/>
                  <a:moveTo>
                    <a:pt x="230723" y="655"/>
                  </a:moveTo>
                  <a:cubicBezTo>
                    <a:pt x="244889" y="1781"/>
                    <a:pt x="259201" y="4324"/>
                    <a:pt x="273367" y="8428"/>
                  </a:cubicBezTo>
                  <a:cubicBezTo>
                    <a:pt x="386989" y="41156"/>
                    <a:pt x="452553" y="159863"/>
                    <a:pt x="419825" y="273556"/>
                  </a:cubicBezTo>
                  <a:cubicBezTo>
                    <a:pt x="419789" y="273738"/>
                    <a:pt x="419716" y="273920"/>
                    <a:pt x="419680" y="274101"/>
                  </a:cubicBezTo>
                  <a:cubicBezTo>
                    <a:pt x="418445" y="277806"/>
                    <a:pt x="414413" y="279840"/>
                    <a:pt x="410708" y="278605"/>
                  </a:cubicBezTo>
                  <a:cubicBezTo>
                    <a:pt x="407003" y="277370"/>
                    <a:pt x="404969" y="273338"/>
                    <a:pt x="406204" y="269633"/>
                  </a:cubicBezTo>
                  <a:cubicBezTo>
                    <a:pt x="415975" y="235743"/>
                    <a:pt x="416593" y="199855"/>
                    <a:pt x="408020" y="165638"/>
                  </a:cubicBezTo>
                  <a:cubicBezTo>
                    <a:pt x="381177" y="58483"/>
                    <a:pt x="272605" y="-6610"/>
                    <a:pt x="165522" y="20234"/>
                  </a:cubicBezTo>
                  <a:cubicBezTo>
                    <a:pt x="58439" y="47077"/>
                    <a:pt x="-6617" y="155722"/>
                    <a:pt x="20190" y="262877"/>
                  </a:cubicBezTo>
                  <a:cubicBezTo>
                    <a:pt x="43655" y="356629"/>
                    <a:pt x="129743" y="418198"/>
                    <a:pt x="222623" y="414130"/>
                  </a:cubicBezTo>
                  <a:lnTo>
                    <a:pt x="262688" y="408282"/>
                  </a:lnTo>
                  <a:lnTo>
                    <a:pt x="271297" y="413440"/>
                  </a:lnTo>
                  <a:cubicBezTo>
                    <a:pt x="272241" y="417254"/>
                    <a:pt x="269953" y="421104"/>
                    <a:pt x="266139" y="422049"/>
                  </a:cubicBezTo>
                  <a:cubicBezTo>
                    <a:pt x="229524" y="431238"/>
                    <a:pt x="191130" y="430548"/>
                    <a:pt x="154879" y="420087"/>
                  </a:cubicBezTo>
                  <a:cubicBezTo>
                    <a:pt x="41258" y="387359"/>
                    <a:pt x="-24307" y="268653"/>
                    <a:pt x="8421" y="154995"/>
                  </a:cubicBezTo>
                  <a:cubicBezTo>
                    <a:pt x="37044" y="55504"/>
                    <a:pt x="131450" y="-7155"/>
                    <a:pt x="230723" y="655"/>
                  </a:cubicBezTo>
                  <a:lnTo>
                    <a:pt x="230723" y="655"/>
                  </a:lnTo>
                  <a:close/>
                </a:path>
              </a:pathLst>
            </a:custGeom>
            <a:noFill/>
            <a:ln w="6350">
              <a:solidFill>
                <a:srgbClr val="30B8D8"/>
              </a:solidFill>
              <a:miter lim="800000"/>
              <a:headEnd/>
              <a:tailEnd/>
            </a:ln>
            <a:effectLst>
              <a:glow rad="50800">
                <a:schemeClr val="accent1">
                  <a:satMod val="175000"/>
                  <a:alpha val="30000"/>
                </a:schemeClr>
              </a:glow>
            </a:effectLst>
          </p:spPr>
          <p:txBody>
            <a:bodyPr wrap="none" anchor="ctr"/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  <p:sp>
          <p:nvSpPr>
            <p:cNvPr id="7" name="椭圆 6">
              <a:extLst>
                <a:ext uri="{FF2B5EF4-FFF2-40B4-BE49-F238E27FC236}">
                  <a16:creationId xmlns:a16="http://schemas.microsoft.com/office/drawing/2014/main" id="{25F3DE7D-5057-9D45-BB2F-21DF2B90B476}"/>
                </a:ext>
              </a:extLst>
            </p:cNvPr>
            <p:cNvSpPr/>
            <p:nvPr userDrawn="1"/>
          </p:nvSpPr>
          <p:spPr>
            <a:xfrm>
              <a:off x="641678" y="750549"/>
              <a:ext cx="74350" cy="74350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shade val="30000"/>
                    <a:satMod val="115000"/>
                  </a:schemeClr>
                </a:gs>
                <a:gs pos="50000">
                  <a:schemeClr val="accent1">
                    <a:shade val="67500"/>
                    <a:satMod val="115000"/>
                  </a:schemeClr>
                </a:gs>
                <a:gs pos="100000">
                  <a:schemeClr val="accent1">
                    <a:shade val="100000"/>
                    <a:satMod val="115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6350">
              <a:solidFill>
                <a:srgbClr val="30B8D8"/>
              </a:solidFill>
              <a:miter lim="800000"/>
              <a:headEnd/>
              <a:tailEnd/>
            </a:ln>
            <a:effectLst>
              <a:glow rad="50800"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sp>
        <p:nvSpPr>
          <p:cNvPr id="3" name="文本占位符 46">
            <a:extLst>
              <a:ext uri="{FF2B5EF4-FFF2-40B4-BE49-F238E27FC236}">
                <a16:creationId xmlns:a16="http://schemas.microsoft.com/office/drawing/2014/main" id="{B99FEEFA-83F9-EDFB-3788-2CCB88F22B62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07989" y="2094585"/>
            <a:ext cx="5279856" cy="3830288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374989" indent="0">
              <a:lnSpc>
                <a:spcPct val="130000"/>
              </a:lnSpc>
              <a:buClr>
                <a:srgbClr val="D9D9D9"/>
              </a:buClr>
              <a:buFont typeface="Arial" panose="020B0604020202020204" pitchFamily="34" charset="0"/>
              <a:buNone/>
              <a:defRPr lang="en-US" altLang="zh-CN" sz="1400" kern="1200" dirty="0" smtClean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827B9040-19F7-33B3-45E2-134A1940799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989" y="1501397"/>
            <a:ext cx="5279856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5" name="文本占位符 46">
            <a:extLst>
              <a:ext uri="{FF2B5EF4-FFF2-40B4-BE49-F238E27FC236}">
                <a16:creationId xmlns:a16="http://schemas.microsoft.com/office/drawing/2014/main" id="{03CF385F-88BA-80F0-AE4E-DDAB6CE12C5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184433" y="2094585"/>
            <a:ext cx="5279856" cy="3830288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D9D9D9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6" name="文本占位符 3">
            <a:extLst>
              <a:ext uri="{FF2B5EF4-FFF2-40B4-BE49-F238E27FC236}">
                <a16:creationId xmlns:a16="http://schemas.microsoft.com/office/drawing/2014/main" id="{2781FBC2-393D-9DC9-6F70-0ACF9772DB1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184433" y="1501397"/>
            <a:ext cx="5279856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pic>
        <p:nvPicPr>
          <p:cNvPr id="17" name="图片 16">
            <a:extLst>
              <a:ext uri="{FF2B5EF4-FFF2-40B4-BE49-F238E27FC236}">
                <a16:creationId xmlns:a16="http://schemas.microsoft.com/office/drawing/2014/main" id="{B3333416-08C4-247A-0FDD-6B6F2A2BEE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5084" y="455878"/>
            <a:ext cx="850170" cy="2663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094281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版_背景色3项">
    <p:bg>
      <p:bgPr>
        <a:solidFill>
          <a:schemeClr val="accent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图片 47">
            <a:extLst>
              <a:ext uri="{FF2B5EF4-FFF2-40B4-BE49-F238E27FC236}">
                <a16:creationId xmlns:a16="http://schemas.microsoft.com/office/drawing/2014/main" id="{3DFC684C-72A7-4EE3-BEAA-51AA6857137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9822"/>
          <a:stretch/>
        </p:blipFill>
        <p:spPr>
          <a:xfrm>
            <a:off x="9308785" y="1"/>
            <a:ext cx="2883215" cy="1697184"/>
          </a:xfrm>
          <a:prstGeom prst="rect">
            <a:avLst/>
          </a:prstGeom>
        </p:spPr>
      </p:pic>
      <p:cxnSp>
        <p:nvCxnSpPr>
          <p:cNvPr id="40" name="直接连接符 39">
            <a:extLst>
              <a:ext uri="{FF2B5EF4-FFF2-40B4-BE49-F238E27FC236}">
                <a16:creationId xmlns:a16="http://schemas.microsoft.com/office/drawing/2014/main" id="{A15A909C-50A2-48EA-97DD-0CC5E0E1B79E}"/>
              </a:ext>
            </a:extLst>
          </p:cNvPr>
          <p:cNvCxnSpPr>
            <a:cxnSpLocks/>
          </p:cNvCxnSpPr>
          <p:nvPr userDrawn="1"/>
        </p:nvCxnSpPr>
        <p:spPr>
          <a:xfrm flipV="1">
            <a:off x="3111305" y="695367"/>
            <a:ext cx="5289745" cy="32446"/>
          </a:xfrm>
          <a:prstGeom prst="line">
            <a:avLst/>
          </a:prstGeom>
          <a:ln>
            <a:solidFill>
              <a:srgbClr val="1764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标题 40">
            <a:extLst>
              <a:ext uri="{FF2B5EF4-FFF2-40B4-BE49-F238E27FC236}">
                <a16:creationId xmlns:a16="http://schemas.microsoft.com/office/drawing/2014/main" id="{62FE878F-E1C5-426F-8D83-8468BC3AECA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96688" y="416989"/>
            <a:ext cx="2638593" cy="574929"/>
          </a:xfrm>
        </p:spPr>
        <p:txBody>
          <a:bodyPr>
            <a:normAutofit/>
          </a:bodyPr>
          <a:lstStyle>
            <a:lvl1pPr marL="0" algn="l" defTabSz="384175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tabLst>
                <a:tab pos="276821" algn="l"/>
              </a:tabLst>
              <a:defRPr lang="zh-CN" altLang="en-US" sz="2000" b="1" u="none" strike="noStrike" kern="1200" cap="none" spc="188" normalizeH="0" baseline="0" dirty="0">
                <a:solidFill>
                  <a:schemeClr val="bg1"/>
                </a:solidFill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标题样式</a:t>
            </a:r>
          </a:p>
        </p:txBody>
      </p:sp>
      <p:sp>
        <p:nvSpPr>
          <p:cNvPr id="47" name="文本占位符 46">
            <a:extLst>
              <a:ext uri="{FF2B5EF4-FFF2-40B4-BE49-F238E27FC236}">
                <a16:creationId xmlns:a16="http://schemas.microsoft.com/office/drawing/2014/main" id="{85A4064F-3875-48E0-8290-42126447368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401049" y="576612"/>
            <a:ext cx="3420000" cy="279124"/>
          </a:xfrm>
        </p:spPr>
        <p:txBody>
          <a:bodyPr>
            <a:noAutofit/>
          </a:bodyPr>
          <a:lstStyle>
            <a:lvl1pPr marL="0" indent="0" algn="l" defTabSz="285750" rtl="0" eaLnBrk="1" latinLnBrk="0" hangingPunct="1">
              <a:buNone/>
              <a:defRPr lang="zh-CN" altLang="en-US" sz="1100" kern="1200" dirty="0" smtClean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374989" indent="0">
              <a:buNone/>
              <a:defRPr/>
            </a:lvl2pPr>
          </a:lstStyle>
          <a:p>
            <a:pPr lvl="0"/>
            <a:r>
              <a:rPr lang="zh-CN" altLang="en-US" dirty="0"/>
              <a:t>文本样式</a:t>
            </a:r>
          </a:p>
        </p:txBody>
      </p:sp>
      <p:grpSp>
        <p:nvGrpSpPr>
          <p:cNvPr id="9" name="组合 8">
            <a:extLst>
              <a:ext uri="{FF2B5EF4-FFF2-40B4-BE49-F238E27FC236}">
                <a16:creationId xmlns:a16="http://schemas.microsoft.com/office/drawing/2014/main" id="{D30A8F24-E646-CFF3-9BB1-93E92D2B5BFC}"/>
              </a:ext>
            </a:extLst>
          </p:cNvPr>
          <p:cNvGrpSpPr/>
          <p:nvPr userDrawn="1"/>
        </p:nvGrpSpPr>
        <p:grpSpPr>
          <a:xfrm>
            <a:off x="413330" y="569453"/>
            <a:ext cx="270000" cy="270000"/>
            <a:chOff x="369786" y="551211"/>
            <a:chExt cx="353019" cy="353204"/>
          </a:xfrm>
        </p:grpSpPr>
        <p:sp>
          <p:nvSpPr>
            <p:cNvPr id="2" name="任意多边形: 形状 1">
              <a:extLst>
                <a:ext uri="{FF2B5EF4-FFF2-40B4-BE49-F238E27FC236}">
                  <a16:creationId xmlns:a16="http://schemas.microsoft.com/office/drawing/2014/main" id="{109D8543-B38F-620E-E77A-A08A8E9C3B1A}"/>
                </a:ext>
              </a:extLst>
            </p:cNvPr>
            <p:cNvSpPr/>
            <p:nvPr userDrawn="1"/>
          </p:nvSpPr>
          <p:spPr>
            <a:xfrm rot="20081727">
              <a:off x="369786" y="551211"/>
              <a:ext cx="353019" cy="353204"/>
            </a:xfrm>
            <a:custGeom>
              <a:avLst/>
              <a:gdLst>
                <a:gd name="connsiteX0" fmla="*/ 262688 w 428246"/>
                <a:gd name="connsiteY0" fmla="*/ 408282 h 428470"/>
                <a:gd name="connsiteX1" fmla="*/ 262688 w 428246"/>
                <a:gd name="connsiteY1" fmla="*/ 408282 h 428470"/>
                <a:gd name="connsiteX2" fmla="*/ 262688 w 428246"/>
                <a:gd name="connsiteY2" fmla="*/ 408282 h 428470"/>
                <a:gd name="connsiteX3" fmla="*/ 262688 w 428246"/>
                <a:gd name="connsiteY3" fmla="*/ 408282 h 428470"/>
                <a:gd name="connsiteX4" fmla="*/ 262688 w 428246"/>
                <a:gd name="connsiteY4" fmla="*/ 408282 h 428470"/>
                <a:gd name="connsiteX5" fmla="*/ 213869 w 428246"/>
                <a:gd name="connsiteY5" fmla="*/ 43735 h 428470"/>
                <a:gd name="connsiteX6" fmla="*/ 276637 w 428246"/>
                <a:gd name="connsiteY6" fmla="*/ 55795 h 428470"/>
                <a:gd name="connsiteX7" fmla="*/ 371987 w 428246"/>
                <a:gd name="connsiteY7" fmla="*/ 277044 h 428470"/>
                <a:gd name="connsiteX8" fmla="*/ 371914 w 428246"/>
                <a:gd name="connsiteY8" fmla="*/ 277189 h 428470"/>
                <a:gd name="connsiteX9" fmla="*/ 362652 w 428246"/>
                <a:gd name="connsiteY9" fmla="*/ 281039 h 428470"/>
                <a:gd name="connsiteX10" fmla="*/ 358801 w 428246"/>
                <a:gd name="connsiteY10" fmla="*/ 271777 h 428470"/>
                <a:gd name="connsiteX11" fmla="*/ 368790 w 428246"/>
                <a:gd name="connsiteY11" fmla="*/ 232147 h 428470"/>
                <a:gd name="connsiteX12" fmla="*/ 231958 w 428246"/>
                <a:gd name="connsiteY12" fmla="*/ 59245 h 428470"/>
                <a:gd name="connsiteX13" fmla="*/ 59202 w 428246"/>
                <a:gd name="connsiteY13" fmla="*/ 196187 h 428470"/>
                <a:gd name="connsiteX14" fmla="*/ 196034 w 428246"/>
                <a:gd name="connsiteY14" fmla="*/ 369088 h 428470"/>
                <a:gd name="connsiteX15" fmla="*/ 202318 w 428246"/>
                <a:gd name="connsiteY15" fmla="*/ 376135 h 428470"/>
                <a:gd name="connsiteX16" fmla="*/ 195235 w 428246"/>
                <a:gd name="connsiteY16" fmla="*/ 383255 h 428470"/>
                <a:gd name="connsiteX17" fmla="*/ 194399 w 428246"/>
                <a:gd name="connsiteY17" fmla="*/ 383218 h 428470"/>
                <a:gd name="connsiteX18" fmla="*/ 43655 w 428246"/>
                <a:gd name="connsiteY18" fmla="*/ 214022 h 428470"/>
                <a:gd name="connsiteX19" fmla="*/ 213869 w 428246"/>
                <a:gd name="connsiteY19" fmla="*/ 43735 h 428470"/>
                <a:gd name="connsiteX20" fmla="*/ 213869 w 428246"/>
                <a:gd name="connsiteY20" fmla="*/ 43735 h 428470"/>
                <a:gd name="connsiteX21" fmla="*/ 230723 w 428246"/>
                <a:gd name="connsiteY21" fmla="*/ 655 h 428470"/>
                <a:gd name="connsiteX22" fmla="*/ 273367 w 428246"/>
                <a:gd name="connsiteY22" fmla="*/ 8428 h 428470"/>
                <a:gd name="connsiteX23" fmla="*/ 419825 w 428246"/>
                <a:gd name="connsiteY23" fmla="*/ 273556 h 428470"/>
                <a:gd name="connsiteX24" fmla="*/ 419680 w 428246"/>
                <a:gd name="connsiteY24" fmla="*/ 274101 h 428470"/>
                <a:gd name="connsiteX25" fmla="*/ 410708 w 428246"/>
                <a:gd name="connsiteY25" fmla="*/ 278605 h 428470"/>
                <a:gd name="connsiteX26" fmla="*/ 406204 w 428246"/>
                <a:gd name="connsiteY26" fmla="*/ 269633 h 428470"/>
                <a:gd name="connsiteX27" fmla="*/ 408020 w 428246"/>
                <a:gd name="connsiteY27" fmla="*/ 165638 h 428470"/>
                <a:gd name="connsiteX28" fmla="*/ 165522 w 428246"/>
                <a:gd name="connsiteY28" fmla="*/ 20234 h 428470"/>
                <a:gd name="connsiteX29" fmla="*/ 20190 w 428246"/>
                <a:gd name="connsiteY29" fmla="*/ 262877 h 428470"/>
                <a:gd name="connsiteX30" fmla="*/ 222623 w 428246"/>
                <a:gd name="connsiteY30" fmla="*/ 414130 h 428470"/>
                <a:gd name="connsiteX31" fmla="*/ 262688 w 428246"/>
                <a:gd name="connsiteY31" fmla="*/ 408282 h 428470"/>
                <a:gd name="connsiteX32" fmla="*/ 271297 w 428246"/>
                <a:gd name="connsiteY32" fmla="*/ 413440 h 428470"/>
                <a:gd name="connsiteX33" fmla="*/ 266139 w 428246"/>
                <a:gd name="connsiteY33" fmla="*/ 422049 h 428470"/>
                <a:gd name="connsiteX34" fmla="*/ 154879 w 428246"/>
                <a:gd name="connsiteY34" fmla="*/ 420087 h 428470"/>
                <a:gd name="connsiteX35" fmla="*/ 8421 w 428246"/>
                <a:gd name="connsiteY35" fmla="*/ 154995 h 428470"/>
                <a:gd name="connsiteX36" fmla="*/ 230723 w 428246"/>
                <a:gd name="connsiteY36" fmla="*/ 655 h 428470"/>
                <a:gd name="connsiteX37" fmla="*/ 230723 w 428246"/>
                <a:gd name="connsiteY37" fmla="*/ 655 h 42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246" h="428470">
                  <a:moveTo>
                    <a:pt x="262688" y="408282"/>
                  </a:moveTo>
                  <a:lnTo>
                    <a:pt x="262688" y="408282"/>
                  </a:lnTo>
                  <a:lnTo>
                    <a:pt x="262688" y="408282"/>
                  </a:lnTo>
                  <a:lnTo>
                    <a:pt x="262688" y="408282"/>
                  </a:lnTo>
                  <a:lnTo>
                    <a:pt x="262688" y="408282"/>
                  </a:lnTo>
                  <a:close/>
                  <a:moveTo>
                    <a:pt x="213869" y="43735"/>
                  </a:moveTo>
                  <a:cubicBezTo>
                    <a:pt x="235373" y="43735"/>
                    <a:pt x="256658" y="47840"/>
                    <a:pt x="276637" y="55795"/>
                  </a:cubicBezTo>
                  <a:cubicBezTo>
                    <a:pt x="364032" y="90557"/>
                    <a:pt x="406712" y="189612"/>
                    <a:pt x="371987" y="277044"/>
                  </a:cubicBezTo>
                  <a:cubicBezTo>
                    <a:pt x="371950" y="277080"/>
                    <a:pt x="371950" y="277153"/>
                    <a:pt x="371914" y="277189"/>
                  </a:cubicBezTo>
                  <a:cubicBezTo>
                    <a:pt x="370425" y="280821"/>
                    <a:pt x="366284" y="282528"/>
                    <a:pt x="362652" y="281039"/>
                  </a:cubicBezTo>
                  <a:cubicBezTo>
                    <a:pt x="359019" y="279550"/>
                    <a:pt x="357312" y="275409"/>
                    <a:pt x="358801" y="271777"/>
                  </a:cubicBezTo>
                  <a:cubicBezTo>
                    <a:pt x="363850" y="259063"/>
                    <a:pt x="367228" y="245732"/>
                    <a:pt x="368790" y="232147"/>
                  </a:cubicBezTo>
                  <a:cubicBezTo>
                    <a:pt x="378707" y="146604"/>
                    <a:pt x="317465" y="69198"/>
                    <a:pt x="231958" y="59245"/>
                  </a:cubicBezTo>
                  <a:cubicBezTo>
                    <a:pt x="146488" y="49329"/>
                    <a:pt x="69118" y="110644"/>
                    <a:pt x="59202" y="196187"/>
                  </a:cubicBezTo>
                  <a:cubicBezTo>
                    <a:pt x="49285" y="281729"/>
                    <a:pt x="110527" y="359136"/>
                    <a:pt x="196034" y="369088"/>
                  </a:cubicBezTo>
                  <a:cubicBezTo>
                    <a:pt x="199630" y="369488"/>
                    <a:pt x="202318" y="372539"/>
                    <a:pt x="202318" y="376135"/>
                  </a:cubicBezTo>
                  <a:cubicBezTo>
                    <a:pt x="202318" y="380058"/>
                    <a:pt x="199158" y="383255"/>
                    <a:pt x="195235" y="383255"/>
                  </a:cubicBezTo>
                  <a:cubicBezTo>
                    <a:pt x="194944" y="383255"/>
                    <a:pt x="194690" y="383255"/>
                    <a:pt x="194399" y="383218"/>
                  </a:cubicBezTo>
                  <a:cubicBezTo>
                    <a:pt x="108493" y="373338"/>
                    <a:pt x="43655" y="300545"/>
                    <a:pt x="43655" y="214022"/>
                  </a:cubicBezTo>
                  <a:cubicBezTo>
                    <a:pt x="43691" y="119943"/>
                    <a:pt x="119899" y="43735"/>
                    <a:pt x="213869" y="43735"/>
                  </a:cubicBezTo>
                  <a:lnTo>
                    <a:pt x="213869" y="43735"/>
                  </a:lnTo>
                  <a:close/>
                  <a:moveTo>
                    <a:pt x="230723" y="655"/>
                  </a:moveTo>
                  <a:cubicBezTo>
                    <a:pt x="244889" y="1781"/>
                    <a:pt x="259201" y="4324"/>
                    <a:pt x="273367" y="8428"/>
                  </a:cubicBezTo>
                  <a:cubicBezTo>
                    <a:pt x="386989" y="41156"/>
                    <a:pt x="452553" y="159863"/>
                    <a:pt x="419825" y="273556"/>
                  </a:cubicBezTo>
                  <a:cubicBezTo>
                    <a:pt x="419789" y="273738"/>
                    <a:pt x="419716" y="273920"/>
                    <a:pt x="419680" y="274101"/>
                  </a:cubicBezTo>
                  <a:cubicBezTo>
                    <a:pt x="418445" y="277806"/>
                    <a:pt x="414413" y="279840"/>
                    <a:pt x="410708" y="278605"/>
                  </a:cubicBezTo>
                  <a:cubicBezTo>
                    <a:pt x="407003" y="277370"/>
                    <a:pt x="404969" y="273338"/>
                    <a:pt x="406204" y="269633"/>
                  </a:cubicBezTo>
                  <a:cubicBezTo>
                    <a:pt x="415975" y="235743"/>
                    <a:pt x="416593" y="199855"/>
                    <a:pt x="408020" y="165638"/>
                  </a:cubicBezTo>
                  <a:cubicBezTo>
                    <a:pt x="381177" y="58483"/>
                    <a:pt x="272605" y="-6610"/>
                    <a:pt x="165522" y="20234"/>
                  </a:cubicBezTo>
                  <a:cubicBezTo>
                    <a:pt x="58439" y="47077"/>
                    <a:pt x="-6617" y="155722"/>
                    <a:pt x="20190" y="262877"/>
                  </a:cubicBezTo>
                  <a:cubicBezTo>
                    <a:pt x="43655" y="356629"/>
                    <a:pt x="129743" y="418198"/>
                    <a:pt x="222623" y="414130"/>
                  </a:cubicBezTo>
                  <a:lnTo>
                    <a:pt x="262688" y="408282"/>
                  </a:lnTo>
                  <a:lnTo>
                    <a:pt x="271297" y="413440"/>
                  </a:lnTo>
                  <a:cubicBezTo>
                    <a:pt x="272241" y="417254"/>
                    <a:pt x="269953" y="421104"/>
                    <a:pt x="266139" y="422049"/>
                  </a:cubicBezTo>
                  <a:cubicBezTo>
                    <a:pt x="229524" y="431238"/>
                    <a:pt x="191130" y="430548"/>
                    <a:pt x="154879" y="420087"/>
                  </a:cubicBezTo>
                  <a:cubicBezTo>
                    <a:pt x="41258" y="387359"/>
                    <a:pt x="-24307" y="268653"/>
                    <a:pt x="8421" y="154995"/>
                  </a:cubicBezTo>
                  <a:cubicBezTo>
                    <a:pt x="37044" y="55504"/>
                    <a:pt x="131450" y="-7155"/>
                    <a:pt x="230723" y="655"/>
                  </a:cubicBezTo>
                  <a:lnTo>
                    <a:pt x="230723" y="655"/>
                  </a:lnTo>
                  <a:close/>
                </a:path>
              </a:pathLst>
            </a:custGeom>
            <a:noFill/>
            <a:ln w="6350">
              <a:solidFill>
                <a:srgbClr val="30B8D8"/>
              </a:solidFill>
              <a:miter lim="800000"/>
              <a:headEnd/>
              <a:tailEnd/>
            </a:ln>
            <a:effectLst>
              <a:glow rad="50800">
                <a:schemeClr val="accent1">
                  <a:satMod val="175000"/>
                  <a:alpha val="30000"/>
                </a:schemeClr>
              </a:glow>
            </a:effectLst>
          </p:spPr>
          <p:txBody>
            <a:bodyPr wrap="none" anchor="ctr"/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  <p:sp>
          <p:nvSpPr>
            <p:cNvPr id="7" name="椭圆 6">
              <a:extLst>
                <a:ext uri="{FF2B5EF4-FFF2-40B4-BE49-F238E27FC236}">
                  <a16:creationId xmlns:a16="http://schemas.microsoft.com/office/drawing/2014/main" id="{25F3DE7D-5057-9D45-BB2F-21DF2B90B476}"/>
                </a:ext>
              </a:extLst>
            </p:cNvPr>
            <p:cNvSpPr/>
            <p:nvPr userDrawn="1"/>
          </p:nvSpPr>
          <p:spPr>
            <a:xfrm>
              <a:off x="641678" y="750549"/>
              <a:ext cx="74350" cy="74350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shade val="30000"/>
                    <a:satMod val="115000"/>
                  </a:schemeClr>
                </a:gs>
                <a:gs pos="50000">
                  <a:schemeClr val="accent1">
                    <a:shade val="67500"/>
                    <a:satMod val="115000"/>
                  </a:schemeClr>
                </a:gs>
                <a:gs pos="100000">
                  <a:schemeClr val="accent1">
                    <a:shade val="100000"/>
                    <a:satMod val="115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6350">
              <a:solidFill>
                <a:srgbClr val="30B8D8"/>
              </a:solidFill>
              <a:miter lim="800000"/>
              <a:headEnd/>
              <a:tailEnd/>
            </a:ln>
            <a:effectLst>
              <a:glow rad="50800"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sp>
        <p:nvSpPr>
          <p:cNvPr id="5" name="文本占位符 46">
            <a:extLst>
              <a:ext uri="{FF2B5EF4-FFF2-40B4-BE49-F238E27FC236}">
                <a16:creationId xmlns:a16="http://schemas.microsoft.com/office/drawing/2014/main" id="{467900A8-54AC-60FF-78F0-F31B0574D8C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07990" y="2094585"/>
            <a:ext cx="3554792" cy="3830288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E6E6E6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6" name="文本占位符 3">
            <a:extLst>
              <a:ext uri="{FF2B5EF4-FFF2-40B4-BE49-F238E27FC236}">
                <a16:creationId xmlns:a16="http://schemas.microsoft.com/office/drawing/2014/main" id="{17F436AD-C188-B18B-BF31-1981117C7A2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990" y="1501397"/>
            <a:ext cx="3554792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8" name="文本占位符 46">
            <a:extLst>
              <a:ext uri="{FF2B5EF4-FFF2-40B4-BE49-F238E27FC236}">
                <a16:creationId xmlns:a16="http://schemas.microsoft.com/office/drawing/2014/main" id="{6DF426EE-FF85-B882-782C-A554D69C16C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57920" y="2094585"/>
            <a:ext cx="3554792" cy="3830288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E6E6E6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11" name="文本占位符 3">
            <a:extLst>
              <a:ext uri="{FF2B5EF4-FFF2-40B4-BE49-F238E27FC236}">
                <a16:creationId xmlns:a16="http://schemas.microsoft.com/office/drawing/2014/main" id="{F48271BB-CE63-FB4D-837B-131F7B4E1EA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257920" y="1501397"/>
            <a:ext cx="3554792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12" name="文本占位符 46">
            <a:extLst>
              <a:ext uri="{FF2B5EF4-FFF2-40B4-BE49-F238E27FC236}">
                <a16:creationId xmlns:a16="http://schemas.microsoft.com/office/drawing/2014/main" id="{369B45F1-CB35-C3A9-E073-F33B628A7A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911779" y="2087942"/>
            <a:ext cx="3554792" cy="3830288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E6E6E6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13" name="文本占位符 3">
            <a:extLst>
              <a:ext uri="{FF2B5EF4-FFF2-40B4-BE49-F238E27FC236}">
                <a16:creationId xmlns:a16="http://schemas.microsoft.com/office/drawing/2014/main" id="{49F044A4-DC62-3EE9-3948-151A2A8B9E46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911779" y="1494754"/>
            <a:ext cx="3554792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pic>
        <p:nvPicPr>
          <p:cNvPr id="14" name="图片 13">
            <a:extLst>
              <a:ext uri="{FF2B5EF4-FFF2-40B4-BE49-F238E27FC236}">
                <a16:creationId xmlns:a16="http://schemas.microsoft.com/office/drawing/2014/main" id="{6FA0F0D4-7FD2-9795-FFD5-807789EBB5E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5084" y="455878"/>
            <a:ext cx="850170" cy="2663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984150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版_背景色4项">
    <p:bg>
      <p:bgPr>
        <a:solidFill>
          <a:schemeClr val="accent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图片 47">
            <a:extLst>
              <a:ext uri="{FF2B5EF4-FFF2-40B4-BE49-F238E27FC236}">
                <a16:creationId xmlns:a16="http://schemas.microsoft.com/office/drawing/2014/main" id="{3DFC684C-72A7-4EE3-BEAA-51AA6857137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9822"/>
          <a:stretch/>
        </p:blipFill>
        <p:spPr>
          <a:xfrm>
            <a:off x="9308785" y="1"/>
            <a:ext cx="2883215" cy="1697184"/>
          </a:xfrm>
          <a:prstGeom prst="rect">
            <a:avLst/>
          </a:prstGeom>
        </p:spPr>
      </p:pic>
      <p:cxnSp>
        <p:nvCxnSpPr>
          <p:cNvPr id="40" name="直接连接符 39">
            <a:extLst>
              <a:ext uri="{FF2B5EF4-FFF2-40B4-BE49-F238E27FC236}">
                <a16:creationId xmlns:a16="http://schemas.microsoft.com/office/drawing/2014/main" id="{A15A909C-50A2-48EA-97DD-0CC5E0E1B79E}"/>
              </a:ext>
            </a:extLst>
          </p:cNvPr>
          <p:cNvCxnSpPr>
            <a:cxnSpLocks/>
          </p:cNvCxnSpPr>
          <p:nvPr userDrawn="1"/>
        </p:nvCxnSpPr>
        <p:spPr>
          <a:xfrm flipV="1">
            <a:off x="3111305" y="695367"/>
            <a:ext cx="5289745" cy="32446"/>
          </a:xfrm>
          <a:prstGeom prst="line">
            <a:avLst/>
          </a:prstGeom>
          <a:ln>
            <a:solidFill>
              <a:srgbClr val="1764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标题 40">
            <a:extLst>
              <a:ext uri="{FF2B5EF4-FFF2-40B4-BE49-F238E27FC236}">
                <a16:creationId xmlns:a16="http://schemas.microsoft.com/office/drawing/2014/main" id="{62FE878F-E1C5-426F-8D83-8468BC3AECA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96688" y="416989"/>
            <a:ext cx="2638593" cy="574929"/>
          </a:xfrm>
        </p:spPr>
        <p:txBody>
          <a:bodyPr>
            <a:normAutofit/>
          </a:bodyPr>
          <a:lstStyle>
            <a:lvl1pPr marL="0" algn="l" defTabSz="384175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tabLst>
                <a:tab pos="276821" algn="l"/>
              </a:tabLst>
              <a:defRPr lang="zh-CN" altLang="en-US" sz="2000" b="1" u="none" strike="noStrike" kern="1200" cap="none" spc="188" normalizeH="0" baseline="0" dirty="0">
                <a:solidFill>
                  <a:schemeClr val="bg1"/>
                </a:solidFill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标题样式</a:t>
            </a:r>
          </a:p>
        </p:txBody>
      </p:sp>
      <p:sp>
        <p:nvSpPr>
          <p:cNvPr id="47" name="文本占位符 46">
            <a:extLst>
              <a:ext uri="{FF2B5EF4-FFF2-40B4-BE49-F238E27FC236}">
                <a16:creationId xmlns:a16="http://schemas.microsoft.com/office/drawing/2014/main" id="{85A4064F-3875-48E0-8290-42126447368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401049" y="576612"/>
            <a:ext cx="3420000" cy="279124"/>
          </a:xfrm>
        </p:spPr>
        <p:txBody>
          <a:bodyPr>
            <a:noAutofit/>
          </a:bodyPr>
          <a:lstStyle>
            <a:lvl1pPr marL="0" indent="0" algn="l" defTabSz="285750" rtl="0" eaLnBrk="1" latinLnBrk="0" hangingPunct="1">
              <a:buNone/>
              <a:defRPr lang="zh-CN" altLang="en-US" sz="1100" kern="1200" dirty="0" smtClean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374989" indent="0">
              <a:buNone/>
              <a:defRPr/>
            </a:lvl2pPr>
          </a:lstStyle>
          <a:p>
            <a:pPr lvl="0"/>
            <a:r>
              <a:rPr lang="zh-CN" altLang="en-US" dirty="0"/>
              <a:t>文本样式</a:t>
            </a:r>
          </a:p>
        </p:txBody>
      </p:sp>
      <p:grpSp>
        <p:nvGrpSpPr>
          <p:cNvPr id="9" name="组合 8">
            <a:extLst>
              <a:ext uri="{FF2B5EF4-FFF2-40B4-BE49-F238E27FC236}">
                <a16:creationId xmlns:a16="http://schemas.microsoft.com/office/drawing/2014/main" id="{D30A8F24-E646-CFF3-9BB1-93E92D2B5BFC}"/>
              </a:ext>
            </a:extLst>
          </p:cNvPr>
          <p:cNvGrpSpPr/>
          <p:nvPr userDrawn="1"/>
        </p:nvGrpSpPr>
        <p:grpSpPr>
          <a:xfrm>
            <a:off x="413330" y="569453"/>
            <a:ext cx="270000" cy="270000"/>
            <a:chOff x="369786" y="551211"/>
            <a:chExt cx="353019" cy="353204"/>
          </a:xfrm>
        </p:grpSpPr>
        <p:sp>
          <p:nvSpPr>
            <p:cNvPr id="2" name="任意多边形: 形状 1">
              <a:extLst>
                <a:ext uri="{FF2B5EF4-FFF2-40B4-BE49-F238E27FC236}">
                  <a16:creationId xmlns:a16="http://schemas.microsoft.com/office/drawing/2014/main" id="{109D8543-B38F-620E-E77A-A08A8E9C3B1A}"/>
                </a:ext>
              </a:extLst>
            </p:cNvPr>
            <p:cNvSpPr/>
            <p:nvPr userDrawn="1"/>
          </p:nvSpPr>
          <p:spPr>
            <a:xfrm rot="20081727">
              <a:off x="369786" y="551211"/>
              <a:ext cx="353019" cy="353204"/>
            </a:xfrm>
            <a:custGeom>
              <a:avLst/>
              <a:gdLst>
                <a:gd name="connsiteX0" fmla="*/ 262688 w 428246"/>
                <a:gd name="connsiteY0" fmla="*/ 408282 h 428470"/>
                <a:gd name="connsiteX1" fmla="*/ 262688 w 428246"/>
                <a:gd name="connsiteY1" fmla="*/ 408282 h 428470"/>
                <a:gd name="connsiteX2" fmla="*/ 262688 w 428246"/>
                <a:gd name="connsiteY2" fmla="*/ 408282 h 428470"/>
                <a:gd name="connsiteX3" fmla="*/ 262688 w 428246"/>
                <a:gd name="connsiteY3" fmla="*/ 408282 h 428470"/>
                <a:gd name="connsiteX4" fmla="*/ 262688 w 428246"/>
                <a:gd name="connsiteY4" fmla="*/ 408282 h 428470"/>
                <a:gd name="connsiteX5" fmla="*/ 213869 w 428246"/>
                <a:gd name="connsiteY5" fmla="*/ 43735 h 428470"/>
                <a:gd name="connsiteX6" fmla="*/ 276637 w 428246"/>
                <a:gd name="connsiteY6" fmla="*/ 55795 h 428470"/>
                <a:gd name="connsiteX7" fmla="*/ 371987 w 428246"/>
                <a:gd name="connsiteY7" fmla="*/ 277044 h 428470"/>
                <a:gd name="connsiteX8" fmla="*/ 371914 w 428246"/>
                <a:gd name="connsiteY8" fmla="*/ 277189 h 428470"/>
                <a:gd name="connsiteX9" fmla="*/ 362652 w 428246"/>
                <a:gd name="connsiteY9" fmla="*/ 281039 h 428470"/>
                <a:gd name="connsiteX10" fmla="*/ 358801 w 428246"/>
                <a:gd name="connsiteY10" fmla="*/ 271777 h 428470"/>
                <a:gd name="connsiteX11" fmla="*/ 368790 w 428246"/>
                <a:gd name="connsiteY11" fmla="*/ 232147 h 428470"/>
                <a:gd name="connsiteX12" fmla="*/ 231958 w 428246"/>
                <a:gd name="connsiteY12" fmla="*/ 59245 h 428470"/>
                <a:gd name="connsiteX13" fmla="*/ 59202 w 428246"/>
                <a:gd name="connsiteY13" fmla="*/ 196187 h 428470"/>
                <a:gd name="connsiteX14" fmla="*/ 196034 w 428246"/>
                <a:gd name="connsiteY14" fmla="*/ 369088 h 428470"/>
                <a:gd name="connsiteX15" fmla="*/ 202318 w 428246"/>
                <a:gd name="connsiteY15" fmla="*/ 376135 h 428470"/>
                <a:gd name="connsiteX16" fmla="*/ 195235 w 428246"/>
                <a:gd name="connsiteY16" fmla="*/ 383255 h 428470"/>
                <a:gd name="connsiteX17" fmla="*/ 194399 w 428246"/>
                <a:gd name="connsiteY17" fmla="*/ 383218 h 428470"/>
                <a:gd name="connsiteX18" fmla="*/ 43655 w 428246"/>
                <a:gd name="connsiteY18" fmla="*/ 214022 h 428470"/>
                <a:gd name="connsiteX19" fmla="*/ 213869 w 428246"/>
                <a:gd name="connsiteY19" fmla="*/ 43735 h 428470"/>
                <a:gd name="connsiteX20" fmla="*/ 213869 w 428246"/>
                <a:gd name="connsiteY20" fmla="*/ 43735 h 428470"/>
                <a:gd name="connsiteX21" fmla="*/ 230723 w 428246"/>
                <a:gd name="connsiteY21" fmla="*/ 655 h 428470"/>
                <a:gd name="connsiteX22" fmla="*/ 273367 w 428246"/>
                <a:gd name="connsiteY22" fmla="*/ 8428 h 428470"/>
                <a:gd name="connsiteX23" fmla="*/ 419825 w 428246"/>
                <a:gd name="connsiteY23" fmla="*/ 273556 h 428470"/>
                <a:gd name="connsiteX24" fmla="*/ 419680 w 428246"/>
                <a:gd name="connsiteY24" fmla="*/ 274101 h 428470"/>
                <a:gd name="connsiteX25" fmla="*/ 410708 w 428246"/>
                <a:gd name="connsiteY25" fmla="*/ 278605 h 428470"/>
                <a:gd name="connsiteX26" fmla="*/ 406204 w 428246"/>
                <a:gd name="connsiteY26" fmla="*/ 269633 h 428470"/>
                <a:gd name="connsiteX27" fmla="*/ 408020 w 428246"/>
                <a:gd name="connsiteY27" fmla="*/ 165638 h 428470"/>
                <a:gd name="connsiteX28" fmla="*/ 165522 w 428246"/>
                <a:gd name="connsiteY28" fmla="*/ 20234 h 428470"/>
                <a:gd name="connsiteX29" fmla="*/ 20190 w 428246"/>
                <a:gd name="connsiteY29" fmla="*/ 262877 h 428470"/>
                <a:gd name="connsiteX30" fmla="*/ 222623 w 428246"/>
                <a:gd name="connsiteY30" fmla="*/ 414130 h 428470"/>
                <a:gd name="connsiteX31" fmla="*/ 262688 w 428246"/>
                <a:gd name="connsiteY31" fmla="*/ 408282 h 428470"/>
                <a:gd name="connsiteX32" fmla="*/ 271297 w 428246"/>
                <a:gd name="connsiteY32" fmla="*/ 413440 h 428470"/>
                <a:gd name="connsiteX33" fmla="*/ 266139 w 428246"/>
                <a:gd name="connsiteY33" fmla="*/ 422049 h 428470"/>
                <a:gd name="connsiteX34" fmla="*/ 154879 w 428246"/>
                <a:gd name="connsiteY34" fmla="*/ 420087 h 428470"/>
                <a:gd name="connsiteX35" fmla="*/ 8421 w 428246"/>
                <a:gd name="connsiteY35" fmla="*/ 154995 h 428470"/>
                <a:gd name="connsiteX36" fmla="*/ 230723 w 428246"/>
                <a:gd name="connsiteY36" fmla="*/ 655 h 428470"/>
                <a:gd name="connsiteX37" fmla="*/ 230723 w 428246"/>
                <a:gd name="connsiteY37" fmla="*/ 655 h 42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246" h="428470">
                  <a:moveTo>
                    <a:pt x="262688" y="408282"/>
                  </a:moveTo>
                  <a:lnTo>
                    <a:pt x="262688" y="408282"/>
                  </a:lnTo>
                  <a:lnTo>
                    <a:pt x="262688" y="408282"/>
                  </a:lnTo>
                  <a:lnTo>
                    <a:pt x="262688" y="408282"/>
                  </a:lnTo>
                  <a:lnTo>
                    <a:pt x="262688" y="408282"/>
                  </a:lnTo>
                  <a:close/>
                  <a:moveTo>
                    <a:pt x="213869" y="43735"/>
                  </a:moveTo>
                  <a:cubicBezTo>
                    <a:pt x="235373" y="43735"/>
                    <a:pt x="256658" y="47840"/>
                    <a:pt x="276637" y="55795"/>
                  </a:cubicBezTo>
                  <a:cubicBezTo>
                    <a:pt x="364032" y="90557"/>
                    <a:pt x="406712" y="189612"/>
                    <a:pt x="371987" y="277044"/>
                  </a:cubicBezTo>
                  <a:cubicBezTo>
                    <a:pt x="371950" y="277080"/>
                    <a:pt x="371950" y="277153"/>
                    <a:pt x="371914" y="277189"/>
                  </a:cubicBezTo>
                  <a:cubicBezTo>
                    <a:pt x="370425" y="280821"/>
                    <a:pt x="366284" y="282528"/>
                    <a:pt x="362652" y="281039"/>
                  </a:cubicBezTo>
                  <a:cubicBezTo>
                    <a:pt x="359019" y="279550"/>
                    <a:pt x="357312" y="275409"/>
                    <a:pt x="358801" y="271777"/>
                  </a:cubicBezTo>
                  <a:cubicBezTo>
                    <a:pt x="363850" y="259063"/>
                    <a:pt x="367228" y="245732"/>
                    <a:pt x="368790" y="232147"/>
                  </a:cubicBezTo>
                  <a:cubicBezTo>
                    <a:pt x="378707" y="146604"/>
                    <a:pt x="317465" y="69198"/>
                    <a:pt x="231958" y="59245"/>
                  </a:cubicBezTo>
                  <a:cubicBezTo>
                    <a:pt x="146488" y="49329"/>
                    <a:pt x="69118" y="110644"/>
                    <a:pt x="59202" y="196187"/>
                  </a:cubicBezTo>
                  <a:cubicBezTo>
                    <a:pt x="49285" y="281729"/>
                    <a:pt x="110527" y="359136"/>
                    <a:pt x="196034" y="369088"/>
                  </a:cubicBezTo>
                  <a:cubicBezTo>
                    <a:pt x="199630" y="369488"/>
                    <a:pt x="202318" y="372539"/>
                    <a:pt x="202318" y="376135"/>
                  </a:cubicBezTo>
                  <a:cubicBezTo>
                    <a:pt x="202318" y="380058"/>
                    <a:pt x="199158" y="383255"/>
                    <a:pt x="195235" y="383255"/>
                  </a:cubicBezTo>
                  <a:cubicBezTo>
                    <a:pt x="194944" y="383255"/>
                    <a:pt x="194690" y="383255"/>
                    <a:pt x="194399" y="383218"/>
                  </a:cubicBezTo>
                  <a:cubicBezTo>
                    <a:pt x="108493" y="373338"/>
                    <a:pt x="43655" y="300545"/>
                    <a:pt x="43655" y="214022"/>
                  </a:cubicBezTo>
                  <a:cubicBezTo>
                    <a:pt x="43691" y="119943"/>
                    <a:pt x="119899" y="43735"/>
                    <a:pt x="213869" y="43735"/>
                  </a:cubicBezTo>
                  <a:lnTo>
                    <a:pt x="213869" y="43735"/>
                  </a:lnTo>
                  <a:close/>
                  <a:moveTo>
                    <a:pt x="230723" y="655"/>
                  </a:moveTo>
                  <a:cubicBezTo>
                    <a:pt x="244889" y="1781"/>
                    <a:pt x="259201" y="4324"/>
                    <a:pt x="273367" y="8428"/>
                  </a:cubicBezTo>
                  <a:cubicBezTo>
                    <a:pt x="386989" y="41156"/>
                    <a:pt x="452553" y="159863"/>
                    <a:pt x="419825" y="273556"/>
                  </a:cubicBezTo>
                  <a:cubicBezTo>
                    <a:pt x="419789" y="273738"/>
                    <a:pt x="419716" y="273920"/>
                    <a:pt x="419680" y="274101"/>
                  </a:cubicBezTo>
                  <a:cubicBezTo>
                    <a:pt x="418445" y="277806"/>
                    <a:pt x="414413" y="279840"/>
                    <a:pt x="410708" y="278605"/>
                  </a:cubicBezTo>
                  <a:cubicBezTo>
                    <a:pt x="407003" y="277370"/>
                    <a:pt x="404969" y="273338"/>
                    <a:pt x="406204" y="269633"/>
                  </a:cubicBezTo>
                  <a:cubicBezTo>
                    <a:pt x="415975" y="235743"/>
                    <a:pt x="416593" y="199855"/>
                    <a:pt x="408020" y="165638"/>
                  </a:cubicBezTo>
                  <a:cubicBezTo>
                    <a:pt x="381177" y="58483"/>
                    <a:pt x="272605" y="-6610"/>
                    <a:pt x="165522" y="20234"/>
                  </a:cubicBezTo>
                  <a:cubicBezTo>
                    <a:pt x="58439" y="47077"/>
                    <a:pt x="-6617" y="155722"/>
                    <a:pt x="20190" y="262877"/>
                  </a:cubicBezTo>
                  <a:cubicBezTo>
                    <a:pt x="43655" y="356629"/>
                    <a:pt x="129743" y="418198"/>
                    <a:pt x="222623" y="414130"/>
                  </a:cubicBezTo>
                  <a:lnTo>
                    <a:pt x="262688" y="408282"/>
                  </a:lnTo>
                  <a:lnTo>
                    <a:pt x="271297" y="413440"/>
                  </a:lnTo>
                  <a:cubicBezTo>
                    <a:pt x="272241" y="417254"/>
                    <a:pt x="269953" y="421104"/>
                    <a:pt x="266139" y="422049"/>
                  </a:cubicBezTo>
                  <a:cubicBezTo>
                    <a:pt x="229524" y="431238"/>
                    <a:pt x="191130" y="430548"/>
                    <a:pt x="154879" y="420087"/>
                  </a:cubicBezTo>
                  <a:cubicBezTo>
                    <a:pt x="41258" y="387359"/>
                    <a:pt x="-24307" y="268653"/>
                    <a:pt x="8421" y="154995"/>
                  </a:cubicBezTo>
                  <a:cubicBezTo>
                    <a:pt x="37044" y="55504"/>
                    <a:pt x="131450" y="-7155"/>
                    <a:pt x="230723" y="655"/>
                  </a:cubicBezTo>
                  <a:lnTo>
                    <a:pt x="230723" y="655"/>
                  </a:lnTo>
                  <a:close/>
                </a:path>
              </a:pathLst>
            </a:custGeom>
            <a:noFill/>
            <a:ln w="6350">
              <a:solidFill>
                <a:srgbClr val="30B8D8"/>
              </a:solidFill>
              <a:miter lim="800000"/>
              <a:headEnd/>
              <a:tailEnd/>
            </a:ln>
            <a:effectLst>
              <a:glow rad="50800">
                <a:schemeClr val="accent1">
                  <a:satMod val="175000"/>
                  <a:alpha val="30000"/>
                </a:schemeClr>
              </a:glow>
            </a:effectLst>
          </p:spPr>
          <p:txBody>
            <a:bodyPr wrap="none" anchor="ctr"/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  <p:sp>
          <p:nvSpPr>
            <p:cNvPr id="7" name="椭圆 6">
              <a:extLst>
                <a:ext uri="{FF2B5EF4-FFF2-40B4-BE49-F238E27FC236}">
                  <a16:creationId xmlns:a16="http://schemas.microsoft.com/office/drawing/2014/main" id="{25F3DE7D-5057-9D45-BB2F-21DF2B90B476}"/>
                </a:ext>
              </a:extLst>
            </p:cNvPr>
            <p:cNvSpPr/>
            <p:nvPr userDrawn="1"/>
          </p:nvSpPr>
          <p:spPr>
            <a:xfrm>
              <a:off x="641678" y="750549"/>
              <a:ext cx="74350" cy="74350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shade val="30000"/>
                    <a:satMod val="115000"/>
                  </a:schemeClr>
                </a:gs>
                <a:gs pos="50000">
                  <a:schemeClr val="accent1">
                    <a:shade val="67500"/>
                    <a:satMod val="115000"/>
                  </a:schemeClr>
                </a:gs>
                <a:gs pos="100000">
                  <a:schemeClr val="accent1">
                    <a:shade val="100000"/>
                    <a:satMod val="115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6350">
              <a:solidFill>
                <a:srgbClr val="30B8D8"/>
              </a:solidFill>
              <a:miter lim="800000"/>
              <a:headEnd/>
              <a:tailEnd/>
            </a:ln>
            <a:effectLst>
              <a:glow rad="50800"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sp>
        <p:nvSpPr>
          <p:cNvPr id="5" name="文本占位符 46">
            <a:extLst>
              <a:ext uri="{FF2B5EF4-FFF2-40B4-BE49-F238E27FC236}">
                <a16:creationId xmlns:a16="http://schemas.microsoft.com/office/drawing/2014/main" id="{ED03BE71-9568-BB57-5619-AEC2799C06E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07989" y="2094585"/>
            <a:ext cx="5279856" cy="1741435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E6E6E6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6" name="文本占位符 3">
            <a:extLst>
              <a:ext uri="{FF2B5EF4-FFF2-40B4-BE49-F238E27FC236}">
                <a16:creationId xmlns:a16="http://schemas.microsoft.com/office/drawing/2014/main" id="{2BB01531-9828-84A5-ADAB-177137BA7EE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989" y="1501397"/>
            <a:ext cx="5279856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8" name="文本占位符 46">
            <a:extLst>
              <a:ext uri="{FF2B5EF4-FFF2-40B4-BE49-F238E27FC236}">
                <a16:creationId xmlns:a16="http://schemas.microsoft.com/office/drawing/2014/main" id="{07EAFCC8-7598-2654-4D5B-FDF4813479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184433" y="2094585"/>
            <a:ext cx="5279856" cy="1741435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E6E6E6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11" name="文本占位符 3">
            <a:extLst>
              <a:ext uri="{FF2B5EF4-FFF2-40B4-BE49-F238E27FC236}">
                <a16:creationId xmlns:a16="http://schemas.microsoft.com/office/drawing/2014/main" id="{483CE945-55E6-FC2A-E296-4788AA576AD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184433" y="1501397"/>
            <a:ext cx="5279856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12" name="文本占位符 46">
            <a:extLst>
              <a:ext uri="{FF2B5EF4-FFF2-40B4-BE49-F238E27FC236}">
                <a16:creationId xmlns:a16="http://schemas.microsoft.com/office/drawing/2014/main" id="{AC90AFE5-F6D8-BB62-A0D7-73015647860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7989" y="4763416"/>
            <a:ext cx="5279856" cy="1741435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E6E6E6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14" name="文本占位符 3">
            <a:extLst>
              <a:ext uri="{FF2B5EF4-FFF2-40B4-BE49-F238E27FC236}">
                <a16:creationId xmlns:a16="http://schemas.microsoft.com/office/drawing/2014/main" id="{7C2035AF-9601-86B1-7B6B-0D321C8C2AF5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7989" y="4170228"/>
            <a:ext cx="5279856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15" name="文本占位符 46">
            <a:extLst>
              <a:ext uri="{FF2B5EF4-FFF2-40B4-BE49-F238E27FC236}">
                <a16:creationId xmlns:a16="http://schemas.microsoft.com/office/drawing/2014/main" id="{4968D356-253D-1C6F-DDAB-93A63694A43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184433" y="4763416"/>
            <a:ext cx="5279856" cy="1741435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E6E6E6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16" name="文本占位符 3">
            <a:extLst>
              <a:ext uri="{FF2B5EF4-FFF2-40B4-BE49-F238E27FC236}">
                <a16:creationId xmlns:a16="http://schemas.microsoft.com/office/drawing/2014/main" id="{7181A8FA-8907-0D48-B9F8-54807937A30F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184433" y="4170228"/>
            <a:ext cx="5279856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pic>
        <p:nvPicPr>
          <p:cNvPr id="17" name="图片 16">
            <a:extLst>
              <a:ext uri="{FF2B5EF4-FFF2-40B4-BE49-F238E27FC236}">
                <a16:creationId xmlns:a16="http://schemas.microsoft.com/office/drawing/2014/main" id="{456F7854-D6A3-43CE-A036-22E9C55C310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5084" y="455878"/>
            <a:ext cx="850170" cy="2663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343594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版_白底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标题 1">
            <a:extLst>
              <a:ext uri="{FF2B5EF4-FFF2-40B4-BE49-F238E27FC236}">
                <a16:creationId xmlns:a16="http://schemas.microsoft.com/office/drawing/2014/main" id="{F4B36BE6-EB74-0015-4370-8AE91B91D1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zh-CN" altLang="en-US" sz="2000" b="1" kern="12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grpSp>
        <p:nvGrpSpPr>
          <p:cNvPr id="28" name="组合 27">
            <a:extLst>
              <a:ext uri="{FF2B5EF4-FFF2-40B4-BE49-F238E27FC236}">
                <a16:creationId xmlns:a16="http://schemas.microsoft.com/office/drawing/2014/main" id="{65097900-22D8-FBD2-234A-DC9FE3ED01D8}"/>
              </a:ext>
            </a:extLst>
          </p:cNvPr>
          <p:cNvGrpSpPr/>
          <p:nvPr userDrawn="1"/>
        </p:nvGrpSpPr>
        <p:grpSpPr>
          <a:xfrm>
            <a:off x="454461" y="549639"/>
            <a:ext cx="270969" cy="271633"/>
            <a:chOff x="1332621" y="1432995"/>
            <a:chExt cx="270969" cy="271633"/>
          </a:xfrm>
        </p:grpSpPr>
        <p:grpSp>
          <p:nvGrpSpPr>
            <p:cNvPr id="25" name="图形 18">
              <a:extLst>
                <a:ext uri="{FF2B5EF4-FFF2-40B4-BE49-F238E27FC236}">
                  <a16:creationId xmlns:a16="http://schemas.microsoft.com/office/drawing/2014/main" id="{A0157363-690C-2ECF-992C-F1E4933B63AB}"/>
                </a:ext>
              </a:extLst>
            </p:cNvPr>
            <p:cNvGrpSpPr/>
            <p:nvPr/>
          </p:nvGrpSpPr>
          <p:grpSpPr>
            <a:xfrm>
              <a:off x="1332621" y="1432995"/>
              <a:ext cx="267005" cy="271633"/>
              <a:chOff x="1332621" y="1432995"/>
              <a:chExt cx="267005" cy="271633"/>
            </a:xfrm>
          </p:grpSpPr>
          <p:sp>
            <p:nvSpPr>
              <p:cNvPr id="26" name="任意多边形: 形状 25">
                <a:extLst>
                  <a:ext uri="{FF2B5EF4-FFF2-40B4-BE49-F238E27FC236}">
                    <a16:creationId xmlns:a16="http://schemas.microsoft.com/office/drawing/2014/main" id="{A6901C47-D108-8F1B-B2CD-F8B52CE049CD}"/>
                  </a:ext>
                </a:extLst>
              </p:cNvPr>
              <p:cNvSpPr/>
              <p:nvPr/>
            </p:nvSpPr>
            <p:spPr>
              <a:xfrm>
                <a:off x="1336722" y="1437656"/>
                <a:ext cx="262904" cy="262734"/>
              </a:xfrm>
              <a:custGeom>
                <a:avLst/>
                <a:gdLst>
                  <a:gd name="connsiteX0" fmla="*/ 63643 w 262904"/>
                  <a:gd name="connsiteY0" fmla="*/ 53531 h 262734"/>
                  <a:gd name="connsiteX1" fmla="*/ 53349 w 262904"/>
                  <a:gd name="connsiteY1" fmla="*/ 199416 h 262734"/>
                  <a:gd name="connsiteX2" fmla="*/ 199233 w 262904"/>
                  <a:gd name="connsiteY2" fmla="*/ 209287 h 262734"/>
                  <a:gd name="connsiteX3" fmla="*/ 209527 w 262904"/>
                  <a:gd name="connsiteY3" fmla="*/ 63403 h 262734"/>
                  <a:gd name="connsiteX4" fmla="*/ 63643 w 262904"/>
                  <a:gd name="connsiteY4" fmla="*/ 53531 h 262734"/>
                  <a:gd name="connsiteX5" fmla="*/ 63643 w 262904"/>
                  <a:gd name="connsiteY5" fmla="*/ 53531 h 262734"/>
                  <a:gd name="connsiteX6" fmla="*/ 45249 w 262904"/>
                  <a:gd name="connsiteY6" fmla="*/ 32437 h 262734"/>
                  <a:gd name="connsiteX7" fmla="*/ 230705 w 262904"/>
                  <a:gd name="connsiteY7" fmla="*/ 44925 h 262734"/>
                  <a:gd name="connsiteX8" fmla="*/ 217627 w 262904"/>
                  <a:gd name="connsiteY8" fmla="*/ 230297 h 262734"/>
                  <a:gd name="connsiteX9" fmla="*/ 32171 w 262904"/>
                  <a:gd name="connsiteY9" fmla="*/ 217809 h 262734"/>
                  <a:gd name="connsiteX10" fmla="*/ 45249 w 262904"/>
                  <a:gd name="connsiteY10" fmla="*/ 32437 h 262734"/>
                  <a:gd name="connsiteX11" fmla="*/ 45249 w 262904"/>
                  <a:gd name="connsiteY11" fmla="*/ 32437 h 26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904" h="262734">
                    <a:moveTo>
                      <a:pt x="63643" y="53531"/>
                    </a:moveTo>
                    <a:cubicBezTo>
                      <a:pt x="20527" y="91078"/>
                      <a:pt x="15886" y="156384"/>
                      <a:pt x="53349" y="199416"/>
                    </a:cubicBezTo>
                    <a:cubicBezTo>
                      <a:pt x="90811" y="242447"/>
                      <a:pt x="156118" y="246834"/>
                      <a:pt x="199233" y="209287"/>
                    </a:cubicBezTo>
                    <a:cubicBezTo>
                      <a:pt x="242349" y="171741"/>
                      <a:pt x="246989" y="106434"/>
                      <a:pt x="209527" y="63403"/>
                    </a:cubicBezTo>
                    <a:cubicBezTo>
                      <a:pt x="172064" y="20372"/>
                      <a:pt x="106758" y="15900"/>
                      <a:pt x="63643" y="53531"/>
                    </a:cubicBezTo>
                    <a:lnTo>
                      <a:pt x="63643" y="53531"/>
                    </a:lnTo>
                    <a:close/>
                    <a:moveTo>
                      <a:pt x="45249" y="32437"/>
                    </a:moveTo>
                    <a:cubicBezTo>
                      <a:pt x="100093" y="-15319"/>
                      <a:pt x="183118" y="-9666"/>
                      <a:pt x="230705" y="44925"/>
                    </a:cubicBezTo>
                    <a:cubicBezTo>
                      <a:pt x="278293" y="99600"/>
                      <a:pt x="272471" y="182541"/>
                      <a:pt x="217627" y="230297"/>
                    </a:cubicBezTo>
                    <a:cubicBezTo>
                      <a:pt x="162783" y="278053"/>
                      <a:pt x="79758" y="272400"/>
                      <a:pt x="32171" y="217809"/>
                    </a:cubicBezTo>
                    <a:cubicBezTo>
                      <a:pt x="-15417" y="163134"/>
                      <a:pt x="-9511" y="80194"/>
                      <a:pt x="45249" y="32437"/>
                    </a:cubicBezTo>
                    <a:lnTo>
                      <a:pt x="45249" y="32437"/>
                    </a:lnTo>
                    <a:close/>
                  </a:path>
                </a:pathLst>
              </a:custGeom>
              <a:solidFill>
                <a:srgbClr val="4472C4">
                  <a:alpha val="15000"/>
                </a:srgbClr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" name="任意多边形: 形状 26">
                <a:extLst>
                  <a:ext uri="{FF2B5EF4-FFF2-40B4-BE49-F238E27FC236}">
                    <a16:creationId xmlns:a16="http://schemas.microsoft.com/office/drawing/2014/main" id="{5B5C7B6F-6518-E201-107C-451F1C6050EF}"/>
                  </a:ext>
                </a:extLst>
              </p:cNvPr>
              <p:cNvSpPr/>
              <p:nvPr/>
            </p:nvSpPr>
            <p:spPr>
              <a:xfrm>
                <a:off x="1332621" y="1432995"/>
                <a:ext cx="259279" cy="271633"/>
              </a:xfrm>
              <a:custGeom>
                <a:avLst/>
                <a:gdLst>
                  <a:gd name="connsiteX0" fmla="*/ 239784 w 259279"/>
                  <a:gd name="connsiteY0" fmla="*/ 208379 h 271633"/>
                  <a:gd name="connsiteX1" fmla="*/ 239784 w 259279"/>
                  <a:gd name="connsiteY1" fmla="*/ 208379 h 271633"/>
                  <a:gd name="connsiteX2" fmla="*/ 239784 w 259279"/>
                  <a:gd name="connsiteY2" fmla="*/ 208379 h 271633"/>
                  <a:gd name="connsiteX3" fmla="*/ 239784 w 259279"/>
                  <a:gd name="connsiteY3" fmla="*/ 208379 h 271633"/>
                  <a:gd name="connsiteX4" fmla="*/ 239784 w 259279"/>
                  <a:gd name="connsiteY4" fmla="*/ 208379 h 271633"/>
                  <a:gd name="connsiteX5" fmla="*/ 64622 w 259279"/>
                  <a:gd name="connsiteY5" fmla="*/ 54395 h 271633"/>
                  <a:gd name="connsiteX6" fmla="*/ 99638 w 259279"/>
                  <a:gd name="connsiteY6" fmla="*/ 33976 h 271633"/>
                  <a:gd name="connsiteX7" fmla="*/ 237338 w 259279"/>
                  <a:gd name="connsiteY7" fmla="*/ 100042 h 271633"/>
                  <a:gd name="connsiteX8" fmla="*/ 237338 w 259279"/>
                  <a:gd name="connsiteY8" fmla="*/ 100126 h 271633"/>
                  <a:gd name="connsiteX9" fmla="*/ 234553 w 259279"/>
                  <a:gd name="connsiteY9" fmla="*/ 105864 h 271633"/>
                  <a:gd name="connsiteX10" fmla="*/ 228816 w 259279"/>
                  <a:gd name="connsiteY10" fmla="*/ 102995 h 271633"/>
                  <a:gd name="connsiteX11" fmla="*/ 217088 w 259279"/>
                  <a:gd name="connsiteY11" fmla="*/ 79876 h 271633"/>
                  <a:gd name="connsiteX12" fmla="*/ 79641 w 259279"/>
                  <a:gd name="connsiteY12" fmla="*/ 54142 h 271633"/>
                  <a:gd name="connsiteX13" fmla="*/ 54075 w 259279"/>
                  <a:gd name="connsiteY13" fmla="*/ 191504 h 271633"/>
                  <a:gd name="connsiteX14" fmla="*/ 191522 w 259279"/>
                  <a:gd name="connsiteY14" fmla="*/ 217239 h 271633"/>
                  <a:gd name="connsiteX15" fmla="*/ 197428 w 259279"/>
                  <a:gd name="connsiteY15" fmla="*/ 217998 h 271633"/>
                  <a:gd name="connsiteX16" fmla="*/ 197006 w 259279"/>
                  <a:gd name="connsiteY16" fmla="*/ 224326 h 271633"/>
                  <a:gd name="connsiteX17" fmla="*/ 196584 w 259279"/>
                  <a:gd name="connsiteY17" fmla="*/ 224664 h 271633"/>
                  <a:gd name="connsiteX18" fmla="*/ 54075 w 259279"/>
                  <a:gd name="connsiteY18" fmla="*/ 206523 h 271633"/>
                  <a:gd name="connsiteX19" fmla="*/ 64622 w 259279"/>
                  <a:gd name="connsiteY19" fmla="*/ 54395 h 271633"/>
                  <a:gd name="connsiteX20" fmla="*/ 64622 w 259279"/>
                  <a:gd name="connsiteY20" fmla="*/ 54395 h 271633"/>
                  <a:gd name="connsiteX21" fmla="*/ 54750 w 259279"/>
                  <a:gd name="connsiteY21" fmla="*/ 26804 h 271633"/>
                  <a:gd name="connsiteX22" fmla="*/ 78375 w 259279"/>
                  <a:gd name="connsiteY22" fmla="*/ 12714 h 271633"/>
                  <a:gd name="connsiteX23" fmla="*/ 258769 w 259279"/>
                  <a:gd name="connsiteY23" fmla="*/ 78526 h 271633"/>
                  <a:gd name="connsiteX24" fmla="*/ 258938 w 259279"/>
                  <a:gd name="connsiteY24" fmla="*/ 78864 h 271633"/>
                  <a:gd name="connsiteX25" fmla="*/ 256491 w 259279"/>
                  <a:gd name="connsiteY25" fmla="*/ 84770 h 271633"/>
                  <a:gd name="connsiteX26" fmla="*/ 250584 w 259279"/>
                  <a:gd name="connsiteY26" fmla="*/ 82323 h 271633"/>
                  <a:gd name="connsiteX27" fmla="*/ 208144 w 259279"/>
                  <a:gd name="connsiteY27" fmla="*/ 31867 h 271633"/>
                  <a:gd name="connsiteX28" fmla="*/ 31716 w 259279"/>
                  <a:gd name="connsiteY28" fmla="*/ 63339 h 271633"/>
                  <a:gd name="connsiteX29" fmla="*/ 63356 w 259279"/>
                  <a:gd name="connsiteY29" fmla="*/ 239851 h 271633"/>
                  <a:gd name="connsiteX30" fmla="*/ 223078 w 259279"/>
                  <a:gd name="connsiteY30" fmla="*/ 227870 h 271633"/>
                  <a:gd name="connsiteX31" fmla="*/ 239784 w 259279"/>
                  <a:gd name="connsiteY31" fmla="*/ 208379 h 271633"/>
                  <a:gd name="connsiteX32" fmla="*/ 246028 w 259279"/>
                  <a:gd name="connsiteY32" fmla="*/ 207282 h 271633"/>
                  <a:gd name="connsiteX33" fmla="*/ 247125 w 259279"/>
                  <a:gd name="connsiteY33" fmla="*/ 213526 h 271633"/>
                  <a:gd name="connsiteX34" fmla="*/ 193125 w 259279"/>
                  <a:gd name="connsiteY34" fmla="*/ 258920 h 271633"/>
                  <a:gd name="connsiteX35" fmla="*/ 12731 w 259279"/>
                  <a:gd name="connsiteY35" fmla="*/ 193107 h 271633"/>
                  <a:gd name="connsiteX36" fmla="*/ 54750 w 259279"/>
                  <a:gd name="connsiteY36" fmla="*/ 26804 h 271633"/>
                  <a:gd name="connsiteX37" fmla="*/ 54750 w 259279"/>
                  <a:gd name="connsiteY37" fmla="*/ 26804 h 27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59279" h="271633">
                    <a:moveTo>
                      <a:pt x="239784" y="208379"/>
                    </a:move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close/>
                    <a:moveTo>
                      <a:pt x="64622" y="54395"/>
                    </a:moveTo>
                    <a:cubicBezTo>
                      <a:pt x="74916" y="45451"/>
                      <a:pt x="86813" y="38532"/>
                      <a:pt x="99638" y="33976"/>
                    </a:cubicBezTo>
                    <a:cubicBezTo>
                      <a:pt x="155916" y="14232"/>
                      <a:pt x="217509" y="43764"/>
                      <a:pt x="237338" y="100042"/>
                    </a:cubicBezTo>
                    <a:cubicBezTo>
                      <a:pt x="237338" y="100042"/>
                      <a:pt x="237338" y="100126"/>
                      <a:pt x="237338" y="100126"/>
                    </a:cubicBezTo>
                    <a:cubicBezTo>
                      <a:pt x="238097" y="102489"/>
                      <a:pt x="236831" y="105020"/>
                      <a:pt x="234553" y="105864"/>
                    </a:cubicBezTo>
                    <a:cubicBezTo>
                      <a:pt x="232191" y="106623"/>
                      <a:pt x="229659" y="105357"/>
                      <a:pt x="228816" y="102995"/>
                    </a:cubicBezTo>
                    <a:cubicBezTo>
                      <a:pt x="225947" y="94811"/>
                      <a:pt x="221981" y="87048"/>
                      <a:pt x="217088" y="79876"/>
                    </a:cubicBezTo>
                    <a:cubicBezTo>
                      <a:pt x="186206" y="34820"/>
                      <a:pt x="124697" y="23345"/>
                      <a:pt x="79641" y="54142"/>
                    </a:cubicBezTo>
                    <a:cubicBezTo>
                      <a:pt x="34669" y="85023"/>
                      <a:pt x="23194" y="146532"/>
                      <a:pt x="54075" y="191504"/>
                    </a:cubicBezTo>
                    <a:cubicBezTo>
                      <a:pt x="84956" y="236561"/>
                      <a:pt x="146466" y="248036"/>
                      <a:pt x="191522" y="217239"/>
                    </a:cubicBezTo>
                    <a:cubicBezTo>
                      <a:pt x="193378" y="215973"/>
                      <a:pt x="195994" y="216226"/>
                      <a:pt x="197428" y="217998"/>
                    </a:cubicBezTo>
                    <a:cubicBezTo>
                      <a:pt x="199031" y="219854"/>
                      <a:pt x="198863" y="222723"/>
                      <a:pt x="197006" y="224326"/>
                    </a:cubicBezTo>
                    <a:cubicBezTo>
                      <a:pt x="196838" y="224411"/>
                      <a:pt x="196753" y="224579"/>
                      <a:pt x="196584" y="224664"/>
                    </a:cubicBezTo>
                    <a:cubicBezTo>
                      <a:pt x="151444" y="255714"/>
                      <a:pt x="90103" y="247867"/>
                      <a:pt x="54075" y="206523"/>
                    </a:cubicBezTo>
                    <a:cubicBezTo>
                      <a:pt x="15009" y="161720"/>
                      <a:pt x="19734" y="93545"/>
                      <a:pt x="64622" y="54395"/>
                    </a:cubicBezTo>
                    <a:lnTo>
                      <a:pt x="64622" y="54395"/>
                    </a:lnTo>
                    <a:close/>
                    <a:moveTo>
                      <a:pt x="54750" y="26804"/>
                    </a:moveTo>
                    <a:cubicBezTo>
                      <a:pt x="62006" y="21404"/>
                      <a:pt x="69853" y="16679"/>
                      <a:pt x="78375" y="12714"/>
                    </a:cubicBezTo>
                    <a:cubicBezTo>
                      <a:pt x="146297" y="-18927"/>
                      <a:pt x="227128" y="10520"/>
                      <a:pt x="258769" y="78526"/>
                    </a:cubicBezTo>
                    <a:cubicBezTo>
                      <a:pt x="258853" y="78611"/>
                      <a:pt x="258853" y="78779"/>
                      <a:pt x="258938" y="78864"/>
                    </a:cubicBezTo>
                    <a:cubicBezTo>
                      <a:pt x="259866" y="81142"/>
                      <a:pt x="258853" y="83757"/>
                      <a:pt x="256491" y="84770"/>
                    </a:cubicBezTo>
                    <a:cubicBezTo>
                      <a:pt x="254213" y="85698"/>
                      <a:pt x="251597" y="84686"/>
                      <a:pt x="250584" y="82323"/>
                    </a:cubicBezTo>
                    <a:cubicBezTo>
                      <a:pt x="241134" y="62073"/>
                      <a:pt x="226453" y="44607"/>
                      <a:pt x="208144" y="31867"/>
                    </a:cubicBezTo>
                    <a:cubicBezTo>
                      <a:pt x="150769" y="-8211"/>
                      <a:pt x="71709" y="5879"/>
                      <a:pt x="31716" y="63339"/>
                    </a:cubicBezTo>
                    <a:cubicBezTo>
                      <a:pt x="-8278" y="120714"/>
                      <a:pt x="5897" y="199773"/>
                      <a:pt x="63356" y="239851"/>
                    </a:cubicBezTo>
                    <a:cubicBezTo>
                      <a:pt x="113644" y="274867"/>
                      <a:pt x="180384" y="268539"/>
                      <a:pt x="223078" y="227870"/>
                    </a:cubicBezTo>
                    <a:lnTo>
                      <a:pt x="239784" y="208379"/>
                    </a:lnTo>
                    <a:lnTo>
                      <a:pt x="246028" y="207282"/>
                    </a:lnTo>
                    <a:cubicBezTo>
                      <a:pt x="248053" y="208717"/>
                      <a:pt x="248559" y="211501"/>
                      <a:pt x="247125" y="213526"/>
                    </a:cubicBezTo>
                    <a:cubicBezTo>
                      <a:pt x="233456" y="233186"/>
                      <a:pt x="214809" y="248795"/>
                      <a:pt x="193125" y="258920"/>
                    </a:cubicBezTo>
                    <a:cubicBezTo>
                      <a:pt x="125203" y="290561"/>
                      <a:pt x="44372" y="261114"/>
                      <a:pt x="12731" y="193107"/>
                    </a:cubicBezTo>
                    <a:cubicBezTo>
                      <a:pt x="-14944" y="133707"/>
                      <a:pt x="4041" y="64436"/>
                      <a:pt x="54750" y="26804"/>
                    </a:cubicBezTo>
                    <a:lnTo>
                      <a:pt x="54750" y="26804"/>
                    </a:lnTo>
                    <a:close/>
                  </a:path>
                </a:pathLst>
              </a:custGeom>
              <a:solidFill>
                <a:srgbClr val="002060"/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" name="椭圆 17">
              <a:extLst>
                <a:ext uri="{FF2B5EF4-FFF2-40B4-BE49-F238E27FC236}">
                  <a16:creationId xmlns:a16="http://schemas.microsoft.com/office/drawing/2014/main" id="{C787CC7C-9E5F-9ACD-EE46-E85381CC8B35}"/>
                </a:ext>
              </a:extLst>
            </p:cNvPr>
            <p:cNvSpPr/>
            <p:nvPr userDrawn="1"/>
          </p:nvSpPr>
          <p:spPr>
            <a:xfrm>
              <a:off x="1545990" y="1559228"/>
              <a:ext cx="57600" cy="57600"/>
            </a:xfrm>
            <a:prstGeom prst="ellipse">
              <a:avLst/>
            </a:prstGeom>
            <a:gradFill flip="none" rotWithShape="1">
              <a:gsLst>
                <a:gs pos="0">
                  <a:srgbClr val="4472C4">
                    <a:tint val="66000"/>
                    <a:satMod val="160000"/>
                  </a:srgbClr>
                </a:gs>
                <a:gs pos="50000">
                  <a:srgbClr val="4472C4">
                    <a:tint val="44500"/>
                    <a:satMod val="160000"/>
                  </a:srgbClr>
                </a:gs>
                <a:gs pos="100000">
                  <a:srgbClr val="4472C4">
                    <a:tint val="23500"/>
                    <a:satMod val="160000"/>
                  </a:srgbClr>
                </a:gs>
              </a:gsLst>
              <a:lin ang="13500000" scaled="1"/>
              <a:tileRect/>
            </a:gradFill>
            <a:ln w="6350">
              <a:solidFill>
                <a:srgbClr val="002060"/>
              </a:solidFill>
              <a:miter lim="800000"/>
              <a:headEnd/>
              <a:tailEnd/>
            </a:ln>
            <a:effectLst>
              <a:glow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pic>
        <p:nvPicPr>
          <p:cNvPr id="20" name="图片 19">
            <a:extLst>
              <a:ext uri="{FF2B5EF4-FFF2-40B4-BE49-F238E27FC236}">
                <a16:creationId xmlns:a16="http://schemas.microsoft.com/office/drawing/2014/main" id="{D2B45690-74EB-AA2F-98FF-4DA529F758C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6400" y="457200"/>
            <a:ext cx="850170" cy="266318"/>
          </a:xfrm>
          <a:prstGeom prst="rect">
            <a:avLst/>
          </a:prstGeom>
        </p:spPr>
      </p:pic>
      <p:sp>
        <p:nvSpPr>
          <p:cNvPr id="2" name="Rectangle 12">
            <a:extLst>
              <a:ext uri="{FF2B5EF4-FFF2-40B4-BE49-F238E27FC236}">
                <a16:creationId xmlns:a16="http://schemas.microsoft.com/office/drawing/2014/main" id="{FC82B665-92F0-95F0-513B-57F9B1E5FC49}"/>
              </a:ext>
            </a:extLst>
          </p:cNvPr>
          <p:cNvSpPr/>
          <p:nvPr userDrawn="1"/>
        </p:nvSpPr>
        <p:spPr>
          <a:xfrm flipV="1">
            <a:off x="2562499" y="6547630"/>
            <a:ext cx="8851061" cy="14400"/>
          </a:xfrm>
          <a:prstGeom prst="rect">
            <a:avLst/>
          </a:prstGeom>
          <a:solidFill>
            <a:srgbClr val="4D71B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E5E53A38-E504-00A8-8435-22FFE274DA5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35411" y="6420199"/>
            <a:ext cx="1877675" cy="2366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615930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版_白底底部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组合 30">
            <a:extLst>
              <a:ext uri="{FF2B5EF4-FFF2-40B4-BE49-F238E27FC236}">
                <a16:creationId xmlns:a16="http://schemas.microsoft.com/office/drawing/2014/main" id="{A1A94E1C-1869-86DA-07EE-7E152712030F}"/>
              </a:ext>
            </a:extLst>
          </p:cNvPr>
          <p:cNvGrpSpPr/>
          <p:nvPr userDrawn="1"/>
        </p:nvGrpSpPr>
        <p:grpSpPr>
          <a:xfrm>
            <a:off x="454461" y="549639"/>
            <a:ext cx="270969" cy="271633"/>
            <a:chOff x="1332621" y="1432995"/>
            <a:chExt cx="270969" cy="271633"/>
          </a:xfrm>
        </p:grpSpPr>
        <p:grpSp>
          <p:nvGrpSpPr>
            <p:cNvPr id="32" name="图形 18">
              <a:extLst>
                <a:ext uri="{FF2B5EF4-FFF2-40B4-BE49-F238E27FC236}">
                  <a16:creationId xmlns:a16="http://schemas.microsoft.com/office/drawing/2014/main" id="{5D148169-5109-FCD5-30DD-3594CA4DFAB6}"/>
                </a:ext>
              </a:extLst>
            </p:cNvPr>
            <p:cNvGrpSpPr/>
            <p:nvPr/>
          </p:nvGrpSpPr>
          <p:grpSpPr>
            <a:xfrm>
              <a:off x="1332621" y="1432995"/>
              <a:ext cx="267005" cy="271633"/>
              <a:chOff x="1332621" y="1432995"/>
              <a:chExt cx="267005" cy="271633"/>
            </a:xfrm>
          </p:grpSpPr>
          <p:sp>
            <p:nvSpPr>
              <p:cNvPr id="34" name="任意多边形: 形状 33">
                <a:extLst>
                  <a:ext uri="{FF2B5EF4-FFF2-40B4-BE49-F238E27FC236}">
                    <a16:creationId xmlns:a16="http://schemas.microsoft.com/office/drawing/2014/main" id="{9E104704-EA63-17E2-5FF9-0502C21E0024}"/>
                  </a:ext>
                </a:extLst>
              </p:cNvPr>
              <p:cNvSpPr/>
              <p:nvPr/>
            </p:nvSpPr>
            <p:spPr>
              <a:xfrm>
                <a:off x="1336722" y="1437656"/>
                <a:ext cx="262904" cy="262734"/>
              </a:xfrm>
              <a:custGeom>
                <a:avLst/>
                <a:gdLst>
                  <a:gd name="connsiteX0" fmla="*/ 63643 w 262904"/>
                  <a:gd name="connsiteY0" fmla="*/ 53531 h 262734"/>
                  <a:gd name="connsiteX1" fmla="*/ 53349 w 262904"/>
                  <a:gd name="connsiteY1" fmla="*/ 199416 h 262734"/>
                  <a:gd name="connsiteX2" fmla="*/ 199233 w 262904"/>
                  <a:gd name="connsiteY2" fmla="*/ 209287 h 262734"/>
                  <a:gd name="connsiteX3" fmla="*/ 209527 w 262904"/>
                  <a:gd name="connsiteY3" fmla="*/ 63403 h 262734"/>
                  <a:gd name="connsiteX4" fmla="*/ 63643 w 262904"/>
                  <a:gd name="connsiteY4" fmla="*/ 53531 h 262734"/>
                  <a:gd name="connsiteX5" fmla="*/ 63643 w 262904"/>
                  <a:gd name="connsiteY5" fmla="*/ 53531 h 262734"/>
                  <a:gd name="connsiteX6" fmla="*/ 45249 w 262904"/>
                  <a:gd name="connsiteY6" fmla="*/ 32437 h 262734"/>
                  <a:gd name="connsiteX7" fmla="*/ 230705 w 262904"/>
                  <a:gd name="connsiteY7" fmla="*/ 44925 h 262734"/>
                  <a:gd name="connsiteX8" fmla="*/ 217627 w 262904"/>
                  <a:gd name="connsiteY8" fmla="*/ 230297 h 262734"/>
                  <a:gd name="connsiteX9" fmla="*/ 32171 w 262904"/>
                  <a:gd name="connsiteY9" fmla="*/ 217809 h 262734"/>
                  <a:gd name="connsiteX10" fmla="*/ 45249 w 262904"/>
                  <a:gd name="connsiteY10" fmla="*/ 32437 h 262734"/>
                  <a:gd name="connsiteX11" fmla="*/ 45249 w 262904"/>
                  <a:gd name="connsiteY11" fmla="*/ 32437 h 26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904" h="262734">
                    <a:moveTo>
                      <a:pt x="63643" y="53531"/>
                    </a:moveTo>
                    <a:cubicBezTo>
                      <a:pt x="20527" y="91078"/>
                      <a:pt x="15886" y="156384"/>
                      <a:pt x="53349" y="199416"/>
                    </a:cubicBezTo>
                    <a:cubicBezTo>
                      <a:pt x="90811" y="242447"/>
                      <a:pt x="156118" y="246834"/>
                      <a:pt x="199233" y="209287"/>
                    </a:cubicBezTo>
                    <a:cubicBezTo>
                      <a:pt x="242349" y="171741"/>
                      <a:pt x="246989" y="106434"/>
                      <a:pt x="209527" y="63403"/>
                    </a:cubicBezTo>
                    <a:cubicBezTo>
                      <a:pt x="172064" y="20372"/>
                      <a:pt x="106758" y="15900"/>
                      <a:pt x="63643" y="53531"/>
                    </a:cubicBezTo>
                    <a:lnTo>
                      <a:pt x="63643" y="53531"/>
                    </a:lnTo>
                    <a:close/>
                    <a:moveTo>
                      <a:pt x="45249" y="32437"/>
                    </a:moveTo>
                    <a:cubicBezTo>
                      <a:pt x="100093" y="-15319"/>
                      <a:pt x="183118" y="-9666"/>
                      <a:pt x="230705" y="44925"/>
                    </a:cubicBezTo>
                    <a:cubicBezTo>
                      <a:pt x="278293" y="99600"/>
                      <a:pt x="272471" y="182541"/>
                      <a:pt x="217627" y="230297"/>
                    </a:cubicBezTo>
                    <a:cubicBezTo>
                      <a:pt x="162783" y="278053"/>
                      <a:pt x="79758" y="272400"/>
                      <a:pt x="32171" y="217809"/>
                    </a:cubicBezTo>
                    <a:cubicBezTo>
                      <a:pt x="-15417" y="163134"/>
                      <a:pt x="-9511" y="80194"/>
                      <a:pt x="45249" y="32437"/>
                    </a:cubicBezTo>
                    <a:lnTo>
                      <a:pt x="45249" y="32437"/>
                    </a:lnTo>
                    <a:close/>
                  </a:path>
                </a:pathLst>
              </a:custGeom>
              <a:solidFill>
                <a:srgbClr val="4472C4">
                  <a:alpha val="15000"/>
                </a:srgbClr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" name="任意多边形: 形状 34">
                <a:extLst>
                  <a:ext uri="{FF2B5EF4-FFF2-40B4-BE49-F238E27FC236}">
                    <a16:creationId xmlns:a16="http://schemas.microsoft.com/office/drawing/2014/main" id="{28B7C7C2-AAA1-3F82-A264-92BA0F51F9E4}"/>
                  </a:ext>
                </a:extLst>
              </p:cNvPr>
              <p:cNvSpPr/>
              <p:nvPr/>
            </p:nvSpPr>
            <p:spPr>
              <a:xfrm>
                <a:off x="1332621" y="1432995"/>
                <a:ext cx="259279" cy="271633"/>
              </a:xfrm>
              <a:custGeom>
                <a:avLst/>
                <a:gdLst>
                  <a:gd name="connsiteX0" fmla="*/ 239784 w 259279"/>
                  <a:gd name="connsiteY0" fmla="*/ 208379 h 271633"/>
                  <a:gd name="connsiteX1" fmla="*/ 239784 w 259279"/>
                  <a:gd name="connsiteY1" fmla="*/ 208379 h 271633"/>
                  <a:gd name="connsiteX2" fmla="*/ 239784 w 259279"/>
                  <a:gd name="connsiteY2" fmla="*/ 208379 h 271633"/>
                  <a:gd name="connsiteX3" fmla="*/ 239784 w 259279"/>
                  <a:gd name="connsiteY3" fmla="*/ 208379 h 271633"/>
                  <a:gd name="connsiteX4" fmla="*/ 239784 w 259279"/>
                  <a:gd name="connsiteY4" fmla="*/ 208379 h 271633"/>
                  <a:gd name="connsiteX5" fmla="*/ 64622 w 259279"/>
                  <a:gd name="connsiteY5" fmla="*/ 54395 h 271633"/>
                  <a:gd name="connsiteX6" fmla="*/ 99638 w 259279"/>
                  <a:gd name="connsiteY6" fmla="*/ 33976 h 271633"/>
                  <a:gd name="connsiteX7" fmla="*/ 237338 w 259279"/>
                  <a:gd name="connsiteY7" fmla="*/ 100042 h 271633"/>
                  <a:gd name="connsiteX8" fmla="*/ 237338 w 259279"/>
                  <a:gd name="connsiteY8" fmla="*/ 100126 h 271633"/>
                  <a:gd name="connsiteX9" fmla="*/ 234553 w 259279"/>
                  <a:gd name="connsiteY9" fmla="*/ 105864 h 271633"/>
                  <a:gd name="connsiteX10" fmla="*/ 228816 w 259279"/>
                  <a:gd name="connsiteY10" fmla="*/ 102995 h 271633"/>
                  <a:gd name="connsiteX11" fmla="*/ 217088 w 259279"/>
                  <a:gd name="connsiteY11" fmla="*/ 79876 h 271633"/>
                  <a:gd name="connsiteX12" fmla="*/ 79641 w 259279"/>
                  <a:gd name="connsiteY12" fmla="*/ 54142 h 271633"/>
                  <a:gd name="connsiteX13" fmla="*/ 54075 w 259279"/>
                  <a:gd name="connsiteY13" fmla="*/ 191504 h 271633"/>
                  <a:gd name="connsiteX14" fmla="*/ 191522 w 259279"/>
                  <a:gd name="connsiteY14" fmla="*/ 217239 h 271633"/>
                  <a:gd name="connsiteX15" fmla="*/ 197428 w 259279"/>
                  <a:gd name="connsiteY15" fmla="*/ 217998 h 271633"/>
                  <a:gd name="connsiteX16" fmla="*/ 197006 w 259279"/>
                  <a:gd name="connsiteY16" fmla="*/ 224326 h 271633"/>
                  <a:gd name="connsiteX17" fmla="*/ 196584 w 259279"/>
                  <a:gd name="connsiteY17" fmla="*/ 224664 h 271633"/>
                  <a:gd name="connsiteX18" fmla="*/ 54075 w 259279"/>
                  <a:gd name="connsiteY18" fmla="*/ 206523 h 271633"/>
                  <a:gd name="connsiteX19" fmla="*/ 64622 w 259279"/>
                  <a:gd name="connsiteY19" fmla="*/ 54395 h 271633"/>
                  <a:gd name="connsiteX20" fmla="*/ 64622 w 259279"/>
                  <a:gd name="connsiteY20" fmla="*/ 54395 h 271633"/>
                  <a:gd name="connsiteX21" fmla="*/ 54750 w 259279"/>
                  <a:gd name="connsiteY21" fmla="*/ 26804 h 271633"/>
                  <a:gd name="connsiteX22" fmla="*/ 78375 w 259279"/>
                  <a:gd name="connsiteY22" fmla="*/ 12714 h 271633"/>
                  <a:gd name="connsiteX23" fmla="*/ 258769 w 259279"/>
                  <a:gd name="connsiteY23" fmla="*/ 78526 h 271633"/>
                  <a:gd name="connsiteX24" fmla="*/ 258938 w 259279"/>
                  <a:gd name="connsiteY24" fmla="*/ 78864 h 271633"/>
                  <a:gd name="connsiteX25" fmla="*/ 256491 w 259279"/>
                  <a:gd name="connsiteY25" fmla="*/ 84770 h 271633"/>
                  <a:gd name="connsiteX26" fmla="*/ 250584 w 259279"/>
                  <a:gd name="connsiteY26" fmla="*/ 82323 h 271633"/>
                  <a:gd name="connsiteX27" fmla="*/ 208144 w 259279"/>
                  <a:gd name="connsiteY27" fmla="*/ 31867 h 271633"/>
                  <a:gd name="connsiteX28" fmla="*/ 31716 w 259279"/>
                  <a:gd name="connsiteY28" fmla="*/ 63339 h 271633"/>
                  <a:gd name="connsiteX29" fmla="*/ 63356 w 259279"/>
                  <a:gd name="connsiteY29" fmla="*/ 239851 h 271633"/>
                  <a:gd name="connsiteX30" fmla="*/ 223078 w 259279"/>
                  <a:gd name="connsiteY30" fmla="*/ 227870 h 271633"/>
                  <a:gd name="connsiteX31" fmla="*/ 239784 w 259279"/>
                  <a:gd name="connsiteY31" fmla="*/ 208379 h 271633"/>
                  <a:gd name="connsiteX32" fmla="*/ 246028 w 259279"/>
                  <a:gd name="connsiteY32" fmla="*/ 207282 h 271633"/>
                  <a:gd name="connsiteX33" fmla="*/ 247125 w 259279"/>
                  <a:gd name="connsiteY33" fmla="*/ 213526 h 271633"/>
                  <a:gd name="connsiteX34" fmla="*/ 193125 w 259279"/>
                  <a:gd name="connsiteY34" fmla="*/ 258920 h 271633"/>
                  <a:gd name="connsiteX35" fmla="*/ 12731 w 259279"/>
                  <a:gd name="connsiteY35" fmla="*/ 193107 h 271633"/>
                  <a:gd name="connsiteX36" fmla="*/ 54750 w 259279"/>
                  <a:gd name="connsiteY36" fmla="*/ 26804 h 271633"/>
                  <a:gd name="connsiteX37" fmla="*/ 54750 w 259279"/>
                  <a:gd name="connsiteY37" fmla="*/ 26804 h 27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59279" h="271633">
                    <a:moveTo>
                      <a:pt x="239784" y="208379"/>
                    </a:move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close/>
                    <a:moveTo>
                      <a:pt x="64622" y="54395"/>
                    </a:moveTo>
                    <a:cubicBezTo>
                      <a:pt x="74916" y="45451"/>
                      <a:pt x="86813" y="38532"/>
                      <a:pt x="99638" y="33976"/>
                    </a:cubicBezTo>
                    <a:cubicBezTo>
                      <a:pt x="155916" y="14232"/>
                      <a:pt x="217509" y="43764"/>
                      <a:pt x="237338" y="100042"/>
                    </a:cubicBezTo>
                    <a:cubicBezTo>
                      <a:pt x="237338" y="100042"/>
                      <a:pt x="237338" y="100126"/>
                      <a:pt x="237338" y="100126"/>
                    </a:cubicBezTo>
                    <a:cubicBezTo>
                      <a:pt x="238097" y="102489"/>
                      <a:pt x="236831" y="105020"/>
                      <a:pt x="234553" y="105864"/>
                    </a:cubicBezTo>
                    <a:cubicBezTo>
                      <a:pt x="232191" y="106623"/>
                      <a:pt x="229659" y="105357"/>
                      <a:pt x="228816" y="102995"/>
                    </a:cubicBezTo>
                    <a:cubicBezTo>
                      <a:pt x="225947" y="94811"/>
                      <a:pt x="221981" y="87048"/>
                      <a:pt x="217088" y="79876"/>
                    </a:cubicBezTo>
                    <a:cubicBezTo>
                      <a:pt x="186206" y="34820"/>
                      <a:pt x="124697" y="23345"/>
                      <a:pt x="79641" y="54142"/>
                    </a:cubicBezTo>
                    <a:cubicBezTo>
                      <a:pt x="34669" y="85023"/>
                      <a:pt x="23194" y="146532"/>
                      <a:pt x="54075" y="191504"/>
                    </a:cubicBezTo>
                    <a:cubicBezTo>
                      <a:pt x="84956" y="236561"/>
                      <a:pt x="146466" y="248036"/>
                      <a:pt x="191522" y="217239"/>
                    </a:cubicBezTo>
                    <a:cubicBezTo>
                      <a:pt x="193378" y="215973"/>
                      <a:pt x="195994" y="216226"/>
                      <a:pt x="197428" y="217998"/>
                    </a:cubicBezTo>
                    <a:cubicBezTo>
                      <a:pt x="199031" y="219854"/>
                      <a:pt x="198863" y="222723"/>
                      <a:pt x="197006" y="224326"/>
                    </a:cubicBezTo>
                    <a:cubicBezTo>
                      <a:pt x="196838" y="224411"/>
                      <a:pt x="196753" y="224579"/>
                      <a:pt x="196584" y="224664"/>
                    </a:cubicBezTo>
                    <a:cubicBezTo>
                      <a:pt x="151444" y="255714"/>
                      <a:pt x="90103" y="247867"/>
                      <a:pt x="54075" y="206523"/>
                    </a:cubicBezTo>
                    <a:cubicBezTo>
                      <a:pt x="15009" y="161720"/>
                      <a:pt x="19734" y="93545"/>
                      <a:pt x="64622" y="54395"/>
                    </a:cubicBezTo>
                    <a:lnTo>
                      <a:pt x="64622" y="54395"/>
                    </a:lnTo>
                    <a:close/>
                    <a:moveTo>
                      <a:pt x="54750" y="26804"/>
                    </a:moveTo>
                    <a:cubicBezTo>
                      <a:pt x="62006" y="21404"/>
                      <a:pt x="69853" y="16679"/>
                      <a:pt x="78375" y="12714"/>
                    </a:cubicBezTo>
                    <a:cubicBezTo>
                      <a:pt x="146297" y="-18927"/>
                      <a:pt x="227128" y="10520"/>
                      <a:pt x="258769" y="78526"/>
                    </a:cubicBezTo>
                    <a:cubicBezTo>
                      <a:pt x="258853" y="78611"/>
                      <a:pt x="258853" y="78779"/>
                      <a:pt x="258938" y="78864"/>
                    </a:cubicBezTo>
                    <a:cubicBezTo>
                      <a:pt x="259866" y="81142"/>
                      <a:pt x="258853" y="83757"/>
                      <a:pt x="256491" y="84770"/>
                    </a:cubicBezTo>
                    <a:cubicBezTo>
                      <a:pt x="254213" y="85698"/>
                      <a:pt x="251597" y="84686"/>
                      <a:pt x="250584" y="82323"/>
                    </a:cubicBezTo>
                    <a:cubicBezTo>
                      <a:pt x="241134" y="62073"/>
                      <a:pt x="226453" y="44607"/>
                      <a:pt x="208144" y="31867"/>
                    </a:cubicBezTo>
                    <a:cubicBezTo>
                      <a:pt x="150769" y="-8211"/>
                      <a:pt x="71709" y="5879"/>
                      <a:pt x="31716" y="63339"/>
                    </a:cubicBezTo>
                    <a:cubicBezTo>
                      <a:pt x="-8278" y="120714"/>
                      <a:pt x="5897" y="199773"/>
                      <a:pt x="63356" y="239851"/>
                    </a:cubicBezTo>
                    <a:cubicBezTo>
                      <a:pt x="113644" y="274867"/>
                      <a:pt x="180384" y="268539"/>
                      <a:pt x="223078" y="227870"/>
                    </a:cubicBezTo>
                    <a:lnTo>
                      <a:pt x="239784" y="208379"/>
                    </a:lnTo>
                    <a:lnTo>
                      <a:pt x="246028" y="207282"/>
                    </a:lnTo>
                    <a:cubicBezTo>
                      <a:pt x="248053" y="208717"/>
                      <a:pt x="248559" y="211501"/>
                      <a:pt x="247125" y="213526"/>
                    </a:cubicBezTo>
                    <a:cubicBezTo>
                      <a:pt x="233456" y="233186"/>
                      <a:pt x="214809" y="248795"/>
                      <a:pt x="193125" y="258920"/>
                    </a:cubicBezTo>
                    <a:cubicBezTo>
                      <a:pt x="125203" y="290561"/>
                      <a:pt x="44372" y="261114"/>
                      <a:pt x="12731" y="193107"/>
                    </a:cubicBezTo>
                    <a:cubicBezTo>
                      <a:pt x="-14944" y="133707"/>
                      <a:pt x="4041" y="64436"/>
                      <a:pt x="54750" y="26804"/>
                    </a:cubicBezTo>
                    <a:lnTo>
                      <a:pt x="54750" y="26804"/>
                    </a:lnTo>
                    <a:close/>
                  </a:path>
                </a:pathLst>
              </a:custGeom>
              <a:solidFill>
                <a:srgbClr val="002060"/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33" name="椭圆 32">
              <a:extLst>
                <a:ext uri="{FF2B5EF4-FFF2-40B4-BE49-F238E27FC236}">
                  <a16:creationId xmlns:a16="http://schemas.microsoft.com/office/drawing/2014/main" id="{5BC47ECD-CD68-7D9D-151D-C5A4D9C88C66}"/>
                </a:ext>
              </a:extLst>
            </p:cNvPr>
            <p:cNvSpPr/>
            <p:nvPr userDrawn="1"/>
          </p:nvSpPr>
          <p:spPr>
            <a:xfrm>
              <a:off x="1545990" y="1559228"/>
              <a:ext cx="57600" cy="57600"/>
            </a:xfrm>
            <a:prstGeom prst="ellipse">
              <a:avLst/>
            </a:prstGeom>
            <a:gradFill flip="none" rotWithShape="1">
              <a:gsLst>
                <a:gs pos="0">
                  <a:srgbClr val="4472C4">
                    <a:tint val="66000"/>
                    <a:satMod val="160000"/>
                  </a:srgbClr>
                </a:gs>
                <a:gs pos="50000">
                  <a:srgbClr val="4472C4">
                    <a:tint val="44500"/>
                    <a:satMod val="160000"/>
                  </a:srgbClr>
                </a:gs>
                <a:gs pos="100000">
                  <a:srgbClr val="4472C4">
                    <a:tint val="23500"/>
                    <a:satMod val="160000"/>
                  </a:srgbClr>
                </a:gs>
              </a:gsLst>
              <a:lin ang="13500000" scaled="1"/>
              <a:tileRect/>
            </a:gradFill>
            <a:ln w="6350">
              <a:solidFill>
                <a:srgbClr val="002060"/>
              </a:solidFill>
              <a:miter lim="800000"/>
              <a:headEnd/>
              <a:tailEnd/>
            </a:ln>
            <a:effectLst>
              <a:glow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pic>
        <p:nvPicPr>
          <p:cNvPr id="36" name="图片 35">
            <a:extLst>
              <a:ext uri="{FF2B5EF4-FFF2-40B4-BE49-F238E27FC236}">
                <a16:creationId xmlns:a16="http://schemas.microsoft.com/office/drawing/2014/main" id="{77615E6E-980F-66D5-9690-E1A53CD487C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6400" y="457200"/>
            <a:ext cx="850170" cy="266318"/>
          </a:xfrm>
          <a:prstGeom prst="rect">
            <a:avLst/>
          </a:prstGeom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F1443A8E-0ED9-7B2B-4087-8A73E5FEBE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zh-CN" altLang="en-US" sz="2000" b="1" kern="12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330931556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版_白底1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2">
            <a:extLst>
              <a:ext uri="{FF2B5EF4-FFF2-40B4-BE49-F238E27FC236}">
                <a16:creationId xmlns:a16="http://schemas.microsoft.com/office/drawing/2014/main" id="{DB7F2FE4-A972-4AD9-58DA-C28F63EC14A9}"/>
              </a:ext>
            </a:extLst>
          </p:cNvPr>
          <p:cNvSpPr/>
          <p:nvPr userDrawn="1"/>
        </p:nvSpPr>
        <p:spPr>
          <a:xfrm flipV="1">
            <a:off x="2562499" y="6547630"/>
            <a:ext cx="8851061" cy="14400"/>
          </a:xfrm>
          <a:prstGeom prst="rect">
            <a:avLst/>
          </a:prstGeom>
          <a:solidFill>
            <a:srgbClr val="4D71B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0DA551AB-21E3-79E4-27C2-180E9CD8566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35411" y="6420199"/>
            <a:ext cx="1877675" cy="236618"/>
          </a:xfrm>
          <a:prstGeom prst="rect">
            <a:avLst/>
          </a:prstGeom>
        </p:spPr>
      </p:pic>
      <p:grpSp>
        <p:nvGrpSpPr>
          <p:cNvPr id="28" name="组合 27">
            <a:extLst>
              <a:ext uri="{FF2B5EF4-FFF2-40B4-BE49-F238E27FC236}">
                <a16:creationId xmlns:a16="http://schemas.microsoft.com/office/drawing/2014/main" id="{65097900-22D8-FBD2-234A-DC9FE3ED01D8}"/>
              </a:ext>
            </a:extLst>
          </p:cNvPr>
          <p:cNvGrpSpPr/>
          <p:nvPr userDrawn="1"/>
        </p:nvGrpSpPr>
        <p:grpSpPr>
          <a:xfrm>
            <a:off x="454461" y="549639"/>
            <a:ext cx="270969" cy="271633"/>
            <a:chOff x="1332621" y="1432995"/>
            <a:chExt cx="270969" cy="271633"/>
          </a:xfrm>
        </p:grpSpPr>
        <p:grpSp>
          <p:nvGrpSpPr>
            <p:cNvPr id="25" name="图形 18">
              <a:extLst>
                <a:ext uri="{FF2B5EF4-FFF2-40B4-BE49-F238E27FC236}">
                  <a16:creationId xmlns:a16="http://schemas.microsoft.com/office/drawing/2014/main" id="{A0157363-690C-2ECF-992C-F1E4933B63AB}"/>
                </a:ext>
              </a:extLst>
            </p:cNvPr>
            <p:cNvGrpSpPr/>
            <p:nvPr/>
          </p:nvGrpSpPr>
          <p:grpSpPr>
            <a:xfrm>
              <a:off x="1332621" y="1432995"/>
              <a:ext cx="267005" cy="271633"/>
              <a:chOff x="1332621" y="1432995"/>
              <a:chExt cx="267005" cy="271633"/>
            </a:xfrm>
          </p:grpSpPr>
          <p:sp>
            <p:nvSpPr>
              <p:cNvPr id="26" name="任意多边形: 形状 25">
                <a:extLst>
                  <a:ext uri="{FF2B5EF4-FFF2-40B4-BE49-F238E27FC236}">
                    <a16:creationId xmlns:a16="http://schemas.microsoft.com/office/drawing/2014/main" id="{A6901C47-D108-8F1B-B2CD-F8B52CE049CD}"/>
                  </a:ext>
                </a:extLst>
              </p:cNvPr>
              <p:cNvSpPr/>
              <p:nvPr/>
            </p:nvSpPr>
            <p:spPr>
              <a:xfrm>
                <a:off x="1336722" y="1437656"/>
                <a:ext cx="262904" cy="262734"/>
              </a:xfrm>
              <a:custGeom>
                <a:avLst/>
                <a:gdLst>
                  <a:gd name="connsiteX0" fmla="*/ 63643 w 262904"/>
                  <a:gd name="connsiteY0" fmla="*/ 53531 h 262734"/>
                  <a:gd name="connsiteX1" fmla="*/ 53349 w 262904"/>
                  <a:gd name="connsiteY1" fmla="*/ 199416 h 262734"/>
                  <a:gd name="connsiteX2" fmla="*/ 199233 w 262904"/>
                  <a:gd name="connsiteY2" fmla="*/ 209287 h 262734"/>
                  <a:gd name="connsiteX3" fmla="*/ 209527 w 262904"/>
                  <a:gd name="connsiteY3" fmla="*/ 63403 h 262734"/>
                  <a:gd name="connsiteX4" fmla="*/ 63643 w 262904"/>
                  <a:gd name="connsiteY4" fmla="*/ 53531 h 262734"/>
                  <a:gd name="connsiteX5" fmla="*/ 63643 w 262904"/>
                  <a:gd name="connsiteY5" fmla="*/ 53531 h 262734"/>
                  <a:gd name="connsiteX6" fmla="*/ 45249 w 262904"/>
                  <a:gd name="connsiteY6" fmla="*/ 32437 h 262734"/>
                  <a:gd name="connsiteX7" fmla="*/ 230705 w 262904"/>
                  <a:gd name="connsiteY7" fmla="*/ 44925 h 262734"/>
                  <a:gd name="connsiteX8" fmla="*/ 217627 w 262904"/>
                  <a:gd name="connsiteY8" fmla="*/ 230297 h 262734"/>
                  <a:gd name="connsiteX9" fmla="*/ 32171 w 262904"/>
                  <a:gd name="connsiteY9" fmla="*/ 217809 h 262734"/>
                  <a:gd name="connsiteX10" fmla="*/ 45249 w 262904"/>
                  <a:gd name="connsiteY10" fmla="*/ 32437 h 262734"/>
                  <a:gd name="connsiteX11" fmla="*/ 45249 w 262904"/>
                  <a:gd name="connsiteY11" fmla="*/ 32437 h 26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904" h="262734">
                    <a:moveTo>
                      <a:pt x="63643" y="53531"/>
                    </a:moveTo>
                    <a:cubicBezTo>
                      <a:pt x="20527" y="91078"/>
                      <a:pt x="15886" y="156384"/>
                      <a:pt x="53349" y="199416"/>
                    </a:cubicBezTo>
                    <a:cubicBezTo>
                      <a:pt x="90811" y="242447"/>
                      <a:pt x="156118" y="246834"/>
                      <a:pt x="199233" y="209287"/>
                    </a:cubicBezTo>
                    <a:cubicBezTo>
                      <a:pt x="242349" y="171741"/>
                      <a:pt x="246989" y="106434"/>
                      <a:pt x="209527" y="63403"/>
                    </a:cubicBezTo>
                    <a:cubicBezTo>
                      <a:pt x="172064" y="20372"/>
                      <a:pt x="106758" y="15900"/>
                      <a:pt x="63643" y="53531"/>
                    </a:cubicBezTo>
                    <a:lnTo>
                      <a:pt x="63643" y="53531"/>
                    </a:lnTo>
                    <a:close/>
                    <a:moveTo>
                      <a:pt x="45249" y="32437"/>
                    </a:moveTo>
                    <a:cubicBezTo>
                      <a:pt x="100093" y="-15319"/>
                      <a:pt x="183118" y="-9666"/>
                      <a:pt x="230705" y="44925"/>
                    </a:cubicBezTo>
                    <a:cubicBezTo>
                      <a:pt x="278293" y="99600"/>
                      <a:pt x="272471" y="182541"/>
                      <a:pt x="217627" y="230297"/>
                    </a:cubicBezTo>
                    <a:cubicBezTo>
                      <a:pt x="162783" y="278053"/>
                      <a:pt x="79758" y="272400"/>
                      <a:pt x="32171" y="217809"/>
                    </a:cubicBezTo>
                    <a:cubicBezTo>
                      <a:pt x="-15417" y="163134"/>
                      <a:pt x="-9511" y="80194"/>
                      <a:pt x="45249" y="32437"/>
                    </a:cubicBezTo>
                    <a:lnTo>
                      <a:pt x="45249" y="32437"/>
                    </a:lnTo>
                    <a:close/>
                  </a:path>
                </a:pathLst>
              </a:custGeom>
              <a:solidFill>
                <a:srgbClr val="4472C4">
                  <a:alpha val="15000"/>
                </a:srgbClr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" name="任意多边形: 形状 26">
                <a:extLst>
                  <a:ext uri="{FF2B5EF4-FFF2-40B4-BE49-F238E27FC236}">
                    <a16:creationId xmlns:a16="http://schemas.microsoft.com/office/drawing/2014/main" id="{5B5C7B6F-6518-E201-107C-451F1C6050EF}"/>
                  </a:ext>
                </a:extLst>
              </p:cNvPr>
              <p:cNvSpPr/>
              <p:nvPr/>
            </p:nvSpPr>
            <p:spPr>
              <a:xfrm>
                <a:off x="1332621" y="1432995"/>
                <a:ext cx="259279" cy="271633"/>
              </a:xfrm>
              <a:custGeom>
                <a:avLst/>
                <a:gdLst>
                  <a:gd name="connsiteX0" fmla="*/ 239784 w 259279"/>
                  <a:gd name="connsiteY0" fmla="*/ 208379 h 271633"/>
                  <a:gd name="connsiteX1" fmla="*/ 239784 w 259279"/>
                  <a:gd name="connsiteY1" fmla="*/ 208379 h 271633"/>
                  <a:gd name="connsiteX2" fmla="*/ 239784 w 259279"/>
                  <a:gd name="connsiteY2" fmla="*/ 208379 h 271633"/>
                  <a:gd name="connsiteX3" fmla="*/ 239784 w 259279"/>
                  <a:gd name="connsiteY3" fmla="*/ 208379 h 271633"/>
                  <a:gd name="connsiteX4" fmla="*/ 239784 w 259279"/>
                  <a:gd name="connsiteY4" fmla="*/ 208379 h 271633"/>
                  <a:gd name="connsiteX5" fmla="*/ 64622 w 259279"/>
                  <a:gd name="connsiteY5" fmla="*/ 54395 h 271633"/>
                  <a:gd name="connsiteX6" fmla="*/ 99638 w 259279"/>
                  <a:gd name="connsiteY6" fmla="*/ 33976 h 271633"/>
                  <a:gd name="connsiteX7" fmla="*/ 237338 w 259279"/>
                  <a:gd name="connsiteY7" fmla="*/ 100042 h 271633"/>
                  <a:gd name="connsiteX8" fmla="*/ 237338 w 259279"/>
                  <a:gd name="connsiteY8" fmla="*/ 100126 h 271633"/>
                  <a:gd name="connsiteX9" fmla="*/ 234553 w 259279"/>
                  <a:gd name="connsiteY9" fmla="*/ 105864 h 271633"/>
                  <a:gd name="connsiteX10" fmla="*/ 228816 w 259279"/>
                  <a:gd name="connsiteY10" fmla="*/ 102995 h 271633"/>
                  <a:gd name="connsiteX11" fmla="*/ 217088 w 259279"/>
                  <a:gd name="connsiteY11" fmla="*/ 79876 h 271633"/>
                  <a:gd name="connsiteX12" fmla="*/ 79641 w 259279"/>
                  <a:gd name="connsiteY12" fmla="*/ 54142 h 271633"/>
                  <a:gd name="connsiteX13" fmla="*/ 54075 w 259279"/>
                  <a:gd name="connsiteY13" fmla="*/ 191504 h 271633"/>
                  <a:gd name="connsiteX14" fmla="*/ 191522 w 259279"/>
                  <a:gd name="connsiteY14" fmla="*/ 217239 h 271633"/>
                  <a:gd name="connsiteX15" fmla="*/ 197428 w 259279"/>
                  <a:gd name="connsiteY15" fmla="*/ 217998 h 271633"/>
                  <a:gd name="connsiteX16" fmla="*/ 197006 w 259279"/>
                  <a:gd name="connsiteY16" fmla="*/ 224326 h 271633"/>
                  <a:gd name="connsiteX17" fmla="*/ 196584 w 259279"/>
                  <a:gd name="connsiteY17" fmla="*/ 224664 h 271633"/>
                  <a:gd name="connsiteX18" fmla="*/ 54075 w 259279"/>
                  <a:gd name="connsiteY18" fmla="*/ 206523 h 271633"/>
                  <a:gd name="connsiteX19" fmla="*/ 64622 w 259279"/>
                  <a:gd name="connsiteY19" fmla="*/ 54395 h 271633"/>
                  <a:gd name="connsiteX20" fmla="*/ 64622 w 259279"/>
                  <a:gd name="connsiteY20" fmla="*/ 54395 h 271633"/>
                  <a:gd name="connsiteX21" fmla="*/ 54750 w 259279"/>
                  <a:gd name="connsiteY21" fmla="*/ 26804 h 271633"/>
                  <a:gd name="connsiteX22" fmla="*/ 78375 w 259279"/>
                  <a:gd name="connsiteY22" fmla="*/ 12714 h 271633"/>
                  <a:gd name="connsiteX23" fmla="*/ 258769 w 259279"/>
                  <a:gd name="connsiteY23" fmla="*/ 78526 h 271633"/>
                  <a:gd name="connsiteX24" fmla="*/ 258938 w 259279"/>
                  <a:gd name="connsiteY24" fmla="*/ 78864 h 271633"/>
                  <a:gd name="connsiteX25" fmla="*/ 256491 w 259279"/>
                  <a:gd name="connsiteY25" fmla="*/ 84770 h 271633"/>
                  <a:gd name="connsiteX26" fmla="*/ 250584 w 259279"/>
                  <a:gd name="connsiteY26" fmla="*/ 82323 h 271633"/>
                  <a:gd name="connsiteX27" fmla="*/ 208144 w 259279"/>
                  <a:gd name="connsiteY27" fmla="*/ 31867 h 271633"/>
                  <a:gd name="connsiteX28" fmla="*/ 31716 w 259279"/>
                  <a:gd name="connsiteY28" fmla="*/ 63339 h 271633"/>
                  <a:gd name="connsiteX29" fmla="*/ 63356 w 259279"/>
                  <a:gd name="connsiteY29" fmla="*/ 239851 h 271633"/>
                  <a:gd name="connsiteX30" fmla="*/ 223078 w 259279"/>
                  <a:gd name="connsiteY30" fmla="*/ 227870 h 271633"/>
                  <a:gd name="connsiteX31" fmla="*/ 239784 w 259279"/>
                  <a:gd name="connsiteY31" fmla="*/ 208379 h 271633"/>
                  <a:gd name="connsiteX32" fmla="*/ 246028 w 259279"/>
                  <a:gd name="connsiteY32" fmla="*/ 207282 h 271633"/>
                  <a:gd name="connsiteX33" fmla="*/ 247125 w 259279"/>
                  <a:gd name="connsiteY33" fmla="*/ 213526 h 271633"/>
                  <a:gd name="connsiteX34" fmla="*/ 193125 w 259279"/>
                  <a:gd name="connsiteY34" fmla="*/ 258920 h 271633"/>
                  <a:gd name="connsiteX35" fmla="*/ 12731 w 259279"/>
                  <a:gd name="connsiteY35" fmla="*/ 193107 h 271633"/>
                  <a:gd name="connsiteX36" fmla="*/ 54750 w 259279"/>
                  <a:gd name="connsiteY36" fmla="*/ 26804 h 271633"/>
                  <a:gd name="connsiteX37" fmla="*/ 54750 w 259279"/>
                  <a:gd name="connsiteY37" fmla="*/ 26804 h 27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59279" h="271633">
                    <a:moveTo>
                      <a:pt x="239784" y="208379"/>
                    </a:move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close/>
                    <a:moveTo>
                      <a:pt x="64622" y="54395"/>
                    </a:moveTo>
                    <a:cubicBezTo>
                      <a:pt x="74916" y="45451"/>
                      <a:pt x="86813" y="38532"/>
                      <a:pt x="99638" y="33976"/>
                    </a:cubicBezTo>
                    <a:cubicBezTo>
                      <a:pt x="155916" y="14232"/>
                      <a:pt x="217509" y="43764"/>
                      <a:pt x="237338" y="100042"/>
                    </a:cubicBezTo>
                    <a:cubicBezTo>
                      <a:pt x="237338" y="100042"/>
                      <a:pt x="237338" y="100126"/>
                      <a:pt x="237338" y="100126"/>
                    </a:cubicBezTo>
                    <a:cubicBezTo>
                      <a:pt x="238097" y="102489"/>
                      <a:pt x="236831" y="105020"/>
                      <a:pt x="234553" y="105864"/>
                    </a:cubicBezTo>
                    <a:cubicBezTo>
                      <a:pt x="232191" y="106623"/>
                      <a:pt x="229659" y="105357"/>
                      <a:pt x="228816" y="102995"/>
                    </a:cubicBezTo>
                    <a:cubicBezTo>
                      <a:pt x="225947" y="94811"/>
                      <a:pt x="221981" y="87048"/>
                      <a:pt x="217088" y="79876"/>
                    </a:cubicBezTo>
                    <a:cubicBezTo>
                      <a:pt x="186206" y="34820"/>
                      <a:pt x="124697" y="23345"/>
                      <a:pt x="79641" y="54142"/>
                    </a:cubicBezTo>
                    <a:cubicBezTo>
                      <a:pt x="34669" y="85023"/>
                      <a:pt x="23194" y="146532"/>
                      <a:pt x="54075" y="191504"/>
                    </a:cubicBezTo>
                    <a:cubicBezTo>
                      <a:pt x="84956" y="236561"/>
                      <a:pt x="146466" y="248036"/>
                      <a:pt x="191522" y="217239"/>
                    </a:cubicBezTo>
                    <a:cubicBezTo>
                      <a:pt x="193378" y="215973"/>
                      <a:pt x="195994" y="216226"/>
                      <a:pt x="197428" y="217998"/>
                    </a:cubicBezTo>
                    <a:cubicBezTo>
                      <a:pt x="199031" y="219854"/>
                      <a:pt x="198863" y="222723"/>
                      <a:pt x="197006" y="224326"/>
                    </a:cubicBezTo>
                    <a:cubicBezTo>
                      <a:pt x="196838" y="224411"/>
                      <a:pt x="196753" y="224579"/>
                      <a:pt x="196584" y="224664"/>
                    </a:cubicBezTo>
                    <a:cubicBezTo>
                      <a:pt x="151444" y="255714"/>
                      <a:pt x="90103" y="247867"/>
                      <a:pt x="54075" y="206523"/>
                    </a:cubicBezTo>
                    <a:cubicBezTo>
                      <a:pt x="15009" y="161720"/>
                      <a:pt x="19734" y="93545"/>
                      <a:pt x="64622" y="54395"/>
                    </a:cubicBezTo>
                    <a:lnTo>
                      <a:pt x="64622" y="54395"/>
                    </a:lnTo>
                    <a:close/>
                    <a:moveTo>
                      <a:pt x="54750" y="26804"/>
                    </a:moveTo>
                    <a:cubicBezTo>
                      <a:pt x="62006" y="21404"/>
                      <a:pt x="69853" y="16679"/>
                      <a:pt x="78375" y="12714"/>
                    </a:cubicBezTo>
                    <a:cubicBezTo>
                      <a:pt x="146297" y="-18927"/>
                      <a:pt x="227128" y="10520"/>
                      <a:pt x="258769" y="78526"/>
                    </a:cubicBezTo>
                    <a:cubicBezTo>
                      <a:pt x="258853" y="78611"/>
                      <a:pt x="258853" y="78779"/>
                      <a:pt x="258938" y="78864"/>
                    </a:cubicBezTo>
                    <a:cubicBezTo>
                      <a:pt x="259866" y="81142"/>
                      <a:pt x="258853" y="83757"/>
                      <a:pt x="256491" y="84770"/>
                    </a:cubicBezTo>
                    <a:cubicBezTo>
                      <a:pt x="254213" y="85698"/>
                      <a:pt x="251597" y="84686"/>
                      <a:pt x="250584" y="82323"/>
                    </a:cubicBezTo>
                    <a:cubicBezTo>
                      <a:pt x="241134" y="62073"/>
                      <a:pt x="226453" y="44607"/>
                      <a:pt x="208144" y="31867"/>
                    </a:cubicBezTo>
                    <a:cubicBezTo>
                      <a:pt x="150769" y="-8211"/>
                      <a:pt x="71709" y="5879"/>
                      <a:pt x="31716" y="63339"/>
                    </a:cubicBezTo>
                    <a:cubicBezTo>
                      <a:pt x="-8278" y="120714"/>
                      <a:pt x="5897" y="199773"/>
                      <a:pt x="63356" y="239851"/>
                    </a:cubicBezTo>
                    <a:cubicBezTo>
                      <a:pt x="113644" y="274867"/>
                      <a:pt x="180384" y="268539"/>
                      <a:pt x="223078" y="227870"/>
                    </a:cubicBezTo>
                    <a:lnTo>
                      <a:pt x="239784" y="208379"/>
                    </a:lnTo>
                    <a:lnTo>
                      <a:pt x="246028" y="207282"/>
                    </a:lnTo>
                    <a:cubicBezTo>
                      <a:pt x="248053" y="208717"/>
                      <a:pt x="248559" y="211501"/>
                      <a:pt x="247125" y="213526"/>
                    </a:cubicBezTo>
                    <a:cubicBezTo>
                      <a:pt x="233456" y="233186"/>
                      <a:pt x="214809" y="248795"/>
                      <a:pt x="193125" y="258920"/>
                    </a:cubicBezTo>
                    <a:cubicBezTo>
                      <a:pt x="125203" y="290561"/>
                      <a:pt x="44372" y="261114"/>
                      <a:pt x="12731" y="193107"/>
                    </a:cubicBezTo>
                    <a:cubicBezTo>
                      <a:pt x="-14944" y="133707"/>
                      <a:pt x="4041" y="64436"/>
                      <a:pt x="54750" y="26804"/>
                    </a:cubicBezTo>
                    <a:lnTo>
                      <a:pt x="54750" y="26804"/>
                    </a:lnTo>
                    <a:close/>
                  </a:path>
                </a:pathLst>
              </a:custGeom>
              <a:solidFill>
                <a:srgbClr val="002060"/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" name="椭圆 17">
              <a:extLst>
                <a:ext uri="{FF2B5EF4-FFF2-40B4-BE49-F238E27FC236}">
                  <a16:creationId xmlns:a16="http://schemas.microsoft.com/office/drawing/2014/main" id="{C787CC7C-9E5F-9ACD-EE46-E85381CC8B35}"/>
                </a:ext>
              </a:extLst>
            </p:cNvPr>
            <p:cNvSpPr/>
            <p:nvPr userDrawn="1"/>
          </p:nvSpPr>
          <p:spPr>
            <a:xfrm>
              <a:off x="1545990" y="1559228"/>
              <a:ext cx="57600" cy="57600"/>
            </a:xfrm>
            <a:prstGeom prst="ellipse">
              <a:avLst/>
            </a:prstGeom>
            <a:gradFill flip="none" rotWithShape="1">
              <a:gsLst>
                <a:gs pos="0">
                  <a:srgbClr val="4472C4">
                    <a:tint val="66000"/>
                    <a:satMod val="160000"/>
                  </a:srgbClr>
                </a:gs>
                <a:gs pos="50000">
                  <a:srgbClr val="4472C4">
                    <a:tint val="44500"/>
                    <a:satMod val="160000"/>
                  </a:srgbClr>
                </a:gs>
                <a:gs pos="100000">
                  <a:srgbClr val="4472C4">
                    <a:tint val="23500"/>
                    <a:satMod val="160000"/>
                  </a:srgbClr>
                </a:gs>
              </a:gsLst>
              <a:lin ang="13500000" scaled="1"/>
              <a:tileRect/>
            </a:gradFill>
            <a:ln w="6350">
              <a:solidFill>
                <a:srgbClr val="002060"/>
              </a:solidFill>
              <a:miter lim="800000"/>
              <a:headEnd/>
              <a:tailEnd/>
            </a:ln>
            <a:effectLst>
              <a:glow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pic>
        <p:nvPicPr>
          <p:cNvPr id="20" name="图片 19">
            <a:extLst>
              <a:ext uri="{FF2B5EF4-FFF2-40B4-BE49-F238E27FC236}">
                <a16:creationId xmlns:a16="http://schemas.microsoft.com/office/drawing/2014/main" id="{D2B45690-74EB-AA2F-98FF-4DA529F758C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6400" y="457200"/>
            <a:ext cx="850170" cy="266318"/>
          </a:xfrm>
          <a:prstGeom prst="rect">
            <a:avLst/>
          </a:prstGeom>
        </p:spPr>
      </p:pic>
      <p:sp>
        <p:nvSpPr>
          <p:cNvPr id="29" name="文本占位符 46">
            <a:extLst>
              <a:ext uri="{FF2B5EF4-FFF2-40B4-BE49-F238E27FC236}">
                <a16:creationId xmlns:a16="http://schemas.microsoft.com/office/drawing/2014/main" id="{338FAD3C-3F8D-C766-A9A5-20CFF0EA437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07988" y="2094585"/>
            <a:ext cx="10805571" cy="3830288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5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6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C7127A1E-3B5E-862B-5DDB-CC080008401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988" y="1501397"/>
            <a:ext cx="10805571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21C6A57F-990C-8894-C76B-E29FC9E249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zh-CN" altLang="en-US" sz="2000" b="1" kern="12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342893592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版_白底2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2">
            <a:extLst>
              <a:ext uri="{FF2B5EF4-FFF2-40B4-BE49-F238E27FC236}">
                <a16:creationId xmlns:a16="http://schemas.microsoft.com/office/drawing/2014/main" id="{DB7F2FE4-A972-4AD9-58DA-C28F63EC14A9}"/>
              </a:ext>
            </a:extLst>
          </p:cNvPr>
          <p:cNvSpPr/>
          <p:nvPr userDrawn="1"/>
        </p:nvSpPr>
        <p:spPr>
          <a:xfrm flipV="1">
            <a:off x="2562499" y="6547630"/>
            <a:ext cx="8851061" cy="14400"/>
          </a:xfrm>
          <a:prstGeom prst="rect">
            <a:avLst/>
          </a:prstGeom>
          <a:solidFill>
            <a:srgbClr val="4D71B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0DA551AB-21E3-79E4-27C2-180E9CD8566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35411" y="6420199"/>
            <a:ext cx="1877675" cy="236618"/>
          </a:xfrm>
          <a:prstGeom prst="rect">
            <a:avLst/>
          </a:prstGeom>
        </p:spPr>
      </p:pic>
      <p:grpSp>
        <p:nvGrpSpPr>
          <p:cNvPr id="28" name="组合 27">
            <a:extLst>
              <a:ext uri="{FF2B5EF4-FFF2-40B4-BE49-F238E27FC236}">
                <a16:creationId xmlns:a16="http://schemas.microsoft.com/office/drawing/2014/main" id="{65097900-22D8-FBD2-234A-DC9FE3ED01D8}"/>
              </a:ext>
            </a:extLst>
          </p:cNvPr>
          <p:cNvGrpSpPr/>
          <p:nvPr userDrawn="1"/>
        </p:nvGrpSpPr>
        <p:grpSpPr>
          <a:xfrm>
            <a:off x="454461" y="549639"/>
            <a:ext cx="270969" cy="271633"/>
            <a:chOff x="1332621" y="1432995"/>
            <a:chExt cx="270969" cy="271633"/>
          </a:xfrm>
        </p:grpSpPr>
        <p:grpSp>
          <p:nvGrpSpPr>
            <p:cNvPr id="25" name="图形 18">
              <a:extLst>
                <a:ext uri="{FF2B5EF4-FFF2-40B4-BE49-F238E27FC236}">
                  <a16:creationId xmlns:a16="http://schemas.microsoft.com/office/drawing/2014/main" id="{A0157363-690C-2ECF-992C-F1E4933B63AB}"/>
                </a:ext>
              </a:extLst>
            </p:cNvPr>
            <p:cNvGrpSpPr/>
            <p:nvPr/>
          </p:nvGrpSpPr>
          <p:grpSpPr>
            <a:xfrm>
              <a:off x="1332621" y="1432995"/>
              <a:ext cx="267005" cy="271633"/>
              <a:chOff x="1332621" y="1432995"/>
              <a:chExt cx="267005" cy="271633"/>
            </a:xfrm>
          </p:grpSpPr>
          <p:sp>
            <p:nvSpPr>
              <p:cNvPr id="26" name="任意多边形: 形状 25">
                <a:extLst>
                  <a:ext uri="{FF2B5EF4-FFF2-40B4-BE49-F238E27FC236}">
                    <a16:creationId xmlns:a16="http://schemas.microsoft.com/office/drawing/2014/main" id="{A6901C47-D108-8F1B-B2CD-F8B52CE049CD}"/>
                  </a:ext>
                </a:extLst>
              </p:cNvPr>
              <p:cNvSpPr/>
              <p:nvPr/>
            </p:nvSpPr>
            <p:spPr>
              <a:xfrm>
                <a:off x="1336722" y="1437656"/>
                <a:ext cx="262904" cy="262734"/>
              </a:xfrm>
              <a:custGeom>
                <a:avLst/>
                <a:gdLst>
                  <a:gd name="connsiteX0" fmla="*/ 63643 w 262904"/>
                  <a:gd name="connsiteY0" fmla="*/ 53531 h 262734"/>
                  <a:gd name="connsiteX1" fmla="*/ 53349 w 262904"/>
                  <a:gd name="connsiteY1" fmla="*/ 199416 h 262734"/>
                  <a:gd name="connsiteX2" fmla="*/ 199233 w 262904"/>
                  <a:gd name="connsiteY2" fmla="*/ 209287 h 262734"/>
                  <a:gd name="connsiteX3" fmla="*/ 209527 w 262904"/>
                  <a:gd name="connsiteY3" fmla="*/ 63403 h 262734"/>
                  <a:gd name="connsiteX4" fmla="*/ 63643 w 262904"/>
                  <a:gd name="connsiteY4" fmla="*/ 53531 h 262734"/>
                  <a:gd name="connsiteX5" fmla="*/ 63643 w 262904"/>
                  <a:gd name="connsiteY5" fmla="*/ 53531 h 262734"/>
                  <a:gd name="connsiteX6" fmla="*/ 45249 w 262904"/>
                  <a:gd name="connsiteY6" fmla="*/ 32437 h 262734"/>
                  <a:gd name="connsiteX7" fmla="*/ 230705 w 262904"/>
                  <a:gd name="connsiteY7" fmla="*/ 44925 h 262734"/>
                  <a:gd name="connsiteX8" fmla="*/ 217627 w 262904"/>
                  <a:gd name="connsiteY8" fmla="*/ 230297 h 262734"/>
                  <a:gd name="connsiteX9" fmla="*/ 32171 w 262904"/>
                  <a:gd name="connsiteY9" fmla="*/ 217809 h 262734"/>
                  <a:gd name="connsiteX10" fmla="*/ 45249 w 262904"/>
                  <a:gd name="connsiteY10" fmla="*/ 32437 h 262734"/>
                  <a:gd name="connsiteX11" fmla="*/ 45249 w 262904"/>
                  <a:gd name="connsiteY11" fmla="*/ 32437 h 26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904" h="262734">
                    <a:moveTo>
                      <a:pt x="63643" y="53531"/>
                    </a:moveTo>
                    <a:cubicBezTo>
                      <a:pt x="20527" y="91078"/>
                      <a:pt x="15886" y="156384"/>
                      <a:pt x="53349" y="199416"/>
                    </a:cubicBezTo>
                    <a:cubicBezTo>
                      <a:pt x="90811" y="242447"/>
                      <a:pt x="156118" y="246834"/>
                      <a:pt x="199233" y="209287"/>
                    </a:cubicBezTo>
                    <a:cubicBezTo>
                      <a:pt x="242349" y="171741"/>
                      <a:pt x="246989" y="106434"/>
                      <a:pt x="209527" y="63403"/>
                    </a:cubicBezTo>
                    <a:cubicBezTo>
                      <a:pt x="172064" y="20372"/>
                      <a:pt x="106758" y="15900"/>
                      <a:pt x="63643" y="53531"/>
                    </a:cubicBezTo>
                    <a:lnTo>
                      <a:pt x="63643" y="53531"/>
                    </a:lnTo>
                    <a:close/>
                    <a:moveTo>
                      <a:pt x="45249" y="32437"/>
                    </a:moveTo>
                    <a:cubicBezTo>
                      <a:pt x="100093" y="-15319"/>
                      <a:pt x="183118" y="-9666"/>
                      <a:pt x="230705" y="44925"/>
                    </a:cubicBezTo>
                    <a:cubicBezTo>
                      <a:pt x="278293" y="99600"/>
                      <a:pt x="272471" y="182541"/>
                      <a:pt x="217627" y="230297"/>
                    </a:cubicBezTo>
                    <a:cubicBezTo>
                      <a:pt x="162783" y="278053"/>
                      <a:pt x="79758" y="272400"/>
                      <a:pt x="32171" y="217809"/>
                    </a:cubicBezTo>
                    <a:cubicBezTo>
                      <a:pt x="-15417" y="163134"/>
                      <a:pt x="-9511" y="80194"/>
                      <a:pt x="45249" y="32437"/>
                    </a:cubicBezTo>
                    <a:lnTo>
                      <a:pt x="45249" y="32437"/>
                    </a:lnTo>
                    <a:close/>
                  </a:path>
                </a:pathLst>
              </a:custGeom>
              <a:solidFill>
                <a:srgbClr val="4472C4">
                  <a:alpha val="15000"/>
                </a:srgbClr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" name="任意多边形: 形状 26">
                <a:extLst>
                  <a:ext uri="{FF2B5EF4-FFF2-40B4-BE49-F238E27FC236}">
                    <a16:creationId xmlns:a16="http://schemas.microsoft.com/office/drawing/2014/main" id="{5B5C7B6F-6518-E201-107C-451F1C6050EF}"/>
                  </a:ext>
                </a:extLst>
              </p:cNvPr>
              <p:cNvSpPr/>
              <p:nvPr/>
            </p:nvSpPr>
            <p:spPr>
              <a:xfrm>
                <a:off x="1332621" y="1432995"/>
                <a:ext cx="259279" cy="271633"/>
              </a:xfrm>
              <a:custGeom>
                <a:avLst/>
                <a:gdLst>
                  <a:gd name="connsiteX0" fmla="*/ 239784 w 259279"/>
                  <a:gd name="connsiteY0" fmla="*/ 208379 h 271633"/>
                  <a:gd name="connsiteX1" fmla="*/ 239784 w 259279"/>
                  <a:gd name="connsiteY1" fmla="*/ 208379 h 271633"/>
                  <a:gd name="connsiteX2" fmla="*/ 239784 w 259279"/>
                  <a:gd name="connsiteY2" fmla="*/ 208379 h 271633"/>
                  <a:gd name="connsiteX3" fmla="*/ 239784 w 259279"/>
                  <a:gd name="connsiteY3" fmla="*/ 208379 h 271633"/>
                  <a:gd name="connsiteX4" fmla="*/ 239784 w 259279"/>
                  <a:gd name="connsiteY4" fmla="*/ 208379 h 271633"/>
                  <a:gd name="connsiteX5" fmla="*/ 64622 w 259279"/>
                  <a:gd name="connsiteY5" fmla="*/ 54395 h 271633"/>
                  <a:gd name="connsiteX6" fmla="*/ 99638 w 259279"/>
                  <a:gd name="connsiteY6" fmla="*/ 33976 h 271633"/>
                  <a:gd name="connsiteX7" fmla="*/ 237338 w 259279"/>
                  <a:gd name="connsiteY7" fmla="*/ 100042 h 271633"/>
                  <a:gd name="connsiteX8" fmla="*/ 237338 w 259279"/>
                  <a:gd name="connsiteY8" fmla="*/ 100126 h 271633"/>
                  <a:gd name="connsiteX9" fmla="*/ 234553 w 259279"/>
                  <a:gd name="connsiteY9" fmla="*/ 105864 h 271633"/>
                  <a:gd name="connsiteX10" fmla="*/ 228816 w 259279"/>
                  <a:gd name="connsiteY10" fmla="*/ 102995 h 271633"/>
                  <a:gd name="connsiteX11" fmla="*/ 217088 w 259279"/>
                  <a:gd name="connsiteY11" fmla="*/ 79876 h 271633"/>
                  <a:gd name="connsiteX12" fmla="*/ 79641 w 259279"/>
                  <a:gd name="connsiteY12" fmla="*/ 54142 h 271633"/>
                  <a:gd name="connsiteX13" fmla="*/ 54075 w 259279"/>
                  <a:gd name="connsiteY13" fmla="*/ 191504 h 271633"/>
                  <a:gd name="connsiteX14" fmla="*/ 191522 w 259279"/>
                  <a:gd name="connsiteY14" fmla="*/ 217239 h 271633"/>
                  <a:gd name="connsiteX15" fmla="*/ 197428 w 259279"/>
                  <a:gd name="connsiteY15" fmla="*/ 217998 h 271633"/>
                  <a:gd name="connsiteX16" fmla="*/ 197006 w 259279"/>
                  <a:gd name="connsiteY16" fmla="*/ 224326 h 271633"/>
                  <a:gd name="connsiteX17" fmla="*/ 196584 w 259279"/>
                  <a:gd name="connsiteY17" fmla="*/ 224664 h 271633"/>
                  <a:gd name="connsiteX18" fmla="*/ 54075 w 259279"/>
                  <a:gd name="connsiteY18" fmla="*/ 206523 h 271633"/>
                  <a:gd name="connsiteX19" fmla="*/ 64622 w 259279"/>
                  <a:gd name="connsiteY19" fmla="*/ 54395 h 271633"/>
                  <a:gd name="connsiteX20" fmla="*/ 64622 w 259279"/>
                  <a:gd name="connsiteY20" fmla="*/ 54395 h 271633"/>
                  <a:gd name="connsiteX21" fmla="*/ 54750 w 259279"/>
                  <a:gd name="connsiteY21" fmla="*/ 26804 h 271633"/>
                  <a:gd name="connsiteX22" fmla="*/ 78375 w 259279"/>
                  <a:gd name="connsiteY22" fmla="*/ 12714 h 271633"/>
                  <a:gd name="connsiteX23" fmla="*/ 258769 w 259279"/>
                  <a:gd name="connsiteY23" fmla="*/ 78526 h 271633"/>
                  <a:gd name="connsiteX24" fmla="*/ 258938 w 259279"/>
                  <a:gd name="connsiteY24" fmla="*/ 78864 h 271633"/>
                  <a:gd name="connsiteX25" fmla="*/ 256491 w 259279"/>
                  <a:gd name="connsiteY25" fmla="*/ 84770 h 271633"/>
                  <a:gd name="connsiteX26" fmla="*/ 250584 w 259279"/>
                  <a:gd name="connsiteY26" fmla="*/ 82323 h 271633"/>
                  <a:gd name="connsiteX27" fmla="*/ 208144 w 259279"/>
                  <a:gd name="connsiteY27" fmla="*/ 31867 h 271633"/>
                  <a:gd name="connsiteX28" fmla="*/ 31716 w 259279"/>
                  <a:gd name="connsiteY28" fmla="*/ 63339 h 271633"/>
                  <a:gd name="connsiteX29" fmla="*/ 63356 w 259279"/>
                  <a:gd name="connsiteY29" fmla="*/ 239851 h 271633"/>
                  <a:gd name="connsiteX30" fmla="*/ 223078 w 259279"/>
                  <a:gd name="connsiteY30" fmla="*/ 227870 h 271633"/>
                  <a:gd name="connsiteX31" fmla="*/ 239784 w 259279"/>
                  <a:gd name="connsiteY31" fmla="*/ 208379 h 271633"/>
                  <a:gd name="connsiteX32" fmla="*/ 246028 w 259279"/>
                  <a:gd name="connsiteY32" fmla="*/ 207282 h 271633"/>
                  <a:gd name="connsiteX33" fmla="*/ 247125 w 259279"/>
                  <a:gd name="connsiteY33" fmla="*/ 213526 h 271633"/>
                  <a:gd name="connsiteX34" fmla="*/ 193125 w 259279"/>
                  <a:gd name="connsiteY34" fmla="*/ 258920 h 271633"/>
                  <a:gd name="connsiteX35" fmla="*/ 12731 w 259279"/>
                  <a:gd name="connsiteY35" fmla="*/ 193107 h 271633"/>
                  <a:gd name="connsiteX36" fmla="*/ 54750 w 259279"/>
                  <a:gd name="connsiteY36" fmla="*/ 26804 h 271633"/>
                  <a:gd name="connsiteX37" fmla="*/ 54750 w 259279"/>
                  <a:gd name="connsiteY37" fmla="*/ 26804 h 27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59279" h="271633">
                    <a:moveTo>
                      <a:pt x="239784" y="208379"/>
                    </a:move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close/>
                    <a:moveTo>
                      <a:pt x="64622" y="54395"/>
                    </a:moveTo>
                    <a:cubicBezTo>
                      <a:pt x="74916" y="45451"/>
                      <a:pt x="86813" y="38532"/>
                      <a:pt x="99638" y="33976"/>
                    </a:cubicBezTo>
                    <a:cubicBezTo>
                      <a:pt x="155916" y="14232"/>
                      <a:pt x="217509" y="43764"/>
                      <a:pt x="237338" y="100042"/>
                    </a:cubicBezTo>
                    <a:cubicBezTo>
                      <a:pt x="237338" y="100042"/>
                      <a:pt x="237338" y="100126"/>
                      <a:pt x="237338" y="100126"/>
                    </a:cubicBezTo>
                    <a:cubicBezTo>
                      <a:pt x="238097" y="102489"/>
                      <a:pt x="236831" y="105020"/>
                      <a:pt x="234553" y="105864"/>
                    </a:cubicBezTo>
                    <a:cubicBezTo>
                      <a:pt x="232191" y="106623"/>
                      <a:pt x="229659" y="105357"/>
                      <a:pt x="228816" y="102995"/>
                    </a:cubicBezTo>
                    <a:cubicBezTo>
                      <a:pt x="225947" y="94811"/>
                      <a:pt x="221981" y="87048"/>
                      <a:pt x="217088" y="79876"/>
                    </a:cubicBezTo>
                    <a:cubicBezTo>
                      <a:pt x="186206" y="34820"/>
                      <a:pt x="124697" y="23345"/>
                      <a:pt x="79641" y="54142"/>
                    </a:cubicBezTo>
                    <a:cubicBezTo>
                      <a:pt x="34669" y="85023"/>
                      <a:pt x="23194" y="146532"/>
                      <a:pt x="54075" y="191504"/>
                    </a:cubicBezTo>
                    <a:cubicBezTo>
                      <a:pt x="84956" y="236561"/>
                      <a:pt x="146466" y="248036"/>
                      <a:pt x="191522" y="217239"/>
                    </a:cubicBezTo>
                    <a:cubicBezTo>
                      <a:pt x="193378" y="215973"/>
                      <a:pt x="195994" y="216226"/>
                      <a:pt x="197428" y="217998"/>
                    </a:cubicBezTo>
                    <a:cubicBezTo>
                      <a:pt x="199031" y="219854"/>
                      <a:pt x="198863" y="222723"/>
                      <a:pt x="197006" y="224326"/>
                    </a:cubicBezTo>
                    <a:cubicBezTo>
                      <a:pt x="196838" y="224411"/>
                      <a:pt x="196753" y="224579"/>
                      <a:pt x="196584" y="224664"/>
                    </a:cubicBezTo>
                    <a:cubicBezTo>
                      <a:pt x="151444" y="255714"/>
                      <a:pt x="90103" y="247867"/>
                      <a:pt x="54075" y="206523"/>
                    </a:cubicBezTo>
                    <a:cubicBezTo>
                      <a:pt x="15009" y="161720"/>
                      <a:pt x="19734" y="93545"/>
                      <a:pt x="64622" y="54395"/>
                    </a:cubicBezTo>
                    <a:lnTo>
                      <a:pt x="64622" y="54395"/>
                    </a:lnTo>
                    <a:close/>
                    <a:moveTo>
                      <a:pt x="54750" y="26804"/>
                    </a:moveTo>
                    <a:cubicBezTo>
                      <a:pt x="62006" y="21404"/>
                      <a:pt x="69853" y="16679"/>
                      <a:pt x="78375" y="12714"/>
                    </a:cubicBezTo>
                    <a:cubicBezTo>
                      <a:pt x="146297" y="-18927"/>
                      <a:pt x="227128" y="10520"/>
                      <a:pt x="258769" y="78526"/>
                    </a:cubicBezTo>
                    <a:cubicBezTo>
                      <a:pt x="258853" y="78611"/>
                      <a:pt x="258853" y="78779"/>
                      <a:pt x="258938" y="78864"/>
                    </a:cubicBezTo>
                    <a:cubicBezTo>
                      <a:pt x="259866" y="81142"/>
                      <a:pt x="258853" y="83757"/>
                      <a:pt x="256491" y="84770"/>
                    </a:cubicBezTo>
                    <a:cubicBezTo>
                      <a:pt x="254213" y="85698"/>
                      <a:pt x="251597" y="84686"/>
                      <a:pt x="250584" y="82323"/>
                    </a:cubicBezTo>
                    <a:cubicBezTo>
                      <a:pt x="241134" y="62073"/>
                      <a:pt x="226453" y="44607"/>
                      <a:pt x="208144" y="31867"/>
                    </a:cubicBezTo>
                    <a:cubicBezTo>
                      <a:pt x="150769" y="-8211"/>
                      <a:pt x="71709" y="5879"/>
                      <a:pt x="31716" y="63339"/>
                    </a:cubicBezTo>
                    <a:cubicBezTo>
                      <a:pt x="-8278" y="120714"/>
                      <a:pt x="5897" y="199773"/>
                      <a:pt x="63356" y="239851"/>
                    </a:cubicBezTo>
                    <a:cubicBezTo>
                      <a:pt x="113644" y="274867"/>
                      <a:pt x="180384" y="268539"/>
                      <a:pt x="223078" y="227870"/>
                    </a:cubicBezTo>
                    <a:lnTo>
                      <a:pt x="239784" y="208379"/>
                    </a:lnTo>
                    <a:lnTo>
                      <a:pt x="246028" y="207282"/>
                    </a:lnTo>
                    <a:cubicBezTo>
                      <a:pt x="248053" y="208717"/>
                      <a:pt x="248559" y="211501"/>
                      <a:pt x="247125" y="213526"/>
                    </a:cubicBezTo>
                    <a:cubicBezTo>
                      <a:pt x="233456" y="233186"/>
                      <a:pt x="214809" y="248795"/>
                      <a:pt x="193125" y="258920"/>
                    </a:cubicBezTo>
                    <a:cubicBezTo>
                      <a:pt x="125203" y="290561"/>
                      <a:pt x="44372" y="261114"/>
                      <a:pt x="12731" y="193107"/>
                    </a:cubicBezTo>
                    <a:cubicBezTo>
                      <a:pt x="-14944" y="133707"/>
                      <a:pt x="4041" y="64436"/>
                      <a:pt x="54750" y="26804"/>
                    </a:cubicBezTo>
                    <a:lnTo>
                      <a:pt x="54750" y="26804"/>
                    </a:lnTo>
                    <a:close/>
                  </a:path>
                </a:pathLst>
              </a:custGeom>
              <a:solidFill>
                <a:srgbClr val="002060"/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" name="椭圆 17">
              <a:extLst>
                <a:ext uri="{FF2B5EF4-FFF2-40B4-BE49-F238E27FC236}">
                  <a16:creationId xmlns:a16="http://schemas.microsoft.com/office/drawing/2014/main" id="{C787CC7C-9E5F-9ACD-EE46-E85381CC8B35}"/>
                </a:ext>
              </a:extLst>
            </p:cNvPr>
            <p:cNvSpPr/>
            <p:nvPr userDrawn="1"/>
          </p:nvSpPr>
          <p:spPr>
            <a:xfrm>
              <a:off x="1545990" y="1559228"/>
              <a:ext cx="57600" cy="57600"/>
            </a:xfrm>
            <a:prstGeom prst="ellipse">
              <a:avLst/>
            </a:prstGeom>
            <a:gradFill flip="none" rotWithShape="1">
              <a:gsLst>
                <a:gs pos="0">
                  <a:srgbClr val="4472C4">
                    <a:tint val="66000"/>
                    <a:satMod val="160000"/>
                  </a:srgbClr>
                </a:gs>
                <a:gs pos="50000">
                  <a:srgbClr val="4472C4">
                    <a:tint val="44500"/>
                    <a:satMod val="160000"/>
                  </a:srgbClr>
                </a:gs>
                <a:gs pos="100000">
                  <a:srgbClr val="4472C4">
                    <a:tint val="23500"/>
                    <a:satMod val="160000"/>
                  </a:srgbClr>
                </a:gs>
              </a:gsLst>
              <a:lin ang="13500000" scaled="1"/>
              <a:tileRect/>
            </a:gradFill>
            <a:ln w="6350">
              <a:solidFill>
                <a:srgbClr val="002060"/>
              </a:solidFill>
              <a:miter lim="800000"/>
              <a:headEnd/>
              <a:tailEnd/>
            </a:ln>
            <a:effectLst>
              <a:glow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pic>
        <p:nvPicPr>
          <p:cNvPr id="20" name="图片 19">
            <a:extLst>
              <a:ext uri="{FF2B5EF4-FFF2-40B4-BE49-F238E27FC236}">
                <a16:creationId xmlns:a16="http://schemas.microsoft.com/office/drawing/2014/main" id="{D2B45690-74EB-AA2F-98FF-4DA529F758C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6400" y="457200"/>
            <a:ext cx="850170" cy="266318"/>
          </a:xfrm>
          <a:prstGeom prst="rect">
            <a:avLst/>
          </a:prstGeom>
        </p:spPr>
      </p:pic>
      <p:sp>
        <p:nvSpPr>
          <p:cNvPr id="4" name="文本占位符 46">
            <a:extLst>
              <a:ext uri="{FF2B5EF4-FFF2-40B4-BE49-F238E27FC236}">
                <a16:creationId xmlns:a16="http://schemas.microsoft.com/office/drawing/2014/main" id="{01DC4BE4-0C3E-479A-5239-1D334080FBF2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07989" y="2094585"/>
            <a:ext cx="5279856" cy="3830288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5" name="文本占位符 3">
            <a:extLst>
              <a:ext uri="{FF2B5EF4-FFF2-40B4-BE49-F238E27FC236}">
                <a16:creationId xmlns:a16="http://schemas.microsoft.com/office/drawing/2014/main" id="{5E2E5719-7DD2-E183-6DF4-DDCA39BA578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989" y="1501397"/>
            <a:ext cx="5279856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9" name="文本占位符 46">
            <a:extLst>
              <a:ext uri="{FF2B5EF4-FFF2-40B4-BE49-F238E27FC236}">
                <a16:creationId xmlns:a16="http://schemas.microsoft.com/office/drawing/2014/main" id="{529C1DC5-8658-8B9C-18D1-E9C35017818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184433" y="2094585"/>
            <a:ext cx="5279856" cy="3830288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11" name="文本占位符 3">
            <a:extLst>
              <a:ext uri="{FF2B5EF4-FFF2-40B4-BE49-F238E27FC236}">
                <a16:creationId xmlns:a16="http://schemas.microsoft.com/office/drawing/2014/main" id="{C5113A90-CA11-1B17-309B-EAE670741E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184433" y="1501397"/>
            <a:ext cx="5279856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7B7654E6-549E-E841-5714-36E97E15C4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zh-CN" altLang="en-US" sz="2000" b="1" kern="12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288064419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版_白底3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2">
            <a:extLst>
              <a:ext uri="{FF2B5EF4-FFF2-40B4-BE49-F238E27FC236}">
                <a16:creationId xmlns:a16="http://schemas.microsoft.com/office/drawing/2014/main" id="{DB7F2FE4-A972-4AD9-58DA-C28F63EC14A9}"/>
              </a:ext>
            </a:extLst>
          </p:cNvPr>
          <p:cNvSpPr/>
          <p:nvPr userDrawn="1"/>
        </p:nvSpPr>
        <p:spPr>
          <a:xfrm flipV="1">
            <a:off x="2562499" y="6547630"/>
            <a:ext cx="8851061" cy="14400"/>
          </a:xfrm>
          <a:prstGeom prst="rect">
            <a:avLst/>
          </a:prstGeom>
          <a:solidFill>
            <a:srgbClr val="4D71B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0DA551AB-21E3-79E4-27C2-180E9CD8566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35411" y="6420199"/>
            <a:ext cx="1877675" cy="236618"/>
          </a:xfrm>
          <a:prstGeom prst="rect">
            <a:avLst/>
          </a:prstGeom>
        </p:spPr>
      </p:pic>
      <p:grpSp>
        <p:nvGrpSpPr>
          <p:cNvPr id="28" name="组合 27">
            <a:extLst>
              <a:ext uri="{FF2B5EF4-FFF2-40B4-BE49-F238E27FC236}">
                <a16:creationId xmlns:a16="http://schemas.microsoft.com/office/drawing/2014/main" id="{65097900-22D8-FBD2-234A-DC9FE3ED01D8}"/>
              </a:ext>
            </a:extLst>
          </p:cNvPr>
          <p:cNvGrpSpPr/>
          <p:nvPr userDrawn="1"/>
        </p:nvGrpSpPr>
        <p:grpSpPr>
          <a:xfrm>
            <a:off x="454461" y="549639"/>
            <a:ext cx="270969" cy="271633"/>
            <a:chOff x="1332621" y="1432995"/>
            <a:chExt cx="270969" cy="271633"/>
          </a:xfrm>
        </p:grpSpPr>
        <p:grpSp>
          <p:nvGrpSpPr>
            <p:cNvPr id="25" name="图形 18">
              <a:extLst>
                <a:ext uri="{FF2B5EF4-FFF2-40B4-BE49-F238E27FC236}">
                  <a16:creationId xmlns:a16="http://schemas.microsoft.com/office/drawing/2014/main" id="{A0157363-690C-2ECF-992C-F1E4933B63AB}"/>
                </a:ext>
              </a:extLst>
            </p:cNvPr>
            <p:cNvGrpSpPr/>
            <p:nvPr/>
          </p:nvGrpSpPr>
          <p:grpSpPr>
            <a:xfrm>
              <a:off x="1332621" y="1432995"/>
              <a:ext cx="267005" cy="271633"/>
              <a:chOff x="1332621" y="1432995"/>
              <a:chExt cx="267005" cy="271633"/>
            </a:xfrm>
          </p:grpSpPr>
          <p:sp>
            <p:nvSpPr>
              <p:cNvPr id="26" name="任意多边形: 形状 25">
                <a:extLst>
                  <a:ext uri="{FF2B5EF4-FFF2-40B4-BE49-F238E27FC236}">
                    <a16:creationId xmlns:a16="http://schemas.microsoft.com/office/drawing/2014/main" id="{A6901C47-D108-8F1B-B2CD-F8B52CE049CD}"/>
                  </a:ext>
                </a:extLst>
              </p:cNvPr>
              <p:cNvSpPr/>
              <p:nvPr/>
            </p:nvSpPr>
            <p:spPr>
              <a:xfrm>
                <a:off x="1336722" y="1437656"/>
                <a:ext cx="262904" cy="262734"/>
              </a:xfrm>
              <a:custGeom>
                <a:avLst/>
                <a:gdLst>
                  <a:gd name="connsiteX0" fmla="*/ 63643 w 262904"/>
                  <a:gd name="connsiteY0" fmla="*/ 53531 h 262734"/>
                  <a:gd name="connsiteX1" fmla="*/ 53349 w 262904"/>
                  <a:gd name="connsiteY1" fmla="*/ 199416 h 262734"/>
                  <a:gd name="connsiteX2" fmla="*/ 199233 w 262904"/>
                  <a:gd name="connsiteY2" fmla="*/ 209287 h 262734"/>
                  <a:gd name="connsiteX3" fmla="*/ 209527 w 262904"/>
                  <a:gd name="connsiteY3" fmla="*/ 63403 h 262734"/>
                  <a:gd name="connsiteX4" fmla="*/ 63643 w 262904"/>
                  <a:gd name="connsiteY4" fmla="*/ 53531 h 262734"/>
                  <a:gd name="connsiteX5" fmla="*/ 63643 w 262904"/>
                  <a:gd name="connsiteY5" fmla="*/ 53531 h 262734"/>
                  <a:gd name="connsiteX6" fmla="*/ 45249 w 262904"/>
                  <a:gd name="connsiteY6" fmla="*/ 32437 h 262734"/>
                  <a:gd name="connsiteX7" fmla="*/ 230705 w 262904"/>
                  <a:gd name="connsiteY7" fmla="*/ 44925 h 262734"/>
                  <a:gd name="connsiteX8" fmla="*/ 217627 w 262904"/>
                  <a:gd name="connsiteY8" fmla="*/ 230297 h 262734"/>
                  <a:gd name="connsiteX9" fmla="*/ 32171 w 262904"/>
                  <a:gd name="connsiteY9" fmla="*/ 217809 h 262734"/>
                  <a:gd name="connsiteX10" fmla="*/ 45249 w 262904"/>
                  <a:gd name="connsiteY10" fmla="*/ 32437 h 262734"/>
                  <a:gd name="connsiteX11" fmla="*/ 45249 w 262904"/>
                  <a:gd name="connsiteY11" fmla="*/ 32437 h 26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904" h="262734">
                    <a:moveTo>
                      <a:pt x="63643" y="53531"/>
                    </a:moveTo>
                    <a:cubicBezTo>
                      <a:pt x="20527" y="91078"/>
                      <a:pt x="15886" y="156384"/>
                      <a:pt x="53349" y="199416"/>
                    </a:cubicBezTo>
                    <a:cubicBezTo>
                      <a:pt x="90811" y="242447"/>
                      <a:pt x="156118" y="246834"/>
                      <a:pt x="199233" y="209287"/>
                    </a:cubicBezTo>
                    <a:cubicBezTo>
                      <a:pt x="242349" y="171741"/>
                      <a:pt x="246989" y="106434"/>
                      <a:pt x="209527" y="63403"/>
                    </a:cubicBezTo>
                    <a:cubicBezTo>
                      <a:pt x="172064" y="20372"/>
                      <a:pt x="106758" y="15900"/>
                      <a:pt x="63643" y="53531"/>
                    </a:cubicBezTo>
                    <a:lnTo>
                      <a:pt x="63643" y="53531"/>
                    </a:lnTo>
                    <a:close/>
                    <a:moveTo>
                      <a:pt x="45249" y="32437"/>
                    </a:moveTo>
                    <a:cubicBezTo>
                      <a:pt x="100093" y="-15319"/>
                      <a:pt x="183118" y="-9666"/>
                      <a:pt x="230705" y="44925"/>
                    </a:cubicBezTo>
                    <a:cubicBezTo>
                      <a:pt x="278293" y="99600"/>
                      <a:pt x="272471" y="182541"/>
                      <a:pt x="217627" y="230297"/>
                    </a:cubicBezTo>
                    <a:cubicBezTo>
                      <a:pt x="162783" y="278053"/>
                      <a:pt x="79758" y="272400"/>
                      <a:pt x="32171" y="217809"/>
                    </a:cubicBezTo>
                    <a:cubicBezTo>
                      <a:pt x="-15417" y="163134"/>
                      <a:pt x="-9511" y="80194"/>
                      <a:pt x="45249" y="32437"/>
                    </a:cubicBezTo>
                    <a:lnTo>
                      <a:pt x="45249" y="32437"/>
                    </a:lnTo>
                    <a:close/>
                  </a:path>
                </a:pathLst>
              </a:custGeom>
              <a:solidFill>
                <a:srgbClr val="4472C4">
                  <a:alpha val="15000"/>
                </a:srgbClr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" name="任意多边形: 形状 26">
                <a:extLst>
                  <a:ext uri="{FF2B5EF4-FFF2-40B4-BE49-F238E27FC236}">
                    <a16:creationId xmlns:a16="http://schemas.microsoft.com/office/drawing/2014/main" id="{5B5C7B6F-6518-E201-107C-451F1C6050EF}"/>
                  </a:ext>
                </a:extLst>
              </p:cNvPr>
              <p:cNvSpPr/>
              <p:nvPr/>
            </p:nvSpPr>
            <p:spPr>
              <a:xfrm>
                <a:off x="1332621" y="1432995"/>
                <a:ext cx="259279" cy="271633"/>
              </a:xfrm>
              <a:custGeom>
                <a:avLst/>
                <a:gdLst>
                  <a:gd name="connsiteX0" fmla="*/ 239784 w 259279"/>
                  <a:gd name="connsiteY0" fmla="*/ 208379 h 271633"/>
                  <a:gd name="connsiteX1" fmla="*/ 239784 w 259279"/>
                  <a:gd name="connsiteY1" fmla="*/ 208379 h 271633"/>
                  <a:gd name="connsiteX2" fmla="*/ 239784 w 259279"/>
                  <a:gd name="connsiteY2" fmla="*/ 208379 h 271633"/>
                  <a:gd name="connsiteX3" fmla="*/ 239784 w 259279"/>
                  <a:gd name="connsiteY3" fmla="*/ 208379 h 271633"/>
                  <a:gd name="connsiteX4" fmla="*/ 239784 w 259279"/>
                  <a:gd name="connsiteY4" fmla="*/ 208379 h 271633"/>
                  <a:gd name="connsiteX5" fmla="*/ 64622 w 259279"/>
                  <a:gd name="connsiteY5" fmla="*/ 54395 h 271633"/>
                  <a:gd name="connsiteX6" fmla="*/ 99638 w 259279"/>
                  <a:gd name="connsiteY6" fmla="*/ 33976 h 271633"/>
                  <a:gd name="connsiteX7" fmla="*/ 237338 w 259279"/>
                  <a:gd name="connsiteY7" fmla="*/ 100042 h 271633"/>
                  <a:gd name="connsiteX8" fmla="*/ 237338 w 259279"/>
                  <a:gd name="connsiteY8" fmla="*/ 100126 h 271633"/>
                  <a:gd name="connsiteX9" fmla="*/ 234553 w 259279"/>
                  <a:gd name="connsiteY9" fmla="*/ 105864 h 271633"/>
                  <a:gd name="connsiteX10" fmla="*/ 228816 w 259279"/>
                  <a:gd name="connsiteY10" fmla="*/ 102995 h 271633"/>
                  <a:gd name="connsiteX11" fmla="*/ 217088 w 259279"/>
                  <a:gd name="connsiteY11" fmla="*/ 79876 h 271633"/>
                  <a:gd name="connsiteX12" fmla="*/ 79641 w 259279"/>
                  <a:gd name="connsiteY12" fmla="*/ 54142 h 271633"/>
                  <a:gd name="connsiteX13" fmla="*/ 54075 w 259279"/>
                  <a:gd name="connsiteY13" fmla="*/ 191504 h 271633"/>
                  <a:gd name="connsiteX14" fmla="*/ 191522 w 259279"/>
                  <a:gd name="connsiteY14" fmla="*/ 217239 h 271633"/>
                  <a:gd name="connsiteX15" fmla="*/ 197428 w 259279"/>
                  <a:gd name="connsiteY15" fmla="*/ 217998 h 271633"/>
                  <a:gd name="connsiteX16" fmla="*/ 197006 w 259279"/>
                  <a:gd name="connsiteY16" fmla="*/ 224326 h 271633"/>
                  <a:gd name="connsiteX17" fmla="*/ 196584 w 259279"/>
                  <a:gd name="connsiteY17" fmla="*/ 224664 h 271633"/>
                  <a:gd name="connsiteX18" fmla="*/ 54075 w 259279"/>
                  <a:gd name="connsiteY18" fmla="*/ 206523 h 271633"/>
                  <a:gd name="connsiteX19" fmla="*/ 64622 w 259279"/>
                  <a:gd name="connsiteY19" fmla="*/ 54395 h 271633"/>
                  <a:gd name="connsiteX20" fmla="*/ 64622 w 259279"/>
                  <a:gd name="connsiteY20" fmla="*/ 54395 h 271633"/>
                  <a:gd name="connsiteX21" fmla="*/ 54750 w 259279"/>
                  <a:gd name="connsiteY21" fmla="*/ 26804 h 271633"/>
                  <a:gd name="connsiteX22" fmla="*/ 78375 w 259279"/>
                  <a:gd name="connsiteY22" fmla="*/ 12714 h 271633"/>
                  <a:gd name="connsiteX23" fmla="*/ 258769 w 259279"/>
                  <a:gd name="connsiteY23" fmla="*/ 78526 h 271633"/>
                  <a:gd name="connsiteX24" fmla="*/ 258938 w 259279"/>
                  <a:gd name="connsiteY24" fmla="*/ 78864 h 271633"/>
                  <a:gd name="connsiteX25" fmla="*/ 256491 w 259279"/>
                  <a:gd name="connsiteY25" fmla="*/ 84770 h 271633"/>
                  <a:gd name="connsiteX26" fmla="*/ 250584 w 259279"/>
                  <a:gd name="connsiteY26" fmla="*/ 82323 h 271633"/>
                  <a:gd name="connsiteX27" fmla="*/ 208144 w 259279"/>
                  <a:gd name="connsiteY27" fmla="*/ 31867 h 271633"/>
                  <a:gd name="connsiteX28" fmla="*/ 31716 w 259279"/>
                  <a:gd name="connsiteY28" fmla="*/ 63339 h 271633"/>
                  <a:gd name="connsiteX29" fmla="*/ 63356 w 259279"/>
                  <a:gd name="connsiteY29" fmla="*/ 239851 h 271633"/>
                  <a:gd name="connsiteX30" fmla="*/ 223078 w 259279"/>
                  <a:gd name="connsiteY30" fmla="*/ 227870 h 271633"/>
                  <a:gd name="connsiteX31" fmla="*/ 239784 w 259279"/>
                  <a:gd name="connsiteY31" fmla="*/ 208379 h 271633"/>
                  <a:gd name="connsiteX32" fmla="*/ 246028 w 259279"/>
                  <a:gd name="connsiteY32" fmla="*/ 207282 h 271633"/>
                  <a:gd name="connsiteX33" fmla="*/ 247125 w 259279"/>
                  <a:gd name="connsiteY33" fmla="*/ 213526 h 271633"/>
                  <a:gd name="connsiteX34" fmla="*/ 193125 w 259279"/>
                  <a:gd name="connsiteY34" fmla="*/ 258920 h 271633"/>
                  <a:gd name="connsiteX35" fmla="*/ 12731 w 259279"/>
                  <a:gd name="connsiteY35" fmla="*/ 193107 h 271633"/>
                  <a:gd name="connsiteX36" fmla="*/ 54750 w 259279"/>
                  <a:gd name="connsiteY36" fmla="*/ 26804 h 271633"/>
                  <a:gd name="connsiteX37" fmla="*/ 54750 w 259279"/>
                  <a:gd name="connsiteY37" fmla="*/ 26804 h 27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59279" h="271633">
                    <a:moveTo>
                      <a:pt x="239784" y="208379"/>
                    </a:move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close/>
                    <a:moveTo>
                      <a:pt x="64622" y="54395"/>
                    </a:moveTo>
                    <a:cubicBezTo>
                      <a:pt x="74916" y="45451"/>
                      <a:pt x="86813" y="38532"/>
                      <a:pt x="99638" y="33976"/>
                    </a:cubicBezTo>
                    <a:cubicBezTo>
                      <a:pt x="155916" y="14232"/>
                      <a:pt x="217509" y="43764"/>
                      <a:pt x="237338" y="100042"/>
                    </a:cubicBezTo>
                    <a:cubicBezTo>
                      <a:pt x="237338" y="100042"/>
                      <a:pt x="237338" y="100126"/>
                      <a:pt x="237338" y="100126"/>
                    </a:cubicBezTo>
                    <a:cubicBezTo>
                      <a:pt x="238097" y="102489"/>
                      <a:pt x="236831" y="105020"/>
                      <a:pt x="234553" y="105864"/>
                    </a:cubicBezTo>
                    <a:cubicBezTo>
                      <a:pt x="232191" y="106623"/>
                      <a:pt x="229659" y="105357"/>
                      <a:pt x="228816" y="102995"/>
                    </a:cubicBezTo>
                    <a:cubicBezTo>
                      <a:pt x="225947" y="94811"/>
                      <a:pt x="221981" y="87048"/>
                      <a:pt x="217088" y="79876"/>
                    </a:cubicBezTo>
                    <a:cubicBezTo>
                      <a:pt x="186206" y="34820"/>
                      <a:pt x="124697" y="23345"/>
                      <a:pt x="79641" y="54142"/>
                    </a:cubicBezTo>
                    <a:cubicBezTo>
                      <a:pt x="34669" y="85023"/>
                      <a:pt x="23194" y="146532"/>
                      <a:pt x="54075" y="191504"/>
                    </a:cubicBezTo>
                    <a:cubicBezTo>
                      <a:pt x="84956" y="236561"/>
                      <a:pt x="146466" y="248036"/>
                      <a:pt x="191522" y="217239"/>
                    </a:cubicBezTo>
                    <a:cubicBezTo>
                      <a:pt x="193378" y="215973"/>
                      <a:pt x="195994" y="216226"/>
                      <a:pt x="197428" y="217998"/>
                    </a:cubicBezTo>
                    <a:cubicBezTo>
                      <a:pt x="199031" y="219854"/>
                      <a:pt x="198863" y="222723"/>
                      <a:pt x="197006" y="224326"/>
                    </a:cubicBezTo>
                    <a:cubicBezTo>
                      <a:pt x="196838" y="224411"/>
                      <a:pt x="196753" y="224579"/>
                      <a:pt x="196584" y="224664"/>
                    </a:cubicBezTo>
                    <a:cubicBezTo>
                      <a:pt x="151444" y="255714"/>
                      <a:pt x="90103" y="247867"/>
                      <a:pt x="54075" y="206523"/>
                    </a:cubicBezTo>
                    <a:cubicBezTo>
                      <a:pt x="15009" y="161720"/>
                      <a:pt x="19734" y="93545"/>
                      <a:pt x="64622" y="54395"/>
                    </a:cubicBezTo>
                    <a:lnTo>
                      <a:pt x="64622" y="54395"/>
                    </a:lnTo>
                    <a:close/>
                    <a:moveTo>
                      <a:pt x="54750" y="26804"/>
                    </a:moveTo>
                    <a:cubicBezTo>
                      <a:pt x="62006" y="21404"/>
                      <a:pt x="69853" y="16679"/>
                      <a:pt x="78375" y="12714"/>
                    </a:cubicBezTo>
                    <a:cubicBezTo>
                      <a:pt x="146297" y="-18927"/>
                      <a:pt x="227128" y="10520"/>
                      <a:pt x="258769" y="78526"/>
                    </a:cubicBezTo>
                    <a:cubicBezTo>
                      <a:pt x="258853" y="78611"/>
                      <a:pt x="258853" y="78779"/>
                      <a:pt x="258938" y="78864"/>
                    </a:cubicBezTo>
                    <a:cubicBezTo>
                      <a:pt x="259866" y="81142"/>
                      <a:pt x="258853" y="83757"/>
                      <a:pt x="256491" y="84770"/>
                    </a:cubicBezTo>
                    <a:cubicBezTo>
                      <a:pt x="254213" y="85698"/>
                      <a:pt x="251597" y="84686"/>
                      <a:pt x="250584" y="82323"/>
                    </a:cubicBezTo>
                    <a:cubicBezTo>
                      <a:pt x="241134" y="62073"/>
                      <a:pt x="226453" y="44607"/>
                      <a:pt x="208144" y="31867"/>
                    </a:cubicBezTo>
                    <a:cubicBezTo>
                      <a:pt x="150769" y="-8211"/>
                      <a:pt x="71709" y="5879"/>
                      <a:pt x="31716" y="63339"/>
                    </a:cubicBezTo>
                    <a:cubicBezTo>
                      <a:pt x="-8278" y="120714"/>
                      <a:pt x="5897" y="199773"/>
                      <a:pt x="63356" y="239851"/>
                    </a:cubicBezTo>
                    <a:cubicBezTo>
                      <a:pt x="113644" y="274867"/>
                      <a:pt x="180384" y="268539"/>
                      <a:pt x="223078" y="227870"/>
                    </a:cubicBezTo>
                    <a:lnTo>
                      <a:pt x="239784" y="208379"/>
                    </a:lnTo>
                    <a:lnTo>
                      <a:pt x="246028" y="207282"/>
                    </a:lnTo>
                    <a:cubicBezTo>
                      <a:pt x="248053" y="208717"/>
                      <a:pt x="248559" y="211501"/>
                      <a:pt x="247125" y="213526"/>
                    </a:cubicBezTo>
                    <a:cubicBezTo>
                      <a:pt x="233456" y="233186"/>
                      <a:pt x="214809" y="248795"/>
                      <a:pt x="193125" y="258920"/>
                    </a:cubicBezTo>
                    <a:cubicBezTo>
                      <a:pt x="125203" y="290561"/>
                      <a:pt x="44372" y="261114"/>
                      <a:pt x="12731" y="193107"/>
                    </a:cubicBezTo>
                    <a:cubicBezTo>
                      <a:pt x="-14944" y="133707"/>
                      <a:pt x="4041" y="64436"/>
                      <a:pt x="54750" y="26804"/>
                    </a:cubicBezTo>
                    <a:lnTo>
                      <a:pt x="54750" y="26804"/>
                    </a:lnTo>
                    <a:close/>
                  </a:path>
                </a:pathLst>
              </a:custGeom>
              <a:solidFill>
                <a:srgbClr val="002060"/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" name="椭圆 17">
              <a:extLst>
                <a:ext uri="{FF2B5EF4-FFF2-40B4-BE49-F238E27FC236}">
                  <a16:creationId xmlns:a16="http://schemas.microsoft.com/office/drawing/2014/main" id="{C787CC7C-9E5F-9ACD-EE46-E85381CC8B35}"/>
                </a:ext>
              </a:extLst>
            </p:cNvPr>
            <p:cNvSpPr/>
            <p:nvPr userDrawn="1"/>
          </p:nvSpPr>
          <p:spPr>
            <a:xfrm>
              <a:off x="1545990" y="1559228"/>
              <a:ext cx="57600" cy="57600"/>
            </a:xfrm>
            <a:prstGeom prst="ellipse">
              <a:avLst/>
            </a:prstGeom>
            <a:gradFill flip="none" rotWithShape="1">
              <a:gsLst>
                <a:gs pos="0">
                  <a:srgbClr val="4472C4">
                    <a:tint val="66000"/>
                    <a:satMod val="160000"/>
                  </a:srgbClr>
                </a:gs>
                <a:gs pos="50000">
                  <a:srgbClr val="4472C4">
                    <a:tint val="44500"/>
                    <a:satMod val="160000"/>
                  </a:srgbClr>
                </a:gs>
                <a:gs pos="100000">
                  <a:srgbClr val="4472C4">
                    <a:tint val="23500"/>
                    <a:satMod val="160000"/>
                  </a:srgbClr>
                </a:gs>
              </a:gsLst>
              <a:lin ang="13500000" scaled="1"/>
              <a:tileRect/>
            </a:gradFill>
            <a:ln w="6350">
              <a:solidFill>
                <a:srgbClr val="002060"/>
              </a:solidFill>
              <a:miter lim="800000"/>
              <a:headEnd/>
              <a:tailEnd/>
            </a:ln>
            <a:effectLst>
              <a:glow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pic>
        <p:nvPicPr>
          <p:cNvPr id="20" name="图片 19">
            <a:extLst>
              <a:ext uri="{FF2B5EF4-FFF2-40B4-BE49-F238E27FC236}">
                <a16:creationId xmlns:a16="http://schemas.microsoft.com/office/drawing/2014/main" id="{D2B45690-74EB-AA2F-98FF-4DA529F758C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6400" y="457200"/>
            <a:ext cx="850170" cy="266318"/>
          </a:xfrm>
          <a:prstGeom prst="rect">
            <a:avLst/>
          </a:prstGeom>
        </p:spPr>
      </p:pic>
      <p:sp>
        <p:nvSpPr>
          <p:cNvPr id="11" name="文本占位符 46">
            <a:extLst>
              <a:ext uri="{FF2B5EF4-FFF2-40B4-BE49-F238E27FC236}">
                <a16:creationId xmlns:a16="http://schemas.microsoft.com/office/drawing/2014/main" id="{9C78D2C5-AD95-EE0A-EEE0-F0D92274C83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07990" y="2094585"/>
            <a:ext cx="3554792" cy="3830288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12" name="文本占位符 3">
            <a:extLst>
              <a:ext uri="{FF2B5EF4-FFF2-40B4-BE49-F238E27FC236}">
                <a16:creationId xmlns:a16="http://schemas.microsoft.com/office/drawing/2014/main" id="{5C337A03-AD30-95FF-5A3A-379069D426A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990" y="1501397"/>
            <a:ext cx="3554792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15" name="文本占位符 46">
            <a:extLst>
              <a:ext uri="{FF2B5EF4-FFF2-40B4-BE49-F238E27FC236}">
                <a16:creationId xmlns:a16="http://schemas.microsoft.com/office/drawing/2014/main" id="{12E9A013-9B6B-05D2-D6FA-EC26A58608A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257920" y="2094585"/>
            <a:ext cx="3554792" cy="3830288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16" name="文本占位符 3">
            <a:extLst>
              <a:ext uri="{FF2B5EF4-FFF2-40B4-BE49-F238E27FC236}">
                <a16:creationId xmlns:a16="http://schemas.microsoft.com/office/drawing/2014/main" id="{495E40CD-28E7-B84A-7862-7515CC24D97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257920" y="1501397"/>
            <a:ext cx="3554792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17" name="文本占位符 46">
            <a:extLst>
              <a:ext uri="{FF2B5EF4-FFF2-40B4-BE49-F238E27FC236}">
                <a16:creationId xmlns:a16="http://schemas.microsoft.com/office/drawing/2014/main" id="{DFFC8FC2-FFC5-8811-CCFA-996600EDD4E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911779" y="2087942"/>
            <a:ext cx="3554792" cy="3830288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19" name="文本占位符 3">
            <a:extLst>
              <a:ext uri="{FF2B5EF4-FFF2-40B4-BE49-F238E27FC236}">
                <a16:creationId xmlns:a16="http://schemas.microsoft.com/office/drawing/2014/main" id="{681C4407-6768-B8B0-5088-C9DFE55250B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911779" y="1494754"/>
            <a:ext cx="3554792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17E544F2-402C-D5CC-283A-9799A69E5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zh-CN" altLang="en-US" sz="2000" b="1" kern="12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239985261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版_白底4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组合 27">
            <a:extLst>
              <a:ext uri="{FF2B5EF4-FFF2-40B4-BE49-F238E27FC236}">
                <a16:creationId xmlns:a16="http://schemas.microsoft.com/office/drawing/2014/main" id="{65097900-22D8-FBD2-234A-DC9FE3ED01D8}"/>
              </a:ext>
            </a:extLst>
          </p:cNvPr>
          <p:cNvGrpSpPr/>
          <p:nvPr userDrawn="1"/>
        </p:nvGrpSpPr>
        <p:grpSpPr>
          <a:xfrm>
            <a:off x="454461" y="549639"/>
            <a:ext cx="270969" cy="271633"/>
            <a:chOff x="1332621" y="1432995"/>
            <a:chExt cx="270969" cy="271633"/>
          </a:xfrm>
        </p:grpSpPr>
        <p:grpSp>
          <p:nvGrpSpPr>
            <p:cNvPr id="25" name="图形 18">
              <a:extLst>
                <a:ext uri="{FF2B5EF4-FFF2-40B4-BE49-F238E27FC236}">
                  <a16:creationId xmlns:a16="http://schemas.microsoft.com/office/drawing/2014/main" id="{A0157363-690C-2ECF-992C-F1E4933B63AB}"/>
                </a:ext>
              </a:extLst>
            </p:cNvPr>
            <p:cNvGrpSpPr/>
            <p:nvPr/>
          </p:nvGrpSpPr>
          <p:grpSpPr>
            <a:xfrm>
              <a:off x="1332621" y="1432995"/>
              <a:ext cx="267005" cy="271633"/>
              <a:chOff x="1332621" y="1432995"/>
              <a:chExt cx="267005" cy="271633"/>
            </a:xfrm>
          </p:grpSpPr>
          <p:sp>
            <p:nvSpPr>
              <p:cNvPr id="26" name="任意多边形: 形状 25">
                <a:extLst>
                  <a:ext uri="{FF2B5EF4-FFF2-40B4-BE49-F238E27FC236}">
                    <a16:creationId xmlns:a16="http://schemas.microsoft.com/office/drawing/2014/main" id="{A6901C47-D108-8F1B-B2CD-F8B52CE049CD}"/>
                  </a:ext>
                </a:extLst>
              </p:cNvPr>
              <p:cNvSpPr/>
              <p:nvPr/>
            </p:nvSpPr>
            <p:spPr>
              <a:xfrm>
                <a:off x="1336722" y="1437656"/>
                <a:ext cx="262904" cy="262734"/>
              </a:xfrm>
              <a:custGeom>
                <a:avLst/>
                <a:gdLst>
                  <a:gd name="connsiteX0" fmla="*/ 63643 w 262904"/>
                  <a:gd name="connsiteY0" fmla="*/ 53531 h 262734"/>
                  <a:gd name="connsiteX1" fmla="*/ 53349 w 262904"/>
                  <a:gd name="connsiteY1" fmla="*/ 199416 h 262734"/>
                  <a:gd name="connsiteX2" fmla="*/ 199233 w 262904"/>
                  <a:gd name="connsiteY2" fmla="*/ 209287 h 262734"/>
                  <a:gd name="connsiteX3" fmla="*/ 209527 w 262904"/>
                  <a:gd name="connsiteY3" fmla="*/ 63403 h 262734"/>
                  <a:gd name="connsiteX4" fmla="*/ 63643 w 262904"/>
                  <a:gd name="connsiteY4" fmla="*/ 53531 h 262734"/>
                  <a:gd name="connsiteX5" fmla="*/ 63643 w 262904"/>
                  <a:gd name="connsiteY5" fmla="*/ 53531 h 262734"/>
                  <a:gd name="connsiteX6" fmla="*/ 45249 w 262904"/>
                  <a:gd name="connsiteY6" fmla="*/ 32437 h 262734"/>
                  <a:gd name="connsiteX7" fmla="*/ 230705 w 262904"/>
                  <a:gd name="connsiteY7" fmla="*/ 44925 h 262734"/>
                  <a:gd name="connsiteX8" fmla="*/ 217627 w 262904"/>
                  <a:gd name="connsiteY8" fmla="*/ 230297 h 262734"/>
                  <a:gd name="connsiteX9" fmla="*/ 32171 w 262904"/>
                  <a:gd name="connsiteY9" fmla="*/ 217809 h 262734"/>
                  <a:gd name="connsiteX10" fmla="*/ 45249 w 262904"/>
                  <a:gd name="connsiteY10" fmla="*/ 32437 h 262734"/>
                  <a:gd name="connsiteX11" fmla="*/ 45249 w 262904"/>
                  <a:gd name="connsiteY11" fmla="*/ 32437 h 26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904" h="262734">
                    <a:moveTo>
                      <a:pt x="63643" y="53531"/>
                    </a:moveTo>
                    <a:cubicBezTo>
                      <a:pt x="20527" y="91078"/>
                      <a:pt x="15886" y="156384"/>
                      <a:pt x="53349" y="199416"/>
                    </a:cubicBezTo>
                    <a:cubicBezTo>
                      <a:pt x="90811" y="242447"/>
                      <a:pt x="156118" y="246834"/>
                      <a:pt x="199233" y="209287"/>
                    </a:cubicBezTo>
                    <a:cubicBezTo>
                      <a:pt x="242349" y="171741"/>
                      <a:pt x="246989" y="106434"/>
                      <a:pt x="209527" y="63403"/>
                    </a:cubicBezTo>
                    <a:cubicBezTo>
                      <a:pt x="172064" y="20372"/>
                      <a:pt x="106758" y="15900"/>
                      <a:pt x="63643" y="53531"/>
                    </a:cubicBezTo>
                    <a:lnTo>
                      <a:pt x="63643" y="53531"/>
                    </a:lnTo>
                    <a:close/>
                    <a:moveTo>
                      <a:pt x="45249" y="32437"/>
                    </a:moveTo>
                    <a:cubicBezTo>
                      <a:pt x="100093" y="-15319"/>
                      <a:pt x="183118" y="-9666"/>
                      <a:pt x="230705" y="44925"/>
                    </a:cubicBezTo>
                    <a:cubicBezTo>
                      <a:pt x="278293" y="99600"/>
                      <a:pt x="272471" y="182541"/>
                      <a:pt x="217627" y="230297"/>
                    </a:cubicBezTo>
                    <a:cubicBezTo>
                      <a:pt x="162783" y="278053"/>
                      <a:pt x="79758" y="272400"/>
                      <a:pt x="32171" y="217809"/>
                    </a:cubicBezTo>
                    <a:cubicBezTo>
                      <a:pt x="-15417" y="163134"/>
                      <a:pt x="-9511" y="80194"/>
                      <a:pt x="45249" y="32437"/>
                    </a:cubicBezTo>
                    <a:lnTo>
                      <a:pt x="45249" y="32437"/>
                    </a:lnTo>
                    <a:close/>
                  </a:path>
                </a:pathLst>
              </a:custGeom>
              <a:solidFill>
                <a:srgbClr val="4472C4">
                  <a:alpha val="15000"/>
                </a:srgbClr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" name="任意多边形: 形状 26">
                <a:extLst>
                  <a:ext uri="{FF2B5EF4-FFF2-40B4-BE49-F238E27FC236}">
                    <a16:creationId xmlns:a16="http://schemas.microsoft.com/office/drawing/2014/main" id="{5B5C7B6F-6518-E201-107C-451F1C6050EF}"/>
                  </a:ext>
                </a:extLst>
              </p:cNvPr>
              <p:cNvSpPr/>
              <p:nvPr/>
            </p:nvSpPr>
            <p:spPr>
              <a:xfrm>
                <a:off x="1332621" y="1432995"/>
                <a:ext cx="259279" cy="271633"/>
              </a:xfrm>
              <a:custGeom>
                <a:avLst/>
                <a:gdLst>
                  <a:gd name="connsiteX0" fmla="*/ 239784 w 259279"/>
                  <a:gd name="connsiteY0" fmla="*/ 208379 h 271633"/>
                  <a:gd name="connsiteX1" fmla="*/ 239784 w 259279"/>
                  <a:gd name="connsiteY1" fmla="*/ 208379 h 271633"/>
                  <a:gd name="connsiteX2" fmla="*/ 239784 w 259279"/>
                  <a:gd name="connsiteY2" fmla="*/ 208379 h 271633"/>
                  <a:gd name="connsiteX3" fmla="*/ 239784 w 259279"/>
                  <a:gd name="connsiteY3" fmla="*/ 208379 h 271633"/>
                  <a:gd name="connsiteX4" fmla="*/ 239784 w 259279"/>
                  <a:gd name="connsiteY4" fmla="*/ 208379 h 271633"/>
                  <a:gd name="connsiteX5" fmla="*/ 64622 w 259279"/>
                  <a:gd name="connsiteY5" fmla="*/ 54395 h 271633"/>
                  <a:gd name="connsiteX6" fmla="*/ 99638 w 259279"/>
                  <a:gd name="connsiteY6" fmla="*/ 33976 h 271633"/>
                  <a:gd name="connsiteX7" fmla="*/ 237338 w 259279"/>
                  <a:gd name="connsiteY7" fmla="*/ 100042 h 271633"/>
                  <a:gd name="connsiteX8" fmla="*/ 237338 w 259279"/>
                  <a:gd name="connsiteY8" fmla="*/ 100126 h 271633"/>
                  <a:gd name="connsiteX9" fmla="*/ 234553 w 259279"/>
                  <a:gd name="connsiteY9" fmla="*/ 105864 h 271633"/>
                  <a:gd name="connsiteX10" fmla="*/ 228816 w 259279"/>
                  <a:gd name="connsiteY10" fmla="*/ 102995 h 271633"/>
                  <a:gd name="connsiteX11" fmla="*/ 217088 w 259279"/>
                  <a:gd name="connsiteY11" fmla="*/ 79876 h 271633"/>
                  <a:gd name="connsiteX12" fmla="*/ 79641 w 259279"/>
                  <a:gd name="connsiteY12" fmla="*/ 54142 h 271633"/>
                  <a:gd name="connsiteX13" fmla="*/ 54075 w 259279"/>
                  <a:gd name="connsiteY13" fmla="*/ 191504 h 271633"/>
                  <a:gd name="connsiteX14" fmla="*/ 191522 w 259279"/>
                  <a:gd name="connsiteY14" fmla="*/ 217239 h 271633"/>
                  <a:gd name="connsiteX15" fmla="*/ 197428 w 259279"/>
                  <a:gd name="connsiteY15" fmla="*/ 217998 h 271633"/>
                  <a:gd name="connsiteX16" fmla="*/ 197006 w 259279"/>
                  <a:gd name="connsiteY16" fmla="*/ 224326 h 271633"/>
                  <a:gd name="connsiteX17" fmla="*/ 196584 w 259279"/>
                  <a:gd name="connsiteY17" fmla="*/ 224664 h 271633"/>
                  <a:gd name="connsiteX18" fmla="*/ 54075 w 259279"/>
                  <a:gd name="connsiteY18" fmla="*/ 206523 h 271633"/>
                  <a:gd name="connsiteX19" fmla="*/ 64622 w 259279"/>
                  <a:gd name="connsiteY19" fmla="*/ 54395 h 271633"/>
                  <a:gd name="connsiteX20" fmla="*/ 64622 w 259279"/>
                  <a:gd name="connsiteY20" fmla="*/ 54395 h 271633"/>
                  <a:gd name="connsiteX21" fmla="*/ 54750 w 259279"/>
                  <a:gd name="connsiteY21" fmla="*/ 26804 h 271633"/>
                  <a:gd name="connsiteX22" fmla="*/ 78375 w 259279"/>
                  <a:gd name="connsiteY22" fmla="*/ 12714 h 271633"/>
                  <a:gd name="connsiteX23" fmla="*/ 258769 w 259279"/>
                  <a:gd name="connsiteY23" fmla="*/ 78526 h 271633"/>
                  <a:gd name="connsiteX24" fmla="*/ 258938 w 259279"/>
                  <a:gd name="connsiteY24" fmla="*/ 78864 h 271633"/>
                  <a:gd name="connsiteX25" fmla="*/ 256491 w 259279"/>
                  <a:gd name="connsiteY25" fmla="*/ 84770 h 271633"/>
                  <a:gd name="connsiteX26" fmla="*/ 250584 w 259279"/>
                  <a:gd name="connsiteY26" fmla="*/ 82323 h 271633"/>
                  <a:gd name="connsiteX27" fmla="*/ 208144 w 259279"/>
                  <a:gd name="connsiteY27" fmla="*/ 31867 h 271633"/>
                  <a:gd name="connsiteX28" fmla="*/ 31716 w 259279"/>
                  <a:gd name="connsiteY28" fmla="*/ 63339 h 271633"/>
                  <a:gd name="connsiteX29" fmla="*/ 63356 w 259279"/>
                  <a:gd name="connsiteY29" fmla="*/ 239851 h 271633"/>
                  <a:gd name="connsiteX30" fmla="*/ 223078 w 259279"/>
                  <a:gd name="connsiteY30" fmla="*/ 227870 h 271633"/>
                  <a:gd name="connsiteX31" fmla="*/ 239784 w 259279"/>
                  <a:gd name="connsiteY31" fmla="*/ 208379 h 271633"/>
                  <a:gd name="connsiteX32" fmla="*/ 246028 w 259279"/>
                  <a:gd name="connsiteY32" fmla="*/ 207282 h 271633"/>
                  <a:gd name="connsiteX33" fmla="*/ 247125 w 259279"/>
                  <a:gd name="connsiteY33" fmla="*/ 213526 h 271633"/>
                  <a:gd name="connsiteX34" fmla="*/ 193125 w 259279"/>
                  <a:gd name="connsiteY34" fmla="*/ 258920 h 271633"/>
                  <a:gd name="connsiteX35" fmla="*/ 12731 w 259279"/>
                  <a:gd name="connsiteY35" fmla="*/ 193107 h 271633"/>
                  <a:gd name="connsiteX36" fmla="*/ 54750 w 259279"/>
                  <a:gd name="connsiteY36" fmla="*/ 26804 h 271633"/>
                  <a:gd name="connsiteX37" fmla="*/ 54750 w 259279"/>
                  <a:gd name="connsiteY37" fmla="*/ 26804 h 27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59279" h="271633">
                    <a:moveTo>
                      <a:pt x="239784" y="208379"/>
                    </a:move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close/>
                    <a:moveTo>
                      <a:pt x="64622" y="54395"/>
                    </a:moveTo>
                    <a:cubicBezTo>
                      <a:pt x="74916" y="45451"/>
                      <a:pt x="86813" y="38532"/>
                      <a:pt x="99638" y="33976"/>
                    </a:cubicBezTo>
                    <a:cubicBezTo>
                      <a:pt x="155916" y="14232"/>
                      <a:pt x="217509" y="43764"/>
                      <a:pt x="237338" y="100042"/>
                    </a:cubicBezTo>
                    <a:cubicBezTo>
                      <a:pt x="237338" y="100042"/>
                      <a:pt x="237338" y="100126"/>
                      <a:pt x="237338" y="100126"/>
                    </a:cubicBezTo>
                    <a:cubicBezTo>
                      <a:pt x="238097" y="102489"/>
                      <a:pt x="236831" y="105020"/>
                      <a:pt x="234553" y="105864"/>
                    </a:cubicBezTo>
                    <a:cubicBezTo>
                      <a:pt x="232191" y="106623"/>
                      <a:pt x="229659" y="105357"/>
                      <a:pt x="228816" y="102995"/>
                    </a:cubicBezTo>
                    <a:cubicBezTo>
                      <a:pt x="225947" y="94811"/>
                      <a:pt x="221981" y="87048"/>
                      <a:pt x="217088" y="79876"/>
                    </a:cubicBezTo>
                    <a:cubicBezTo>
                      <a:pt x="186206" y="34820"/>
                      <a:pt x="124697" y="23345"/>
                      <a:pt x="79641" y="54142"/>
                    </a:cubicBezTo>
                    <a:cubicBezTo>
                      <a:pt x="34669" y="85023"/>
                      <a:pt x="23194" y="146532"/>
                      <a:pt x="54075" y="191504"/>
                    </a:cubicBezTo>
                    <a:cubicBezTo>
                      <a:pt x="84956" y="236561"/>
                      <a:pt x="146466" y="248036"/>
                      <a:pt x="191522" y="217239"/>
                    </a:cubicBezTo>
                    <a:cubicBezTo>
                      <a:pt x="193378" y="215973"/>
                      <a:pt x="195994" y="216226"/>
                      <a:pt x="197428" y="217998"/>
                    </a:cubicBezTo>
                    <a:cubicBezTo>
                      <a:pt x="199031" y="219854"/>
                      <a:pt x="198863" y="222723"/>
                      <a:pt x="197006" y="224326"/>
                    </a:cubicBezTo>
                    <a:cubicBezTo>
                      <a:pt x="196838" y="224411"/>
                      <a:pt x="196753" y="224579"/>
                      <a:pt x="196584" y="224664"/>
                    </a:cubicBezTo>
                    <a:cubicBezTo>
                      <a:pt x="151444" y="255714"/>
                      <a:pt x="90103" y="247867"/>
                      <a:pt x="54075" y="206523"/>
                    </a:cubicBezTo>
                    <a:cubicBezTo>
                      <a:pt x="15009" y="161720"/>
                      <a:pt x="19734" y="93545"/>
                      <a:pt x="64622" y="54395"/>
                    </a:cubicBezTo>
                    <a:lnTo>
                      <a:pt x="64622" y="54395"/>
                    </a:lnTo>
                    <a:close/>
                    <a:moveTo>
                      <a:pt x="54750" y="26804"/>
                    </a:moveTo>
                    <a:cubicBezTo>
                      <a:pt x="62006" y="21404"/>
                      <a:pt x="69853" y="16679"/>
                      <a:pt x="78375" y="12714"/>
                    </a:cubicBezTo>
                    <a:cubicBezTo>
                      <a:pt x="146297" y="-18927"/>
                      <a:pt x="227128" y="10520"/>
                      <a:pt x="258769" y="78526"/>
                    </a:cubicBezTo>
                    <a:cubicBezTo>
                      <a:pt x="258853" y="78611"/>
                      <a:pt x="258853" y="78779"/>
                      <a:pt x="258938" y="78864"/>
                    </a:cubicBezTo>
                    <a:cubicBezTo>
                      <a:pt x="259866" y="81142"/>
                      <a:pt x="258853" y="83757"/>
                      <a:pt x="256491" y="84770"/>
                    </a:cubicBezTo>
                    <a:cubicBezTo>
                      <a:pt x="254213" y="85698"/>
                      <a:pt x="251597" y="84686"/>
                      <a:pt x="250584" y="82323"/>
                    </a:cubicBezTo>
                    <a:cubicBezTo>
                      <a:pt x="241134" y="62073"/>
                      <a:pt x="226453" y="44607"/>
                      <a:pt x="208144" y="31867"/>
                    </a:cubicBezTo>
                    <a:cubicBezTo>
                      <a:pt x="150769" y="-8211"/>
                      <a:pt x="71709" y="5879"/>
                      <a:pt x="31716" y="63339"/>
                    </a:cubicBezTo>
                    <a:cubicBezTo>
                      <a:pt x="-8278" y="120714"/>
                      <a:pt x="5897" y="199773"/>
                      <a:pt x="63356" y="239851"/>
                    </a:cubicBezTo>
                    <a:cubicBezTo>
                      <a:pt x="113644" y="274867"/>
                      <a:pt x="180384" y="268539"/>
                      <a:pt x="223078" y="227870"/>
                    </a:cubicBezTo>
                    <a:lnTo>
                      <a:pt x="239784" y="208379"/>
                    </a:lnTo>
                    <a:lnTo>
                      <a:pt x="246028" y="207282"/>
                    </a:lnTo>
                    <a:cubicBezTo>
                      <a:pt x="248053" y="208717"/>
                      <a:pt x="248559" y="211501"/>
                      <a:pt x="247125" y="213526"/>
                    </a:cubicBezTo>
                    <a:cubicBezTo>
                      <a:pt x="233456" y="233186"/>
                      <a:pt x="214809" y="248795"/>
                      <a:pt x="193125" y="258920"/>
                    </a:cubicBezTo>
                    <a:cubicBezTo>
                      <a:pt x="125203" y="290561"/>
                      <a:pt x="44372" y="261114"/>
                      <a:pt x="12731" y="193107"/>
                    </a:cubicBezTo>
                    <a:cubicBezTo>
                      <a:pt x="-14944" y="133707"/>
                      <a:pt x="4041" y="64436"/>
                      <a:pt x="54750" y="26804"/>
                    </a:cubicBezTo>
                    <a:lnTo>
                      <a:pt x="54750" y="26804"/>
                    </a:lnTo>
                    <a:close/>
                  </a:path>
                </a:pathLst>
              </a:custGeom>
              <a:solidFill>
                <a:srgbClr val="002060"/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" name="椭圆 17">
              <a:extLst>
                <a:ext uri="{FF2B5EF4-FFF2-40B4-BE49-F238E27FC236}">
                  <a16:creationId xmlns:a16="http://schemas.microsoft.com/office/drawing/2014/main" id="{C787CC7C-9E5F-9ACD-EE46-E85381CC8B35}"/>
                </a:ext>
              </a:extLst>
            </p:cNvPr>
            <p:cNvSpPr/>
            <p:nvPr userDrawn="1"/>
          </p:nvSpPr>
          <p:spPr>
            <a:xfrm>
              <a:off x="1545990" y="1559228"/>
              <a:ext cx="57600" cy="57600"/>
            </a:xfrm>
            <a:prstGeom prst="ellipse">
              <a:avLst/>
            </a:prstGeom>
            <a:gradFill flip="none" rotWithShape="1">
              <a:gsLst>
                <a:gs pos="0">
                  <a:srgbClr val="4472C4">
                    <a:tint val="66000"/>
                    <a:satMod val="160000"/>
                  </a:srgbClr>
                </a:gs>
                <a:gs pos="50000">
                  <a:srgbClr val="4472C4">
                    <a:tint val="44500"/>
                    <a:satMod val="160000"/>
                  </a:srgbClr>
                </a:gs>
                <a:gs pos="100000">
                  <a:srgbClr val="4472C4">
                    <a:tint val="23500"/>
                    <a:satMod val="160000"/>
                  </a:srgbClr>
                </a:gs>
              </a:gsLst>
              <a:lin ang="13500000" scaled="1"/>
              <a:tileRect/>
            </a:gradFill>
            <a:ln w="6350">
              <a:solidFill>
                <a:srgbClr val="002060"/>
              </a:solidFill>
              <a:miter lim="800000"/>
              <a:headEnd/>
              <a:tailEnd/>
            </a:ln>
            <a:effectLst>
              <a:glow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pic>
        <p:nvPicPr>
          <p:cNvPr id="20" name="图片 19">
            <a:extLst>
              <a:ext uri="{FF2B5EF4-FFF2-40B4-BE49-F238E27FC236}">
                <a16:creationId xmlns:a16="http://schemas.microsoft.com/office/drawing/2014/main" id="{D2B45690-74EB-AA2F-98FF-4DA529F758C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6400" y="457200"/>
            <a:ext cx="850170" cy="266318"/>
          </a:xfrm>
          <a:prstGeom prst="rect">
            <a:avLst/>
          </a:prstGeom>
        </p:spPr>
      </p:pic>
      <p:sp>
        <p:nvSpPr>
          <p:cNvPr id="6" name="文本占位符 46">
            <a:extLst>
              <a:ext uri="{FF2B5EF4-FFF2-40B4-BE49-F238E27FC236}">
                <a16:creationId xmlns:a16="http://schemas.microsoft.com/office/drawing/2014/main" id="{68F17A9B-8EB7-95AD-AEED-B8BC2F36CF65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07989" y="1771862"/>
            <a:ext cx="5279856" cy="1741435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7" name="文本占位符 3">
            <a:extLst>
              <a:ext uri="{FF2B5EF4-FFF2-40B4-BE49-F238E27FC236}">
                <a16:creationId xmlns:a16="http://schemas.microsoft.com/office/drawing/2014/main" id="{F55D7D57-98AC-DA38-C555-6C8A2EE07E2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989" y="1178674"/>
            <a:ext cx="5279856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9" name="文本占位符 46">
            <a:extLst>
              <a:ext uri="{FF2B5EF4-FFF2-40B4-BE49-F238E27FC236}">
                <a16:creationId xmlns:a16="http://schemas.microsoft.com/office/drawing/2014/main" id="{2AAD9931-EC55-535F-64D8-7935144852D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184433" y="1771862"/>
            <a:ext cx="5279856" cy="1741435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11" name="文本占位符 3">
            <a:extLst>
              <a:ext uri="{FF2B5EF4-FFF2-40B4-BE49-F238E27FC236}">
                <a16:creationId xmlns:a16="http://schemas.microsoft.com/office/drawing/2014/main" id="{254C591D-4AB2-D3D9-4195-A1BB257825D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184433" y="1178674"/>
            <a:ext cx="5279856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12" name="文本占位符 46">
            <a:extLst>
              <a:ext uri="{FF2B5EF4-FFF2-40B4-BE49-F238E27FC236}">
                <a16:creationId xmlns:a16="http://schemas.microsoft.com/office/drawing/2014/main" id="{487E191F-DEC3-2D0F-DF0E-BFCD61C3142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7989" y="4440693"/>
            <a:ext cx="5279856" cy="1741435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13" name="文本占位符 3">
            <a:extLst>
              <a:ext uri="{FF2B5EF4-FFF2-40B4-BE49-F238E27FC236}">
                <a16:creationId xmlns:a16="http://schemas.microsoft.com/office/drawing/2014/main" id="{51C212BC-CE1C-E6DD-D0AD-D05BA82146B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7989" y="3847505"/>
            <a:ext cx="5279856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14" name="文本占位符 46">
            <a:extLst>
              <a:ext uri="{FF2B5EF4-FFF2-40B4-BE49-F238E27FC236}">
                <a16:creationId xmlns:a16="http://schemas.microsoft.com/office/drawing/2014/main" id="{97911371-E9AE-B725-8D8F-DDCE827CE48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184433" y="4440693"/>
            <a:ext cx="5279856" cy="1741435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15" name="文本占位符 3">
            <a:extLst>
              <a:ext uri="{FF2B5EF4-FFF2-40B4-BE49-F238E27FC236}">
                <a16:creationId xmlns:a16="http://schemas.microsoft.com/office/drawing/2014/main" id="{98C563F5-C389-0953-EDF9-E0DE8AD435C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184433" y="3847505"/>
            <a:ext cx="5279856" cy="593188"/>
          </a:xfrm>
        </p:spPr>
        <p:txBody>
          <a:bodyPr anchor="ctr"/>
          <a:lstStyle>
            <a:lvl1pPr marL="0" indent="0">
              <a:buNone/>
              <a:defRPr sz="180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2" name="Rectangle 12">
            <a:extLst>
              <a:ext uri="{FF2B5EF4-FFF2-40B4-BE49-F238E27FC236}">
                <a16:creationId xmlns:a16="http://schemas.microsoft.com/office/drawing/2014/main" id="{FC82B665-92F0-95F0-513B-57F9B1E5FC49}"/>
              </a:ext>
            </a:extLst>
          </p:cNvPr>
          <p:cNvSpPr/>
          <p:nvPr userDrawn="1"/>
        </p:nvSpPr>
        <p:spPr>
          <a:xfrm flipV="1">
            <a:off x="2562499" y="6547630"/>
            <a:ext cx="8851061" cy="14400"/>
          </a:xfrm>
          <a:prstGeom prst="rect">
            <a:avLst/>
          </a:prstGeom>
          <a:solidFill>
            <a:srgbClr val="4D71B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E5E53A38-E504-00A8-8435-22FFE274DA5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35411" y="6420199"/>
            <a:ext cx="1877675" cy="236618"/>
          </a:xfrm>
          <a:prstGeom prst="rect">
            <a:avLst/>
          </a:prstGeom>
        </p:spPr>
      </p:pic>
      <p:sp>
        <p:nvSpPr>
          <p:cNvPr id="4" name="标题 1">
            <a:extLst>
              <a:ext uri="{FF2B5EF4-FFF2-40B4-BE49-F238E27FC236}">
                <a16:creationId xmlns:a16="http://schemas.microsoft.com/office/drawing/2014/main" id="{E4059B5D-1283-A42A-74B7-AA39FF7A4F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zh-CN" altLang="en-US" sz="2000" b="1" kern="12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183737050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版_白底图文混排2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组合 54">
            <a:extLst>
              <a:ext uri="{FF2B5EF4-FFF2-40B4-BE49-F238E27FC236}">
                <a16:creationId xmlns:a16="http://schemas.microsoft.com/office/drawing/2014/main" id="{AFFD41D9-7C48-A27C-83AB-0487F2435CC7}"/>
              </a:ext>
            </a:extLst>
          </p:cNvPr>
          <p:cNvGrpSpPr/>
          <p:nvPr userDrawn="1"/>
        </p:nvGrpSpPr>
        <p:grpSpPr>
          <a:xfrm>
            <a:off x="454461" y="549639"/>
            <a:ext cx="270969" cy="271633"/>
            <a:chOff x="1332621" y="1432995"/>
            <a:chExt cx="270969" cy="271633"/>
          </a:xfrm>
        </p:grpSpPr>
        <p:grpSp>
          <p:nvGrpSpPr>
            <p:cNvPr id="56" name="图形 18">
              <a:extLst>
                <a:ext uri="{FF2B5EF4-FFF2-40B4-BE49-F238E27FC236}">
                  <a16:creationId xmlns:a16="http://schemas.microsoft.com/office/drawing/2014/main" id="{00A89F14-307A-3B8C-44AB-EDB041A83D52}"/>
                </a:ext>
              </a:extLst>
            </p:cNvPr>
            <p:cNvGrpSpPr/>
            <p:nvPr/>
          </p:nvGrpSpPr>
          <p:grpSpPr>
            <a:xfrm>
              <a:off x="1332621" y="1432995"/>
              <a:ext cx="267005" cy="271633"/>
              <a:chOff x="1332621" y="1432995"/>
              <a:chExt cx="267005" cy="271633"/>
            </a:xfrm>
          </p:grpSpPr>
          <p:sp>
            <p:nvSpPr>
              <p:cNvPr id="58" name="任意多边形: 形状 57">
                <a:extLst>
                  <a:ext uri="{FF2B5EF4-FFF2-40B4-BE49-F238E27FC236}">
                    <a16:creationId xmlns:a16="http://schemas.microsoft.com/office/drawing/2014/main" id="{760B6F7B-B96D-6534-3991-E7A03DA6B7F0}"/>
                  </a:ext>
                </a:extLst>
              </p:cNvPr>
              <p:cNvSpPr/>
              <p:nvPr/>
            </p:nvSpPr>
            <p:spPr>
              <a:xfrm>
                <a:off x="1336722" y="1437656"/>
                <a:ext cx="262904" cy="262734"/>
              </a:xfrm>
              <a:custGeom>
                <a:avLst/>
                <a:gdLst>
                  <a:gd name="connsiteX0" fmla="*/ 63643 w 262904"/>
                  <a:gd name="connsiteY0" fmla="*/ 53531 h 262734"/>
                  <a:gd name="connsiteX1" fmla="*/ 53349 w 262904"/>
                  <a:gd name="connsiteY1" fmla="*/ 199416 h 262734"/>
                  <a:gd name="connsiteX2" fmla="*/ 199233 w 262904"/>
                  <a:gd name="connsiteY2" fmla="*/ 209287 h 262734"/>
                  <a:gd name="connsiteX3" fmla="*/ 209527 w 262904"/>
                  <a:gd name="connsiteY3" fmla="*/ 63403 h 262734"/>
                  <a:gd name="connsiteX4" fmla="*/ 63643 w 262904"/>
                  <a:gd name="connsiteY4" fmla="*/ 53531 h 262734"/>
                  <a:gd name="connsiteX5" fmla="*/ 63643 w 262904"/>
                  <a:gd name="connsiteY5" fmla="*/ 53531 h 262734"/>
                  <a:gd name="connsiteX6" fmla="*/ 45249 w 262904"/>
                  <a:gd name="connsiteY6" fmla="*/ 32437 h 262734"/>
                  <a:gd name="connsiteX7" fmla="*/ 230705 w 262904"/>
                  <a:gd name="connsiteY7" fmla="*/ 44925 h 262734"/>
                  <a:gd name="connsiteX8" fmla="*/ 217627 w 262904"/>
                  <a:gd name="connsiteY8" fmla="*/ 230297 h 262734"/>
                  <a:gd name="connsiteX9" fmla="*/ 32171 w 262904"/>
                  <a:gd name="connsiteY9" fmla="*/ 217809 h 262734"/>
                  <a:gd name="connsiteX10" fmla="*/ 45249 w 262904"/>
                  <a:gd name="connsiteY10" fmla="*/ 32437 h 262734"/>
                  <a:gd name="connsiteX11" fmla="*/ 45249 w 262904"/>
                  <a:gd name="connsiteY11" fmla="*/ 32437 h 26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904" h="262734">
                    <a:moveTo>
                      <a:pt x="63643" y="53531"/>
                    </a:moveTo>
                    <a:cubicBezTo>
                      <a:pt x="20527" y="91078"/>
                      <a:pt x="15886" y="156384"/>
                      <a:pt x="53349" y="199416"/>
                    </a:cubicBezTo>
                    <a:cubicBezTo>
                      <a:pt x="90811" y="242447"/>
                      <a:pt x="156118" y="246834"/>
                      <a:pt x="199233" y="209287"/>
                    </a:cubicBezTo>
                    <a:cubicBezTo>
                      <a:pt x="242349" y="171741"/>
                      <a:pt x="246989" y="106434"/>
                      <a:pt x="209527" y="63403"/>
                    </a:cubicBezTo>
                    <a:cubicBezTo>
                      <a:pt x="172064" y="20372"/>
                      <a:pt x="106758" y="15900"/>
                      <a:pt x="63643" y="53531"/>
                    </a:cubicBezTo>
                    <a:lnTo>
                      <a:pt x="63643" y="53531"/>
                    </a:lnTo>
                    <a:close/>
                    <a:moveTo>
                      <a:pt x="45249" y="32437"/>
                    </a:moveTo>
                    <a:cubicBezTo>
                      <a:pt x="100093" y="-15319"/>
                      <a:pt x="183118" y="-9666"/>
                      <a:pt x="230705" y="44925"/>
                    </a:cubicBezTo>
                    <a:cubicBezTo>
                      <a:pt x="278293" y="99600"/>
                      <a:pt x="272471" y="182541"/>
                      <a:pt x="217627" y="230297"/>
                    </a:cubicBezTo>
                    <a:cubicBezTo>
                      <a:pt x="162783" y="278053"/>
                      <a:pt x="79758" y="272400"/>
                      <a:pt x="32171" y="217809"/>
                    </a:cubicBezTo>
                    <a:cubicBezTo>
                      <a:pt x="-15417" y="163134"/>
                      <a:pt x="-9511" y="80194"/>
                      <a:pt x="45249" y="32437"/>
                    </a:cubicBezTo>
                    <a:lnTo>
                      <a:pt x="45249" y="32437"/>
                    </a:lnTo>
                    <a:close/>
                  </a:path>
                </a:pathLst>
              </a:custGeom>
              <a:solidFill>
                <a:srgbClr val="4472C4">
                  <a:alpha val="15000"/>
                </a:srgbClr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" name="任意多边形: 形状 58">
                <a:extLst>
                  <a:ext uri="{FF2B5EF4-FFF2-40B4-BE49-F238E27FC236}">
                    <a16:creationId xmlns:a16="http://schemas.microsoft.com/office/drawing/2014/main" id="{12BF9100-B951-4726-AE6E-FC6824A18F13}"/>
                  </a:ext>
                </a:extLst>
              </p:cNvPr>
              <p:cNvSpPr/>
              <p:nvPr/>
            </p:nvSpPr>
            <p:spPr>
              <a:xfrm>
                <a:off x="1332621" y="1432995"/>
                <a:ext cx="259279" cy="271633"/>
              </a:xfrm>
              <a:custGeom>
                <a:avLst/>
                <a:gdLst>
                  <a:gd name="connsiteX0" fmla="*/ 239784 w 259279"/>
                  <a:gd name="connsiteY0" fmla="*/ 208379 h 271633"/>
                  <a:gd name="connsiteX1" fmla="*/ 239784 w 259279"/>
                  <a:gd name="connsiteY1" fmla="*/ 208379 h 271633"/>
                  <a:gd name="connsiteX2" fmla="*/ 239784 w 259279"/>
                  <a:gd name="connsiteY2" fmla="*/ 208379 h 271633"/>
                  <a:gd name="connsiteX3" fmla="*/ 239784 w 259279"/>
                  <a:gd name="connsiteY3" fmla="*/ 208379 h 271633"/>
                  <a:gd name="connsiteX4" fmla="*/ 239784 w 259279"/>
                  <a:gd name="connsiteY4" fmla="*/ 208379 h 271633"/>
                  <a:gd name="connsiteX5" fmla="*/ 64622 w 259279"/>
                  <a:gd name="connsiteY5" fmla="*/ 54395 h 271633"/>
                  <a:gd name="connsiteX6" fmla="*/ 99638 w 259279"/>
                  <a:gd name="connsiteY6" fmla="*/ 33976 h 271633"/>
                  <a:gd name="connsiteX7" fmla="*/ 237338 w 259279"/>
                  <a:gd name="connsiteY7" fmla="*/ 100042 h 271633"/>
                  <a:gd name="connsiteX8" fmla="*/ 237338 w 259279"/>
                  <a:gd name="connsiteY8" fmla="*/ 100126 h 271633"/>
                  <a:gd name="connsiteX9" fmla="*/ 234553 w 259279"/>
                  <a:gd name="connsiteY9" fmla="*/ 105864 h 271633"/>
                  <a:gd name="connsiteX10" fmla="*/ 228816 w 259279"/>
                  <a:gd name="connsiteY10" fmla="*/ 102995 h 271633"/>
                  <a:gd name="connsiteX11" fmla="*/ 217088 w 259279"/>
                  <a:gd name="connsiteY11" fmla="*/ 79876 h 271633"/>
                  <a:gd name="connsiteX12" fmla="*/ 79641 w 259279"/>
                  <a:gd name="connsiteY12" fmla="*/ 54142 h 271633"/>
                  <a:gd name="connsiteX13" fmla="*/ 54075 w 259279"/>
                  <a:gd name="connsiteY13" fmla="*/ 191504 h 271633"/>
                  <a:gd name="connsiteX14" fmla="*/ 191522 w 259279"/>
                  <a:gd name="connsiteY14" fmla="*/ 217239 h 271633"/>
                  <a:gd name="connsiteX15" fmla="*/ 197428 w 259279"/>
                  <a:gd name="connsiteY15" fmla="*/ 217998 h 271633"/>
                  <a:gd name="connsiteX16" fmla="*/ 197006 w 259279"/>
                  <a:gd name="connsiteY16" fmla="*/ 224326 h 271633"/>
                  <a:gd name="connsiteX17" fmla="*/ 196584 w 259279"/>
                  <a:gd name="connsiteY17" fmla="*/ 224664 h 271633"/>
                  <a:gd name="connsiteX18" fmla="*/ 54075 w 259279"/>
                  <a:gd name="connsiteY18" fmla="*/ 206523 h 271633"/>
                  <a:gd name="connsiteX19" fmla="*/ 64622 w 259279"/>
                  <a:gd name="connsiteY19" fmla="*/ 54395 h 271633"/>
                  <a:gd name="connsiteX20" fmla="*/ 64622 w 259279"/>
                  <a:gd name="connsiteY20" fmla="*/ 54395 h 271633"/>
                  <a:gd name="connsiteX21" fmla="*/ 54750 w 259279"/>
                  <a:gd name="connsiteY21" fmla="*/ 26804 h 271633"/>
                  <a:gd name="connsiteX22" fmla="*/ 78375 w 259279"/>
                  <a:gd name="connsiteY22" fmla="*/ 12714 h 271633"/>
                  <a:gd name="connsiteX23" fmla="*/ 258769 w 259279"/>
                  <a:gd name="connsiteY23" fmla="*/ 78526 h 271633"/>
                  <a:gd name="connsiteX24" fmla="*/ 258938 w 259279"/>
                  <a:gd name="connsiteY24" fmla="*/ 78864 h 271633"/>
                  <a:gd name="connsiteX25" fmla="*/ 256491 w 259279"/>
                  <a:gd name="connsiteY25" fmla="*/ 84770 h 271633"/>
                  <a:gd name="connsiteX26" fmla="*/ 250584 w 259279"/>
                  <a:gd name="connsiteY26" fmla="*/ 82323 h 271633"/>
                  <a:gd name="connsiteX27" fmla="*/ 208144 w 259279"/>
                  <a:gd name="connsiteY27" fmla="*/ 31867 h 271633"/>
                  <a:gd name="connsiteX28" fmla="*/ 31716 w 259279"/>
                  <a:gd name="connsiteY28" fmla="*/ 63339 h 271633"/>
                  <a:gd name="connsiteX29" fmla="*/ 63356 w 259279"/>
                  <a:gd name="connsiteY29" fmla="*/ 239851 h 271633"/>
                  <a:gd name="connsiteX30" fmla="*/ 223078 w 259279"/>
                  <a:gd name="connsiteY30" fmla="*/ 227870 h 271633"/>
                  <a:gd name="connsiteX31" fmla="*/ 239784 w 259279"/>
                  <a:gd name="connsiteY31" fmla="*/ 208379 h 271633"/>
                  <a:gd name="connsiteX32" fmla="*/ 246028 w 259279"/>
                  <a:gd name="connsiteY32" fmla="*/ 207282 h 271633"/>
                  <a:gd name="connsiteX33" fmla="*/ 247125 w 259279"/>
                  <a:gd name="connsiteY33" fmla="*/ 213526 h 271633"/>
                  <a:gd name="connsiteX34" fmla="*/ 193125 w 259279"/>
                  <a:gd name="connsiteY34" fmla="*/ 258920 h 271633"/>
                  <a:gd name="connsiteX35" fmla="*/ 12731 w 259279"/>
                  <a:gd name="connsiteY35" fmla="*/ 193107 h 271633"/>
                  <a:gd name="connsiteX36" fmla="*/ 54750 w 259279"/>
                  <a:gd name="connsiteY36" fmla="*/ 26804 h 271633"/>
                  <a:gd name="connsiteX37" fmla="*/ 54750 w 259279"/>
                  <a:gd name="connsiteY37" fmla="*/ 26804 h 27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59279" h="271633">
                    <a:moveTo>
                      <a:pt x="239784" y="208379"/>
                    </a:move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close/>
                    <a:moveTo>
                      <a:pt x="64622" y="54395"/>
                    </a:moveTo>
                    <a:cubicBezTo>
                      <a:pt x="74916" y="45451"/>
                      <a:pt x="86813" y="38532"/>
                      <a:pt x="99638" y="33976"/>
                    </a:cubicBezTo>
                    <a:cubicBezTo>
                      <a:pt x="155916" y="14232"/>
                      <a:pt x="217509" y="43764"/>
                      <a:pt x="237338" y="100042"/>
                    </a:cubicBezTo>
                    <a:cubicBezTo>
                      <a:pt x="237338" y="100042"/>
                      <a:pt x="237338" y="100126"/>
                      <a:pt x="237338" y="100126"/>
                    </a:cubicBezTo>
                    <a:cubicBezTo>
                      <a:pt x="238097" y="102489"/>
                      <a:pt x="236831" y="105020"/>
                      <a:pt x="234553" y="105864"/>
                    </a:cubicBezTo>
                    <a:cubicBezTo>
                      <a:pt x="232191" y="106623"/>
                      <a:pt x="229659" y="105357"/>
                      <a:pt x="228816" y="102995"/>
                    </a:cubicBezTo>
                    <a:cubicBezTo>
                      <a:pt x="225947" y="94811"/>
                      <a:pt x="221981" y="87048"/>
                      <a:pt x="217088" y="79876"/>
                    </a:cubicBezTo>
                    <a:cubicBezTo>
                      <a:pt x="186206" y="34820"/>
                      <a:pt x="124697" y="23345"/>
                      <a:pt x="79641" y="54142"/>
                    </a:cubicBezTo>
                    <a:cubicBezTo>
                      <a:pt x="34669" y="85023"/>
                      <a:pt x="23194" y="146532"/>
                      <a:pt x="54075" y="191504"/>
                    </a:cubicBezTo>
                    <a:cubicBezTo>
                      <a:pt x="84956" y="236561"/>
                      <a:pt x="146466" y="248036"/>
                      <a:pt x="191522" y="217239"/>
                    </a:cubicBezTo>
                    <a:cubicBezTo>
                      <a:pt x="193378" y="215973"/>
                      <a:pt x="195994" y="216226"/>
                      <a:pt x="197428" y="217998"/>
                    </a:cubicBezTo>
                    <a:cubicBezTo>
                      <a:pt x="199031" y="219854"/>
                      <a:pt x="198863" y="222723"/>
                      <a:pt x="197006" y="224326"/>
                    </a:cubicBezTo>
                    <a:cubicBezTo>
                      <a:pt x="196838" y="224411"/>
                      <a:pt x="196753" y="224579"/>
                      <a:pt x="196584" y="224664"/>
                    </a:cubicBezTo>
                    <a:cubicBezTo>
                      <a:pt x="151444" y="255714"/>
                      <a:pt x="90103" y="247867"/>
                      <a:pt x="54075" y="206523"/>
                    </a:cubicBezTo>
                    <a:cubicBezTo>
                      <a:pt x="15009" y="161720"/>
                      <a:pt x="19734" y="93545"/>
                      <a:pt x="64622" y="54395"/>
                    </a:cubicBezTo>
                    <a:lnTo>
                      <a:pt x="64622" y="54395"/>
                    </a:lnTo>
                    <a:close/>
                    <a:moveTo>
                      <a:pt x="54750" y="26804"/>
                    </a:moveTo>
                    <a:cubicBezTo>
                      <a:pt x="62006" y="21404"/>
                      <a:pt x="69853" y="16679"/>
                      <a:pt x="78375" y="12714"/>
                    </a:cubicBezTo>
                    <a:cubicBezTo>
                      <a:pt x="146297" y="-18927"/>
                      <a:pt x="227128" y="10520"/>
                      <a:pt x="258769" y="78526"/>
                    </a:cubicBezTo>
                    <a:cubicBezTo>
                      <a:pt x="258853" y="78611"/>
                      <a:pt x="258853" y="78779"/>
                      <a:pt x="258938" y="78864"/>
                    </a:cubicBezTo>
                    <a:cubicBezTo>
                      <a:pt x="259866" y="81142"/>
                      <a:pt x="258853" y="83757"/>
                      <a:pt x="256491" y="84770"/>
                    </a:cubicBezTo>
                    <a:cubicBezTo>
                      <a:pt x="254213" y="85698"/>
                      <a:pt x="251597" y="84686"/>
                      <a:pt x="250584" y="82323"/>
                    </a:cubicBezTo>
                    <a:cubicBezTo>
                      <a:pt x="241134" y="62073"/>
                      <a:pt x="226453" y="44607"/>
                      <a:pt x="208144" y="31867"/>
                    </a:cubicBezTo>
                    <a:cubicBezTo>
                      <a:pt x="150769" y="-8211"/>
                      <a:pt x="71709" y="5879"/>
                      <a:pt x="31716" y="63339"/>
                    </a:cubicBezTo>
                    <a:cubicBezTo>
                      <a:pt x="-8278" y="120714"/>
                      <a:pt x="5897" y="199773"/>
                      <a:pt x="63356" y="239851"/>
                    </a:cubicBezTo>
                    <a:cubicBezTo>
                      <a:pt x="113644" y="274867"/>
                      <a:pt x="180384" y="268539"/>
                      <a:pt x="223078" y="227870"/>
                    </a:cubicBezTo>
                    <a:lnTo>
                      <a:pt x="239784" y="208379"/>
                    </a:lnTo>
                    <a:lnTo>
                      <a:pt x="246028" y="207282"/>
                    </a:lnTo>
                    <a:cubicBezTo>
                      <a:pt x="248053" y="208717"/>
                      <a:pt x="248559" y="211501"/>
                      <a:pt x="247125" y="213526"/>
                    </a:cubicBezTo>
                    <a:cubicBezTo>
                      <a:pt x="233456" y="233186"/>
                      <a:pt x="214809" y="248795"/>
                      <a:pt x="193125" y="258920"/>
                    </a:cubicBezTo>
                    <a:cubicBezTo>
                      <a:pt x="125203" y="290561"/>
                      <a:pt x="44372" y="261114"/>
                      <a:pt x="12731" y="193107"/>
                    </a:cubicBezTo>
                    <a:cubicBezTo>
                      <a:pt x="-14944" y="133707"/>
                      <a:pt x="4041" y="64436"/>
                      <a:pt x="54750" y="26804"/>
                    </a:cubicBezTo>
                    <a:lnTo>
                      <a:pt x="54750" y="26804"/>
                    </a:lnTo>
                    <a:close/>
                  </a:path>
                </a:pathLst>
              </a:custGeom>
              <a:solidFill>
                <a:srgbClr val="002060"/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57" name="椭圆 56">
              <a:extLst>
                <a:ext uri="{FF2B5EF4-FFF2-40B4-BE49-F238E27FC236}">
                  <a16:creationId xmlns:a16="http://schemas.microsoft.com/office/drawing/2014/main" id="{72EE9217-C524-5277-84D4-8F545A4B4316}"/>
                </a:ext>
              </a:extLst>
            </p:cNvPr>
            <p:cNvSpPr/>
            <p:nvPr userDrawn="1"/>
          </p:nvSpPr>
          <p:spPr>
            <a:xfrm>
              <a:off x="1545990" y="1559228"/>
              <a:ext cx="57600" cy="57600"/>
            </a:xfrm>
            <a:prstGeom prst="ellipse">
              <a:avLst/>
            </a:prstGeom>
            <a:gradFill flip="none" rotWithShape="1">
              <a:gsLst>
                <a:gs pos="0">
                  <a:srgbClr val="4472C4">
                    <a:tint val="66000"/>
                    <a:satMod val="160000"/>
                  </a:srgbClr>
                </a:gs>
                <a:gs pos="50000">
                  <a:srgbClr val="4472C4">
                    <a:tint val="44500"/>
                    <a:satMod val="160000"/>
                  </a:srgbClr>
                </a:gs>
                <a:gs pos="100000">
                  <a:srgbClr val="4472C4">
                    <a:tint val="23500"/>
                    <a:satMod val="160000"/>
                  </a:srgbClr>
                </a:gs>
              </a:gsLst>
              <a:lin ang="13500000" scaled="1"/>
              <a:tileRect/>
            </a:gradFill>
            <a:ln w="6350">
              <a:solidFill>
                <a:srgbClr val="002060"/>
              </a:solidFill>
              <a:miter lim="800000"/>
              <a:headEnd/>
              <a:tailEnd/>
            </a:ln>
            <a:effectLst>
              <a:glow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sp>
        <p:nvSpPr>
          <p:cNvPr id="61" name="Rectangle 12">
            <a:extLst>
              <a:ext uri="{FF2B5EF4-FFF2-40B4-BE49-F238E27FC236}">
                <a16:creationId xmlns:a16="http://schemas.microsoft.com/office/drawing/2014/main" id="{49635F82-7E1E-8895-AF82-E7185168E09D}"/>
              </a:ext>
            </a:extLst>
          </p:cNvPr>
          <p:cNvSpPr/>
          <p:nvPr userDrawn="1"/>
        </p:nvSpPr>
        <p:spPr>
          <a:xfrm flipV="1">
            <a:off x="2562499" y="6547630"/>
            <a:ext cx="8851061" cy="14400"/>
          </a:xfrm>
          <a:prstGeom prst="rect">
            <a:avLst/>
          </a:prstGeom>
          <a:solidFill>
            <a:srgbClr val="4D71B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pic>
        <p:nvPicPr>
          <p:cNvPr id="62" name="图片 61">
            <a:extLst>
              <a:ext uri="{FF2B5EF4-FFF2-40B4-BE49-F238E27FC236}">
                <a16:creationId xmlns:a16="http://schemas.microsoft.com/office/drawing/2014/main" id="{DB2D65D0-B969-91CE-68FD-B8C2BC9600B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35411" y="6420199"/>
            <a:ext cx="1877675" cy="236618"/>
          </a:xfrm>
          <a:prstGeom prst="rect">
            <a:avLst/>
          </a:prstGeom>
        </p:spPr>
      </p:pic>
      <p:sp>
        <p:nvSpPr>
          <p:cNvPr id="63" name="Rectangle: Rounded Corners 5">
            <a:extLst>
              <a:ext uri="{FF2B5EF4-FFF2-40B4-BE49-F238E27FC236}">
                <a16:creationId xmlns:a16="http://schemas.microsoft.com/office/drawing/2014/main" id="{034ACA1D-F05C-E861-BE33-0A70213385E5}"/>
              </a:ext>
            </a:extLst>
          </p:cNvPr>
          <p:cNvSpPr/>
          <p:nvPr userDrawn="1"/>
        </p:nvSpPr>
        <p:spPr>
          <a:xfrm>
            <a:off x="668269" y="1272597"/>
            <a:ext cx="5293777" cy="4369580"/>
          </a:xfrm>
          <a:prstGeom prst="roundRect">
            <a:avLst>
              <a:gd name="adj" fmla="val 1155"/>
            </a:avLst>
          </a:prstGeom>
          <a:solidFill>
            <a:schemeClr val="bg1"/>
          </a:solidFill>
          <a:ln>
            <a:noFill/>
          </a:ln>
          <a:effectLst>
            <a:outerShdw blurRad="152400" dist="25400" dir="5400000" algn="t" rotWithShape="0">
              <a:prstClr val="black">
                <a:alpha val="2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" name="文本占位符 46">
            <a:extLst>
              <a:ext uri="{FF2B5EF4-FFF2-40B4-BE49-F238E27FC236}">
                <a16:creationId xmlns:a16="http://schemas.microsoft.com/office/drawing/2014/main" id="{5F746F78-46EE-0858-A0B0-08F17A3CFE24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667829" y="3488610"/>
            <a:ext cx="5281058" cy="1476846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82" name="图片占位符 81">
            <a:extLst>
              <a:ext uri="{FF2B5EF4-FFF2-40B4-BE49-F238E27FC236}">
                <a16:creationId xmlns:a16="http://schemas.microsoft.com/office/drawing/2014/main" id="{8624CE0F-8265-CB33-2FFE-07C3EB73F5CF}"/>
              </a:ext>
            </a:extLst>
          </p:cNvPr>
          <p:cNvSpPr>
            <a:spLocks noGrp="1"/>
          </p:cNvSpPr>
          <p:nvPr userDrawn="1">
            <p:ph type="pic" sz="quarter" idx="17" hasCustomPrompt="1"/>
          </p:nvPr>
        </p:nvSpPr>
        <p:spPr>
          <a:xfrm>
            <a:off x="669038" y="1726314"/>
            <a:ext cx="5295600" cy="1187451"/>
          </a:xfrm>
          <a:solidFill>
            <a:srgbClr val="274A80"/>
          </a:solidFill>
        </p:spPr>
        <p:txBody>
          <a:bodyPr/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zh-CN" dirty="0"/>
              <a:t>Image placeholder</a:t>
            </a:r>
          </a:p>
          <a:p>
            <a:endParaRPr lang="zh-CN" altLang="en-US" dirty="0"/>
          </a:p>
        </p:txBody>
      </p:sp>
      <p:sp>
        <p:nvSpPr>
          <p:cNvPr id="83" name="文本占位符 3">
            <a:extLst>
              <a:ext uri="{FF2B5EF4-FFF2-40B4-BE49-F238E27FC236}">
                <a16:creationId xmlns:a16="http://schemas.microsoft.com/office/drawing/2014/main" id="{10F0FAC9-47BD-3916-F46C-6FEC0F7496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9031" y="2168051"/>
            <a:ext cx="5279856" cy="593188"/>
          </a:xfrm>
          <a:noFill/>
        </p:spPr>
        <p:txBody>
          <a:bodyPr anchor="ctr">
            <a:normAutofit/>
          </a:bodyPr>
          <a:lstStyle>
            <a:lvl1pPr marL="0" indent="0">
              <a:lnSpc>
                <a:spcPct val="120000"/>
              </a:lnSpc>
              <a:buNone/>
              <a:defRPr sz="20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pic>
        <p:nvPicPr>
          <p:cNvPr id="90" name="图片 89">
            <a:extLst>
              <a:ext uri="{FF2B5EF4-FFF2-40B4-BE49-F238E27FC236}">
                <a16:creationId xmlns:a16="http://schemas.microsoft.com/office/drawing/2014/main" id="{33670273-16E2-A4B4-EE06-87D83A34765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6400" y="457200"/>
            <a:ext cx="850170" cy="266318"/>
          </a:xfrm>
          <a:prstGeom prst="rect">
            <a:avLst/>
          </a:prstGeom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FEEB34F2-C782-50C8-5271-3B787152F7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zh-CN" altLang="en-US" sz="2000" b="1" kern="12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Rectangle: Rounded Corners 5">
            <a:extLst>
              <a:ext uri="{FF2B5EF4-FFF2-40B4-BE49-F238E27FC236}">
                <a16:creationId xmlns:a16="http://schemas.microsoft.com/office/drawing/2014/main" id="{F5E73F29-420B-5CDB-45D3-C06C1534425C}"/>
              </a:ext>
            </a:extLst>
          </p:cNvPr>
          <p:cNvSpPr/>
          <p:nvPr userDrawn="1"/>
        </p:nvSpPr>
        <p:spPr>
          <a:xfrm>
            <a:off x="6188841" y="1272597"/>
            <a:ext cx="5293777" cy="4369580"/>
          </a:xfrm>
          <a:prstGeom prst="roundRect">
            <a:avLst>
              <a:gd name="adj" fmla="val 1155"/>
            </a:avLst>
          </a:prstGeom>
          <a:solidFill>
            <a:schemeClr val="bg1"/>
          </a:solidFill>
          <a:ln>
            <a:noFill/>
          </a:ln>
          <a:effectLst>
            <a:outerShdw blurRad="152400" dist="25400" dir="5400000" algn="t" rotWithShape="0">
              <a:prstClr val="black">
                <a:alpha val="2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文本占位符 46">
            <a:extLst>
              <a:ext uri="{FF2B5EF4-FFF2-40B4-BE49-F238E27FC236}">
                <a16:creationId xmlns:a16="http://schemas.microsoft.com/office/drawing/2014/main" id="{0E757601-BB7E-1A9A-0F2F-3A30459F2F4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88401" y="3488610"/>
            <a:ext cx="5281058" cy="1476846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5" name="图片占位符 81">
            <a:extLst>
              <a:ext uri="{FF2B5EF4-FFF2-40B4-BE49-F238E27FC236}">
                <a16:creationId xmlns:a16="http://schemas.microsoft.com/office/drawing/2014/main" id="{17367F01-C0BF-BB46-7C83-9DBAA4EA8B1A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6189610" y="1726314"/>
            <a:ext cx="5295600" cy="1187451"/>
          </a:xfrm>
          <a:solidFill>
            <a:srgbClr val="274A80"/>
          </a:solidFill>
        </p:spPr>
        <p:txBody>
          <a:bodyPr/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zh-CN" dirty="0"/>
              <a:t>Image placeholder</a:t>
            </a:r>
          </a:p>
          <a:p>
            <a:endParaRPr lang="zh-CN" altLang="en-US" dirty="0"/>
          </a:p>
        </p:txBody>
      </p:sp>
      <p:sp>
        <p:nvSpPr>
          <p:cNvPr id="6" name="文本占位符 3">
            <a:extLst>
              <a:ext uri="{FF2B5EF4-FFF2-40B4-BE49-F238E27FC236}">
                <a16:creationId xmlns:a16="http://schemas.microsoft.com/office/drawing/2014/main" id="{4BA4F098-E3C4-163B-0185-D7AEB138616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189603" y="2168051"/>
            <a:ext cx="5279856" cy="593188"/>
          </a:xfrm>
          <a:noFill/>
        </p:spPr>
        <p:txBody>
          <a:bodyPr anchor="ctr">
            <a:normAutofit/>
          </a:bodyPr>
          <a:lstStyle>
            <a:lvl1pPr marL="0" indent="0">
              <a:lnSpc>
                <a:spcPct val="120000"/>
              </a:lnSpc>
              <a:buNone/>
              <a:defRPr sz="20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</p:spTree>
    <p:extLst>
      <p:ext uri="{BB962C8B-B14F-4D97-AF65-F5344CB8AC3E}">
        <p14:creationId xmlns:p14="http://schemas.microsoft.com/office/powerpoint/2010/main" val="313559602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版_白底图文混排3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组合 54">
            <a:extLst>
              <a:ext uri="{FF2B5EF4-FFF2-40B4-BE49-F238E27FC236}">
                <a16:creationId xmlns:a16="http://schemas.microsoft.com/office/drawing/2014/main" id="{AFFD41D9-7C48-A27C-83AB-0487F2435CC7}"/>
              </a:ext>
            </a:extLst>
          </p:cNvPr>
          <p:cNvGrpSpPr/>
          <p:nvPr userDrawn="1"/>
        </p:nvGrpSpPr>
        <p:grpSpPr>
          <a:xfrm>
            <a:off x="454461" y="549639"/>
            <a:ext cx="270969" cy="271633"/>
            <a:chOff x="1332621" y="1432995"/>
            <a:chExt cx="270969" cy="271633"/>
          </a:xfrm>
        </p:grpSpPr>
        <p:grpSp>
          <p:nvGrpSpPr>
            <p:cNvPr id="56" name="图形 18">
              <a:extLst>
                <a:ext uri="{FF2B5EF4-FFF2-40B4-BE49-F238E27FC236}">
                  <a16:creationId xmlns:a16="http://schemas.microsoft.com/office/drawing/2014/main" id="{00A89F14-307A-3B8C-44AB-EDB041A83D52}"/>
                </a:ext>
              </a:extLst>
            </p:cNvPr>
            <p:cNvGrpSpPr/>
            <p:nvPr/>
          </p:nvGrpSpPr>
          <p:grpSpPr>
            <a:xfrm>
              <a:off x="1332621" y="1432995"/>
              <a:ext cx="267005" cy="271633"/>
              <a:chOff x="1332621" y="1432995"/>
              <a:chExt cx="267005" cy="271633"/>
            </a:xfrm>
          </p:grpSpPr>
          <p:sp>
            <p:nvSpPr>
              <p:cNvPr id="58" name="任意多边形: 形状 57">
                <a:extLst>
                  <a:ext uri="{FF2B5EF4-FFF2-40B4-BE49-F238E27FC236}">
                    <a16:creationId xmlns:a16="http://schemas.microsoft.com/office/drawing/2014/main" id="{760B6F7B-B96D-6534-3991-E7A03DA6B7F0}"/>
                  </a:ext>
                </a:extLst>
              </p:cNvPr>
              <p:cNvSpPr/>
              <p:nvPr/>
            </p:nvSpPr>
            <p:spPr>
              <a:xfrm>
                <a:off x="1336722" y="1437656"/>
                <a:ext cx="262904" cy="262734"/>
              </a:xfrm>
              <a:custGeom>
                <a:avLst/>
                <a:gdLst>
                  <a:gd name="connsiteX0" fmla="*/ 63643 w 262904"/>
                  <a:gd name="connsiteY0" fmla="*/ 53531 h 262734"/>
                  <a:gd name="connsiteX1" fmla="*/ 53349 w 262904"/>
                  <a:gd name="connsiteY1" fmla="*/ 199416 h 262734"/>
                  <a:gd name="connsiteX2" fmla="*/ 199233 w 262904"/>
                  <a:gd name="connsiteY2" fmla="*/ 209287 h 262734"/>
                  <a:gd name="connsiteX3" fmla="*/ 209527 w 262904"/>
                  <a:gd name="connsiteY3" fmla="*/ 63403 h 262734"/>
                  <a:gd name="connsiteX4" fmla="*/ 63643 w 262904"/>
                  <a:gd name="connsiteY4" fmla="*/ 53531 h 262734"/>
                  <a:gd name="connsiteX5" fmla="*/ 63643 w 262904"/>
                  <a:gd name="connsiteY5" fmla="*/ 53531 h 262734"/>
                  <a:gd name="connsiteX6" fmla="*/ 45249 w 262904"/>
                  <a:gd name="connsiteY6" fmla="*/ 32437 h 262734"/>
                  <a:gd name="connsiteX7" fmla="*/ 230705 w 262904"/>
                  <a:gd name="connsiteY7" fmla="*/ 44925 h 262734"/>
                  <a:gd name="connsiteX8" fmla="*/ 217627 w 262904"/>
                  <a:gd name="connsiteY8" fmla="*/ 230297 h 262734"/>
                  <a:gd name="connsiteX9" fmla="*/ 32171 w 262904"/>
                  <a:gd name="connsiteY9" fmla="*/ 217809 h 262734"/>
                  <a:gd name="connsiteX10" fmla="*/ 45249 w 262904"/>
                  <a:gd name="connsiteY10" fmla="*/ 32437 h 262734"/>
                  <a:gd name="connsiteX11" fmla="*/ 45249 w 262904"/>
                  <a:gd name="connsiteY11" fmla="*/ 32437 h 26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904" h="262734">
                    <a:moveTo>
                      <a:pt x="63643" y="53531"/>
                    </a:moveTo>
                    <a:cubicBezTo>
                      <a:pt x="20527" y="91078"/>
                      <a:pt x="15886" y="156384"/>
                      <a:pt x="53349" y="199416"/>
                    </a:cubicBezTo>
                    <a:cubicBezTo>
                      <a:pt x="90811" y="242447"/>
                      <a:pt x="156118" y="246834"/>
                      <a:pt x="199233" y="209287"/>
                    </a:cubicBezTo>
                    <a:cubicBezTo>
                      <a:pt x="242349" y="171741"/>
                      <a:pt x="246989" y="106434"/>
                      <a:pt x="209527" y="63403"/>
                    </a:cubicBezTo>
                    <a:cubicBezTo>
                      <a:pt x="172064" y="20372"/>
                      <a:pt x="106758" y="15900"/>
                      <a:pt x="63643" y="53531"/>
                    </a:cubicBezTo>
                    <a:lnTo>
                      <a:pt x="63643" y="53531"/>
                    </a:lnTo>
                    <a:close/>
                    <a:moveTo>
                      <a:pt x="45249" y="32437"/>
                    </a:moveTo>
                    <a:cubicBezTo>
                      <a:pt x="100093" y="-15319"/>
                      <a:pt x="183118" y="-9666"/>
                      <a:pt x="230705" y="44925"/>
                    </a:cubicBezTo>
                    <a:cubicBezTo>
                      <a:pt x="278293" y="99600"/>
                      <a:pt x="272471" y="182541"/>
                      <a:pt x="217627" y="230297"/>
                    </a:cubicBezTo>
                    <a:cubicBezTo>
                      <a:pt x="162783" y="278053"/>
                      <a:pt x="79758" y="272400"/>
                      <a:pt x="32171" y="217809"/>
                    </a:cubicBezTo>
                    <a:cubicBezTo>
                      <a:pt x="-15417" y="163134"/>
                      <a:pt x="-9511" y="80194"/>
                      <a:pt x="45249" y="32437"/>
                    </a:cubicBezTo>
                    <a:lnTo>
                      <a:pt x="45249" y="32437"/>
                    </a:lnTo>
                    <a:close/>
                  </a:path>
                </a:pathLst>
              </a:custGeom>
              <a:solidFill>
                <a:srgbClr val="4472C4">
                  <a:alpha val="15000"/>
                </a:srgbClr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" name="任意多边形: 形状 58">
                <a:extLst>
                  <a:ext uri="{FF2B5EF4-FFF2-40B4-BE49-F238E27FC236}">
                    <a16:creationId xmlns:a16="http://schemas.microsoft.com/office/drawing/2014/main" id="{12BF9100-B951-4726-AE6E-FC6824A18F13}"/>
                  </a:ext>
                </a:extLst>
              </p:cNvPr>
              <p:cNvSpPr/>
              <p:nvPr/>
            </p:nvSpPr>
            <p:spPr>
              <a:xfrm>
                <a:off x="1332621" y="1432995"/>
                <a:ext cx="259279" cy="271633"/>
              </a:xfrm>
              <a:custGeom>
                <a:avLst/>
                <a:gdLst>
                  <a:gd name="connsiteX0" fmla="*/ 239784 w 259279"/>
                  <a:gd name="connsiteY0" fmla="*/ 208379 h 271633"/>
                  <a:gd name="connsiteX1" fmla="*/ 239784 w 259279"/>
                  <a:gd name="connsiteY1" fmla="*/ 208379 h 271633"/>
                  <a:gd name="connsiteX2" fmla="*/ 239784 w 259279"/>
                  <a:gd name="connsiteY2" fmla="*/ 208379 h 271633"/>
                  <a:gd name="connsiteX3" fmla="*/ 239784 w 259279"/>
                  <a:gd name="connsiteY3" fmla="*/ 208379 h 271633"/>
                  <a:gd name="connsiteX4" fmla="*/ 239784 w 259279"/>
                  <a:gd name="connsiteY4" fmla="*/ 208379 h 271633"/>
                  <a:gd name="connsiteX5" fmla="*/ 64622 w 259279"/>
                  <a:gd name="connsiteY5" fmla="*/ 54395 h 271633"/>
                  <a:gd name="connsiteX6" fmla="*/ 99638 w 259279"/>
                  <a:gd name="connsiteY6" fmla="*/ 33976 h 271633"/>
                  <a:gd name="connsiteX7" fmla="*/ 237338 w 259279"/>
                  <a:gd name="connsiteY7" fmla="*/ 100042 h 271633"/>
                  <a:gd name="connsiteX8" fmla="*/ 237338 w 259279"/>
                  <a:gd name="connsiteY8" fmla="*/ 100126 h 271633"/>
                  <a:gd name="connsiteX9" fmla="*/ 234553 w 259279"/>
                  <a:gd name="connsiteY9" fmla="*/ 105864 h 271633"/>
                  <a:gd name="connsiteX10" fmla="*/ 228816 w 259279"/>
                  <a:gd name="connsiteY10" fmla="*/ 102995 h 271633"/>
                  <a:gd name="connsiteX11" fmla="*/ 217088 w 259279"/>
                  <a:gd name="connsiteY11" fmla="*/ 79876 h 271633"/>
                  <a:gd name="connsiteX12" fmla="*/ 79641 w 259279"/>
                  <a:gd name="connsiteY12" fmla="*/ 54142 h 271633"/>
                  <a:gd name="connsiteX13" fmla="*/ 54075 w 259279"/>
                  <a:gd name="connsiteY13" fmla="*/ 191504 h 271633"/>
                  <a:gd name="connsiteX14" fmla="*/ 191522 w 259279"/>
                  <a:gd name="connsiteY14" fmla="*/ 217239 h 271633"/>
                  <a:gd name="connsiteX15" fmla="*/ 197428 w 259279"/>
                  <a:gd name="connsiteY15" fmla="*/ 217998 h 271633"/>
                  <a:gd name="connsiteX16" fmla="*/ 197006 w 259279"/>
                  <a:gd name="connsiteY16" fmla="*/ 224326 h 271633"/>
                  <a:gd name="connsiteX17" fmla="*/ 196584 w 259279"/>
                  <a:gd name="connsiteY17" fmla="*/ 224664 h 271633"/>
                  <a:gd name="connsiteX18" fmla="*/ 54075 w 259279"/>
                  <a:gd name="connsiteY18" fmla="*/ 206523 h 271633"/>
                  <a:gd name="connsiteX19" fmla="*/ 64622 w 259279"/>
                  <a:gd name="connsiteY19" fmla="*/ 54395 h 271633"/>
                  <a:gd name="connsiteX20" fmla="*/ 64622 w 259279"/>
                  <a:gd name="connsiteY20" fmla="*/ 54395 h 271633"/>
                  <a:gd name="connsiteX21" fmla="*/ 54750 w 259279"/>
                  <a:gd name="connsiteY21" fmla="*/ 26804 h 271633"/>
                  <a:gd name="connsiteX22" fmla="*/ 78375 w 259279"/>
                  <a:gd name="connsiteY22" fmla="*/ 12714 h 271633"/>
                  <a:gd name="connsiteX23" fmla="*/ 258769 w 259279"/>
                  <a:gd name="connsiteY23" fmla="*/ 78526 h 271633"/>
                  <a:gd name="connsiteX24" fmla="*/ 258938 w 259279"/>
                  <a:gd name="connsiteY24" fmla="*/ 78864 h 271633"/>
                  <a:gd name="connsiteX25" fmla="*/ 256491 w 259279"/>
                  <a:gd name="connsiteY25" fmla="*/ 84770 h 271633"/>
                  <a:gd name="connsiteX26" fmla="*/ 250584 w 259279"/>
                  <a:gd name="connsiteY26" fmla="*/ 82323 h 271633"/>
                  <a:gd name="connsiteX27" fmla="*/ 208144 w 259279"/>
                  <a:gd name="connsiteY27" fmla="*/ 31867 h 271633"/>
                  <a:gd name="connsiteX28" fmla="*/ 31716 w 259279"/>
                  <a:gd name="connsiteY28" fmla="*/ 63339 h 271633"/>
                  <a:gd name="connsiteX29" fmla="*/ 63356 w 259279"/>
                  <a:gd name="connsiteY29" fmla="*/ 239851 h 271633"/>
                  <a:gd name="connsiteX30" fmla="*/ 223078 w 259279"/>
                  <a:gd name="connsiteY30" fmla="*/ 227870 h 271633"/>
                  <a:gd name="connsiteX31" fmla="*/ 239784 w 259279"/>
                  <a:gd name="connsiteY31" fmla="*/ 208379 h 271633"/>
                  <a:gd name="connsiteX32" fmla="*/ 246028 w 259279"/>
                  <a:gd name="connsiteY32" fmla="*/ 207282 h 271633"/>
                  <a:gd name="connsiteX33" fmla="*/ 247125 w 259279"/>
                  <a:gd name="connsiteY33" fmla="*/ 213526 h 271633"/>
                  <a:gd name="connsiteX34" fmla="*/ 193125 w 259279"/>
                  <a:gd name="connsiteY34" fmla="*/ 258920 h 271633"/>
                  <a:gd name="connsiteX35" fmla="*/ 12731 w 259279"/>
                  <a:gd name="connsiteY35" fmla="*/ 193107 h 271633"/>
                  <a:gd name="connsiteX36" fmla="*/ 54750 w 259279"/>
                  <a:gd name="connsiteY36" fmla="*/ 26804 h 271633"/>
                  <a:gd name="connsiteX37" fmla="*/ 54750 w 259279"/>
                  <a:gd name="connsiteY37" fmla="*/ 26804 h 27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59279" h="271633">
                    <a:moveTo>
                      <a:pt x="239784" y="208379"/>
                    </a:move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close/>
                    <a:moveTo>
                      <a:pt x="64622" y="54395"/>
                    </a:moveTo>
                    <a:cubicBezTo>
                      <a:pt x="74916" y="45451"/>
                      <a:pt x="86813" y="38532"/>
                      <a:pt x="99638" y="33976"/>
                    </a:cubicBezTo>
                    <a:cubicBezTo>
                      <a:pt x="155916" y="14232"/>
                      <a:pt x="217509" y="43764"/>
                      <a:pt x="237338" y="100042"/>
                    </a:cubicBezTo>
                    <a:cubicBezTo>
                      <a:pt x="237338" y="100042"/>
                      <a:pt x="237338" y="100126"/>
                      <a:pt x="237338" y="100126"/>
                    </a:cubicBezTo>
                    <a:cubicBezTo>
                      <a:pt x="238097" y="102489"/>
                      <a:pt x="236831" y="105020"/>
                      <a:pt x="234553" y="105864"/>
                    </a:cubicBezTo>
                    <a:cubicBezTo>
                      <a:pt x="232191" y="106623"/>
                      <a:pt x="229659" y="105357"/>
                      <a:pt x="228816" y="102995"/>
                    </a:cubicBezTo>
                    <a:cubicBezTo>
                      <a:pt x="225947" y="94811"/>
                      <a:pt x="221981" y="87048"/>
                      <a:pt x="217088" y="79876"/>
                    </a:cubicBezTo>
                    <a:cubicBezTo>
                      <a:pt x="186206" y="34820"/>
                      <a:pt x="124697" y="23345"/>
                      <a:pt x="79641" y="54142"/>
                    </a:cubicBezTo>
                    <a:cubicBezTo>
                      <a:pt x="34669" y="85023"/>
                      <a:pt x="23194" y="146532"/>
                      <a:pt x="54075" y="191504"/>
                    </a:cubicBezTo>
                    <a:cubicBezTo>
                      <a:pt x="84956" y="236561"/>
                      <a:pt x="146466" y="248036"/>
                      <a:pt x="191522" y="217239"/>
                    </a:cubicBezTo>
                    <a:cubicBezTo>
                      <a:pt x="193378" y="215973"/>
                      <a:pt x="195994" y="216226"/>
                      <a:pt x="197428" y="217998"/>
                    </a:cubicBezTo>
                    <a:cubicBezTo>
                      <a:pt x="199031" y="219854"/>
                      <a:pt x="198863" y="222723"/>
                      <a:pt x="197006" y="224326"/>
                    </a:cubicBezTo>
                    <a:cubicBezTo>
                      <a:pt x="196838" y="224411"/>
                      <a:pt x="196753" y="224579"/>
                      <a:pt x="196584" y="224664"/>
                    </a:cubicBezTo>
                    <a:cubicBezTo>
                      <a:pt x="151444" y="255714"/>
                      <a:pt x="90103" y="247867"/>
                      <a:pt x="54075" y="206523"/>
                    </a:cubicBezTo>
                    <a:cubicBezTo>
                      <a:pt x="15009" y="161720"/>
                      <a:pt x="19734" y="93545"/>
                      <a:pt x="64622" y="54395"/>
                    </a:cubicBezTo>
                    <a:lnTo>
                      <a:pt x="64622" y="54395"/>
                    </a:lnTo>
                    <a:close/>
                    <a:moveTo>
                      <a:pt x="54750" y="26804"/>
                    </a:moveTo>
                    <a:cubicBezTo>
                      <a:pt x="62006" y="21404"/>
                      <a:pt x="69853" y="16679"/>
                      <a:pt x="78375" y="12714"/>
                    </a:cubicBezTo>
                    <a:cubicBezTo>
                      <a:pt x="146297" y="-18927"/>
                      <a:pt x="227128" y="10520"/>
                      <a:pt x="258769" y="78526"/>
                    </a:cubicBezTo>
                    <a:cubicBezTo>
                      <a:pt x="258853" y="78611"/>
                      <a:pt x="258853" y="78779"/>
                      <a:pt x="258938" y="78864"/>
                    </a:cubicBezTo>
                    <a:cubicBezTo>
                      <a:pt x="259866" y="81142"/>
                      <a:pt x="258853" y="83757"/>
                      <a:pt x="256491" y="84770"/>
                    </a:cubicBezTo>
                    <a:cubicBezTo>
                      <a:pt x="254213" y="85698"/>
                      <a:pt x="251597" y="84686"/>
                      <a:pt x="250584" y="82323"/>
                    </a:cubicBezTo>
                    <a:cubicBezTo>
                      <a:pt x="241134" y="62073"/>
                      <a:pt x="226453" y="44607"/>
                      <a:pt x="208144" y="31867"/>
                    </a:cubicBezTo>
                    <a:cubicBezTo>
                      <a:pt x="150769" y="-8211"/>
                      <a:pt x="71709" y="5879"/>
                      <a:pt x="31716" y="63339"/>
                    </a:cubicBezTo>
                    <a:cubicBezTo>
                      <a:pt x="-8278" y="120714"/>
                      <a:pt x="5897" y="199773"/>
                      <a:pt x="63356" y="239851"/>
                    </a:cubicBezTo>
                    <a:cubicBezTo>
                      <a:pt x="113644" y="274867"/>
                      <a:pt x="180384" y="268539"/>
                      <a:pt x="223078" y="227870"/>
                    </a:cubicBezTo>
                    <a:lnTo>
                      <a:pt x="239784" y="208379"/>
                    </a:lnTo>
                    <a:lnTo>
                      <a:pt x="246028" y="207282"/>
                    </a:lnTo>
                    <a:cubicBezTo>
                      <a:pt x="248053" y="208717"/>
                      <a:pt x="248559" y="211501"/>
                      <a:pt x="247125" y="213526"/>
                    </a:cubicBezTo>
                    <a:cubicBezTo>
                      <a:pt x="233456" y="233186"/>
                      <a:pt x="214809" y="248795"/>
                      <a:pt x="193125" y="258920"/>
                    </a:cubicBezTo>
                    <a:cubicBezTo>
                      <a:pt x="125203" y="290561"/>
                      <a:pt x="44372" y="261114"/>
                      <a:pt x="12731" y="193107"/>
                    </a:cubicBezTo>
                    <a:cubicBezTo>
                      <a:pt x="-14944" y="133707"/>
                      <a:pt x="4041" y="64436"/>
                      <a:pt x="54750" y="26804"/>
                    </a:cubicBezTo>
                    <a:lnTo>
                      <a:pt x="54750" y="26804"/>
                    </a:lnTo>
                    <a:close/>
                  </a:path>
                </a:pathLst>
              </a:custGeom>
              <a:solidFill>
                <a:srgbClr val="002060"/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57" name="椭圆 56">
              <a:extLst>
                <a:ext uri="{FF2B5EF4-FFF2-40B4-BE49-F238E27FC236}">
                  <a16:creationId xmlns:a16="http://schemas.microsoft.com/office/drawing/2014/main" id="{72EE9217-C524-5277-84D4-8F545A4B4316}"/>
                </a:ext>
              </a:extLst>
            </p:cNvPr>
            <p:cNvSpPr/>
            <p:nvPr userDrawn="1"/>
          </p:nvSpPr>
          <p:spPr>
            <a:xfrm>
              <a:off x="1545990" y="1559228"/>
              <a:ext cx="57600" cy="57600"/>
            </a:xfrm>
            <a:prstGeom prst="ellipse">
              <a:avLst/>
            </a:prstGeom>
            <a:gradFill flip="none" rotWithShape="1">
              <a:gsLst>
                <a:gs pos="0">
                  <a:srgbClr val="4472C4">
                    <a:tint val="66000"/>
                    <a:satMod val="160000"/>
                  </a:srgbClr>
                </a:gs>
                <a:gs pos="50000">
                  <a:srgbClr val="4472C4">
                    <a:tint val="44500"/>
                    <a:satMod val="160000"/>
                  </a:srgbClr>
                </a:gs>
                <a:gs pos="100000">
                  <a:srgbClr val="4472C4">
                    <a:tint val="23500"/>
                    <a:satMod val="160000"/>
                  </a:srgbClr>
                </a:gs>
              </a:gsLst>
              <a:lin ang="13500000" scaled="1"/>
              <a:tileRect/>
            </a:gradFill>
            <a:ln w="6350">
              <a:solidFill>
                <a:srgbClr val="002060"/>
              </a:solidFill>
              <a:miter lim="800000"/>
              <a:headEnd/>
              <a:tailEnd/>
            </a:ln>
            <a:effectLst>
              <a:glow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sp>
        <p:nvSpPr>
          <p:cNvPr id="61" name="Rectangle 12">
            <a:extLst>
              <a:ext uri="{FF2B5EF4-FFF2-40B4-BE49-F238E27FC236}">
                <a16:creationId xmlns:a16="http://schemas.microsoft.com/office/drawing/2014/main" id="{49635F82-7E1E-8895-AF82-E7185168E09D}"/>
              </a:ext>
            </a:extLst>
          </p:cNvPr>
          <p:cNvSpPr/>
          <p:nvPr userDrawn="1"/>
        </p:nvSpPr>
        <p:spPr>
          <a:xfrm flipV="1">
            <a:off x="2562499" y="6547630"/>
            <a:ext cx="8851061" cy="14400"/>
          </a:xfrm>
          <a:prstGeom prst="rect">
            <a:avLst/>
          </a:prstGeom>
          <a:solidFill>
            <a:srgbClr val="4D71B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pic>
        <p:nvPicPr>
          <p:cNvPr id="62" name="图片 61">
            <a:extLst>
              <a:ext uri="{FF2B5EF4-FFF2-40B4-BE49-F238E27FC236}">
                <a16:creationId xmlns:a16="http://schemas.microsoft.com/office/drawing/2014/main" id="{DB2D65D0-B969-91CE-68FD-B8C2BC9600B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35411" y="6420199"/>
            <a:ext cx="1877675" cy="236618"/>
          </a:xfrm>
          <a:prstGeom prst="rect">
            <a:avLst/>
          </a:prstGeom>
        </p:spPr>
      </p:pic>
      <p:sp>
        <p:nvSpPr>
          <p:cNvPr id="63" name="Rectangle: Rounded Corners 5">
            <a:extLst>
              <a:ext uri="{FF2B5EF4-FFF2-40B4-BE49-F238E27FC236}">
                <a16:creationId xmlns:a16="http://schemas.microsoft.com/office/drawing/2014/main" id="{034ACA1D-F05C-E861-BE33-0A70213385E5}"/>
              </a:ext>
            </a:extLst>
          </p:cNvPr>
          <p:cNvSpPr/>
          <p:nvPr userDrawn="1"/>
        </p:nvSpPr>
        <p:spPr>
          <a:xfrm>
            <a:off x="668269" y="1580484"/>
            <a:ext cx="3275437" cy="4369580"/>
          </a:xfrm>
          <a:prstGeom prst="roundRect">
            <a:avLst>
              <a:gd name="adj" fmla="val 1155"/>
            </a:avLst>
          </a:prstGeom>
          <a:solidFill>
            <a:schemeClr val="bg1"/>
          </a:solidFill>
          <a:ln>
            <a:noFill/>
          </a:ln>
          <a:effectLst>
            <a:outerShdw blurRad="152400" dist="25400" dir="5400000" algn="t" rotWithShape="0">
              <a:prstClr val="black">
                <a:alpha val="2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" name="文本占位符 46">
            <a:extLst>
              <a:ext uri="{FF2B5EF4-FFF2-40B4-BE49-F238E27FC236}">
                <a16:creationId xmlns:a16="http://schemas.microsoft.com/office/drawing/2014/main" id="{5F746F78-46EE-0858-A0B0-08F17A3CFE24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667829" y="4760731"/>
            <a:ext cx="3267567" cy="901215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</p:txBody>
      </p:sp>
      <p:sp>
        <p:nvSpPr>
          <p:cNvPr id="82" name="图片占位符 81">
            <a:extLst>
              <a:ext uri="{FF2B5EF4-FFF2-40B4-BE49-F238E27FC236}">
                <a16:creationId xmlns:a16="http://schemas.microsoft.com/office/drawing/2014/main" id="{8624CE0F-8265-CB33-2FFE-07C3EB73F5CF}"/>
              </a:ext>
            </a:extLst>
          </p:cNvPr>
          <p:cNvSpPr>
            <a:spLocks noGrp="1"/>
          </p:cNvSpPr>
          <p:nvPr userDrawn="1">
            <p:ph type="pic" sz="quarter" idx="17" hasCustomPrompt="1"/>
          </p:nvPr>
        </p:nvSpPr>
        <p:spPr>
          <a:xfrm>
            <a:off x="669038" y="1550027"/>
            <a:ext cx="3276565" cy="2242232"/>
          </a:xfrm>
          <a:solidFill>
            <a:srgbClr val="274A80"/>
          </a:solidFill>
        </p:spPr>
        <p:txBody>
          <a:bodyPr/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zh-CN" dirty="0"/>
              <a:t>Image placeholder</a:t>
            </a:r>
          </a:p>
          <a:p>
            <a:endParaRPr lang="zh-CN" altLang="en-US" dirty="0"/>
          </a:p>
        </p:txBody>
      </p:sp>
      <p:sp>
        <p:nvSpPr>
          <p:cNvPr id="83" name="文本占位符 3">
            <a:extLst>
              <a:ext uri="{FF2B5EF4-FFF2-40B4-BE49-F238E27FC236}">
                <a16:creationId xmlns:a16="http://schemas.microsoft.com/office/drawing/2014/main" id="{10F0FAC9-47BD-3916-F46C-6FEC0F7496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7894" y="3855911"/>
            <a:ext cx="3266823" cy="593188"/>
          </a:xfrm>
        </p:spPr>
        <p:txBody>
          <a:bodyPr anchor="ctr">
            <a:normAutofit/>
          </a:bodyPr>
          <a:lstStyle>
            <a:lvl1pPr marL="0" indent="0">
              <a:lnSpc>
                <a:spcPct val="120000"/>
              </a:lnSpc>
              <a:buNone/>
              <a:defRPr sz="2000" b="1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pic>
        <p:nvPicPr>
          <p:cNvPr id="90" name="图片 89">
            <a:extLst>
              <a:ext uri="{FF2B5EF4-FFF2-40B4-BE49-F238E27FC236}">
                <a16:creationId xmlns:a16="http://schemas.microsoft.com/office/drawing/2014/main" id="{33670273-16E2-A4B4-EE06-87D83A34765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6400" y="457200"/>
            <a:ext cx="850170" cy="266318"/>
          </a:xfrm>
          <a:prstGeom prst="rect">
            <a:avLst/>
          </a:prstGeom>
        </p:spPr>
      </p:pic>
      <p:sp>
        <p:nvSpPr>
          <p:cNvPr id="2" name="Rectangle: Rounded Corners 5">
            <a:extLst>
              <a:ext uri="{FF2B5EF4-FFF2-40B4-BE49-F238E27FC236}">
                <a16:creationId xmlns:a16="http://schemas.microsoft.com/office/drawing/2014/main" id="{4F5EF373-AA7F-373D-030F-7E2EC982A37B}"/>
              </a:ext>
            </a:extLst>
          </p:cNvPr>
          <p:cNvSpPr/>
          <p:nvPr userDrawn="1"/>
        </p:nvSpPr>
        <p:spPr>
          <a:xfrm>
            <a:off x="4567169" y="1572600"/>
            <a:ext cx="3275437" cy="4369580"/>
          </a:xfrm>
          <a:prstGeom prst="roundRect">
            <a:avLst>
              <a:gd name="adj" fmla="val 1155"/>
            </a:avLst>
          </a:prstGeom>
          <a:solidFill>
            <a:schemeClr val="bg1"/>
          </a:solidFill>
          <a:ln>
            <a:noFill/>
          </a:ln>
          <a:effectLst>
            <a:outerShdw blurRad="152400" dist="25400" dir="5400000" algn="t" rotWithShape="0">
              <a:prstClr val="black">
                <a:alpha val="2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文本占位符 46">
            <a:extLst>
              <a:ext uri="{FF2B5EF4-FFF2-40B4-BE49-F238E27FC236}">
                <a16:creationId xmlns:a16="http://schemas.microsoft.com/office/drawing/2014/main" id="{0E55B80C-BF22-1041-9BC1-4015F37FF6B3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566729" y="4752847"/>
            <a:ext cx="3267567" cy="901215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</p:txBody>
      </p:sp>
      <p:sp>
        <p:nvSpPr>
          <p:cNvPr id="4" name="图片占位符 81">
            <a:extLst>
              <a:ext uri="{FF2B5EF4-FFF2-40B4-BE49-F238E27FC236}">
                <a16:creationId xmlns:a16="http://schemas.microsoft.com/office/drawing/2014/main" id="{648EB414-AE0B-E02D-165D-FF85CB04E7E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4557052" y="1542143"/>
            <a:ext cx="3276565" cy="2242232"/>
          </a:xfrm>
          <a:solidFill>
            <a:srgbClr val="274A80"/>
          </a:solidFill>
        </p:spPr>
        <p:txBody>
          <a:bodyPr/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zh-CN" dirty="0"/>
              <a:t>Image placeholder</a:t>
            </a:r>
          </a:p>
          <a:p>
            <a:endParaRPr lang="zh-CN" altLang="en-US" dirty="0"/>
          </a:p>
        </p:txBody>
      </p:sp>
      <p:sp>
        <p:nvSpPr>
          <p:cNvPr id="5" name="文本占位符 3">
            <a:extLst>
              <a:ext uri="{FF2B5EF4-FFF2-40B4-BE49-F238E27FC236}">
                <a16:creationId xmlns:a16="http://schemas.microsoft.com/office/drawing/2014/main" id="{8816A3E8-6F43-7149-DB43-42E6C9D4F97E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566794" y="3848027"/>
            <a:ext cx="3266823" cy="593188"/>
          </a:xfrm>
        </p:spPr>
        <p:txBody>
          <a:bodyPr anchor="ctr">
            <a:normAutofit/>
          </a:bodyPr>
          <a:lstStyle>
            <a:lvl1pPr marL="0" indent="0">
              <a:lnSpc>
                <a:spcPct val="120000"/>
              </a:lnSpc>
              <a:buNone/>
              <a:defRPr lang="zh-CN" altLang="en-US" sz="2000" b="1" kern="12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marL="0" lvl="0" indent="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zh-CN" altLang="en-US" dirty="0"/>
              <a:t>单击此处编辑内容标题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A2F305B-3CE5-0F0F-D8E6-647BDFCC6AAC}"/>
              </a:ext>
            </a:extLst>
          </p:cNvPr>
          <p:cNvSpPr/>
          <p:nvPr userDrawn="1"/>
        </p:nvSpPr>
        <p:spPr>
          <a:xfrm>
            <a:off x="8258413" y="1567543"/>
            <a:ext cx="3275437" cy="4369580"/>
          </a:xfrm>
          <a:prstGeom prst="roundRect">
            <a:avLst>
              <a:gd name="adj" fmla="val 1155"/>
            </a:avLst>
          </a:prstGeom>
          <a:solidFill>
            <a:schemeClr val="bg1"/>
          </a:solidFill>
          <a:ln>
            <a:noFill/>
          </a:ln>
          <a:effectLst>
            <a:outerShdw blurRad="152400" dist="25400" dir="5400000" algn="t" rotWithShape="0">
              <a:prstClr val="black">
                <a:alpha val="2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文本占位符 46">
            <a:extLst>
              <a:ext uri="{FF2B5EF4-FFF2-40B4-BE49-F238E27FC236}">
                <a16:creationId xmlns:a16="http://schemas.microsoft.com/office/drawing/2014/main" id="{8943194F-DF05-8144-C69A-A1CDA358717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257973" y="4747790"/>
            <a:ext cx="3267567" cy="901215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</p:txBody>
      </p:sp>
      <p:sp>
        <p:nvSpPr>
          <p:cNvPr id="8" name="图片占位符 81">
            <a:extLst>
              <a:ext uri="{FF2B5EF4-FFF2-40B4-BE49-F238E27FC236}">
                <a16:creationId xmlns:a16="http://schemas.microsoft.com/office/drawing/2014/main" id="{1CAA11EC-2381-D268-2D3B-0E22E44176D6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8248296" y="1537086"/>
            <a:ext cx="3276565" cy="2242232"/>
          </a:xfrm>
          <a:solidFill>
            <a:srgbClr val="274A80"/>
          </a:solidFill>
        </p:spPr>
        <p:txBody>
          <a:bodyPr/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zh-CN" dirty="0"/>
              <a:t>Image placeholder</a:t>
            </a:r>
          </a:p>
          <a:p>
            <a:endParaRPr lang="zh-CN" altLang="en-US" dirty="0"/>
          </a:p>
        </p:txBody>
      </p:sp>
      <p:sp>
        <p:nvSpPr>
          <p:cNvPr id="9" name="文本占位符 3">
            <a:extLst>
              <a:ext uri="{FF2B5EF4-FFF2-40B4-BE49-F238E27FC236}">
                <a16:creationId xmlns:a16="http://schemas.microsoft.com/office/drawing/2014/main" id="{CEDE1CB9-1E9A-AE8A-ED5A-1EC597E4DA24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258038" y="3842970"/>
            <a:ext cx="3266823" cy="593188"/>
          </a:xfrm>
        </p:spPr>
        <p:txBody>
          <a:bodyPr anchor="ctr">
            <a:normAutofit/>
          </a:bodyPr>
          <a:lstStyle>
            <a:lvl1pPr marL="0" indent="0">
              <a:lnSpc>
                <a:spcPct val="120000"/>
              </a:lnSpc>
              <a:buNone/>
              <a:defRPr lang="zh-CN" altLang="en-US" sz="2000" b="1" kern="12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marL="0" lvl="0" indent="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zh-CN" altLang="en-US" dirty="0"/>
              <a:t>单击此处编辑内容标题</a:t>
            </a:r>
          </a:p>
        </p:txBody>
      </p:sp>
      <p:sp>
        <p:nvSpPr>
          <p:cNvPr id="10" name="标题 1">
            <a:extLst>
              <a:ext uri="{FF2B5EF4-FFF2-40B4-BE49-F238E27FC236}">
                <a16:creationId xmlns:a16="http://schemas.microsoft.com/office/drawing/2014/main" id="{65DECD8A-B1F4-7D4E-B4BE-8DAEAA1D24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zh-CN" altLang="en-US" sz="2000" b="1" kern="12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226389871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版_白底图文混排4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: 圆角 17">
            <a:extLst>
              <a:ext uri="{FF2B5EF4-FFF2-40B4-BE49-F238E27FC236}">
                <a16:creationId xmlns:a16="http://schemas.microsoft.com/office/drawing/2014/main" id="{241DDEBC-CF11-F945-07F1-39ADA3843A4F}"/>
              </a:ext>
            </a:extLst>
          </p:cNvPr>
          <p:cNvSpPr/>
          <p:nvPr userDrawn="1"/>
        </p:nvSpPr>
        <p:spPr>
          <a:xfrm>
            <a:off x="550409" y="1709198"/>
            <a:ext cx="2531654" cy="4141447"/>
          </a:xfrm>
          <a:prstGeom prst="roundRect">
            <a:avLst>
              <a:gd name="adj" fmla="val 3736"/>
            </a:avLst>
          </a:prstGeom>
          <a:gradFill>
            <a:gsLst>
              <a:gs pos="0">
                <a:srgbClr val="FFFFFF">
                  <a:alpha val="50000"/>
                </a:srgbClr>
              </a:gs>
              <a:gs pos="100000">
                <a:srgbClr val="FFFFFF"/>
              </a:gs>
            </a:gsLst>
            <a:lin ang="5400000" scaled="1"/>
          </a:gradFill>
          <a:ln w="12700" cap="flat">
            <a:solidFill>
              <a:srgbClr val="FFFFFF"/>
            </a:solidFill>
            <a:prstDash val="solid"/>
            <a:miter/>
          </a:ln>
          <a:effectLst>
            <a:outerShdw blurRad="571500" dist="254000" dir="5400000" algn="t" rotWithShape="0">
              <a:schemeClr val="bg1">
                <a:lumMod val="50000"/>
                <a:alpha val="10000"/>
              </a:scheme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iSans Normal"/>
            </a:endParaRPr>
          </a:p>
        </p:txBody>
      </p:sp>
      <p:sp>
        <p:nvSpPr>
          <p:cNvPr id="10" name="Picture Placeholder 23">
            <a:extLst>
              <a:ext uri="{FF2B5EF4-FFF2-40B4-BE49-F238E27FC236}">
                <a16:creationId xmlns:a16="http://schemas.microsoft.com/office/drawing/2014/main" id="{55530CDA-B379-3823-9344-FD8E96FA2E1B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35136" y="2429711"/>
            <a:ext cx="2362200" cy="1815261"/>
          </a:xfrm>
          <a:custGeom>
            <a:avLst/>
            <a:gdLst>
              <a:gd name="connsiteX0" fmla="*/ 166418 w 2087010"/>
              <a:gd name="connsiteY0" fmla="*/ 0 h 2374268"/>
              <a:gd name="connsiteX1" fmla="*/ 1920592 w 2087010"/>
              <a:gd name="connsiteY1" fmla="*/ 0 h 2374268"/>
              <a:gd name="connsiteX2" fmla="*/ 2087010 w 2087010"/>
              <a:gd name="connsiteY2" fmla="*/ 166418 h 2374268"/>
              <a:gd name="connsiteX3" fmla="*/ 2087010 w 2087010"/>
              <a:gd name="connsiteY3" fmla="*/ 2207850 h 2374268"/>
              <a:gd name="connsiteX4" fmla="*/ 1920592 w 2087010"/>
              <a:gd name="connsiteY4" fmla="*/ 2374268 h 2374268"/>
              <a:gd name="connsiteX5" fmla="*/ 166418 w 2087010"/>
              <a:gd name="connsiteY5" fmla="*/ 2374268 h 2374268"/>
              <a:gd name="connsiteX6" fmla="*/ 0 w 2087010"/>
              <a:gd name="connsiteY6" fmla="*/ 2207850 h 2374268"/>
              <a:gd name="connsiteX7" fmla="*/ 0 w 2087010"/>
              <a:gd name="connsiteY7" fmla="*/ 166418 h 2374268"/>
              <a:gd name="connsiteX8" fmla="*/ 166418 w 2087010"/>
              <a:gd name="connsiteY8" fmla="*/ 0 h 23742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87010" h="2374268">
                <a:moveTo>
                  <a:pt x="166418" y="0"/>
                </a:moveTo>
                <a:lnTo>
                  <a:pt x="1920592" y="0"/>
                </a:lnTo>
                <a:cubicBezTo>
                  <a:pt x="2012502" y="0"/>
                  <a:pt x="2087010" y="74508"/>
                  <a:pt x="2087010" y="166418"/>
                </a:cubicBezTo>
                <a:lnTo>
                  <a:pt x="2087010" y="2207850"/>
                </a:lnTo>
                <a:cubicBezTo>
                  <a:pt x="2087010" y="2299760"/>
                  <a:pt x="2012502" y="2374268"/>
                  <a:pt x="1920592" y="2374268"/>
                </a:cubicBezTo>
                <a:lnTo>
                  <a:pt x="166418" y="2374268"/>
                </a:lnTo>
                <a:cubicBezTo>
                  <a:pt x="74508" y="2374268"/>
                  <a:pt x="0" y="2299760"/>
                  <a:pt x="0" y="2207850"/>
                </a:cubicBezTo>
                <a:lnTo>
                  <a:pt x="0" y="166418"/>
                </a:lnTo>
                <a:cubicBezTo>
                  <a:pt x="0" y="74508"/>
                  <a:pt x="74508" y="0"/>
                  <a:pt x="166418" y="0"/>
                </a:cubicBezTo>
                <a:close/>
              </a:path>
            </a:pathLst>
          </a:custGeom>
          <a:solidFill>
            <a:schemeClr val="bg1">
              <a:lumMod val="75000"/>
              <a:alpha val="0"/>
            </a:schemeClr>
          </a:solidFill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14" name="文本占位符 46">
            <a:extLst>
              <a:ext uri="{FF2B5EF4-FFF2-40B4-BE49-F238E27FC236}">
                <a16:creationId xmlns:a16="http://schemas.microsoft.com/office/drawing/2014/main" id="{F0C14F84-3523-2590-3B87-15F7835003E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381" y="4623759"/>
            <a:ext cx="2325711" cy="1037442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20000"/>
              </a:lnSpc>
              <a:buFont typeface="Arial" panose="020B0604020202020204" pitchFamily="34" charset="0"/>
              <a:buChar char="•"/>
              <a:defRPr lang="zh-CN" altLang="en-US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 algn="ctr">
              <a:lnSpc>
                <a:spcPct val="12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0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285750" marR="0" lvl="0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1"/>
            <a:endParaRPr lang="en-US" altLang="zh-CN" dirty="0"/>
          </a:p>
        </p:txBody>
      </p:sp>
      <p:sp>
        <p:nvSpPr>
          <p:cNvPr id="22" name="矩形: 圆角 21">
            <a:extLst>
              <a:ext uri="{FF2B5EF4-FFF2-40B4-BE49-F238E27FC236}">
                <a16:creationId xmlns:a16="http://schemas.microsoft.com/office/drawing/2014/main" id="{24EC6B87-EEA3-4A2E-A554-197A75613F32}"/>
              </a:ext>
            </a:extLst>
          </p:cNvPr>
          <p:cNvSpPr/>
          <p:nvPr userDrawn="1"/>
        </p:nvSpPr>
        <p:spPr>
          <a:xfrm>
            <a:off x="635136" y="1709198"/>
            <a:ext cx="2446927" cy="479212"/>
          </a:xfrm>
          <a:prstGeom prst="roundRect">
            <a:avLst>
              <a:gd name="adj" fmla="val 19900"/>
            </a:avLst>
          </a:prstGeom>
          <a:solidFill>
            <a:srgbClr val="274A80"/>
          </a:solidFill>
          <a:ln w="12700" cap="flat" cmpd="sng" algn="ctr">
            <a:gradFill>
              <a:gsLst>
                <a:gs pos="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2700000" scaled="0"/>
            </a:gradFill>
            <a:prstDash val="solid"/>
          </a:ln>
          <a:effectLst>
            <a:outerShdw blurRad="317500" dist="152400" dir="5400000" sx="90000" sy="90000" algn="ctr" rotWithShape="0">
              <a:schemeClr val="bg1">
                <a:lumMod val="50000"/>
                <a:alpha val="30000"/>
              </a:scheme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iSans Semibold"/>
              <a:ea typeface="MiSans Semibold"/>
              <a:cs typeface="+mn-cs"/>
            </a:endParaRPr>
          </a:p>
        </p:txBody>
      </p:sp>
      <p:sp>
        <p:nvSpPr>
          <p:cNvPr id="23" name="文本占位符 3">
            <a:extLst>
              <a:ext uri="{FF2B5EF4-FFF2-40B4-BE49-F238E27FC236}">
                <a16:creationId xmlns:a16="http://schemas.microsoft.com/office/drawing/2014/main" id="{F45E73B2-C5F6-49BB-C2A6-2F37EE7B24C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06801" y="1651100"/>
            <a:ext cx="1491870" cy="593188"/>
          </a:xfrm>
        </p:spPr>
        <p:txBody>
          <a:bodyPr anchor="ctr"/>
          <a:lstStyle>
            <a:lvl1pPr marL="0" indent="0" algn="ctr">
              <a:buNone/>
              <a:defRPr sz="1800" b="1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内容标题</a:t>
            </a:r>
          </a:p>
        </p:txBody>
      </p:sp>
      <p:sp>
        <p:nvSpPr>
          <p:cNvPr id="39" name="矩形: 圆角 38">
            <a:extLst>
              <a:ext uri="{FF2B5EF4-FFF2-40B4-BE49-F238E27FC236}">
                <a16:creationId xmlns:a16="http://schemas.microsoft.com/office/drawing/2014/main" id="{B46DED1E-1688-6D64-1C8E-2AA1E6576484}"/>
              </a:ext>
            </a:extLst>
          </p:cNvPr>
          <p:cNvSpPr/>
          <p:nvPr userDrawn="1"/>
        </p:nvSpPr>
        <p:spPr>
          <a:xfrm>
            <a:off x="3477065" y="1709198"/>
            <a:ext cx="2531654" cy="4141447"/>
          </a:xfrm>
          <a:prstGeom prst="roundRect">
            <a:avLst>
              <a:gd name="adj" fmla="val 3736"/>
            </a:avLst>
          </a:prstGeom>
          <a:gradFill>
            <a:gsLst>
              <a:gs pos="0">
                <a:srgbClr val="FFFFFF">
                  <a:alpha val="50000"/>
                </a:srgbClr>
              </a:gs>
              <a:gs pos="100000">
                <a:srgbClr val="FFFFFF"/>
              </a:gs>
            </a:gsLst>
            <a:lin ang="5400000" scaled="1"/>
          </a:gradFill>
          <a:ln w="12700" cap="flat">
            <a:solidFill>
              <a:srgbClr val="FFFFFF"/>
            </a:solidFill>
            <a:prstDash val="solid"/>
            <a:miter/>
          </a:ln>
          <a:effectLst>
            <a:outerShdw blurRad="571500" dist="254000" dir="5400000" algn="t" rotWithShape="0">
              <a:schemeClr val="bg1">
                <a:lumMod val="50000"/>
                <a:alpha val="10000"/>
              </a:scheme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iSans Normal"/>
            </a:endParaRPr>
          </a:p>
        </p:txBody>
      </p:sp>
      <p:sp>
        <p:nvSpPr>
          <p:cNvPr id="40" name="Picture Placeholder 23">
            <a:extLst>
              <a:ext uri="{FF2B5EF4-FFF2-40B4-BE49-F238E27FC236}">
                <a16:creationId xmlns:a16="http://schemas.microsoft.com/office/drawing/2014/main" id="{63CAD5FA-5366-E5D3-7A10-105D8F709AC4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561792" y="2429711"/>
            <a:ext cx="2362200" cy="1815261"/>
          </a:xfrm>
          <a:custGeom>
            <a:avLst/>
            <a:gdLst>
              <a:gd name="connsiteX0" fmla="*/ 166418 w 2087010"/>
              <a:gd name="connsiteY0" fmla="*/ 0 h 2374268"/>
              <a:gd name="connsiteX1" fmla="*/ 1920592 w 2087010"/>
              <a:gd name="connsiteY1" fmla="*/ 0 h 2374268"/>
              <a:gd name="connsiteX2" fmla="*/ 2087010 w 2087010"/>
              <a:gd name="connsiteY2" fmla="*/ 166418 h 2374268"/>
              <a:gd name="connsiteX3" fmla="*/ 2087010 w 2087010"/>
              <a:gd name="connsiteY3" fmla="*/ 2207850 h 2374268"/>
              <a:gd name="connsiteX4" fmla="*/ 1920592 w 2087010"/>
              <a:gd name="connsiteY4" fmla="*/ 2374268 h 2374268"/>
              <a:gd name="connsiteX5" fmla="*/ 166418 w 2087010"/>
              <a:gd name="connsiteY5" fmla="*/ 2374268 h 2374268"/>
              <a:gd name="connsiteX6" fmla="*/ 0 w 2087010"/>
              <a:gd name="connsiteY6" fmla="*/ 2207850 h 2374268"/>
              <a:gd name="connsiteX7" fmla="*/ 0 w 2087010"/>
              <a:gd name="connsiteY7" fmla="*/ 166418 h 2374268"/>
              <a:gd name="connsiteX8" fmla="*/ 166418 w 2087010"/>
              <a:gd name="connsiteY8" fmla="*/ 0 h 23742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87010" h="2374268">
                <a:moveTo>
                  <a:pt x="166418" y="0"/>
                </a:moveTo>
                <a:lnTo>
                  <a:pt x="1920592" y="0"/>
                </a:lnTo>
                <a:cubicBezTo>
                  <a:pt x="2012502" y="0"/>
                  <a:pt x="2087010" y="74508"/>
                  <a:pt x="2087010" y="166418"/>
                </a:cubicBezTo>
                <a:lnTo>
                  <a:pt x="2087010" y="2207850"/>
                </a:lnTo>
                <a:cubicBezTo>
                  <a:pt x="2087010" y="2299760"/>
                  <a:pt x="2012502" y="2374268"/>
                  <a:pt x="1920592" y="2374268"/>
                </a:cubicBezTo>
                <a:lnTo>
                  <a:pt x="166418" y="2374268"/>
                </a:lnTo>
                <a:cubicBezTo>
                  <a:pt x="74508" y="2374268"/>
                  <a:pt x="0" y="2299760"/>
                  <a:pt x="0" y="2207850"/>
                </a:cubicBezTo>
                <a:lnTo>
                  <a:pt x="0" y="166418"/>
                </a:lnTo>
                <a:cubicBezTo>
                  <a:pt x="0" y="74508"/>
                  <a:pt x="74508" y="0"/>
                  <a:pt x="166418" y="0"/>
                </a:cubicBezTo>
                <a:close/>
              </a:path>
            </a:pathLst>
          </a:custGeom>
          <a:solidFill>
            <a:schemeClr val="bg1">
              <a:lumMod val="75000"/>
              <a:alpha val="0"/>
            </a:schemeClr>
          </a:solidFill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41" name="文本占位符 46">
            <a:extLst>
              <a:ext uri="{FF2B5EF4-FFF2-40B4-BE49-F238E27FC236}">
                <a16:creationId xmlns:a16="http://schemas.microsoft.com/office/drawing/2014/main" id="{BC46CA4C-621C-5385-785A-13E34B31131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80037" y="4623759"/>
            <a:ext cx="2325711" cy="1037442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20000"/>
              </a:lnSpc>
              <a:buFont typeface="Arial" panose="020B0604020202020204" pitchFamily="34" charset="0"/>
              <a:buChar char="•"/>
              <a:defRPr lang="zh-CN" altLang="en-US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 algn="ctr">
              <a:lnSpc>
                <a:spcPct val="12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0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285750" marR="0" lvl="0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1"/>
            <a:endParaRPr lang="en-US" altLang="zh-CN" dirty="0"/>
          </a:p>
        </p:txBody>
      </p:sp>
      <p:sp>
        <p:nvSpPr>
          <p:cNvPr id="42" name="矩形: 圆角 41">
            <a:extLst>
              <a:ext uri="{FF2B5EF4-FFF2-40B4-BE49-F238E27FC236}">
                <a16:creationId xmlns:a16="http://schemas.microsoft.com/office/drawing/2014/main" id="{6DD4EDE2-3A3B-E352-4914-F376F7506EDE}"/>
              </a:ext>
            </a:extLst>
          </p:cNvPr>
          <p:cNvSpPr/>
          <p:nvPr userDrawn="1"/>
        </p:nvSpPr>
        <p:spPr>
          <a:xfrm>
            <a:off x="3561792" y="1709198"/>
            <a:ext cx="2446927" cy="479212"/>
          </a:xfrm>
          <a:prstGeom prst="roundRect">
            <a:avLst>
              <a:gd name="adj" fmla="val 19900"/>
            </a:avLst>
          </a:prstGeom>
          <a:solidFill>
            <a:srgbClr val="274A80"/>
          </a:solidFill>
          <a:ln w="12700" cap="flat" cmpd="sng" algn="ctr">
            <a:gradFill>
              <a:gsLst>
                <a:gs pos="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2700000" scaled="0"/>
            </a:gradFill>
            <a:prstDash val="solid"/>
          </a:ln>
          <a:effectLst>
            <a:outerShdw blurRad="317500" dist="152400" dir="5400000" sx="90000" sy="90000" algn="ctr" rotWithShape="0">
              <a:schemeClr val="bg1">
                <a:lumMod val="50000"/>
                <a:alpha val="30000"/>
              </a:schemeClr>
            </a:outerShdw>
          </a:effectLst>
        </p:spPr>
        <p:txBody>
          <a:bodyPr rtlCol="0" anchor="ctr"/>
          <a:lstStyle/>
          <a:p>
            <a: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iSans Semibold"/>
              <a:ea typeface="MiSans Semibold"/>
            </a:endParaRPr>
          </a:p>
        </p:txBody>
      </p:sp>
      <p:sp>
        <p:nvSpPr>
          <p:cNvPr id="43" name="文本占位符 3">
            <a:extLst>
              <a:ext uri="{FF2B5EF4-FFF2-40B4-BE49-F238E27FC236}">
                <a16:creationId xmlns:a16="http://schemas.microsoft.com/office/drawing/2014/main" id="{89BCF6DB-7ABA-7B4A-B3A0-6366DFA7A11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33457" y="1651100"/>
            <a:ext cx="1491870" cy="593188"/>
          </a:xfrm>
        </p:spPr>
        <p:txBody>
          <a:bodyPr anchor="ctr"/>
          <a:lstStyle>
            <a:lvl1pPr marL="0" indent="0" algn="ctr">
              <a:buNone/>
              <a:defRPr sz="1800" b="1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内容标题</a:t>
            </a:r>
          </a:p>
        </p:txBody>
      </p:sp>
      <p:sp>
        <p:nvSpPr>
          <p:cNvPr id="44" name="矩形: 圆角 43">
            <a:extLst>
              <a:ext uri="{FF2B5EF4-FFF2-40B4-BE49-F238E27FC236}">
                <a16:creationId xmlns:a16="http://schemas.microsoft.com/office/drawing/2014/main" id="{6E91CE80-AC26-B72D-C103-E8E94948E933}"/>
              </a:ext>
            </a:extLst>
          </p:cNvPr>
          <p:cNvSpPr/>
          <p:nvPr userDrawn="1"/>
        </p:nvSpPr>
        <p:spPr>
          <a:xfrm>
            <a:off x="6404443" y="1709198"/>
            <a:ext cx="2531654" cy="4141447"/>
          </a:xfrm>
          <a:prstGeom prst="roundRect">
            <a:avLst>
              <a:gd name="adj" fmla="val 3736"/>
            </a:avLst>
          </a:prstGeom>
          <a:gradFill>
            <a:gsLst>
              <a:gs pos="0">
                <a:srgbClr val="FFFFFF">
                  <a:alpha val="50000"/>
                </a:srgbClr>
              </a:gs>
              <a:gs pos="100000">
                <a:srgbClr val="FFFFFF"/>
              </a:gs>
            </a:gsLst>
            <a:lin ang="5400000" scaled="1"/>
          </a:gradFill>
          <a:ln w="12700" cap="flat">
            <a:solidFill>
              <a:srgbClr val="FFFFFF"/>
            </a:solidFill>
            <a:prstDash val="solid"/>
            <a:miter/>
          </a:ln>
          <a:effectLst>
            <a:outerShdw blurRad="571500" dist="254000" dir="5400000" algn="t" rotWithShape="0">
              <a:schemeClr val="bg1">
                <a:lumMod val="50000"/>
                <a:alpha val="10000"/>
              </a:scheme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iSans Normal"/>
            </a:endParaRPr>
          </a:p>
        </p:txBody>
      </p:sp>
      <p:sp>
        <p:nvSpPr>
          <p:cNvPr id="45" name="Picture Placeholder 23">
            <a:extLst>
              <a:ext uri="{FF2B5EF4-FFF2-40B4-BE49-F238E27FC236}">
                <a16:creationId xmlns:a16="http://schemas.microsoft.com/office/drawing/2014/main" id="{53648FAA-A8B7-F4DF-6ECD-4C11FC465A23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6489170" y="2429711"/>
            <a:ext cx="2362200" cy="1815261"/>
          </a:xfrm>
          <a:custGeom>
            <a:avLst/>
            <a:gdLst>
              <a:gd name="connsiteX0" fmla="*/ 166418 w 2087010"/>
              <a:gd name="connsiteY0" fmla="*/ 0 h 2374268"/>
              <a:gd name="connsiteX1" fmla="*/ 1920592 w 2087010"/>
              <a:gd name="connsiteY1" fmla="*/ 0 h 2374268"/>
              <a:gd name="connsiteX2" fmla="*/ 2087010 w 2087010"/>
              <a:gd name="connsiteY2" fmla="*/ 166418 h 2374268"/>
              <a:gd name="connsiteX3" fmla="*/ 2087010 w 2087010"/>
              <a:gd name="connsiteY3" fmla="*/ 2207850 h 2374268"/>
              <a:gd name="connsiteX4" fmla="*/ 1920592 w 2087010"/>
              <a:gd name="connsiteY4" fmla="*/ 2374268 h 2374268"/>
              <a:gd name="connsiteX5" fmla="*/ 166418 w 2087010"/>
              <a:gd name="connsiteY5" fmla="*/ 2374268 h 2374268"/>
              <a:gd name="connsiteX6" fmla="*/ 0 w 2087010"/>
              <a:gd name="connsiteY6" fmla="*/ 2207850 h 2374268"/>
              <a:gd name="connsiteX7" fmla="*/ 0 w 2087010"/>
              <a:gd name="connsiteY7" fmla="*/ 166418 h 2374268"/>
              <a:gd name="connsiteX8" fmla="*/ 166418 w 2087010"/>
              <a:gd name="connsiteY8" fmla="*/ 0 h 23742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87010" h="2374268">
                <a:moveTo>
                  <a:pt x="166418" y="0"/>
                </a:moveTo>
                <a:lnTo>
                  <a:pt x="1920592" y="0"/>
                </a:lnTo>
                <a:cubicBezTo>
                  <a:pt x="2012502" y="0"/>
                  <a:pt x="2087010" y="74508"/>
                  <a:pt x="2087010" y="166418"/>
                </a:cubicBezTo>
                <a:lnTo>
                  <a:pt x="2087010" y="2207850"/>
                </a:lnTo>
                <a:cubicBezTo>
                  <a:pt x="2087010" y="2299760"/>
                  <a:pt x="2012502" y="2374268"/>
                  <a:pt x="1920592" y="2374268"/>
                </a:cubicBezTo>
                <a:lnTo>
                  <a:pt x="166418" y="2374268"/>
                </a:lnTo>
                <a:cubicBezTo>
                  <a:pt x="74508" y="2374268"/>
                  <a:pt x="0" y="2299760"/>
                  <a:pt x="0" y="2207850"/>
                </a:cubicBezTo>
                <a:lnTo>
                  <a:pt x="0" y="166418"/>
                </a:lnTo>
                <a:cubicBezTo>
                  <a:pt x="0" y="74508"/>
                  <a:pt x="74508" y="0"/>
                  <a:pt x="166418" y="0"/>
                </a:cubicBezTo>
                <a:close/>
              </a:path>
            </a:pathLst>
          </a:custGeom>
          <a:solidFill>
            <a:schemeClr val="bg1">
              <a:lumMod val="75000"/>
              <a:alpha val="0"/>
            </a:schemeClr>
          </a:solidFill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46" name="文本占位符 46">
            <a:extLst>
              <a:ext uri="{FF2B5EF4-FFF2-40B4-BE49-F238E27FC236}">
                <a16:creationId xmlns:a16="http://schemas.microsoft.com/office/drawing/2014/main" id="{09540700-EEB0-7DB2-6F32-EA8ED8B7667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507415" y="4623759"/>
            <a:ext cx="2325711" cy="1037442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20000"/>
              </a:lnSpc>
              <a:buFont typeface="Arial" panose="020B0604020202020204" pitchFamily="34" charset="0"/>
              <a:buChar char="•"/>
              <a:defRPr lang="zh-CN" altLang="en-US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 algn="ctr">
              <a:lnSpc>
                <a:spcPct val="12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0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285750" marR="0" lvl="0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1"/>
            <a:endParaRPr lang="en-US" altLang="zh-CN" dirty="0"/>
          </a:p>
        </p:txBody>
      </p:sp>
      <p:sp>
        <p:nvSpPr>
          <p:cNvPr id="47" name="矩形: 圆角 46">
            <a:extLst>
              <a:ext uri="{FF2B5EF4-FFF2-40B4-BE49-F238E27FC236}">
                <a16:creationId xmlns:a16="http://schemas.microsoft.com/office/drawing/2014/main" id="{30DF0DB5-C0B0-5F39-FC0C-42A6753E8FBE}"/>
              </a:ext>
            </a:extLst>
          </p:cNvPr>
          <p:cNvSpPr/>
          <p:nvPr userDrawn="1"/>
        </p:nvSpPr>
        <p:spPr>
          <a:xfrm>
            <a:off x="6489170" y="1709198"/>
            <a:ext cx="2446927" cy="479212"/>
          </a:xfrm>
          <a:prstGeom prst="roundRect">
            <a:avLst>
              <a:gd name="adj" fmla="val 19900"/>
            </a:avLst>
          </a:prstGeom>
          <a:solidFill>
            <a:srgbClr val="274A80"/>
          </a:solidFill>
          <a:ln w="12700" cap="flat" cmpd="sng" algn="ctr">
            <a:gradFill>
              <a:gsLst>
                <a:gs pos="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2700000" scaled="0"/>
            </a:gradFill>
            <a:prstDash val="solid"/>
          </a:ln>
          <a:effectLst>
            <a:outerShdw blurRad="317500" dist="152400" dir="5400000" sx="90000" sy="90000" algn="ctr" rotWithShape="0">
              <a:schemeClr val="bg1">
                <a:lumMod val="50000"/>
                <a:alpha val="30000"/>
              </a:schemeClr>
            </a:outerShdw>
          </a:effectLst>
        </p:spPr>
        <p:txBody>
          <a:bodyPr rtlCol="0" anchor="ctr"/>
          <a:lstStyle/>
          <a:p>
            <a: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iSans Semibold"/>
              <a:ea typeface="MiSans Semibold"/>
            </a:endParaRPr>
          </a:p>
        </p:txBody>
      </p:sp>
      <p:sp>
        <p:nvSpPr>
          <p:cNvPr id="48" name="文本占位符 3">
            <a:extLst>
              <a:ext uri="{FF2B5EF4-FFF2-40B4-BE49-F238E27FC236}">
                <a16:creationId xmlns:a16="http://schemas.microsoft.com/office/drawing/2014/main" id="{4733C18E-26C4-AD42-5B12-44E3E2CD7AF4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60835" y="1651100"/>
            <a:ext cx="1491870" cy="593188"/>
          </a:xfrm>
        </p:spPr>
        <p:txBody>
          <a:bodyPr anchor="ctr"/>
          <a:lstStyle>
            <a:lvl1pPr marL="0" indent="0" algn="ctr">
              <a:buNone/>
              <a:defRPr sz="1800" b="1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内容标题</a:t>
            </a:r>
          </a:p>
        </p:txBody>
      </p:sp>
      <p:sp>
        <p:nvSpPr>
          <p:cNvPr id="49" name="矩形: 圆角 48">
            <a:extLst>
              <a:ext uri="{FF2B5EF4-FFF2-40B4-BE49-F238E27FC236}">
                <a16:creationId xmlns:a16="http://schemas.microsoft.com/office/drawing/2014/main" id="{DE8EA6C7-89F2-A967-67EB-AE4A53DCF73C}"/>
              </a:ext>
            </a:extLst>
          </p:cNvPr>
          <p:cNvSpPr/>
          <p:nvPr userDrawn="1"/>
        </p:nvSpPr>
        <p:spPr>
          <a:xfrm>
            <a:off x="9335460" y="1709198"/>
            <a:ext cx="2531654" cy="4141447"/>
          </a:xfrm>
          <a:prstGeom prst="roundRect">
            <a:avLst>
              <a:gd name="adj" fmla="val 3736"/>
            </a:avLst>
          </a:prstGeom>
          <a:gradFill>
            <a:gsLst>
              <a:gs pos="0">
                <a:srgbClr val="FFFFFF">
                  <a:alpha val="50000"/>
                </a:srgbClr>
              </a:gs>
              <a:gs pos="100000">
                <a:srgbClr val="FFFFFF"/>
              </a:gs>
            </a:gsLst>
            <a:lin ang="5400000" scaled="1"/>
          </a:gradFill>
          <a:ln w="12700" cap="flat">
            <a:solidFill>
              <a:srgbClr val="FFFFFF"/>
            </a:solidFill>
            <a:prstDash val="solid"/>
            <a:miter/>
          </a:ln>
          <a:effectLst>
            <a:outerShdw blurRad="571500" dist="254000" dir="5400000" algn="t" rotWithShape="0">
              <a:schemeClr val="bg1">
                <a:lumMod val="50000"/>
                <a:alpha val="10000"/>
              </a:scheme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iSans Normal"/>
            </a:endParaRPr>
          </a:p>
        </p:txBody>
      </p:sp>
      <p:sp>
        <p:nvSpPr>
          <p:cNvPr id="50" name="Picture Placeholder 23">
            <a:extLst>
              <a:ext uri="{FF2B5EF4-FFF2-40B4-BE49-F238E27FC236}">
                <a16:creationId xmlns:a16="http://schemas.microsoft.com/office/drawing/2014/main" id="{D1BDB99B-2824-92BE-D653-FB4B5DED0281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9420187" y="2429711"/>
            <a:ext cx="2362200" cy="1815261"/>
          </a:xfrm>
          <a:custGeom>
            <a:avLst/>
            <a:gdLst>
              <a:gd name="connsiteX0" fmla="*/ 166418 w 2087010"/>
              <a:gd name="connsiteY0" fmla="*/ 0 h 2374268"/>
              <a:gd name="connsiteX1" fmla="*/ 1920592 w 2087010"/>
              <a:gd name="connsiteY1" fmla="*/ 0 h 2374268"/>
              <a:gd name="connsiteX2" fmla="*/ 2087010 w 2087010"/>
              <a:gd name="connsiteY2" fmla="*/ 166418 h 2374268"/>
              <a:gd name="connsiteX3" fmla="*/ 2087010 w 2087010"/>
              <a:gd name="connsiteY3" fmla="*/ 2207850 h 2374268"/>
              <a:gd name="connsiteX4" fmla="*/ 1920592 w 2087010"/>
              <a:gd name="connsiteY4" fmla="*/ 2374268 h 2374268"/>
              <a:gd name="connsiteX5" fmla="*/ 166418 w 2087010"/>
              <a:gd name="connsiteY5" fmla="*/ 2374268 h 2374268"/>
              <a:gd name="connsiteX6" fmla="*/ 0 w 2087010"/>
              <a:gd name="connsiteY6" fmla="*/ 2207850 h 2374268"/>
              <a:gd name="connsiteX7" fmla="*/ 0 w 2087010"/>
              <a:gd name="connsiteY7" fmla="*/ 166418 h 2374268"/>
              <a:gd name="connsiteX8" fmla="*/ 166418 w 2087010"/>
              <a:gd name="connsiteY8" fmla="*/ 0 h 23742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87010" h="2374268">
                <a:moveTo>
                  <a:pt x="166418" y="0"/>
                </a:moveTo>
                <a:lnTo>
                  <a:pt x="1920592" y="0"/>
                </a:lnTo>
                <a:cubicBezTo>
                  <a:pt x="2012502" y="0"/>
                  <a:pt x="2087010" y="74508"/>
                  <a:pt x="2087010" y="166418"/>
                </a:cubicBezTo>
                <a:lnTo>
                  <a:pt x="2087010" y="2207850"/>
                </a:lnTo>
                <a:cubicBezTo>
                  <a:pt x="2087010" y="2299760"/>
                  <a:pt x="2012502" y="2374268"/>
                  <a:pt x="1920592" y="2374268"/>
                </a:cubicBezTo>
                <a:lnTo>
                  <a:pt x="166418" y="2374268"/>
                </a:lnTo>
                <a:cubicBezTo>
                  <a:pt x="74508" y="2374268"/>
                  <a:pt x="0" y="2299760"/>
                  <a:pt x="0" y="2207850"/>
                </a:cubicBezTo>
                <a:lnTo>
                  <a:pt x="0" y="166418"/>
                </a:lnTo>
                <a:cubicBezTo>
                  <a:pt x="0" y="74508"/>
                  <a:pt x="74508" y="0"/>
                  <a:pt x="166418" y="0"/>
                </a:cubicBezTo>
                <a:close/>
              </a:path>
            </a:pathLst>
          </a:custGeom>
          <a:solidFill>
            <a:schemeClr val="bg1">
              <a:lumMod val="75000"/>
              <a:alpha val="0"/>
            </a:schemeClr>
          </a:solidFill>
        </p:spPr>
        <p:txBody>
          <a:bodyPr wrap="square">
            <a:noAutofit/>
          </a:bodyPr>
          <a:lstStyle>
            <a:lvl1pPr marL="0" indent="0" algn="ctr">
              <a:buNone/>
              <a:defRPr sz="12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51" name="文本占位符 46">
            <a:extLst>
              <a:ext uri="{FF2B5EF4-FFF2-40B4-BE49-F238E27FC236}">
                <a16:creationId xmlns:a16="http://schemas.microsoft.com/office/drawing/2014/main" id="{E29C3C38-CDA4-394E-F200-1E0C32B6959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438432" y="4623759"/>
            <a:ext cx="2325711" cy="1037442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20000"/>
              </a:lnSpc>
              <a:buFont typeface="Arial" panose="020B0604020202020204" pitchFamily="34" charset="0"/>
              <a:buChar char="•"/>
              <a:defRPr lang="zh-CN" altLang="en-US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 algn="ctr">
              <a:lnSpc>
                <a:spcPct val="12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0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285750" marR="0" lvl="0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1"/>
            <a:endParaRPr lang="en-US" altLang="zh-CN" dirty="0"/>
          </a:p>
        </p:txBody>
      </p:sp>
      <p:sp>
        <p:nvSpPr>
          <p:cNvPr id="52" name="矩形: 圆角 51">
            <a:extLst>
              <a:ext uri="{FF2B5EF4-FFF2-40B4-BE49-F238E27FC236}">
                <a16:creationId xmlns:a16="http://schemas.microsoft.com/office/drawing/2014/main" id="{043D9E66-23D8-5A1F-2E15-56BBA96869BE}"/>
              </a:ext>
            </a:extLst>
          </p:cNvPr>
          <p:cNvSpPr/>
          <p:nvPr userDrawn="1"/>
        </p:nvSpPr>
        <p:spPr>
          <a:xfrm>
            <a:off x="9420187" y="1709198"/>
            <a:ext cx="2446927" cy="479212"/>
          </a:xfrm>
          <a:prstGeom prst="roundRect">
            <a:avLst>
              <a:gd name="adj" fmla="val 19900"/>
            </a:avLst>
          </a:prstGeom>
          <a:solidFill>
            <a:srgbClr val="274A80"/>
          </a:solidFill>
          <a:ln w="12700" cap="flat" cmpd="sng" algn="ctr">
            <a:gradFill>
              <a:gsLst>
                <a:gs pos="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2700000" scaled="0"/>
            </a:gradFill>
            <a:prstDash val="solid"/>
          </a:ln>
          <a:effectLst>
            <a:outerShdw blurRad="317500" dist="152400" dir="5400000" sx="90000" sy="90000" algn="ctr" rotWithShape="0">
              <a:schemeClr val="bg1">
                <a:lumMod val="50000"/>
                <a:alpha val="30000"/>
              </a:schemeClr>
            </a:outerShdw>
          </a:effectLst>
        </p:spPr>
        <p:txBody>
          <a:bodyPr rtlCol="0" anchor="ctr"/>
          <a:lstStyle/>
          <a:p>
            <a: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iSans Semibold"/>
              <a:ea typeface="MiSans Semibold"/>
            </a:endParaRPr>
          </a:p>
        </p:txBody>
      </p:sp>
      <p:sp>
        <p:nvSpPr>
          <p:cNvPr id="53" name="文本占位符 3">
            <a:extLst>
              <a:ext uri="{FF2B5EF4-FFF2-40B4-BE49-F238E27FC236}">
                <a16:creationId xmlns:a16="http://schemas.microsoft.com/office/drawing/2014/main" id="{85F8FA7C-73B2-AC5C-C156-824928D7D3F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791852" y="1651100"/>
            <a:ext cx="1491870" cy="593188"/>
          </a:xfrm>
        </p:spPr>
        <p:txBody>
          <a:bodyPr anchor="ctr"/>
          <a:lstStyle>
            <a:lvl1pPr marL="0" indent="0" algn="ctr">
              <a:buNone/>
              <a:defRPr sz="1800" b="1">
                <a:solidFill>
                  <a:srgbClr val="E6E6E6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内容标题</a:t>
            </a:r>
          </a:p>
        </p:txBody>
      </p:sp>
      <p:grpSp>
        <p:nvGrpSpPr>
          <p:cNvPr id="55" name="组合 54">
            <a:extLst>
              <a:ext uri="{FF2B5EF4-FFF2-40B4-BE49-F238E27FC236}">
                <a16:creationId xmlns:a16="http://schemas.microsoft.com/office/drawing/2014/main" id="{AFFD41D9-7C48-A27C-83AB-0487F2435CC7}"/>
              </a:ext>
            </a:extLst>
          </p:cNvPr>
          <p:cNvGrpSpPr/>
          <p:nvPr userDrawn="1"/>
        </p:nvGrpSpPr>
        <p:grpSpPr>
          <a:xfrm>
            <a:off x="454461" y="549639"/>
            <a:ext cx="270969" cy="271633"/>
            <a:chOff x="1332621" y="1432995"/>
            <a:chExt cx="270969" cy="271633"/>
          </a:xfrm>
        </p:grpSpPr>
        <p:grpSp>
          <p:nvGrpSpPr>
            <p:cNvPr id="56" name="图形 18">
              <a:extLst>
                <a:ext uri="{FF2B5EF4-FFF2-40B4-BE49-F238E27FC236}">
                  <a16:creationId xmlns:a16="http://schemas.microsoft.com/office/drawing/2014/main" id="{00A89F14-307A-3B8C-44AB-EDB041A83D52}"/>
                </a:ext>
              </a:extLst>
            </p:cNvPr>
            <p:cNvGrpSpPr/>
            <p:nvPr/>
          </p:nvGrpSpPr>
          <p:grpSpPr>
            <a:xfrm>
              <a:off x="1332621" y="1432995"/>
              <a:ext cx="267005" cy="271633"/>
              <a:chOff x="1332621" y="1432995"/>
              <a:chExt cx="267005" cy="271633"/>
            </a:xfrm>
          </p:grpSpPr>
          <p:sp>
            <p:nvSpPr>
              <p:cNvPr id="58" name="任意多边形: 形状 57">
                <a:extLst>
                  <a:ext uri="{FF2B5EF4-FFF2-40B4-BE49-F238E27FC236}">
                    <a16:creationId xmlns:a16="http://schemas.microsoft.com/office/drawing/2014/main" id="{760B6F7B-B96D-6534-3991-E7A03DA6B7F0}"/>
                  </a:ext>
                </a:extLst>
              </p:cNvPr>
              <p:cNvSpPr/>
              <p:nvPr/>
            </p:nvSpPr>
            <p:spPr>
              <a:xfrm>
                <a:off x="1336722" y="1437656"/>
                <a:ext cx="262904" cy="262734"/>
              </a:xfrm>
              <a:custGeom>
                <a:avLst/>
                <a:gdLst>
                  <a:gd name="connsiteX0" fmla="*/ 63643 w 262904"/>
                  <a:gd name="connsiteY0" fmla="*/ 53531 h 262734"/>
                  <a:gd name="connsiteX1" fmla="*/ 53349 w 262904"/>
                  <a:gd name="connsiteY1" fmla="*/ 199416 h 262734"/>
                  <a:gd name="connsiteX2" fmla="*/ 199233 w 262904"/>
                  <a:gd name="connsiteY2" fmla="*/ 209287 h 262734"/>
                  <a:gd name="connsiteX3" fmla="*/ 209527 w 262904"/>
                  <a:gd name="connsiteY3" fmla="*/ 63403 h 262734"/>
                  <a:gd name="connsiteX4" fmla="*/ 63643 w 262904"/>
                  <a:gd name="connsiteY4" fmla="*/ 53531 h 262734"/>
                  <a:gd name="connsiteX5" fmla="*/ 63643 w 262904"/>
                  <a:gd name="connsiteY5" fmla="*/ 53531 h 262734"/>
                  <a:gd name="connsiteX6" fmla="*/ 45249 w 262904"/>
                  <a:gd name="connsiteY6" fmla="*/ 32437 h 262734"/>
                  <a:gd name="connsiteX7" fmla="*/ 230705 w 262904"/>
                  <a:gd name="connsiteY7" fmla="*/ 44925 h 262734"/>
                  <a:gd name="connsiteX8" fmla="*/ 217627 w 262904"/>
                  <a:gd name="connsiteY8" fmla="*/ 230297 h 262734"/>
                  <a:gd name="connsiteX9" fmla="*/ 32171 w 262904"/>
                  <a:gd name="connsiteY9" fmla="*/ 217809 h 262734"/>
                  <a:gd name="connsiteX10" fmla="*/ 45249 w 262904"/>
                  <a:gd name="connsiteY10" fmla="*/ 32437 h 262734"/>
                  <a:gd name="connsiteX11" fmla="*/ 45249 w 262904"/>
                  <a:gd name="connsiteY11" fmla="*/ 32437 h 26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904" h="262734">
                    <a:moveTo>
                      <a:pt x="63643" y="53531"/>
                    </a:moveTo>
                    <a:cubicBezTo>
                      <a:pt x="20527" y="91078"/>
                      <a:pt x="15886" y="156384"/>
                      <a:pt x="53349" y="199416"/>
                    </a:cubicBezTo>
                    <a:cubicBezTo>
                      <a:pt x="90811" y="242447"/>
                      <a:pt x="156118" y="246834"/>
                      <a:pt x="199233" y="209287"/>
                    </a:cubicBezTo>
                    <a:cubicBezTo>
                      <a:pt x="242349" y="171741"/>
                      <a:pt x="246989" y="106434"/>
                      <a:pt x="209527" y="63403"/>
                    </a:cubicBezTo>
                    <a:cubicBezTo>
                      <a:pt x="172064" y="20372"/>
                      <a:pt x="106758" y="15900"/>
                      <a:pt x="63643" y="53531"/>
                    </a:cubicBezTo>
                    <a:lnTo>
                      <a:pt x="63643" y="53531"/>
                    </a:lnTo>
                    <a:close/>
                    <a:moveTo>
                      <a:pt x="45249" y="32437"/>
                    </a:moveTo>
                    <a:cubicBezTo>
                      <a:pt x="100093" y="-15319"/>
                      <a:pt x="183118" y="-9666"/>
                      <a:pt x="230705" y="44925"/>
                    </a:cubicBezTo>
                    <a:cubicBezTo>
                      <a:pt x="278293" y="99600"/>
                      <a:pt x="272471" y="182541"/>
                      <a:pt x="217627" y="230297"/>
                    </a:cubicBezTo>
                    <a:cubicBezTo>
                      <a:pt x="162783" y="278053"/>
                      <a:pt x="79758" y="272400"/>
                      <a:pt x="32171" y="217809"/>
                    </a:cubicBezTo>
                    <a:cubicBezTo>
                      <a:pt x="-15417" y="163134"/>
                      <a:pt x="-9511" y="80194"/>
                      <a:pt x="45249" y="32437"/>
                    </a:cubicBezTo>
                    <a:lnTo>
                      <a:pt x="45249" y="32437"/>
                    </a:lnTo>
                    <a:close/>
                  </a:path>
                </a:pathLst>
              </a:custGeom>
              <a:solidFill>
                <a:srgbClr val="4472C4">
                  <a:alpha val="15000"/>
                </a:srgbClr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" name="任意多边形: 形状 58">
                <a:extLst>
                  <a:ext uri="{FF2B5EF4-FFF2-40B4-BE49-F238E27FC236}">
                    <a16:creationId xmlns:a16="http://schemas.microsoft.com/office/drawing/2014/main" id="{12BF9100-B951-4726-AE6E-FC6824A18F13}"/>
                  </a:ext>
                </a:extLst>
              </p:cNvPr>
              <p:cNvSpPr/>
              <p:nvPr/>
            </p:nvSpPr>
            <p:spPr>
              <a:xfrm>
                <a:off x="1332621" y="1432995"/>
                <a:ext cx="259279" cy="271633"/>
              </a:xfrm>
              <a:custGeom>
                <a:avLst/>
                <a:gdLst>
                  <a:gd name="connsiteX0" fmla="*/ 239784 w 259279"/>
                  <a:gd name="connsiteY0" fmla="*/ 208379 h 271633"/>
                  <a:gd name="connsiteX1" fmla="*/ 239784 w 259279"/>
                  <a:gd name="connsiteY1" fmla="*/ 208379 h 271633"/>
                  <a:gd name="connsiteX2" fmla="*/ 239784 w 259279"/>
                  <a:gd name="connsiteY2" fmla="*/ 208379 h 271633"/>
                  <a:gd name="connsiteX3" fmla="*/ 239784 w 259279"/>
                  <a:gd name="connsiteY3" fmla="*/ 208379 h 271633"/>
                  <a:gd name="connsiteX4" fmla="*/ 239784 w 259279"/>
                  <a:gd name="connsiteY4" fmla="*/ 208379 h 271633"/>
                  <a:gd name="connsiteX5" fmla="*/ 64622 w 259279"/>
                  <a:gd name="connsiteY5" fmla="*/ 54395 h 271633"/>
                  <a:gd name="connsiteX6" fmla="*/ 99638 w 259279"/>
                  <a:gd name="connsiteY6" fmla="*/ 33976 h 271633"/>
                  <a:gd name="connsiteX7" fmla="*/ 237338 w 259279"/>
                  <a:gd name="connsiteY7" fmla="*/ 100042 h 271633"/>
                  <a:gd name="connsiteX8" fmla="*/ 237338 w 259279"/>
                  <a:gd name="connsiteY8" fmla="*/ 100126 h 271633"/>
                  <a:gd name="connsiteX9" fmla="*/ 234553 w 259279"/>
                  <a:gd name="connsiteY9" fmla="*/ 105864 h 271633"/>
                  <a:gd name="connsiteX10" fmla="*/ 228816 w 259279"/>
                  <a:gd name="connsiteY10" fmla="*/ 102995 h 271633"/>
                  <a:gd name="connsiteX11" fmla="*/ 217088 w 259279"/>
                  <a:gd name="connsiteY11" fmla="*/ 79876 h 271633"/>
                  <a:gd name="connsiteX12" fmla="*/ 79641 w 259279"/>
                  <a:gd name="connsiteY12" fmla="*/ 54142 h 271633"/>
                  <a:gd name="connsiteX13" fmla="*/ 54075 w 259279"/>
                  <a:gd name="connsiteY13" fmla="*/ 191504 h 271633"/>
                  <a:gd name="connsiteX14" fmla="*/ 191522 w 259279"/>
                  <a:gd name="connsiteY14" fmla="*/ 217239 h 271633"/>
                  <a:gd name="connsiteX15" fmla="*/ 197428 w 259279"/>
                  <a:gd name="connsiteY15" fmla="*/ 217998 h 271633"/>
                  <a:gd name="connsiteX16" fmla="*/ 197006 w 259279"/>
                  <a:gd name="connsiteY16" fmla="*/ 224326 h 271633"/>
                  <a:gd name="connsiteX17" fmla="*/ 196584 w 259279"/>
                  <a:gd name="connsiteY17" fmla="*/ 224664 h 271633"/>
                  <a:gd name="connsiteX18" fmla="*/ 54075 w 259279"/>
                  <a:gd name="connsiteY18" fmla="*/ 206523 h 271633"/>
                  <a:gd name="connsiteX19" fmla="*/ 64622 w 259279"/>
                  <a:gd name="connsiteY19" fmla="*/ 54395 h 271633"/>
                  <a:gd name="connsiteX20" fmla="*/ 64622 w 259279"/>
                  <a:gd name="connsiteY20" fmla="*/ 54395 h 271633"/>
                  <a:gd name="connsiteX21" fmla="*/ 54750 w 259279"/>
                  <a:gd name="connsiteY21" fmla="*/ 26804 h 271633"/>
                  <a:gd name="connsiteX22" fmla="*/ 78375 w 259279"/>
                  <a:gd name="connsiteY22" fmla="*/ 12714 h 271633"/>
                  <a:gd name="connsiteX23" fmla="*/ 258769 w 259279"/>
                  <a:gd name="connsiteY23" fmla="*/ 78526 h 271633"/>
                  <a:gd name="connsiteX24" fmla="*/ 258938 w 259279"/>
                  <a:gd name="connsiteY24" fmla="*/ 78864 h 271633"/>
                  <a:gd name="connsiteX25" fmla="*/ 256491 w 259279"/>
                  <a:gd name="connsiteY25" fmla="*/ 84770 h 271633"/>
                  <a:gd name="connsiteX26" fmla="*/ 250584 w 259279"/>
                  <a:gd name="connsiteY26" fmla="*/ 82323 h 271633"/>
                  <a:gd name="connsiteX27" fmla="*/ 208144 w 259279"/>
                  <a:gd name="connsiteY27" fmla="*/ 31867 h 271633"/>
                  <a:gd name="connsiteX28" fmla="*/ 31716 w 259279"/>
                  <a:gd name="connsiteY28" fmla="*/ 63339 h 271633"/>
                  <a:gd name="connsiteX29" fmla="*/ 63356 w 259279"/>
                  <a:gd name="connsiteY29" fmla="*/ 239851 h 271633"/>
                  <a:gd name="connsiteX30" fmla="*/ 223078 w 259279"/>
                  <a:gd name="connsiteY30" fmla="*/ 227870 h 271633"/>
                  <a:gd name="connsiteX31" fmla="*/ 239784 w 259279"/>
                  <a:gd name="connsiteY31" fmla="*/ 208379 h 271633"/>
                  <a:gd name="connsiteX32" fmla="*/ 246028 w 259279"/>
                  <a:gd name="connsiteY32" fmla="*/ 207282 h 271633"/>
                  <a:gd name="connsiteX33" fmla="*/ 247125 w 259279"/>
                  <a:gd name="connsiteY33" fmla="*/ 213526 h 271633"/>
                  <a:gd name="connsiteX34" fmla="*/ 193125 w 259279"/>
                  <a:gd name="connsiteY34" fmla="*/ 258920 h 271633"/>
                  <a:gd name="connsiteX35" fmla="*/ 12731 w 259279"/>
                  <a:gd name="connsiteY35" fmla="*/ 193107 h 271633"/>
                  <a:gd name="connsiteX36" fmla="*/ 54750 w 259279"/>
                  <a:gd name="connsiteY36" fmla="*/ 26804 h 271633"/>
                  <a:gd name="connsiteX37" fmla="*/ 54750 w 259279"/>
                  <a:gd name="connsiteY37" fmla="*/ 26804 h 27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59279" h="271633">
                    <a:moveTo>
                      <a:pt x="239784" y="208379"/>
                    </a:move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close/>
                    <a:moveTo>
                      <a:pt x="64622" y="54395"/>
                    </a:moveTo>
                    <a:cubicBezTo>
                      <a:pt x="74916" y="45451"/>
                      <a:pt x="86813" y="38532"/>
                      <a:pt x="99638" y="33976"/>
                    </a:cubicBezTo>
                    <a:cubicBezTo>
                      <a:pt x="155916" y="14232"/>
                      <a:pt x="217509" y="43764"/>
                      <a:pt x="237338" y="100042"/>
                    </a:cubicBezTo>
                    <a:cubicBezTo>
                      <a:pt x="237338" y="100042"/>
                      <a:pt x="237338" y="100126"/>
                      <a:pt x="237338" y="100126"/>
                    </a:cubicBezTo>
                    <a:cubicBezTo>
                      <a:pt x="238097" y="102489"/>
                      <a:pt x="236831" y="105020"/>
                      <a:pt x="234553" y="105864"/>
                    </a:cubicBezTo>
                    <a:cubicBezTo>
                      <a:pt x="232191" y="106623"/>
                      <a:pt x="229659" y="105357"/>
                      <a:pt x="228816" y="102995"/>
                    </a:cubicBezTo>
                    <a:cubicBezTo>
                      <a:pt x="225947" y="94811"/>
                      <a:pt x="221981" y="87048"/>
                      <a:pt x="217088" y="79876"/>
                    </a:cubicBezTo>
                    <a:cubicBezTo>
                      <a:pt x="186206" y="34820"/>
                      <a:pt x="124697" y="23345"/>
                      <a:pt x="79641" y="54142"/>
                    </a:cubicBezTo>
                    <a:cubicBezTo>
                      <a:pt x="34669" y="85023"/>
                      <a:pt x="23194" y="146532"/>
                      <a:pt x="54075" y="191504"/>
                    </a:cubicBezTo>
                    <a:cubicBezTo>
                      <a:pt x="84956" y="236561"/>
                      <a:pt x="146466" y="248036"/>
                      <a:pt x="191522" y="217239"/>
                    </a:cubicBezTo>
                    <a:cubicBezTo>
                      <a:pt x="193378" y="215973"/>
                      <a:pt x="195994" y="216226"/>
                      <a:pt x="197428" y="217998"/>
                    </a:cubicBezTo>
                    <a:cubicBezTo>
                      <a:pt x="199031" y="219854"/>
                      <a:pt x="198863" y="222723"/>
                      <a:pt x="197006" y="224326"/>
                    </a:cubicBezTo>
                    <a:cubicBezTo>
                      <a:pt x="196838" y="224411"/>
                      <a:pt x="196753" y="224579"/>
                      <a:pt x="196584" y="224664"/>
                    </a:cubicBezTo>
                    <a:cubicBezTo>
                      <a:pt x="151444" y="255714"/>
                      <a:pt x="90103" y="247867"/>
                      <a:pt x="54075" y="206523"/>
                    </a:cubicBezTo>
                    <a:cubicBezTo>
                      <a:pt x="15009" y="161720"/>
                      <a:pt x="19734" y="93545"/>
                      <a:pt x="64622" y="54395"/>
                    </a:cubicBezTo>
                    <a:lnTo>
                      <a:pt x="64622" y="54395"/>
                    </a:lnTo>
                    <a:close/>
                    <a:moveTo>
                      <a:pt x="54750" y="26804"/>
                    </a:moveTo>
                    <a:cubicBezTo>
                      <a:pt x="62006" y="21404"/>
                      <a:pt x="69853" y="16679"/>
                      <a:pt x="78375" y="12714"/>
                    </a:cubicBezTo>
                    <a:cubicBezTo>
                      <a:pt x="146297" y="-18927"/>
                      <a:pt x="227128" y="10520"/>
                      <a:pt x="258769" y="78526"/>
                    </a:cubicBezTo>
                    <a:cubicBezTo>
                      <a:pt x="258853" y="78611"/>
                      <a:pt x="258853" y="78779"/>
                      <a:pt x="258938" y="78864"/>
                    </a:cubicBezTo>
                    <a:cubicBezTo>
                      <a:pt x="259866" y="81142"/>
                      <a:pt x="258853" y="83757"/>
                      <a:pt x="256491" y="84770"/>
                    </a:cubicBezTo>
                    <a:cubicBezTo>
                      <a:pt x="254213" y="85698"/>
                      <a:pt x="251597" y="84686"/>
                      <a:pt x="250584" y="82323"/>
                    </a:cubicBezTo>
                    <a:cubicBezTo>
                      <a:pt x="241134" y="62073"/>
                      <a:pt x="226453" y="44607"/>
                      <a:pt x="208144" y="31867"/>
                    </a:cubicBezTo>
                    <a:cubicBezTo>
                      <a:pt x="150769" y="-8211"/>
                      <a:pt x="71709" y="5879"/>
                      <a:pt x="31716" y="63339"/>
                    </a:cubicBezTo>
                    <a:cubicBezTo>
                      <a:pt x="-8278" y="120714"/>
                      <a:pt x="5897" y="199773"/>
                      <a:pt x="63356" y="239851"/>
                    </a:cubicBezTo>
                    <a:cubicBezTo>
                      <a:pt x="113644" y="274867"/>
                      <a:pt x="180384" y="268539"/>
                      <a:pt x="223078" y="227870"/>
                    </a:cubicBezTo>
                    <a:lnTo>
                      <a:pt x="239784" y="208379"/>
                    </a:lnTo>
                    <a:lnTo>
                      <a:pt x="246028" y="207282"/>
                    </a:lnTo>
                    <a:cubicBezTo>
                      <a:pt x="248053" y="208717"/>
                      <a:pt x="248559" y="211501"/>
                      <a:pt x="247125" y="213526"/>
                    </a:cubicBezTo>
                    <a:cubicBezTo>
                      <a:pt x="233456" y="233186"/>
                      <a:pt x="214809" y="248795"/>
                      <a:pt x="193125" y="258920"/>
                    </a:cubicBezTo>
                    <a:cubicBezTo>
                      <a:pt x="125203" y="290561"/>
                      <a:pt x="44372" y="261114"/>
                      <a:pt x="12731" y="193107"/>
                    </a:cubicBezTo>
                    <a:cubicBezTo>
                      <a:pt x="-14944" y="133707"/>
                      <a:pt x="4041" y="64436"/>
                      <a:pt x="54750" y="26804"/>
                    </a:cubicBezTo>
                    <a:lnTo>
                      <a:pt x="54750" y="26804"/>
                    </a:lnTo>
                    <a:close/>
                  </a:path>
                </a:pathLst>
              </a:custGeom>
              <a:solidFill>
                <a:srgbClr val="002060"/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57" name="椭圆 56">
              <a:extLst>
                <a:ext uri="{FF2B5EF4-FFF2-40B4-BE49-F238E27FC236}">
                  <a16:creationId xmlns:a16="http://schemas.microsoft.com/office/drawing/2014/main" id="{72EE9217-C524-5277-84D4-8F545A4B4316}"/>
                </a:ext>
              </a:extLst>
            </p:cNvPr>
            <p:cNvSpPr/>
            <p:nvPr userDrawn="1"/>
          </p:nvSpPr>
          <p:spPr>
            <a:xfrm>
              <a:off x="1545990" y="1559228"/>
              <a:ext cx="57600" cy="57600"/>
            </a:xfrm>
            <a:prstGeom prst="ellipse">
              <a:avLst/>
            </a:prstGeom>
            <a:gradFill flip="none" rotWithShape="1">
              <a:gsLst>
                <a:gs pos="0">
                  <a:srgbClr val="4472C4">
                    <a:tint val="66000"/>
                    <a:satMod val="160000"/>
                  </a:srgbClr>
                </a:gs>
                <a:gs pos="50000">
                  <a:srgbClr val="4472C4">
                    <a:tint val="44500"/>
                    <a:satMod val="160000"/>
                  </a:srgbClr>
                </a:gs>
                <a:gs pos="100000">
                  <a:srgbClr val="4472C4">
                    <a:tint val="23500"/>
                    <a:satMod val="160000"/>
                  </a:srgbClr>
                </a:gs>
              </a:gsLst>
              <a:lin ang="13500000" scaled="1"/>
              <a:tileRect/>
            </a:gradFill>
            <a:ln w="6350">
              <a:solidFill>
                <a:srgbClr val="002060"/>
              </a:solidFill>
              <a:miter lim="800000"/>
              <a:headEnd/>
              <a:tailEnd/>
            </a:ln>
            <a:effectLst>
              <a:glow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pic>
        <p:nvPicPr>
          <p:cNvPr id="60" name="图片 59">
            <a:extLst>
              <a:ext uri="{FF2B5EF4-FFF2-40B4-BE49-F238E27FC236}">
                <a16:creationId xmlns:a16="http://schemas.microsoft.com/office/drawing/2014/main" id="{3C40CBE6-B93A-C4F5-6A79-696B1406245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6400" y="457200"/>
            <a:ext cx="850170" cy="266318"/>
          </a:xfrm>
          <a:prstGeom prst="rect">
            <a:avLst/>
          </a:prstGeom>
        </p:spPr>
      </p:pic>
      <p:sp>
        <p:nvSpPr>
          <p:cNvPr id="61" name="Rectangle 12">
            <a:extLst>
              <a:ext uri="{FF2B5EF4-FFF2-40B4-BE49-F238E27FC236}">
                <a16:creationId xmlns:a16="http://schemas.microsoft.com/office/drawing/2014/main" id="{49635F82-7E1E-8895-AF82-E7185168E09D}"/>
              </a:ext>
            </a:extLst>
          </p:cNvPr>
          <p:cNvSpPr/>
          <p:nvPr userDrawn="1"/>
        </p:nvSpPr>
        <p:spPr>
          <a:xfrm flipV="1">
            <a:off x="2562499" y="6547630"/>
            <a:ext cx="8851061" cy="14400"/>
          </a:xfrm>
          <a:prstGeom prst="rect">
            <a:avLst/>
          </a:prstGeom>
          <a:solidFill>
            <a:srgbClr val="4D71B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pic>
        <p:nvPicPr>
          <p:cNvPr id="62" name="图片 61">
            <a:extLst>
              <a:ext uri="{FF2B5EF4-FFF2-40B4-BE49-F238E27FC236}">
                <a16:creationId xmlns:a16="http://schemas.microsoft.com/office/drawing/2014/main" id="{DB2D65D0-B969-91CE-68FD-B8C2BC9600B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35411" y="6420199"/>
            <a:ext cx="1877675" cy="236618"/>
          </a:xfrm>
          <a:prstGeom prst="rect">
            <a:avLst/>
          </a:prstGeom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64BA3611-4D4D-C076-DD9E-352C56195E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zh-CN" altLang="en-US" sz="2000" b="1" kern="12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41367140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987 0.19213 L 1.66667E-6 -4.07407E-6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987" y="-9606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987 0.19213 L -2.5E-6 -4.07407E-6 " pathEditMode="relative" rAng="0" ptsTypes="AA">
                                      <p:cBhvr>
                                        <p:cTn id="1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987" y="-960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987 0.19213 L 3.33333E-6 -4.07407E-6 " pathEditMode="relative" rAng="0" ptsTypes="AA">
                                      <p:cBhvr>
                                        <p:cTn id="1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987" y="-960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987 0.19213 L -1.25E-6 -4.07407E-6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987" y="-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0" grpId="1" animBg="1"/>
      <p:bldP spid="40" grpId="0" animBg="1"/>
      <p:bldP spid="40" grpId="1" animBg="1"/>
      <p:bldP spid="45" grpId="0" animBg="1"/>
      <p:bldP spid="45" grpId="1" animBg="1"/>
      <p:bldP spid="50" grpId="0" animBg="1"/>
      <p:bldP spid="50" grpId="1" animBg="1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 descr="Billfish.zeFYVw">
            <a:extLst>
              <a:ext uri="{FF2B5EF4-FFF2-40B4-BE49-F238E27FC236}">
                <a16:creationId xmlns:a16="http://schemas.microsoft.com/office/drawing/2014/main" id="{4B370AF7-1717-86BC-71B7-1A8ED98AE4E3}"/>
              </a:ext>
            </a:extLst>
          </p:cNvPr>
          <p:cNvPicPr>
            <a:picLocks noGrp="1" noChangeAspect="1"/>
          </p:cNvPicPr>
          <p:nvPr isPhoto="1" userDrawn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" b="46"/>
          <a:stretch>
            <a:fillRect/>
          </a:stretch>
        </p:blipFill>
        <p:spPr>
          <a:xfrm>
            <a:off x="1" y="0"/>
            <a:ext cx="12191998" cy="6858000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FF1682CC-92E3-81D6-BE2B-FC1E96799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6400" y="457200"/>
            <a:ext cx="850170" cy="266318"/>
          </a:xfrm>
          <a:prstGeom prst="rect">
            <a:avLst/>
          </a:prstGeom>
        </p:spPr>
      </p:pic>
      <p:grpSp>
        <p:nvGrpSpPr>
          <p:cNvPr id="9" name="组合 8">
            <a:extLst>
              <a:ext uri="{FF2B5EF4-FFF2-40B4-BE49-F238E27FC236}">
                <a16:creationId xmlns:a16="http://schemas.microsoft.com/office/drawing/2014/main" id="{F3C6193D-93EE-ABA8-94A8-78A3651D66A5}"/>
              </a:ext>
            </a:extLst>
          </p:cNvPr>
          <p:cNvGrpSpPr/>
          <p:nvPr userDrawn="1"/>
        </p:nvGrpSpPr>
        <p:grpSpPr>
          <a:xfrm>
            <a:off x="454461" y="549639"/>
            <a:ext cx="270969" cy="271633"/>
            <a:chOff x="1332621" y="1432995"/>
            <a:chExt cx="270969" cy="271633"/>
          </a:xfrm>
        </p:grpSpPr>
        <p:grpSp>
          <p:nvGrpSpPr>
            <p:cNvPr id="10" name="图形 18">
              <a:extLst>
                <a:ext uri="{FF2B5EF4-FFF2-40B4-BE49-F238E27FC236}">
                  <a16:creationId xmlns:a16="http://schemas.microsoft.com/office/drawing/2014/main" id="{0FF02EF2-1177-34AF-4590-29E19DBC50B6}"/>
                </a:ext>
              </a:extLst>
            </p:cNvPr>
            <p:cNvGrpSpPr/>
            <p:nvPr/>
          </p:nvGrpSpPr>
          <p:grpSpPr>
            <a:xfrm>
              <a:off x="1332621" y="1432995"/>
              <a:ext cx="267005" cy="271633"/>
              <a:chOff x="1332621" y="1432995"/>
              <a:chExt cx="267005" cy="271633"/>
            </a:xfrm>
          </p:grpSpPr>
          <p:sp>
            <p:nvSpPr>
              <p:cNvPr id="12" name="任意多边形: 形状 11">
                <a:extLst>
                  <a:ext uri="{FF2B5EF4-FFF2-40B4-BE49-F238E27FC236}">
                    <a16:creationId xmlns:a16="http://schemas.microsoft.com/office/drawing/2014/main" id="{E63CECA2-AB57-995C-5CEB-B883B45D1D1B}"/>
                  </a:ext>
                </a:extLst>
              </p:cNvPr>
              <p:cNvSpPr/>
              <p:nvPr/>
            </p:nvSpPr>
            <p:spPr>
              <a:xfrm>
                <a:off x="1336722" y="1437656"/>
                <a:ext cx="262904" cy="262734"/>
              </a:xfrm>
              <a:custGeom>
                <a:avLst/>
                <a:gdLst>
                  <a:gd name="connsiteX0" fmla="*/ 63643 w 262904"/>
                  <a:gd name="connsiteY0" fmla="*/ 53531 h 262734"/>
                  <a:gd name="connsiteX1" fmla="*/ 53349 w 262904"/>
                  <a:gd name="connsiteY1" fmla="*/ 199416 h 262734"/>
                  <a:gd name="connsiteX2" fmla="*/ 199233 w 262904"/>
                  <a:gd name="connsiteY2" fmla="*/ 209287 h 262734"/>
                  <a:gd name="connsiteX3" fmla="*/ 209527 w 262904"/>
                  <a:gd name="connsiteY3" fmla="*/ 63403 h 262734"/>
                  <a:gd name="connsiteX4" fmla="*/ 63643 w 262904"/>
                  <a:gd name="connsiteY4" fmla="*/ 53531 h 262734"/>
                  <a:gd name="connsiteX5" fmla="*/ 63643 w 262904"/>
                  <a:gd name="connsiteY5" fmla="*/ 53531 h 262734"/>
                  <a:gd name="connsiteX6" fmla="*/ 45249 w 262904"/>
                  <a:gd name="connsiteY6" fmla="*/ 32437 h 262734"/>
                  <a:gd name="connsiteX7" fmla="*/ 230705 w 262904"/>
                  <a:gd name="connsiteY7" fmla="*/ 44925 h 262734"/>
                  <a:gd name="connsiteX8" fmla="*/ 217627 w 262904"/>
                  <a:gd name="connsiteY8" fmla="*/ 230297 h 262734"/>
                  <a:gd name="connsiteX9" fmla="*/ 32171 w 262904"/>
                  <a:gd name="connsiteY9" fmla="*/ 217809 h 262734"/>
                  <a:gd name="connsiteX10" fmla="*/ 45249 w 262904"/>
                  <a:gd name="connsiteY10" fmla="*/ 32437 h 262734"/>
                  <a:gd name="connsiteX11" fmla="*/ 45249 w 262904"/>
                  <a:gd name="connsiteY11" fmla="*/ 32437 h 26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904" h="262734">
                    <a:moveTo>
                      <a:pt x="63643" y="53531"/>
                    </a:moveTo>
                    <a:cubicBezTo>
                      <a:pt x="20527" y="91078"/>
                      <a:pt x="15886" y="156384"/>
                      <a:pt x="53349" y="199416"/>
                    </a:cubicBezTo>
                    <a:cubicBezTo>
                      <a:pt x="90811" y="242447"/>
                      <a:pt x="156118" y="246834"/>
                      <a:pt x="199233" y="209287"/>
                    </a:cubicBezTo>
                    <a:cubicBezTo>
                      <a:pt x="242349" y="171741"/>
                      <a:pt x="246989" y="106434"/>
                      <a:pt x="209527" y="63403"/>
                    </a:cubicBezTo>
                    <a:cubicBezTo>
                      <a:pt x="172064" y="20372"/>
                      <a:pt x="106758" y="15900"/>
                      <a:pt x="63643" y="53531"/>
                    </a:cubicBezTo>
                    <a:lnTo>
                      <a:pt x="63643" y="53531"/>
                    </a:lnTo>
                    <a:close/>
                    <a:moveTo>
                      <a:pt x="45249" y="32437"/>
                    </a:moveTo>
                    <a:cubicBezTo>
                      <a:pt x="100093" y="-15319"/>
                      <a:pt x="183118" y="-9666"/>
                      <a:pt x="230705" y="44925"/>
                    </a:cubicBezTo>
                    <a:cubicBezTo>
                      <a:pt x="278293" y="99600"/>
                      <a:pt x="272471" y="182541"/>
                      <a:pt x="217627" y="230297"/>
                    </a:cubicBezTo>
                    <a:cubicBezTo>
                      <a:pt x="162783" y="278053"/>
                      <a:pt x="79758" y="272400"/>
                      <a:pt x="32171" y="217809"/>
                    </a:cubicBezTo>
                    <a:cubicBezTo>
                      <a:pt x="-15417" y="163134"/>
                      <a:pt x="-9511" y="80194"/>
                      <a:pt x="45249" y="32437"/>
                    </a:cubicBezTo>
                    <a:lnTo>
                      <a:pt x="45249" y="32437"/>
                    </a:lnTo>
                    <a:close/>
                  </a:path>
                </a:pathLst>
              </a:custGeom>
              <a:solidFill>
                <a:srgbClr val="4472C4">
                  <a:alpha val="15000"/>
                </a:srgbClr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" name="任意多边形: 形状 12">
                <a:extLst>
                  <a:ext uri="{FF2B5EF4-FFF2-40B4-BE49-F238E27FC236}">
                    <a16:creationId xmlns:a16="http://schemas.microsoft.com/office/drawing/2014/main" id="{5628A5ED-DD7B-5084-1392-2FE6A9AFE341}"/>
                  </a:ext>
                </a:extLst>
              </p:cNvPr>
              <p:cNvSpPr/>
              <p:nvPr/>
            </p:nvSpPr>
            <p:spPr>
              <a:xfrm>
                <a:off x="1332621" y="1432995"/>
                <a:ext cx="259279" cy="271633"/>
              </a:xfrm>
              <a:custGeom>
                <a:avLst/>
                <a:gdLst>
                  <a:gd name="connsiteX0" fmla="*/ 239784 w 259279"/>
                  <a:gd name="connsiteY0" fmla="*/ 208379 h 271633"/>
                  <a:gd name="connsiteX1" fmla="*/ 239784 w 259279"/>
                  <a:gd name="connsiteY1" fmla="*/ 208379 h 271633"/>
                  <a:gd name="connsiteX2" fmla="*/ 239784 w 259279"/>
                  <a:gd name="connsiteY2" fmla="*/ 208379 h 271633"/>
                  <a:gd name="connsiteX3" fmla="*/ 239784 w 259279"/>
                  <a:gd name="connsiteY3" fmla="*/ 208379 h 271633"/>
                  <a:gd name="connsiteX4" fmla="*/ 239784 w 259279"/>
                  <a:gd name="connsiteY4" fmla="*/ 208379 h 271633"/>
                  <a:gd name="connsiteX5" fmla="*/ 64622 w 259279"/>
                  <a:gd name="connsiteY5" fmla="*/ 54395 h 271633"/>
                  <a:gd name="connsiteX6" fmla="*/ 99638 w 259279"/>
                  <a:gd name="connsiteY6" fmla="*/ 33976 h 271633"/>
                  <a:gd name="connsiteX7" fmla="*/ 237338 w 259279"/>
                  <a:gd name="connsiteY7" fmla="*/ 100042 h 271633"/>
                  <a:gd name="connsiteX8" fmla="*/ 237338 w 259279"/>
                  <a:gd name="connsiteY8" fmla="*/ 100126 h 271633"/>
                  <a:gd name="connsiteX9" fmla="*/ 234553 w 259279"/>
                  <a:gd name="connsiteY9" fmla="*/ 105864 h 271633"/>
                  <a:gd name="connsiteX10" fmla="*/ 228816 w 259279"/>
                  <a:gd name="connsiteY10" fmla="*/ 102995 h 271633"/>
                  <a:gd name="connsiteX11" fmla="*/ 217088 w 259279"/>
                  <a:gd name="connsiteY11" fmla="*/ 79876 h 271633"/>
                  <a:gd name="connsiteX12" fmla="*/ 79641 w 259279"/>
                  <a:gd name="connsiteY12" fmla="*/ 54142 h 271633"/>
                  <a:gd name="connsiteX13" fmla="*/ 54075 w 259279"/>
                  <a:gd name="connsiteY13" fmla="*/ 191504 h 271633"/>
                  <a:gd name="connsiteX14" fmla="*/ 191522 w 259279"/>
                  <a:gd name="connsiteY14" fmla="*/ 217239 h 271633"/>
                  <a:gd name="connsiteX15" fmla="*/ 197428 w 259279"/>
                  <a:gd name="connsiteY15" fmla="*/ 217998 h 271633"/>
                  <a:gd name="connsiteX16" fmla="*/ 197006 w 259279"/>
                  <a:gd name="connsiteY16" fmla="*/ 224326 h 271633"/>
                  <a:gd name="connsiteX17" fmla="*/ 196584 w 259279"/>
                  <a:gd name="connsiteY17" fmla="*/ 224664 h 271633"/>
                  <a:gd name="connsiteX18" fmla="*/ 54075 w 259279"/>
                  <a:gd name="connsiteY18" fmla="*/ 206523 h 271633"/>
                  <a:gd name="connsiteX19" fmla="*/ 64622 w 259279"/>
                  <a:gd name="connsiteY19" fmla="*/ 54395 h 271633"/>
                  <a:gd name="connsiteX20" fmla="*/ 64622 w 259279"/>
                  <a:gd name="connsiteY20" fmla="*/ 54395 h 271633"/>
                  <a:gd name="connsiteX21" fmla="*/ 54750 w 259279"/>
                  <a:gd name="connsiteY21" fmla="*/ 26804 h 271633"/>
                  <a:gd name="connsiteX22" fmla="*/ 78375 w 259279"/>
                  <a:gd name="connsiteY22" fmla="*/ 12714 h 271633"/>
                  <a:gd name="connsiteX23" fmla="*/ 258769 w 259279"/>
                  <a:gd name="connsiteY23" fmla="*/ 78526 h 271633"/>
                  <a:gd name="connsiteX24" fmla="*/ 258938 w 259279"/>
                  <a:gd name="connsiteY24" fmla="*/ 78864 h 271633"/>
                  <a:gd name="connsiteX25" fmla="*/ 256491 w 259279"/>
                  <a:gd name="connsiteY25" fmla="*/ 84770 h 271633"/>
                  <a:gd name="connsiteX26" fmla="*/ 250584 w 259279"/>
                  <a:gd name="connsiteY26" fmla="*/ 82323 h 271633"/>
                  <a:gd name="connsiteX27" fmla="*/ 208144 w 259279"/>
                  <a:gd name="connsiteY27" fmla="*/ 31867 h 271633"/>
                  <a:gd name="connsiteX28" fmla="*/ 31716 w 259279"/>
                  <a:gd name="connsiteY28" fmla="*/ 63339 h 271633"/>
                  <a:gd name="connsiteX29" fmla="*/ 63356 w 259279"/>
                  <a:gd name="connsiteY29" fmla="*/ 239851 h 271633"/>
                  <a:gd name="connsiteX30" fmla="*/ 223078 w 259279"/>
                  <a:gd name="connsiteY30" fmla="*/ 227870 h 271633"/>
                  <a:gd name="connsiteX31" fmla="*/ 239784 w 259279"/>
                  <a:gd name="connsiteY31" fmla="*/ 208379 h 271633"/>
                  <a:gd name="connsiteX32" fmla="*/ 246028 w 259279"/>
                  <a:gd name="connsiteY32" fmla="*/ 207282 h 271633"/>
                  <a:gd name="connsiteX33" fmla="*/ 247125 w 259279"/>
                  <a:gd name="connsiteY33" fmla="*/ 213526 h 271633"/>
                  <a:gd name="connsiteX34" fmla="*/ 193125 w 259279"/>
                  <a:gd name="connsiteY34" fmla="*/ 258920 h 271633"/>
                  <a:gd name="connsiteX35" fmla="*/ 12731 w 259279"/>
                  <a:gd name="connsiteY35" fmla="*/ 193107 h 271633"/>
                  <a:gd name="connsiteX36" fmla="*/ 54750 w 259279"/>
                  <a:gd name="connsiteY36" fmla="*/ 26804 h 271633"/>
                  <a:gd name="connsiteX37" fmla="*/ 54750 w 259279"/>
                  <a:gd name="connsiteY37" fmla="*/ 26804 h 27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59279" h="271633">
                    <a:moveTo>
                      <a:pt x="239784" y="208379"/>
                    </a:move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close/>
                    <a:moveTo>
                      <a:pt x="64622" y="54395"/>
                    </a:moveTo>
                    <a:cubicBezTo>
                      <a:pt x="74916" y="45451"/>
                      <a:pt x="86813" y="38532"/>
                      <a:pt x="99638" y="33976"/>
                    </a:cubicBezTo>
                    <a:cubicBezTo>
                      <a:pt x="155916" y="14232"/>
                      <a:pt x="217509" y="43764"/>
                      <a:pt x="237338" y="100042"/>
                    </a:cubicBezTo>
                    <a:cubicBezTo>
                      <a:pt x="237338" y="100042"/>
                      <a:pt x="237338" y="100126"/>
                      <a:pt x="237338" y="100126"/>
                    </a:cubicBezTo>
                    <a:cubicBezTo>
                      <a:pt x="238097" y="102489"/>
                      <a:pt x="236831" y="105020"/>
                      <a:pt x="234553" y="105864"/>
                    </a:cubicBezTo>
                    <a:cubicBezTo>
                      <a:pt x="232191" y="106623"/>
                      <a:pt x="229659" y="105357"/>
                      <a:pt x="228816" y="102995"/>
                    </a:cubicBezTo>
                    <a:cubicBezTo>
                      <a:pt x="225947" y="94811"/>
                      <a:pt x="221981" y="87048"/>
                      <a:pt x="217088" y="79876"/>
                    </a:cubicBezTo>
                    <a:cubicBezTo>
                      <a:pt x="186206" y="34820"/>
                      <a:pt x="124697" y="23345"/>
                      <a:pt x="79641" y="54142"/>
                    </a:cubicBezTo>
                    <a:cubicBezTo>
                      <a:pt x="34669" y="85023"/>
                      <a:pt x="23194" y="146532"/>
                      <a:pt x="54075" y="191504"/>
                    </a:cubicBezTo>
                    <a:cubicBezTo>
                      <a:pt x="84956" y="236561"/>
                      <a:pt x="146466" y="248036"/>
                      <a:pt x="191522" y="217239"/>
                    </a:cubicBezTo>
                    <a:cubicBezTo>
                      <a:pt x="193378" y="215973"/>
                      <a:pt x="195994" y="216226"/>
                      <a:pt x="197428" y="217998"/>
                    </a:cubicBezTo>
                    <a:cubicBezTo>
                      <a:pt x="199031" y="219854"/>
                      <a:pt x="198863" y="222723"/>
                      <a:pt x="197006" y="224326"/>
                    </a:cubicBezTo>
                    <a:cubicBezTo>
                      <a:pt x="196838" y="224411"/>
                      <a:pt x="196753" y="224579"/>
                      <a:pt x="196584" y="224664"/>
                    </a:cubicBezTo>
                    <a:cubicBezTo>
                      <a:pt x="151444" y="255714"/>
                      <a:pt x="90103" y="247867"/>
                      <a:pt x="54075" y="206523"/>
                    </a:cubicBezTo>
                    <a:cubicBezTo>
                      <a:pt x="15009" y="161720"/>
                      <a:pt x="19734" y="93545"/>
                      <a:pt x="64622" y="54395"/>
                    </a:cubicBezTo>
                    <a:lnTo>
                      <a:pt x="64622" y="54395"/>
                    </a:lnTo>
                    <a:close/>
                    <a:moveTo>
                      <a:pt x="54750" y="26804"/>
                    </a:moveTo>
                    <a:cubicBezTo>
                      <a:pt x="62006" y="21404"/>
                      <a:pt x="69853" y="16679"/>
                      <a:pt x="78375" y="12714"/>
                    </a:cubicBezTo>
                    <a:cubicBezTo>
                      <a:pt x="146297" y="-18927"/>
                      <a:pt x="227128" y="10520"/>
                      <a:pt x="258769" y="78526"/>
                    </a:cubicBezTo>
                    <a:cubicBezTo>
                      <a:pt x="258853" y="78611"/>
                      <a:pt x="258853" y="78779"/>
                      <a:pt x="258938" y="78864"/>
                    </a:cubicBezTo>
                    <a:cubicBezTo>
                      <a:pt x="259866" y="81142"/>
                      <a:pt x="258853" y="83757"/>
                      <a:pt x="256491" y="84770"/>
                    </a:cubicBezTo>
                    <a:cubicBezTo>
                      <a:pt x="254213" y="85698"/>
                      <a:pt x="251597" y="84686"/>
                      <a:pt x="250584" y="82323"/>
                    </a:cubicBezTo>
                    <a:cubicBezTo>
                      <a:pt x="241134" y="62073"/>
                      <a:pt x="226453" y="44607"/>
                      <a:pt x="208144" y="31867"/>
                    </a:cubicBezTo>
                    <a:cubicBezTo>
                      <a:pt x="150769" y="-8211"/>
                      <a:pt x="71709" y="5879"/>
                      <a:pt x="31716" y="63339"/>
                    </a:cubicBezTo>
                    <a:cubicBezTo>
                      <a:pt x="-8278" y="120714"/>
                      <a:pt x="5897" y="199773"/>
                      <a:pt x="63356" y="239851"/>
                    </a:cubicBezTo>
                    <a:cubicBezTo>
                      <a:pt x="113644" y="274867"/>
                      <a:pt x="180384" y="268539"/>
                      <a:pt x="223078" y="227870"/>
                    </a:cubicBezTo>
                    <a:lnTo>
                      <a:pt x="239784" y="208379"/>
                    </a:lnTo>
                    <a:lnTo>
                      <a:pt x="246028" y="207282"/>
                    </a:lnTo>
                    <a:cubicBezTo>
                      <a:pt x="248053" y="208717"/>
                      <a:pt x="248559" y="211501"/>
                      <a:pt x="247125" y="213526"/>
                    </a:cubicBezTo>
                    <a:cubicBezTo>
                      <a:pt x="233456" y="233186"/>
                      <a:pt x="214809" y="248795"/>
                      <a:pt x="193125" y="258920"/>
                    </a:cubicBezTo>
                    <a:cubicBezTo>
                      <a:pt x="125203" y="290561"/>
                      <a:pt x="44372" y="261114"/>
                      <a:pt x="12731" y="193107"/>
                    </a:cubicBezTo>
                    <a:cubicBezTo>
                      <a:pt x="-14944" y="133707"/>
                      <a:pt x="4041" y="64436"/>
                      <a:pt x="54750" y="26804"/>
                    </a:cubicBezTo>
                    <a:lnTo>
                      <a:pt x="54750" y="26804"/>
                    </a:lnTo>
                    <a:close/>
                  </a:path>
                </a:pathLst>
              </a:custGeom>
              <a:solidFill>
                <a:srgbClr val="002060"/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1" name="椭圆 10">
              <a:extLst>
                <a:ext uri="{FF2B5EF4-FFF2-40B4-BE49-F238E27FC236}">
                  <a16:creationId xmlns:a16="http://schemas.microsoft.com/office/drawing/2014/main" id="{67CFB09F-0D53-A452-1906-914D0BB14034}"/>
                </a:ext>
              </a:extLst>
            </p:cNvPr>
            <p:cNvSpPr/>
            <p:nvPr userDrawn="1"/>
          </p:nvSpPr>
          <p:spPr>
            <a:xfrm>
              <a:off x="1545990" y="1559228"/>
              <a:ext cx="57600" cy="57600"/>
            </a:xfrm>
            <a:prstGeom prst="ellipse">
              <a:avLst/>
            </a:prstGeom>
            <a:gradFill flip="none" rotWithShape="1">
              <a:gsLst>
                <a:gs pos="0">
                  <a:srgbClr val="4472C4">
                    <a:tint val="66000"/>
                    <a:satMod val="160000"/>
                  </a:srgbClr>
                </a:gs>
                <a:gs pos="50000">
                  <a:srgbClr val="4472C4">
                    <a:tint val="44500"/>
                    <a:satMod val="160000"/>
                  </a:srgbClr>
                </a:gs>
                <a:gs pos="100000">
                  <a:srgbClr val="4472C4">
                    <a:tint val="23500"/>
                    <a:satMod val="160000"/>
                  </a:srgbClr>
                </a:gs>
              </a:gsLst>
              <a:lin ang="13500000" scaled="1"/>
              <a:tileRect/>
            </a:gradFill>
            <a:ln w="6350">
              <a:solidFill>
                <a:srgbClr val="002060"/>
              </a:solidFill>
              <a:miter lim="800000"/>
              <a:headEnd/>
              <a:tailEnd/>
            </a:ln>
            <a:effectLst>
              <a:glow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sp>
        <p:nvSpPr>
          <p:cNvPr id="14" name="Rectangle 12">
            <a:extLst>
              <a:ext uri="{FF2B5EF4-FFF2-40B4-BE49-F238E27FC236}">
                <a16:creationId xmlns:a16="http://schemas.microsoft.com/office/drawing/2014/main" id="{1C073DCD-2156-4228-919B-ABD7EA59353E}"/>
              </a:ext>
            </a:extLst>
          </p:cNvPr>
          <p:cNvSpPr/>
          <p:nvPr userDrawn="1"/>
        </p:nvSpPr>
        <p:spPr>
          <a:xfrm flipV="1">
            <a:off x="2562499" y="6547630"/>
            <a:ext cx="8851061" cy="14400"/>
          </a:xfrm>
          <a:prstGeom prst="rect">
            <a:avLst/>
          </a:prstGeom>
          <a:solidFill>
            <a:srgbClr val="4D71B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pic>
        <p:nvPicPr>
          <p:cNvPr id="15" name="图片 14">
            <a:extLst>
              <a:ext uri="{FF2B5EF4-FFF2-40B4-BE49-F238E27FC236}">
                <a16:creationId xmlns:a16="http://schemas.microsoft.com/office/drawing/2014/main" id="{D5B54D3F-D743-6CD1-C555-451481D716DC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35411" y="6420199"/>
            <a:ext cx="1877675" cy="236618"/>
          </a:xfrm>
          <a:prstGeom prst="rect">
            <a:avLst/>
          </a:prstGeom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9AC125AF-3F29-C3B4-35A3-A0B2BC2E40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zh-CN" altLang="en-US" sz="2000" b="1" kern="12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344220137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 descr="Billfish.zeFYVw">
            <a:extLst>
              <a:ext uri="{FF2B5EF4-FFF2-40B4-BE49-F238E27FC236}">
                <a16:creationId xmlns:a16="http://schemas.microsoft.com/office/drawing/2014/main" id="{4B370AF7-1717-86BC-71B7-1A8ED98AE4E3}"/>
              </a:ext>
            </a:extLst>
          </p:cNvPr>
          <p:cNvPicPr>
            <a:picLocks noGrp="1" noChangeAspect="1"/>
          </p:cNvPicPr>
          <p:nvPr isPhoto="1" userDrawn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" b="46"/>
          <a:stretch>
            <a:fillRect/>
          </a:stretch>
        </p:blipFill>
        <p:spPr>
          <a:xfrm>
            <a:off x="1" y="0"/>
            <a:ext cx="12191998" cy="6858000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FF1682CC-92E3-81D6-BE2B-FC1E96799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6400" y="457200"/>
            <a:ext cx="850170" cy="266318"/>
          </a:xfrm>
          <a:prstGeom prst="rect">
            <a:avLst/>
          </a:prstGeom>
        </p:spPr>
      </p:pic>
      <p:grpSp>
        <p:nvGrpSpPr>
          <p:cNvPr id="9" name="组合 8">
            <a:extLst>
              <a:ext uri="{FF2B5EF4-FFF2-40B4-BE49-F238E27FC236}">
                <a16:creationId xmlns:a16="http://schemas.microsoft.com/office/drawing/2014/main" id="{F3C6193D-93EE-ABA8-94A8-78A3651D66A5}"/>
              </a:ext>
            </a:extLst>
          </p:cNvPr>
          <p:cNvGrpSpPr/>
          <p:nvPr userDrawn="1"/>
        </p:nvGrpSpPr>
        <p:grpSpPr>
          <a:xfrm>
            <a:off x="454461" y="549639"/>
            <a:ext cx="270969" cy="271633"/>
            <a:chOff x="1332621" y="1432995"/>
            <a:chExt cx="270969" cy="271633"/>
          </a:xfrm>
        </p:grpSpPr>
        <p:grpSp>
          <p:nvGrpSpPr>
            <p:cNvPr id="10" name="图形 18">
              <a:extLst>
                <a:ext uri="{FF2B5EF4-FFF2-40B4-BE49-F238E27FC236}">
                  <a16:creationId xmlns:a16="http://schemas.microsoft.com/office/drawing/2014/main" id="{0FF02EF2-1177-34AF-4590-29E19DBC50B6}"/>
                </a:ext>
              </a:extLst>
            </p:cNvPr>
            <p:cNvGrpSpPr/>
            <p:nvPr/>
          </p:nvGrpSpPr>
          <p:grpSpPr>
            <a:xfrm>
              <a:off x="1332621" y="1432995"/>
              <a:ext cx="267005" cy="271633"/>
              <a:chOff x="1332621" y="1432995"/>
              <a:chExt cx="267005" cy="271633"/>
            </a:xfrm>
          </p:grpSpPr>
          <p:sp>
            <p:nvSpPr>
              <p:cNvPr id="12" name="任意多边形: 形状 11">
                <a:extLst>
                  <a:ext uri="{FF2B5EF4-FFF2-40B4-BE49-F238E27FC236}">
                    <a16:creationId xmlns:a16="http://schemas.microsoft.com/office/drawing/2014/main" id="{E63CECA2-AB57-995C-5CEB-B883B45D1D1B}"/>
                  </a:ext>
                </a:extLst>
              </p:cNvPr>
              <p:cNvSpPr/>
              <p:nvPr/>
            </p:nvSpPr>
            <p:spPr>
              <a:xfrm>
                <a:off x="1336722" y="1437656"/>
                <a:ext cx="262904" cy="262734"/>
              </a:xfrm>
              <a:custGeom>
                <a:avLst/>
                <a:gdLst>
                  <a:gd name="connsiteX0" fmla="*/ 63643 w 262904"/>
                  <a:gd name="connsiteY0" fmla="*/ 53531 h 262734"/>
                  <a:gd name="connsiteX1" fmla="*/ 53349 w 262904"/>
                  <a:gd name="connsiteY1" fmla="*/ 199416 h 262734"/>
                  <a:gd name="connsiteX2" fmla="*/ 199233 w 262904"/>
                  <a:gd name="connsiteY2" fmla="*/ 209287 h 262734"/>
                  <a:gd name="connsiteX3" fmla="*/ 209527 w 262904"/>
                  <a:gd name="connsiteY3" fmla="*/ 63403 h 262734"/>
                  <a:gd name="connsiteX4" fmla="*/ 63643 w 262904"/>
                  <a:gd name="connsiteY4" fmla="*/ 53531 h 262734"/>
                  <a:gd name="connsiteX5" fmla="*/ 63643 w 262904"/>
                  <a:gd name="connsiteY5" fmla="*/ 53531 h 262734"/>
                  <a:gd name="connsiteX6" fmla="*/ 45249 w 262904"/>
                  <a:gd name="connsiteY6" fmla="*/ 32437 h 262734"/>
                  <a:gd name="connsiteX7" fmla="*/ 230705 w 262904"/>
                  <a:gd name="connsiteY7" fmla="*/ 44925 h 262734"/>
                  <a:gd name="connsiteX8" fmla="*/ 217627 w 262904"/>
                  <a:gd name="connsiteY8" fmla="*/ 230297 h 262734"/>
                  <a:gd name="connsiteX9" fmla="*/ 32171 w 262904"/>
                  <a:gd name="connsiteY9" fmla="*/ 217809 h 262734"/>
                  <a:gd name="connsiteX10" fmla="*/ 45249 w 262904"/>
                  <a:gd name="connsiteY10" fmla="*/ 32437 h 262734"/>
                  <a:gd name="connsiteX11" fmla="*/ 45249 w 262904"/>
                  <a:gd name="connsiteY11" fmla="*/ 32437 h 26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904" h="262734">
                    <a:moveTo>
                      <a:pt x="63643" y="53531"/>
                    </a:moveTo>
                    <a:cubicBezTo>
                      <a:pt x="20527" y="91078"/>
                      <a:pt x="15886" y="156384"/>
                      <a:pt x="53349" y="199416"/>
                    </a:cubicBezTo>
                    <a:cubicBezTo>
                      <a:pt x="90811" y="242447"/>
                      <a:pt x="156118" y="246834"/>
                      <a:pt x="199233" y="209287"/>
                    </a:cubicBezTo>
                    <a:cubicBezTo>
                      <a:pt x="242349" y="171741"/>
                      <a:pt x="246989" y="106434"/>
                      <a:pt x="209527" y="63403"/>
                    </a:cubicBezTo>
                    <a:cubicBezTo>
                      <a:pt x="172064" y="20372"/>
                      <a:pt x="106758" y="15900"/>
                      <a:pt x="63643" y="53531"/>
                    </a:cubicBezTo>
                    <a:lnTo>
                      <a:pt x="63643" y="53531"/>
                    </a:lnTo>
                    <a:close/>
                    <a:moveTo>
                      <a:pt x="45249" y="32437"/>
                    </a:moveTo>
                    <a:cubicBezTo>
                      <a:pt x="100093" y="-15319"/>
                      <a:pt x="183118" y="-9666"/>
                      <a:pt x="230705" y="44925"/>
                    </a:cubicBezTo>
                    <a:cubicBezTo>
                      <a:pt x="278293" y="99600"/>
                      <a:pt x="272471" y="182541"/>
                      <a:pt x="217627" y="230297"/>
                    </a:cubicBezTo>
                    <a:cubicBezTo>
                      <a:pt x="162783" y="278053"/>
                      <a:pt x="79758" y="272400"/>
                      <a:pt x="32171" y="217809"/>
                    </a:cubicBezTo>
                    <a:cubicBezTo>
                      <a:pt x="-15417" y="163134"/>
                      <a:pt x="-9511" y="80194"/>
                      <a:pt x="45249" y="32437"/>
                    </a:cubicBezTo>
                    <a:lnTo>
                      <a:pt x="45249" y="32437"/>
                    </a:lnTo>
                    <a:close/>
                  </a:path>
                </a:pathLst>
              </a:custGeom>
              <a:solidFill>
                <a:srgbClr val="4472C4">
                  <a:alpha val="15000"/>
                </a:srgbClr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" name="任意多边形: 形状 12">
                <a:extLst>
                  <a:ext uri="{FF2B5EF4-FFF2-40B4-BE49-F238E27FC236}">
                    <a16:creationId xmlns:a16="http://schemas.microsoft.com/office/drawing/2014/main" id="{5628A5ED-DD7B-5084-1392-2FE6A9AFE341}"/>
                  </a:ext>
                </a:extLst>
              </p:cNvPr>
              <p:cNvSpPr/>
              <p:nvPr/>
            </p:nvSpPr>
            <p:spPr>
              <a:xfrm>
                <a:off x="1332621" y="1432995"/>
                <a:ext cx="259279" cy="271633"/>
              </a:xfrm>
              <a:custGeom>
                <a:avLst/>
                <a:gdLst>
                  <a:gd name="connsiteX0" fmla="*/ 239784 w 259279"/>
                  <a:gd name="connsiteY0" fmla="*/ 208379 h 271633"/>
                  <a:gd name="connsiteX1" fmla="*/ 239784 w 259279"/>
                  <a:gd name="connsiteY1" fmla="*/ 208379 h 271633"/>
                  <a:gd name="connsiteX2" fmla="*/ 239784 w 259279"/>
                  <a:gd name="connsiteY2" fmla="*/ 208379 h 271633"/>
                  <a:gd name="connsiteX3" fmla="*/ 239784 w 259279"/>
                  <a:gd name="connsiteY3" fmla="*/ 208379 h 271633"/>
                  <a:gd name="connsiteX4" fmla="*/ 239784 w 259279"/>
                  <a:gd name="connsiteY4" fmla="*/ 208379 h 271633"/>
                  <a:gd name="connsiteX5" fmla="*/ 64622 w 259279"/>
                  <a:gd name="connsiteY5" fmla="*/ 54395 h 271633"/>
                  <a:gd name="connsiteX6" fmla="*/ 99638 w 259279"/>
                  <a:gd name="connsiteY6" fmla="*/ 33976 h 271633"/>
                  <a:gd name="connsiteX7" fmla="*/ 237338 w 259279"/>
                  <a:gd name="connsiteY7" fmla="*/ 100042 h 271633"/>
                  <a:gd name="connsiteX8" fmla="*/ 237338 w 259279"/>
                  <a:gd name="connsiteY8" fmla="*/ 100126 h 271633"/>
                  <a:gd name="connsiteX9" fmla="*/ 234553 w 259279"/>
                  <a:gd name="connsiteY9" fmla="*/ 105864 h 271633"/>
                  <a:gd name="connsiteX10" fmla="*/ 228816 w 259279"/>
                  <a:gd name="connsiteY10" fmla="*/ 102995 h 271633"/>
                  <a:gd name="connsiteX11" fmla="*/ 217088 w 259279"/>
                  <a:gd name="connsiteY11" fmla="*/ 79876 h 271633"/>
                  <a:gd name="connsiteX12" fmla="*/ 79641 w 259279"/>
                  <a:gd name="connsiteY12" fmla="*/ 54142 h 271633"/>
                  <a:gd name="connsiteX13" fmla="*/ 54075 w 259279"/>
                  <a:gd name="connsiteY13" fmla="*/ 191504 h 271633"/>
                  <a:gd name="connsiteX14" fmla="*/ 191522 w 259279"/>
                  <a:gd name="connsiteY14" fmla="*/ 217239 h 271633"/>
                  <a:gd name="connsiteX15" fmla="*/ 197428 w 259279"/>
                  <a:gd name="connsiteY15" fmla="*/ 217998 h 271633"/>
                  <a:gd name="connsiteX16" fmla="*/ 197006 w 259279"/>
                  <a:gd name="connsiteY16" fmla="*/ 224326 h 271633"/>
                  <a:gd name="connsiteX17" fmla="*/ 196584 w 259279"/>
                  <a:gd name="connsiteY17" fmla="*/ 224664 h 271633"/>
                  <a:gd name="connsiteX18" fmla="*/ 54075 w 259279"/>
                  <a:gd name="connsiteY18" fmla="*/ 206523 h 271633"/>
                  <a:gd name="connsiteX19" fmla="*/ 64622 w 259279"/>
                  <a:gd name="connsiteY19" fmla="*/ 54395 h 271633"/>
                  <a:gd name="connsiteX20" fmla="*/ 64622 w 259279"/>
                  <a:gd name="connsiteY20" fmla="*/ 54395 h 271633"/>
                  <a:gd name="connsiteX21" fmla="*/ 54750 w 259279"/>
                  <a:gd name="connsiteY21" fmla="*/ 26804 h 271633"/>
                  <a:gd name="connsiteX22" fmla="*/ 78375 w 259279"/>
                  <a:gd name="connsiteY22" fmla="*/ 12714 h 271633"/>
                  <a:gd name="connsiteX23" fmla="*/ 258769 w 259279"/>
                  <a:gd name="connsiteY23" fmla="*/ 78526 h 271633"/>
                  <a:gd name="connsiteX24" fmla="*/ 258938 w 259279"/>
                  <a:gd name="connsiteY24" fmla="*/ 78864 h 271633"/>
                  <a:gd name="connsiteX25" fmla="*/ 256491 w 259279"/>
                  <a:gd name="connsiteY25" fmla="*/ 84770 h 271633"/>
                  <a:gd name="connsiteX26" fmla="*/ 250584 w 259279"/>
                  <a:gd name="connsiteY26" fmla="*/ 82323 h 271633"/>
                  <a:gd name="connsiteX27" fmla="*/ 208144 w 259279"/>
                  <a:gd name="connsiteY27" fmla="*/ 31867 h 271633"/>
                  <a:gd name="connsiteX28" fmla="*/ 31716 w 259279"/>
                  <a:gd name="connsiteY28" fmla="*/ 63339 h 271633"/>
                  <a:gd name="connsiteX29" fmla="*/ 63356 w 259279"/>
                  <a:gd name="connsiteY29" fmla="*/ 239851 h 271633"/>
                  <a:gd name="connsiteX30" fmla="*/ 223078 w 259279"/>
                  <a:gd name="connsiteY30" fmla="*/ 227870 h 271633"/>
                  <a:gd name="connsiteX31" fmla="*/ 239784 w 259279"/>
                  <a:gd name="connsiteY31" fmla="*/ 208379 h 271633"/>
                  <a:gd name="connsiteX32" fmla="*/ 246028 w 259279"/>
                  <a:gd name="connsiteY32" fmla="*/ 207282 h 271633"/>
                  <a:gd name="connsiteX33" fmla="*/ 247125 w 259279"/>
                  <a:gd name="connsiteY33" fmla="*/ 213526 h 271633"/>
                  <a:gd name="connsiteX34" fmla="*/ 193125 w 259279"/>
                  <a:gd name="connsiteY34" fmla="*/ 258920 h 271633"/>
                  <a:gd name="connsiteX35" fmla="*/ 12731 w 259279"/>
                  <a:gd name="connsiteY35" fmla="*/ 193107 h 271633"/>
                  <a:gd name="connsiteX36" fmla="*/ 54750 w 259279"/>
                  <a:gd name="connsiteY36" fmla="*/ 26804 h 271633"/>
                  <a:gd name="connsiteX37" fmla="*/ 54750 w 259279"/>
                  <a:gd name="connsiteY37" fmla="*/ 26804 h 27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59279" h="271633">
                    <a:moveTo>
                      <a:pt x="239784" y="208379"/>
                    </a:move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close/>
                    <a:moveTo>
                      <a:pt x="64622" y="54395"/>
                    </a:moveTo>
                    <a:cubicBezTo>
                      <a:pt x="74916" y="45451"/>
                      <a:pt x="86813" y="38532"/>
                      <a:pt x="99638" y="33976"/>
                    </a:cubicBezTo>
                    <a:cubicBezTo>
                      <a:pt x="155916" y="14232"/>
                      <a:pt x="217509" y="43764"/>
                      <a:pt x="237338" y="100042"/>
                    </a:cubicBezTo>
                    <a:cubicBezTo>
                      <a:pt x="237338" y="100042"/>
                      <a:pt x="237338" y="100126"/>
                      <a:pt x="237338" y="100126"/>
                    </a:cubicBezTo>
                    <a:cubicBezTo>
                      <a:pt x="238097" y="102489"/>
                      <a:pt x="236831" y="105020"/>
                      <a:pt x="234553" y="105864"/>
                    </a:cubicBezTo>
                    <a:cubicBezTo>
                      <a:pt x="232191" y="106623"/>
                      <a:pt x="229659" y="105357"/>
                      <a:pt x="228816" y="102995"/>
                    </a:cubicBezTo>
                    <a:cubicBezTo>
                      <a:pt x="225947" y="94811"/>
                      <a:pt x="221981" y="87048"/>
                      <a:pt x="217088" y="79876"/>
                    </a:cubicBezTo>
                    <a:cubicBezTo>
                      <a:pt x="186206" y="34820"/>
                      <a:pt x="124697" y="23345"/>
                      <a:pt x="79641" y="54142"/>
                    </a:cubicBezTo>
                    <a:cubicBezTo>
                      <a:pt x="34669" y="85023"/>
                      <a:pt x="23194" y="146532"/>
                      <a:pt x="54075" y="191504"/>
                    </a:cubicBezTo>
                    <a:cubicBezTo>
                      <a:pt x="84956" y="236561"/>
                      <a:pt x="146466" y="248036"/>
                      <a:pt x="191522" y="217239"/>
                    </a:cubicBezTo>
                    <a:cubicBezTo>
                      <a:pt x="193378" y="215973"/>
                      <a:pt x="195994" y="216226"/>
                      <a:pt x="197428" y="217998"/>
                    </a:cubicBezTo>
                    <a:cubicBezTo>
                      <a:pt x="199031" y="219854"/>
                      <a:pt x="198863" y="222723"/>
                      <a:pt x="197006" y="224326"/>
                    </a:cubicBezTo>
                    <a:cubicBezTo>
                      <a:pt x="196838" y="224411"/>
                      <a:pt x="196753" y="224579"/>
                      <a:pt x="196584" y="224664"/>
                    </a:cubicBezTo>
                    <a:cubicBezTo>
                      <a:pt x="151444" y="255714"/>
                      <a:pt x="90103" y="247867"/>
                      <a:pt x="54075" y="206523"/>
                    </a:cubicBezTo>
                    <a:cubicBezTo>
                      <a:pt x="15009" y="161720"/>
                      <a:pt x="19734" y="93545"/>
                      <a:pt x="64622" y="54395"/>
                    </a:cubicBezTo>
                    <a:lnTo>
                      <a:pt x="64622" y="54395"/>
                    </a:lnTo>
                    <a:close/>
                    <a:moveTo>
                      <a:pt x="54750" y="26804"/>
                    </a:moveTo>
                    <a:cubicBezTo>
                      <a:pt x="62006" y="21404"/>
                      <a:pt x="69853" y="16679"/>
                      <a:pt x="78375" y="12714"/>
                    </a:cubicBezTo>
                    <a:cubicBezTo>
                      <a:pt x="146297" y="-18927"/>
                      <a:pt x="227128" y="10520"/>
                      <a:pt x="258769" y="78526"/>
                    </a:cubicBezTo>
                    <a:cubicBezTo>
                      <a:pt x="258853" y="78611"/>
                      <a:pt x="258853" y="78779"/>
                      <a:pt x="258938" y="78864"/>
                    </a:cubicBezTo>
                    <a:cubicBezTo>
                      <a:pt x="259866" y="81142"/>
                      <a:pt x="258853" y="83757"/>
                      <a:pt x="256491" y="84770"/>
                    </a:cubicBezTo>
                    <a:cubicBezTo>
                      <a:pt x="254213" y="85698"/>
                      <a:pt x="251597" y="84686"/>
                      <a:pt x="250584" y="82323"/>
                    </a:cubicBezTo>
                    <a:cubicBezTo>
                      <a:pt x="241134" y="62073"/>
                      <a:pt x="226453" y="44607"/>
                      <a:pt x="208144" y="31867"/>
                    </a:cubicBezTo>
                    <a:cubicBezTo>
                      <a:pt x="150769" y="-8211"/>
                      <a:pt x="71709" y="5879"/>
                      <a:pt x="31716" y="63339"/>
                    </a:cubicBezTo>
                    <a:cubicBezTo>
                      <a:pt x="-8278" y="120714"/>
                      <a:pt x="5897" y="199773"/>
                      <a:pt x="63356" y="239851"/>
                    </a:cubicBezTo>
                    <a:cubicBezTo>
                      <a:pt x="113644" y="274867"/>
                      <a:pt x="180384" y="268539"/>
                      <a:pt x="223078" y="227870"/>
                    </a:cubicBezTo>
                    <a:lnTo>
                      <a:pt x="239784" y="208379"/>
                    </a:lnTo>
                    <a:lnTo>
                      <a:pt x="246028" y="207282"/>
                    </a:lnTo>
                    <a:cubicBezTo>
                      <a:pt x="248053" y="208717"/>
                      <a:pt x="248559" y="211501"/>
                      <a:pt x="247125" y="213526"/>
                    </a:cubicBezTo>
                    <a:cubicBezTo>
                      <a:pt x="233456" y="233186"/>
                      <a:pt x="214809" y="248795"/>
                      <a:pt x="193125" y="258920"/>
                    </a:cubicBezTo>
                    <a:cubicBezTo>
                      <a:pt x="125203" y="290561"/>
                      <a:pt x="44372" y="261114"/>
                      <a:pt x="12731" y="193107"/>
                    </a:cubicBezTo>
                    <a:cubicBezTo>
                      <a:pt x="-14944" y="133707"/>
                      <a:pt x="4041" y="64436"/>
                      <a:pt x="54750" y="26804"/>
                    </a:cubicBezTo>
                    <a:lnTo>
                      <a:pt x="54750" y="26804"/>
                    </a:lnTo>
                    <a:close/>
                  </a:path>
                </a:pathLst>
              </a:custGeom>
              <a:solidFill>
                <a:srgbClr val="002060"/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1" name="椭圆 10">
              <a:extLst>
                <a:ext uri="{FF2B5EF4-FFF2-40B4-BE49-F238E27FC236}">
                  <a16:creationId xmlns:a16="http://schemas.microsoft.com/office/drawing/2014/main" id="{67CFB09F-0D53-A452-1906-914D0BB14034}"/>
                </a:ext>
              </a:extLst>
            </p:cNvPr>
            <p:cNvSpPr/>
            <p:nvPr userDrawn="1"/>
          </p:nvSpPr>
          <p:spPr>
            <a:xfrm>
              <a:off x="1545990" y="1559228"/>
              <a:ext cx="57600" cy="57600"/>
            </a:xfrm>
            <a:prstGeom prst="ellipse">
              <a:avLst/>
            </a:prstGeom>
            <a:gradFill flip="none" rotWithShape="1">
              <a:gsLst>
                <a:gs pos="0">
                  <a:srgbClr val="4472C4">
                    <a:tint val="66000"/>
                    <a:satMod val="160000"/>
                  </a:srgbClr>
                </a:gs>
                <a:gs pos="50000">
                  <a:srgbClr val="4472C4">
                    <a:tint val="44500"/>
                    <a:satMod val="160000"/>
                  </a:srgbClr>
                </a:gs>
                <a:gs pos="100000">
                  <a:srgbClr val="4472C4">
                    <a:tint val="23500"/>
                    <a:satMod val="160000"/>
                  </a:srgbClr>
                </a:gs>
              </a:gsLst>
              <a:lin ang="13500000" scaled="1"/>
              <a:tileRect/>
            </a:gradFill>
            <a:ln w="6350">
              <a:solidFill>
                <a:srgbClr val="002060"/>
              </a:solidFill>
              <a:miter lim="800000"/>
              <a:headEnd/>
              <a:tailEnd/>
            </a:ln>
            <a:effectLst>
              <a:glow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sp>
        <p:nvSpPr>
          <p:cNvPr id="14" name="Rectangle 12">
            <a:extLst>
              <a:ext uri="{FF2B5EF4-FFF2-40B4-BE49-F238E27FC236}">
                <a16:creationId xmlns:a16="http://schemas.microsoft.com/office/drawing/2014/main" id="{1C073DCD-2156-4228-919B-ABD7EA59353E}"/>
              </a:ext>
            </a:extLst>
          </p:cNvPr>
          <p:cNvSpPr/>
          <p:nvPr userDrawn="1"/>
        </p:nvSpPr>
        <p:spPr>
          <a:xfrm flipV="1">
            <a:off x="2562499" y="6547630"/>
            <a:ext cx="8851061" cy="14400"/>
          </a:xfrm>
          <a:prstGeom prst="rect">
            <a:avLst/>
          </a:prstGeom>
          <a:solidFill>
            <a:srgbClr val="4D71B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pic>
        <p:nvPicPr>
          <p:cNvPr id="15" name="图片 14">
            <a:extLst>
              <a:ext uri="{FF2B5EF4-FFF2-40B4-BE49-F238E27FC236}">
                <a16:creationId xmlns:a16="http://schemas.microsoft.com/office/drawing/2014/main" id="{D5B54D3F-D743-6CD1-C555-451481D716DC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35411" y="6420199"/>
            <a:ext cx="1877675" cy="236618"/>
          </a:xfrm>
          <a:prstGeom prst="rect">
            <a:avLst/>
          </a:prstGeom>
        </p:spPr>
      </p:pic>
      <p:sp>
        <p:nvSpPr>
          <p:cNvPr id="16" name="Rectangle: Rounded Corners 5">
            <a:extLst>
              <a:ext uri="{FF2B5EF4-FFF2-40B4-BE49-F238E27FC236}">
                <a16:creationId xmlns:a16="http://schemas.microsoft.com/office/drawing/2014/main" id="{3B5CCB14-BCD6-324E-E637-06F103796B86}"/>
              </a:ext>
            </a:extLst>
          </p:cNvPr>
          <p:cNvSpPr/>
          <p:nvPr userDrawn="1"/>
        </p:nvSpPr>
        <p:spPr>
          <a:xfrm>
            <a:off x="668269" y="1272597"/>
            <a:ext cx="5293777" cy="4369580"/>
          </a:xfrm>
          <a:prstGeom prst="roundRect">
            <a:avLst>
              <a:gd name="adj" fmla="val 1155"/>
            </a:avLst>
          </a:prstGeom>
          <a:solidFill>
            <a:schemeClr val="bg1">
              <a:alpha val="56000"/>
            </a:schemeClr>
          </a:solidFill>
          <a:ln>
            <a:noFill/>
          </a:ln>
          <a:effectLst>
            <a:outerShdw blurRad="152400" dist="25400" dir="5400000" algn="t" rotWithShape="0">
              <a:prstClr val="black">
                <a:alpha val="2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文本占位符 46">
            <a:extLst>
              <a:ext uri="{FF2B5EF4-FFF2-40B4-BE49-F238E27FC236}">
                <a16:creationId xmlns:a16="http://schemas.microsoft.com/office/drawing/2014/main" id="{9438E331-C98A-A32A-073A-497DD20DFC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7829" y="3488610"/>
            <a:ext cx="5281058" cy="1476846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20" name="图片占位符 81">
            <a:extLst>
              <a:ext uri="{FF2B5EF4-FFF2-40B4-BE49-F238E27FC236}">
                <a16:creationId xmlns:a16="http://schemas.microsoft.com/office/drawing/2014/main" id="{EB2C8712-6A3B-6DC2-759E-4D751AD3F105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58152" y="1726314"/>
            <a:ext cx="5295600" cy="1187451"/>
          </a:xfrm>
          <a:solidFill>
            <a:srgbClr val="B2CBE8"/>
          </a:solidFill>
        </p:spPr>
        <p:txBody>
          <a:bodyPr/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zh-CN" dirty="0"/>
              <a:t>Image placeholder</a:t>
            </a:r>
          </a:p>
          <a:p>
            <a:endParaRPr lang="zh-CN" altLang="en-US" dirty="0"/>
          </a:p>
        </p:txBody>
      </p:sp>
      <p:sp>
        <p:nvSpPr>
          <p:cNvPr id="21" name="文本占位符 3">
            <a:extLst>
              <a:ext uri="{FF2B5EF4-FFF2-40B4-BE49-F238E27FC236}">
                <a16:creationId xmlns:a16="http://schemas.microsoft.com/office/drawing/2014/main" id="{4A348446-F10B-8BCD-B8AC-99B3C803668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9031" y="2168051"/>
            <a:ext cx="5279856" cy="593188"/>
          </a:xfrm>
        </p:spPr>
        <p:txBody>
          <a:bodyPr anchor="ctr">
            <a:normAutofit/>
          </a:bodyPr>
          <a:lstStyle>
            <a:lvl1pPr marL="0" indent="0">
              <a:lnSpc>
                <a:spcPct val="120000"/>
              </a:lnSpc>
              <a:buNone/>
              <a:defRPr sz="20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22" name="Rectangle: Rounded Corners 5">
            <a:extLst>
              <a:ext uri="{FF2B5EF4-FFF2-40B4-BE49-F238E27FC236}">
                <a16:creationId xmlns:a16="http://schemas.microsoft.com/office/drawing/2014/main" id="{61D7D30A-12F8-7886-6548-3D4167EF56AD}"/>
              </a:ext>
            </a:extLst>
          </p:cNvPr>
          <p:cNvSpPr/>
          <p:nvPr userDrawn="1"/>
        </p:nvSpPr>
        <p:spPr>
          <a:xfrm>
            <a:off x="6311290" y="1244210"/>
            <a:ext cx="5293777" cy="4369580"/>
          </a:xfrm>
          <a:prstGeom prst="roundRect">
            <a:avLst>
              <a:gd name="adj" fmla="val 1155"/>
            </a:avLst>
          </a:prstGeom>
          <a:solidFill>
            <a:schemeClr val="bg1">
              <a:alpha val="56000"/>
            </a:schemeClr>
          </a:solidFill>
          <a:ln>
            <a:noFill/>
          </a:ln>
          <a:effectLst>
            <a:outerShdw blurRad="152400" dist="25400" dir="5400000" algn="t" rotWithShape="0">
              <a:prstClr val="black">
                <a:alpha val="2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文本占位符 46">
            <a:extLst>
              <a:ext uri="{FF2B5EF4-FFF2-40B4-BE49-F238E27FC236}">
                <a16:creationId xmlns:a16="http://schemas.microsoft.com/office/drawing/2014/main" id="{DD909C86-576B-10D9-1E4D-B4FE426AB3C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0850" y="3460223"/>
            <a:ext cx="5281058" cy="1476846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26" name="图片占位符 81">
            <a:extLst>
              <a:ext uri="{FF2B5EF4-FFF2-40B4-BE49-F238E27FC236}">
                <a16:creationId xmlns:a16="http://schemas.microsoft.com/office/drawing/2014/main" id="{B20B1B39-47CA-F2BE-D418-A4EAA6F94F4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6301173" y="1697927"/>
            <a:ext cx="5295600" cy="1187451"/>
          </a:xfrm>
          <a:solidFill>
            <a:srgbClr val="B2CBE8"/>
          </a:solidFill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zh-CN" dirty="0"/>
              <a:t>Image placeholder</a:t>
            </a:r>
          </a:p>
          <a:p>
            <a:endParaRPr lang="zh-CN" altLang="en-US" dirty="0"/>
          </a:p>
        </p:txBody>
      </p:sp>
      <p:sp>
        <p:nvSpPr>
          <p:cNvPr id="27" name="文本占位符 3">
            <a:extLst>
              <a:ext uri="{FF2B5EF4-FFF2-40B4-BE49-F238E27FC236}">
                <a16:creationId xmlns:a16="http://schemas.microsoft.com/office/drawing/2014/main" id="{AB2C6111-D125-9774-1BFC-DC53D5FD103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2052" y="2139664"/>
            <a:ext cx="5279856" cy="593188"/>
          </a:xfrm>
        </p:spPr>
        <p:txBody>
          <a:bodyPr anchor="ctr">
            <a:normAutofit/>
          </a:bodyPr>
          <a:lstStyle>
            <a:lvl1pPr marL="0" indent="0">
              <a:buNone/>
              <a:defRPr lang="zh-CN" altLang="en-US" sz="2000" b="1" kern="12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marL="0" lvl="0" indent="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zh-CN" altLang="en-US" dirty="0"/>
              <a:t>单击此处编辑内容标题</a:t>
            </a: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E30C76F9-ECE4-021D-64F2-2BA054A001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zh-CN" altLang="en-US" sz="2000" b="1" kern="12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18502951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 descr="Billfish.zeFYVw">
            <a:extLst>
              <a:ext uri="{FF2B5EF4-FFF2-40B4-BE49-F238E27FC236}">
                <a16:creationId xmlns:a16="http://schemas.microsoft.com/office/drawing/2014/main" id="{4B370AF7-1717-86BC-71B7-1A8ED98AE4E3}"/>
              </a:ext>
            </a:extLst>
          </p:cNvPr>
          <p:cNvPicPr>
            <a:picLocks noGrp="1" noChangeAspect="1"/>
          </p:cNvPicPr>
          <p:nvPr isPhoto="1" userDrawn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" b="46"/>
          <a:stretch>
            <a:fillRect/>
          </a:stretch>
        </p:blipFill>
        <p:spPr>
          <a:xfrm>
            <a:off x="1" y="0"/>
            <a:ext cx="12191998" cy="6858000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FF1682CC-92E3-81D6-BE2B-FC1E96799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0616400" y="457200"/>
            <a:ext cx="850170" cy="266318"/>
          </a:xfrm>
          <a:prstGeom prst="rect">
            <a:avLst/>
          </a:prstGeom>
        </p:spPr>
      </p:pic>
      <p:grpSp>
        <p:nvGrpSpPr>
          <p:cNvPr id="9" name="组合 8">
            <a:extLst>
              <a:ext uri="{FF2B5EF4-FFF2-40B4-BE49-F238E27FC236}">
                <a16:creationId xmlns:a16="http://schemas.microsoft.com/office/drawing/2014/main" id="{F3C6193D-93EE-ABA8-94A8-78A3651D66A5}"/>
              </a:ext>
            </a:extLst>
          </p:cNvPr>
          <p:cNvGrpSpPr/>
          <p:nvPr userDrawn="1"/>
        </p:nvGrpSpPr>
        <p:grpSpPr>
          <a:xfrm>
            <a:off x="454461" y="549639"/>
            <a:ext cx="270969" cy="271633"/>
            <a:chOff x="1332621" y="1432995"/>
            <a:chExt cx="270969" cy="271633"/>
          </a:xfrm>
        </p:grpSpPr>
        <p:grpSp>
          <p:nvGrpSpPr>
            <p:cNvPr id="10" name="图形 18">
              <a:extLst>
                <a:ext uri="{FF2B5EF4-FFF2-40B4-BE49-F238E27FC236}">
                  <a16:creationId xmlns:a16="http://schemas.microsoft.com/office/drawing/2014/main" id="{0FF02EF2-1177-34AF-4590-29E19DBC50B6}"/>
                </a:ext>
              </a:extLst>
            </p:cNvPr>
            <p:cNvGrpSpPr/>
            <p:nvPr/>
          </p:nvGrpSpPr>
          <p:grpSpPr>
            <a:xfrm>
              <a:off x="1332621" y="1432995"/>
              <a:ext cx="267005" cy="271633"/>
              <a:chOff x="1332621" y="1432995"/>
              <a:chExt cx="267005" cy="271633"/>
            </a:xfrm>
          </p:grpSpPr>
          <p:sp>
            <p:nvSpPr>
              <p:cNvPr id="12" name="任意多边形: 形状 11">
                <a:extLst>
                  <a:ext uri="{FF2B5EF4-FFF2-40B4-BE49-F238E27FC236}">
                    <a16:creationId xmlns:a16="http://schemas.microsoft.com/office/drawing/2014/main" id="{E63CECA2-AB57-995C-5CEB-B883B45D1D1B}"/>
                  </a:ext>
                </a:extLst>
              </p:cNvPr>
              <p:cNvSpPr/>
              <p:nvPr/>
            </p:nvSpPr>
            <p:spPr>
              <a:xfrm>
                <a:off x="1336722" y="1437656"/>
                <a:ext cx="262904" cy="262734"/>
              </a:xfrm>
              <a:custGeom>
                <a:avLst/>
                <a:gdLst>
                  <a:gd name="connsiteX0" fmla="*/ 63643 w 262904"/>
                  <a:gd name="connsiteY0" fmla="*/ 53531 h 262734"/>
                  <a:gd name="connsiteX1" fmla="*/ 53349 w 262904"/>
                  <a:gd name="connsiteY1" fmla="*/ 199416 h 262734"/>
                  <a:gd name="connsiteX2" fmla="*/ 199233 w 262904"/>
                  <a:gd name="connsiteY2" fmla="*/ 209287 h 262734"/>
                  <a:gd name="connsiteX3" fmla="*/ 209527 w 262904"/>
                  <a:gd name="connsiteY3" fmla="*/ 63403 h 262734"/>
                  <a:gd name="connsiteX4" fmla="*/ 63643 w 262904"/>
                  <a:gd name="connsiteY4" fmla="*/ 53531 h 262734"/>
                  <a:gd name="connsiteX5" fmla="*/ 63643 w 262904"/>
                  <a:gd name="connsiteY5" fmla="*/ 53531 h 262734"/>
                  <a:gd name="connsiteX6" fmla="*/ 45249 w 262904"/>
                  <a:gd name="connsiteY6" fmla="*/ 32437 h 262734"/>
                  <a:gd name="connsiteX7" fmla="*/ 230705 w 262904"/>
                  <a:gd name="connsiteY7" fmla="*/ 44925 h 262734"/>
                  <a:gd name="connsiteX8" fmla="*/ 217627 w 262904"/>
                  <a:gd name="connsiteY8" fmla="*/ 230297 h 262734"/>
                  <a:gd name="connsiteX9" fmla="*/ 32171 w 262904"/>
                  <a:gd name="connsiteY9" fmla="*/ 217809 h 262734"/>
                  <a:gd name="connsiteX10" fmla="*/ 45249 w 262904"/>
                  <a:gd name="connsiteY10" fmla="*/ 32437 h 262734"/>
                  <a:gd name="connsiteX11" fmla="*/ 45249 w 262904"/>
                  <a:gd name="connsiteY11" fmla="*/ 32437 h 26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904" h="262734">
                    <a:moveTo>
                      <a:pt x="63643" y="53531"/>
                    </a:moveTo>
                    <a:cubicBezTo>
                      <a:pt x="20527" y="91078"/>
                      <a:pt x="15886" y="156384"/>
                      <a:pt x="53349" y="199416"/>
                    </a:cubicBezTo>
                    <a:cubicBezTo>
                      <a:pt x="90811" y="242447"/>
                      <a:pt x="156118" y="246834"/>
                      <a:pt x="199233" y="209287"/>
                    </a:cubicBezTo>
                    <a:cubicBezTo>
                      <a:pt x="242349" y="171741"/>
                      <a:pt x="246989" y="106434"/>
                      <a:pt x="209527" y="63403"/>
                    </a:cubicBezTo>
                    <a:cubicBezTo>
                      <a:pt x="172064" y="20372"/>
                      <a:pt x="106758" y="15900"/>
                      <a:pt x="63643" y="53531"/>
                    </a:cubicBezTo>
                    <a:lnTo>
                      <a:pt x="63643" y="53531"/>
                    </a:lnTo>
                    <a:close/>
                    <a:moveTo>
                      <a:pt x="45249" y="32437"/>
                    </a:moveTo>
                    <a:cubicBezTo>
                      <a:pt x="100093" y="-15319"/>
                      <a:pt x="183118" y="-9666"/>
                      <a:pt x="230705" y="44925"/>
                    </a:cubicBezTo>
                    <a:cubicBezTo>
                      <a:pt x="278293" y="99600"/>
                      <a:pt x="272471" y="182541"/>
                      <a:pt x="217627" y="230297"/>
                    </a:cubicBezTo>
                    <a:cubicBezTo>
                      <a:pt x="162783" y="278053"/>
                      <a:pt x="79758" y="272400"/>
                      <a:pt x="32171" y="217809"/>
                    </a:cubicBezTo>
                    <a:cubicBezTo>
                      <a:pt x="-15417" y="163134"/>
                      <a:pt x="-9511" y="80194"/>
                      <a:pt x="45249" y="32437"/>
                    </a:cubicBezTo>
                    <a:lnTo>
                      <a:pt x="45249" y="32437"/>
                    </a:lnTo>
                    <a:close/>
                  </a:path>
                </a:pathLst>
              </a:custGeom>
              <a:solidFill>
                <a:srgbClr val="4472C4">
                  <a:alpha val="15000"/>
                </a:srgbClr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" name="任意多边形: 形状 12">
                <a:extLst>
                  <a:ext uri="{FF2B5EF4-FFF2-40B4-BE49-F238E27FC236}">
                    <a16:creationId xmlns:a16="http://schemas.microsoft.com/office/drawing/2014/main" id="{5628A5ED-DD7B-5084-1392-2FE6A9AFE341}"/>
                  </a:ext>
                </a:extLst>
              </p:cNvPr>
              <p:cNvSpPr/>
              <p:nvPr/>
            </p:nvSpPr>
            <p:spPr>
              <a:xfrm>
                <a:off x="1332621" y="1432995"/>
                <a:ext cx="259279" cy="271633"/>
              </a:xfrm>
              <a:custGeom>
                <a:avLst/>
                <a:gdLst>
                  <a:gd name="connsiteX0" fmla="*/ 239784 w 259279"/>
                  <a:gd name="connsiteY0" fmla="*/ 208379 h 271633"/>
                  <a:gd name="connsiteX1" fmla="*/ 239784 w 259279"/>
                  <a:gd name="connsiteY1" fmla="*/ 208379 h 271633"/>
                  <a:gd name="connsiteX2" fmla="*/ 239784 w 259279"/>
                  <a:gd name="connsiteY2" fmla="*/ 208379 h 271633"/>
                  <a:gd name="connsiteX3" fmla="*/ 239784 w 259279"/>
                  <a:gd name="connsiteY3" fmla="*/ 208379 h 271633"/>
                  <a:gd name="connsiteX4" fmla="*/ 239784 w 259279"/>
                  <a:gd name="connsiteY4" fmla="*/ 208379 h 271633"/>
                  <a:gd name="connsiteX5" fmla="*/ 64622 w 259279"/>
                  <a:gd name="connsiteY5" fmla="*/ 54395 h 271633"/>
                  <a:gd name="connsiteX6" fmla="*/ 99638 w 259279"/>
                  <a:gd name="connsiteY6" fmla="*/ 33976 h 271633"/>
                  <a:gd name="connsiteX7" fmla="*/ 237338 w 259279"/>
                  <a:gd name="connsiteY7" fmla="*/ 100042 h 271633"/>
                  <a:gd name="connsiteX8" fmla="*/ 237338 w 259279"/>
                  <a:gd name="connsiteY8" fmla="*/ 100126 h 271633"/>
                  <a:gd name="connsiteX9" fmla="*/ 234553 w 259279"/>
                  <a:gd name="connsiteY9" fmla="*/ 105864 h 271633"/>
                  <a:gd name="connsiteX10" fmla="*/ 228816 w 259279"/>
                  <a:gd name="connsiteY10" fmla="*/ 102995 h 271633"/>
                  <a:gd name="connsiteX11" fmla="*/ 217088 w 259279"/>
                  <a:gd name="connsiteY11" fmla="*/ 79876 h 271633"/>
                  <a:gd name="connsiteX12" fmla="*/ 79641 w 259279"/>
                  <a:gd name="connsiteY12" fmla="*/ 54142 h 271633"/>
                  <a:gd name="connsiteX13" fmla="*/ 54075 w 259279"/>
                  <a:gd name="connsiteY13" fmla="*/ 191504 h 271633"/>
                  <a:gd name="connsiteX14" fmla="*/ 191522 w 259279"/>
                  <a:gd name="connsiteY14" fmla="*/ 217239 h 271633"/>
                  <a:gd name="connsiteX15" fmla="*/ 197428 w 259279"/>
                  <a:gd name="connsiteY15" fmla="*/ 217998 h 271633"/>
                  <a:gd name="connsiteX16" fmla="*/ 197006 w 259279"/>
                  <a:gd name="connsiteY16" fmla="*/ 224326 h 271633"/>
                  <a:gd name="connsiteX17" fmla="*/ 196584 w 259279"/>
                  <a:gd name="connsiteY17" fmla="*/ 224664 h 271633"/>
                  <a:gd name="connsiteX18" fmla="*/ 54075 w 259279"/>
                  <a:gd name="connsiteY18" fmla="*/ 206523 h 271633"/>
                  <a:gd name="connsiteX19" fmla="*/ 64622 w 259279"/>
                  <a:gd name="connsiteY19" fmla="*/ 54395 h 271633"/>
                  <a:gd name="connsiteX20" fmla="*/ 64622 w 259279"/>
                  <a:gd name="connsiteY20" fmla="*/ 54395 h 271633"/>
                  <a:gd name="connsiteX21" fmla="*/ 54750 w 259279"/>
                  <a:gd name="connsiteY21" fmla="*/ 26804 h 271633"/>
                  <a:gd name="connsiteX22" fmla="*/ 78375 w 259279"/>
                  <a:gd name="connsiteY22" fmla="*/ 12714 h 271633"/>
                  <a:gd name="connsiteX23" fmla="*/ 258769 w 259279"/>
                  <a:gd name="connsiteY23" fmla="*/ 78526 h 271633"/>
                  <a:gd name="connsiteX24" fmla="*/ 258938 w 259279"/>
                  <a:gd name="connsiteY24" fmla="*/ 78864 h 271633"/>
                  <a:gd name="connsiteX25" fmla="*/ 256491 w 259279"/>
                  <a:gd name="connsiteY25" fmla="*/ 84770 h 271633"/>
                  <a:gd name="connsiteX26" fmla="*/ 250584 w 259279"/>
                  <a:gd name="connsiteY26" fmla="*/ 82323 h 271633"/>
                  <a:gd name="connsiteX27" fmla="*/ 208144 w 259279"/>
                  <a:gd name="connsiteY27" fmla="*/ 31867 h 271633"/>
                  <a:gd name="connsiteX28" fmla="*/ 31716 w 259279"/>
                  <a:gd name="connsiteY28" fmla="*/ 63339 h 271633"/>
                  <a:gd name="connsiteX29" fmla="*/ 63356 w 259279"/>
                  <a:gd name="connsiteY29" fmla="*/ 239851 h 271633"/>
                  <a:gd name="connsiteX30" fmla="*/ 223078 w 259279"/>
                  <a:gd name="connsiteY30" fmla="*/ 227870 h 271633"/>
                  <a:gd name="connsiteX31" fmla="*/ 239784 w 259279"/>
                  <a:gd name="connsiteY31" fmla="*/ 208379 h 271633"/>
                  <a:gd name="connsiteX32" fmla="*/ 246028 w 259279"/>
                  <a:gd name="connsiteY32" fmla="*/ 207282 h 271633"/>
                  <a:gd name="connsiteX33" fmla="*/ 247125 w 259279"/>
                  <a:gd name="connsiteY33" fmla="*/ 213526 h 271633"/>
                  <a:gd name="connsiteX34" fmla="*/ 193125 w 259279"/>
                  <a:gd name="connsiteY34" fmla="*/ 258920 h 271633"/>
                  <a:gd name="connsiteX35" fmla="*/ 12731 w 259279"/>
                  <a:gd name="connsiteY35" fmla="*/ 193107 h 271633"/>
                  <a:gd name="connsiteX36" fmla="*/ 54750 w 259279"/>
                  <a:gd name="connsiteY36" fmla="*/ 26804 h 271633"/>
                  <a:gd name="connsiteX37" fmla="*/ 54750 w 259279"/>
                  <a:gd name="connsiteY37" fmla="*/ 26804 h 27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59279" h="271633">
                    <a:moveTo>
                      <a:pt x="239784" y="208379"/>
                    </a:move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lnTo>
                      <a:pt x="239784" y="208379"/>
                    </a:lnTo>
                    <a:close/>
                    <a:moveTo>
                      <a:pt x="64622" y="54395"/>
                    </a:moveTo>
                    <a:cubicBezTo>
                      <a:pt x="74916" y="45451"/>
                      <a:pt x="86813" y="38532"/>
                      <a:pt x="99638" y="33976"/>
                    </a:cubicBezTo>
                    <a:cubicBezTo>
                      <a:pt x="155916" y="14232"/>
                      <a:pt x="217509" y="43764"/>
                      <a:pt x="237338" y="100042"/>
                    </a:cubicBezTo>
                    <a:cubicBezTo>
                      <a:pt x="237338" y="100042"/>
                      <a:pt x="237338" y="100126"/>
                      <a:pt x="237338" y="100126"/>
                    </a:cubicBezTo>
                    <a:cubicBezTo>
                      <a:pt x="238097" y="102489"/>
                      <a:pt x="236831" y="105020"/>
                      <a:pt x="234553" y="105864"/>
                    </a:cubicBezTo>
                    <a:cubicBezTo>
                      <a:pt x="232191" y="106623"/>
                      <a:pt x="229659" y="105357"/>
                      <a:pt x="228816" y="102995"/>
                    </a:cubicBezTo>
                    <a:cubicBezTo>
                      <a:pt x="225947" y="94811"/>
                      <a:pt x="221981" y="87048"/>
                      <a:pt x="217088" y="79876"/>
                    </a:cubicBezTo>
                    <a:cubicBezTo>
                      <a:pt x="186206" y="34820"/>
                      <a:pt x="124697" y="23345"/>
                      <a:pt x="79641" y="54142"/>
                    </a:cubicBezTo>
                    <a:cubicBezTo>
                      <a:pt x="34669" y="85023"/>
                      <a:pt x="23194" y="146532"/>
                      <a:pt x="54075" y="191504"/>
                    </a:cubicBezTo>
                    <a:cubicBezTo>
                      <a:pt x="84956" y="236561"/>
                      <a:pt x="146466" y="248036"/>
                      <a:pt x="191522" y="217239"/>
                    </a:cubicBezTo>
                    <a:cubicBezTo>
                      <a:pt x="193378" y="215973"/>
                      <a:pt x="195994" y="216226"/>
                      <a:pt x="197428" y="217998"/>
                    </a:cubicBezTo>
                    <a:cubicBezTo>
                      <a:pt x="199031" y="219854"/>
                      <a:pt x="198863" y="222723"/>
                      <a:pt x="197006" y="224326"/>
                    </a:cubicBezTo>
                    <a:cubicBezTo>
                      <a:pt x="196838" y="224411"/>
                      <a:pt x="196753" y="224579"/>
                      <a:pt x="196584" y="224664"/>
                    </a:cubicBezTo>
                    <a:cubicBezTo>
                      <a:pt x="151444" y="255714"/>
                      <a:pt x="90103" y="247867"/>
                      <a:pt x="54075" y="206523"/>
                    </a:cubicBezTo>
                    <a:cubicBezTo>
                      <a:pt x="15009" y="161720"/>
                      <a:pt x="19734" y="93545"/>
                      <a:pt x="64622" y="54395"/>
                    </a:cubicBezTo>
                    <a:lnTo>
                      <a:pt x="64622" y="54395"/>
                    </a:lnTo>
                    <a:close/>
                    <a:moveTo>
                      <a:pt x="54750" y="26804"/>
                    </a:moveTo>
                    <a:cubicBezTo>
                      <a:pt x="62006" y="21404"/>
                      <a:pt x="69853" y="16679"/>
                      <a:pt x="78375" y="12714"/>
                    </a:cubicBezTo>
                    <a:cubicBezTo>
                      <a:pt x="146297" y="-18927"/>
                      <a:pt x="227128" y="10520"/>
                      <a:pt x="258769" y="78526"/>
                    </a:cubicBezTo>
                    <a:cubicBezTo>
                      <a:pt x="258853" y="78611"/>
                      <a:pt x="258853" y="78779"/>
                      <a:pt x="258938" y="78864"/>
                    </a:cubicBezTo>
                    <a:cubicBezTo>
                      <a:pt x="259866" y="81142"/>
                      <a:pt x="258853" y="83757"/>
                      <a:pt x="256491" y="84770"/>
                    </a:cubicBezTo>
                    <a:cubicBezTo>
                      <a:pt x="254213" y="85698"/>
                      <a:pt x="251597" y="84686"/>
                      <a:pt x="250584" y="82323"/>
                    </a:cubicBezTo>
                    <a:cubicBezTo>
                      <a:pt x="241134" y="62073"/>
                      <a:pt x="226453" y="44607"/>
                      <a:pt x="208144" y="31867"/>
                    </a:cubicBezTo>
                    <a:cubicBezTo>
                      <a:pt x="150769" y="-8211"/>
                      <a:pt x="71709" y="5879"/>
                      <a:pt x="31716" y="63339"/>
                    </a:cubicBezTo>
                    <a:cubicBezTo>
                      <a:pt x="-8278" y="120714"/>
                      <a:pt x="5897" y="199773"/>
                      <a:pt x="63356" y="239851"/>
                    </a:cubicBezTo>
                    <a:cubicBezTo>
                      <a:pt x="113644" y="274867"/>
                      <a:pt x="180384" y="268539"/>
                      <a:pt x="223078" y="227870"/>
                    </a:cubicBezTo>
                    <a:lnTo>
                      <a:pt x="239784" y="208379"/>
                    </a:lnTo>
                    <a:lnTo>
                      <a:pt x="246028" y="207282"/>
                    </a:lnTo>
                    <a:cubicBezTo>
                      <a:pt x="248053" y="208717"/>
                      <a:pt x="248559" y="211501"/>
                      <a:pt x="247125" y="213526"/>
                    </a:cubicBezTo>
                    <a:cubicBezTo>
                      <a:pt x="233456" y="233186"/>
                      <a:pt x="214809" y="248795"/>
                      <a:pt x="193125" y="258920"/>
                    </a:cubicBezTo>
                    <a:cubicBezTo>
                      <a:pt x="125203" y="290561"/>
                      <a:pt x="44372" y="261114"/>
                      <a:pt x="12731" y="193107"/>
                    </a:cubicBezTo>
                    <a:cubicBezTo>
                      <a:pt x="-14944" y="133707"/>
                      <a:pt x="4041" y="64436"/>
                      <a:pt x="54750" y="26804"/>
                    </a:cubicBezTo>
                    <a:lnTo>
                      <a:pt x="54750" y="26804"/>
                    </a:lnTo>
                    <a:close/>
                  </a:path>
                </a:pathLst>
              </a:custGeom>
              <a:solidFill>
                <a:srgbClr val="002060"/>
              </a:solidFill>
              <a:ln w="83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1" name="椭圆 10">
              <a:extLst>
                <a:ext uri="{FF2B5EF4-FFF2-40B4-BE49-F238E27FC236}">
                  <a16:creationId xmlns:a16="http://schemas.microsoft.com/office/drawing/2014/main" id="{67CFB09F-0D53-A452-1906-914D0BB14034}"/>
                </a:ext>
              </a:extLst>
            </p:cNvPr>
            <p:cNvSpPr/>
            <p:nvPr userDrawn="1"/>
          </p:nvSpPr>
          <p:spPr>
            <a:xfrm>
              <a:off x="1545990" y="1559228"/>
              <a:ext cx="57600" cy="57600"/>
            </a:xfrm>
            <a:prstGeom prst="ellipse">
              <a:avLst/>
            </a:prstGeom>
            <a:gradFill flip="none" rotWithShape="1">
              <a:gsLst>
                <a:gs pos="0">
                  <a:srgbClr val="4472C4">
                    <a:tint val="66000"/>
                    <a:satMod val="160000"/>
                  </a:srgbClr>
                </a:gs>
                <a:gs pos="50000">
                  <a:srgbClr val="4472C4">
                    <a:tint val="44500"/>
                    <a:satMod val="160000"/>
                  </a:srgbClr>
                </a:gs>
                <a:gs pos="100000">
                  <a:srgbClr val="4472C4">
                    <a:tint val="23500"/>
                    <a:satMod val="160000"/>
                  </a:srgbClr>
                </a:gs>
              </a:gsLst>
              <a:lin ang="13500000" scaled="1"/>
              <a:tileRect/>
            </a:gradFill>
            <a:ln w="6350">
              <a:solidFill>
                <a:srgbClr val="002060"/>
              </a:solidFill>
              <a:miter lim="800000"/>
              <a:headEnd/>
              <a:tailEnd/>
            </a:ln>
            <a:effectLst>
              <a:glow>
                <a:schemeClr val="accent1">
                  <a:satMod val="175000"/>
                  <a:alpha val="30000"/>
                </a:schemeClr>
              </a:glo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 sz="1252">
                <a:solidFill>
                  <a:schemeClr val="accent1">
                    <a:lumMod val="75000"/>
                  </a:schemeClr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</p:grpSp>
      <p:sp>
        <p:nvSpPr>
          <p:cNvPr id="14" name="Rectangle 12">
            <a:extLst>
              <a:ext uri="{FF2B5EF4-FFF2-40B4-BE49-F238E27FC236}">
                <a16:creationId xmlns:a16="http://schemas.microsoft.com/office/drawing/2014/main" id="{1C073DCD-2156-4228-919B-ABD7EA59353E}"/>
              </a:ext>
            </a:extLst>
          </p:cNvPr>
          <p:cNvSpPr/>
          <p:nvPr userDrawn="1"/>
        </p:nvSpPr>
        <p:spPr>
          <a:xfrm flipV="1">
            <a:off x="2562499" y="6547630"/>
            <a:ext cx="8851061" cy="14400"/>
          </a:xfrm>
          <a:prstGeom prst="rect">
            <a:avLst/>
          </a:prstGeom>
          <a:solidFill>
            <a:srgbClr val="4D71B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pic>
        <p:nvPicPr>
          <p:cNvPr id="15" name="图片 14">
            <a:extLst>
              <a:ext uri="{FF2B5EF4-FFF2-40B4-BE49-F238E27FC236}">
                <a16:creationId xmlns:a16="http://schemas.microsoft.com/office/drawing/2014/main" id="{D5B54D3F-D743-6CD1-C555-451481D716DC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35411" y="6420199"/>
            <a:ext cx="1877675" cy="236618"/>
          </a:xfrm>
          <a:prstGeom prst="rect">
            <a:avLst/>
          </a:prstGeom>
        </p:spPr>
      </p:pic>
      <p:sp>
        <p:nvSpPr>
          <p:cNvPr id="16" name="Rectangle: Rounded Corners 5">
            <a:extLst>
              <a:ext uri="{FF2B5EF4-FFF2-40B4-BE49-F238E27FC236}">
                <a16:creationId xmlns:a16="http://schemas.microsoft.com/office/drawing/2014/main" id="{3B5CCB14-BCD6-324E-E637-06F103796B86}"/>
              </a:ext>
            </a:extLst>
          </p:cNvPr>
          <p:cNvSpPr/>
          <p:nvPr userDrawn="1"/>
        </p:nvSpPr>
        <p:spPr>
          <a:xfrm>
            <a:off x="454461" y="1272596"/>
            <a:ext cx="11120505" cy="4909531"/>
          </a:xfrm>
          <a:prstGeom prst="roundRect">
            <a:avLst>
              <a:gd name="adj" fmla="val 1155"/>
            </a:avLst>
          </a:prstGeom>
          <a:solidFill>
            <a:schemeClr val="bg1">
              <a:alpha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文本占位符 46">
            <a:extLst>
              <a:ext uri="{FF2B5EF4-FFF2-40B4-BE49-F238E27FC236}">
                <a16:creationId xmlns:a16="http://schemas.microsoft.com/office/drawing/2014/main" id="{9438E331-C98A-A32A-073A-497DD20DFC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892061" y="2503993"/>
            <a:ext cx="5281058" cy="2876894"/>
          </a:xfrm>
        </p:spPr>
        <p:txBody>
          <a:bodyPr>
            <a:noAutofit/>
          </a:bodyPr>
          <a:lstStyle>
            <a:lvl1pPr marL="285750" indent="-285750" algn="l" defTabSz="285750" rtl="0" eaLnBrk="1" latinLnBrk="0" hangingPunct="1">
              <a:lnSpc>
                <a:spcPct val="130000"/>
              </a:lnSpc>
              <a:buFont typeface="Arial" panose="020B0604020202020204" pitchFamily="34" charset="0"/>
              <a:buChar char="•"/>
              <a:defRPr lang="zh-CN" altLang="en-US" sz="16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717889" indent="-342900">
              <a:lnSpc>
                <a:spcPct val="130000"/>
              </a:lnSpc>
              <a:buClr>
                <a:srgbClr val="002060"/>
              </a:buClr>
              <a:buFont typeface="Arial" panose="020B0604020202020204" pitchFamily="34" charset="0"/>
              <a:buChar char="•"/>
              <a:defRPr lang="en-US" altLang="zh-CN" sz="1400" kern="1200" dirty="0" smtClean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2pPr>
          </a:lstStyle>
          <a:p>
            <a:pPr lvl="1"/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marL="717889" marR="0" lvl="1" indent="-285750" algn="l" defTabSz="28575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zh-CN" altLang="en-US" dirty="0"/>
              <a:t>内容正文</a:t>
            </a:r>
            <a:r>
              <a:rPr lang="en-US" altLang="zh-CN" dirty="0"/>
              <a:t>……</a:t>
            </a:r>
          </a:p>
          <a:p>
            <a:pPr lvl="0"/>
            <a:endParaRPr lang="en-US" altLang="zh-CN" dirty="0"/>
          </a:p>
          <a:p>
            <a:pPr lvl="1"/>
            <a:endParaRPr lang="en-US" altLang="zh-CN" dirty="0"/>
          </a:p>
        </p:txBody>
      </p:sp>
      <p:sp>
        <p:nvSpPr>
          <p:cNvPr id="20" name="图片占位符 81">
            <a:extLst>
              <a:ext uri="{FF2B5EF4-FFF2-40B4-BE49-F238E27FC236}">
                <a16:creationId xmlns:a16="http://schemas.microsoft.com/office/drawing/2014/main" id="{EB2C8712-6A3B-6DC2-759E-4D751AD3F105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1077313" y="1729963"/>
            <a:ext cx="4404502" cy="3650924"/>
          </a:xfrm>
          <a:solidFill>
            <a:srgbClr val="B2CBE7"/>
          </a:solidFill>
        </p:spPr>
        <p:txBody>
          <a:bodyPr/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zh-CN" dirty="0"/>
              <a:t>Image placeholder</a:t>
            </a:r>
          </a:p>
          <a:p>
            <a:endParaRPr lang="zh-CN" altLang="en-US" dirty="0"/>
          </a:p>
        </p:txBody>
      </p:sp>
      <p:sp>
        <p:nvSpPr>
          <p:cNvPr id="21" name="文本占位符 3">
            <a:extLst>
              <a:ext uri="{FF2B5EF4-FFF2-40B4-BE49-F238E27FC236}">
                <a16:creationId xmlns:a16="http://schemas.microsoft.com/office/drawing/2014/main" id="{4A348446-F10B-8BCD-B8AC-99B3C803668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893263" y="1750738"/>
            <a:ext cx="5279856" cy="593188"/>
          </a:xfrm>
        </p:spPr>
        <p:txBody>
          <a:bodyPr anchor="ctr">
            <a:normAutofit/>
          </a:bodyPr>
          <a:lstStyle>
            <a:lvl1pPr marL="0" indent="0">
              <a:lnSpc>
                <a:spcPct val="120000"/>
              </a:lnSpc>
              <a:buNone/>
              <a:defRPr sz="2000" b="1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>
              <a:buNone/>
              <a:defRPr sz="160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</a:lstStyle>
          <a:p>
            <a:pPr lvl="0"/>
            <a:r>
              <a:rPr lang="zh-CN" altLang="en-US" dirty="0"/>
              <a:t>单击此处编辑内容标题</a:t>
            </a: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7D39930A-C1A0-BE17-ABA1-C9F141BFF9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zh-CN" altLang="en-US" sz="2000" b="1" kern="12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325205589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3576434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ECD5E11-D512-4977-AF99-AB3503C08C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6BC27FD2-2641-4E45-BC79-966E3A317A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5E5A5C-DC8E-44FD-B1E2-C925F103D661}" type="datetimeFigureOut">
              <a:rPr lang="zh-CN" altLang="en-US" smtClean="0"/>
              <a:t>2024/4/7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29E46DB2-BA2F-416B-8DBA-FECE18F51F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EE3106B0-0BC1-40AA-AEFF-C08641B6B4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01299D-92E6-4E98-BEC1-38B76558C6B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825784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二级</a:t>
            </a:r>
          </a:p>
          <a:p>
            <a:pPr lvl="2"/>
            <a:r>
              <a:rPr lang="zh-CN" altLang="en-US" dirty="0"/>
              <a:t>三级</a:t>
            </a:r>
          </a:p>
          <a:p>
            <a:pPr lvl="3"/>
            <a:r>
              <a:rPr lang="zh-CN" altLang="en-US" dirty="0"/>
              <a:t>四级</a:t>
            </a:r>
          </a:p>
          <a:p>
            <a:pPr lvl="4"/>
            <a:r>
              <a:rPr lang="zh-CN" altLang="en-US" dirty="0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F5E5A5C-DC8E-44FD-B1E2-C925F103D661}" type="datetimeFigureOut">
              <a:rPr lang="zh-CN" altLang="en-US" smtClean="0"/>
              <a:t>2024/4/7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D01299D-92E6-4E98-BEC1-38B76558C6BF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83A47B09-0B9E-6277-295E-EBFAF20A3052}"/>
              </a:ext>
            </a:extLst>
          </p:cNvPr>
          <p:cNvSpPr/>
          <p:nvPr userDrawn="1"/>
        </p:nvSpPr>
        <p:spPr>
          <a:xfrm>
            <a:off x="12288795" y="3203265"/>
            <a:ext cx="457015" cy="356501"/>
          </a:xfrm>
          <a:prstGeom prst="rect">
            <a:avLst/>
          </a:prstGeom>
          <a:solidFill>
            <a:srgbClr val="01429E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anose="02010600030101010101" pitchFamily="2" charset="-122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4B9CC993-9EBD-693A-7837-30ABC1FC77A5}"/>
              </a:ext>
            </a:extLst>
          </p:cNvPr>
          <p:cNvSpPr/>
          <p:nvPr userDrawn="1"/>
        </p:nvSpPr>
        <p:spPr>
          <a:xfrm>
            <a:off x="12288795" y="4173473"/>
            <a:ext cx="458314" cy="356501"/>
          </a:xfrm>
          <a:prstGeom prst="rect">
            <a:avLst/>
          </a:prstGeom>
          <a:solidFill>
            <a:srgbClr val="B1F1EE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anose="02010600030101010101" pitchFamily="2" charset="-122"/>
            </a:endParaRP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64A2C689-B48C-86C0-AD99-71E741DC157E}"/>
              </a:ext>
            </a:extLst>
          </p:cNvPr>
          <p:cNvSpPr/>
          <p:nvPr userDrawn="1"/>
        </p:nvSpPr>
        <p:spPr>
          <a:xfrm>
            <a:off x="12288795" y="4658577"/>
            <a:ext cx="459017" cy="356501"/>
          </a:xfrm>
          <a:prstGeom prst="rect">
            <a:avLst/>
          </a:prstGeom>
          <a:solidFill>
            <a:srgbClr val="092441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anose="02010600030101010101" pitchFamily="2" charset="-122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5F04E230-0C9C-EA2E-9EDE-3586DF41B089}"/>
              </a:ext>
            </a:extLst>
          </p:cNvPr>
          <p:cNvSpPr/>
          <p:nvPr userDrawn="1"/>
        </p:nvSpPr>
        <p:spPr>
          <a:xfrm>
            <a:off x="12288795" y="5143681"/>
            <a:ext cx="459017" cy="356501"/>
          </a:xfrm>
          <a:prstGeom prst="rect">
            <a:avLst/>
          </a:prstGeom>
          <a:solidFill>
            <a:srgbClr val="EF5604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anose="02010600030101010101" pitchFamily="2" charset="-122"/>
            </a:endParaRP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FB93B671-8C82-C883-D0EB-838B9AFC84D1}"/>
              </a:ext>
            </a:extLst>
          </p:cNvPr>
          <p:cNvSpPr/>
          <p:nvPr userDrawn="1"/>
        </p:nvSpPr>
        <p:spPr>
          <a:xfrm>
            <a:off x="12288795" y="5628785"/>
            <a:ext cx="459017" cy="356501"/>
          </a:xfrm>
          <a:prstGeom prst="rect">
            <a:avLst/>
          </a:prstGeom>
          <a:solidFill>
            <a:srgbClr val="FF0000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anose="02010600030101010101" pitchFamily="2" charset="-122"/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81D9FA1A-E959-0CE2-AEA8-A0EBD1FDCD97}"/>
              </a:ext>
            </a:extLst>
          </p:cNvPr>
          <p:cNvSpPr/>
          <p:nvPr userDrawn="1"/>
        </p:nvSpPr>
        <p:spPr>
          <a:xfrm>
            <a:off x="12288795" y="6113892"/>
            <a:ext cx="459017" cy="356501"/>
          </a:xfrm>
          <a:prstGeom prst="rect">
            <a:avLst/>
          </a:prstGeom>
          <a:solidFill>
            <a:srgbClr val="7F7F7F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anose="02010600030101010101" pitchFamily="2" charset="-122"/>
            </a:endParaRP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8556391F-C3D4-4BB8-5861-4566C4350F24}"/>
              </a:ext>
            </a:extLst>
          </p:cNvPr>
          <p:cNvSpPr txBox="1"/>
          <p:nvPr userDrawn="1"/>
        </p:nvSpPr>
        <p:spPr>
          <a:xfrm>
            <a:off x="12288795" y="6606533"/>
            <a:ext cx="52070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800" dirty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参考色</a:t>
            </a:r>
            <a:endParaRPr lang="en-US" altLang="zh-CN" sz="800" dirty="0">
              <a:solidFill>
                <a:srgbClr val="00206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EC78FDE0-65DB-DFFE-7A1B-B246285C0BA8}"/>
              </a:ext>
            </a:extLst>
          </p:cNvPr>
          <p:cNvSpPr/>
          <p:nvPr userDrawn="1"/>
        </p:nvSpPr>
        <p:spPr>
          <a:xfrm>
            <a:off x="12288795" y="3688369"/>
            <a:ext cx="458314" cy="356501"/>
          </a:xfrm>
          <a:prstGeom prst="rect">
            <a:avLst/>
          </a:prstGeom>
          <a:solidFill>
            <a:srgbClr val="0070C0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anose="02010600030101010101" pitchFamily="2" charset="-122"/>
            </a:endParaRPr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07A6DF33-6219-C5B3-0F5A-B32E90A9A898}"/>
              </a:ext>
            </a:extLst>
          </p:cNvPr>
          <p:cNvSpPr/>
          <p:nvPr userDrawn="1"/>
        </p:nvSpPr>
        <p:spPr>
          <a:xfrm>
            <a:off x="12288795" y="2718161"/>
            <a:ext cx="457015" cy="356501"/>
          </a:xfrm>
          <a:prstGeom prst="rect">
            <a:avLst/>
          </a:prstGeom>
          <a:solidFill>
            <a:srgbClr val="274A80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8520230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0" r:id="rId1"/>
    <p:sldLayoutId id="2147483717" r:id="rId2"/>
    <p:sldLayoutId id="2147483718" r:id="rId3"/>
    <p:sldLayoutId id="2147483719" r:id="rId4"/>
    <p:sldLayoutId id="2147483721" r:id="rId5"/>
    <p:sldLayoutId id="2147483720" r:id="rId6"/>
    <p:sldLayoutId id="2147483722" r:id="rId7"/>
    <p:sldLayoutId id="2147483729" r:id="rId8"/>
    <p:sldLayoutId id="2147483714" r:id="rId9"/>
    <p:sldLayoutId id="2147483725" r:id="rId10"/>
    <p:sldLayoutId id="2147483727" r:id="rId11"/>
    <p:sldLayoutId id="2147483730" r:id="rId12"/>
    <p:sldLayoutId id="2147483732" r:id="rId13"/>
    <p:sldLayoutId id="2147483728" r:id="rId14"/>
    <p:sldLayoutId id="2147483723" r:id="rId15"/>
    <p:sldLayoutId id="2147483726" r:id="rId16"/>
    <p:sldLayoutId id="2147483724" r:id="rId17"/>
    <p:sldLayoutId id="2147483733" r:id="rId18"/>
    <p:sldLayoutId id="2147483736" r:id="rId19"/>
    <p:sldLayoutId id="2147483735" r:id="rId20"/>
    <p:sldLayoutId id="2147483739" r:id="rId21"/>
    <p:sldLayoutId id="2147483677" r:id="rId22"/>
    <p:sldLayoutId id="2147483737" r:id="rId23"/>
    <p:sldLayoutId id="2147483734" r:id="rId24"/>
    <p:sldLayoutId id="2147483673" r:id="rId2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9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>
            <a:extLst>
              <a:ext uri="{FF2B5EF4-FFF2-40B4-BE49-F238E27FC236}">
                <a16:creationId xmlns:a16="http://schemas.microsoft.com/office/drawing/2014/main" id="{2FE129FF-A69E-4655-95DF-19EC7979BF1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5454572" y="2202794"/>
            <a:ext cx="1435960" cy="449819"/>
          </a:xfrm>
          <a:prstGeom prst="rect">
            <a:avLst/>
          </a:prstGeom>
        </p:spPr>
      </p:pic>
      <p:sp>
        <p:nvSpPr>
          <p:cNvPr id="19" name="矩形 18">
            <a:extLst>
              <a:ext uri="{FF2B5EF4-FFF2-40B4-BE49-F238E27FC236}">
                <a16:creationId xmlns:a16="http://schemas.microsoft.com/office/drawing/2014/main" id="{209C33FC-42BC-4437-A31D-946AE27E3CF3}"/>
              </a:ext>
            </a:extLst>
          </p:cNvPr>
          <p:cNvSpPr/>
          <p:nvPr/>
        </p:nvSpPr>
        <p:spPr>
          <a:xfrm>
            <a:off x="5636087" y="4202121"/>
            <a:ext cx="917111" cy="36163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750" dirty="0">
                <a:solidFill>
                  <a:schemeClr val="bg1"/>
                </a:solidFill>
                <a:latin typeface="Impact" panose="020B0806030902050204" pitchFamily="34" charset="0"/>
                <a:ea typeface="宋体" panose="02010600030101010101" pitchFamily="2" charset="-122"/>
              </a:rPr>
              <a:t>202X.0X</a:t>
            </a:r>
            <a:endParaRPr lang="zh-CN" altLang="en-US" sz="1750" dirty="0">
              <a:solidFill>
                <a:schemeClr val="bg1"/>
              </a:solidFill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0B795C99-7336-4902-BB98-69FB2B99025B}"/>
              </a:ext>
            </a:extLst>
          </p:cNvPr>
          <p:cNvSpPr/>
          <p:nvPr/>
        </p:nvSpPr>
        <p:spPr>
          <a:xfrm>
            <a:off x="3263116" y="3484522"/>
            <a:ext cx="4294702" cy="28469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5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FiberHome Telecommunication Technologies Co., Ltd.</a:t>
            </a:r>
            <a:endParaRPr lang="zh-CN" altLang="en-US" sz="125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C920A140-EB5A-D69E-69D8-1CDBA78226A1}"/>
              </a:ext>
            </a:extLst>
          </p:cNvPr>
          <p:cNvSpPr txBox="1"/>
          <p:nvPr/>
        </p:nvSpPr>
        <p:spPr>
          <a:xfrm>
            <a:off x="3203586" y="2897644"/>
            <a:ext cx="5937934" cy="6694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750" b="1" dirty="0">
                <a:solidFill>
                  <a:srgbClr val="D9D9D9"/>
                </a:solidFill>
                <a:latin typeface="方正正中黑简体" panose="02000000000000000000" pitchFamily="2" charset="-122"/>
                <a:ea typeface="方正正中黑简体" panose="02000000000000000000" pitchFamily="2" charset="-122"/>
              </a:rPr>
              <a:t>烽火通信科技股份有限公司</a:t>
            </a:r>
          </a:p>
        </p:txBody>
      </p:sp>
    </p:spTree>
    <p:extLst>
      <p:ext uri="{BB962C8B-B14F-4D97-AF65-F5344CB8AC3E}">
        <p14:creationId xmlns:p14="http://schemas.microsoft.com/office/powerpoint/2010/main" val="97940263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>
            <a:extLst>
              <a:ext uri="{FF2B5EF4-FFF2-40B4-BE49-F238E27FC236}">
                <a16:creationId xmlns:a16="http://schemas.microsoft.com/office/drawing/2014/main" id="{DCF588A2-A1F3-D21E-E43F-D807920B6600}"/>
              </a:ext>
            </a:extLst>
          </p:cNvPr>
          <p:cNvSpPr txBox="1"/>
          <p:nvPr/>
        </p:nvSpPr>
        <p:spPr>
          <a:xfrm>
            <a:off x="1545124" y="3094293"/>
            <a:ext cx="7557184" cy="6694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750" b="1" dirty="0">
                <a:solidFill>
                  <a:srgbClr val="D9D9D9"/>
                </a:solidFill>
                <a:latin typeface="方正正中黑简体" panose="02000000000000000000" pitchFamily="2" charset="-122"/>
                <a:ea typeface="方正正中黑简体" panose="02000000000000000000" pitchFamily="2" charset="-122"/>
              </a:rPr>
              <a:t>烽火通信科技股份有限公司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49995AE9-86F4-B5B6-1EE8-1F040E300734}"/>
              </a:ext>
            </a:extLst>
          </p:cNvPr>
          <p:cNvSpPr/>
          <p:nvPr/>
        </p:nvSpPr>
        <p:spPr>
          <a:xfrm>
            <a:off x="2680369" y="3917000"/>
            <a:ext cx="4659537" cy="8326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1375" dirty="0">
                <a:solidFill>
                  <a:srgbClr val="D9D9D9"/>
                </a:solidFill>
                <a:latin typeface="微软雅黑" pitchFamily="34" charset="-122"/>
                <a:ea typeface="微软雅黑" pitchFamily="34" charset="-122"/>
              </a:rPr>
              <a:t>烽火通信科技股份有限公司　</a:t>
            </a:r>
            <a:r>
              <a:rPr lang="en-US" altLang="zh-CN" sz="1375" dirty="0">
                <a:solidFill>
                  <a:srgbClr val="D9D9D9"/>
                </a:solidFill>
                <a:latin typeface="微软雅黑" pitchFamily="34" charset="-122"/>
                <a:ea typeface="微软雅黑" pitchFamily="34" charset="-122"/>
              </a:rPr>
              <a:t>XXX</a:t>
            </a:r>
            <a:r>
              <a:rPr lang="zh-CN" altLang="en-US" sz="1375" dirty="0">
                <a:solidFill>
                  <a:srgbClr val="D9D9D9"/>
                </a:solidFill>
                <a:latin typeface="微软雅黑" pitchFamily="34" charset="-122"/>
                <a:ea typeface="微软雅黑" pitchFamily="34" charset="-122"/>
              </a:rPr>
              <a:t>办公室</a:t>
            </a:r>
            <a:br>
              <a:rPr lang="en-US" altLang="zh-CN" sz="1375" dirty="0">
                <a:solidFill>
                  <a:srgbClr val="D9D9D9"/>
                </a:solidFill>
                <a:latin typeface="微软雅黑" pitchFamily="34" charset="-122"/>
                <a:ea typeface="微软雅黑" pitchFamily="34" charset="-122"/>
              </a:rPr>
            </a:br>
            <a:r>
              <a:rPr lang="en-US" altLang="zh-CN" sz="1375" dirty="0">
                <a:solidFill>
                  <a:srgbClr val="D9D9D9"/>
                </a:solidFill>
                <a:latin typeface="微软雅黑" pitchFamily="34" charset="-122"/>
                <a:ea typeface="微软雅黑" pitchFamily="34" charset="-122"/>
              </a:rPr>
              <a:t>XXX</a:t>
            </a:r>
            <a:br>
              <a:rPr lang="en-US" altLang="zh-CN" sz="1375" dirty="0">
                <a:solidFill>
                  <a:srgbClr val="D9D9D9"/>
                </a:solidFill>
                <a:latin typeface="微软雅黑" pitchFamily="34" charset="-122"/>
                <a:ea typeface="微软雅黑" pitchFamily="34" charset="-122"/>
              </a:rPr>
            </a:br>
            <a:r>
              <a:rPr lang="en-US" altLang="zh-CN" sz="1375" dirty="0">
                <a:solidFill>
                  <a:srgbClr val="D9D9D9"/>
                </a:solidFill>
                <a:latin typeface="微软雅黑" pitchFamily="34" charset="-122"/>
                <a:ea typeface="微软雅黑" pitchFamily="34" charset="-122"/>
              </a:rPr>
              <a:t>202X</a:t>
            </a:r>
            <a:r>
              <a:rPr lang="zh-CN" altLang="en-US" sz="1375" dirty="0">
                <a:solidFill>
                  <a:srgbClr val="D9D9D9"/>
                </a:solidFill>
                <a:latin typeface="微软雅黑" pitchFamily="34" charset="-122"/>
                <a:ea typeface="微软雅黑" pitchFamily="34" charset="-122"/>
              </a:rPr>
              <a:t>年</a:t>
            </a:r>
            <a:r>
              <a:rPr lang="en-US" altLang="zh-CN" sz="1375" dirty="0">
                <a:solidFill>
                  <a:srgbClr val="D9D9D9"/>
                </a:solidFill>
                <a:latin typeface="微软雅黑" pitchFamily="34" charset="-122"/>
                <a:ea typeface="微软雅黑" pitchFamily="34" charset="-122"/>
              </a:rPr>
              <a:t>X</a:t>
            </a:r>
            <a:r>
              <a:rPr lang="zh-CN" altLang="en-US" sz="1375" dirty="0">
                <a:solidFill>
                  <a:srgbClr val="D9D9D9"/>
                </a:solidFill>
                <a:latin typeface="微软雅黑" pitchFamily="34" charset="-122"/>
                <a:ea typeface="微软雅黑" pitchFamily="34" charset="-122"/>
              </a:rPr>
              <a:t>月</a:t>
            </a:r>
            <a:endParaRPr lang="en-US" altLang="zh-CN" sz="1375" dirty="0">
              <a:solidFill>
                <a:srgbClr val="D9D9D9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17DF539A-766A-B4B2-48D9-DDA125F2E2B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11249" y="3952719"/>
            <a:ext cx="718581" cy="718581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41FE8A89-875E-F768-8A93-F45A39F929F5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570176" y="2464924"/>
            <a:ext cx="1523365" cy="4760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9018076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形 3">
            <a:extLst>
              <a:ext uri="{FF2B5EF4-FFF2-40B4-BE49-F238E27FC236}">
                <a16:creationId xmlns:a16="http://schemas.microsoft.com/office/drawing/2014/main" id="{F1794A7F-35DA-CB61-1520-5A07A8098C1F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8200" t="19847" r="3571" b="28947"/>
          <a:stretch/>
        </p:blipFill>
        <p:spPr>
          <a:xfrm>
            <a:off x="-242040" y="2008462"/>
            <a:ext cx="10812069" cy="1969351"/>
          </a:xfrm>
          <a:prstGeom prst="rect">
            <a:avLst/>
          </a:prstGeom>
        </p:spPr>
      </p:pic>
      <p:sp>
        <p:nvSpPr>
          <p:cNvPr id="5" name="文本框 4">
            <a:extLst>
              <a:ext uri="{FF2B5EF4-FFF2-40B4-BE49-F238E27FC236}">
                <a16:creationId xmlns:a16="http://schemas.microsoft.com/office/drawing/2014/main" id="{B1280A00-62BA-F8BC-51CA-D4ABBB4CAB6B}"/>
              </a:ext>
            </a:extLst>
          </p:cNvPr>
          <p:cNvSpPr txBox="1"/>
          <p:nvPr/>
        </p:nvSpPr>
        <p:spPr>
          <a:xfrm>
            <a:off x="7766368" y="4170660"/>
            <a:ext cx="2630657" cy="4770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25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FiberHome Telecommunication </a:t>
            </a:r>
          </a:p>
          <a:p>
            <a:r>
              <a:rPr lang="en-US" altLang="zh-CN" sz="1250" dirty="0">
                <a:solidFill>
                  <a:schemeClr val="bg1">
                    <a:lumMod val="8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Technologies Co., LTD</a:t>
            </a: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6EDD8424-F44E-BEC0-DE34-5D2CA3667002}"/>
              </a:ext>
            </a:extLst>
          </p:cNvPr>
          <p:cNvSpPr txBox="1"/>
          <p:nvPr/>
        </p:nvSpPr>
        <p:spPr>
          <a:xfrm>
            <a:off x="3253594" y="4186273"/>
            <a:ext cx="451277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b="1" dirty="0">
                <a:solidFill>
                  <a:srgbClr val="D9D9D9"/>
                </a:solidFill>
                <a:latin typeface="方正正中黑简体" panose="02000000000000000000" pitchFamily="2" charset="-122"/>
                <a:ea typeface="方正正中黑简体" panose="02000000000000000000" pitchFamily="2" charset="-122"/>
              </a:rPr>
              <a:t>烽火通信科技股份有限公司</a:t>
            </a:r>
          </a:p>
        </p:txBody>
      </p:sp>
    </p:spTree>
    <p:extLst>
      <p:ext uri="{BB962C8B-B14F-4D97-AF65-F5344CB8AC3E}">
        <p14:creationId xmlns:p14="http://schemas.microsoft.com/office/powerpoint/2010/main" val="98396424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组合 8">
            <a:extLst>
              <a:ext uri="{FF2B5EF4-FFF2-40B4-BE49-F238E27FC236}">
                <a16:creationId xmlns:a16="http://schemas.microsoft.com/office/drawing/2014/main" id="{72694C2F-8E62-C176-7D2C-C1D6C92A3824}"/>
              </a:ext>
            </a:extLst>
          </p:cNvPr>
          <p:cNvGrpSpPr/>
          <p:nvPr/>
        </p:nvGrpSpPr>
        <p:grpSpPr>
          <a:xfrm>
            <a:off x="1776144" y="4729211"/>
            <a:ext cx="4537557" cy="761098"/>
            <a:chOff x="1247028" y="4445455"/>
            <a:chExt cx="4537557" cy="761098"/>
          </a:xfrm>
        </p:grpSpPr>
        <p:sp>
          <p:nvSpPr>
            <p:cNvPr id="10" name="TextBox 217">
              <a:extLst>
                <a:ext uri="{FF2B5EF4-FFF2-40B4-BE49-F238E27FC236}">
                  <a16:creationId xmlns:a16="http://schemas.microsoft.com/office/drawing/2014/main" id="{4C3645A8-0638-A41B-3971-B4E86AB13B27}"/>
                </a:ext>
              </a:extLst>
            </p:cNvPr>
            <p:cNvSpPr txBox="1"/>
            <p:nvPr/>
          </p:nvSpPr>
          <p:spPr>
            <a:xfrm>
              <a:off x="2473522" y="4445455"/>
              <a:ext cx="3050306" cy="4534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2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后期工作计划</a:t>
              </a:r>
              <a:endParaRPr 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TextBox 218">
              <a:extLst>
                <a:ext uri="{FF2B5EF4-FFF2-40B4-BE49-F238E27FC236}">
                  <a16:creationId xmlns:a16="http://schemas.microsoft.com/office/drawing/2014/main" id="{D6771679-F376-B0EB-BBEB-938B28B74365}"/>
                </a:ext>
              </a:extLst>
            </p:cNvPr>
            <p:cNvSpPr txBox="1"/>
            <p:nvPr/>
          </p:nvSpPr>
          <p:spPr>
            <a:xfrm>
              <a:off x="2473522" y="4806988"/>
              <a:ext cx="3311063" cy="3812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在这里添加标题四正文及内容</a:t>
              </a:r>
            </a:p>
          </p:txBody>
        </p:sp>
        <p:cxnSp>
          <p:nvCxnSpPr>
            <p:cNvPr id="12" name="Straight Arrow Connector 246">
              <a:extLst>
                <a:ext uri="{FF2B5EF4-FFF2-40B4-BE49-F238E27FC236}">
                  <a16:creationId xmlns:a16="http://schemas.microsoft.com/office/drawing/2014/main" id="{5D6E5941-B033-2138-4CE1-61B14CA1B07A}"/>
                </a:ext>
              </a:extLst>
            </p:cNvPr>
            <p:cNvCxnSpPr>
              <a:cxnSpLocks/>
            </p:cNvCxnSpPr>
            <p:nvPr/>
          </p:nvCxnSpPr>
          <p:spPr>
            <a:xfrm>
              <a:off x="1835680" y="4867053"/>
              <a:ext cx="499387" cy="0"/>
            </a:xfrm>
            <a:prstGeom prst="straightConnector1">
              <a:avLst/>
            </a:prstGeom>
            <a:ln w="19050">
              <a:solidFill>
                <a:schemeClr val="bg1">
                  <a:lumMod val="85000"/>
                </a:schemeClr>
              </a:solidFill>
              <a:prstDash val="dash"/>
              <a:headEnd type="none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组合 12">
              <a:extLst>
                <a:ext uri="{FF2B5EF4-FFF2-40B4-BE49-F238E27FC236}">
                  <a16:creationId xmlns:a16="http://schemas.microsoft.com/office/drawing/2014/main" id="{5197F636-1AE6-A50F-2B63-29E63C7FD611}"/>
                </a:ext>
              </a:extLst>
            </p:cNvPr>
            <p:cNvGrpSpPr/>
            <p:nvPr/>
          </p:nvGrpSpPr>
          <p:grpSpPr>
            <a:xfrm>
              <a:off x="1247028" y="4633895"/>
              <a:ext cx="509822" cy="572658"/>
              <a:chOff x="5954269" y="7121177"/>
              <a:chExt cx="509822" cy="572658"/>
            </a:xfrm>
          </p:grpSpPr>
          <p:sp>
            <p:nvSpPr>
              <p:cNvPr id="14" name="Freeform: Shape 194">
                <a:extLst>
                  <a:ext uri="{FF2B5EF4-FFF2-40B4-BE49-F238E27FC236}">
                    <a16:creationId xmlns:a16="http://schemas.microsoft.com/office/drawing/2014/main" id="{63283B80-3610-353D-D121-85872AE0B9A5}"/>
                  </a:ext>
                </a:extLst>
              </p:cNvPr>
              <p:cNvSpPr/>
              <p:nvPr/>
            </p:nvSpPr>
            <p:spPr>
              <a:xfrm>
                <a:off x="5954269" y="7121177"/>
                <a:ext cx="509822" cy="572658"/>
              </a:xfrm>
              <a:custGeom>
                <a:avLst/>
                <a:gdLst>
                  <a:gd name="connsiteX0" fmla="*/ 1263423 w 2526846"/>
                  <a:gd name="connsiteY0" fmla="*/ 0 h 2838291"/>
                  <a:gd name="connsiteX1" fmla="*/ 1396808 w 2526846"/>
                  <a:gd name="connsiteY1" fmla="*/ 31204 h 2838291"/>
                  <a:gd name="connsiteX2" fmla="*/ 2361449 w 2526846"/>
                  <a:gd name="connsiteY2" fmla="*/ 513410 h 2838291"/>
                  <a:gd name="connsiteX3" fmla="*/ 2526846 w 2526846"/>
                  <a:gd name="connsiteY3" fmla="*/ 781183 h 2838291"/>
                  <a:gd name="connsiteX4" fmla="*/ 2526846 w 2526846"/>
                  <a:gd name="connsiteY4" fmla="*/ 2057108 h 2838291"/>
                  <a:gd name="connsiteX5" fmla="*/ 2361449 w 2526846"/>
                  <a:gd name="connsiteY5" fmla="*/ 2324881 h 2838291"/>
                  <a:gd name="connsiteX6" fmla="*/ 1396808 w 2526846"/>
                  <a:gd name="connsiteY6" fmla="*/ 2807087 h 2838291"/>
                  <a:gd name="connsiteX7" fmla="*/ 1130038 w 2526846"/>
                  <a:gd name="connsiteY7" fmla="*/ 2807087 h 2838291"/>
                  <a:gd name="connsiteX8" fmla="*/ 165398 w 2526846"/>
                  <a:gd name="connsiteY8" fmla="*/ 2324881 h 2838291"/>
                  <a:gd name="connsiteX9" fmla="*/ 0 w 2526846"/>
                  <a:gd name="connsiteY9" fmla="*/ 2057108 h 2838291"/>
                  <a:gd name="connsiteX10" fmla="*/ 0 w 2526846"/>
                  <a:gd name="connsiteY10" fmla="*/ 781183 h 2838291"/>
                  <a:gd name="connsiteX11" fmla="*/ 165398 w 2526846"/>
                  <a:gd name="connsiteY11" fmla="*/ 513410 h 2838291"/>
                  <a:gd name="connsiteX12" fmla="*/ 1130038 w 2526846"/>
                  <a:gd name="connsiteY12" fmla="*/ 31204 h 2838291"/>
                  <a:gd name="connsiteX13" fmla="*/ 1263423 w 2526846"/>
                  <a:gd name="connsiteY13" fmla="*/ 0 h 2838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26846" h="2838291">
                    <a:moveTo>
                      <a:pt x="1263423" y="0"/>
                    </a:moveTo>
                    <a:cubicBezTo>
                      <a:pt x="1309041" y="0"/>
                      <a:pt x="1354659" y="10401"/>
                      <a:pt x="1396808" y="31204"/>
                    </a:cubicBezTo>
                    <a:cubicBezTo>
                      <a:pt x="1396808" y="31204"/>
                      <a:pt x="1396808" y="31204"/>
                      <a:pt x="2361449" y="513410"/>
                    </a:cubicBezTo>
                    <a:cubicBezTo>
                      <a:pt x="2462821" y="564618"/>
                      <a:pt x="2526846" y="668100"/>
                      <a:pt x="2526846" y="781183"/>
                    </a:cubicBezTo>
                    <a:cubicBezTo>
                      <a:pt x="2526846" y="781183"/>
                      <a:pt x="2526846" y="781183"/>
                      <a:pt x="2526846" y="2057108"/>
                    </a:cubicBezTo>
                    <a:cubicBezTo>
                      <a:pt x="2526846" y="2170191"/>
                      <a:pt x="2462821" y="2273674"/>
                      <a:pt x="2361449" y="2324881"/>
                    </a:cubicBezTo>
                    <a:cubicBezTo>
                      <a:pt x="2361449" y="2324881"/>
                      <a:pt x="2361449" y="2324881"/>
                      <a:pt x="1396808" y="2807087"/>
                    </a:cubicBezTo>
                    <a:cubicBezTo>
                      <a:pt x="1312509" y="2848693"/>
                      <a:pt x="1214337" y="2848693"/>
                      <a:pt x="1130038" y="2807087"/>
                    </a:cubicBezTo>
                    <a:cubicBezTo>
                      <a:pt x="1130038" y="2807087"/>
                      <a:pt x="1130038" y="2807087"/>
                      <a:pt x="165398" y="2324881"/>
                    </a:cubicBezTo>
                    <a:cubicBezTo>
                      <a:pt x="64025" y="2273674"/>
                      <a:pt x="0" y="2170191"/>
                      <a:pt x="0" y="2057108"/>
                    </a:cubicBezTo>
                    <a:cubicBezTo>
                      <a:pt x="0" y="2057108"/>
                      <a:pt x="0" y="2057108"/>
                      <a:pt x="0" y="781183"/>
                    </a:cubicBezTo>
                    <a:cubicBezTo>
                      <a:pt x="0" y="668100"/>
                      <a:pt x="64025" y="564618"/>
                      <a:pt x="165398" y="513410"/>
                    </a:cubicBezTo>
                    <a:cubicBezTo>
                      <a:pt x="165398" y="513410"/>
                      <a:pt x="165398" y="513410"/>
                      <a:pt x="1130038" y="31204"/>
                    </a:cubicBezTo>
                    <a:cubicBezTo>
                      <a:pt x="1172188" y="10401"/>
                      <a:pt x="1217806" y="0"/>
                      <a:pt x="1263423" y="0"/>
                    </a:cubicBezTo>
                    <a:close/>
                  </a:path>
                </a:pathLst>
              </a:cu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3200">
                  <a:solidFill>
                    <a:srgbClr val="1F497D"/>
                  </a:solidFill>
                  <a:latin typeface="Arial" charset="0"/>
                  <a:ea typeface="方正兰亭黑_GBK" panose="02000000000000000000" pitchFamily="2" charset="-122"/>
                </a:endParaRPr>
              </a:p>
            </p:txBody>
          </p:sp>
          <p:sp>
            <p:nvSpPr>
              <p:cNvPr id="15" name="AutoShape 59">
                <a:extLst>
                  <a:ext uri="{FF2B5EF4-FFF2-40B4-BE49-F238E27FC236}">
                    <a16:creationId xmlns:a16="http://schemas.microsoft.com/office/drawing/2014/main" id="{2CE23DA1-BD8A-8420-4FEE-9B9375DA4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3780" y="7312106"/>
                <a:ext cx="190800" cy="190800"/>
              </a:xfrm>
              <a:custGeom>
                <a:avLst/>
                <a:gdLst>
                  <a:gd name="T0" fmla="+- 0 10794 23"/>
                  <a:gd name="T1" fmla="*/ T0 w 21543"/>
                  <a:gd name="T2" fmla="*/ 10800 h 21600"/>
                  <a:gd name="T3" fmla="+- 0 10794 23"/>
                  <a:gd name="T4" fmla="*/ T3 w 21543"/>
                  <a:gd name="T5" fmla="*/ 10800 h 21600"/>
                  <a:gd name="T6" fmla="+- 0 10794 23"/>
                  <a:gd name="T7" fmla="*/ T6 w 21543"/>
                  <a:gd name="T8" fmla="*/ 10800 h 21600"/>
                  <a:gd name="T9" fmla="+- 0 10794 23"/>
                  <a:gd name="T10" fmla="*/ T9 w 21543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543" h="21600">
                    <a:moveTo>
                      <a:pt x="16976" y="19986"/>
                    </a:moveTo>
                    <a:lnTo>
                      <a:pt x="11226" y="17680"/>
                    </a:lnTo>
                    <a:cubicBezTo>
                      <a:pt x="11088" y="17626"/>
                      <a:pt x="10946" y="17608"/>
                      <a:pt x="10806" y="17600"/>
                    </a:cubicBezTo>
                    <a:lnTo>
                      <a:pt x="19660" y="3837"/>
                    </a:lnTo>
                    <a:cubicBezTo>
                      <a:pt x="19660" y="3837"/>
                      <a:pt x="16976" y="19986"/>
                      <a:pt x="16976" y="19986"/>
                    </a:cubicBezTo>
                    <a:close/>
                    <a:moveTo>
                      <a:pt x="6859" y="16244"/>
                    </a:moveTo>
                    <a:cubicBezTo>
                      <a:pt x="6858" y="16242"/>
                      <a:pt x="6855" y="16240"/>
                      <a:pt x="6854" y="16238"/>
                    </a:cubicBezTo>
                    <a:lnTo>
                      <a:pt x="19606" y="2552"/>
                    </a:lnTo>
                    <a:lnTo>
                      <a:pt x="8735" y="19536"/>
                    </a:lnTo>
                    <a:cubicBezTo>
                      <a:pt x="8735" y="19536"/>
                      <a:pt x="6859" y="16244"/>
                      <a:pt x="6859" y="16244"/>
                    </a:cubicBezTo>
                    <a:close/>
                    <a:moveTo>
                      <a:pt x="2111" y="14024"/>
                    </a:moveTo>
                    <a:lnTo>
                      <a:pt x="17712" y="3595"/>
                    </a:lnTo>
                    <a:lnTo>
                      <a:pt x="6369" y="15770"/>
                    </a:lnTo>
                    <a:cubicBezTo>
                      <a:pt x="6309" y="15734"/>
                      <a:pt x="6256" y="15687"/>
                      <a:pt x="6190" y="15660"/>
                    </a:cubicBezTo>
                    <a:cubicBezTo>
                      <a:pt x="6190" y="15660"/>
                      <a:pt x="2111" y="14024"/>
                      <a:pt x="2111" y="14024"/>
                    </a:cubicBezTo>
                    <a:close/>
                    <a:moveTo>
                      <a:pt x="21234" y="108"/>
                    </a:moveTo>
                    <a:cubicBezTo>
                      <a:pt x="21123" y="35"/>
                      <a:pt x="20996" y="0"/>
                      <a:pt x="20868" y="0"/>
                    </a:cubicBezTo>
                    <a:cubicBezTo>
                      <a:pt x="20738" y="0"/>
                      <a:pt x="20608" y="36"/>
                      <a:pt x="20495" y="113"/>
                    </a:cubicBezTo>
                    <a:lnTo>
                      <a:pt x="299" y="13613"/>
                    </a:lnTo>
                    <a:cubicBezTo>
                      <a:pt x="91" y="13751"/>
                      <a:pt x="-23" y="13995"/>
                      <a:pt x="3" y="14244"/>
                    </a:cubicBezTo>
                    <a:cubicBezTo>
                      <a:pt x="28" y="14494"/>
                      <a:pt x="190" y="14708"/>
                      <a:pt x="422" y="14801"/>
                    </a:cubicBezTo>
                    <a:lnTo>
                      <a:pt x="5689" y="16914"/>
                    </a:lnTo>
                    <a:lnTo>
                      <a:pt x="8166" y="21259"/>
                    </a:lnTo>
                    <a:cubicBezTo>
                      <a:pt x="8284" y="21468"/>
                      <a:pt x="8505" y="21597"/>
                      <a:pt x="8743" y="21599"/>
                    </a:cubicBezTo>
                    <a:lnTo>
                      <a:pt x="8751" y="21599"/>
                    </a:lnTo>
                    <a:cubicBezTo>
                      <a:pt x="8987" y="21599"/>
                      <a:pt x="9206" y="21474"/>
                      <a:pt x="9328" y="21271"/>
                    </a:cubicBezTo>
                    <a:lnTo>
                      <a:pt x="10726" y="18934"/>
                    </a:lnTo>
                    <a:lnTo>
                      <a:pt x="17253" y="21551"/>
                    </a:lnTo>
                    <a:cubicBezTo>
                      <a:pt x="17332" y="21584"/>
                      <a:pt x="17418" y="21599"/>
                      <a:pt x="17502" y="21599"/>
                    </a:cubicBezTo>
                    <a:cubicBezTo>
                      <a:pt x="17617" y="21599"/>
                      <a:pt x="17731" y="21571"/>
                      <a:pt x="17832" y="21512"/>
                    </a:cubicBezTo>
                    <a:cubicBezTo>
                      <a:pt x="18010" y="21412"/>
                      <a:pt x="18133" y="21238"/>
                      <a:pt x="18167" y="21035"/>
                    </a:cubicBezTo>
                    <a:lnTo>
                      <a:pt x="21533" y="785"/>
                    </a:lnTo>
                    <a:cubicBezTo>
                      <a:pt x="21576" y="520"/>
                      <a:pt x="21459" y="254"/>
                      <a:pt x="21234" y="108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30433" tIns="30433" rIns="30433" bIns="30433" anchor="ctr"/>
              <a:lstStyle/>
              <a:p>
                <a:pPr algn="ctr" defTabSz="365189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2396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Gill Sans" charset="0"/>
                  <a:sym typeface="Gill Sans" charset="0"/>
                </a:endParaRPr>
              </a:p>
            </p:txBody>
          </p:sp>
        </p:grpSp>
      </p:grpSp>
      <p:grpSp>
        <p:nvGrpSpPr>
          <p:cNvPr id="16" name="组合 15">
            <a:extLst>
              <a:ext uri="{FF2B5EF4-FFF2-40B4-BE49-F238E27FC236}">
                <a16:creationId xmlns:a16="http://schemas.microsoft.com/office/drawing/2014/main" id="{84247F89-7922-632E-8401-A246A35D636F}"/>
              </a:ext>
            </a:extLst>
          </p:cNvPr>
          <p:cNvGrpSpPr/>
          <p:nvPr/>
        </p:nvGrpSpPr>
        <p:grpSpPr>
          <a:xfrm>
            <a:off x="1776144" y="2074383"/>
            <a:ext cx="5058964" cy="854882"/>
            <a:chOff x="1247028" y="1953794"/>
            <a:chExt cx="5058964" cy="854882"/>
          </a:xfrm>
        </p:grpSpPr>
        <p:sp>
          <p:nvSpPr>
            <p:cNvPr id="17" name="TextBox 212">
              <a:extLst>
                <a:ext uri="{FF2B5EF4-FFF2-40B4-BE49-F238E27FC236}">
                  <a16:creationId xmlns:a16="http://schemas.microsoft.com/office/drawing/2014/main" id="{F3D189CB-54B3-E94A-6122-C0BDC3393511}"/>
                </a:ext>
              </a:extLst>
            </p:cNvPr>
            <p:cNvSpPr txBox="1"/>
            <p:nvPr/>
          </p:nvSpPr>
          <p:spPr>
            <a:xfrm>
              <a:off x="2473522" y="1953794"/>
              <a:ext cx="2695616" cy="4534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2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前期工作总结</a:t>
              </a:r>
              <a:endParaRPr 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Box 213">
              <a:extLst>
                <a:ext uri="{FF2B5EF4-FFF2-40B4-BE49-F238E27FC236}">
                  <a16:creationId xmlns:a16="http://schemas.microsoft.com/office/drawing/2014/main" id="{A193E981-8F72-01B3-B30C-DED8FF045F6A}"/>
                </a:ext>
              </a:extLst>
            </p:cNvPr>
            <p:cNvSpPr txBox="1"/>
            <p:nvPr/>
          </p:nvSpPr>
          <p:spPr>
            <a:xfrm>
              <a:off x="2473522" y="2358028"/>
              <a:ext cx="3832470" cy="3812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在这里添加标题一正文及内容</a:t>
              </a:r>
            </a:p>
          </p:txBody>
        </p:sp>
        <p:cxnSp>
          <p:nvCxnSpPr>
            <p:cNvPr id="19" name="Straight Arrow Connector 247">
              <a:extLst>
                <a:ext uri="{FF2B5EF4-FFF2-40B4-BE49-F238E27FC236}">
                  <a16:creationId xmlns:a16="http://schemas.microsoft.com/office/drawing/2014/main" id="{A9CE92D5-3571-8B2B-E3A6-7F58C13B2C72}"/>
                </a:ext>
              </a:extLst>
            </p:cNvPr>
            <p:cNvCxnSpPr>
              <a:cxnSpLocks/>
            </p:cNvCxnSpPr>
            <p:nvPr/>
          </p:nvCxnSpPr>
          <p:spPr>
            <a:xfrm>
              <a:off x="1835680" y="2522347"/>
              <a:ext cx="499387" cy="0"/>
            </a:xfrm>
            <a:prstGeom prst="straightConnector1">
              <a:avLst/>
            </a:prstGeom>
            <a:ln w="19050">
              <a:solidFill>
                <a:schemeClr val="bg1">
                  <a:lumMod val="85000"/>
                </a:schemeClr>
              </a:solidFill>
              <a:prstDash val="dash"/>
              <a:headEnd type="none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" name="组合 19">
              <a:extLst>
                <a:ext uri="{FF2B5EF4-FFF2-40B4-BE49-F238E27FC236}">
                  <a16:creationId xmlns:a16="http://schemas.microsoft.com/office/drawing/2014/main" id="{89D2EE4E-C5D8-FF4C-F152-D6C0E1C8186C}"/>
                </a:ext>
              </a:extLst>
            </p:cNvPr>
            <p:cNvGrpSpPr/>
            <p:nvPr/>
          </p:nvGrpSpPr>
          <p:grpSpPr>
            <a:xfrm>
              <a:off x="1247028" y="2236018"/>
              <a:ext cx="509822" cy="572658"/>
              <a:chOff x="1247028" y="2216424"/>
              <a:chExt cx="509822" cy="572658"/>
            </a:xfrm>
          </p:grpSpPr>
          <p:sp>
            <p:nvSpPr>
              <p:cNvPr id="21" name="Freeform: Shape 197">
                <a:extLst>
                  <a:ext uri="{FF2B5EF4-FFF2-40B4-BE49-F238E27FC236}">
                    <a16:creationId xmlns:a16="http://schemas.microsoft.com/office/drawing/2014/main" id="{BEECDB37-C8BE-4419-F35A-8D29F45041DC}"/>
                  </a:ext>
                </a:extLst>
              </p:cNvPr>
              <p:cNvSpPr/>
              <p:nvPr/>
            </p:nvSpPr>
            <p:spPr>
              <a:xfrm>
                <a:off x="1247028" y="2216424"/>
                <a:ext cx="509822" cy="572658"/>
              </a:xfrm>
              <a:custGeom>
                <a:avLst/>
                <a:gdLst>
                  <a:gd name="connsiteX0" fmla="*/ 1263423 w 2526846"/>
                  <a:gd name="connsiteY0" fmla="*/ 0 h 2838291"/>
                  <a:gd name="connsiteX1" fmla="*/ 1396808 w 2526846"/>
                  <a:gd name="connsiteY1" fmla="*/ 31204 h 2838291"/>
                  <a:gd name="connsiteX2" fmla="*/ 2361449 w 2526846"/>
                  <a:gd name="connsiteY2" fmla="*/ 513410 h 2838291"/>
                  <a:gd name="connsiteX3" fmla="*/ 2526846 w 2526846"/>
                  <a:gd name="connsiteY3" fmla="*/ 781183 h 2838291"/>
                  <a:gd name="connsiteX4" fmla="*/ 2526846 w 2526846"/>
                  <a:gd name="connsiteY4" fmla="*/ 2057108 h 2838291"/>
                  <a:gd name="connsiteX5" fmla="*/ 2361449 w 2526846"/>
                  <a:gd name="connsiteY5" fmla="*/ 2324881 h 2838291"/>
                  <a:gd name="connsiteX6" fmla="*/ 1396808 w 2526846"/>
                  <a:gd name="connsiteY6" fmla="*/ 2807087 h 2838291"/>
                  <a:gd name="connsiteX7" fmla="*/ 1130038 w 2526846"/>
                  <a:gd name="connsiteY7" fmla="*/ 2807087 h 2838291"/>
                  <a:gd name="connsiteX8" fmla="*/ 165398 w 2526846"/>
                  <a:gd name="connsiteY8" fmla="*/ 2324881 h 2838291"/>
                  <a:gd name="connsiteX9" fmla="*/ 0 w 2526846"/>
                  <a:gd name="connsiteY9" fmla="*/ 2057108 h 2838291"/>
                  <a:gd name="connsiteX10" fmla="*/ 0 w 2526846"/>
                  <a:gd name="connsiteY10" fmla="*/ 781183 h 2838291"/>
                  <a:gd name="connsiteX11" fmla="*/ 165398 w 2526846"/>
                  <a:gd name="connsiteY11" fmla="*/ 513410 h 2838291"/>
                  <a:gd name="connsiteX12" fmla="*/ 1130038 w 2526846"/>
                  <a:gd name="connsiteY12" fmla="*/ 31204 h 2838291"/>
                  <a:gd name="connsiteX13" fmla="*/ 1263423 w 2526846"/>
                  <a:gd name="connsiteY13" fmla="*/ 0 h 2838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26846" h="2838291">
                    <a:moveTo>
                      <a:pt x="1263423" y="0"/>
                    </a:moveTo>
                    <a:cubicBezTo>
                      <a:pt x="1309041" y="0"/>
                      <a:pt x="1354659" y="10401"/>
                      <a:pt x="1396808" y="31204"/>
                    </a:cubicBezTo>
                    <a:cubicBezTo>
                      <a:pt x="1396808" y="31204"/>
                      <a:pt x="1396808" y="31204"/>
                      <a:pt x="2361449" y="513410"/>
                    </a:cubicBezTo>
                    <a:cubicBezTo>
                      <a:pt x="2462821" y="564618"/>
                      <a:pt x="2526846" y="668100"/>
                      <a:pt x="2526846" y="781183"/>
                    </a:cubicBezTo>
                    <a:cubicBezTo>
                      <a:pt x="2526846" y="781183"/>
                      <a:pt x="2526846" y="781183"/>
                      <a:pt x="2526846" y="2057108"/>
                    </a:cubicBezTo>
                    <a:cubicBezTo>
                      <a:pt x="2526846" y="2170191"/>
                      <a:pt x="2462821" y="2273674"/>
                      <a:pt x="2361449" y="2324881"/>
                    </a:cubicBezTo>
                    <a:cubicBezTo>
                      <a:pt x="2361449" y="2324881"/>
                      <a:pt x="2361449" y="2324881"/>
                      <a:pt x="1396808" y="2807087"/>
                    </a:cubicBezTo>
                    <a:cubicBezTo>
                      <a:pt x="1312509" y="2848693"/>
                      <a:pt x="1214337" y="2848693"/>
                      <a:pt x="1130038" y="2807087"/>
                    </a:cubicBezTo>
                    <a:cubicBezTo>
                      <a:pt x="1130038" y="2807087"/>
                      <a:pt x="1130038" y="2807087"/>
                      <a:pt x="165398" y="2324881"/>
                    </a:cubicBezTo>
                    <a:cubicBezTo>
                      <a:pt x="64025" y="2273674"/>
                      <a:pt x="0" y="2170191"/>
                      <a:pt x="0" y="2057108"/>
                    </a:cubicBezTo>
                    <a:cubicBezTo>
                      <a:pt x="0" y="2057108"/>
                      <a:pt x="0" y="2057108"/>
                      <a:pt x="0" y="781183"/>
                    </a:cubicBezTo>
                    <a:cubicBezTo>
                      <a:pt x="0" y="668100"/>
                      <a:pt x="64025" y="564618"/>
                      <a:pt x="165398" y="513410"/>
                    </a:cubicBezTo>
                    <a:cubicBezTo>
                      <a:pt x="165398" y="513410"/>
                      <a:pt x="165398" y="513410"/>
                      <a:pt x="1130038" y="31204"/>
                    </a:cubicBezTo>
                    <a:cubicBezTo>
                      <a:pt x="1172188" y="10401"/>
                      <a:pt x="1217806" y="0"/>
                      <a:pt x="1263423" y="0"/>
                    </a:cubicBezTo>
                    <a:close/>
                  </a:path>
                </a:pathLst>
              </a:cu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3200">
                  <a:solidFill>
                    <a:srgbClr val="1F497D"/>
                  </a:solidFill>
                  <a:latin typeface="Arial" charset="0"/>
                  <a:ea typeface="方正兰亭黑_GBK" panose="02000000000000000000" pitchFamily="2" charset="-122"/>
                </a:endParaRPr>
              </a:p>
            </p:txBody>
          </p:sp>
          <p:sp>
            <p:nvSpPr>
              <p:cNvPr id="22" name="Freeform 65">
                <a:extLst>
                  <a:ext uri="{FF2B5EF4-FFF2-40B4-BE49-F238E27FC236}">
                    <a16:creationId xmlns:a16="http://schemas.microsoft.com/office/drawing/2014/main" id="{D1D652D5-6D30-0C75-2593-EDF6FDDA0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2939" y="2403753"/>
                <a:ext cx="198000" cy="198000"/>
              </a:xfrm>
              <a:custGeom>
                <a:avLst/>
                <a:gdLst>
                  <a:gd name="T0" fmla="*/ 172604 w 417"/>
                  <a:gd name="T1" fmla="*/ 91192 h 417"/>
                  <a:gd name="T2" fmla="*/ 172604 w 417"/>
                  <a:gd name="T3" fmla="*/ 91192 h 417"/>
                  <a:gd name="T4" fmla="*/ 188460 w 417"/>
                  <a:gd name="T5" fmla="*/ 63340 h 417"/>
                  <a:gd name="T6" fmla="*/ 184836 w 417"/>
                  <a:gd name="T7" fmla="*/ 47617 h 417"/>
                  <a:gd name="T8" fmla="*/ 152671 w 417"/>
                  <a:gd name="T9" fmla="*/ 35488 h 417"/>
                  <a:gd name="T10" fmla="*/ 144516 w 417"/>
                  <a:gd name="T11" fmla="*/ 7637 h 417"/>
                  <a:gd name="T12" fmla="*/ 124583 w 417"/>
                  <a:gd name="T13" fmla="*/ 0 h 417"/>
                  <a:gd name="T14" fmla="*/ 96495 w 417"/>
                  <a:gd name="T15" fmla="*/ 15723 h 417"/>
                  <a:gd name="T16" fmla="*/ 68407 w 417"/>
                  <a:gd name="T17" fmla="*/ 0 h 417"/>
                  <a:gd name="T18" fmla="*/ 48474 w 417"/>
                  <a:gd name="T19" fmla="*/ 7637 h 417"/>
                  <a:gd name="T20" fmla="*/ 40320 w 417"/>
                  <a:gd name="T21" fmla="*/ 35488 h 417"/>
                  <a:gd name="T22" fmla="*/ 8155 w 417"/>
                  <a:gd name="T23" fmla="*/ 47617 h 417"/>
                  <a:gd name="T24" fmla="*/ 0 w 417"/>
                  <a:gd name="T25" fmla="*/ 63340 h 417"/>
                  <a:gd name="T26" fmla="*/ 19933 w 417"/>
                  <a:gd name="T27" fmla="*/ 91192 h 417"/>
                  <a:gd name="T28" fmla="*/ 0 w 417"/>
                  <a:gd name="T29" fmla="*/ 123536 h 417"/>
                  <a:gd name="T30" fmla="*/ 8155 w 417"/>
                  <a:gd name="T31" fmla="*/ 139258 h 417"/>
                  <a:gd name="T32" fmla="*/ 40320 w 417"/>
                  <a:gd name="T33" fmla="*/ 147344 h 417"/>
                  <a:gd name="T34" fmla="*/ 48474 w 417"/>
                  <a:gd name="T35" fmla="*/ 178790 h 417"/>
                  <a:gd name="T36" fmla="*/ 68407 w 417"/>
                  <a:gd name="T37" fmla="*/ 186876 h 417"/>
                  <a:gd name="T38" fmla="*/ 96495 w 417"/>
                  <a:gd name="T39" fmla="*/ 167110 h 417"/>
                  <a:gd name="T40" fmla="*/ 124583 w 417"/>
                  <a:gd name="T41" fmla="*/ 186876 h 417"/>
                  <a:gd name="T42" fmla="*/ 144516 w 417"/>
                  <a:gd name="T43" fmla="*/ 178790 h 417"/>
                  <a:gd name="T44" fmla="*/ 152671 w 417"/>
                  <a:gd name="T45" fmla="*/ 147344 h 417"/>
                  <a:gd name="T46" fmla="*/ 184836 w 417"/>
                  <a:gd name="T47" fmla="*/ 139258 h 417"/>
                  <a:gd name="T48" fmla="*/ 188460 w 417"/>
                  <a:gd name="T49" fmla="*/ 119043 h 417"/>
                  <a:gd name="T50" fmla="*/ 172604 w 417"/>
                  <a:gd name="T51" fmla="*/ 91192 h 417"/>
                  <a:gd name="T52" fmla="*/ 96495 w 417"/>
                  <a:gd name="T53" fmla="*/ 131172 h 417"/>
                  <a:gd name="T54" fmla="*/ 96495 w 417"/>
                  <a:gd name="T55" fmla="*/ 131172 h 417"/>
                  <a:gd name="T56" fmla="*/ 56629 w 417"/>
                  <a:gd name="T57" fmla="*/ 91192 h 417"/>
                  <a:gd name="T58" fmla="*/ 96495 w 417"/>
                  <a:gd name="T59" fmla="*/ 51660 h 417"/>
                  <a:gd name="T60" fmla="*/ 136362 w 417"/>
                  <a:gd name="T61" fmla="*/ 91192 h 417"/>
                  <a:gd name="T62" fmla="*/ 96495 w 417"/>
                  <a:gd name="T63" fmla="*/ 131172 h 41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7" h="417">
                    <a:moveTo>
                      <a:pt x="381" y="203"/>
                    </a:moveTo>
                    <a:lnTo>
                      <a:pt x="381" y="203"/>
                    </a:lnTo>
                    <a:cubicBezTo>
                      <a:pt x="381" y="177"/>
                      <a:pt x="399" y="159"/>
                      <a:pt x="416" y="141"/>
                    </a:cubicBezTo>
                    <a:cubicBezTo>
                      <a:pt x="416" y="132"/>
                      <a:pt x="408" y="115"/>
                      <a:pt x="408" y="106"/>
                    </a:cubicBezTo>
                    <a:cubicBezTo>
                      <a:pt x="372" y="115"/>
                      <a:pt x="354" y="97"/>
                      <a:pt x="337" y="79"/>
                    </a:cubicBezTo>
                    <a:cubicBezTo>
                      <a:pt x="319" y="62"/>
                      <a:pt x="310" y="44"/>
                      <a:pt x="319" y="17"/>
                    </a:cubicBezTo>
                    <a:cubicBezTo>
                      <a:pt x="310" y="9"/>
                      <a:pt x="293" y="0"/>
                      <a:pt x="275" y="0"/>
                    </a:cubicBezTo>
                    <a:cubicBezTo>
                      <a:pt x="266" y="17"/>
                      <a:pt x="240" y="35"/>
                      <a:pt x="213" y="35"/>
                    </a:cubicBezTo>
                    <a:cubicBezTo>
                      <a:pt x="187" y="35"/>
                      <a:pt x="160" y="17"/>
                      <a:pt x="151" y="0"/>
                    </a:cubicBezTo>
                    <a:cubicBezTo>
                      <a:pt x="133" y="0"/>
                      <a:pt x="116" y="9"/>
                      <a:pt x="107" y="17"/>
                    </a:cubicBezTo>
                    <a:cubicBezTo>
                      <a:pt x="116" y="44"/>
                      <a:pt x="107" y="62"/>
                      <a:pt x="89" y="79"/>
                    </a:cubicBezTo>
                    <a:cubicBezTo>
                      <a:pt x="72" y="97"/>
                      <a:pt x="44" y="115"/>
                      <a:pt x="18" y="106"/>
                    </a:cubicBezTo>
                    <a:cubicBezTo>
                      <a:pt x="18" y="115"/>
                      <a:pt x="9" y="132"/>
                      <a:pt x="0" y="141"/>
                    </a:cubicBezTo>
                    <a:cubicBezTo>
                      <a:pt x="27" y="159"/>
                      <a:pt x="44" y="177"/>
                      <a:pt x="44" y="203"/>
                    </a:cubicBezTo>
                    <a:cubicBezTo>
                      <a:pt x="44" y="230"/>
                      <a:pt x="27" y="256"/>
                      <a:pt x="0" y="275"/>
                    </a:cubicBezTo>
                    <a:cubicBezTo>
                      <a:pt x="9" y="283"/>
                      <a:pt x="18" y="301"/>
                      <a:pt x="18" y="310"/>
                    </a:cubicBezTo>
                    <a:cubicBezTo>
                      <a:pt x="44" y="310"/>
                      <a:pt x="72" y="310"/>
                      <a:pt x="89" y="328"/>
                    </a:cubicBezTo>
                    <a:cubicBezTo>
                      <a:pt x="107" y="345"/>
                      <a:pt x="116" y="372"/>
                      <a:pt x="107" y="398"/>
                    </a:cubicBezTo>
                    <a:cubicBezTo>
                      <a:pt x="116" y="407"/>
                      <a:pt x="133" y="407"/>
                      <a:pt x="151" y="416"/>
                    </a:cubicBezTo>
                    <a:cubicBezTo>
                      <a:pt x="160" y="389"/>
                      <a:pt x="187" y="372"/>
                      <a:pt x="213" y="372"/>
                    </a:cubicBezTo>
                    <a:cubicBezTo>
                      <a:pt x="240" y="372"/>
                      <a:pt x="266" y="389"/>
                      <a:pt x="275" y="416"/>
                    </a:cubicBezTo>
                    <a:cubicBezTo>
                      <a:pt x="293" y="407"/>
                      <a:pt x="310" y="407"/>
                      <a:pt x="319" y="398"/>
                    </a:cubicBezTo>
                    <a:cubicBezTo>
                      <a:pt x="310" y="372"/>
                      <a:pt x="319" y="345"/>
                      <a:pt x="337" y="328"/>
                    </a:cubicBezTo>
                    <a:cubicBezTo>
                      <a:pt x="354" y="310"/>
                      <a:pt x="372" y="301"/>
                      <a:pt x="408" y="310"/>
                    </a:cubicBezTo>
                    <a:cubicBezTo>
                      <a:pt x="408" y="292"/>
                      <a:pt x="416" y="283"/>
                      <a:pt x="416" y="265"/>
                    </a:cubicBezTo>
                    <a:cubicBezTo>
                      <a:pt x="399" y="256"/>
                      <a:pt x="381" y="230"/>
                      <a:pt x="381" y="203"/>
                    </a:cubicBezTo>
                    <a:close/>
                    <a:moveTo>
                      <a:pt x="213" y="292"/>
                    </a:moveTo>
                    <a:lnTo>
                      <a:pt x="213" y="292"/>
                    </a:lnTo>
                    <a:cubicBezTo>
                      <a:pt x="160" y="292"/>
                      <a:pt x="125" y="256"/>
                      <a:pt x="125" y="203"/>
                    </a:cubicBezTo>
                    <a:cubicBezTo>
                      <a:pt x="125" y="159"/>
                      <a:pt x="160" y="115"/>
                      <a:pt x="213" y="115"/>
                    </a:cubicBezTo>
                    <a:cubicBezTo>
                      <a:pt x="266" y="115"/>
                      <a:pt x="301" y="159"/>
                      <a:pt x="301" y="203"/>
                    </a:cubicBezTo>
                    <a:cubicBezTo>
                      <a:pt x="301" y="256"/>
                      <a:pt x="266" y="292"/>
                      <a:pt x="213" y="292"/>
                    </a:cubicBezTo>
                    <a:close/>
                  </a:path>
                </a:pathLst>
              </a:custGeom>
              <a:noFill/>
              <a:ln w="635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7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D9D9D9"/>
                  </a:solidFill>
                  <a:effectLst/>
                  <a:uLnTx/>
                  <a:uFillTx/>
                  <a:latin typeface="Arial" charset="0"/>
                  <a:ea typeface="方正兰亭黑_GBK" panose="02000000000000000000" pitchFamily="2" charset="-122"/>
                  <a:cs typeface="+mn-cs"/>
                </a:endParaRPr>
              </a:p>
            </p:txBody>
          </p:sp>
        </p:grpSp>
      </p:grpSp>
      <p:sp>
        <p:nvSpPr>
          <p:cNvPr id="23" name="TextBox 202">
            <a:extLst>
              <a:ext uri="{FF2B5EF4-FFF2-40B4-BE49-F238E27FC236}">
                <a16:creationId xmlns:a16="http://schemas.microsoft.com/office/drawing/2014/main" id="{EF8389E2-FB80-B97C-18E5-89F81348B921}"/>
              </a:ext>
            </a:extLst>
          </p:cNvPr>
          <p:cNvSpPr txBox="1"/>
          <p:nvPr/>
        </p:nvSpPr>
        <p:spPr>
          <a:xfrm>
            <a:off x="335405" y="905483"/>
            <a:ext cx="1604370" cy="6117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400"/>
            <a:r>
              <a:rPr lang="zh-CN" altLang="en-US" sz="3375" b="1" dirty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tamaran Bold" panose="00000800000000000000" pitchFamily="2" charset="0"/>
              </a:rPr>
              <a:t>目 录</a:t>
            </a:r>
            <a:endParaRPr lang="en-US" sz="3375" b="1" dirty="0">
              <a:solidFill>
                <a:srgbClr val="D9D9D9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tamaran Bold" panose="00000800000000000000" pitchFamily="2" charset="0"/>
            </a:endParaRPr>
          </a:p>
        </p:txBody>
      </p:sp>
      <p:cxnSp>
        <p:nvCxnSpPr>
          <p:cNvPr id="24" name="直接连接符 23">
            <a:extLst>
              <a:ext uri="{FF2B5EF4-FFF2-40B4-BE49-F238E27FC236}">
                <a16:creationId xmlns:a16="http://schemas.microsoft.com/office/drawing/2014/main" id="{11723C37-3F7F-E1C7-6275-FEB62D37DAE9}"/>
              </a:ext>
            </a:extLst>
          </p:cNvPr>
          <p:cNvCxnSpPr/>
          <p:nvPr/>
        </p:nvCxnSpPr>
        <p:spPr>
          <a:xfrm>
            <a:off x="1999829" y="1171714"/>
            <a:ext cx="4646587" cy="0"/>
          </a:xfrm>
          <a:prstGeom prst="line">
            <a:avLst/>
          </a:prstGeom>
          <a:noFill/>
          <a:ln w="635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</p:cxnSp>
      <p:grpSp>
        <p:nvGrpSpPr>
          <p:cNvPr id="25" name="组合 24">
            <a:extLst>
              <a:ext uri="{FF2B5EF4-FFF2-40B4-BE49-F238E27FC236}">
                <a16:creationId xmlns:a16="http://schemas.microsoft.com/office/drawing/2014/main" id="{2907406B-4D98-EF64-94F0-1203CA30BD9A}"/>
              </a:ext>
            </a:extLst>
          </p:cNvPr>
          <p:cNvGrpSpPr/>
          <p:nvPr/>
        </p:nvGrpSpPr>
        <p:grpSpPr>
          <a:xfrm>
            <a:off x="1776144" y="3429930"/>
            <a:ext cx="4537557" cy="798616"/>
            <a:chOff x="1247028" y="4189214"/>
            <a:chExt cx="4537557" cy="798616"/>
          </a:xfrm>
        </p:grpSpPr>
        <p:sp>
          <p:nvSpPr>
            <p:cNvPr id="26" name="TextBox 217">
              <a:extLst>
                <a:ext uri="{FF2B5EF4-FFF2-40B4-BE49-F238E27FC236}">
                  <a16:creationId xmlns:a16="http://schemas.microsoft.com/office/drawing/2014/main" id="{1EA20AD4-9AA7-3422-450D-40F4C8647ED5}"/>
                </a:ext>
              </a:extLst>
            </p:cNvPr>
            <p:cNvSpPr txBox="1"/>
            <p:nvPr/>
          </p:nvSpPr>
          <p:spPr>
            <a:xfrm>
              <a:off x="2473522" y="4189214"/>
              <a:ext cx="3050306" cy="4534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2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重点问题分析</a:t>
              </a:r>
              <a:endParaRPr lang="en-US" altLang="zh-CN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Box 218">
              <a:extLst>
                <a:ext uri="{FF2B5EF4-FFF2-40B4-BE49-F238E27FC236}">
                  <a16:creationId xmlns:a16="http://schemas.microsoft.com/office/drawing/2014/main" id="{A5721337-15E5-1A46-0740-2DB302EE8E8C}"/>
                </a:ext>
              </a:extLst>
            </p:cNvPr>
            <p:cNvSpPr txBox="1"/>
            <p:nvPr/>
          </p:nvSpPr>
          <p:spPr>
            <a:xfrm>
              <a:off x="2473522" y="4606572"/>
              <a:ext cx="3311063" cy="3812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在这里添加标题三正文及内容</a:t>
              </a:r>
            </a:p>
          </p:txBody>
        </p:sp>
        <p:cxnSp>
          <p:nvCxnSpPr>
            <p:cNvPr id="28" name="Straight Arrow Connector 246">
              <a:extLst>
                <a:ext uri="{FF2B5EF4-FFF2-40B4-BE49-F238E27FC236}">
                  <a16:creationId xmlns:a16="http://schemas.microsoft.com/office/drawing/2014/main" id="{024C38A0-0CD9-38B7-ED6C-C7823C4D9F62}"/>
                </a:ext>
              </a:extLst>
            </p:cNvPr>
            <p:cNvCxnSpPr>
              <a:cxnSpLocks/>
            </p:cNvCxnSpPr>
            <p:nvPr/>
          </p:nvCxnSpPr>
          <p:spPr>
            <a:xfrm>
              <a:off x="1835680" y="4642818"/>
              <a:ext cx="499387" cy="0"/>
            </a:xfrm>
            <a:prstGeom prst="straightConnector1">
              <a:avLst/>
            </a:prstGeom>
            <a:ln w="19050">
              <a:solidFill>
                <a:schemeClr val="bg1">
                  <a:lumMod val="85000"/>
                </a:schemeClr>
              </a:solidFill>
              <a:prstDash val="dash"/>
              <a:headEnd type="none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Freeform: Shape 194">
              <a:extLst>
                <a:ext uri="{FF2B5EF4-FFF2-40B4-BE49-F238E27FC236}">
                  <a16:creationId xmlns:a16="http://schemas.microsoft.com/office/drawing/2014/main" id="{64E14D7F-36A1-8EBC-9E4F-E701ACC78DE5}"/>
                </a:ext>
              </a:extLst>
            </p:cNvPr>
            <p:cNvSpPr/>
            <p:nvPr/>
          </p:nvSpPr>
          <p:spPr>
            <a:xfrm>
              <a:off x="1247028" y="4409660"/>
              <a:ext cx="509822" cy="572658"/>
            </a:xfrm>
            <a:custGeom>
              <a:avLst/>
              <a:gdLst>
                <a:gd name="connsiteX0" fmla="*/ 1263423 w 2526846"/>
                <a:gd name="connsiteY0" fmla="*/ 0 h 2838291"/>
                <a:gd name="connsiteX1" fmla="*/ 1396808 w 2526846"/>
                <a:gd name="connsiteY1" fmla="*/ 31204 h 2838291"/>
                <a:gd name="connsiteX2" fmla="*/ 2361449 w 2526846"/>
                <a:gd name="connsiteY2" fmla="*/ 513410 h 2838291"/>
                <a:gd name="connsiteX3" fmla="*/ 2526846 w 2526846"/>
                <a:gd name="connsiteY3" fmla="*/ 781183 h 2838291"/>
                <a:gd name="connsiteX4" fmla="*/ 2526846 w 2526846"/>
                <a:gd name="connsiteY4" fmla="*/ 2057108 h 2838291"/>
                <a:gd name="connsiteX5" fmla="*/ 2361449 w 2526846"/>
                <a:gd name="connsiteY5" fmla="*/ 2324881 h 2838291"/>
                <a:gd name="connsiteX6" fmla="*/ 1396808 w 2526846"/>
                <a:gd name="connsiteY6" fmla="*/ 2807087 h 2838291"/>
                <a:gd name="connsiteX7" fmla="*/ 1130038 w 2526846"/>
                <a:gd name="connsiteY7" fmla="*/ 2807087 h 2838291"/>
                <a:gd name="connsiteX8" fmla="*/ 165398 w 2526846"/>
                <a:gd name="connsiteY8" fmla="*/ 2324881 h 2838291"/>
                <a:gd name="connsiteX9" fmla="*/ 0 w 2526846"/>
                <a:gd name="connsiteY9" fmla="*/ 2057108 h 2838291"/>
                <a:gd name="connsiteX10" fmla="*/ 0 w 2526846"/>
                <a:gd name="connsiteY10" fmla="*/ 781183 h 2838291"/>
                <a:gd name="connsiteX11" fmla="*/ 165398 w 2526846"/>
                <a:gd name="connsiteY11" fmla="*/ 513410 h 2838291"/>
                <a:gd name="connsiteX12" fmla="*/ 1130038 w 2526846"/>
                <a:gd name="connsiteY12" fmla="*/ 31204 h 2838291"/>
                <a:gd name="connsiteX13" fmla="*/ 1263423 w 2526846"/>
                <a:gd name="connsiteY13" fmla="*/ 0 h 2838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26846" h="2838291">
                  <a:moveTo>
                    <a:pt x="1263423" y="0"/>
                  </a:moveTo>
                  <a:cubicBezTo>
                    <a:pt x="1309041" y="0"/>
                    <a:pt x="1354659" y="10401"/>
                    <a:pt x="1396808" y="31204"/>
                  </a:cubicBezTo>
                  <a:cubicBezTo>
                    <a:pt x="1396808" y="31204"/>
                    <a:pt x="1396808" y="31204"/>
                    <a:pt x="2361449" y="513410"/>
                  </a:cubicBezTo>
                  <a:cubicBezTo>
                    <a:pt x="2462821" y="564618"/>
                    <a:pt x="2526846" y="668100"/>
                    <a:pt x="2526846" y="781183"/>
                  </a:cubicBezTo>
                  <a:cubicBezTo>
                    <a:pt x="2526846" y="781183"/>
                    <a:pt x="2526846" y="781183"/>
                    <a:pt x="2526846" y="2057108"/>
                  </a:cubicBezTo>
                  <a:cubicBezTo>
                    <a:pt x="2526846" y="2170191"/>
                    <a:pt x="2462821" y="2273674"/>
                    <a:pt x="2361449" y="2324881"/>
                  </a:cubicBezTo>
                  <a:cubicBezTo>
                    <a:pt x="2361449" y="2324881"/>
                    <a:pt x="2361449" y="2324881"/>
                    <a:pt x="1396808" y="2807087"/>
                  </a:cubicBezTo>
                  <a:cubicBezTo>
                    <a:pt x="1312509" y="2848693"/>
                    <a:pt x="1214337" y="2848693"/>
                    <a:pt x="1130038" y="2807087"/>
                  </a:cubicBezTo>
                  <a:cubicBezTo>
                    <a:pt x="1130038" y="2807087"/>
                    <a:pt x="1130038" y="2807087"/>
                    <a:pt x="165398" y="2324881"/>
                  </a:cubicBezTo>
                  <a:cubicBezTo>
                    <a:pt x="64025" y="2273674"/>
                    <a:pt x="0" y="2170191"/>
                    <a:pt x="0" y="2057108"/>
                  </a:cubicBezTo>
                  <a:cubicBezTo>
                    <a:pt x="0" y="2057108"/>
                    <a:pt x="0" y="2057108"/>
                    <a:pt x="0" y="781183"/>
                  </a:cubicBezTo>
                  <a:cubicBezTo>
                    <a:pt x="0" y="668100"/>
                    <a:pt x="64025" y="564618"/>
                    <a:pt x="165398" y="513410"/>
                  </a:cubicBezTo>
                  <a:cubicBezTo>
                    <a:pt x="165398" y="513410"/>
                    <a:pt x="165398" y="513410"/>
                    <a:pt x="1130038" y="31204"/>
                  </a:cubicBezTo>
                  <a:cubicBezTo>
                    <a:pt x="1172188" y="10401"/>
                    <a:pt x="1217806" y="0"/>
                    <a:pt x="1263423" y="0"/>
                  </a:cubicBezTo>
                  <a:close/>
                </a:path>
              </a:pathLst>
            </a:cu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200">
                <a:solidFill>
                  <a:srgbClr val="1F497D"/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  <p:sp>
          <p:nvSpPr>
            <p:cNvPr id="30" name="Freeform 39">
              <a:extLst>
                <a:ext uri="{FF2B5EF4-FFF2-40B4-BE49-F238E27FC236}">
                  <a16:creationId xmlns:a16="http://schemas.microsoft.com/office/drawing/2014/main" id="{7166E31E-75CB-90CC-0195-6873E2063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2939" y="4596989"/>
              <a:ext cx="198000" cy="198000"/>
            </a:xfrm>
            <a:custGeom>
              <a:avLst/>
              <a:gdLst>
                <a:gd name="T0" fmla="*/ 179752 w 444"/>
                <a:gd name="T1" fmla="*/ 23877 h 444"/>
                <a:gd name="T2" fmla="*/ 179752 w 444"/>
                <a:gd name="T3" fmla="*/ 23877 h 444"/>
                <a:gd name="T4" fmla="*/ 167589 w 444"/>
                <a:gd name="T5" fmla="*/ 23877 h 444"/>
                <a:gd name="T6" fmla="*/ 167589 w 444"/>
                <a:gd name="T7" fmla="*/ 44150 h 444"/>
                <a:gd name="T8" fmla="*/ 131998 w 444"/>
                <a:gd name="T9" fmla="*/ 44150 h 444"/>
                <a:gd name="T10" fmla="*/ 131998 w 444"/>
                <a:gd name="T11" fmla="*/ 23877 h 444"/>
                <a:gd name="T12" fmla="*/ 68027 w 444"/>
                <a:gd name="T13" fmla="*/ 23877 h 444"/>
                <a:gd name="T14" fmla="*/ 68027 w 444"/>
                <a:gd name="T15" fmla="*/ 44150 h 444"/>
                <a:gd name="T16" fmla="*/ 31986 w 444"/>
                <a:gd name="T17" fmla="*/ 44150 h 444"/>
                <a:gd name="T18" fmla="*/ 31986 w 444"/>
                <a:gd name="T19" fmla="*/ 23877 h 444"/>
                <a:gd name="T20" fmla="*/ 20273 w 444"/>
                <a:gd name="T21" fmla="*/ 23877 h 444"/>
                <a:gd name="T22" fmla="*/ 0 w 444"/>
                <a:gd name="T23" fmla="*/ 44150 h 444"/>
                <a:gd name="T24" fmla="*/ 0 w 444"/>
                <a:gd name="T25" fmla="*/ 179752 h 444"/>
                <a:gd name="T26" fmla="*/ 20273 w 444"/>
                <a:gd name="T27" fmla="*/ 199574 h 444"/>
                <a:gd name="T28" fmla="*/ 179752 w 444"/>
                <a:gd name="T29" fmla="*/ 199574 h 444"/>
                <a:gd name="T30" fmla="*/ 199574 w 444"/>
                <a:gd name="T31" fmla="*/ 179752 h 444"/>
                <a:gd name="T32" fmla="*/ 199574 w 444"/>
                <a:gd name="T33" fmla="*/ 44150 h 444"/>
                <a:gd name="T34" fmla="*/ 179752 w 444"/>
                <a:gd name="T35" fmla="*/ 23877 h 444"/>
                <a:gd name="T36" fmla="*/ 179752 w 444"/>
                <a:gd name="T37" fmla="*/ 179752 h 444"/>
                <a:gd name="T38" fmla="*/ 179752 w 444"/>
                <a:gd name="T39" fmla="*/ 179752 h 444"/>
                <a:gd name="T40" fmla="*/ 20273 w 444"/>
                <a:gd name="T41" fmla="*/ 179752 h 444"/>
                <a:gd name="T42" fmla="*/ 20273 w 444"/>
                <a:gd name="T43" fmla="*/ 88299 h 444"/>
                <a:gd name="T44" fmla="*/ 179752 w 444"/>
                <a:gd name="T45" fmla="*/ 88299 h 444"/>
                <a:gd name="T46" fmla="*/ 179752 w 444"/>
                <a:gd name="T47" fmla="*/ 179752 h 444"/>
                <a:gd name="T48" fmla="*/ 55863 w 444"/>
                <a:gd name="T49" fmla="*/ 0 h 444"/>
                <a:gd name="T50" fmla="*/ 55863 w 444"/>
                <a:gd name="T51" fmla="*/ 0 h 444"/>
                <a:gd name="T52" fmla="*/ 40095 w 444"/>
                <a:gd name="T53" fmla="*/ 0 h 444"/>
                <a:gd name="T54" fmla="*/ 40095 w 444"/>
                <a:gd name="T55" fmla="*/ 40095 h 444"/>
                <a:gd name="T56" fmla="*/ 55863 w 444"/>
                <a:gd name="T57" fmla="*/ 40095 h 444"/>
                <a:gd name="T58" fmla="*/ 55863 w 444"/>
                <a:gd name="T59" fmla="*/ 0 h 444"/>
                <a:gd name="T60" fmla="*/ 159479 w 444"/>
                <a:gd name="T61" fmla="*/ 0 h 444"/>
                <a:gd name="T62" fmla="*/ 159479 w 444"/>
                <a:gd name="T63" fmla="*/ 0 h 444"/>
                <a:gd name="T64" fmla="*/ 143712 w 444"/>
                <a:gd name="T65" fmla="*/ 0 h 444"/>
                <a:gd name="T66" fmla="*/ 143712 w 444"/>
                <a:gd name="T67" fmla="*/ 40095 h 444"/>
                <a:gd name="T68" fmla="*/ 159479 w 444"/>
                <a:gd name="T69" fmla="*/ 40095 h 444"/>
                <a:gd name="T70" fmla="*/ 159479 w 444"/>
                <a:gd name="T71" fmla="*/ 0 h 44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4" h="444">
                  <a:moveTo>
                    <a:pt x="399" y="53"/>
                  </a:moveTo>
                  <a:lnTo>
                    <a:pt x="399" y="53"/>
                  </a:lnTo>
                  <a:cubicBezTo>
                    <a:pt x="372" y="53"/>
                    <a:pt x="372" y="53"/>
                    <a:pt x="372" y="53"/>
                  </a:cubicBezTo>
                  <a:cubicBezTo>
                    <a:pt x="372" y="98"/>
                    <a:pt x="372" y="98"/>
                    <a:pt x="372" y="98"/>
                  </a:cubicBezTo>
                  <a:cubicBezTo>
                    <a:pt x="293" y="98"/>
                    <a:pt x="293" y="98"/>
                    <a:pt x="293" y="98"/>
                  </a:cubicBezTo>
                  <a:cubicBezTo>
                    <a:pt x="293" y="53"/>
                    <a:pt x="293" y="53"/>
                    <a:pt x="293" y="53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51" y="98"/>
                    <a:pt x="151" y="98"/>
                    <a:pt x="151" y="98"/>
                  </a:cubicBezTo>
                  <a:cubicBezTo>
                    <a:pt x="71" y="98"/>
                    <a:pt x="71" y="98"/>
                    <a:pt x="71" y="98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18" y="53"/>
                    <a:pt x="0" y="71"/>
                    <a:pt x="0" y="98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0" y="425"/>
                    <a:pt x="18" y="443"/>
                    <a:pt x="45" y="443"/>
                  </a:cubicBezTo>
                  <a:cubicBezTo>
                    <a:pt x="399" y="443"/>
                    <a:pt x="399" y="443"/>
                    <a:pt x="399" y="443"/>
                  </a:cubicBezTo>
                  <a:cubicBezTo>
                    <a:pt x="425" y="443"/>
                    <a:pt x="443" y="425"/>
                    <a:pt x="443" y="399"/>
                  </a:cubicBezTo>
                  <a:cubicBezTo>
                    <a:pt x="443" y="98"/>
                    <a:pt x="443" y="98"/>
                    <a:pt x="443" y="98"/>
                  </a:cubicBezTo>
                  <a:cubicBezTo>
                    <a:pt x="443" y="71"/>
                    <a:pt x="425" y="53"/>
                    <a:pt x="399" y="53"/>
                  </a:cubicBezTo>
                  <a:close/>
                  <a:moveTo>
                    <a:pt x="399" y="399"/>
                  </a:moveTo>
                  <a:lnTo>
                    <a:pt x="399" y="399"/>
                  </a:lnTo>
                  <a:cubicBezTo>
                    <a:pt x="45" y="399"/>
                    <a:pt x="45" y="399"/>
                    <a:pt x="45" y="399"/>
                  </a:cubicBezTo>
                  <a:cubicBezTo>
                    <a:pt x="45" y="196"/>
                    <a:pt x="45" y="196"/>
                    <a:pt x="45" y="196"/>
                  </a:cubicBezTo>
                  <a:cubicBezTo>
                    <a:pt x="399" y="196"/>
                    <a:pt x="399" y="196"/>
                    <a:pt x="399" y="196"/>
                  </a:cubicBezTo>
                  <a:lnTo>
                    <a:pt x="399" y="399"/>
                  </a:lnTo>
                  <a:close/>
                  <a:moveTo>
                    <a:pt x="124" y="0"/>
                  </a:moveTo>
                  <a:lnTo>
                    <a:pt x="124" y="0"/>
                  </a:lnTo>
                  <a:cubicBezTo>
                    <a:pt x="89" y="0"/>
                    <a:pt x="89" y="0"/>
                    <a:pt x="89" y="0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124" y="89"/>
                    <a:pt x="124" y="89"/>
                    <a:pt x="124" y="89"/>
                  </a:cubicBezTo>
                  <a:lnTo>
                    <a:pt x="124" y="0"/>
                  </a:lnTo>
                  <a:close/>
                  <a:moveTo>
                    <a:pt x="354" y="0"/>
                  </a:moveTo>
                  <a:lnTo>
                    <a:pt x="354" y="0"/>
                  </a:lnTo>
                  <a:cubicBezTo>
                    <a:pt x="319" y="0"/>
                    <a:pt x="319" y="0"/>
                    <a:pt x="319" y="0"/>
                  </a:cubicBezTo>
                  <a:cubicBezTo>
                    <a:pt x="319" y="89"/>
                    <a:pt x="319" y="89"/>
                    <a:pt x="319" y="89"/>
                  </a:cubicBezTo>
                  <a:cubicBezTo>
                    <a:pt x="354" y="89"/>
                    <a:pt x="354" y="89"/>
                    <a:pt x="354" y="89"/>
                  </a:cubicBezTo>
                  <a:lnTo>
                    <a:pt x="354" y="0"/>
                  </a:lnTo>
                  <a:close/>
                </a:path>
              </a:pathLst>
            </a:custGeom>
            <a:noFill/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D9D9D9"/>
                </a:solidFill>
                <a:effectLst/>
                <a:uLnTx/>
                <a:uFillTx/>
                <a:latin typeface="Arial" charset="0"/>
                <a:ea typeface="方正兰亭黑_GBK" panose="02000000000000000000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4272217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组合 60">
            <a:extLst>
              <a:ext uri="{FF2B5EF4-FFF2-40B4-BE49-F238E27FC236}">
                <a16:creationId xmlns:a16="http://schemas.microsoft.com/office/drawing/2014/main" id="{E8AD731F-5382-3FB0-A4E0-929C401FB501}"/>
              </a:ext>
            </a:extLst>
          </p:cNvPr>
          <p:cNvGrpSpPr/>
          <p:nvPr/>
        </p:nvGrpSpPr>
        <p:grpSpPr>
          <a:xfrm>
            <a:off x="1746648" y="2827064"/>
            <a:ext cx="4537557" cy="798616"/>
            <a:chOff x="1247028" y="3213697"/>
            <a:chExt cx="4537557" cy="798616"/>
          </a:xfrm>
        </p:grpSpPr>
        <p:sp>
          <p:nvSpPr>
            <p:cNvPr id="45" name="TextBox 217">
              <a:extLst>
                <a:ext uri="{FF2B5EF4-FFF2-40B4-BE49-F238E27FC236}">
                  <a16:creationId xmlns:a16="http://schemas.microsoft.com/office/drawing/2014/main" id="{F04EF8CF-C53F-36F9-DA66-63058B56788B}"/>
                </a:ext>
              </a:extLst>
            </p:cNvPr>
            <p:cNvSpPr txBox="1"/>
            <p:nvPr/>
          </p:nvSpPr>
          <p:spPr>
            <a:xfrm>
              <a:off x="2473522" y="3213697"/>
              <a:ext cx="3050306" cy="4534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2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重点问题分析</a:t>
              </a:r>
              <a:endParaRPr lang="en-US" altLang="zh-CN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TextBox 218">
              <a:extLst>
                <a:ext uri="{FF2B5EF4-FFF2-40B4-BE49-F238E27FC236}">
                  <a16:creationId xmlns:a16="http://schemas.microsoft.com/office/drawing/2014/main" id="{3560FB12-6704-2D3D-2055-58A84DF08183}"/>
                </a:ext>
              </a:extLst>
            </p:cNvPr>
            <p:cNvSpPr txBox="1"/>
            <p:nvPr/>
          </p:nvSpPr>
          <p:spPr>
            <a:xfrm>
              <a:off x="2473522" y="3631055"/>
              <a:ext cx="3311063" cy="3812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在这里添加标题二正文及内容</a:t>
              </a:r>
            </a:p>
          </p:txBody>
        </p:sp>
        <p:cxnSp>
          <p:nvCxnSpPr>
            <p:cNvPr id="47" name="Straight Arrow Connector 246">
              <a:extLst>
                <a:ext uri="{FF2B5EF4-FFF2-40B4-BE49-F238E27FC236}">
                  <a16:creationId xmlns:a16="http://schemas.microsoft.com/office/drawing/2014/main" id="{E5C1C843-0CDF-4407-6DE1-F0A929E475AD}"/>
                </a:ext>
              </a:extLst>
            </p:cNvPr>
            <p:cNvCxnSpPr>
              <a:cxnSpLocks/>
            </p:cNvCxnSpPr>
            <p:nvPr/>
          </p:nvCxnSpPr>
          <p:spPr>
            <a:xfrm>
              <a:off x="1835680" y="3667301"/>
              <a:ext cx="499387" cy="0"/>
            </a:xfrm>
            <a:prstGeom prst="straightConnector1">
              <a:avLst/>
            </a:prstGeom>
            <a:ln w="19050">
              <a:solidFill>
                <a:schemeClr val="bg1">
                  <a:lumMod val="85000"/>
                </a:schemeClr>
              </a:solidFill>
              <a:prstDash val="dash"/>
              <a:headEnd type="none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" name="Group 23">
              <a:extLst>
                <a:ext uri="{FF2B5EF4-FFF2-40B4-BE49-F238E27FC236}">
                  <a16:creationId xmlns:a16="http://schemas.microsoft.com/office/drawing/2014/main" id="{0251EB54-04AD-A0C3-D024-6AEC0A48023A}"/>
                </a:ext>
              </a:extLst>
            </p:cNvPr>
            <p:cNvGrpSpPr/>
            <p:nvPr/>
          </p:nvGrpSpPr>
          <p:grpSpPr>
            <a:xfrm>
              <a:off x="1247028" y="3434143"/>
              <a:ext cx="509822" cy="572658"/>
              <a:chOff x="7229013" y="3932890"/>
              <a:chExt cx="509822" cy="572658"/>
            </a:xfrm>
          </p:grpSpPr>
          <p:sp>
            <p:nvSpPr>
              <p:cNvPr id="49" name="Freeform: Shape 194">
                <a:extLst>
                  <a:ext uri="{FF2B5EF4-FFF2-40B4-BE49-F238E27FC236}">
                    <a16:creationId xmlns:a16="http://schemas.microsoft.com/office/drawing/2014/main" id="{B5C030AE-6843-6F36-026A-82ABFECF77FA}"/>
                  </a:ext>
                </a:extLst>
              </p:cNvPr>
              <p:cNvSpPr/>
              <p:nvPr/>
            </p:nvSpPr>
            <p:spPr>
              <a:xfrm>
                <a:off x="7229013" y="3932890"/>
                <a:ext cx="509822" cy="572658"/>
              </a:xfrm>
              <a:custGeom>
                <a:avLst/>
                <a:gdLst>
                  <a:gd name="connsiteX0" fmla="*/ 1263423 w 2526846"/>
                  <a:gd name="connsiteY0" fmla="*/ 0 h 2838291"/>
                  <a:gd name="connsiteX1" fmla="*/ 1396808 w 2526846"/>
                  <a:gd name="connsiteY1" fmla="*/ 31204 h 2838291"/>
                  <a:gd name="connsiteX2" fmla="*/ 2361449 w 2526846"/>
                  <a:gd name="connsiteY2" fmla="*/ 513410 h 2838291"/>
                  <a:gd name="connsiteX3" fmla="*/ 2526846 w 2526846"/>
                  <a:gd name="connsiteY3" fmla="*/ 781183 h 2838291"/>
                  <a:gd name="connsiteX4" fmla="*/ 2526846 w 2526846"/>
                  <a:gd name="connsiteY4" fmla="*/ 2057108 h 2838291"/>
                  <a:gd name="connsiteX5" fmla="*/ 2361449 w 2526846"/>
                  <a:gd name="connsiteY5" fmla="*/ 2324881 h 2838291"/>
                  <a:gd name="connsiteX6" fmla="*/ 1396808 w 2526846"/>
                  <a:gd name="connsiteY6" fmla="*/ 2807087 h 2838291"/>
                  <a:gd name="connsiteX7" fmla="*/ 1130038 w 2526846"/>
                  <a:gd name="connsiteY7" fmla="*/ 2807087 h 2838291"/>
                  <a:gd name="connsiteX8" fmla="*/ 165398 w 2526846"/>
                  <a:gd name="connsiteY8" fmla="*/ 2324881 h 2838291"/>
                  <a:gd name="connsiteX9" fmla="*/ 0 w 2526846"/>
                  <a:gd name="connsiteY9" fmla="*/ 2057108 h 2838291"/>
                  <a:gd name="connsiteX10" fmla="*/ 0 w 2526846"/>
                  <a:gd name="connsiteY10" fmla="*/ 781183 h 2838291"/>
                  <a:gd name="connsiteX11" fmla="*/ 165398 w 2526846"/>
                  <a:gd name="connsiteY11" fmla="*/ 513410 h 2838291"/>
                  <a:gd name="connsiteX12" fmla="*/ 1130038 w 2526846"/>
                  <a:gd name="connsiteY12" fmla="*/ 31204 h 2838291"/>
                  <a:gd name="connsiteX13" fmla="*/ 1263423 w 2526846"/>
                  <a:gd name="connsiteY13" fmla="*/ 0 h 2838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26846" h="2838291">
                    <a:moveTo>
                      <a:pt x="1263423" y="0"/>
                    </a:moveTo>
                    <a:cubicBezTo>
                      <a:pt x="1309041" y="0"/>
                      <a:pt x="1354659" y="10401"/>
                      <a:pt x="1396808" y="31204"/>
                    </a:cubicBezTo>
                    <a:cubicBezTo>
                      <a:pt x="1396808" y="31204"/>
                      <a:pt x="1396808" y="31204"/>
                      <a:pt x="2361449" y="513410"/>
                    </a:cubicBezTo>
                    <a:cubicBezTo>
                      <a:pt x="2462821" y="564618"/>
                      <a:pt x="2526846" y="668100"/>
                      <a:pt x="2526846" y="781183"/>
                    </a:cubicBezTo>
                    <a:cubicBezTo>
                      <a:pt x="2526846" y="781183"/>
                      <a:pt x="2526846" y="781183"/>
                      <a:pt x="2526846" y="2057108"/>
                    </a:cubicBezTo>
                    <a:cubicBezTo>
                      <a:pt x="2526846" y="2170191"/>
                      <a:pt x="2462821" y="2273674"/>
                      <a:pt x="2361449" y="2324881"/>
                    </a:cubicBezTo>
                    <a:cubicBezTo>
                      <a:pt x="2361449" y="2324881"/>
                      <a:pt x="2361449" y="2324881"/>
                      <a:pt x="1396808" y="2807087"/>
                    </a:cubicBezTo>
                    <a:cubicBezTo>
                      <a:pt x="1312509" y="2848693"/>
                      <a:pt x="1214337" y="2848693"/>
                      <a:pt x="1130038" y="2807087"/>
                    </a:cubicBezTo>
                    <a:cubicBezTo>
                      <a:pt x="1130038" y="2807087"/>
                      <a:pt x="1130038" y="2807087"/>
                      <a:pt x="165398" y="2324881"/>
                    </a:cubicBezTo>
                    <a:cubicBezTo>
                      <a:pt x="64025" y="2273674"/>
                      <a:pt x="0" y="2170191"/>
                      <a:pt x="0" y="2057108"/>
                    </a:cubicBezTo>
                    <a:cubicBezTo>
                      <a:pt x="0" y="2057108"/>
                      <a:pt x="0" y="2057108"/>
                      <a:pt x="0" y="781183"/>
                    </a:cubicBezTo>
                    <a:cubicBezTo>
                      <a:pt x="0" y="668100"/>
                      <a:pt x="64025" y="564618"/>
                      <a:pt x="165398" y="513410"/>
                    </a:cubicBezTo>
                    <a:cubicBezTo>
                      <a:pt x="165398" y="513410"/>
                      <a:pt x="165398" y="513410"/>
                      <a:pt x="1130038" y="31204"/>
                    </a:cubicBezTo>
                    <a:cubicBezTo>
                      <a:pt x="1172188" y="10401"/>
                      <a:pt x="1217806" y="0"/>
                      <a:pt x="1263423" y="0"/>
                    </a:cubicBezTo>
                    <a:close/>
                  </a:path>
                </a:pathLst>
              </a:cu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3200">
                  <a:solidFill>
                    <a:srgbClr val="1F497D"/>
                  </a:solidFill>
                  <a:latin typeface="Arial" charset="0"/>
                  <a:ea typeface="方正兰亭黑_GBK" panose="02000000000000000000" pitchFamily="2" charset="-122"/>
                </a:endParaRPr>
              </a:p>
            </p:txBody>
          </p:sp>
          <p:sp>
            <p:nvSpPr>
              <p:cNvPr id="50" name="Freeform 167">
                <a:extLst>
                  <a:ext uri="{FF2B5EF4-FFF2-40B4-BE49-F238E27FC236}">
                    <a16:creationId xmlns:a16="http://schemas.microsoft.com/office/drawing/2014/main" id="{27A8C498-A2B3-40E6-5877-DDD41CA5C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88573" y="4123060"/>
                <a:ext cx="190703" cy="192319"/>
              </a:xfrm>
              <a:custGeom>
                <a:avLst/>
                <a:gdLst>
                  <a:gd name="T0" fmla="*/ 79322 w 418"/>
                  <a:gd name="T1" fmla="*/ 0 h 417"/>
                  <a:gd name="T2" fmla="*/ 79322 w 418"/>
                  <a:gd name="T3" fmla="*/ 0 h 417"/>
                  <a:gd name="T4" fmla="*/ 0 w 418"/>
                  <a:gd name="T5" fmla="*/ 79733 h 417"/>
                  <a:gd name="T6" fmla="*/ 79322 w 418"/>
                  <a:gd name="T7" fmla="*/ 79733 h 417"/>
                  <a:gd name="T8" fmla="*/ 79322 w 418"/>
                  <a:gd name="T9" fmla="*/ 0 h 417"/>
                  <a:gd name="T10" fmla="*/ 103074 w 418"/>
                  <a:gd name="T11" fmla="*/ 0 h 417"/>
                  <a:gd name="T12" fmla="*/ 103074 w 418"/>
                  <a:gd name="T13" fmla="*/ 0 h 417"/>
                  <a:gd name="T14" fmla="*/ 103074 w 418"/>
                  <a:gd name="T15" fmla="*/ 91965 h 417"/>
                  <a:gd name="T16" fmla="*/ 91422 w 418"/>
                  <a:gd name="T17" fmla="*/ 103744 h 417"/>
                  <a:gd name="T18" fmla="*/ 0 w 418"/>
                  <a:gd name="T19" fmla="*/ 103744 h 417"/>
                  <a:gd name="T20" fmla="*/ 91422 w 418"/>
                  <a:gd name="T21" fmla="*/ 188460 h 417"/>
                  <a:gd name="T22" fmla="*/ 186877 w 418"/>
                  <a:gd name="T23" fmla="*/ 91965 h 417"/>
                  <a:gd name="T24" fmla="*/ 103074 w 418"/>
                  <a:gd name="T25" fmla="*/ 0 h 4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8" h="417">
                    <a:moveTo>
                      <a:pt x="177" y="0"/>
                    </a:moveTo>
                    <a:lnTo>
                      <a:pt x="177" y="0"/>
                    </a:lnTo>
                    <a:cubicBezTo>
                      <a:pt x="80" y="9"/>
                      <a:pt x="9" y="88"/>
                      <a:pt x="0" y="176"/>
                    </a:cubicBezTo>
                    <a:cubicBezTo>
                      <a:pt x="177" y="176"/>
                      <a:pt x="177" y="176"/>
                      <a:pt x="177" y="176"/>
                    </a:cubicBezTo>
                    <a:lnTo>
                      <a:pt x="177" y="0"/>
                    </a:lnTo>
                    <a:close/>
                    <a:moveTo>
                      <a:pt x="230" y="0"/>
                    </a:moveTo>
                    <a:lnTo>
                      <a:pt x="230" y="0"/>
                    </a:lnTo>
                    <a:cubicBezTo>
                      <a:pt x="230" y="203"/>
                      <a:pt x="230" y="203"/>
                      <a:pt x="230" y="203"/>
                    </a:cubicBezTo>
                    <a:cubicBezTo>
                      <a:pt x="230" y="221"/>
                      <a:pt x="222" y="229"/>
                      <a:pt x="204" y="229"/>
                    </a:cubicBezTo>
                    <a:cubicBezTo>
                      <a:pt x="0" y="229"/>
                      <a:pt x="0" y="229"/>
                      <a:pt x="0" y="229"/>
                    </a:cubicBezTo>
                    <a:cubicBezTo>
                      <a:pt x="9" y="336"/>
                      <a:pt x="98" y="416"/>
                      <a:pt x="204" y="416"/>
                    </a:cubicBezTo>
                    <a:cubicBezTo>
                      <a:pt x="319" y="416"/>
                      <a:pt x="417" y="319"/>
                      <a:pt x="417" y="203"/>
                    </a:cubicBezTo>
                    <a:cubicBezTo>
                      <a:pt x="417" y="97"/>
                      <a:pt x="337" y="9"/>
                      <a:pt x="230" y="0"/>
                    </a:cubicBezTo>
                    <a:close/>
                  </a:path>
                </a:pathLst>
              </a:custGeom>
              <a:ln>
                <a:solidFill>
                  <a:schemeClr val="bg1"/>
                </a:solidFill>
              </a:ln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7"/>
                        </a:srgbClr>
                      </a:outerShdw>
                    </a:effectLst>
                  </a14:hiddenEffects>
                </a:ext>
              </a:extLst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3200" dirty="0">
                  <a:solidFill>
                    <a:srgbClr val="1F497D"/>
                  </a:solidFill>
                  <a:latin typeface="Arial" charset="0"/>
                  <a:ea typeface="方正兰亭黑_GBK" panose="02000000000000000000" pitchFamily="2" charset="-122"/>
                </a:endParaRPr>
              </a:p>
            </p:txBody>
          </p:sp>
        </p:grpSp>
      </p:grpSp>
      <p:grpSp>
        <p:nvGrpSpPr>
          <p:cNvPr id="62" name="组合 61">
            <a:extLst>
              <a:ext uri="{FF2B5EF4-FFF2-40B4-BE49-F238E27FC236}">
                <a16:creationId xmlns:a16="http://schemas.microsoft.com/office/drawing/2014/main" id="{835CC917-BC6E-FF52-BD61-9ECEB6A436AD}"/>
              </a:ext>
            </a:extLst>
          </p:cNvPr>
          <p:cNvGrpSpPr/>
          <p:nvPr/>
        </p:nvGrpSpPr>
        <p:grpSpPr>
          <a:xfrm>
            <a:off x="1746648" y="5042317"/>
            <a:ext cx="4537557" cy="761098"/>
            <a:chOff x="1247028" y="4445455"/>
            <a:chExt cx="4537557" cy="761098"/>
          </a:xfrm>
        </p:grpSpPr>
        <p:sp>
          <p:nvSpPr>
            <p:cNvPr id="51" name="TextBox 217">
              <a:extLst>
                <a:ext uri="{FF2B5EF4-FFF2-40B4-BE49-F238E27FC236}">
                  <a16:creationId xmlns:a16="http://schemas.microsoft.com/office/drawing/2014/main" id="{E0B7AE86-E9E7-084C-5E58-783A2335EDC4}"/>
                </a:ext>
              </a:extLst>
            </p:cNvPr>
            <p:cNvSpPr txBox="1"/>
            <p:nvPr/>
          </p:nvSpPr>
          <p:spPr>
            <a:xfrm>
              <a:off x="2473522" y="4445455"/>
              <a:ext cx="3050306" cy="4534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2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后期工作计划</a:t>
              </a:r>
              <a:endParaRPr 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Box 218">
              <a:extLst>
                <a:ext uri="{FF2B5EF4-FFF2-40B4-BE49-F238E27FC236}">
                  <a16:creationId xmlns:a16="http://schemas.microsoft.com/office/drawing/2014/main" id="{F981BF25-7B96-C3F2-945D-7C9B942EBB60}"/>
                </a:ext>
              </a:extLst>
            </p:cNvPr>
            <p:cNvSpPr txBox="1"/>
            <p:nvPr/>
          </p:nvSpPr>
          <p:spPr>
            <a:xfrm>
              <a:off x="2473522" y="4806988"/>
              <a:ext cx="3311063" cy="3812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在这里添加标题四正文及内容</a:t>
              </a:r>
            </a:p>
          </p:txBody>
        </p:sp>
        <p:cxnSp>
          <p:nvCxnSpPr>
            <p:cNvPr id="53" name="Straight Arrow Connector 246">
              <a:extLst>
                <a:ext uri="{FF2B5EF4-FFF2-40B4-BE49-F238E27FC236}">
                  <a16:creationId xmlns:a16="http://schemas.microsoft.com/office/drawing/2014/main" id="{DEFE8E0D-3E18-6FB6-BCBE-F566D2E5532C}"/>
                </a:ext>
              </a:extLst>
            </p:cNvPr>
            <p:cNvCxnSpPr>
              <a:cxnSpLocks/>
            </p:cNvCxnSpPr>
            <p:nvPr/>
          </p:nvCxnSpPr>
          <p:spPr>
            <a:xfrm>
              <a:off x="1835680" y="4867053"/>
              <a:ext cx="499387" cy="0"/>
            </a:xfrm>
            <a:prstGeom prst="straightConnector1">
              <a:avLst/>
            </a:prstGeom>
            <a:ln w="19050">
              <a:solidFill>
                <a:schemeClr val="bg1">
                  <a:lumMod val="85000"/>
                </a:schemeClr>
              </a:solidFill>
              <a:prstDash val="dash"/>
              <a:headEnd type="none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4" name="组合 53">
              <a:extLst>
                <a:ext uri="{FF2B5EF4-FFF2-40B4-BE49-F238E27FC236}">
                  <a16:creationId xmlns:a16="http://schemas.microsoft.com/office/drawing/2014/main" id="{E7A7B9BF-889D-B2BB-F6E0-0707ECE3DBC1}"/>
                </a:ext>
              </a:extLst>
            </p:cNvPr>
            <p:cNvGrpSpPr/>
            <p:nvPr/>
          </p:nvGrpSpPr>
          <p:grpSpPr>
            <a:xfrm>
              <a:off x="1247028" y="4633895"/>
              <a:ext cx="509822" cy="572658"/>
              <a:chOff x="5954269" y="7121177"/>
              <a:chExt cx="509822" cy="572658"/>
            </a:xfrm>
          </p:grpSpPr>
          <p:sp>
            <p:nvSpPr>
              <p:cNvPr id="55" name="Freeform: Shape 194">
                <a:extLst>
                  <a:ext uri="{FF2B5EF4-FFF2-40B4-BE49-F238E27FC236}">
                    <a16:creationId xmlns:a16="http://schemas.microsoft.com/office/drawing/2014/main" id="{49399FFD-F159-F972-2B1E-3C1808B2C5CA}"/>
                  </a:ext>
                </a:extLst>
              </p:cNvPr>
              <p:cNvSpPr/>
              <p:nvPr/>
            </p:nvSpPr>
            <p:spPr>
              <a:xfrm>
                <a:off x="5954269" y="7121177"/>
                <a:ext cx="509822" cy="572658"/>
              </a:xfrm>
              <a:custGeom>
                <a:avLst/>
                <a:gdLst>
                  <a:gd name="connsiteX0" fmla="*/ 1263423 w 2526846"/>
                  <a:gd name="connsiteY0" fmla="*/ 0 h 2838291"/>
                  <a:gd name="connsiteX1" fmla="*/ 1396808 w 2526846"/>
                  <a:gd name="connsiteY1" fmla="*/ 31204 h 2838291"/>
                  <a:gd name="connsiteX2" fmla="*/ 2361449 w 2526846"/>
                  <a:gd name="connsiteY2" fmla="*/ 513410 h 2838291"/>
                  <a:gd name="connsiteX3" fmla="*/ 2526846 w 2526846"/>
                  <a:gd name="connsiteY3" fmla="*/ 781183 h 2838291"/>
                  <a:gd name="connsiteX4" fmla="*/ 2526846 w 2526846"/>
                  <a:gd name="connsiteY4" fmla="*/ 2057108 h 2838291"/>
                  <a:gd name="connsiteX5" fmla="*/ 2361449 w 2526846"/>
                  <a:gd name="connsiteY5" fmla="*/ 2324881 h 2838291"/>
                  <a:gd name="connsiteX6" fmla="*/ 1396808 w 2526846"/>
                  <a:gd name="connsiteY6" fmla="*/ 2807087 h 2838291"/>
                  <a:gd name="connsiteX7" fmla="*/ 1130038 w 2526846"/>
                  <a:gd name="connsiteY7" fmla="*/ 2807087 h 2838291"/>
                  <a:gd name="connsiteX8" fmla="*/ 165398 w 2526846"/>
                  <a:gd name="connsiteY8" fmla="*/ 2324881 h 2838291"/>
                  <a:gd name="connsiteX9" fmla="*/ 0 w 2526846"/>
                  <a:gd name="connsiteY9" fmla="*/ 2057108 h 2838291"/>
                  <a:gd name="connsiteX10" fmla="*/ 0 w 2526846"/>
                  <a:gd name="connsiteY10" fmla="*/ 781183 h 2838291"/>
                  <a:gd name="connsiteX11" fmla="*/ 165398 w 2526846"/>
                  <a:gd name="connsiteY11" fmla="*/ 513410 h 2838291"/>
                  <a:gd name="connsiteX12" fmla="*/ 1130038 w 2526846"/>
                  <a:gd name="connsiteY12" fmla="*/ 31204 h 2838291"/>
                  <a:gd name="connsiteX13" fmla="*/ 1263423 w 2526846"/>
                  <a:gd name="connsiteY13" fmla="*/ 0 h 2838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26846" h="2838291">
                    <a:moveTo>
                      <a:pt x="1263423" y="0"/>
                    </a:moveTo>
                    <a:cubicBezTo>
                      <a:pt x="1309041" y="0"/>
                      <a:pt x="1354659" y="10401"/>
                      <a:pt x="1396808" y="31204"/>
                    </a:cubicBezTo>
                    <a:cubicBezTo>
                      <a:pt x="1396808" y="31204"/>
                      <a:pt x="1396808" y="31204"/>
                      <a:pt x="2361449" y="513410"/>
                    </a:cubicBezTo>
                    <a:cubicBezTo>
                      <a:pt x="2462821" y="564618"/>
                      <a:pt x="2526846" y="668100"/>
                      <a:pt x="2526846" y="781183"/>
                    </a:cubicBezTo>
                    <a:cubicBezTo>
                      <a:pt x="2526846" y="781183"/>
                      <a:pt x="2526846" y="781183"/>
                      <a:pt x="2526846" y="2057108"/>
                    </a:cubicBezTo>
                    <a:cubicBezTo>
                      <a:pt x="2526846" y="2170191"/>
                      <a:pt x="2462821" y="2273674"/>
                      <a:pt x="2361449" y="2324881"/>
                    </a:cubicBezTo>
                    <a:cubicBezTo>
                      <a:pt x="2361449" y="2324881"/>
                      <a:pt x="2361449" y="2324881"/>
                      <a:pt x="1396808" y="2807087"/>
                    </a:cubicBezTo>
                    <a:cubicBezTo>
                      <a:pt x="1312509" y="2848693"/>
                      <a:pt x="1214337" y="2848693"/>
                      <a:pt x="1130038" y="2807087"/>
                    </a:cubicBezTo>
                    <a:cubicBezTo>
                      <a:pt x="1130038" y="2807087"/>
                      <a:pt x="1130038" y="2807087"/>
                      <a:pt x="165398" y="2324881"/>
                    </a:cubicBezTo>
                    <a:cubicBezTo>
                      <a:pt x="64025" y="2273674"/>
                      <a:pt x="0" y="2170191"/>
                      <a:pt x="0" y="2057108"/>
                    </a:cubicBezTo>
                    <a:cubicBezTo>
                      <a:pt x="0" y="2057108"/>
                      <a:pt x="0" y="2057108"/>
                      <a:pt x="0" y="781183"/>
                    </a:cubicBezTo>
                    <a:cubicBezTo>
                      <a:pt x="0" y="668100"/>
                      <a:pt x="64025" y="564618"/>
                      <a:pt x="165398" y="513410"/>
                    </a:cubicBezTo>
                    <a:cubicBezTo>
                      <a:pt x="165398" y="513410"/>
                      <a:pt x="165398" y="513410"/>
                      <a:pt x="1130038" y="31204"/>
                    </a:cubicBezTo>
                    <a:cubicBezTo>
                      <a:pt x="1172188" y="10401"/>
                      <a:pt x="1217806" y="0"/>
                      <a:pt x="1263423" y="0"/>
                    </a:cubicBezTo>
                    <a:close/>
                  </a:path>
                </a:pathLst>
              </a:cu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3200">
                  <a:solidFill>
                    <a:srgbClr val="1F497D"/>
                  </a:solidFill>
                  <a:latin typeface="Arial" charset="0"/>
                  <a:ea typeface="方正兰亭黑_GBK" panose="02000000000000000000" pitchFamily="2" charset="-122"/>
                </a:endParaRPr>
              </a:p>
            </p:txBody>
          </p:sp>
          <p:sp>
            <p:nvSpPr>
              <p:cNvPr id="56" name="AutoShape 59">
                <a:extLst>
                  <a:ext uri="{FF2B5EF4-FFF2-40B4-BE49-F238E27FC236}">
                    <a16:creationId xmlns:a16="http://schemas.microsoft.com/office/drawing/2014/main" id="{0E2C7C4D-9185-1768-6687-8822474A5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3780" y="7312106"/>
                <a:ext cx="190800" cy="190800"/>
              </a:xfrm>
              <a:custGeom>
                <a:avLst/>
                <a:gdLst>
                  <a:gd name="T0" fmla="+- 0 10794 23"/>
                  <a:gd name="T1" fmla="*/ T0 w 21543"/>
                  <a:gd name="T2" fmla="*/ 10800 h 21600"/>
                  <a:gd name="T3" fmla="+- 0 10794 23"/>
                  <a:gd name="T4" fmla="*/ T3 w 21543"/>
                  <a:gd name="T5" fmla="*/ 10800 h 21600"/>
                  <a:gd name="T6" fmla="+- 0 10794 23"/>
                  <a:gd name="T7" fmla="*/ T6 w 21543"/>
                  <a:gd name="T8" fmla="*/ 10800 h 21600"/>
                  <a:gd name="T9" fmla="+- 0 10794 23"/>
                  <a:gd name="T10" fmla="*/ T9 w 21543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543" h="21600">
                    <a:moveTo>
                      <a:pt x="16976" y="19986"/>
                    </a:moveTo>
                    <a:lnTo>
                      <a:pt x="11226" y="17680"/>
                    </a:lnTo>
                    <a:cubicBezTo>
                      <a:pt x="11088" y="17626"/>
                      <a:pt x="10946" y="17608"/>
                      <a:pt x="10806" y="17600"/>
                    </a:cubicBezTo>
                    <a:lnTo>
                      <a:pt x="19660" y="3837"/>
                    </a:lnTo>
                    <a:cubicBezTo>
                      <a:pt x="19660" y="3837"/>
                      <a:pt x="16976" y="19986"/>
                      <a:pt x="16976" y="19986"/>
                    </a:cubicBezTo>
                    <a:close/>
                    <a:moveTo>
                      <a:pt x="6859" y="16244"/>
                    </a:moveTo>
                    <a:cubicBezTo>
                      <a:pt x="6858" y="16242"/>
                      <a:pt x="6855" y="16240"/>
                      <a:pt x="6854" y="16238"/>
                    </a:cubicBezTo>
                    <a:lnTo>
                      <a:pt x="19606" y="2552"/>
                    </a:lnTo>
                    <a:lnTo>
                      <a:pt x="8735" y="19536"/>
                    </a:lnTo>
                    <a:cubicBezTo>
                      <a:pt x="8735" y="19536"/>
                      <a:pt x="6859" y="16244"/>
                      <a:pt x="6859" y="16244"/>
                    </a:cubicBezTo>
                    <a:close/>
                    <a:moveTo>
                      <a:pt x="2111" y="14024"/>
                    </a:moveTo>
                    <a:lnTo>
                      <a:pt x="17712" y="3595"/>
                    </a:lnTo>
                    <a:lnTo>
                      <a:pt x="6369" y="15770"/>
                    </a:lnTo>
                    <a:cubicBezTo>
                      <a:pt x="6309" y="15734"/>
                      <a:pt x="6256" y="15687"/>
                      <a:pt x="6190" y="15660"/>
                    </a:cubicBezTo>
                    <a:cubicBezTo>
                      <a:pt x="6190" y="15660"/>
                      <a:pt x="2111" y="14024"/>
                      <a:pt x="2111" y="14024"/>
                    </a:cubicBezTo>
                    <a:close/>
                    <a:moveTo>
                      <a:pt x="21234" y="108"/>
                    </a:moveTo>
                    <a:cubicBezTo>
                      <a:pt x="21123" y="35"/>
                      <a:pt x="20996" y="0"/>
                      <a:pt x="20868" y="0"/>
                    </a:cubicBezTo>
                    <a:cubicBezTo>
                      <a:pt x="20738" y="0"/>
                      <a:pt x="20608" y="36"/>
                      <a:pt x="20495" y="113"/>
                    </a:cubicBezTo>
                    <a:lnTo>
                      <a:pt x="299" y="13613"/>
                    </a:lnTo>
                    <a:cubicBezTo>
                      <a:pt x="91" y="13751"/>
                      <a:pt x="-23" y="13995"/>
                      <a:pt x="3" y="14244"/>
                    </a:cubicBezTo>
                    <a:cubicBezTo>
                      <a:pt x="28" y="14494"/>
                      <a:pt x="190" y="14708"/>
                      <a:pt x="422" y="14801"/>
                    </a:cubicBezTo>
                    <a:lnTo>
                      <a:pt x="5689" y="16914"/>
                    </a:lnTo>
                    <a:lnTo>
                      <a:pt x="8166" y="21259"/>
                    </a:lnTo>
                    <a:cubicBezTo>
                      <a:pt x="8284" y="21468"/>
                      <a:pt x="8505" y="21597"/>
                      <a:pt x="8743" y="21599"/>
                    </a:cubicBezTo>
                    <a:lnTo>
                      <a:pt x="8751" y="21599"/>
                    </a:lnTo>
                    <a:cubicBezTo>
                      <a:pt x="8987" y="21599"/>
                      <a:pt x="9206" y="21474"/>
                      <a:pt x="9328" y="21271"/>
                    </a:cubicBezTo>
                    <a:lnTo>
                      <a:pt x="10726" y="18934"/>
                    </a:lnTo>
                    <a:lnTo>
                      <a:pt x="17253" y="21551"/>
                    </a:lnTo>
                    <a:cubicBezTo>
                      <a:pt x="17332" y="21584"/>
                      <a:pt x="17418" y="21599"/>
                      <a:pt x="17502" y="21599"/>
                    </a:cubicBezTo>
                    <a:cubicBezTo>
                      <a:pt x="17617" y="21599"/>
                      <a:pt x="17731" y="21571"/>
                      <a:pt x="17832" y="21512"/>
                    </a:cubicBezTo>
                    <a:cubicBezTo>
                      <a:pt x="18010" y="21412"/>
                      <a:pt x="18133" y="21238"/>
                      <a:pt x="18167" y="21035"/>
                    </a:cubicBezTo>
                    <a:lnTo>
                      <a:pt x="21533" y="785"/>
                    </a:lnTo>
                    <a:cubicBezTo>
                      <a:pt x="21576" y="520"/>
                      <a:pt x="21459" y="254"/>
                      <a:pt x="21234" y="108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30433" tIns="30433" rIns="30433" bIns="30433" anchor="ctr"/>
              <a:lstStyle/>
              <a:p>
                <a:pPr algn="ctr" defTabSz="365189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2396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Gill Sans" charset="0"/>
                  <a:sym typeface="Gill Sans" charset="0"/>
                </a:endParaRPr>
              </a:p>
            </p:txBody>
          </p:sp>
        </p:grpSp>
      </p:grpSp>
      <p:grpSp>
        <p:nvGrpSpPr>
          <p:cNvPr id="63" name="组合 62">
            <a:extLst>
              <a:ext uri="{FF2B5EF4-FFF2-40B4-BE49-F238E27FC236}">
                <a16:creationId xmlns:a16="http://schemas.microsoft.com/office/drawing/2014/main" id="{F81E6D4D-DA15-C353-5914-9D5B0A627118}"/>
              </a:ext>
            </a:extLst>
          </p:cNvPr>
          <p:cNvGrpSpPr/>
          <p:nvPr/>
        </p:nvGrpSpPr>
        <p:grpSpPr>
          <a:xfrm>
            <a:off x="1746648" y="1728767"/>
            <a:ext cx="5058964" cy="825386"/>
            <a:chOff x="1247028" y="1983290"/>
            <a:chExt cx="5058964" cy="825386"/>
          </a:xfrm>
        </p:grpSpPr>
        <p:sp>
          <p:nvSpPr>
            <p:cNvPr id="39" name="TextBox 212">
              <a:extLst>
                <a:ext uri="{FF2B5EF4-FFF2-40B4-BE49-F238E27FC236}">
                  <a16:creationId xmlns:a16="http://schemas.microsoft.com/office/drawing/2014/main" id="{3855F052-19F5-1C87-08A3-7220857ED82C}"/>
                </a:ext>
              </a:extLst>
            </p:cNvPr>
            <p:cNvSpPr txBox="1"/>
            <p:nvPr/>
          </p:nvSpPr>
          <p:spPr>
            <a:xfrm>
              <a:off x="2473522" y="1983290"/>
              <a:ext cx="2695616" cy="4534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2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前期工作总结</a:t>
              </a:r>
              <a:endParaRPr 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TextBox 213">
              <a:extLst>
                <a:ext uri="{FF2B5EF4-FFF2-40B4-BE49-F238E27FC236}">
                  <a16:creationId xmlns:a16="http://schemas.microsoft.com/office/drawing/2014/main" id="{81AB6012-F566-FC1E-81D7-6C10739088B2}"/>
                </a:ext>
              </a:extLst>
            </p:cNvPr>
            <p:cNvSpPr txBox="1"/>
            <p:nvPr/>
          </p:nvSpPr>
          <p:spPr>
            <a:xfrm>
              <a:off x="2473522" y="2358028"/>
              <a:ext cx="3832470" cy="3812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在这里添加标题一正文及内容</a:t>
              </a:r>
            </a:p>
          </p:txBody>
        </p:sp>
        <p:cxnSp>
          <p:nvCxnSpPr>
            <p:cNvPr id="41" name="Straight Arrow Connector 247">
              <a:extLst>
                <a:ext uri="{FF2B5EF4-FFF2-40B4-BE49-F238E27FC236}">
                  <a16:creationId xmlns:a16="http://schemas.microsoft.com/office/drawing/2014/main" id="{27E4D631-BECD-7792-83C5-DE86FE1DD479}"/>
                </a:ext>
              </a:extLst>
            </p:cNvPr>
            <p:cNvCxnSpPr>
              <a:cxnSpLocks/>
            </p:cNvCxnSpPr>
            <p:nvPr/>
          </p:nvCxnSpPr>
          <p:spPr>
            <a:xfrm>
              <a:off x="1835680" y="2522347"/>
              <a:ext cx="499387" cy="0"/>
            </a:xfrm>
            <a:prstGeom prst="straightConnector1">
              <a:avLst/>
            </a:prstGeom>
            <a:ln w="19050">
              <a:solidFill>
                <a:schemeClr val="bg1">
                  <a:lumMod val="85000"/>
                </a:schemeClr>
              </a:solidFill>
              <a:prstDash val="dash"/>
              <a:headEnd type="none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" name="组合 57">
              <a:extLst>
                <a:ext uri="{FF2B5EF4-FFF2-40B4-BE49-F238E27FC236}">
                  <a16:creationId xmlns:a16="http://schemas.microsoft.com/office/drawing/2014/main" id="{3E4E2A41-36C5-8685-672D-4286DDAFEFFF}"/>
                </a:ext>
              </a:extLst>
            </p:cNvPr>
            <p:cNvGrpSpPr/>
            <p:nvPr/>
          </p:nvGrpSpPr>
          <p:grpSpPr>
            <a:xfrm>
              <a:off x="1247028" y="2236018"/>
              <a:ext cx="509822" cy="572658"/>
              <a:chOff x="1247028" y="2216424"/>
              <a:chExt cx="509822" cy="572658"/>
            </a:xfrm>
          </p:grpSpPr>
          <p:sp>
            <p:nvSpPr>
              <p:cNvPr id="43" name="Freeform: Shape 197">
                <a:extLst>
                  <a:ext uri="{FF2B5EF4-FFF2-40B4-BE49-F238E27FC236}">
                    <a16:creationId xmlns:a16="http://schemas.microsoft.com/office/drawing/2014/main" id="{A2AB4B48-DD20-4A15-D8FC-237BE8D730E5}"/>
                  </a:ext>
                </a:extLst>
              </p:cNvPr>
              <p:cNvSpPr/>
              <p:nvPr/>
            </p:nvSpPr>
            <p:spPr>
              <a:xfrm>
                <a:off x="1247028" y="2216424"/>
                <a:ext cx="509822" cy="572658"/>
              </a:xfrm>
              <a:custGeom>
                <a:avLst/>
                <a:gdLst>
                  <a:gd name="connsiteX0" fmla="*/ 1263423 w 2526846"/>
                  <a:gd name="connsiteY0" fmla="*/ 0 h 2838291"/>
                  <a:gd name="connsiteX1" fmla="*/ 1396808 w 2526846"/>
                  <a:gd name="connsiteY1" fmla="*/ 31204 h 2838291"/>
                  <a:gd name="connsiteX2" fmla="*/ 2361449 w 2526846"/>
                  <a:gd name="connsiteY2" fmla="*/ 513410 h 2838291"/>
                  <a:gd name="connsiteX3" fmla="*/ 2526846 w 2526846"/>
                  <a:gd name="connsiteY3" fmla="*/ 781183 h 2838291"/>
                  <a:gd name="connsiteX4" fmla="*/ 2526846 w 2526846"/>
                  <a:gd name="connsiteY4" fmla="*/ 2057108 h 2838291"/>
                  <a:gd name="connsiteX5" fmla="*/ 2361449 w 2526846"/>
                  <a:gd name="connsiteY5" fmla="*/ 2324881 h 2838291"/>
                  <a:gd name="connsiteX6" fmla="*/ 1396808 w 2526846"/>
                  <a:gd name="connsiteY6" fmla="*/ 2807087 h 2838291"/>
                  <a:gd name="connsiteX7" fmla="*/ 1130038 w 2526846"/>
                  <a:gd name="connsiteY7" fmla="*/ 2807087 h 2838291"/>
                  <a:gd name="connsiteX8" fmla="*/ 165398 w 2526846"/>
                  <a:gd name="connsiteY8" fmla="*/ 2324881 h 2838291"/>
                  <a:gd name="connsiteX9" fmla="*/ 0 w 2526846"/>
                  <a:gd name="connsiteY9" fmla="*/ 2057108 h 2838291"/>
                  <a:gd name="connsiteX10" fmla="*/ 0 w 2526846"/>
                  <a:gd name="connsiteY10" fmla="*/ 781183 h 2838291"/>
                  <a:gd name="connsiteX11" fmla="*/ 165398 w 2526846"/>
                  <a:gd name="connsiteY11" fmla="*/ 513410 h 2838291"/>
                  <a:gd name="connsiteX12" fmla="*/ 1130038 w 2526846"/>
                  <a:gd name="connsiteY12" fmla="*/ 31204 h 2838291"/>
                  <a:gd name="connsiteX13" fmla="*/ 1263423 w 2526846"/>
                  <a:gd name="connsiteY13" fmla="*/ 0 h 2838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26846" h="2838291">
                    <a:moveTo>
                      <a:pt x="1263423" y="0"/>
                    </a:moveTo>
                    <a:cubicBezTo>
                      <a:pt x="1309041" y="0"/>
                      <a:pt x="1354659" y="10401"/>
                      <a:pt x="1396808" y="31204"/>
                    </a:cubicBezTo>
                    <a:cubicBezTo>
                      <a:pt x="1396808" y="31204"/>
                      <a:pt x="1396808" y="31204"/>
                      <a:pt x="2361449" y="513410"/>
                    </a:cubicBezTo>
                    <a:cubicBezTo>
                      <a:pt x="2462821" y="564618"/>
                      <a:pt x="2526846" y="668100"/>
                      <a:pt x="2526846" y="781183"/>
                    </a:cubicBezTo>
                    <a:cubicBezTo>
                      <a:pt x="2526846" y="781183"/>
                      <a:pt x="2526846" y="781183"/>
                      <a:pt x="2526846" y="2057108"/>
                    </a:cubicBezTo>
                    <a:cubicBezTo>
                      <a:pt x="2526846" y="2170191"/>
                      <a:pt x="2462821" y="2273674"/>
                      <a:pt x="2361449" y="2324881"/>
                    </a:cubicBezTo>
                    <a:cubicBezTo>
                      <a:pt x="2361449" y="2324881"/>
                      <a:pt x="2361449" y="2324881"/>
                      <a:pt x="1396808" y="2807087"/>
                    </a:cubicBezTo>
                    <a:cubicBezTo>
                      <a:pt x="1312509" y="2848693"/>
                      <a:pt x="1214337" y="2848693"/>
                      <a:pt x="1130038" y="2807087"/>
                    </a:cubicBezTo>
                    <a:cubicBezTo>
                      <a:pt x="1130038" y="2807087"/>
                      <a:pt x="1130038" y="2807087"/>
                      <a:pt x="165398" y="2324881"/>
                    </a:cubicBezTo>
                    <a:cubicBezTo>
                      <a:pt x="64025" y="2273674"/>
                      <a:pt x="0" y="2170191"/>
                      <a:pt x="0" y="2057108"/>
                    </a:cubicBezTo>
                    <a:cubicBezTo>
                      <a:pt x="0" y="2057108"/>
                      <a:pt x="0" y="2057108"/>
                      <a:pt x="0" y="781183"/>
                    </a:cubicBezTo>
                    <a:cubicBezTo>
                      <a:pt x="0" y="668100"/>
                      <a:pt x="64025" y="564618"/>
                      <a:pt x="165398" y="513410"/>
                    </a:cubicBezTo>
                    <a:cubicBezTo>
                      <a:pt x="165398" y="513410"/>
                      <a:pt x="165398" y="513410"/>
                      <a:pt x="1130038" y="31204"/>
                    </a:cubicBezTo>
                    <a:cubicBezTo>
                      <a:pt x="1172188" y="10401"/>
                      <a:pt x="1217806" y="0"/>
                      <a:pt x="1263423" y="0"/>
                    </a:cubicBezTo>
                    <a:close/>
                  </a:path>
                </a:pathLst>
              </a:cu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3200">
                  <a:solidFill>
                    <a:srgbClr val="1F497D"/>
                  </a:solidFill>
                  <a:latin typeface="Arial" charset="0"/>
                  <a:ea typeface="方正兰亭黑_GBK" panose="02000000000000000000" pitchFamily="2" charset="-122"/>
                </a:endParaRPr>
              </a:p>
            </p:txBody>
          </p:sp>
          <p:sp>
            <p:nvSpPr>
              <p:cNvPr id="57" name="Freeform 65">
                <a:extLst>
                  <a:ext uri="{FF2B5EF4-FFF2-40B4-BE49-F238E27FC236}">
                    <a16:creationId xmlns:a16="http://schemas.microsoft.com/office/drawing/2014/main" id="{ACC4C414-AE51-6AF6-B1AA-9980EED78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2939" y="2403753"/>
                <a:ext cx="198000" cy="198000"/>
              </a:xfrm>
              <a:custGeom>
                <a:avLst/>
                <a:gdLst>
                  <a:gd name="T0" fmla="*/ 172604 w 417"/>
                  <a:gd name="T1" fmla="*/ 91192 h 417"/>
                  <a:gd name="T2" fmla="*/ 172604 w 417"/>
                  <a:gd name="T3" fmla="*/ 91192 h 417"/>
                  <a:gd name="T4" fmla="*/ 188460 w 417"/>
                  <a:gd name="T5" fmla="*/ 63340 h 417"/>
                  <a:gd name="T6" fmla="*/ 184836 w 417"/>
                  <a:gd name="T7" fmla="*/ 47617 h 417"/>
                  <a:gd name="T8" fmla="*/ 152671 w 417"/>
                  <a:gd name="T9" fmla="*/ 35488 h 417"/>
                  <a:gd name="T10" fmla="*/ 144516 w 417"/>
                  <a:gd name="T11" fmla="*/ 7637 h 417"/>
                  <a:gd name="T12" fmla="*/ 124583 w 417"/>
                  <a:gd name="T13" fmla="*/ 0 h 417"/>
                  <a:gd name="T14" fmla="*/ 96495 w 417"/>
                  <a:gd name="T15" fmla="*/ 15723 h 417"/>
                  <a:gd name="T16" fmla="*/ 68407 w 417"/>
                  <a:gd name="T17" fmla="*/ 0 h 417"/>
                  <a:gd name="T18" fmla="*/ 48474 w 417"/>
                  <a:gd name="T19" fmla="*/ 7637 h 417"/>
                  <a:gd name="T20" fmla="*/ 40320 w 417"/>
                  <a:gd name="T21" fmla="*/ 35488 h 417"/>
                  <a:gd name="T22" fmla="*/ 8155 w 417"/>
                  <a:gd name="T23" fmla="*/ 47617 h 417"/>
                  <a:gd name="T24" fmla="*/ 0 w 417"/>
                  <a:gd name="T25" fmla="*/ 63340 h 417"/>
                  <a:gd name="T26" fmla="*/ 19933 w 417"/>
                  <a:gd name="T27" fmla="*/ 91192 h 417"/>
                  <a:gd name="T28" fmla="*/ 0 w 417"/>
                  <a:gd name="T29" fmla="*/ 123536 h 417"/>
                  <a:gd name="T30" fmla="*/ 8155 w 417"/>
                  <a:gd name="T31" fmla="*/ 139258 h 417"/>
                  <a:gd name="T32" fmla="*/ 40320 w 417"/>
                  <a:gd name="T33" fmla="*/ 147344 h 417"/>
                  <a:gd name="T34" fmla="*/ 48474 w 417"/>
                  <a:gd name="T35" fmla="*/ 178790 h 417"/>
                  <a:gd name="T36" fmla="*/ 68407 w 417"/>
                  <a:gd name="T37" fmla="*/ 186876 h 417"/>
                  <a:gd name="T38" fmla="*/ 96495 w 417"/>
                  <a:gd name="T39" fmla="*/ 167110 h 417"/>
                  <a:gd name="T40" fmla="*/ 124583 w 417"/>
                  <a:gd name="T41" fmla="*/ 186876 h 417"/>
                  <a:gd name="T42" fmla="*/ 144516 w 417"/>
                  <a:gd name="T43" fmla="*/ 178790 h 417"/>
                  <a:gd name="T44" fmla="*/ 152671 w 417"/>
                  <a:gd name="T45" fmla="*/ 147344 h 417"/>
                  <a:gd name="T46" fmla="*/ 184836 w 417"/>
                  <a:gd name="T47" fmla="*/ 139258 h 417"/>
                  <a:gd name="T48" fmla="*/ 188460 w 417"/>
                  <a:gd name="T49" fmla="*/ 119043 h 417"/>
                  <a:gd name="T50" fmla="*/ 172604 w 417"/>
                  <a:gd name="T51" fmla="*/ 91192 h 417"/>
                  <a:gd name="T52" fmla="*/ 96495 w 417"/>
                  <a:gd name="T53" fmla="*/ 131172 h 417"/>
                  <a:gd name="T54" fmla="*/ 96495 w 417"/>
                  <a:gd name="T55" fmla="*/ 131172 h 417"/>
                  <a:gd name="T56" fmla="*/ 56629 w 417"/>
                  <a:gd name="T57" fmla="*/ 91192 h 417"/>
                  <a:gd name="T58" fmla="*/ 96495 w 417"/>
                  <a:gd name="T59" fmla="*/ 51660 h 417"/>
                  <a:gd name="T60" fmla="*/ 136362 w 417"/>
                  <a:gd name="T61" fmla="*/ 91192 h 417"/>
                  <a:gd name="T62" fmla="*/ 96495 w 417"/>
                  <a:gd name="T63" fmla="*/ 131172 h 41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7" h="417">
                    <a:moveTo>
                      <a:pt x="381" y="203"/>
                    </a:moveTo>
                    <a:lnTo>
                      <a:pt x="381" y="203"/>
                    </a:lnTo>
                    <a:cubicBezTo>
                      <a:pt x="381" y="177"/>
                      <a:pt x="399" y="159"/>
                      <a:pt x="416" y="141"/>
                    </a:cubicBezTo>
                    <a:cubicBezTo>
                      <a:pt x="416" y="132"/>
                      <a:pt x="408" y="115"/>
                      <a:pt x="408" y="106"/>
                    </a:cubicBezTo>
                    <a:cubicBezTo>
                      <a:pt x="372" y="115"/>
                      <a:pt x="354" y="97"/>
                      <a:pt x="337" y="79"/>
                    </a:cubicBezTo>
                    <a:cubicBezTo>
                      <a:pt x="319" y="62"/>
                      <a:pt x="310" y="44"/>
                      <a:pt x="319" y="17"/>
                    </a:cubicBezTo>
                    <a:cubicBezTo>
                      <a:pt x="310" y="9"/>
                      <a:pt x="293" y="0"/>
                      <a:pt x="275" y="0"/>
                    </a:cubicBezTo>
                    <a:cubicBezTo>
                      <a:pt x="266" y="17"/>
                      <a:pt x="240" y="35"/>
                      <a:pt x="213" y="35"/>
                    </a:cubicBezTo>
                    <a:cubicBezTo>
                      <a:pt x="187" y="35"/>
                      <a:pt x="160" y="17"/>
                      <a:pt x="151" y="0"/>
                    </a:cubicBezTo>
                    <a:cubicBezTo>
                      <a:pt x="133" y="0"/>
                      <a:pt x="116" y="9"/>
                      <a:pt x="107" y="17"/>
                    </a:cubicBezTo>
                    <a:cubicBezTo>
                      <a:pt x="116" y="44"/>
                      <a:pt x="107" y="62"/>
                      <a:pt x="89" y="79"/>
                    </a:cubicBezTo>
                    <a:cubicBezTo>
                      <a:pt x="72" y="97"/>
                      <a:pt x="44" y="115"/>
                      <a:pt x="18" y="106"/>
                    </a:cubicBezTo>
                    <a:cubicBezTo>
                      <a:pt x="18" y="115"/>
                      <a:pt x="9" y="132"/>
                      <a:pt x="0" y="141"/>
                    </a:cubicBezTo>
                    <a:cubicBezTo>
                      <a:pt x="27" y="159"/>
                      <a:pt x="44" y="177"/>
                      <a:pt x="44" y="203"/>
                    </a:cubicBezTo>
                    <a:cubicBezTo>
                      <a:pt x="44" y="230"/>
                      <a:pt x="27" y="256"/>
                      <a:pt x="0" y="275"/>
                    </a:cubicBezTo>
                    <a:cubicBezTo>
                      <a:pt x="9" y="283"/>
                      <a:pt x="18" y="301"/>
                      <a:pt x="18" y="310"/>
                    </a:cubicBezTo>
                    <a:cubicBezTo>
                      <a:pt x="44" y="310"/>
                      <a:pt x="72" y="310"/>
                      <a:pt x="89" y="328"/>
                    </a:cubicBezTo>
                    <a:cubicBezTo>
                      <a:pt x="107" y="345"/>
                      <a:pt x="116" y="372"/>
                      <a:pt x="107" y="398"/>
                    </a:cubicBezTo>
                    <a:cubicBezTo>
                      <a:pt x="116" y="407"/>
                      <a:pt x="133" y="407"/>
                      <a:pt x="151" y="416"/>
                    </a:cubicBezTo>
                    <a:cubicBezTo>
                      <a:pt x="160" y="389"/>
                      <a:pt x="187" y="372"/>
                      <a:pt x="213" y="372"/>
                    </a:cubicBezTo>
                    <a:cubicBezTo>
                      <a:pt x="240" y="372"/>
                      <a:pt x="266" y="389"/>
                      <a:pt x="275" y="416"/>
                    </a:cubicBezTo>
                    <a:cubicBezTo>
                      <a:pt x="293" y="407"/>
                      <a:pt x="310" y="407"/>
                      <a:pt x="319" y="398"/>
                    </a:cubicBezTo>
                    <a:cubicBezTo>
                      <a:pt x="310" y="372"/>
                      <a:pt x="319" y="345"/>
                      <a:pt x="337" y="328"/>
                    </a:cubicBezTo>
                    <a:cubicBezTo>
                      <a:pt x="354" y="310"/>
                      <a:pt x="372" y="301"/>
                      <a:pt x="408" y="310"/>
                    </a:cubicBezTo>
                    <a:cubicBezTo>
                      <a:pt x="408" y="292"/>
                      <a:pt x="416" y="283"/>
                      <a:pt x="416" y="265"/>
                    </a:cubicBezTo>
                    <a:cubicBezTo>
                      <a:pt x="399" y="256"/>
                      <a:pt x="381" y="230"/>
                      <a:pt x="381" y="203"/>
                    </a:cubicBezTo>
                    <a:close/>
                    <a:moveTo>
                      <a:pt x="213" y="292"/>
                    </a:moveTo>
                    <a:lnTo>
                      <a:pt x="213" y="292"/>
                    </a:lnTo>
                    <a:cubicBezTo>
                      <a:pt x="160" y="292"/>
                      <a:pt x="125" y="256"/>
                      <a:pt x="125" y="203"/>
                    </a:cubicBezTo>
                    <a:cubicBezTo>
                      <a:pt x="125" y="159"/>
                      <a:pt x="160" y="115"/>
                      <a:pt x="213" y="115"/>
                    </a:cubicBezTo>
                    <a:cubicBezTo>
                      <a:pt x="266" y="115"/>
                      <a:pt x="301" y="159"/>
                      <a:pt x="301" y="203"/>
                    </a:cubicBezTo>
                    <a:cubicBezTo>
                      <a:pt x="301" y="256"/>
                      <a:pt x="266" y="292"/>
                      <a:pt x="213" y="292"/>
                    </a:cubicBezTo>
                    <a:close/>
                  </a:path>
                </a:pathLst>
              </a:custGeom>
              <a:noFill/>
              <a:ln w="635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7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D9D9D9"/>
                  </a:solidFill>
                  <a:effectLst/>
                  <a:uLnTx/>
                  <a:uFillTx/>
                  <a:latin typeface="Arial" charset="0"/>
                  <a:ea typeface="方正兰亭黑_GBK" panose="02000000000000000000" pitchFamily="2" charset="-122"/>
                  <a:cs typeface="+mn-cs"/>
                </a:endParaRPr>
              </a:p>
            </p:txBody>
          </p:sp>
        </p:grpSp>
      </p:grpSp>
      <p:sp>
        <p:nvSpPr>
          <p:cNvPr id="59" name="TextBox 202">
            <a:extLst>
              <a:ext uri="{FF2B5EF4-FFF2-40B4-BE49-F238E27FC236}">
                <a16:creationId xmlns:a16="http://schemas.microsoft.com/office/drawing/2014/main" id="{39D9A70B-1468-4A32-1487-81FE5D5278F8}"/>
              </a:ext>
            </a:extLst>
          </p:cNvPr>
          <p:cNvSpPr txBox="1"/>
          <p:nvPr/>
        </p:nvSpPr>
        <p:spPr>
          <a:xfrm>
            <a:off x="335405" y="905483"/>
            <a:ext cx="1604370" cy="6117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400"/>
            <a:r>
              <a:rPr lang="zh-CN" altLang="en-US" sz="3375" b="1" dirty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tamaran Bold" panose="00000800000000000000" pitchFamily="2" charset="0"/>
              </a:rPr>
              <a:t>目 录</a:t>
            </a:r>
            <a:endParaRPr lang="en-US" sz="3375" b="1" dirty="0">
              <a:solidFill>
                <a:srgbClr val="D9D9D9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tamaran Bold" panose="00000800000000000000" pitchFamily="2" charset="0"/>
            </a:endParaRPr>
          </a:p>
        </p:txBody>
      </p:sp>
      <p:cxnSp>
        <p:nvCxnSpPr>
          <p:cNvPr id="60" name="直接连接符 59">
            <a:extLst>
              <a:ext uri="{FF2B5EF4-FFF2-40B4-BE49-F238E27FC236}">
                <a16:creationId xmlns:a16="http://schemas.microsoft.com/office/drawing/2014/main" id="{C23A7F8E-1442-663C-7ED6-04EAFD4BB7CE}"/>
              </a:ext>
            </a:extLst>
          </p:cNvPr>
          <p:cNvCxnSpPr/>
          <p:nvPr/>
        </p:nvCxnSpPr>
        <p:spPr>
          <a:xfrm>
            <a:off x="1999829" y="1171714"/>
            <a:ext cx="4646587" cy="0"/>
          </a:xfrm>
          <a:prstGeom prst="line">
            <a:avLst/>
          </a:prstGeom>
          <a:noFill/>
          <a:ln w="635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</p:cxnSp>
      <p:grpSp>
        <p:nvGrpSpPr>
          <p:cNvPr id="72" name="组合 71">
            <a:extLst>
              <a:ext uri="{FF2B5EF4-FFF2-40B4-BE49-F238E27FC236}">
                <a16:creationId xmlns:a16="http://schemas.microsoft.com/office/drawing/2014/main" id="{E548FA74-F9D3-2837-0874-B376DC5F04C6}"/>
              </a:ext>
            </a:extLst>
          </p:cNvPr>
          <p:cNvGrpSpPr/>
          <p:nvPr/>
        </p:nvGrpSpPr>
        <p:grpSpPr>
          <a:xfrm>
            <a:off x="1746648" y="3934691"/>
            <a:ext cx="4537557" cy="798616"/>
            <a:chOff x="1247028" y="4189214"/>
            <a:chExt cx="4537557" cy="798616"/>
          </a:xfrm>
        </p:grpSpPr>
        <p:sp>
          <p:nvSpPr>
            <p:cNvPr id="65" name="TextBox 217">
              <a:extLst>
                <a:ext uri="{FF2B5EF4-FFF2-40B4-BE49-F238E27FC236}">
                  <a16:creationId xmlns:a16="http://schemas.microsoft.com/office/drawing/2014/main" id="{8ED1373F-0588-CF31-B490-05F392E22C5F}"/>
                </a:ext>
              </a:extLst>
            </p:cNvPr>
            <p:cNvSpPr txBox="1"/>
            <p:nvPr/>
          </p:nvSpPr>
          <p:spPr>
            <a:xfrm>
              <a:off x="2473522" y="4189214"/>
              <a:ext cx="3050306" cy="4534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2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重点问题分析</a:t>
              </a:r>
              <a:endParaRPr lang="en-US" altLang="zh-CN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TextBox 218">
              <a:extLst>
                <a:ext uri="{FF2B5EF4-FFF2-40B4-BE49-F238E27FC236}">
                  <a16:creationId xmlns:a16="http://schemas.microsoft.com/office/drawing/2014/main" id="{2BAA2A1F-E0EA-D2D4-2277-BBB9DF21FB96}"/>
                </a:ext>
              </a:extLst>
            </p:cNvPr>
            <p:cNvSpPr txBox="1"/>
            <p:nvPr/>
          </p:nvSpPr>
          <p:spPr>
            <a:xfrm>
              <a:off x="2473522" y="4606572"/>
              <a:ext cx="3311063" cy="3812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在这里添加标题三正文及内容</a:t>
              </a:r>
            </a:p>
          </p:txBody>
        </p:sp>
        <p:cxnSp>
          <p:nvCxnSpPr>
            <p:cNvPr id="67" name="Straight Arrow Connector 246">
              <a:extLst>
                <a:ext uri="{FF2B5EF4-FFF2-40B4-BE49-F238E27FC236}">
                  <a16:creationId xmlns:a16="http://schemas.microsoft.com/office/drawing/2014/main" id="{AB4CAA04-355D-01A9-1EDE-67715D1A6792}"/>
                </a:ext>
              </a:extLst>
            </p:cNvPr>
            <p:cNvCxnSpPr>
              <a:cxnSpLocks/>
            </p:cNvCxnSpPr>
            <p:nvPr/>
          </p:nvCxnSpPr>
          <p:spPr>
            <a:xfrm>
              <a:off x="1835680" y="4642818"/>
              <a:ext cx="499387" cy="0"/>
            </a:xfrm>
            <a:prstGeom prst="straightConnector1">
              <a:avLst/>
            </a:prstGeom>
            <a:ln w="19050">
              <a:solidFill>
                <a:schemeClr val="bg1">
                  <a:lumMod val="85000"/>
                </a:schemeClr>
              </a:solidFill>
              <a:prstDash val="dash"/>
              <a:headEnd type="none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Freeform: Shape 194">
              <a:extLst>
                <a:ext uri="{FF2B5EF4-FFF2-40B4-BE49-F238E27FC236}">
                  <a16:creationId xmlns:a16="http://schemas.microsoft.com/office/drawing/2014/main" id="{59613264-0289-483B-CA31-E740346562C8}"/>
                </a:ext>
              </a:extLst>
            </p:cNvPr>
            <p:cNvSpPr/>
            <p:nvPr/>
          </p:nvSpPr>
          <p:spPr>
            <a:xfrm>
              <a:off x="1247028" y="4409660"/>
              <a:ext cx="509822" cy="572658"/>
            </a:xfrm>
            <a:custGeom>
              <a:avLst/>
              <a:gdLst>
                <a:gd name="connsiteX0" fmla="*/ 1263423 w 2526846"/>
                <a:gd name="connsiteY0" fmla="*/ 0 h 2838291"/>
                <a:gd name="connsiteX1" fmla="*/ 1396808 w 2526846"/>
                <a:gd name="connsiteY1" fmla="*/ 31204 h 2838291"/>
                <a:gd name="connsiteX2" fmla="*/ 2361449 w 2526846"/>
                <a:gd name="connsiteY2" fmla="*/ 513410 h 2838291"/>
                <a:gd name="connsiteX3" fmla="*/ 2526846 w 2526846"/>
                <a:gd name="connsiteY3" fmla="*/ 781183 h 2838291"/>
                <a:gd name="connsiteX4" fmla="*/ 2526846 w 2526846"/>
                <a:gd name="connsiteY4" fmla="*/ 2057108 h 2838291"/>
                <a:gd name="connsiteX5" fmla="*/ 2361449 w 2526846"/>
                <a:gd name="connsiteY5" fmla="*/ 2324881 h 2838291"/>
                <a:gd name="connsiteX6" fmla="*/ 1396808 w 2526846"/>
                <a:gd name="connsiteY6" fmla="*/ 2807087 h 2838291"/>
                <a:gd name="connsiteX7" fmla="*/ 1130038 w 2526846"/>
                <a:gd name="connsiteY7" fmla="*/ 2807087 h 2838291"/>
                <a:gd name="connsiteX8" fmla="*/ 165398 w 2526846"/>
                <a:gd name="connsiteY8" fmla="*/ 2324881 h 2838291"/>
                <a:gd name="connsiteX9" fmla="*/ 0 w 2526846"/>
                <a:gd name="connsiteY9" fmla="*/ 2057108 h 2838291"/>
                <a:gd name="connsiteX10" fmla="*/ 0 w 2526846"/>
                <a:gd name="connsiteY10" fmla="*/ 781183 h 2838291"/>
                <a:gd name="connsiteX11" fmla="*/ 165398 w 2526846"/>
                <a:gd name="connsiteY11" fmla="*/ 513410 h 2838291"/>
                <a:gd name="connsiteX12" fmla="*/ 1130038 w 2526846"/>
                <a:gd name="connsiteY12" fmla="*/ 31204 h 2838291"/>
                <a:gd name="connsiteX13" fmla="*/ 1263423 w 2526846"/>
                <a:gd name="connsiteY13" fmla="*/ 0 h 2838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26846" h="2838291">
                  <a:moveTo>
                    <a:pt x="1263423" y="0"/>
                  </a:moveTo>
                  <a:cubicBezTo>
                    <a:pt x="1309041" y="0"/>
                    <a:pt x="1354659" y="10401"/>
                    <a:pt x="1396808" y="31204"/>
                  </a:cubicBezTo>
                  <a:cubicBezTo>
                    <a:pt x="1396808" y="31204"/>
                    <a:pt x="1396808" y="31204"/>
                    <a:pt x="2361449" y="513410"/>
                  </a:cubicBezTo>
                  <a:cubicBezTo>
                    <a:pt x="2462821" y="564618"/>
                    <a:pt x="2526846" y="668100"/>
                    <a:pt x="2526846" y="781183"/>
                  </a:cubicBezTo>
                  <a:cubicBezTo>
                    <a:pt x="2526846" y="781183"/>
                    <a:pt x="2526846" y="781183"/>
                    <a:pt x="2526846" y="2057108"/>
                  </a:cubicBezTo>
                  <a:cubicBezTo>
                    <a:pt x="2526846" y="2170191"/>
                    <a:pt x="2462821" y="2273674"/>
                    <a:pt x="2361449" y="2324881"/>
                  </a:cubicBezTo>
                  <a:cubicBezTo>
                    <a:pt x="2361449" y="2324881"/>
                    <a:pt x="2361449" y="2324881"/>
                    <a:pt x="1396808" y="2807087"/>
                  </a:cubicBezTo>
                  <a:cubicBezTo>
                    <a:pt x="1312509" y="2848693"/>
                    <a:pt x="1214337" y="2848693"/>
                    <a:pt x="1130038" y="2807087"/>
                  </a:cubicBezTo>
                  <a:cubicBezTo>
                    <a:pt x="1130038" y="2807087"/>
                    <a:pt x="1130038" y="2807087"/>
                    <a:pt x="165398" y="2324881"/>
                  </a:cubicBezTo>
                  <a:cubicBezTo>
                    <a:pt x="64025" y="2273674"/>
                    <a:pt x="0" y="2170191"/>
                    <a:pt x="0" y="2057108"/>
                  </a:cubicBezTo>
                  <a:cubicBezTo>
                    <a:pt x="0" y="2057108"/>
                    <a:pt x="0" y="2057108"/>
                    <a:pt x="0" y="781183"/>
                  </a:cubicBezTo>
                  <a:cubicBezTo>
                    <a:pt x="0" y="668100"/>
                    <a:pt x="64025" y="564618"/>
                    <a:pt x="165398" y="513410"/>
                  </a:cubicBezTo>
                  <a:cubicBezTo>
                    <a:pt x="165398" y="513410"/>
                    <a:pt x="165398" y="513410"/>
                    <a:pt x="1130038" y="31204"/>
                  </a:cubicBezTo>
                  <a:cubicBezTo>
                    <a:pt x="1172188" y="10401"/>
                    <a:pt x="1217806" y="0"/>
                    <a:pt x="1263423" y="0"/>
                  </a:cubicBezTo>
                  <a:close/>
                </a:path>
              </a:pathLst>
            </a:cu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200">
                <a:solidFill>
                  <a:srgbClr val="1F497D"/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  <p:sp>
          <p:nvSpPr>
            <p:cNvPr id="71" name="Freeform 39">
              <a:extLst>
                <a:ext uri="{FF2B5EF4-FFF2-40B4-BE49-F238E27FC236}">
                  <a16:creationId xmlns:a16="http://schemas.microsoft.com/office/drawing/2014/main" id="{193D5BAD-CAE0-377D-62EE-AABDC869A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2939" y="4596989"/>
              <a:ext cx="198000" cy="198000"/>
            </a:xfrm>
            <a:custGeom>
              <a:avLst/>
              <a:gdLst>
                <a:gd name="T0" fmla="*/ 179752 w 444"/>
                <a:gd name="T1" fmla="*/ 23877 h 444"/>
                <a:gd name="T2" fmla="*/ 179752 w 444"/>
                <a:gd name="T3" fmla="*/ 23877 h 444"/>
                <a:gd name="T4" fmla="*/ 167589 w 444"/>
                <a:gd name="T5" fmla="*/ 23877 h 444"/>
                <a:gd name="T6" fmla="*/ 167589 w 444"/>
                <a:gd name="T7" fmla="*/ 44150 h 444"/>
                <a:gd name="T8" fmla="*/ 131998 w 444"/>
                <a:gd name="T9" fmla="*/ 44150 h 444"/>
                <a:gd name="T10" fmla="*/ 131998 w 444"/>
                <a:gd name="T11" fmla="*/ 23877 h 444"/>
                <a:gd name="T12" fmla="*/ 68027 w 444"/>
                <a:gd name="T13" fmla="*/ 23877 h 444"/>
                <a:gd name="T14" fmla="*/ 68027 w 444"/>
                <a:gd name="T15" fmla="*/ 44150 h 444"/>
                <a:gd name="T16" fmla="*/ 31986 w 444"/>
                <a:gd name="T17" fmla="*/ 44150 h 444"/>
                <a:gd name="T18" fmla="*/ 31986 w 444"/>
                <a:gd name="T19" fmla="*/ 23877 h 444"/>
                <a:gd name="T20" fmla="*/ 20273 w 444"/>
                <a:gd name="T21" fmla="*/ 23877 h 444"/>
                <a:gd name="T22" fmla="*/ 0 w 444"/>
                <a:gd name="T23" fmla="*/ 44150 h 444"/>
                <a:gd name="T24" fmla="*/ 0 w 444"/>
                <a:gd name="T25" fmla="*/ 179752 h 444"/>
                <a:gd name="T26" fmla="*/ 20273 w 444"/>
                <a:gd name="T27" fmla="*/ 199574 h 444"/>
                <a:gd name="T28" fmla="*/ 179752 w 444"/>
                <a:gd name="T29" fmla="*/ 199574 h 444"/>
                <a:gd name="T30" fmla="*/ 199574 w 444"/>
                <a:gd name="T31" fmla="*/ 179752 h 444"/>
                <a:gd name="T32" fmla="*/ 199574 w 444"/>
                <a:gd name="T33" fmla="*/ 44150 h 444"/>
                <a:gd name="T34" fmla="*/ 179752 w 444"/>
                <a:gd name="T35" fmla="*/ 23877 h 444"/>
                <a:gd name="T36" fmla="*/ 179752 w 444"/>
                <a:gd name="T37" fmla="*/ 179752 h 444"/>
                <a:gd name="T38" fmla="*/ 179752 w 444"/>
                <a:gd name="T39" fmla="*/ 179752 h 444"/>
                <a:gd name="T40" fmla="*/ 20273 w 444"/>
                <a:gd name="T41" fmla="*/ 179752 h 444"/>
                <a:gd name="T42" fmla="*/ 20273 w 444"/>
                <a:gd name="T43" fmla="*/ 88299 h 444"/>
                <a:gd name="T44" fmla="*/ 179752 w 444"/>
                <a:gd name="T45" fmla="*/ 88299 h 444"/>
                <a:gd name="T46" fmla="*/ 179752 w 444"/>
                <a:gd name="T47" fmla="*/ 179752 h 444"/>
                <a:gd name="T48" fmla="*/ 55863 w 444"/>
                <a:gd name="T49" fmla="*/ 0 h 444"/>
                <a:gd name="T50" fmla="*/ 55863 w 444"/>
                <a:gd name="T51" fmla="*/ 0 h 444"/>
                <a:gd name="T52" fmla="*/ 40095 w 444"/>
                <a:gd name="T53" fmla="*/ 0 h 444"/>
                <a:gd name="T54" fmla="*/ 40095 w 444"/>
                <a:gd name="T55" fmla="*/ 40095 h 444"/>
                <a:gd name="T56" fmla="*/ 55863 w 444"/>
                <a:gd name="T57" fmla="*/ 40095 h 444"/>
                <a:gd name="T58" fmla="*/ 55863 w 444"/>
                <a:gd name="T59" fmla="*/ 0 h 444"/>
                <a:gd name="T60" fmla="*/ 159479 w 444"/>
                <a:gd name="T61" fmla="*/ 0 h 444"/>
                <a:gd name="T62" fmla="*/ 159479 w 444"/>
                <a:gd name="T63" fmla="*/ 0 h 444"/>
                <a:gd name="T64" fmla="*/ 143712 w 444"/>
                <a:gd name="T65" fmla="*/ 0 h 444"/>
                <a:gd name="T66" fmla="*/ 143712 w 444"/>
                <a:gd name="T67" fmla="*/ 40095 h 444"/>
                <a:gd name="T68" fmla="*/ 159479 w 444"/>
                <a:gd name="T69" fmla="*/ 40095 h 444"/>
                <a:gd name="T70" fmla="*/ 159479 w 444"/>
                <a:gd name="T71" fmla="*/ 0 h 44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4" h="444">
                  <a:moveTo>
                    <a:pt x="399" y="53"/>
                  </a:moveTo>
                  <a:lnTo>
                    <a:pt x="399" y="53"/>
                  </a:lnTo>
                  <a:cubicBezTo>
                    <a:pt x="372" y="53"/>
                    <a:pt x="372" y="53"/>
                    <a:pt x="372" y="53"/>
                  </a:cubicBezTo>
                  <a:cubicBezTo>
                    <a:pt x="372" y="98"/>
                    <a:pt x="372" y="98"/>
                    <a:pt x="372" y="98"/>
                  </a:cubicBezTo>
                  <a:cubicBezTo>
                    <a:pt x="293" y="98"/>
                    <a:pt x="293" y="98"/>
                    <a:pt x="293" y="98"/>
                  </a:cubicBezTo>
                  <a:cubicBezTo>
                    <a:pt x="293" y="53"/>
                    <a:pt x="293" y="53"/>
                    <a:pt x="293" y="53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51" y="98"/>
                    <a:pt x="151" y="98"/>
                    <a:pt x="151" y="98"/>
                  </a:cubicBezTo>
                  <a:cubicBezTo>
                    <a:pt x="71" y="98"/>
                    <a:pt x="71" y="98"/>
                    <a:pt x="71" y="98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18" y="53"/>
                    <a:pt x="0" y="71"/>
                    <a:pt x="0" y="98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0" y="425"/>
                    <a:pt x="18" y="443"/>
                    <a:pt x="45" y="443"/>
                  </a:cubicBezTo>
                  <a:cubicBezTo>
                    <a:pt x="399" y="443"/>
                    <a:pt x="399" y="443"/>
                    <a:pt x="399" y="443"/>
                  </a:cubicBezTo>
                  <a:cubicBezTo>
                    <a:pt x="425" y="443"/>
                    <a:pt x="443" y="425"/>
                    <a:pt x="443" y="399"/>
                  </a:cubicBezTo>
                  <a:cubicBezTo>
                    <a:pt x="443" y="98"/>
                    <a:pt x="443" y="98"/>
                    <a:pt x="443" y="98"/>
                  </a:cubicBezTo>
                  <a:cubicBezTo>
                    <a:pt x="443" y="71"/>
                    <a:pt x="425" y="53"/>
                    <a:pt x="399" y="53"/>
                  </a:cubicBezTo>
                  <a:close/>
                  <a:moveTo>
                    <a:pt x="399" y="399"/>
                  </a:moveTo>
                  <a:lnTo>
                    <a:pt x="399" y="399"/>
                  </a:lnTo>
                  <a:cubicBezTo>
                    <a:pt x="45" y="399"/>
                    <a:pt x="45" y="399"/>
                    <a:pt x="45" y="399"/>
                  </a:cubicBezTo>
                  <a:cubicBezTo>
                    <a:pt x="45" y="196"/>
                    <a:pt x="45" y="196"/>
                    <a:pt x="45" y="196"/>
                  </a:cubicBezTo>
                  <a:cubicBezTo>
                    <a:pt x="399" y="196"/>
                    <a:pt x="399" y="196"/>
                    <a:pt x="399" y="196"/>
                  </a:cubicBezTo>
                  <a:lnTo>
                    <a:pt x="399" y="399"/>
                  </a:lnTo>
                  <a:close/>
                  <a:moveTo>
                    <a:pt x="124" y="0"/>
                  </a:moveTo>
                  <a:lnTo>
                    <a:pt x="124" y="0"/>
                  </a:lnTo>
                  <a:cubicBezTo>
                    <a:pt x="89" y="0"/>
                    <a:pt x="89" y="0"/>
                    <a:pt x="89" y="0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124" y="89"/>
                    <a:pt x="124" y="89"/>
                    <a:pt x="124" y="89"/>
                  </a:cubicBezTo>
                  <a:lnTo>
                    <a:pt x="124" y="0"/>
                  </a:lnTo>
                  <a:close/>
                  <a:moveTo>
                    <a:pt x="354" y="0"/>
                  </a:moveTo>
                  <a:lnTo>
                    <a:pt x="354" y="0"/>
                  </a:lnTo>
                  <a:cubicBezTo>
                    <a:pt x="319" y="0"/>
                    <a:pt x="319" y="0"/>
                    <a:pt x="319" y="0"/>
                  </a:cubicBezTo>
                  <a:cubicBezTo>
                    <a:pt x="319" y="89"/>
                    <a:pt x="319" y="89"/>
                    <a:pt x="319" y="89"/>
                  </a:cubicBezTo>
                  <a:cubicBezTo>
                    <a:pt x="354" y="89"/>
                    <a:pt x="354" y="89"/>
                    <a:pt x="354" y="89"/>
                  </a:cubicBezTo>
                  <a:lnTo>
                    <a:pt x="354" y="0"/>
                  </a:lnTo>
                  <a:close/>
                </a:path>
              </a:pathLst>
            </a:custGeom>
            <a:noFill/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D9D9D9"/>
                </a:solidFill>
                <a:effectLst/>
                <a:uLnTx/>
                <a:uFillTx/>
                <a:latin typeface="Arial" charset="0"/>
                <a:ea typeface="方正兰亭黑_GBK" panose="02000000000000000000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2202117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组合 29">
            <a:extLst>
              <a:ext uri="{FF2B5EF4-FFF2-40B4-BE49-F238E27FC236}">
                <a16:creationId xmlns:a16="http://schemas.microsoft.com/office/drawing/2014/main" id="{A7FAC99E-CBBB-E91B-9BDF-603803807875}"/>
              </a:ext>
            </a:extLst>
          </p:cNvPr>
          <p:cNvGrpSpPr/>
          <p:nvPr/>
        </p:nvGrpSpPr>
        <p:grpSpPr>
          <a:xfrm>
            <a:off x="1746648" y="2887421"/>
            <a:ext cx="4276800" cy="639636"/>
            <a:chOff x="1247028" y="3367165"/>
            <a:chExt cx="4276800" cy="639636"/>
          </a:xfrm>
        </p:grpSpPr>
        <p:sp>
          <p:nvSpPr>
            <p:cNvPr id="32" name="TextBox 217">
              <a:extLst>
                <a:ext uri="{FF2B5EF4-FFF2-40B4-BE49-F238E27FC236}">
                  <a16:creationId xmlns:a16="http://schemas.microsoft.com/office/drawing/2014/main" id="{228D2AD2-F02C-0054-6879-F3499872D699}"/>
                </a:ext>
              </a:extLst>
            </p:cNvPr>
            <p:cNvSpPr txBox="1"/>
            <p:nvPr/>
          </p:nvSpPr>
          <p:spPr>
            <a:xfrm>
              <a:off x="2473522" y="3367165"/>
              <a:ext cx="3050306" cy="4895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22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重点问题分析</a:t>
              </a:r>
              <a:endParaRPr lang="en-US" altLang="zh-CN" sz="22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33" name="Straight Arrow Connector 246">
              <a:extLst>
                <a:ext uri="{FF2B5EF4-FFF2-40B4-BE49-F238E27FC236}">
                  <a16:creationId xmlns:a16="http://schemas.microsoft.com/office/drawing/2014/main" id="{806BD75D-8B8A-42C7-6961-01107AE370F0}"/>
                </a:ext>
              </a:extLst>
            </p:cNvPr>
            <p:cNvCxnSpPr>
              <a:cxnSpLocks/>
            </p:cNvCxnSpPr>
            <p:nvPr/>
          </p:nvCxnSpPr>
          <p:spPr>
            <a:xfrm>
              <a:off x="1835680" y="3667301"/>
              <a:ext cx="499387" cy="0"/>
            </a:xfrm>
            <a:prstGeom prst="straightConnector1">
              <a:avLst/>
            </a:prstGeom>
            <a:ln w="19050">
              <a:solidFill>
                <a:schemeClr val="bg1">
                  <a:lumMod val="85000"/>
                </a:schemeClr>
              </a:solidFill>
              <a:prstDash val="dash"/>
              <a:headEnd type="none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Group 23">
              <a:extLst>
                <a:ext uri="{FF2B5EF4-FFF2-40B4-BE49-F238E27FC236}">
                  <a16:creationId xmlns:a16="http://schemas.microsoft.com/office/drawing/2014/main" id="{CEE6AFD3-7EC0-0412-44A7-2D8F6F9DBA3C}"/>
                </a:ext>
              </a:extLst>
            </p:cNvPr>
            <p:cNvGrpSpPr/>
            <p:nvPr/>
          </p:nvGrpSpPr>
          <p:grpSpPr>
            <a:xfrm>
              <a:off x="1247028" y="3434143"/>
              <a:ext cx="509822" cy="572658"/>
              <a:chOff x="7229013" y="3932890"/>
              <a:chExt cx="509822" cy="572658"/>
            </a:xfrm>
          </p:grpSpPr>
          <p:sp>
            <p:nvSpPr>
              <p:cNvPr id="35" name="Freeform: Shape 194">
                <a:extLst>
                  <a:ext uri="{FF2B5EF4-FFF2-40B4-BE49-F238E27FC236}">
                    <a16:creationId xmlns:a16="http://schemas.microsoft.com/office/drawing/2014/main" id="{4E22F139-3F59-9981-C198-3AD3BB041E79}"/>
                  </a:ext>
                </a:extLst>
              </p:cNvPr>
              <p:cNvSpPr/>
              <p:nvPr/>
            </p:nvSpPr>
            <p:spPr>
              <a:xfrm>
                <a:off x="7229013" y="3932890"/>
                <a:ext cx="509822" cy="572658"/>
              </a:xfrm>
              <a:custGeom>
                <a:avLst/>
                <a:gdLst>
                  <a:gd name="connsiteX0" fmla="*/ 1263423 w 2526846"/>
                  <a:gd name="connsiteY0" fmla="*/ 0 h 2838291"/>
                  <a:gd name="connsiteX1" fmla="*/ 1396808 w 2526846"/>
                  <a:gd name="connsiteY1" fmla="*/ 31204 h 2838291"/>
                  <a:gd name="connsiteX2" fmla="*/ 2361449 w 2526846"/>
                  <a:gd name="connsiteY2" fmla="*/ 513410 h 2838291"/>
                  <a:gd name="connsiteX3" fmla="*/ 2526846 w 2526846"/>
                  <a:gd name="connsiteY3" fmla="*/ 781183 h 2838291"/>
                  <a:gd name="connsiteX4" fmla="*/ 2526846 w 2526846"/>
                  <a:gd name="connsiteY4" fmla="*/ 2057108 h 2838291"/>
                  <a:gd name="connsiteX5" fmla="*/ 2361449 w 2526846"/>
                  <a:gd name="connsiteY5" fmla="*/ 2324881 h 2838291"/>
                  <a:gd name="connsiteX6" fmla="*/ 1396808 w 2526846"/>
                  <a:gd name="connsiteY6" fmla="*/ 2807087 h 2838291"/>
                  <a:gd name="connsiteX7" fmla="*/ 1130038 w 2526846"/>
                  <a:gd name="connsiteY7" fmla="*/ 2807087 h 2838291"/>
                  <a:gd name="connsiteX8" fmla="*/ 165398 w 2526846"/>
                  <a:gd name="connsiteY8" fmla="*/ 2324881 h 2838291"/>
                  <a:gd name="connsiteX9" fmla="*/ 0 w 2526846"/>
                  <a:gd name="connsiteY9" fmla="*/ 2057108 h 2838291"/>
                  <a:gd name="connsiteX10" fmla="*/ 0 w 2526846"/>
                  <a:gd name="connsiteY10" fmla="*/ 781183 h 2838291"/>
                  <a:gd name="connsiteX11" fmla="*/ 165398 w 2526846"/>
                  <a:gd name="connsiteY11" fmla="*/ 513410 h 2838291"/>
                  <a:gd name="connsiteX12" fmla="*/ 1130038 w 2526846"/>
                  <a:gd name="connsiteY12" fmla="*/ 31204 h 2838291"/>
                  <a:gd name="connsiteX13" fmla="*/ 1263423 w 2526846"/>
                  <a:gd name="connsiteY13" fmla="*/ 0 h 2838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26846" h="2838291">
                    <a:moveTo>
                      <a:pt x="1263423" y="0"/>
                    </a:moveTo>
                    <a:cubicBezTo>
                      <a:pt x="1309041" y="0"/>
                      <a:pt x="1354659" y="10401"/>
                      <a:pt x="1396808" y="31204"/>
                    </a:cubicBezTo>
                    <a:cubicBezTo>
                      <a:pt x="1396808" y="31204"/>
                      <a:pt x="1396808" y="31204"/>
                      <a:pt x="2361449" y="513410"/>
                    </a:cubicBezTo>
                    <a:cubicBezTo>
                      <a:pt x="2462821" y="564618"/>
                      <a:pt x="2526846" y="668100"/>
                      <a:pt x="2526846" y="781183"/>
                    </a:cubicBezTo>
                    <a:cubicBezTo>
                      <a:pt x="2526846" y="781183"/>
                      <a:pt x="2526846" y="781183"/>
                      <a:pt x="2526846" y="2057108"/>
                    </a:cubicBezTo>
                    <a:cubicBezTo>
                      <a:pt x="2526846" y="2170191"/>
                      <a:pt x="2462821" y="2273674"/>
                      <a:pt x="2361449" y="2324881"/>
                    </a:cubicBezTo>
                    <a:cubicBezTo>
                      <a:pt x="2361449" y="2324881"/>
                      <a:pt x="2361449" y="2324881"/>
                      <a:pt x="1396808" y="2807087"/>
                    </a:cubicBezTo>
                    <a:cubicBezTo>
                      <a:pt x="1312509" y="2848693"/>
                      <a:pt x="1214337" y="2848693"/>
                      <a:pt x="1130038" y="2807087"/>
                    </a:cubicBezTo>
                    <a:cubicBezTo>
                      <a:pt x="1130038" y="2807087"/>
                      <a:pt x="1130038" y="2807087"/>
                      <a:pt x="165398" y="2324881"/>
                    </a:cubicBezTo>
                    <a:cubicBezTo>
                      <a:pt x="64025" y="2273674"/>
                      <a:pt x="0" y="2170191"/>
                      <a:pt x="0" y="2057108"/>
                    </a:cubicBezTo>
                    <a:cubicBezTo>
                      <a:pt x="0" y="2057108"/>
                      <a:pt x="0" y="2057108"/>
                      <a:pt x="0" y="781183"/>
                    </a:cubicBezTo>
                    <a:cubicBezTo>
                      <a:pt x="0" y="668100"/>
                      <a:pt x="64025" y="564618"/>
                      <a:pt x="165398" y="513410"/>
                    </a:cubicBezTo>
                    <a:cubicBezTo>
                      <a:pt x="165398" y="513410"/>
                      <a:pt x="165398" y="513410"/>
                      <a:pt x="1130038" y="31204"/>
                    </a:cubicBezTo>
                    <a:cubicBezTo>
                      <a:pt x="1172188" y="10401"/>
                      <a:pt x="1217806" y="0"/>
                      <a:pt x="1263423" y="0"/>
                    </a:cubicBezTo>
                    <a:close/>
                  </a:path>
                </a:pathLst>
              </a:cu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3200">
                  <a:solidFill>
                    <a:srgbClr val="1F497D"/>
                  </a:solidFill>
                  <a:latin typeface="Arial" charset="0"/>
                  <a:ea typeface="方正兰亭黑_GBK" panose="02000000000000000000" pitchFamily="2" charset="-122"/>
                </a:endParaRPr>
              </a:p>
            </p:txBody>
          </p:sp>
          <p:sp>
            <p:nvSpPr>
              <p:cNvPr id="37" name="Freeform 167">
                <a:extLst>
                  <a:ext uri="{FF2B5EF4-FFF2-40B4-BE49-F238E27FC236}">
                    <a16:creationId xmlns:a16="http://schemas.microsoft.com/office/drawing/2014/main" id="{439C0BDF-2000-F0B1-8026-9D6E30E78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88573" y="4123060"/>
                <a:ext cx="190703" cy="192319"/>
              </a:xfrm>
              <a:custGeom>
                <a:avLst/>
                <a:gdLst>
                  <a:gd name="T0" fmla="*/ 79322 w 418"/>
                  <a:gd name="T1" fmla="*/ 0 h 417"/>
                  <a:gd name="T2" fmla="*/ 79322 w 418"/>
                  <a:gd name="T3" fmla="*/ 0 h 417"/>
                  <a:gd name="T4" fmla="*/ 0 w 418"/>
                  <a:gd name="T5" fmla="*/ 79733 h 417"/>
                  <a:gd name="T6" fmla="*/ 79322 w 418"/>
                  <a:gd name="T7" fmla="*/ 79733 h 417"/>
                  <a:gd name="T8" fmla="*/ 79322 w 418"/>
                  <a:gd name="T9" fmla="*/ 0 h 417"/>
                  <a:gd name="T10" fmla="*/ 103074 w 418"/>
                  <a:gd name="T11" fmla="*/ 0 h 417"/>
                  <a:gd name="T12" fmla="*/ 103074 w 418"/>
                  <a:gd name="T13" fmla="*/ 0 h 417"/>
                  <a:gd name="T14" fmla="*/ 103074 w 418"/>
                  <a:gd name="T15" fmla="*/ 91965 h 417"/>
                  <a:gd name="T16" fmla="*/ 91422 w 418"/>
                  <a:gd name="T17" fmla="*/ 103744 h 417"/>
                  <a:gd name="T18" fmla="*/ 0 w 418"/>
                  <a:gd name="T19" fmla="*/ 103744 h 417"/>
                  <a:gd name="T20" fmla="*/ 91422 w 418"/>
                  <a:gd name="T21" fmla="*/ 188460 h 417"/>
                  <a:gd name="T22" fmla="*/ 186877 w 418"/>
                  <a:gd name="T23" fmla="*/ 91965 h 417"/>
                  <a:gd name="T24" fmla="*/ 103074 w 418"/>
                  <a:gd name="T25" fmla="*/ 0 h 4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8" h="417">
                    <a:moveTo>
                      <a:pt x="177" y="0"/>
                    </a:moveTo>
                    <a:lnTo>
                      <a:pt x="177" y="0"/>
                    </a:lnTo>
                    <a:cubicBezTo>
                      <a:pt x="80" y="9"/>
                      <a:pt x="9" y="88"/>
                      <a:pt x="0" y="176"/>
                    </a:cubicBezTo>
                    <a:cubicBezTo>
                      <a:pt x="177" y="176"/>
                      <a:pt x="177" y="176"/>
                      <a:pt x="177" y="176"/>
                    </a:cubicBezTo>
                    <a:lnTo>
                      <a:pt x="177" y="0"/>
                    </a:lnTo>
                    <a:close/>
                    <a:moveTo>
                      <a:pt x="230" y="0"/>
                    </a:moveTo>
                    <a:lnTo>
                      <a:pt x="230" y="0"/>
                    </a:lnTo>
                    <a:cubicBezTo>
                      <a:pt x="230" y="203"/>
                      <a:pt x="230" y="203"/>
                      <a:pt x="230" y="203"/>
                    </a:cubicBezTo>
                    <a:cubicBezTo>
                      <a:pt x="230" y="221"/>
                      <a:pt x="222" y="229"/>
                      <a:pt x="204" y="229"/>
                    </a:cubicBezTo>
                    <a:cubicBezTo>
                      <a:pt x="0" y="229"/>
                      <a:pt x="0" y="229"/>
                      <a:pt x="0" y="229"/>
                    </a:cubicBezTo>
                    <a:cubicBezTo>
                      <a:pt x="9" y="336"/>
                      <a:pt x="98" y="416"/>
                      <a:pt x="204" y="416"/>
                    </a:cubicBezTo>
                    <a:cubicBezTo>
                      <a:pt x="319" y="416"/>
                      <a:pt x="417" y="319"/>
                      <a:pt x="417" y="203"/>
                    </a:cubicBezTo>
                    <a:cubicBezTo>
                      <a:pt x="417" y="97"/>
                      <a:pt x="337" y="9"/>
                      <a:pt x="230" y="0"/>
                    </a:cubicBezTo>
                    <a:close/>
                  </a:path>
                </a:pathLst>
              </a:custGeom>
              <a:ln>
                <a:solidFill>
                  <a:schemeClr val="bg1"/>
                </a:solidFill>
              </a:ln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7"/>
                        </a:srgbClr>
                      </a:outerShdw>
                    </a:effectLst>
                  </a14:hiddenEffects>
                </a:ext>
              </a:extLst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3200" dirty="0">
                  <a:solidFill>
                    <a:srgbClr val="1F497D"/>
                  </a:solidFill>
                  <a:latin typeface="Arial" charset="0"/>
                  <a:ea typeface="方正兰亭黑_GBK" panose="02000000000000000000" pitchFamily="2" charset="-122"/>
                </a:endParaRPr>
              </a:p>
            </p:txBody>
          </p:sp>
        </p:grpSp>
      </p:grpSp>
      <p:grpSp>
        <p:nvGrpSpPr>
          <p:cNvPr id="38" name="组合 37">
            <a:extLst>
              <a:ext uri="{FF2B5EF4-FFF2-40B4-BE49-F238E27FC236}">
                <a16:creationId xmlns:a16="http://schemas.microsoft.com/office/drawing/2014/main" id="{3C8503AE-59F7-B51D-E2C8-53C0C49F9006}"/>
              </a:ext>
            </a:extLst>
          </p:cNvPr>
          <p:cNvGrpSpPr/>
          <p:nvPr/>
        </p:nvGrpSpPr>
        <p:grpSpPr>
          <a:xfrm>
            <a:off x="1746648" y="2058311"/>
            <a:ext cx="3922110" cy="584330"/>
            <a:chOff x="1247028" y="2224346"/>
            <a:chExt cx="3922110" cy="584330"/>
          </a:xfrm>
        </p:grpSpPr>
        <p:sp>
          <p:nvSpPr>
            <p:cNvPr id="39" name="TextBox 212">
              <a:extLst>
                <a:ext uri="{FF2B5EF4-FFF2-40B4-BE49-F238E27FC236}">
                  <a16:creationId xmlns:a16="http://schemas.microsoft.com/office/drawing/2014/main" id="{1D427B32-A5A2-0BD1-4A8A-91953D29D57B}"/>
                </a:ext>
              </a:extLst>
            </p:cNvPr>
            <p:cNvSpPr txBox="1"/>
            <p:nvPr/>
          </p:nvSpPr>
          <p:spPr>
            <a:xfrm>
              <a:off x="2473522" y="2224346"/>
              <a:ext cx="2695616" cy="4895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22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前期工作总结</a:t>
              </a:r>
              <a:endParaRPr lang="en-US" sz="22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0" name="Straight Arrow Connector 247">
              <a:extLst>
                <a:ext uri="{FF2B5EF4-FFF2-40B4-BE49-F238E27FC236}">
                  <a16:creationId xmlns:a16="http://schemas.microsoft.com/office/drawing/2014/main" id="{EEE17EE1-20A9-80C8-767A-060EC3A54141}"/>
                </a:ext>
              </a:extLst>
            </p:cNvPr>
            <p:cNvCxnSpPr>
              <a:cxnSpLocks/>
            </p:cNvCxnSpPr>
            <p:nvPr/>
          </p:nvCxnSpPr>
          <p:spPr>
            <a:xfrm>
              <a:off x="1835680" y="2522347"/>
              <a:ext cx="499387" cy="0"/>
            </a:xfrm>
            <a:prstGeom prst="straightConnector1">
              <a:avLst/>
            </a:prstGeom>
            <a:ln w="19050">
              <a:solidFill>
                <a:schemeClr val="bg1">
                  <a:lumMod val="85000"/>
                </a:schemeClr>
              </a:solidFill>
              <a:prstDash val="dash"/>
              <a:headEnd type="none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" name="组合 42">
              <a:extLst>
                <a:ext uri="{FF2B5EF4-FFF2-40B4-BE49-F238E27FC236}">
                  <a16:creationId xmlns:a16="http://schemas.microsoft.com/office/drawing/2014/main" id="{8D4C53F9-361B-35F8-DD72-43E3259ABF1A}"/>
                </a:ext>
              </a:extLst>
            </p:cNvPr>
            <p:cNvGrpSpPr/>
            <p:nvPr/>
          </p:nvGrpSpPr>
          <p:grpSpPr>
            <a:xfrm>
              <a:off x="1247028" y="2236018"/>
              <a:ext cx="509822" cy="572658"/>
              <a:chOff x="1247028" y="2216424"/>
              <a:chExt cx="509822" cy="572658"/>
            </a:xfrm>
          </p:grpSpPr>
          <p:sp>
            <p:nvSpPr>
              <p:cNvPr id="44" name="Freeform: Shape 197">
                <a:extLst>
                  <a:ext uri="{FF2B5EF4-FFF2-40B4-BE49-F238E27FC236}">
                    <a16:creationId xmlns:a16="http://schemas.microsoft.com/office/drawing/2014/main" id="{CB3A5D9E-1286-F20A-3759-87B4EFBC1F0F}"/>
                  </a:ext>
                </a:extLst>
              </p:cNvPr>
              <p:cNvSpPr/>
              <p:nvPr/>
            </p:nvSpPr>
            <p:spPr>
              <a:xfrm>
                <a:off x="1247028" y="2216424"/>
                <a:ext cx="509822" cy="572658"/>
              </a:xfrm>
              <a:custGeom>
                <a:avLst/>
                <a:gdLst>
                  <a:gd name="connsiteX0" fmla="*/ 1263423 w 2526846"/>
                  <a:gd name="connsiteY0" fmla="*/ 0 h 2838291"/>
                  <a:gd name="connsiteX1" fmla="*/ 1396808 w 2526846"/>
                  <a:gd name="connsiteY1" fmla="*/ 31204 h 2838291"/>
                  <a:gd name="connsiteX2" fmla="*/ 2361449 w 2526846"/>
                  <a:gd name="connsiteY2" fmla="*/ 513410 h 2838291"/>
                  <a:gd name="connsiteX3" fmla="*/ 2526846 w 2526846"/>
                  <a:gd name="connsiteY3" fmla="*/ 781183 h 2838291"/>
                  <a:gd name="connsiteX4" fmla="*/ 2526846 w 2526846"/>
                  <a:gd name="connsiteY4" fmla="*/ 2057108 h 2838291"/>
                  <a:gd name="connsiteX5" fmla="*/ 2361449 w 2526846"/>
                  <a:gd name="connsiteY5" fmla="*/ 2324881 h 2838291"/>
                  <a:gd name="connsiteX6" fmla="*/ 1396808 w 2526846"/>
                  <a:gd name="connsiteY6" fmla="*/ 2807087 h 2838291"/>
                  <a:gd name="connsiteX7" fmla="*/ 1130038 w 2526846"/>
                  <a:gd name="connsiteY7" fmla="*/ 2807087 h 2838291"/>
                  <a:gd name="connsiteX8" fmla="*/ 165398 w 2526846"/>
                  <a:gd name="connsiteY8" fmla="*/ 2324881 h 2838291"/>
                  <a:gd name="connsiteX9" fmla="*/ 0 w 2526846"/>
                  <a:gd name="connsiteY9" fmla="*/ 2057108 h 2838291"/>
                  <a:gd name="connsiteX10" fmla="*/ 0 w 2526846"/>
                  <a:gd name="connsiteY10" fmla="*/ 781183 h 2838291"/>
                  <a:gd name="connsiteX11" fmla="*/ 165398 w 2526846"/>
                  <a:gd name="connsiteY11" fmla="*/ 513410 h 2838291"/>
                  <a:gd name="connsiteX12" fmla="*/ 1130038 w 2526846"/>
                  <a:gd name="connsiteY12" fmla="*/ 31204 h 2838291"/>
                  <a:gd name="connsiteX13" fmla="*/ 1263423 w 2526846"/>
                  <a:gd name="connsiteY13" fmla="*/ 0 h 2838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26846" h="2838291">
                    <a:moveTo>
                      <a:pt x="1263423" y="0"/>
                    </a:moveTo>
                    <a:cubicBezTo>
                      <a:pt x="1309041" y="0"/>
                      <a:pt x="1354659" y="10401"/>
                      <a:pt x="1396808" y="31204"/>
                    </a:cubicBezTo>
                    <a:cubicBezTo>
                      <a:pt x="1396808" y="31204"/>
                      <a:pt x="1396808" y="31204"/>
                      <a:pt x="2361449" y="513410"/>
                    </a:cubicBezTo>
                    <a:cubicBezTo>
                      <a:pt x="2462821" y="564618"/>
                      <a:pt x="2526846" y="668100"/>
                      <a:pt x="2526846" y="781183"/>
                    </a:cubicBezTo>
                    <a:cubicBezTo>
                      <a:pt x="2526846" y="781183"/>
                      <a:pt x="2526846" y="781183"/>
                      <a:pt x="2526846" y="2057108"/>
                    </a:cubicBezTo>
                    <a:cubicBezTo>
                      <a:pt x="2526846" y="2170191"/>
                      <a:pt x="2462821" y="2273674"/>
                      <a:pt x="2361449" y="2324881"/>
                    </a:cubicBezTo>
                    <a:cubicBezTo>
                      <a:pt x="2361449" y="2324881"/>
                      <a:pt x="2361449" y="2324881"/>
                      <a:pt x="1396808" y="2807087"/>
                    </a:cubicBezTo>
                    <a:cubicBezTo>
                      <a:pt x="1312509" y="2848693"/>
                      <a:pt x="1214337" y="2848693"/>
                      <a:pt x="1130038" y="2807087"/>
                    </a:cubicBezTo>
                    <a:cubicBezTo>
                      <a:pt x="1130038" y="2807087"/>
                      <a:pt x="1130038" y="2807087"/>
                      <a:pt x="165398" y="2324881"/>
                    </a:cubicBezTo>
                    <a:cubicBezTo>
                      <a:pt x="64025" y="2273674"/>
                      <a:pt x="0" y="2170191"/>
                      <a:pt x="0" y="2057108"/>
                    </a:cubicBezTo>
                    <a:cubicBezTo>
                      <a:pt x="0" y="2057108"/>
                      <a:pt x="0" y="2057108"/>
                      <a:pt x="0" y="781183"/>
                    </a:cubicBezTo>
                    <a:cubicBezTo>
                      <a:pt x="0" y="668100"/>
                      <a:pt x="64025" y="564618"/>
                      <a:pt x="165398" y="513410"/>
                    </a:cubicBezTo>
                    <a:cubicBezTo>
                      <a:pt x="165398" y="513410"/>
                      <a:pt x="165398" y="513410"/>
                      <a:pt x="1130038" y="31204"/>
                    </a:cubicBezTo>
                    <a:cubicBezTo>
                      <a:pt x="1172188" y="10401"/>
                      <a:pt x="1217806" y="0"/>
                      <a:pt x="1263423" y="0"/>
                    </a:cubicBezTo>
                    <a:close/>
                  </a:path>
                </a:pathLst>
              </a:cu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3200">
                  <a:solidFill>
                    <a:srgbClr val="1F497D"/>
                  </a:solidFill>
                  <a:latin typeface="Arial" charset="0"/>
                  <a:ea typeface="方正兰亭黑_GBK" panose="02000000000000000000" pitchFamily="2" charset="-122"/>
                </a:endParaRPr>
              </a:p>
            </p:txBody>
          </p:sp>
          <p:sp>
            <p:nvSpPr>
              <p:cNvPr id="45" name="Freeform 65">
                <a:extLst>
                  <a:ext uri="{FF2B5EF4-FFF2-40B4-BE49-F238E27FC236}">
                    <a16:creationId xmlns:a16="http://schemas.microsoft.com/office/drawing/2014/main" id="{A1697525-40DE-6329-BE90-A9E6C0DC5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2939" y="2403753"/>
                <a:ext cx="198000" cy="198000"/>
              </a:xfrm>
              <a:custGeom>
                <a:avLst/>
                <a:gdLst>
                  <a:gd name="T0" fmla="*/ 172604 w 417"/>
                  <a:gd name="T1" fmla="*/ 91192 h 417"/>
                  <a:gd name="T2" fmla="*/ 172604 w 417"/>
                  <a:gd name="T3" fmla="*/ 91192 h 417"/>
                  <a:gd name="T4" fmla="*/ 188460 w 417"/>
                  <a:gd name="T5" fmla="*/ 63340 h 417"/>
                  <a:gd name="T6" fmla="*/ 184836 w 417"/>
                  <a:gd name="T7" fmla="*/ 47617 h 417"/>
                  <a:gd name="T8" fmla="*/ 152671 w 417"/>
                  <a:gd name="T9" fmla="*/ 35488 h 417"/>
                  <a:gd name="T10" fmla="*/ 144516 w 417"/>
                  <a:gd name="T11" fmla="*/ 7637 h 417"/>
                  <a:gd name="T12" fmla="*/ 124583 w 417"/>
                  <a:gd name="T13" fmla="*/ 0 h 417"/>
                  <a:gd name="T14" fmla="*/ 96495 w 417"/>
                  <a:gd name="T15" fmla="*/ 15723 h 417"/>
                  <a:gd name="T16" fmla="*/ 68407 w 417"/>
                  <a:gd name="T17" fmla="*/ 0 h 417"/>
                  <a:gd name="T18" fmla="*/ 48474 w 417"/>
                  <a:gd name="T19" fmla="*/ 7637 h 417"/>
                  <a:gd name="T20" fmla="*/ 40320 w 417"/>
                  <a:gd name="T21" fmla="*/ 35488 h 417"/>
                  <a:gd name="T22" fmla="*/ 8155 w 417"/>
                  <a:gd name="T23" fmla="*/ 47617 h 417"/>
                  <a:gd name="T24" fmla="*/ 0 w 417"/>
                  <a:gd name="T25" fmla="*/ 63340 h 417"/>
                  <a:gd name="T26" fmla="*/ 19933 w 417"/>
                  <a:gd name="T27" fmla="*/ 91192 h 417"/>
                  <a:gd name="T28" fmla="*/ 0 w 417"/>
                  <a:gd name="T29" fmla="*/ 123536 h 417"/>
                  <a:gd name="T30" fmla="*/ 8155 w 417"/>
                  <a:gd name="T31" fmla="*/ 139258 h 417"/>
                  <a:gd name="T32" fmla="*/ 40320 w 417"/>
                  <a:gd name="T33" fmla="*/ 147344 h 417"/>
                  <a:gd name="T34" fmla="*/ 48474 w 417"/>
                  <a:gd name="T35" fmla="*/ 178790 h 417"/>
                  <a:gd name="T36" fmla="*/ 68407 w 417"/>
                  <a:gd name="T37" fmla="*/ 186876 h 417"/>
                  <a:gd name="T38" fmla="*/ 96495 w 417"/>
                  <a:gd name="T39" fmla="*/ 167110 h 417"/>
                  <a:gd name="T40" fmla="*/ 124583 w 417"/>
                  <a:gd name="T41" fmla="*/ 186876 h 417"/>
                  <a:gd name="T42" fmla="*/ 144516 w 417"/>
                  <a:gd name="T43" fmla="*/ 178790 h 417"/>
                  <a:gd name="T44" fmla="*/ 152671 w 417"/>
                  <a:gd name="T45" fmla="*/ 147344 h 417"/>
                  <a:gd name="T46" fmla="*/ 184836 w 417"/>
                  <a:gd name="T47" fmla="*/ 139258 h 417"/>
                  <a:gd name="T48" fmla="*/ 188460 w 417"/>
                  <a:gd name="T49" fmla="*/ 119043 h 417"/>
                  <a:gd name="T50" fmla="*/ 172604 w 417"/>
                  <a:gd name="T51" fmla="*/ 91192 h 417"/>
                  <a:gd name="T52" fmla="*/ 96495 w 417"/>
                  <a:gd name="T53" fmla="*/ 131172 h 417"/>
                  <a:gd name="T54" fmla="*/ 96495 w 417"/>
                  <a:gd name="T55" fmla="*/ 131172 h 417"/>
                  <a:gd name="T56" fmla="*/ 56629 w 417"/>
                  <a:gd name="T57" fmla="*/ 91192 h 417"/>
                  <a:gd name="T58" fmla="*/ 96495 w 417"/>
                  <a:gd name="T59" fmla="*/ 51660 h 417"/>
                  <a:gd name="T60" fmla="*/ 136362 w 417"/>
                  <a:gd name="T61" fmla="*/ 91192 h 417"/>
                  <a:gd name="T62" fmla="*/ 96495 w 417"/>
                  <a:gd name="T63" fmla="*/ 131172 h 41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7" h="417">
                    <a:moveTo>
                      <a:pt x="381" y="203"/>
                    </a:moveTo>
                    <a:lnTo>
                      <a:pt x="381" y="203"/>
                    </a:lnTo>
                    <a:cubicBezTo>
                      <a:pt x="381" y="177"/>
                      <a:pt x="399" y="159"/>
                      <a:pt x="416" y="141"/>
                    </a:cubicBezTo>
                    <a:cubicBezTo>
                      <a:pt x="416" y="132"/>
                      <a:pt x="408" y="115"/>
                      <a:pt x="408" y="106"/>
                    </a:cubicBezTo>
                    <a:cubicBezTo>
                      <a:pt x="372" y="115"/>
                      <a:pt x="354" y="97"/>
                      <a:pt x="337" y="79"/>
                    </a:cubicBezTo>
                    <a:cubicBezTo>
                      <a:pt x="319" y="62"/>
                      <a:pt x="310" y="44"/>
                      <a:pt x="319" y="17"/>
                    </a:cubicBezTo>
                    <a:cubicBezTo>
                      <a:pt x="310" y="9"/>
                      <a:pt x="293" y="0"/>
                      <a:pt x="275" y="0"/>
                    </a:cubicBezTo>
                    <a:cubicBezTo>
                      <a:pt x="266" y="17"/>
                      <a:pt x="240" y="35"/>
                      <a:pt x="213" y="35"/>
                    </a:cubicBezTo>
                    <a:cubicBezTo>
                      <a:pt x="187" y="35"/>
                      <a:pt x="160" y="17"/>
                      <a:pt x="151" y="0"/>
                    </a:cubicBezTo>
                    <a:cubicBezTo>
                      <a:pt x="133" y="0"/>
                      <a:pt x="116" y="9"/>
                      <a:pt x="107" y="17"/>
                    </a:cubicBezTo>
                    <a:cubicBezTo>
                      <a:pt x="116" y="44"/>
                      <a:pt x="107" y="62"/>
                      <a:pt x="89" y="79"/>
                    </a:cubicBezTo>
                    <a:cubicBezTo>
                      <a:pt x="72" y="97"/>
                      <a:pt x="44" y="115"/>
                      <a:pt x="18" y="106"/>
                    </a:cubicBezTo>
                    <a:cubicBezTo>
                      <a:pt x="18" y="115"/>
                      <a:pt x="9" y="132"/>
                      <a:pt x="0" y="141"/>
                    </a:cubicBezTo>
                    <a:cubicBezTo>
                      <a:pt x="27" y="159"/>
                      <a:pt x="44" y="177"/>
                      <a:pt x="44" y="203"/>
                    </a:cubicBezTo>
                    <a:cubicBezTo>
                      <a:pt x="44" y="230"/>
                      <a:pt x="27" y="256"/>
                      <a:pt x="0" y="275"/>
                    </a:cubicBezTo>
                    <a:cubicBezTo>
                      <a:pt x="9" y="283"/>
                      <a:pt x="18" y="301"/>
                      <a:pt x="18" y="310"/>
                    </a:cubicBezTo>
                    <a:cubicBezTo>
                      <a:pt x="44" y="310"/>
                      <a:pt x="72" y="310"/>
                      <a:pt x="89" y="328"/>
                    </a:cubicBezTo>
                    <a:cubicBezTo>
                      <a:pt x="107" y="345"/>
                      <a:pt x="116" y="372"/>
                      <a:pt x="107" y="398"/>
                    </a:cubicBezTo>
                    <a:cubicBezTo>
                      <a:pt x="116" y="407"/>
                      <a:pt x="133" y="407"/>
                      <a:pt x="151" y="416"/>
                    </a:cubicBezTo>
                    <a:cubicBezTo>
                      <a:pt x="160" y="389"/>
                      <a:pt x="187" y="372"/>
                      <a:pt x="213" y="372"/>
                    </a:cubicBezTo>
                    <a:cubicBezTo>
                      <a:pt x="240" y="372"/>
                      <a:pt x="266" y="389"/>
                      <a:pt x="275" y="416"/>
                    </a:cubicBezTo>
                    <a:cubicBezTo>
                      <a:pt x="293" y="407"/>
                      <a:pt x="310" y="407"/>
                      <a:pt x="319" y="398"/>
                    </a:cubicBezTo>
                    <a:cubicBezTo>
                      <a:pt x="310" y="372"/>
                      <a:pt x="319" y="345"/>
                      <a:pt x="337" y="328"/>
                    </a:cubicBezTo>
                    <a:cubicBezTo>
                      <a:pt x="354" y="310"/>
                      <a:pt x="372" y="301"/>
                      <a:pt x="408" y="310"/>
                    </a:cubicBezTo>
                    <a:cubicBezTo>
                      <a:pt x="408" y="292"/>
                      <a:pt x="416" y="283"/>
                      <a:pt x="416" y="265"/>
                    </a:cubicBezTo>
                    <a:cubicBezTo>
                      <a:pt x="399" y="256"/>
                      <a:pt x="381" y="230"/>
                      <a:pt x="381" y="203"/>
                    </a:cubicBezTo>
                    <a:close/>
                    <a:moveTo>
                      <a:pt x="213" y="292"/>
                    </a:moveTo>
                    <a:lnTo>
                      <a:pt x="213" y="292"/>
                    </a:lnTo>
                    <a:cubicBezTo>
                      <a:pt x="160" y="292"/>
                      <a:pt x="125" y="256"/>
                      <a:pt x="125" y="203"/>
                    </a:cubicBezTo>
                    <a:cubicBezTo>
                      <a:pt x="125" y="159"/>
                      <a:pt x="160" y="115"/>
                      <a:pt x="213" y="115"/>
                    </a:cubicBezTo>
                    <a:cubicBezTo>
                      <a:pt x="266" y="115"/>
                      <a:pt x="301" y="159"/>
                      <a:pt x="301" y="203"/>
                    </a:cubicBezTo>
                    <a:cubicBezTo>
                      <a:pt x="301" y="256"/>
                      <a:pt x="266" y="292"/>
                      <a:pt x="213" y="292"/>
                    </a:cubicBezTo>
                    <a:close/>
                  </a:path>
                </a:pathLst>
              </a:custGeom>
              <a:noFill/>
              <a:ln w="635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7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D9D9D9"/>
                  </a:solidFill>
                  <a:effectLst/>
                  <a:uLnTx/>
                  <a:uFillTx/>
                  <a:latin typeface="Arial" charset="0"/>
                  <a:ea typeface="方正兰亭黑_GBK" panose="02000000000000000000" pitchFamily="2" charset="-122"/>
                  <a:cs typeface="+mn-cs"/>
                </a:endParaRPr>
              </a:p>
            </p:txBody>
          </p:sp>
        </p:grpSp>
      </p:grpSp>
      <p:grpSp>
        <p:nvGrpSpPr>
          <p:cNvPr id="46" name="组合 45">
            <a:extLst>
              <a:ext uri="{FF2B5EF4-FFF2-40B4-BE49-F238E27FC236}">
                <a16:creationId xmlns:a16="http://schemas.microsoft.com/office/drawing/2014/main" id="{DDB979A8-92E8-327C-F2DD-FEB031FF7AF7}"/>
              </a:ext>
            </a:extLst>
          </p:cNvPr>
          <p:cNvGrpSpPr/>
          <p:nvPr/>
        </p:nvGrpSpPr>
        <p:grpSpPr>
          <a:xfrm>
            <a:off x="1746648" y="3771837"/>
            <a:ext cx="4276800" cy="594276"/>
            <a:chOff x="1247028" y="4388042"/>
            <a:chExt cx="4276800" cy="594276"/>
          </a:xfrm>
        </p:grpSpPr>
        <p:sp>
          <p:nvSpPr>
            <p:cNvPr id="47" name="TextBox 217">
              <a:extLst>
                <a:ext uri="{FF2B5EF4-FFF2-40B4-BE49-F238E27FC236}">
                  <a16:creationId xmlns:a16="http://schemas.microsoft.com/office/drawing/2014/main" id="{D92F1CDD-CBD9-170A-3A27-99DE38CC0D6E}"/>
                </a:ext>
              </a:extLst>
            </p:cNvPr>
            <p:cNvSpPr txBox="1"/>
            <p:nvPr/>
          </p:nvSpPr>
          <p:spPr>
            <a:xfrm>
              <a:off x="2473522" y="4388042"/>
              <a:ext cx="3050306" cy="4895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22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重点问题分析</a:t>
              </a:r>
              <a:endParaRPr lang="en-US" altLang="zh-CN" sz="22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8" name="Straight Arrow Connector 246">
              <a:extLst>
                <a:ext uri="{FF2B5EF4-FFF2-40B4-BE49-F238E27FC236}">
                  <a16:creationId xmlns:a16="http://schemas.microsoft.com/office/drawing/2014/main" id="{3CB0C65D-440F-C0F7-2C2E-3F31110BE65F}"/>
                </a:ext>
              </a:extLst>
            </p:cNvPr>
            <p:cNvCxnSpPr>
              <a:cxnSpLocks/>
            </p:cNvCxnSpPr>
            <p:nvPr/>
          </p:nvCxnSpPr>
          <p:spPr>
            <a:xfrm>
              <a:off x="1835680" y="4642818"/>
              <a:ext cx="499387" cy="0"/>
            </a:xfrm>
            <a:prstGeom prst="straightConnector1">
              <a:avLst/>
            </a:prstGeom>
            <a:ln w="19050">
              <a:solidFill>
                <a:schemeClr val="bg1">
                  <a:lumMod val="85000"/>
                </a:schemeClr>
              </a:solidFill>
              <a:prstDash val="dash"/>
              <a:headEnd type="none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Freeform: Shape 194">
              <a:extLst>
                <a:ext uri="{FF2B5EF4-FFF2-40B4-BE49-F238E27FC236}">
                  <a16:creationId xmlns:a16="http://schemas.microsoft.com/office/drawing/2014/main" id="{50E83AEB-0846-D0C1-B575-0936BABA518F}"/>
                </a:ext>
              </a:extLst>
            </p:cNvPr>
            <p:cNvSpPr/>
            <p:nvPr/>
          </p:nvSpPr>
          <p:spPr>
            <a:xfrm>
              <a:off x="1247028" y="4409660"/>
              <a:ext cx="509822" cy="572658"/>
            </a:xfrm>
            <a:custGeom>
              <a:avLst/>
              <a:gdLst>
                <a:gd name="connsiteX0" fmla="*/ 1263423 w 2526846"/>
                <a:gd name="connsiteY0" fmla="*/ 0 h 2838291"/>
                <a:gd name="connsiteX1" fmla="*/ 1396808 w 2526846"/>
                <a:gd name="connsiteY1" fmla="*/ 31204 h 2838291"/>
                <a:gd name="connsiteX2" fmla="*/ 2361449 w 2526846"/>
                <a:gd name="connsiteY2" fmla="*/ 513410 h 2838291"/>
                <a:gd name="connsiteX3" fmla="*/ 2526846 w 2526846"/>
                <a:gd name="connsiteY3" fmla="*/ 781183 h 2838291"/>
                <a:gd name="connsiteX4" fmla="*/ 2526846 w 2526846"/>
                <a:gd name="connsiteY4" fmla="*/ 2057108 h 2838291"/>
                <a:gd name="connsiteX5" fmla="*/ 2361449 w 2526846"/>
                <a:gd name="connsiteY5" fmla="*/ 2324881 h 2838291"/>
                <a:gd name="connsiteX6" fmla="*/ 1396808 w 2526846"/>
                <a:gd name="connsiteY6" fmla="*/ 2807087 h 2838291"/>
                <a:gd name="connsiteX7" fmla="*/ 1130038 w 2526846"/>
                <a:gd name="connsiteY7" fmla="*/ 2807087 h 2838291"/>
                <a:gd name="connsiteX8" fmla="*/ 165398 w 2526846"/>
                <a:gd name="connsiteY8" fmla="*/ 2324881 h 2838291"/>
                <a:gd name="connsiteX9" fmla="*/ 0 w 2526846"/>
                <a:gd name="connsiteY9" fmla="*/ 2057108 h 2838291"/>
                <a:gd name="connsiteX10" fmla="*/ 0 w 2526846"/>
                <a:gd name="connsiteY10" fmla="*/ 781183 h 2838291"/>
                <a:gd name="connsiteX11" fmla="*/ 165398 w 2526846"/>
                <a:gd name="connsiteY11" fmla="*/ 513410 h 2838291"/>
                <a:gd name="connsiteX12" fmla="*/ 1130038 w 2526846"/>
                <a:gd name="connsiteY12" fmla="*/ 31204 h 2838291"/>
                <a:gd name="connsiteX13" fmla="*/ 1263423 w 2526846"/>
                <a:gd name="connsiteY13" fmla="*/ 0 h 2838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26846" h="2838291">
                  <a:moveTo>
                    <a:pt x="1263423" y="0"/>
                  </a:moveTo>
                  <a:cubicBezTo>
                    <a:pt x="1309041" y="0"/>
                    <a:pt x="1354659" y="10401"/>
                    <a:pt x="1396808" y="31204"/>
                  </a:cubicBezTo>
                  <a:cubicBezTo>
                    <a:pt x="1396808" y="31204"/>
                    <a:pt x="1396808" y="31204"/>
                    <a:pt x="2361449" y="513410"/>
                  </a:cubicBezTo>
                  <a:cubicBezTo>
                    <a:pt x="2462821" y="564618"/>
                    <a:pt x="2526846" y="668100"/>
                    <a:pt x="2526846" y="781183"/>
                  </a:cubicBezTo>
                  <a:cubicBezTo>
                    <a:pt x="2526846" y="781183"/>
                    <a:pt x="2526846" y="781183"/>
                    <a:pt x="2526846" y="2057108"/>
                  </a:cubicBezTo>
                  <a:cubicBezTo>
                    <a:pt x="2526846" y="2170191"/>
                    <a:pt x="2462821" y="2273674"/>
                    <a:pt x="2361449" y="2324881"/>
                  </a:cubicBezTo>
                  <a:cubicBezTo>
                    <a:pt x="2361449" y="2324881"/>
                    <a:pt x="2361449" y="2324881"/>
                    <a:pt x="1396808" y="2807087"/>
                  </a:cubicBezTo>
                  <a:cubicBezTo>
                    <a:pt x="1312509" y="2848693"/>
                    <a:pt x="1214337" y="2848693"/>
                    <a:pt x="1130038" y="2807087"/>
                  </a:cubicBezTo>
                  <a:cubicBezTo>
                    <a:pt x="1130038" y="2807087"/>
                    <a:pt x="1130038" y="2807087"/>
                    <a:pt x="165398" y="2324881"/>
                  </a:cubicBezTo>
                  <a:cubicBezTo>
                    <a:pt x="64025" y="2273674"/>
                    <a:pt x="0" y="2170191"/>
                    <a:pt x="0" y="2057108"/>
                  </a:cubicBezTo>
                  <a:cubicBezTo>
                    <a:pt x="0" y="2057108"/>
                    <a:pt x="0" y="2057108"/>
                    <a:pt x="0" y="781183"/>
                  </a:cubicBezTo>
                  <a:cubicBezTo>
                    <a:pt x="0" y="668100"/>
                    <a:pt x="64025" y="564618"/>
                    <a:pt x="165398" y="513410"/>
                  </a:cubicBezTo>
                  <a:cubicBezTo>
                    <a:pt x="165398" y="513410"/>
                    <a:pt x="165398" y="513410"/>
                    <a:pt x="1130038" y="31204"/>
                  </a:cubicBezTo>
                  <a:cubicBezTo>
                    <a:pt x="1172188" y="10401"/>
                    <a:pt x="1217806" y="0"/>
                    <a:pt x="1263423" y="0"/>
                  </a:cubicBezTo>
                  <a:close/>
                </a:path>
              </a:pathLst>
            </a:cu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200">
                <a:solidFill>
                  <a:srgbClr val="1F497D"/>
                </a:solidFill>
                <a:latin typeface="Arial" charset="0"/>
                <a:ea typeface="方正兰亭黑_GBK" panose="02000000000000000000" pitchFamily="2" charset="-122"/>
              </a:endParaRPr>
            </a:p>
          </p:txBody>
        </p:sp>
        <p:sp>
          <p:nvSpPr>
            <p:cNvPr id="50" name="Freeform 39">
              <a:extLst>
                <a:ext uri="{FF2B5EF4-FFF2-40B4-BE49-F238E27FC236}">
                  <a16:creationId xmlns:a16="http://schemas.microsoft.com/office/drawing/2014/main" id="{7B97EA75-8AB9-BDCC-2649-7CC7ECF02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2939" y="4596989"/>
              <a:ext cx="198000" cy="198000"/>
            </a:xfrm>
            <a:custGeom>
              <a:avLst/>
              <a:gdLst>
                <a:gd name="T0" fmla="*/ 179752 w 444"/>
                <a:gd name="T1" fmla="*/ 23877 h 444"/>
                <a:gd name="T2" fmla="*/ 179752 w 444"/>
                <a:gd name="T3" fmla="*/ 23877 h 444"/>
                <a:gd name="T4" fmla="*/ 167589 w 444"/>
                <a:gd name="T5" fmla="*/ 23877 h 444"/>
                <a:gd name="T6" fmla="*/ 167589 w 444"/>
                <a:gd name="T7" fmla="*/ 44150 h 444"/>
                <a:gd name="T8" fmla="*/ 131998 w 444"/>
                <a:gd name="T9" fmla="*/ 44150 h 444"/>
                <a:gd name="T10" fmla="*/ 131998 w 444"/>
                <a:gd name="T11" fmla="*/ 23877 h 444"/>
                <a:gd name="T12" fmla="*/ 68027 w 444"/>
                <a:gd name="T13" fmla="*/ 23877 h 444"/>
                <a:gd name="T14" fmla="*/ 68027 w 444"/>
                <a:gd name="T15" fmla="*/ 44150 h 444"/>
                <a:gd name="T16" fmla="*/ 31986 w 444"/>
                <a:gd name="T17" fmla="*/ 44150 h 444"/>
                <a:gd name="T18" fmla="*/ 31986 w 444"/>
                <a:gd name="T19" fmla="*/ 23877 h 444"/>
                <a:gd name="T20" fmla="*/ 20273 w 444"/>
                <a:gd name="T21" fmla="*/ 23877 h 444"/>
                <a:gd name="T22" fmla="*/ 0 w 444"/>
                <a:gd name="T23" fmla="*/ 44150 h 444"/>
                <a:gd name="T24" fmla="*/ 0 w 444"/>
                <a:gd name="T25" fmla="*/ 179752 h 444"/>
                <a:gd name="T26" fmla="*/ 20273 w 444"/>
                <a:gd name="T27" fmla="*/ 199574 h 444"/>
                <a:gd name="T28" fmla="*/ 179752 w 444"/>
                <a:gd name="T29" fmla="*/ 199574 h 444"/>
                <a:gd name="T30" fmla="*/ 199574 w 444"/>
                <a:gd name="T31" fmla="*/ 179752 h 444"/>
                <a:gd name="T32" fmla="*/ 199574 w 444"/>
                <a:gd name="T33" fmla="*/ 44150 h 444"/>
                <a:gd name="T34" fmla="*/ 179752 w 444"/>
                <a:gd name="T35" fmla="*/ 23877 h 444"/>
                <a:gd name="T36" fmla="*/ 179752 w 444"/>
                <a:gd name="T37" fmla="*/ 179752 h 444"/>
                <a:gd name="T38" fmla="*/ 179752 w 444"/>
                <a:gd name="T39" fmla="*/ 179752 h 444"/>
                <a:gd name="T40" fmla="*/ 20273 w 444"/>
                <a:gd name="T41" fmla="*/ 179752 h 444"/>
                <a:gd name="T42" fmla="*/ 20273 w 444"/>
                <a:gd name="T43" fmla="*/ 88299 h 444"/>
                <a:gd name="T44" fmla="*/ 179752 w 444"/>
                <a:gd name="T45" fmla="*/ 88299 h 444"/>
                <a:gd name="T46" fmla="*/ 179752 w 444"/>
                <a:gd name="T47" fmla="*/ 179752 h 444"/>
                <a:gd name="T48" fmla="*/ 55863 w 444"/>
                <a:gd name="T49" fmla="*/ 0 h 444"/>
                <a:gd name="T50" fmla="*/ 55863 w 444"/>
                <a:gd name="T51" fmla="*/ 0 h 444"/>
                <a:gd name="T52" fmla="*/ 40095 w 444"/>
                <a:gd name="T53" fmla="*/ 0 h 444"/>
                <a:gd name="T54" fmla="*/ 40095 w 444"/>
                <a:gd name="T55" fmla="*/ 40095 h 444"/>
                <a:gd name="T56" fmla="*/ 55863 w 444"/>
                <a:gd name="T57" fmla="*/ 40095 h 444"/>
                <a:gd name="T58" fmla="*/ 55863 w 444"/>
                <a:gd name="T59" fmla="*/ 0 h 444"/>
                <a:gd name="T60" fmla="*/ 159479 w 444"/>
                <a:gd name="T61" fmla="*/ 0 h 444"/>
                <a:gd name="T62" fmla="*/ 159479 w 444"/>
                <a:gd name="T63" fmla="*/ 0 h 444"/>
                <a:gd name="T64" fmla="*/ 143712 w 444"/>
                <a:gd name="T65" fmla="*/ 0 h 444"/>
                <a:gd name="T66" fmla="*/ 143712 w 444"/>
                <a:gd name="T67" fmla="*/ 40095 h 444"/>
                <a:gd name="T68" fmla="*/ 159479 w 444"/>
                <a:gd name="T69" fmla="*/ 40095 h 444"/>
                <a:gd name="T70" fmla="*/ 159479 w 444"/>
                <a:gd name="T71" fmla="*/ 0 h 44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4" h="444">
                  <a:moveTo>
                    <a:pt x="399" y="53"/>
                  </a:moveTo>
                  <a:lnTo>
                    <a:pt x="399" y="53"/>
                  </a:lnTo>
                  <a:cubicBezTo>
                    <a:pt x="372" y="53"/>
                    <a:pt x="372" y="53"/>
                    <a:pt x="372" y="53"/>
                  </a:cubicBezTo>
                  <a:cubicBezTo>
                    <a:pt x="372" y="98"/>
                    <a:pt x="372" y="98"/>
                    <a:pt x="372" y="98"/>
                  </a:cubicBezTo>
                  <a:cubicBezTo>
                    <a:pt x="293" y="98"/>
                    <a:pt x="293" y="98"/>
                    <a:pt x="293" y="98"/>
                  </a:cubicBezTo>
                  <a:cubicBezTo>
                    <a:pt x="293" y="53"/>
                    <a:pt x="293" y="53"/>
                    <a:pt x="293" y="53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51" y="98"/>
                    <a:pt x="151" y="98"/>
                    <a:pt x="151" y="98"/>
                  </a:cubicBezTo>
                  <a:cubicBezTo>
                    <a:pt x="71" y="98"/>
                    <a:pt x="71" y="98"/>
                    <a:pt x="71" y="98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18" y="53"/>
                    <a:pt x="0" y="71"/>
                    <a:pt x="0" y="98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0" y="425"/>
                    <a:pt x="18" y="443"/>
                    <a:pt x="45" y="443"/>
                  </a:cubicBezTo>
                  <a:cubicBezTo>
                    <a:pt x="399" y="443"/>
                    <a:pt x="399" y="443"/>
                    <a:pt x="399" y="443"/>
                  </a:cubicBezTo>
                  <a:cubicBezTo>
                    <a:pt x="425" y="443"/>
                    <a:pt x="443" y="425"/>
                    <a:pt x="443" y="399"/>
                  </a:cubicBezTo>
                  <a:cubicBezTo>
                    <a:pt x="443" y="98"/>
                    <a:pt x="443" y="98"/>
                    <a:pt x="443" y="98"/>
                  </a:cubicBezTo>
                  <a:cubicBezTo>
                    <a:pt x="443" y="71"/>
                    <a:pt x="425" y="53"/>
                    <a:pt x="399" y="53"/>
                  </a:cubicBezTo>
                  <a:close/>
                  <a:moveTo>
                    <a:pt x="399" y="399"/>
                  </a:moveTo>
                  <a:lnTo>
                    <a:pt x="399" y="399"/>
                  </a:lnTo>
                  <a:cubicBezTo>
                    <a:pt x="45" y="399"/>
                    <a:pt x="45" y="399"/>
                    <a:pt x="45" y="399"/>
                  </a:cubicBezTo>
                  <a:cubicBezTo>
                    <a:pt x="45" y="196"/>
                    <a:pt x="45" y="196"/>
                    <a:pt x="45" y="196"/>
                  </a:cubicBezTo>
                  <a:cubicBezTo>
                    <a:pt x="399" y="196"/>
                    <a:pt x="399" y="196"/>
                    <a:pt x="399" y="196"/>
                  </a:cubicBezTo>
                  <a:lnTo>
                    <a:pt x="399" y="399"/>
                  </a:lnTo>
                  <a:close/>
                  <a:moveTo>
                    <a:pt x="124" y="0"/>
                  </a:moveTo>
                  <a:lnTo>
                    <a:pt x="124" y="0"/>
                  </a:lnTo>
                  <a:cubicBezTo>
                    <a:pt x="89" y="0"/>
                    <a:pt x="89" y="0"/>
                    <a:pt x="89" y="0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124" y="89"/>
                    <a:pt x="124" y="89"/>
                    <a:pt x="124" y="89"/>
                  </a:cubicBezTo>
                  <a:lnTo>
                    <a:pt x="124" y="0"/>
                  </a:lnTo>
                  <a:close/>
                  <a:moveTo>
                    <a:pt x="354" y="0"/>
                  </a:moveTo>
                  <a:lnTo>
                    <a:pt x="354" y="0"/>
                  </a:lnTo>
                  <a:cubicBezTo>
                    <a:pt x="319" y="0"/>
                    <a:pt x="319" y="0"/>
                    <a:pt x="319" y="0"/>
                  </a:cubicBezTo>
                  <a:cubicBezTo>
                    <a:pt x="319" y="89"/>
                    <a:pt x="319" y="89"/>
                    <a:pt x="319" y="89"/>
                  </a:cubicBezTo>
                  <a:cubicBezTo>
                    <a:pt x="354" y="89"/>
                    <a:pt x="354" y="89"/>
                    <a:pt x="354" y="89"/>
                  </a:cubicBezTo>
                  <a:lnTo>
                    <a:pt x="354" y="0"/>
                  </a:lnTo>
                  <a:close/>
                </a:path>
              </a:pathLst>
            </a:custGeom>
            <a:noFill/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D9D9D9"/>
                </a:solidFill>
                <a:effectLst/>
                <a:uLnTx/>
                <a:uFillTx/>
                <a:latin typeface="Arial" charset="0"/>
                <a:ea typeface="方正兰亭黑_GBK" panose="02000000000000000000" pitchFamily="2" charset="-122"/>
                <a:cs typeface="+mn-cs"/>
              </a:endParaRPr>
            </a:p>
          </p:txBody>
        </p:sp>
      </p:grpSp>
      <p:cxnSp>
        <p:nvCxnSpPr>
          <p:cNvPr id="51" name="直接连接符 50">
            <a:extLst>
              <a:ext uri="{FF2B5EF4-FFF2-40B4-BE49-F238E27FC236}">
                <a16:creationId xmlns:a16="http://schemas.microsoft.com/office/drawing/2014/main" id="{BF9924A9-DFA1-3D8C-EFBB-831465FE4504}"/>
              </a:ext>
            </a:extLst>
          </p:cNvPr>
          <p:cNvCxnSpPr>
            <a:cxnSpLocks/>
          </p:cNvCxnSpPr>
          <p:nvPr/>
        </p:nvCxnSpPr>
        <p:spPr>
          <a:xfrm>
            <a:off x="1999829" y="1378654"/>
            <a:ext cx="5129745" cy="0"/>
          </a:xfrm>
          <a:prstGeom prst="line">
            <a:avLst/>
          </a:prstGeom>
          <a:noFill/>
          <a:ln w="635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</p:cxnSp>
      <p:grpSp>
        <p:nvGrpSpPr>
          <p:cNvPr id="52" name="组合 51">
            <a:extLst>
              <a:ext uri="{FF2B5EF4-FFF2-40B4-BE49-F238E27FC236}">
                <a16:creationId xmlns:a16="http://schemas.microsoft.com/office/drawing/2014/main" id="{1AC4A9F6-9462-C028-29BE-3BC256DB51A3}"/>
              </a:ext>
            </a:extLst>
          </p:cNvPr>
          <p:cNvGrpSpPr/>
          <p:nvPr/>
        </p:nvGrpSpPr>
        <p:grpSpPr>
          <a:xfrm>
            <a:off x="1746648" y="5428331"/>
            <a:ext cx="4276800" cy="591361"/>
            <a:chOff x="1247028" y="4615192"/>
            <a:chExt cx="4276800" cy="591361"/>
          </a:xfrm>
        </p:grpSpPr>
        <p:sp>
          <p:nvSpPr>
            <p:cNvPr id="53" name="TextBox 217">
              <a:extLst>
                <a:ext uri="{FF2B5EF4-FFF2-40B4-BE49-F238E27FC236}">
                  <a16:creationId xmlns:a16="http://schemas.microsoft.com/office/drawing/2014/main" id="{89332CC1-57DC-0112-7D43-AA3FB70A82AF}"/>
                </a:ext>
              </a:extLst>
            </p:cNvPr>
            <p:cNvSpPr txBox="1"/>
            <p:nvPr/>
          </p:nvSpPr>
          <p:spPr>
            <a:xfrm>
              <a:off x="2473522" y="4615192"/>
              <a:ext cx="3050306" cy="4895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22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后期工作计划</a:t>
              </a:r>
              <a:endParaRPr lang="en-US" sz="22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54" name="Straight Arrow Connector 246">
              <a:extLst>
                <a:ext uri="{FF2B5EF4-FFF2-40B4-BE49-F238E27FC236}">
                  <a16:creationId xmlns:a16="http://schemas.microsoft.com/office/drawing/2014/main" id="{855BC135-B64D-7A50-3E9B-163F9E7D9E7B}"/>
                </a:ext>
              </a:extLst>
            </p:cNvPr>
            <p:cNvCxnSpPr>
              <a:cxnSpLocks/>
            </p:cNvCxnSpPr>
            <p:nvPr/>
          </p:nvCxnSpPr>
          <p:spPr>
            <a:xfrm>
              <a:off x="1835680" y="4867053"/>
              <a:ext cx="499387" cy="0"/>
            </a:xfrm>
            <a:prstGeom prst="straightConnector1">
              <a:avLst/>
            </a:prstGeom>
            <a:ln w="19050">
              <a:solidFill>
                <a:schemeClr val="bg1">
                  <a:lumMod val="85000"/>
                </a:schemeClr>
              </a:solidFill>
              <a:prstDash val="dash"/>
              <a:headEnd type="none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" name="组合 54">
              <a:extLst>
                <a:ext uri="{FF2B5EF4-FFF2-40B4-BE49-F238E27FC236}">
                  <a16:creationId xmlns:a16="http://schemas.microsoft.com/office/drawing/2014/main" id="{551F4503-E3E7-BDE8-1F21-BF0898E62C37}"/>
                </a:ext>
              </a:extLst>
            </p:cNvPr>
            <p:cNvGrpSpPr/>
            <p:nvPr/>
          </p:nvGrpSpPr>
          <p:grpSpPr>
            <a:xfrm>
              <a:off x="1247028" y="4633895"/>
              <a:ext cx="509822" cy="572658"/>
              <a:chOff x="5954269" y="7121177"/>
              <a:chExt cx="509822" cy="572658"/>
            </a:xfrm>
          </p:grpSpPr>
          <p:sp>
            <p:nvSpPr>
              <p:cNvPr id="56" name="Freeform: Shape 194">
                <a:extLst>
                  <a:ext uri="{FF2B5EF4-FFF2-40B4-BE49-F238E27FC236}">
                    <a16:creationId xmlns:a16="http://schemas.microsoft.com/office/drawing/2014/main" id="{11E4602A-0D9B-60C5-9E2C-08971C4BCBE0}"/>
                  </a:ext>
                </a:extLst>
              </p:cNvPr>
              <p:cNvSpPr/>
              <p:nvPr/>
            </p:nvSpPr>
            <p:spPr>
              <a:xfrm>
                <a:off x="5954269" y="7121177"/>
                <a:ext cx="509822" cy="572658"/>
              </a:xfrm>
              <a:custGeom>
                <a:avLst/>
                <a:gdLst>
                  <a:gd name="connsiteX0" fmla="*/ 1263423 w 2526846"/>
                  <a:gd name="connsiteY0" fmla="*/ 0 h 2838291"/>
                  <a:gd name="connsiteX1" fmla="*/ 1396808 w 2526846"/>
                  <a:gd name="connsiteY1" fmla="*/ 31204 h 2838291"/>
                  <a:gd name="connsiteX2" fmla="*/ 2361449 w 2526846"/>
                  <a:gd name="connsiteY2" fmla="*/ 513410 h 2838291"/>
                  <a:gd name="connsiteX3" fmla="*/ 2526846 w 2526846"/>
                  <a:gd name="connsiteY3" fmla="*/ 781183 h 2838291"/>
                  <a:gd name="connsiteX4" fmla="*/ 2526846 w 2526846"/>
                  <a:gd name="connsiteY4" fmla="*/ 2057108 h 2838291"/>
                  <a:gd name="connsiteX5" fmla="*/ 2361449 w 2526846"/>
                  <a:gd name="connsiteY5" fmla="*/ 2324881 h 2838291"/>
                  <a:gd name="connsiteX6" fmla="*/ 1396808 w 2526846"/>
                  <a:gd name="connsiteY6" fmla="*/ 2807087 h 2838291"/>
                  <a:gd name="connsiteX7" fmla="*/ 1130038 w 2526846"/>
                  <a:gd name="connsiteY7" fmla="*/ 2807087 h 2838291"/>
                  <a:gd name="connsiteX8" fmla="*/ 165398 w 2526846"/>
                  <a:gd name="connsiteY8" fmla="*/ 2324881 h 2838291"/>
                  <a:gd name="connsiteX9" fmla="*/ 0 w 2526846"/>
                  <a:gd name="connsiteY9" fmla="*/ 2057108 h 2838291"/>
                  <a:gd name="connsiteX10" fmla="*/ 0 w 2526846"/>
                  <a:gd name="connsiteY10" fmla="*/ 781183 h 2838291"/>
                  <a:gd name="connsiteX11" fmla="*/ 165398 w 2526846"/>
                  <a:gd name="connsiteY11" fmla="*/ 513410 h 2838291"/>
                  <a:gd name="connsiteX12" fmla="*/ 1130038 w 2526846"/>
                  <a:gd name="connsiteY12" fmla="*/ 31204 h 2838291"/>
                  <a:gd name="connsiteX13" fmla="*/ 1263423 w 2526846"/>
                  <a:gd name="connsiteY13" fmla="*/ 0 h 2838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26846" h="2838291">
                    <a:moveTo>
                      <a:pt x="1263423" y="0"/>
                    </a:moveTo>
                    <a:cubicBezTo>
                      <a:pt x="1309041" y="0"/>
                      <a:pt x="1354659" y="10401"/>
                      <a:pt x="1396808" y="31204"/>
                    </a:cubicBezTo>
                    <a:cubicBezTo>
                      <a:pt x="1396808" y="31204"/>
                      <a:pt x="1396808" y="31204"/>
                      <a:pt x="2361449" y="513410"/>
                    </a:cubicBezTo>
                    <a:cubicBezTo>
                      <a:pt x="2462821" y="564618"/>
                      <a:pt x="2526846" y="668100"/>
                      <a:pt x="2526846" y="781183"/>
                    </a:cubicBezTo>
                    <a:cubicBezTo>
                      <a:pt x="2526846" y="781183"/>
                      <a:pt x="2526846" y="781183"/>
                      <a:pt x="2526846" y="2057108"/>
                    </a:cubicBezTo>
                    <a:cubicBezTo>
                      <a:pt x="2526846" y="2170191"/>
                      <a:pt x="2462821" y="2273674"/>
                      <a:pt x="2361449" y="2324881"/>
                    </a:cubicBezTo>
                    <a:cubicBezTo>
                      <a:pt x="2361449" y="2324881"/>
                      <a:pt x="2361449" y="2324881"/>
                      <a:pt x="1396808" y="2807087"/>
                    </a:cubicBezTo>
                    <a:cubicBezTo>
                      <a:pt x="1312509" y="2848693"/>
                      <a:pt x="1214337" y="2848693"/>
                      <a:pt x="1130038" y="2807087"/>
                    </a:cubicBezTo>
                    <a:cubicBezTo>
                      <a:pt x="1130038" y="2807087"/>
                      <a:pt x="1130038" y="2807087"/>
                      <a:pt x="165398" y="2324881"/>
                    </a:cubicBezTo>
                    <a:cubicBezTo>
                      <a:pt x="64025" y="2273674"/>
                      <a:pt x="0" y="2170191"/>
                      <a:pt x="0" y="2057108"/>
                    </a:cubicBezTo>
                    <a:cubicBezTo>
                      <a:pt x="0" y="2057108"/>
                      <a:pt x="0" y="2057108"/>
                      <a:pt x="0" y="781183"/>
                    </a:cubicBezTo>
                    <a:cubicBezTo>
                      <a:pt x="0" y="668100"/>
                      <a:pt x="64025" y="564618"/>
                      <a:pt x="165398" y="513410"/>
                    </a:cubicBezTo>
                    <a:cubicBezTo>
                      <a:pt x="165398" y="513410"/>
                      <a:pt x="165398" y="513410"/>
                      <a:pt x="1130038" y="31204"/>
                    </a:cubicBezTo>
                    <a:cubicBezTo>
                      <a:pt x="1172188" y="10401"/>
                      <a:pt x="1217806" y="0"/>
                      <a:pt x="1263423" y="0"/>
                    </a:cubicBezTo>
                    <a:close/>
                  </a:path>
                </a:pathLst>
              </a:cu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3200">
                  <a:solidFill>
                    <a:srgbClr val="1F497D"/>
                  </a:solidFill>
                  <a:latin typeface="Arial" charset="0"/>
                  <a:ea typeface="方正兰亭黑_GBK" panose="02000000000000000000" pitchFamily="2" charset="-122"/>
                </a:endParaRPr>
              </a:p>
            </p:txBody>
          </p:sp>
          <p:sp>
            <p:nvSpPr>
              <p:cNvPr id="57" name="AutoShape 59">
                <a:extLst>
                  <a:ext uri="{FF2B5EF4-FFF2-40B4-BE49-F238E27FC236}">
                    <a16:creationId xmlns:a16="http://schemas.microsoft.com/office/drawing/2014/main" id="{3C084CC0-FAE8-A5F7-8928-C66F2666B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3780" y="7312106"/>
                <a:ext cx="190800" cy="190800"/>
              </a:xfrm>
              <a:custGeom>
                <a:avLst/>
                <a:gdLst>
                  <a:gd name="T0" fmla="+- 0 10794 23"/>
                  <a:gd name="T1" fmla="*/ T0 w 21543"/>
                  <a:gd name="T2" fmla="*/ 10800 h 21600"/>
                  <a:gd name="T3" fmla="+- 0 10794 23"/>
                  <a:gd name="T4" fmla="*/ T3 w 21543"/>
                  <a:gd name="T5" fmla="*/ 10800 h 21600"/>
                  <a:gd name="T6" fmla="+- 0 10794 23"/>
                  <a:gd name="T7" fmla="*/ T6 w 21543"/>
                  <a:gd name="T8" fmla="*/ 10800 h 21600"/>
                  <a:gd name="T9" fmla="+- 0 10794 23"/>
                  <a:gd name="T10" fmla="*/ T9 w 21543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543" h="21600">
                    <a:moveTo>
                      <a:pt x="16976" y="19986"/>
                    </a:moveTo>
                    <a:lnTo>
                      <a:pt x="11226" y="17680"/>
                    </a:lnTo>
                    <a:cubicBezTo>
                      <a:pt x="11088" y="17626"/>
                      <a:pt x="10946" y="17608"/>
                      <a:pt x="10806" y="17600"/>
                    </a:cubicBezTo>
                    <a:lnTo>
                      <a:pt x="19660" y="3837"/>
                    </a:lnTo>
                    <a:cubicBezTo>
                      <a:pt x="19660" y="3837"/>
                      <a:pt x="16976" y="19986"/>
                      <a:pt x="16976" y="19986"/>
                    </a:cubicBezTo>
                    <a:close/>
                    <a:moveTo>
                      <a:pt x="6859" y="16244"/>
                    </a:moveTo>
                    <a:cubicBezTo>
                      <a:pt x="6858" y="16242"/>
                      <a:pt x="6855" y="16240"/>
                      <a:pt x="6854" y="16238"/>
                    </a:cubicBezTo>
                    <a:lnTo>
                      <a:pt x="19606" y="2552"/>
                    </a:lnTo>
                    <a:lnTo>
                      <a:pt x="8735" y="19536"/>
                    </a:lnTo>
                    <a:cubicBezTo>
                      <a:pt x="8735" y="19536"/>
                      <a:pt x="6859" y="16244"/>
                      <a:pt x="6859" y="16244"/>
                    </a:cubicBezTo>
                    <a:close/>
                    <a:moveTo>
                      <a:pt x="2111" y="14024"/>
                    </a:moveTo>
                    <a:lnTo>
                      <a:pt x="17712" y="3595"/>
                    </a:lnTo>
                    <a:lnTo>
                      <a:pt x="6369" y="15770"/>
                    </a:lnTo>
                    <a:cubicBezTo>
                      <a:pt x="6309" y="15734"/>
                      <a:pt x="6256" y="15687"/>
                      <a:pt x="6190" y="15660"/>
                    </a:cubicBezTo>
                    <a:cubicBezTo>
                      <a:pt x="6190" y="15660"/>
                      <a:pt x="2111" y="14024"/>
                      <a:pt x="2111" y="14024"/>
                    </a:cubicBezTo>
                    <a:close/>
                    <a:moveTo>
                      <a:pt x="21234" y="108"/>
                    </a:moveTo>
                    <a:cubicBezTo>
                      <a:pt x="21123" y="35"/>
                      <a:pt x="20996" y="0"/>
                      <a:pt x="20868" y="0"/>
                    </a:cubicBezTo>
                    <a:cubicBezTo>
                      <a:pt x="20738" y="0"/>
                      <a:pt x="20608" y="36"/>
                      <a:pt x="20495" y="113"/>
                    </a:cubicBezTo>
                    <a:lnTo>
                      <a:pt x="299" y="13613"/>
                    </a:lnTo>
                    <a:cubicBezTo>
                      <a:pt x="91" y="13751"/>
                      <a:pt x="-23" y="13995"/>
                      <a:pt x="3" y="14244"/>
                    </a:cubicBezTo>
                    <a:cubicBezTo>
                      <a:pt x="28" y="14494"/>
                      <a:pt x="190" y="14708"/>
                      <a:pt x="422" y="14801"/>
                    </a:cubicBezTo>
                    <a:lnTo>
                      <a:pt x="5689" y="16914"/>
                    </a:lnTo>
                    <a:lnTo>
                      <a:pt x="8166" y="21259"/>
                    </a:lnTo>
                    <a:cubicBezTo>
                      <a:pt x="8284" y="21468"/>
                      <a:pt x="8505" y="21597"/>
                      <a:pt x="8743" y="21599"/>
                    </a:cubicBezTo>
                    <a:lnTo>
                      <a:pt x="8751" y="21599"/>
                    </a:lnTo>
                    <a:cubicBezTo>
                      <a:pt x="8987" y="21599"/>
                      <a:pt x="9206" y="21474"/>
                      <a:pt x="9328" y="21271"/>
                    </a:cubicBezTo>
                    <a:lnTo>
                      <a:pt x="10726" y="18934"/>
                    </a:lnTo>
                    <a:lnTo>
                      <a:pt x="17253" y="21551"/>
                    </a:lnTo>
                    <a:cubicBezTo>
                      <a:pt x="17332" y="21584"/>
                      <a:pt x="17418" y="21599"/>
                      <a:pt x="17502" y="21599"/>
                    </a:cubicBezTo>
                    <a:cubicBezTo>
                      <a:pt x="17617" y="21599"/>
                      <a:pt x="17731" y="21571"/>
                      <a:pt x="17832" y="21512"/>
                    </a:cubicBezTo>
                    <a:cubicBezTo>
                      <a:pt x="18010" y="21412"/>
                      <a:pt x="18133" y="21238"/>
                      <a:pt x="18167" y="21035"/>
                    </a:cubicBezTo>
                    <a:lnTo>
                      <a:pt x="21533" y="785"/>
                    </a:lnTo>
                    <a:cubicBezTo>
                      <a:pt x="21576" y="520"/>
                      <a:pt x="21459" y="254"/>
                      <a:pt x="21234" y="108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30433" tIns="30433" rIns="30433" bIns="30433" anchor="ctr"/>
              <a:lstStyle/>
              <a:p>
                <a:pPr algn="ctr" defTabSz="365189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2396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Gill Sans" charset="0"/>
                  <a:sym typeface="Gill Sans" charset="0"/>
                </a:endParaRPr>
              </a:p>
            </p:txBody>
          </p:sp>
        </p:grpSp>
      </p:grpSp>
      <p:grpSp>
        <p:nvGrpSpPr>
          <p:cNvPr id="58" name="组合 57">
            <a:extLst>
              <a:ext uri="{FF2B5EF4-FFF2-40B4-BE49-F238E27FC236}">
                <a16:creationId xmlns:a16="http://schemas.microsoft.com/office/drawing/2014/main" id="{B6D127CA-E548-B24D-B952-39B4147B7E2C}"/>
              </a:ext>
            </a:extLst>
          </p:cNvPr>
          <p:cNvGrpSpPr/>
          <p:nvPr/>
        </p:nvGrpSpPr>
        <p:grpSpPr>
          <a:xfrm>
            <a:off x="1746648" y="4610893"/>
            <a:ext cx="4276800" cy="572658"/>
            <a:chOff x="1746648" y="4763032"/>
            <a:chExt cx="4276800" cy="572658"/>
          </a:xfrm>
        </p:grpSpPr>
        <p:grpSp>
          <p:nvGrpSpPr>
            <p:cNvPr id="59" name="组合 58">
              <a:extLst>
                <a:ext uri="{FF2B5EF4-FFF2-40B4-BE49-F238E27FC236}">
                  <a16:creationId xmlns:a16="http://schemas.microsoft.com/office/drawing/2014/main" id="{6704D430-F236-980A-7D89-0196ED8AC929}"/>
                </a:ext>
              </a:extLst>
            </p:cNvPr>
            <p:cNvGrpSpPr/>
            <p:nvPr/>
          </p:nvGrpSpPr>
          <p:grpSpPr>
            <a:xfrm>
              <a:off x="1746648" y="4763032"/>
              <a:ext cx="4276800" cy="572658"/>
              <a:chOff x="1247028" y="4633895"/>
              <a:chExt cx="4276800" cy="572658"/>
            </a:xfrm>
          </p:grpSpPr>
          <p:sp>
            <p:nvSpPr>
              <p:cNvPr id="61" name="TextBox 217">
                <a:extLst>
                  <a:ext uri="{FF2B5EF4-FFF2-40B4-BE49-F238E27FC236}">
                    <a16:creationId xmlns:a16="http://schemas.microsoft.com/office/drawing/2014/main" id="{8A09D2CC-376B-EB38-ACAE-362BFE093903}"/>
                  </a:ext>
                </a:extLst>
              </p:cNvPr>
              <p:cNvSpPr txBox="1"/>
              <p:nvPr/>
            </p:nvSpPr>
            <p:spPr>
              <a:xfrm>
                <a:off x="2473522" y="4633895"/>
                <a:ext cx="3050306" cy="48955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130000"/>
                  </a:lnSpc>
                </a:pPr>
                <a:r>
                  <a:rPr lang="zh-CN" altLang="en-US" sz="2200" dirty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工作任务分解</a:t>
                </a:r>
                <a:endParaRPr lang="en-US" sz="22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62" name="Straight Arrow Connector 246">
                <a:extLst>
                  <a:ext uri="{FF2B5EF4-FFF2-40B4-BE49-F238E27FC236}">
                    <a16:creationId xmlns:a16="http://schemas.microsoft.com/office/drawing/2014/main" id="{2B4DEC99-70FF-F57B-B830-94269358A1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35680" y="4867053"/>
                <a:ext cx="499387" cy="0"/>
              </a:xfrm>
              <a:prstGeom prst="straightConnector1">
                <a:avLst/>
              </a:prstGeom>
              <a:ln w="19050">
                <a:solidFill>
                  <a:schemeClr val="bg1">
                    <a:lumMod val="85000"/>
                  </a:schemeClr>
                </a:solidFill>
                <a:prstDash val="dash"/>
                <a:headEnd type="none" w="sm" len="sm"/>
                <a:tailEnd type="oval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Freeform: Shape 194">
                <a:extLst>
                  <a:ext uri="{FF2B5EF4-FFF2-40B4-BE49-F238E27FC236}">
                    <a16:creationId xmlns:a16="http://schemas.microsoft.com/office/drawing/2014/main" id="{371BF1C5-8D54-1ACF-7ADE-1DCE8D89E55E}"/>
                  </a:ext>
                </a:extLst>
              </p:cNvPr>
              <p:cNvSpPr/>
              <p:nvPr/>
            </p:nvSpPr>
            <p:spPr>
              <a:xfrm>
                <a:off x="1247028" y="4633895"/>
                <a:ext cx="509822" cy="572658"/>
              </a:xfrm>
              <a:custGeom>
                <a:avLst/>
                <a:gdLst>
                  <a:gd name="connsiteX0" fmla="*/ 1263423 w 2526846"/>
                  <a:gd name="connsiteY0" fmla="*/ 0 h 2838291"/>
                  <a:gd name="connsiteX1" fmla="*/ 1396808 w 2526846"/>
                  <a:gd name="connsiteY1" fmla="*/ 31204 h 2838291"/>
                  <a:gd name="connsiteX2" fmla="*/ 2361449 w 2526846"/>
                  <a:gd name="connsiteY2" fmla="*/ 513410 h 2838291"/>
                  <a:gd name="connsiteX3" fmla="*/ 2526846 w 2526846"/>
                  <a:gd name="connsiteY3" fmla="*/ 781183 h 2838291"/>
                  <a:gd name="connsiteX4" fmla="*/ 2526846 w 2526846"/>
                  <a:gd name="connsiteY4" fmla="*/ 2057108 h 2838291"/>
                  <a:gd name="connsiteX5" fmla="*/ 2361449 w 2526846"/>
                  <a:gd name="connsiteY5" fmla="*/ 2324881 h 2838291"/>
                  <a:gd name="connsiteX6" fmla="*/ 1396808 w 2526846"/>
                  <a:gd name="connsiteY6" fmla="*/ 2807087 h 2838291"/>
                  <a:gd name="connsiteX7" fmla="*/ 1130038 w 2526846"/>
                  <a:gd name="connsiteY7" fmla="*/ 2807087 h 2838291"/>
                  <a:gd name="connsiteX8" fmla="*/ 165398 w 2526846"/>
                  <a:gd name="connsiteY8" fmla="*/ 2324881 h 2838291"/>
                  <a:gd name="connsiteX9" fmla="*/ 0 w 2526846"/>
                  <a:gd name="connsiteY9" fmla="*/ 2057108 h 2838291"/>
                  <a:gd name="connsiteX10" fmla="*/ 0 w 2526846"/>
                  <a:gd name="connsiteY10" fmla="*/ 781183 h 2838291"/>
                  <a:gd name="connsiteX11" fmla="*/ 165398 w 2526846"/>
                  <a:gd name="connsiteY11" fmla="*/ 513410 h 2838291"/>
                  <a:gd name="connsiteX12" fmla="*/ 1130038 w 2526846"/>
                  <a:gd name="connsiteY12" fmla="*/ 31204 h 2838291"/>
                  <a:gd name="connsiteX13" fmla="*/ 1263423 w 2526846"/>
                  <a:gd name="connsiteY13" fmla="*/ 0 h 2838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26846" h="2838291">
                    <a:moveTo>
                      <a:pt x="1263423" y="0"/>
                    </a:moveTo>
                    <a:cubicBezTo>
                      <a:pt x="1309041" y="0"/>
                      <a:pt x="1354659" y="10401"/>
                      <a:pt x="1396808" y="31204"/>
                    </a:cubicBezTo>
                    <a:cubicBezTo>
                      <a:pt x="1396808" y="31204"/>
                      <a:pt x="1396808" y="31204"/>
                      <a:pt x="2361449" y="513410"/>
                    </a:cubicBezTo>
                    <a:cubicBezTo>
                      <a:pt x="2462821" y="564618"/>
                      <a:pt x="2526846" y="668100"/>
                      <a:pt x="2526846" y="781183"/>
                    </a:cubicBezTo>
                    <a:cubicBezTo>
                      <a:pt x="2526846" y="781183"/>
                      <a:pt x="2526846" y="781183"/>
                      <a:pt x="2526846" y="2057108"/>
                    </a:cubicBezTo>
                    <a:cubicBezTo>
                      <a:pt x="2526846" y="2170191"/>
                      <a:pt x="2462821" y="2273674"/>
                      <a:pt x="2361449" y="2324881"/>
                    </a:cubicBezTo>
                    <a:cubicBezTo>
                      <a:pt x="2361449" y="2324881"/>
                      <a:pt x="2361449" y="2324881"/>
                      <a:pt x="1396808" y="2807087"/>
                    </a:cubicBezTo>
                    <a:cubicBezTo>
                      <a:pt x="1312509" y="2848693"/>
                      <a:pt x="1214337" y="2848693"/>
                      <a:pt x="1130038" y="2807087"/>
                    </a:cubicBezTo>
                    <a:cubicBezTo>
                      <a:pt x="1130038" y="2807087"/>
                      <a:pt x="1130038" y="2807087"/>
                      <a:pt x="165398" y="2324881"/>
                    </a:cubicBezTo>
                    <a:cubicBezTo>
                      <a:pt x="64025" y="2273674"/>
                      <a:pt x="0" y="2170191"/>
                      <a:pt x="0" y="2057108"/>
                    </a:cubicBezTo>
                    <a:cubicBezTo>
                      <a:pt x="0" y="2057108"/>
                      <a:pt x="0" y="2057108"/>
                      <a:pt x="0" y="781183"/>
                    </a:cubicBezTo>
                    <a:cubicBezTo>
                      <a:pt x="0" y="668100"/>
                      <a:pt x="64025" y="564618"/>
                      <a:pt x="165398" y="513410"/>
                    </a:cubicBezTo>
                    <a:cubicBezTo>
                      <a:pt x="165398" y="513410"/>
                      <a:pt x="165398" y="513410"/>
                      <a:pt x="1130038" y="31204"/>
                    </a:cubicBezTo>
                    <a:cubicBezTo>
                      <a:pt x="1172188" y="10401"/>
                      <a:pt x="1217806" y="0"/>
                      <a:pt x="1263423" y="0"/>
                    </a:cubicBezTo>
                    <a:close/>
                  </a:path>
                </a:pathLst>
              </a:cu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3200">
                  <a:solidFill>
                    <a:srgbClr val="1F497D"/>
                  </a:solidFill>
                  <a:latin typeface="Arial" charset="0"/>
                  <a:ea typeface="方正兰亭黑_GBK" panose="02000000000000000000" pitchFamily="2" charset="-122"/>
                </a:endParaRPr>
              </a:p>
            </p:txBody>
          </p:sp>
        </p:grpSp>
        <p:sp>
          <p:nvSpPr>
            <p:cNvPr id="60" name="Freeform 355">
              <a:extLst>
                <a:ext uri="{FF2B5EF4-FFF2-40B4-BE49-F238E27FC236}">
                  <a16:creationId xmlns:a16="http://schemas.microsoft.com/office/drawing/2014/main" id="{78829CAA-BB5C-142F-ACAC-F3AF59BA20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8904" y="4943244"/>
              <a:ext cx="208800" cy="208800"/>
            </a:xfrm>
            <a:custGeom>
              <a:avLst/>
              <a:gdLst>
                <a:gd name="T0" fmla="*/ 125171 w 46"/>
                <a:gd name="T1" fmla="*/ 22225 h 46"/>
                <a:gd name="T2" fmla="*/ 125171 w 46"/>
                <a:gd name="T3" fmla="*/ 123825 h 46"/>
                <a:gd name="T4" fmla="*/ 19257 w 46"/>
                <a:gd name="T5" fmla="*/ 123825 h 46"/>
                <a:gd name="T6" fmla="*/ 19257 w 46"/>
                <a:gd name="T7" fmla="*/ 22225 h 46"/>
                <a:gd name="T8" fmla="*/ 70609 w 46"/>
                <a:gd name="T9" fmla="*/ 136525 h 46"/>
                <a:gd name="T10" fmla="*/ 70609 w 46"/>
                <a:gd name="T11" fmla="*/ 111125 h 46"/>
                <a:gd name="T12" fmla="*/ 48143 w 46"/>
                <a:gd name="T13" fmla="*/ 117475 h 46"/>
                <a:gd name="T14" fmla="*/ 60981 w 46"/>
                <a:gd name="T15" fmla="*/ 133350 h 46"/>
                <a:gd name="T16" fmla="*/ 118752 w 46"/>
                <a:gd name="T17" fmla="*/ 28575 h 46"/>
                <a:gd name="T18" fmla="*/ 115543 w 46"/>
                <a:gd name="T19" fmla="*/ 28575 h 46"/>
                <a:gd name="T20" fmla="*/ 112333 w 46"/>
                <a:gd name="T21" fmla="*/ 69850 h 46"/>
                <a:gd name="T22" fmla="*/ 118752 w 46"/>
                <a:gd name="T23" fmla="*/ 28575 h 46"/>
                <a:gd name="T24" fmla="*/ 109124 w 46"/>
                <a:gd name="T25" fmla="*/ 22225 h 46"/>
                <a:gd name="T26" fmla="*/ 102705 w 46"/>
                <a:gd name="T27" fmla="*/ 25400 h 46"/>
                <a:gd name="T28" fmla="*/ 109124 w 46"/>
                <a:gd name="T29" fmla="*/ 22225 h 46"/>
                <a:gd name="T30" fmla="*/ 83448 w 46"/>
                <a:gd name="T31" fmla="*/ 12700 h 46"/>
                <a:gd name="T32" fmla="*/ 77029 w 46"/>
                <a:gd name="T33" fmla="*/ 34925 h 46"/>
                <a:gd name="T34" fmla="*/ 99495 w 46"/>
                <a:gd name="T35" fmla="*/ 31750 h 46"/>
                <a:gd name="T36" fmla="*/ 83448 w 46"/>
                <a:gd name="T37" fmla="*/ 12700 h 46"/>
                <a:gd name="T38" fmla="*/ 70609 w 46"/>
                <a:gd name="T39" fmla="*/ 12700 h 46"/>
                <a:gd name="T40" fmla="*/ 48143 w 46"/>
                <a:gd name="T41" fmla="*/ 28575 h 46"/>
                <a:gd name="T42" fmla="*/ 51352 w 46"/>
                <a:gd name="T43" fmla="*/ 31750 h 46"/>
                <a:gd name="T44" fmla="*/ 70609 w 46"/>
                <a:gd name="T45" fmla="*/ 12700 h 46"/>
                <a:gd name="T46" fmla="*/ 48143 w 46"/>
                <a:gd name="T47" fmla="*/ 15875 h 46"/>
                <a:gd name="T48" fmla="*/ 41724 w 46"/>
                <a:gd name="T49" fmla="*/ 28575 h 46"/>
                <a:gd name="T50" fmla="*/ 48143 w 46"/>
                <a:gd name="T51" fmla="*/ 15875 h 46"/>
                <a:gd name="T52" fmla="*/ 28886 w 46"/>
                <a:gd name="T53" fmla="*/ 28575 h 46"/>
                <a:gd name="T54" fmla="*/ 9629 w 46"/>
                <a:gd name="T55" fmla="*/ 69850 h 46"/>
                <a:gd name="T56" fmla="*/ 38514 w 46"/>
                <a:gd name="T57" fmla="*/ 34925 h 46"/>
                <a:gd name="T58" fmla="*/ 9629 w 46"/>
                <a:gd name="T59" fmla="*/ 76200 h 46"/>
                <a:gd name="T60" fmla="*/ 28886 w 46"/>
                <a:gd name="T61" fmla="*/ 117475 h 46"/>
                <a:gd name="T62" fmla="*/ 38514 w 46"/>
                <a:gd name="T63" fmla="*/ 114300 h 46"/>
                <a:gd name="T64" fmla="*/ 9629 w 46"/>
                <a:gd name="T65" fmla="*/ 76200 h 46"/>
                <a:gd name="T66" fmla="*/ 35305 w 46"/>
                <a:gd name="T67" fmla="*/ 123825 h 46"/>
                <a:gd name="T68" fmla="*/ 41724 w 46"/>
                <a:gd name="T69" fmla="*/ 123825 h 46"/>
                <a:gd name="T70" fmla="*/ 35305 w 46"/>
                <a:gd name="T71" fmla="*/ 123825 h 46"/>
                <a:gd name="T72" fmla="*/ 77029 w 46"/>
                <a:gd name="T73" fmla="*/ 136525 h 46"/>
                <a:gd name="T74" fmla="*/ 96286 w 46"/>
                <a:gd name="T75" fmla="*/ 120650 h 46"/>
                <a:gd name="T76" fmla="*/ 96286 w 46"/>
                <a:gd name="T77" fmla="*/ 114300 h 46"/>
                <a:gd name="T78" fmla="*/ 77029 w 46"/>
                <a:gd name="T79" fmla="*/ 136525 h 46"/>
                <a:gd name="T80" fmla="*/ 96286 w 46"/>
                <a:gd name="T81" fmla="*/ 130175 h 46"/>
                <a:gd name="T82" fmla="*/ 102705 w 46"/>
                <a:gd name="T83" fmla="*/ 120650 h 46"/>
                <a:gd name="T84" fmla="*/ 96286 w 46"/>
                <a:gd name="T85" fmla="*/ 130175 h 46"/>
                <a:gd name="T86" fmla="*/ 115543 w 46"/>
                <a:gd name="T87" fmla="*/ 117475 h 46"/>
                <a:gd name="T88" fmla="*/ 134800 w 46"/>
                <a:gd name="T89" fmla="*/ 76200 h 46"/>
                <a:gd name="T90" fmla="*/ 105914 w 46"/>
                <a:gd name="T91" fmla="*/ 114300 h 46"/>
                <a:gd name="T92" fmla="*/ 99495 w 46"/>
                <a:gd name="T93" fmla="*/ 38100 h 46"/>
                <a:gd name="T94" fmla="*/ 99495 w 46"/>
                <a:gd name="T95" fmla="*/ 38100 h 46"/>
                <a:gd name="T96" fmla="*/ 77029 w 46"/>
                <a:gd name="T97" fmla="*/ 69850 h 46"/>
                <a:gd name="T98" fmla="*/ 99495 w 46"/>
                <a:gd name="T99" fmla="*/ 38100 h 46"/>
                <a:gd name="T100" fmla="*/ 70609 w 46"/>
                <a:gd name="T101" fmla="*/ 41275 h 46"/>
                <a:gd name="T102" fmla="*/ 44933 w 46"/>
                <a:gd name="T103" fmla="*/ 38100 h 46"/>
                <a:gd name="T104" fmla="*/ 70609 w 46"/>
                <a:gd name="T105" fmla="*/ 69850 h 46"/>
                <a:gd name="T106" fmla="*/ 70609 w 46"/>
                <a:gd name="T107" fmla="*/ 104775 h 46"/>
                <a:gd name="T108" fmla="*/ 70609 w 46"/>
                <a:gd name="T109" fmla="*/ 76200 h 46"/>
                <a:gd name="T110" fmla="*/ 44933 w 46"/>
                <a:gd name="T111" fmla="*/ 111125 h 46"/>
                <a:gd name="T112" fmla="*/ 70609 w 46"/>
                <a:gd name="T113" fmla="*/ 104775 h 46"/>
                <a:gd name="T114" fmla="*/ 77029 w 46"/>
                <a:gd name="T115" fmla="*/ 104775 h 46"/>
                <a:gd name="T116" fmla="*/ 99495 w 46"/>
                <a:gd name="T117" fmla="*/ 111125 h 46"/>
                <a:gd name="T118" fmla="*/ 77029 w 46"/>
                <a:gd name="T119" fmla="*/ 76200 h 4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6" h="46">
                  <a:moveTo>
                    <a:pt x="23" y="0"/>
                  </a:moveTo>
                  <a:cubicBezTo>
                    <a:pt x="29" y="0"/>
                    <a:pt x="35" y="3"/>
                    <a:pt x="39" y="7"/>
                  </a:cubicBezTo>
                  <a:cubicBezTo>
                    <a:pt x="43" y="11"/>
                    <a:pt x="46" y="17"/>
                    <a:pt x="46" y="23"/>
                  </a:cubicBezTo>
                  <a:cubicBezTo>
                    <a:pt x="46" y="30"/>
                    <a:pt x="43" y="35"/>
                    <a:pt x="39" y="39"/>
                  </a:cubicBezTo>
                  <a:cubicBezTo>
                    <a:pt x="35" y="44"/>
                    <a:pt x="29" y="46"/>
                    <a:pt x="23" y="46"/>
                  </a:cubicBezTo>
                  <a:cubicBezTo>
                    <a:pt x="16" y="46"/>
                    <a:pt x="11" y="44"/>
                    <a:pt x="6" y="39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0" y="17"/>
                    <a:pt x="2" y="11"/>
                    <a:pt x="6" y="7"/>
                  </a:cubicBezTo>
                  <a:cubicBezTo>
                    <a:pt x="11" y="3"/>
                    <a:pt x="16" y="0"/>
                    <a:pt x="23" y="0"/>
                  </a:cubicBezTo>
                  <a:close/>
                  <a:moveTo>
                    <a:pt x="22" y="43"/>
                  </a:moveTo>
                  <a:cubicBezTo>
                    <a:pt x="22" y="43"/>
                    <a:pt x="22" y="43"/>
                    <a:pt x="22" y="43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0" y="35"/>
                    <a:pt x="18" y="36"/>
                    <a:pt x="16" y="36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5" y="38"/>
                  </a:cubicBezTo>
                  <a:cubicBezTo>
                    <a:pt x="17" y="40"/>
                    <a:pt x="18" y="41"/>
                    <a:pt x="19" y="42"/>
                  </a:cubicBezTo>
                  <a:cubicBezTo>
                    <a:pt x="20" y="43"/>
                    <a:pt x="21" y="43"/>
                    <a:pt x="22" y="43"/>
                  </a:cubicBezTo>
                  <a:close/>
                  <a:moveTo>
                    <a:pt x="37" y="9"/>
                  </a:moveTo>
                  <a:cubicBezTo>
                    <a:pt x="37" y="9"/>
                    <a:pt x="37" y="9"/>
                    <a:pt x="37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5" y="10"/>
                    <a:pt x="34" y="10"/>
                    <a:pt x="33" y="11"/>
                  </a:cubicBezTo>
                  <a:cubicBezTo>
                    <a:pt x="35" y="14"/>
                    <a:pt x="35" y="18"/>
                    <a:pt x="35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17"/>
                    <a:pt x="40" y="13"/>
                    <a:pt x="37" y="9"/>
                  </a:cubicBezTo>
                  <a:close/>
                  <a:moveTo>
                    <a:pt x="34" y="7"/>
                  </a:moveTo>
                  <a:cubicBezTo>
                    <a:pt x="34" y="7"/>
                    <a:pt x="34" y="7"/>
                    <a:pt x="34" y="7"/>
                  </a:cubicBezTo>
                  <a:cubicBezTo>
                    <a:pt x="33" y="7"/>
                    <a:pt x="32" y="6"/>
                    <a:pt x="30" y="5"/>
                  </a:cubicBezTo>
                  <a:cubicBezTo>
                    <a:pt x="31" y="6"/>
                    <a:pt x="31" y="7"/>
                    <a:pt x="32" y="8"/>
                  </a:cubicBezTo>
                  <a:cubicBezTo>
                    <a:pt x="32" y="8"/>
                    <a:pt x="32" y="8"/>
                    <a:pt x="32" y="9"/>
                  </a:cubicBezTo>
                  <a:cubicBezTo>
                    <a:pt x="33" y="8"/>
                    <a:pt x="34" y="8"/>
                    <a:pt x="34" y="7"/>
                  </a:cubicBezTo>
                  <a:close/>
                  <a:moveTo>
                    <a:pt x="26" y="4"/>
                  </a:moveTo>
                  <a:cubicBezTo>
                    <a:pt x="26" y="4"/>
                    <a:pt x="26" y="4"/>
                    <a:pt x="26" y="4"/>
                  </a:cubicBezTo>
                  <a:cubicBezTo>
                    <a:pt x="25" y="4"/>
                    <a:pt x="24" y="4"/>
                    <a:pt x="24" y="4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6" y="11"/>
                    <a:pt x="28" y="11"/>
                    <a:pt x="30" y="10"/>
                  </a:cubicBezTo>
                  <a:cubicBezTo>
                    <a:pt x="30" y="10"/>
                    <a:pt x="30" y="10"/>
                    <a:pt x="31" y="1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9" y="6"/>
                    <a:pt x="27" y="5"/>
                    <a:pt x="26" y="4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1" y="4"/>
                    <a:pt x="20" y="4"/>
                    <a:pt x="19" y="4"/>
                  </a:cubicBezTo>
                  <a:cubicBezTo>
                    <a:pt x="18" y="5"/>
                    <a:pt x="17" y="6"/>
                    <a:pt x="15" y="9"/>
                  </a:cubicBezTo>
                  <a:cubicBezTo>
                    <a:pt x="15" y="9"/>
                    <a:pt x="15" y="9"/>
                    <a:pt x="15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8" y="11"/>
                    <a:pt x="20" y="11"/>
                    <a:pt x="22" y="11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5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4" y="6"/>
                    <a:pt x="12" y="7"/>
                    <a:pt x="11" y="7"/>
                  </a:cubicBezTo>
                  <a:cubicBezTo>
                    <a:pt x="12" y="8"/>
                    <a:pt x="12" y="8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7"/>
                    <a:pt x="14" y="6"/>
                    <a:pt x="15" y="5"/>
                  </a:cubicBezTo>
                  <a:close/>
                  <a:moveTo>
                    <a:pt x="9" y="9"/>
                  </a:move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13"/>
                    <a:pt x="3" y="17"/>
                    <a:pt x="3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18"/>
                    <a:pt x="11" y="14"/>
                    <a:pt x="12" y="11"/>
                  </a:cubicBezTo>
                  <a:cubicBezTo>
                    <a:pt x="11" y="10"/>
                    <a:pt x="10" y="10"/>
                    <a:pt x="9" y="9"/>
                  </a:cubicBezTo>
                  <a:close/>
                  <a:moveTo>
                    <a:pt x="3" y="24"/>
                  </a:moveTo>
                  <a:cubicBezTo>
                    <a:pt x="3" y="24"/>
                    <a:pt x="3" y="24"/>
                    <a:pt x="3" y="24"/>
                  </a:cubicBezTo>
                  <a:cubicBezTo>
                    <a:pt x="3" y="29"/>
                    <a:pt x="6" y="34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10" y="37"/>
                    <a:pt x="11" y="36"/>
                    <a:pt x="12" y="36"/>
                  </a:cubicBezTo>
                  <a:cubicBezTo>
                    <a:pt x="11" y="32"/>
                    <a:pt x="10" y="28"/>
                    <a:pt x="10" y="24"/>
                  </a:cubicBezTo>
                  <a:cubicBezTo>
                    <a:pt x="3" y="24"/>
                    <a:pt x="3" y="24"/>
                    <a:pt x="3" y="24"/>
                  </a:cubicBezTo>
                  <a:close/>
                  <a:moveTo>
                    <a:pt x="11" y="39"/>
                  </a:moveTo>
                  <a:cubicBezTo>
                    <a:pt x="11" y="39"/>
                    <a:pt x="11" y="39"/>
                    <a:pt x="11" y="39"/>
                  </a:cubicBezTo>
                  <a:cubicBezTo>
                    <a:pt x="12" y="40"/>
                    <a:pt x="14" y="41"/>
                    <a:pt x="15" y="41"/>
                  </a:cubicBezTo>
                  <a:cubicBezTo>
                    <a:pt x="14" y="40"/>
                    <a:pt x="14" y="40"/>
                    <a:pt x="13" y="39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2" y="38"/>
                    <a:pt x="12" y="38"/>
                    <a:pt x="11" y="39"/>
                  </a:cubicBezTo>
                  <a:close/>
                  <a:moveTo>
                    <a:pt x="24" y="43"/>
                  </a:moveTo>
                  <a:cubicBezTo>
                    <a:pt x="24" y="43"/>
                    <a:pt x="24" y="43"/>
                    <a:pt x="24" y="43"/>
                  </a:cubicBezTo>
                  <a:cubicBezTo>
                    <a:pt x="24" y="43"/>
                    <a:pt x="25" y="43"/>
                    <a:pt x="26" y="42"/>
                  </a:cubicBezTo>
                  <a:cubicBezTo>
                    <a:pt x="27" y="41"/>
                    <a:pt x="29" y="40"/>
                    <a:pt x="30" y="38"/>
                  </a:cubicBezTo>
                  <a:cubicBezTo>
                    <a:pt x="30" y="37"/>
                    <a:pt x="30" y="37"/>
                    <a:pt x="31" y="37"/>
                  </a:cubicBezTo>
                  <a:cubicBezTo>
                    <a:pt x="30" y="37"/>
                    <a:pt x="30" y="37"/>
                    <a:pt x="30" y="36"/>
                  </a:cubicBezTo>
                  <a:cubicBezTo>
                    <a:pt x="28" y="36"/>
                    <a:pt x="26" y="35"/>
                    <a:pt x="24" y="35"/>
                  </a:cubicBezTo>
                  <a:cubicBezTo>
                    <a:pt x="24" y="43"/>
                    <a:pt x="24" y="43"/>
                    <a:pt x="24" y="43"/>
                  </a:cubicBezTo>
                  <a:close/>
                  <a:moveTo>
                    <a:pt x="30" y="41"/>
                  </a:moveTo>
                  <a:cubicBezTo>
                    <a:pt x="30" y="41"/>
                    <a:pt x="30" y="41"/>
                    <a:pt x="30" y="41"/>
                  </a:cubicBezTo>
                  <a:cubicBezTo>
                    <a:pt x="32" y="41"/>
                    <a:pt x="33" y="40"/>
                    <a:pt x="34" y="39"/>
                  </a:cubicBezTo>
                  <a:cubicBezTo>
                    <a:pt x="34" y="38"/>
                    <a:pt x="33" y="38"/>
                    <a:pt x="32" y="38"/>
                  </a:cubicBezTo>
                  <a:cubicBezTo>
                    <a:pt x="32" y="38"/>
                    <a:pt x="32" y="38"/>
                    <a:pt x="32" y="39"/>
                  </a:cubicBezTo>
                  <a:cubicBezTo>
                    <a:pt x="31" y="40"/>
                    <a:pt x="31" y="40"/>
                    <a:pt x="30" y="41"/>
                  </a:cubicBezTo>
                  <a:close/>
                  <a:moveTo>
                    <a:pt x="36" y="37"/>
                  </a:moveTo>
                  <a:cubicBezTo>
                    <a:pt x="36" y="37"/>
                    <a:pt x="36" y="37"/>
                    <a:pt x="36" y="37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40" y="34"/>
                    <a:pt x="42" y="29"/>
                    <a:pt x="42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8"/>
                    <a:pt x="35" y="32"/>
                    <a:pt x="33" y="36"/>
                  </a:cubicBezTo>
                  <a:cubicBezTo>
                    <a:pt x="34" y="36"/>
                    <a:pt x="35" y="37"/>
                    <a:pt x="36" y="37"/>
                  </a:cubicBezTo>
                  <a:close/>
                  <a:moveTo>
                    <a:pt x="31" y="12"/>
                  </a:move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28" y="13"/>
                    <a:pt x="26" y="13"/>
                    <a:pt x="24" y="13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18"/>
                    <a:pt x="33" y="15"/>
                    <a:pt x="31" y="12"/>
                  </a:cubicBezTo>
                  <a:close/>
                  <a:moveTo>
                    <a:pt x="22" y="13"/>
                  </a:moveTo>
                  <a:cubicBezTo>
                    <a:pt x="22" y="13"/>
                    <a:pt x="22" y="13"/>
                    <a:pt x="22" y="13"/>
                  </a:cubicBezTo>
                  <a:cubicBezTo>
                    <a:pt x="19" y="13"/>
                    <a:pt x="17" y="13"/>
                    <a:pt x="15" y="12"/>
                  </a:cubicBezTo>
                  <a:cubicBezTo>
                    <a:pt x="15" y="12"/>
                    <a:pt x="14" y="12"/>
                    <a:pt x="14" y="12"/>
                  </a:cubicBezTo>
                  <a:cubicBezTo>
                    <a:pt x="13" y="15"/>
                    <a:pt x="12" y="18"/>
                    <a:pt x="1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13"/>
                    <a:pt x="22" y="13"/>
                    <a:pt x="22" y="13"/>
                  </a:cubicBezTo>
                  <a:close/>
                  <a:moveTo>
                    <a:pt x="22" y="33"/>
                  </a:moveTo>
                  <a:cubicBezTo>
                    <a:pt x="22" y="33"/>
                    <a:pt x="22" y="33"/>
                    <a:pt x="22" y="33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8"/>
                    <a:pt x="13" y="32"/>
                    <a:pt x="14" y="35"/>
                  </a:cubicBezTo>
                  <a:cubicBezTo>
                    <a:pt x="14" y="35"/>
                    <a:pt x="15" y="35"/>
                    <a:pt x="15" y="34"/>
                  </a:cubicBezTo>
                  <a:cubicBezTo>
                    <a:pt x="17" y="34"/>
                    <a:pt x="19" y="33"/>
                    <a:pt x="22" y="33"/>
                  </a:cubicBezTo>
                  <a:close/>
                  <a:moveTo>
                    <a:pt x="24" y="33"/>
                  </a:move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8" y="34"/>
                    <a:pt x="31" y="34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3" y="32"/>
                    <a:pt x="33" y="28"/>
                    <a:pt x="33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33"/>
                    <a:pt x="24" y="33"/>
                    <a:pt x="24" y="33"/>
                  </a:cubicBezTo>
                  <a:close/>
                </a:path>
              </a:pathLst>
            </a:custGeom>
            <a:solidFill>
              <a:srgbClr val="F0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sz="2400"/>
            </a:p>
          </p:txBody>
        </p:sp>
      </p:grpSp>
      <p:sp>
        <p:nvSpPr>
          <p:cNvPr id="64" name="TextBox 202">
            <a:extLst>
              <a:ext uri="{FF2B5EF4-FFF2-40B4-BE49-F238E27FC236}">
                <a16:creationId xmlns:a16="http://schemas.microsoft.com/office/drawing/2014/main" id="{E9B85500-8942-2F51-074E-B4743A802DDD}"/>
              </a:ext>
            </a:extLst>
          </p:cNvPr>
          <p:cNvSpPr txBox="1"/>
          <p:nvPr/>
        </p:nvSpPr>
        <p:spPr>
          <a:xfrm>
            <a:off x="0" y="1072801"/>
            <a:ext cx="1604370" cy="6117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400"/>
            <a:r>
              <a:rPr lang="zh-CN" altLang="en-US" sz="3375" b="1" dirty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tamaran Bold" panose="00000800000000000000" pitchFamily="2" charset="0"/>
              </a:rPr>
              <a:t>目 录</a:t>
            </a:r>
            <a:endParaRPr lang="en-US" sz="3375" b="1" dirty="0">
              <a:solidFill>
                <a:srgbClr val="D9D9D9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tamaran Bold" panose="000008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9565313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02">
            <a:extLst>
              <a:ext uri="{FF2B5EF4-FFF2-40B4-BE49-F238E27FC236}">
                <a16:creationId xmlns:a16="http://schemas.microsoft.com/office/drawing/2014/main" id="{C3E08F32-2B6C-95CC-D0D9-D6D632796DD3}"/>
              </a:ext>
            </a:extLst>
          </p:cNvPr>
          <p:cNvSpPr txBox="1"/>
          <p:nvPr/>
        </p:nvSpPr>
        <p:spPr>
          <a:xfrm>
            <a:off x="0" y="1447691"/>
            <a:ext cx="1604370" cy="6117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400"/>
            <a:r>
              <a:rPr lang="zh-CN" altLang="en-US" sz="3375" b="1" dirty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Catamaran Bold" panose="00000800000000000000" pitchFamily="2" charset="0"/>
              </a:rPr>
              <a:t>目 录</a:t>
            </a:r>
            <a:endParaRPr lang="en-US" sz="3375" b="1" dirty="0">
              <a:solidFill>
                <a:srgbClr val="D9D9D9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Catamaran Bold" panose="00000800000000000000" pitchFamily="2" charset="0"/>
            </a:endParaRPr>
          </a:p>
        </p:txBody>
      </p:sp>
      <p:cxnSp>
        <p:nvCxnSpPr>
          <p:cNvPr id="36" name="直接连接符 35">
            <a:extLst>
              <a:ext uri="{FF2B5EF4-FFF2-40B4-BE49-F238E27FC236}">
                <a16:creationId xmlns:a16="http://schemas.microsoft.com/office/drawing/2014/main" id="{4BFA1FB6-DAEF-9DDB-8CEE-485D5A11127C}"/>
              </a:ext>
            </a:extLst>
          </p:cNvPr>
          <p:cNvCxnSpPr>
            <a:cxnSpLocks/>
          </p:cNvCxnSpPr>
          <p:nvPr/>
        </p:nvCxnSpPr>
        <p:spPr>
          <a:xfrm>
            <a:off x="1999829" y="1713922"/>
            <a:ext cx="5129745" cy="0"/>
          </a:xfrm>
          <a:prstGeom prst="line">
            <a:avLst/>
          </a:prstGeom>
          <a:noFill/>
          <a:ln w="635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</p:cxnSp>
      <p:sp>
        <p:nvSpPr>
          <p:cNvPr id="2" name="TextBox 222">
            <a:extLst>
              <a:ext uri="{FF2B5EF4-FFF2-40B4-BE49-F238E27FC236}">
                <a16:creationId xmlns:a16="http://schemas.microsoft.com/office/drawing/2014/main" id="{25962FC7-1C09-2E09-06DB-699A80F8AB30}"/>
              </a:ext>
            </a:extLst>
          </p:cNvPr>
          <p:cNvSpPr txBox="1"/>
          <p:nvPr/>
        </p:nvSpPr>
        <p:spPr>
          <a:xfrm>
            <a:off x="2125654" y="2353036"/>
            <a:ext cx="861327" cy="4534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400">
              <a:lnSpc>
                <a:spcPct val="130000"/>
              </a:lnSpc>
            </a:pP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前言</a:t>
            </a:r>
            <a:endParaRPr 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TextBox 223">
            <a:extLst>
              <a:ext uri="{FF2B5EF4-FFF2-40B4-BE49-F238E27FC236}">
                <a16:creationId xmlns:a16="http://schemas.microsoft.com/office/drawing/2014/main" id="{90CB005C-9FD2-21F8-A9EF-31B3D3BC916E}"/>
              </a:ext>
            </a:extLst>
          </p:cNvPr>
          <p:cNvSpPr txBox="1"/>
          <p:nvPr/>
        </p:nvSpPr>
        <p:spPr>
          <a:xfrm>
            <a:off x="335405" y="2719003"/>
            <a:ext cx="2655749" cy="3270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400">
              <a:lnSpc>
                <a:spcPct val="130000"/>
              </a:lnSpc>
            </a:pPr>
            <a:r>
              <a:rPr lang="zh-CN" altLang="en-US" sz="1300" dirty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在这里添加标题一正文及内容</a:t>
            </a:r>
          </a:p>
        </p:txBody>
      </p:sp>
      <p:cxnSp>
        <p:nvCxnSpPr>
          <p:cNvPr id="4" name="Straight Arrow Connector 245">
            <a:extLst>
              <a:ext uri="{FF2B5EF4-FFF2-40B4-BE49-F238E27FC236}">
                <a16:creationId xmlns:a16="http://schemas.microsoft.com/office/drawing/2014/main" id="{9E92FE96-FB56-98D0-8BB6-CBE6776B1EC1}"/>
              </a:ext>
            </a:extLst>
          </p:cNvPr>
          <p:cNvCxnSpPr>
            <a:cxnSpLocks/>
          </p:cNvCxnSpPr>
          <p:nvPr/>
        </p:nvCxnSpPr>
        <p:spPr>
          <a:xfrm flipH="1">
            <a:off x="3008839" y="2809687"/>
            <a:ext cx="346055" cy="0"/>
          </a:xfrm>
          <a:prstGeom prst="straightConnector1">
            <a:avLst/>
          </a:prstGeom>
          <a:noFill/>
          <a:ln w="19050" cap="flat" cmpd="sng" algn="ctr">
            <a:solidFill>
              <a:sysClr val="window" lastClr="FFFFFF">
                <a:lumMod val="85000"/>
              </a:sysClr>
            </a:solidFill>
            <a:prstDash val="dash"/>
            <a:miter lim="800000"/>
            <a:headEnd type="none" w="sm" len="sm"/>
            <a:tailEnd type="oval" w="sm" len="sm"/>
          </a:ln>
          <a:effectLst/>
        </p:spPr>
      </p:cxnSp>
      <p:grpSp>
        <p:nvGrpSpPr>
          <p:cNvPr id="5" name="Group 25">
            <a:extLst>
              <a:ext uri="{FF2B5EF4-FFF2-40B4-BE49-F238E27FC236}">
                <a16:creationId xmlns:a16="http://schemas.microsoft.com/office/drawing/2014/main" id="{A4E22ADD-50B9-3D8B-4FBC-26CA020F047B}"/>
              </a:ext>
            </a:extLst>
          </p:cNvPr>
          <p:cNvGrpSpPr/>
          <p:nvPr/>
        </p:nvGrpSpPr>
        <p:grpSpPr>
          <a:xfrm>
            <a:off x="3380384" y="2611272"/>
            <a:ext cx="353287" cy="396829"/>
            <a:chOff x="5037639" y="2864905"/>
            <a:chExt cx="509822" cy="572658"/>
          </a:xfrm>
        </p:grpSpPr>
        <p:sp>
          <p:nvSpPr>
            <p:cNvPr id="6" name="Freeform: Shape 191">
              <a:extLst>
                <a:ext uri="{FF2B5EF4-FFF2-40B4-BE49-F238E27FC236}">
                  <a16:creationId xmlns:a16="http://schemas.microsoft.com/office/drawing/2014/main" id="{3BE75FAD-12C4-BA75-AE45-B4473CB33D88}"/>
                </a:ext>
              </a:extLst>
            </p:cNvPr>
            <p:cNvSpPr/>
            <p:nvPr/>
          </p:nvSpPr>
          <p:spPr>
            <a:xfrm>
              <a:off x="5037639" y="2864905"/>
              <a:ext cx="509822" cy="572658"/>
            </a:xfrm>
            <a:custGeom>
              <a:avLst/>
              <a:gdLst>
                <a:gd name="connsiteX0" fmla="*/ 1263423 w 2526846"/>
                <a:gd name="connsiteY0" fmla="*/ 0 h 2838291"/>
                <a:gd name="connsiteX1" fmla="*/ 1396808 w 2526846"/>
                <a:gd name="connsiteY1" fmla="*/ 31204 h 2838291"/>
                <a:gd name="connsiteX2" fmla="*/ 2361449 w 2526846"/>
                <a:gd name="connsiteY2" fmla="*/ 513410 h 2838291"/>
                <a:gd name="connsiteX3" fmla="*/ 2526846 w 2526846"/>
                <a:gd name="connsiteY3" fmla="*/ 781183 h 2838291"/>
                <a:gd name="connsiteX4" fmla="*/ 2526846 w 2526846"/>
                <a:gd name="connsiteY4" fmla="*/ 2057108 h 2838291"/>
                <a:gd name="connsiteX5" fmla="*/ 2361449 w 2526846"/>
                <a:gd name="connsiteY5" fmla="*/ 2324881 h 2838291"/>
                <a:gd name="connsiteX6" fmla="*/ 1396808 w 2526846"/>
                <a:gd name="connsiteY6" fmla="*/ 2807087 h 2838291"/>
                <a:gd name="connsiteX7" fmla="*/ 1130038 w 2526846"/>
                <a:gd name="connsiteY7" fmla="*/ 2807087 h 2838291"/>
                <a:gd name="connsiteX8" fmla="*/ 165398 w 2526846"/>
                <a:gd name="connsiteY8" fmla="*/ 2324881 h 2838291"/>
                <a:gd name="connsiteX9" fmla="*/ 0 w 2526846"/>
                <a:gd name="connsiteY9" fmla="*/ 2057108 h 2838291"/>
                <a:gd name="connsiteX10" fmla="*/ 0 w 2526846"/>
                <a:gd name="connsiteY10" fmla="*/ 781183 h 2838291"/>
                <a:gd name="connsiteX11" fmla="*/ 165398 w 2526846"/>
                <a:gd name="connsiteY11" fmla="*/ 513410 h 2838291"/>
                <a:gd name="connsiteX12" fmla="*/ 1130038 w 2526846"/>
                <a:gd name="connsiteY12" fmla="*/ 31204 h 2838291"/>
                <a:gd name="connsiteX13" fmla="*/ 1263423 w 2526846"/>
                <a:gd name="connsiteY13" fmla="*/ 0 h 2838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26846" h="2838291">
                  <a:moveTo>
                    <a:pt x="1263423" y="0"/>
                  </a:moveTo>
                  <a:cubicBezTo>
                    <a:pt x="1309041" y="0"/>
                    <a:pt x="1354659" y="10401"/>
                    <a:pt x="1396808" y="31204"/>
                  </a:cubicBezTo>
                  <a:cubicBezTo>
                    <a:pt x="1396808" y="31204"/>
                    <a:pt x="1396808" y="31204"/>
                    <a:pt x="2361449" y="513410"/>
                  </a:cubicBezTo>
                  <a:cubicBezTo>
                    <a:pt x="2462821" y="564618"/>
                    <a:pt x="2526846" y="668100"/>
                    <a:pt x="2526846" y="781183"/>
                  </a:cubicBezTo>
                  <a:cubicBezTo>
                    <a:pt x="2526846" y="781183"/>
                    <a:pt x="2526846" y="781183"/>
                    <a:pt x="2526846" y="2057108"/>
                  </a:cubicBezTo>
                  <a:cubicBezTo>
                    <a:pt x="2526846" y="2170191"/>
                    <a:pt x="2462821" y="2273674"/>
                    <a:pt x="2361449" y="2324881"/>
                  </a:cubicBezTo>
                  <a:cubicBezTo>
                    <a:pt x="2361449" y="2324881"/>
                    <a:pt x="2361449" y="2324881"/>
                    <a:pt x="1396808" y="2807087"/>
                  </a:cubicBezTo>
                  <a:cubicBezTo>
                    <a:pt x="1312509" y="2848693"/>
                    <a:pt x="1214337" y="2848693"/>
                    <a:pt x="1130038" y="2807087"/>
                  </a:cubicBezTo>
                  <a:cubicBezTo>
                    <a:pt x="1130038" y="2807087"/>
                    <a:pt x="1130038" y="2807087"/>
                    <a:pt x="165398" y="2324881"/>
                  </a:cubicBezTo>
                  <a:cubicBezTo>
                    <a:pt x="64025" y="2273674"/>
                    <a:pt x="0" y="2170191"/>
                    <a:pt x="0" y="2057108"/>
                  </a:cubicBezTo>
                  <a:cubicBezTo>
                    <a:pt x="0" y="2057108"/>
                    <a:pt x="0" y="2057108"/>
                    <a:pt x="0" y="781183"/>
                  </a:cubicBezTo>
                  <a:cubicBezTo>
                    <a:pt x="0" y="668100"/>
                    <a:pt x="64025" y="564618"/>
                    <a:pt x="165398" y="513410"/>
                  </a:cubicBezTo>
                  <a:cubicBezTo>
                    <a:pt x="165398" y="513410"/>
                    <a:pt x="165398" y="513410"/>
                    <a:pt x="1130038" y="31204"/>
                  </a:cubicBezTo>
                  <a:cubicBezTo>
                    <a:pt x="1172188" y="10401"/>
                    <a:pt x="1217806" y="0"/>
                    <a:pt x="1263423" y="0"/>
                  </a:cubicBezTo>
                  <a:close/>
                </a:path>
              </a:pathLst>
            </a:custGeom>
            <a:noFill/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D9D9D9"/>
                </a:solidFill>
                <a:effectLst/>
                <a:uLnTx/>
                <a:uFillTx/>
                <a:latin typeface="Arial" charset="0"/>
                <a:ea typeface="方正兰亭黑_GBK" panose="02000000000000000000" pitchFamily="2" charset="-122"/>
                <a:cs typeface="+mn-cs"/>
              </a:endParaRPr>
            </a:p>
          </p:txBody>
        </p:sp>
        <p:sp>
          <p:nvSpPr>
            <p:cNvPr id="7" name="Freeform 65">
              <a:extLst>
                <a:ext uri="{FF2B5EF4-FFF2-40B4-BE49-F238E27FC236}">
                  <a16:creationId xmlns:a16="http://schemas.microsoft.com/office/drawing/2014/main" id="{E420024F-2C1C-C007-F2F7-DEC008429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6391" y="3055883"/>
              <a:ext cx="192319" cy="190703"/>
            </a:xfrm>
            <a:custGeom>
              <a:avLst/>
              <a:gdLst>
                <a:gd name="T0" fmla="*/ 172604 w 417"/>
                <a:gd name="T1" fmla="*/ 91192 h 417"/>
                <a:gd name="T2" fmla="*/ 172604 w 417"/>
                <a:gd name="T3" fmla="*/ 91192 h 417"/>
                <a:gd name="T4" fmla="*/ 188460 w 417"/>
                <a:gd name="T5" fmla="*/ 63340 h 417"/>
                <a:gd name="T6" fmla="*/ 184836 w 417"/>
                <a:gd name="T7" fmla="*/ 47617 h 417"/>
                <a:gd name="T8" fmla="*/ 152671 w 417"/>
                <a:gd name="T9" fmla="*/ 35488 h 417"/>
                <a:gd name="T10" fmla="*/ 144516 w 417"/>
                <a:gd name="T11" fmla="*/ 7637 h 417"/>
                <a:gd name="T12" fmla="*/ 124583 w 417"/>
                <a:gd name="T13" fmla="*/ 0 h 417"/>
                <a:gd name="T14" fmla="*/ 96495 w 417"/>
                <a:gd name="T15" fmla="*/ 15723 h 417"/>
                <a:gd name="T16" fmla="*/ 68407 w 417"/>
                <a:gd name="T17" fmla="*/ 0 h 417"/>
                <a:gd name="T18" fmla="*/ 48474 w 417"/>
                <a:gd name="T19" fmla="*/ 7637 h 417"/>
                <a:gd name="T20" fmla="*/ 40320 w 417"/>
                <a:gd name="T21" fmla="*/ 35488 h 417"/>
                <a:gd name="T22" fmla="*/ 8155 w 417"/>
                <a:gd name="T23" fmla="*/ 47617 h 417"/>
                <a:gd name="T24" fmla="*/ 0 w 417"/>
                <a:gd name="T25" fmla="*/ 63340 h 417"/>
                <a:gd name="T26" fmla="*/ 19933 w 417"/>
                <a:gd name="T27" fmla="*/ 91192 h 417"/>
                <a:gd name="T28" fmla="*/ 0 w 417"/>
                <a:gd name="T29" fmla="*/ 123536 h 417"/>
                <a:gd name="T30" fmla="*/ 8155 w 417"/>
                <a:gd name="T31" fmla="*/ 139258 h 417"/>
                <a:gd name="T32" fmla="*/ 40320 w 417"/>
                <a:gd name="T33" fmla="*/ 147344 h 417"/>
                <a:gd name="T34" fmla="*/ 48474 w 417"/>
                <a:gd name="T35" fmla="*/ 178790 h 417"/>
                <a:gd name="T36" fmla="*/ 68407 w 417"/>
                <a:gd name="T37" fmla="*/ 186876 h 417"/>
                <a:gd name="T38" fmla="*/ 96495 w 417"/>
                <a:gd name="T39" fmla="*/ 167110 h 417"/>
                <a:gd name="T40" fmla="*/ 124583 w 417"/>
                <a:gd name="T41" fmla="*/ 186876 h 417"/>
                <a:gd name="T42" fmla="*/ 144516 w 417"/>
                <a:gd name="T43" fmla="*/ 178790 h 417"/>
                <a:gd name="T44" fmla="*/ 152671 w 417"/>
                <a:gd name="T45" fmla="*/ 147344 h 417"/>
                <a:gd name="T46" fmla="*/ 184836 w 417"/>
                <a:gd name="T47" fmla="*/ 139258 h 417"/>
                <a:gd name="T48" fmla="*/ 188460 w 417"/>
                <a:gd name="T49" fmla="*/ 119043 h 417"/>
                <a:gd name="T50" fmla="*/ 172604 w 417"/>
                <a:gd name="T51" fmla="*/ 91192 h 417"/>
                <a:gd name="T52" fmla="*/ 96495 w 417"/>
                <a:gd name="T53" fmla="*/ 131172 h 417"/>
                <a:gd name="T54" fmla="*/ 96495 w 417"/>
                <a:gd name="T55" fmla="*/ 131172 h 417"/>
                <a:gd name="T56" fmla="*/ 56629 w 417"/>
                <a:gd name="T57" fmla="*/ 91192 h 417"/>
                <a:gd name="T58" fmla="*/ 96495 w 417"/>
                <a:gd name="T59" fmla="*/ 51660 h 417"/>
                <a:gd name="T60" fmla="*/ 136362 w 417"/>
                <a:gd name="T61" fmla="*/ 91192 h 417"/>
                <a:gd name="T62" fmla="*/ 96495 w 417"/>
                <a:gd name="T63" fmla="*/ 131172 h 4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17" h="417">
                  <a:moveTo>
                    <a:pt x="381" y="203"/>
                  </a:moveTo>
                  <a:lnTo>
                    <a:pt x="381" y="203"/>
                  </a:lnTo>
                  <a:cubicBezTo>
                    <a:pt x="381" y="177"/>
                    <a:pt x="399" y="159"/>
                    <a:pt x="416" y="141"/>
                  </a:cubicBezTo>
                  <a:cubicBezTo>
                    <a:pt x="416" y="132"/>
                    <a:pt x="408" y="115"/>
                    <a:pt x="408" y="106"/>
                  </a:cubicBezTo>
                  <a:cubicBezTo>
                    <a:pt x="372" y="115"/>
                    <a:pt x="354" y="97"/>
                    <a:pt x="337" y="79"/>
                  </a:cubicBezTo>
                  <a:cubicBezTo>
                    <a:pt x="319" y="62"/>
                    <a:pt x="310" y="44"/>
                    <a:pt x="319" y="17"/>
                  </a:cubicBezTo>
                  <a:cubicBezTo>
                    <a:pt x="310" y="9"/>
                    <a:pt x="293" y="0"/>
                    <a:pt x="275" y="0"/>
                  </a:cubicBezTo>
                  <a:cubicBezTo>
                    <a:pt x="266" y="17"/>
                    <a:pt x="240" y="35"/>
                    <a:pt x="213" y="35"/>
                  </a:cubicBezTo>
                  <a:cubicBezTo>
                    <a:pt x="187" y="35"/>
                    <a:pt x="160" y="17"/>
                    <a:pt x="151" y="0"/>
                  </a:cubicBezTo>
                  <a:cubicBezTo>
                    <a:pt x="133" y="0"/>
                    <a:pt x="116" y="9"/>
                    <a:pt x="107" y="17"/>
                  </a:cubicBezTo>
                  <a:cubicBezTo>
                    <a:pt x="116" y="44"/>
                    <a:pt x="107" y="62"/>
                    <a:pt x="89" y="79"/>
                  </a:cubicBezTo>
                  <a:cubicBezTo>
                    <a:pt x="72" y="97"/>
                    <a:pt x="44" y="115"/>
                    <a:pt x="18" y="106"/>
                  </a:cubicBezTo>
                  <a:cubicBezTo>
                    <a:pt x="18" y="115"/>
                    <a:pt x="9" y="132"/>
                    <a:pt x="0" y="141"/>
                  </a:cubicBezTo>
                  <a:cubicBezTo>
                    <a:pt x="27" y="159"/>
                    <a:pt x="44" y="177"/>
                    <a:pt x="44" y="203"/>
                  </a:cubicBezTo>
                  <a:cubicBezTo>
                    <a:pt x="44" y="230"/>
                    <a:pt x="27" y="256"/>
                    <a:pt x="0" y="275"/>
                  </a:cubicBezTo>
                  <a:cubicBezTo>
                    <a:pt x="9" y="283"/>
                    <a:pt x="18" y="301"/>
                    <a:pt x="18" y="310"/>
                  </a:cubicBezTo>
                  <a:cubicBezTo>
                    <a:pt x="44" y="310"/>
                    <a:pt x="72" y="310"/>
                    <a:pt x="89" y="328"/>
                  </a:cubicBezTo>
                  <a:cubicBezTo>
                    <a:pt x="107" y="345"/>
                    <a:pt x="116" y="372"/>
                    <a:pt x="107" y="398"/>
                  </a:cubicBezTo>
                  <a:cubicBezTo>
                    <a:pt x="116" y="407"/>
                    <a:pt x="133" y="407"/>
                    <a:pt x="151" y="416"/>
                  </a:cubicBezTo>
                  <a:cubicBezTo>
                    <a:pt x="160" y="389"/>
                    <a:pt x="187" y="372"/>
                    <a:pt x="213" y="372"/>
                  </a:cubicBezTo>
                  <a:cubicBezTo>
                    <a:pt x="240" y="372"/>
                    <a:pt x="266" y="389"/>
                    <a:pt x="275" y="416"/>
                  </a:cubicBezTo>
                  <a:cubicBezTo>
                    <a:pt x="293" y="407"/>
                    <a:pt x="310" y="407"/>
                    <a:pt x="319" y="398"/>
                  </a:cubicBezTo>
                  <a:cubicBezTo>
                    <a:pt x="310" y="372"/>
                    <a:pt x="319" y="345"/>
                    <a:pt x="337" y="328"/>
                  </a:cubicBezTo>
                  <a:cubicBezTo>
                    <a:pt x="354" y="310"/>
                    <a:pt x="372" y="301"/>
                    <a:pt x="408" y="310"/>
                  </a:cubicBezTo>
                  <a:cubicBezTo>
                    <a:pt x="408" y="292"/>
                    <a:pt x="416" y="283"/>
                    <a:pt x="416" y="265"/>
                  </a:cubicBezTo>
                  <a:cubicBezTo>
                    <a:pt x="399" y="256"/>
                    <a:pt x="381" y="230"/>
                    <a:pt x="381" y="203"/>
                  </a:cubicBezTo>
                  <a:close/>
                  <a:moveTo>
                    <a:pt x="213" y="292"/>
                  </a:moveTo>
                  <a:lnTo>
                    <a:pt x="213" y="292"/>
                  </a:lnTo>
                  <a:cubicBezTo>
                    <a:pt x="160" y="292"/>
                    <a:pt x="125" y="256"/>
                    <a:pt x="125" y="203"/>
                  </a:cubicBezTo>
                  <a:cubicBezTo>
                    <a:pt x="125" y="159"/>
                    <a:pt x="160" y="115"/>
                    <a:pt x="213" y="115"/>
                  </a:cubicBezTo>
                  <a:cubicBezTo>
                    <a:pt x="266" y="115"/>
                    <a:pt x="301" y="159"/>
                    <a:pt x="301" y="203"/>
                  </a:cubicBezTo>
                  <a:cubicBezTo>
                    <a:pt x="301" y="256"/>
                    <a:pt x="266" y="292"/>
                    <a:pt x="213" y="292"/>
                  </a:cubicBezTo>
                  <a:close/>
                </a:path>
              </a:pathLst>
            </a:custGeom>
            <a:noFill/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D9D9D9"/>
                </a:solidFill>
                <a:effectLst/>
                <a:uLnTx/>
                <a:uFillTx/>
                <a:latin typeface="Arial" charset="0"/>
                <a:ea typeface="方正兰亭黑_GBK" panose="02000000000000000000" pitchFamily="2" charset="-122"/>
                <a:cs typeface="+mn-cs"/>
              </a:endParaRPr>
            </a:p>
          </p:txBody>
        </p:sp>
      </p:grpSp>
      <p:sp>
        <p:nvSpPr>
          <p:cNvPr id="8" name="TextBox 212">
            <a:extLst>
              <a:ext uri="{FF2B5EF4-FFF2-40B4-BE49-F238E27FC236}">
                <a16:creationId xmlns:a16="http://schemas.microsoft.com/office/drawing/2014/main" id="{CA821A3D-1AA2-0701-A9BF-6F05F70A41C5}"/>
              </a:ext>
            </a:extLst>
          </p:cNvPr>
          <p:cNvSpPr txBox="1"/>
          <p:nvPr/>
        </p:nvSpPr>
        <p:spPr>
          <a:xfrm>
            <a:off x="5015834" y="2353036"/>
            <a:ext cx="1867954" cy="4534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>
              <a:lnSpc>
                <a:spcPct val="130000"/>
              </a:lnSpc>
            </a:pP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前期工作总结</a:t>
            </a:r>
            <a:endParaRPr 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TextBox 213">
            <a:extLst>
              <a:ext uri="{FF2B5EF4-FFF2-40B4-BE49-F238E27FC236}">
                <a16:creationId xmlns:a16="http://schemas.microsoft.com/office/drawing/2014/main" id="{491A1519-C951-649E-58BB-4C0927EAE291}"/>
              </a:ext>
            </a:extLst>
          </p:cNvPr>
          <p:cNvSpPr txBox="1"/>
          <p:nvPr/>
        </p:nvSpPr>
        <p:spPr>
          <a:xfrm>
            <a:off x="4983057" y="2719003"/>
            <a:ext cx="2655749" cy="3270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>
              <a:lnSpc>
                <a:spcPct val="130000"/>
              </a:lnSpc>
            </a:pPr>
            <a:r>
              <a:rPr lang="zh-CN" altLang="en-US" sz="1300" dirty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在这里添加标题二正文及内容</a:t>
            </a:r>
          </a:p>
        </p:txBody>
      </p:sp>
      <p:cxnSp>
        <p:nvCxnSpPr>
          <p:cNvPr id="10" name="Straight Arrow Connector 247">
            <a:extLst>
              <a:ext uri="{FF2B5EF4-FFF2-40B4-BE49-F238E27FC236}">
                <a16:creationId xmlns:a16="http://schemas.microsoft.com/office/drawing/2014/main" id="{AB93C200-96D7-61B3-434E-6619CF589692}"/>
              </a:ext>
            </a:extLst>
          </p:cNvPr>
          <p:cNvCxnSpPr>
            <a:cxnSpLocks/>
          </p:cNvCxnSpPr>
          <p:nvPr/>
        </p:nvCxnSpPr>
        <p:spPr>
          <a:xfrm>
            <a:off x="4541059" y="2832869"/>
            <a:ext cx="346055" cy="0"/>
          </a:xfrm>
          <a:prstGeom prst="straightConnector1">
            <a:avLst/>
          </a:prstGeom>
          <a:noFill/>
          <a:ln w="19050" cap="flat" cmpd="sng" algn="ctr">
            <a:solidFill>
              <a:sysClr val="window" lastClr="FFFFFF">
                <a:lumMod val="85000"/>
              </a:sysClr>
            </a:solidFill>
            <a:prstDash val="dash"/>
            <a:miter lim="800000"/>
            <a:headEnd type="none" w="sm" len="sm"/>
            <a:tailEnd type="oval" w="sm" len="sm"/>
          </a:ln>
          <a:effectLst/>
        </p:spPr>
      </p:cxnSp>
      <p:grpSp>
        <p:nvGrpSpPr>
          <p:cNvPr id="11" name="Group 24">
            <a:extLst>
              <a:ext uri="{FF2B5EF4-FFF2-40B4-BE49-F238E27FC236}">
                <a16:creationId xmlns:a16="http://schemas.microsoft.com/office/drawing/2014/main" id="{37B447B5-DFE7-3FF6-4E4C-48380E112606}"/>
              </a:ext>
            </a:extLst>
          </p:cNvPr>
          <p:cNvGrpSpPr/>
          <p:nvPr/>
        </p:nvGrpSpPr>
        <p:grpSpPr>
          <a:xfrm>
            <a:off x="4133146" y="2634455"/>
            <a:ext cx="353287" cy="396829"/>
            <a:chOff x="6672514" y="2864905"/>
            <a:chExt cx="509822" cy="572658"/>
          </a:xfrm>
        </p:grpSpPr>
        <p:sp>
          <p:nvSpPr>
            <p:cNvPr id="12" name="Freeform: Shape 197">
              <a:extLst>
                <a:ext uri="{FF2B5EF4-FFF2-40B4-BE49-F238E27FC236}">
                  <a16:creationId xmlns:a16="http://schemas.microsoft.com/office/drawing/2014/main" id="{04A93CE2-1ED9-CF38-2D8F-F3F48D4932EB}"/>
                </a:ext>
              </a:extLst>
            </p:cNvPr>
            <p:cNvSpPr/>
            <p:nvPr/>
          </p:nvSpPr>
          <p:spPr>
            <a:xfrm>
              <a:off x="6672514" y="2864905"/>
              <a:ext cx="509822" cy="572658"/>
            </a:xfrm>
            <a:custGeom>
              <a:avLst/>
              <a:gdLst>
                <a:gd name="connsiteX0" fmla="*/ 1263423 w 2526846"/>
                <a:gd name="connsiteY0" fmla="*/ 0 h 2838291"/>
                <a:gd name="connsiteX1" fmla="*/ 1396808 w 2526846"/>
                <a:gd name="connsiteY1" fmla="*/ 31204 h 2838291"/>
                <a:gd name="connsiteX2" fmla="*/ 2361449 w 2526846"/>
                <a:gd name="connsiteY2" fmla="*/ 513410 h 2838291"/>
                <a:gd name="connsiteX3" fmla="*/ 2526846 w 2526846"/>
                <a:gd name="connsiteY3" fmla="*/ 781183 h 2838291"/>
                <a:gd name="connsiteX4" fmla="*/ 2526846 w 2526846"/>
                <a:gd name="connsiteY4" fmla="*/ 2057108 h 2838291"/>
                <a:gd name="connsiteX5" fmla="*/ 2361449 w 2526846"/>
                <a:gd name="connsiteY5" fmla="*/ 2324881 h 2838291"/>
                <a:gd name="connsiteX6" fmla="*/ 1396808 w 2526846"/>
                <a:gd name="connsiteY6" fmla="*/ 2807087 h 2838291"/>
                <a:gd name="connsiteX7" fmla="*/ 1130038 w 2526846"/>
                <a:gd name="connsiteY7" fmla="*/ 2807087 h 2838291"/>
                <a:gd name="connsiteX8" fmla="*/ 165398 w 2526846"/>
                <a:gd name="connsiteY8" fmla="*/ 2324881 h 2838291"/>
                <a:gd name="connsiteX9" fmla="*/ 0 w 2526846"/>
                <a:gd name="connsiteY9" fmla="*/ 2057108 h 2838291"/>
                <a:gd name="connsiteX10" fmla="*/ 0 w 2526846"/>
                <a:gd name="connsiteY10" fmla="*/ 781183 h 2838291"/>
                <a:gd name="connsiteX11" fmla="*/ 165398 w 2526846"/>
                <a:gd name="connsiteY11" fmla="*/ 513410 h 2838291"/>
                <a:gd name="connsiteX12" fmla="*/ 1130038 w 2526846"/>
                <a:gd name="connsiteY12" fmla="*/ 31204 h 2838291"/>
                <a:gd name="connsiteX13" fmla="*/ 1263423 w 2526846"/>
                <a:gd name="connsiteY13" fmla="*/ 0 h 2838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26846" h="2838291">
                  <a:moveTo>
                    <a:pt x="1263423" y="0"/>
                  </a:moveTo>
                  <a:cubicBezTo>
                    <a:pt x="1309041" y="0"/>
                    <a:pt x="1354659" y="10401"/>
                    <a:pt x="1396808" y="31204"/>
                  </a:cubicBezTo>
                  <a:cubicBezTo>
                    <a:pt x="1396808" y="31204"/>
                    <a:pt x="1396808" y="31204"/>
                    <a:pt x="2361449" y="513410"/>
                  </a:cubicBezTo>
                  <a:cubicBezTo>
                    <a:pt x="2462821" y="564618"/>
                    <a:pt x="2526846" y="668100"/>
                    <a:pt x="2526846" y="781183"/>
                  </a:cubicBezTo>
                  <a:cubicBezTo>
                    <a:pt x="2526846" y="781183"/>
                    <a:pt x="2526846" y="781183"/>
                    <a:pt x="2526846" y="2057108"/>
                  </a:cubicBezTo>
                  <a:cubicBezTo>
                    <a:pt x="2526846" y="2170191"/>
                    <a:pt x="2462821" y="2273674"/>
                    <a:pt x="2361449" y="2324881"/>
                  </a:cubicBezTo>
                  <a:cubicBezTo>
                    <a:pt x="2361449" y="2324881"/>
                    <a:pt x="2361449" y="2324881"/>
                    <a:pt x="1396808" y="2807087"/>
                  </a:cubicBezTo>
                  <a:cubicBezTo>
                    <a:pt x="1312509" y="2848693"/>
                    <a:pt x="1214337" y="2848693"/>
                    <a:pt x="1130038" y="2807087"/>
                  </a:cubicBezTo>
                  <a:cubicBezTo>
                    <a:pt x="1130038" y="2807087"/>
                    <a:pt x="1130038" y="2807087"/>
                    <a:pt x="165398" y="2324881"/>
                  </a:cubicBezTo>
                  <a:cubicBezTo>
                    <a:pt x="64025" y="2273674"/>
                    <a:pt x="0" y="2170191"/>
                    <a:pt x="0" y="2057108"/>
                  </a:cubicBezTo>
                  <a:cubicBezTo>
                    <a:pt x="0" y="2057108"/>
                    <a:pt x="0" y="2057108"/>
                    <a:pt x="0" y="781183"/>
                  </a:cubicBezTo>
                  <a:cubicBezTo>
                    <a:pt x="0" y="668100"/>
                    <a:pt x="64025" y="564618"/>
                    <a:pt x="165398" y="513410"/>
                  </a:cubicBezTo>
                  <a:cubicBezTo>
                    <a:pt x="165398" y="513410"/>
                    <a:pt x="165398" y="513410"/>
                    <a:pt x="1130038" y="31204"/>
                  </a:cubicBezTo>
                  <a:cubicBezTo>
                    <a:pt x="1172188" y="10401"/>
                    <a:pt x="1217806" y="0"/>
                    <a:pt x="1263423" y="0"/>
                  </a:cubicBezTo>
                  <a:close/>
                </a:path>
              </a:pathLst>
            </a:custGeom>
            <a:noFill/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D9D9D9"/>
                </a:solidFill>
                <a:effectLst/>
                <a:uLnTx/>
                <a:uFillTx/>
                <a:latin typeface="Arial" charset="0"/>
                <a:ea typeface="方正兰亭黑_GBK" panose="02000000000000000000" pitchFamily="2" charset="-122"/>
                <a:cs typeface="+mn-cs"/>
              </a:endParaRPr>
            </a:p>
          </p:txBody>
        </p:sp>
        <p:sp>
          <p:nvSpPr>
            <p:cNvPr id="13" name="Freeform 111">
              <a:extLst>
                <a:ext uri="{FF2B5EF4-FFF2-40B4-BE49-F238E27FC236}">
                  <a16:creationId xmlns:a16="http://schemas.microsoft.com/office/drawing/2014/main" id="{765EFAB2-43B3-1A62-BA37-D636B70E6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5811" y="3051843"/>
              <a:ext cx="163228" cy="198783"/>
            </a:xfrm>
            <a:custGeom>
              <a:avLst/>
              <a:gdLst>
                <a:gd name="T0" fmla="*/ 156272 w 355"/>
                <a:gd name="T1" fmla="*/ 127033 h 435"/>
                <a:gd name="T2" fmla="*/ 156272 w 355"/>
                <a:gd name="T3" fmla="*/ 127033 h 435"/>
                <a:gd name="T4" fmla="*/ 80394 w 355"/>
                <a:gd name="T5" fmla="*/ 154863 h 435"/>
                <a:gd name="T6" fmla="*/ 4065 w 355"/>
                <a:gd name="T7" fmla="*/ 127033 h 435"/>
                <a:gd name="T8" fmla="*/ 0 w 355"/>
                <a:gd name="T9" fmla="*/ 127033 h 435"/>
                <a:gd name="T10" fmla="*/ 0 w 355"/>
                <a:gd name="T11" fmla="*/ 150823 h 435"/>
                <a:gd name="T12" fmla="*/ 80394 w 355"/>
                <a:gd name="T13" fmla="*/ 194813 h 435"/>
                <a:gd name="T14" fmla="*/ 159885 w 355"/>
                <a:gd name="T15" fmla="*/ 150823 h 435"/>
                <a:gd name="T16" fmla="*/ 159885 w 355"/>
                <a:gd name="T17" fmla="*/ 127033 h 435"/>
                <a:gd name="T18" fmla="*/ 156272 w 355"/>
                <a:gd name="T19" fmla="*/ 127033 h 435"/>
                <a:gd name="T20" fmla="*/ 156272 w 355"/>
                <a:gd name="T21" fmla="*/ 71821 h 435"/>
                <a:gd name="T22" fmla="*/ 156272 w 355"/>
                <a:gd name="T23" fmla="*/ 71821 h 435"/>
                <a:gd name="T24" fmla="*/ 80394 w 355"/>
                <a:gd name="T25" fmla="*/ 95611 h 435"/>
                <a:gd name="T26" fmla="*/ 4065 w 355"/>
                <a:gd name="T27" fmla="*/ 71821 h 435"/>
                <a:gd name="T28" fmla="*/ 0 w 355"/>
                <a:gd name="T29" fmla="*/ 71821 h 435"/>
                <a:gd name="T30" fmla="*/ 0 w 355"/>
                <a:gd name="T31" fmla="*/ 99651 h 435"/>
                <a:gd name="T32" fmla="*/ 80394 w 355"/>
                <a:gd name="T33" fmla="*/ 131072 h 435"/>
                <a:gd name="T34" fmla="*/ 159885 w 355"/>
                <a:gd name="T35" fmla="*/ 99651 h 435"/>
                <a:gd name="T36" fmla="*/ 159885 w 355"/>
                <a:gd name="T37" fmla="*/ 71821 h 435"/>
                <a:gd name="T38" fmla="*/ 156272 w 355"/>
                <a:gd name="T39" fmla="*/ 71821 h 435"/>
                <a:gd name="T40" fmla="*/ 80394 w 355"/>
                <a:gd name="T41" fmla="*/ 0 h 435"/>
                <a:gd name="T42" fmla="*/ 80394 w 355"/>
                <a:gd name="T43" fmla="*/ 0 h 435"/>
                <a:gd name="T44" fmla="*/ 0 w 355"/>
                <a:gd name="T45" fmla="*/ 27830 h 435"/>
                <a:gd name="T46" fmla="*/ 0 w 355"/>
                <a:gd name="T47" fmla="*/ 43541 h 435"/>
                <a:gd name="T48" fmla="*/ 80394 w 355"/>
                <a:gd name="T49" fmla="*/ 71821 h 435"/>
                <a:gd name="T50" fmla="*/ 159885 w 355"/>
                <a:gd name="T51" fmla="*/ 43541 h 435"/>
                <a:gd name="T52" fmla="*/ 159885 w 355"/>
                <a:gd name="T53" fmla="*/ 27830 h 435"/>
                <a:gd name="T54" fmla="*/ 80394 w 355"/>
                <a:gd name="T55" fmla="*/ 0 h 43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55" h="435">
                  <a:moveTo>
                    <a:pt x="346" y="283"/>
                  </a:moveTo>
                  <a:lnTo>
                    <a:pt x="346" y="283"/>
                  </a:lnTo>
                  <a:cubicBezTo>
                    <a:pt x="328" y="319"/>
                    <a:pt x="257" y="345"/>
                    <a:pt x="178" y="345"/>
                  </a:cubicBezTo>
                  <a:cubicBezTo>
                    <a:pt x="97" y="345"/>
                    <a:pt x="36" y="319"/>
                    <a:pt x="9" y="283"/>
                  </a:cubicBezTo>
                  <a:cubicBezTo>
                    <a:pt x="9" y="275"/>
                    <a:pt x="0" y="283"/>
                    <a:pt x="0" y="283"/>
                  </a:cubicBezTo>
                  <a:cubicBezTo>
                    <a:pt x="0" y="292"/>
                    <a:pt x="0" y="336"/>
                    <a:pt x="0" y="336"/>
                  </a:cubicBezTo>
                  <a:cubicBezTo>
                    <a:pt x="0" y="381"/>
                    <a:pt x="80" y="434"/>
                    <a:pt x="178" y="434"/>
                  </a:cubicBezTo>
                  <a:cubicBezTo>
                    <a:pt x="275" y="434"/>
                    <a:pt x="354" y="381"/>
                    <a:pt x="354" y="336"/>
                  </a:cubicBezTo>
                  <a:cubicBezTo>
                    <a:pt x="354" y="336"/>
                    <a:pt x="354" y="292"/>
                    <a:pt x="354" y="283"/>
                  </a:cubicBezTo>
                  <a:cubicBezTo>
                    <a:pt x="354" y="283"/>
                    <a:pt x="346" y="275"/>
                    <a:pt x="346" y="283"/>
                  </a:cubicBezTo>
                  <a:close/>
                  <a:moveTo>
                    <a:pt x="346" y="160"/>
                  </a:moveTo>
                  <a:lnTo>
                    <a:pt x="346" y="160"/>
                  </a:lnTo>
                  <a:cubicBezTo>
                    <a:pt x="328" y="186"/>
                    <a:pt x="257" y="213"/>
                    <a:pt x="178" y="213"/>
                  </a:cubicBezTo>
                  <a:cubicBezTo>
                    <a:pt x="97" y="213"/>
                    <a:pt x="36" y="186"/>
                    <a:pt x="9" y="160"/>
                  </a:cubicBezTo>
                  <a:cubicBezTo>
                    <a:pt x="9" y="151"/>
                    <a:pt x="0" y="160"/>
                    <a:pt x="0" y="160"/>
                  </a:cubicBezTo>
                  <a:lnTo>
                    <a:pt x="0" y="222"/>
                  </a:lnTo>
                  <a:cubicBezTo>
                    <a:pt x="0" y="257"/>
                    <a:pt x="80" y="292"/>
                    <a:pt x="178" y="292"/>
                  </a:cubicBezTo>
                  <a:cubicBezTo>
                    <a:pt x="275" y="292"/>
                    <a:pt x="354" y="257"/>
                    <a:pt x="354" y="222"/>
                  </a:cubicBezTo>
                  <a:lnTo>
                    <a:pt x="354" y="160"/>
                  </a:lnTo>
                  <a:cubicBezTo>
                    <a:pt x="354" y="160"/>
                    <a:pt x="346" y="151"/>
                    <a:pt x="346" y="160"/>
                  </a:cubicBezTo>
                  <a:close/>
                  <a:moveTo>
                    <a:pt x="178" y="0"/>
                  </a:moveTo>
                  <a:lnTo>
                    <a:pt x="178" y="0"/>
                  </a:lnTo>
                  <a:cubicBezTo>
                    <a:pt x="80" y="0"/>
                    <a:pt x="0" y="26"/>
                    <a:pt x="0" y="62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33"/>
                    <a:pt x="80" y="160"/>
                    <a:pt x="178" y="160"/>
                  </a:cubicBezTo>
                  <a:cubicBezTo>
                    <a:pt x="275" y="160"/>
                    <a:pt x="354" y="133"/>
                    <a:pt x="354" y="97"/>
                  </a:cubicBezTo>
                  <a:cubicBezTo>
                    <a:pt x="354" y="62"/>
                    <a:pt x="354" y="62"/>
                    <a:pt x="354" y="62"/>
                  </a:cubicBezTo>
                  <a:cubicBezTo>
                    <a:pt x="354" y="26"/>
                    <a:pt x="275" y="0"/>
                    <a:pt x="178" y="0"/>
                  </a:cubicBezTo>
                  <a:close/>
                </a:path>
              </a:pathLst>
            </a:custGeom>
            <a:noFill/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D9D9D9"/>
                </a:solidFill>
                <a:effectLst/>
                <a:uLnTx/>
                <a:uFillTx/>
                <a:latin typeface="Arial" charset="0"/>
                <a:ea typeface="方正兰亭黑_GBK" panose="02000000000000000000" pitchFamily="2" charset="-122"/>
                <a:cs typeface="+mn-cs"/>
              </a:endParaRPr>
            </a:p>
          </p:txBody>
        </p:sp>
      </p:grpSp>
      <p:sp>
        <p:nvSpPr>
          <p:cNvPr id="14" name="TextBox 227">
            <a:extLst>
              <a:ext uri="{FF2B5EF4-FFF2-40B4-BE49-F238E27FC236}">
                <a16:creationId xmlns:a16="http://schemas.microsoft.com/office/drawing/2014/main" id="{C6D920FB-C9F3-93A7-15F1-C547714180E1}"/>
              </a:ext>
            </a:extLst>
          </p:cNvPr>
          <p:cNvSpPr txBox="1"/>
          <p:nvPr/>
        </p:nvSpPr>
        <p:spPr>
          <a:xfrm>
            <a:off x="1150384" y="3553614"/>
            <a:ext cx="1836598" cy="4534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r" defTabSz="914400">
              <a:lnSpc>
                <a:spcPct val="130000"/>
              </a:lnSpc>
            </a:pP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重点问题分析</a:t>
            </a:r>
            <a:endParaRPr 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Box 228">
            <a:extLst>
              <a:ext uri="{FF2B5EF4-FFF2-40B4-BE49-F238E27FC236}">
                <a16:creationId xmlns:a16="http://schemas.microsoft.com/office/drawing/2014/main" id="{1106BA2F-BAC8-DA7F-879C-7B2DD473C400}"/>
              </a:ext>
            </a:extLst>
          </p:cNvPr>
          <p:cNvSpPr txBox="1"/>
          <p:nvPr/>
        </p:nvSpPr>
        <p:spPr>
          <a:xfrm>
            <a:off x="461928" y="3936107"/>
            <a:ext cx="2529225" cy="3270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400">
              <a:lnSpc>
                <a:spcPct val="130000"/>
              </a:lnSpc>
            </a:pPr>
            <a:r>
              <a:rPr lang="zh-CN" altLang="en-US" sz="1300" dirty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在这里添加标题三正文及内容</a:t>
            </a:r>
          </a:p>
        </p:txBody>
      </p:sp>
      <p:cxnSp>
        <p:nvCxnSpPr>
          <p:cNvPr id="16" name="Straight Arrow Connector 241">
            <a:extLst>
              <a:ext uri="{FF2B5EF4-FFF2-40B4-BE49-F238E27FC236}">
                <a16:creationId xmlns:a16="http://schemas.microsoft.com/office/drawing/2014/main" id="{A888C9C0-42B2-B627-EED3-FFE1DE37C5F8}"/>
              </a:ext>
            </a:extLst>
          </p:cNvPr>
          <p:cNvCxnSpPr>
            <a:cxnSpLocks/>
          </p:cNvCxnSpPr>
          <p:nvPr/>
        </p:nvCxnSpPr>
        <p:spPr>
          <a:xfrm flipH="1">
            <a:off x="3008839" y="3996630"/>
            <a:ext cx="346055" cy="0"/>
          </a:xfrm>
          <a:prstGeom prst="straightConnector1">
            <a:avLst/>
          </a:prstGeom>
          <a:noFill/>
          <a:ln w="19050" cap="flat" cmpd="sng" algn="ctr">
            <a:solidFill>
              <a:sysClr val="window" lastClr="FFFFFF">
                <a:lumMod val="85000"/>
              </a:sysClr>
            </a:solidFill>
            <a:prstDash val="dash"/>
            <a:miter lim="800000"/>
            <a:headEnd type="none" w="sm" len="sm"/>
            <a:tailEnd type="oval" w="sm" len="sm"/>
          </a:ln>
          <a:effectLst/>
        </p:spPr>
      </p:cxnSp>
      <p:grpSp>
        <p:nvGrpSpPr>
          <p:cNvPr id="17" name="Group 26">
            <a:extLst>
              <a:ext uri="{FF2B5EF4-FFF2-40B4-BE49-F238E27FC236}">
                <a16:creationId xmlns:a16="http://schemas.microsoft.com/office/drawing/2014/main" id="{1E22CDDA-4165-3F0B-0A63-4D7C83817018}"/>
              </a:ext>
            </a:extLst>
          </p:cNvPr>
          <p:cNvGrpSpPr/>
          <p:nvPr/>
        </p:nvGrpSpPr>
        <p:grpSpPr>
          <a:xfrm>
            <a:off x="3380384" y="3799655"/>
            <a:ext cx="353287" cy="396829"/>
            <a:chOff x="4481140" y="3932890"/>
            <a:chExt cx="509822" cy="572658"/>
          </a:xfrm>
        </p:grpSpPr>
        <p:sp>
          <p:nvSpPr>
            <p:cNvPr id="18" name="Freeform: Shape 186">
              <a:extLst>
                <a:ext uri="{FF2B5EF4-FFF2-40B4-BE49-F238E27FC236}">
                  <a16:creationId xmlns:a16="http://schemas.microsoft.com/office/drawing/2014/main" id="{D8C08645-BB10-1EE5-6D0E-F84EBA9D64F8}"/>
                </a:ext>
              </a:extLst>
            </p:cNvPr>
            <p:cNvSpPr/>
            <p:nvPr/>
          </p:nvSpPr>
          <p:spPr>
            <a:xfrm>
              <a:off x="4481140" y="3932890"/>
              <a:ext cx="509822" cy="572658"/>
            </a:xfrm>
            <a:custGeom>
              <a:avLst/>
              <a:gdLst>
                <a:gd name="connsiteX0" fmla="*/ 1263423 w 2526846"/>
                <a:gd name="connsiteY0" fmla="*/ 0 h 2838291"/>
                <a:gd name="connsiteX1" fmla="*/ 1396808 w 2526846"/>
                <a:gd name="connsiteY1" fmla="*/ 31204 h 2838291"/>
                <a:gd name="connsiteX2" fmla="*/ 2361449 w 2526846"/>
                <a:gd name="connsiteY2" fmla="*/ 513410 h 2838291"/>
                <a:gd name="connsiteX3" fmla="*/ 2526846 w 2526846"/>
                <a:gd name="connsiteY3" fmla="*/ 781183 h 2838291"/>
                <a:gd name="connsiteX4" fmla="*/ 2526846 w 2526846"/>
                <a:gd name="connsiteY4" fmla="*/ 2057108 h 2838291"/>
                <a:gd name="connsiteX5" fmla="*/ 2361449 w 2526846"/>
                <a:gd name="connsiteY5" fmla="*/ 2324881 h 2838291"/>
                <a:gd name="connsiteX6" fmla="*/ 1396808 w 2526846"/>
                <a:gd name="connsiteY6" fmla="*/ 2807087 h 2838291"/>
                <a:gd name="connsiteX7" fmla="*/ 1130038 w 2526846"/>
                <a:gd name="connsiteY7" fmla="*/ 2807087 h 2838291"/>
                <a:gd name="connsiteX8" fmla="*/ 165398 w 2526846"/>
                <a:gd name="connsiteY8" fmla="*/ 2324881 h 2838291"/>
                <a:gd name="connsiteX9" fmla="*/ 0 w 2526846"/>
                <a:gd name="connsiteY9" fmla="*/ 2057108 h 2838291"/>
                <a:gd name="connsiteX10" fmla="*/ 0 w 2526846"/>
                <a:gd name="connsiteY10" fmla="*/ 781183 h 2838291"/>
                <a:gd name="connsiteX11" fmla="*/ 165398 w 2526846"/>
                <a:gd name="connsiteY11" fmla="*/ 513410 h 2838291"/>
                <a:gd name="connsiteX12" fmla="*/ 1130038 w 2526846"/>
                <a:gd name="connsiteY12" fmla="*/ 31204 h 2838291"/>
                <a:gd name="connsiteX13" fmla="*/ 1263423 w 2526846"/>
                <a:gd name="connsiteY13" fmla="*/ 0 h 2838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26846" h="2838291">
                  <a:moveTo>
                    <a:pt x="1263423" y="0"/>
                  </a:moveTo>
                  <a:cubicBezTo>
                    <a:pt x="1309041" y="0"/>
                    <a:pt x="1354659" y="10401"/>
                    <a:pt x="1396808" y="31204"/>
                  </a:cubicBezTo>
                  <a:cubicBezTo>
                    <a:pt x="1396808" y="31204"/>
                    <a:pt x="1396808" y="31204"/>
                    <a:pt x="2361449" y="513410"/>
                  </a:cubicBezTo>
                  <a:cubicBezTo>
                    <a:pt x="2462821" y="564618"/>
                    <a:pt x="2526846" y="668100"/>
                    <a:pt x="2526846" y="781183"/>
                  </a:cubicBezTo>
                  <a:cubicBezTo>
                    <a:pt x="2526846" y="781183"/>
                    <a:pt x="2526846" y="781183"/>
                    <a:pt x="2526846" y="2057108"/>
                  </a:cubicBezTo>
                  <a:cubicBezTo>
                    <a:pt x="2526846" y="2170191"/>
                    <a:pt x="2462821" y="2273674"/>
                    <a:pt x="2361449" y="2324881"/>
                  </a:cubicBezTo>
                  <a:cubicBezTo>
                    <a:pt x="2361449" y="2324881"/>
                    <a:pt x="2361449" y="2324881"/>
                    <a:pt x="1396808" y="2807087"/>
                  </a:cubicBezTo>
                  <a:cubicBezTo>
                    <a:pt x="1312509" y="2848693"/>
                    <a:pt x="1214337" y="2848693"/>
                    <a:pt x="1130038" y="2807087"/>
                  </a:cubicBezTo>
                  <a:cubicBezTo>
                    <a:pt x="1130038" y="2807087"/>
                    <a:pt x="1130038" y="2807087"/>
                    <a:pt x="165398" y="2324881"/>
                  </a:cubicBezTo>
                  <a:cubicBezTo>
                    <a:pt x="64025" y="2273674"/>
                    <a:pt x="0" y="2170191"/>
                    <a:pt x="0" y="2057108"/>
                  </a:cubicBezTo>
                  <a:cubicBezTo>
                    <a:pt x="0" y="2057108"/>
                    <a:pt x="0" y="2057108"/>
                    <a:pt x="0" y="781183"/>
                  </a:cubicBezTo>
                  <a:cubicBezTo>
                    <a:pt x="0" y="668100"/>
                    <a:pt x="64025" y="564618"/>
                    <a:pt x="165398" y="513410"/>
                  </a:cubicBezTo>
                  <a:cubicBezTo>
                    <a:pt x="165398" y="513410"/>
                    <a:pt x="165398" y="513410"/>
                    <a:pt x="1130038" y="31204"/>
                  </a:cubicBezTo>
                  <a:cubicBezTo>
                    <a:pt x="1172188" y="10401"/>
                    <a:pt x="1217806" y="0"/>
                    <a:pt x="1263423" y="0"/>
                  </a:cubicBezTo>
                  <a:close/>
                </a:path>
              </a:pathLst>
            </a:custGeom>
            <a:noFill/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D9D9D9"/>
                </a:solidFill>
                <a:effectLst/>
                <a:uLnTx/>
                <a:uFillTx/>
                <a:latin typeface="Arial" charset="0"/>
                <a:ea typeface="方正兰亭黑_GBK" panose="02000000000000000000" pitchFamily="2" charset="-122"/>
                <a:cs typeface="+mn-cs"/>
              </a:endParaRPr>
            </a:p>
          </p:txBody>
        </p:sp>
        <p:sp>
          <p:nvSpPr>
            <p:cNvPr id="19" name="Freeform 39">
              <a:extLst>
                <a:ext uri="{FF2B5EF4-FFF2-40B4-BE49-F238E27FC236}">
                  <a16:creationId xmlns:a16="http://schemas.microsoft.com/office/drawing/2014/main" id="{B5AAFF58-E963-3DCB-2A15-2AD172630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4235" y="4117403"/>
              <a:ext cx="203632" cy="203632"/>
            </a:xfrm>
            <a:custGeom>
              <a:avLst/>
              <a:gdLst>
                <a:gd name="T0" fmla="*/ 179752 w 444"/>
                <a:gd name="T1" fmla="*/ 23877 h 444"/>
                <a:gd name="T2" fmla="*/ 179752 w 444"/>
                <a:gd name="T3" fmla="*/ 23877 h 444"/>
                <a:gd name="T4" fmla="*/ 167589 w 444"/>
                <a:gd name="T5" fmla="*/ 23877 h 444"/>
                <a:gd name="T6" fmla="*/ 167589 w 444"/>
                <a:gd name="T7" fmla="*/ 44150 h 444"/>
                <a:gd name="T8" fmla="*/ 131998 w 444"/>
                <a:gd name="T9" fmla="*/ 44150 h 444"/>
                <a:gd name="T10" fmla="*/ 131998 w 444"/>
                <a:gd name="T11" fmla="*/ 23877 h 444"/>
                <a:gd name="T12" fmla="*/ 68027 w 444"/>
                <a:gd name="T13" fmla="*/ 23877 h 444"/>
                <a:gd name="T14" fmla="*/ 68027 w 444"/>
                <a:gd name="T15" fmla="*/ 44150 h 444"/>
                <a:gd name="T16" fmla="*/ 31986 w 444"/>
                <a:gd name="T17" fmla="*/ 44150 h 444"/>
                <a:gd name="T18" fmla="*/ 31986 w 444"/>
                <a:gd name="T19" fmla="*/ 23877 h 444"/>
                <a:gd name="T20" fmla="*/ 20273 w 444"/>
                <a:gd name="T21" fmla="*/ 23877 h 444"/>
                <a:gd name="T22" fmla="*/ 0 w 444"/>
                <a:gd name="T23" fmla="*/ 44150 h 444"/>
                <a:gd name="T24" fmla="*/ 0 w 444"/>
                <a:gd name="T25" fmla="*/ 179752 h 444"/>
                <a:gd name="T26" fmla="*/ 20273 w 444"/>
                <a:gd name="T27" fmla="*/ 199574 h 444"/>
                <a:gd name="T28" fmla="*/ 179752 w 444"/>
                <a:gd name="T29" fmla="*/ 199574 h 444"/>
                <a:gd name="T30" fmla="*/ 199574 w 444"/>
                <a:gd name="T31" fmla="*/ 179752 h 444"/>
                <a:gd name="T32" fmla="*/ 199574 w 444"/>
                <a:gd name="T33" fmla="*/ 44150 h 444"/>
                <a:gd name="T34" fmla="*/ 179752 w 444"/>
                <a:gd name="T35" fmla="*/ 23877 h 444"/>
                <a:gd name="T36" fmla="*/ 179752 w 444"/>
                <a:gd name="T37" fmla="*/ 179752 h 444"/>
                <a:gd name="T38" fmla="*/ 179752 w 444"/>
                <a:gd name="T39" fmla="*/ 179752 h 444"/>
                <a:gd name="T40" fmla="*/ 20273 w 444"/>
                <a:gd name="T41" fmla="*/ 179752 h 444"/>
                <a:gd name="T42" fmla="*/ 20273 w 444"/>
                <a:gd name="T43" fmla="*/ 88299 h 444"/>
                <a:gd name="T44" fmla="*/ 179752 w 444"/>
                <a:gd name="T45" fmla="*/ 88299 h 444"/>
                <a:gd name="T46" fmla="*/ 179752 w 444"/>
                <a:gd name="T47" fmla="*/ 179752 h 444"/>
                <a:gd name="T48" fmla="*/ 55863 w 444"/>
                <a:gd name="T49" fmla="*/ 0 h 444"/>
                <a:gd name="T50" fmla="*/ 55863 w 444"/>
                <a:gd name="T51" fmla="*/ 0 h 444"/>
                <a:gd name="T52" fmla="*/ 40095 w 444"/>
                <a:gd name="T53" fmla="*/ 0 h 444"/>
                <a:gd name="T54" fmla="*/ 40095 w 444"/>
                <a:gd name="T55" fmla="*/ 40095 h 444"/>
                <a:gd name="T56" fmla="*/ 55863 w 444"/>
                <a:gd name="T57" fmla="*/ 40095 h 444"/>
                <a:gd name="T58" fmla="*/ 55863 w 444"/>
                <a:gd name="T59" fmla="*/ 0 h 444"/>
                <a:gd name="T60" fmla="*/ 159479 w 444"/>
                <a:gd name="T61" fmla="*/ 0 h 444"/>
                <a:gd name="T62" fmla="*/ 159479 w 444"/>
                <a:gd name="T63" fmla="*/ 0 h 444"/>
                <a:gd name="T64" fmla="*/ 143712 w 444"/>
                <a:gd name="T65" fmla="*/ 0 h 444"/>
                <a:gd name="T66" fmla="*/ 143712 w 444"/>
                <a:gd name="T67" fmla="*/ 40095 h 444"/>
                <a:gd name="T68" fmla="*/ 159479 w 444"/>
                <a:gd name="T69" fmla="*/ 40095 h 444"/>
                <a:gd name="T70" fmla="*/ 159479 w 444"/>
                <a:gd name="T71" fmla="*/ 0 h 44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4" h="444">
                  <a:moveTo>
                    <a:pt x="399" y="53"/>
                  </a:moveTo>
                  <a:lnTo>
                    <a:pt x="399" y="53"/>
                  </a:lnTo>
                  <a:cubicBezTo>
                    <a:pt x="372" y="53"/>
                    <a:pt x="372" y="53"/>
                    <a:pt x="372" y="53"/>
                  </a:cubicBezTo>
                  <a:cubicBezTo>
                    <a:pt x="372" y="98"/>
                    <a:pt x="372" y="98"/>
                    <a:pt x="372" y="98"/>
                  </a:cubicBezTo>
                  <a:cubicBezTo>
                    <a:pt x="293" y="98"/>
                    <a:pt x="293" y="98"/>
                    <a:pt x="293" y="98"/>
                  </a:cubicBezTo>
                  <a:cubicBezTo>
                    <a:pt x="293" y="53"/>
                    <a:pt x="293" y="53"/>
                    <a:pt x="293" y="53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51" y="98"/>
                    <a:pt x="151" y="98"/>
                    <a:pt x="151" y="98"/>
                  </a:cubicBezTo>
                  <a:cubicBezTo>
                    <a:pt x="71" y="98"/>
                    <a:pt x="71" y="98"/>
                    <a:pt x="71" y="98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18" y="53"/>
                    <a:pt x="0" y="71"/>
                    <a:pt x="0" y="98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0" y="425"/>
                    <a:pt x="18" y="443"/>
                    <a:pt x="45" y="443"/>
                  </a:cubicBezTo>
                  <a:cubicBezTo>
                    <a:pt x="399" y="443"/>
                    <a:pt x="399" y="443"/>
                    <a:pt x="399" y="443"/>
                  </a:cubicBezTo>
                  <a:cubicBezTo>
                    <a:pt x="425" y="443"/>
                    <a:pt x="443" y="425"/>
                    <a:pt x="443" y="399"/>
                  </a:cubicBezTo>
                  <a:cubicBezTo>
                    <a:pt x="443" y="98"/>
                    <a:pt x="443" y="98"/>
                    <a:pt x="443" y="98"/>
                  </a:cubicBezTo>
                  <a:cubicBezTo>
                    <a:pt x="443" y="71"/>
                    <a:pt x="425" y="53"/>
                    <a:pt x="399" y="53"/>
                  </a:cubicBezTo>
                  <a:close/>
                  <a:moveTo>
                    <a:pt x="399" y="399"/>
                  </a:moveTo>
                  <a:lnTo>
                    <a:pt x="399" y="399"/>
                  </a:lnTo>
                  <a:cubicBezTo>
                    <a:pt x="45" y="399"/>
                    <a:pt x="45" y="399"/>
                    <a:pt x="45" y="399"/>
                  </a:cubicBezTo>
                  <a:cubicBezTo>
                    <a:pt x="45" y="196"/>
                    <a:pt x="45" y="196"/>
                    <a:pt x="45" y="196"/>
                  </a:cubicBezTo>
                  <a:cubicBezTo>
                    <a:pt x="399" y="196"/>
                    <a:pt x="399" y="196"/>
                    <a:pt x="399" y="196"/>
                  </a:cubicBezTo>
                  <a:lnTo>
                    <a:pt x="399" y="399"/>
                  </a:lnTo>
                  <a:close/>
                  <a:moveTo>
                    <a:pt x="124" y="0"/>
                  </a:moveTo>
                  <a:lnTo>
                    <a:pt x="124" y="0"/>
                  </a:lnTo>
                  <a:cubicBezTo>
                    <a:pt x="89" y="0"/>
                    <a:pt x="89" y="0"/>
                    <a:pt x="89" y="0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124" y="89"/>
                    <a:pt x="124" y="89"/>
                    <a:pt x="124" y="89"/>
                  </a:cubicBezTo>
                  <a:lnTo>
                    <a:pt x="124" y="0"/>
                  </a:lnTo>
                  <a:close/>
                  <a:moveTo>
                    <a:pt x="354" y="0"/>
                  </a:moveTo>
                  <a:lnTo>
                    <a:pt x="354" y="0"/>
                  </a:lnTo>
                  <a:cubicBezTo>
                    <a:pt x="319" y="0"/>
                    <a:pt x="319" y="0"/>
                    <a:pt x="319" y="0"/>
                  </a:cubicBezTo>
                  <a:cubicBezTo>
                    <a:pt x="319" y="89"/>
                    <a:pt x="319" y="89"/>
                    <a:pt x="319" y="89"/>
                  </a:cubicBezTo>
                  <a:cubicBezTo>
                    <a:pt x="354" y="89"/>
                    <a:pt x="354" y="89"/>
                    <a:pt x="354" y="89"/>
                  </a:cubicBezTo>
                  <a:lnTo>
                    <a:pt x="354" y="0"/>
                  </a:lnTo>
                  <a:close/>
                </a:path>
              </a:pathLst>
            </a:custGeom>
            <a:noFill/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D9D9D9"/>
                </a:solidFill>
                <a:effectLst/>
                <a:uLnTx/>
                <a:uFillTx/>
                <a:latin typeface="Arial" charset="0"/>
                <a:ea typeface="方正兰亭黑_GBK" panose="02000000000000000000" pitchFamily="2" charset="-122"/>
                <a:cs typeface="+mn-cs"/>
              </a:endParaRPr>
            </a:p>
          </p:txBody>
        </p:sp>
      </p:grpSp>
      <p:sp>
        <p:nvSpPr>
          <p:cNvPr id="20" name="TextBox 217">
            <a:extLst>
              <a:ext uri="{FF2B5EF4-FFF2-40B4-BE49-F238E27FC236}">
                <a16:creationId xmlns:a16="http://schemas.microsoft.com/office/drawing/2014/main" id="{F8EC9C0B-DFE0-DC93-DD0B-956A940EE547}"/>
              </a:ext>
            </a:extLst>
          </p:cNvPr>
          <p:cNvSpPr txBox="1"/>
          <p:nvPr/>
        </p:nvSpPr>
        <p:spPr>
          <a:xfrm>
            <a:off x="5015834" y="3553614"/>
            <a:ext cx="2113740" cy="4534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>
              <a:lnSpc>
                <a:spcPct val="130000"/>
              </a:lnSpc>
            </a:pP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重点问题分析</a:t>
            </a:r>
            <a:endParaRPr lang="en-US" altLang="zh-CN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Box 218">
            <a:extLst>
              <a:ext uri="{FF2B5EF4-FFF2-40B4-BE49-F238E27FC236}">
                <a16:creationId xmlns:a16="http://schemas.microsoft.com/office/drawing/2014/main" id="{71A17270-E9EF-CB7B-80FF-512183909C56}"/>
              </a:ext>
            </a:extLst>
          </p:cNvPr>
          <p:cNvSpPr txBox="1"/>
          <p:nvPr/>
        </p:nvSpPr>
        <p:spPr>
          <a:xfrm>
            <a:off x="4983057" y="3936107"/>
            <a:ext cx="2529225" cy="3270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>
              <a:lnSpc>
                <a:spcPct val="130000"/>
              </a:lnSpc>
            </a:pPr>
            <a:r>
              <a:rPr lang="zh-CN" altLang="en-US" sz="1300" dirty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在这里添加标题四正文及内容</a:t>
            </a:r>
          </a:p>
        </p:txBody>
      </p:sp>
      <p:cxnSp>
        <p:nvCxnSpPr>
          <p:cNvPr id="22" name="Straight Arrow Connector 246">
            <a:extLst>
              <a:ext uri="{FF2B5EF4-FFF2-40B4-BE49-F238E27FC236}">
                <a16:creationId xmlns:a16="http://schemas.microsoft.com/office/drawing/2014/main" id="{4FDC0B00-EA02-D7F0-05D3-A3D5AD9CDD37}"/>
              </a:ext>
            </a:extLst>
          </p:cNvPr>
          <p:cNvCxnSpPr>
            <a:cxnSpLocks/>
          </p:cNvCxnSpPr>
          <p:nvPr/>
        </p:nvCxnSpPr>
        <p:spPr>
          <a:xfrm>
            <a:off x="4541059" y="3961224"/>
            <a:ext cx="346055" cy="0"/>
          </a:xfrm>
          <a:prstGeom prst="straightConnector1">
            <a:avLst/>
          </a:prstGeom>
          <a:noFill/>
          <a:ln w="19050" cap="flat" cmpd="sng" algn="ctr">
            <a:solidFill>
              <a:sysClr val="window" lastClr="FFFFFF">
                <a:lumMod val="85000"/>
              </a:sysClr>
            </a:solidFill>
            <a:prstDash val="dash"/>
            <a:miter lim="800000"/>
            <a:headEnd type="none" w="sm" len="sm"/>
            <a:tailEnd type="oval" w="sm" len="sm"/>
          </a:ln>
          <a:effectLst/>
        </p:spPr>
      </p:cxnSp>
      <p:grpSp>
        <p:nvGrpSpPr>
          <p:cNvPr id="23" name="Group 23">
            <a:extLst>
              <a:ext uri="{FF2B5EF4-FFF2-40B4-BE49-F238E27FC236}">
                <a16:creationId xmlns:a16="http://schemas.microsoft.com/office/drawing/2014/main" id="{1018141E-E08E-2782-6933-72F44BCA8375}"/>
              </a:ext>
            </a:extLst>
          </p:cNvPr>
          <p:cNvGrpSpPr/>
          <p:nvPr/>
        </p:nvGrpSpPr>
        <p:grpSpPr>
          <a:xfrm>
            <a:off x="4133146" y="3799655"/>
            <a:ext cx="353287" cy="396829"/>
            <a:chOff x="7229013" y="3932890"/>
            <a:chExt cx="509822" cy="572658"/>
          </a:xfrm>
        </p:grpSpPr>
        <p:sp>
          <p:nvSpPr>
            <p:cNvPr id="24" name="Freeform: Shape 194">
              <a:extLst>
                <a:ext uri="{FF2B5EF4-FFF2-40B4-BE49-F238E27FC236}">
                  <a16:creationId xmlns:a16="http://schemas.microsoft.com/office/drawing/2014/main" id="{9A7BB12C-6A01-5B8E-3A87-BD95230780D5}"/>
                </a:ext>
              </a:extLst>
            </p:cNvPr>
            <p:cNvSpPr/>
            <p:nvPr/>
          </p:nvSpPr>
          <p:spPr>
            <a:xfrm>
              <a:off x="7229013" y="3932890"/>
              <a:ext cx="509822" cy="572658"/>
            </a:xfrm>
            <a:custGeom>
              <a:avLst/>
              <a:gdLst>
                <a:gd name="connsiteX0" fmla="*/ 1263423 w 2526846"/>
                <a:gd name="connsiteY0" fmla="*/ 0 h 2838291"/>
                <a:gd name="connsiteX1" fmla="*/ 1396808 w 2526846"/>
                <a:gd name="connsiteY1" fmla="*/ 31204 h 2838291"/>
                <a:gd name="connsiteX2" fmla="*/ 2361449 w 2526846"/>
                <a:gd name="connsiteY2" fmla="*/ 513410 h 2838291"/>
                <a:gd name="connsiteX3" fmla="*/ 2526846 w 2526846"/>
                <a:gd name="connsiteY3" fmla="*/ 781183 h 2838291"/>
                <a:gd name="connsiteX4" fmla="*/ 2526846 w 2526846"/>
                <a:gd name="connsiteY4" fmla="*/ 2057108 h 2838291"/>
                <a:gd name="connsiteX5" fmla="*/ 2361449 w 2526846"/>
                <a:gd name="connsiteY5" fmla="*/ 2324881 h 2838291"/>
                <a:gd name="connsiteX6" fmla="*/ 1396808 w 2526846"/>
                <a:gd name="connsiteY6" fmla="*/ 2807087 h 2838291"/>
                <a:gd name="connsiteX7" fmla="*/ 1130038 w 2526846"/>
                <a:gd name="connsiteY7" fmla="*/ 2807087 h 2838291"/>
                <a:gd name="connsiteX8" fmla="*/ 165398 w 2526846"/>
                <a:gd name="connsiteY8" fmla="*/ 2324881 h 2838291"/>
                <a:gd name="connsiteX9" fmla="*/ 0 w 2526846"/>
                <a:gd name="connsiteY9" fmla="*/ 2057108 h 2838291"/>
                <a:gd name="connsiteX10" fmla="*/ 0 w 2526846"/>
                <a:gd name="connsiteY10" fmla="*/ 781183 h 2838291"/>
                <a:gd name="connsiteX11" fmla="*/ 165398 w 2526846"/>
                <a:gd name="connsiteY11" fmla="*/ 513410 h 2838291"/>
                <a:gd name="connsiteX12" fmla="*/ 1130038 w 2526846"/>
                <a:gd name="connsiteY12" fmla="*/ 31204 h 2838291"/>
                <a:gd name="connsiteX13" fmla="*/ 1263423 w 2526846"/>
                <a:gd name="connsiteY13" fmla="*/ 0 h 2838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26846" h="2838291">
                  <a:moveTo>
                    <a:pt x="1263423" y="0"/>
                  </a:moveTo>
                  <a:cubicBezTo>
                    <a:pt x="1309041" y="0"/>
                    <a:pt x="1354659" y="10401"/>
                    <a:pt x="1396808" y="31204"/>
                  </a:cubicBezTo>
                  <a:cubicBezTo>
                    <a:pt x="1396808" y="31204"/>
                    <a:pt x="1396808" y="31204"/>
                    <a:pt x="2361449" y="513410"/>
                  </a:cubicBezTo>
                  <a:cubicBezTo>
                    <a:pt x="2462821" y="564618"/>
                    <a:pt x="2526846" y="668100"/>
                    <a:pt x="2526846" y="781183"/>
                  </a:cubicBezTo>
                  <a:cubicBezTo>
                    <a:pt x="2526846" y="781183"/>
                    <a:pt x="2526846" y="781183"/>
                    <a:pt x="2526846" y="2057108"/>
                  </a:cubicBezTo>
                  <a:cubicBezTo>
                    <a:pt x="2526846" y="2170191"/>
                    <a:pt x="2462821" y="2273674"/>
                    <a:pt x="2361449" y="2324881"/>
                  </a:cubicBezTo>
                  <a:cubicBezTo>
                    <a:pt x="2361449" y="2324881"/>
                    <a:pt x="2361449" y="2324881"/>
                    <a:pt x="1396808" y="2807087"/>
                  </a:cubicBezTo>
                  <a:cubicBezTo>
                    <a:pt x="1312509" y="2848693"/>
                    <a:pt x="1214337" y="2848693"/>
                    <a:pt x="1130038" y="2807087"/>
                  </a:cubicBezTo>
                  <a:cubicBezTo>
                    <a:pt x="1130038" y="2807087"/>
                    <a:pt x="1130038" y="2807087"/>
                    <a:pt x="165398" y="2324881"/>
                  </a:cubicBezTo>
                  <a:cubicBezTo>
                    <a:pt x="64025" y="2273674"/>
                    <a:pt x="0" y="2170191"/>
                    <a:pt x="0" y="2057108"/>
                  </a:cubicBezTo>
                  <a:cubicBezTo>
                    <a:pt x="0" y="2057108"/>
                    <a:pt x="0" y="2057108"/>
                    <a:pt x="0" y="781183"/>
                  </a:cubicBezTo>
                  <a:cubicBezTo>
                    <a:pt x="0" y="668100"/>
                    <a:pt x="64025" y="564618"/>
                    <a:pt x="165398" y="513410"/>
                  </a:cubicBezTo>
                  <a:cubicBezTo>
                    <a:pt x="165398" y="513410"/>
                    <a:pt x="165398" y="513410"/>
                    <a:pt x="1130038" y="31204"/>
                  </a:cubicBezTo>
                  <a:cubicBezTo>
                    <a:pt x="1172188" y="10401"/>
                    <a:pt x="1217806" y="0"/>
                    <a:pt x="1263423" y="0"/>
                  </a:cubicBezTo>
                  <a:close/>
                </a:path>
              </a:pathLst>
            </a:custGeom>
            <a:noFill/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D9D9D9"/>
                </a:solidFill>
                <a:effectLst/>
                <a:uLnTx/>
                <a:uFillTx/>
                <a:latin typeface="Arial" charset="0"/>
                <a:ea typeface="方正兰亭黑_GBK" panose="02000000000000000000" pitchFamily="2" charset="-122"/>
                <a:cs typeface="+mn-cs"/>
              </a:endParaRPr>
            </a:p>
          </p:txBody>
        </p:sp>
        <p:sp>
          <p:nvSpPr>
            <p:cNvPr id="25" name="Freeform 167">
              <a:extLst>
                <a:ext uri="{FF2B5EF4-FFF2-40B4-BE49-F238E27FC236}">
                  <a16:creationId xmlns:a16="http://schemas.microsoft.com/office/drawing/2014/main" id="{721B93F6-87C1-4401-6C10-FF1EFB86D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8573" y="4123060"/>
              <a:ext cx="190703" cy="192319"/>
            </a:xfrm>
            <a:custGeom>
              <a:avLst/>
              <a:gdLst>
                <a:gd name="T0" fmla="*/ 79322 w 418"/>
                <a:gd name="T1" fmla="*/ 0 h 417"/>
                <a:gd name="T2" fmla="*/ 79322 w 418"/>
                <a:gd name="T3" fmla="*/ 0 h 417"/>
                <a:gd name="T4" fmla="*/ 0 w 418"/>
                <a:gd name="T5" fmla="*/ 79733 h 417"/>
                <a:gd name="T6" fmla="*/ 79322 w 418"/>
                <a:gd name="T7" fmla="*/ 79733 h 417"/>
                <a:gd name="T8" fmla="*/ 79322 w 418"/>
                <a:gd name="T9" fmla="*/ 0 h 417"/>
                <a:gd name="T10" fmla="*/ 103074 w 418"/>
                <a:gd name="T11" fmla="*/ 0 h 417"/>
                <a:gd name="T12" fmla="*/ 103074 w 418"/>
                <a:gd name="T13" fmla="*/ 0 h 417"/>
                <a:gd name="T14" fmla="*/ 103074 w 418"/>
                <a:gd name="T15" fmla="*/ 91965 h 417"/>
                <a:gd name="T16" fmla="*/ 91422 w 418"/>
                <a:gd name="T17" fmla="*/ 103744 h 417"/>
                <a:gd name="T18" fmla="*/ 0 w 418"/>
                <a:gd name="T19" fmla="*/ 103744 h 417"/>
                <a:gd name="T20" fmla="*/ 91422 w 418"/>
                <a:gd name="T21" fmla="*/ 188460 h 417"/>
                <a:gd name="T22" fmla="*/ 186877 w 418"/>
                <a:gd name="T23" fmla="*/ 91965 h 417"/>
                <a:gd name="T24" fmla="*/ 103074 w 418"/>
                <a:gd name="T25" fmla="*/ 0 h 4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8" h="417">
                  <a:moveTo>
                    <a:pt x="177" y="0"/>
                  </a:moveTo>
                  <a:lnTo>
                    <a:pt x="177" y="0"/>
                  </a:lnTo>
                  <a:cubicBezTo>
                    <a:pt x="80" y="9"/>
                    <a:pt x="9" y="88"/>
                    <a:pt x="0" y="176"/>
                  </a:cubicBezTo>
                  <a:cubicBezTo>
                    <a:pt x="177" y="176"/>
                    <a:pt x="177" y="176"/>
                    <a:pt x="177" y="176"/>
                  </a:cubicBezTo>
                  <a:lnTo>
                    <a:pt x="177" y="0"/>
                  </a:lnTo>
                  <a:close/>
                  <a:moveTo>
                    <a:pt x="230" y="0"/>
                  </a:moveTo>
                  <a:lnTo>
                    <a:pt x="230" y="0"/>
                  </a:lnTo>
                  <a:cubicBezTo>
                    <a:pt x="230" y="203"/>
                    <a:pt x="230" y="203"/>
                    <a:pt x="230" y="203"/>
                  </a:cubicBezTo>
                  <a:cubicBezTo>
                    <a:pt x="230" y="221"/>
                    <a:pt x="222" y="229"/>
                    <a:pt x="204" y="229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9" y="336"/>
                    <a:pt x="98" y="416"/>
                    <a:pt x="204" y="416"/>
                  </a:cubicBezTo>
                  <a:cubicBezTo>
                    <a:pt x="319" y="416"/>
                    <a:pt x="417" y="319"/>
                    <a:pt x="417" y="203"/>
                  </a:cubicBezTo>
                  <a:cubicBezTo>
                    <a:pt x="417" y="97"/>
                    <a:pt x="337" y="9"/>
                    <a:pt x="230" y="0"/>
                  </a:cubicBezTo>
                  <a:close/>
                </a:path>
              </a:pathLst>
            </a:custGeom>
            <a:noFill/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D9D9D9"/>
                </a:solidFill>
                <a:effectLst/>
                <a:uLnTx/>
                <a:uFillTx/>
                <a:latin typeface="Arial" charset="0"/>
                <a:ea typeface="方正兰亭黑_GBK" panose="02000000000000000000" pitchFamily="2" charset="-122"/>
                <a:cs typeface="+mn-cs"/>
              </a:endParaRPr>
            </a:p>
          </p:txBody>
        </p:sp>
      </p:grpSp>
      <p:sp>
        <p:nvSpPr>
          <p:cNvPr id="27" name="TextBox 227">
            <a:extLst>
              <a:ext uri="{FF2B5EF4-FFF2-40B4-BE49-F238E27FC236}">
                <a16:creationId xmlns:a16="http://schemas.microsoft.com/office/drawing/2014/main" id="{17C0300A-692A-C37D-B9B1-014FE7D3B9C4}"/>
              </a:ext>
            </a:extLst>
          </p:cNvPr>
          <p:cNvSpPr txBox="1"/>
          <p:nvPr/>
        </p:nvSpPr>
        <p:spPr>
          <a:xfrm>
            <a:off x="1150384" y="4788706"/>
            <a:ext cx="1836598" cy="4534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r" defTabSz="914400">
              <a:lnSpc>
                <a:spcPct val="130000"/>
              </a:lnSpc>
            </a:pP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工作任务分解</a:t>
            </a:r>
            <a:endParaRPr 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TextBox 228">
            <a:extLst>
              <a:ext uri="{FF2B5EF4-FFF2-40B4-BE49-F238E27FC236}">
                <a16:creationId xmlns:a16="http://schemas.microsoft.com/office/drawing/2014/main" id="{0ECCFD70-C4D0-756C-8C21-60732F89F21A}"/>
              </a:ext>
            </a:extLst>
          </p:cNvPr>
          <p:cNvSpPr txBox="1"/>
          <p:nvPr/>
        </p:nvSpPr>
        <p:spPr>
          <a:xfrm>
            <a:off x="461928" y="5154692"/>
            <a:ext cx="2529225" cy="3270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400">
              <a:lnSpc>
                <a:spcPct val="130000"/>
              </a:lnSpc>
            </a:pPr>
            <a:r>
              <a:rPr lang="zh-CN" altLang="en-US" sz="1300" dirty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在这里添加标题五正文及内容</a:t>
            </a:r>
          </a:p>
        </p:txBody>
      </p:sp>
      <p:cxnSp>
        <p:nvCxnSpPr>
          <p:cNvPr id="29" name="Straight Arrow Connector 241">
            <a:extLst>
              <a:ext uri="{FF2B5EF4-FFF2-40B4-BE49-F238E27FC236}">
                <a16:creationId xmlns:a16="http://schemas.microsoft.com/office/drawing/2014/main" id="{69C65056-2C17-AF0B-3699-F080DE77B344}"/>
              </a:ext>
            </a:extLst>
          </p:cNvPr>
          <p:cNvCxnSpPr>
            <a:cxnSpLocks/>
          </p:cNvCxnSpPr>
          <p:nvPr/>
        </p:nvCxnSpPr>
        <p:spPr>
          <a:xfrm flipH="1">
            <a:off x="3008839" y="5231722"/>
            <a:ext cx="346055" cy="0"/>
          </a:xfrm>
          <a:prstGeom prst="straightConnector1">
            <a:avLst/>
          </a:prstGeom>
          <a:noFill/>
          <a:ln w="19050" cap="flat" cmpd="sng" algn="ctr">
            <a:solidFill>
              <a:sysClr val="window" lastClr="FFFFFF">
                <a:lumMod val="85000"/>
              </a:sysClr>
            </a:solidFill>
            <a:prstDash val="dash"/>
            <a:miter lim="800000"/>
            <a:headEnd type="none" w="sm" len="sm"/>
            <a:tailEnd type="oval" w="sm" len="sm"/>
          </a:ln>
          <a:effectLst/>
        </p:spPr>
      </p:cxnSp>
      <p:sp>
        <p:nvSpPr>
          <p:cNvPr id="33" name="TextBox 217">
            <a:extLst>
              <a:ext uri="{FF2B5EF4-FFF2-40B4-BE49-F238E27FC236}">
                <a16:creationId xmlns:a16="http://schemas.microsoft.com/office/drawing/2014/main" id="{E573B69B-7718-1331-B46D-924F16B6392A}"/>
              </a:ext>
            </a:extLst>
          </p:cNvPr>
          <p:cNvSpPr txBox="1"/>
          <p:nvPr/>
        </p:nvSpPr>
        <p:spPr>
          <a:xfrm>
            <a:off x="5015834" y="4788706"/>
            <a:ext cx="2113740" cy="4534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>
              <a:lnSpc>
                <a:spcPct val="130000"/>
              </a:lnSpc>
            </a:pP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后期工作计划</a:t>
            </a:r>
            <a:endParaRPr 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TextBox 218">
            <a:extLst>
              <a:ext uri="{FF2B5EF4-FFF2-40B4-BE49-F238E27FC236}">
                <a16:creationId xmlns:a16="http://schemas.microsoft.com/office/drawing/2014/main" id="{A1827C5B-1FC4-188B-0D2E-96D52118D16F}"/>
              </a:ext>
            </a:extLst>
          </p:cNvPr>
          <p:cNvSpPr txBox="1"/>
          <p:nvPr/>
        </p:nvSpPr>
        <p:spPr>
          <a:xfrm>
            <a:off x="4983057" y="5154692"/>
            <a:ext cx="2539532" cy="3270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>
              <a:lnSpc>
                <a:spcPct val="130000"/>
              </a:lnSpc>
            </a:pPr>
            <a:r>
              <a:rPr lang="zh-CN" altLang="en-US" sz="1300" dirty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在这里添加标题六正文及内容</a:t>
            </a:r>
          </a:p>
        </p:txBody>
      </p:sp>
      <p:cxnSp>
        <p:nvCxnSpPr>
          <p:cNvPr id="35" name="Straight Arrow Connector 246">
            <a:extLst>
              <a:ext uri="{FF2B5EF4-FFF2-40B4-BE49-F238E27FC236}">
                <a16:creationId xmlns:a16="http://schemas.microsoft.com/office/drawing/2014/main" id="{3E5485A7-CF4C-D45C-13EB-AEF0BC88638C}"/>
              </a:ext>
            </a:extLst>
          </p:cNvPr>
          <p:cNvCxnSpPr>
            <a:cxnSpLocks/>
          </p:cNvCxnSpPr>
          <p:nvPr/>
        </p:nvCxnSpPr>
        <p:spPr>
          <a:xfrm>
            <a:off x="4541059" y="5196315"/>
            <a:ext cx="346055" cy="0"/>
          </a:xfrm>
          <a:prstGeom prst="straightConnector1">
            <a:avLst/>
          </a:prstGeom>
          <a:noFill/>
          <a:ln w="19050" cap="flat" cmpd="sng" algn="ctr">
            <a:solidFill>
              <a:sysClr val="window" lastClr="FFFFFF">
                <a:lumMod val="85000"/>
              </a:sysClr>
            </a:solidFill>
            <a:prstDash val="dash"/>
            <a:miter lim="800000"/>
            <a:headEnd type="none" w="sm" len="sm"/>
            <a:tailEnd type="oval" w="sm" len="sm"/>
          </a:ln>
          <a:effectLst/>
        </p:spPr>
      </p:cxnSp>
      <p:grpSp>
        <p:nvGrpSpPr>
          <p:cNvPr id="37" name="组合 36">
            <a:extLst>
              <a:ext uri="{FF2B5EF4-FFF2-40B4-BE49-F238E27FC236}">
                <a16:creationId xmlns:a16="http://schemas.microsoft.com/office/drawing/2014/main" id="{4A813E6A-22A5-AD38-49DE-D15333EF9233}"/>
              </a:ext>
            </a:extLst>
          </p:cNvPr>
          <p:cNvGrpSpPr/>
          <p:nvPr/>
        </p:nvGrpSpPr>
        <p:grpSpPr>
          <a:xfrm>
            <a:off x="4133146" y="5034747"/>
            <a:ext cx="353287" cy="396829"/>
            <a:chOff x="5954269" y="7121177"/>
            <a:chExt cx="509822" cy="572658"/>
          </a:xfrm>
        </p:grpSpPr>
        <p:sp>
          <p:nvSpPr>
            <p:cNvPr id="38" name="Freeform: Shape 194">
              <a:extLst>
                <a:ext uri="{FF2B5EF4-FFF2-40B4-BE49-F238E27FC236}">
                  <a16:creationId xmlns:a16="http://schemas.microsoft.com/office/drawing/2014/main" id="{10F4C14E-2511-AEB9-FB01-6183510E68BF}"/>
                </a:ext>
              </a:extLst>
            </p:cNvPr>
            <p:cNvSpPr/>
            <p:nvPr/>
          </p:nvSpPr>
          <p:spPr>
            <a:xfrm>
              <a:off x="5954269" y="7121177"/>
              <a:ext cx="509822" cy="572658"/>
            </a:xfrm>
            <a:custGeom>
              <a:avLst/>
              <a:gdLst>
                <a:gd name="connsiteX0" fmla="*/ 1263423 w 2526846"/>
                <a:gd name="connsiteY0" fmla="*/ 0 h 2838291"/>
                <a:gd name="connsiteX1" fmla="*/ 1396808 w 2526846"/>
                <a:gd name="connsiteY1" fmla="*/ 31204 h 2838291"/>
                <a:gd name="connsiteX2" fmla="*/ 2361449 w 2526846"/>
                <a:gd name="connsiteY2" fmla="*/ 513410 h 2838291"/>
                <a:gd name="connsiteX3" fmla="*/ 2526846 w 2526846"/>
                <a:gd name="connsiteY3" fmla="*/ 781183 h 2838291"/>
                <a:gd name="connsiteX4" fmla="*/ 2526846 w 2526846"/>
                <a:gd name="connsiteY4" fmla="*/ 2057108 h 2838291"/>
                <a:gd name="connsiteX5" fmla="*/ 2361449 w 2526846"/>
                <a:gd name="connsiteY5" fmla="*/ 2324881 h 2838291"/>
                <a:gd name="connsiteX6" fmla="*/ 1396808 w 2526846"/>
                <a:gd name="connsiteY6" fmla="*/ 2807087 h 2838291"/>
                <a:gd name="connsiteX7" fmla="*/ 1130038 w 2526846"/>
                <a:gd name="connsiteY7" fmla="*/ 2807087 h 2838291"/>
                <a:gd name="connsiteX8" fmla="*/ 165398 w 2526846"/>
                <a:gd name="connsiteY8" fmla="*/ 2324881 h 2838291"/>
                <a:gd name="connsiteX9" fmla="*/ 0 w 2526846"/>
                <a:gd name="connsiteY9" fmla="*/ 2057108 h 2838291"/>
                <a:gd name="connsiteX10" fmla="*/ 0 w 2526846"/>
                <a:gd name="connsiteY10" fmla="*/ 781183 h 2838291"/>
                <a:gd name="connsiteX11" fmla="*/ 165398 w 2526846"/>
                <a:gd name="connsiteY11" fmla="*/ 513410 h 2838291"/>
                <a:gd name="connsiteX12" fmla="*/ 1130038 w 2526846"/>
                <a:gd name="connsiteY12" fmla="*/ 31204 h 2838291"/>
                <a:gd name="connsiteX13" fmla="*/ 1263423 w 2526846"/>
                <a:gd name="connsiteY13" fmla="*/ 0 h 2838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26846" h="2838291">
                  <a:moveTo>
                    <a:pt x="1263423" y="0"/>
                  </a:moveTo>
                  <a:cubicBezTo>
                    <a:pt x="1309041" y="0"/>
                    <a:pt x="1354659" y="10401"/>
                    <a:pt x="1396808" y="31204"/>
                  </a:cubicBezTo>
                  <a:cubicBezTo>
                    <a:pt x="1396808" y="31204"/>
                    <a:pt x="1396808" y="31204"/>
                    <a:pt x="2361449" y="513410"/>
                  </a:cubicBezTo>
                  <a:cubicBezTo>
                    <a:pt x="2462821" y="564618"/>
                    <a:pt x="2526846" y="668100"/>
                    <a:pt x="2526846" y="781183"/>
                  </a:cubicBezTo>
                  <a:cubicBezTo>
                    <a:pt x="2526846" y="781183"/>
                    <a:pt x="2526846" y="781183"/>
                    <a:pt x="2526846" y="2057108"/>
                  </a:cubicBezTo>
                  <a:cubicBezTo>
                    <a:pt x="2526846" y="2170191"/>
                    <a:pt x="2462821" y="2273674"/>
                    <a:pt x="2361449" y="2324881"/>
                  </a:cubicBezTo>
                  <a:cubicBezTo>
                    <a:pt x="2361449" y="2324881"/>
                    <a:pt x="2361449" y="2324881"/>
                    <a:pt x="1396808" y="2807087"/>
                  </a:cubicBezTo>
                  <a:cubicBezTo>
                    <a:pt x="1312509" y="2848693"/>
                    <a:pt x="1214337" y="2848693"/>
                    <a:pt x="1130038" y="2807087"/>
                  </a:cubicBezTo>
                  <a:cubicBezTo>
                    <a:pt x="1130038" y="2807087"/>
                    <a:pt x="1130038" y="2807087"/>
                    <a:pt x="165398" y="2324881"/>
                  </a:cubicBezTo>
                  <a:cubicBezTo>
                    <a:pt x="64025" y="2273674"/>
                    <a:pt x="0" y="2170191"/>
                    <a:pt x="0" y="2057108"/>
                  </a:cubicBezTo>
                  <a:cubicBezTo>
                    <a:pt x="0" y="2057108"/>
                    <a:pt x="0" y="2057108"/>
                    <a:pt x="0" y="781183"/>
                  </a:cubicBezTo>
                  <a:cubicBezTo>
                    <a:pt x="0" y="668100"/>
                    <a:pt x="64025" y="564618"/>
                    <a:pt x="165398" y="513410"/>
                  </a:cubicBezTo>
                  <a:cubicBezTo>
                    <a:pt x="165398" y="513410"/>
                    <a:pt x="165398" y="513410"/>
                    <a:pt x="1130038" y="31204"/>
                  </a:cubicBezTo>
                  <a:cubicBezTo>
                    <a:pt x="1172188" y="10401"/>
                    <a:pt x="1217806" y="0"/>
                    <a:pt x="1263423" y="0"/>
                  </a:cubicBezTo>
                  <a:close/>
                </a:path>
              </a:pathLst>
            </a:custGeom>
            <a:noFill/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D9D9D9"/>
                </a:solidFill>
                <a:effectLst/>
                <a:uLnTx/>
                <a:uFillTx/>
                <a:latin typeface="Arial" charset="0"/>
                <a:ea typeface="方正兰亭黑_GBK" panose="02000000000000000000" pitchFamily="2" charset="-122"/>
                <a:cs typeface="+mn-cs"/>
              </a:endParaRPr>
            </a:p>
          </p:txBody>
        </p:sp>
        <p:sp>
          <p:nvSpPr>
            <p:cNvPr id="39" name="AutoShape 59">
              <a:extLst>
                <a:ext uri="{FF2B5EF4-FFF2-40B4-BE49-F238E27FC236}">
                  <a16:creationId xmlns:a16="http://schemas.microsoft.com/office/drawing/2014/main" id="{72612964-44ED-EEE4-5686-AC9B1D21F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3780" y="7312106"/>
              <a:ext cx="190800" cy="190800"/>
            </a:xfrm>
            <a:custGeom>
              <a:avLst/>
              <a:gdLst>
                <a:gd name="T0" fmla="+- 0 10794 23"/>
                <a:gd name="T1" fmla="*/ T0 w 21543"/>
                <a:gd name="T2" fmla="*/ 10800 h 21600"/>
                <a:gd name="T3" fmla="+- 0 10794 23"/>
                <a:gd name="T4" fmla="*/ T3 w 21543"/>
                <a:gd name="T5" fmla="*/ 10800 h 21600"/>
                <a:gd name="T6" fmla="+- 0 10794 23"/>
                <a:gd name="T7" fmla="*/ T6 w 21543"/>
                <a:gd name="T8" fmla="*/ 10800 h 21600"/>
                <a:gd name="T9" fmla="+- 0 10794 23"/>
                <a:gd name="T10" fmla="*/ T9 w 21543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543" h="21600">
                  <a:moveTo>
                    <a:pt x="16976" y="19986"/>
                  </a:moveTo>
                  <a:lnTo>
                    <a:pt x="11226" y="17680"/>
                  </a:lnTo>
                  <a:cubicBezTo>
                    <a:pt x="11088" y="17626"/>
                    <a:pt x="10946" y="17608"/>
                    <a:pt x="10806" y="17600"/>
                  </a:cubicBezTo>
                  <a:lnTo>
                    <a:pt x="19660" y="3837"/>
                  </a:lnTo>
                  <a:cubicBezTo>
                    <a:pt x="19660" y="3837"/>
                    <a:pt x="16976" y="19986"/>
                    <a:pt x="16976" y="19986"/>
                  </a:cubicBezTo>
                  <a:close/>
                  <a:moveTo>
                    <a:pt x="6859" y="16244"/>
                  </a:moveTo>
                  <a:cubicBezTo>
                    <a:pt x="6858" y="16242"/>
                    <a:pt x="6855" y="16240"/>
                    <a:pt x="6854" y="16238"/>
                  </a:cubicBezTo>
                  <a:lnTo>
                    <a:pt x="19606" y="2552"/>
                  </a:lnTo>
                  <a:lnTo>
                    <a:pt x="8735" y="19536"/>
                  </a:lnTo>
                  <a:cubicBezTo>
                    <a:pt x="8735" y="19536"/>
                    <a:pt x="6859" y="16244"/>
                    <a:pt x="6859" y="16244"/>
                  </a:cubicBezTo>
                  <a:close/>
                  <a:moveTo>
                    <a:pt x="2111" y="14024"/>
                  </a:moveTo>
                  <a:lnTo>
                    <a:pt x="17712" y="3595"/>
                  </a:lnTo>
                  <a:lnTo>
                    <a:pt x="6369" y="15770"/>
                  </a:lnTo>
                  <a:cubicBezTo>
                    <a:pt x="6309" y="15734"/>
                    <a:pt x="6256" y="15687"/>
                    <a:pt x="6190" y="15660"/>
                  </a:cubicBezTo>
                  <a:cubicBezTo>
                    <a:pt x="6190" y="15660"/>
                    <a:pt x="2111" y="14024"/>
                    <a:pt x="2111" y="14024"/>
                  </a:cubicBezTo>
                  <a:close/>
                  <a:moveTo>
                    <a:pt x="21234" y="108"/>
                  </a:moveTo>
                  <a:cubicBezTo>
                    <a:pt x="21123" y="35"/>
                    <a:pt x="20996" y="0"/>
                    <a:pt x="20868" y="0"/>
                  </a:cubicBezTo>
                  <a:cubicBezTo>
                    <a:pt x="20738" y="0"/>
                    <a:pt x="20608" y="36"/>
                    <a:pt x="20495" y="113"/>
                  </a:cubicBezTo>
                  <a:lnTo>
                    <a:pt x="299" y="13613"/>
                  </a:lnTo>
                  <a:cubicBezTo>
                    <a:pt x="91" y="13751"/>
                    <a:pt x="-23" y="13995"/>
                    <a:pt x="3" y="14244"/>
                  </a:cubicBezTo>
                  <a:cubicBezTo>
                    <a:pt x="28" y="14494"/>
                    <a:pt x="190" y="14708"/>
                    <a:pt x="422" y="14801"/>
                  </a:cubicBezTo>
                  <a:lnTo>
                    <a:pt x="5689" y="16914"/>
                  </a:lnTo>
                  <a:lnTo>
                    <a:pt x="8166" y="21259"/>
                  </a:lnTo>
                  <a:cubicBezTo>
                    <a:pt x="8284" y="21468"/>
                    <a:pt x="8505" y="21597"/>
                    <a:pt x="8743" y="21599"/>
                  </a:cubicBezTo>
                  <a:lnTo>
                    <a:pt x="8751" y="21599"/>
                  </a:lnTo>
                  <a:cubicBezTo>
                    <a:pt x="8987" y="21599"/>
                    <a:pt x="9206" y="21474"/>
                    <a:pt x="9328" y="21271"/>
                  </a:cubicBezTo>
                  <a:lnTo>
                    <a:pt x="10726" y="18934"/>
                  </a:lnTo>
                  <a:lnTo>
                    <a:pt x="17253" y="21551"/>
                  </a:lnTo>
                  <a:cubicBezTo>
                    <a:pt x="17332" y="21584"/>
                    <a:pt x="17418" y="21599"/>
                    <a:pt x="17502" y="21599"/>
                  </a:cubicBezTo>
                  <a:cubicBezTo>
                    <a:pt x="17617" y="21599"/>
                    <a:pt x="17731" y="21571"/>
                    <a:pt x="17832" y="21512"/>
                  </a:cubicBezTo>
                  <a:cubicBezTo>
                    <a:pt x="18010" y="21412"/>
                    <a:pt x="18133" y="21238"/>
                    <a:pt x="18167" y="21035"/>
                  </a:cubicBezTo>
                  <a:lnTo>
                    <a:pt x="21533" y="785"/>
                  </a:lnTo>
                  <a:cubicBezTo>
                    <a:pt x="21576" y="520"/>
                    <a:pt x="21459" y="254"/>
                    <a:pt x="21234" y="108"/>
                  </a:cubicBezTo>
                </a:path>
              </a:pathLst>
            </a:custGeom>
            <a:solidFill>
              <a:sysClr val="window" lastClr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21" tIns="19021" rIns="19021" bIns="19021" anchor="ctr"/>
            <a:lstStyle/>
            <a:p>
              <a:pPr marL="0" marR="0" lvl="0" indent="0" algn="ctr" defTabSz="228243" eaLnBrk="1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98" b="0" i="0" u="none" strike="noStrike" kern="0" cap="none" spc="0" normalizeH="0" baseline="0" noProof="0" dirty="0">
                <a:ln>
                  <a:noFill/>
                </a:ln>
                <a:solidFill>
                  <a:srgbClr val="D9D9D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42" name="组合 41">
            <a:extLst>
              <a:ext uri="{FF2B5EF4-FFF2-40B4-BE49-F238E27FC236}">
                <a16:creationId xmlns:a16="http://schemas.microsoft.com/office/drawing/2014/main" id="{2B718CB9-9624-C7D0-F7AA-CFBC73835521}"/>
              </a:ext>
            </a:extLst>
          </p:cNvPr>
          <p:cNvGrpSpPr/>
          <p:nvPr/>
        </p:nvGrpSpPr>
        <p:grpSpPr>
          <a:xfrm>
            <a:off x="3380384" y="5034747"/>
            <a:ext cx="353287" cy="396829"/>
            <a:chOff x="3380384" y="5034747"/>
            <a:chExt cx="353287" cy="396829"/>
          </a:xfrm>
        </p:grpSpPr>
        <p:sp>
          <p:nvSpPr>
            <p:cNvPr id="31" name="Freeform: Shape 186">
              <a:extLst>
                <a:ext uri="{FF2B5EF4-FFF2-40B4-BE49-F238E27FC236}">
                  <a16:creationId xmlns:a16="http://schemas.microsoft.com/office/drawing/2014/main" id="{DB1C8EB5-72A4-1ED1-1955-2B5ECD1A1861}"/>
                </a:ext>
              </a:extLst>
            </p:cNvPr>
            <p:cNvSpPr/>
            <p:nvPr/>
          </p:nvSpPr>
          <p:spPr>
            <a:xfrm>
              <a:off x="3380384" y="5034747"/>
              <a:ext cx="353287" cy="396829"/>
            </a:xfrm>
            <a:custGeom>
              <a:avLst/>
              <a:gdLst>
                <a:gd name="connsiteX0" fmla="*/ 1263423 w 2526846"/>
                <a:gd name="connsiteY0" fmla="*/ 0 h 2838291"/>
                <a:gd name="connsiteX1" fmla="*/ 1396808 w 2526846"/>
                <a:gd name="connsiteY1" fmla="*/ 31204 h 2838291"/>
                <a:gd name="connsiteX2" fmla="*/ 2361449 w 2526846"/>
                <a:gd name="connsiteY2" fmla="*/ 513410 h 2838291"/>
                <a:gd name="connsiteX3" fmla="*/ 2526846 w 2526846"/>
                <a:gd name="connsiteY3" fmla="*/ 781183 h 2838291"/>
                <a:gd name="connsiteX4" fmla="*/ 2526846 w 2526846"/>
                <a:gd name="connsiteY4" fmla="*/ 2057108 h 2838291"/>
                <a:gd name="connsiteX5" fmla="*/ 2361449 w 2526846"/>
                <a:gd name="connsiteY5" fmla="*/ 2324881 h 2838291"/>
                <a:gd name="connsiteX6" fmla="*/ 1396808 w 2526846"/>
                <a:gd name="connsiteY6" fmla="*/ 2807087 h 2838291"/>
                <a:gd name="connsiteX7" fmla="*/ 1130038 w 2526846"/>
                <a:gd name="connsiteY7" fmla="*/ 2807087 h 2838291"/>
                <a:gd name="connsiteX8" fmla="*/ 165398 w 2526846"/>
                <a:gd name="connsiteY8" fmla="*/ 2324881 h 2838291"/>
                <a:gd name="connsiteX9" fmla="*/ 0 w 2526846"/>
                <a:gd name="connsiteY9" fmla="*/ 2057108 h 2838291"/>
                <a:gd name="connsiteX10" fmla="*/ 0 w 2526846"/>
                <a:gd name="connsiteY10" fmla="*/ 781183 h 2838291"/>
                <a:gd name="connsiteX11" fmla="*/ 165398 w 2526846"/>
                <a:gd name="connsiteY11" fmla="*/ 513410 h 2838291"/>
                <a:gd name="connsiteX12" fmla="*/ 1130038 w 2526846"/>
                <a:gd name="connsiteY12" fmla="*/ 31204 h 2838291"/>
                <a:gd name="connsiteX13" fmla="*/ 1263423 w 2526846"/>
                <a:gd name="connsiteY13" fmla="*/ 0 h 2838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26846" h="2838291">
                  <a:moveTo>
                    <a:pt x="1263423" y="0"/>
                  </a:moveTo>
                  <a:cubicBezTo>
                    <a:pt x="1309041" y="0"/>
                    <a:pt x="1354659" y="10401"/>
                    <a:pt x="1396808" y="31204"/>
                  </a:cubicBezTo>
                  <a:cubicBezTo>
                    <a:pt x="1396808" y="31204"/>
                    <a:pt x="1396808" y="31204"/>
                    <a:pt x="2361449" y="513410"/>
                  </a:cubicBezTo>
                  <a:cubicBezTo>
                    <a:pt x="2462821" y="564618"/>
                    <a:pt x="2526846" y="668100"/>
                    <a:pt x="2526846" y="781183"/>
                  </a:cubicBezTo>
                  <a:cubicBezTo>
                    <a:pt x="2526846" y="781183"/>
                    <a:pt x="2526846" y="781183"/>
                    <a:pt x="2526846" y="2057108"/>
                  </a:cubicBezTo>
                  <a:cubicBezTo>
                    <a:pt x="2526846" y="2170191"/>
                    <a:pt x="2462821" y="2273674"/>
                    <a:pt x="2361449" y="2324881"/>
                  </a:cubicBezTo>
                  <a:cubicBezTo>
                    <a:pt x="2361449" y="2324881"/>
                    <a:pt x="2361449" y="2324881"/>
                    <a:pt x="1396808" y="2807087"/>
                  </a:cubicBezTo>
                  <a:cubicBezTo>
                    <a:pt x="1312509" y="2848693"/>
                    <a:pt x="1214337" y="2848693"/>
                    <a:pt x="1130038" y="2807087"/>
                  </a:cubicBezTo>
                  <a:cubicBezTo>
                    <a:pt x="1130038" y="2807087"/>
                    <a:pt x="1130038" y="2807087"/>
                    <a:pt x="165398" y="2324881"/>
                  </a:cubicBezTo>
                  <a:cubicBezTo>
                    <a:pt x="64025" y="2273674"/>
                    <a:pt x="0" y="2170191"/>
                    <a:pt x="0" y="2057108"/>
                  </a:cubicBezTo>
                  <a:cubicBezTo>
                    <a:pt x="0" y="2057108"/>
                    <a:pt x="0" y="2057108"/>
                    <a:pt x="0" y="781183"/>
                  </a:cubicBezTo>
                  <a:cubicBezTo>
                    <a:pt x="0" y="668100"/>
                    <a:pt x="64025" y="564618"/>
                    <a:pt x="165398" y="513410"/>
                  </a:cubicBezTo>
                  <a:cubicBezTo>
                    <a:pt x="165398" y="513410"/>
                    <a:pt x="165398" y="513410"/>
                    <a:pt x="1130038" y="31204"/>
                  </a:cubicBezTo>
                  <a:cubicBezTo>
                    <a:pt x="1172188" y="10401"/>
                    <a:pt x="1217806" y="0"/>
                    <a:pt x="1263423" y="0"/>
                  </a:cubicBezTo>
                  <a:close/>
                </a:path>
              </a:pathLst>
            </a:custGeom>
            <a:noFill/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D9D9D9"/>
                </a:solidFill>
                <a:effectLst/>
                <a:uLnTx/>
                <a:uFillTx/>
                <a:latin typeface="Arial" charset="0"/>
                <a:ea typeface="方正兰亭黑_GBK" panose="02000000000000000000" pitchFamily="2" charset="-122"/>
                <a:cs typeface="+mn-cs"/>
              </a:endParaRPr>
            </a:p>
          </p:txBody>
        </p:sp>
        <p:sp>
          <p:nvSpPr>
            <p:cNvPr id="41" name="Freeform 355">
              <a:extLst>
                <a:ext uri="{FF2B5EF4-FFF2-40B4-BE49-F238E27FC236}">
                  <a16:creationId xmlns:a16="http://schemas.microsoft.com/office/drawing/2014/main" id="{972A5B66-B36E-59F3-DBCC-8EFDEAF964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8602" y="5134161"/>
              <a:ext cx="196851" cy="198000"/>
            </a:xfrm>
            <a:custGeom>
              <a:avLst/>
              <a:gdLst>
                <a:gd name="T0" fmla="*/ 125171 w 46"/>
                <a:gd name="T1" fmla="*/ 22225 h 46"/>
                <a:gd name="T2" fmla="*/ 125171 w 46"/>
                <a:gd name="T3" fmla="*/ 123825 h 46"/>
                <a:gd name="T4" fmla="*/ 19257 w 46"/>
                <a:gd name="T5" fmla="*/ 123825 h 46"/>
                <a:gd name="T6" fmla="*/ 19257 w 46"/>
                <a:gd name="T7" fmla="*/ 22225 h 46"/>
                <a:gd name="T8" fmla="*/ 70609 w 46"/>
                <a:gd name="T9" fmla="*/ 136525 h 46"/>
                <a:gd name="T10" fmla="*/ 70609 w 46"/>
                <a:gd name="T11" fmla="*/ 111125 h 46"/>
                <a:gd name="T12" fmla="*/ 48143 w 46"/>
                <a:gd name="T13" fmla="*/ 117475 h 46"/>
                <a:gd name="T14" fmla="*/ 60981 w 46"/>
                <a:gd name="T15" fmla="*/ 133350 h 46"/>
                <a:gd name="T16" fmla="*/ 118752 w 46"/>
                <a:gd name="T17" fmla="*/ 28575 h 46"/>
                <a:gd name="T18" fmla="*/ 115543 w 46"/>
                <a:gd name="T19" fmla="*/ 28575 h 46"/>
                <a:gd name="T20" fmla="*/ 112333 w 46"/>
                <a:gd name="T21" fmla="*/ 69850 h 46"/>
                <a:gd name="T22" fmla="*/ 118752 w 46"/>
                <a:gd name="T23" fmla="*/ 28575 h 46"/>
                <a:gd name="T24" fmla="*/ 109124 w 46"/>
                <a:gd name="T25" fmla="*/ 22225 h 46"/>
                <a:gd name="T26" fmla="*/ 102705 w 46"/>
                <a:gd name="T27" fmla="*/ 25400 h 46"/>
                <a:gd name="T28" fmla="*/ 109124 w 46"/>
                <a:gd name="T29" fmla="*/ 22225 h 46"/>
                <a:gd name="T30" fmla="*/ 83448 w 46"/>
                <a:gd name="T31" fmla="*/ 12700 h 46"/>
                <a:gd name="T32" fmla="*/ 77029 w 46"/>
                <a:gd name="T33" fmla="*/ 34925 h 46"/>
                <a:gd name="T34" fmla="*/ 99495 w 46"/>
                <a:gd name="T35" fmla="*/ 31750 h 46"/>
                <a:gd name="T36" fmla="*/ 83448 w 46"/>
                <a:gd name="T37" fmla="*/ 12700 h 46"/>
                <a:gd name="T38" fmla="*/ 70609 w 46"/>
                <a:gd name="T39" fmla="*/ 12700 h 46"/>
                <a:gd name="T40" fmla="*/ 48143 w 46"/>
                <a:gd name="T41" fmla="*/ 28575 h 46"/>
                <a:gd name="T42" fmla="*/ 51352 w 46"/>
                <a:gd name="T43" fmla="*/ 31750 h 46"/>
                <a:gd name="T44" fmla="*/ 70609 w 46"/>
                <a:gd name="T45" fmla="*/ 12700 h 46"/>
                <a:gd name="T46" fmla="*/ 48143 w 46"/>
                <a:gd name="T47" fmla="*/ 15875 h 46"/>
                <a:gd name="T48" fmla="*/ 41724 w 46"/>
                <a:gd name="T49" fmla="*/ 28575 h 46"/>
                <a:gd name="T50" fmla="*/ 48143 w 46"/>
                <a:gd name="T51" fmla="*/ 15875 h 46"/>
                <a:gd name="T52" fmla="*/ 28886 w 46"/>
                <a:gd name="T53" fmla="*/ 28575 h 46"/>
                <a:gd name="T54" fmla="*/ 9629 w 46"/>
                <a:gd name="T55" fmla="*/ 69850 h 46"/>
                <a:gd name="T56" fmla="*/ 38514 w 46"/>
                <a:gd name="T57" fmla="*/ 34925 h 46"/>
                <a:gd name="T58" fmla="*/ 9629 w 46"/>
                <a:gd name="T59" fmla="*/ 76200 h 46"/>
                <a:gd name="T60" fmla="*/ 28886 w 46"/>
                <a:gd name="T61" fmla="*/ 117475 h 46"/>
                <a:gd name="T62" fmla="*/ 38514 w 46"/>
                <a:gd name="T63" fmla="*/ 114300 h 46"/>
                <a:gd name="T64" fmla="*/ 9629 w 46"/>
                <a:gd name="T65" fmla="*/ 76200 h 46"/>
                <a:gd name="T66" fmla="*/ 35305 w 46"/>
                <a:gd name="T67" fmla="*/ 123825 h 46"/>
                <a:gd name="T68" fmla="*/ 41724 w 46"/>
                <a:gd name="T69" fmla="*/ 123825 h 46"/>
                <a:gd name="T70" fmla="*/ 35305 w 46"/>
                <a:gd name="T71" fmla="*/ 123825 h 46"/>
                <a:gd name="T72" fmla="*/ 77029 w 46"/>
                <a:gd name="T73" fmla="*/ 136525 h 46"/>
                <a:gd name="T74" fmla="*/ 96286 w 46"/>
                <a:gd name="T75" fmla="*/ 120650 h 46"/>
                <a:gd name="T76" fmla="*/ 96286 w 46"/>
                <a:gd name="T77" fmla="*/ 114300 h 46"/>
                <a:gd name="T78" fmla="*/ 77029 w 46"/>
                <a:gd name="T79" fmla="*/ 136525 h 46"/>
                <a:gd name="T80" fmla="*/ 96286 w 46"/>
                <a:gd name="T81" fmla="*/ 130175 h 46"/>
                <a:gd name="T82" fmla="*/ 102705 w 46"/>
                <a:gd name="T83" fmla="*/ 120650 h 46"/>
                <a:gd name="T84" fmla="*/ 96286 w 46"/>
                <a:gd name="T85" fmla="*/ 130175 h 46"/>
                <a:gd name="T86" fmla="*/ 115543 w 46"/>
                <a:gd name="T87" fmla="*/ 117475 h 46"/>
                <a:gd name="T88" fmla="*/ 134800 w 46"/>
                <a:gd name="T89" fmla="*/ 76200 h 46"/>
                <a:gd name="T90" fmla="*/ 105914 w 46"/>
                <a:gd name="T91" fmla="*/ 114300 h 46"/>
                <a:gd name="T92" fmla="*/ 99495 w 46"/>
                <a:gd name="T93" fmla="*/ 38100 h 46"/>
                <a:gd name="T94" fmla="*/ 99495 w 46"/>
                <a:gd name="T95" fmla="*/ 38100 h 46"/>
                <a:gd name="T96" fmla="*/ 77029 w 46"/>
                <a:gd name="T97" fmla="*/ 69850 h 46"/>
                <a:gd name="T98" fmla="*/ 99495 w 46"/>
                <a:gd name="T99" fmla="*/ 38100 h 46"/>
                <a:gd name="T100" fmla="*/ 70609 w 46"/>
                <a:gd name="T101" fmla="*/ 41275 h 46"/>
                <a:gd name="T102" fmla="*/ 44933 w 46"/>
                <a:gd name="T103" fmla="*/ 38100 h 46"/>
                <a:gd name="T104" fmla="*/ 70609 w 46"/>
                <a:gd name="T105" fmla="*/ 69850 h 46"/>
                <a:gd name="T106" fmla="*/ 70609 w 46"/>
                <a:gd name="T107" fmla="*/ 104775 h 46"/>
                <a:gd name="T108" fmla="*/ 70609 w 46"/>
                <a:gd name="T109" fmla="*/ 76200 h 46"/>
                <a:gd name="T110" fmla="*/ 44933 w 46"/>
                <a:gd name="T111" fmla="*/ 111125 h 46"/>
                <a:gd name="T112" fmla="*/ 70609 w 46"/>
                <a:gd name="T113" fmla="*/ 104775 h 46"/>
                <a:gd name="T114" fmla="*/ 77029 w 46"/>
                <a:gd name="T115" fmla="*/ 104775 h 46"/>
                <a:gd name="T116" fmla="*/ 99495 w 46"/>
                <a:gd name="T117" fmla="*/ 111125 h 46"/>
                <a:gd name="T118" fmla="*/ 77029 w 46"/>
                <a:gd name="T119" fmla="*/ 76200 h 4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6" h="46">
                  <a:moveTo>
                    <a:pt x="23" y="0"/>
                  </a:moveTo>
                  <a:cubicBezTo>
                    <a:pt x="29" y="0"/>
                    <a:pt x="35" y="3"/>
                    <a:pt x="39" y="7"/>
                  </a:cubicBezTo>
                  <a:cubicBezTo>
                    <a:pt x="43" y="11"/>
                    <a:pt x="46" y="17"/>
                    <a:pt x="46" y="23"/>
                  </a:cubicBezTo>
                  <a:cubicBezTo>
                    <a:pt x="46" y="30"/>
                    <a:pt x="43" y="35"/>
                    <a:pt x="39" y="39"/>
                  </a:cubicBezTo>
                  <a:cubicBezTo>
                    <a:pt x="35" y="44"/>
                    <a:pt x="29" y="46"/>
                    <a:pt x="23" y="46"/>
                  </a:cubicBezTo>
                  <a:cubicBezTo>
                    <a:pt x="16" y="46"/>
                    <a:pt x="11" y="44"/>
                    <a:pt x="6" y="39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0" y="17"/>
                    <a:pt x="2" y="11"/>
                    <a:pt x="6" y="7"/>
                  </a:cubicBezTo>
                  <a:cubicBezTo>
                    <a:pt x="11" y="3"/>
                    <a:pt x="16" y="0"/>
                    <a:pt x="23" y="0"/>
                  </a:cubicBezTo>
                  <a:close/>
                  <a:moveTo>
                    <a:pt x="22" y="43"/>
                  </a:moveTo>
                  <a:cubicBezTo>
                    <a:pt x="22" y="43"/>
                    <a:pt x="22" y="43"/>
                    <a:pt x="22" y="43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0" y="35"/>
                    <a:pt x="18" y="36"/>
                    <a:pt x="16" y="36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5" y="38"/>
                  </a:cubicBezTo>
                  <a:cubicBezTo>
                    <a:pt x="17" y="40"/>
                    <a:pt x="18" y="41"/>
                    <a:pt x="19" y="42"/>
                  </a:cubicBezTo>
                  <a:cubicBezTo>
                    <a:pt x="20" y="43"/>
                    <a:pt x="21" y="43"/>
                    <a:pt x="22" y="43"/>
                  </a:cubicBezTo>
                  <a:close/>
                  <a:moveTo>
                    <a:pt x="37" y="9"/>
                  </a:moveTo>
                  <a:cubicBezTo>
                    <a:pt x="37" y="9"/>
                    <a:pt x="37" y="9"/>
                    <a:pt x="37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5" y="10"/>
                    <a:pt x="34" y="10"/>
                    <a:pt x="33" y="11"/>
                  </a:cubicBezTo>
                  <a:cubicBezTo>
                    <a:pt x="35" y="14"/>
                    <a:pt x="35" y="18"/>
                    <a:pt x="35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17"/>
                    <a:pt x="40" y="13"/>
                    <a:pt x="37" y="9"/>
                  </a:cubicBezTo>
                  <a:close/>
                  <a:moveTo>
                    <a:pt x="34" y="7"/>
                  </a:moveTo>
                  <a:cubicBezTo>
                    <a:pt x="34" y="7"/>
                    <a:pt x="34" y="7"/>
                    <a:pt x="34" y="7"/>
                  </a:cubicBezTo>
                  <a:cubicBezTo>
                    <a:pt x="33" y="7"/>
                    <a:pt x="32" y="6"/>
                    <a:pt x="30" y="5"/>
                  </a:cubicBezTo>
                  <a:cubicBezTo>
                    <a:pt x="31" y="6"/>
                    <a:pt x="31" y="7"/>
                    <a:pt x="32" y="8"/>
                  </a:cubicBezTo>
                  <a:cubicBezTo>
                    <a:pt x="32" y="8"/>
                    <a:pt x="32" y="8"/>
                    <a:pt x="32" y="9"/>
                  </a:cubicBezTo>
                  <a:cubicBezTo>
                    <a:pt x="33" y="8"/>
                    <a:pt x="34" y="8"/>
                    <a:pt x="34" y="7"/>
                  </a:cubicBezTo>
                  <a:close/>
                  <a:moveTo>
                    <a:pt x="26" y="4"/>
                  </a:moveTo>
                  <a:cubicBezTo>
                    <a:pt x="26" y="4"/>
                    <a:pt x="26" y="4"/>
                    <a:pt x="26" y="4"/>
                  </a:cubicBezTo>
                  <a:cubicBezTo>
                    <a:pt x="25" y="4"/>
                    <a:pt x="24" y="4"/>
                    <a:pt x="24" y="4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6" y="11"/>
                    <a:pt x="28" y="11"/>
                    <a:pt x="30" y="10"/>
                  </a:cubicBezTo>
                  <a:cubicBezTo>
                    <a:pt x="30" y="10"/>
                    <a:pt x="30" y="10"/>
                    <a:pt x="31" y="1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9" y="6"/>
                    <a:pt x="27" y="5"/>
                    <a:pt x="26" y="4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1" y="4"/>
                    <a:pt x="20" y="4"/>
                    <a:pt x="19" y="4"/>
                  </a:cubicBezTo>
                  <a:cubicBezTo>
                    <a:pt x="18" y="5"/>
                    <a:pt x="17" y="6"/>
                    <a:pt x="15" y="9"/>
                  </a:cubicBezTo>
                  <a:cubicBezTo>
                    <a:pt x="15" y="9"/>
                    <a:pt x="15" y="9"/>
                    <a:pt x="15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8" y="11"/>
                    <a:pt x="20" y="11"/>
                    <a:pt x="22" y="11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5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4" y="6"/>
                    <a:pt x="12" y="7"/>
                    <a:pt x="11" y="7"/>
                  </a:cubicBezTo>
                  <a:cubicBezTo>
                    <a:pt x="12" y="8"/>
                    <a:pt x="12" y="8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7"/>
                    <a:pt x="14" y="6"/>
                    <a:pt x="15" y="5"/>
                  </a:cubicBezTo>
                  <a:close/>
                  <a:moveTo>
                    <a:pt x="9" y="9"/>
                  </a:move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13"/>
                    <a:pt x="3" y="17"/>
                    <a:pt x="3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18"/>
                    <a:pt x="11" y="14"/>
                    <a:pt x="12" y="11"/>
                  </a:cubicBezTo>
                  <a:cubicBezTo>
                    <a:pt x="11" y="10"/>
                    <a:pt x="10" y="10"/>
                    <a:pt x="9" y="9"/>
                  </a:cubicBezTo>
                  <a:close/>
                  <a:moveTo>
                    <a:pt x="3" y="24"/>
                  </a:moveTo>
                  <a:cubicBezTo>
                    <a:pt x="3" y="24"/>
                    <a:pt x="3" y="24"/>
                    <a:pt x="3" y="24"/>
                  </a:cubicBezTo>
                  <a:cubicBezTo>
                    <a:pt x="3" y="29"/>
                    <a:pt x="6" y="34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10" y="37"/>
                    <a:pt x="11" y="36"/>
                    <a:pt x="12" y="36"/>
                  </a:cubicBezTo>
                  <a:cubicBezTo>
                    <a:pt x="11" y="32"/>
                    <a:pt x="10" y="28"/>
                    <a:pt x="10" y="24"/>
                  </a:cubicBezTo>
                  <a:cubicBezTo>
                    <a:pt x="3" y="24"/>
                    <a:pt x="3" y="24"/>
                    <a:pt x="3" y="24"/>
                  </a:cubicBezTo>
                  <a:close/>
                  <a:moveTo>
                    <a:pt x="11" y="39"/>
                  </a:moveTo>
                  <a:cubicBezTo>
                    <a:pt x="11" y="39"/>
                    <a:pt x="11" y="39"/>
                    <a:pt x="11" y="39"/>
                  </a:cubicBezTo>
                  <a:cubicBezTo>
                    <a:pt x="12" y="40"/>
                    <a:pt x="14" y="41"/>
                    <a:pt x="15" y="41"/>
                  </a:cubicBezTo>
                  <a:cubicBezTo>
                    <a:pt x="14" y="40"/>
                    <a:pt x="14" y="40"/>
                    <a:pt x="13" y="39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2" y="38"/>
                    <a:pt x="12" y="38"/>
                    <a:pt x="11" y="39"/>
                  </a:cubicBezTo>
                  <a:close/>
                  <a:moveTo>
                    <a:pt x="24" y="43"/>
                  </a:moveTo>
                  <a:cubicBezTo>
                    <a:pt x="24" y="43"/>
                    <a:pt x="24" y="43"/>
                    <a:pt x="24" y="43"/>
                  </a:cubicBezTo>
                  <a:cubicBezTo>
                    <a:pt x="24" y="43"/>
                    <a:pt x="25" y="43"/>
                    <a:pt x="26" y="42"/>
                  </a:cubicBezTo>
                  <a:cubicBezTo>
                    <a:pt x="27" y="41"/>
                    <a:pt x="29" y="40"/>
                    <a:pt x="30" y="38"/>
                  </a:cubicBezTo>
                  <a:cubicBezTo>
                    <a:pt x="30" y="37"/>
                    <a:pt x="30" y="37"/>
                    <a:pt x="31" y="37"/>
                  </a:cubicBezTo>
                  <a:cubicBezTo>
                    <a:pt x="30" y="37"/>
                    <a:pt x="30" y="37"/>
                    <a:pt x="30" y="36"/>
                  </a:cubicBezTo>
                  <a:cubicBezTo>
                    <a:pt x="28" y="36"/>
                    <a:pt x="26" y="35"/>
                    <a:pt x="24" y="35"/>
                  </a:cubicBezTo>
                  <a:cubicBezTo>
                    <a:pt x="24" y="43"/>
                    <a:pt x="24" y="43"/>
                    <a:pt x="24" y="43"/>
                  </a:cubicBezTo>
                  <a:close/>
                  <a:moveTo>
                    <a:pt x="30" y="41"/>
                  </a:moveTo>
                  <a:cubicBezTo>
                    <a:pt x="30" y="41"/>
                    <a:pt x="30" y="41"/>
                    <a:pt x="30" y="41"/>
                  </a:cubicBezTo>
                  <a:cubicBezTo>
                    <a:pt x="32" y="41"/>
                    <a:pt x="33" y="40"/>
                    <a:pt x="34" y="39"/>
                  </a:cubicBezTo>
                  <a:cubicBezTo>
                    <a:pt x="34" y="38"/>
                    <a:pt x="33" y="38"/>
                    <a:pt x="32" y="38"/>
                  </a:cubicBezTo>
                  <a:cubicBezTo>
                    <a:pt x="32" y="38"/>
                    <a:pt x="32" y="38"/>
                    <a:pt x="32" y="39"/>
                  </a:cubicBezTo>
                  <a:cubicBezTo>
                    <a:pt x="31" y="40"/>
                    <a:pt x="31" y="40"/>
                    <a:pt x="30" y="41"/>
                  </a:cubicBezTo>
                  <a:close/>
                  <a:moveTo>
                    <a:pt x="36" y="37"/>
                  </a:moveTo>
                  <a:cubicBezTo>
                    <a:pt x="36" y="37"/>
                    <a:pt x="36" y="37"/>
                    <a:pt x="36" y="37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40" y="34"/>
                    <a:pt x="42" y="29"/>
                    <a:pt x="42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8"/>
                    <a:pt x="35" y="32"/>
                    <a:pt x="33" y="36"/>
                  </a:cubicBezTo>
                  <a:cubicBezTo>
                    <a:pt x="34" y="36"/>
                    <a:pt x="35" y="37"/>
                    <a:pt x="36" y="37"/>
                  </a:cubicBezTo>
                  <a:close/>
                  <a:moveTo>
                    <a:pt x="31" y="12"/>
                  </a:move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28" y="13"/>
                    <a:pt x="26" y="13"/>
                    <a:pt x="24" y="13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18"/>
                    <a:pt x="33" y="15"/>
                    <a:pt x="31" y="12"/>
                  </a:cubicBezTo>
                  <a:close/>
                  <a:moveTo>
                    <a:pt x="22" y="13"/>
                  </a:moveTo>
                  <a:cubicBezTo>
                    <a:pt x="22" y="13"/>
                    <a:pt x="22" y="13"/>
                    <a:pt x="22" y="13"/>
                  </a:cubicBezTo>
                  <a:cubicBezTo>
                    <a:pt x="19" y="13"/>
                    <a:pt x="17" y="13"/>
                    <a:pt x="15" y="12"/>
                  </a:cubicBezTo>
                  <a:cubicBezTo>
                    <a:pt x="15" y="12"/>
                    <a:pt x="14" y="12"/>
                    <a:pt x="14" y="12"/>
                  </a:cubicBezTo>
                  <a:cubicBezTo>
                    <a:pt x="13" y="15"/>
                    <a:pt x="12" y="18"/>
                    <a:pt x="1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13"/>
                    <a:pt x="22" y="13"/>
                    <a:pt x="22" y="13"/>
                  </a:cubicBezTo>
                  <a:close/>
                  <a:moveTo>
                    <a:pt x="22" y="33"/>
                  </a:moveTo>
                  <a:cubicBezTo>
                    <a:pt x="22" y="33"/>
                    <a:pt x="22" y="33"/>
                    <a:pt x="22" y="33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8"/>
                    <a:pt x="13" y="32"/>
                    <a:pt x="14" y="35"/>
                  </a:cubicBezTo>
                  <a:cubicBezTo>
                    <a:pt x="14" y="35"/>
                    <a:pt x="15" y="35"/>
                    <a:pt x="15" y="34"/>
                  </a:cubicBezTo>
                  <a:cubicBezTo>
                    <a:pt x="17" y="34"/>
                    <a:pt x="19" y="33"/>
                    <a:pt x="22" y="33"/>
                  </a:cubicBezTo>
                  <a:close/>
                  <a:moveTo>
                    <a:pt x="24" y="33"/>
                  </a:move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8" y="34"/>
                    <a:pt x="31" y="34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3" y="32"/>
                    <a:pt x="33" y="28"/>
                    <a:pt x="33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33"/>
                    <a:pt x="24" y="33"/>
                    <a:pt x="24" y="33"/>
                  </a:cubicBezTo>
                  <a:close/>
                </a:path>
              </a:pathLst>
            </a:custGeom>
            <a:solidFill>
              <a:srgbClr val="F0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55550946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6">
            <a:extLst>
              <a:ext uri="{FF2B5EF4-FFF2-40B4-BE49-F238E27FC236}">
                <a16:creationId xmlns:a16="http://schemas.microsoft.com/office/drawing/2014/main" id="{34BA46D2-FB62-3B78-EE05-403689D3267A}"/>
              </a:ext>
            </a:extLst>
          </p:cNvPr>
          <p:cNvSpPr txBox="1"/>
          <p:nvPr/>
        </p:nvSpPr>
        <p:spPr>
          <a:xfrm>
            <a:off x="1390402" y="2961325"/>
            <a:ext cx="519611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4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第一章</a:t>
            </a:r>
            <a:endParaRPr lang="en-US" sz="4000" b="1" dirty="0">
              <a:solidFill>
                <a:schemeClr val="bg1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TextBox 16">
            <a:extLst>
              <a:ext uri="{FF2B5EF4-FFF2-40B4-BE49-F238E27FC236}">
                <a16:creationId xmlns:a16="http://schemas.microsoft.com/office/drawing/2014/main" id="{623CC560-6836-A2F2-B1E4-DB9FEFBBF6B3}"/>
              </a:ext>
            </a:extLst>
          </p:cNvPr>
          <p:cNvSpPr txBox="1"/>
          <p:nvPr/>
        </p:nvSpPr>
        <p:spPr>
          <a:xfrm>
            <a:off x="1390402" y="3564504"/>
            <a:ext cx="5924798" cy="5256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在这里添加标题一正文及内容</a:t>
            </a:r>
          </a:p>
        </p:txBody>
      </p:sp>
      <p:grpSp>
        <p:nvGrpSpPr>
          <p:cNvPr id="5" name="Group 19">
            <a:extLst>
              <a:ext uri="{FF2B5EF4-FFF2-40B4-BE49-F238E27FC236}">
                <a16:creationId xmlns:a16="http://schemas.microsoft.com/office/drawing/2014/main" id="{CFC7E0B8-9D4A-7C38-8DFA-FDECAB23BFFF}"/>
              </a:ext>
            </a:extLst>
          </p:cNvPr>
          <p:cNvGrpSpPr/>
          <p:nvPr/>
        </p:nvGrpSpPr>
        <p:grpSpPr>
          <a:xfrm>
            <a:off x="1508125" y="4182494"/>
            <a:ext cx="4111895" cy="48051"/>
            <a:chOff x="1146626" y="3657599"/>
            <a:chExt cx="4111895" cy="48051"/>
          </a:xfrm>
        </p:grpSpPr>
        <p:sp>
          <p:nvSpPr>
            <p:cNvPr id="6" name="Rectangle: Rounded Corners 15">
              <a:extLst>
                <a:ext uri="{FF2B5EF4-FFF2-40B4-BE49-F238E27FC236}">
                  <a16:creationId xmlns:a16="http://schemas.microsoft.com/office/drawing/2014/main" id="{05ED9D20-0C66-E588-D7C8-DA185CB2436B}"/>
                </a:ext>
              </a:extLst>
            </p:cNvPr>
            <p:cNvSpPr/>
            <p:nvPr/>
          </p:nvSpPr>
          <p:spPr>
            <a:xfrm>
              <a:off x="1146626" y="3659931"/>
              <a:ext cx="3875315" cy="45719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bg1">
                    <a:alpha val="13000"/>
                  </a:schemeClr>
                </a:gs>
                <a:gs pos="100000">
                  <a:schemeClr val="bg1">
                    <a:alpha val="5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Oval 17">
              <a:extLst>
                <a:ext uri="{FF2B5EF4-FFF2-40B4-BE49-F238E27FC236}">
                  <a16:creationId xmlns:a16="http://schemas.microsoft.com/office/drawing/2014/main" id="{4BE03A9A-AB9D-10E0-E626-E2E31A173D00}"/>
                </a:ext>
              </a:extLst>
            </p:cNvPr>
            <p:cNvSpPr/>
            <p:nvPr/>
          </p:nvSpPr>
          <p:spPr>
            <a:xfrm>
              <a:off x="5094512" y="3657600"/>
              <a:ext cx="45719" cy="45719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Oval 18">
              <a:extLst>
                <a:ext uri="{FF2B5EF4-FFF2-40B4-BE49-F238E27FC236}">
                  <a16:creationId xmlns:a16="http://schemas.microsoft.com/office/drawing/2014/main" id="{1726CA5F-CB26-B5E3-19C3-EEF53D14309E}"/>
                </a:ext>
              </a:extLst>
            </p:cNvPr>
            <p:cNvSpPr/>
            <p:nvPr/>
          </p:nvSpPr>
          <p:spPr>
            <a:xfrm>
              <a:off x="5212802" y="3657599"/>
              <a:ext cx="45719" cy="45719"/>
            </a:xfrm>
            <a:prstGeom prst="ellipse">
              <a:avLst/>
            </a:prstGeom>
            <a:solidFill>
              <a:schemeClr val="bg1">
                <a:alpha val="3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11276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2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4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TextBox 6">
            <a:extLst>
              <a:ext uri="{FF2B5EF4-FFF2-40B4-BE49-F238E27FC236}">
                <a16:creationId xmlns:a16="http://schemas.microsoft.com/office/drawing/2014/main" id="{092DF638-C54B-E060-AC7E-BF6694A74510}"/>
              </a:ext>
            </a:extLst>
          </p:cNvPr>
          <p:cNvSpPr txBox="1"/>
          <p:nvPr/>
        </p:nvSpPr>
        <p:spPr>
          <a:xfrm>
            <a:off x="1259773" y="2721114"/>
            <a:ext cx="519611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4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第二章</a:t>
            </a:r>
            <a:endParaRPr lang="en-US" sz="4000" b="1" dirty="0">
              <a:solidFill>
                <a:schemeClr val="bg1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TextBox 16">
            <a:extLst>
              <a:ext uri="{FF2B5EF4-FFF2-40B4-BE49-F238E27FC236}">
                <a16:creationId xmlns:a16="http://schemas.microsoft.com/office/drawing/2014/main" id="{A9DE510A-0FA8-E57A-E5DE-34F1B5EB9324}"/>
              </a:ext>
            </a:extLst>
          </p:cNvPr>
          <p:cNvSpPr txBox="1"/>
          <p:nvPr/>
        </p:nvSpPr>
        <p:spPr>
          <a:xfrm>
            <a:off x="1259773" y="3324293"/>
            <a:ext cx="5924798" cy="5256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在这里添加标题二正文及内容</a:t>
            </a:r>
          </a:p>
        </p:txBody>
      </p:sp>
      <p:grpSp>
        <p:nvGrpSpPr>
          <p:cNvPr id="48" name="Group 19">
            <a:extLst>
              <a:ext uri="{FF2B5EF4-FFF2-40B4-BE49-F238E27FC236}">
                <a16:creationId xmlns:a16="http://schemas.microsoft.com/office/drawing/2014/main" id="{DE2354D4-9867-E434-CB1E-291E6048702B}"/>
              </a:ext>
            </a:extLst>
          </p:cNvPr>
          <p:cNvGrpSpPr/>
          <p:nvPr/>
        </p:nvGrpSpPr>
        <p:grpSpPr>
          <a:xfrm>
            <a:off x="1377496" y="3942283"/>
            <a:ext cx="4111895" cy="48051"/>
            <a:chOff x="1146626" y="3657599"/>
            <a:chExt cx="4111895" cy="48051"/>
          </a:xfrm>
        </p:grpSpPr>
        <p:sp>
          <p:nvSpPr>
            <p:cNvPr id="49" name="Rectangle: Rounded Corners 15">
              <a:extLst>
                <a:ext uri="{FF2B5EF4-FFF2-40B4-BE49-F238E27FC236}">
                  <a16:creationId xmlns:a16="http://schemas.microsoft.com/office/drawing/2014/main" id="{417D11A3-AE71-562E-5B62-C19C575BCF9C}"/>
                </a:ext>
              </a:extLst>
            </p:cNvPr>
            <p:cNvSpPr/>
            <p:nvPr/>
          </p:nvSpPr>
          <p:spPr>
            <a:xfrm>
              <a:off x="1146626" y="3659931"/>
              <a:ext cx="3875315" cy="45719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bg1">
                    <a:alpha val="13000"/>
                  </a:schemeClr>
                </a:gs>
                <a:gs pos="100000">
                  <a:schemeClr val="bg1">
                    <a:alpha val="5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17">
              <a:extLst>
                <a:ext uri="{FF2B5EF4-FFF2-40B4-BE49-F238E27FC236}">
                  <a16:creationId xmlns:a16="http://schemas.microsoft.com/office/drawing/2014/main" id="{B3C2472A-9F63-3185-0D14-6FC0B83D43F6}"/>
                </a:ext>
              </a:extLst>
            </p:cNvPr>
            <p:cNvSpPr/>
            <p:nvPr/>
          </p:nvSpPr>
          <p:spPr>
            <a:xfrm>
              <a:off x="5094512" y="3657600"/>
              <a:ext cx="45719" cy="45719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Oval 18">
              <a:extLst>
                <a:ext uri="{FF2B5EF4-FFF2-40B4-BE49-F238E27FC236}">
                  <a16:creationId xmlns:a16="http://schemas.microsoft.com/office/drawing/2014/main" id="{46A67CB6-1549-08D1-A88E-4E14A7718E13}"/>
                </a:ext>
              </a:extLst>
            </p:cNvPr>
            <p:cNvSpPr/>
            <p:nvPr/>
          </p:nvSpPr>
          <p:spPr>
            <a:xfrm>
              <a:off x="5212802" y="3657599"/>
              <a:ext cx="45719" cy="45719"/>
            </a:xfrm>
            <a:prstGeom prst="ellipse">
              <a:avLst/>
            </a:prstGeom>
            <a:solidFill>
              <a:schemeClr val="bg1">
                <a:alpha val="3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253396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2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7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6">
            <a:extLst>
              <a:ext uri="{FF2B5EF4-FFF2-40B4-BE49-F238E27FC236}">
                <a16:creationId xmlns:a16="http://schemas.microsoft.com/office/drawing/2014/main" id="{7B8E4473-3DFC-ECEB-2C68-4615CE43895B}"/>
              </a:ext>
            </a:extLst>
          </p:cNvPr>
          <p:cNvSpPr txBox="1"/>
          <p:nvPr/>
        </p:nvSpPr>
        <p:spPr>
          <a:xfrm>
            <a:off x="1259773" y="2721114"/>
            <a:ext cx="519611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4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第三章</a:t>
            </a:r>
            <a:endParaRPr lang="en-US" sz="4000" b="1" dirty="0">
              <a:solidFill>
                <a:schemeClr val="bg1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TextBox 16">
            <a:extLst>
              <a:ext uri="{FF2B5EF4-FFF2-40B4-BE49-F238E27FC236}">
                <a16:creationId xmlns:a16="http://schemas.microsoft.com/office/drawing/2014/main" id="{2208657A-57CB-D407-877F-A55A682E2398}"/>
              </a:ext>
            </a:extLst>
          </p:cNvPr>
          <p:cNvSpPr txBox="1"/>
          <p:nvPr/>
        </p:nvSpPr>
        <p:spPr>
          <a:xfrm>
            <a:off x="1259773" y="3324293"/>
            <a:ext cx="5924798" cy="5256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在这里添加标题三正文及内容</a:t>
            </a:r>
          </a:p>
        </p:txBody>
      </p:sp>
      <p:grpSp>
        <p:nvGrpSpPr>
          <p:cNvPr id="5" name="Group 19">
            <a:extLst>
              <a:ext uri="{FF2B5EF4-FFF2-40B4-BE49-F238E27FC236}">
                <a16:creationId xmlns:a16="http://schemas.microsoft.com/office/drawing/2014/main" id="{FAA7B055-52C7-2BD5-3312-DDA10AF3C74D}"/>
              </a:ext>
            </a:extLst>
          </p:cNvPr>
          <p:cNvGrpSpPr/>
          <p:nvPr/>
        </p:nvGrpSpPr>
        <p:grpSpPr>
          <a:xfrm>
            <a:off x="1377496" y="3942283"/>
            <a:ext cx="4111895" cy="48051"/>
            <a:chOff x="1146626" y="3657599"/>
            <a:chExt cx="4111895" cy="48051"/>
          </a:xfrm>
        </p:grpSpPr>
        <p:sp>
          <p:nvSpPr>
            <p:cNvPr id="6" name="Rectangle: Rounded Corners 15">
              <a:extLst>
                <a:ext uri="{FF2B5EF4-FFF2-40B4-BE49-F238E27FC236}">
                  <a16:creationId xmlns:a16="http://schemas.microsoft.com/office/drawing/2014/main" id="{0E956172-BE73-8479-1A53-A738298F5D3F}"/>
                </a:ext>
              </a:extLst>
            </p:cNvPr>
            <p:cNvSpPr/>
            <p:nvPr/>
          </p:nvSpPr>
          <p:spPr>
            <a:xfrm>
              <a:off x="1146626" y="3659931"/>
              <a:ext cx="3875315" cy="45719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bg1">
                    <a:alpha val="13000"/>
                  </a:schemeClr>
                </a:gs>
                <a:gs pos="100000">
                  <a:schemeClr val="bg1">
                    <a:alpha val="5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Oval 17">
              <a:extLst>
                <a:ext uri="{FF2B5EF4-FFF2-40B4-BE49-F238E27FC236}">
                  <a16:creationId xmlns:a16="http://schemas.microsoft.com/office/drawing/2014/main" id="{1B4F6661-21C5-3C2A-7F37-31E28AF0A9C3}"/>
                </a:ext>
              </a:extLst>
            </p:cNvPr>
            <p:cNvSpPr/>
            <p:nvPr/>
          </p:nvSpPr>
          <p:spPr>
            <a:xfrm>
              <a:off x="5094512" y="3657600"/>
              <a:ext cx="45719" cy="45719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Oval 18">
              <a:extLst>
                <a:ext uri="{FF2B5EF4-FFF2-40B4-BE49-F238E27FC236}">
                  <a16:creationId xmlns:a16="http://schemas.microsoft.com/office/drawing/2014/main" id="{EFF65EB8-169C-9CB2-92AD-7E377DB787B3}"/>
                </a:ext>
              </a:extLst>
            </p:cNvPr>
            <p:cNvSpPr/>
            <p:nvPr/>
          </p:nvSpPr>
          <p:spPr>
            <a:xfrm>
              <a:off x="5212802" y="3657599"/>
              <a:ext cx="45719" cy="45719"/>
            </a:xfrm>
            <a:prstGeom prst="ellipse">
              <a:avLst/>
            </a:prstGeom>
            <a:solidFill>
              <a:schemeClr val="bg1">
                <a:alpha val="3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555506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2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6">
            <a:extLst>
              <a:ext uri="{FF2B5EF4-FFF2-40B4-BE49-F238E27FC236}">
                <a16:creationId xmlns:a16="http://schemas.microsoft.com/office/drawing/2014/main" id="{89561B3C-17E5-0AF7-74F9-3B7C7530ADEE}"/>
              </a:ext>
            </a:extLst>
          </p:cNvPr>
          <p:cNvSpPr txBox="1"/>
          <p:nvPr/>
        </p:nvSpPr>
        <p:spPr>
          <a:xfrm>
            <a:off x="1259773" y="2721114"/>
            <a:ext cx="519611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4000" b="1" dirty="0">
                <a:solidFill>
                  <a:schemeClr val="bg1">
                    <a:lumMod val="7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第四章</a:t>
            </a:r>
            <a:endParaRPr lang="en-US" sz="4000" b="1" dirty="0">
              <a:solidFill>
                <a:schemeClr val="bg1">
                  <a:lumMod val="7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TextBox 16">
            <a:extLst>
              <a:ext uri="{FF2B5EF4-FFF2-40B4-BE49-F238E27FC236}">
                <a16:creationId xmlns:a16="http://schemas.microsoft.com/office/drawing/2014/main" id="{41979956-CB38-9118-F2E3-41A0DE8DA014}"/>
              </a:ext>
            </a:extLst>
          </p:cNvPr>
          <p:cNvSpPr txBox="1"/>
          <p:nvPr/>
        </p:nvSpPr>
        <p:spPr>
          <a:xfrm>
            <a:off x="1259773" y="3324293"/>
            <a:ext cx="5924798" cy="5256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在这里添加标题四正文及内容</a:t>
            </a:r>
          </a:p>
        </p:txBody>
      </p:sp>
      <p:grpSp>
        <p:nvGrpSpPr>
          <p:cNvPr id="4" name="Group 19">
            <a:extLst>
              <a:ext uri="{FF2B5EF4-FFF2-40B4-BE49-F238E27FC236}">
                <a16:creationId xmlns:a16="http://schemas.microsoft.com/office/drawing/2014/main" id="{FF135988-069A-911A-13FE-215055BD7E60}"/>
              </a:ext>
            </a:extLst>
          </p:cNvPr>
          <p:cNvGrpSpPr/>
          <p:nvPr/>
        </p:nvGrpSpPr>
        <p:grpSpPr>
          <a:xfrm>
            <a:off x="1377496" y="3942283"/>
            <a:ext cx="4111895" cy="48051"/>
            <a:chOff x="1146626" y="3657599"/>
            <a:chExt cx="4111895" cy="48051"/>
          </a:xfrm>
        </p:grpSpPr>
        <p:sp>
          <p:nvSpPr>
            <p:cNvPr id="5" name="Rectangle: Rounded Corners 15">
              <a:extLst>
                <a:ext uri="{FF2B5EF4-FFF2-40B4-BE49-F238E27FC236}">
                  <a16:creationId xmlns:a16="http://schemas.microsoft.com/office/drawing/2014/main" id="{61CBA1B4-3C1D-01FB-69A7-1BE38C0B6549}"/>
                </a:ext>
              </a:extLst>
            </p:cNvPr>
            <p:cNvSpPr/>
            <p:nvPr/>
          </p:nvSpPr>
          <p:spPr>
            <a:xfrm>
              <a:off x="1146626" y="3659931"/>
              <a:ext cx="3875315" cy="45719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bg1">
                    <a:alpha val="13000"/>
                  </a:schemeClr>
                </a:gs>
                <a:gs pos="100000">
                  <a:schemeClr val="bg1">
                    <a:alpha val="5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Oval 17">
              <a:extLst>
                <a:ext uri="{FF2B5EF4-FFF2-40B4-BE49-F238E27FC236}">
                  <a16:creationId xmlns:a16="http://schemas.microsoft.com/office/drawing/2014/main" id="{04624038-A9EC-68D1-4927-DF826A0246DF}"/>
                </a:ext>
              </a:extLst>
            </p:cNvPr>
            <p:cNvSpPr/>
            <p:nvPr/>
          </p:nvSpPr>
          <p:spPr>
            <a:xfrm>
              <a:off x="5094512" y="3657600"/>
              <a:ext cx="45719" cy="45719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Oval 18">
              <a:extLst>
                <a:ext uri="{FF2B5EF4-FFF2-40B4-BE49-F238E27FC236}">
                  <a16:creationId xmlns:a16="http://schemas.microsoft.com/office/drawing/2014/main" id="{071941B5-BA13-1465-7B45-A857F70F4232}"/>
                </a:ext>
              </a:extLst>
            </p:cNvPr>
            <p:cNvSpPr/>
            <p:nvPr/>
          </p:nvSpPr>
          <p:spPr>
            <a:xfrm>
              <a:off x="5212802" y="3657599"/>
              <a:ext cx="45719" cy="45719"/>
            </a:xfrm>
            <a:prstGeom prst="ellipse">
              <a:avLst/>
            </a:prstGeom>
            <a:solidFill>
              <a:schemeClr val="bg1">
                <a:alpha val="3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7741772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2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>
            <a:extLst>
              <a:ext uri="{FF2B5EF4-FFF2-40B4-BE49-F238E27FC236}">
                <a16:creationId xmlns:a16="http://schemas.microsoft.com/office/drawing/2014/main" id="{0A674236-9A1A-B805-6365-236BE57A18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22294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04BF463-B44C-0360-4B98-D7DB83E580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0064B5F4-A86B-2081-90CE-BBB3F64D582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943944C4-AD4F-561D-36FE-4E3576ECBF9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8839942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标题 10">
            <a:extLst>
              <a:ext uri="{FF2B5EF4-FFF2-40B4-BE49-F238E27FC236}">
                <a16:creationId xmlns:a16="http://schemas.microsoft.com/office/drawing/2014/main" id="{8A57F188-7816-A8C5-5D69-23EA47B819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12" name="文本占位符 11">
            <a:extLst>
              <a:ext uri="{FF2B5EF4-FFF2-40B4-BE49-F238E27FC236}">
                <a16:creationId xmlns:a16="http://schemas.microsoft.com/office/drawing/2014/main" id="{B292E678-88FA-615D-2103-C128A5C18139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3" name="文本占位符 12">
            <a:extLst>
              <a:ext uri="{FF2B5EF4-FFF2-40B4-BE49-F238E27FC236}">
                <a16:creationId xmlns:a16="http://schemas.microsoft.com/office/drawing/2014/main" id="{F90907EC-44E1-1632-DFC9-EC5B139EAF9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4" name="文本占位符 13">
            <a:extLst>
              <a:ext uri="{FF2B5EF4-FFF2-40B4-BE49-F238E27FC236}">
                <a16:creationId xmlns:a16="http://schemas.microsoft.com/office/drawing/2014/main" id="{CB92C0DC-A926-0F1B-180A-4391ED8F5B1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5" name="文本占位符 14">
            <a:extLst>
              <a:ext uri="{FF2B5EF4-FFF2-40B4-BE49-F238E27FC236}">
                <a16:creationId xmlns:a16="http://schemas.microsoft.com/office/drawing/2014/main" id="{9F19B994-6723-4E34-85A1-47BC90725D7E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221634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标题 10">
            <a:extLst>
              <a:ext uri="{FF2B5EF4-FFF2-40B4-BE49-F238E27FC236}">
                <a16:creationId xmlns:a16="http://schemas.microsoft.com/office/drawing/2014/main" id="{59105876-9229-2C68-E23F-64FD28730A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12" name="文本占位符 11">
            <a:extLst>
              <a:ext uri="{FF2B5EF4-FFF2-40B4-BE49-F238E27FC236}">
                <a16:creationId xmlns:a16="http://schemas.microsoft.com/office/drawing/2014/main" id="{1FF637A9-C726-AD67-CBCE-40BA4103750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3" name="文本占位符 12">
            <a:extLst>
              <a:ext uri="{FF2B5EF4-FFF2-40B4-BE49-F238E27FC236}">
                <a16:creationId xmlns:a16="http://schemas.microsoft.com/office/drawing/2014/main" id="{2684C4FB-6C6A-5E51-CCDD-DA712D5667C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4" name="文本占位符 13">
            <a:extLst>
              <a:ext uri="{FF2B5EF4-FFF2-40B4-BE49-F238E27FC236}">
                <a16:creationId xmlns:a16="http://schemas.microsoft.com/office/drawing/2014/main" id="{9AECF07B-6F23-3E84-7EC4-3D1B09392ED2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5" name="文本占位符 14">
            <a:extLst>
              <a:ext uri="{FF2B5EF4-FFF2-40B4-BE49-F238E27FC236}">
                <a16:creationId xmlns:a16="http://schemas.microsoft.com/office/drawing/2014/main" id="{085A6EB1-36F7-A9A7-9D54-89B8310F992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6" name="文本占位符 15">
            <a:extLst>
              <a:ext uri="{FF2B5EF4-FFF2-40B4-BE49-F238E27FC236}">
                <a16:creationId xmlns:a16="http://schemas.microsoft.com/office/drawing/2014/main" id="{CCE3B002-4C6B-74DA-3C53-F2FC6C208D7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7" name="文本占位符 16">
            <a:extLst>
              <a:ext uri="{FF2B5EF4-FFF2-40B4-BE49-F238E27FC236}">
                <a16:creationId xmlns:a16="http://schemas.microsoft.com/office/drawing/2014/main" id="{4C1905B9-82A2-B9B1-8B35-C6399E7D6B1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784999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3322F26-BEEB-A475-E04F-3ECF6C324A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9B424BB9-5A95-1701-08A2-583DFCCA07B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AC5FB1FB-A3A4-5565-FA14-F78FD88E1C9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52A94932-F28A-34A3-2198-948846EA8B4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文本占位符 5">
            <a:extLst>
              <a:ext uri="{FF2B5EF4-FFF2-40B4-BE49-F238E27FC236}">
                <a16:creationId xmlns:a16="http://schemas.microsoft.com/office/drawing/2014/main" id="{30A7A6FD-8964-5AF6-0EBF-180CA0C5C5D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文本占位符 6">
            <a:extLst>
              <a:ext uri="{FF2B5EF4-FFF2-40B4-BE49-F238E27FC236}">
                <a16:creationId xmlns:a16="http://schemas.microsoft.com/office/drawing/2014/main" id="{34FC4F25-3EFB-6956-079C-6D03630328A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8" name="文本占位符 7">
            <a:extLst>
              <a:ext uri="{FF2B5EF4-FFF2-40B4-BE49-F238E27FC236}">
                <a16:creationId xmlns:a16="http://schemas.microsoft.com/office/drawing/2014/main" id="{CEA36A01-9111-BFE9-BD72-E7475C4801D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文本占位符 8">
            <a:extLst>
              <a:ext uri="{FF2B5EF4-FFF2-40B4-BE49-F238E27FC236}">
                <a16:creationId xmlns:a16="http://schemas.microsoft.com/office/drawing/2014/main" id="{A6938236-4599-B6D3-3F9E-5681E3CCC9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0" name="文本占位符 9">
            <a:extLst>
              <a:ext uri="{FF2B5EF4-FFF2-40B4-BE49-F238E27FC236}">
                <a16:creationId xmlns:a16="http://schemas.microsoft.com/office/drawing/2014/main" id="{5C7CF9C8-E635-EE67-6F4E-B1CA7660DAB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0578235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B96523B-85AE-5214-A7D4-D42AE4C605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72AA4823-7BDB-30E1-5B09-D6353BB73E6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CE99B18B-9D0D-C9D9-722D-7890D8805F5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3EB52AFD-3664-77ED-5718-EE30CD1408CB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文本占位符 5">
            <a:extLst>
              <a:ext uri="{FF2B5EF4-FFF2-40B4-BE49-F238E27FC236}">
                <a16:creationId xmlns:a16="http://schemas.microsoft.com/office/drawing/2014/main" id="{0A9A86B0-0183-9386-F8C3-F0094FEFB87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文本占位符 6">
            <a:extLst>
              <a:ext uri="{FF2B5EF4-FFF2-40B4-BE49-F238E27FC236}">
                <a16:creationId xmlns:a16="http://schemas.microsoft.com/office/drawing/2014/main" id="{BE50BE05-B420-3150-285C-5DD66002DFB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8" name="文本占位符 7">
            <a:extLst>
              <a:ext uri="{FF2B5EF4-FFF2-40B4-BE49-F238E27FC236}">
                <a16:creationId xmlns:a16="http://schemas.microsoft.com/office/drawing/2014/main" id="{BAB66596-93AA-57B3-39F5-5C7D8AEE327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文本占位符 8">
            <a:extLst>
              <a:ext uri="{FF2B5EF4-FFF2-40B4-BE49-F238E27FC236}">
                <a16:creationId xmlns:a16="http://schemas.microsoft.com/office/drawing/2014/main" id="{9DE56355-1075-70E0-904D-3EA5963E02FF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0" name="文本占位符 9">
            <a:extLst>
              <a:ext uri="{FF2B5EF4-FFF2-40B4-BE49-F238E27FC236}">
                <a16:creationId xmlns:a16="http://schemas.microsoft.com/office/drawing/2014/main" id="{38F54EB9-8D63-5137-807E-3F187CA12F2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7979592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>
            <a:extLst>
              <a:ext uri="{FF2B5EF4-FFF2-40B4-BE49-F238E27FC236}">
                <a16:creationId xmlns:a16="http://schemas.microsoft.com/office/drawing/2014/main" id="{29B577F5-E38F-20CB-DF5A-076D3B050D4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017AA5F9-7982-5157-2379-62CBC56CA7B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6C77EDBF-DC2F-D7D1-143A-B3467AE31F7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标题 4">
            <a:extLst>
              <a:ext uri="{FF2B5EF4-FFF2-40B4-BE49-F238E27FC236}">
                <a16:creationId xmlns:a16="http://schemas.microsoft.com/office/drawing/2014/main" id="{9828C6AE-93BB-D861-FA89-425AABE85B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文本占位符 5">
            <a:extLst>
              <a:ext uri="{FF2B5EF4-FFF2-40B4-BE49-F238E27FC236}">
                <a16:creationId xmlns:a16="http://schemas.microsoft.com/office/drawing/2014/main" id="{4E3BB7C0-F7B6-8661-6CB0-356A1F5CF36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图片占位符 6">
            <a:extLst>
              <a:ext uri="{FF2B5EF4-FFF2-40B4-BE49-F238E27FC236}">
                <a16:creationId xmlns:a16="http://schemas.microsoft.com/office/drawing/2014/main" id="{C9040222-FE31-93EC-0225-1E319F8DCED5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文本占位符 7">
            <a:extLst>
              <a:ext uri="{FF2B5EF4-FFF2-40B4-BE49-F238E27FC236}">
                <a16:creationId xmlns:a16="http://schemas.microsoft.com/office/drawing/2014/main" id="{32B72A6B-C7B7-33C1-50A3-D797838EFC57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6874670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标题 8">
            <a:extLst>
              <a:ext uri="{FF2B5EF4-FFF2-40B4-BE49-F238E27FC236}">
                <a16:creationId xmlns:a16="http://schemas.microsoft.com/office/drawing/2014/main" id="{1DC95D99-B1D4-CFEC-2F7D-DFCA529BB7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10" name="文本占位符 9">
            <a:extLst>
              <a:ext uri="{FF2B5EF4-FFF2-40B4-BE49-F238E27FC236}">
                <a16:creationId xmlns:a16="http://schemas.microsoft.com/office/drawing/2014/main" id="{4A854C86-14F5-1039-6731-A774B180CFD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2" name="图片占位符 11">
            <a:extLst>
              <a:ext uri="{FF2B5EF4-FFF2-40B4-BE49-F238E27FC236}">
                <a16:creationId xmlns:a16="http://schemas.microsoft.com/office/drawing/2014/main" id="{BE6571A2-1559-DE78-232C-F5E6F75C525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</p:sp>
      <p:sp>
        <p:nvSpPr>
          <p:cNvPr id="11" name="文本占位符 10">
            <a:extLst>
              <a:ext uri="{FF2B5EF4-FFF2-40B4-BE49-F238E27FC236}">
                <a16:creationId xmlns:a16="http://schemas.microsoft.com/office/drawing/2014/main" id="{6D69598B-A39A-56B1-13B9-039048ED662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3" name="文本占位符 12">
            <a:extLst>
              <a:ext uri="{FF2B5EF4-FFF2-40B4-BE49-F238E27FC236}">
                <a16:creationId xmlns:a16="http://schemas.microsoft.com/office/drawing/2014/main" id="{720A5202-36C6-B667-8DCA-57746207E068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4" name="图片占位符 13">
            <a:extLst>
              <a:ext uri="{FF2B5EF4-FFF2-40B4-BE49-F238E27FC236}">
                <a16:creationId xmlns:a16="http://schemas.microsoft.com/office/drawing/2014/main" id="{0C1524B5-F6E5-1C28-CB1A-C6E045D71DCD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5" name="文本占位符 14">
            <a:extLst>
              <a:ext uri="{FF2B5EF4-FFF2-40B4-BE49-F238E27FC236}">
                <a16:creationId xmlns:a16="http://schemas.microsoft.com/office/drawing/2014/main" id="{46E7E618-8BEB-E640-46E2-66248BC56AF9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6" name="文本占位符 15">
            <a:extLst>
              <a:ext uri="{FF2B5EF4-FFF2-40B4-BE49-F238E27FC236}">
                <a16:creationId xmlns:a16="http://schemas.microsoft.com/office/drawing/2014/main" id="{3F703322-7F4C-1E5C-F29B-9F769824517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7" name="图片占位符 16">
            <a:extLst>
              <a:ext uri="{FF2B5EF4-FFF2-40B4-BE49-F238E27FC236}">
                <a16:creationId xmlns:a16="http://schemas.microsoft.com/office/drawing/2014/main" id="{61C2366D-4B3D-EE32-4838-D1546ED4F8FB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8" name="文本占位符 17">
            <a:extLst>
              <a:ext uri="{FF2B5EF4-FFF2-40B4-BE49-F238E27FC236}">
                <a16:creationId xmlns:a16="http://schemas.microsoft.com/office/drawing/2014/main" id="{6B7088EA-E37F-7B1D-EE19-73A822E1ABF3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3556687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图片占位符 10">
            <a:extLst>
              <a:ext uri="{FF2B5EF4-FFF2-40B4-BE49-F238E27FC236}">
                <a16:creationId xmlns:a16="http://schemas.microsoft.com/office/drawing/2014/main" id="{A0405A27-1199-CB46-EBD2-E735ACB74DB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</p:sp>
      <p:sp>
        <p:nvSpPr>
          <p:cNvPr id="12" name="文本占位符 11">
            <a:extLst>
              <a:ext uri="{FF2B5EF4-FFF2-40B4-BE49-F238E27FC236}">
                <a16:creationId xmlns:a16="http://schemas.microsoft.com/office/drawing/2014/main" id="{A6C175AD-2230-B93C-1995-E511BE49B4D4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0" name="文本占位符 9">
            <a:extLst>
              <a:ext uri="{FF2B5EF4-FFF2-40B4-BE49-F238E27FC236}">
                <a16:creationId xmlns:a16="http://schemas.microsoft.com/office/drawing/2014/main" id="{AC7B3B78-5545-222E-6C3B-1D0A4173B6B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3" name="图片占位符 12">
            <a:extLst>
              <a:ext uri="{FF2B5EF4-FFF2-40B4-BE49-F238E27FC236}">
                <a16:creationId xmlns:a16="http://schemas.microsoft.com/office/drawing/2014/main" id="{C1B93C22-EE4E-260F-4DFD-09EFF350932D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4" name="文本占位符 13">
            <a:extLst>
              <a:ext uri="{FF2B5EF4-FFF2-40B4-BE49-F238E27FC236}">
                <a16:creationId xmlns:a16="http://schemas.microsoft.com/office/drawing/2014/main" id="{DEAF02B8-044F-21A3-2E94-80E99E5356B8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5" name="文本占位符 14">
            <a:extLst>
              <a:ext uri="{FF2B5EF4-FFF2-40B4-BE49-F238E27FC236}">
                <a16:creationId xmlns:a16="http://schemas.microsoft.com/office/drawing/2014/main" id="{4DC53CEC-AF88-34AA-BC6A-04E280C038B3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6" name="图片占位符 15">
            <a:extLst>
              <a:ext uri="{FF2B5EF4-FFF2-40B4-BE49-F238E27FC236}">
                <a16:creationId xmlns:a16="http://schemas.microsoft.com/office/drawing/2014/main" id="{C14C016F-FCC5-1806-8C5D-47CB8AC919DC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7" name="文本占位符 16">
            <a:extLst>
              <a:ext uri="{FF2B5EF4-FFF2-40B4-BE49-F238E27FC236}">
                <a16:creationId xmlns:a16="http://schemas.microsoft.com/office/drawing/2014/main" id="{3DE0D93F-CE05-CEC6-4B2D-5BD6DAA7CFE7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8" name="文本占位符 17">
            <a:extLst>
              <a:ext uri="{FF2B5EF4-FFF2-40B4-BE49-F238E27FC236}">
                <a16:creationId xmlns:a16="http://schemas.microsoft.com/office/drawing/2014/main" id="{2E3651BB-9764-D9AE-E9EF-9CAB674C6CC5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9" name="图片占位符 18">
            <a:extLst>
              <a:ext uri="{FF2B5EF4-FFF2-40B4-BE49-F238E27FC236}">
                <a16:creationId xmlns:a16="http://schemas.microsoft.com/office/drawing/2014/main" id="{AE0D9C76-EB21-73CB-0142-AFEB3F02ED69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20" name="文本占位符 19">
            <a:extLst>
              <a:ext uri="{FF2B5EF4-FFF2-40B4-BE49-F238E27FC236}">
                <a16:creationId xmlns:a16="http://schemas.microsoft.com/office/drawing/2014/main" id="{5FA1080D-15D3-E736-7152-036B5F231F07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21" name="文本占位符 20">
            <a:extLst>
              <a:ext uri="{FF2B5EF4-FFF2-40B4-BE49-F238E27FC236}">
                <a16:creationId xmlns:a16="http://schemas.microsoft.com/office/drawing/2014/main" id="{84A70A8F-6C14-E1DD-449D-C35D9D50E4B0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标题 8">
            <a:extLst>
              <a:ext uri="{FF2B5EF4-FFF2-40B4-BE49-F238E27FC236}">
                <a16:creationId xmlns:a16="http://schemas.microsoft.com/office/drawing/2014/main" id="{E59F45CF-E67A-079E-3F2E-AB1F6A6F6B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6531075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文本占位符 16">
            <a:extLst>
              <a:ext uri="{FF2B5EF4-FFF2-40B4-BE49-F238E27FC236}">
                <a16:creationId xmlns:a16="http://schemas.microsoft.com/office/drawing/2014/main" id="{E4F5D303-9B5C-607E-4113-95003A5E63B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8" name="文本占位符 17">
            <a:extLst>
              <a:ext uri="{FF2B5EF4-FFF2-40B4-BE49-F238E27FC236}">
                <a16:creationId xmlns:a16="http://schemas.microsoft.com/office/drawing/2014/main" id="{94F3E875-2785-9E4C-47B6-168F930CB2A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5" name="标题 14">
            <a:extLst>
              <a:ext uri="{FF2B5EF4-FFF2-40B4-BE49-F238E27FC236}">
                <a16:creationId xmlns:a16="http://schemas.microsoft.com/office/drawing/2014/main" id="{C8675942-0A47-AF0C-A3F2-9C80138F77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6" name="文本占位符 15">
            <a:extLst>
              <a:ext uri="{FF2B5EF4-FFF2-40B4-BE49-F238E27FC236}">
                <a16:creationId xmlns:a16="http://schemas.microsoft.com/office/drawing/2014/main" id="{BD4E4696-C359-036C-85BE-A46A46700EB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7175749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标题 10">
            <a:extLst>
              <a:ext uri="{FF2B5EF4-FFF2-40B4-BE49-F238E27FC236}">
                <a16:creationId xmlns:a16="http://schemas.microsoft.com/office/drawing/2014/main" id="{B5129E0D-438F-D62E-2C68-89A6518114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2" name="文本占位符 11">
            <a:extLst>
              <a:ext uri="{FF2B5EF4-FFF2-40B4-BE49-F238E27FC236}">
                <a16:creationId xmlns:a16="http://schemas.microsoft.com/office/drawing/2014/main" id="{E766E344-4F1F-9D3E-17D0-95F84ECDDD2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3" name="文本占位符 12">
            <a:extLst>
              <a:ext uri="{FF2B5EF4-FFF2-40B4-BE49-F238E27FC236}">
                <a16:creationId xmlns:a16="http://schemas.microsoft.com/office/drawing/2014/main" id="{0F05415D-3094-C7BC-4552-12AE303A4361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4" name="文本占位符 13">
            <a:extLst>
              <a:ext uri="{FF2B5EF4-FFF2-40B4-BE49-F238E27FC236}">
                <a16:creationId xmlns:a16="http://schemas.microsoft.com/office/drawing/2014/main" id="{6FE1878E-7078-A93D-0983-67F495C522E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5" name="文本占位符 14">
            <a:extLst>
              <a:ext uri="{FF2B5EF4-FFF2-40B4-BE49-F238E27FC236}">
                <a16:creationId xmlns:a16="http://schemas.microsoft.com/office/drawing/2014/main" id="{8A8C0FDA-6E2C-BA5D-2F69-6411E1F8638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6" name="文本占位符 15">
            <a:extLst>
              <a:ext uri="{FF2B5EF4-FFF2-40B4-BE49-F238E27FC236}">
                <a16:creationId xmlns:a16="http://schemas.microsoft.com/office/drawing/2014/main" id="{68D37BB5-573B-DD0C-8959-714CC91D4AB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8266561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标题 12">
            <a:extLst>
              <a:ext uri="{FF2B5EF4-FFF2-40B4-BE49-F238E27FC236}">
                <a16:creationId xmlns:a16="http://schemas.microsoft.com/office/drawing/2014/main" id="{951E8382-F08E-A6AA-1500-9762F9B10C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4" name="文本占位符 13">
            <a:extLst>
              <a:ext uri="{FF2B5EF4-FFF2-40B4-BE49-F238E27FC236}">
                <a16:creationId xmlns:a16="http://schemas.microsoft.com/office/drawing/2014/main" id="{F2D93AD1-8203-294B-CE57-E0DAAA4F516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5" name="文本占位符 14">
            <a:extLst>
              <a:ext uri="{FF2B5EF4-FFF2-40B4-BE49-F238E27FC236}">
                <a16:creationId xmlns:a16="http://schemas.microsoft.com/office/drawing/2014/main" id="{F347494D-136A-45AE-A130-7A30CE6EDE9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6" name="文本占位符 15">
            <a:extLst>
              <a:ext uri="{FF2B5EF4-FFF2-40B4-BE49-F238E27FC236}">
                <a16:creationId xmlns:a16="http://schemas.microsoft.com/office/drawing/2014/main" id="{DF59BF72-470F-3A15-D2F8-C7EEE1CFE8F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7" name="文本占位符 16">
            <a:extLst>
              <a:ext uri="{FF2B5EF4-FFF2-40B4-BE49-F238E27FC236}">
                <a16:creationId xmlns:a16="http://schemas.microsoft.com/office/drawing/2014/main" id="{F2F40D22-91DD-46F8-2436-38AB3F05811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8" name="文本占位符 17">
            <a:extLst>
              <a:ext uri="{FF2B5EF4-FFF2-40B4-BE49-F238E27FC236}">
                <a16:creationId xmlns:a16="http://schemas.microsoft.com/office/drawing/2014/main" id="{9D398B2D-4733-17B3-408E-3C8C5ADF6014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9" name="文本占位符 18">
            <a:extLst>
              <a:ext uri="{FF2B5EF4-FFF2-40B4-BE49-F238E27FC236}">
                <a16:creationId xmlns:a16="http://schemas.microsoft.com/office/drawing/2014/main" id="{78E52164-FCAC-9B82-3FA5-6979E27FC9C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20" name="文本占位符 19">
            <a:extLst>
              <a:ext uri="{FF2B5EF4-FFF2-40B4-BE49-F238E27FC236}">
                <a16:creationId xmlns:a16="http://schemas.microsoft.com/office/drawing/2014/main" id="{B3A5CBD3-5DAB-C320-C978-4139F71486C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8131264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标题 12">
            <a:extLst>
              <a:ext uri="{FF2B5EF4-FFF2-40B4-BE49-F238E27FC236}">
                <a16:creationId xmlns:a16="http://schemas.microsoft.com/office/drawing/2014/main" id="{92E6B536-5924-5FBE-1C37-9700231403A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4" name="文本占位符 13">
            <a:extLst>
              <a:ext uri="{FF2B5EF4-FFF2-40B4-BE49-F238E27FC236}">
                <a16:creationId xmlns:a16="http://schemas.microsoft.com/office/drawing/2014/main" id="{E7EDE697-7B7F-7D7B-13A1-BF256422DC4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5" name="文本占位符 14">
            <a:extLst>
              <a:ext uri="{FF2B5EF4-FFF2-40B4-BE49-F238E27FC236}">
                <a16:creationId xmlns:a16="http://schemas.microsoft.com/office/drawing/2014/main" id="{12434104-82C6-BC12-0D4D-AB358167B00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6" name="文本占位符 15">
            <a:extLst>
              <a:ext uri="{FF2B5EF4-FFF2-40B4-BE49-F238E27FC236}">
                <a16:creationId xmlns:a16="http://schemas.microsoft.com/office/drawing/2014/main" id="{819FDA26-2C4D-5BEE-57C8-0CDB339CACD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7" name="文本占位符 16">
            <a:extLst>
              <a:ext uri="{FF2B5EF4-FFF2-40B4-BE49-F238E27FC236}">
                <a16:creationId xmlns:a16="http://schemas.microsoft.com/office/drawing/2014/main" id="{582C627F-C021-05F8-A01B-84CF08A486C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8" name="文本占位符 17">
            <a:extLst>
              <a:ext uri="{FF2B5EF4-FFF2-40B4-BE49-F238E27FC236}">
                <a16:creationId xmlns:a16="http://schemas.microsoft.com/office/drawing/2014/main" id="{C115ED63-AAD7-9567-48B3-AC7F02503ED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9" name="文本占位符 18">
            <a:extLst>
              <a:ext uri="{FF2B5EF4-FFF2-40B4-BE49-F238E27FC236}">
                <a16:creationId xmlns:a16="http://schemas.microsoft.com/office/drawing/2014/main" id="{E3C06981-99E3-4BC8-0E55-F8AB03C2A1A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20" name="文本占位符 19">
            <a:extLst>
              <a:ext uri="{FF2B5EF4-FFF2-40B4-BE49-F238E27FC236}">
                <a16:creationId xmlns:a16="http://schemas.microsoft.com/office/drawing/2014/main" id="{D8C81E12-F146-8668-B9E9-D5EF98064BB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21" name="文本占位符 20">
            <a:extLst>
              <a:ext uri="{FF2B5EF4-FFF2-40B4-BE49-F238E27FC236}">
                <a16:creationId xmlns:a16="http://schemas.microsoft.com/office/drawing/2014/main" id="{AC62E36A-1A52-3E20-C420-A13A7DD2F821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22" name="文本占位符 21">
            <a:extLst>
              <a:ext uri="{FF2B5EF4-FFF2-40B4-BE49-F238E27FC236}">
                <a16:creationId xmlns:a16="http://schemas.microsoft.com/office/drawing/2014/main" id="{49EF07CA-8DE7-2A68-F787-3FA26B1D4C1C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656691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>
            <a:extLst>
              <a:ext uri="{FF2B5EF4-FFF2-40B4-BE49-F238E27FC236}">
                <a16:creationId xmlns:a16="http://schemas.microsoft.com/office/drawing/2014/main" id="{A3C65DB3-66CF-026A-8D82-E9F23BF2CA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9068630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标题 18">
            <a:extLst>
              <a:ext uri="{FF2B5EF4-FFF2-40B4-BE49-F238E27FC236}">
                <a16:creationId xmlns:a16="http://schemas.microsoft.com/office/drawing/2014/main" id="{CCBE5B85-F38B-E44F-55CA-C9FDE73E5F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20" name="文本占位符 19">
            <a:extLst>
              <a:ext uri="{FF2B5EF4-FFF2-40B4-BE49-F238E27FC236}">
                <a16:creationId xmlns:a16="http://schemas.microsoft.com/office/drawing/2014/main" id="{CFF40F1F-1A47-CEA0-4B6F-EA299B769C9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22" name="图片占位符 21">
            <a:extLst>
              <a:ext uri="{FF2B5EF4-FFF2-40B4-BE49-F238E27FC236}">
                <a16:creationId xmlns:a16="http://schemas.microsoft.com/office/drawing/2014/main" id="{7E89C8BD-4F27-8511-A1DA-0DB6B51708A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</p:sp>
      <p:sp>
        <p:nvSpPr>
          <p:cNvPr id="21" name="文本占位符 20">
            <a:extLst>
              <a:ext uri="{FF2B5EF4-FFF2-40B4-BE49-F238E27FC236}">
                <a16:creationId xmlns:a16="http://schemas.microsoft.com/office/drawing/2014/main" id="{914B793C-F859-E59D-8819-B2B5C456651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23" name="Rectangle: Rounded Corners 11">
            <a:extLst>
              <a:ext uri="{FF2B5EF4-FFF2-40B4-BE49-F238E27FC236}">
                <a16:creationId xmlns:a16="http://schemas.microsoft.com/office/drawing/2014/main" id="{1C29F28D-65E2-248C-7FF9-D2B5C7994F7D}"/>
              </a:ext>
            </a:extLst>
          </p:cNvPr>
          <p:cNvSpPr/>
          <p:nvPr/>
        </p:nvSpPr>
        <p:spPr>
          <a:xfrm rot="5400000">
            <a:off x="8143374" y="-4192"/>
            <a:ext cx="94362" cy="4741754"/>
          </a:xfrm>
          <a:prstGeom prst="roundRect">
            <a:avLst>
              <a:gd name="adj" fmla="val 50000"/>
            </a:avLst>
          </a:prstGeom>
          <a:solidFill>
            <a:srgbClr val="32394E">
              <a:alpha val="1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Be Vietnam Pro Medium"/>
              <a:ea typeface="+mn-ea"/>
              <a:cs typeface="+mn-cs"/>
            </a:endParaRPr>
          </a:p>
        </p:txBody>
      </p:sp>
      <p:sp>
        <p:nvSpPr>
          <p:cNvPr id="24" name="Rectangle: Rounded Corners 12">
            <a:extLst>
              <a:ext uri="{FF2B5EF4-FFF2-40B4-BE49-F238E27FC236}">
                <a16:creationId xmlns:a16="http://schemas.microsoft.com/office/drawing/2014/main" id="{F63C491A-C725-A853-7131-938CADD1B30A}"/>
              </a:ext>
            </a:extLst>
          </p:cNvPr>
          <p:cNvSpPr/>
          <p:nvPr/>
        </p:nvSpPr>
        <p:spPr>
          <a:xfrm rot="5400000" flipV="1">
            <a:off x="6722516" y="1489048"/>
            <a:ext cx="94362" cy="1755271"/>
          </a:xfrm>
          <a:prstGeom prst="roundRect">
            <a:avLst>
              <a:gd name="adj" fmla="val 50000"/>
            </a:avLst>
          </a:prstGeom>
          <a:solidFill>
            <a:srgbClr val="2A4F7B"/>
          </a:solidFill>
          <a:ln w="12700" cap="flat" cmpd="sng" algn="ctr">
            <a:noFill/>
            <a:prstDash val="solid"/>
            <a:miter lim="800000"/>
          </a:ln>
          <a:effectLst>
            <a:outerShdw blurRad="63500" dist="63500" dir="600000" algn="t" rotWithShape="0">
              <a:srgbClr val="EE0006">
                <a:alpha val="21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Be Vietnam Pro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533916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0A21251-A114-85AC-0CFE-91595784AA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9079" y="471419"/>
            <a:ext cx="7237646" cy="481042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5AC956E7-9099-676C-0967-5FCBE20F7D8E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图片占位符 3">
            <a:extLst>
              <a:ext uri="{FF2B5EF4-FFF2-40B4-BE49-F238E27FC236}">
                <a16:creationId xmlns:a16="http://schemas.microsoft.com/office/drawing/2014/main" id="{32F9FBE4-60D4-AB73-365D-B278B6DF794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5A982178-6953-0DB1-EA27-140CBC799B24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文本占位符 5">
            <a:extLst>
              <a:ext uri="{FF2B5EF4-FFF2-40B4-BE49-F238E27FC236}">
                <a16:creationId xmlns:a16="http://schemas.microsoft.com/office/drawing/2014/main" id="{32B35206-1CAD-DD59-C019-98CB4D4915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图片占位符 6">
            <a:extLst>
              <a:ext uri="{FF2B5EF4-FFF2-40B4-BE49-F238E27FC236}">
                <a16:creationId xmlns:a16="http://schemas.microsoft.com/office/drawing/2014/main" id="{FD64F674-0A00-8611-6A44-3973809D9AB8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文本占位符 7">
            <a:extLst>
              <a:ext uri="{FF2B5EF4-FFF2-40B4-BE49-F238E27FC236}">
                <a16:creationId xmlns:a16="http://schemas.microsoft.com/office/drawing/2014/main" id="{E91873E1-BD71-EDC1-C00A-F22788E755D7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7" name="Rectangle: Rounded Corners 11">
            <a:extLst>
              <a:ext uri="{FF2B5EF4-FFF2-40B4-BE49-F238E27FC236}">
                <a16:creationId xmlns:a16="http://schemas.microsoft.com/office/drawing/2014/main" id="{1C29F28D-65E2-248C-7FF9-D2B5C7994F7D}"/>
              </a:ext>
            </a:extLst>
          </p:cNvPr>
          <p:cNvSpPr/>
          <p:nvPr/>
        </p:nvSpPr>
        <p:spPr>
          <a:xfrm rot="5400000">
            <a:off x="3258709" y="836662"/>
            <a:ext cx="94362" cy="4741754"/>
          </a:xfrm>
          <a:prstGeom prst="roundRect">
            <a:avLst>
              <a:gd name="adj" fmla="val 50000"/>
            </a:avLst>
          </a:prstGeom>
          <a:solidFill>
            <a:srgbClr val="32394E">
              <a:alpha val="1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Be Vietnam Pro Medium"/>
              <a:ea typeface="+mn-ea"/>
              <a:cs typeface="+mn-cs"/>
            </a:endParaRPr>
          </a:p>
        </p:txBody>
      </p:sp>
      <p:sp>
        <p:nvSpPr>
          <p:cNvPr id="18" name="Rectangle: Rounded Corners 12">
            <a:extLst>
              <a:ext uri="{FF2B5EF4-FFF2-40B4-BE49-F238E27FC236}">
                <a16:creationId xmlns:a16="http://schemas.microsoft.com/office/drawing/2014/main" id="{F63C491A-C725-A853-7131-938CADD1B30A}"/>
              </a:ext>
            </a:extLst>
          </p:cNvPr>
          <p:cNvSpPr/>
          <p:nvPr/>
        </p:nvSpPr>
        <p:spPr>
          <a:xfrm rot="5400000" flipV="1">
            <a:off x="1837851" y="2329902"/>
            <a:ext cx="94362" cy="1755271"/>
          </a:xfrm>
          <a:prstGeom prst="roundRect">
            <a:avLst>
              <a:gd name="adj" fmla="val 50000"/>
            </a:avLst>
          </a:prstGeom>
          <a:solidFill>
            <a:srgbClr val="274A80"/>
          </a:solidFill>
          <a:ln w="12700" cap="flat" cmpd="sng" algn="ctr">
            <a:noFill/>
            <a:prstDash val="solid"/>
            <a:miter lim="800000"/>
          </a:ln>
          <a:effectLst>
            <a:outerShdw blurRad="63500" dist="63500" dir="600000" algn="t" rotWithShape="0">
              <a:srgbClr val="EE0006">
                <a:alpha val="21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Be Vietnam Pro Light"/>
              <a:ea typeface="+mn-ea"/>
              <a:cs typeface="+mn-cs"/>
            </a:endParaRPr>
          </a:p>
        </p:txBody>
      </p:sp>
      <p:sp>
        <p:nvSpPr>
          <p:cNvPr id="23" name="Rectangle: Rounded Corners 11">
            <a:extLst>
              <a:ext uri="{FF2B5EF4-FFF2-40B4-BE49-F238E27FC236}">
                <a16:creationId xmlns:a16="http://schemas.microsoft.com/office/drawing/2014/main" id="{B069CCC1-7DBA-38EA-8E90-DFEAA15901DF}"/>
              </a:ext>
            </a:extLst>
          </p:cNvPr>
          <p:cNvSpPr/>
          <p:nvPr/>
        </p:nvSpPr>
        <p:spPr>
          <a:xfrm rot="5400000">
            <a:off x="8901730" y="808275"/>
            <a:ext cx="94362" cy="4741754"/>
          </a:xfrm>
          <a:prstGeom prst="roundRect">
            <a:avLst>
              <a:gd name="adj" fmla="val 50000"/>
            </a:avLst>
          </a:prstGeom>
          <a:solidFill>
            <a:srgbClr val="32394E">
              <a:alpha val="1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Be Vietnam Pro Medium"/>
              <a:ea typeface="+mn-ea"/>
              <a:cs typeface="+mn-cs"/>
            </a:endParaRPr>
          </a:p>
        </p:txBody>
      </p:sp>
      <p:sp>
        <p:nvSpPr>
          <p:cNvPr id="24" name="Rectangle: Rounded Corners 12">
            <a:extLst>
              <a:ext uri="{FF2B5EF4-FFF2-40B4-BE49-F238E27FC236}">
                <a16:creationId xmlns:a16="http://schemas.microsoft.com/office/drawing/2014/main" id="{AA869BC3-E3B9-F98D-C86A-9290E7C1D410}"/>
              </a:ext>
            </a:extLst>
          </p:cNvPr>
          <p:cNvSpPr/>
          <p:nvPr/>
        </p:nvSpPr>
        <p:spPr>
          <a:xfrm rot="5400000" flipV="1">
            <a:off x="7480872" y="2301515"/>
            <a:ext cx="94362" cy="1755271"/>
          </a:xfrm>
          <a:prstGeom prst="roundRect">
            <a:avLst>
              <a:gd name="adj" fmla="val 50000"/>
            </a:avLst>
          </a:prstGeom>
          <a:solidFill>
            <a:srgbClr val="274A80"/>
          </a:solidFill>
          <a:ln w="12700" cap="flat" cmpd="sng" algn="ctr">
            <a:noFill/>
            <a:prstDash val="solid"/>
            <a:miter lim="800000"/>
          </a:ln>
          <a:effectLst>
            <a:outerShdw blurRad="63500" dist="63500" dir="600000" algn="t" rotWithShape="0">
              <a:srgbClr val="EE0006">
                <a:alpha val="21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Be Vietnam Pro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886335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" name="图片占位符 39">
            <a:extLst>
              <a:ext uri="{FF2B5EF4-FFF2-40B4-BE49-F238E27FC236}">
                <a16:creationId xmlns:a16="http://schemas.microsoft.com/office/drawing/2014/main" id="{81266A72-E7DE-CD8D-5E62-13013725C9F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6" b="56"/>
          <a:stretch/>
        </p:blipFill>
        <p:spPr>
          <a:xfrm>
            <a:off x="0" y="2751774"/>
            <a:ext cx="12192000" cy="3471519"/>
          </a:xfrm>
          <a:prstGeom prst="rect">
            <a:avLst/>
          </a:prstGeom>
        </p:spPr>
      </p:pic>
      <p:sp>
        <p:nvSpPr>
          <p:cNvPr id="46" name="Rectangle 2">
            <a:extLst>
              <a:ext uri="{FF2B5EF4-FFF2-40B4-BE49-F238E27FC236}">
                <a16:creationId xmlns:a16="http://schemas.microsoft.com/office/drawing/2014/main" id="{07C5410C-218B-1067-30EC-A0E9B1FB412E}"/>
              </a:ext>
            </a:extLst>
          </p:cNvPr>
          <p:cNvSpPr/>
          <p:nvPr/>
        </p:nvSpPr>
        <p:spPr>
          <a:xfrm>
            <a:off x="3196047" y="700585"/>
            <a:ext cx="528630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3000" b="1" dirty="0">
                <a:solidFill>
                  <a:srgbClr val="274A8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支持与服务</a:t>
            </a:r>
            <a:endParaRPr lang="en-US" sz="3000" spc="375" dirty="0">
              <a:solidFill>
                <a:srgbClr val="274A80"/>
              </a:solidFill>
              <a:latin typeface="Walkway Bold" panose="00000400000000000000" pitchFamily="2" charset="0"/>
              <a:cs typeface="Segoe UI" panose="020B0502040204020203" pitchFamily="34" charset="0"/>
            </a:endParaRPr>
          </a:p>
        </p:txBody>
      </p:sp>
      <p:sp>
        <p:nvSpPr>
          <p:cNvPr id="47" name="Freeform 113">
            <a:extLst>
              <a:ext uri="{FF2B5EF4-FFF2-40B4-BE49-F238E27FC236}">
                <a16:creationId xmlns:a16="http://schemas.microsoft.com/office/drawing/2014/main" id="{3A616327-0B04-1F55-5918-FD995263345F}"/>
              </a:ext>
            </a:extLst>
          </p:cNvPr>
          <p:cNvSpPr>
            <a:spLocks noChangeArrowheads="1"/>
          </p:cNvSpPr>
          <p:nvPr/>
        </p:nvSpPr>
        <p:spPr bwMode="auto">
          <a:xfrm rot="20009339">
            <a:off x="7445651" y="3839498"/>
            <a:ext cx="204886" cy="330747"/>
          </a:xfrm>
          <a:custGeom>
            <a:avLst/>
            <a:gdLst>
              <a:gd name="T0" fmla="*/ 55786 w 249"/>
              <a:gd name="T1" fmla="*/ 0 h 400"/>
              <a:gd name="T2" fmla="*/ 55786 w 249"/>
              <a:gd name="T3" fmla="*/ 0 h 400"/>
              <a:gd name="T4" fmla="*/ 0 w 249"/>
              <a:gd name="T5" fmla="*/ 56059 h 400"/>
              <a:gd name="T6" fmla="*/ 55786 w 249"/>
              <a:gd name="T7" fmla="*/ 178940 h 400"/>
              <a:gd name="T8" fmla="*/ 110679 w 249"/>
              <a:gd name="T9" fmla="*/ 56059 h 400"/>
              <a:gd name="T10" fmla="*/ 55786 w 249"/>
              <a:gd name="T11" fmla="*/ 0 h 400"/>
              <a:gd name="T12" fmla="*/ 55786 w 249"/>
              <a:gd name="T13" fmla="*/ 87900 h 400"/>
              <a:gd name="T14" fmla="*/ 55786 w 249"/>
              <a:gd name="T15" fmla="*/ 87900 h 400"/>
              <a:gd name="T16" fmla="*/ 23653 w 249"/>
              <a:gd name="T17" fmla="*/ 56059 h 400"/>
              <a:gd name="T18" fmla="*/ 55786 w 249"/>
              <a:gd name="T19" fmla="*/ 24217 h 400"/>
              <a:gd name="T20" fmla="*/ 87026 w 249"/>
              <a:gd name="T21" fmla="*/ 56059 h 400"/>
              <a:gd name="T22" fmla="*/ 55786 w 249"/>
              <a:gd name="T23" fmla="*/ 87900 h 40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49" h="400">
                <a:moveTo>
                  <a:pt x="125" y="0"/>
                </a:moveTo>
                <a:lnTo>
                  <a:pt x="125" y="0"/>
                </a:lnTo>
                <a:cubicBezTo>
                  <a:pt x="53" y="0"/>
                  <a:pt x="0" y="54"/>
                  <a:pt x="0" y="125"/>
                </a:cubicBezTo>
                <a:cubicBezTo>
                  <a:pt x="0" y="240"/>
                  <a:pt x="125" y="399"/>
                  <a:pt x="125" y="399"/>
                </a:cubicBezTo>
                <a:cubicBezTo>
                  <a:pt x="125" y="399"/>
                  <a:pt x="248" y="240"/>
                  <a:pt x="248" y="125"/>
                </a:cubicBezTo>
                <a:cubicBezTo>
                  <a:pt x="248" y="54"/>
                  <a:pt x="195" y="0"/>
                  <a:pt x="125" y="0"/>
                </a:cubicBezTo>
                <a:close/>
                <a:moveTo>
                  <a:pt x="125" y="196"/>
                </a:moveTo>
                <a:lnTo>
                  <a:pt x="125" y="196"/>
                </a:lnTo>
                <a:cubicBezTo>
                  <a:pt x="88" y="196"/>
                  <a:pt x="53" y="160"/>
                  <a:pt x="53" y="125"/>
                </a:cubicBezTo>
                <a:cubicBezTo>
                  <a:pt x="53" y="89"/>
                  <a:pt x="88" y="54"/>
                  <a:pt x="125" y="54"/>
                </a:cubicBezTo>
                <a:cubicBezTo>
                  <a:pt x="159" y="54"/>
                  <a:pt x="195" y="89"/>
                  <a:pt x="195" y="125"/>
                </a:cubicBezTo>
                <a:cubicBezTo>
                  <a:pt x="195" y="160"/>
                  <a:pt x="159" y="196"/>
                  <a:pt x="125" y="196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21431" tIns="10716" rIns="21431" bIns="10716" anchor="ctr"/>
          <a:lstStyle/>
          <a:p>
            <a:endParaRPr lang="en-US" sz="704" dirty="0"/>
          </a:p>
        </p:txBody>
      </p:sp>
      <p:grpSp>
        <p:nvGrpSpPr>
          <p:cNvPr id="48" name="Group 24">
            <a:extLst>
              <a:ext uri="{FF2B5EF4-FFF2-40B4-BE49-F238E27FC236}">
                <a16:creationId xmlns:a16="http://schemas.microsoft.com/office/drawing/2014/main" id="{8D43DE5D-3143-481D-A0D3-CB873388FF76}"/>
              </a:ext>
            </a:extLst>
          </p:cNvPr>
          <p:cNvGrpSpPr/>
          <p:nvPr/>
        </p:nvGrpSpPr>
        <p:grpSpPr>
          <a:xfrm>
            <a:off x="7130369" y="3587146"/>
            <a:ext cx="835450" cy="835450"/>
            <a:chOff x="1843425" y="4650414"/>
            <a:chExt cx="1336720" cy="1336720"/>
          </a:xfrm>
        </p:grpSpPr>
        <p:sp>
          <p:nvSpPr>
            <p:cNvPr id="49" name="Oval 25">
              <a:extLst>
                <a:ext uri="{FF2B5EF4-FFF2-40B4-BE49-F238E27FC236}">
                  <a16:creationId xmlns:a16="http://schemas.microsoft.com/office/drawing/2014/main" id="{BBFFD4C3-7AE5-C391-A49D-55A25B15181D}"/>
                </a:ext>
              </a:extLst>
            </p:cNvPr>
            <p:cNvSpPr/>
            <p:nvPr/>
          </p:nvSpPr>
          <p:spPr>
            <a:xfrm>
              <a:off x="2059643" y="4866632"/>
              <a:ext cx="904284" cy="904284"/>
            </a:xfrm>
            <a:prstGeom prst="ellipse">
              <a:avLst/>
            </a:prstGeom>
            <a:noFill/>
            <a:ln w="38100">
              <a:solidFill>
                <a:schemeClr val="tx1">
                  <a:lumMod val="75000"/>
                  <a:lumOff val="25000"/>
                  <a:alpha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704"/>
            </a:p>
          </p:txBody>
        </p:sp>
        <p:sp>
          <p:nvSpPr>
            <p:cNvPr id="50" name="Oval 26">
              <a:extLst>
                <a:ext uri="{FF2B5EF4-FFF2-40B4-BE49-F238E27FC236}">
                  <a16:creationId xmlns:a16="http://schemas.microsoft.com/office/drawing/2014/main" id="{5B51285C-CBA6-BE2C-B294-A51BA75EE55D}"/>
                </a:ext>
              </a:extLst>
            </p:cNvPr>
            <p:cNvSpPr/>
            <p:nvPr/>
          </p:nvSpPr>
          <p:spPr>
            <a:xfrm>
              <a:off x="1960900" y="4767889"/>
              <a:ext cx="1101770" cy="1101770"/>
            </a:xfrm>
            <a:prstGeom prst="ellipse">
              <a:avLst/>
            </a:prstGeom>
            <a:noFill/>
            <a:ln w="38100">
              <a:solidFill>
                <a:schemeClr val="tx1">
                  <a:lumMod val="75000"/>
                  <a:lumOff val="25000"/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704"/>
            </a:p>
          </p:txBody>
        </p:sp>
        <p:sp>
          <p:nvSpPr>
            <p:cNvPr id="51" name="Oval 27">
              <a:extLst>
                <a:ext uri="{FF2B5EF4-FFF2-40B4-BE49-F238E27FC236}">
                  <a16:creationId xmlns:a16="http://schemas.microsoft.com/office/drawing/2014/main" id="{AEF64207-A677-9793-916D-337C0306E7A6}"/>
                </a:ext>
              </a:extLst>
            </p:cNvPr>
            <p:cNvSpPr/>
            <p:nvPr/>
          </p:nvSpPr>
          <p:spPr>
            <a:xfrm>
              <a:off x="1843425" y="4650414"/>
              <a:ext cx="1336720" cy="1336720"/>
            </a:xfrm>
            <a:prstGeom prst="ellipse">
              <a:avLst/>
            </a:prstGeom>
            <a:noFill/>
            <a:ln w="38100">
              <a:solidFill>
                <a:schemeClr val="tx1">
                  <a:lumMod val="75000"/>
                  <a:lumOff val="25000"/>
                  <a:alpha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704"/>
            </a:p>
          </p:txBody>
        </p:sp>
      </p:grpSp>
      <p:grpSp>
        <p:nvGrpSpPr>
          <p:cNvPr id="52" name="Group 28">
            <a:extLst>
              <a:ext uri="{FF2B5EF4-FFF2-40B4-BE49-F238E27FC236}">
                <a16:creationId xmlns:a16="http://schemas.microsoft.com/office/drawing/2014/main" id="{70EA01EE-0B56-8E36-DE6D-4CE932059F1F}"/>
              </a:ext>
            </a:extLst>
          </p:cNvPr>
          <p:cNvGrpSpPr/>
          <p:nvPr/>
        </p:nvGrpSpPr>
        <p:grpSpPr>
          <a:xfrm>
            <a:off x="5288258" y="4742840"/>
            <a:ext cx="2677561" cy="909947"/>
            <a:chOff x="13849162" y="7553474"/>
            <a:chExt cx="4284098" cy="1455915"/>
          </a:xfrm>
        </p:grpSpPr>
        <p:sp>
          <p:nvSpPr>
            <p:cNvPr id="53" name="Speech Bubble: Rectangle 29">
              <a:extLst>
                <a:ext uri="{FF2B5EF4-FFF2-40B4-BE49-F238E27FC236}">
                  <a16:creationId xmlns:a16="http://schemas.microsoft.com/office/drawing/2014/main" id="{57571A71-429D-74E8-20B5-E77BF8724AE8}"/>
                </a:ext>
              </a:extLst>
            </p:cNvPr>
            <p:cNvSpPr/>
            <p:nvPr/>
          </p:nvSpPr>
          <p:spPr>
            <a:xfrm flipH="1">
              <a:off x="13849162" y="7553474"/>
              <a:ext cx="4233545" cy="1455915"/>
            </a:xfrm>
            <a:prstGeom prst="wedgeRectCallout">
              <a:avLst>
                <a:gd name="adj1" fmla="val -37759"/>
                <a:gd name="adj2" fmla="val -66008"/>
              </a:avLst>
            </a:pr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0" scaled="0"/>
            </a:gradFill>
            <a:ln>
              <a:noFill/>
            </a:ln>
            <a:effectLst>
              <a:outerShdw blurRad="1270000" dist="609600" dir="2700000" sx="90000" sy="9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704" dirty="0"/>
            </a:p>
          </p:txBody>
        </p:sp>
        <p:grpSp>
          <p:nvGrpSpPr>
            <p:cNvPr id="54" name="Group 30">
              <a:extLst>
                <a:ext uri="{FF2B5EF4-FFF2-40B4-BE49-F238E27FC236}">
                  <a16:creationId xmlns:a16="http://schemas.microsoft.com/office/drawing/2014/main" id="{4E8E8AB7-1220-2CF0-8430-EAECF4EF6460}"/>
                </a:ext>
              </a:extLst>
            </p:cNvPr>
            <p:cNvGrpSpPr/>
            <p:nvPr/>
          </p:nvGrpSpPr>
          <p:grpSpPr>
            <a:xfrm>
              <a:off x="14096445" y="7628045"/>
              <a:ext cx="4036815" cy="1287540"/>
              <a:chOff x="2029999" y="7867449"/>
              <a:chExt cx="4036815" cy="1287540"/>
            </a:xfrm>
          </p:grpSpPr>
          <p:sp>
            <p:nvSpPr>
              <p:cNvPr id="55" name="Freeform 2">
                <a:extLst>
                  <a:ext uri="{FF2B5EF4-FFF2-40B4-BE49-F238E27FC236}">
                    <a16:creationId xmlns:a16="http://schemas.microsoft.com/office/drawing/2014/main" id="{0D8735F1-2B5A-7D1D-FD7A-962D85854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499298">
                <a:off x="2101171" y="8101745"/>
                <a:ext cx="231720" cy="374064"/>
              </a:xfrm>
              <a:custGeom>
                <a:avLst/>
                <a:gdLst>
                  <a:gd name="T0" fmla="*/ 55786 w 249"/>
                  <a:gd name="T1" fmla="*/ 0 h 400"/>
                  <a:gd name="T2" fmla="*/ 55786 w 249"/>
                  <a:gd name="T3" fmla="*/ 0 h 400"/>
                  <a:gd name="T4" fmla="*/ 0 w 249"/>
                  <a:gd name="T5" fmla="*/ 56059 h 400"/>
                  <a:gd name="T6" fmla="*/ 55786 w 249"/>
                  <a:gd name="T7" fmla="*/ 178940 h 400"/>
                  <a:gd name="T8" fmla="*/ 110679 w 249"/>
                  <a:gd name="T9" fmla="*/ 56059 h 400"/>
                  <a:gd name="T10" fmla="*/ 55786 w 249"/>
                  <a:gd name="T11" fmla="*/ 0 h 400"/>
                  <a:gd name="T12" fmla="*/ 55786 w 249"/>
                  <a:gd name="T13" fmla="*/ 87900 h 400"/>
                  <a:gd name="T14" fmla="*/ 55786 w 249"/>
                  <a:gd name="T15" fmla="*/ 87900 h 400"/>
                  <a:gd name="T16" fmla="*/ 23653 w 249"/>
                  <a:gd name="T17" fmla="*/ 56059 h 400"/>
                  <a:gd name="T18" fmla="*/ 55786 w 249"/>
                  <a:gd name="T19" fmla="*/ 24217 h 400"/>
                  <a:gd name="T20" fmla="*/ 87026 w 249"/>
                  <a:gd name="T21" fmla="*/ 56059 h 400"/>
                  <a:gd name="T22" fmla="*/ 55786 w 249"/>
                  <a:gd name="T23" fmla="*/ 87900 h 4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9" h="400">
                    <a:moveTo>
                      <a:pt x="125" y="0"/>
                    </a:moveTo>
                    <a:lnTo>
                      <a:pt x="125" y="0"/>
                    </a:lnTo>
                    <a:cubicBezTo>
                      <a:pt x="53" y="0"/>
                      <a:pt x="0" y="54"/>
                      <a:pt x="0" y="125"/>
                    </a:cubicBezTo>
                    <a:cubicBezTo>
                      <a:pt x="0" y="240"/>
                      <a:pt x="125" y="399"/>
                      <a:pt x="125" y="399"/>
                    </a:cubicBezTo>
                    <a:cubicBezTo>
                      <a:pt x="125" y="399"/>
                      <a:pt x="248" y="240"/>
                      <a:pt x="248" y="125"/>
                    </a:cubicBezTo>
                    <a:cubicBezTo>
                      <a:pt x="248" y="54"/>
                      <a:pt x="195" y="0"/>
                      <a:pt x="125" y="0"/>
                    </a:cubicBezTo>
                    <a:close/>
                    <a:moveTo>
                      <a:pt x="125" y="196"/>
                    </a:moveTo>
                    <a:lnTo>
                      <a:pt x="125" y="196"/>
                    </a:lnTo>
                    <a:cubicBezTo>
                      <a:pt x="88" y="196"/>
                      <a:pt x="53" y="160"/>
                      <a:pt x="53" y="125"/>
                    </a:cubicBezTo>
                    <a:cubicBezTo>
                      <a:pt x="53" y="89"/>
                      <a:pt x="88" y="54"/>
                      <a:pt x="125" y="54"/>
                    </a:cubicBezTo>
                    <a:cubicBezTo>
                      <a:pt x="159" y="54"/>
                      <a:pt x="195" y="89"/>
                      <a:pt x="195" y="125"/>
                    </a:cubicBezTo>
                    <a:cubicBezTo>
                      <a:pt x="195" y="160"/>
                      <a:pt x="159" y="196"/>
                      <a:pt x="125" y="19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7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21431" tIns="10716" rIns="21431" bIns="10716" anchor="ctr"/>
              <a:lstStyle/>
              <a:p>
                <a:endParaRPr lang="en-US" sz="704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6" name="Rectangle 32">
                <a:extLst>
                  <a:ext uri="{FF2B5EF4-FFF2-40B4-BE49-F238E27FC236}">
                    <a16:creationId xmlns:a16="http://schemas.microsoft.com/office/drawing/2014/main" id="{50620B2D-D862-CAB3-1B1B-BBD78F628B61}"/>
                  </a:ext>
                </a:extLst>
              </p:cNvPr>
              <p:cNvSpPr/>
              <p:nvPr/>
            </p:nvSpPr>
            <p:spPr>
              <a:xfrm flipH="1">
                <a:off x="2493970" y="8268593"/>
                <a:ext cx="3572844" cy="88639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spcBef>
                    <a:spcPts val="750"/>
                  </a:spcBef>
                </a:pPr>
                <a:r>
                  <a:rPr lang="en-US" altLang="zh-CN" sz="1000" dirty="0">
                    <a:solidFill>
                      <a:schemeClr val="bg1"/>
                    </a:solidFill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No.6, </a:t>
                </a:r>
                <a:r>
                  <a:rPr lang="en-US" altLang="zh-CN" sz="1000" dirty="0" err="1">
                    <a:solidFill>
                      <a:schemeClr val="bg1"/>
                    </a:solidFill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Gaoxinsilu</a:t>
                </a:r>
                <a:r>
                  <a:rPr lang="en-US" altLang="zh-CN" sz="1000" dirty="0">
                    <a:solidFill>
                      <a:schemeClr val="bg1"/>
                    </a:solidFill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, East Lake High-Tech Development Zone, Wuhan, </a:t>
                </a:r>
                <a:r>
                  <a:rPr lang="en-US" altLang="zh-CN" sz="1000" dirty="0" err="1">
                    <a:solidFill>
                      <a:schemeClr val="bg1"/>
                    </a:solidFill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HubeiProvince</a:t>
                </a:r>
                <a:r>
                  <a:rPr lang="en-US" altLang="zh-CN" sz="1000" dirty="0">
                    <a:solidFill>
                      <a:schemeClr val="bg1"/>
                    </a:solidFill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, </a:t>
                </a:r>
                <a:r>
                  <a:rPr lang="en-US" altLang="zh-CN" sz="1000" dirty="0" err="1">
                    <a:solidFill>
                      <a:schemeClr val="bg1"/>
                    </a:solidFill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P.R.China</a:t>
                </a:r>
                <a:endParaRPr lang="en-US" altLang="zh-CN" sz="1000" dirty="0">
                  <a:solidFill>
                    <a:schemeClr val="bg1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" name="TextBox 33">
                <a:extLst>
                  <a:ext uri="{FF2B5EF4-FFF2-40B4-BE49-F238E27FC236}">
                    <a16:creationId xmlns:a16="http://schemas.microsoft.com/office/drawing/2014/main" id="{A53E8676-83B1-3E79-CE88-DC554A60C867}"/>
                  </a:ext>
                </a:extLst>
              </p:cNvPr>
              <p:cNvSpPr txBox="1"/>
              <p:nvPr/>
            </p:nvSpPr>
            <p:spPr>
              <a:xfrm>
                <a:off x="2502617" y="7867449"/>
                <a:ext cx="1332981" cy="4555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50" b="1" i="1" dirty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Segoe UI" panose="020B0502040204020203" pitchFamily="34" charset="0"/>
                  </a:rPr>
                  <a:t>Address</a:t>
                </a:r>
                <a:endParaRPr lang="id-ID" sz="1250" b="1" i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8" name="Rectangle 37">
            <a:extLst>
              <a:ext uri="{FF2B5EF4-FFF2-40B4-BE49-F238E27FC236}">
                <a16:creationId xmlns:a16="http://schemas.microsoft.com/office/drawing/2014/main" id="{0F1EE18E-D452-4B2C-2122-DA9DD2ABCDAC}"/>
              </a:ext>
            </a:extLst>
          </p:cNvPr>
          <p:cNvSpPr/>
          <p:nvPr/>
        </p:nvSpPr>
        <p:spPr>
          <a:xfrm>
            <a:off x="9426" y="2251919"/>
            <a:ext cx="12173149" cy="498559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04"/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E91A03B5-85B9-AE25-8332-78501716B2AF}"/>
              </a:ext>
            </a:extLst>
          </p:cNvPr>
          <p:cNvSpPr/>
          <p:nvPr/>
        </p:nvSpPr>
        <p:spPr>
          <a:xfrm>
            <a:off x="820022" y="2251919"/>
            <a:ext cx="2929043" cy="398089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0" dist="571500" dir="5400000" sx="52000" sy="52000" algn="t" rotWithShape="0">
              <a:schemeClr val="tx1">
                <a:lumMod val="95000"/>
                <a:lumOff val="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04" dirty="0"/>
          </a:p>
        </p:txBody>
      </p:sp>
      <p:sp>
        <p:nvSpPr>
          <p:cNvPr id="60" name="TextBox 6">
            <a:extLst>
              <a:ext uri="{FF2B5EF4-FFF2-40B4-BE49-F238E27FC236}">
                <a16:creationId xmlns:a16="http://schemas.microsoft.com/office/drawing/2014/main" id="{EC972167-6C21-E267-B9B9-8F43CED16562}"/>
              </a:ext>
            </a:extLst>
          </p:cNvPr>
          <p:cNvSpPr txBox="1"/>
          <p:nvPr/>
        </p:nvSpPr>
        <p:spPr>
          <a:xfrm>
            <a:off x="978763" y="2338418"/>
            <a:ext cx="1729643" cy="2846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50" b="1" spc="188" dirty="0">
                <a:solidFill>
                  <a:schemeClr val="tx1">
                    <a:lumMod val="50000"/>
                    <a:lumOff val="50000"/>
                  </a:schemeClr>
                </a:solidFill>
                <a:latin typeface="Times New Roman" panose="02020603050405020304" pitchFamily="18" charset="0"/>
                <a:ea typeface="Roboto Medium" panose="02000000000000000000" pitchFamily="2" charset="0"/>
                <a:cs typeface="Times New Roman" panose="02020603050405020304" pitchFamily="18" charset="0"/>
              </a:rPr>
              <a:t>ADDRESS</a:t>
            </a:r>
            <a:endParaRPr lang="id-ID" sz="1250" b="1" spc="188" dirty="0">
              <a:solidFill>
                <a:schemeClr val="tx1">
                  <a:lumMod val="50000"/>
                  <a:lumOff val="50000"/>
                </a:schemeClr>
              </a:solidFill>
              <a:latin typeface="Times New Roman" panose="02020603050405020304" pitchFamily="18" charset="0"/>
              <a:ea typeface="Roboto Medium" panose="02000000000000000000" pitchFamily="2" charset="0"/>
              <a:cs typeface="Times New Roman" panose="02020603050405020304" pitchFamily="18" charset="0"/>
            </a:endParaRPr>
          </a:p>
        </p:txBody>
      </p:sp>
      <p:grpSp>
        <p:nvGrpSpPr>
          <p:cNvPr id="61" name="Group 9">
            <a:extLst>
              <a:ext uri="{FF2B5EF4-FFF2-40B4-BE49-F238E27FC236}">
                <a16:creationId xmlns:a16="http://schemas.microsoft.com/office/drawing/2014/main" id="{F3E3116B-8AA4-83B1-2FE8-4C3A5C9FC4C6}"/>
              </a:ext>
            </a:extLst>
          </p:cNvPr>
          <p:cNvGrpSpPr/>
          <p:nvPr/>
        </p:nvGrpSpPr>
        <p:grpSpPr>
          <a:xfrm>
            <a:off x="820022" y="2750478"/>
            <a:ext cx="2929043" cy="1776524"/>
            <a:chOff x="5333852" y="3403136"/>
            <a:chExt cx="4753528" cy="2883112"/>
          </a:xfrm>
        </p:grpSpPr>
        <p:sp>
          <p:nvSpPr>
            <p:cNvPr id="62" name="Rectangle 12">
              <a:extLst>
                <a:ext uri="{FF2B5EF4-FFF2-40B4-BE49-F238E27FC236}">
                  <a16:creationId xmlns:a16="http://schemas.microsoft.com/office/drawing/2014/main" id="{0B1C35E7-8AFA-C0A2-C5D5-68C78AACFB58}"/>
                </a:ext>
              </a:extLst>
            </p:cNvPr>
            <p:cNvSpPr/>
            <p:nvPr/>
          </p:nvSpPr>
          <p:spPr>
            <a:xfrm>
              <a:off x="5333852" y="3412014"/>
              <a:ext cx="4753528" cy="944388"/>
            </a:xfrm>
            <a:prstGeom prst="rect">
              <a:avLst/>
            </a:prstGeom>
            <a:solidFill>
              <a:srgbClr val="F4F4F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704"/>
            </a:p>
          </p:txBody>
        </p:sp>
        <p:grpSp>
          <p:nvGrpSpPr>
            <p:cNvPr id="63" name="Group 13">
              <a:extLst>
                <a:ext uri="{FF2B5EF4-FFF2-40B4-BE49-F238E27FC236}">
                  <a16:creationId xmlns:a16="http://schemas.microsoft.com/office/drawing/2014/main" id="{0228573D-9AA5-2FAE-4A1B-BB589818B497}"/>
                </a:ext>
              </a:extLst>
            </p:cNvPr>
            <p:cNvGrpSpPr/>
            <p:nvPr/>
          </p:nvGrpSpPr>
          <p:grpSpPr>
            <a:xfrm>
              <a:off x="5603440" y="3403136"/>
              <a:ext cx="982922" cy="982916"/>
              <a:chOff x="5544216" y="3403136"/>
              <a:chExt cx="982922" cy="982916"/>
            </a:xfrm>
          </p:grpSpPr>
          <p:grpSp>
            <p:nvGrpSpPr>
              <p:cNvPr id="65" name="Group 15">
                <a:extLst>
                  <a:ext uri="{FF2B5EF4-FFF2-40B4-BE49-F238E27FC236}">
                    <a16:creationId xmlns:a16="http://schemas.microsoft.com/office/drawing/2014/main" id="{2B3D4B04-B287-4746-CB86-B7F3DD60A2D7}"/>
                  </a:ext>
                </a:extLst>
              </p:cNvPr>
              <p:cNvGrpSpPr/>
              <p:nvPr/>
            </p:nvGrpSpPr>
            <p:grpSpPr>
              <a:xfrm>
                <a:off x="5544216" y="3403136"/>
                <a:ext cx="982922" cy="982916"/>
                <a:chOff x="1220118" y="2343274"/>
                <a:chExt cx="2450851" cy="2450851"/>
              </a:xfrm>
            </p:grpSpPr>
            <p:sp>
              <p:nvSpPr>
                <p:cNvPr id="70" name="Oval 20">
                  <a:extLst>
                    <a:ext uri="{FF2B5EF4-FFF2-40B4-BE49-F238E27FC236}">
                      <a16:creationId xmlns:a16="http://schemas.microsoft.com/office/drawing/2014/main" id="{33AC479F-7317-E282-B08B-9A688DDC4E4E}"/>
                    </a:ext>
                  </a:extLst>
                </p:cNvPr>
                <p:cNvSpPr/>
                <p:nvPr/>
              </p:nvSpPr>
              <p:spPr>
                <a:xfrm>
                  <a:off x="1220118" y="2343274"/>
                  <a:ext cx="2450851" cy="2450851"/>
                </a:xfrm>
                <a:prstGeom prst="ellipse">
                  <a:avLst/>
                </a:prstGeom>
                <a:solidFill>
                  <a:schemeClr val="bg1">
                    <a:alpha val="13000"/>
                  </a:schemeClr>
                </a:solidFill>
                <a:ln>
                  <a:noFill/>
                </a:ln>
                <a:effectLst>
                  <a:outerShdw blurRad="622300" dist="50800" dir="5400000" algn="ctr" rotWithShape="0">
                    <a:srgbClr val="000000">
                      <a:alpha val="43137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50" b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Advent Pro" panose="02000506040000020004" pitchFamily="2" charset="0"/>
                  </a:endParaRPr>
                </a:p>
              </p:txBody>
            </p:sp>
            <p:sp>
              <p:nvSpPr>
                <p:cNvPr id="71" name="Oval 21">
                  <a:extLst>
                    <a:ext uri="{FF2B5EF4-FFF2-40B4-BE49-F238E27FC236}">
                      <a16:creationId xmlns:a16="http://schemas.microsoft.com/office/drawing/2014/main" id="{81A2ED18-F621-78E7-8675-D9660A8CF8C2}"/>
                    </a:ext>
                  </a:extLst>
                </p:cNvPr>
                <p:cNvSpPr/>
                <p:nvPr/>
              </p:nvSpPr>
              <p:spPr>
                <a:xfrm>
                  <a:off x="1395764" y="2518920"/>
                  <a:ext cx="2099561" cy="2099561"/>
                </a:xfrm>
                <a:prstGeom prst="ellipse">
                  <a:avLst/>
                </a:prstGeom>
                <a:solidFill>
                  <a:schemeClr val="bg1">
                    <a:alpha val="25000"/>
                  </a:schemeClr>
                </a:solidFill>
                <a:ln>
                  <a:noFill/>
                </a:ln>
                <a:effectLst>
                  <a:outerShdw blurRad="622300" dir="2100000" algn="ctr" rotWithShape="0">
                    <a:srgbClr val="000000">
                      <a:alpha val="43137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50" b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Advent Pro" panose="02000506040000020004" pitchFamily="2" charset="0"/>
                  </a:endParaRPr>
                </a:p>
              </p:txBody>
            </p:sp>
            <p:sp>
              <p:nvSpPr>
                <p:cNvPr id="72" name="Oval 22">
                  <a:extLst>
                    <a:ext uri="{FF2B5EF4-FFF2-40B4-BE49-F238E27FC236}">
                      <a16:creationId xmlns:a16="http://schemas.microsoft.com/office/drawing/2014/main" id="{2CE61686-93CA-99B3-399C-7A055C2A6CA0}"/>
                    </a:ext>
                  </a:extLst>
                </p:cNvPr>
                <p:cNvSpPr/>
                <p:nvPr/>
              </p:nvSpPr>
              <p:spPr>
                <a:xfrm>
                  <a:off x="1580469" y="2703625"/>
                  <a:ext cx="1730150" cy="1730150"/>
                </a:xfrm>
                <a:prstGeom prst="ellipse">
                  <a:avLst/>
                </a:prstGeom>
                <a:gradFill>
                  <a:gsLst>
                    <a:gs pos="0">
                      <a:schemeClr val="accent1"/>
                    </a:gs>
                    <a:gs pos="100000">
                      <a:schemeClr val="accent1">
                        <a:lumMod val="75000"/>
                      </a:schemeClr>
                    </a:gs>
                  </a:gsLst>
                  <a:lin ang="0" scaled="0"/>
                </a:gradFill>
                <a:ln>
                  <a:noFill/>
                </a:ln>
                <a:effectLst>
                  <a:outerShdw blurRad="812800" dir="5400000" sx="82000" sy="82000" algn="ctr" rotWithShape="0">
                    <a:srgbClr val="000000">
                      <a:alpha val="43137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lnSpc>
                      <a:spcPct val="80000"/>
                    </a:lnSpc>
                  </a:pPr>
                  <a:endParaRPr lang="en-US" sz="125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Advent Pro" panose="02000506040000020004" pitchFamily="2" charset="0"/>
                  </a:endParaRPr>
                </a:p>
              </p:txBody>
            </p:sp>
          </p:grpSp>
          <p:grpSp>
            <p:nvGrpSpPr>
              <p:cNvPr id="66" name="Group 16">
                <a:extLst>
                  <a:ext uri="{FF2B5EF4-FFF2-40B4-BE49-F238E27FC236}">
                    <a16:creationId xmlns:a16="http://schemas.microsoft.com/office/drawing/2014/main" id="{098B37A2-373F-64B8-428C-9A036DD4DB5C}"/>
                  </a:ext>
                </a:extLst>
              </p:cNvPr>
              <p:cNvGrpSpPr/>
              <p:nvPr/>
            </p:nvGrpSpPr>
            <p:grpSpPr>
              <a:xfrm>
                <a:off x="5900314" y="3777524"/>
                <a:ext cx="270726" cy="234140"/>
                <a:chOff x="2084388" y="3051175"/>
                <a:chExt cx="293688" cy="254001"/>
              </a:xfrm>
              <a:solidFill>
                <a:schemeClr val="bg1"/>
              </a:solidFill>
            </p:grpSpPr>
            <p:sp>
              <p:nvSpPr>
                <p:cNvPr id="67" name="Freeform 154">
                  <a:extLst>
                    <a:ext uri="{FF2B5EF4-FFF2-40B4-BE49-F238E27FC236}">
                      <a16:creationId xmlns:a16="http://schemas.microsoft.com/office/drawing/2014/main" id="{21C4C64A-15E7-D3DA-575F-9BF98ED48D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388" y="3106738"/>
                  <a:ext cx="36513" cy="198438"/>
                </a:xfrm>
                <a:custGeom>
                  <a:avLst/>
                  <a:gdLst/>
                  <a:ahLst/>
                  <a:cxnLst>
                    <a:cxn ang="0">
                      <a:pos x="0" y="14"/>
                    </a:cxn>
                    <a:cxn ang="0">
                      <a:pos x="0" y="65"/>
                    </a:cxn>
                    <a:cxn ang="0">
                      <a:pos x="14" y="79"/>
                    </a:cxn>
                    <a:cxn ang="0">
                      <a:pos x="14" y="0"/>
                    </a:cxn>
                    <a:cxn ang="0">
                      <a:pos x="0" y="14"/>
                    </a:cxn>
                  </a:cxnLst>
                  <a:rect l="0" t="0" r="r" b="b"/>
                  <a:pathLst>
                    <a:path w="14" h="79">
                      <a:moveTo>
                        <a:pt x="0" y="14"/>
                      </a:moveTo>
                      <a:cubicBezTo>
                        <a:pt x="0" y="65"/>
                        <a:pt x="0" y="65"/>
                        <a:pt x="0" y="65"/>
                      </a:cubicBezTo>
                      <a:cubicBezTo>
                        <a:pt x="0" y="73"/>
                        <a:pt x="6" y="79"/>
                        <a:pt x="14" y="79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6" y="0"/>
                        <a:pt x="0" y="6"/>
                        <a:pt x="0" y="1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 sz="704" dirty="0"/>
                </a:p>
              </p:txBody>
            </p:sp>
            <p:sp>
              <p:nvSpPr>
                <p:cNvPr id="68" name="Freeform 155">
                  <a:extLst>
                    <a:ext uri="{FF2B5EF4-FFF2-40B4-BE49-F238E27FC236}">
                      <a16:creationId xmlns:a16="http://schemas.microsoft.com/office/drawing/2014/main" id="{54A76083-005E-7F61-1829-9BA956FB9CD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139951" y="3051175"/>
                  <a:ext cx="182563" cy="254000"/>
                </a:xfrm>
                <a:custGeom>
                  <a:avLst/>
                  <a:gdLst/>
                  <a:ahLst/>
                  <a:cxnLst>
                    <a:cxn ang="0">
                      <a:pos x="58" y="7"/>
                    </a:cxn>
                    <a:cxn ang="0">
                      <a:pos x="50" y="0"/>
                    </a:cxn>
                    <a:cxn ang="0">
                      <a:pos x="21" y="0"/>
                    </a:cxn>
                    <a:cxn ang="0">
                      <a:pos x="14" y="7"/>
                    </a:cxn>
                    <a:cxn ang="0">
                      <a:pos x="14" y="22"/>
                    </a:cxn>
                    <a:cxn ang="0">
                      <a:pos x="0" y="22"/>
                    </a:cxn>
                    <a:cxn ang="0">
                      <a:pos x="0" y="101"/>
                    </a:cxn>
                    <a:cxn ang="0">
                      <a:pos x="72" y="101"/>
                    </a:cxn>
                    <a:cxn ang="0">
                      <a:pos x="72" y="22"/>
                    </a:cxn>
                    <a:cxn ang="0">
                      <a:pos x="58" y="22"/>
                    </a:cxn>
                    <a:cxn ang="0">
                      <a:pos x="58" y="7"/>
                    </a:cxn>
                    <a:cxn ang="0">
                      <a:pos x="50" y="22"/>
                    </a:cxn>
                    <a:cxn ang="0">
                      <a:pos x="21" y="22"/>
                    </a:cxn>
                    <a:cxn ang="0">
                      <a:pos x="21" y="7"/>
                    </a:cxn>
                    <a:cxn ang="0">
                      <a:pos x="50" y="7"/>
                    </a:cxn>
                    <a:cxn ang="0">
                      <a:pos x="50" y="22"/>
                    </a:cxn>
                  </a:cxnLst>
                  <a:rect l="0" t="0" r="r" b="b"/>
                  <a:pathLst>
                    <a:path w="72" h="101">
                      <a:moveTo>
                        <a:pt x="58" y="7"/>
                      </a:moveTo>
                      <a:cubicBezTo>
                        <a:pt x="58" y="3"/>
                        <a:pt x="54" y="0"/>
                        <a:pt x="50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17" y="0"/>
                        <a:pt x="14" y="3"/>
                        <a:pt x="14" y="7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01"/>
                        <a:pt x="0" y="101"/>
                        <a:pt x="0" y="101"/>
                      </a:cubicBezTo>
                      <a:cubicBezTo>
                        <a:pt x="72" y="101"/>
                        <a:pt x="72" y="101"/>
                        <a:pt x="72" y="101"/>
                      </a:cubicBezTo>
                      <a:cubicBezTo>
                        <a:pt x="72" y="22"/>
                        <a:pt x="72" y="22"/>
                        <a:pt x="72" y="22"/>
                      </a:cubicBezTo>
                      <a:cubicBezTo>
                        <a:pt x="58" y="22"/>
                        <a:pt x="58" y="22"/>
                        <a:pt x="58" y="22"/>
                      </a:cubicBezTo>
                      <a:lnTo>
                        <a:pt x="58" y="7"/>
                      </a:lnTo>
                      <a:close/>
                      <a:moveTo>
                        <a:pt x="50" y="22"/>
                      </a:moveTo>
                      <a:cubicBezTo>
                        <a:pt x="21" y="22"/>
                        <a:pt x="21" y="22"/>
                        <a:pt x="21" y="22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50" y="7"/>
                        <a:pt x="50" y="7"/>
                        <a:pt x="50" y="7"/>
                      </a:cubicBez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 sz="704" dirty="0"/>
                </a:p>
              </p:txBody>
            </p:sp>
            <p:sp>
              <p:nvSpPr>
                <p:cNvPr id="69" name="Freeform 156">
                  <a:extLst>
                    <a:ext uri="{FF2B5EF4-FFF2-40B4-BE49-F238E27FC236}">
                      <a16:creationId xmlns:a16="http://schemas.microsoft.com/office/drawing/2014/main" id="{52F6A8FB-889E-AB32-E3DB-E3AB8C659B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9976" y="3106738"/>
                  <a:ext cx="38100" cy="19843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79"/>
                    </a:cxn>
                    <a:cxn ang="0">
                      <a:pos x="15" y="65"/>
                    </a:cxn>
                    <a:cxn ang="0">
                      <a:pos x="15" y="1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5" h="79">
                      <a:moveTo>
                        <a:pt x="0" y="0"/>
                      </a:move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8" y="79"/>
                        <a:pt x="15" y="73"/>
                        <a:pt x="15" y="65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6"/>
                        <a:pt x="8" y="0"/>
                        <a:pt x="0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 sz="704" dirty="0"/>
                </a:p>
              </p:txBody>
            </p:sp>
          </p:grpSp>
        </p:grpSp>
        <p:sp>
          <p:nvSpPr>
            <p:cNvPr id="64" name="Rectangle 14">
              <a:extLst>
                <a:ext uri="{FF2B5EF4-FFF2-40B4-BE49-F238E27FC236}">
                  <a16:creationId xmlns:a16="http://schemas.microsoft.com/office/drawing/2014/main" id="{EF76309F-1FA2-82F2-B25B-527639EE707F}"/>
                </a:ext>
              </a:extLst>
            </p:cNvPr>
            <p:cNvSpPr/>
            <p:nvPr/>
          </p:nvSpPr>
          <p:spPr>
            <a:xfrm flipH="1">
              <a:off x="5768557" y="5387167"/>
              <a:ext cx="3721942" cy="89908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spcBef>
                  <a:spcPts val="750"/>
                </a:spcBef>
              </a:pPr>
              <a:r>
                <a:rPr lang="en-US" altLang="zh-CN" sz="1000" dirty="0">
                  <a:solidFill>
                    <a:srgbClr val="969696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No.6, </a:t>
              </a:r>
              <a:r>
                <a:rPr lang="en-US" altLang="zh-CN" sz="1000" dirty="0" err="1">
                  <a:solidFill>
                    <a:srgbClr val="969696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Gaoxinsilu</a:t>
              </a:r>
              <a:r>
                <a:rPr lang="en-US" altLang="zh-CN" sz="1000" dirty="0">
                  <a:solidFill>
                    <a:srgbClr val="969696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, East Lake High-Tech Development Zone, Wuhan, Hubei Province, </a:t>
              </a:r>
              <a:r>
                <a:rPr lang="en-US" altLang="zh-CN" sz="1000" dirty="0" err="1">
                  <a:solidFill>
                    <a:srgbClr val="969696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P.R.China</a:t>
              </a:r>
              <a:endParaRPr 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73" name="TextBox 10">
            <a:extLst>
              <a:ext uri="{FF2B5EF4-FFF2-40B4-BE49-F238E27FC236}">
                <a16:creationId xmlns:a16="http://schemas.microsoft.com/office/drawing/2014/main" id="{234C0426-DD3C-3DE0-C4BA-526CBE6E291B}"/>
              </a:ext>
            </a:extLst>
          </p:cNvPr>
          <p:cNvSpPr txBox="1"/>
          <p:nvPr/>
        </p:nvSpPr>
        <p:spPr>
          <a:xfrm>
            <a:off x="1446784" y="5726564"/>
            <a:ext cx="172964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750"/>
              </a:spcBef>
            </a:pPr>
            <a:r>
              <a:rPr lang="en-US" sz="1000" dirty="0">
                <a:solidFill>
                  <a:srgbClr val="969696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Transportation</a:t>
            </a:r>
            <a:endParaRPr lang="id-ID" sz="1000" dirty="0">
              <a:solidFill>
                <a:srgbClr val="969696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74" name="Freeform 80">
            <a:extLst>
              <a:ext uri="{FF2B5EF4-FFF2-40B4-BE49-F238E27FC236}">
                <a16:creationId xmlns:a16="http://schemas.microsoft.com/office/drawing/2014/main" id="{51DBB714-F4EE-88DB-D246-82C04DB41DA5}"/>
              </a:ext>
            </a:extLst>
          </p:cNvPr>
          <p:cNvSpPr>
            <a:spLocks noEditPoints="1"/>
          </p:cNvSpPr>
          <p:nvPr/>
        </p:nvSpPr>
        <p:spPr bwMode="auto">
          <a:xfrm>
            <a:off x="1128352" y="5728636"/>
            <a:ext cx="235359" cy="204468"/>
          </a:xfrm>
          <a:custGeom>
            <a:avLst/>
            <a:gdLst>
              <a:gd name="T0" fmla="*/ 231366 w 101"/>
              <a:gd name="T1" fmla="*/ 91309 h 87"/>
              <a:gd name="T2" fmla="*/ 246455 w 101"/>
              <a:gd name="T3" fmla="*/ 73554 h 87"/>
              <a:gd name="T4" fmla="*/ 246455 w 101"/>
              <a:gd name="T5" fmla="*/ 53263 h 87"/>
              <a:gd name="T6" fmla="*/ 206218 w 101"/>
              <a:gd name="T7" fmla="*/ 15218 h 87"/>
              <a:gd name="T8" fmla="*/ 72931 w 101"/>
              <a:gd name="T9" fmla="*/ 0 h 87"/>
              <a:gd name="T10" fmla="*/ 35208 w 101"/>
              <a:gd name="T11" fmla="*/ 53263 h 87"/>
              <a:gd name="T12" fmla="*/ 0 w 101"/>
              <a:gd name="T13" fmla="*/ 63409 h 87"/>
              <a:gd name="T14" fmla="*/ 30178 w 101"/>
              <a:gd name="T15" fmla="*/ 73554 h 87"/>
              <a:gd name="T16" fmla="*/ 7545 w 101"/>
              <a:gd name="T17" fmla="*/ 91309 h 87"/>
              <a:gd name="T18" fmla="*/ 0 w 101"/>
              <a:gd name="T19" fmla="*/ 154718 h 87"/>
              <a:gd name="T20" fmla="*/ 17604 w 101"/>
              <a:gd name="T21" fmla="*/ 164863 h 87"/>
              <a:gd name="T22" fmla="*/ 35208 w 101"/>
              <a:gd name="T23" fmla="*/ 220663 h 87"/>
              <a:gd name="T24" fmla="*/ 72931 w 101"/>
              <a:gd name="T25" fmla="*/ 200372 h 87"/>
              <a:gd name="T26" fmla="*/ 181069 w 101"/>
              <a:gd name="T27" fmla="*/ 164863 h 87"/>
              <a:gd name="T28" fmla="*/ 198673 w 101"/>
              <a:gd name="T29" fmla="*/ 220663 h 87"/>
              <a:gd name="T30" fmla="*/ 236396 w 101"/>
              <a:gd name="T31" fmla="*/ 200372 h 87"/>
              <a:gd name="T32" fmla="*/ 246455 w 101"/>
              <a:gd name="T33" fmla="*/ 164863 h 87"/>
              <a:gd name="T34" fmla="*/ 254000 w 101"/>
              <a:gd name="T35" fmla="*/ 101454 h 87"/>
              <a:gd name="T36" fmla="*/ 65386 w 101"/>
              <a:gd name="T37" fmla="*/ 22827 h 87"/>
              <a:gd name="T38" fmla="*/ 108139 w 101"/>
              <a:gd name="T39" fmla="*/ 17754 h 87"/>
              <a:gd name="T40" fmla="*/ 118198 w 101"/>
              <a:gd name="T41" fmla="*/ 35509 h 87"/>
              <a:gd name="T42" fmla="*/ 145861 w 101"/>
              <a:gd name="T43" fmla="*/ 25364 h 87"/>
              <a:gd name="T44" fmla="*/ 181069 w 101"/>
              <a:gd name="T45" fmla="*/ 17754 h 87"/>
              <a:gd name="T46" fmla="*/ 211248 w 101"/>
              <a:gd name="T47" fmla="*/ 91309 h 87"/>
              <a:gd name="T48" fmla="*/ 65386 w 101"/>
              <a:gd name="T49" fmla="*/ 22827 h 87"/>
              <a:gd name="T50" fmla="*/ 35208 w 101"/>
              <a:gd name="T51" fmla="*/ 126818 h 87"/>
              <a:gd name="T52" fmla="*/ 72931 w 101"/>
              <a:gd name="T53" fmla="*/ 126818 h 87"/>
              <a:gd name="T54" fmla="*/ 163465 w 101"/>
              <a:gd name="T55" fmla="*/ 147109 h 87"/>
              <a:gd name="T56" fmla="*/ 90535 w 101"/>
              <a:gd name="T57" fmla="*/ 126818 h 87"/>
              <a:gd name="T58" fmla="*/ 163465 w 101"/>
              <a:gd name="T59" fmla="*/ 147109 h 87"/>
              <a:gd name="T60" fmla="*/ 181069 w 101"/>
              <a:gd name="T61" fmla="*/ 126818 h 87"/>
              <a:gd name="T62" fmla="*/ 218792 w 101"/>
              <a:gd name="T63" fmla="*/ 126818 h 8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01" h="87">
                <a:moveTo>
                  <a:pt x="98" y="36"/>
                </a:moveTo>
                <a:cubicBezTo>
                  <a:pt x="92" y="36"/>
                  <a:pt x="92" y="36"/>
                  <a:pt x="92" y="36"/>
                </a:cubicBezTo>
                <a:cubicBezTo>
                  <a:pt x="89" y="29"/>
                  <a:pt x="89" y="29"/>
                  <a:pt x="89" y="29"/>
                </a:cubicBezTo>
                <a:cubicBezTo>
                  <a:pt x="98" y="29"/>
                  <a:pt x="98" y="29"/>
                  <a:pt x="98" y="29"/>
                </a:cubicBezTo>
                <a:cubicBezTo>
                  <a:pt x="100" y="29"/>
                  <a:pt x="101" y="27"/>
                  <a:pt x="101" y="25"/>
                </a:cubicBezTo>
                <a:cubicBezTo>
                  <a:pt x="101" y="23"/>
                  <a:pt x="100" y="21"/>
                  <a:pt x="98" y="21"/>
                </a:cubicBezTo>
                <a:cubicBezTo>
                  <a:pt x="87" y="21"/>
                  <a:pt x="87" y="21"/>
                  <a:pt x="87" y="21"/>
                </a:cubicBezTo>
                <a:cubicBezTo>
                  <a:pt x="82" y="6"/>
                  <a:pt x="82" y="6"/>
                  <a:pt x="82" y="6"/>
                </a:cubicBezTo>
                <a:cubicBezTo>
                  <a:pt x="80" y="3"/>
                  <a:pt x="76" y="0"/>
                  <a:pt x="72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5" y="0"/>
                  <a:pt x="20" y="3"/>
                  <a:pt x="19" y="6"/>
                </a:cubicBezTo>
                <a:cubicBezTo>
                  <a:pt x="14" y="21"/>
                  <a:pt x="14" y="21"/>
                  <a:pt x="14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1"/>
                  <a:pt x="0" y="23"/>
                  <a:pt x="0" y="25"/>
                </a:cubicBezTo>
                <a:cubicBezTo>
                  <a:pt x="0" y="27"/>
                  <a:pt x="1" y="29"/>
                  <a:pt x="3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9" y="36"/>
                  <a:pt x="9" y="36"/>
                  <a:pt x="9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1" y="36"/>
                  <a:pt x="0" y="38"/>
                  <a:pt x="0" y="40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1" y="65"/>
                  <a:pt x="3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83"/>
                  <a:pt x="10" y="87"/>
                  <a:pt x="14" y="87"/>
                </a:cubicBezTo>
                <a:cubicBezTo>
                  <a:pt x="21" y="87"/>
                  <a:pt x="21" y="87"/>
                  <a:pt x="21" y="87"/>
                </a:cubicBezTo>
                <a:cubicBezTo>
                  <a:pt x="25" y="87"/>
                  <a:pt x="29" y="83"/>
                  <a:pt x="29" y="79"/>
                </a:cubicBezTo>
                <a:cubicBezTo>
                  <a:pt x="29" y="65"/>
                  <a:pt x="29" y="65"/>
                  <a:pt x="29" y="65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79"/>
                  <a:pt x="72" y="79"/>
                  <a:pt x="72" y="79"/>
                </a:cubicBezTo>
                <a:cubicBezTo>
                  <a:pt x="72" y="83"/>
                  <a:pt x="75" y="87"/>
                  <a:pt x="79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91" y="87"/>
                  <a:pt x="94" y="83"/>
                  <a:pt x="94" y="79"/>
                </a:cubicBezTo>
                <a:cubicBezTo>
                  <a:pt x="94" y="65"/>
                  <a:pt x="94" y="65"/>
                  <a:pt x="94" y="65"/>
                </a:cubicBezTo>
                <a:cubicBezTo>
                  <a:pt x="98" y="65"/>
                  <a:pt x="98" y="65"/>
                  <a:pt x="98" y="65"/>
                </a:cubicBezTo>
                <a:cubicBezTo>
                  <a:pt x="100" y="65"/>
                  <a:pt x="101" y="63"/>
                  <a:pt x="101" y="61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1" y="38"/>
                  <a:pt x="100" y="36"/>
                  <a:pt x="98" y="36"/>
                </a:cubicBezTo>
                <a:close/>
                <a:moveTo>
                  <a:pt x="26" y="9"/>
                </a:moveTo>
                <a:cubicBezTo>
                  <a:pt x="26" y="8"/>
                  <a:pt x="28" y="7"/>
                  <a:pt x="29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12"/>
                  <a:pt x="45" y="14"/>
                  <a:pt x="47" y="14"/>
                </a:cubicBezTo>
                <a:cubicBezTo>
                  <a:pt x="54" y="14"/>
                  <a:pt x="54" y="14"/>
                  <a:pt x="54" y="14"/>
                </a:cubicBezTo>
                <a:cubicBezTo>
                  <a:pt x="56" y="14"/>
                  <a:pt x="58" y="12"/>
                  <a:pt x="58" y="10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7"/>
                  <a:pt x="72" y="7"/>
                  <a:pt x="72" y="7"/>
                </a:cubicBezTo>
                <a:cubicBezTo>
                  <a:pt x="73" y="7"/>
                  <a:pt x="75" y="8"/>
                  <a:pt x="75" y="9"/>
                </a:cubicBezTo>
                <a:cubicBezTo>
                  <a:pt x="84" y="36"/>
                  <a:pt x="84" y="36"/>
                  <a:pt x="84" y="36"/>
                </a:cubicBezTo>
                <a:cubicBezTo>
                  <a:pt x="17" y="36"/>
                  <a:pt x="17" y="36"/>
                  <a:pt x="17" y="36"/>
                </a:cubicBezTo>
                <a:lnTo>
                  <a:pt x="26" y="9"/>
                </a:lnTo>
                <a:close/>
                <a:moveTo>
                  <a:pt x="21" y="58"/>
                </a:moveTo>
                <a:cubicBezTo>
                  <a:pt x="17" y="58"/>
                  <a:pt x="14" y="54"/>
                  <a:pt x="14" y="50"/>
                </a:cubicBezTo>
                <a:cubicBezTo>
                  <a:pt x="14" y="46"/>
                  <a:pt x="17" y="43"/>
                  <a:pt x="21" y="43"/>
                </a:cubicBezTo>
                <a:cubicBezTo>
                  <a:pt x="25" y="43"/>
                  <a:pt x="29" y="46"/>
                  <a:pt x="29" y="50"/>
                </a:cubicBezTo>
                <a:cubicBezTo>
                  <a:pt x="29" y="54"/>
                  <a:pt x="25" y="58"/>
                  <a:pt x="21" y="58"/>
                </a:cubicBezTo>
                <a:close/>
                <a:moveTo>
                  <a:pt x="65" y="58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0"/>
                  <a:pt x="36" y="50"/>
                  <a:pt x="36" y="50"/>
                </a:cubicBezTo>
                <a:cubicBezTo>
                  <a:pt x="65" y="50"/>
                  <a:pt x="65" y="50"/>
                  <a:pt x="65" y="50"/>
                </a:cubicBezTo>
                <a:lnTo>
                  <a:pt x="65" y="58"/>
                </a:lnTo>
                <a:close/>
                <a:moveTo>
                  <a:pt x="79" y="58"/>
                </a:moveTo>
                <a:cubicBezTo>
                  <a:pt x="75" y="58"/>
                  <a:pt x="72" y="54"/>
                  <a:pt x="72" y="50"/>
                </a:cubicBezTo>
                <a:cubicBezTo>
                  <a:pt x="72" y="46"/>
                  <a:pt x="75" y="43"/>
                  <a:pt x="79" y="43"/>
                </a:cubicBezTo>
                <a:cubicBezTo>
                  <a:pt x="83" y="43"/>
                  <a:pt x="87" y="46"/>
                  <a:pt x="87" y="50"/>
                </a:cubicBezTo>
                <a:cubicBezTo>
                  <a:pt x="87" y="54"/>
                  <a:pt x="83" y="58"/>
                  <a:pt x="79" y="58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/>
          <a:lstStyle/>
          <a:p>
            <a:endParaRPr lang="en-US" sz="704" dirty="0"/>
          </a:p>
        </p:txBody>
      </p:sp>
      <p:grpSp>
        <p:nvGrpSpPr>
          <p:cNvPr id="75" name="Group 57">
            <a:extLst>
              <a:ext uri="{FF2B5EF4-FFF2-40B4-BE49-F238E27FC236}">
                <a16:creationId xmlns:a16="http://schemas.microsoft.com/office/drawing/2014/main" id="{8AD663CB-764D-366F-4102-E62157F5BB22}"/>
              </a:ext>
            </a:extLst>
          </p:cNvPr>
          <p:cNvGrpSpPr/>
          <p:nvPr/>
        </p:nvGrpSpPr>
        <p:grpSpPr>
          <a:xfrm>
            <a:off x="1075188" y="4742843"/>
            <a:ext cx="2601385" cy="746327"/>
            <a:chOff x="13566561" y="7862128"/>
            <a:chExt cx="4162215" cy="1194123"/>
          </a:xfrm>
        </p:grpSpPr>
        <p:grpSp>
          <p:nvGrpSpPr>
            <p:cNvPr id="76" name="Group 47">
              <a:extLst>
                <a:ext uri="{FF2B5EF4-FFF2-40B4-BE49-F238E27FC236}">
                  <a16:creationId xmlns:a16="http://schemas.microsoft.com/office/drawing/2014/main" id="{575BD828-9039-443C-DC38-D06A516AF39C}"/>
                </a:ext>
              </a:extLst>
            </p:cNvPr>
            <p:cNvGrpSpPr/>
            <p:nvPr/>
          </p:nvGrpSpPr>
          <p:grpSpPr>
            <a:xfrm>
              <a:off x="13566561" y="7862128"/>
              <a:ext cx="1699508" cy="1194123"/>
              <a:chOff x="9303274" y="6924564"/>
              <a:chExt cx="1699508" cy="1194123"/>
            </a:xfrm>
          </p:grpSpPr>
          <p:sp>
            <p:nvSpPr>
              <p:cNvPr id="81" name="Rectangle 48">
                <a:extLst>
                  <a:ext uri="{FF2B5EF4-FFF2-40B4-BE49-F238E27FC236}">
                    <a16:creationId xmlns:a16="http://schemas.microsoft.com/office/drawing/2014/main" id="{E531A4AE-45D1-C5C0-EEF1-B4B54A5B438D}"/>
                  </a:ext>
                </a:extLst>
              </p:cNvPr>
              <p:cNvSpPr/>
              <p:nvPr/>
            </p:nvSpPr>
            <p:spPr>
              <a:xfrm flipH="1">
                <a:off x="9303274" y="7478511"/>
                <a:ext cx="1699508" cy="64017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spcBef>
                    <a:spcPts val="750"/>
                  </a:spcBef>
                </a:pPr>
                <a:r>
                  <a:rPr lang="en-US" altLang="zh-CN" sz="1000" dirty="0">
                    <a:solidFill>
                      <a:srgbClr val="969696"/>
                    </a:solidFill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800-8800787</a:t>
                </a:r>
                <a:br>
                  <a:rPr lang="en-US" altLang="zh-CN" sz="1000" dirty="0">
                    <a:solidFill>
                      <a:srgbClr val="969696"/>
                    </a:solidFill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</a:br>
                <a:r>
                  <a:rPr lang="en-US" altLang="zh-CN" sz="1000" dirty="0">
                    <a:solidFill>
                      <a:srgbClr val="969696"/>
                    </a:solidFill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400-8890787</a:t>
                </a:r>
              </a:p>
            </p:txBody>
          </p:sp>
          <p:sp>
            <p:nvSpPr>
              <p:cNvPr id="82" name="TextBox 49">
                <a:extLst>
                  <a:ext uri="{FF2B5EF4-FFF2-40B4-BE49-F238E27FC236}">
                    <a16:creationId xmlns:a16="http://schemas.microsoft.com/office/drawing/2014/main" id="{6DC85D39-8C6A-95EF-363E-AE9868304B28}"/>
                  </a:ext>
                </a:extLst>
              </p:cNvPr>
              <p:cNvSpPr txBox="1"/>
              <p:nvPr/>
            </p:nvSpPr>
            <p:spPr>
              <a:xfrm>
                <a:off x="9704272" y="6924564"/>
                <a:ext cx="916148" cy="3939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spcBef>
                    <a:spcPts val="750"/>
                  </a:spcBef>
                </a:pPr>
                <a:r>
                  <a:rPr lang="en-US" sz="1000" dirty="0">
                    <a:solidFill>
                      <a:srgbClr val="969696"/>
                    </a:solidFill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Call Us</a:t>
                </a:r>
                <a:endParaRPr lang="id-ID" sz="1000" dirty="0">
                  <a:solidFill>
                    <a:srgbClr val="969696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" name="Freeform 76">
                <a:extLst>
                  <a:ext uri="{FF2B5EF4-FFF2-40B4-BE49-F238E27FC236}">
                    <a16:creationId xmlns:a16="http://schemas.microsoft.com/office/drawing/2014/main" id="{31A2A443-1D5D-85B5-077E-09876A7AA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93173" y="6952395"/>
                <a:ext cx="199683" cy="344449"/>
              </a:xfrm>
              <a:custGeom>
                <a:avLst/>
                <a:gdLst>
                  <a:gd name="T0" fmla="*/ 106806 w 283"/>
                  <a:gd name="T1" fmla="*/ 0 h 489"/>
                  <a:gd name="T2" fmla="*/ 106806 w 283"/>
                  <a:gd name="T3" fmla="*/ 0 h 489"/>
                  <a:gd name="T4" fmla="*/ 19746 w 283"/>
                  <a:gd name="T5" fmla="*/ 0 h 489"/>
                  <a:gd name="T6" fmla="*/ 0 w 283"/>
                  <a:gd name="T7" fmla="*/ 19712 h 489"/>
                  <a:gd name="T8" fmla="*/ 0 w 283"/>
                  <a:gd name="T9" fmla="*/ 194435 h 489"/>
                  <a:gd name="T10" fmla="*/ 19746 w 283"/>
                  <a:gd name="T11" fmla="*/ 218627 h 489"/>
                  <a:gd name="T12" fmla="*/ 106806 w 283"/>
                  <a:gd name="T13" fmla="*/ 218627 h 489"/>
                  <a:gd name="T14" fmla="*/ 126551 w 283"/>
                  <a:gd name="T15" fmla="*/ 194435 h 489"/>
                  <a:gd name="T16" fmla="*/ 126551 w 283"/>
                  <a:gd name="T17" fmla="*/ 19712 h 489"/>
                  <a:gd name="T18" fmla="*/ 106806 w 283"/>
                  <a:gd name="T19" fmla="*/ 0 h 489"/>
                  <a:gd name="T20" fmla="*/ 63276 w 283"/>
                  <a:gd name="T21" fmla="*/ 206083 h 489"/>
                  <a:gd name="T22" fmla="*/ 63276 w 283"/>
                  <a:gd name="T23" fmla="*/ 206083 h 489"/>
                  <a:gd name="T24" fmla="*/ 47569 w 283"/>
                  <a:gd name="T25" fmla="*/ 198467 h 489"/>
                  <a:gd name="T26" fmla="*/ 63276 w 283"/>
                  <a:gd name="T27" fmla="*/ 186371 h 489"/>
                  <a:gd name="T28" fmla="*/ 78982 w 283"/>
                  <a:gd name="T29" fmla="*/ 198467 h 489"/>
                  <a:gd name="T30" fmla="*/ 63276 w 283"/>
                  <a:gd name="T31" fmla="*/ 206083 h 489"/>
                  <a:gd name="T32" fmla="*/ 110845 w 283"/>
                  <a:gd name="T33" fmla="*/ 174722 h 489"/>
                  <a:gd name="T34" fmla="*/ 110845 w 283"/>
                  <a:gd name="T35" fmla="*/ 174722 h 489"/>
                  <a:gd name="T36" fmla="*/ 15707 w 283"/>
                  <a:gd name="T37" fmla="*/ 174722 h 489"/>
                  <a:gd name="T38" fmla="*/ 15707 w 283"/>
                  <a:gd name="T39" fmla="*/ 27776 h 489"/>
                  <a:gd name="T40" fmla="*/ 110845 w 283"/>
                  <a:gd name="T41" fmla="*/ 27776 h 489"/>
                  <a:gd name="T42" fmla="*/ 110845 w 283"/>
                  <a:gd name="T43" fmla="*/ 174722 h 48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83" h="489">
                    <a:moveTo>
                      <a:pt x="238" y="0"/>
                    </a:moveTo>
                    <a:lnTo>
                      <a:pt x="238" y="0"/>
                    </a:lnTo>
                    <a:cubicBezTo>
                      <a:pt x="44" y="0"/>
                      <a:pt x="44" y="0"/>
                      <a:pt x="44" y="0"/>
                    </a:cubicBezTo>
                    <a:cubicBezTo>
                      <a:pt x="17" y="0"/>
                      <a:pt x="0" y="18"/>
                      <a:pt x="0" y="44"/>
                    </a:cubicBezTo>
                    <a:cubicBezTo>
                      <a:pt x="0" y="434"/>
                      <a:pt x="0" y="434"/>
                      <a:pt x="0" y="434"/>
                    </a:cubicBezTo>
                    <a:cubicBezTo>
                      <a:pt x="0" y="460"/>
                      <a:pt x="17" y="488"/>
                      <a:pt x="44" y="488"/>
                    </a:cubicBezTo>
                    <a:cubicBezTo>
                      <a:pt x="238" y="488"/>
                      <a:pt x="238" y="488"/>
                      <a:pt x="238" y="488"/>
                    </a:cubicBezTo>
                    <a:cubicBezTo>
                      <a:pt x="265" y="488"/>
                      <a:pt x="282" y="460"/>
                      <a:pt x="282" y="434"/>
                    </a:cubicBezTo>
                    <a:cubicBezTo>
                      <a:pt x="282" y="44"/>
                      <a:pt x="282" y="44"/>
                      <a:pt x="282" y="44"/>
                    </a:cubicBezTo>
                    <a:cubicBezTo>
                      <a:pt x="282" y="18"/>
                      <a:pt x="265" y="0"/>
                      <a:pt x="238" y="0"/>
                    </a:cubicBezTo>
                    <a:close/>
                    <a:moveTo>
                      <a:pt x="141" y="460"/>
                    </a:moveTo>
                    <a:lnTo>
                      <a:pt x="141" y="460"/>
                    </a:lnTo>
                    <a:cubicBezTo>
                      <a:pt x="123" y="460"/>
                      <a:pt x="106" y="451"/>
                      <a:pt x="106" y="443"/>
                    </a:cubicBezTo>
                    <a:cubicBezTo>
                      <a:pt x="106" y="425"/>
                      <a:pt x="123" y="416"/>
                      <a:pt x="141" y="416"/>
                    </a:cubicBezTo>
                    <a:cubicBezTo>
                      <a:pt x="159" y="416"/>
                      <a:pt x="176" y="425"/>
                      <a:pt x="176" y="443"/>
                    </a:cubicBezTo>
                    <a:cubicBezTo>
                      <a:pt x="176" y="451"/>
                      <a:pt x="159" y="460"/>
                      <a:pt x="141" y="460"/>
                    </a:cubicBezTo>
                    <a:close/>
                    <a:moveTo>
                      <a:pt x="247" y="390"/>
                    </a:moveTo>
                    <a:lnTo>
                      <a:pt x="247" y="390"/>
                    </a:lnTo>
                    <a:cubicBezTo>
                      <a:pt x="35" y="390"/>
                      <a:pt x="35" y="390"/>
                      <a:pt x="35" y="390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247" y="62"/>
                      <a:pt x="247" y="62"/>
                      <a:pt x="247" y="62"/>
                    </a:cubicBezTo>
                    <a:lnTo>
                      <a:pt x="247" y="39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7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21431" tIns="10716" rIns="21431" bIns="10716" anchor="ctr"/>
              <a:lstStyle/>
              <a:p>
                <a:endParaRPr lang="en-US" sz="125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77" name="Group 51">
              <a:extLst>
                <a:ext uri="{FF2B5EF4-FFF2-40B4-BE49-F238E27FC236}">
                  <a16:creationId xmlns:a16="http://schemas.microsoft.com/office/drawing/2014/main" id="{8E47BFBB-5AC4-DB63-D7C1-217398A34E9C}"/>
                </a:ext>
              </a:extLst>
            </p:cNvPr>
            <p:cNvGrpSpPr/>
            <p:nvPr/>
          </p:nvGrpSpPr>
          <p:grpSpPr>
            <a:xfrm>
              <a:off x="15334668" y="7862128"/>
              <a:ext cx="2394108" cy="938438"/>
              <a:chOff x="11675413" y="6924564"/>
              <a:chExt cx="2394108" cy="938438"/>
            </a:xfrm>
          </p:grpSpPr>
          <p:sp>
            <p:nvSpPr>
              <p:cNvPr id="78" name="Freeform 51">
                <a:extLst>
                  <a:ext uri="{FF2B5EF4-FFF2-40B4-BE49-F238E27FC236}">
                    <a16:creationId xmlns:a16="http://schemas.microsoft.com/office/drawing/2014/main" id="{21881ECA-A88C-1DC1-576D-11D69E453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9269" y="7023530"/>
                <a:ext cx="326982" cy="202179"/>
              </a:xfrm>
              <a:custGeom>
                <a:avLst/>
                <a:gdLst>
                  <a:gd name="T0" fmla="*/ 8120 w 461"/>
                  <a:gd name="T1" fmla="*/ 12182 h 285"/>
                  <a:gd name="T2" fmla="*/ 8120 w 461"/>
                  <a:gd name="T3" fmla="*/ 12182 h 285"/>
                  <a:gd name="T4" fmla="*/ 91576 w 461"/>
                  <a:gd name="T5" fmla="*/ 56398 h 285"/>
                  <a:gd name="T6" fmla="*/ 104207 w 461"/>
                  <a:gd name="T7" fmla="*/ 60008 h 285"/>
                  <a:gd name="T8" fmla="*/ 111876 w 461"/>
                  <a:gd name="T9" fmla="*/ 56398 h 285"/>
                  <a:gd name="T10" fmla="*/ 195783 w 461"/>
                  <a:gd name="T11" fmla="*/ 12182 h 285"/>
                  <a:gd name="T12" fmla="*/ 199843 w 461"/>
                  <a:gd name="T13" fmla="*/ 0 h 285"/>
                  <a:gd name="T14" fmla="*/ 8120 w 461"/>
                  <a:gd name="T15" fmla="*/ 0 h 285"/>
                  <a:gd name="T16" fmla="*/ 8120 w 461"/>
                  <a:gd name="T17" fmla="*/ 12182 h 285"/>
                  <a:gd name="T18" fmla="*/ 199843 w 461"/>
                  <a:gd name="T19" fmla="*/ 36095 h 285"/>
                  <a:gd name="T20" fmla="*/ 199843 w 461"/>
                  <a:gd name="T21" fmla="*/ 36095 h 285"/>
                  <a:gd name="T22" fmla="*/ 111876 w 461"/>
                  <a:gd name="T23" fmla="*/ 80311 h 285"/>
                  <a:gd name="T24" fmla="*/ 104207 w 461"/>
                  <a:gd name="T25" fmla="*/ 80311 h 285"/>
                  <a:gd name="T26" fmla="*/ 91576 w 461"/>
                  <a:gd name="T27" fmla="*/ 80311 h 285"/>
                  <a:gd name="T28" fmla="*/ 8120 w 461"/>
                  <a:gd name="T29" fmla="*/ 36095 h 285"/>
                  <a:gd name="T30" fmla="*/ 4060 w 461"/>
                  <a:gd name="T31" fmla="*/ 36095 h 285"/>
                  <a:gd name="T32" fmla="*/ 4060 w 461"/>
                  <a:gd name="T33" fmla="*/ 120015 h 285"/>
                  <a:gd name="T34" fmla="*/ 15789 w 461"/>
                  <a:gd name="T35" fmla="*/ 128137 h 285"/>
                  <a:gd name="T36" fmla="*/ 191723 w 461"/>
                  <a:gd name="T37" fmla="*/ 128137 h 285"/>
                  <a:gd name="T38" fmla="*/ 203903 w 461"/>
                  <a:gd name="T39" fmla="*/ 120015 h 285"/>
                  <a:gd name="T40" fmla="*/ 203903 w 461"/>
                  <a:gd name="T41" fmla="*/ 36095 h 285"/>
                  <a:gd name="T42" fmla="*/ 199843 w 461"/>
                  <a:gd name="T43" fmla="*/ 36095 h 28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61" h="285">
                    <a:moveTo>
                      <a:pt x="18" y="27"/>
                    </a:moveTo>
                    <a:lnTo>
                      <a:pt x="18" y="27"/>
                    </a:lnTo>
                    <a:cubicBezTo>
                      <a:pt x="35" y="35"/>
                      <a:pt x="203" y="125"/>
                      <a:pt x="203" y="125"/>
                    </a:cubicBezTo>
                    <a:cubicBezTo>
                      <a:pt x="212" y="133"/>
                      <a:pt x="221" y="133"/>
                      <a:pt x="231" y="133"/>
                    </a:cubicBezTo>
                    <a:cubicBezTo>
                      <a:pt x="239" y="133"/>
                      <a:pt x="248" y="133"/>
                      <a:pt x="248" y="125"/>
                    </a:cubicBezTo>
                    <a:cubicBezTo>
                      <a:pt x="256" y="125"/>
                      <a:pt x="425" y="35"/>
                      <a:pt x="434" y="27"/>
                    </a:cubicBezTo>
                    <a:cubicBezTo>
                      <a:pt x="452" y="18"/>
                      <a:pt x="460" y="0"/>
                      <a:pt x="443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0"/>
                      <a:pt x="9" y="18"/>
                      <a:pt x="18" y="27"/>
                    </a:cubicBezTo>
                    <a:close/>
                    <a:moveTo>
                      <a:pt x="443" y="80"/>
                    </a:moveTo>
                    <a:lnTo>
                      <a:pt x="443" y="80"/>
                    </a:lnTo>
                    <a:cubicBezTo>
                      <a:pt x="434" y="80"/>
                      <a:pt x="256" y="169"/>
                      <a:pt x="248" y="178"/>
                    </a:cubicBezTo>
                    <a:cubicBezTo>
                      <a:pt x="248" y="178"/>
                      <a:pt x="239" y="178"/>
                      <a:pt x="231" y="178"/>
                    </a:cubicBezTo>
                    <a:cubicBezTo>
                      <a:pt x="221" y="178"/>
                      <a:pt x="212" y="178"/>
                      <a:pt x="203" y="178"/>
                    </a:cubicBezTo>
                    <a:cubicBezTo>
                      <a:pt x="194" y="169"/>
                      <a:pt x="27" y="80"/>
                      <a:pt x="18" y="80"/>
                    </a:cubicBezTo>
                    <a:cubicBezTo>
                      <a:pt x="9" y="72"/>
                      <a:pt x="9" y="80"/>
                      <a:pt x="9" y="80"/>
                    </a:cubicBezTo>
                    <a:cubicBezTo>
                      <a:pt x="9" y="88"/>
                      <a:pt x="9" y="266"/>
                      <a:pt x="9" y="266"/>
                    </a:cubicBezTo>
                    <a:cubicBezTo>
                      <a:pt x="9" y="275"/>
                      <a:pt x="18" y="284"/>
                      <a:pt x="35" y="284"/>
                    </a:cubicBezTo>
                    <a:cubicBezTo>
                      <a:pt x="425" y="284"/>
                      <a:pt x="425" y="284"/>
                      <a:pt x="425" y="284"/>
                    </a:cubicBezTo>
                    <a:cubicBezTo>
                      <a:pt x="443" y="284"/>
                      <a:pt x="452" y="275"/>
                      <a:pt x="452" y="266"/>
                    </a:cubicBezTo>
                    <a:cubicBezTo>
                      <a:pt x="452" y="266"/>
                      <a:pt x="452" y="88"/>
                      <a:pt x="452" y="80"/>
                    </a:cubicBezTo>
                    <a:cubicBezTo>
                      <a:pt x="452" y="80"/>
                      <a:pt x="452" y="72"/>
                      <a:pt x="443" y="8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7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21431" tIns="10716" rIns="21431" bIns="10716" anchor="ctr"/>
              <a:lstStyle/>
              <a:p>
                <a:endParaRPr lang="en-US" sz="125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9" name="Rectangle 53">
                <a:extLst>
                  <a:ext uri="{FF2B5EF4-FFF2-40B4-BE49-F238E27FC236}">
                    <a16:creationId xmlns:a16="http://schemas.microsoft.com/office/drawing/2014/main" id="{AAE9B4B6-5A12-2C5D-B782-5A69810513C2}"/>
                  </a:ext>
                </a:extLst>
              </p:cNvPr>
              <p:cNvSpPr/>
              <p:nvPr/>
            </p:nvSpPr>
            <p:spPr>
              <a:xfrm flipH="1">
                <a:off x="11675413" y="7469050"/>
                <a:ext cx="2394108" cy="39395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spcBef>
                    <a:spcPts val="750"/>
                  </a:spcBef>
                </a:pPr>
                <a:r>
                  <a:rPr lang="en-US" altLang="zh-CN" sz="1000" dirty="0">
                    <a:solidFill>
                      <a:srgbClr val="969696"/>
                    </a:solidFill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support@fiberhome.</a:t>
                </a:r>
                <a:r>
                  <a:rPr lang="en-US" sz="1000" dirty="0">
                    <a:solidFill>
                      <a:srgbClr val="969696"/>
                    </a:solidFill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com</a:t>
                </a:r>
              </a:p>
            </p:txBody>
          </p:sp>
          <p:sp>
            <p:nvSpPr>
              <p:cNvPr id="80" name="TextBox 54">
                <a:extLst>
                  <a:ext uri="{FF2B5EF4-FFF2-40B4-BE49-F238E27FC236}">
                    <a16:creationId xmlns:a16="http://schemas.microsoft.com/office/drawing/2014/main" id="{1C2B3DA2-7B3A-2EA2-F816-69067E2311ED}"/>
                  </a:ext>
                </a:extLst>
              </p:cNvPr>
              <p:cNvSpPr txBox="1"/>
              <p:nvPr/>
            </p:nvSpPr>
            <p:spPr>
              <a:xfrm>
                <a:off x="12264327" y="6924564"/>
                <a:ext cx="785344" cy="3939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spcBef>
                    <a:spcPts val="750"/>
                  </a:spcBef>
                </a:pPr>
                <a:r>
                  <a:rPr lang="en-US" sz="1000" dirty="0">
                    <a:solidFill>
                      <a:srgbClr val="969696"/>
                    </a:solidFill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Email</a:t>
                </a:r>
                <a:endParaRPr lang="id-ID" sz="1000" dirty="0">
                  <a:solidFill>
                    <a:srgbClr val="969696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84" name="Rectangle 44">
            <a:extLst>
              <a:ext uri="{FF2B5EF4-FFF2-40B4-BE49-F238E27FC236}">
                <a16:creationId xmlns:a16="http://schemas.microsoft.com/office/drawing/2014/main" id="{D851FA74-9C1B-4DA1-4AC6-F12740C9FE54}"/>
              </a:ext>
            </a:extLst>
          </p:cNvPr>
          <p:cNvSpPr/>
          <p:nvPr/>
        </p:nvSpPr>
        <p:spPr>
          <a:xfrm>
            <a:off x="4908620" y="1205214"/>
            <a:ext cx="458092" cy="85403"/>
          </a:xfrm>
          <a:prstGeom prst="rect">
            <a:avLst/>
          </a:prstGeom>
          <a:solidFill>
            <a:srgbClr val="F45C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04">
              <a:solidFill>
                <a:srgbClr val="F45C26"/>
              </a:solidFill>
            </a:endParaRPr>
          </a:p>
        </p:txBody>
      </p:sp>
      <p:pic>
        <p:nvPicPr>
          <p:cNvPr id="85" name="Picture 3">
            <a:extLst>
              <a:ext uri="{FF2B5EF4-FFF2-40B4-BE49-F238E27FC236}">
                <a16:creationId xmlns:a16="http://schemas.microsoft.com/office/drawing/2014/main" id="{2CBFD109-FC16-C3AF-213F-35104EED20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88" y="81360"/>
            <a:ext cx="154781" cy="1250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6" name="Rectangle 7">
            <a:extLst>
              <a:ext uri="{FF2B5EF4-FFF2-40B4-BE49-F238E27FC236}">
                <a16:creationId xmlns:a16="http://schemas.microsoft.com/office/drawing/2014/main" id="{99A7F0C1-5459-F5E1-E043-546135CB6EF5}"/>
              </a:ext>
            </a:extLst>
          </p:cNvPr>
          <p:cNvSpPr/>
          <p:nvPr/>
        </p:nvSpPr>
        <p:spPr>
          <a:xfrm>
            <a:off x="1075188" y="3244464"/>
            <a:ext cx="2553313" cy="6306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endParaRPr lang="en-US" altLang="zh-CN" sz="1000" b="1" dirty="0">
              <a:solidFill>
                <a:schemeClr val="tx1">
                  <a:lumMod val="50000"/>
                  <a:lumOff val="50000"/>
                </a:schemeClr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Segoe UI Light" panose="020B0502040204020203" pitchFamily="34" charset="0"/>
              </a:rPr>
              <a:t>地址：中国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Segoe UI Light" panose="020B0502040204020203" pitchFamily="34" charset="0"/>
              </a:rPr>
              <a:t>·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Segoe UI Light" panose="020B0502040204020203" pitchFamily="34" charset="0"/>
              </a:rPr>
              <a:t>武汉东湖开发区高新四路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Segoe UI Light" panose="020B0502040204020203" pitchFamily="34" charset="0"/>
              </a:rPr>
              <a:t>6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Segoe UI Light" panose="020B0502040204020203" pitchFamily="34" charset="0"/>
              </a:rPr>
              <a:t>号</a:t>
            </a:r>
          </a:p>
          <a:p>
            <a:pPr>
              <a:lnSpc>
                <a:spcPct val="120000"/>
              </a:lnSpc>
            </a:pP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Segoe UI Light" panose="020B0502040204020203" pitchFamily="34" charset="0"/>
              </a:rPr>
              <a:t>邮编：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Segoe UI Light" panose="020B0502040204020203" pitchFamily="34" charset="0"/>
              </a:rPr>
              <a:t>430205</a:t>
            </a:r>
            <a:endParaRPr lang="en-US" sz="10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Segoe UI Light" panose="020B0502040204020203" pitchFamily="34" charset="0"/>
            </a:endParaRPr>
          </a:p>
        </p:txBody>
      </p:sp>
      <p:pic>
        <p:nvPicPr>
          <p:cNvPr id="87" name="图片 86">
            <a:extLst>
              <a:ext uri="{FF2B5EF4-FFF2-40B4-BE49-F238E27FC236}">
                <a16:creationId xmlns:a16="http://schemas.microsoft.com/office/drawing/2014/main" id="{19061AAF-175E-65C1-45C6-9532A1CB770A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564171" y="299424"/>
            <a:ext cx="1203750" cy="377078"/>
          </a:xfrm>
          <a:prstGeom prst="rect">
            <a:avLst/>
          </a:prstGeom>
        </p:spPr>
      </p:pic>
      <p:sp>
        <p:nvSpPr>
          <p:cNvPr id="88" name="Rectangle 53">
            <a:extLst>
              <a:ext uri="{FF2B5EF4-FFF2-40B4-BE49-F238E27FC236}">
                <a16:creationId xmlns:a16="http://schemas.microsoft.com/office/drawing/2014/main" id="{05565931-46EE-435E-8580-4D2EDEEECCA5}"/>
              </a:ext>
            </a:extLst>
          </p:cNvPr>
          <p:cNvSpPr/>
          <p:nvPr/>
        </p:nvSpPr>
        <p:spPr>
          <a:xfrm flipH="1">
            <a:off x="2023131" y="5247118"/>
            <a:ext cx="1705663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750"/>
              </a:spcBef>
            </a:pPr>
            <a:r>
              <a:rPr lang="en-US" altLang="zh-CN" sz="1000" dirty="0">
                <a:solidFill>
                  <a:srgbClr val="969696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https://www.fiberhome.</a:t>
            </a:r>
            <a:r>
              <a:rPr lang="en-US" sz="1000" dirty="0">
                <a:solidFill>
                  <a:srgbClr val="969696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com</a:t>
            </a:r>
          </a:p>
        </p:txBody>
      </p:sp>
    </p:spTree>
    <p:extLst>
      <p:ext uri="{BB962C8B-B14F-4D97-AF65-F5344CB8AC3E}">
        <p14:creationId xmlns:p14="http://schemas.microsoft.com/office/powerpoint/2010/main" val="27540202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9" presetClass="entr" presetSubtype="0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4" fill="hold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6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7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2" presetClass="entr" presetSubtype="4" fill="hold" grpId="0" nodeType="withEffect" p14:presetBounceEnd="50000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0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1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4" fill="hold" grpId="0" nodeType="withEffect" p14:presetBounceEnd="50000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4" dur="10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5" dur="10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4" fill="hold" grpId="0" nodeType="withEffect" p14:presetBounceEnd="50000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8" dur="100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9" dur="100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4" fill="hold" nodeType="withEffect" p14:presetBounceEnd="50000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2" dur="100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3" dur="100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fill="hold" grpId="0" nodeType="withEffect" p14:presetBounceEnd="50000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6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7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2" presetClass="entr" presetSubtype="4" fill="hold" grpId="0" nodeType="withEffect" p14:presetBounceEnd="50000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0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1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nodeType="withEffect" p14:presetBounceEnd="50000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4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5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" grpId="0" animBg="1"/>
          <p:bldP spid="59" grpId="0" animBg="1"/>
          <p:bldP spid="60" grpId="0"/>
          <p:bldP spid="73" grpId="0"/>
          <p:bldP spid="74" grpId="0" animBg="1"/>
          <p:bldP spid="8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9" presetClass="entr" presetSubtype="0" decel="10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4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2" presetClass="entr" presetSubtype="4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4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5" dur="10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4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8" dur="100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9" dur="100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4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100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100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2" presetClass="entr" presetSubtype="4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0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1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" grpId="0" animBg="1"/>
          <p:bldP spid="59" grpId="0" animBg="1"/>
          <p:bldP spid="60" grpId="0"/>
          <p:bldP spid="73" grpId="0"/>
          <p:bldP spid="74" grpId="0" animBg="1"/>
          <p:bldP spid="86" grpId="0"/>
        </p:bldLst>
      </p:timing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>
            <a:extLst>
              <a:ext uri="{FF2B5EF4-FFF2-40B4-BE49-F238E27FC236}">
                <a16:creationId xmlns:a16="http://schemas.microsoft.com/office/drawing/2014/main" id="{DCF588A2-A1F3-D21E-E43F-D807920B6600}"/>
              </a:ext>
            </a:extLst>
          </p:cNvPr>
          <p:cNvSpPr txBox="1"/>
          <p:nvPr/>
        </p:nvSpPr>
        <p:spPr>
          <a:xfrm>
            <a:off x="1555284" y="3094293"/>
            <a:ext cx="7557184" cy="6694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750" b="1" dirty="0">
                <a:solidFill>
                  <a:srgbClr val="D9D9D9"/>
                </a:solidFill>
                <a:latin typeface="方正正中黑简体" panose="02000000000000000000" pitchFamily="2" charset="-122"/>
                <a:ea typeface="方正正中黑简体" panose="02000000000000000000" pitchFamily="2" charset="-122"/>
              </a:rPr>
              <a:t>谢谢！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110AA047-3EF7-F09F-C414-AF574003484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830"/>
          <a:stretch/>
        </p:blipFill>
        <p:spPr>
          <a:xfrm>
            <a:off x="1555285" y="2491991"/>
            <a:ext cx="1571310" cy="4922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789692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框 4">
            <a:extLst>
              <a:ext uri="{FF2B5EF4-FFF2-40B4-BE49-F238E27FC236}">
                <a16:creationId xmlns:a16="http://schemas.microsoft.com/office/drawing/2014/main" id="{97B69F8A-D935-B036-4B11-721F3BD9DC15}"/>
              </a:ext>
            </a:extLst>
          </p:cNvPr>
          <p:cNvSpPr txBox="1"/>
          <p:nvPr/>
        </p:nvSpPr>
        <p:spPr>
          <a:xfrm>
            <a:off x="465487" y="1029072"/>
            <a:ext cx="44240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主题色彩 </a:t>
            </a:r>
            <a:r>
              <a:rPr lang="en-US" altLang="zh-CN" dirty="0">
                <a:solidFill>
                  <a:srgbClr val="274A80"/>
                </a:solidFill>
              </a:rPr>
              <a:t>THEME COLORS</a:t>
            </a:r>
            <a:endParaRPr lang="zh-CN" altLang="en-US" dirty="0">
              <a:solidFill>
                <a:srgbClr val="274A8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F6228AB7-D260-19E5-A551-8BF5314964D7}"/>
              </a:ext>
            </a:extLst>
          </p:cNvPr>
          <p:cNvSpPr txBox="1"/>
          <p:nvPr/>
        </p:nvSpPr>
        <p:spPr>
          <a:xfrm>
            <a:off x="465487" y="3757032"/>
            <a:ext cx="44240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主题字体</a:t>
            </a:r>
            <a:r>
              <a:rPr lang="en-US" altLang="zh-CN" dirty="0">
                <a:solidFill>
                  <a:srgbClr val="274A80"/>
                </a:solidFill>
              </a:rPr>
              <a:t>THEME FONTS</a:t>
            </a:r>
            <a:endParaRPr lang="zh-CN" altLang="en-US" dirty="0">
              <a:solidFill>
                <a:srgbClr val="274A8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6AD1E33C-4DC4-9C54-26DE-9B4D8D5A5FD7}"/>
              </a:ext>
            </a:extLst>
          </p:cNvPr>
          <p:cNvSpPr/>
          <p:nvPr/>
        </p:nvSpPr>
        <p:spPr>
          <a:xfrm flipV="1">
            <a:off x="465488" y="1367085"/>
            <a:ext cx="6096000" cy="36000"/>
          </a:xfrm>
          <a:prstGeom prst="rect">
            <a:avLst/>
          </a:prstGeom>
          <a:solidFill>
            <a:srgbClr val="4D71B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8" name="Rectangle 12">
            <a:extLst>
              <a:ext uri="{FF2B5EF4-FFF2-40B4-BE49-F238E27FC236}">
                <a16:creationId xmlns:a16="http://schemas.microsoft.com/office/drawing/2014/main" id="{1279118B-DD6B-3298-E74C-7FA2405ECFEA}"/>
              </a:ext>
            </a:extLst>
          </p:cNvPr>
          <p:cNvSpPr/>
          <p:nvPr/>
        </p:nvSpPr>
        <p:spPr>
          <a:xfrm flipV="1">
            <a:off x="465487" y="4126364"/>
            <a:ext cx="6096000" cy="36000"/>
          </a:xfrm>
          <a:prstGeom prst="rect">
            <a:avLst/>
          </a:prstGeom>
          <a:solidFill>
            <a:srgbClr val="4D71B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9" name="椭圆 8">
            <a:extLst>
              <a:ext uri="{FF2B5EF4-FFF2-40B4-BE49-F238E27FC236}">
                <a16:creationId xmlns:a16="http://schemas.microsoft.com/office/drawing/2014/main" id="{F677301D-61F1-189B-937C-CFFF77450573}"/>
              </a:ext>
            </a:extLst>
          </p:cNvPr>
          <p:cNvSpPr/>
          <p:nvPr/>
        </p:nvSpPr>
        <p:spPr>
          <a:xfrm>
            <a:off x="559467" y="1635500"/>
            <a:ext cx="360000" cy="360000"/>
          </a:xfrm>
          <a:prstGeom prst="ellipse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>
            <a:extLst>
              <a:ext uri="{FF2B5EF4-FFF2-40B4-BE49-F238E27FC236}">
                <a16:creationId xmlns:a16="http://schemas.microsoft.com/office/drawing/2014/main" id="{CF944132-9000-4F2F-82B1-DC6454C3D967}"/>
              </a:ext>
            </a:extLst>
          </p:cNvPr>
          <p:cNvSpPr/>
          <p:nvPr/>
        </p:nvSpPr>
        <p:spPr>
          <a:xfrm>
            <a:off x="1168740" y="1635500"/>
            <a:ext cx="360000" cy="360000"/>
          </a:xfrm>
          <a:prstGeom prst="ellipse">
            <a:avLst/>
          </a:prstGeom>
          <a:solidFill>
            <a:srgbClr val="274A8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椭圆 10">
            <a:extLst>
              <a:ext uri="{FF2B5EF4-FFF2-40B4-BE49-F238E27FC236}">
                <a16:creationId xmlns:a16="http://schemas.microsoft.com/office/drawing/2014/main" id="{023E8B94-A929-EB9E-E69C-F7B437AC51C7}"/>
              </a:ext>
            </a:extLst>
          </p:cNvPr>
          <p:cNvSpPr/>
          <p:nvPr/>
        </p:nvSpPr>
        <p:spPr>
          <a:xfrm>
            <a:off x="2387286" y="1635500"/>
            <a:ext cx="360000" cy="360000"/>
          </a:xfrm>
          <a:prstGeom prst="ellipse">
            <a:avLst/>
          </a:prstGeom>
          <a:solidFill>
            <a:srgbClr val="EF5604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C00000"/>
              </a:solidFill>
            </a:endParaRPr>
          </a:p>
        </p:txBody>
      </p:sp>
      <p:sp>
        <p:nvSpPr>
          <p:cNvPr id="12" name="椭圆 11">
            <a:extLst>
              <a:ext uri="{FF2B5EF4-FFF2-40B4-BE49-F238E27FC236}">
                <a16:creationId xmlns:a16="http://schemas.microsoft.com/office/drawing/2014/main" id="{E59B9D51-267C-4CFF-23CC-39A91A1D5EF5}"/>
              </a:ext>
            </a:extLst>
          </p:cNvPr>
          <p:cNvSpPr/>
          <p:nvPr/>
        </p:nvSpPr>
        <p:spPr>
          <a:xfrm>
            <a:off x="2996559" y="1635500"/>
            <a:ext cx="360000" cy="360000"/>
          </a:xfrm>
          <a:prstGeom prst="ellipse">
            <a:avLst/>
          </a:prstGeom>
          <a:solidFill>
            <a:srgbClr val="01429E"/>
          </a:solidFill>
          <a:ln>
            <a:solidFill>
              <a:srgbClr val="01429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椭圆 12">
            <a:extLst>
              <a:ext uri="{FF2B5EF4-FFF2-40B4-BE49-F238E27FC236}">
                <a16:creationId xmlns:a16="http://schemas.microsoft.com/office/drawing/2014/main" id="{7FBCF263-462F-68C4-75BE-EBC05ADE9EDF}"/>
              </a:ext>
            </a:extLst>
          </p:cNvPr>
          <p:cNvSpPr/>
          <p:nvPr/>
        </p:nvSpPr>
        <p:spPr>
          <a:xfrm>
            <a:off x="3605832" y="1635500"/>
            <a:ext cx="360000" cy="360000"/>
          </a:xfrm>
          <a:prstGeom prst="ellipse">
            <a:avLst/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椭圆 13">
            <a:extLst>
              <a:ext uri="{FF2B5EF4-FFF2-40B4-BE49-F238E27FC236}">
                <a16:creationId xmlns:a16="http://schemas.microsoft.com/office/drawing/2014/main" id="{1CD2930D-93BC-8C89-2B60-3ADF3C8B66D4}"/>
              </a:ext>
            </a:extLst>
          </p:cNvPr>
          <p:cNvSpPr/>
          <p:nvPr/>
        </p:nvSpPr>
        <p:spPr>
          <a:xfrm>
            <a:off x="4824378" y="1635500"/>
            <a:ext cx="360000" cy="360000"/>
          </a:xfrm>
          <a:prstGeom prst="ellipse">
            <a:avLst/>
          </a:prstGeom>
          <a:solidFill>
            <a:srgbClr val="09244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>
            <a:extLst>
              <a:ext uri="{FF2B5EF4-FFF2-40B4-BE49-F238E27FC236}">
                <a16:creationId xmlns:a16="http://schemas.microsoft.com/office/drawing/2014/main" id="{415B554B-1F19-0631-8BF8-7C8B0A1E9E8E}"/>
              </a:ext>
            </a:extLst>
          </p:cNvPr>
          <p:cNvSpPr/>
          <p:nvPr/>
        </p:nvSpPr>
        <p:spPr>
          <a:xfrm>
            <a:off x="5433651" y="1635500"/>
            <a:ext cx="360000" cy="360000"/>
          </a:xfrm>
          <a:prstGeom prst="ellipse">
            <a:avLst/>
          </a:prstGeom>
          <a:solidFill>
            <a:srgbClr val="EF5604"/>
          </a:solidFill>
          <a:ln>
            <a:solidFill>
              <a:srgbClr val="EF5604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>
            <a:extLst>
              <a:ext uri="{FF2B5EF4-FFF2-40B4-BE49-F238E27FC236}">
                <a16:creationId xmlns:a16="http://schemas.microsoft.com/office/drawing/2014/main" id="{7F3C8D68-C165-074B-5AF5-FA5D690E1F3B}"/>
              </a:ext>
            </a:extLst>
          </p:cNvPr>
          <p:cNvSpPr/>
          <p:nvPr/>
        </p:nvSpPr>
        <p:spPr>
          <a:xfrm>
            <a:off x="4215105" y="1635500"/>
            <a:ext cx="360000" cy="360000"/>
          </a:xfrm>
          <a:prstGeom prst="ellipse">
            <a:avLst/>
          </a:prstGeom>
          <a:solidFill>
            <a:srgbClr val="B1F1EE"/>
          </a:solidFill>
          <a:ln>
            <a:solidFill>
              <a:srgbClr val="B1F1E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>
            <a:extLst>
              <a:ext uri="{FF2B5EF4-FFF2-40B4-BE49-F238E27FC236}">
                <a16:creationId xmlns:a16="http://schemas.microsoft.com/office/drawing/2014/main" id="{509474B6-BE1E-ED54-F6ED-EE62DE7704E3}"/>
              </a:ext>
            </a:extLst>
          </p:cNvPr>
          <p:cNvSpPr/>
          <p:nvPr/>
        </p:nvSpPr>
        <p:spPr>
          <a:xfrm>
            <a:off x="6042922" y="1635500"/>
            <a:ext cx="360000" cy="360000"/>
          </a:xfrm>
          <a:prstGeom prst="ellipse">
            <a:avLst/>
          </a:prstGeom>
          <a:solidFill>
            <a:srgbClr val="7F7F7F"/>
          </a:solidFill>
          <a:ln>
            <a:solidFill>
              <a:srgbClr val="7F7F7F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>
            <a:extLst>
              <a:ext uri="{FF2B5EF4-FFF2-40B4-BE49-F238E27FC236}">
                <a16:creationId xmlns:a16="http://schemas.microsoft.com/office/drawing/2014/main" id="{00829203-9DDF-22D8-DAEC-32F8B3CA6D6D}"/>
              </a:ext>
            </a:extLst>
          </p:cNvPr>
          <p:cNvSpPr/>
          <p:nvPr/>
        </p:nvSpPr>
        <p:spPr>
          <a:xfrm>
            <a:off x="1778013" y="1635500"/>
            <a:ext cx="360000" cy="360000"/>
          </a:xfrm>
          <a:prstGeom prst="ellipse">
            <a:avLst/>
          </a:prstGeom>
          <a:solidFill>
            <a:srgbClr val="E6E6E6"/>
          </a:solidFill>
          <a:ln>
            <a:solidFill>
              <a:srgbClr val="D9D9D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文本框 19">
            <a:extLst>
              <a:ext uri="{FF2B5EF4-FFF2-40B4-BE49-F238E27FC236}">
                <a16:creationId xmlns:a16="http://schemas.microsoft.com/office/drawing/2014/main" id="{B632550D-219C-765B-6F49-8A1AC78C3A00}"/>
              </a:ext>
            </a:extLst>
          </p:cNvPr>
          <p:cNvSpPr txBox="1"/>
          <p:nvPr/>
        </p:nvSpPr>
        <p:spPr>
          <a:xfrm>
            <a:off x="465487" y="2386014"/>
            <a:ext cx="2785713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背景 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Text/Background</a:t>
            </a:r>
            <a:endParaRPr lang="zh-CN" altLang="en-US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文本框 21">
            <a:extLst>
              <a:ext uri="{FF2B5EF4-FFF2-40B4-BE49-F238E27FC236}">
                <a16:creationId xmlns:a16="http://schemas.microsoft.com/office/drawing/2014/main" id="{E645AF6B-4F6C-57CF-B1CA-29946D59DF26}"/>
              </a:ext>
            </a:extLst>
          </p:cNvPr>
          <p:cNvSpPr txBox="1"/>
          <p:nvPr/>
        </p:nvSpPr>
        <p:spPr>
          <a:xfrm>
            <a:off x="461029" y="4400247"/>
            <a:ext cx="6407150" cy="213763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中文字体：     微软雅黑                        </a:t>
            </a:r>
            <a:r>
              <a:rPr lang="zh-CN" altLang="en-US" sz="1400" dirty="0">
                <a:solidFill>
                  <a:srgbClr val="274A80"/>
                </a:solidFill>
                <a:latin typeface="方正正中黑简体" panose="02000000000000000000" pitchFamily="2" charset="-122"/>
                <a:ea typeface="方正正中黑简体" panose="02000000000000000000" pitchFamily="2" charset="-122"/>
              </a:rPr>
              <a:t>方正正中黑</a:t>
            </a:r>
            <a:endParaRPr lang="en-US" altLang="zh-CN" sz="1400" dirty="0">
              <a:solidFill>
                <a:srgbClr val="274A80"/>
              </a:solidFill>
              <a:latin typeface="方正正中黑简体" panose="02000000000000000000" pitchFamily="2" charset="-122"/>
              <a:ea typeface="方正正中黑简体" panose="02000000000000000000" pitchFamily="2" charset="-122"/>
            </a:endParaRPr>
          </a:p>
          <a:p>
            <a:pPr>
              <a:lnSpc>
                <a:spcPct val="120000"/>
              </a:lnSpc>
            </a:pPr>
            <a:r>
              <a:rPr lang="en-US" altLang="zh-CN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Asian Font</a:t>
            </a:r>
            <a:r>
              <a:rPr lang="zh-CN" altLang="en-US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 </a:t>
            </a:r>
            <a:r>
              <a:rPr lang="en-US" altLang="zh-CN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Microsoft </a:t>
            </a:r>
            <a:r>
              <a:rPr lang="en-US" altLang="zh-CN" sz="1400" dirty="0" err="1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Yahei</a:t>
            </a:r>
            <a:r>
              <a:rPr lang="en-US" altLang="zh-CN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</a:t>
            </a:r>
            <a:r>
              <a:rPr lang="en-US" altLang="zh-CN" sz="1400" b="0" i="0" dirty="0" err="1">
                <a:solidFill>
                  <a:srgbClr val="274A80"/>
                </a:solidFill>
                <a:effectLst/>
                <a:latin typeface="方正正中黑简体" panose="02000000000000000000" pitchFamily="2" charset="-122"/>
                <a:ea typeface="方正正中黑简体" panose="02000000000000000000" pitchFamily="2" charset="-122"/>
              </a:rPr>
              <a:t>FZZhengHeiS</a:t>
            </a:r>
            <a:r>
              <a:rPr lang="en-US" altLang="zh-CN" sz="1400" b="0" i="0" dirty="0">
                <a:solidFill>
                  <a:srgbClr val="274A80"/>
                </a:solidFill>
                <a:effectLst/>
                <a:latin typeface="方正正中黑简体" panose="02000000000000000000" pitchFamily="2" charset="-122"/>
                <a:ea typeface="方正正中黑简体" panose="02000000000000000000" pitchFamily="2" charset="-122"/>
              </a:rPr>
              <a:t>-DB-GB</a:t>
            </a:r>
            <a:r>
              <a:rPr lang="en-US" altLang="zh-CN" sz="1400" dirty="0">
                <a:solidFill>
                  <a:srgbClr val="274A80"/>
                </a:solidFill>
                <a:latin typeface="方正正中黑简体" panose="02000000000000000000" pitchFamily="2" charset="-122"/>
                <a:ea typeface="方正正中黑简体" panose="02000000000000000000" pitchFamily="2" charset="-122"/>
              </a:rPr>
              <a:t>   </a:t>
            </a:r>
            <a:r>
              <a:rPr lang="en-US" altLang="zh-CN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</a:t>
            </a:r>
            <a:br>
              <a:rPr lang="en-US" altLang="zh-CN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lang="zh-CN" altLang="en-US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英文字体：</a:t>
            </a:r>
            <a:r>
              <a:rPr lang="en-US" altLang="zh-CN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Microsoft </a:t>
            </a:r>
            <a:r>
              <a:rPr lang="en-US" altLang="zh-CN" sz="1400" dirty="0" err="1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Yahei</a:t>
            </a:r>
            <a:r>
              <a:rPr lang="en-US" altLang="zh-CN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</a:t>
            </a:r>
            <a:r>
              <a:rPr lang="en-US" altLang="zh-CN" sz="1400" dirty="0" err="1">
                <a:solidFill>
                  <a:srgbClr val="274A80"/>
                </a:solidFill>
                <a:latin typeface="方正正中黑简体" panose="02000000000000000000" pitchFamily="2" charset="-122"/>
                <a:ea typeface="方正正中黑简体" panose="02000000000000000000" pitchFamily="2" charset="-122"/>
              </a:rPr>
              <a:t>FZZhengHeiS</a:t>
            </a:r>
            <a:r>
              <a:rPr lang="en-US" altLang="zh-CN" sz="1400" dirty="0">
                <a:solidFill>
                  <a:srgbClr val="274A80"/>
                </a:solidFill>
                <a:latin typeface="方正正中黑简体" panose="02000000000000000000" pitchFamily="2" charset="-122"/>
                <a:ea typeface="方正正中黑简体" panose="02000000000000000000" pitchFamily="2" charset="-122"/>
              </a:rPr>
              <a:t>-DB-GB</a:t>
            </a:r>
            <a:br>
              <a:rPr lang="en-US" altLang="zh-CN" sz="1400" dirty="0">
                <a:solidFill>
                  <a:srgbClr val="274A80"/>
                </a:solidFill>
                <a:latin typeface="方正正中黑简体" panose="02000000000000000000" pitchFamily="2" charset="-122"/>
                <a:ea typeface="方正正中黑简体" panose="02000000000000000000" pitchFamily="2" charset="-122"/>
              </a:rPr>
            </a:br>
            <a:r>
              <a:rPr lang="en-US" altLang="zh-CN" sz="1400" dirty="0">
                <a:solidFill>
                  <a:srgbClr val="274A80"/>
                </a:solidFill>
                <a:latin typeface="方正正中黑简体" panose="02000000000000000000" pitchFamily="2" charset="-122"/>
                <a:ea typeface="方正正中黑简体" panose="02000000000000000000" pitchFamily="2" charset="-122"/>
              </a:rPr>
              <a:t>                    </a:t>
            </a:r>
            <a:r>
              <a:rPr lang="en-US" altLang="zh-CN" sz="1400" dirty="0">
                <a:solidFill>
                  <a:srgbClr val="274A80"/>
                </a:solidFill>
                <a:latin typeface="Times New Roman" panose="02020603050405020304" pitchFamily="18" charset="0"/>
                <a:ea typeface="方正正中黑简体" panose="02000000000000000000" pitchFamily="2" charset="-122"/>
                <a:cs typeface="Times New Roman" panose="02020603050405020304" pitchFamily="18" charset="0"/>
              </a:rPr>
              <a:t>Times New Roman</a:t>
            </a: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数字字体：     </a:t>
            </a:r>
            <a:r>
              <a:rPr lang="en-US" altLang="zh-CN" sz="1400" dirty="0">
                <a:solidFill>
                  <a:srgbClr val="274A80"/>
                </a:solidFill>
                <a:latin typeface="Impact" panose="020B0806030902050204" pitchFamily="34" charset="0"/>
                <a:ea typeface="微软雅黑" panose="020B0503020204020204" pitchFamily="34" charset="-122"/>
              </a:rPr>
              <a:t>Impact    0123456789</a:t>
            </a: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rgbClr val="274A80"/>
                </a:solidFill>
                <a:latin typeface="Impact" panose="020B0806030902050204" pitchFamily="34" charset="0"/>
                <a:ea typeface="微软雅黑" panose="020B0503020204020204" pitchFamily="34" charset="-122"/>
              </a:rPr>
              <a:t>标题字号：         </a:t>
            </a:r>
            <a:r>
              <a:rPr lang="en-US" altLang="zh-CN" sz="1400" dirty="0">
                <a:solidFill>
                  <a:srgbClr val="274A80"/>
                </a:solidFill>
                <a:latin typeface="Times New Roman" panose="02020603050405020304" pitchFamily="18" charset="0"/>
                <a:ea typeface="方正正中黑简体" panose="02000000000000000000" pitchFamily="2" charset="-122"/>
                <a:cs typeface="Times New Roman" panose="02020603050405020304" pitchFamily="18" charset="0"/>
              </a:rPr>
              <a:t>18-20    24-32</a:t>
            </a: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rgbClr val="274A80"/>
                </a:solidFill>
                <a:latin typeface="Impact" panose="020B0806030902050204" pitchFamily="34" charset="0"/>
                <a:ea typeface="微软雅黑" panose="020B0503020204020204" pitchFamily="34" charset="-122"/>
              </a:rPr>
              <a:t>正文字号：         </a:t>
            </a:r>
            <a:r>
              <a:rPr lang="en-US" altLang="zh-CN" sz="1400" dirty="0">
                <a:solidFill>
                  <a:srgbClr val="274A80"/>
                </a:solidFill>
                <a:latin typeface="Times New Roman" panose="02020603050405020304" pitchFamily="18" charset="0"/>
                <a:ea typeface="方正正中黑简体" panose="02000000000000000000" pitchFamily="2" charset="-122"/>
                <a:cs typeface="Times New Roman" panose="02020603050405020304" pitchFamily="18" charset="0"/>
              </a:rPr>
              <a:t>14-16</a:t>
            </a: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rgbClr val="274A80"/>
                </a:solidFill>
                <a:latin typeface="Impact" panose="020B0806030902050204" pitchFamily="34" charset="0"/>
                <a:ea typeface="微软雅黑" panose="020B0503020204020204" pitchFamily="34" charset="-122"/>
              </a:rPr>
              <a:t>段落间距：         </a:t>
            </a:r>
            <a:r>
              <a:rPr lang="en-US" altLang="zh-CN" sz="1400" dirty="0">
                <a:solidFill>
                  <a:srgbClr val="274A80"/>
                </a:solidFill>
                <a:latin typeface="Times New Roman" panose="02020603050405020304" pitchFamily="18" charset="0"/>
                <a:ea typeface="方正正中黑简体" panose="02000000000000000000" pitchFamily="2" charset="-122"/>
                <a:cs typeface="Times New Roman" panose="02020603050405020304" pitchFamily="18" charset="0"/>
              </a:rPr>
              <a:t>1.0</a:t>
            </a:r>
            <a:r>
              <a:rPr lang="zh-CN" altLang="en-US" sz="1400" dirty="0">
                <a:solidFill>
                  <a:srgbClr val="274A80"/>
                </a:solidFill>
                <a:latin typeface="Times New Roman" panose="02020603050405020304" pitchFamily="18" charset="0"/>
                <a:ea typeface="方正正中黑简体" panose="02000000000000000000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1400" dirty="0">
                <a:solidFill>
                  <a:srgbClr val="274A80"/>
                </a:solidFill>
                <a:latin typeface="Times New Roman" panose="02020603050405020304" pitchFamily="18" charset="0"/>
                <a:ea typeface="方正正中黑简体" panose="02000000000000000000" pitchFamily="2" charset="-122"/>
                <a:cs typeface="Times New Roman" panose="02020603050405020304" pitchFamily="18" charset="0"/>
              </a:rPr>
              <a:t>1.2</a:t>
            </a:r>
            <a:r>
              <a:rPr lang="zh-CN" altLang="en-US" sz="1400" dirty="0">
                <a:solidFill>
                  <a:srgbClr val="274A80"/>
                </a:solidFill>
                <a:latin typeface="Times New Roman" panose="02020603050405020304" pitchFamily="18" charset="0"/>
                <a:ea typeface="方正正中黑简体" panose="02000000000000000000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1400" dirty="0">
                <a:solidFill>
                  <a:srgbClr val="274A80"/>
                </a:solidFill>
                <a:latin typeface="Times New Roman" panose="02020603050405020304" pitchFamily="18" charset="0"/>
                <a:ea typeface="方正正中黑简体" panose="02000000000000000000" pitchFamily="2" charset="-122"/>
                <a:cs typeface="Times New Roman" panose="02020603050405020304" pitchFamily="18" charset="0"/>
              </a:rPr>
              <a:t>1.5</a:t>
            </a:r>
            <a:r>
              <a:rPr lang="zh-CN" altLang="en-US" sz="1400" dirty="0">
                <a:solidFill>
                  <a:srgbClr val="274A80"/>
                </a:solidFill>
                <a:latin typeface="Times New Roman" panose="02020603050405020304" pitchFamily="18" charset="0"/>
                <a:ea typeface="方正正中黑简体" panose="02000000000000000000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sz="1400" dirty="0">
                <a:solidFill>
                  <a:srgbClr val="274A80"/>
                </a:solidFill>
                <a:latin typeface="Impact" panose="020B0806030902050204" pitchFamily="34" charset="0"/>
                <a:ea typeface="微软雅黑" panose="020B0503020204020204" pitchFamily="34" charset="-122"/>
              </a:rPr>
              <a:t>倍行距   </a:t>
            </a:r>
          </a:p>
        </p:txBody>
      </p:sp>
      <p:sp>
        <p:nvSpPr>
          <p:cNvPr id="24" name="文本框 23">
            <a:extLst>
              <a:ext uri="{FF2B5EF4-FFF2-40B4-BE49-F238E27FC236}">
                <a16:creationId xmlns:a16="http://schemas.microsoft.com/office/drawing/2014/main" id="{858F13C3-83EC-3B9B-D9FF-BE863878D41B}"/>
              </a:ext>
            </a:extLst>
          </p:cNvPr>
          <p:cNvSpPr txBox="1"/>
          <p:nvPr/>
        </p:nvSpPr>
        <p:spPr>
          <a:xfrm>
            <a:off x="7157845" y="4429206"/>
            <a:ext cx="4091833" cy="17454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zh-CN" altLang="en-US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常用颜色搭配见每页右颜色示意，颜色优先级依据其顺序。</a:t>
            </a:r>
            <a:endParaRPr lang="en-US" altLang="zh-CN" sz="1400" dirty="0">
              <a:solidFill>
                <a:srgbClr val="274A8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zh-CN" altLang="en-US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每页文字字数原则不超过</a:t>
            </a:r>
            <a:r>
              <a:rPr lang="en-US" altLang="zh-CN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50</a:t>
            </a:r>
            <a:r>
              <a:rPr lang="zh-CN" altLang="en-US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字。</a:t>
            </a:r>
            <a:endParaRPr lang="en-US" altLang="zh-CN" sz="1400" dirty="0">
              <a:solidFill>
                <a:srgbClr val="274A8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zh-CN" altLang="en-US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排版，常见结构是图在上</a:t>
            </a:r>
            <a:r>
              <a:rPr lang="en-US" altLang="zh-CN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左，结论等文字在下</a:t>
            </a:r>
            <a:r>
              <a:rPr lang="en-US" altLang="zh-CN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右。页面适量留白</a:t>
            </a:r>
            <a:r>
              <a:rPr lang="en-US" altLang="zh-CN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!</a:t>
            </a:r>
          </a:p>
          <a:p>
            <a:pPr marL="285750" indent="-2857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zh-CN" altLang="en-US" sz="14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文字颜色、字体拷贝该模版使用。</a:t>
            </a:r>
          </a:p>
        </p:txBody>
      </p:sp>
      <p:sp>
        <p:nvSpPr>
          <p:cNvPr id="26" name="文本框 25">
            <a:extLst>
              <a:ext uri="{FF2B5EF4-FFF2-40B4-BE49-F238E27FC236}">
                <a16:creationId xmlns:a16="http://schemas.microsoft.com/office/drawing/2014/main" id="{28D16251-69BC-BD75-9474-42A710204D8D}"/>
              </a:ext>
            </a:extLst>
          </p:cNvPr>
          <p:cNvSpPr txBox="1"/>
          <p:nvPr/>
        </p:nvSpPr>
        <p:spPr>
          <a:xfrm>
            <a:off x="3958594" y="2386014"/>
            <a:ext cx="187070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填充色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Fill Colors</a:t>
            </a:r>
            <a:endParaRPr lang="zh-CN" altLang="en-US" sz="1400" dirty="0"/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768C8E5E-7833-A6DC-E676-E92DB1A9EC7F}"/>
              </a:ext>
            </a:extLst>
          </p:cNvPr>
          <p:cNvSpPr/>
          <p:nvPr/>
        </p:nvSpPr>
        <p:spPr>
          <a:xfrm>
            <a:off x="7226300" y="1367085"/>
            <a:ext cx="4749797" cy="2389947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3" name="直接连接符 32">
            <a:extLst>
              <a:ext uri="{FF2B5EF4-FFF2-40B4-BE49-F238E27FC236}">
                <a16:creationId xmlns:a16="http://schemas.microsoft.com/office/drawing/2014/main" id="{DC8F0B79-E1B6-94AF-B526-EB3F02704022}"/>
              </a:ext>
            </a:extLst>
          </p:cNvPr>
          <p:cNvCxnSpPr>
            <a:cxnSpLocks/>
          </p:cNvCxnSpPr>
          <p:nvPr/>
        </p:nvCxnSpPr>
        <p:spPr>
          <a:xfrm>
            <a:off x="7416800" y="1162691"/>
            <a:ext cx="0" cy="2808000"/>
          </a:xfrm>
          <a:prstGeom prst="line">
            <a:avLst/>
          </a:prstGeom>
          <a:ln w="127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>
            <a:extLst>
              <a:ext uri="{FF2B5EF4-FFF2-40B4-BE49-F238E27FC236}">
                <a16:creationId xmlns:a16="http://schemas.microsoft.com/office/drawing/2014/main" id="{63137BBC-0737-17A8-7B90-E63DBBD9413C}"/>
              </a:ext>
            </a:extLst>
          </p:cNvPr>
          <p:cNvCxnSpPr>
            <a:cxnSpLocks/>
          </p:cNvCxnSpPr>
          <p:nvPr/>
        </p:nvCxnSpPr>
        <p:spPr>
          <a:xfrm>
            <a:off x="11798300" y="1162691"/>
            <a:ext cx="0" cy="2808000"/>
          </a:xfrm>
          <a:prstGeom prst="line">
            <a:avLst/>
          </a:prstGeom>
          <a:ln w="127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组合 38">
            <a:extLst>
              <a:ext uri="{FF2B5EF4-FFF2-40B4-BE49-F238E27FC236}">
                <a16:creationId xmlns:a16="http://schemas.microsoft.com/office/drawing/2014/main" id="{1283B4A4-7AB0-EC00-ED01-7C2D34C8F4F2}"/>
              </a:ext>
            </a:extLst>
          </p:cNvPr>
          <p:cNvGrpSpPr/>
          <p:nvPr/>
        </p:nvGrpSpPr>
        <p:grpSpPr>
          <a:xfrm>
            <a:off x="7226300" y="1521200"/>
            <a:ext cx="4749797" cy="63500"/>
            <a:chOff x="7226300" y="1629705"/>
            <a:chExt cx="4749797" cy="63500"/>
          </a:xfrm>
        </p:grpSpPr>
        <p:cxnSp>
          <p:nvCxnSpPr>
            <p:cNvPr id="35" name="直接连接符 34">
              <a:extLst>
                <a:ext uri="{FF2B5EF4-FFF2-40B4-BE49-F238E27FC236}">
                  <a16:creationId xmlns:a16="http://schemas.microsoft.com/office/drawing/2014/main" id="{88E8F56C-2B8C-164D-428C-2EA593619F27}"/>
                </a:ext>
              </a:extLst>
            </p:cNvPr>
            <p:cNvCxnSpPr>
              <a:cxnSpLocks/>
            </p:cNvCxnSpPr>
            <p:nvPr/>
          </p:nvCxnSpPr>
          <p:spPr>
            <a:xfrm>
              <a:off x="7226300" y="1629705"/>
              <a:ext cx="4749797" cy="0"/>
            </a:xfrm>
            <a:prstGeom prst="line">
              <a:avLst/>
            </a:prstGeom>
            <a:ln w="1270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接连接符 37">
              <a:extLst>
                <a:ext uri="{FF2B5EF4-FFF2-40B4-BE49-F238E27FC236}">
                  <a16:creationId xmlns:a16="http://schemas.microsoft.com/office/drawing/2014/main" id="{CAACB6F0-380E-8164-1BAA-38A22397F930}"/>
                </a:ext>
              </a:extLst>
            </p:cNvPr>
            <p:cNvCxnSpPr>
              <a:cxnSpLocks/>
            </p:cNvCxnSpPr>
            <p:nvPr/>
          </p:nvCxnSpPr>
          <p:spPr>
            <a:xfrm>
              <a:off x="7226300" y="1693205"/>
              <a:ext cx="4749797" cy="0"/>
            </a:xfrm>
            <a:prstGeom prst="line">
              <a:avLst/>
            </a:prstGeom>
            <a:ln w="1270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组合 39">
            <a:extLst>
              <a:ext uri="{FF2B5EF4-FFF2-40B4-BE49-F238E27FC236}">
                <a16:creationId xmlns:a16="http://schemas.microsoft.com/office/drawing/2014/main" id="{2B3DA5B9-AC62-DD5C-C2BC-ACDA0CC190F6}"/>
              </a:ext>
            </a:extLst>
          </p:cNvPr>
          <p:cNvGrpSpPr/>
          <p:nvPr/>
        </p:nvGrpSpPr>
        <p:grpSpPr>
          <a:xfrm>
            <a:off x="7226300" y="3553200"/>
            <a:ext cx="4749797" cy="63500"/>
            <a:chOff x="7226300" y="1629705"/>
            <a:chExt cx="4749797" cy="63500"/>
          </a:xfrm>
        </p:grpSpPr>
        <p:cxnSp>
          <p:nvCxnSpPr>
            <p:cNvPr id="41" name="直接连接符 40">
              <a:extLst>
                <a:ext uri="{FF2B5EF4-FFF2-40B4-BE49-F238E27FC236}">
                  <a16:creationId xmlns:a16="http://schemas.microsoft.com/office/drawing/2014/main" id="{3DEA317B-E75B-879B-DB49-6D4B76129867}"/>
                </a:ext>
              </a:extLst>
            </p:cNvPr>
            <p:cNvCxnSpPr>
              <a:cxnSpLocks/>
            </p:cNvCxnSpPr>
            <p:nvPr/>
          </p:nvCxnSpPr>
          <p:spPr>
            <a:xfrm>
              <a:off x="7226300" y="1629705"/>
              <a:ext cx="4749797" cy="0"/>
            </a:xfrm>
            <a:prstGeom prst="line">
              <a:avLst/>
            </a:prstGeom>
            <a:ln w="1270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接连接符 41">
              <a:extLst>
                <a:ext uri="{FF2B5EF4-FFF2-40B4-BE49-F238E27FC236}">
                  <a16:creationId xmlns:a16="http://schemas.microsoft.com/office/drawing/2014/main" id="{D920B2F4-3F34-DB96-B43C-270FF2B63935}"/>
                </a:ext>
              </a:extLst>
            </p:cNvPr>
            <p:cNvCxnSpPr>
              <a:cxnSpLocks/>
            </p:cNvCxnSpPr>
            <p:nvPr/>
          </p:nvCxnSpPr>
          <p:spPr>
            <a:xfrm>
              <a:off x="7226300" y="1693205"/>
              <a:ext cx="4749797" cy="0"/>
            </a:xfrm>
            <a:prstGeom prst="line">
              <a:avLst/>
            </a:prstGeom>
            <a:ln w="1270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4" name="直接连接符 43">
            <a:extLst>
              <a:ext uri="{FF2B5EF4-FFF2-40B4-BE49-F238E27FC236}">
                <a16:creationId xmlns:a16="http://schemas.microsoft.com/office/drawing/2014/main" id="{6ADBCBEF-23A0-80C2-277C-BEA3D7DEC0B8}"/>
              </a:ext>
            </a:extLst>
          </p:cNvPr>
          <p:cNvCxnSpPr/>
          <p:nvPr/>
        </p:nvCxnSpPr>
        <p:spPr>
          <a:xfrm>
            <a:off x="7416800" y="1584700"/>
            <a:ext cx="4381500" cy="1968500"/>
          </a:xfrm>
          <a:prstGeom prst="line">
            <a:avLst/>
          </a:prstGeom>
          <a:ln w="127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" name="组合 29">
            <a:extLst>
              <a:ext uri="{FF2B5EF4-FFF2-40B4-BE49-F238E27FC236}">
                <a16:creationId xmlns:a16="http://schemas.microsoft.com/office/drawing/2014/main" id="{FED221AA-0A3A-D525-CB58-D4093E44BCC6}"/>
              </a:ext>
            </a:extLst>
          </p:cNvPr>
          <p:cNvGrpSpPr/>
          <p:nvPr/>
        </p:nvGrpSpPr>
        <p:grpSpPr>
          <a:xfrm>
            <a:off x="11343624" y="4052412"/>
            <a:ext cx="698494" cy="2718506"/>
            <a:chOff x="11074848" y="3971918"/>
            <a:chExt cx="1098952" cy="4277073"/>
          </a:xfrm>
        </p:grpSpPr>
        <p:sp>
          <p:nvSpPr>
            <p:cNvPr id="2" name="矩形 1">
              <a:extLst>
                <a:ext uri="{FF2B5EF4-FFF2-40B4-BE49-F238E27FC236}">
                  <a16:creationId xmlns:a16="http://schemas.microsoft.com/office/drawing/2014/main" id="{7FE53B99-4240-E815-E4D6-BC3F8D02F59D}"/>
                </a:ext>
              </a:extLst>
            </p:cNvPr>
            <p:cNvSpPr/>
            <p:nvPr/>
          </p:nvSpPr>
          <p:spPr>
            <a:xfrm>
              <a:off x="11269498" y="4457022"/>
              <a:ext cx="457015" cy="356501"/>
            </a:xfrm>
            <a:prstGeom prst="rect">
              <a:avLst/>
            </a:prstGeom>
            <a:solidFill>
              <a:srgbClr val="01429E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宋体" panose="02010600030101010101" pitchFamily="2" charset="-122"/>
              </a:endParaRPr>
            </a:p>
          </p:txBody>
        </p:sp>
        <p:sp>
          <p:nvSpPr>
            <p:cNvPr id="3" name="矩形 2">
              <a:extLst>
                <a:ext uri="{FF2B5EF4-FFF2-40B4-BE49-F238E27FC236}">
                  <a16:creationId xmlns:a16="http://schemas.microsoft.com/office/drawing/2014/main" id="{707FA894-420B-8237-E730-AF8BAAF943B8}"/>
                </a:ext>
              </a:extLst>
            </p:cNvPr>
            <p:cNvSpPr/>
            <p:nvPr/>
          </p:nvSpPr>
          <p:spPr>
            <a:xfrm>
              <a:off x="11269498" y="5427230"/>
              <a:ext cx="458314" cy="356501"/>
            </a:xfrm>
            <a:prstGeom prst="rect">
              <a:avLst/>
            </a:prstGeom>
            <a:solidFill>
              <a:srgbClr val="B1F1EE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宋体" panose="02010600030101010101" pitchFamily="2" charset="-122"/>
              </a:endParaRPr>
            </a:p>
          </p:txBody>
        </p:sp>
        <p:sp>
          <p:nvSpPr>
            <p:cNvPr id="4" name="矩形 3">
              <a:extLst>
                <a:ext uri="{FF2B5EF4-FFF2-40B4-BE49-F238E27FC236}">
                  <a16:creationId xmlns:a16="http://schemas.microsoft.com/office/drawing/2014/main" id="{1851A824-7B02-D9F5-093B-FE8C39F18866}"/>
                </a:ext>
              </a:extLst>
            </p:cNvPr>
            <p:cNvSpPr/>
            <p:nvPr/>
          </p:nvSpPr>
          <p:spPr>
            <a:xfrm>
              <a:off x="11269498" y="5912334"/>
              <a:ext cx="459017" cy="356501"/>
            </a:xfrm>
            <a:prstGeom prst="rect">
              <a:avLst/>
            </a:prstGeom>
            <a:solidFill>
              <a:srgbClr val="092441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宋体" panose="02010600030101010101" pitchFamily="2" charset="-122"/>
              </a:endParaRPr>
            </a:p>
          </p:txBody>
        </p:sp>
        <p:sp>
          <p:nvSpPr>
            <p:cNvPr id="19" name="矩形 18">
              <a:extLst>
                <a:ext uri="{FF2B5EF4-FFF2-40B4-BE49-F238E27FC236}">
                  <a16:creationId xmlns:a16="http://schemas.microsoft.com/office/drawing/2014/main" id="{8A99CD96-8400-A0AA-E6A7-16F020978729}"/>
                </a:ext>
              </a:extLst>
            </p:cNvPr>
            <p:cNvSpPr/>
            <p:nvPr/>
          </p:nvSpPr>
          <p:spPr>
            <a:xfrm>
              <a:off x="11269498" y="6397438"/>
              <a:ext cx="459017" cy="356501"/>
            </a:xfrm>
            <a:prstGeom prst="rect">
              <a:avLst/>
            </a:prstGeom>
            <a:solidFill>
              <a:srgbClr val="EF5604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宋体" panose="02010600030101010101" pitchFamily="2" charset="-122"/>
              </a:endParaRPr>
            </a:p>
          </p:txBody>
        </p:sp>
        <p:sp>
          <p:nvSpPr>
            <p:cNvPr id="21" name="矩形 20">
              <a:extLst>
                <a:ext uri="{FF2B5EF4-FFF2-40B4-BE49-F238E27FC236}">
                  <a16:creationId xmlns:a16="http://schemas.microsoft.com/office/drawing/2014/main" id="{85DE3058-DEF2-C2A9-9DA4-C36DC81B8C8C}"/>
                </a:ext>
              </a:extLst>
            </p:cNvPr>
            <p:cNvSpPr/>
            <p:nvPr/>
          </p:nvSpPr>
          <p:spPr>
            <a:xfrm>
              <a:off x="11269498" y="6882542"/>
              <a:ext cx="459017" cy="356501"/>
            </a:xfrm>
            <a:prstGeom prst="rect">
              <a:avLst/>
            </a:prstGeom>
            <a:solidFill>
              <a:srgbClr val="FF0000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宋体" panose="02010600030101010101" pitchFamily="2" charset="-122"/>
              </a:endParaRPr>
            </a:p>
          </p:txBody>
        </p:sp>
        <p:sp>
          <p:nvSpPr>
            <p:cNvPr id="23" name="矩形 22">
              <a:extLst>
                <a:ext uri="{FF2B5EF4-FFF2-40B4-BE49-F238E27FC236}">
                  <a16:creationId xmlns:a16="http://schemas.microsoft.com/office/drawing/2014/main" id="{286FF78A-8F11-4267-8EC5-0F98EE4DD286}"/>
                </a:ext>
              </a:extLst>
            </p:cNvPr>
            <p:cNvSpPr/>
            <p:nvPr/>
          </p:nvSpPr>
          <p:spPr>
            <a:xfrm>
              <a:off x="11269498" y="7367649"/>
              <a:ext cx="459017" cy="356501"/>
            </a:xfrm>
            <a:prstGeom prst="rect">
              <a:avLst/>
            </a:prstGeom>
            <a:solidFill>
              <a:srgbClr val="7F7F7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宋体" panose="02010600030101010101" pitchFamily="2" charset="-122"/>
              </a:endParaRPr>
            </a:p>
          </p:txBody>
        </p:sp>
        <p:sp>
          <p:nvSpPr>
            <p:cNvPr id="25" name="文本框 24">
              <a:extLst>
                <a:ext uri="{FF2B5EF4-FFF2-40B4-BE49-F238E27FC236}">
                  <a16:creationId xmlns:a16="http://schemas.microsoft.com/office/drawing/2014/main" id="{5E630AD2-7990-FCD1-B756-CA22D23933E5}"/>
                </a:ext>
              </a:extLst>
            </p:cNvPr>
            <p:cNvSpPr txBox="1"/>
            <p:nvPr/>
          </p:nvSpPr>
          <p:spPr>
            <a:xfrm>
              <a:off x="11074848" y="7837395"/>
              <a:ext cx="1098952" cy="4115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100" dirty="0"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参考色</a:t>
              </a:r>
              <a:endParaRPr lang="en-US" altLang="zh-CN" sz="1100" dirty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矩形 26">
              <a:extLst>
                <a:ext uri="{FF2B5EF4-FFF2-40B4-BE49-F238E27FC236}">
                  <a16:creationId xmlns:a16="http://schemas.microsoft.com/office/drawing/2014/main" id="{1A0EC64F-977D-2E5D-54F3-BD2C56959302}"/>
                </a:ext>
              </a:extLst>
            </p:cNvPr>
            <p:cNvSpPr/>
            <p:nvPr/>
          </p:nvSpPr>
          <p:spPr>
            <a:xfrm>
              <a:off x="11269498" y="4942126"/>
              <a:ext cx="458314" cy="356501"/>
            </a:xfrm>
            <a:prstGeom prst="rect">
              <a:avLst/>
            </a:prstGeom>
            <a:solidFill>
              <a:srgbClr val="0070C0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宋体" panose="02010600030101010101" pitchFamily="2" charset="-122"/>
              </a:endParaRPr>
            </a:p>
          </p:txBody>
        </p:sp>
        <p:sp>
          <p:nvSpPr>
            <p:cNvPr id="29" name="矩形 28">
              <a:extLst>
                <a:ext uri="{FF2B5EF4-FFF2-40B4-BE49-F238E27FC236}">
                  <a16:creationId xmlns:a16="http://schemas.microsoft.com/office/drawing/2014/main" id="{841474E9-2A2C-71F0-4F65-47B80EF18F0B}"/>
                </a:ext>
              </a:extLst>
            </p:cNvPr>
            <p:cNvSpPr/>
            <p:nvPr/>
          </p:nvSpPr>
          <p:spPr>
            <a:xfrm>
              <a:off x="11269498" y="3971918"/>
              <a:ext cx="457015" cy="356501"/>
            </a:xfrm>
            <a:prstGeom prst="rect">
              <a:avLst/>
            </a:prstGeom>
            <a:solidFill>
              <a:srgbClr val="274A80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宋体" panose="02010600030101010101" pitchFamily="2" charset="-122"/>
              </a:endParaRPr>
            </a:p>
          </p:txBody>
        </p:sp>
      </p:grpSp>
      <p:sp>
        <p:nvSpPr>
          <p:cNvPr id="37" name="文本框 36">
            <a:extLst>
              <a:ext uri="{FF2B5EF4-FFF2-40B4-BE49-F238E27FC236}">
                <a16:creationId xmlns:a16="http://schemas.microsoft.com/office/drawing/2014/main" id="{9AA83089-B101-09BC-E21C-0DB5C7BA6CB2}"/>
              </a:ext>
            </a:extLst>
          </p:cNvPr>
          <p:cNvSpPr txBox="1"/>
          <p:nvPr/>
        </p:nvSpPr>
        <p:spPr>
          <a:xfrm>
            <a:off x="3805426" y="539238"/>
            <a:ext cx="483499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烽火通信科技股份有限公司</a:t>
            </a:r>
            <a:r>
              <a:rPr lang="en-US" altLang="zh-CN" dirty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dirty="0"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模板使用说明</a:t>
            </a:r>
          </a:p>
        </p:txBody>
      </p:sp>
    </p:spTree>
    <p:extLst>
      <p:ext uri="{BB962C8B-B14F-4D97-AF65-F5344CB8AC3E}">
        <p14:creationId xmlns:p14="http://schemas.microsoft.com/office/powerpoint/2010/main" val="200764801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 294">
            <a:extLst>
              <a:ext uri="{FF2B5EF4-FFF2-40B4-BE49-F238E27FC236}">
                <a16:creationId xmlns:a16="http://schemas.microsoft.com/office/drawing/2014/main" id="{189D88A0-C687-43D1-AADC-7623DFD7DEFF}"/>
              </a:ext>
            </a:extLst>
          </p:cNvPr>
          <p:cNvGrpSpPr/>
          <p:nvPr/>
        </p:nvGrpSpPr>
        <p:grpSpPr>
          <a:xfrm>
            <a:off x="3830675" y="442553"/>
            <a:ext cx="462724" cy="462724"/>
            <a:chOff x="3830675" y="442553"/>
            <a:chExt cx="462724" cy="462724"/>
          </a:xfrm>
        </p:grpSpPr>
        <p:sp>
          <p:nvSpPr>
            <p:cNvPr id="27" name="Freeform: Shape 3">
              <a:extLst>
                <a:ext uri="{FF2B5EF4-FFF2-40B4-BE49-F238E27FC236}">
                  <a16:creationId xmlns:a16="http://schemas.microsoft.com/office/drawing/2014/main" id="{B0499704-2753-1B47-C17A-F5EEDAB3D730}"/>
                </a:ext>
              </a:extLst>
            </p:cNvPr>
            <p:cNvSpPr/>
            <p:nvPr/>
          </p:nvSpPr>
          <p:spPr>
            <a:xfrm>
              <a:off x="3839573" y="451452"/>
              <a:ext cx="441368" cy="441368"/>
            </a:xfrm>
            <a:custGeom>
              <a:avLst/>
              <a:gdLst>
                <a:gd name="connsiteX0" fmla="*/ 446009 w 441367"/>
                <a:gd name="connsiteY0" fmla="*/ 223005 h 441367"/>
                <a:gd name="connsiteX1" fmla="*/ 223005 w 441367"/>
                <a:gd name="connsiteY1" fmla="*/ 446009 h 441367"/>
                <a:gd name="connsiteX2" fmla="*/ 0 w 441367"/>
                <a:gd name="connsiteY2" fmla="*/ 223005 h 441367"/>
                <a:gd name="connsiteX3" fmla="*/ 223005 w 441367"/>
                <a:gd name="connsiteY3" fmla="*/ 0 h 441367"/>
                <a:gd name="connsiteX4" fmla="*/ 446009 w 441367"/>
                <a:gd name="connsiteY4" fmla="*/ 223005 h 44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1367" h="441367">
                  <a:moveTo>
                    <a:pt x="446009" y="223005"/>
                  </a:moveTo>
                  <a:cubicBezTo>
                    <a:pt x="446009" y="346167"/>
                    <a:pt x="346167" y="446009"/>
                    <a:pt x="223005" y="446009"/>
                  </a:cubicBezTo>
                  <a:cubicBezTo>
                    <a:pt x="99843" y="446009"/>
                    <a:pt x="0" y="346167"/>
                    <a:pt x="0" y="223005"/>
                  </a:cubicBezTo>
                  <a:cubicBezTo>
                    <a:pt x="0" y="99843"/>
                    <a:pt x="99843" y="0"/>
                    <a:pt x="223005" y="0"/>
                  </a:cubicBezTo>
                  <a:cubicBezTo>
                    <a:pt x="346167" y="0"/>
                    <a:pt x="446009" y="99843"/>
                    <a:pt x="446009" y="223005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" name="Freeform: Shape 4">
              <a:extLst>
                <a:ext uri="{FF2B5EF4-FFF2-40B4-BE49-F238E27FC236}">
                  <a16:creationId xmlns:a16="http://schemas.microsoft.com/office/drawing/2014/main" id="{997FD989-B691-0AE7-E882-9791F4533ABA}"/>
                </a:ext>
              </a:extLst>
            </p:cNvPr>
            <p:cNvSpPr/>
            <p:nvPr/>
          </p:nvSpPr>
          <p:spPr>
            <a:xfrm>
              <a:off x="3830675" y="442553"/>
              <a:ext cx="462724" cy="462724"/>
            </a:xfrm>
            <a:custGeom>
              <a:avLst/>
              <a:gdLst>
                <a:gd name="connsiteX0" fmla="*/ 231903 w 462724"/>
                <a:gd name="connsiteY0" fmla="*/ 0 h 462724"/>
                <a:gd name="connsiteX1" fmla="*/ 0 w 462724"/>
                <a:gd name="connsiteY1" fmla="*/ 231576 h 462724"/>
                <a:gd name="connsiteX2" fmla="*/ 47632 w 462724"/>
                <a:gd name="connsiteY2" fmla="*/ 372479 h 462724"/>
                <a:gd name="connsiteX3" fmla="*/ 47632 w 462724"/>
                <a:gd name="connsiteY3" fmla="*/ 372479 h 462724"/>
                <a:gd name="connsiteX4" fmla="*/ 49348 w 462724"/>
                <a:gd name="connsiteY4" fmla="*/ 374657 h 462724"/>
                <a:gd name="connsiteX5" fmla="*/ 374792 w 462724"/>
                <a:gd name="connsiteY5" fmla="*/ 414466 h 462724"/>
                <a:gd name="connsiteX6" fmla="*/ 414600 w 462724"/>
                <a:gd name="connsiteY6" fmla="*/ 89021 h 462724"/>
                <a:gd name="connsiteX7" fmla="*/ 231903 w 462724"/>
                <a:gd name="connsiteY7" fmla="*/ 0 h 462724"/>
                <a:gd name="connsiteX8" fmla="*/ 405603 w 462724"/>
                <a:gd name="connsiteY8" fmla="*/ 356825 h 462724"/>
                <a:gd name="connsiteX9" fmla="*/ 325217 w 462724"/>
                <a:gd name="connsiteY9" fmla="*/ 331254 h 462724"/>
                <a:gd name="connsiteX10" fmla="*/ 332898 w 462724"/>
                <a:gd name="connsiteY10" fmla="*/ 277613 h 462724"/>
                <a:gd name="connsiteX11" fmla="*/ 324797 w 462724"/>
                <a:gd name="connsiteY11" fmla="*/ 267981 h 462724"/>
                <a:gd name="connsiteX12" fmla="*/ 315165 w 462724"/>
                <a:gd name="connsiteY12" fmla="*/ 276083 h 462724"/>
                <a:gd name="connsiteX13" fmla="*/ 307619 w 462724"/>
                <a:gd name="connsiteY13" fmla="*/ 328250 h 462724"/>
                <a:gd name="connsiteX14" fmla="*/ 240780 w 462724"/>
                <a:gd name="connsiteY14" fmla="*/ 322903 h 462724"/>
                <a:gd name="connsiteX15" fmla="*/ 240780 w 462724"/>
                <a:gd name="connsiteY15" fmla="*/ 240802 h 462724"/>
                <a:gd name="connsiteX16" fmla="*/ 445781 w 462724"/>
                <a:gd name="connsiteY16" fmla="*/ 240802 h 462724"/>
                <a:gd name="connsiteX17" fmla="*/ 405603 w 462724"/>
                <a:gd name="connsiteY17" fmla="*/ 356825 h 462724"/>
                <a:gd name="connsiteX18" fmla="*/ 240802 w 462724"/>
                <a:gd name="connsiteY18" fmla="*/ 140896 h 462724"/>
                <a:gd name="connsiteX19" fmla="*/ 307804 w 462724"/>
                <a:gd name="connsiteY19" fmla="*/ 135528 h 462724"/>
                <a:gd name="connsiteX20" fmla="*/ 316973 w 462724"/>
                <a:gd name="connsiteY20" fmla="*/ 223005 h 462724"/>
                <a:gd name="connsiteX21" fmla="*/ 240802 w 462724"/>
                <a:gd name="connsiteY21" fmla="*/ 223005 h 462724"/>
                <a:gd name="connsiteX22" fmla="*/ 240802 w 462724"/>
                <a:gd name="connsiteY22" fmla="*/ 123099 h 462724"/>
                <a:gd name="connsiteX23" fmla="*/ 240802 w 462724"/>
                <a:gd name="connsiteY23" fmla="*/ 19164 h 462724"/>
                <a:gd name="connsiteX24" fmla="*/ 303775 w 462724"/>
                <a:gd name="connsiteY24" fmla="*/ 118151 h 462724"/>
                <a:gd name="connsiteX25" fmla="*/ 240802 w 462724"/>
                <a:gd name="connsiteY25" fmla="*/ 123106 h 462724"/>
                <a:gd name="connsiteX26" fmla="*/ 223004 w 462724"/>
                <a:gd name="connsiteY26" fmla="*/ 19164 h 462724"/>
                <a:gd name="connsiteX27" fmla="*/ 223004 w 462724"/>
                <a:gd name="connsiteY27" fmla="*/ 123099 h 462724"/>
                <a:gd name="connsiteX28" fmla="*/ 160031 w 462724"/>
                <a:gd name="connsiteY28" fmla="*/ 118116 h 462724"/>
                <a:gd name="connsiteX29" fmla="*/ 223004 w 462724"/>
                <a:gd name="connsiteY29" fmla="*/ 19164 h 462724"/>
                <a:gd name="connsiteX30" fmla="*/ 223004 w 462724"/>
                <a:gd name="connsiteY30" fmla="*/ 140896 h 462724"/>
                <a:gd name="connsiteX31" fmla="*/ 223004 w 462724"/>
                <a:gd name="connsiteY31" fmla="*/ 223005 h 462724"/>
                <a:gd name="connsiteX32" fmla="*/ 146833 w 462724"/>
                <a:gd name="connsiteY32" fmla="*/ 223005 h 462724"/>
                <a:gd name="connsiteX33" fmla="*/ 156002 w 462724"/>
                <a:gd name="connsiteY33" fmla="*/ 135528 h 462724"/>
                <a:gd name="connsiteX34" fmla="*/ 223004 w 462724"/>
                <a:gd name="connsiteY34" fmla="*/ 140896 h 462724"/>
                <a:gd name="connsiteX35" fmla="*/ 223004 w 462724"/>
                <a:gd name="connsiteY35" fmla="*/ 240802 h 462724"/>
                <a:gd name="connsiteX36" fmla="*/ 223004 w 462724"/>
                <a:gd name="connsiteY36" fmla="*/ 322910 h 462724"/>
                <a:gd name="connsiteX37" fmla="*/ 156002 w 462724"/>
                <a:gd name="connsiteY37" fmla="*/ 328278 h 462724"/>
                <a:gd name="connsiteX38" fmla="*/ 146833 w 462724"/>
                <a:gd name="connsiteY38" fmla="*/ 240802 h 462724"/>
                <a:gd name="connsiteX39" fmla="*/ 223004 w 462724"/>
                <a:gd name="connsiteY39" fmla="*/ 340700 h 462724"/>
                <a:gd name="connsiteX40" fmla="*/ 223004 w 462724"/>
                <a:gd name="connsiteY40" fmla="*/ 444635 h 462724"/>
                <a:gd name="connsiteX41" fmla="*/ 160031 w 462724"/>
                <a:gd name="connsiteY41" fmla="*/ 345641 h 462724"/>
                <a:gd name="connsiteX42" fmla="*/ 223004 w 462724"/>
                <a:gd name="connsiteY42" fmla="*/ 340700 h 462724"/>
                <a:gd name="connsiteX43" fmla="*/ 240802 w 462724"/>
                <a:gd name="connsiteY43" fmla="*/ 444700 h 462724"/>
                <a:gd name="connsiteX44" fmla="*/ 240802 w 462724"/>
                <a:gd name="connsiteY44" fmla="*/ 340700 h 462724"/>
                <a:gd name="connsiteX45" fmla="*/ 303590 w 462724"/>
                <a:gd name="connsiteY45" fmla="*/ 345627 h 462724"/>
                <a:gd name="connsiteX46" fmla="*/ 240802 w 462724"/>
                <a:gd name="connsiteY46" fmla="*/ 444700 h 462724"/>
                <a:gd name="connsiteX47" fmla="*/ 334770 w 462724"/>
                <a:gd name="connsiteY47" fmla="*/ 223005 h 462724"/>
                <a:gd name="connsiteX48" fmla="*/ 325267 w 462724"/>
                <a:gd name="connsiteY48" fmla="*/ 132546 h 462724"/>
                <a:gd name="connsiteX49" fmla="*/ 405603 w 462724"/>
                <a:gd name="connsiteY49" fmla="*/ 106982 h 462724"/>
                <a:gd name="connsiteX50" fmla="*/ 445760 w 462724"/>
                <a:gd name="connsiteY50" fmla="*/ 223019 h 462724"/>
                <a:gd name="connsiteX51" fmla="*/ 394355 w 462724"/>
                <a:gd name="connsiteY51" fmla="*/ 92673 h 462724"/>
                <a:gd name="connsiteX52" fmla="*/ 321280 w 462724"/>
                <a:gd name="connsiteY52" fmla="*/ 115226 h 462724"/>
                <a:gd name="connsiteX53" fmla="*/ 276994 w 462724"/>
                <a:gd name="connsiteY53" fmla="*/ 22617 h 462724"/>
                <a:gd name="connsiteX54" fmla="*/ 394355 w 462724"/>
                <a:gd name="connsiteY54" fmla="*/ 92673 h 462724"/>
                <a:gd name="connsiteX55" fmla="*/ 186812 w 462724"/>
                <a:gd name="connsiteY55" fmla="*/ 22609 h 462724"/>
                <a:gd name="connsiteX56" fmla="*/ 142526 w 462724"/>
                <a:gd name="connsiteY56" fmla="*/ 115218 h 462724"/>
                <a:gd name="connsiteX57" fmla="*/ 69451 w 462724"/>
                <a:gd name="connsiteY57" fmla="*/ 92666 h 462724"/>
                <a:gd name="connsiteX58" fmla="*/ 186812 w 462724"/>
                <a:gd name="connsiteY58" fmla="*/ 22610 h 462724"/>
                <a:gd name="connsiteX59" fmla="*/ 58203 w 462724"/>
                <a:gd name="connsiteY59" fmla="*/ 106982 h 462724"/>
                <a:gd name="connsiteX60" fmla="*/ 138561 w 462724"/>
                <a:gd name="connsiteY60" fmla="*/ 132546 h 462724"/>
                <a:gd name="connsiteX61" fmla="*/ 129036 w 462724"/>
                <a:gd name="connsiteY61" fmla="*/ 223005 h 462724"/>
                <a:gd name="connsiteX62" fmla="*/ 48365 w 462724"/>
                <a:gd name="connsiteY62" fmla="*/ 223005 h 462724"/>
                <a:gd name="connsiteX63" fmla="*/ 39467 w 462724"/>
                <a:gd name="connsiteY63" fmla="*/ 231903 h 462724"/>
                <a:gd name="connsiteX64" fmla="*/ 48365 w 462724"/>
                <a:gd name="connsiteY64" fmla="*/ 240802 h 462724"/>
                <a:gd name="connsiteX65" fmla="*/ 129036 w 462724"/>
                <a:gd name="connsiteY65" fmla="*/ 240802 h 462724"/>
                <a:gd name="connsiteX66" fmla="*/ 138539 w 462724"/>
                <a:gd name="connsiteY66" fmla="*/ 331261 h 462724"/>
                <a:gd name="connsiteX67" fmla="*/ 58203 w 462724"/>
                <a:gd name="connsiteY67" fmla="*/ 356825 h 462724"/>
                <a:gd name="connsiteX68" fmla="*/ 58203 w 462724"/>
                <a:gd name="connsiteY68" fmla="*/ 106953 h 462724"/>
                <a:gd name="connsiteX69" fmla="*/ 69451 w 462724"/>
                <a:gd name="connsiteY69" fmla="*/ 371133 h 462724"/>
                <a:gd name="connsiteX70" fmla="*/ 142519 w 462724"/>
                <a:gd name="connsiteY70" fmla="*/ 348581 h 462724"/>
                <a:gd name="connsiteX71" fmla="*/ 186812 w 462724"/>
                <a:gd name="connsiteY71" fmla="*/ 441190 h 462724"/>
                <a:gd name="connsiteX72" fmla="*/ 69451 w 462724"/>
                <a:gd name="connsiteY72" fmla="*/ 371133 h 462724"/>
                <a:gd name="connsiteX73" fmla="*/ 276979 w 462724"/>
                <a:gd name="connsiteY73" fmla="*/ 441197 h 462724"/>
                <a:gd name="connsiteX74" fmla="*/ 321287 w 462724"/>
                <a:gd name="connsiteY74" fmla="*/ 348588 h 462724"/>
                <a:gd name="connsiteX75" fmla="*/ 394355 w 462724"/>
                <a:gd name="connsiteY75" fmla="*/ 371141 h 462724"/>
                <a:gd name="connsiteX76" fmla="*/ 276979 w 462724"/>
                <a:gd name="connsiteY76" fmla="*/ 441197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462724" h="462724">
                  <a:moveTo>
                    <a:pt x="231903" y="0"/>
                  </a:moveTo>
                  <a:cubicBezTo>
                    <a:pt x="103917" y="-90"/>
                    <a:pt x="90" y="103590"/>
                    <a:pt x="0" y="231576"/>
                  </a:cubicBezTo>
                  <a:cubicBezTo>
                    <a:pt x="-36" y="282501"/>
                    <a:pt x="16704" y="332021"/>
                    <a:pt x="47632" y="372479"/>
                  </a:cubicBezTo>
                  <a:lnTo>
                    <a:pt x="47632" y="372479"/>
                  </a:lnTo>
                  <a:cubicBezTo>
                    <a:pt x="48085" y="373291"/>
                    <a:pt x="48664" y="374027"/>
                    <a:pt x="49348" y="374657"/>
                  </a:cubicBezTo>
                  <a:cubicBezTo>
                    <a:pt x="128224" y="475519"/>
                    <a:pt x="273930" y="493342"/>
                    <a:pt x="374792" y="414466"/>
                  </a:cubicBezTo>
                  <a:cubicBezTo>
                    <a:pt x="475654" y="335589"/>
                    <a:pt x="493477" y="189883"/>
                    <a:pt x="414600" y="89021"/>
                  </a:cubicBezTo>
                  <a:cubicBezTo>
                    <a:pt x="370645" y="32814"/>
                    <a:pt x="303256" y="-22"/>
                    <a:pt x="231903" y="0"/>
                  </a:cubicBezTo>
                  <a:close/>
                  <a:moveTo>
                    <a:pt x="405603" y="356825"/>
                  </a:moveTo>
                  <a:cubicBezTo>
                    <a:pt x="380071" y="344746"/>
                    <a:pt x="353034" y="336146"/>
                    <a:pt x="325217" y="331254"/>
                  </a:cubicBezTo>
                  <a:cubicBezTo>
                    <a:pt x="328810" y="313537"/>
                    <a:pt x="331375" y="295627"/>
                    <a:pt x="332898" y="277613"/>
                  </a:cubicBezTo>
                  <a:cubicBezTo>
                    <a:pt x="333321" y="272716"/>
                    <a:pt x="329694" y="268404"/>
                    <a:pt x="324797" y="267981"/>
                  </a:cubicBezTo>
                  <a:cubicBezTo>
                    <a:pt x="319900" y="267559"/>
                    <a:pt x="315588" y="271186"/>
                    <a:pt x="315165" y="276083"/>
                  </a:cubicBezTo>
                  <a:cubicBezTo>
                    <a:pt x="313683" y="293605"/>
                    <a:pt x="311163" y="311025"/>
                    <a:pt x="307619" y="328250"/>
                  </a:cubicBezTo>
                  <a:cubicBezTo>
                    <a:pt x="285480" y="325011"/>
                    <a:pt x="263153" y="323225"/>
                    <a:pt x="240780" y="322903"/>
                  </a:cubicBezTo>
                  <a:lnTo>
                    <a:pt x="240780" y="240802"/>
                  </a:lnTo>
                  <a:lnTo>
                    <a:pt x="445781" y="240802"/>
                  </a:lnTo>
                  <a:cubicBezTo>
                    <a:pt x="444076" y="282583"/>
                    <a:pt x="430101" y="322937"/>
                    <a:pt x="405603" y="356825"/>
                  </a:cubicBezTo>
                  <a:close/>
                  <a:moveTo>
                    <a:pt x="240802" y="140896"/>
                  </a:moveTo>
                  <a:cubicBezTo>
                    <a:pt x="263229" y="140575"/>
                    <a:pt x="285611" y="138782"/>
                    <a:pt x="307804" y="135528"/>
                  </a:cubicBezTo>
                  <a:cubicBezTo>
                    <a:pt x="313575" y="164338"/>
                    <a:pt x="316645" y="193624"/>
                    <a:pt x="316973" y="223005"/>
                  </a:cubicBezTo>
                  <a:lnTo>
                    <a:pt x="240802" y="223005"/>
                  </a:lnTo>
                  <a:close/>
                  <a:moveTo>
                    <a:pt x="240802" y="123099"/>
                  </a:moveTo>
                  <a:lnTo>
                    <a:pt x="240802" y="19164"/>
                  </a:lnTo>
                  <a:cubicBezTo>
                    <a:pt x="265169" y="26333"/>
                    <a:pt x="289373" y="62318"/>
                    <a:pt x="303775" y="118151"/>
                  </a:cubicBezTo>
                  <a:cubicBezTo>
                    <a:pt x="282910" y="121137"/>
                    <a:pt x="261876" y="122792"/>
                    <a:pt x="240802" y="123106"/>
                  </a:cubicBezTo>
                  <a:close/>
                  <a:moveTo>
                    <a:pt x="223004" y="19164"/>
                  </a:moveTo>
                  <a:lnTo>
                    <a:pt x="223004" y="123099"/>
                  </a:lnTo>
                  <a:cubicBezTo>
                    <a:pt x="201929" y="122776"/>
                    <a:pt x="180895" y="121111"/>
                    <a:pt x="160031" y="118116"/>
                  </a:cubicBezTo>
                  <a:cubicBezTo>
                    <a:pt x="174433" y="62318"/>
                    <a:pt x="198630" y="26333"/>
                    <a:pt x="223004" y="19164"/>
                  </a:cubicBezTo>
                  <a:close/>
                  <a:moveTo>
                    <a:pt x="223004" y="140896"/>
                  </a:moveTo>
                  <a:lnTo>
                    <a:pt x="223004" y="223005"/>
                  </a:lnTo>
                  <a:lnTo>
                    <a:pt x="146833" y="223005"/>
                  </a:lnTo>
                  <a:cubicBezTo>
                    <a:pt x="147161" y="193624"/>
                    <a:pt x="150231" y="164338"/>
                    <a:pt x="156002" y="135528"/>
                  </a:cubicBezTo>
                  <a:cubicBezTo>
                    <a:pt x="178195" y="138782"/>
                    <a:pt x="200577" y="140575"/>
                    <a:pt x="223004" y="140896"/>
                  </a:cubicBezTo>
                  <a:close/>
                  <a:moveTo>
                    <a:pt x="223004" y="240802"/>
                  </a:moveTo>
                  <a:lnTo>
                    <a:pt x="223004" y="322910"/>
                  </a:lnTo>
                  <a:cubicBezTo>
                    <a:pt x="200577" y="323232"/>
                    <a:pt x="178195" y="325025"/>
                    <a:pt x="156002" y="328278"/>
                  </a:cubicBezTo>
                  <a:cubicBezTo>
                    <a:pt x="150231" y="299468"/>
                    <a:pt x="147161" y="270182"/>
                    <a:pt x="146833" y="240802"/>
                  </a:cubicBezTo>
                  <a:close/>
                  <a:moveTo>
                    <a:pt x="223004" y="340700"/>
                  </a:moveTo>
                  <a:lnTo>
                    <a:pt x="223004" y="444635"/>
                  </a:lnTo>
                  <a:cubicBezTo>
                    <a:pt x="198630" y="437467"/>
                    <a:pt x="174433" y="401481"/>
                    <a:pt x="160031" y="345641"/>
                  </a:cubicBezTo>
                  <a:cubicBezTo>
                    <a:pt x="180896" y="342660"/>
                    <a:pt x="201930" y="341010"/>
                    <a:pt x="223004" y="340700"/>
                  </a:cubicBezTo>
                  <a:close/>
                  <a:moveTo>
                    <a:pt x="240802" y="444700"/>
                  </a:moveTo>
                  <a:lnTo>
                    <a:pt x="240802" y="340700"/>
                  </a:lnTo>
                  <a:cubicBezTo>
                    <a:pt x="261814" y="341013"/>
                    <a:pt x="282786" y="342658"/>
                    <a:pt x="303590" y="345627"/>
                  </a:cubicBezTo>
                  <a:cubicBezTo>
                    <a:pt x="289665" y="399644"/>
                    <a:pt x="266380" y="437467"/>
                    <a:pt x="240802" y="444700"/>
                  </a:cubicBezTo>
                  <a:close/>
                  <a:moveTo>
                    <a:pt x="334770" y="223005"/>
                  </a:moveTo>
                  <a:cubicBezTo>
                    <a:pt x="334408" y="192623"/>
                    <a:pt x="331226" y="162340"/>
                    <a:pt x="325267" y="132546"/>
                  </a:cubicBezTo>
                  <a:cubicBezTo>
                    <a:pt x="353067" y="127650"/>
                    <a:pt x="380086" y="119052"/>
                    <a:pt x="405603" y="106982"/>
                  </a:cubicBezTo>
                  <a:cubicBezTo>
                    <a:pt x="430096" y="140876"/>
                    <a:pt x="444063" y="181235"/>
                    <a:pt x="445760" y="223019"/>
                  </a:cubicBezTo>
                  <a:close/>
                  <a:moveTo>
                    <a:pt x="394355" y="92673"/>
                  </a:moveTo>
                  <a:cubicBezTo>
                    <a:pt x="371043" y="103236"/>
                    <a:pt x="346490" y="110813"/>
                    <a:pt x="321280" y="115226"/>
                  </a:cubicBezTo>
                  <a:cubicBezTo>
                    <a:pt x="311072" y="74997"/>
                    <a:pt x="295652" y="42663"/>
                    <a:pt x="276994" y="22617"/>
                  </a:cubicBezTo>
                  <a:cubicBezTo>
                    <a:pt x="322714" y="32527"/>
                    <a:pt x="363934" y="57132"/>
                    <a:pt x="394355" y="92673"/>
                  </a:cubicBezTo>
                  <a:close/>
                  <a:moveTo>
                    <a:pt x="186812" y="22609"/>
                  </a:moveTo>
                  <a:cubicBezTo>
                    <a:pt x="168118" y="42649"/>
                    <a:pt x="152727" y="74990"/>
                    <a:pt x="142526" y="115218"/>
                  </a:cubicBezTo>
                  <a:cubicBezTo>
                    <a:pt x="117316" y="110807"/>
                    <a:pt x="92763" y="103229"/>
                    <a:pt x="69451" y="92666"/>
                  </a:cubicBezTo>
                  <a:cubicBezTo>
                    <a:pt x="99872" y="57125"/>
                    <a:pt x="141092" y="32520"/>
                    <a:pt x="186812" y="22610"/>
                  </a:cubicBezTo>
                  <a:close/>
                  <a:moveTo>
                    <a:pt x="58203" y="106982"/>
                  </a:moveTo>
                  <a:cubicBezTo>
                    <a:pt x="83726" y="119056"/>
                    <a:pt x="110753" y="127654"/>
                    <a:pt x="138561" y="132546"/>
                  </a:cubicBezTo>
                  <a:cubicBezTo>
                    <a:pt x="132594" y="162339"/>
                    <a:pt x="129405" y="192622"/>
                    <a:pt x="129036" y="223005"/>
                  </a:cubicBezTo>
                  <a:lnTo>
                    <a:pt x="48365" y="223005"/>
                  </a:lnTo>
                  <a:cubicBezTo>
                    <a:pt x="43451" y="223005"/>
                    <a:pt x="39467" y="226989"/>
                    <a:pt x="39467" y="231903"/>
                  </a:cubicBezTo>
                  <a:cubicBezTo>
                    <a:pt x="39467" y="236818"/>
                    <a:pt x="43451" y="240802"/>
                    <a:pt x="48365" y="240802"/>
                  </a:cubicBezTo>
                  <a:lnTo>
                    <a:pt x="129036" y="240802"/>
                  </a:lnTo>
                  <a:cubicBezTo>
                    <a:pt x="129398" y="271184"/>
                    <a:pt x="132579" y="301467"/>
                    <a:pt x="138539" y="331261"/>
                  </a:cubicBezTo>
                  <a:cubicBezTo>
                    <a:pt x="110739" y="336155"/>
                    <a:pt x="83720" y="344753"/>
                    <a:pt x="58203" y="356825"/>
                  </a:cubicBezTo>
                  <a:cubicBezTo>
                    <a:pt x="4344" y="282241"/>
                    <a:pt x="4344" y="181537"/>
                    <a:pt x="58203" y="106953"/>
                  </a:cubicBezTo>
                  <a:close/>
                  <a:moveTo>
                    <a:pt x="69451" y="371133"/>
                  </a:moveTo>
                  <a:cubicBezTo>
                    <a:pt x="92761" y="360570"/>
                    <a:pt x="117311" y="352993"/>
                    <a:pt x="142519" y="348581"/>
                  </a:cubicBezTo>
                  <a:cubicBezTo>
                    <a:pt x="152727" y="388810"/>
                    <a:pt x="168147" y="421150"/>
                    <a:pt x="186812" y="441190"/>
                  </a:cubicBezTo>
                  <a:cubicBezTo>
                    <a:pt x="141092" y="431279"/>
                    <a:pt x="99872" y="406674"/>
                    <a:pt x="69451" y="371133"/>
                  </a:cubicBezTo>
                  <a:close/>
                  <a:moveTo>
                    <a:pt x="276979" y="441197"/>
                  </a:moveTo>
                  <a:cubicBezTo>
                    <a:pt x="295588" y="421264"/>
                    <a:pt x="311029" y="389173"/>
                    <a:pt x="321287" y="348588"/>
                  </a:cubicBezTo>
                  <a:cubicBezTo>
                    <a:pt x="346495" y="353000"/>
                    <a:pt x="371045" y="360577"/>
                    <a:pt x="394355" y="371141"/>
                  </a:cubicBezTo>
                  <a:cubicBezTo>
                    <a:pt x="363930" y="406683"/>
                    <a:pt x="322705" y="431289"/>
                    <a:pt x="276979" y="441197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9" name="Group 273">
            <a:extLst>
              <a:ext uri="{FF2B5EF4-FFF2-40B4-BE49-F238E27FC236}">
                <a16:creationId xmlns:a16="http://schemas.microsoft.com/office/drawing/2014/main" id="{3C12137E-A731-3F9D-EAA3-20803962CFF6}"/>
              </a:ext>
            </a:extLst>
          </p:cNvPr>
          <p:cNvGrpSpPr/>
          <p:nvPr/>
        </p:nvGrpSpPr>
        <p:grpSpPr>
          <a:xfrm>
            <a:off x="2824401" y="2264973"/>
            <a:ext cx="434779" cy="463785"/>
            <a:chOff x="2824401" y="2264973"/>
            <a:chExt cx="434779" cy="463785"/>
          </a:xfrm>
        </p:grpSpPr>
        <p:sp>
          <p:nvSpPr>
            <p:cNvPr id="30" name="Freeform: Shape 6">
              <a:extLst>
                <a:ext uri="{FF2B5EF4-FFF2-40B4-BE49-F238E27FC236}">
                  <a16:creationId xmlns:a16="http://schemas.microsoft.com/office/drawing/2014/main" id="{F06C2CA4-2798-BBFC-6132-528C94C09517}"/>
                </a:ext>
              </a:extLst>
            </p:cNvPr>
            <p:cNvSpPr/>
            <p:nvPr/>
          </p:nvSpPr>
          <p:spPr>
            <a:xfrm>
              <a:off x="2833314" y="2273871"/>
              <a:ext cx="416943" cy="446018"/>
            </a:xfrm>
            <a:custGeom>
              <a:avLst/>
              <a:gdLst>
                <a:gd name="connsiteX0" fmla="*/ 0 w 416943"/>
                <a:gd name="connsiteY0" fmla="*/ 446010 h 446018"/>
                <a:gd name="connsiteX1" fmla="*/ 208475 w 416943"/>
                <a:gd name="connsiteY1" fmla="*/ 446010 h 446018"/>
                <a:gd name="connsiteX2" fmla="*/ 416943 w 416943"/>
                <a:gd name="connsiteY2" fmla="*/ 446010 h 446018"/>
                <a:gd name="connsiteX3" fmla="*/ 416943 w 416943"/>
                <a:gd name="connsiteY3" fmla="*/ 446018 h 446018"/>
                <a:gd name="connsiteX4" fmla="*/ 0 w 416943"/>
                <a:gd name="connsiteY4" fmla="*/ 446018 h 446018"/>
                <a:gd name="connsiteX5" fmla="*/ 351486 w 416943"/>
                <a:gd name="connsiteY5" fmla="*/ 175985 h 446018"/>
                <a:gd name="connsiteX6" fmla="*/ 416943 w 416943"/>
                <a:gd name="connsiteY6" fmla="*/ 175985 h 446018"/>
                <a:gd name="connsiteX7" fmla="*/ 416943 w 416943"/>
                <a:gd name="connsiteY7" fmla="*/ 446010 h 446018"/>
                <a:gd name="connsiteX8" fmla="*/ 307345 w 416943"/>
                <a:gd name="connsiteY8" fmla="*/ 257330 h 446018"/>
                <a:gd name="connsiteX9" fmla="*/ 351486 w 416943"/>
                <a:gd name="connsiteY9" fmla="*/ 224571 h 446018"/>
                <a:gd name="connsiteX10" fmla="*/ 0 w 416943"/>
                <a:gd name="connsiteY10" fmla="*/ 175985 h 446018"/>
                <a:gd name="connsiteX11" fmla="*/ 65465 w 416943"/>
                <a:gd name="connsiteY11" fmla="*/ 175985 h 446018"/>
                <a:gd name="connsiteX12" fmla="*/ 65465 w 416943"/>
                <a:gd name="connsiteY12" fmla="*/ 229056 h 446018"/>
                <a:gd name="connsiteX13" fmla="*/ 108331 w 416943"/>
                <a:gd name="connsiteY13" fmla="*/ 259525 h 446018"/>
                <a:gd name="connsiteX14" fmla="*/ 0 w 416943"/>
                <a:gd name="connsiteY14" fmla="*/ 446010 h 446018"/>
                <a:gd name="connsiteX15" fmla="*/ 129187 w 416943"/>
                <a:gd name="connsiteY15" fmla="*/ 0 h 446018"/>
                <a:gd name="connsiteX16" fmla="*/ 129187 w 416943"/>
                <a:gd name="connsiteY16" fmla="*/ 63722 h 446018"/>
                <a:gd name="connsiteX17" fmla="*/ 65465 w 416943"/>
                <a:gd name="connsiteY17" fmla="*/ 63722 h 446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943" h="446018">
                  <a:moveTo>
                    <a:pt x="0" y="446010"/>
                  </a:moveTo>
                  <a:lnTo>
                    <a:pt x="208475" y="446010"/>
                  </a:lnTo>
                  <a:lnTo>
                    <a:pt x="416943" y="446010"/>
                  </a:lnTo>
                  <a:lnTo>
                    <a:pt x="416943" y="446018"/>
                  </a:lnTo>
                  <a:lnTo>
                    <a:pt x="0" y="446018"/>
                  </a:lnTo>
                  <a:close/>
                  <a:moveTo>
                    <a:pt x="351486" y="175985"/>
                  </a:moveTo>
                  <a:lnTo>
                    <a:pt x="416943" y="175985"/>
                  </a:lnTo>
                  <a:lnTo>
                    <a:pt x="416943" y="446010"/>
                  </a:lnTo>
                  <a:lnTo>
                    <a:pt x="307345" y="257330"/>
                  </a:lnTo>
                  <a:lnTo>
                    <a:pt x="351486" y="224571"/>
                  </a:lnTo>
                  <a:close/>
                  <a:moveTo>
                    <a:pt x="0" y="175985"/>
                  </a:moveTo>
                  <a:lnTo>
                    <a:pt x="65465" y="175985"/>
                  </a:lnTo>
                  <a:lnTo>
                    <a:pt x="65465" y="229056"/>
                  </a:lnTo>
                  <a:lnTo>
                    <a:pt x="108331" y="259525"/>
                  </a:lnTo>
                  <a:lnTo>
                    <a:pt x="0" y="446010"/>
                  </a:lnTo>
                  <a:close/>
                  <a:moveTo>
                    <a:pt x="129187" y="0"/>
                  </a:moveTo>
                  <a:lnTo>
                    <a:pt x="129187" y="63722"/>
                  </a:lnTo>
                  <a:lnTo>
                    <a:pt x="65465" y="63722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" name="Freeform: Shape 7">
              <a:extLst>
                <a:ext uri="{FF2B5EF4-FFF2-40B4-BE49-F238E27FC236}">
                  <a16:creationId xmlns:a16="http://schemas.microsoft.com/office/drawing/2014/main" id="{1BA87B5D-A47F-BCBC-5489-0939C85FC9D4}"/>
                </a:ext>
              </a:extLst>
            </p:cNvPr>
            <p:cNvSpPr/>
            <p:nvPr/>
          </p:nvSpPr>
          <p:spPr>
            <a:xfrm>
              <a:off x="2824401" y="2264973"/>
              <a:ext cx="434779" cy="463785"/>
            </a:xfrm>
            <a:custGeom>
              <a:avLst/>
              <a:gdLst>
                <a:gd name="connsiteX0" fmla="*/ 228067 w 434779"/>
                <a:gd name="connsiteY0" fmla="*/ 220157 h 463785"/>
                <a:gd name="connsiteX1" fmla="*/ 293069 w 434779"/>
                <a:gd name="connsiteY1" fmla="*/ 220157 h 463785"/>
                <a:gd name="connsiteX2" fmla="*/ 301967 w 434779"/>
                <a:gd name="connsiteY2" fmla="*/ 229057 h 463785"/>
                <a:gd name="connsiteX3" fmla="*/ 293069 w 434779"/>
                <a:gd name="connsiteY3" fmla="*/ 237955 h 463785"/>
                <a:gd name="connsiteX4" fmla="*/ 228067 w 434779"/>
                <a:gd name="connsiteY4" fmla="*/ 237955 h 463785"/>
                <a:gd name="connsiteX5" fmla="*/ 219168 w 434779"/>
                <a:gd name="connsiteY5" fmla="*/ 229057 h 463785"/>
                <a:gd name="connsiteX6" fmla="*/ 228067 w 434779"/>
                <a:gd name="connsiteY6" fmla="*/ 220157 h 463785"/>
                <a:gd name="connsiteX7" fmla="*/ 17819 w 434779"/>
                <a:gd name="connsiteY7" fmla="*/ 202566 h 463785"/>
                <a:gd name="connsiteX8" fmla="*/ 17819 w 434779"/>
                <a:gd name="connsiteY8" fmla="*/ 421869 h 463785"/>
                <a:gd name="connsiteX9" fmla="*/ 86402 w 434779"/>
                <a:gd name="connsiteY9" fmla="*/ 303803 h 463785"/>
                <a:gd name="connsiteX10" fmla="*/ 98572 w 434779"/>
                <a:gd name="connsiteY10" fmla="*/ 300589 h 463785"/>
                <a:gd name="connsiteX11" fmla="*/ 101786 w 434779"/>
                <a:gd name="connsiteY11" fmla="*/ 312759 h 463785"/>
                <a:gd name="connsiteX12" fmla="*/ 24383 w 434779"/>
                <a:gd name="connsiteY12" fmla="*/ 446009 h 463785"/>
                <a:gd name="connsiteX13" fmla="*/ 217389 w 434779"/>
                <a:gd name="connsiteY13" fmla="*/ 446009 h 463785"/>
                <a:gd name="connsiteX14" fmla="*/ 416938 w 434779"/>
                <a:gd name="connsiteY14" fmla="*/ 446031 h 463785"/>
                <a:gd name="connsiteX15" fmla="*/ 416938 w 434779"/>
                <a:gd name="connsiteY15" fmla="*/ 202566 h 463785"/>
                <a:gd name="connsiteX16" fmla="*/ 327952 w 434779"/>
                <a:gd name="connsiteY16" fmla="*/ 268629 h 463785"/>
                <a:gd name="connsiteX17" fmla="*/ 397589 w 434779"/>
                <a:gd name="connsiteY17" fmla="*/ 388518 h 463785"/>
                <a:gd name="connsiteX18" fmla="*/ 394375 w 434779"/>
                <a:gd name="connsiteY18" fmla="*/ 400694 h 463785"/>
                <a:gd name="connsiteX19" fmla="*/ 382198 w 434779"/>
                <a:gd name="connsiteY19" fmla="*/ 397480 h 463785"/>
                <a:gd name="connsiteX20" fmla="*/ 313565 w 434779"/>
                <a:gd name="connsiteY20" fmla="*/ 279308 h 463785"/>
                <a:gd name="connsiteX21" fmla="*/ 222693 w 434779"/>
                <a:gd name="connsiteY21" fmla="*/ 346751 h 463785"/>
                <a:gd name="connsiteX22" fmla="*/ 212085 w 434779"/>
                <a:gd name="connsiteY22" fmla="*/ 346751 h 463785"/>
                <a:gd name="connsiteX23" fmla="*/ 369299 w 434779"/>
                <a:gd name="connsiteY23" fmla="*/ 193782 h 463785"/>
                <a:gd name="connsiteX24" fmla="*/ 369277 w 434779"/>
                <a:gd name="connsiteY24" fmla="*/ 215779 h 463785"/>
                <a:gd name="connsiteX25" fmla="*/ 398920 w 434779"/>
                <a:gd name="connsiteY25" fmla="*/ 193782 h 463785"/>
                <a:gd name="connsiteX26" fmla="*/ 35858 w 434779"/>
                <a:gd name="connsiteY26" fmla="*/ 193782 h 463785"/>
                <a:gd name="connsiteX27" fmla="*/ 65480 w 434779"/>
                <a:gd name="connsiteY27" fmla="*/ 215779 h 463785"/>
                <a:gd name="connsiteX28" fmla="*/ 65480 w 434779"/>
                <a:gd name="connsiteY28" fmla="*/ 193782 h 463785"/>
                <a:gd name="connsiteX29" fmla="*/ 141709 w 434779"/>
                <a:gd name="connsiteY29" fmla="*/ 182976 h 463785"/>
                <a:gd name="connsiteX30" fmla="*/ 293069 w 434779"/>
                <a:gd name="connsiteY30" fmla="*/ 182976 h 463785"/>
                <a:gd name="connsiteX31" fmla="*/ 301968 w 434779"/>
                <a:gd name="connsiteY31" fmla="*/ 191875 h 463785"/>
                <a:gd name="connsiteX32" fmla="*/ 293069 w 434779"/>
                <a:gd name="connsiteY32" fmla="*/ 200774 h 463785"/>
                <a:gd name="connsiteX33" fmla="*/ 141709 w 434779"/>
                <a:gd name="connsiteY33" fmla="*/ 200774 h 463785"/>
                <a:gd name="connsiteX34" fmla="*/ 132810 w 434779"/>
                <a:gd name="connsiteY34" fmla="*/ 191875 h 463785"/>
                <a:gd name="connsiteX35" fmla="*/ 141709 w 434779"/>
                <a:gd name="connsiteY35" fmla="*/ 182976 h 463785"/>
                <a:gd name="connsiteX36" fmla="*/ 141709 w 434779"/>
                <a:gd name="connsiteY36" fmla="*/ 146043 h 463785"/>
                <a:gd name="connsiteX37" fmla="*/ 293069 w 434779"/>
                <a:gd name="connsiteY37" fmla="*/ 146043 h 463785"/>
                <a:gd name="connsiteX38" fmla="*/ 301968 w 434779"/>
                <a:gd name="connsiteY38" fmla="*/ 154942 h 463785"/>
                <a:gd name="connsiteX39" fmla="*/ 293069 w 434779"/>
                <a:gd name="connsiteY39" fmla="*/ 163841 h 463785"/>
                <a:gd name="connsiteX40" fmla="*/ 141709 w 434779"/>
                <a:gd name="connsiteY40" fmla="*/ 163841 h 463785"/>
                <a:gd name="connsiteX41" fmla="*/ 132810 w 434779"/>
                <a:gd name="connsiteY41" fmla="*/ 154942 h 463785"/>
                <a:gd name="connsiteX42" fmla="*/ 141709 w 434779"/>
                <a:gd name="connsiteY42" fmla="*/ 146043 h 463785"/>
                <a:gd name="connsiteX43" fmla="*/ 141709 w 434779"/>
                <a:gd name="connsiteY43" fmla="*/ 109104 h 463785"/>
                <a:gd name="connsiteX44" fmla="*/ 293069 w 434779"/>
                <a:gd name="connsiteY44" fmla="*/ 109104 h 463785"/>
                <a:gd name="connsiteX45" fmla="*/ 301968 w 434779"/>
                <a:gd name="connsiteY45" fmla="*/ 118003 h 463785"/>
                <a:gd name="connsiteX46" fmla="*/ 293069 w 434779"/>
                <a:gd name="connsiteY46" fmla="*/ 126902 h 463785"/>
                <a:gd name="connsiteX47" fmla="*/ 141709 w 434779"/>
                <a:gd name="connsiteY47" fmla="*/ 126902 h 463785"/>
                <a:gd name="connsiteX48" fmla="*/ 132810 w 434779"/>
                <a:gd name="connsiteY48" fmla="*/ 118003 h 463785"/>
                <a:gd name="connsiteX49" fmla="*/ 141709 w 434779"/>
                <a:gd name="connsiteY49" fmla="*/ 109104 h 463785"/>
                <a:gd name="connsiteX50" fmla="*/ 182684 w 434779"/>
                <a:gd name="connsiteY50" fmla="*/ 0 h 463785"/>
                <a:gd name="connsiteX51" fmla="*/ 360400 w 434779"/>
                <a:gd name="connsiteY51" fmla="*/ 0 h 463785"/>
                <a:gd name="connsiteX52" fmla="*/ 369299 w 434779"/>
                <a:gd name="connsiteY52" fmla="*/ 8899 h 463785"/>
                <a:gd name="connsiteX53" fmla="*/ 369299 w 434779"/>
                <a:gd name="connsiteY53" fmla="*/ 175985 h 463785"/>
                <a:gd name="connsiteX54" fmla="*/ 425858 w 434779"/>
                <a:gd name="connsiteY54" fmla="*/ 175985 h 463785"/>
                <a:gd name="connsiteX55" fmla="*/ 427085 w 434779"/>
                <a:gd name="connsiteY55" fmla="*/ 175985 h 463785"/>
                <a:gd name="connsiteX56" fmla="*/ 434756 w 434779"/>
                <a:gd name="connsiteY56" fmla="*/ 184883 h 463785"/>
                <a:gd name="connsiteX57" fmla="*/ 434756 w 434779"/>
                <a:gd name="connsiteY57" fmla="*/ 454887 h 463785"/>
                <a:gd name="connsiteX58" fmla="*/ 425858 w 434779"/>
                <a:gd name="connsiteY58" fmla="*/ 463785 h 463785"/>
                <a:gd name="connsiteX59" fmla="*/ 8914 w 434779"/>
                <a:gd name="connsiteY59" fmla="*/ 463785 h 463785"/>
                <a:gd name="connsiteX60" fmla="*/ 22 w 434779"/>
                <a:gd name="connsiteY60" fmla="*/ 454901 h 463785"/>
                <a:gd name="connsiteX61" fmla="*/ 22 w 434779"/>
                <a:gd name="connsiteY61" fmla="*/ 184883 h 463785"/>
                <a:gd name="connsiteX62" fmla="*/ 23 w 434779"/>
                <a:gd name="connsiteY62" fmla="*/ 183664 h 463785"/>
                <a:gd name="connsiteX63" fmla="*/ 8921 w 434779"/>
                <a:gd name="connsiteY63" fmla="*/ 175992 h 463785"/>
                <a:gd name="connsiteX64" fmla="*/ 65451 w 434779"/>
                <a:gd name="connsiteY64" fmla="*/ 175992 h 463785"/>
                <a:gd name="connsiteX65" fmla="*/ 65451 w 434779"/>
                <a:gd name="connsiteY65" fmla="*/ 72626 h 463785"/>
                <a:gd name="connsiteX66" fmla="*/ 68057 w 434779"/>
                <a:gd name="connsiteY66" fmla="*/ 66333 h 463785"/>
                <a:gd name="connsiteX67" fmla="*/ 131778 w 434779"/>
                <a:gd name="connsiteY67" fmla="*/ 2613 h 463785"/>
                <a:gd name="connsiteX68" fmla="*/ 138017 w 434779"/>
                <a:gd name="connsiteY68" fmla="*/ 26 h 463785"/>
                <a:gd name="connsiteX69" fmla="*/ 146969 w 434779"/>
                <a:gd name="connsiteY69" fmla="*/ 8899 h 463785"/>
                <a:gd name="connsiteX70" fmla="*/ 146969 w 434779"/>
                <a:gd name="connsiteY70" fmla="*/ 72626 h 463785"/>
                <a:gd name="connsiteX71" fmla="*/ 138071 w 434779"/>
                <a:gd name="connsiteY71" fmla="*/ 81525 h 463785"/>
                <a:gd name="connsiteX72" fmla="*/ 113155 w 434779"/>
                <a:gd name="connsiteY72" fmla="*/ 81525 h 463785"/>
                <a:gd name="connsiteX73" fmla="*/ 104256 w 434779"/>
                <a:gd name="connsiteY73" fmla="*/ 72626 h 463785"/>
                <a:gd name="connsiteX74" fmla="*/ 113155 w 434779"/>
                <a:gd name="connsiteY74" fmla="*/ 63728 h 463785"/>
                <a:gd name="connsiteX75" fmla="*/ 129201 w 434779"/>
                <a:gd name="connsiteY75" fmla="*/ 63728 h 463785"/>
                <a:gd name="connsiteX76" fmla="*/ 129201 w 434779"/>
                <a:gd name="connsiteY76" fmla="*/ 30383 h 463785"/>
                <a:gd name="connsiteX77" fmla="*/ 83277 w 434779"/>
                <a:gd name="connsiteY77" fmla="*/ 76307 h 463785"/>
                <a:gd name="connsiteX78" fmla="*/ 83277 w 434779"/>
                <a:gd name="connsiteY78" fmla="*/ 228992 h 463785"/>
                <a:gd name="connsiteX79" fmla="*/ 217389 w 434779"/>
                <a:gd name="connsiteY79" fmla="*/ 328520 h 463785"/>
                <a:gd name="connsiteX80" fmla="*/ 351501 w 434779"/>
                <a:gd name="connsiteY80" fmla="*/ 228992 h 463785"/>
                <a:gd name="connsiteX81" fmla="*/ 351501 w 434779"/>
                <a:gd name="connsiteY81" fmla="*/ 17797 h 463785"/>
                <a:gd name="connsiteX82" fmla="*/ 182684 w 434779"/>
                <a:gd name="connsiteY82" fmla="*/ 17797 h 463785"/>
                <a:gd name="connsiteX83" fmla="*/ 173786 w 434779"/>
                <a:gd name="connsiteY83" fmla="*/ 8899 h 463785"/>
                <a:gd name="connsiteX84" fmla="*/ 182684 w 434779"/>
                <a:gd name="connsiteY84" fmla="*/ 0 h 46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34779" h="463785">
                  <a:moveTo>
                    <a:pt x="228067" y="220157"/>
                  </a:moveTo>
                  <a:lnTo>
                    <a:pt x="293069" y="220157"/>
                  </a:lnTo>
                  <a:cubicBezTo>
                    <a:pt x="297983" y="220157"/>
                    <a:pt x="301967" y="224141"/>
                    <a:pt x="301967" y="229057"/>
                  </a:cubicBezTo>
                  <a:cubicBezTo>
                    <a:pt x="301967" y="233971"/>
                    <a:pt x="297983" y="237955"/>
                    <a:pt x="293069" y="237955"/>
                  </a:cubicBezTo>
                  <a:lnTo>
                    <a:pt x="228067" y="237955"/>
                  </a:lnTo>
                  <a:cubicBezTo>
                    <a:pt x="223152" y="237955"/>
                    <a:pt x="219168" y="233971"/>
                    <a:pt x="219168" y="229057"/>
                  </a:cubicBezTo>
                  <a:cubicBezTo>
                    <a:pt x="219168" y="224141"/>
                    <a:pt x="223152" y="220157"/>
                    <a:pt x="228067" y="220157"/>
                  </a:cubicBezTo>
                  <a:close/>
                  <a:moveTo>
                    <a:pt x="17819" y="202566"/>
                  </a:moveTo>
                  <a:lnTo>
                    <a:pt x="17819" y="421869"/>
                  </a:lnTo>
                  <a:lnTo>
                    <a:pt x="86402" y="303803"/>
                  </a:lnTo>
                  <a:cubicBezTo>
                    <a:pt x="88875" y="299555"/>
                    <a:pt x="94324" y="298116"/>
                    <a:pt x="98572" y="300589"/>
                  </a:cubicBezTo>
                  <a:cubicBezTo>
                    <a:pt x="102820" y="303062"/>
                    <a:pt x="104259" y="308511"/>
                    <a:pt x="101786" y="312759"/>
                  </a:cubicBezTo>
                  <a:lnTo>
                    <a:pt x="24383" y="446009"/>
                  </a:lnTo>
                  <a:lnTo>
                    <a:pt x="217389" y="446009"/>
                  </a:lnTo>
                  <a:lnTo>
                    <a:pt x="416938" y="446031"/>
                  </a:lnTo>
                  <a:lnTo>
                    <a:pt x="416938" y="202566"/>
                  </a:lnTo>
                  <a:lnTo>
                    <a:pt x="327952" y="268629"/>
                  </a:lnTo>
                  <a:lnTo>
                    <a:pt x="397589" y="388518"/>
                  </a:lnTo>
                  <a:cubicBezTo>
                    <a:pt x="400064" y="392768"/>
                    <a:pt x="398625" y="398219"/>
                    <a:pt x="394375" y="400694"/>
                  </a:cubicBezTo>
                  <a:cubicBezTo>
                    <a:pt x="390125" y="403169"/>
                    <a:pt x="384673" y="401730"/>
                    <a:pt x="382198" y="397480"/>
                  </a:cubicBezTo>
                  <a:lnTo>
                    <a:pt x="313565" y="279308"/>
                  </a:lnTo>
                  <a:lnTo>
                    <a:pt x="222693" y="346751"/>
                  </a:lnTo>
                  <a:cubicBezTo>
                    <a:pt x="219543" y="349087"/>
                    <a:pt x="215235" y="349087"/>
                    <a:pt x="212085" y="346751"/>
                  </a:cubicBezTo>
                  <a:close/>
                  <a:moveTo>
                    <a:pt x="369299" y="193782"/>
                  </a:moveTo>
                  <a:lnTo>
                    <a:pt x="369277" y="215779"/>
                  </a:lnTo>
                  <a:lnTo>
                    <a:pt x="398920" y="193782"/>
                  </a:lnTo>
                  <a:close/>
                  <a:moveTo>
                    <a:pt x="35858" y="193782"/>
                  </a:moveTo>
                  <a:lnTo>
                    <a:pt x="65480" y="215779"/>
                  </a:lnTo>
                  <a:lnTo>
                    <a:pt x="65480" y="193782"/>
                  </a:lnTo>
                  <a:close/>
                  <a:moveTo>
                    <a:pt x="141709" y="182976"/>
                  </a:moveTo>
                  <a:lnTo>
                    <a:pt x="293069" y="182976"/>
                  </a:lnTo>
                  <a:cubicBezTo>
                    <a:pt x="297984" y="182976"/>
                    <a:pt x="301968" y="186960"/>
                    <a:pt x="301968" y="191875"/>
                  </a:cubicBezTo>
                  <a:cubicBezTo>
                    <a:pt x="301968" y="196790"/>
                    <a:pt x="297984" y="200774"/>
                    <a:pt x="293069" y="200774"/>
                  </a:cubicBezTo>
                  <a:lnTo>
                    <a:pt x="141709" y="200774"/>
                  </a:lnTo>
                  <a:cubicBezTo>
                    <a:pt x="136794" y="200774"/>
                    <a:pt x="132810" y="196790"/>
                    <a:pt x="132810" y="191875"/>
                  </a:cubicBezTo>
                  <a:cubicBezTo>
                    <a:pt x="132810" y="186960"/>
                    <a:pt x="136794" y="182976"/>
                    <a:pt x="141709" y="182976"/>
                  </a:cubicBezTo>
                  <a:close/>
                  <a:moveTo>
                    <a:pt x="141709" y="146043"/>
                  </a:moveTo>
                  <a:lnTo>
                    <a:pt x="293069" y="146043"/>
                  </a:lnTo>
                  <a:cubicBezTo>
                    <a:pt x="297984" y="146043"/>
                    <a:pt x="301968" y="150027"/>
                    <a:pt x="301968" y="154942"/>
                  </a:cubicBezTo>
                  <a:cubicBezTo>
                    <a:pt x="301968" y="159857"/>
                    <a:pt x="297984" y="163841"/>
                    <a:pt x="293069" y="163841"/>
                  </a:cubicBezTo>
                  <a:lnTo>
                    <a:pt x="141709" y="163841"/>
                  </a:lnTo>
                  <a:cubicBezTo>
                    <a:pt x="136794" y="163841"/>
                    <a:pt x="132810" y="159857"/>
                    <a:pt x="132810" y="154942"/>
                  </a:cubicBezTo>
                  <a:cubicBezTo>
                    <a:pt x="132810" y="150027"/>
                    <a:pt x="136794" y="146043"/>
                    <a:pt x="141709" y="146043"/>
                  </a:cubicBezTo>
                  <a:close/>
                  <a:moveTo>
                    <a:pt x="141709" y="109104"/>
                  </a:moveTo>
                  <a:lnTo>
                    <a:pt x="293069" y="109104"/>
                  </a:lnTo>
                  <a:cubicBezTo>
                    <a:pt x="297984" y="109104"/>
                    <a:pt x="301968" y="113088"/>
                    <a:pt x="301968" y="118003"/>
                  </a:cubicBezTo>
                  <a:cubicBezTo>
                    <a:pt x="301968" y="122918"/>
                    <a:pt x="297984" y="126902"/>
                    <a:pt x="293069" y="126902"/>
                  </a:cubicBezTo>
                  <a:lnTo>
                    <a:pt x="141709" y="126902"/>
                  </a:lnTo>
                  <a:cubicBezTo>
                    <a:pt x="136794" y="126902"/>
                    <a:pt x="132810" y="122918"/>
                    <a:pt x="132810" y="118003"/>
                  </a:cubicBezTo>
                  <a:cubicBezTo>
                    <a:pt x="132810" y="113088"/>
                    <a:pt x="136794" y="109104"/>
                    <a:pt x="141709" y="109104"/>
                  </a:cubicBezTo>
                  <a:close/>
                  <a:moveTo>
                    <a:pt x="182684" y="0"/>
                  </a:moveTo>
                  <a:lnTo>
                    <a:pt x="360400" y="0"/>
                  </a:lnTo>
                  <a:cubicBezTo>
                    <a:pt x="365315" y="0"/>
                    <a:pt x="369299" y="3984"/>
                    <a:pt x="369299" y="8899"/>
                  </a:cubicBezTo>
                  <a:lnTo>
                    <a:pt x="369299" y="175985"/>
                  </a:lnTo>
                  <a:lnTo>
                    <a:pt x="425858" y="175985"/>
                  </a:lnTo>
                  <a:cubicBezTo>
                    <a:pt x="426266" y="175955"/>
                    <a:pt x="426676" y="175955"/>
                    <a:pt x="427085" y="175985"/>
                  </a:cubicBezTo>
                  <a:cubicBezTo>
                    <a:pt x="431660" y="176324"/>
                    <a:pt x="435095" y="180308"/>
                    <a:pt x="434756" y="184883"/>
                  </a:cubicBezTo>
                  <a:lnTo>
                    <a:pt x="434756" y="454887"/>
                  </a:lnTo>
                  <a:cubicBezTo>
                    <a:pt x="434756" y="459801"/>
                    <a:pt x="430772" y="463785"/>
                    <a:pt x="425858" y="463785"/>
                  </a:cubicBezTo>
                  <a:lnTo>
                    <a:pt x="8914" y="463785"/>
                  </a:lnTo>
                  <a:cubicBezTo>
                    <a:pt x="4085" y="463599"/>
                    <a:pt x="212" y="459729"/>
                    <a:pt x="22" y="454901"/>
                  </a:cubicBezTo>
                  <a:lnTo>
                    <a:pt x="22" y="184883"/>
                  </a:lnTo>
                  <a:cubicBezTo>
                    <a:pt x="-8" y="184477"/>
                    <a:pt x="-7" y="184070"/>
                    <a:pt x="23" y="183664"/>
                  </a:cubicBezTo>
                  <a:cubicBezTo>
                    <a:pt x="361" y="179088"/>
                    <a:pt x="4345" y="175653"/>
                    <a:pt x="8921" y="175992"/>
                  </a:cubicBezTo>
                  <a:lnTo>
                    <a:pt x="65451" y="175992"/>
                  </a:lnTo>
                  <a:lnTo>
                    <a:pt x="65451" y="72626"/>
                  </a:lnTo>
                  <a:cubicBezTo>
                    <a:pt x="65451" y="70266"/>
                    <a:pt x="66388" y="68002"/>
                    <a:pt x="68057" y="66333"/>
                  </a:cubicBezTo>
                  <a:lnTo>
                    <a:pt x="131778" y="2613"/>
                  </a:lnTo>
                  <a:cubicBezTo>
                    <a:pt x="133437" y="965"/>
                    <a:pt x="135678" y="36"/>
                    <a:pt x="138017" y="26"/>
                  </a:cubicBezTo>
                  <a:cubicBezTo>
                    <a:pt x="142939" y="4"/>
                    <a:pt x="146947" y="3976"/>
                    <a:pt x="146969" y="8899"/>
                  </a:cubicBezTo>
                  <a:lnTo>
                    <a:pt x="146969" y="72626"/>
                  </a:lnTo>
                  <a:cubicBezTo>
                    <a:pt x="146969" y="77541"/>
                    <a:pt x="142985" y="81525"/>
                    <a:pt x="138071" y="81525"/>
                  </a:cubicBezTo>
                  <a:lnTo>
                    <a:pt x="113155" y="81525"/>
                  </a:lnTo>
                  <a:cubicBezTo>
                    <a:pt x="108240" y="81525"/>
                    <a:pt x="104256" y="77541"/>
                    <a:pt x="104256" y="72626"/>
                  </a:cubicBezTo>
                  <a:cubicBezTo>
                    <a:pt x="104256" y="67712"/>
                    <a:pt x="108240" y="63728"/>
                    <a:pt x="113155" y="63728"/>
                  </a:cubicBezTo>
                  <a:lnTo>
                    <a:pt x="129201" y="63728"/>
                  </a:lnTo>
                  <a:lnTo>
                    <a:pt x="129201" y="30383"/>
                  </a:lnTo>
                  <a:lnTo>
                    <a:pt x="83277" y="76307"/>
                  </a:lnTo>
                  <a:lnTo>
                    <a:pt x="83277" y="228992"/>
                  </a:lnTo>
                  <a:lnTo>
                    <a:pt x="217389" y="328520"/>
                  </a:lnTo>
                  <a:lnTo>
                    <a:pt x="351501" y="228992"/>
                  </a:lnTo>
                  <a:lnTo>
                    <a:pt x="351501" y="17797"/>
                  </a:lnTo>
                  <a:lnTo>
                    <a:pt x="182684" y="17797"/>
                  </a:lnTo>
                  <a:cubicBezTo>
                    <a:pt x="177770" y="17797"/>
                    <a:pt x="173786" y="13813"/>
                    <a:pt x="173786" y="8899"/>
                  </a:cubicBezTo>
                  <a:cubicBezTo>
                    <a:pt x="173786" y="3984"/>
                    <a:pt x="177770" y="0"/>
                    <a:pt x="182684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2" name="Group 274">
            <a:extLst>
              <a:ext uri="{FF2B5EF4-FFF2-40B4-BE49-F238E27FC236}">
                <a16:creationId xmlns:a16="http://schemas.microsoft.com/office/drawing/2014/main" id="{62A9BA09-2C10-69E5-9495-537420A774AE}"/>
              </a:ext>
            </a:extLst>
          </p:cNvPr>
          <p:cNvGrpSpPr/>
          <p:nvPr/>
        </p:nvGrpSpPr>
        <p:grpSpPr>
          <a:xfrm>
            <a:off x="1812223" y="2264972"/>
            <a:ext cx="417575" cy="463808"/>
            <a:chOff x="1812223" y="2264972"/>
            <a:chExt cx="417575" cy="463808"/>
          </a:xfrm>
        </p:grpSpPr>
        <p:sp>
          <p:nvSpPr>
            <p:cNvPr id="33" name="Freeform: Shape 9">
              <a:extLst>
                <a:ext uri="{FF2B5EF4-FFF2-40B4-BE49-F238E27FC236}">
                  <a16:creationId xmlns:a16="http://schemas.microsoft.com/office/drawing/2014/main" id="{BF6AAFDB-3165-691B-C160-D2B1B8F5792C}"/>
                </a:ext>
              </a:extLst>
            </p:cNvPr>
            <p:cNvSpPr/>
            <p:nvPr/>
          </p:nvSpPr>
          <p:spPr>
            <a:xfrm>
              <a:off x="1833728" y="2326291"/>
              <a:ext cx="271499" cy="333108"/>
            </a:xfrm>
            <a:custGeom>
              <a:avLst/>
              <a:gdLst>
                <a:gd name="connsiteX0" fmla="*/ 181584 w 271498"/>
                <a:gd name="connsiteY0" fmla="*/ 0 h 333108"/>
                <a:gd name="connsiteX1" fmla="*/ 251165 w 271498"/>
                <a:gd name="connsiteY1" fmla="*/ 43656 h 333108"/>
                <a:gd name="connsiteX2" fmla="*/ 271498 w 271498"/>
                <a:gd name="connsiteY2" fmla="*/ 11268 h 333108"/>
                <a:gd name="connsiteX3" fmla="*/ 69577 w 271498"/>
                <a:gd name="connsiteY3" fmla="*/ 333108 h 333108"/>
                <a:gd name="connsiteX4" fmla="*/ 69577 w 271498"/>
                <a:gd name="connsiteY4" fmla="*/ 333108 h 333108"/>
                <a:gd name="connsiteX5" fmla="*/ 0 w 271498"/>
                <a:gd name="connsiteY5" fmla="*/ 289454 h 33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498" h="333108">
                  <a:moveTo>
                    <a:pt x="181584" y="0"/>
                  </a:moveTo>
                  <a:lnTo>
                    <a:pt x="251165" y="43656"/>
                  </a:lnTo>
                  <a:lnTo>
                    <a:pt x="271498" y="11268"/>
                  </a:lnTo>
                  <a:lnTo>
                    <a:pt x="69577" y="333108"/>
                  </a:lnTo>
                  <a:lnTo>
                    <a:pt x="69577" y="333108"/>
                  </a:lnTo>
                  <a:lnTo>
                    <a:pt x="0" y="289454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" name="Freeform: Shape 10">
              <a:extLst>
                <a:ext uri="{FF2B5EF4-FFF2-40B4-BE49-F238E27FC236}">
                  <a16:creationId xmlns:a16="http://schemas.microsoft.com/office/drawing/2014/main" id="{B9E0F9BF-FEFE-285D-11C5-2732D328D623}"/>
                </a:ext>
              </a:extLst>
            </p:cNvPr>
            <p:cNvSpPr/>
            <p:nvPr/>
          </p:nvSpPr>
          <p:spPr>
            <a:xfrm>
              <a:off x="1812223" y="2264972"/>
              <a:ext cx="417575" cy="463808"/>
            </a:xfrm>
            <a:custGeom>
              <a:avLst/>
              <a:gdLst>
                <a:gd name="connsiteX0" fmla="*/ 63411 w 417574"/>
                <a:gd name="connsiteY0" fmla="*/ 446010 h 463808"/>
                <a:gd name="connsiteX1" fmla="*/ 408654 w 417574"/>
                <a:gd name="connsiteY1" fmla="*/ 446010 h 463808"/>
                <a:gd name="connsiteX2" fmla="*/ 408675 w 417574"/>
                <a:gd name="connsiteY2" fmla="*/ 446010 h 463808"/>
                <a:gd name="connsiteX3" fmla="*/ 417574 w 417574"/>
                <a:gd name="connsiteY3" fmla="*/ 454910 h 463808"/>
                <a:gd name="connsiteX4" fmla="*/ 408675 w 417574"/>
                <a:gd name="connsiteY4" fmla="*/ 463808 h 463808"/>
                <a:gd name="connsiteX5" fmla="*/ 63411 w 417574"/>
                <a:gd name="connsiteY5" fmla="*/ 463808 h 463808"/>
                <a:gd name="connsiteX6" fmla="*/ 54512 w 417574"/>
                <a:gd name="connsiteY6" fmla="*/ 454910 h 463808"/>
                <a:gd name="connsiteX7" fmla="*/ 63411 w 417574"/>
                <a:gd name="connsiteY7" fmla="*/ 446010 h 463808"/>
                <a:gd name="connsiteX8" fmla="*/ 251553 w 417574"/>
                <a:gd name="connsiteY8" fmla="*/ 18632 h 463808"/>
                <a:gd name="connsiteX9" fmla="*/ 231473 w 417574"/>
                <a:gd name="connsiteY9" fmla="*/ 32875 h 463808"/>
                <a:gd name="connsiteX10" fmla="*/ 215392 w 417574"/>
                <a:gd name="connsiteY10" fmla="*/ 58503 h 463808"/>
                <a:gd name="connsiteX11" fmla="*/ 242237 w 417574"/>
                <a:gd name="connsiteY11" fmla="*/ 75353 h 463808"/>
                <a:gd name="connsiteX12" fmla="*/ 242652 w 417574"/>
                <a:gd name="connsiteY12" fmla="*/ 75613 h 463808"/>
                <a:gd name="connsiteX13" fmla="*/ 245123 w 417574"/>
                <a:gd name="connsiteY13" fmla="*/ 87952 h 463808"/>
                <a:gd name="connsiteX14" fmla="*/ 232783 w 417574"/>
                <a:gd name="connsiteY14" fmla="*/ 90423 h 463808"/>
                <a:gd name="connsiteX15" fmla="*/ 205931 w 417574"/>
                <a:gd name="connsiteY15" fmla="*/ 73580 h 463808"/>
                <a:gd name="connsiteX16" fmla="*/ 30095 w 417574"/>
                <a:gd name="connsiteY16" fmla="*/ 353843 h 463808"/>
                <a:gd name="connsiteX17" fmla="*/ 20199 w 417574"/>
                <a:gd name="connsiteY17" fmla="*/ 430114 h 463808"/>
                <a:gd name="connsiteX18" fmla="*/ 74587 w 417574"/>
                <a:gd name="connsiteY18" fmla="*/ 394598 h 463808"/>
                <a:gd name="connsiteX19" fmla="*/ 51558 w 417574"/>
                <a:gd name="connsiteY19" fmla="*/ 380147 h 463808"/>
                <a:gd name="connsiteX20" fmla="*/ 48804 w 417574"/>
                <a:gd name="connsiteY20" fmla="*/ 368104 h 463808"/>
                <a:gd name="connsiteX21" fmla="*/ 61019 w 417574"/>
                <a:gd name="connsiteY21" fmla="*/ 365076 h 463808"/>
                <a:gd name="connsiteX22" fmla="*/ 88277 w 417574"/>
                <a:gd name="connsiteY22" fmla="*/ 382161 h 463808"/>
                <a:gd name="connsiteX23" fmla="*/ 285989 w 417574"/>
                <a:gd name="connsiteY23" fmla="*/ 67066 h 463808"/>
                <a:gd name="connsiteX24" fmla="*/ 285992 w 417574"/>
                <a:gd name="connsiteY24" fmla="*/ 67062 h 463808"/>
                <a:gd name="connsiteX25" fmla="*/ 275831 w 417574"/>
                <a:gd name="connsiteY25" fmla="*/ 22716 h 463808"/>
                <a:gd name="connsiteX26" fmla="*/ 251553 w 417574"/>
                <a:gd name="connsiteY26" fmla="*/ 18632 h 463808"/>
                <a:gd name="connsiteX27" fmla="*/ 247511 w 417574"/>
                <a:gd name="connsiteY27" fmla="*/ 1267 h 463808"/>
                <a:gd name="connsiteX28" fmla="*/ 285224 w 417574"/>
                <a:gd name="connsiteY28" fmla="*/ 7649 h 463808"/>
                <a:gd name="connsiteX29" fmla="*/ 300996 w 417574"/>
                <a:gd name="connsiteY29" fmla="*/ 76542 h 463808"/>
                <a:gd name="connsiteX30" fmla="*/ 284786 w 417574"/>
                <a:gd name="connsiteY30" fmla="*/ 102383 h 463808"/>
                <a:gd name="connsiteX31" fmla="*/ 305196 w 417574"/>
                <a:gd name="connsiteY31" fmla="*/ 116023 h 463808"/>
                <a:gd name="connsiteX32" fmla="*/ 307830 w 417574"/>
                <a:gd name="connsiteY32" fmla="*/ 128082 h 463808"/>
                <a:gd name="connsiteX33" fmla="*/ 225251 w 417574"/>
                <a:gd name="connsiteY33" fmla="*/ 262380 h 463808"/>
                <a:gd name="connsiteX34" fmla="*/ 213007 w 417574"/>
                <a:gd name="connsiteY34" fmla="*/ 265291 h 463808"/>
                <a:gd name="connsiteX35" fmla="*/ 210095 w 417574"/>
                <a:gd name="connsiteY35" fmla="*/ 253047 h 463808"/>
                <a:gd name="connsiteX36" fmla="*/ 288182 w 417574"/>
                <a:gd name="connsiteY36" fmla="*/ 126075 h 463808"/>
                <a:gd name="connsiteX37" fmla="*/ 275325 w 417574"/>
                <a:gd name="connsiteY37" fmla="*/ 117482 h 463808"/>
                <a:gd name="connsiteX38" fmla="*/ 98599 w 417574"/>
                <a:gd name="connsiteY38" fmla="*/ 399175 h 463808"/>
                <a:gd name="connsiteX39" fmla="*/ 96207 w 417574"/>
                <a:gd name="connsiteY39" fmla="*/ 401617 h 463808"/>
                <a:gd name="connsiteX40" fmla="*/ 95951 w 417574"/>
                <a:gd name="connsiteY40" fmla="*/ 401881 h 463808"/>
                <a:gd name="connsiteX41" fmla="*/ 13764 w 417574"/>
                <a:gd name="connsiteY41" fmla="*/ 455585 h 463808"/>
                <a:gd name="connsiteX42" fmla="*/ 7758 w 417574"/>
                <a:gd name="connsiteY42" fmla="*/ 456959 h 463808"/>
                <a:gd name="connsiteX43" fmla="*/ 74 w 417574"/>
                <a:gd name="connsiteY43" fmla="*/ 446993 h 463808"/>
                <a:gd name="connsiteX44" fmla="*/ 12668 w 417574"/>
                <a:gd name="connsiteY44" fmla="*/ 349593 h 463808"/>
                <a:gd name="connsiteX45" fmla="*/ 13956 w 417574"/>
                <a:gd name="connsiteY45" fmla="*/ 346033 h 463808"/>
                <a:gd name="connsiteX46" fmla="*/ 216332 w 417574"/>
                <a:gd name="connsiteY46" fmla="*/ 23421 h 463808"/>
                <a:gd name="connsiteX47" fmla="*/ 247511 w 417574"/>
                <a:gd name="connsiteY47" fmla="*/ 1267 h 463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17574" h="463808">
                  <a:moveTo>
                    <a:pt x="63411" y="446010"/>
                  </a:moveTo>
                  <a:lnTo>
                    <a:pt x="408654" y="446010"/>
                  </a:lnTo>
                  <a:lnTo>
                    <a:pt x="408675" y="446010"/>
                  </a:lnTo>
                  <a:cubicBezTo>
                    <a:pt x="413590" y="446010"/>
                    <a:pt x="417574" y="449994"/>
                    <a:pt x="417574" y="454910"/>
                  </a:cubicBezTo>
                  <a:cubicBezTo>
                    <a:pt x="417574" y="459824"/>
                    <a:pt x="413590" y="463808"/>
                    <a:pt x="408675" y="463808"/>
                  </a:cubicBezTo>
                  <a:lnTo>
                    <a:pt x="63411" y="463808"/>
                  </a:lnTo>
                  <a:cubicBezTo>
                    <a:pt x="58496" y="463808"/>
                    <a:pt x="54512" y="459824"/>
                    <a:pt x="54512" y="454910"/>
                  </a:cubicBezTo>
                  <a:cubicBezTo>
                    <a:pt x="54512" y="449994"/>
                    <a:pt x="58496" y="446010"/>
                    <a:pt x="63411" y="446010"/>
                  </a:cubicBezTo>
                  <a:close/>
                  <a:moveTo>
                    <a:pt x="251553" y="18632"/>
                  </a:moveTo>
                  <a:cubicBezTo>
                    <a:pt x="243529" y="20469"/>
                    <a:pt x="236205" y="25362"/>
                    <a:pt x="231473" y="32875"/>
                  </a:cubicBezTo>
                  <a:lnTo>
                    <a:pt x="215392" y="58503"/>
                  </a:lnTo>
                  <a:lnTo>
                    <a:pt x="242237" y="75353"/>
                  </a:lnTo>
                  <a:cubicBezTo>
                    <a:pt x="242377" y="75436"/>
                    <a:pt x="242516" y="75522"/>
                    <a:pt x="242652" y="75613"/>
                  </a:cubicBezTo>
                  <a:cubicBezTo>
                    <a:pt x="246741" y="78338"/>
                    <a:pt x="247848" y="83863"/>
                    <a:pt x="245123" y="87952"/>
                  </a:cubicBezTo>
                  <a:cubicBezTo>
                    <a:pt x="242398" y="92042"/>
                    <a:pt x="236873" y="93148"/>
                    <a:pt x="232783" y="90423"/>
                  </a:cubicBezTo>
                  <a:lnTo>
                    <a:pt x="205931" y="73580"/>
                  </a:lnTo>
                  <a:lnTo>
                    <a:pt x="30095" y="353843"/>
                  </a:lnTo>
                  <a:lnTo>
                    <a:pt x="20199" y="430114"/>
                  </a:lnTo>
                  <a:lnTo>
                    <a:pt x="74587" y="394598"/>
                  </a:lnTo>
                  <a:lnTo>
                    <a:pt x="51558" y="380147"/>
                  </a:lnTo>
                  <a:cubicBezTo>
                    <a:pt x="47549" y="377527"/>
                    <a:pt x="46332" y="372206"/>
                    <a:pt x="48804" y="368104"/>
                  </a:cubicBezTo>
                  <a:cubicBezTo>
                    <a:pt x="51341" y="363895"/>
                    <a:pt x="56810" y="362539"/>
                    <a:pt x="61019" y="365076"/>
                  </a:cubicBezTo>
                  <a:lnTo>
                    <a:pt x="88277" y="382161"/>
                  </a:lnTo>
                  <a:lnTo>
                    <a:pt x="285989" y="67066"/>
                  </a:lnTo>
                  <a:cubicBezTo>
                    <a:pt x="285990" y="67065"/>
                    <a:pt x="285991" y="67064"/>
                    <a:pt x="285992" y="67062"/>
                  </a:cubicBezTo>
                  <a:cubicBezTo>
                    <a:pt x="295432" y="52010"/>
                    <a:pt x="290882" y="32156"/>
                    <a:pt x="275831" y="22716"/>
                  </a:cubicBezTo>
                  <a:cubicBezTo>
                    <a:pt x="268301" y="18011"/>
                    <a:pt x="259577" y="16794"/>
                    <a:pt x="251553" y="18632"/>
                  </a:cubicBezTo>
                  <a:close/>
                  <a:moveTo>
                    <a:pt x="247511" y="1267"/>
                  </a:moveTo>
                  <a:cubicBezTo>
                    <a:pt x="259978" y="-1588"/>
                    <a:pt x="273535" y="315"/>
                    <a:pt x="285224" y="7649"/>
                  </a:cubicBezTo>
                  <a:cubicBezTo>
                    <a:pt x="308603" y="22318"/>
                    <a:pt x="315665" y="53162"/>
                    <a:pt x="300996" y="76542"/>
                  </a:cubicBezTo>
                  <a:lnTo>
                    <a:pt x="284786" y="102383"/>
                  </a:lnTo>
                  <a:lnTo>
                    <a:pt x="305196" y="116023"/>
                  </a:lnTo>
                  <a:cubicBezTo>
                    <a:pt x="309176" y="118679"/>
                    <a:pt x="310340" y="124008"/>
                    <a:pt x="307830" y="128082"/>
                  </a:cubicBezTo>
                  <a:lnTo>
                    <a:pt x="225251" y="262380"/>
                  </a:lnTo>
                  <a:cubicBezTo>
                    <a:pt x="222674" y="266565"/>
                    <a:pt x="217192" y="267869"/>
                    <a:pt x="213007" y="265291"/>
                  </a:cubicBezTo>
                  <a:cubicBezTo>
                    <a:pt x="208822" y="262714"/>
                    <a:pt x="207518" y="257232"/>
                    <a:pt x="210095" y="253047"/>
                  </a:cubicBezTo>
                  <a:lnTo>
                    <a:pt x="288182" y="126075"/>
                  </a:lnTo>
                  <a:lnTo>
                    <a:pt x="275325" y="117482"/>
                  </a:lnTo>
                  <a:lnTo>
                    <a:pt x="98599" y="399175"/>
                  </a:lnTo>
                  <a:cubicBezTo>
                    <a:pt x="97970" y="400139"/>
                    <a:pt x="97158" y="400969"/>
                    <a:pt x="96207" y="401617"/>
                  </a:cubicBezTo>
                  <a:cubicBezTo>
                    <a:pt x="96108" y="401688"/>
                    <a:pt x="96051" y="401809"/>
                    <a:pt x="95951" y="401881"/>
                  </a:cubicBezTo>
                  <a:lnTo>
                    <a:pt x="13764" y="455585"/>
                  </a:lnTo>
                  <a:cubicBezTo>
                    <a:pt x="11990" y="456743"/>
                    <a:pt x="9860" y="457231"/>
                    <a:pt x="7758" y="456959"/>
                  </a:cubicBezTo>
                  <a:cubicBezTo>
                    <a:pt x="2884" y="456329"/>
                    <a:pt x="-556" y="451867"/>
                    <a:pt x="74" y="446993"/>
                  </a:cubicBezTo>
                  <a:lnTo>
                    <a:pt x="12668" y="349593"/>
                  </a:lnTo>
                  <a:cubicBezTo>
                    <a:pt x="12837" y="348328"/>
                    <a:pt x="13277" y="347114"/>
                    <a:pt x="13956" y="346033"/>
                  </a:cubicBezTo>
                  <a:lnTo>
                    <a:pt x="216332" y="23421"/>
                  </a:lnTo>
                  <a:cubicBezTo>
                    <a:pt x="223666" y="11731"/>
                    <a:pt x="235044" y="4121"/>
                    <a:pt x="247511" y="1267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5" name="Group 275">
            <a:extLst>
              <a:ext uri="{FF2B5EF4-FFF2-40B4-BE49-F238E27FC236}">
                <a16:creationId xmlns:a16="http://schemas.microsoft.com/office/drawing/2014/main" id="{05E2F6B0-C3EB-AA31-84D1-6D38DDD46A2A}"/>
              </a:ext>
            </a:extLst>
          </p:cNvPr>
          <p:cNvGrpSpPr/>
          <p:nvPr/>
        </p:nvGrpSpPr>
        <p:grpSpPr>
          <a:xfrm>
            <a:off x="798351" y="2264966"/>
            <a:ext cx="417581" cy="463815"/>
            <a:chOff x="798351" y="2264966"/>
            <a:chExt cx="417581" cy="463815"/>
          </a:xfrm>
        </p:grpSpPr>
        <p:sp>
          <p:nvSpPr>
            <p:cNvPr id="36" name="Freeform: Shape 12">
              <a:extLst>
                <a:ext uri="{FF2B5EF4-FFF2-40B4-BE49-F238E27FC236}">
                  <a16:creationId xmlns:a16="http://schemas.microsoft.com/office/drawing/2014/main" id="{2C372D60-D577-541A-EAD3-E52A5E1DAAB9}"/>
                </a:ext>
              </a:extLst>
            </p:cNvPr>
            <p:cNvSpPr/>
            <p:nvPr/>
          </p:nvSpPr>
          <p:spPr>
            <a:xfrm>
              <a:off x="807252" y="2303499"/>
              <a:ext cx="289842" cy="409607"/>
            </a:xfrm>
            <a:custGeom>
              <a:avLst/>
              <a:gdLst>
                <a:gd name="connsiteX0" fmla="*/ 4434 w 289842"/>
                <a:gd name="connsiteY0" fmla="*/ 375355 h 409607"/>
                <a:gd name="connsiteX1" fmla="*/ 1 w 289842"/>
                <a:gd name="connsiteY1" fmla="*/ 409606 h 409607"/>
                <a:gd name="connsiteX2" fmla="*/ 0 w 289842"/>
                <a:gd name="connsiteY2" fmla="*/ 409607 h 409607"/>
                <a:gd name="connsiteX3" fmla="*/ 194198 w 289842"/>
                <a:gd name="connsiteY3" fmla="*/ 22797 h 409607"/>
                <a:gd name="connsiteX4" fmla="*/ 263775 w 289842"/>
                <a:gd name="connsiteY4" fmla="*/ 66450 h 409607"/>
                <a:gd name="connsiteX5" fmla="*/ 284108 w 289842"/>
                <a:gd name="connsiteY5" fmla="*/ 34062 h 409607"/>
                <a:gd name="connsiteX6" fmla="*/ 82187 w 289842"/>
                <a:gd name="connsiteY6" fmla="*/ 355902 h 409607"/>
                <a:gd name="connsiteX7" fmla="*/ 12610 w 289842"/>
                <a:gd name="connsiteY7" fmla="*/ 312248 h 409607"/>
                <a:gd name="connsiteX8" fmla="*/ 288217 w 289842"/>
                <a:gd name="connsiteY8" fmla="*/ 0 h 409607"/>
                <a:gd name="connsiteX9" fmla="*/ 289842 w 289842"/>
                <a:gd name="connsiteY9" fmla="*/ 2286 h 409607"/>
                <a:gd name="connsiteX10" fmla="*/ 289842 w 289842"/>
                <a:gd name="connsiteY10" fmla="*/ 2287 h 409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842" h="409607">
                  <a:moveTo>
                    <a:pt x="4434" y="375355"/>
                  </a:moveTo>
                  <a:lnTo>
                    <a:pt x="1" y="409606"/>
                  </a:lnTo>
                  <a:lnTo>
                    <a:pt x="0" y="409607"/>
                  </a:lnTo>
                  <a:close/>
                  <a:moveTo>
                    <a:pt x="194198" y="22797"/>
                  </a:moveTo>
                  <a:lnTo>
                    <a:pt x="263775" y="66450"/>
                  </a:lnTo>
                  <a:lnTo>
                    <a:pt x="284108" y="34062"/>
                  </a:lnTo>
                  <a:lnTo>
                    <a:pt x="82187" y="355902"/>
                  </a:lnTo>
                  <a:lnTo>
                    <a:pt x="12610" y="312248"/>
                  </a:lnTo>
                  <a:close/>
                  <a:moveTo>
                    <a:pt x="288217" y="0"/>
                  </a:moveTo>
                  <a:lnTo>
                    <a:pt x="289842" y="2286"/>
                  </a:lnTo>
                  <a:lnTo>
                    <a:pt x="289842" y="2287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" name="Freeform: Shape 13">
              <a:extLst>
                <a:ext uri="{FF2B5EF4-FFF2-40B4-BE49-F238E27FC236}">
                  <a16:creationId xmlns:a16="http://schemas.microsoft.com/office/drawing/2014/main" id="{1C537A23-37B3-A5EE-26AF-1C3CF3FD53AF}"/>
                </a:ext>
              </a:extLst>
            </p:cNvPr>
            <p:cNvSpPr/>
            <p:nvPr/>
          </p:nvSpPr>
          <p:spPr>
            <a:xfrm>
              <a:off x="798351" y="2264966"/>
              <a:ext cx="417581" cy="463815"/>
            </a:xfrm>
            <a:custGeom>
              <a:avLst/>
              <a:gdLst>
                <a:gd name="connsiteX0" fmla="*/ 63418 w 417581"/>
                <a:gd name="connsiteY0" fmla="*/ 446017 h 463815"/>
                <a:gd name="connsiteX1" fmla="*/ 408668 w 417581"/>
                <a:gd name="connsiteY1" fmla="*/ 446017 h 463815"/>
                <a:gd name="connsiteX2" fmla="*/ 408682 w 417581"/>
                <a:gd name="connsiteY2" fmla="*/ 446017 h 463815"/>
                <a:gd name="connsiteX3" fmla="*/ 417581 w 417581"/>
                <a:gd name="connsiteY3" fmla="*/ 454917 h 463815"/>
                <a:gd name="connsiteX4" fmla="*/ 408682 w 417581"/>
                <a:gd name="connsiteY4" fmla="*/ 463815 h 463815"/>
                <a:gd name="connsiteX5" fmla="*/ 63418 w 417581"/>
                <a:gd name="connsiteY5" fmla="*/ 463815 h 463815"/>
                <a:gd name="connsiteX6" fmla="*/ 54519 w 417581"/>
                <a:gd name="connsiteY6" fmla="*/ 454917 h 463815"/>
                <a:gd name="connsiteX7" fmla="*/ 63418 w 417581"/>
                <a:gd name="connsiteY7" fmla="*/ 446017 h 463815"/>
                <a:gd name="connsiteX8" fmla="*/ 251883 w 417581"/>
                <a:gd name="connsiteY8" fmla="*/ 19127 h 463815"/>
                <a:gd name="connsiteX9" fmla="*/ 231459 w 417581"/>
                <a:gd name="connsiteY9" fmla="*/ 32889 h 463815"/>
                <a:gd name="connsiteX10" fmla="*/ 215378 w 417581"/>
                <a:gd name="connsiteY10" fmla="*/ 58517 h 463815"/>
                <a:gd name="connsiteX11" fmla="*/ 269886 w 417581"/>
                <a:gd name="connsiteY11" fmla="*/ 92687 h 463815"/>
                <a:gd name="connsiteX12" fmla="*/ 285968 w 417581"/>
                <a:gd name="connsiteY12" fmla="*/ 67059 h 463815"/>
                <a:gd name="connsiteX13" fmla="*/ 276055 w 417581"/>
                <a:gd name="connsiteY13" fmla="*/ 23838 h 463815"/>
                <a:gd name="connsiteX14" fmla="*/ 251883 w 417581"/>
                <a:gd name="connsiteY14" fmla="*/ 19127 h 463815"/>
                <a:gd name="connsiteX15" fmla="*/ 247554 w 417581"/>
                <a:gd name="connsiteY15" fmla="*/ 1267 h 463815"/>
                <a:gd name="connsiteX16" fmla="*/ 285267 w 417581"/>
                <a:gd name="connsiteY16" fmla="*/ 7649 h 463815"/>
                <a:gd name="connsiteX17" fmla="*/ 301039 w 417581"/>
                <a:gd name="connsiteY17" fmla="*/ 76542 h 463815"/>
                <a:gd name="connsiteX18" fmla="*/ 98628 w 417581"/>
                <a:gd name="connsiteY18" fmla="*/ 399161 h 463815"/>
                <a:gd name="connsiteX19" fmla="*/ 95951 w 417581"/>
                <a:gd name="connsiteY19" fmla="*/ 401888 h 463815"/>
                <a:gd name="connsiteX20" fmla="*/ 13764 w 417581"/>
                <a:gd name="connsiteY20" fmla="*/ 455592 h 463815"/>
                <a:gd name="connsiteX21" fmla="*/ 7758 w 417581"/>
                <a:gd name="connsiteY21" fmla="*/ 456966 h 463815"/>
                <a:gd name="connsiteX22" fmla="*/ 74 w 417581"/>
                <a:gd name="connsiteY22" fmla="*/ 447000 h 463815"/>
                <a:gd name="connsiteX23" fmla="*/ 12675 w 417581"/>
                <a:gd name="connsiteY23" fmla="*/ 349628 h 463815"/>
                <a:gd name="connsiteX24" fmla="*/ 12718 w 417581"/>
                <a:gd name="connsiteY24" fmla="*/ 349450 h 463815"/>
                <a:gd name="connsiteX25" fmla="*/ 12796 w 417581"/>
                <a:gd name="connsiteY25" fmla="*/ 349130 h 463815"/>
                <a:gd name="connsiteX26" fmla="*/ 13963 w 417581"/>
                <a:gd name="connsiteY26" fmla="*/ 346040 h 463815"/>
                <a:gd name="connsiteX27" fmla="*/ 168187 w 417581"/>
                <a:gd name="connsiteY27" fmla="*/ 100233 h 463815"/>
                <a:gd name="connsiteX28" fmla="*/ 180456 w 417581"/>
                <a:gd name="connsiteY28" fmla="*/ 97425 h 463815"/>
                <a:gd name="connsiteX29" fmla="*/ 183264 w 417581"/>
                <a:gd name="connsiteY29" fmla="*/ 109694 h 463815"/>
                <a:gd name="connsiteX30" fmla="*/ 33768 w 417581"/>
                <a:gd name="connsiteY30" fmla="*/ 347948 h 463815"/>
                <a:gd name="connsiteX31" fmla="*/ 65532 w 417581"/>
                <a:gd name="connsiteY31" fmla="*/ 367881 h 463815"/>
                <a:gd name="connsiteX32" fmla="*/ 68344 w 417581"/>
                <a:gd name="connsiteY32" fmla="*/ 380154 h 463815"/>
                <a:gd name="connsiteX33" fmla="*/ 56071 w 417581"/>
                <a:gd name="connsiteY33" fmla="*/ 382966 h 463815"/>
                <a:gd name="connsiteX34" fmla="*/ 28543 w 417581"/>
                <a:gd name="connsiteY34" fmla="*/ 365696 h 463815"/>
                <a:gd name="connsiteX35" fmla="*/ 20207 w 417581"/>
                <a:gd name="connsiteY35" fmla="*/ 430121 h 463815"/>
                <a:gd name="connsiteX36" fmla="*/ 84589 w 417581"/>
                <a:gd name="connsiteY36" fmla="*/ 388049 h 463815"/>
                <a:gd name="connsiteX37" fmla="*/ 260426 w 417581"/>
                <a:gd name="connsiteY37" fmla="*/ 107786 h 463815"/>
                <a:gd name="connsiteX38" fmla="*/ 198378 w 417581"/>
                <a:gd name="connsiteY38" fmla="*/ 68860 h 463815"/>
                <a:gd name="connsiteX39" fmla="*/ 197516 w 417581"/>
                <a:gd name="connsiteY39" fmla="*/ 68042 h 463815"/>
                <a:gd name="connsiteX40" fmla="*/ 195566 w 417581"/>
                <a:gd name="connsiteY40" fmla="*/ 56588 h 463815"/>
                <a:gd name="connsiteX41" fmla="*/ 216374 w 417581"/>
                <a:gd name="connsiteY41" fmla="*/ 23421 h 463815"/>
                <a:gd name="connsiteX42" fmla="*/ 247554 w 417581"/>
                <a:gd name="connsiteY42" fmla="*/ 1267 h 463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17581" h="463815">
                  <a:moveTo>
                    <a:pt x="63418" y="446017"/>
                  </a:moveTo>
                  <a:lnTo>
                    <a:pt x="408668" y="446017"/>
                  </a:lnTo>
                  <a:lnTo>
                    <a:pt x="408682" y="446017"/>
                  </a:lnTo>
                  <a:cubicBezTo>
                    <a:pt x="413597" y="446017"/>
                    <a:pt x="417581" y="450001"/>
                    <a:pt x="417581" y="454917"/>
                  </a:cubicBezTo>
                  <a:cubicBezTo>
                    <a:pt x="417581" y="459831"/>
                    <a:pt x="413597" y="463815"/>
                    <a:pt x="408682" y="463815"/>
                  </a:cubicBezTo>
                  <a:lnTo>
                    <a:pt x="63418" y="463815"/>
                  </a:lnTo>
                  <a:cubicBezTo>
                    <a:pt x="58503" y="463815"/>
                    <a:pt x="54519" y="459831"/>
                    <a:pt x="54519" y="454917"/>
                  </a:cubicBezTo>
                  <a:cubicBezTo>
                    <a:pt x="54519" y="450001"/>
                    <a:pt x="58503" y="446017"/>
                    <a:pt x="63418" y="446017"/>
                  </a:cubicBezTo>
                  <a:close/>
                  <a:moveTo>
                    <a:pt x="251883" y="19127"/>
                  </a:moveTo>
                  <a:cubicBezTo>
                    <a:pt x="243812" y="20765"/>
                    <a:pt x="236367" y="25482"/>
                    <a:pt x="231459" y="32889"/>
                  </a:cubicBezTo>
                  <a:lnTo>
                    <a:pt x="215378" y="58517"/>
                  </a:lnTo>
                  <a:lnTo>
                    <a:pt x="269886" y="92687"/>
                  </a:lnTo>
                  <a:lnTo>
                    <a:pt x="285968" y="67059"/>
                  </a:lnTo>
                  <a:cubicBezTo>
                    <a:pt x="294703" y="52312"/>
                    <a:pt x="290344" y="33305"/>
                    <a:pt x="276055" y="23838"/>
                  </a:cubicBezTo>
                  <a:cubicBezTo>
                    <a:pt x="268648" y="18930"/>
                    <a:pt x="259953" y="17489"/>
                    <a:pt x="251883" y="19127"/>
                  </a:cubicBezTo>
                  <a:close/>
                  <a:moveTo>
                    <a:pt x="247554" y="1267"/>
                  </a:moveTo>
                  <a:cubicBezTo>
                    <a:pt x="260021" y="-1588"/>
                    <a:pt x="273577" y="314"/>
                    <a:pt x="285267" y="7649"/>
                  </a:cubicBezTo>
                  <a:cubicBezTo>
                    <a:pt x="308646" y="22318"/>
                    <a:pt x="315707" y="53162"/>
                    <a:pt x="301039" y="76542"/>
                  </a:cubicBezTo>
                  <a:lnTo>
                    <a:pt x="98628" y="399161"/>
                  </a:lnTo>
                  <a:cubicBezTo>
                    <a:pt x="97942" y="400252"/>
                    <a:pt x="97029" y="401182"/>
                    <a:pt x="95951" y="401888"/>
                  </a:cubicBezTo>
                  <a:lnTo>
                    <a:pt x="13764" y="455592"/>
                  </a:lnTo>
                  <a:cubicBezTo>
                    <a:pt x="11990" y="456751"/>
                    <a:pt x="9860" y="457238"/>
                    <a:pt x="7758" y="456966"/>
                  </a:cubicBezTo>
                  <a:cubicBezTo>
                    <a:pt x="2884" y="456336"/>
                    <a:pt x="-556" y="451874"/>
                    <a:pt x="74" y="447000"/>
                  </a:cubicBezTo>
                  <a:lnTo>
                    <a:pt x="12675" y="349628"/>
                  </a:lnTo>
                  <a:cubicBezTo>
                    <a:pt x="12718" y="349564"/>
                    <a:pt x="12703" y="349557"/>
                    <a:pt x="12718" y="349450"/>
                  </a:cubicBezTo>
                  <a:cubicBezTo>
                    <a:pt x="12732" y="349344"/>
                    <a:pt x="12796" y="349237"/>
                    <a:pt x="12796" y="349130"/>
                  </a:cubicBezTo>
                  <a:cubicBezTo>
                    <a:pt x="12988" y="348036"/>
                    <a:pt x="13384" y="346988"/>
                    <a:pt x="13963" y="346040"/>
                  </a:cubicBezTo>
                  <a:lnTo>
                    <a:pt x="168187" y="100233"/>
                  </a:lnTo>
                  <a:cubicBezTo>
                    <a:pt x="170799" y="96070"/>
                    <a:pt x="176293" y="94812"/>
                    <a:pt x="180456" y="97425"/>
                  </a:cubicBezTo>
                  <a:cubicBezTo>
                    <a:pt x="184620" y="100037"/>
                    <a:pt x="185877" y="105530"/>
                    <a:pt x="183264" y="109694"/>
                  </a:cubicBezTo>
                  <a:lnTo>
                    <a:pt x="33768" y="347948"/>
                  </a:lnTo>
                  <a:lnTo>
                    <a:pt x="65532" y="367881"/>
                  </a:lnTo>
                  <a:cubicBezTo>
                    <a:pt x="69698" y="370494"/>
                    <a:pt x="70957" y="375988"/>
                    <a:pt x="68344" y="380154"/>
                  </a:cubicBezTo>
                  <a:cubicBezTo>
                    <a:pt x="65732" y="384319"/>
                    <a:pt x="60237" y="385578"/>
                    <a:pt x="56071" y="382966"/>
                  </a:cubicBezTo>
                  <a:lnTo>
                    <a:pt x="28543" y="365696"/>
                  </a:lnTo>
                  <a:lnTo>
                    <a:pt x="20207" y="430121"/>
                  </a:lnTo>
                  <a:lnTo>
                    <a:pt x="84589" y="388049"/>
                  </a:lnTo>
                  <a:lnTo>
                    <a:pt x="260426" y="107786"/>
                  </a:lnTo>
                  <a:lnTo>
                    <a:pt x="198378" y="68860"/>
                  </a:lnTo>
                  <a:cubicBezTo>
                    <a:pt x="198071" y="68609"/>
                    <a:pt x="197784" y="68335"/>
                    <a:pt x="197516" y="68042"/>
                  </a:cubicBezTo>
                  <a:cubicBezTo>
                    <a:pt x="194119" y="65234"/>
                    <a:pt x="193290" y="60362"/>
                    <a:pt x="195566" y="56588"/>
                  </a:cubicBezTo>
                  <a:lnTo>
                    <a:pt x="216374" y="23421"/>
                  </a:lnTo>
                  <a:cubicBezTo>
                    <a:pt x="223708" y="11731"/>
                    <a:pt x="235087" y="4121"/>
                    <a:pt x="247554" y="1267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8" name="Group 293">
            <a:extLst>
              <a:ext uri="{FF2B5EF4-FFF2-40B4-BE49-F238E27FC236}">
                <a16:creationId xmlns:a16="http://schemas.microsoft.com/office/drawing/2014/main" id="{371699E9-248C-A3F3-7A99-34D6B44BDFEF}"/>
              </a:ext>
            </a:extLst>
          </p:cNvPr>
          <p:cNvGrpSpPr/>
          <p:nvPr/>
        </p:nvGrpSpPr>
        <p:grpSpPr>
          <a:xfrm>
            <a:off x="4933204" y="442966"/>
            <a:ext cx="293541" cy="462991"/>
            <a:chOff x="4933204" y="442966"/>
            <a:chExt cx="293541" cy="462991"/>
          </a:xfrm>
        </p:grpSpPr>
        <p:sp>
          <p:nvSpPr>
            <p:cNvPr id="39" name="Freeform: Shape 15">
              <a:extLst>
                <a:ext uri="{FF2B5EF4-FFF2-40B4-BE49-F238E27FC236}">
                  <a16:creationId xmlns:a16="http://schemas.microsoft.com/office/drawing/2014/main" id="{14FD898C-39FA-21B4-8B5C-26165D285BEA}"/>
                </a:ext>
              </a:extLst>
            </p:cNvPr>
            <p:cNvSpPr/>
            <p:nvPr/>
          </p:nvSpPr>
          <p:spPr>
            <a:xfrm>
              <a:off x="4942133" y="460954"/>
              <a:ext cx="255118" cy="304481"/>
            </a:xfrm>
            <a:custGeom>
              <a:avLst/>
              <a:gdLst>
                <a:gd name="connsiteX0" fmla="*/ 173393 w 255118"/>
                <a:gd name="connsiteY0" fmla="*/ 299228 h 304480"/>
                <a:gd name="connsiteX1" fmla="*/ 185240 w 255118"/>
                <a:gd name="connsiteY1" fmla="*/ 304478 h 304480"/>
                <a:gd name="connsiteX2" fmla="*/ 185239 w 255118"/>
                <a:gd name="connsiteY2" fmla="*/ 304480 h 304480"/>
                <a:gd name="connsiteX3" fmla="*/ 141216 w 255118"/>
                <a:gd name="connsiteY3" fmla="*/ 0 h 304480"/>
                <a:gd name="connsiteX4" fmla="*/ 255118 w 255118"/>
                <a:gd name="connsiteY4" fmla="*/ 50480 h 304480"/>
                <a:gd name="connsiteX5" fmla="*/ 197149 w 255118"/>
                <a:gd name="connsiteY5" fmla="*/ 218584 h 304480"/>
                <a:gd name="connsiteX6" fmla="*/ 199299 w 255118"/>
                <a:gd name="connsiteY6" fmla="*/ 243258 h 304480"/>
                <a:gd name="connsiteX7" fmla="*/ 201435 w 255118"/>
                <a:gd name="connsiteY7" fmla="*/ 267932 h 304480"/>
                <a:gd name="connsiteX8" fmla="*/ 201434 w 255118"/>
                <a:gd name="connsiteY8" fmla="*/ 267934 h 304480"/>
                <a:gd name="connsiteX9" fmla="*/ 16200 w 255118"/>
                <a:gd name="connsiteY9" fmla="*/ 185845 h 304480"/>
                <a:gd name="connsiteX10" fmla="*/ 17 w 255118"/>
                <a:gd name="connsiteY10" fmla="*/ 222364 h 304480"/>
                <a:gd name="connsiteX11" fmla="*/ 0 w 255118"/>
                <a:gd name="connsiteY11" fmla="*/ 222357 h 304480"/>
                <a:gd name="connsiteX12" fmla="*/ 16195 w 255118"/>
                <a:gd name="connsiteY12" fmla="*/ 185809 h 304480"/>
                <a:gd name="connsiteX13" fmla="*/ 35915 w 255118"/>
                <a:gd name="connsiteY13" fmla="*/ 170824 h 304480"/>
                <a:gd name="connsiteX14" fmla="*/ 55634 w 255118"/>
                <a:gd name="connsiteY14" fmla="*/ 155838 h 304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118" h="304480">
                  <a:moveTo>
                    <a:pt x="173393" y="299228"/>
                  </a:moveTo>
                  <a:lnTo>
                    <a:pt x="185240" y="304478"/>
                  </a:lnTo>
                  <a:lnTo>
                    <a:pt x="185239" y="304480"/>
                  </a:lnTo>
                  <a:close/>
                  <a:moveTo>
                    <a:pt x="141216" y="0"/>
                  </a:moveTo>
                  <a:lnTo>
                    <a:pt x="255118" y="50480"/>
                  </a:lnTo>
                  <a:lnTo>
                    <a:pt x="197149" y="218584"/>
                  </a:lnTo>
                  <a:cubicBezTo>
                    <a:pt x="193580" y="226632"/>
                    <a:pt x="194392" y="235948"/>
                    <a:pt x="199299" y="243258"/>
                  </a:cubicBezTo>
                  <a:cubicBezTo>
                    <a:pt x="204201" y="250570"/>
                    <a:pt x="205008" y="259886"/>
                    <a:pt x="201435" y="267932"/>
                  </a:cubicBezTo>
                  <a:lnTo>
                    <a:pt x="201434" y="267934"/>
                  </a:lnTo>
                  <a:lnTo>
                    <a:pt x="16200" y="185845"/>
                  </a:lnTo>
                  <a:lnTo>
                    <a:pt x="17" y="222364"/>
                  </a:lnTo>
                  <a:lnTo>
                    <a:pt x="0" y="222357"/>
                  </a:lnTo>
                  <a:lnTo>
                    <a:pt x="16195" y="185809"/>
                  </a:lnTo>
                  <a:cubicBezTo>
                    <a:pt x="19758" y="177758"/>
                    <a:pt x="27204" y="172100"/>
                    <a:pt x="35915" y="170824"/>
                  </a:cubicBezTo>
                  <a:cubicBezTo>
                    <a:pt x="44625" y="169547"/>
                    <a:pt x="52071" y="163889"/>
                    <a:pt x="55634" y="155838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" name="Freeform: Shape 16">
              <a:extLst>
                <a:ext uri="{FF2B5EF4-FFF2-40B4-BE49-F238E27FC236}">
                  <a16:creationId xmlns:a16="http://schemas.microsoft.com/office/drawing/2014/main" id="{9ED9C356-21A6-EAF9-643E-707A82A50BD5}"/>
                </a:ext>
              </a:extLst>
            </p:cNvPr>
            <p:cNvSpPr/>
            <p:nvPr/>
          </p:nvSpPr>
          <p:spPr>
            <a:xfrm>
              <a:off x="4933204" y="442966"/>
              <a:ext cx="293541" cy="462991"/>
            </a:xfrm>
            <a:custGeom>
              <a:avLst/>
              <a:gdLst>
                <a:gd name="connsiteX0" fmla="*/ 89679 w 293541"/>
                <a:gd name="connsiteY0" fmla="*/ 308203 h 462990"/>
                <a:gd name="connsiteX1" fmla="*/ 89697 w 293541"/>
                <a:gd name="connsiteY1" fmla="*/ 308211 h 462990"/>
                <a:gd name="connsiteX2" fmla="*/ 94206 w 293541"/>
                <a:gd name="connsiteY2" fmla="*/ 319949 h 462990"/>
                <a:gd name="connsiteX3" fmla="*/ 33198 w 293541"/>
                <a:gd name="connsiteY3" fmla="*/ 457621 h 462990"/>
                <a:gd name="connsiteX4" fmla="*/ 33128 w 293541"/>
                <a:gd name="connsiteY4" fmla="*/ 457778 h 462990"/>
                <a:gd name="connsiteX5" fmla="*/ 21342 w 293541"/>
                <a:gd name="connsiteY5" fmla="*/ 462189 h 462990"/>
                <a:gd name="connsiteX6" fmla="*/ 16931 w 293541"/>
                <a:gd name="connsiteY6" fmla="*/ 450403 h 462990"/>
                <a:gd name="connsiteX7" fmla="*/ 77940 w 293541"/>
                <a:gd name="connsiteY7" fmla="*/ 312730 h 462990"/>
                <a:gd name="connsiteX8" fmla="*/ 89679 w 293541"/>
                <a:gd name="connsiteY8" fmla="*/ 308203 h 462990"/>
                <a:gd name="connsiteX9" fmla="*/ 133324 w 293541"/>
                <a:gd name="connsiteY9" fmla="*/ 840 h 462990"/>
                <a:gd name="connsiteX10" fmla="*/ 288073 w 293541"/>
                <a:gd name="connsiteY10" fmla="*/ 69416 h 462990"/>
                <a:gd name="connsiteX11" fmla="*/ 288080 w 293541"/>
                <a:gd name="connsiteY11" fmla="*/ 69437 h 462990"/>
                <a:gd name="connsiteX12" fmla="*/ 288413 w 293541"/>
                <a:gd name="connsiteY12" fmla="*/ 69584 h 462990"/>
                <a:gd name="connsiteX13" fmla="*/ 292700 w 293541"/>
                <a:gd name="connsiteY13" fmla="*/ 81416 h 462990"/>
                <a:gd name="connsiteX14" fmla="*/ 280869 w 293541"/>
                <a:gd name="connsiteY14" fmla="*/ 85704 h 462990"/>
                <a:gd name="connsiteX15" fmla="*/ 154011 w 293541"/>
                <a:gd name="connsiteY15" fmla="*/ 29465 h 462990"/>
                <a:gd name="connsiteX16" fmla="*/ 72558 w 293541"/>
                <a:gd name="connsiteY16" fmla="*/ 177836 h 462990"/>
                <a:gd name="connsiteX17" fmla="*/ 46161 w 293541"/>
                <a:gd name="connsiteY17" fmla="*/ 197647 h 462990"/>
                <a:gd name="connsiteX18" fmla="*/ 33290 w 293541"/>
                <a:gd name="connsiteY18" fmla="*/ 207436 h 462990"/>
                <a:gd name="connsiteX19" fmla="*/ 20697 w 293541"/>
                <a:gd name="connsiteY19" fmla="*/ 235847 h 462990"/>
                <a:gd name="connsiteX20" fmla="*/ 189634 w 293541"/>
                <a:gd name="connsiteY20" fmla="*/ 310730 h 462990"/>
                <a:gd name="connsiteX21" fmla="*/ 198618 w 293541"/>
                <a:gd name="connsiteY21" fmla="*/ 290456 h 462990"/>
                <a:gd name="connsiteX22" fmla="*/ 60883 w 293541"/>
                <a:gd name="connsiteY22" fmla="*/ 229412 h 462990"/>
                <a:gd name="connsiteX23" fmla="*/ 60550 w 293541"/>
                <a:gd name="connsiteY23" fmla="*/ 229264 h 462990"/>
                <a:gd name="connsiteX24" fmla="*/ 56263 w 293541"/>
                <a:gd name="connsiteY24" fmla="*/ 217433 h 462990"/>
                <a:gd name="connsiteX25" fmla="*/ 68094 w 293541"/>
                <a:gd name="connsiteY25" fmla="*/ 213145 h 462990"/>
                <a:gd name="connsiteX26" fmla="*/ 203409 w 293541"/>
                <a:gd name="connsiteY26" fmla="*/ 273107 h 462990"/>
                <a:gd name="connsiteX27" fmla="*/ 200832 w 293541"/>
                <a:gd name="connsiteY27" fmla="*/ 266209 h 462990"/>
                <a:gd name="connsiteX28" fmla="*/ 197785 w 293541"/>
                <a:gd name="connsiteY28" fmla="*/ 233341 h 462990"/>
                <a:gd name="connsiteX29" fmla="*/ 243780 w 293541"/>
                <a:gd name="connsiteY29" fmla="*/ 100048 h 462990"/>
                <a:gd name="connsiteX30" fmla="*/ 243920 w 293541"/>
                <a:gd name="connsiteY30" fmla="*/ 99642 h 462990"/>
                <a:gd name="connsiteX31" fmla="*/ 255361 w 293541"/>
                <a:gd name="connsiteY31" fmla="*/ 94402 h 462990"/>
                <a:gd name="connsiteX32" fmla="*/ 260602 w 293541"/>
                <a:gd name="connsiteY32" fmla="*/ 105843 h 462990"/>
                <a:gd name="connsiteX33" fmla="*/ 214464 w 293541"/>
                <a:gd name="connsiteY33" fmla="*/ 239456 h 462990"/>
                <a:gd name="connsiteX34" fmla="*/ 214194 w 293541"/>
                <a:gd name="connsiteY34" fmla="*/ 240168 h 462990"/>
                <a:gd name="connsiteX35" fmla="*/ 215618 w 293541"/>
                <a:gd name="connsiteY35" fmla="*/ 256299 h 462990"/>
                <a:gd name="connsiteX36" fmla="*/ 218501 w 293541"/>
                <a:gd name="connsiteY36" fmla="*/ 289530 h 462990"/>
                <a:gd name="connsiteX37" fmla="*/ 202305 w 293541"/>
                <a:gd name="connsiteY37" fmla="*/ 326078 h 462990"/>
                <a:gd name="connsiteX38" fmla="*/ 202301 w 293541"/>
                <a:gd name="connsiteY38" fmla="*/ 326088 h 462990"/>
                <a:gd name="connsiteX39" fmla="*/ 190566 w 293541"/>
                <a:gd name="connsiteY39" fmla="*/ 330606 h 462990"/>
                <a:gd name="connsiteX40" fmla="*/ 5292 w 293541"/>
                <a:gd name="connsiteY40" fmla="*/ 248511 h 462990"/>
                <a:gd name="connsiteX41" fmla="*/ 764 w 293541"/>
                <a:gd name="connsiteY41" fmla="*/ 236772 h 462990"/>
                <a:gd name="connsiteX42" fmla="*/ 17002 w 293541"/>
                <a:gd name="connsiteY42" fmla="*/ 200239 h 462990"/>
                <a:gd name="connsiteX43" fmla="*/ 43555 w 293541"/>
                <a:gd name="connsiteY43" fmla="*/ 180057 h 462990"/>
                <a:gd name="connsiteX44" fmla="*/ 56426 w 293541"/>
                <a:gd name="connsiteY44" fmla="*/ 170268 h 462990"/>
                <a:gd name="connsiteX45" fmla="*/ 56761 w 293541"/>
                <a:gd name="connsiteY45" fmla="*/ 169556 h 462990"/>
                <a:gd name="connsiteX46" fmla="*/ 137681 w 293541"/>
                <a:gd name="connsiteY46" fmla="*/ 22232 h 462990"/>
                <a:gd name="connsiteX47" fmla="*/ 126112 w 293541"/>
                <a:gd name="connsiteY47" fmla="*/ 17107 h 462990"/>
                <a:gd name="connsiteX48" fmla="*/ 125780 w 293541"/>
                <a:gd name="connsiteY48" fmla="*/ 16959 h 462990"/>
                <a:gd name="connsiteX49" fmla="*/ 121492 w 293541"/>
                <a:gd name="connsiteY49" fmla="*/ 5128 h 462990"/>
                <a:gd name="connsiteX50" fmla="*/ 133324 w 293541"/>
                <a:gd name="connsiteY50" fmla="*/ 840 h 46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93541" h="462990">
                  <a:moveTo>
                    <a:pt x="89679" y="308203"/>
                  </a:moveTo>
                  <a:cubicBezTo>
                    <a:pt x="89685" y="308205"/>
                    <a:pt x="89691" y="308208"/>
                    <a:pt x="89697" y="308211"/>
                  </a:cubicBezTo>
                  <a:cubicBezTo>
                    <a:pt x="94183" y="310207"/>
                    <a:pt x="96202" y="315462"/>
                    <a:pt x="94206" y="319949"/>
                  </a:cubicBezTo>
                  <a:lnTo>
                    <a:pt x="33198" y="457621"/>
                  </a:lnTo>
                  <a:cubicBezTo>
                    <a:pt x="33175" y="457673"/>
                    <a:pt x="33152" y="457726"/>
                    <a:pt x="33128" y="457778"/>
                  </a:cubicBezTo>
                  <a:cubicBezTo>
                    <a:pt x="31092" y="462250"/>
                    <a:pt x="25815" y="464225"/>
                    <a:pt x="21342" y="462189"/>
                  </a:cubicBezTo>
                  <a:cubicBezTo>
                    <a:pt x="16869" y="460152"/>
                    <a:pt x="14895" y="454875"/>
                    <a:pt x="16931" y="450403"/>
                  </a:cubicBezTo>
                  <a:lnTo>
                    <a:pt x="77940" y="312730"/>
                  </a:lnTo>
                  <a:cubicBezTo>
                    <a:pt x="79935" y="308242"/>
                    <a:pt x="85187" y="306217"/>
                    <a:pt x="89679" y="308203"/>
                  </a:cubicBezTo>
                  <a:close/>
                  <a:moveTo>
                    <a:pt x="133324" y="840"/>
                  </a:moveTo>
                  <a:lnTo>
                    <a:pt x="288073" y="69416"/>
                  </a:lnTo>
                  <a:lnTo>
                    <a:pt x="288080" y="69437"/>
                  </a:lnTo>
                  <a:cubicBezTo>
                    <a:pt x="288192" y="69484"/>
                    <a:pt x="288303" y="69533"/>
                    <a:pt x="288413" y="69584"/>
                  </a:cubicBezTo>
                  <a:cubicBezTo>
                    <a:pt x="292864" y="71668"/>
                    <a:pt x="294783" y="76965"/>
                    <a:pt x="292700" y="81416"/>
                  </a:cubicBezTo>
                  <a:cubicBezTo>
                    <a:pt x="290617" y="85867"/>
                    <a:pt x="285320" y="87787"/>
                    <a:pt x="280869" y="85704"/>
                  </a:cubicBezTo>
                  <a:lnTo>
                    <a:pt x="154011" y="29465"/>
                  </a:lnTo>
                  <a:lnTo>
                    <a:pt x="72558" y="177836"/>
                  </a:lnTo>
                  <a:cubicBezTo>
                    <a:pt x="67714" y="188509"/>
                    <a:pt x="57763" y="195978"/>
                    <a:pt x="46161" y="197647"/>
                  </a:cubicBezTo>
                  <a:cubicBezTo>
                    <a:pt x="40470" y="198472"/>
                    <a:pt x="35605" y="202172"/>
                    <a:pt x="33290" y="207436"/>
                  </a:cubicBezTo>
                  <a:lnTo>
                    <a:pt x="20697" y="235847"/>
                  </a:lnTo>
                  <a:lnTo>
                    <a:pt x="189634" y="310730"/>
                  </a:lnTo>
                  <a:lnTo>
                    <a:pt x="198618" y="290456"/>
                  </a:lnTo>
                  <a:lnTo>
                    <a:pt x="60883" y="229412"/>
                  </a:lnTo>
                  <a:cubicBezTo>
                    <a:pt x="60771" y="229365"/>
                    <a:pt x="60660" y="229316"/>
                    <a:pt x="60550" y="229264"/>
                  </a:cubicBezTo>
                  <a:cubicBezTo>
                    <a:pt x="56099" y="227181"/>
                    <a:pt x="54179" y="221884"/>
                    <a:pt x="56263" y="217433"/>
                  </a:cubicBezTo>
                  <a:cubicBezTo>
                    <a:pt x="58346" y="212982"/>
                    <a:pt x="63643" y="211062"/>
                    <a:pt x="68094" y="213145"/>
                  </a:cubicBezTo>
                  <a:lnTo>
                    <a:pt x="203409" y="273107"/>
                  </a:lnTo>
                  <a:cubicBezTo>
                    <a:pt x="203076" y="270644"/>
                    <a:pt x="202195" y="268287"/>
                    <a:pt x="200832" y="266209"/>
                  </a:cubicBezTo>
                  <a:cubicBezTo>
                    <a:pt x="194283" y="256488"/>
                    <a:pt x="193134" y="244101"/>
                    <a:pt x="197785" y="233341"/>
                  </a:cubicBezTo>
                  <a:lnTo>
                    <a:pt x="243780" y="100048"/>
                  </a:lnTo>
                  <a:cubicBezTo>
                    <a:pt x="243823" y="99912"/>
                    <a:pt x="243870" y="99776"/>
                    <a:pt x="243920" y="99642"/>
                  </a:cubicBezTo>
                  <a:cubicBezTo>
                    <a:pt x="245632" y="95036"/>
                    <a:pt x="250754" y="92689"/>
                    <a:pt x="255361" y="94402"/>
                  </a:cubicBezTo>
                  <a:cubicBezTo>
                    <a:pt x="259967" y="96114"/>
                    <a:pt x="262314" y="101236"/>
                    <a:pt x="260602" y="105843"/>
                  </a:cubicBezTo>
                  <a:lnTo>
                    <a:pt x="214464" y="239456"/>
                  </a:lnTo>
                  <a:cubicBezTo>
                    <a:pt x="214386" y="239713"/>
                    <a:pt x="214294" y="239940"/>
                    <a:pt x="214194" y="240168"/>
                  </a:cubicBezTo>
                  <a:cubicBezTo>
                    <a:pt x="211854" y="245431"/>
                    <a:pt x="212392" y="251528"/>
                    <a:pt x="215618" y="256299"/>
                  </a:cubicBezTo>
                  <a:cubicBezTo>
                    <a:pt x="222251" y="266136"/>
                    <a:pt x="223341" y="278698"/>
                    <a:pt x="218501" y="289530"/>
                  </a:cubicBezTo>
                  <a:lnTo>
                    <a:pt x="202305" y="326078"/>
                  </a:lnTo>
                  <a:cubicBezTo>
                    <a:pt x="202304" y="326081"/>
                    <a:pt x="202303" y="326085"/>
                    <a:pt x="202301" y="326088"/>
                  </a:cubicBezTo>
                  <a:cubicBezTo>
                    <a:pt x="200308" y="330576"/>
                    <a:pt x="195055" y="332599"/>
                    <a:pt x="190566" y="330606"/>
                  </a:cubicBezTo>
                  <a:lnTo>
                    <a:pt x="5292" y="248511"/>
                  </a:lnTo>
                  <a:cubicBezTo>
                    <a:pt x="801" y="246519"/>
                    <a:pt x="-1226" y="241264"/>
                    <a:pt x="764" y="236772"/>
                  </a:cubicBezTo>
                  <a:lnTo>
                    <a:pt x="17002" y="200239"/>
                  </a:lnTo>
                  <a:cubicBezTo>
                    <a:pt x="21774" y="189377"/>
                    <a:pt x="31813" y="181747"/>
                    <a:pt x="43555" y="180057"/>
                  </a:cubicBezTo>
                  <a:cubicBezTo>
                    <a:pt x="49247" y="179232"/>
                    <a:pt x="54111" y="175533"/>
                    <a:pt x="56426" y="170268"/>
                  </a:cubicBezTo>
                  <a:cubicBezTo>
                    <a:pt x="56526" y="170005"/>
                    <a:pt x="56640" y="169777"/>
                    <a:pt x="56761" y="169556"/>
                  </a:cubicBezTo>
                  <a:lnTo>
                    <a:pt x="137681" y="22232"/>
                  </a:lnTo>
                  <a:lnTo>
                    <a:pt x="126112" y="17107"/>
                  </a:lnTo>
                  <a:cubicBezTo>
                    <a:pt x="126001" y="17060"/>
                    <a:pt x="125890" y="17011"/>
                    <a:pt x="125780" y="16959"/>
                  </a:cubicBezTo>
                  <a:cubicBezTo>
                    <a:pt x="121329" y="14876"/>
                    <a:pt x="119409" y="9579"/>
                    <a:pt x="121492" y="5128"/>
                  </a:cubicBezTo>
                  <a:cubicBezTo>
                    <a:pt x="123576" y="677"/>
                    <a:pt x="128873" y="-1243"/>
                    <a:pt x="133324" y="84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1" name="Group 292">
            <a:extLst>
              <a:ext uri="{FF2B5EF4-FFF2-40B4-BE49-F238E27FC236}">
                <a16:creationId xmlns:a16="http://schemas.microsoft.com/office/drawing/2014/main" id="{2EC5A20B-6FD7-92D7-3715-C95ABE002B81}"/>
              </a:ext>
            </a:extLst>
          </p:cNvPr>
          <p:cNvGrpSpPr/>
          <p:nvPr/>
        </p:nvGrpSpPr>
        <p:grpSpPr>
          <a:xfrm>
            <a:off x="5922673" y="442553"/>
            <a:ext cx="348823" cy="462724"/>
            <a:chOff x="5922673" y="442553"/>
            <a:chExt cx="348823" cy="462724"/>
          </a:xfrm>
        </p:grpSpPr>
        <p:sp>
          <p:nvSpPr>
            <p:cNvPr id="42" name="Freeform: Shape 18">
              <a:extLst>
                <a:ext uri="{FF2B5EF4-FFF2-40B4-BE49-F238E27FC236}">
                  <a16:creationId xmlns:a16="http://schemas.microsoft.com/office/drawing/2014/main" id="{C97E046F-9B8C-DCF1-7770-0431401BCD20}"/>
                </a:ext>
              </a:extLst>
            </p:cNvPr>
            <p:cNvSpPr/>
            <p:nvPr/>
          </p:nvSpPr>
          <p:spPr>
            <a:xfrm>
              <a:off x="5954857" y="493765"/>
              <a:ext cx="284753" cy="403696"/>
            </a:xfrm>
            <a:custGeom>
              <a:avLst/>
              <a:gdLst>
                <a:gd name="connsiteX0" fmla="*/ 0 w 284753"/>
                <a:gd name="connsiteY0" fmla="*/ 197292 h 403696"/>
                <a:gd name="connsiteX1" fmla="*/ 284753 w 284753"/>
                <a:gd name="connsiteY1" fmla="*/ 197292 h 403696"/>
                <a:gd name="connsiteX2" fmla="*/ 256278 w 284753"/>
                <a:gd name="connsiteY2" fmla="*/ 403696 h 403696"/>
                <a:gd name="connsiteX3" fmla="*/ 28475 w 284753"/>
                <a:gd name="connsiteY3" fmla="*/ 403696 h 403696"/>
                <a:gd name="connsiteX4" fmla="*/ 244887 w 284753"/>
                <a:gd name="connsiteY4" fmla="*/ 0 h 403696"/>
                <a:gd name="connsiteX5" fmla="*/ 220719 w 284753"/>
                <a:gd name="connsiteY5" fmla="*/ 69423 h 403696"/>
                <a:gd name="connsiteX6" fmla="*/ 175457 w 284753"/>
                <a:gd name="connsiteY6" fmla="*/ 71383 h 403696"/>
                <a:gd name="connsiteX7" fmla="*/ 173497 w 284753"/>
                <a:gd name="connsiteY7" fmla="*/ 26122 h 403696"/>
                <a:gd name="connsiteX8" fmla="*/ 175457 w 284753"/>
                <a:gd name="connsiteY8" fmla="*/ 24161 h 403696"/>
                <a:gd name="connsiteX9" fmla="*/ 244887 w 284753"/>
                <a:gd name="connsiteY9" fmla="*/ 0 h 403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4753" h="403696">
                  <a:moveTo>
                    <a:pt x="0" y="197292"/>
                  </a:moveTo>
                  <a:lnTo>
                    <a:pt x="284753" y="197292"/>
                  </a:lnTo>
                  <a:lnTo>
                    <a:pt x="256278" y="403696"/>
                  </a:lnTo>
                  <a:lnTo>
                    <a:pt x="28475" y="403696"/>
                  </a:lnTo>
                  <a:close/>
                  <a:moveTo>
                    <a:pt x="244887" y="0"/>
                  </a:moveTo>
                  <a:cubicBezTo>
                    <a:pt x="244887" y="0"/>
                    <a:pt x="233220" y="56922"/>
                    <a:pt x="220719" y="69423"/>
                  </a:cubicBezTo>
                  <a:cubicBezTo>
                    <a:pt x="208762" y="82463"/>
                    <a:pt x="188497" y="83341"/>
                    <a:pt x="175457" y="71383"/>
                  </a:cubicBezTo>
                  <a:cubicBezTo>
                    <a:pt x="162417" y="59426"/>
                    <a:pt x="161540" y="39162"/>
                    <a:pt x="173497" y="26122"/>
                  </a:cubicBezTo>
                  <a:cubicBezTo>
                    <a:pt x="174122" y="25440"/>
                    <a:pt x="174776" y="24786"/>
                    <a:pt x="175457" y="24161"/>
                  </a:cubicBezTo>
                  <a:cubicBezTo>
                    <a:pt x="187937" y="11661"/>
                    <a:pt x="244887" y="0"/>
                    <a:pt x="244887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" name="Freeform: Shape 19">
              <a:extLst>
                <a:ext uri="{FF2B5EF4-FFF2-40B4-BE49-F238E27FC236}">
                  <a16:creationId xmlns:a16="http://schemas.microsoft.com/office/drawing/2014/main" id="{79D60657-695F-6C6F-7F28-2E8E2550EA6B}"/>
                </a:ext>
              </a:extLst>
            </p:cNvPr>
            <p:cNvSpPr/>
            <p:nvPr/>
          </p:nvSpPr>
          <p:spPr>
            <a:xfrm>
              <a:off x="5922673" y="442553"/>
              <a:ext cx="348823" cy="462724"/>
            </a:xfrm>
            <a:custGeom>
              <a:avLst/>
              <a:gdLst>
                <a:gd name="connsiteX0" fmla="*/ 340216 w 348822"/>
                <a:gd name="connsiteY0" fmla="*/ 188030 h 462724"/>
                <a:gd name="connsiteX1" fmla="*/ 188585 w 348822"/>
                <a:gd name="connsiteY1" fmla="*/ 188030 h 462724"/>
                <a:gd name="connsiteX2" fmla="*/ 190984 w 348822"/>
                <a:gd name="connsiteY2" fmla="*/ 150207 h 462724"/>
                <a:gd name="connsiteX3" fmla="*/ 190123 w 348822"/>
                <a:gd name="connsiteY3" fmla="*/ 147645 h 462724"/>
                <a:gd name="connsiteX4" fmla="*/ 207087 w 348822"/>
                <a:gd name="connsiteY4" fmla="*/ 131656 h 462724"/>
                <a:gd name="connsiteX5" fmla="*/ 259183 w 348822"/>
                <a:gd name="connsiteY5" fmla="*/ 126929 h 462724"/>
                <a:gd name="connsiteX6" fmla="*/ 285771 w 348822"/>
                <a:gd name="connsiteY6" fmla="*/ 53000 h 462724"/>
                <a:gd name="connsiteX7" fmla="*/ 278846 w 348822"/>
                <a:gd name="connsiteY7" fmla="*/ 42492 h 462724"/>
                <a:gd name="connsiteX8" fmla="*/ 275264 w 348822"/>
                <a:gd name="connsiteY8" fmla="*/ 42492 h 462724"/>
                <a:gd name="connsiteX9" fmla="*/ 201335 w 348822"/>
                <a:gd name="connsiteY9" fmla="*/ 69074 h 462724"/>
                <a:gd name="connsiteX10" fmla="*/ 195056 w 348822"/>
                <a:gd name="connsiteY10" fmla="*/ 118521 h 462724"/>
                <a:gd name="connsiteX11" fmla="*/ 181530 w 348822"/>
                <a:gd name="connsiteY11" fmla="*/ 131243 h 462724"/>
                <a:gd name="connsiteX12" fmla="*/ 152343 w 348822"/>
                <a:gd name="connsiteY12" fmla="*/ 108327 h 462724"/>
                <a:gd name="connsiteX13" fmla="*/ 122102 w 348822"/>
                <a:gd name="connsiteY13" fmla="*/ 53605 h 462724"/>
                <a:gd name="connsiteX14" fmla="*/ 175572 w 348822"/>
                <a:gd name="connsiteY14" fmla="*/ 17797 h 462724"/>
                <a:gd name="connsiteX15" fmla="*/ 184470 w 348822"/>
                <a:gd name="connsiteY15" fmla="*/ 8899 h 462724"/>
                <a:gd name="connsiteX16" fmla="*/ 175572 w 348822"/>
                <a:gd name="connsiteY16" fmla="*/ 0 h 462724"/>
                <a:gd name="connsiteX17" fmla="*/ 104775 w 348822"/>
                <a:gd name="connsiteY17" fmla="*/ 49547 h 462724"/>
                <a:gd name="connsiteX18" fmla="*/ 144434 w 348822"/>
                <a:gd name="connsiteY18" fmla="*/ 124295 h 462724"/>
                <a:gd name="connsiteX19" fmla="*/ 173721 w 348822"/>
                <a:gd name="connsiteY19" fmla="*/ 154728 h 462724"/>
                <a:gd name="connsiteX20" fmla="*/ 169250 w 348822"/>
                <a:gd name="connsiteY20" fmla="*/ 188051 h 462724"/>
                <a:gd name="connsiteX21" fmla="*/ 8899 w 348822"/>
                <a:gd name="connsiteY21" fmla="*/ 188051 h 462724"/>
                <a:gd name="connsiteX22" fmla="*/ 0 w 348822"/>
                <a:gd name="connsiteY22" fmla="*/ 196950 h 462724"/>
                <a:gd name="connsiteX23" fmla="*/ 0 w 348822"/>
                <a:gd name="connsiteY23" fmla="*/ 248526 h 462724"/>
                <a:gd name="connsiteX24" fmla="*/ 8899 w 348822"/>
                <a:gd name="connsiteY24" fmla="*/ 257424 h 462724"/>
                <a:gd name="connsiteX25" fmla="*/ 24425 w 348822"/>
                <a:gd name="connsiteY25" fmla="*/ 257424 h 462724"/>
                <a:gd name="connsiteX26" fmla="*/ 51846 w 348822"/>
                <a:gd name="connsiteY26" fmla="*/ 456147 h 462724"/>
                <a:gd name="connsiteX27" fmla="*/ 60660 w 348822"/>
                <a:gd name="connsiteY27" fmla="*/ 463806 h 462724"/>
                <a:gd name="connsiteX28" fmla="*/ 288462 w 348822"/>
                <a:gd name="connsiteY28" fmla="*/ 463806 h 462724"/>
                <a:gd name="connsiteX29" fmla="*/ 297275 w 348822"/>
                <a:gd name="connsiteY29" fmla="*/ 456147 h 462724"/>
                <a:gd name="connsiteX30" fmla="*/ 319586 w 348822"/>
                <a:gd name="connsiteY30" fmla="*/ 294421 h 462724"/>
                <a:gd name="connsiteX31" fmla="*/ 311987 w 348822"/>
                <a:gd name="connsiteY31" fmla="*/ 284387 h 462724"/>
                <a:gd name="connsiteX32" fmla="*/ 301953 w 348822"/>
                <a:gd name="connsiteY32" fmla="*/ 291986 h 462724"/>
                <a:gd name="connsiteX33" fmla="*/ 280703 w 348822"/>
                <a:gd name="connsiteY33" fmla="*/ 446009 h 462724"/>
                <a:gd name="connsiteX34" fmla="*/ 68419 w 348822"/>
                <a:gd name="connsiteY34" fmla="*/ 446009 h 462724"/>
                <a:gd name="connsiteX35" fmla="*/ 42393 w 348822"/>
                <a:gd name="connsiteY35" fmla="*/ 257403 h 462724"/>
                <a:gd name="connsiteX36" fmla="*/ 72228 w 348822"/>
                <a:gd name="connsiteY36" fmla="*/ 257403 h 462724"/>
                <a:gd name="connsiteX37" fmla="*/ 81126 w 348822"/>
                <a:gd name="connsiteY37" fmla="*/ 248504 h 462724"/>
                <a:gd name="connsiteX38" fmla="*/ 72228 w 348822"/>
                <a:gd name="connsiteY38" fmla="*/ 239606 h 462724"/>
                <a:gd name="connsiteX39" fmla="*/ 17797 w 348822"/>
                <a:gd name="connsiteY39" fmla="*/ 239606 h 462724"/>
                <a:gd name="connsiteX40" fmla="*/ 17797 w 348822"/>
                <a:gd name="connsiteY40" fmla="*/ 205827 h 462724"/>
                <a:gd name="connsiteX41" fmla="*/ 331318 w 348822"/>
                <a:gd name="connsiteY41" fmla="*/ 205827 h 462724"/>
                <a:gd name="connsiteX42" fmla="*/ 331318 w 348822"/>
                <a:gd name="connsiteY42" fmla="*/ 239606 h 462724"/>
                <a:gd name="connsiteX43" fmla="*/ 119255 w 348822"/>
                <a:gd name="connsiteY43" fmla="*/ 239606 h 462724"/>
                <a:gd name="connsiteX44" fmla="*/ 110356 w 348822"/>
                <a:gd name="connsiteY44" fmla="*/ 248504 h 462724"/>
                <a:gd name="connsiteX45" fmla="*/ 119255 w 348822"/>
                <a:gd name="connsiteY45" fmla="*/ 257403 h 462724"/>
                <a:gd name="connsiteX46" fmla="*/ 340216 w 348822"/>
                <a:gd name="connsiteY46" fmla="*/ 257403 h 462724"/>
                <a:gd name="connsiteX47" fmla="*/ 349115 w 348822"/>
                <a:gd name="connsiteY47" fmla="*/ 248504 h 462724"/>
                <a:gd name="connsiteX48" fmla="*/ 349115 w 348822"/>
                <a:gd name="connsiteY48" fmla="*/ 196928 h 462724"/>
                <a:gd name="connsiteX49" fmla="*/ 340216 w 348822"/>
                <a:gd name="connsiteY49" fmla="*/ 188030 h 462724"/>
                <a:gd name="connsiteX50" fmla="*/ 213935 w 348822"/>
                <a:gd name="connsiteY50" fmla="*/ 81696 h 462724"/>
                <a:gd name="connsiteX51" fmla="*/ 265298 w 348822"/>
                <a:gd name="connsiteY51" fmla="*/ 63016 h 462724"/>
                <a:gd name="connsiteX52" fmla="*/ 246611 w 348822"/>
                <a:gd name="connsiteY52" fmla="*/ 114378 h 462724"/>
                <a:gd name="connsiteX53" fmla="*/ 220691 w 348822"/>
                <a:gd name="connsiteY53" fmla="*/ 118877 h 462724"/>
                <a:gd name="connsiteX54" fmla="*/ 243777 w 348822"/>
                <a:gd name="connsiteY54" fmla="*/ 97122 h 462724"/>
                <a:gd name="connsiteX55" fmla="*/ 244151 w 348822"/>
                <a:gd name="connsiteY55" fmla="*/ 84540 h 462724"/>
                <a:gd name="connsiteX56" fmla="*/ 231569 w 348822"/>
                <a:gd name="connsiteY56" fmla="*/ 84166 h 462724"/>
                <a:gd name="connsiteX57" fmla="*/ 208596 w 348822"/>
                <a:gd name="connsiteY57" fmla="*/ 105814 h 462724"/>
                <a:gd name="connsiteX58" fmla="*/ 213935 w 348822"/>
                <a:gd name="connsiteY58" fmla="*/ 81696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48822" h="462724">
                  <a:moveTo>
                    <a:pt x="340216" y="188030"/>
                  </a:moveTo>
                  <a:lnTo>
                    <a:pt x="188585" y="188030"/>
                  </a:lnTo>
                  <a:cubicBezTo>
                    <a:pt x="193232" y="175964"/>
                    <a:pt x="194069" y="162764"/>
                    <a:pt x="190984" y="150207"/>
                  </a:cubicBezTo>
                  <a:cubicBezTo>
                    <a:pt x="190749" y="149332"/>
                    <a:pt x="190400" y="148506"/>
                    <a:pt x="190123" y="147645"/>
                  </a:cubicBezTo>
                  <a:lnTo>
                    <a:pt x="207087" y="131656"/>
                  </a:lnTo>
                  <a:cubicBezTo>
                    <a:pt x="223310" y="142887"/>
                    <a:pt x="245246" y="140897"/>
                    <a:pt x="259183" y="126929"/>
                  </a:cubicBezTo>
                  <a:cubicBezTo>
                    <a:pt x="272879" y="113232"/>
                    <a:pt x="283735" y="62945"/>
                    <a:pt x="285771" y="53000"/>
                  </a:cubicBezTo>
                  <a:cubicBezTo>
                    <a:pt x="286761" y="48186"/>
                    <a:pt x="283660" y="43481"/>
                    <a:pt x="278846" y="42492"/>
                  </a:cubicBezTo>
                  <a:cubicBezTo>
                    <a:pt x="277664" y="42250"/>
                    <a:pt x="276446" y="42250"/>
                    <a:pt x="275264" y="42492"/>
                  </a:cubicBezTo>
                  <a:cubicBezTo>
                    <a:pt x="265298" y="44528"/>
                    <a:pt x="215024" y="55377"/>
                    <a:pt x="201335" y="69074"/>
                  </a:cubicBezTo>
                  <a:cubicBezTo>
                    <a:pt x="188268" y="82224"/>
                    <a:pt x="185690" y="102523"/>
                    <a:pt x="195056" y="118521"/>
                  </a:cubicBezTo>
                  <a:lnTo>
                    <a:pt x="181530" y="131243"/>
                  </a:lnTo>
                  <a:cubicBezTo>
                    <a:pt x="173709" y="121446"/>
                    <a:pt x="163717" y="113601"/>
                    <a:pt x="152343" y="108327"/>
                  </a:cubicBezTo>
                  <a:cubicBezTo>
                    <a:pt x="128901" y="96695"/>
                    <a:pt x="117034" y="75218"/>
                    <a:pt x="122102" y="53605"/>
                  </a:cubicBezTo>
                  <a:cubicBezTo>
                    <a:pt x="126160" y="36292"/>
                    <a:pt x="142341" y="17797"/>
                    <a:pt x="175572" y="17797"/>
                  </a:cubicBezTo>
                  <a:cubicBezTo>
                    <a:pt x="180486" y="17797"/>
                    <a:pt x="184470" y="13813"/>
                    <a:pt x="184470" y="8899"/>
                  </a:cubicBezTo>
                  <a:cubicBezTo>
                    <a:pt x="184470" y="3984"/>
                    <a:pt x="180486" y="0"/>
                    <a:pt x="175572" y="0"/>
                  </a:cubicBezTo>
                  <a:cubicBezTo>
                    <a:pt x="139622" y="0"/>
                    <a:pt x="111837" y="19442"/>
                    <a:pt x="104775" y="49547"/>
                  </a:cubicBezTo>
                  <a:cubicBezTo>
                    <a:pt x="99023" y="74079"/>
                    <a:pt x="109046" y="106704"/>
                    <a:pt x="144434" y="124295"/>
                  </a:cubicBezTo>
                  <a:cubicBezTo>
                    <a:pt x="160530" y="132282"/>
                    <a:pt x="170382" y="142526"/>
                    <a:pt x="173721" y="154728"/>
                  </a:cubicBezTo>
                  <a:cubicBezTo>
                    <a:pt x="176197" y="166016"/>
                    <a:pt x="174614" y="177815"/>
                    <a:pt x="169250" y="188051"/>
                  </a:cubicBezTo>
                  <a:lnTo>
                    <a:pt x="8899" y="188051"/>
                  </a:lnTo>
                  <a:cubicBezTo>
                    <a:pt x="3984" y="188051"/>
                    <a:pt x="0" y="192035"/>
                    <a:pt x="0" y="196950"/>
                  </a:cubicBezTo>
                  <a:lnTo>
                    <a:pt x="0" y="248526"/>
                  </a:lnTo>
                  <a:cubicBezTo>
                    <a:pt x="0" y="253440"/>
                    <a:pt x="3984" y="257424"/>
                    <a:pt x="8899" y="257424"/>
                  </a:cubicBezTo>
                  <a:lnTo>
                    <a:pt x="24425" y="257424"/>
                  </a:lnTo>
                  <a:lnTo>
                    <a:pt x="51846" y="456147"/>
                  </a:lnTo>
                  <a:cubicBezTo>
                    <a:pt x="52464" y="460540"/>
                    <a:pt x="56223" y="463807"/>
                    <a:pt x="60660" y="463806"/>
                  </a:cubicBezTo>
                  <a:lnTo>
                    <a:pt x="288462" y="463806"/>
                  </a:lnTo>
                  <a:cubicBezTo>
                    <a:pt x="292899" y="463807"/>
                    <a:pt x="296658" y="460540"/>
                    <a:pt x="297275" y="456147"/>
                  </a:cubicBezTo>
                  <a:lnTo>
                    <a:pt x="319586" y="294421"/>
                  </a:lnTo>
                  <a:cubicBezTo>
                    <a:pt x="320258" y="289551"/>
                    <a:pt x="316856" y="285059"/>
                    <a:pt x="311987" y="284387"/>
                  </a:cubicBezTo>
                  <a:cubicBezTo>
                    <a:pt x="307117" y="283714"/>
                    <a:pt x="302625" y="287117"/>
                    <a:pt x="301953" y="291986"/>
                  </a:cubicBezTo>
                  <a:lnTo>
                    <a:pt x="280703" y="446009"/>
                  </a:lnTo>
                  <a:lnTo>
                    <a:pt x="68419" y="446009"/>
                  </a:lnTo>
                  <a:lnTo>
                    <a:pt x="42393" y="257403"/>
                  </a:lnTo>
                  <a:lnTo>
                    <a:pt x="72228" y="257403"/>
                  </a:lnTo>
                  <a:cubicBezTo>
                    <a:pt x="77142" y="257403"/>
                    <a:pt x="81126" y="253419"/>
                    <a:pt x="81126" y="248504"/>
                  </a:cubicBezTo>
                  <a:cubicBezTo>
                    <a:pt x="81126" y="243590"/>
                    <a:pt x="77142" y="239606"/>
                    <a:pt x="72228" y="239606"/>
                  </a:cubicBezTo>
                  <a:lnTo>
                    <a:pt x="17797" y="239606"/>
                  </a:lnTo>
                  <a:lnTo>
                    <a:pt x="17797" y="205827"/>
                  </a:lnTo>
                  <a:lnTo>
                    <a:pt x="331318" y="205827"/>
                  </a:lnTo>
                  <a:lnTo>
                    <a:pt x="331318" y="239606"/>
                  </a:lnTo>
                  <a:lnTo>
                    <a:pt x="119255" y="239606"/>
                  </a:lnTo>
                  <a:cubicBezTo>
                    <a:pt x="114340" y="239606"/>
                    <a:pt x="110356" y="243590"/>
                    <a:pt x="110356" y="248504"/>
                  </a:cubicBezTo>
                  <a:cubicBezTo>
                    <a:pt x="110356" y="253419"/>
                    <a:pt x="114340" y="257403"/>
                    <a:pt x="119255" y="257403"/>
                  </a:cubicBezTo>
                  <a:lnTo>
                    <a:pt x="340216" y="257403"/>
                  </a:lnTo>
                  <a:cubicBezTo>
                    <a:pt x="345131" y="257403"/>
                    <a:pt x="349115" y="253419"/>
                    <a:pt x="349115" y="248504"/>
                  </a:cubicBezTo>
                  <a:lnTo>
                    <a:pt x="349115" y="196928"/>
                  </a:lnTo>
                  <a:cubicBezTo>
                    <a:pt x="349115" y="192014"/>
                    <a:pt x="345131" y="188030"/>
                    <a:pt x="340216" y="188030"/>
                  </a:cubicBezTo>
                  <a:close/>
                  <a:moveTo>
                    <a:pt x="213935" y="81696"/>
                  </a:moveTo>
                  <a:cubicBezTo>
                    <a:pt x="219894" y="75737"/>
                    <a:pt x="244269" y="68134"/>
                    <a:pt x="265298" y="63016"/>
                  </a:cubicBezTo>
                  <a:cubicBezTo>
                    <a:pt x="260186" y="84038"/>
                    <a:pt x="252576" y="108413"/>
                    <a:pt x="246611" y="114378"/>
                  </a:cubicBezTo>
                  <a:cubicBezTo>
                    <a:pt x="239674" y="120978"/>
                    <a:pt x="229446" y="122753"/>
                    <a:pt x="220691" y="118877"/>
                  </a:cubicBezTo>
                  <a:lnTo>
                    <a:pt x="243777" y="97122"/>
                  </a:lnTo>
                  <a:cubicBezTo>
                    <a:pt x="247355" y="93751"/>
                    <a:pt x="247523" y="88118"/>
                    <a:pt x="244151" y="84540"/>
                  </a:cubicBezTo>
                  <a:cubicBezTo>
                    <a:pt x="240780" y="80962"/>
                    <a:pt x="235146" y="80795"/>
                    <a:pt x="231569" y="84166"/>
                  </a:cubicBezTo>
                  <a:lnTo>
                    <a:pt x="208596" y="105814"/>
                  </a:lnTo>
                  <a:cubicBezTo>
                    <a:pt x="205561" y="97419"/>
                    <a:pt x="207641" y="88026"/>
                    <a:pt x="213935" y="81696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4" name="Group 291">
            <a:extLst>
              <a:ext uri="{FF2B5EF4-FFF2-40B4-BE49-F238E27FC236}">
                <a16:creationId xmlns:a16="http://schemas.microsoft.com/office/drawing/2014/main" id="{B1249D5E-F42D-4A7A-5402-3E8C7FF8E037}"/>
              </a:ext>
            </a:extLst>
          </p:cNvPr>
          <p:cNvGrpSpPr/>
          <p:nvPr/>
        </p:nvGrpSpPr>
        <p:grpSpPr>
          <a:xfrm>
            <a:off x="6882654" y="442551"/>
            <a:ext cx="463807" cy="463944"/>
            <a:chOff x="6882654" y="442551"/>
            <a:chExt cx="463807" cy="463944"/>
          </a:xfrm>
        </p:grpSpPr>
        <p:sp>
          <p:nvSpPr>
            <p:cNvPr id="45" name="Freeform: Shape 21">
              <a:extLst>
                <a:ext uri="{FF2B5EF4-FFF2-40B4-BE49-F238E27FC236}">
                  <a16:creationId xmlns:a16="http://schemas.microsoft.com/office/drawing/2014/main" id="{90ED8723-98AD-FD3D-8A61-AB7839BB5892}"/>
                </a:ext>
              </a:extLst>
            </p:cNvPr>
            <p:cNvSpPr/>
            <p:nvPr/>
          </p:nvSpPr>
          <p:spPr>
            <a:xfrm>
              <a:off x="6891554" y="451451"/>
              <a:ext cx="446011" cy="275507"/>
            </a:xfrm>
            <a:custGeom>
              <a:avLst/>
              <a:gdLst>
                <a:gd name="connsiteX0" fmla="*/ 203428 w 446010"/>
                <a:gd name="connsiteY0" fmla="*/ 206973 h 275507"/>
                <a:gd name="connsiteX1" fmla="*/ 242582 w 446010"/>
                <a:gd name="connsiteY1" fmla="*/ 206973 h 275507"/>
                <a:gd name="connsiteX2" fmla="*/ 242582 w 446010"/>
                <a:gd name="connsiteY2" fmla="*/ 275507 h 275507"/>
                <a:gd name="connsiteX3" fmla="*/ 203428 w 446010"/>
                <a:gd name="connsiteY3" fmla="*/ 275507 h 275507"/>
                <a:gd name="connsiteX4" fmla="*/ 118621 w 446010"/>
                <a:gd name="connsiteY4" fmla="*/ 173087 h 275507"/>
                <a:gd name="connsiteX5" fmla="*/ 157775 w 446010"/>
                <a:gd name="connsiteY5" fmla="*/ 173087 h 275507"/>
                <a:gd name="connsiteX6" fmla="*/ 157775 w 446010"/>
                <a:gd name="connsiteY6" fmla="*/ 275507 h 275507"/>
                <a:gd name="connsiteX7" fmla="*/ 118621 w 446010"/>
                <a:gd name="connsiteY7" fmla="*/ 275507 h 275507"/>
                <a:gd name="connsiteX8" fmla="*/ 288234 w 446010"/>
                <a:gd name="connsiteY8" fmla="*/ 109103 h 275507"/>
                <a:gd name="connsiteX9" fmla="*/ 327388 w 446010"/>
                <a:gd name="connsiteY9" fmla="*/ 109103 h 275507"/>
                <a:gd name="connsiteX10" fmla="*/ 327388 w 446010"/>
                <a:gd name="connsiteY10" fmla="*/ 275506 h 275507"/>
                <a:gd name="connsiteX11" fmla="*/ 288234 w 446010"/>
                <a:gd name="connsiteY11" fmla="*/ 275506 h 275507"/>
                <a:gd name="connsiteX12" fmla="*/ 0 w 446010"/>
                <a:gd name="connsiteY12" fmla="*/ 0 h 275507"/>
                <a:gd name="connsiteX13" fmla="*/ 446010 w 446010"/>
                <a:gd name="connsiteY13" fmla="*/ 0 h 275507"/>
                <a:gd name="connsiteX14" fmla="*/ 446010 w 446010"/>
                <a:gd name="connsiteY14" fmla="*/ 33081 h 275507"/>
                <a:gd name="connsiteX15" fmla="*/ 0 w 446010"/>
                <a:gd name="connsiteY15" fmla="*/ 33081 h 275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010" h="275507">
                  <a:moveTo>
                    <a:pt x="203428" y="206973"/>
                  </a:moveTo>
                  <a:lnTo>
                    <a:pt x="242582" y="206973"/>
                  </a:lnTo>
                  <a:lnTo>
                    <a:pt x="242582" y="275507"/>
                  </a:lnTo>
                  <a:lnTo>
                    <a:pt x="203428" y="275507"/>
                  </a:lnTo>
                  <a:close/>
                  <a:moveTo>
                    <a:pt x="118621" y="173087"/>
                  </a:moveTo>
                  <a:lnTo>
                    <a:pt x="157775" y="173087"/>
                  </a:lnTo>
                  <a:lnTo>
                    <a:pt x="157775" y="275507"/>
                  </a:lnTo>
                  <a:lnTo>
                    <a:pt x="118621" y="275507"/>
                  </a:lnTo>
                  <a:close/>
                  <a:moveTo>
                    <a:pt x="288234" y="109103"/>
                  </a:moveTo>
                  <a:lnTo>
                    <a:pt x="327388" y="109103"/>
                  </a:lnTo>
                  <a:lnTo>
                    <a:pt x="327388" y="275506"/>
                  </a:lnTo>
                  <a:lnTo>
                    <a:pt x="288234" y="275506"/>
                  </a:lnTo>
                  <a:close/>
                  <a:moveTo>
                    <a:pt x="0" y="0"/>
                  </a:moveTo>
                  <a:lnTo>
                    <a:pt x="446010" y="0"/>
                  </a:lnTo>
                  <a:lnTo>
                    <a:pt x="446010" y="33081"/>
                  </a:lnTo>
                  <a:lnTo>
                    <a:pt x="0" y="33081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" name="Freeform: Shape 22">
              <a:extLst>
                <a:ext uri="{FF2B5EF4-FFF2-40B4-BE49-F238E27FC236}">
                  <a16:creationId xmlns:a16="http://schemas.microsoft.com/office/drawing/2014/main" id="{102BEB3A-8553-9D24-0045-D301163BC29D}"/>
                </a:ext>
              </a:extLst>
            </p:cNvPr>
            <p:cNvSpPr/>
            <p:nvPr/>
          </p:nvSpPr>
          <p:spPr>
            <a:xfrm>
              <a:off x="6882654" y="442551"/>
              <a:ext cx="463807" cy="463944"/>
            </a:xfrm>
            <a:custGeom>
              <a:avLst/>
              <a:gdLst>
                <a:gd name="connsiteX0" fmla="*/ 231903 w 463806"/>
                <a:gd name="connsiteY0" fmla="*/ 427073 h 463944"/>
                <a:gd name="connsiteX1" fmla="*/ 222435 w 463806"/>
                <a:gd name="connsiteY1" fmla="*/ 436541 h 463944"/>
                <a:gd name="connsiteX2" fmla="*/ 231903 w 463806"/>
                <a:gd name="connsiteY2" fmla="*/ 446009 h 463944"/>
                <a:gd name="connsiteX3" fmla="*/ 241371 w 463806"/>
                <a:gd name="connsiteY3" fmla="*/ 436541 h 463944"/>
                <a:gd name="connsiteX4" fmla="*/ 231903 w 463806"/>
                <a:gd name="connsiteY4" fmla="*/ 427073 h 463944"/>
                <a:gd name="connsiteX5" fmla="*/ 221225 w 463806"/>
                <a:gd name="connsiteY5" fmla="*/ 224784 h 463944"/>
                <a:gd name="connsiteX6" fmla="*/ 221225 w 463806"/>
                <a:gd name="connsiteY6" fmla="*/ 275520 h 463944"/>
                <a:gd name="connsiteX7" fmla="*/ 242582 w 463806"/>
                <a:gd name="connsiteY7" fmla="*/ 275520 h 463944"/>
                <a:gd name="connsiteX8" fmla="*/ 242582 w 463806"/>
                <a:gd name="connsiteY8" fmla="*/ 224784 h 463944"/>
                <a:gd name="connsiteX9" fmla="*/ 251481 w 463806"/>
                <a:gd name="connsiteY9" fmla="*/ 206973 h 463944"/>
                <a:gd name="connsiteX10" fmla="*/ 260380 w 463806"/>
                <a:gd name="connsiteY10" fmla="*/ 215872 h 463944"/>
                <a:gd name="connsiteX11" fmla="*/ 260380 w 463806"/>
                <a:gd name="connsiteY11" fmla="*/ 284405 h 463944"/>
                <a:gd name="connsiteX12" fmla="*/ 251481 w 463806"/>
                <a:gd name="connsiteY12" fmla="*/ 293303 h 463944"/>
                <a:gd name="connsiteX13" fmla="*/ 212327 w 463806"/>
                <a:gd name="connsiteY13" fmla="*/ 293303 h 463944"/>
                <a:gd name="connsiteX14" fmla="*/ 203428 w 463806"/>
                <a:gd name="connsiteY14" fmla="*/ 284405 h 463944"/>
                <a:gd name="connsiteX15" fmla="*/ 203428 w 463806"/>
                <a:gd name="connsiteY15" fmla="*/ 215872 h 463944"/>
                <a:gd name="connsiteX16" fmla="*/ 212327 w 463806"/>
                <a:gd name="connsiteY16" fmla="*/ 206987 h 463944"/>
                <a:gd name="connsiteX17" fmla="*/ 136418 w 463806"/>
                <a:gd name="connsiteY17" fmla="*/ 190885 h 463944"/>
                <a:gd name="connsiteX18" fmla="*/ 136418 w 463806"/>
                <a:gd name="connsiteY18" fmla="*/ 275507 h 463944"/>
                <a:gd name="connsiteX19" fmla="*/ 157775 w 463806"/>
                <a:gd name="connsiteY19" fmla="*/ 275507 h 463944"/>
                <a:gd name="connsiteX20" fmla="*/ 157775 w 463806"/>
                <a:gd name="connsiteY20" fmla="*/ 190885 h 463944"/>
                <a:gd name="connsiteX21" fmla="*/ 127520 w 463806"/>
                <a:gd name="connsiteY21" fmla="*/ 173088 h 463944"/>
                <a:gd name="connsiteX22" fmla="*/ 166674 w 463806"/>
                <a:gd name="connsiteY22" fmla="*/ 173088 h 463944"/>
                <a:gd name="connsiteX23" fmla="*/ 175573 w 463806"/>
                <a:gd name="connsiteY23" fmla="*/ 181987 h 463944"/>
                <a:gd name="connsiteX24" fmla="*/ 175573 w 463806"/>
                <a:gd name="connsiteY24" fmla="*/ 284405 h 463944"/>
                <a:gd name="connsiteX25" fmla="*/ 166674 w 463806"/>
                <a:gd name="connsiteY25" fmla="*/ 293304 h 463944"/>
                <a:gd name="connsiteX26" fmla="*/ 127520 w 463806"/>
                <a:gd name="connsiteY26" fmla="*/ 293304 h 463944"/>
                <a:gd name="connsiteX27" fmla="*/ 118621 w 463806"/>
                <a:gd name="connsiteY27" fmla="*/ 284405 h 463944"/>
                <a:gd name="connsiteX28" fmla="*/ 118621 w 463806"/>
                <a:gd name="connsiteY28" fmla="*/ 181987 h 463944"/>
                <a:gd name="connsiteX29" fmla="*/ 127520 w 463806"/>
                <a:gd name="connsiteY29" fmla="*/ 173088 h 463944"/>
                <a:gd name="connsiteX30" fmla="*/ 306026 w 463806"/>
                <a:gd name="connsiteY30" fmla="*/ 126901 h 463944"/>
                <a:gd name="connsiteX31" fmla="*/ 306026 w 463806"/>
                <a:gd name="connsiteY31" fmla="*/ 275508 h 463944"/>
                <a:gd name="connsiteX32" fmla="*/ 327383 w 463806"/>
                <a:gd name="connsiteY32" fmla="*/ 275508 h 463944"/>
                <a:gd name="connsiteX33" fmla="*/ 327383 w 463806"/>
                <a:gd name="connsiteY33" fmla="*/ 126901 h 463944"/>
                <a:gd name="connsiteX34" fmla="*/ 297127 w 463806"/>
                <a:gd name="connsiteY34" fmla="*/ 109104 h 463944"/>
                <a:gd name="connsiteX35" fmla="*/ 336281 w 463806"/>
                <a:gd name="connsiteY35" fmla="*/ 109104 h 463944"/>
                <a:gd name="connsiteX36" fmla="*/ 345180 w 463806"/>
                <a:gd name="connsiteY36" fmla="*/ 118003 h 463944"/>
                <a:gd name="connsiteX37" fmla="*/ 345180 w 463806"/>
                <a:gd name="connsiteY37" fmla="*/ 284406 h 463944"/>
                <a:gd name="connsiteX38" fmla="*/ 336281 w 463806"/>
                <a:gd name="connsiteY38" fmla="*/ 293305 h 463944"/>
                <a:gd name="connsiteX39" fmla="*/ 297127 w 463806"/>
                <a:gd name="connsiteY39" fmla="*/ 293305 h 463944"/>
                <a:gd name="connsiteX40" fmla="*/ 288228 w 463806"/>
                <a:gd name="connsiteY40" fmla="*/ 284406 h 463944"/>
                <a:gd name="connsiteX41" fmla="*/ 288228 w 463806"/>
                <a:gd name="connsiteY41" fmla="*/ 118003 h 463944"/>
                <a:gd name="connsiteX42" fmla="*/ 297127 w 463806"/>
                <a:gd name="connsiteY42" fmla="*/ 109104 h 463944"/>
                <a:gd name="connsiteX43" fmla="*/ 8899 w 463806"/>
                <a:gd name="connsiteY43" fmla="*/ 0 h 463944"/>
                <a:gd name="connsiteX44" fmla="*/ 454908 w 463806"/>
                <a:gd name="connsiteY44" fmla="*/ 0 h 463944"/>
                <a:gd name="connsiteX45" fmla="*/ 463806 w 463806"/>
                <a:gd name="connsiteY45" fmla="*/ 8899 h 463944"/>
                <a:gd name="connsiteX46" fmla="*/ 463806 w 463806"/>
                <a:gd name="connsiteY46" fmla="*/ 41987 h 463944"/>
                <a:gd name="connsiteX47" fmla="*/ 454908 w 463806"/>
                <a:gd name="connsiteY47" fmla="*/ 50885 h 463944"/>
                <a:gd name="connsiteX48" fmla="*/ 135799 w 463806"/>
                <a:gd name="connsiteY48" fmla="*/ 50885 h 463944"/>
                <a:gd name="connsiteX49" fmla="*/ 126900 w 463806"/>
                <a:gd name="connsiteY49" fmla="*/ 41987 h 463944"/>
                <a:gd name="connsiteX50" fmla="*/ 135799 w 463806"/>
                <a:gd name="connsiteY50" fmla="*/ 33088 h 463944"/>
                <a:gd name="connsiteX51" fmla="*/ 446009 w 463806"/>
                <a:gd name="connsiteY51" fmla="*/ 33088 h 463944"/>
                <a:gd name="connsiteX52" fmla="*/ 446009 w 463806"/>
                <a:gd name="connsiteY52" fmla="*/ 17797 h 463944"/>
                <a:gd name="connsiteX53" fmla="*/ 17797 w 463806"/>
                <a:gd name="connsiteY53" fmla="*/ 17797 h 463944"/>
                <a:gd name="connsiteX54" fmla="*/ 17797 w 463806"/>
                <a:gd name="connsiteY54" fmla="*/ 33081 h 463944"/>
                <a:gd name="connsiteX55" fmla="*/ 93086 w 463806"/>
                <a:gd name="connsiteY55" fmla="*/ 33081 h 463944"/>
                <a:gd name="connsiteX56" fmla="*/ 101984 w 463806"/>
                <a:gd name="connsiteY56" fmla="*/ 41980 h 463944"/>
                <a:gd name="connsiteX57" fmla="*/ 93086 w 463806"/>
                <a:gd name="connsiteY57" fmla="*/ 50878 h 463944"/>
                <a:gd name="connsiteX58" fmla="*/ 53932 w 463806"/>
                <a:gd name="connsiteY58" fmla="*/ 50878 h 463944"/>
                <a:gd name="connsiteX59" fmla="*/ 53932 w 463806"/>
                <a:gd name="connsiteY59" fmla="*/ 360498 h 463944"/>
                <a:gd name="connsiteX60" fmla="*/ 409874 w 463806"/>
                <a:gd name="connsiteY60" fmla="*/ 360498 h 463944"/>
                <a:gd name="connsiteX61" fmla="*/ 409874 w 463806"/>
                <a:gd name="connsiteY61" fmla="*/ 78848 h 463944"/>
                <a:gd name="connsiteX62" fmla="*/ 418773 w 463806"/>
                <a:gd name="connsiteY62" fmla="*/ 69950 h 463944"/>
                <a:gd name="connsiteX63" fmla="*/ 427671 w 463806"/>
                <a:gd name="connsiteY63" fmla="*/ 78848 h 463944"/>
                <a:gd name="connsiteX64" fmla="*/ 427671 w 463806"/>
                <a:gd name="connsiteY64" fmla="*/ 369396 h 463944"/>
                <a:gd name="connsiteX65" fmla="*/ 418773 w 463806"/>
                <a:gd name="connsiteY65" fmla="*/ 378295 h 463944"/>
                <a:gd name="connsiteX66" fmla="*/ 240802 w 463806"/>
                <a:gd name="connsiteY66" fmla="*/ 378295 h 463944"/>
                <a:gd name="connsiteX67" fmla="*/ 240802 w 463806"/>
                <a:gd name="connsiteY67" fmla="*/ 410899 h 463944"/>
                <a:gd name="connsiteX68" fmla="*/ 257675 w 463806"/>
                <a:gd name="connsiteY68" fmla="*/ 427773 h 463944"/>
                <a:gd name="connsiteX69" fmla="*/ 240802 w 463806"/>
                <a:gd name="connsiteY69" fmla="*/ 462444 h 463944"/>
                <a:gd name="connsiteX70" fmla="*/ 206131 w 463806"/>
                <a:gd name="connsiteY70" fmla="*/ 445570 h 463944"/>
                <a:gd name="connsiteX71" fmla="*/ 223005 w 463806"/>
                <a:gd name="connsiteY71" fmla="*/ 410899 h 463944"/>
                <a:gd name="connsiteX72" fmla="*/ 223005 w 463806"/>
                <a:gd name="connsiteY72" fmla="*/ 378295 h 463944"/>
                <a:gd name="connsiteX73" fmla="*/ 45034 w 463806"/>
                <a:gd name="connsiteY73" fmla="*/ 378295 h 463944"/>
                <a:gd name="connsiteX74" fmla="*/ 36135 w 463806"/>
                <a:gd name="connsiteY74" fmla="*/ 369396 h 463944"/>
                <a:gd name="connsiteX75" fmla="*/ 36135 w 463806"/>
                <a:gd name="connsiteY75" fmla="*/ 50885 h 463944"/>
                <a:gd name="connsiteX76" fmla="*/ 8899 w 463806"/>
                <a:gd name="connsiteY76" fmla="*/ 50885 h 463944"/>
                <a:gd name="connsiteX77" fmla="*/ 0 w 463806"/>
                <a:gd name="connsiteY77" fmla="*/ 41987 h 463944"/>
                <a:gd name="connsiteX78" fmla="*/ 0 w 463806"/>
                <a:gd name="connsiteY78" fmla="*/ 8899 h 463944"/>
                <a:gd name="connsiteX79" fmla="*/ 8899 w 463806"/>
                <a:gd name="connsiteY79" fmla="*/ 0 h 46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463806" h="463944">
                  <a:moveTo>
                    <a:pt x="231903" y="427073"/>
                  </a:moveTo>
                  <a:cubicBezTo>
                    <a:pt x="226674" y="427073"/>
                    <a:pt x="222435" y="431312"/>
                    <a:pt x="222435" y="436541"/>
                  </a:cubicBezTo>
                  <a:cubicBezTo>
                    <a:pt x="222435" y="441770"/>
                    <a:pt x="226674" y="446009"/>
                    <a:pt x="231903" y="446009"/>
                  </a:cubicBezTo>
                  <a:cubicBezTo>
                    <a:pt x="237129" y="446001"/>
                    <a:pt x="241363" y="441767"/>
                    <a:pt x="241371" y="436541"/>
                  </a:cubicBezTo>
                  <a:cubicBezTo>
                    <a:pt x="241371" y="431312"/>
                    <a:pt x="237132" y="427073"/>
                    <a:pt x="231903" y="427073"/>
                  </a:cubicBezTo>
                  <a:close/>
                  <a:moveTo>
                    <a:pt x="221225" y="224784"/>
                  </a:moveTo>
                  <a:lnTo>
                    <a:pt x="221225" y="275520"/>
                  </a:lnTo>
                  <a:lnTo>
                    <a:pt x="242582" y="275520"/>
                  </a:lnTo>
                  <a:lnTo>
                    <a:pt x="242582" y="224784"/>
                  </a:lnTo>
                  <a:close/>
                  <a:moveTo>
                    <a:pt x="251481" y="206973"/>
                  </a:moveTo>
                  <a:cubicBezTo>
                    <a:pt x="256396" y="206973"/>
                    <a:pt x="260380" y="210957"/>
                    <a:pt x="260380" y="215872"/>
                  </a:cubicBezTo>
                  <a:lnTo>
                    <a:pt x="260380" y="284405"/>
                  </a:lnTo>
                  <a:cubicBezTo>
                    <a:pt x="260380" y="289319"/>
                    <a:pt x="256396" y="293303"/>
                    <a:pt x="251481" y="293303"/>
                  </a:cubicBezTo>
                  <a:lnTo>
                    <a:pt x="212327" y="293303"/>
                  </a:lnTo>
                  <a:cubicBezTo>
                    <a:pt x="207412" y="293303"/>
                    <a:pt x="203428" y="289319"/>
                    <a:pt x="203428" y="284405"/>
                  </a:cubicBezTo>
                  <a:lnTo>
                    <a:pt x="203428" y="215872"/>
                  </a:lnTo>
                  <a:cubicBezTo>
                    <a:pt x="203436" y="210963"/>
                    <a:pt x="207418" y="206987"/>
                    <a:pt x="212327" y="206987"/>
                  </a:cubicBezTo>
                  <a:close/>
                  <a:moveTo>
                    <a:pt x="136418" y="190885"/>
                  </a:moveTo>
                  <a:lnTo>
                    <a:pt x="136418" y="275507"/>
                  </a:lnTo>
                  <a:lnTo>
                    <a:pt x="157775" y="275507"/>
                  </a:lnTo>
                  <a:lnTo>
                    <a:pt x="157775" y="190885"/>
                  </a:lnTo>
                  <a:close/>
                  <a:moveTo>
                    <a:pt x="127520" y="173088"/>
                  </a:moveTo>
                  <a:lnTo>
                    <a:pt x="166674" y="173088"/>
                  </a:lnTo>
                  <a:cubicBezTo>
                    <a:pt x="171589" y="173088"/>
                    <a:pt x="175573" y="177072"/>
                    <a:pt x="175573" y="181987"/>
                  </a:cubicBezTo>
                  <a:lnTo>
                    <a:pt x="175573" y="284405"/>
                  </a:lnTo>
                  <a:cubicBezTo>
                    <a:pt x="175573" y="289320"/>
                    <a:pt x="171589" y="293304"/>
                    <a:pt x="166674" y="293304"/>
                  </a:cubicBezTo>
                  <a:lnTo>
                    <a:pt x="127520" y="293304"/>
                  </a:lnTo>
                  <a:cubicBezTo>
                    <a:pt x="122605" y="293304"/>
                    <a:pt x="118621" y="289320"/>
                    <a:pt x="118621" y="284405"/>
                  </a:cubicBezTo>
                  <a:lnTo>
                    <a:pt x="118621" y="181987"/>
                  </a:lnTo>
                  <a:cubicBezTo>
                    <a:pt x="118621" y="177072"/>
                    <a:pt x="122605" y="173088"/>
                    <a:pt x="127520" y="173088"/>
                  </a:cubicBezTo>
                  <a:close/>
                  <a:moveTo>
                    <a:pt x="306026" y="126901"/>
                  </a:moveTo>
                  <a:lnTo>
                    <a:pt x="306026" y="275508"/>
                  </a:lnTo>
                  <a:lnTo>
                    <a:pt x="327383" y="275508"/>
                  </a:lnTo>
                  <a:lnTo>
                    <a:pt x="327383" y="126901"/>
                  </a:lnTo>
                  <a:close/>
                  <a:moveTo>
                    <a:pt x="297127" y="109104"/>
                  </a:moveTo>
                  <a:lnTo>
                    <a:pt x="336281" y="109104"/>
                  </a:lnTo>
                  <a:cubicBezTo>
                    <a:pt x="341196" y="109104"/>
                    <a:pt x="345180" y="113088"/>
                    <a:pt x="345180" y="118003"/>
                  </a:cubicBezTo>
                  <a:lnTo>
                    <a:pt x="345180" y="284406"/>
                  </a:lnTo>
                  <a:cubicBezTo>
                    <a:pt x="345180" y="289321"/>
                    <a:pt x="341196" y="293305"/>
                    <a:pt x="336281" y="293305"/>
                  </a:cubicBezTo>
                  <a:lnTo>
                    <a:pt x="297127" y="293305"/>
                  </a:lnTo>
                  <a:cubicBezTo>
                    <a:pt x="292212" y="293305"/>
                    <a:pt x="288228" y="289321"/>
                    <a:pt x="288228" y="284406"/>
                  </a:cubicBezTo>
                  <a:lnTo>
                    <a:pt x="288228" y="118003"/>
                  </a:lnTo>
                  <a:cubicBezTo>
                    <a:pt x="288228" y="113088"/>
                    <a:pt x="292212" y="109104"/>
                    <a:pt x="297127" y="109104"/>
                  </a:cubicBezTo>
                  <a:close/>
                  <a:moveTo>
                    <a:pt x="8899" y="0"/>
                  </a:moveTo>
                  <a:lnTo>
                    <a:pt x="454908" y="0"/>
                  </a:lnTo>
                  <a:cubicBezTo>
                    <a:pt x="459822" y="0"/>
                    <a:pt x="463806" y="3984"/>
                    <a:pt x="463806" y="8899"/>
                  </a:cubicBezTo>
                  <a:lnTo>
                    <a:pt x="463806" y="41987"/>
                  </a:lnTo>
                  <a:cubicBezTo>
                    <a:pt x="463806" y="46901"/>
                    <a:pt x="459822" y="50885"/>
                    <a:pt x="454908" y="50885"/>
                  </a:cubicBezTo>
                  <a:lnTo>
                    <a:pt x="135799" y="50885"/>
                  </a:lnTo>
                  <a:cubicBezTo>
                    <a:pt x="130884" y="50885"/>
                    <a:pt x="126900" y="46901"/>
                    <a:pt x="126900" y="41987"/>
                  </a:cubicBezTo>
                  <a:cubicBezTo>
                    <a:pt x="126900" y="37072"/>
                    <a:pt x="130884" y="33088"/>
                    <a:pt x="135799" y="33088"/>
                  </a:cubicBezTo>
                  <a:lnTo>
                    <a:pt x="446009" y="33088"/>
                  </a:lnTo>
                  <a:lnTo>
                    <a:pt x="446009" y="17797"/>
                  </a:lnTo>
                  <a:lnTo>
                    <a:pt x="17797" y="17797"/>
                  </a:lnTo>
                  <a:lnTo>
                    <a:pt x="17797" y="33081"/>
                  </a:lnTo>
                  <a:lnTo>
                    <a:pt x="93086" y="33081"/>
                  </a:lnTo>
                  <a:cubicBezTo>
                    <a:pt x="98000" y="33081"/>
                    <a:pt x="101984" y="37065"/>
                    <a:pt x="101984" y="41980"/>
                  </a:cubicBezTo>
                  <a:cubicBezTo>
                    <a:pt x="101984" y="46894"/>
                    <a:pt x="98000" y="50878"/>
                    <a:pt x="93086" y="50878"/>
                  </a:cubicBezTo>
                  <a:lnTo>
                    <a:pt x="53932" y="50878"/>
                  </a:lnTo>
                  <a:lnTo>
                    <a:pt x="53932" y="360498"/>
                  </a:lnTo>
                  <a:lnTo>
                    <a:pt x="409874" y="360498"/>
                  </a:lnTo>
                  <a:lnTo>
                    <a:pt x="409874" y="78848"/>
                  </a:lnTo>
                  <a:cubicBezTo>
                    <a:pt x="409874" y="73934"/>
                    <a:pt x="413858" y="69950"/>
                    <a:pt x="418773" y="69950"/>
                  </a:cubicBezTo>
                  <a:cubicBezTo>
                    <a:pt x="423687" y="69950"/>
                    <a:pt x="427671" y="73934"/>
                    <a:pt x="427671" y="78848"/>
                  </a:cubicBezTo>
                  <a:lnTo>
                    <a:pt x="427671" y="369396"/>
                  </a:lnTo>
                  <a:cubicBezTo>
                    <a:pt x="427671" y="374311"/>
                    <a:pt x="423687" y="378295"/>
                    <a:pt x="418773" y="378295"/>
                  </a:cubicBezTo>
                  <a:lnTo>
                    <a:pt x="240802" y="378295"/>
                  </a:lnTo>
                  <a:lnTo>
                    <a:pt x="240802" y="410899"/>
                  </a:lnTo>
                  <a:cubicBezTo>
                    <a:pt x="248720" y="413633"/>
                    <a:pt x="254942" y="419855"/>
                    <a:pt x="257675" y="427773"/>
                  </a:cubicBezTo>
                  <a:cubicBezTo>
                    <a:pt x="262590" y="442006"/>
                    <a:pt x="255035" y="457529"/>
                    <a:pt x="240802" y="462444"/>
                  </a:cubicBezTo>
                  <a:cubicBezTo>
                    <a:pt x="226568" y="467358"/>
                    <a:pt x="211046" y="459803"/>
                    <a:pt x="206131" y="445570"/>
                  </a:cubicBezTo>
                  <a:cubicBezTo>
                    <a:pt x="201217" y="431336"/>
                    <a:pt x="208771" y="415814"/>
                    <a:pt x="223005" y="410899"/>
                  </a:cubicBezTo>
                  <a:lnTo>
                    <a:pt x="223005" y="378295"/>
                  </a:lnTo>
                  <a:lnTo>
                    <a:pt x="45034" y="378295"/>
                  </a:lnTo>
                  <a:cubicBezTo>
                    <a:pt x="40119" y="378295"/>
                    <a:pt x="36135" y="374311"/>
                    <a:pt x="36135" y="369396"/>
                  </a:cubicBezTo>
                  <a:lnTo>
                    <a:pt x="36135" y="50885"/>
                  </a:lnTo>
                  <a:lnTo>
                    <a:pt x="8899" y="50885"/>
                  </a:lnTo>
                  <a:cubicBezTo>
                    <a:pt x="3984" y="50885"/>
                    <a:pt x="0" y="46901"/>
                    <a:pt x="0" y="41987"/>
                  </a:cubicBezTo>
                  <a:lnTo>
                    <a:pt x="0" y="8899"/>
                  </a:lnTo>
                  <a:cubicBezTo>
                    <a:pt x="0" y="3984"/>
                    <a:pt x="3984" y="0"/>
                    <a:pt x="8899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7" name="Group 290">
            <a:extLst>
              <a:ext uri="{FF2B5EF4-FFF2-40B4-BE49-F238E27FC236}">
                <a16:creationId xmlns:a16="http://schemas.microsoft.com/office/drawing/2014/main" id="{A750F1A5-9A44-48C1-97DC-8AD919AA9245}"/>
              </a:ext>
            </a:extLst>
          </p:cNvPr>
          <p:cNvGrpSpPr/>
          <p:nvPr/>
        </p:nvGrpSpPr>
        <p:grpSpPr>
          <a:xfrm>
            <a:off x="7899982" y="481535"/>
            <a:ext cx="463807" cy="385820"/>
            <a:chOff x="7899982" y="481535"/>
            <a:chExt cx="463807" cy="385820"/>
          </a:xfrm>
        </p:grpSpPr>
        <p:sp>
          <p:nvSpPr>
            <p:cNvPr id="48" name="Freeform: Shape 24">
              <a:extLst>
                <a:ext uri="{FF2B5EF4-FFF2-40B4-BE49-F238E27FC236}">
                  <a16:creationId xmlns:a16="http://schemas.microsoft.com/office/drawing/2014/main" id="{9FF76F79-3423-974E-ABA1-D984C9749753}"/>
                </a:ext>
              </a:extLst>
            </p:cNvPr>
            <p:cNvSpPr/>
            <p:nvPr/>
          </p:nvSpPr>
          <p:spPr>
            <a:xfrm>
              <a:off x="7908881" y="542907"/>
              <a:ext cx="446011" cy="315600"/>
            </a:xfrm>
            <a:custGeom>
              <a:avLst/>
              <a:gdLst>
                <a:gd name="connsiteX0" fmla="*/ 279756 w 446010"/>
                <a:gd name="connsiteY0" fmla="*/ 261410 h 315600"/>
                <a:gd name="connsiteX1" fmla="*/ 333938 w 446010"/>
                <a:gd name="connsiteY1" fmla="*/ 261410 h 315600"/>
                <a:gd name="connsiteX2" fmla="*/ 279756 w 446010"/>
                <a:gd name="connsiteY2" fmla="*/ 315600 h 315600"/>
                <a:gd name="connsiteX3" fmla="*/ 0 w 446010"/>
                <a:gd name="connsiteY3" fmla="*/ 0 h 315600"/>
                <a:gd name="connsiteX4" fmla="*/ 446010 w 446010"/>
                <a:gd name="connsiteY4" fmla="*/ 0 h 315600"/>
                <a:gd name="connsiteX5" fmla="*/ 446010 w 446010"/>
                <a:gd name="connsiteY5" fmla="*/ 185091 h 315600"/>
                <a:gd name="connsiteX6" fmla="*/ 333939 w 446010"/>
                <a:gd name="connsiteY6" fmla="*/ 185091 h 315600"/>
                <a:gd name="connsiteX7" fmla="*/ 333939 w 446010"/>
                <a:gd name="connsiteY7" fmla="*/ 134069 h 315600"/>
                <a:gd name="connsiteX8" fmla="*/ 112072 w 446010"/>
                <a:gd name="connsiteY8" fmla="*/ 134069 h 315600"/>
                <a:gd name="connsiteX9" fmla="*/ 112072 w 446010"/>
                <a:gd name="connsiteY9" fmla="*/ 185091 h 315600"/>
                <a:gd name="connsiteX10" fmla="*/ 0 w 446010"/>
                <a:gd name="connsiteY10" fmla="*/ 185091 h 3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6010" h="315600">
                  <a:moveTo>
                    <a:pt x="279756" y="261410"/>
                  </a:moveTo>
                  <a:lnTo>
                    <a:pt x="333938" y="261410"/>
                  </a:lnTo>
                  <a:lnTo>
                    <a:pt x="279756" y="315600"/>
                  </a:lnTo>
                  <a:close/>
                  <a:moveTo>
                    <a:pt x="0" y="0"/>
                  </a:moveTo>
                  <a:lnTo>
                    <a:pt x="446010" y="0"/>
                  </a:lnTo>
                  <a:lnTo>
                    <a:pt x="446010" y="185091"/>
                  </a:lnTo>
                  <a:lnTo>
                    <a:pt x="333939" y="185091"/>
                  </a:lnTo>
                  <a:lnTo>
                    <a:pt x="333939" y="134069"/>
                  </a:lnTo>
                  <a:lnTo>
                    <a:pt x="112072" y="134069"/>
                  </a:lnTo>
                  <a:lnTo>
                    <a:pt x="112072" y="185091"/>
                  </a:lnTo>
                  <a:lnTo>
                    <a:pt x="0" y="185091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" name="Freeform: Shape 25">
              <a:extLst>
                <a:ext uri="{FF2B5EF4-FFF2-40B4-BE49-F238E27FC236}">
                  <a16:creationId xmlns:a16="http://schemas.microsoft.com/office/drawing/2014/main" id="{247D519C-B8FA-E16B-A956-709563EA1A98}"/>
                </a:ext>
              </a:extLst>
            </p:cNvPr>
            <p:cNvSpPr/>
            <p:nvPr/>
          </p:nvSpPr>
          <p:spPr>
            <a:xfrm>
              <a:off x="7899982" y="481535"/>
              <a:ext cx="463807" cy="385820"/>
            </a:xfrm>
            <a:custGeom>
              <a:avLst/>
              <a:gdLst>
                <a:gd name="connsiteX0" fmla="*/ 321359 w 463806"/>
                <a:gd name="connsiteY0" fmla="*/ 331652 h 385820"/>
                <a:gd name="connsiteX1" fmla="*/ 297567 w 463806"/>
                <a:gd name="connsiteY1" fmla="*/ 331681 h 385820"/>
                <a:gd name="connsiteX2" fmla="*/ 297567 w 463806"/>
                <a:gd name="connsiteY2" fmla="*/ 355422 h 385820"/>
                <a:gd name="connsiteX3" fmla="*/ 129862 w 463806"/>
                <a:gd name="connsiteY3" fmla="*/ 204311 h 385820"/>
                <a:gd name="connsiteX4" fmla="*/ 129862 w 463806"/>
                <a:gd name="connsiteY4" fmla="*/ 368044 h 385820"/>
                <a:gd name="connsiteX5" fmla="*/ 279756 w 463806"/>
                <a:gd name="connsiteY5" fmla="*/ 368044 h 385820"/>
                <a:gd name="connsiteX6" fmla="*/ 279756 w 463806"/>
                <a:gd name="connsiteY6" fmla="*/ 322782 h 385820"/>
                <a:gd name="connsiteX7" fmla="*/ 288655 w 463806"/>
                <a:gd name="connsiteY7" fmla="*/ 313884 h 385820"/>
                <a:gd name="connsiteX8" fmla="*/ 333937 w 463806"/>
                <a:gd name="connsiteY8" fmla="*/ 313884 h 385820"/>
                <a:gd name="connsiteX9" fmla="*/ 333937 w 463806"/>
                <a:gd name="connsiteY9" fmla="*/ 204311 h 385820"/>
                <a:gd name="connsiteX10" fmla="*/ 44145 w 463806"/>
                <a:gd name="connsiteY10" fmla="*/ 88067 h 385820"/>
                <a:gd name="connsiteX11" fmla="*/ 80630 w 463806"/>
                <a:gd name="connsiteY11" fmla="*/ 88067 h 385820"/>
                <a:gd name="connsiteX12" fmla="*/ 89528 w 463806"/>
                <a:gd name="connsiteY12" fmla="*/ 96967 h 385820"/>
                <a:gd name="connsiteX13" fmla="*/ 80630 w 463806"/>
                <a:gd name="connsiteY13" fmla="*/ 105865 h 385820"/>
                <a:gd name="connsiteX14" fmla="*/ 44145 w 463806"/>
                <a:gd name="connsiteY14" fmla="*/ 105865 h 385820"/>
                <a:gd name="connsiteX15" fmla="*/ 35246 w 463806"/>
                <a:gd name="connsiteY15" fmla="*/ 96967 h 385820"/>
                <a:gd name="connsiteX16" fmla="*/ 44145 w 463806"/>
                <a:gd name="connsiteY16" fmla="*/ 88067 h 385820"/>
                <a:gd name="connsiteX17" fmla="*/ 120963 w 463806"/>
                <a:gd name="connsiteY17" fmla="*/ 0 h 385820"/>
                <a:gd name="connsiteX18" fmla="*/ 342836 w 463806"/>
                <a:gd name="connsiteY18" fmla="*/ 0 h 385820"/>
                <a:gd name="connsiteX19" fmla="*/ 351735 w 463806"/>
                <a:gd name="connsiteY19" fmla="*/ 8899 h 385820"/>
                <a:gd name="connsiteX20" fmla="*/ 342836 w 463806"/>
                <a:gd name="connsiteY20" fmla="*/ 17797 h 385820"/>
                <a:gd name="connsiteX21" fmla="*/ 129862 w 463806"/>
                <a:gd name="connsiteY21" fmla="*/ 17797 h 385820"/>
                <a:gd name="connsiteX22" fmla="*/ 129862 w 463806"/>
                <a:gd name="connsiteY22" fmla="*/ 52473 h 385820"/>
                <a:gd name="connsiteX23" fmla="*/ 454908 w 463806"/>
                <a:gd name="connsiteY23" fmla="*/ 52473 h 385820"/>
                <a:gd name="connsiteX24" fmla="*/ 463806 w 463806"/>
                <a:gd name="connsiteY24" fmla="*/ 61371 h 385820"/>
                <a:gd name="connsiteX25" fmla="*/ 463806 w 463806"/>
                <a:gd name="connsiteY25" fmla="*/ 246461 h 385820"/>
                <a:gd name="connsiteX26" fmla="*/ 454908 w 463806"/>
                <a:gd name="connsiteY26" fmla="*/ 255360 h 385820"/>
                <a:gd name="connsiteX27" fmla="*/ 351735 w 463806"/>
                <a:gd name="connsiteY27" fmla="*/ 255360 h 385820"/>
                <a:gd name="connsiteX28" fmla="*/ 351735 w 463806"/>
                <a:gd name="connsiteY28" fmla="*/ 322818 h 385820"/>
                <a:gd name="connsiteX29" fmla="*/ 349129 w 463806"/>
                <a:gd name="connsiteY29" fmla="*/ 329111 h 385820"/>
                <a:gd name="connsiteX30" fmla="*/ 294948 w 463806"/>
                <a:gd name="connsiteY30" fmla="*/ 383214 h 385820"/>
                <a:gd name="connsiteX31" fmla="*/ 288655 w 463806"/>
                <a:gd name="connsiteY31" fmla="*/ 385820 h 385820"/>
                <a:gd name="connsiteX32" fmla="*/ 120963 w 463806"/>
                <a:gd name="connsiteY32" fmla="*/ 385820 h 385820"/>
                <a:gd name="connsiteX33" fmla="*/ 112065 w 463806"/>
                <a:gd name="connsiteY33" fmla="*/ 376921 h 385820"/>
                <a:gd name="connsiteX34" fmla="*/ 112065 w 463806"/>
                <a:gd name="connsiteY34" fmla="*/ 204311 h 385820"/>
                <a:gd name="connsiteX35" fmla="*/ 80628 w 463806"/>
                <a:gd name="connsiteY35" fmla="*/ 204311 h 385820"/>
                <a:gd name="connsiteX36" fmla="*/ 71729 w 463806"/>
                <a:gd name="connsiteY36" fmla="*/ 195412 h 385820"/>
                <a:gd name="connsiteX37" fmla="*/ 80628 w 463806"/>
                <a:gd name="connsiteY37" fmla="*/ 186513 h 385820"/>
                <a:gd name="connsiteX38" fmla="*/ 383178 w 463806"/>
                <a:gd name="connsiteY38" fmla="*/ 186513 h 385820"/>
                <a:gd name="connsiteX39" fmla="*/ 392077 w 463806"/>
                <a:gd name="connsiteY39" fmla="*/ 195412 h 385820"/>
                <a:gd name="connsiteX40" fmla="*/ 383178 w 463806"/>
                <a:gd name="connsiteY40" fmla="*/ 204311 h 385820"/>
                <a:gd name="connsiteX41" fmla="*/ 351735 w 463806"/>
                <a:gd name="connsiteY41" fmla="*/ 204311 h 385820"/>
                <a:gd name="connsiteX42" fmla="*/ 351735 w 463806"/>
                <a:gd name="connsiteY42" fmla="*/ 237591 h 385820"/>
                <a:gd name="connsiteX43" fmla="*/ 446009 w 463806"/>
                <a:gd name="connsiteY43" fmla="*/ 237591 h 385820"/>
                <a:gd name="connsiteX44" fmla="*/ 446009 w 463806"/>
                <a:gd name="connsiteY44" fmla="*/ 70299 h 385820"/>
                <a:gd name="connsiteX45" fmla="*/ 17797 w 463806"/>
                <a:gd name="connsiteY45" fmla="*/ 70299 h 385820"/>
                <a:gd name="connsiteX46" fmla="*/ 17797 w 463806"/>
                <a:gd name="connsiteY46" fmla="*/ 237591 h 385820"/>
                <a:gd name="connsiteX47" fmla="*/ 80628 w 463806"/>
                <a:gd name="connsiteY47" fmla="*/ 237591 h 385820"/>
                <a:gd name="connsiteX48" fmla="*/ 89526 w 463806"/>
                <a:gd name="connsiteY48" fmla="*/ 246490 h 385820"/>
                <a:gd name="connsiteX49" fmla="*/ 80628 w 463806"/>
                <a:gd name="connsiteY49" fmla="*/ 255388 h 385820"/>
                <a:gd name="connsiteX50" fmla="*/ 8899 w 463806"/>
                <a:gd name="connsiteY50" fmla="*/ 255388 h 385820"/>
                <a:gd name="connsiteX51" fmla="*/ 0 w 463806"/>
                <a:gd name="connsiteY51" fmla="*/ 246490 h 385820"/>
                <a:gd name="connsiteX52" fmla="*/ 0 w 463806"/>
                <a:gd name="connsiteY52" fmla="*/ 61400 h 385820"/>
                <a:gd name="connsiteX53" fmla="*/ 8899 w 463806"/>
                <a:gd name="connsiteY53" fmla="*/ 52501 h 385820"/>
                <a:gd name="connsiteX54" fmla="*/ 112065 w 463806"/>
                <a:gd name="connsiteY54" fmla="*/ 52501 h 385820"/>
                <a:gd name="connsiteX55" fmla="*/ 112065 w 463806"/>
                <a:gd name="connsiteY55" fmla="*/ 8899 h 385820"/>
                <a:gd name="connsiteX56" fmla="*/ 120963 w 463806"/>
                <a:gd name="connsiteY56" fmla="*/ 0 h 385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63806" h="385820">
                  <a:moveTo>
                    <a:pt x="321359" y="331652"/>
                  </a:moveTo>
                  <a:lnTo>
                    <a:pt x="297567" y="331681"/>
                  </a:lnTo>
                  <a:lnTo>
                    <a:pt x="297567" y="355422"/>
                  </a:lnTo>
                  <a:close/>
                  <a:moveTo>
                    <a:pt x="129862" y="204311"/>
                  </a:moveTo>
                  <a:lnTo>
                    <a:pt x="129862" y="368044"/>
                  </a:lnTo>
                  <a:lnTo>
                    <a:pt x="279756" y="368044"/>
                  </a:lnTo>
                  <a:lnTo>
                    <a:pt x="279756" y="322782"/>
                  </a:lnTo>
                  <a:cubicBezTo>
                    <a:pt x="279756" y="317868"/>
                    <a:pt x="283740" y="313884"/>
                    <a:pt x="288655" y="313884"/>
                  </a:cubicBezTo>
                  <a:lnTo>
                    <a:pt x="333937" y="313884"/>
                  </a:lnTo>
                  <a:lnTo>
                    <a:pt x="333937" y="204311"/>
                  </a:lnTo>
                  <a:close/>
                  <a:moveTo>
                    <a:pt x="44145" y="88067"/>
                  </a:moveTo>
                  <a:lnTo>
                    <a:pt x="80630" y="88067"/>
                  </a:lnTo>
                  <a:cubicBezTo>
                    <a:pt x="85544" y="88067"/>
                    <a:pt x="89528" y="92051"/>
                    <a:pt x="89528" y="96967"/>
                  </a:cubicBezTo>
                  <a:cubicBezTo>
                    <a:pt x="89528" y="101881"/>
                    <a:pt x="85544" y="105865"/>
                    <a:pt x="80630" y="105865"/>
                  </a:cubicBezTo>
                  <a:lnTo>
                    <a:pt x="44145" y="105865"/>
                  </a:lnTo>
                  <a:cubicBezTo>
                    <a:pt x="39230" y="105865"/>
                    <a:pt x="35246" y="101881"/>
                    <a:pt x="35246" y="96967"/>
                  </a:cubicBezTo>
                  <a:cubicBezTo>
                    <a:pt x="35246" y="92051"/>
                    <a:pt x="39230" y="88067"/>
                    <a:pt x="44145" y="88067"/>
                  </a:cubicBezTo>
                  <a:close/>
                  <a:moveTo>
                    <a:pt x="120963" y="0"/>
                  </a:moveTo>
                  <a:lnTo>
                    <a:pt x="342836" y="0"/>
                  </a:lnTo>
                  <a:cubicBezTo>
                    <a:pt x="347751" y="0"/>
                    <a:pt x="351735" y="3984"/>
                    <a:pt x="351735" y="8899"/>
                  </a:cubicBezTo>
                  <a:cubicBezTo>
                    <a:pt x="351735" y="13813"/>
                    <a:pt x="347751" y="17797"/>
                    <a:pt x="342836" y="17797"/>
                  </a:cubicBezTo>
                  <a:lnTo>
                    <a:pt x="129862" y="17797"/>
                  </a:lnTo>
                  <a:lnTo>
                    <a:pt x="129862" y="52473"/>
                  </a:lnTo>
                  <a:lnTo>
                    <a:pt x="454908" y="52473"/>
                  </a:lnTo>
                  <a:cubicBezTo>
                    <a:pt x="459822" y="52473"/>
                    <a:pt x="463806" y="56457"/>
                    <a:pt x="463806" y="61371"/>
                  </a:cubicBezTo>
                  <a:lnTo>
                    <a:pt x="463806" y="246461"/>
                  </a:lnTo>
                  <a:cubicBezTo>
                    <a:pt x="463806" y="251376"/>
                    <a:pt x="459822" y="255360"/>
                    <a:pt x="454908" y="255360"/>
                  </a:cubicBezTo>
                  <a:lnTo>
                    <a:pt x="351735" y="255360"/>
                  </a:lnTo>
                  <a:lnTo>
                    <a:pt x="351735" y="322818"/>
                  </a:lnTo>
                  <a:cubicBezTo>
                    <a:pt x="351734" y="325178"/>
                    <a:pt x="350797" y="327441"/>
                    <a:pt x="349129" y="329111"/>
                  </a:cubicBezTo>
                  <a:lnTo>
                    <a:pt x="294948" y="383214"/>
                  </a:lnTo>
                  <a:cubicBezTo>
                    <a:pt x="293278" y="384883"/>
                    <a:pt x="291015" y="385820"/>
                    <a:pt x="288655" y="385820"/>
                  </a:cubicBezTo>
                  <a:lnTo>
                    <a:pt x="120963" y="385820"/>
                  </a:lnTo>
                  <a:cubicBezTo>
                    <a:pt x="116049" y="385820"/>
                    <a:pt x="112065" y="381836"/>
                    <a:pt x="112065" y="376921"/>
                  </a:cubicBezTo>
                  <a:lnTo>
                    <a:pt x="112065" y="204311"/>
                  </a:lnTo>
                  <a:lnTo>
                    <a:pt x="80628" y="204311"/>
                  </a:lnTo>
                  <a:cubicBezTo>
                    <a:pt x="75713" y="204311"/>
                    <a:pt x="71729" y="200327"/>
                    <a:pt x="71729" y="195412"/>
                  </a:cubicBezTo>
                  <a:cubicBezTo>
                    <a:pt x="71729" y="190497"/>
                    <a:pt x="75713" y="186513"/>
                    <a:pt x="80628" y="186513"/>
                  </a:cubicBezTo>
                  <a:lnTo>
                    <a:pt x="383178" y="186513"/>
                  </a:lnTo>
                  <a:cubicBezTo>
                    <a:pt x="388093" y="186513"/>
                    <a:pt x="392077" y="190497"/>
                    <a:pt x="392077" y="195412"/>
                  </a:cubicBezTo>
                  <a:cubicBezTo>
                    <a:pt x="392077" y="200327"/>
                    <a:pt x="388093" y="204311"/>
                    <a:pt x="383178" y="204311"/>
                  </a:cubicBezTo>
                  <a:lnTo>
                    <a:pt x="351735" y="204311"/>
                  </a:lnTo>
                  <a:lnTo>
                    <a:pt x="351735" y="237591"/>
                  </a:lnTo>
                  <a:lnTo>
                    <a:pt x="446009" y="237591"/>
                  </a:lnTo>
                  <a:lnTo>
                    <a:pt x="446009" y="70299"/>
                  </a:lnTo>
                  <a:lnTo>
                    <a:pt x="17797" y="70299"/>
                  </a:lnTo>
                  <a:lnTo>
                    <a:pt x="17797" y="237591"/>
                  </a:lnTo>
                  <a:lnTo>
                    <a:pt x="80628" y="237591"/>
                  </a:lnTo>
                  <a:cubicBezTo>
                    <a:pt x="85542" y="237591"/>
                    <a:pt x="89526" y="241575"/>
                    <a:pt x="89526" y="246490"/>
                  </a:cubicBezTo>
                  <a:cubicBezTo>
                    <a:pt x="89526" y="251404"/>
                    <a:pt x="85542" y="255388"/>
                    <a:pt x="80628" y="255388"/>
                  </a:cubicBezTo>
                  <a:lnTo>
                    <a:pt x="8899" y="255388"/>
                  </a:lnTo>
                  <a:cubicBezTo>
                    <a:pt x="3984" y="255388"/>
                    <a:pt x="0" y="251404"/>
                    <a:pt x="0" y="246490"/>
                  </a:cubicBezTo>
                  <a:lnTo>
                    <a:pt x="0" y="61400"/>
                  </a:lnTo>
                  <a:cubicBezTo>
                    <a:pt x="0" y="56485"/>
                    <a:pt x="3984" y="52501"/>
                    <a:pt x="8899" y="52501"/>
                  </a:cubicBezTo>
                  <a:lnTo>
                    <a:pt x="112065" y="52501"/>
                  </a:lnTo>
                  <a:lnTo>
                    <a:pt x="112065" y="8899"/>
                  </a:lnTo>
                  <a:cubicBezTo>
                    <a:pt x="112065" y="3984"/>
                    <a:pt x="116049" y="0"/>
                    <a:pt x="120963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0" name="Group 289">
            <a:extLst>
              <a:ext uri="{FF2B5EF4-FFF2-40B4-BE49-F238E27FC236}">
                <a16:creationId xmlns:a16="http://schemas.microsoft.com/office/drawing/2014/main" id="{4FD13072-3AFC-2C6E-5AC9-641B0183B5B1}"/>
              </a:ext>
            </a:extLst>
          </p:cNvPr>
          <p:cNvGrpSpPr/>
          <p:nvPr/>
        </p:nvGrpSpPr>
        <p:grpSpPr>
          <a:xfrm>
            <a:off x="8921702" y="446948"/>
            <a:ext cx="454527" cy="454529"/>
            <a:chOff x="8921702" y="446948"/>
            <a:chExt cx="454527" cy="454529"/>
          </a:xfrm>
        </p:grpSpPr>
        <p:sp>
          <p:nvSpPr>
            <p:cNvPr id="51" name="Freeform: Shape 27">
              <a:extLst>
                <a:ext uri="{FF2B5EF4-FFF2-40B4-BE49-F238E27FC236}">
                  <a16:creationId xmlns:a16="http://schemas.microsoft.com/office/drawing/2014/main" id="{195043DB-60C0-06C6-B62D-E272419BC7D0}"/>
                </a:ext>
              </a:extLst>
            </p:cNvPr>
            <p:cNvSpPr/>
            <p:nvPr/>
          </p:nvSpPr>
          <p:spPr>
            <a:xfrm>
              <a:off x="9186029" y="711275"/>
              <a:ext cx="185090" cy="185090"/>
            </a:xfrm>
            <a:custGeom>
              <a:avLst/>
              <a:gdLst>
                <a:gd name="connsiteX0" fmla="*/ 21081 w 185089"/>
                <a:gd name="connsiteY0" fmla="*/ 17618 h 185089"/>
                <a:gd name="connsiteX1" fmla="*/ 56318 w 185089"/>
                <a:gd name="connsiteY1" fmla="*/ 17618 h 185089"/>
                <a:gd name="connsiteX2" fmla="*/ 174038 w 185089"/>
                <a:gd name="connsiteY2" fmla="*/ 135338 h 185089"/>
                <a:gd name="connsiteX3" fmla="*/ 174038 w 185089"/>
                <a:gd name="connsiteY3" fmla="*/ 170575 h 185089"/>
                <a:gd name="connsiteX4" fmla="*/ 170575 w 185089"/>
                <a:gd name="connsiteY4" fmla="*/ 174038 h 185089"/>
                <a:gd name="connsiteX5" fmla="*/ 135338 w 185089"/>
                <a:gd name="connsiteY5" fmla="*/ 174038 h 185089"/>
                <a:gd name="connsiteX6" fmla="*/ 17618 w 185089"/>
                <a:gd name="connsiteY6" fmla="*/ 56318 h 185089"/>
                <a:gd name="connsiteX7" fmla="*/ 17618 w 185089"/>
                <a:gd name="connsiteY7" fmla="*/ 21082 h 185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5089" h="185089">
                  <a:moveTo>
                    <a:pt x="21081" y="17618"/>
                  </a:moveTo>
                  <a:cubicBezTo>
                    <a:pt x="30812" y="7888"/>
                    <a:pt x="46588" y="7888"/>
                    <a:pt x="56318" y="17618"/>
                  </a:cubicBezTo>
                  <a:lnTo>
                    <a:pt x="174038" y="135338"/>
                  </a:lnTo>
                  <a:cubicBezTo>
                    <a:pt x="183768" y="145068"/>
                    <a:pt x="183768" y="160844"/>
                    <a:pt x="174038" y="170575"/>
                  </a:cubicBezTo>
                  <a:lnTo>
                    <a:pt x="170575" y="174038"/>
                  </a:lnTo>
                  <a:cubicBezTo>
                    <a:pt x="160844" y="183768"/>
                    <a:pt x="145068" y="183768"/>
                    <a:pt x="135338" y="174038"/>
                  </a:cubicBezTo>
                  <a:lnTo>
                    <a:pt x="17618" y="56318"/>
                  </a:lnTo>
                  <a:cubicBezTo>
                    <a:pt x="7888" y="46588"/>
                    <a:pt x="7888" y="30812"/>
                    <a:pt x="17618" y="21082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" name="Freeform: Shape 28">
              <a:extLst>
                <a:ext uri="{FF2B5EF4-FFF2-40B4-BE49-F238E27FC236}">
                  <a16:creationId xmlns:a16="http://schemas.microsoft.com/office/drawing/2014/main" id="{8482BD3D-CA41-C8AD-059B-3D6D7F98CE3E}"/>
                </a:ext>
              </a:extLst>
            </p:cNvPr>
            <p:cNvSpPr/>
            <p:nvPr/>
          </p:nvSpPr>
          <p:spPr>
            <a:xfrm>
              <a:off x="8921702" y="446948"/>
              <a:ext cx="454527" cy="454529"/>
            </a:xfrm>
            <a:custGeom>
              <a:avLst/>
              <a:gdLst>
                <a:gd name="connsiteX0" fmla="*/ 78626 w 454526"/>
                <a:gd name="connsiteY0" fmla="*/ 63342 h 454529"/>
                <a:gd name="connsiteX1" fmla="*/ 78626 w 454526"/>
                <a:gd name="connsiteY1" fmla="*/ 63349 h 454529"/>
                <a:gd name="connsiteX2" fmla="*/ 91075 w 454526"/>
                <a:gd name="connsiteY2" fmla="*/ 64627 h 454529"/>
                <a:gd name="connsiteX3" fmla="*/ 89860 w 454526"/>
                <a:gd name="connsiteY3" fmla="*/ 77153 h 454529"/>
                <a:gd name="connsiteX4" fmla="*/ 83176 w 454526"/>
                <a:gd name="connsiteY4" fmla="*/ 83183 h 454529"/>
                <a:gd name="connsiteX5" fmla="*/ 70589 w 454526"/>
                <a:gd name="connsiteY5" fmla="*/ 83183 h 454529"/>
                <a:gd name="connsiteX6" fmla="*/ 70589 w 454526"/>
                <a:gd name="connsiteY6" fmla="*/ 70596 h 454529"/>
                <a:gd name="connsiteX7" fmla="*/ 78626 w 454526"/>
                <a:gd name="connsiteY7" fmla="*/ 63342 h 454529"/>
                <a:gd name="connsiteX8" fmla="*/ 140280 w 454526"/>
                <a:gd name="connsiteY8" fmla="*/ 40246 h 454529"/>
                <a:gd name="connsiteX9" fmla="*/ 217124 w 454526"/>
                <a:gd name="connsiteY9" fmla="*/ 70589 h 454529"/>
                <a:gd name="connsiteX10" fmla="*/ 217124 w 454526"/>
                <a:gd name="connsiteY10" fmla="*/ 83175 h 454529"/>
                <a:gd name="connsiteX11" fmla="*/ 204538 w 454526"/>
                <a:gd name="connsiteY11" fmla="*/ 83175 h 454529"/>
                <a:gd name="connsiteX12" fmla="*/ 117566 w 454526"/>
                <a:gd name="connsiteY12" fmla="*/ 62153 h 454529"/>
                <a:gd name="connsiteX13" fmla="*/ 106372 w 454526"/>
                <a:gd name="connsiteY13" fmla="*/ 56398 h 454529"/>
                <a:gd name="connsiteX14" fmla="*/ 112128 w 454526"/>
                <a:gd name="connsiteY14" fmla="*/ 45203 h 454529"/>
                <a:gd name="connsiteX15" fmla="*/ 140280 w 454526"/>
                <a:gd name="connsiteY15" fmla="*/ 40246 h 454529"/>
                <a:gd name="connsiteX16" fmla="*/ 143853 w 454526"/>
                <a:gd name="connsiteY16" fmla="*/ 18262 h 454529"/>
                <a:gd name="connsiteX17" fmla="*/ 55042 w 454526"/>
                <a:gd name="connsiteY17" fmla="*/ 55049 h 454529"/>
                <a:gd name="connsiteX18" fmla="*/ 55042 w 454526"/>
                <a:gd name="connsiteY18" fmla="*/ 232672 h 454529"/>
                <a:gd name="connsiteX19" fmla="*/ 56244 w 454526"/>
                <a:gd name="connsiteY19" fmla="*/ 233874 h 454529"/>
                <a:gd name="connsiteX20" fmla="*/ 232665 w 454526"/>
                <a:gd name="connsiteY20" fmla="*/ 232672 h 454529"/>
                <a:gd name="connsiteX21" fmla="*/ 232665 w 454526"/>
                <a:gd name="connsiteY21" fmla="*/ 55049 h 454529"/>
                <a:gd name="connsiteX22" fmla="*/ 143853 w 454526"/>
                <a:gd name="connsiteY22" fmla="*/ 18262 h 454529"/>
                <a:gd name="connsiteX23" fmla="*/ 134696 w 454526"/>
                <a:gd name="connsiteY23" fmla="*/ 278 h 454529"/>
                <a:gd name="connsiteX24" fmla="*/ 238645 w 454526"/>
                <a:gd name="connsiteY24" fmla="*/ 35962 h 454529"/>
                <a:gd name="connsiteX25" fmla="*/ 251231 w 454526"/>
                <a:gd name="connsiteY25" fmla="*/ 238645 h 454529"/>
                <a:gd name="connsiteX26" fmla="*/ 284141 w 454526"/>
                <a:gd name="connsiteY26" fmla="*/ 271555 h 454529"/>
                <a:gd name="connsiteX27" fmla="*/ 326940 w 454526"/>
                <a:gd name="connsiteY27" fmla="*/ 275656 h 454529"/>
                <a:gd name="connsiteX28" fmla="*/ 444635 w 454526"/>
                <a:gd name="connsiteY28" fmla="*/ 393380 h 454529"/>
                <a:gd name="connsiteX29" fmla="*/ 444664 w 454526"/>
                <a:gd name="connsiteY29" fmla="*/ 441176 h 454529"/>
                <a:gd name="connsiteX30" fmla="*/ 441204 w 454526"/>
                <a:gd name="connsiteY30" fmla="*/ 444635 h 454529"/>
                <a:gd name="connsiteX31" fmla="*/ 393380 w 454526"/>
                <a:gd name="connsiteY31" fmla="*/ 444635 h 454529"/>
                <a:gd name="connsiteX32" fmla="*/ 392743 w 454526"/>
                <a:gd name="connsiteY32" fmla="*/ 443998 h 454529"/>
                <a:gd name="connsiteX33" fmla="*/ 393384 w 454526"/>
                <a:gd name="connsiteY33" fmla="*/ 431430 h 454529"/>
                <a:gd name="connsiteX34" fmla="*/ 405952 w 454526"/>
                <a:gd name="connsiteY34" fmla="*/ 432071 h 454529"/>
                <a:gd name="connsiteX35" fmla="*/ 428611 w 454526"/>
                <a:gd name="connsiteY35" fmla="*/ 432071 h 454529"/>
                <a:gd name="connsiteX36" fmla="*/ 432071 w 454526"/>
                <a:gd name="connsiteY36" fmla="*/ 428611 h 454529"/>
                <a:gd name="connsiteX37" fmla="*/ 432071 w 454526"/>
                <a:gd name="connsiteY37" fmla="*/ 405952 h 454529"/>
                <a:gd name="connsiteX38" fmla="*/ 314354 w 454526"/>
                <a:gd name="connsiteY38" fmla="*/ 288242 h 454529"/>
                <a:gd name="connsiteX39" fmla="*/ 291694 w 454526"/>
                <a:gd name="connsiteY39" fmla="*/ 288242 h 454529"/>
                <a:gd name="connsiteX40" fmla="*/ 288235 w 454526"/>
                <a:gd name="connsiteY40" fmla="*/ 291701 h 454529"/>
                <a:gd name="connsiteX41" fmla="*/ 288235 w 454526"/>
                <a:gd name="connsiteY41" fmla="*/ 314361 h 454529"/>
                <a:gd name="connsiteX42" fmla="*/ 375796 w 454526"/>
                <a:gd name="connsiteY42" fmla="*/ 401922 h 454529"/>
                <a:gd name="connsiteX43" fmla="*/ 375800 w 454526"/>
                <a:gd name="connsiteY43" fmla="*/ 414286 h 454529"/>
                <a:gd name="connsiteX44" fmla="*/ 363217 w 454526"/>
                <a:gd name="connsiteY44" fmla="*/ 414509 h 454529"/>
                <a:gd name="connsiteX45" fmla="*/ 275656 w 454526"/>
                <a:gd name="connsiteY45" fmla="*/ 326947 h 454529"/>
                <a:gd name="connsiteX46" fmla="*/ 271555 w 454526"/>
                <a:gd name="connsiteY46" fmla="*/ 284141 h 454529"/>
                <a:gd name="connsiteX47" fmla="*/ 238645 w 454526"/>
                <a:gd name="connsiteY47" fmla="*/ 251231 h 454529"/>
                <a:gd name="connsiteX48" fmla="*/ 48548 w 454526"/>
                <a:gd name="connsiteY48" fmla="*/ 251231 h 454529"/>
                <a:gd name="connsiteX49" fmla="*/ 35962 w 454526"/>
                <a:gd name="connsiteY49" fmla="*/ 48548 h 454529"/>
                <a:gd name="connsiteX50" fmla="*/ 134696 w 454526"/>
                <a:gd name="connsiteY50" fmla="*/ 278 h 454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54526" h="454529">
                  <a:moveTo>
                    <a:pt x="78626" y="63342"/>
                  </a:moveTo>
                  <a:lnTo>
                    <a:pt x="78626" y="63349"/>
                  </a:lnTo>
                  <a:cubicBezTo>
                    <a:pt x="82426" y="60292"/>
                    <a:pt x="87977" y="60862"/>
                    <a:pt x="91075" y="64627"/>
                  </a:cubicBezTo>
                  <a:cubicBezTo>
                    <a:pt x="94199" y="68421"/>
                    <a:pt x="93655" y="74030"/>
                    <a:pt x="89860" y="77153"/>
                  </a:cubicBezTo>
                  <a:cubicBezTo>
                    <a:pt x="87532" y="79050"/>
                    <a:pt x="85301" y="81062"/>
                    <a:pt x="83176" y="83183"/>
                  </a:cubicBezTo>
                  <a:cubicBezTo>
                    <a:pt x="79700" y="86658"/>
                    <a:pt x="74064" y="86658"/>
                    <a:pt x="70589" y="83183"/>
                  </a:cubicBezTo>
                  <a:cubicBezTo>
                    <a:pt x="67113" y="79707"/>
                    <a:pt x="67113" y="74072"/>
                    <a:pt x="70589" y="70596"/>
                  </a:cubicBezTo>
                  <a:cubicBezTo>
                    <a:pt x="73143" y="68043"/>
                    <a:pt x="75826" y="65622"/>
                    <a:pt x="78626" y="63342"/>
                  </a:cubicBezTo>
                  <a:close/>
                  <a:moveTo>
                    <a:pt x="140280" y="40246"/>
                  </a:moveTo>
                  <a:cubicBezTo>
                    <a:pt x="168582" y="39247"/>
                    <a:pt x="196549" y="49930"/>
                    <a:pt x="217124" y="70589"/>
                  </a:cubicBezTo>
                  <a:cubicBezTo>
                    <a:pt x="220600" y="74065"/>
                    <a:pt x="220600" y="79700"/>
                    <a:pt x="217124" y="83175"/>
                  </a:cubicBezTo>
                  <a:cubicBezTo>
                    <a:pt x="213649" y="86651"/>
                    <a:pt x="208014" y="86651"/>
                    <a:pt x="204538" y="83175"/>
                  </a:cubicBezTo>
                  <a:cubicBezTo>
                    <a:pt x="181815" y="60357"/>
                    <a:pt x="148203" y="52233"/>
                    <a:pt x="117566" y="62153"/>
                  </a:cubicBezTo>
                  <a:cubicBezTo>
                    <a:pt x="112886" y="63655"/>
                    <a:pt x="107874" y="61078"/>
                    <a:pt x="106372" y="56398"/>
                  </a:cubicBezTo>
                  <a:cubicBezTo>
                    <a:pt x="104870" y="51717"/>
                    <a:pt x="107447" y="46705"/>
                    <a:pt x="112128" y="45203"/>
                  </a:cubicBezTo>
                  <a:cubicBezTo>
                    <a:pt x="121375" y="42211"/>
                    <a:pt x="130846" y="40579"/>
                    <a:pt x="140280" y="40246"/>
                  </a:cubicBezTo>
                  <a:close/>
                  <a:moveTo>
                    <a:pt x="143853" y="18262"/>
                  </a:moveTo>
                  <a:cubicBezTo>
                    <a:pt x="111710" y="18262"/>
                    <a:pt x="79567" y="30525"/>
                    <a:pt x="55042" y="55049"/>
                  </a:cubicBezTo>
                  <a:cubicBezTo>
                    <a:pt x="5993" y="104098"/>
                    <a:pt x="5993" y="183622"/>
                    <a:pt x="55042" y="232672"/>
                  </a:cubicBezTo>
                  <a:cubicBezTo>
                    <a:pt x="55440" y="233076"/>
                    <a:pt x="55841" y="233476"/>
                    <a:pt x="56244" y="233874"/>
                  </a:cubicBezTo>
                  <a:cubicBezTo>
                    <a:pt x="105293" y="282259"/>
                    <a:pt x="184279" y="281721"/>
                    <a:pt x="232665" y="232672"/>
                  </a:cubicBezTo>
                  <a:cubicBezTo>
                    <a:pt x="281714" y="183622"/>
                    <a:pt x="281714" y="104098"/>
                    <a:pt x="232665" y="55049"/>
                  </a:cubicBezTo>
                  <a:cubicBezTo>
                    <a:pt x="208140" y="30525"/>
                    <a:pt x="175997" y="18262"/>
                    <a:pt x="143853" y="18262"/>
                  </a:cubicBezTo>
                  <a:close/>
                  <a:moveTo>
                    <a:pt x="134696" y="278"/>
                  </a:moveTo>
                  <a:cubicBezTo>
                    <a:pt x="171375" y="-2000"/>
                    <a:pt x="208922" y="9715"/>
                    <a:pt x="238645" y="35962"/>
                  </a:cubicBezTo>
                  <a:cubicBezTo>
                    <a:pt x="298090" y="88455"/>
                    <a:pt x="303725" y="179199"/>
                    <a:pt x="251231" y="238645"/>
                  </a:cubicBezTo>
                  <a:lnTo>
                    <a:pt x="284141" y="271555"/>
                  </a:lnTo>
                  <a:cubicBezTo>
                    <a:pt x="297556" y="262526"/>
                    <a:pt x="315483" y="264244"/>
                    <a:pt x="326940" y="275656"/>
                  </a:cubicBezTo>
                  <a:lnTo>
                    <a:pt x="444635" y="393380"/>
                  </a:lnTo>
                  <a:cubicBezTo>
                    <a:pt x="457812" y="406583"/>
                    <a:pt x="457825" y="427957"/>
                    <a:pt x="444664" y="441176"/>
                  </a:cubicBezTo>
                  <a:lnTo>
                    <a:pt x="441204" y="444635"/>
                  </a:lnTo>
                  <a:cubicBezTo>
                    <a:pt x="427992" y="457827"/>
                    <a:pt x="406592" y="457827"/>
                    <a:pt x="393380" y="444635"/>
                  </a:cubicBezTo>
                  <a:cubicBezTo>
                    <a:pt x="393157" y="444434"/>
                    <a:pt x="392944" y="444221"/>
                    <a:pt x="392743" y="443998"/>
                  </a:cubicBezTo>
                  <a:cubicBezTo>
                    <a:pt x="389449" y="440351"/>
                    <a:pt x="389736" y="434724"/>
                    <a:pt x="393384" y="431430"/>
                  </a:cubicBezTo>
                  <a:cubicBezTo>
                    <a:pt x="397031" y="428136"/>
                    <a:pt x="402658" y="428423"/>
                    <a:pt x="405952" y="432071"/>
                  </a:cubicBezTo>
                  <a:cubicBezTo>
                    <a:pt x="412214" y="438315"/>
                    <a:pt x="422348" y="438315"/>
                    <a:pt x="428611" y="432071"/>
                  </a:cubicBezTo>
                  <a:lnTo>
                    <a:pt x="432071" y="428611"/>
                  </a:lnTo>
                  <a:cubicBezTo>
                    <a:pt x="438315" y="422348"/>
                    <a:pt x="438315" y="412214"/>
                    <a:pt x="432071" y="405952"/>
                  </a:cubicBezTo>
                  <a:lnTo>
                    <a:pt x="314354" y="288242"/>
                  </a:lnTo>
                  <a:cubicBezTo>
                    <a:pt x="308091" y="281997"/>
                    <a:pt x="297957" y="281997"/>
                    <a:pt x="291694" y="288242"/>
                  </a:cubicBezTo>
                  <a:lnTo>
                    <a:pt x="288235" y="291701"/>
                  </a:lnTo>
                  <a:cubicBezTo>
                    <a:pt x="281990" y="297964"/>
                    <a:pt x="281990" y="308098"/>
                    <a:pt x="288235" y="314361"/>
                  </a:cubicBezTo>
                  <a:lnTo>
                    <a:pt x="375796" y="401922"/>
                  </a:lnTo>
                  <a:cubicBezTo>
                    <a:pt x="379128" y="405370"/>
                    <a:pt x="379129" y="410837"/>
                    <a:pt x="375800" y="414286"/>
                  </a:cubicBezTo>
                  <a:cubicBezTo>
                    <a:pt x="372387" y="417822"/>
                    <a:pt x="366753" y="417922"/>
                    <a:pt x="363217" y="414509"/>
                  </a:cubicBezTo>
                  <a:lnTo>
                    <a:pt x="275656" y="326947"/>
                  </a:lnTo>
                  <a:cubicBezTo>
                    <a:pt x="264235" y="315492"/>
                    <a:pt x="262517" y="297556"/>
                    <a:pt x="271555" y="284141"/>
                  </a:cubicBezTo>
                  <a:lnTo>
                    <a:pt x="238645" y="251231"/>
                  </a:lnTo>
                  <a:cubicBezTo>
                    <a:pt x="184348" y="299177"/>
                    <a:pt x="102843" y="299177"/>
                    <a:pt x="48548" y="251231"/>
                  </a:cubicBezTo>
                  <a:cubicBezTo>
                    <a:pt x="-10897" y="198736"/>
                    <a:pt x="-16532" y="107992"/>
                    <a:pt x="35962" y="48548"/>
                  </a:cubicBezTo>
                  <a:cubicBezTo>
                    <a:pt x="62209" y="18826"/>
                    <a:pt x="98018" y="2556"/>
                    <a:pt x="134696" y="278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3" name="Group 288">
            <a:extLst>
              <a:ext uri="{FF2B5EF4-FFF2-40B4-BE49-F238E27FC236}">
                <a16:creationId xmlns:a16="http://schemas.microsoft.com/office/drawing/2014/main" id="{1767E02A-3164-E919-62D3-90BD4B70842F}"/>
              </a:ext>
            </a:extLst>
          </p:cNvPr>
          <p:cNvGrpSpPr/>
          <p:nvPr/>
        </p:nvGrpSpPr>
        <p:grpSpPr>
          <a:xfrm>
            <a:off x="9934635" y="472171"/>
            <a:ext cx="463807" cy="404283"/>
            <a:chOff x="9934635" y="472171"/>
            <a:chExt cx="463807" cy="404283"/>
          </a:xfrm>
        </p:grpSpPr>
        <p:sp>
          <p:nvSpPr>
            <p:cNvPr id="54" name="Freeform: Shape 30">
              <a:extLst>
                <a:ext uri="{FF2B5EF4-FFF2-40B4-BE49-F238E27FC236}">
                  <a16:creationId xmlns:a16="http://schemas.microsoft.com/office/drawing/2014/main" id="{740864B6-F4F1-25FB-9046-2D8152866299}"/>
                </a:ext>
              </a:extLst>
            </p:cNvPr>
            <p:cNvSpPr/>
            <p:nvPr/>
          </p:nvSpPr>
          <p:spPr>
            <a:xfrm>
              <a:off x="9943534" y="553137"/>
              <a:ext cx="446011" cy="314418"/>
            </a:xfrm>
            <a:custGeom>
              <a:avLst/>
              <a:gdLst>
                <a:gd name="connsiteX0" fmla="*/ 0 w 446010"/>
                <a:gd name="connsiteY0" fmla="*/ 262215 h 314418"/>
                <a:gd name="connsiteX1" fmla="*/ 446010 w 446010"/>
                <a:gd name="connsiteY1" fmla="*/ 262215 h 314418"/>
                <a:gd name="connsiteX2" fmla="*/ 393808 w 446010"/>
                <a:gd name="connsiteY2" fmla="*/ 314418 h 314418"/>
                <a:gd name="connsiteX3" fmla="*/ 52202 w 446010"/>
                <a:gd name="connsiteY3" fmla="*/ 314418 h 314418"/>
                <a:gd name="connsiteX4" fmla="*/ 0 w 446010"/>
                <a:gd name="connsiteY4" fmla="*/ 262215 h 314418"/>
                <a:gd name="connsiteX5" fmla="*/ 307095 w 446010"/>
                <a:gd name="connsiteY5" fmla="*/ 0 h 314418"/>
                <a:gd name="connsiteX6" fmla="*/ 422787 w 446010"/>
                <a:gd name="connsiteY6" fmla="*/ 0 h 314418"/>
                <a:gd name="connsiteX7" fmla="*/ 422787 w 446010"/>
                <a:gd name="connsiteY7" fmla="*/ 262208 h 314418"/>
                <a:gd name="connsiteX8" fmla="*/ 384581 w 446010"/>
                <a:gd name="connsiteY8" fmla="*/ 262208 h 314418"/>
                <a:gd name="connsiteX9" fmla="*/ 384581 w 446010"/>
                <a:gd name="connsiteY9" fmla="*/ 35110 h 314418"/>
                <a:gd name="connsiteX10" fmla="*/ 306236 w 446010"/>
                <a:gd name="connsiteY10" fmla="*/ 35110 h 314418"/>
                <a:gd name="connsiteX11" fmla="*/ 310210 w 446010"/>
                <a:gd name="connsiteY11" fmla="*/ 15427 h 314418"/>
                <a:gd name="connsiteX12" fmla="*/ 23213 w 446010"/>
                <a:gd name="connsiteY12" fmla="*/ 0 h 314418"/>
                <a:gd name="connsiteX13" fmla="*/ 138914 w 446010"/>
                <a:gd name="connsiteY13" fmla="*/ 0 h 314418"/>
                <a:gd name="connsiteX14" fmla="*/ 135799 w 446010"/>
                <a:gd name="connsiteY14" fmla="*/ 15427 h 314418"/>
                <a:gd name="connsiteX15" fmla="*/ 139773 w 446010"/>
                <a:gd name="connsiteY15" fmla="*/ 35110 h 314418"/>
                <a:gd name="connsiteX16" fmla="*/ 61420 w 446010"/>
                <a:gd name="connsiteY16" fmla="*/ 35110 h 314418"/>
                <a:gd name="connsiteX17" fmla="*/ 61420 w 446010"/>
                <a:gd name="connsiteY17" fmla="*/ 262208 h 314418"/>
                <a:gd name="connsiteX18" fmla="*/ 23213 w 446010"/>
                <a:gd name="connsiteY18" fmla="*/ 262208 h 314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6010" h="314418">
                  <a:moveTo>
                    <a:pt x="0" y="262215"/>
                  </a:moveTo>
                  <a:lnTo>
                    <a:pt x="446010" y="262215"/>
                  </a:lnTo>
                  <a:cubicBezTo>
                    <a:pt x="446010" y="291047"/>
                    <a:pt x="422638" y="314418"/>
                    <a:pt x="393808" y="314418"/>
                  </a:cubicBezTo>
                  <a:lnTo>
                    <a:pt x="52202" y="314418"/>
                  </a:lnTo>
                  <a:cubicBezTo>
                    <a:pt x="23372" y="314418"/>
                    <a:pt x="0" y="291047"/>
                    <a:pt x="0" y="262215"/>
                  </a:cubicBezTo>
                  <a:close/>
                  <a:moveTo>
                    <a:pt x="307095" y="0"/>
                  </a:moveTo>
                  <a:lnTo>
                    <a:pt x="422787" y="0"/>
                  </a:lnTo>
                  <a:lnTo>
                    <a:pt x="422787" y="262208"/>
                  </a:lnTo>
                  <a:lnTo>
                    <a:pt x="384581" y="262208"/>
                  </a:lnTo>
                  <a:lnTo>
                    <a:pt x="384581" y="35110"/>
                  </a:lnTo>
                  <a:lnTo>
                    <a:pt x="306236" y="35110"/>
                  </a:lnTo>
                  <a:lnTo>
                    <a:pt x="310210" y="15427"/>
                  </a:lnTo>
                  <a:close/>
                  <a:moveTo>
                    <a:pt x="23213" y="0"/>
                  </a:moveTo>
                  <a:lnTo>
                    <a:pt x="138914" y="0"/>
                  </a:lnTo>
                  <a:lnTo>
                    <a:pt x="135799" y="15427"/>
                  </a:lnTo>
                  <a:lnTo>
                    <a:pt x="139773" y="35110"/>
                  </a:lnTo>
                  <a:lnTo>
                    <a:pt x="61420" y="35110"/>
                  </a:lnTo>
                  <a:lnTo>
                    <a:pt x="61420" y="262208"/>
                  </a:lnTo>
                  <a:lnTo>
                    <a:pt x="23213" y="262208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" name="Freeform: Shape 31">
              <a:extLst>
                <a:ext uri="{FF2B5EF4-FFF2-40B4-BE49-F238E27FC236}">
                  <a16:creationId xmlns:a16="http://schemas.microsoft.com/office/drawing/2014/main" id="{564DF96F-DCEC-4B9B-1DEA-78E7C3928FC6}"/>
                </a:ext>
              </a:extLst>
            </p:cNvPr>
            <p:cNvSpPr/>
            <p:nvPr/>
          </p:nvSpPr>
          <p:spPr>
            <a:xfrm>
              <a:off x="9934635" y="472171"/>
              <a:ext cx="463807" cy="404283"/>
            </a:xfrm>
            <a:custGeom>
              <a:avLst/>
              <a:gdLst>
                <a:gd name="connsiteX0" fmla="*/ 202539 w 463806"/>
                <a:gd name="connsiteY0" fmla="*/ 360381 h 404283"/>
                <a:gd name="connsiteX1" fmla="*/ 261269 w 463806"/>
                <a:gd name="connsiteY1" fmla="*/ 360381 h 404283"/>
                <a:gd name="connsiteX2" fmla="*/ 270167 w 463806"/>
                <a:gd name="connsiteY2" fmla="*/ 369281 h 404283"/>
                <a:gd name="connsiteX3" fmla="*/ 261269 w 463806"/>
                <a:gd name="connsiteY3" fmla="*/ 378179 h 404283"/>
                <a:gd name="connsiteX4" fmla="*/ 202539 w 463806"/>
                <a:gd name="connsiteY4" fmla="*/ 378179 h 404283"/>
                <a:gd name="connsiteX5" fmla="*/ 193640 w 463806"/>
                <a:gd name="connsiteY5" fmla="*/ 369281 h 404283"/>
                <a:gd name="connsiteX6" fmla="*/ 202539 w 463806"/>
                <a:gd name="connsiteY6" fmla="*/ 360381 h 404283"/>
                <a:gd name="connsiteX7" fmla="*/ 18715 w 463806"/>
                <a:gd name="connsiteY7" fmla="*/ 352081 h 404283"/>
                <a:gd name="connsiteX8" fmla="*/ 61101 w 463806"/>
                <a:gd name="connsiteY8" fmla="*/ 386486 h 404283"/>
                <a:gd name="connsiteX9" fmla="*/ 402705 w 463806"/>
                <a:gd name="connsiteY9" fmla="*/ 386486 h 404283"/>
                <a:gd name="connsiteX10" fmla="*/ 445091 w 463806"/>
                <a:gd name="connsiteY10" fmla="*/ 352081 h 404283"/>
                <a:gd name="connsiteX11" fmla="*/ 225661 w 463806"/>
                <a:gd name="connsiteY11" fmla="*/ 51217 h 404283"/>
                <a:gd name="connsiteX12" fmla="*/ 238161 w 463806"/>
                <a:gd name="connsiteY12" fmla="*/ 51217 h 404283"/>
                <a:gd name="connsiteX13" fmla="*/ 274197 w 463806"/>
                <a:gd name="connsiteY13" fmla="*/ 86811 h 404283"/>
                <a:gd name="connsiteX14" fmla="*/ 274277 w 463806"/>
                <a:gd name="connsiteY14" fmla="*/ 99192 h 404283"/>
                <a:gd name="connsiteX15" fmla="*/ 261696 w 463806"/>
                <a:gd name="connsiteY15" fmla="*/ 99476 h 404283"/>
                <a:gd name="connsiteX16" fmla="*/ 240802 w 463806"/>
                <a:gd name="connsiteY16" fmla="*/ 78831 h 404283"/>
                <a:gd name="connsiteX17" fmla="*/ 240802 w 463806"/>
                <a:gd name="connsiteY17" fmla="*/ 138509 h 404283"/>
                <a:gd name="connsiteX18" fmla="*/ 231904 w 463806"/>
                <a:gd name="connsiteY18" fmla="*/ 147407 h 404283"/>
                <a:gd name="connsiteX19" fmla="*/ 223005 w 463806"/>
                <a:gd name="connsiteY19" fmla="*/ 138509 h 404283"/>
                <a:gd name="connsiteX20" fmla="*/ 223005 w 463806"/>
                <a:gd name="connsiteY20" fmla="*/ 78824 h 404283"/>
                <a:gd name="connsiteX21" fmla="*/ 202112 w 463806"/>
                <a:gd name="connsiteY21" fmla="*/ 99469 h 404283"/>
                <a:gd name="connsiteX22" fmla="*/ 202126 w 463806"/>
                <a:gd name="connsiteY22" fmla="*/ 99476 h 404283"/>
                <a:gd name="connsiteX23" fmla="*/ 189746 w 463806"/>
                <a:gd name="connsiteY23" fmla="*/ 99396 h 404283"/>
                <a:gd name="connsiteX24" fmla="*/ 189625 w 463806"/>
                <a:gd name="connsiteY24" fmla="*/ 86811 h 404283"/>
                <a:gd name="connsiteX25" fmla="*/ 231903 w 463806"/>
                <a:gd name="connsiteY25" fmla="*/ 18085 h 404283"/>
                <a:gd name="connsiteX26" fmla="*/ 153596 w 463806"/>
                <a:gd name="connsiteY26" fmla="*/ 96392 h 404283"/>
                <a:gd name="connsiteX27" fmla="*/ 231903 w 463806"/>
                <a:gd name="connsiteY27" fmla="*/ 174700 h 404283"/>
                <a:gd name="connsiteX28" fmla="*/ 310210 w 463806"/>
                <a:gd name="connsiteY28" fmla="*/ 96392 h 404283"/>
                <a:gd name="connsiteX29" fmla="*/ 231903 w 463806"/>
                <a:gd name="connsiteY29" fmla="*/ 18085 h 404283"/>
                <a:gd name="connsiteX30" fmla="*/ 245912 w 463806"/>
                <a:gd name="connsiteY30" fmla="*/ 1040 h 404283"/>
                <a:gd name="connsiteX31" fmla="*/ 324768 w 463806"/>
                <a:gd name="connsiteY31" fmla="*/ 72067 h 404283"/>
                <a:gd name="connsiteX32" fmla="*/ 431686 w 463806"/>
                <a:gd name="connsiteY32" fmla="*/ 72067 h 404283"/>
                <a:gd name="connsiteX33" fmla="*/ 440585 w 463806"/>
                <a:gd name="connsiteY33" fmla="*/ 80966 h 404283"/>
                <a:gd name="connsiteX34" fmla="*/ 440585 w 463806"/>
                <a:gd name="connsiteY34" fmla="*/ 300761 h 404283"/>
                <a:gd name="connsiteX35" fmla="*/ 431686 w 463806"/>
                <a:gd name="connsiteY35" fmla="*/ 309659 h 404283"/>
                <a:gd name="connsiteX36" fmla="*/ 422788 w 463806"/>
                <a:gd name="connsiteY36" fmla="*/ 300761 h 404283"/>
                <a:gd name="connsiteX37" fmla="*/ 422788 w 463806"/>
                <a:gd name="connsiteY37" fmla="*/ 89864 h 404283"/>
                <a:gd name="connsiteX38" fmla="*/ 327680 w 463806"/>
                <a:gd name="connsiteY38" fmla="*/ 89864 h 404283"/>
                <a:gd name="connsiteX39" fmla="*/ 328008 w 463806"/>
                <a:gd name="connsiteY39" fmla="*/ 96392 h 404283"/>
                <a:gd name="connsiteX40" fmla="*/ 260466 w 463806"/>
                <a:gd name="connsiteY40" fmla="*/ 188175 h 404283"/>
                <a:gd name="connsiteX41" fmla="*/ 140141 w 463806"/>
                <a:gd name="connsiteY41" fmla="*/ 124974 h 404283"/>
                <a:gd name="connsiteX42" fmla="*/ 79226 w 463806"/>
                <a:gd name="connsiteY42" fmla="*/ 124974 h 404283"/>
                <a:gd name="connsiteX43" fmla="*/ 79226 w 463806"/>
                <a:gd name="connsiteY43" fmla="*/ 334269 h 404283"/>
                <a:gd name="connsiteX44" fmla="*/ 384602 w 463806"/>
                <a:gd name="connsiteY44" fmla="*/ 334269 h 404283"/>
                <a:gd name="connsiteX45" fmla="*/ 384602 w 463806"/>
                <a:gd name="connsiteY45" fmla="*/ 124974 h 404283"/>
                <a:gd name="connsiteX46" fmla="*/ 358263 w 463806"/>
                <a:gd name="connsiteY46" fmla="*/ 124974 h 404283"/>
                <a:gd name="connsiteX47" fmla="*/ 349364 w 463806"/>
                <a:gd name="connsiteY47" fmla="*/ 116076 h 404283"/>
                <a:gd name="connsiteX48" fmla="*/ 358263 w 463806"/>
                <a:gd name="connsiteY48" fmla="*/ 107177 h 404283"/>
                <a:gd name="connsiteX49" fmla="*/ 393479 w 463806"/>
                <a:gd name="connsiteY49" fmla="*/ 107177 h 404283"/>
                <a:gd name="connsiteX50" fmla="*/ 402378 w 463806"/>
                <a:gd name="connsiteY50" fmla="*/ 116076 h 404283"/>
                <a:gd name="connsiteX51" fmla="*/ 402378 w 463806"/>
                <a:gd name="connsiteY51" fmla="*/ 334284 h 404283"/>
                <a:gd name="connsiteX52" fmla="*/ 454908 w 463806"/>
                <a:gd name="connsiteY52" fmla="*/ 334284 h 404283"/>
                <a:gd name="connsiteX53" fmla="*/ 463806 w 463806"/>
                <a:gd name="connsiteY53" fmla="*/ 343182 h 404283"/>
                <a:gd name="connsiteX54" fmla="*/ 402705 w 463806"/>
                <a:gd name="connsiteY54" fmla="*/ 404283 h 404283"/>
                <a:gd name="connsiteX55" fmla="*/ 61101 w 463806"/>
                <a:gd name="connsiteY55" fmla="*/ 404283 h 404283"/>
                <a:gd name="connsiteX56" fmla="*/ 0 w 463806"/>
                <a:gd name="connsiteY56" fmla="*/ 343182 h 404283"/>
                <a:gd name="connsiteX57" fmla="*/ 8899 w 463806"/>
                <a:gd name="connsiteY57" fmla="*/ 334284 h 404283"/>
                <a:gd name="connsiteX58" fmla="*/ 23215 w 463806"/>
                <a:gd name="connsiteY58" fmla="*/ 334284 h 404283"/>
                <a:gd name="connsiteX59" fmla="*/ 23215 w 463806"/>
                <a:gd name="connsiteY59" fmla="*/ 80966 h 404283"/>
                <a:gd name="connsiteX60" fmla="*/ 32113 w 463806"/>
                <a:gd name="connsiteY60" fmla="*/ 72067 h 404283"/>
                <a:gd name="connsiteX61" fmla="*/ 101984 w 463806"/>
                <a:gd name="connsiteY61" fmla="*/ 72067 h 404283"/>
                <a:gd name="connsiteX62" fmla="*/ 110883 w 463806"/>
                <a:gd name="connsiteY62" fmla="*/ 80966 h 404283"/>
                <a:gd name="connsiteX63" fmla="*/ 101984 w 463806"/>
                <a:gd name="connsiteY63" fmla="*/ 89864 h 404283"/>
                <a:gd name="connsiteX64" fmla="*/ 41012 w 463806"/>
                <a:gd name="connsiteY64" fmla="*/ 89864 h 404283"/>
                <a:gd name="connsiteX65" fmla="*/ 41012 w 463806"/>
                <a:gd name="connsiteY65" fmla="*/ 334284 h 404283"/>
                <a:gd name="connsiteX66" fmla="*/ 61407 w 463806"/>
                <a:gd name="connsiteY66" fmla="*/ 334284 h 404283"/>
                <a:gd name="connsiteX67" fmla="*/ 61407 w 463806"/>
                <a:gd name="connsiteY67" fmla="*/ 116076 h 404283"/>
                <a:gd name="connsiteX68" fmla="*/ 70306 w 463806"/>
                <a:gd name="connsiteY68" fmla="*/ 107177 h 404283"/>
                <a:gd name="connsiteX69" fmla="*/ 136447 w 463806"/>
                <a:gd name="connsiteY69" fmla="*/ 107177 h 404283"/>
                <a:gd name="connsiteX70" fmla="*/ 207842 w 463806"/>
                <a:gd name="connsiteY70" fmla="*/ 3060 h 404283"/>
                <a:gd name="connsiteX71" fmla="*/ 245912 w 463806"/>
                <a:gd name="connsiteY71" fmla="*/ 1040 h 404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63806" h="404283">
                  <a:moveTo>
                    <a:pt x="202539" y="360381"/>
                  </a:moveTo>
                  <a:lnTo>
                    <a:pt x="261269" y="360381"/>
                  </a:lnTo>
                  <a:cubicBezTo>
                    <a:pt x="266183" y="360381"/>
                    <a:pt x="270167" y="364365"/>
                    <a:pt x="270167" y="369281"/>
                  </a:cubicBezTo>
                  <a:cubicBezTo>
                    <a:pt x="270167" y="374195"/>
                    <a:pt x="266183" y="378179"/>
                    <a:pt x="261269" y="378179"/>
                  </a:cubicBezTo>
                  <a:lnTo>
                    <a:pt x="202539" y="378179"/>
                  </a:lnTo>
                  <a:cubicBezTo>
                    <a:pt x="197624" y="378179"/>
                    <a:pt x="193640" y="374195"/>
                    <a:pt x="193640" y="369281"/>
                  </a:cubicBezTo>
                  <a:cubicBezTo>
                    <a:pt x="193640" y="364365"/>
                    <a:pt x="197624" y="360381"/>
                    <a:pt x="202539" y="360381"/>
                  </a:cubicBezTo>
                  <a:close/>
                  <a:moveTo>
                    <a:pt x="18715" y="352081"/>
                  </a:moveTo>
                  <a:cubicBezTo>
                    <a:pt x="22953" y="372115"/>
                    <a:pt x="40623" y="386459"/>
                    <a:pt x="61101" y="386486"/>
                  </a:cubicBezTo>
                  <a:lnTo>
                    <a:pt x="402705" y="386486"/>
                  </a:lnTo>
                  <a:cubicBezTo>
                    <a:pt x="423183" y="386459"/>
                    <a:pt x="440854" y="372115"/>
                    <a:pt x="445091" y="352081"/>
                  </a:cubicBezTo>
                  <a:close/>
                  <a:moveTo>
                    <a:pt x="225661" y="51217"/>
                  </a:moveTo>
                  <a:cubicBezTo>
                    <a:pt x="229126" y="47797"/>
                    <a:pt x="234696" y="47797"/>
                    <a:pt x="238161" y="51217"/>
                  </a:cubicBezTo>
                  <a:lnTo>
                    <a:pt x="274197" y="86811"/>
                  </a:lnTo>
                  <a:cubicBezTo>
                    <a:pt x="277560" y="90240"/>
                    <a:pt x="277596" y="95720"/>
                    <a:pt x="274277" y="99192"/>
                  </a:cubicBezTo>
                  <a:cubicBezTo>
                    <a:pt x="270882" y="102744"/>
                    <a:pt x="265249" y="102872"/>
                    <a:pt x="261696" y="99476"/>
                  </a:cubicBezTo>
                  <a:lnTo>
                    <a:pt x="240802" y="78831"/>
                  </a:lnTo>
                  <a:lnTo>
                    <a:pt x="240802" y="138509"/>
                  </a:lnTo>
                  <a:cubicBezTo>
                    <a:pt x="240802" y="143423"/>
                    <a:pt x="236818" y="147407"/>
                    <a:pt x="231904" y="147407"/>
                  </a:cubicBezTo>
                  <a:cubicBezTo>
                    <a:pt x="226989" y="147407"/>
                    <a:pt x="223005" y="143423"/>
                    <a:pt x="223005" y="138509"/>
                  </a:cubicBezTo>
                  <a:lnTo>
                    <a:pt x="223005" y="78824"/>
                  </a:lnTo>
                  <a:lnTo>
                    <a:pt x="202112" y="99469"/>
                  </a:lnTo>
                  <a:lnTo>
                    <a:pt x="202126" y="99476"/>
                  </a:lnTo>
                  <a:cubicBezTo>
                    <a:pt x="198654" y="102795"/>
                    <a:pt x="193175" y="102759"/>
                    <a:pt x="189746" y="99396"/>
                  </a:cubicBezTo>
                  <a:cubicBezTo>
                    <a:pt x="186238" y="95954"/>
                    <a:pt x="186184" y="90319"/>
                    <a:pt x="189625" y="86811"/>
                  </a:cubicBezTo>
                  <a:close/>
                  <a:moveTo>
                    <a:pt x="231903" y="18085"/>
                  </a:moveTo>
                  <a:cubicBezTo>
                    <a:pt x="188675" y="18132"/>
                    <a:pt x="153643" y="53164"/>
                    <a:pt x="153596" y="96392"/>
                  </a:cubicBezTo>
                  <a:cubicBezTo>
                    <a:pt x="153596" y="139640"/>
                    <a:pt x="188655" y="174700"/>
                    <a:pt x="231903" y="174700"/>
                  </a:cubicBezTo>
                  <a:cubicBezTo>
                    <a:pt x="275151" y="174700"/>
                    <a:pt x="310210" y="139640"/>
                    <a:pt x="310210" y="96392"/>
                  </a:cubicBezTo>
                  <a:cubicBezTo>
                    <a:pt x="310210" y="53144"/>
                    <a:pt x="275151" y="18085"/>
                    <a:pt x="231903" y="18085"/>
                  </a:cubicBezTo>
                  <a:close/>
                  <a:moveTo>
                    <a:pt x="245912" y="1040"/>
                  </a:moveTo>
                  <a:cubicBezTo>
                    <a:pt x="282916" y="6554"/>
                    <a:pt x="314844" y="33559"/>
                    <a:pt x="324768" y="72067"/>
                  </a:cubicBezTo>
                  <a:lnTo>
                    <a:pt x="431686" y="72067"/>
                  </a:lnTo>
                  <a:cubicBezTo>
                    <a:pt x="436601" y="72067"/>
                    <a:pt x="440585" y="76051"/>
                    <a:pt x="440585" y="80966"/>
                  </a:cubicBezTo>
                  <a:lnTo>
                    <a:pt x="440585" y="300761"/>
                  </a:lnTo>
                  <a:cubicBezTo>
                    <a:pt x="440585" y="305675"/>
                    <a:pt x="436601" y="309659"/>
                    <a:pt x="431686" y="309659"/>
                  </a:cubicBezTo>
                  <a:cubicBezTo>
                    <a:pt x="426772" y="309659"/>
                    <a:pt x="422788" y="305675"/>
                    <a:pt x="422788" y="300761"/>
                  </a:cubicBezTo>
                  <a:lnTo>
                    <a:pt x="422788" y="89864"/>
                  </a:lnTo>
                  <a:lnTo>
                    <a:pt x="327680" y="89864"/>
                  </a:lnTo>
                  <a:cubicBezTo>
                    <a:pt x="327822" y="92029"/>
                    <a:pt x="328008" y="94193"/>
                    <a:pt x="328008" y="96392"/>
                  </a:cubicBezTo>
                  <a:cubicBezTo>
                    <a:pt x="328016" y="138474"/>
                    <a:pt x="300646" y="175667"/>
                    <a:pt x="260466" y="188175"/>
                  </a:cubicBezTo>
                  <a:cubicBezTo>
                    <a:pt x="209787" y="203949"/>
                    <a:pt x="155916" y="175653"/>
                    <a:pt x="140141" y="124974"/>
                  </a:cubicBezTo>
                  <a:lnTo>
                    <a:pt x="79226" y="124974"/>
                  </a:lnTo>
                  <a:lnTo>
                    <a:pt x="79226" y="334269"/>
                  </a:lnTo>
                  <a:lnTo>
                    <a:pt x="384602" y="334269"/>
                  </a:lnTo>
                  <a:lnTo>
                    <a:pt x="384602" y="124974"/>
                  </a:lnTo>
                  <a:lnTo>
                    <a:pt x="358263" y="124974"/>
                  </a:lnTo>
                  <a:cubicBezTo>
                    <a:pt x="353348" y="124974"/>
                    <a:pt x="349364" y="120990"/>
                    <a:pt x="349364" y="116076"/>
                  </a:cubicBezTo>
                  <a:cubicBezTo>
                    <a:pt x="349364" y="111161"/>
                    <a:pt x="353348" y="107177"/>
                    <a:pt x="358263" y="107177"/>
                  </a:cubicBezTo>
                  <a:lnTo>
                    <a:pt x="393479" y="107177"/>
                  </a:lnTo>
                  <a:cubicBezTo>
                    <a:pt x="398394" y="107177"/>
                    <a:pt x="402378" y="111161"/>
                    <a:pt x="402378" y="116076"/>
                  </a:cubicBezTo>
                  <a:lnTo>
                    <a:pt x="402378" y="334284"/>
                  </a:lnTo>
                  <a:lnTo>
                    <a:pt x="454908" y="334284"/>
                  </a:lnTo>
                  <a:cubicBezTo>
                    <a:pt x="459822" y="334284"/>
                    <a:pt x="463806" y="338268"/>
                    <a:pt x="463806" y="343182"/>
                  </a:cubicBezTo>
                  <a:cubicBezTo>
                    <a:pt x="463767" y="376911"/>
                    <a:pt x="436434" y="404244"/>
                    <a:pt x="402705" y="404283"/>
                  </a:cubicBezTo>
                  <a:lnTo>
                    <a:pt x="61101" y="404283"/>
                  </a:lnTo>
                  <a:cubicBezTo>
                    <a:pt x="27372" y="404244"/>
                    <a:pt x="39" y="376911"/>
                    <a:pt x="0" y="343182"/>
                  </a:cubicBezTo>
                  <a:cubicBezTo>
                    <a:pt x="0" y="338268"/>
                    <a:pt x="3984" y="334284"/>
                    <a:pt x="8899" y="334284"/>
                  </a:cubicBezTo>
                  <a:lnTo>
                    <a:pt x="23215" y="334284"/>
                  </a:lnTo>
                  <a:lnTo>
                    <a:pt x="23215" y="80966"/>
                  </a:lnTo>
                  <a:cubicBezTo>
                    <a:pt x="23215" y="76051"/>
                    <a:pt x="27199" y="72067"/>
                    <a:pt x="32113" y="72067"/>
                  </a:cubicBezTo>
                  <a:lnTo>
                    <a:pt x="101984" y="72067"/>
                  </a:lnTo>
                  <a:cubicBezTo>
                    <a:pt x="106899" y="72067"/>
                    <a:pt x="110883" y="76051"/>
                    <a:pt x="110883" y="80966"/>
                  </a:cubicBezTo>
                  <a:cubicBezTo>
                    <a:pt x="110883" y="85880"/>
                    <a:pt x="106899" y="89864"/>
                    <a:pt x="101984" y="89864"/>
                  </a:cubicBezTo>
                  <a:lnTo>
                    <a:pt x="41012" y="89864"/>
                  </a:lnTo>
                  <a:lnTo>
                    <a:pt x="41012" y="334284"/>
                  </a:lnTo>
                  <a:lnTo>
                    <a:pt x="61407" y="334284"/>
                  </a:lnTo>
                  <a:lnTo>
                    <a:pt x="61407" y="116076"/>
                  </a:lnTo>
                  <a:cubicBezTo>
                    <a:pt x="61407" y="111161"/>
                    <a:pt x="65391" y="107177"/>
                    <a:pt x="70306" y="107177"/>
                  </a:cubicBezTo>
                  <a:lnTo>
                    <a:pt x="136447" y="107177"/>
                  </a:lnTo>
                  <a:cubicBezTo>
                    <a:pt x="130872" y="59504"/>
                    <a:pt x="161363" y="15039"/>
                    <a:pt x="207842" y="3060"/>
                  </a:cubicBezTo>
                  <a:cubicBezTo>
                    <a:pt x="220678" y="-248"/>
                    <a:pt x="233577" y="-798"/>
                    <a:pt x="245912" y="104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6" name="Group 287">
            <a:extLst>
              <a:ext uri="{FF2B5EF4-FFF2-40B4-BE49-F238E27FC236}">
                <a16:creationId xmlns:a16="http://schemas.microsoft.com/office/drawing/2014/main" id="{294C0254-29FB-BF28-F7CD-FCA2702A42A6}"/>
              </a:ext>
            </a:extLst>
          </p:cNvPr>
          <p:cNvGrpSpPr/>
          <p:nvPr/>
        </p:nvGrpSpPr>
        <p:grpSpPr>
          <a:xfrm>
            <a:off x="11011147" y="442551"/>
            <a:ext cx="345420" cy="463815"/>
            <a:chOff x="11011147" y="442551"/>
            <a:chExt cx="345420" cy="463815"/>
          </a:xfrm>
        </p:grpSpPr>
        <p:sp>
          <p:nvSpPr>
            <p:cNvPr id="57" name="Freeform: Shape 33">
              <a:extLst>
                <a:ext uri="{FF2B5EF4-FFF2-40B4-BE49-F238E27FC236}">
                  <a16:creationId xmlns:a16="http://schemas.microsoft.com/office/drawing/2014/main" id="{35679A53-C0B1-9CF4-62E3-743A0CC27E3D}"/>
                </a:ext>
              </a:extLst>
            </p:cNvPr>
            <p:cNvSpPr/>
            <p:nvPr/>
          </p:nvSpPr>
          <p:spPr>
            <a:xfrm>
              <a:off x="11047191" y="848277"/>
              <a:ext cx="256278" cy="42713"/>
            </a:xfrm>
            <a:custGeom>
              <a:avLst/>
              <a:gdLst>
                <a:gd name="connsiteX0" fmla="*/ 0 w 256278"/>
                <a:gd name="connsiteY0" fmla="*/ 0 h 42713"/>
                <a:gd name="connsiteX1" fmla="*/ 261475 w 256278"/>
                <a:gd name="connsiteY1" fmla="*/ 49184 h 42713"/>
                <a:gd name="connsiteX2" fmla="*/ 261475 w 256278"/>
                <a:gd name="connsiteY2" fmla="*/ 0 h 42713"/>
                <a:gd name="connsiteX3" fmla="*/ 0 w 256278"/>
                <a:gd name="connsiteY3" fmla="*/ 0 h 42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278" h="42713">
                  <a:moveTo>
                    <a:pt x="0" y="0"/>
                  </a:moveTo>
                  <a:lnTo>
                    <a:pt x="261475" y="49184"/>
                  </a:lnTo>
                  <a:lnTo>
                    <a:pt x="261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" name="Freeform: Shape 34">
              <a:extLst>
                <a:ext uri="{FF2B5EF4-FFF2-40B4-BE49-F238E27FC236}">
                  <a16:creationId xmlns:a16="http://schemas.microsoft.com/office/drawing/2014/main" id="{074C0922-7F9C-A191-5E9A-B6D81C7E982A}"/>
                </a:ext>
              </a:extLst>
            </p:cNvPr>
            <p:cNvSpPr/>
            <p:nvPr/>
          </p:nvSpPr>
          <p:spPr>
            <a:xfrm>
              <a:off x="11011147" y="442551"/>
              <a:ext cx="345420" cy="463815"/>
            </a:xfrm>
            <a:custGeom>
              <a:avLst/>
              <a:gdLst>
                <a:gd name="connsiteX0" fmla="*/ 131471 w 345420"/>
                <a:gd name="connsiteY0" fmla="*/ 414622 h 463814"/>
                <a:gd name="connsiteX1" fmla="*/ 288626 w 345420"/>
                <a:gd name="connsiteY1" fmla="*/ 444215 h 463814"/>
                <a:gd name="connsiteX2" fmla="*/ 288619 w 345420"/>
                <a:gd name="connsiteY2" fmla="*/ 414622 h 463814"/>
                <a:gd name="connsiteX3" fmla="*/ 36043 w 345420"/>
                <a:gd name="connsiteY3" fmla="*/ 198409 h 463814"/>
                <a:gd name="connsiteX4" fmla="*/ 44941 w 345420"/>
                <a:gd name="connsiteY4" fmla="*/ 207308 h 463814"/>
                <a:gd name="connsiteX5" fmla="*/ 44941 w 345420"/>
                <a:gd name="connsiteY5" fmla="*/ 241871 h 463814"/>
                <a:gd name="connsiteX6" fmla="*/ 63180 w 345420"/>
                <a:gd name="connsiteY6" fmla="*/ 241871 h 463814"/>
                <a:gd name="connsiteX7" fmla="*/ 72078 w 345420"/>
                <a:gd name="connsiteY7" fmla="*/ 250769 h 463814"/>
                <a:gd name="connsiteX8" fmla="*/ 63180 w 345420"/>
                <a:gd name="connsiteY8" fmla="*/ 259668 h 463814"/>
                <a:gd name="connsiteX9" fmla="*/ 8899 w 345420"/>
                <a:gd name="connsiteY9" fmla="*/ 259668 h 463814"/>
                <a:gd name="connsiteX10" fmla="*/ 0 w 345420"/>
                <a:gd name="connsiteY10" fmla="*/ 250769 h 463814"/>
                <a:gd name="connsiteX11" fmla="*/ 8899 w 345420"/>
                <a:gd name="connsiteY11" fmla="*/ 241871 h 463814"/>
                <a:gd name="connsiteX12" fmla="*/ 27144 w 345420"/>
                <a:gd name="connsiteY12" fmla="*/ 241871 h 463814"/>
                <a:gd name="connsiteX13" fmla="*/ 27144 w 345420"/>
                <a:gd name="connsiteY13" fmla="*/ 207308 h 463814"/>
                <a:gd name="connsiteX14" fmla="*/ 36043 w 345420"/>
                <a:gd name="connsiteY14" fmla="*/ 198409 h 463814"/>
                <a:gd name="connsiteX15" fmla="*/ 186257 w 345420"/>
                <a:gd name="connsiteY15" fmla="*/ 178477 h 463814"/>
                <a:gd name="connsiteX16" fmla="*/ 178519 w 345420"/>
                <a:gd name="connsiteY16" fmla="*/ 180612 h 463814"/>
                <a:gd name="connsiteX17" fmla="*/ 173863 w 345420"/>
                <a:gd name="connsiteY17" fmla="*/ 185887 h 463814"/>
                <a:gd name="connsiteX18" fmla="*/ 171578 w 345420"/>
                <a:gd name="connsiteY18" fmla="*/ 192657 h 463814"/>
                <a:gd name="connsiteX19" fmla="*/ 170959 w 345420"/>
                <a:gd name="connsiteY19" fmla="*/ 199249 h 463814"/>
                <a:gd name="connsiteX20" fmla="*/ 172382 w 345420"/>
                <a:gd name="connsiteY20" fmla="*/ 209273 h 463814"/>
                <a:gd name="connsiteX21" fmla="*/ 176077 w 345420"/>
                <a:gd name="connsiteY21" fmla="*/ 215516 h 463814"/>
                <a:gd name="connsiteX22" fmla="*/ 181003 w 345420"/>
                <a:gd name="connsiteY22" fmla="*/ 218769 h 463814"/>
                <a:gd name="connsiteX23" fmla="*/ 186100 w 345420"/>
                <a:gd name="connsiteY23" fmla="*/ 219645 h 463814"/>
                <a:gd name="connsiteX24" fmla="*/ 192258 w 345420"/>
                <a:gd name="connsiteY24" fmla="*/ 218855 h 463814"/>
                <a:gd name="connsiteX25" fmla="*/ 197533 w 345420"/>
                <a:gd name="connsiteY25" fmla="*/ 216007 h 463814"/>
                <a:gd name="connsiteX26" fmla="*/ 201313 w 345420"/>
                <a:gd name="connsiteY26" fmla="*/ 210732 h 463814"/>
                <a:gd name="connsiteX27" fmla="*/ 202808 w 345420"/>
                <a:gd name="connsiteY27" fmla="*/ 202730 h 463814"/>
                <a:gd name="connsiteX28" fmla="*/ 202787 w 345420"/>
                <a:gd name="connsiteY28" fmla="*/ 194487 h 463814"/>
                <a:gd name="connsiteX29" fmla="*/ 202175 w 345420"/>
                <a:gd name="connsiteY29" fmla="*/ 189212 h 463814"/>
                <a:gd name="connsiteX30" fmla="*/ 199890 w 345420"/>
                <a:gd name="connsiteY30" fmla="*/ 184022 h 463814"/>
                <a:gd name="connsiteX31" fmla="*/ 194963 w 345420"/>
                <a:gd name="connsiteY31" fmla="*/ 180064 h 463814"/>
                <a:gd name="connsiteX32" fmla="*/ 186257 w 345420"/>
                <a:gd name="connsiteY32" fmla="*/ 178477 h 463814"/>
                <a:gd name="connsiteX33" fmla="*/ 188393 w 345420"/>
                <a:gd name="connsiteY33" fmla="*/ 131706 h 463814"/>
                <a:gd name="connsiteX34" fmla="*/ 237634 w 345420"/>
                <a:gd name="connsiteY34" fmla="*/ 146477 h 463814"/>
                <a:gd name="connsiteX35" fmla="*/ 256271 w 345420"/>
                <a:gd name="connsiteY35" fmla="*/ 191476 h 463814"/>
                <a:gd name="connsiteX36" fmla="*/ 242375 w 345420"/>
                <a:gd name="connsiteY36" fmla="*/ 231747 h 463814"/>
                <a:gd name="connsiteX37" fmla="*/ 232615 w 345420"/>
                <a:gd name="connsiteY37" fmla="*/ 236054 h 463814"/>
                <a:gd name="connsiteX38" fmla="*/ 221623 w 345420"/>
                <a:gd name="connsiteY38" fmla="*/ 235441 h 463814"/>
                <a:gd name="connsiteX39" fmla="*/ 214505 w 345420"/>
                <a:gd name="connsiteY39" fmla="*/ 232103 h 463814"/>
                <a:gd name="connsiteX40" fmla="*/ 209144 w 345420"/>
                <a:gd name="connsiteY40" fmla="*/ 226828 h 463814"/>
                <a:gd name="connsiteX41" fmla="*/ 199299 w 345420"/>
                <a:gd name="connsiteY41" fmla="*/ 233334 h 463814"/>
                <a:gd name="connsiteX42" fmla="*/ 186108 w 345420"/>
                <a:gd name="connsiteY42" fmla="*/ 235797 h 463814"/>
                <a:gd name="connsiteX43" fmla="*/ 161313 w 345420"/>
                <a:gd name="connsiteY43" fmla="*/ 226038 h 463814"/>
                <a:gd name="connsiteX44" fmla="*/ 152343 w 345420"/>
                <a:gd name="connsiteY44" fmla="*/ 199214 h 463814"/>
                <a:gd name="connsiteX45" fmla="*/ 154806 w 345420"/>
                <a:gd name="connsiteY45" fmla="*/ 184442 h 463814"/>
                <a:gd name="connsiteX46" fmla="*/ 161754 w 345420"/>
                <a:gd name="connsiteY46" fmla="*/ 173016 h 463814"/>
                <a:gd name="connsiteX47" fmla="*/ 172482 w 345420"/>
                <a:gd name="connsiteY47" fmla="*/ 165627 h 463814"/>
                <a:gd name="connsiteX48" fmla="*/ 186285 w 345420"/>
                <a:gd name="connsiteY48" fmla="*/ 162986 h 463814"/>
                <a:gd name="connsiteX49" fmla="*/ 195867 w 345420"/>
                <a:gd name="connsiteY49" fmla="*/ 164303 h 463814"/>
                <a:gd name="connsiteX50" fmla="*/ 202808 w 345420"/>
                <a:gd name="connsiteY50" fmla="*/ 167734 h 463814"/>
                <a:gd name="connsiteX51" fmla="*/ 202808 w 345420"/>
                <a:gd name="connsiteY51" fmla="*/ 163691 h 463814"/>
                <a:gd name="connsiteX52" fmla="*/ 220556 w 345420"/>
                <a:gd name="connsiteY52" fmla="*/ 163691 h 463814"/>
                <a:gd name="connsiteX53" fmla="*/ 220556 w 345420"/>
                <a:gd name="connsiteY53" fmla="*/ 207479 h 463814"/>
                <a:gd name="connsiteX54" fmla="*/ 220726 w 345420"/>
                <a:gd name="connsiteY54" fmla="*/ 211173 h 463814"/>
                <a:gd name="connsiteX55" fmla="*/ 221609 w 345420"/>
                <a:gd name="connsiteY55" fmla="*/ 214868 h 463814"/>
                <a:gd name="connsiteX56" fmla="*/ 223368 w 345420"/>
                <a:gd name="connsiteY56" fmla="*/ 217951 h 463814"/>
                <a:gd name="connsiteX57" fmla="*/ 226357 w 345420"/>
                <a:gd name="connsiteY57" fmla="*/ 219794 h 463814"/>
                <a:gd name="connsiteX58" fmla="*/ 235612 w 345420"/>
                <a:gd name="connsiteY58" fmla="*/ 213636 h 463814"/>
                <a:gd name="connsiteX59" fmla="*/ 238694 w 345420"/>
                <a:gd name="connsiteY59" fmla="*/ 191476 h 463814"/>
                <a:gd name="connsiteX60" fmla="*/ 235527 w 345420"/>
                <a:gd name="connsiteY60" fmla="*/ 172660 h 463814"/>
                <a:gd name="connsiteX61" fmla="*/ 226208 w 345420"/>
                <a:gd name="connsiteY61" fmla="*/ 159291 h 463814"/>
                <a:gd name="connsiteX62" fmla="*/ 210404 w 345420"/>
                <a:gd name="connsiteY62" fmla="*/ 151133 h 463814"/>
                <a:gd name="connsiteX63" fmla="*/ 188336 w 345420"/>
                <a:gd name="connsiteY63" fmla="*/ 148229 h 463814"/>
                <a:gd name="connsiteX64" fmla="*/ 166531 w 345420"/>
                <a:gd name="connsiteY64" fmla="*/ 152628 h 463814"/>
                <a:gd name="connsiteX65" fmla="*/ 151496 w 345420"/>
                <a:gd name="connsiteY65" fmla="*/ 164054 h 463814"/>
                <a:gd name="connsiteX66" fmla="*/ 142704 w 345420"/>
                <a:gd name="connsiteY66" fmla="*/ 179971 h 463814"/>
                <a:gd name="connsiteX67" fmla="*/ 139807 w 345420"/>
                <a:gd name="connsiteY67" fmla="*/ 197826 h 463814"/>
                <a:gd name="connsiteX68" fmla="*/ 141565 w 345420"/>
                <a:gd name="connsiteY68" fmla="*/ 215494 h 463814"/>
                <a:gd name="connsiteX69" fmla="*/ 148335 w 345420"/>
                <a:gd name="connsiteY69" fmla="*/ 232380 h 463814"/>
                <a:gd name="connsiteX70" fmla="*/ 162146 w 345420"/>
                <a:gd name="connsiteY70" fmla="*/ 244959 h 463814"/>
                <a:gd name="connsiteX71" fmla="*/ 185004 w 345420"/>
                <a:gd name="connsiteY71" fmla="*/ 249886 h 463814"/>
                <a:gd name="connsiteX72" fmla="*/ 200744 w 345420"/>
                <a:gd name="connsiteY72" fmla="*/ 248654 h 463814"/>
                <a:gd name="connsiteX73" fmla="*/ 210148 w 345420"/>
                <a:gd name="connsiteY73" fmla="*/ 245928 h 463814"/>
                <a:gd name="connsiteX74" fmla="*/ 214725 w 345420"/>
                <a:gd name="connsiteY74" fmla="*/ 243116 h 463814"/>
                <a:gd name="connsiteX75" fmla="*/ 216149 w 345420"/>
                <a:gd name="connsiteY75" fmla="*/ 241621 h 463814"/>
                <a:gd name="connsiteX76" fmla="*/ 229511 w 345420"/>
                <a:gd name="connsiteY76" fmla="*/ 253224 h 463814"/>
                <a:gd name="connsiteX77" fmla="*/ 224151 w 345420"/>
                <a:gd name="connsiteY77" fmla="*/ 257446 h 463814"/>
                <a:gd name="connsiteX78" fmla="*/ 215444 w 345420"/>
                <a:gd name="connsiteY78" fmla="*/ 261226 h 463814"/>
                <a:gd name="connsiteX79" fmla="*/ 202694 w 345420"/>
                <a:gd name="connsiteY79" fmla="*/ 264038 h 463814"/>
                <a:gd name="connsiteX80" fmla="*/ 185018 w 345420"/>
                <a:gd name="connsiteY80" fmla="*/ 265184 h 463814"/>
                <a:gd name="connsiteX81" fmla="*/ 158551 w 345420"/>
                <a:gd name="connsiteY81" fmla="*/ 260614 h 463814"/>
                <a:gd name="connsiteX82" fmla="*/ 138767 w 345420"/>
                <a:gd name="connsiteY82" fmla="*/ 247337 h 463814"/>
                <a:gd name="connsiteX83" fmla="*/ 126366 w 345420"/>
                <a:gd name="connsiteY83" fmla="*/ 226144 h 463814"/>
                <a:gd name="connsiteX84" fmla="*/ 122095 w 345420"/>
                <a:gd name="connsiteY84" fmla="*/ 197833 h 463814"/>
                <a:gd name="connsiteX85" fmla="*/ 126487 w 345420"/>
                <a:gd name="connsiteY85" fmla="*/ 172682 h 463814"/>
                <a:gd name="connsiteX86" fmla="*/ 139152 w 345420"/>
                <a:gd name="connsiteY86" fmla="*/ 151930 h 463814"/>
                <a:gd name="connsiteX87" fmla="*/ 160779 w 345420"/>
                <a:gd name="connsiteY87" fmla="*/ 136803 h 463814"/>
                <a:gd name="connsiteX88" fmla="*/ 188393 w 345420"/>
                <a:gd name="connsiteY88" fmla="*/ 131706 h 463814"/>
                <a:gd name="connsiteX89" fmla="*/ 36036 w 345420"/>
                <a:gd name="connsiteY89" fmla="*/ 109993 h 463814"/>
                <a:gd name="connsiteX90" fmla="*/ 36043 w 345420"/>
                <a:gd name="connsiteY90" fmla="*/ 109993 h 463814"/>
                <a:gd name="connsiteX91" fmla="*/ 44941 w 345420"/>
                <a:gd name="connsiteY91" fmla="*/ 118892 h 463814"/>
                <a:gd name="connsiteX92" fmla="*/ 44941 w 345420"/>
                <a:gd name="connsiteY92" fmla="*/ 154957 h 463814"/>
                <a:gd name="connsiteX93" fmla="*/ 63180 w 345420"/>
                <a:gd name="connsiteY93" fmla="*/ 154957 h 463814"/>
                <a:gd name="connsiteX94" fmla="*/ 72078 w 345420"/>
                <a:gd name="connsiteY94" fmla="*/ 163855 h 463814"/>
                <a:gd name="connsiteX95" fmla="*/ 63180 w 345420"/>
                <a:gd name="connsiteY95" fmla="*/ 172754 h 463814"/>
                <a:gd name="connsiteX96" fmla="*/ 8899 w 345420"/>
                <a:gd name="connsiteY96" fmla="*/ 172754 h 463814"/>
                <a:gd name="connsiteX97" fmla="*/ 0 w 345420"/>
                <a:gd name="connsiteY97" fmla="*/ 163855 h 463814"/>
                <a:gd name="connsiteX98" fmla="*/ 8899 w 345420"/>
                <a:gd name="connsiteY98" fmla="*/ 154957 h 463814"/>
                <a:gd name="connsiteX99" fmla="*/ 27137 w 345420"/>
                <a:gd name="connsiteY99" fmla="*/ 154957 h 463814"/>
                <a:gd name="connsiteX100" fmla="*/ 27137 w 345420"/>
                <a:gd name="connsiteY100" fmla="*/ 118892 h 463814"/>
                <a:gd name="connsiteX101" fmla="*/ 36036 w 345420"/>
                <a:gd name="connsiteY101" fmla="*/ 109993 h 463814"/>
                <a:gd name="connsiteX102" fmla="*/ 36036 w 345420"/>
                <a:gd name="connsiteY102" fmla="*/ 0 h 463814"/>
                <a:gd name="connsiteX103" fmla="*/ 336536 w 345420"/>
                <a:gd name="connsiteY103" fmla="*/ 0 h 463814"/>
                <a:gd name="connsiteX104" fmla="*/ 345420 w 345420"/>
                <a:gd name="connsiteY104" fmla="*/ 8899 h 463814"/>
                <a:gd name="connsiteX105" fmla="*/ 345420 w 345420"/>
                <a:gd name="connsiteY105" fmla="*/ 405724 h 463814"/>
                <a:gd name="connsiteX106" fmla="*/ 336522 w 345420"/>
                <a:gd name="connsiteY106" fmla="*/ 414622 h 463814"/>
                <a:gd name="connsiteX107" fmla="*/ 306409 w 345420"/>
                <a:gd name="connsiteY107" fmla="*/ 414622 h 463814"/>
                <a:gd name="connsiteX108" fmla="*/ 306409 w 345420"/>
                <a:gd name="connsiteY108" fmla="*/ 454915 h 463814"/>
                <a:gd name="connsiteX109" fmla="*/ 297510 w 345420"/>
                <a:gd name="connsiteY109" fmla="*/ 463814 h 463814"/>
                <a:gd name="connsiteX110" fmla="*/ 295866 w 345420"/>
                <a:gd name="connsiteY110" fmla="*/ 463657 h 463814"/>
                <a:gd name="connsiteX111" fmla="*/ 34391 w 345420"/>
                <a:gd name="connsiteY111" fmla="*/ 414466 h 463814"/>
                <a:gd name="connsiteX112" fmla="*/ 27137 w 345420"/>
                <a:gd name="connsiteY112" fmla="*/ 405724 h 463814"/>
                <a:gd name="connsiteX113" fmla="*/ 27137 w 345420"/>
                <a:gd name="connsiteY113" fmla="*/ 346573 h 463814"/>
                <a:gd name="connsiteX114" fmla="*/ 8899 w 345420"/>
                <a:gd name="connsiteY114" fmla="*/ 346573 h 463814"/>
                <a:gd name="connsiteX115" fmla="*/ 0 w 345420"/>
                <a:gd name="connsiteY115" fmla="*/ 337675 h 463814"/>
                <a:gd name="connsiteX116" fmla="*/ 8899 w 345420"/>
                <a:gd name="connsiteY116" fmla="*/ 328776 h 463814"/>
                <a:gd name="connsiteX117" fmla="*/ 27144 w 345420"/>
                <a:gd name="connsiteY117" fmla="*/ 328776 h 463814"/>
                <a:gd name="connsiteX118" fmla="*/ 27144 w 345420"/>
                <a:gd name="connsiteY118" fmla="*/ 298649 h 463814"/>
                <a:gd name="connsiteX119" fmla="*/ 36043 w 345420"/>
                <a:gd name="connsiteY119" fmla="*/ 289751 h 463814"/>
                <a:gd name="connsiteX120" fmla="*/ 44941 w 345420"/>
                <a:gd name="connsiteY120" fmla="*/ 298649 h 463814"/>
                <a:gd name="connsiteX121" fmla="*/ 44941 w 345420"/>
                <a:gd name="connsiteY121" fmla="*/ 328776 h 463814"/>
                <a:gd name="connsiteX122" fmla="*/ 63180 w 345420"/>
                <a:gd name="connsiteY122" fmla="*/ 328776 h 463814"/>
                <a:gd name="connsiteX123" fmla="*/ 72078 w 345420"/>
                <a:gd name="connsiteY123" fmla="*/ 337675 h 463814"/>
                <a:gd name="connsiteX124" fmla="*/ 63180 w 345420"/>
                <a:gd name="connsiteY124" fmla="*/ 346573 h 463814"/>
                <a:gd name="connsiteX125" fmla="*/ 44941 w 345420"/>
                <a:gd name="connsiteY125" fmla="*/ 346573 h 463814"/>
                <a:gd name="connsiteX126" fmla="*/ 44941 w 345420"/>
                <a:gd name="connsiteY126" fmla="*/ 396825 h 463814"/>
                <a:gd name="connsiteX127" fmla="*/ 327637 w 345420"/>
                <a:gd name="connsiteY127" fmla="*/ 396825 h 463814"/>
                <a:gd name="connsiteX128" fmla="*/ 327637 w 345420"/>
                <a:gd name="connsiteY128" fmla="*/ 17797 h 463814"/>
                <a:gd name="connsiteX129" fmla="*/ 44941 w 345420"/>
                <a:gd name="connsiteY129" fmla="*/ 17797 h 463814"/>
                <a:gd name="connsiteX130" fmla="*/ 44941 w 345420"/>
                <a:gd name="connsiteY130" fmla="*/ 68049 h 463814"/>
                <a:gd name="connsiteX131" fmla="*/ 63180 w 345420"/>
                <a:gd name="connsiteY131" fmla="*/ 68049 h 463814"/>
                <a:gd name="connsiteX132" fmla="*/ 72078 w 345420"/>
                <a:gd name="connsiteY132" fmla="*/ 76948 h 463814"/>
                <a:gd name="connsiteX133" fmla="*/ 63180 w 345420"/>
                <a:gd name="connsiteY133" fmla="*/ 85846 h 463814"/>
                <a:gd name="connsiteX134" fmla="*/ 8899 w 345420"/>
                <a:gd name="connsiteY134" fmla="*/ 85846 h 463814"/>
                <a:gd name="connsiteX135" fmla="*/ 0 w 345420"/>
                <a:gd name="connsiteY135" fmla="*/ 76948 h 463814"/>
                <a:gd name="connsiteX136" fmla="*/ 8899 w 345420"/>
                <a:gd name="connsiteY136" fmla="*/ 68049 h 463814"/>
                <a:gd name="connsiteX137" fmla="*/ 27137 w 345420"/>
                <a:gd name="connsiteY137" fmla="*/ 68049 h 463814"/>
                <a:gd name="connsiteX138" fmla="*/ 27137 w 345420"/>
                <a:gd name="connsiteY138" fmla="*/ 8899 h 463814"/>
                <a:gd name="connsiteX139" fmla="*/ 36036 w 345420"/>
                <a:gd name="connsiteY139" fmla="*/ 0 h 46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345420" h="463814">
                  <a:moveTo>
                    <a:pt x="131471" y="414622"/>
                  </a:moveTo>
                  <a:lnTo>
                    <a:pt x="288626" y="444215"/>
                  </a:lnTo>
                  <a:lnTo>
                    <a:pt x="288619" y="414622"/>
                  </a:lnTo>
                  <a:close/>
                  <a:moveTo>
                    <a:pt x="36043" y="198409"/>
                  </a:moveTo>
                  <a:cubicBezTo>
                    <a:pt x="40957" y="198409"/>
                    <a:pt x="44941" y="202393"/>
                    <a:pt x="44941" y="207308"/>
                  </a:cubicBezTo>
                  <a:lnTo>
                    <a:pt x="44941" y="241871"/>
                  </a:lnTo>
                  <a:lnTo>
                    <a:pt x="63180" y="241871"/>
                  </a:lnTo>
                  <a:cubicBezTo>
                    <a:pt x="68094" y="241871"/>
                    <a:pt x="72078" y="245855"/>
                    <a:pt x="72078" y="250769"/>
                  </a:cubicBezTo>
                  <a:cubicBezTo>
                    <a:pt x="72078" y="255684"/>
                    <a:pt x="68094" y="259668"/>
                    <a:pt x="63180" y="259668"/>
                  </a:cubicBezTo>
                  <a:lnTo>
                    <a:pt x="8899" y="259668"/>
                  </a:lnTo>
                  <a:cubicBezTo>
                    <a:pt x="3984" y="259668"/>
                    <a:pt x="0" y="255684"/>
                    <a:pt x="0" y="250769"/>
                  </a:cubicBezTo>
                  <a:cubicBezTo>
                    <a:pt x="0" y="245855"/>
                    <a:pt x="3984" y="241871"/>
                    <a:pt x="8899" y="241871"/>
                  </a:cubicBezTo>
                  <a:lnTo>
                    <a:pt x="27144" y="241871"/>
                  </a:lnTo>
                  <a:lnTo>
                    <a:pt x="27144" y="207308"/>
                  </a:lnTo>
                  <a:cubicBezTo>
                    <a:pt x="27144" y="202393"/>
                    <a:pt x="31128" y="198409"/>
                    <a:pt x="36043" y="198409"/>
                  </a:cubicBezTo>
                  <a:close/>
                  <a:moveTo>
                    <a:pt x="186257" y="178477"/>
                  </a:moveTo>
                  <a:cubicBezTo>
                    <a:pt x="183518" y="178364"/>
                    <a:pt x="180813" y="179111"/>
                    <a:pt x="178519" y="180612"/>
                  </a:cubicBezTo>
                  <a:cubicBezTo>
                    <a:pt x="176568" y="181974"/>
                    <a:pt x="174971" y="183782"/>
                    <a:pt x="173863" y="185887"/>
                  </a:cubicBezTo>
                  <a:cubicBezTo>
                    <a:pt x="172745" y="188008"/>
                    <a:pt x="171974" y="190293"/>
                    <a:pt x="171578" y="192657"/>
                  </a:cubicBezTo>
                  <a:cubicBezTo>
                    <a:pt x="171186" y="194833"/>
                    <a:pt x="170978" y="197038"/>
                    <a:pt x="170959" y="199249"/>
                  </a:cubicBezTo>
                  <a:cubicBezTo>
                    <a:pt x="170857" y="202647"/>
                    <a:pt x="171338" y="206038"/>
                    <a:pt x="172382" y="209273"/>
                  </a:cubicBezTo>
                  <a:cubicBezTo>
                    <a:pt x="173160" y="211591"/>
                    <a:pt x="174419" y="213718"/>
                    <a:pt x="176077" y="215516"/>
                  </a:cubicBezTo>
                  <a:cubicBezTo>
                    <a:pt x="177428" y="216988"/>
                    <a:pt x="179119" y="218105"/>
                    <a:pt x="181003" y="218769"/>
                  </a:cubicBezTo>
                  <a:cubicBezTo>
                    <a:pt x="182643" y="219337"/>
                    <a:pt x="184365" y="219632"/>
                    <a:pt x="186100" y="219645"/>
                  </a:cubicBezTo>
                  <a:cubicBezTo>
                    <a:pt x="188178" y="219648"/>
                    <a:pt x="190248" y="219382"/>
                    <a:pt x="192258" y="218855"/>
                  </a:cubicBezTo>
                  <a:cubicBezTo>
                    <a:pt x="194217" y="218336"/>
                    <a:pt x="196025" y="217360"/>
                    <a:pt x="197533" y="216007"/>
                  </a:cubicBezTo>
                  <a:cubicBezTo>
                    <a:pt x="199149" y="214533"/>
                    <a:pt x="200437" y="212736"/>
                    <a:pt x="201313" y="210732"/>
                  </a:cubicBezTo>
                  <a:cubicBezTo>
                    <a:pt x="202381" y="208203"/>
                    <a:pt x="202891" y="205474"/>
                    <a:pt x="202808" y="202730"/>
                  </a:cubicBezTo>
                  <a:lnTo>
                    <a:pt x="202787" y="194487"/>
                  </a:lnTo>
                  <a:cubicBezTo>
                    <a:pt x="202772" y="192712"/>
                    <a:pt x="202567" y="190943"/>
                    <a:pt x="202175" y="189212"/>
                  </a:cubicBezTo>
                  <a:cubicBezTo>
                    <a:pt x="201769" y="187346"/>
                    <a:pt x="200992" y="185581"/>
                    <a:pt x="199890" y="184022"/>
                  </a:cubicBezTo>
                  <a:cubicBezTo>
                    <a:pt x="198611" y="182305"/>
                    <a:pt x="196916" y="180942"/>
                    <a:pt x="194963" y="180064"/>
                  </a:cubicBezTo>
                  <a:cubicBezTo>
                    <a:pt x="192216" y="178894"/>
                    <a:pt x="189241" y="178351"/>
                    <a:pt x="186257" y="178477"/>
                  </a:cubicBezTo>
                  <a:close/>
                  <a:moveTo>
                    <a:pt x="188393" y="131706"/>
                  </a:moveTo>
                  <a:cubicBezTo>
                    <a:pt x="209616" y="131706"/>
                    <a:pt x="226030" y="136630"/>
                    <a:pt x="237634" y="146477"/>
                  </a:cubicBezTo>
                  <a:cubicBezTo>
                    <a:pt x="250444" y="157807"/>
                    <a:pt x="257319" y="174407"/>
                    <a:pt x="256271" y="191476"/>
                  </a:cubicBezTo>
                  <a:cubicBezTo>
                    <a:pt x="256266" y="211290"/>
                    <a:pt x="251634" y="224713"/>
                    <a:pt x="242375" y="231747"/>
                  </a:cubicBezTo>
                  <a:cubicBezTo>
                    <a:pt x="239514" y="233944"/>
                    <a:pt x="236166" y="235421"/>
                    <a:pt x="232615" y="236054"/>
                  </a:cubicBezTo>
                  <a:cubicBezTo>
                    <a:pt x="228953" y="236695"/>
                    <a:pt x="225192" y="236485"/>
                    <a:pt x="221623" y="235441"/>
                  </a:cubicBezTo>
                  <a:cubicBezTo>
                    <a:pt x="219057" y="234798"/>
                    <a:pt x="216640" y="233664"/>
                    <a:pt x="214505" y="232103"/>
                  </a:cubicBezTo>
                  <a:cubicBezTo>
                    <a:pt x="212479" y="230605"/>
                    <a:pt x="210674" y="228829"/>
                    <a:pt x="209144" y="226828"/>
                  </a:cubicBezTo>
                  <a:cubicBezTo>
                    <a:pt x="206314" y="229613"/>
                    <a:pt x="202971" y="231823"/>
                    <a:pt x="199299" y="233334"/>
                  </a:cubicBezTo>
                  <a:cubicBezTo>
                    <a:pt x="195113" y="235037"/>
                    <a:pt x="190626" y="235874"/>
                    <a:pt x="186108" y="235797"/>
                  </a:cubicBezTo>
                  <a:cubicBezTo>
                    <a:pt x="176816" y="236305"/>
                    <a:pt x="167765" y="232742"/>
                    <a:pt x="161313" y="226038"/>
                  </a:cubicBezTo>
                  <a:cubicBezTo>
                    <a:pt x="154994" y="218577"/>
                    <a:pt x="151783" y="208974"/>
                    <a:pt x="152343" y="199214"/>
                  </a:cubicBezTo>
                  <a:cubicBezTo>
                    <a:pt x="152281" y="194183"/>
                    <a:pt x="153115" y="189181"/>
                    <a:pt x="154806" y="184442"/>
                  </a:cubicBezTo>
                  <a:cubicBezTo>
                    <a:pt x="156319" y="180200"/>
                    <a:pt x="158684" y="176312"/>
                    <a:pt x="161754" y="173016"/>
                  </a:cubicBezTo>
                  <a:cubicBezTo>
                    <a:pt x="164773" y="169829"/>
                    <a:pt x="168428" y="167311"/>
                    <a:pt x="172482" y="165627"/>
                  </a:cubicBezTo>
                  <a:cubicBezTo>
                    <a:pt x="176858" y="163825"/>
                    <a:pt x="181553" y="162927"/>
                    <a:pt x="186285" y="162986"/>
                  </a:cubicBezTo>
                  <a:cubicBezTo>
                    <a:pt x="189529" y="162913"/>
                    <a:pt x="192764" y="163358"/>
                    <a:pt x="195867" y="164303"/>
                  </a:cubicBezTo>
                  <a:cubicBezTo>
                    <a:pt x="198337" y="165100"/>
                    <a:pt x="200676" y="166256"/>
                    <a:pt x="202808" y="167734"/>
                  </a:cubicBezTo>
                  <a:lnTo>
                    <a:pt x="202808" y="163691"/>
                  </a:lnTo>
                  <a:lnTo>
                    <a:pt x="220556" y="163691"/>
                  </a:lnTo>
                  <a:lnTo>
                    <a:pt x="220556" y="207479"/>
                  </a:lnTo>
                  <a:cubicBezTo>
                    <a:pt x="220551" y="208651"/>
                    <a:pt x="220608" y="209883"/>
                    <a:pt x="220726" y="211173"/>
                  </a:cubicBezTo>
                  <a:cubicBezTo>
                    <a:pt x="220838" y="212442"/>
                    <a:pt x="221135" y="213687"/>
                    <a:pt x="221609" y="214868"/>
                  </a:cubicBezTo>
                  <a:cubicBezTo>
                    <a:pt x="222041" y="215976"/>
                    <a:pt x="222633" y="217015"/>
                    <a:pt x="223368" y="217951"/>
                  </a:cubicBezTo>
                  <a:cubicBezTo>
                    <a:pt x="224138" y="218872"/>
                    <a:pt x="225188" y="219519"/>
                    <a:pt x="226357" y="219794"/>
                  </a:cubicBezTo>
                  <a:cubicBezTo>
                    <a:pt x="230477" y="220734"/>
                    <a:pt x="233562" y="218681"/>
                    <a:pt x="235612" y="213636"/>
                  </a:cubicBezTo>
                  <a:cubicBezTo>
                    <a:pt x="237985" y="206500"/>
                    <a:pt x="239030" y="198989"/>
                    <a:pt x="238694" y="191476"/>
                  </a:cubicBezTo>
                  <a:cubicBezTo>
                    <a:pt x="238800" y="185063"/>
                    <a:pt x="237726" y="178685"/>
                    <a:pt x="235527" y="172660"/>
                  </a:cubicBezTo>
                  <a:cubicBezTo>
                    <a:pt x="233638" y="167468"/>
                    <a:pt x="230426" y="162859"/>
                    <a:pt x="226208" y="159291"/>
                  </a:cubicBezTo>
                  <a:cubicBezTo>
                    <a:pt x="221535" y="155547"/>
                    <a:pt x="216163" y="152774"/>
                    <a:pt x="210404" y="151133"/>
                  </a:cubicBezTo>
                  <a:cubicBezTo>
                    <a:pt x="203233" y="149074"/>
                    <a:pt x="195795" y="148095"/>
                    <a:pt x="188336" y="148229"/>
                  </a:cubicBezTo>
                  <a:cubicBezTo>
                    <a:pt x="180829" y="148036"/>
                    <a:pt x="173376" y="149540"/>
                    <a:pt x="166531" y="152628"/>
                  </a:cubicBezTo>
                  <a:cubicBezTo>
                    <a:pt x="160757" y="155313"/>
                    <a:pt x="155629" y="159210"/>
                    <a:pt x="151496" y="164054"/>
                  </a:cubicBezTo>
                  <a:cubicBezTo>
                    <a:pt x="147570" y="168746"/>
                    <a:pt x="144585" y="174150"/>
                    <a:pt x="142704" y="179971"/>
                  </a:cubicBezTo>
                  <a:cubicBezTo>
                    <a:pt x="140798" y="185732"/>
                    <a:pt x="139820" y="191758"/>
                    <a:pt x="139807" y="197826"/>
                  </a:cubicBezTo>
                  <a:cubicBezTo>
                    <a:pt x="139835" y="203757"/>
                    <a:pt x="140424" y="209673"/>
                    <a:pt x="141565" y="215494"/>
                  </a:cubicBezTo>
                  <a:cubicBezTo>
                    <a:pt x="142681" y="221516"/>
                    <a:pt x="144982" y="227256"/>
                    <a:pt x="148335" y="232380"/>
                  </a:cubicBezTo>
                  <a:cubicBezTo>
                    <a:pt x="151844" y="237637"/>
                    <a:pt x="156585" y="241955"/>
                    <a:pt x="162146" y="244959"/>
                  </a:cubicBezTo>
                  <a:cubicBezTo>
                    <a:pt x="169221" y="248521"/>
                    <a:pt x="177089" y="250216"/>
                    <a:pt x="185004" y="249886"/>
                  </a:cubicBezTo>
                  <a:cubicBezTo>
                    <a:pt x="190278" y="249985"/>
                    <a:pt x="195549" y="249573"/>
                    <a:pt x="200744" y="248654"/>
                  </a:cubicBezTo>
                  <a:cubicBezTo>
                    <a:pt x="203966" y="248079"/>
                    <a:pt x="207118" y="247165"/>
                    <a:pt x="210148" y="245928"/>
                  </a:cubicBezTo>
                  <a:cubicBezTo>
                    <a:pt x="211834" y="245280"/>
                    <a:pt x="213385" y="244326"/>
                    <a:pt x="214725" y="243116"/>
                  </a:cubicBezTo>
                  <a:cubicBezTo>
                    <a:pt x="215556" y="242238"/>
                    <a:pt x="216030" y="241739"/>
                    <a:pt x="216149" y="241621"/>
                  </a:cubicBezTo>
                  <a:lnTo>
                    <a:pt x="229511" y="253224"/>
                  </a:lnTo>
                  <a:cubicBezTo>
                    <a:pt x="227923" y="254867"/>
                    <a:pt x="226120" y="256287"/>
                    <a:pt x="224151" y="257446"/>
                  </a:cubicBezTo>
                  <a:cubicBezTo>
                    <a:pt x="221412" y="259052"/>
                    <a:pt x="218488" y="260322"/>
                    <a:pt x="215444" y="261226"/>
                  </a:cubicBezTo>
                  <a:cubicBezTo>
                    <a:pt x="211272" y="262487"/>
                    <a:pt x="207010" y="263427"/>
                    <a:pt x="202694" y="264038"/>
                  </a:cubicBezTo>
                  <a:cubicBezTo>
                    <a:pt x="196839" y="264860"/>
                    <a:pt x="190931" y="265243"/>
                    <a:pt x="185018" y="265184"/>
                  </a:cubicBezTo>
                  <a:cubicBezTo>
                    <a:pt x="175988" y="265329"/>
                    <a:pt x="167010" y="263779"/>
                    <a:pt x="158551" y="260614"/>
                  </a:cubicBezTo>
                  <a:cubicBezTo>
                    <a:pt x="151030" y="257754"/>
                    <a:pt x="144264" y="253212"/>
                    <a:pt x="138767" y="247337"/>
                  </a:cubicBezTo>
                  <a:cubicBezTo>
                    <a:pt x="133188" y="241224"/>
                    <a:pt x="128963" y="234002"/>
                    <a:pt x="126366" y="226144"/>
                  </a:cubicBezTo>
                  <a:cubicBezTo>
                    <a:pt x="123379" y="217010"/>
                    <a:pt x="121935" y="207442"/>
                    <a:pt x="122095" y="197833"/>
                  </a:cubicBezTo>
                  <a:cubicBezTo>
                    <a:pt x="122035" y="189253"/>
                    <a:pt x="123523" y="180733"/>
                    <a:pt x="126487" y="172682"/>
                  </a:cubicBezTo>
                  <a:cubicBezTo>
                    <a:pt x="129311" y="165003"/>
                    <a:pt x="133614" y="157953"/>
                    <a:pt x="139152" y="151930"/>
                  </a:cubicBezTo>
                  <a:cubicBezTo>
                    <a:pt x="145133" y="145328"/>
                    <a:pt x="152525" y="140158"/>
                    <a:pt x="160779" y="136803"/>
                  </a:cubicBezTo>
                  <a:cubicBezTo>
                    <a:pt x="169562" y="133318"/>
                    <a:pt x="178944" y="131586"/>
                    <a:pt x="188393" y="131706"/>
                  </a:cubicBezTo>
                  <a:close/>
                  <a:moveTo>
                    <a:pt x="36036" y="109993"/>
                  </a:moveTo>
                  <a:cubicBezTo>
                    <a:pt x="36038" y="109993"/>
                    <a:pt x="36040" y="109993"/>
                    <a:pt x="36043" y="109993"/>
                  </a:cubicBezTo>
                  <a:cubicBezTo>
                    <a:pt x="40957" y="109993"/>
                    <a:pt x="44941" y="113977"/>
                    <a:pt x="44941" y="118892"/>
                  </a:cubicBezTo>
                  <a:lnTo>
                    <a:pt x="44941" y="154957"/>
                  </a:lnTo>
                  <a:lnTo>
                    <a:pt x="63180" y="154957"/>
                  </a:lnTo>
                  <a:cubicBezTo>
                    <a:pt x="68094" y="154957"/>
                    <a:pt x="72078" y="158941"/>
                    <a:pt x="72078" y="163855"/>
                  </a:cubicBezTo>
                  <a:cubicBezTo>
                    <a:pt x="72078" y="168770"/>
                    <a:pt x="68094" y="172754"/>
                    <a:pt x="63180" y="172754"/>
                  </a:cubicBezTo>
                  <a:lnTo>
                    <a:pt x="8899" y="172754"/>
                  </a:lnTo>
                  <a:cubicBezTo>
                    <a:pt x="3984" y="172754"/>
                    <a:pt x="0" y="168770"/>
                    <a:pt x="0" y="163855"/>
                  </a:cubicBezTo>
                  <a:cubicBezTo>
                    <a:pt x="0" y="158941"/>
                    <a:pt x="3984" y="154957"/>
                    <a:pt x="8899" y="154957"/>
                  </a:cubicBezTo>
                  <a:lnTo>
                    <a:pt x="27137" y="154957"/>
                  </a:lnTo>
                  <a:lnTo>
                    <a:pt x="27137" y="118892"/>
                  </a:lnTo>
                  <a:cubicBezTo>
                    <a:pt x="27137" y="113977"/>
                    <a:pt x="31121" y="109993"/>
                    <a:pt x="36036" y="109993"/>
                  </a:cubicBezTo>
                  <a:close/>
                  <a:moveTo>
                    <a:pt x="36036" y="0"/>
                  </a:moveTo>
                  <a:lnTo>
                    <a:pt x="336536" y="0"/>
                  </a:lnTo>
                  <a:cubicBezTo>
                    <a:pt x="341445" y="8"/>
                    <a:pt x="345420" y="3990"/>
                    <a:pt x="345420" y="8899"/>
                  </a:cubicBezTo>
                  <a:lnTo>
                    <a:pt x="345420" y="405724"/>
                  </a:lnTo>
                  <a:cubicBezTo>
                    <a:pt x="345420" y="410638"/>
                    <a:pt x="341436" y="414622"/>
                    <a:pt x="336522" y="414622"/>
                  </a:cubicBezTo>
                  <a:lnTo>
                    <a:pt x="306409" y="414622"/>
                  </a:lnTo>
                  <a:lnTo>
                    <a:pt x="306409" y="454915"/>
                  </a:lnTo>
                  <a:cubicBezTo>
                    <a:pt x="306405" y="459828"/>
                    <a:pt x="302423" y="463810"/>
                    <a:pt x="297510" y="463814"/>
                  </a:cubicBezTo>
                  <a:cubicBezTo>
                    <a:pt x="296959" y="463811"/>
                    <a:pt x="296408" y="463759"/>
                    <a:pt x="295866" y="463657"/>
                  </a:cubicBezTo>
                  <a:lnTo>
                    <a:pt x="34391" y="414466"/>
                  </a:lnTo>
                  <a:cubicBezTo>
                    <a:pt x="30322" y="413452"/>
                    <a:pt x="27383" y="409911"/>
                    <a:pt x="27137" y="405724"/>
                  </a:cubicBezTo>
                  <a:lnTo>
                    <a:pt x="27137" y="346573"/>
                  </a:lnTo>
                  <a:lnTo>
                    <a:pt x="8899" y="346573"/>
                  </a:lnTo>
                  <a:cubicBezTo>
                    <a:pt x="3984" y="346573"/>
                    <a:pt x="0" y="342589"/>
                    <a:pt x="0" y="337675"/>
                  </a:cubicBezTo>
                  <a:cubicBezTo>
                    <a:pt x="0" y="332760"/>
                    <a:pt x="3984" y="328776"/>
                    <a:pt x="8899" y="328776"/>
                  </a:cubicBezTo>
                  <a:lnTo>
                    <a:pt x="27144" y="328776"/>
                  </a:lnTo>
                  <a:lnTo>
                    <a:pt x="27144" y="298649"/>
                  </a:lnTo>
                  <a:cubicBezTo>
                    <a:pt x="27144" y="293735"/>
                    <a:pt x="31128" y="289751"/>
                    <a:pt x="36043" y="289751"/>
                  </a:cubicBezTo>
                  <a:cubicBezTo>
                    <a:pt x="40957" y="289751"/>
                    <a:pt x="44941" y="293735"/>
                    <a:pt x="44941" y="298649"/>
                  </a:cubicBezTo>
                  <a:lnTo>
                    <a:pt x="44941" y="328776"/>
                  </a:lnTo>
                  <a:lnTo>
                    <a:pt x="63180" y="328776"/>
                  </a:lnTo>
                  <a:cubicBezTo>
                    <a:pt x="68094" y="328776"/>
                    <a:pt x="72078" y="332760"/>
                    <a:pt x="72078" y="337675"/>
                  </a:cubicBezTo>
                  <a:cubicBezTo>
                    <a:pt x="72078" y="342589"/>
                    <a:pt x="68094" y="346573"/>
                    <a:pt x="63180" y="346573"/>
                  </a:cubicBezTo>
                  <a:lnTo>
                    <a:pt x="44941" y="346573"/>
                  </a:lnTo>
                  <a:lnTo>
                    <a:pt x="44941" y="396825"/>
                  </a:lnTo>
                  <a:lnTo>
                    <a:pt x="327637" y="396825"/>
                  </a:lnTo>
                  <a:lnTo>
                    <a:pt x="327637" y="17797"/>
                  </a:lnTo>
                  <a:lnTo>
                    <a:pt x="44941" y="17797"/>
                  </a:lnTo>
                  <a:lnTo>
                    <a:pt x="44941" y="68049"/>
                  </a:lnTo>
                  <a:lnTo>
                    <a:pt x="63180" y="68049"/>
                  </a:lnTo>
                  <a:cubicBezTo>
                    <a:pt x="68094" y="68049"/>
                    <a:pt x="72078" y="72033"/>
                    <a:pt x="72078" y="76948"/>
                  </a:cubicBezTo>
                  <a:cubicBezTo>
                    <a:pt x="72078" y="81862"/>
                    <a:pt x="68094" y="85846"/>
                    <a:pt x="63180" y="85846"/>
                  </a:cubicBezTo>
                  <a:lnTo>
                    <a:pt x="8899" y="85846"/>
                  </a:lnTo>
                  <a:cubicBezTo>
                    <a:pt x="3984" y="85846"/>
                    <a:pt x="0" y="81862"/>
                    <a:pt x="0" y="76948"/>
                  </a:cubicBezTo>
                  <a:cubicBezTo>
                    <a:pt x="0" y="72033"/>
                    <a:pt x="3984" y="68049"/>
                    <a:pt x="8899" y="68049"/>
                  </a:cubicBezTo>
                  <a:lnTo>
                    <a:pt x="27137" y="68049"/>
                  </a:lnTo>
                  <a:lnTo>
                    <a:pt x="27137" y="8899"/>
                  </a:lnTo>
                  <a:cubicBezTo>
                    <a:pt x="27137" y="3984"/>
                    <a:pt x="31121" y="0"/>
                    <a:pt x="36036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9" name="Group 295">
            <a:extLst>
              <a:ext uri="{FF2B5EF4-FFF2-40B4-BE49-F238E27FC236}">
                <a16:creationId xmlns:a16="http://schemas.microsoft.com/office/drawing/2014/main" id="{51E47CDE-446F-418E-6055-BF14EB3BBBFB}"/>
              </a:ext>
            </a:extLst>
          </p:cNvPr>
          <p:cNvGrpSpPr/>
          <p:nvPr/>
        </p:nvGrpSpPr>
        <p:grpSpPr>
          <a:xfrm>
            <a:off x="2812191" y="495774"/>
            <a:ext cx="462724" cy="355943"/>
            <a:chOff x="2812191" y="495774"/>
            <a:chExt cx="462724" cy="355943"/>
          </a:xfrm>
        </p:grpSpPr>
        <p:sp>
          <p:nvSpPr>
            <p:cNvPr id="60" name="Freeform: Shape 36">
              <a:extLst>
                <a:ext uri="{FF2B5EF4-FFF2-40B4-BE49-F238E27FC236}">
                  <a16:creationId xmlns:a16="http://schemas.microsoft.com/office/drawing/2014/main" id="{E67B27BC-0A7D-BAED-F24F-E4FC547CC260}"/>
                </a:ext>
              </a:extLst>
            </p:cNvPr>
            <p:cNvSpPr/>
            <p:nvPr/>
          </p:nvSpPr>
          <p:spPr>
            <a:xfrm>
              <a:off x="2821093" y="566606"/>
              <a:ext cx="446010" cy="277637"/>
            </a:xfrm>
            <a:custGeom>
              <a:avLst/>
              <a:gdLst>
                <a:gd name="connsiteX0" fmla="*/ 0 w 446010"/>
                <a:gd name="connsiteY0" fmla="*/ 0 h 277636"/>
                <a:gd name="connsiteX1" fmla="*/ 49832 w 446010"/>
                <a:gd name="connsiteY1" fmla="*/ 138818 h 277636"/>
                <a:gd name="connsiteX2" fmla="*/ 185040 w 446010"/>
                <a:gd name="connsiteY2" fmla="*/ 138818 h 277636"/>
                <a:gd name="connsiteX3" fmla="*/ 185040 w 446010"/>
                <a:gd name="connsiteY3" fmla="*/ 197548 h 277636"/>
                <a:gd name="connsiteX4" fmla="*/ 260977 w 446010"/>
                <a:gd name="connsiteY4" fmla="*/ 197548 h 277636"/>
                <a:gd name="connsiteX5" fmla="*/ 260977 w 446010"/>
                <a:gd name="connsiteY5" fmla="*/ 138818 h 277636"/>
                <a:gd name="connsiteX6" fmla="*/ 396178 w 446010"/>
                <a:gd name="connsiteY6" fmla="*/ 138818 h 277636"/>
                <a:gd name="connsiteX7" fmla="*/ 446010 w 446010"/>
                <a:gd name="connsiteY7" fmla="*/ 0 h 277636"/>
                <a:gd name="connsiteX8" fmla="*/ 446010 w 446010"/>
                <a:gd name="connsiteY8" fmla="*/ 277636 h 277636"/>
                <a:gd name="connsiteX9" fmla="*/ 0 w 446010"/>
                <a:gd name="connsiteY9" fmla="*/ 277636 h 27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010" h="277636">
                  <a:moveTo>
                    <a:pt x="0" y="0"/>
                  </a:moveTo>
                  <a:lnTo>
                    <a:pt x="49832" y="138818"/>
                  </a:lnTo>
                  <a:lnTo>
                    <a:pt x="185040" y="138818"/>
                  </a:lnTo>
                  <a:lnTo>
                    <a:pt x="185040" y="197548"/>
                  </a:lnTo>
                  <a:lnTo>
                    <a:pt x="260977" y="197548"/>
                  </a:lnTo>
                  <a:lnTo>
                    <a:pt x="260977" y="138818"/>
                  </a:lnTo>
                  <a:lnTo>
                    <a:pt x="396178" y="138818"/>
                  </a:lnTo>
                  <a:lnTo>
                    <a:pt x="446010" y="0"/>
                  </a:lnTo>
                  <a:lnTo>
                    <a:pt x="446010" y="277636"/>
                  </a:lnTo>
                  <a:lnTo>
                    <a:pt x="0" y="277636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" name="Freeform: Shape 37">
              <a:extLst>
                <a:ext uri="{FF2B5EF4-FFF2-40B4-BE49-F238E27FC236}">
                  <a16:creationId xmlns:a16="http://schemas.microsoft.com/office/drawing/2014/main" id="{93F6AA67-1B26-F1D6-9B2C-E13D0F4FC55D}"/>
                </a:ext>
              </a:extLst>
            </p:cNvPr>
            <p:cNvSpPr/>
            <p:nvPr/>
          </p:nvSpPr>
          <p:spPr>
            <a:xfrm>
              <a:off x="2812191" y="495774"/>
              <a:ext cx="462724" cy="355943"/>
            </a:xfrm>
            <a:custGeom>
              <a:avLst/>
              <a:gdLst>
                <a:gd name="connsiteX0" fmla="*/ 454911 w 462724"/>
                <a:gd name="connsiteY0" fmla="*/ 201349 h 355941"/>
                <a:gd name="connsiteX1" fmla="*/ 446013 w 462724"/>
                <a:gd name="connsiteY1" fmla="*/ 210248 h 355941"/>
                <a:gd name="connsiteX2" fmla="*/ 446013 w 462724"/>
                <a:gd name="connsiteY2" fmla="*/ 339568 h 355941"/>
                <a:gd name="connsiteX3" fmla="*/ 17800 w 462724"/>
                <a:gd name="connsiteY3" fmla="*/ 339568 h 355941"/>
                <a:gd name="connsiteX4" fmla="*/ 17800 w 462724"/>
                <a:gd name="connsiteY4" fmla="*/ 121953 h 355941"/>
                <a:gd name="connsiteX5" fmla="*/ 50376 w 462724"/>
                <a:gd name="connsiteY5" fmla="*/ 212661 h 355941"/>
                <a:gd name="connsiteX6" fmla="*/ 58748 w 462724"/>
                <a:gd name="connsiteY6" fmla="*/ 218555 h 355941"/>
                <a:gd name="connsiteX7" fmla="*/ 145626 w 462724"/>
                <a:gd name="connsiteY7" fmla="*/ 218555 h 355941"/>
                <a:gd name="connsiteX8" fmla="*/ 154525 w 462724"/>
                <a:gd name="connsiteY8" fmla="*/ 209657 h 355941"/>
                <a:gd name="connsiteX9" fmla="*/ 145626 w 462724"/>
                <a:gd name="connsiteY9" fmla="*/ 200758 h 355941"/>
                <a:gd name="connsiteX10" fmla="*/ 64991 w 462724"/>
                <a:gd name="connsiteY10" fmla="*/ 200758 h 355941"/>
                <a:gd name="connsiteX11" fmla="*/ 21566 w 462724"/>
                <a:gd name="connsiteY11" fmla="*/ 79738 h 355941"/>
                <a:gd name="connsiteX12" fmla="*/ 442289 w 462724"/>
                <a:gd name="connsiteY12" fmla="*/ 79738 h 355941"/>
                <a:gd name="connsiteX13" fmla="*/ 398865 w 462724"/>
                <a:gd name="connsiteY13" fmla="*/ 200758 h 355941"/>
                <a:gd name="connsiteX14" fmla="*/ 278777 w 462724"/>
                <a:gd name="connsiteY14" fmla="*/ 200758 h 355941"/>
                <a:gd name="connsiteX15" fmla="*/ 278777 w 462724"/>
                <a:gd name="connsiteY15" fmla="*/ 152108 h 355941"/>
                <a:gd name="connsiteX16" fmla="*/ 269878 w 462724"/>
                <a:gd name="connsiteY16" fmla="*/ 143210 h 355941"/>
                <a:gd name="connsiteX17" fmla="*/ 193942 w 462724"/>
                <a:gd name="connsiteY17" fmla="*/ 143210 h 355941"/>
                <a:gd name="connsiteX18" fmla="*/ 185043 w 462724"/>
                <a:gd name="connsiteY18" fmla="*/ 152108 h 355941"/>
                <a:gd name="connsiteX19" fmla="*/ 185043 w 462724"/>
                <a:gd name="connsiteY19" fmla="*/ 268380 h 355941"/>
                <a:gd name="connsiteX20" fmla="*/ 193942 w 462724"/>
                <a:gd name="connsiteY20" fmla="*/ 277279 h 355941"/>
                <a:gd name="connsiteX21" fmla="*/ 269878 w 462724"/>
                <a:gd name="connsiteY21" fmla="*/ 277279 h 355941"/>
                <a:gd name="connsiteX22" fmla="*/ 278777 w 462724"/>
                <a:gd name="connsiteY22" fmla="*/ 268380 h 355941"/>
                <a:gd name="connsiteX23" fmla="*/ 278777 w 462724"/>
                <a:gd name="connsiteY23" fmla="*/ 218548 h 355941"/>
                <a:gd name="connsiteX24" fmla="*/ 405079 w 462724"/>
                <a:gd name="connsiteY24" fmla="*/ 218548 h 355941"/>
                <a:gd name="connsiteX25" fmla="*/ 413451 w 462724"/>
                <a:gd name="connsiteY25" fmla="*/ 212654 h 355941"/>
                <a:gd name="connsiteX26" fmla="*/ 463283 w 462724"/>
                <a:gd name="connsiteY26" fmla="*/ 73837 h 355941"/>
                <a:gd name="connsiteX27" fmla="*/ 457911 w 462724"/>
                <a:gd name="connsiteY27" fmla="*/ 62456 h 355941"/>
                <a:gd name="connsiteX28" fmla="*/ 454911 w 462724"/>
                <a:gd name="connsiteY28" fmla="*/ 61934 h 355941"/>
                <a:gd name="connsiteX29" fmla="*/ 327092 w 462724"/>
                <a:gd name="connsiteY29" fmla="*/ 61934 h 355941"/>
                <a:gd name="connsiteX30" fmla="*/ 327092 w 462724"/>
                <a:gd name="connsiteY30" fmla="*/ 49170 h 355941"/>
                <a:gd name="connsiteX31" fmla="*/ 277916 w 462724"/>
                <a:gd name="connsiteY31" fmla="*/ 0 h 355941"/>
                <a:gd name="connsiteX32" fmla="*/ 185897 w 462724"/>
                <a:gd name="connsiteY32" fmla="*/ 0 h 355941"/>
                <a:gd name="connsiteX33" fmla="*/ 136728 w 462724"/>
                <a:gd name="connsiteY33" fmla="*/ 49170 h 355941"/>
                <a:gd name="connsiteX34" fmla="*/ 136728 w 462724"/>
                <a:gd name="connsiteY34" fmla="*/ 61934 h 355941"/>
                <a:gd name="connsiteX35" fmla="*/ 8902 w 462724"/>
                <a:gd name="connsiteY35" fmla="*/ 61934 h 355941"/>
                <a:gd name="connsiteX36" fmla="*/ 3 w 462724"/>
                <a:gd name="connsiteY36" fmla="*/ 70356 h 355941"/>
                <a:gd name="connsiteX37" fmla="*/ 3 w 462724"/>
                <a:gd name="connsiteY37" fmla="*/ 70832 h 355941"/>
                <a:gd name="connsiteX38" fmla="*/ 3 w 462724"/>
                <a:gd name="connsiteY38" fmla="*/ 348467 h 355941"/>
                <a:gd name="connsiteX39" fmla="*/ 8902 w 462724"/>
                <a:gd name="connsiteY39" fmla="*/ 357366 h 355941"/>
                <a:gd name="connsiteX40" fmla="*/ 454911 w 462724"/>
                <a:gd name="connsiteY40" fmla="*/ 357366 h 355941"/>
                <a:gd name="connsiteX41" fmla="*/ 463810 w 462724"/>
                <a:gd name="connsiteY41" fmla="*/ 348467 h 355941"/>
                <a:gd name="connsiteX42" fmla="*/ 463810 w 462724"/>
                <a:gd name="connsiteY42" fmla="*/ 210248 h 355941"/>
                <a:gd name="connsiteX43" fmla="*/ 454911 w 462724"/>
                <a:gd name="connsiteY43" fmla="*/ 201349 h 355941"/>
                <a:gd name="connsiteX44" fmla="*/ 202840 w 462724"/>
                <a:gd name="connsiteY44" fmla="*/ 259482 h 355941"/>
                <a:gd name="connsiteX45" fmla="*/ 202840 w 462724"/>
                <a:gd name="connsiteY45" fmla="*/ 161007 h 355941"/>
                <a:gd name="connsiteX46" fmla="*/ 260980 w 462724"/>
                <a:gd name="connsiteY46" fmla="*/ 161007 h 355941"/>
                <a:gd name="connsiteX47" fmla="*/ 260980 w 462724"/>
                <a:gd name="connsiteY47" fmla="*/ 259482 h 355941"/>
                <a:gd name="connsiteX48" fmla="*/ 154518 w 462724"/>
                <a:gd name="connsiteY48" fmla="*/ 49170 h 355941"/>
                <a:gd name="connsiteX49" fmla="*/ 185897 w 462724"/>
                <a:gd name="connsiteY49" fmla="*/ 17797 h 355941"/>
                <a:gd name="connsiteX50" fmla="*/ 277916 w 462724"/>
                <a:gd name="connsiteY50" fmla="*/ 17797 h 355941"/>
                <a:gd name="connsiteX51" fmla="*/ 309288 w 462724"/>
                <a:gd name="connsiteY51" fmla="*/ 49170 h 355941"/>
                <a:gd name="connsiteX52" fmla="*/ 309288 w 462724"/>
                <a:gd name="connsiteY52" fmla="*/ 61934 h 355941"/>
                <a:gd name="connsiteX53" fmla="*/ 154518 w 462724"/>
                <a:gd name="connsiteY53" fmla="*/ 61934 h 35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62724" h="355941">
                  <a:moveTo>
                    <a:pt x="454911" y="201349"/>
                  </a:moveTo>
                  <a:cubicBezTo>
                    <a:pt x="449997" y="201349"/>
                    <a:pt x="446013" y="205333"/>
                    <a:pt x="446013" y="210248"/>
                  </a:cubicBezTo>
                  <a:lnTo>
                    <a:pt x="446013" y="339568"/>
                  </a:lnTo>
                  <a:lnTo>
                    <a:pt x="17800" y="339568"/>
                  </a:lnTo>
                  <a:lnTo>
                    <a:pt x="17800" y="121953"/>
                  </a:lnTo>
                  <a:lnTo>
                    <a:pt x="50376" y="212661"/>
                  </a:lnTo>
                  <a:cubicBezTo>
                    <a:pt x="51644" y="216195"/>
                    <a:pt x="54993" y="218554"/>
                    <a:pt x="58748" y="218555"/>
                  </a:cubicBezTo>
                  <a:lnTo>
                    <a:pt x="145626" y="218555"/>
                  </a:lnTo>
                  <a:cubicBezTo>
                    <a:pt x="150541" y="218555"/>
                    <a:pt x="154525" y="214571"/>
                    <a:pt x="154525" y="209657"/>
                  </a:cubicBezTo>
                  <a:cubicBezTo>
                    <a:pt x="154525" y="204742"/>
                    <a:pt x="150541" y="200758"/>
                    <a:pt x="145626" y="200758"/>
                  </a:cubicBezTo>
                  <a:lnTo>
                    <a:pt x="64991" y="200758"/>
                  </a:lnTo>
                  <a:lnTo>
                    <a:pt x="21566" y="79738"/>
                  </a:lnTo>
                  <a:lnTo>
                    <a:pt x="442289" y="79738"/>
                  </a:lnTo>
                  <a:lnTo>
                    <a:pt x="398865" y="200758"/>
                  </a:lnTo>
                  <a:lnTo>
                    <a:pt x="278777" y="200758"/>
                  </a:lnTo>
                  <a:lnTo>
                    <a:pt x="278777" y="152108"/>
                  </a:lnTo>
                  <a:cubicBezTo>
                    <a:pt x="278777" y="147194"/>
                    <a:pt x="274793" y="143210"/>
                    <a:pt x="269878" y="143210"/>
                  </a:cubicBezTo>
                  <a:lnTo>
                    <a:pt x="193942" y="143210"/>
                  </a:lnTo>
                  <a:cubicBezTo>
                    <a:pt x="189027" y="143210"/>
                    <a:pt x="185043" y="147194"/>
                    <a:pt x="185043" y="152108"/>
                  </a:cubicBezTo>
                  <a:lnTo>
                    <a:pt x="185043" y="268380"/>
                  </a:lnTo>
                  <a:cubicBezTo>
                    <a:pt x="185043" y="273295"/>
                    <a:pt x="189027" y="277279"/>
                    <a:pt x="193942" y="277279"/>
                  </a:cubicBezTo>
                  <a:lnTo>
                    <a:pt x="269878" y="277279"/>
                  </a:lnTo>
                  <a:cubicBezTo>
                    <a:pt x="274793" y="277279"/>
                    <a:pt x="278777" y="273295"/>
                    <a:pt x="278777" y="268380"/>
                  </a:cubicBezTo>
                  <a:lnTo>
                    <a:pt x="278777" y="218548"/>
                  </a:lnTo>
                  <a:lnTo>
                    <a:pt x="405079" y="218548"/>
                  </a:lnTo>
                  <a:cubicBezTo>
                    <a:pt x="408834" y="218546"/>
                    <a:pt x="412183" y="216188"/>
                    <a:pt x="413451" y="212654"/>
                  </a:cubicBezTo>
                  <a:lnTo>
                    <a:pt x="463283" y="73837"/>
                  </a:lnTo>
                  <a:cubicBezTo>
                    <a:pt x="464942" y="69211"/>
                    <a:pt x="462537" y="64115"/>
                    <a:pt x="457911" y="62456"/>
                  </a:cubicBezTo>
                  <a:cubicBezTo>
                    <a:pt x="456948" y="62111"/>
                    <a:pt x="455934" y="61934"/>
                    <a:pt x="454911" y="61934"/>
                  </a:cubicBezTo>
                  <a:lnTo>
                    <a:pt x="327092" y="61934"/>
                  </a:lnTo>
                  <a:lnTo>
                    <a:pt x="327092" y="49170"/>
                  </a:lnTo>
                  <a:cubicBezTo>
                    <a:pt x="327061" y="22024"/>
                    <a:pt x="305061" y="27"/>
                    <a:pt x="277916" y="0"/>
                  </a:cubicBezTo>
                  <a:lnTo>
                    <a:pt x="185897" y="0"/>
                  </a:lnTo>
                  <a:cubicBezTo>
                    <a:pt x="158755" y="31"/>
                    <a:pt x="136759" y="22027"/>
                    <a:pt x="136728" y="49170"/>
                  </a:cubicBezTo>
                  <a:lnTo>
                    <a:pt x="136728" y="61934"/>
                  </a:lnTo>
                  <a:lnTo>
                    <a:pt x="8902" y="61934"/>
                  </a:lnTo>
                  <a:cubicBezTo>
                    <a:pt x="4119" y="61802"/>
                    <a:pt x="135" y="65573"/>
                    <a:pt x="3" y="70356"/>
                  </a:cubicBezTo>
                  <a:cubicBezTo>
                    <a:pt x="-1" y="70515"/>
                    <a:pt x="-1" y="70674"/>
                    <a:pt x="3" y="70832"/>
                  </a:cubicBezTo>
                  <a:lnTo>
                    <a:pt x="3" y="348467"/>
                  </a:lnTo>
                  <a:cubicBezTo>
                    <a:pt x="3" y="353382"/>
                    <a:pt x="3987" y="357366"/>
                    <a:pt x="8902" y="357366"/>
                  </a:cubicBezTo>
                  <a:lnTo>
                    <a:pt x="454911" y="357366"/>
                  </a:lnTo>
                  <a:cubicBezTo>
                    <a:pt x="459826" y="357366"/>
                    <a:pt x="463810" y="353382"/>
                    <a:pt x="463810" y="348467"/>
                  </a:cubicBezTo>
                  <a:lnTo>
                    <a:pt x="463810" y="210248"/>
                  </a:lnTo>
                  <a:cubicBezTo>
                    <a:pt x="463810" y="205333"/>
                    <a:pt x="459826" y="201349"/>
                    <a:pt x="454911" y="201349"/>
                  </a:cubicBezTo>
                  <a:close/>
                  <a:moveTo>
                    <a:pt x="202840" y="259482"/>
                  </a:moveTo>
                  <a:lnTo>
                    <a:pt x="202840" y="161007"/>
                  </a:lnTo>
                  <a:lnTo>
                    <a:pt x="260980" y="161007"/>
                  </a:lnTo>
                  <a:lnTo>
                    <a:pt x="260980" y="259482"/>
                  </a:lnTo>
                  <a:close/>
                  <a:moveTo>
                    <a:pt x="154518" y="49170"/>
                  </a:moveTo>
                  <a:cubicBezTo>
                    <a:pt x="154537" y="31848"/>
                    <a:pt x="168576" y="17813"/>
                    <a:pt x="185897" y="17797"/>
                  </a:cubicBezTo>
                  <a:lnTo>
                    <a:pt x="277916" y="17797"/>
                  </a:lnTo>
                  <a:cubicBezTo>
                    <a:pt x="295234" y="17817"/>
                    <a:pt x="309269" y="31851"/>
                    <a:pt x="309288" y="49170"/>
                  </a:cubicBezTo>
                  <a:lnTo>
                    <a:pt x="309288" y="61934"/>
                  </a:lnTo>
                  <a:lnTo>
                    <a:pt x="154518" y="61934"/>
                  </a:ln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62" name="Group 296">
            <a:extLst>
              <a:ext uri="{FF2B5EF4-FFF2-40B4-BE49-F238E27FC236}">
                <a16:creationId xmlns:a16="http://schemas.microsoft.com/office/drawing/2014/main" id="{FD113AE0-E2F0-5AC7-F5B4-6B19937D47FC}"/>
              </a:ext>
            </a:extLst>
          </p:cNvPr>
          <p:cNvGrpSpPr/>
          <p:nvPr/>
        </p:nvGrpSpPr>
        <p:grpSpPr>
          <a:xfrm>
            <a:off x="1793713" y="464551"/>
            <a:ext cx="463807" cy="419812"/>
            <a:chOff x="1793713" y="464551"/>
            <a:chExt cx="463807" cy="419812"/>
          </a:xfrm>
        </p:grpSpPr>
        <p:sp>
          <p:nvSpPr>
            <p:cNvPr id="63" name="Freeform: Shape 1">
              <a:extLst>
                <a:ext uri="{FF2B5EF4-FFF2-40B4-BE49-F238E27FC236}">
                  <a16:creationId xmlns:a16="http://schemas.microsoft.com/office/drawing/2014/main" id="{0A0484E6-642A-A1C9-0FCE-5C618FBF20E9}"/>
                </a:ext>
              </a:extLst>
            </p:cNvPr>
            <p:cNvSpPr/>
            <p:nvPr/>
          </p:nvSpPr>
          <p:spPr>
            <a:xfrm>
              <a:off x="1802612" y="504153"/>
              <a:ext cx="441369" cy="85426"/>
            </a:xfrm>
            <a:custGeom>
              <a:avLst/>
              <a:gdLst>
                <a:gd name="connsiteX0" fmla="*/ 0 w 441367"/>
                <a:gd name="connsiteY0" fmla="*/ 0 h 85426"/>
                <a:gd name="connsiteX1" fmla="*/ 446009 w 441367"/>
                <a:gd name="connsiteY1" fmla="*/ 0 h 85426"/>
                <a:gd name="connsiteX2" fmla="*/ 446009 w 441367"/>
                <a:gd name="connsiteY2" fmla="*/ 90174 h 85426"/>
                <a:gd name="connsiteX3" fmla="*/ 0 w 441367"/>
                <a:gd name="connsiteY3" fmla="*/ 90174 h 85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1367" h="85426">
                  <a:moveTo>
                    <a:pt x="0" y="0"/>
                  </a:moveTo>
                  <a:lnTo>
                    <a:pt x="446009" y="0"/>
                  </a:lnTo>
                  <a:lnTo>
                    <a:pt x="446009" y="90174"/>
                  </a:lnTo>
                  <a:lnTo>
                    <a:pt x="0" y="90174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" name="Freeform: Shape 38">
              <a:extLst>
                <a:ext uri="{FF2B5EF4-FFF2-40B4-BE49-F238E27FC236}">
                  <a16:creationId xmlns:a16="http://schemas.microsoft.com/office/drawing/2014/main" id="{49CB22DF-E693-FD92-BB97-E22C0401E2EB}"/>
                </a:ext>
              </a:extLst>
            </p:cNvPr>
            <p:cNvSpPr/>
            <p:nvPr/>
          </p:nvSpPr>
          <p:spPr>
            <a:xfrm>
              <a:off x="1793713" y="464551"/>
              <a:ext cx="463807" cy="419812"/>
            </a:xfrm>
            <a:custGeom>
              <a:avLst/>
              <a:gdLst>
                <a:gd name="connsiteX0" fmla="*/ 232324 w 463806"/>
                <a:gd name="connsiteY0" fmla="*/ 267626 h 419812"/>
                <a:gd name="connsiteX1" fmla="*/ 232324 w 463806"/>
                <a:gd name="connsiteY1" fmla="*/ 267654 h 419812"/>
                <a:gd name="connsiteX2" fmla="*/ 222357 w 463806"/>
                <a:gd name="connsiteY2" fmla="*/ 269626 h 419812"/>
                <a:gd name="connsiteX3" fmla="*/ 208881 w 463806"/>
                <a:gd name="connsiteY3" fmla="*/ 283059 h 419812"/>
                <a:gd name="connsiteX4" fmla="*/ 208881 w 463806"/>
                <a:gd name="connsiteY4" fmla="*/ 302494 h 419812"/>
                <a:gd name="connsiteX5" fmla="*/ 214291 w 463806"/>
                <a:gd name="connsiteY5" fmla="*/ 310403 h 419812"/>
                <a:gd name="connsiteX6" fmla="*/ 222357 w 463806"/>
                <a:gd name="connsiteY6" fmla="*/ 315742 h 419812"/>
                <a:gd name="connsiteX7" fmla="*/ 242291 w 463806"/>
                <a:gd name="connsiteY7" fmla="*/ 315742 h 419812"/>
                <a:gd name="connsiteX8" fmla="*/ 250477 w 463806"/>
                <a:gd name="connsiteY8" fmla="*/ 310403 h 419812"/>
                <a:gd name="connsiteX9" fmla="*/ 255980 w 463806"/>
                <a:gd name="connsiteY9" fmla="*/ 302494 h 419812"/>
                <a:gd name="connsiteX10" fmla="*/ 255980 w 463806"/>
                <a:gd name="connsiteY10" fmla="*/ 283059 h 419812"/>
                <a:gd name="connsiteX11" fmla="*/ 250477 w 463806"/>
                <a:gd name="connsiteY11" fmla="*/ 275058 h 419812"/>
                <a:gd name="connsiteX12" fmla="*/ 242291 w 463806"/>
                <a:gd name="connsiteY12" fmla="*/ 269626 h 419812"/>
                <a:gd name="connsiteX13" fmla="*/ 232324 w 463806"/>
                <a:gd name="connsiteY13" fmla="*/ 267626 h 419812"/>
                <a:gd name="connsiteX14" fmla="*/ 228523 w 463806"/>
                <a:gd name="connsiteY14" fmla="*/ 199469 h 419812"/>
                <a:gd name="connsiteX15" fmla="*/ 261369 w 463806"/>
                <a:gd name="connsiteY15" fmla="*/ 199469 h 419812"/>
                <a:gd name="connsiteX16" fmla="*/ 253211 w 463806"/>
                <a:gd name="connsiteY16" fmla="*/ 210567 h 419812"/>
                <a:gd name="connsiteX17" fmla="*/ 244469 w 463806"/>
                <a:gd name="connsiteY17" fmla="*/ 222719 h 419812"/>
                <a:gd name="connsiteX18" fmla="*/ 235706 w 463806"/>
                <a:gd name="connsiteY18" fmla="*/ 234949 h 419812"/>
                <a:gd name="connsiteX19" fmla="*/ 227548 w 463806"/>
                <a:gd name="connsiteY19" fmla="*/ 246339 h 419812"/>
                <a:gd name="connsiteX20" fmla="*/ 231164 w 463806"/>
                <a:gd name="connsiteY20" fmla="*/ 244916 h 419812"/>
                <a:gd name="connsiteX21" fmla="*/ 235891 w 463806"/>
                <a:gd name="connsiteY21" fmla="*/ 244061 h 419812"/>
                <a:gd name="connsiteX22" fmla="*/ 255546 w 463806"/>
                <a:gd name="connsiteY22" fmla="*/ 246909 h 419812"/>
                <a:gd name="connsiteX23" fmla="*/ 270659 w 463806"/>
                <a:gd name="connsiteY23" fmla="*/ 256783 h 419812"/>
                <a:gd name="connsiteX24" fmla="*/ 280334 w 463806"/>
                <a:gd name="connsiteY24" fmla="*/ 272353 h 419812"/>
                <a:gd name="connsiteX25" fmla="*/ 283950 w 463806"/>
                <a:gd name="connsiteY25" fmla="*/ 292478 h 419812"/>
                <a:gd name="connsiteX26" fmla="*/ 282804 w 463806"/>
                <a:gd name="connsiteY26" fmla="*/ 304437 h 419812"/>
                <a:gd name="connsiteX27" fmla="*/ 279871 w 463806"/>
                <a:gd name="connsiteY27" fmla="*/ 313934 h 419812"/>
                <a:gd name="connsiteX28" fmla="*/ 275792 w 463806"/>
                <a:gd name="connsiteY28" fmla="*/ 321245 h 419812"/>
                <a:gd name="connsiteX29" fmla="*/ 271222 w 463806"/>
                <a:gd name="connsiteY29" fmla="*/ 326662 h 419812"/>
                <a:gd name="connsiteX30" fmla="*/ 261084 w 463806"/>
                <a:gd name="connsiteY30" fmla="*/ 334258 h 419812"/>
                <a:gd name="connsiteX31" fmla="*/ 250235 w 463806"/>
                <a:gd name="connsiteY31" fmla="*/ 338714 h 419812"/>
                <a:gd name="connsiteX32" fmla="*/ 240006 w 463806"/>
                <a:gd name="connsiteY32" fmla="*/ 340807 h 419812"/>
                <a:gd name="connsiteX33" fmla="*/ 231541 w 463806"/>
                <a:gd name="connsiteY33" fmla="*/ 341277 h 419812"/>
                <a:gd name="connsiteX34" fmla="*/ 215224 w 463806"/>
                <a:gd name="connsiteY34" fmla="*/ 338907 h 419812"/>
                <a:gd name="connsiteX35" fmla="*/ 201072 w 463806"/>
                <a:gd name="connsiteY35" fmla="*/ 332265 h 419812"/>
                <a:gd name="connsiteX36" fmla="*/ 190073 w 463806"/>
                <a:gd name="connsiteY36" fmla="*/ 322014 h 419812"/>
                <a:gd name="connsiteX37" fmla="*/ 183118 w 463806"/>
                <a:gd name="connsiteY37" fmla="*/ 308815 h 419812"/>
                <a:gd name="connsiteX38" fmla="*/ 179907 w 463806"/>
                <a:gd name="connsiteY38" fmla="*/ 285935 h 419812"/>
                <a:gd name="connsiteX39" fmla="*/ 185602 w 463806"/>
                <a:gd name="connsiteY39" fmla="*/ 263063 h 419812"/>
                <a:gd name="connsiteX40" fmla="*/ 191967 w 463806"/>
                <a:gd name="connsiteY40" fmla="*/ 252049 h 419812"/>
                <a:gd name="connsiteX41" fmla="*/ 202780 w 463806"/>
                <a:gd name="connsiteY41" fmla="*/ 235633 h 419812"/>
                <a:gd name="connsiteX42" fmla="*/ 215793 w 463806"/>
                <a:gd name="connsiteY42" fmla="*/ 217024 h 419812"/>
                <a:gd name="connsiteX43" fmla="*/ 228523 w 463806"/>
                <a:gd name="connsiteY43" fmla="*/ 199469 h 419812"/>
                <a:gd name="connsiteX44" fmla="*/ 361823 w 463806"/>
                <a:gd name="connsiteY44" fmla="*/ 0 h 419812"/>
                <a:gd name="connsiteX45" fmla="*/ 370722 w 463806"/>
                <a:gd name="connsiteY45" fmla="*/ 8899 h 419812"/>
                <a:gd name="connsiteX46" fmla="*/ 370722 w 463806"/>
                <a:gd name="connsiteY46" fmla="*/ 70306 h 419812"/>
                <a:gd name="connsiteX47" fmla="*/ 361823 w 463806"/>
                <a:gd name="connsiteY47" fmla="*/ 79204 h 419812"/>
                <a:gd name="connsiteX48" fmla="*/ 352925 w 463806"/>
                <a:gd name="connsiteY48" fmla="*/ 70306 h 419812"/>
                <a:gd name="connsiteX49" fmla="*/ 352925 w 463806"/>
                <a:gd name="connsiteY49" fmla="*/ 48501 h 419812"/>
                <a:gd name="connsiteX50" fmla="*/ 147667 w 463806"/>
                <a:gd name="connsiteY50" fmla="*/ 48501 h 419812"/>
                <a:gd name="connsiteX51" fmla="*/ 138768 w 463806"/>
                <a:gd name="connsiteY51" fmla="*/ 39602 h 419812"/>
                <a:gd name="connsiteX52" fmla="*/ 147667 w 463806"/>
                <a:gd name="connsiteY52" fmla="*/ 30704 h 419812"/>
                <a:gd name="connsiteX53" fmla="*/ 352925 w 463806"/>
                <a:gd name="connsiteY53" fmla="*/ 30704 h 419812"/>
                <a:gd name="connsiteX54" fmla="*/ 352925 w 463806"/>
                <a:gd name="connsiteY54" fmla="*/ 8899 h 419812"/>
                <a:gd name="connsiteX55" fmla="*/ 361823 w 463806"/>
                <a:gd name="connsiteY55" fmla="*/ 0 h 419812"/>
                <a:gd name="connsiteX56" fmla="*/ 101984 w 463806"/>
                <a:gd name="connsiteY56" fmla="*/ 0 h 419812"/>
                <a:gd name="connsiteX57" fmla="*/ 110883 w 463806"/>
                <a:gd name="connsiteY57" fmla="*/ 8899 h 419812"/>
                <a:gd name="connsiteX58" fmla="*/ 110883 w 463806"/>
                <a:gd name="connsiteY58" fmla="*/ 70306 h 419812"/>
                <a:gd name="connsiteX59" fmla="*/ 101984 w 463806"/>
                <a:gd name="connsiteY59" fmla="*/ 79204 h 419812"/>
                <a:gd name="connsiteX60" fmla="*/ 93086 w 463806"/>
                <a:gd name="connsiteY60" fmla="*/ 70306 h 419812"/>
                <a:gd name="connsiteX61" fmla="*/ 93086 w 463806"/>
                <a:gd name="connsiteY61" fmla="*/ 48501 h 419812"/>
                <a:gd name="connsiteX62" fmla="*/ 17797 w 463806"/>
                <a:gd name="connsiteY62" fmla="*/ 48501 h 419812"/>
                <a:gd name="connsiteX63" fmla="*/ 17797 w 463806"/>
                <a:gd name="connsiteY63" fmla="*/ 120871 h 419812"/>
                <a:gd name="connsiteX64" fmla="*/ 446009 w 463806"/>
                <a:gd name="connsiteY64" fmla="*/ 120871 h 419812"/>
                <a:gd name="connsiteX65" fmla="*/ 446009 w 463806"/>
                <a:gd name="connsiteY65" fmla="*/ 48501 h 419812"/>
                <a:gd name="connsiteX66" fmla="*/ 408685 w 463806"/>
                <a:gd name="connsiteY66" fmla="*/ 48501 h 419812"/>
                <a:gd name="connsiteX67" fmla="*/ 399787 w 463806"/>
                <a:gd name="connsiteY67" fmla="*/ 39602 h 419812"/>
                <a:gd name="connsiteX68" fmla="*/ 408685 w 463806"/>
                <a:gd name="connsiteY68" fmla="*/ 30704 h 419812"/>
                <a:gd name="connsiteX69" fmla="*/ 454908 w 463806"/>
                <a:gd name="connsiteY69" fmla="*/ 30704 h 419812"/>
                <a:gd name="connsiteX70" fmla="*/ 463806 w 463806"/>
                <a:gd name="connsiteY70" fmla="*/ 39602 h 419812"/>
                <a:gd name="connsiteX71" fmla="*/ 463806 w 463806"/>
                <a:gd name="connsiteY71" fmla="*/ 129769 h 419812"/>
                <a:gd name="connsiteX72" fmla="*/ 463806 w 463806"/>
                <a:gd name="connsiteY72" fmla="*/ 129784 h 419812"/>
                <a:gd name="connsiteX73" fmla="*/ 454894 w 463806"/>
                <a:gd name="connsiteY73" fmla="*/ 138668 h 419812"/>
                <a:gd name="connsiteX74" fmla="*/ 17797 w 463806"/>
                <a:gd name="connsiteY74" fmla="*/ 138668 h 419812"/>
                <a:gd name="connsiteX75" fmla="*/ 17797 w 463806"/>
                <a:gd name="connsiteY75" fmla="*/ 402015 h 419812"/>
                <a:gd name="connsiteX76" fmla="*/ 446009 w 463806"/>
                <a:gd name="connsiteY76" fmla="*/ 402015 h 419812"/>
                <a:gd name="connsiteX77" fmla="*/ 446009 w 463806"/>
                <a:gd name="connsiteY77" fmla="*/ 173144 h 419812"/>
                <a:gd name="connsiteX78" fmla="*/ 454908 w 463806"/>
                <a:gd name="connsiteY78" fmla="*/ 164246 h 419812"/>
                <a:gd name="connsiteX79" fmla="*/ 463806 w 463806"/>
                <a:gd name="connsiteY79" fmla="*/ 173144 h 419812"/>
                <a:gd name="connsiteX80" fmla="*/ 463806 w 463806"/>
                <a:gd name="connsiteY80" fmla="*/ 410913 h 419812"/>
                <a:gd name="connsiteX81" fmla="*/ 454908 w 463806"/>
                <a:gd name="connsiteY81" fmla="*/ 419812 h 419812"/>
                <a:gd name="connsiteX82" fmla="*/ 8899 w 463806"/>
                <a:gd name="connsiteY82" fmla="*/ 419812 h 419812"/>
                <a:gd name="connsiteX83" fmla="*/ 0 w 463806"/>
                <a:gd name="connsiteY83" fmla="*/ 410913 h 419812"/>
                <a:gd name="connsiteX84" fmla="*/ 0 w 463806"/>
                <a:gd name="connsiteY84" fmla="*/ 39602 h 419812"/>
                <a:gd name="connsiteX85" fmla="*/ 8899 w 463806"/>
                <a:gd name="connsiteY85" fmla="*/ 30704 h 419812"/>
                <a:gd name="connsiteX86" fmla="*/ 93086 w 463806"/>
                <a:gd name="connsiteY86" fmla="*/ 30704 h 419812"/>
                <a:gd name="connsiteX87" fmla="*/ 93086 w 463806"/>
                <a:gd name="connsiteY87" fmla="*/ 8899 h 419812"/>
                <a:gd name="connsiteX88" fmla="*/ 101984 w 463806"/>
                <a:gd name="connsiteY88" fmla="*/ 0 h 419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463806" h="419812">
                  <a:moveTo>
                    <a:pt x="232324" y="267626"/>
                  </a:moveTo>
                  <a:lnTo>
                    <a:pt x="232324" y="267654"/>
                  </a:lnTo>
                  <a:cubicBezTo>
                    <a:pt x="228902" y="267622"/>
                    <a:pt x="225510" y="268294"/>
                    <a:pt x="222357" y="269626"/>
                  </a:cubicBezTo>
                  <a:cubicBezTo>
                    <a:pt x="216294" y="272189"/>
                    <a:pt x="211463" y="277005"/>
                    <a:pt x="208881" y="283059"/>
                  </a:cubicBezTo>
                  <a:cubicBezTo>
                    <a:pt x="206204" y="289261"/>
                    <a:pt x="206204" y="296292"/>
                    <a:pt x="208881" y="302494"/>
                  </a:cubicBezTo>
                  <a:cubicBezTo>
                    <a:pt x="210148" y="305459"/>
                    <a:pt x="211987" y="308147"/>
                    <a:pt x="214291" y="310403"/>
                  </a:cubicBezTo>
                  <a:cubicBezTo>
                    <a:pt x="216630" y="312662"/>
                    <a:pt x="219364" y="314472"/>
                    <a:pt x="222357" y="315742"/>
                  </a:cubicBezTo>
                  <a:cubicBezTo>
                    <a:pt x="228734" y="318411"/>
                    <a:pt x="235914" y="318411"/>
                    <a:pt x="242291" y="315742"/>
                  </a:cubicBezTo>
                  <a:cubicBezTo>
                    <a:pt x="245316" y="314465"/>
                    <a:pt x="248089" y="312657"/>
                    <a:pt x="250477" y="310403"/>
                  </a:cubicBezTo>
                  <a:cubicBezTo>
                    <a:pt x="252820" y="308160"/>
                    <a:pt x="254691" y="305471"/>
                    <a:pt x="255980" y="302494"/>
                  </a:cubicBezTo>
                  <a:cubicBezTo>
                    <a:pt x="258617" y="296284"/>
                    <a:pt x="258617" y="289269"/>
                    <a:pt x="255980" y="283059"/>
                  </a:cubicBezTo>
                  <a:cubicBezTo>
                    <a:pt x="254677" y="280063"/>
                    <a:pt x="252809" y="277347"/>
                    <a:pt x="250477" y="275058"/>
                  </a:cubicBezTo>
                  <a:cubicBezTo>
                    <a:pt x="248109" y="272755"/>
                    <a:pt x="245333" y="270913"/>
                    <a:pt x="242291" y="269626"/>
                  </a:cubicBezTo>
                  <a:cubicBezTo>
                    <a:pt x="239142" y="268280"/>
                    <a:pt x="235749" y="267599"/>
                    <a:pt x="232324" y="267626"/>
                  </a:cubicBezTo>
                  <a:close/>
                  <a:moveTo>
                    <a:pt x="228523" y="199469"/>
                  </a:moveTo>
                  <a:lnTo>
                    <a:pt x="261369" y="199469"/>
                  </a:lnTo>
                  <a:cubicBezTo>
                    <a:pt x="258854" y="202877"/>
                    <a:pt x="256134" y="206576"/>
                    <a:pt x="253211" y="210567"/>
                  </a:cubicBezTo>
                  <a:cubicBezTo>
                    <a:pt x="250288" y="214559"/>
                    <a:pt x="247374" y="218609"/>
                    <a:pt x="244469" y="222719"/>
                  </a:cubicBezTo>
                  <a:cubicBezTo>
                    <a:pt x="241574" y="226853"/>
                    <a:pt x="238653" y="230929"/>
                    <a:pt x="235706" y="234949"/>
                  </a:cubicBezTo>
                  <a:lnTo>
                    <a:pt x="227548" y="246339"/>
                  </a:lnTo>
                  <a:cubicBezTo>
                    <a:pt x="228716" y="245775"/>
                    <a:pt x="229925" y="245299"/>
                    <a:pt x="231164" y="244916"/>
                  </a:cubicBezTo>
                  <a:cubicBezTo>
                    <a:pt x="232701" y="244450"/>
                    <a:pt x="234288" y="244163"/>
                    <a:pt x="235891" y="244061"/>
                  </a:cubicBezTo>
                  <a:cubicBezTo>
                    <a:pt x="242571" y="243599"/>
                    <a:pt x="249272" y="244570"/>
                    <a:pt x="255546" y="246909"/>
                  </a:cubicBezTo>
                  <a:cubicBezTo>
                    <a:pt x="261246" y="249055"/>
                    <a:pt x="266405" y="252425"/>
                    <a:pt x="270659" y="256783"/>
                  </a:cubicBezTo>
                  <a:cubicBezTo>
                    <a:pt x="274927" y="261247"/>
                    <a:pt x="278221" y="266549"/>
                    <a:pt x="280334" y="272353"/>
                  </a:cubicBezTo>
                  <a:cubicBezTo>
                    <a:pt x="282690" y="278802"/>
                    <a:pt x="283913" y="285611"/>
                    <a:pt x="283950" y="292478"/>
                  </a:cubicBezTo>
                  <a:cubicBezTo>
                    <a:pt x="283996" y="296494"/>
                    <a:pt x="283611" y="300503"/>
                    <a:pt x="282804" y="304437"/>
                  </a:cubicBezTo>
                  <a:cubicBezTo>
                    <a:pt x="282134" y="307690"/>
                    <a:pt x="281152" y="310870"/>
                    <a:pt x="279871" y="313934"/>
                  </a:cubicBezTo>
                  <a:cubicBezTo>
                    <a:pt x="278783" y="316513"/>
                    <a:pt x="277416" y="318965"/>
                    <a:pt x="275792" y="321245"/>
                  </a:cubicBezTo>
                  <a:cubicBezTo>
                    <a:pt x="274412" y="323167"/>
                    <a:pt x="272884" y="324978"/>
                    <a:pt x="271222" y="326662"/>
                  </a:cubicBezTo>
                  <a:cubicBezTo>
                    <a:pt x="268242" y="329687"/>
                    <a:pt x="264825" y="332248"/>
                    <a:pt x="261084" y="334258"/>
                  </a:cubicBezTo>
                  <a:cubicBezTo>
                    <a:pt x="257622" y="336094"/>
                    <a:pt x="253988" y="337586"/>
                    <a:pt x="250235" y="338714"/>
                  </a:cubicBezTo>
                  <a:cubicBezTo>
                    <a:pt x="246900" y="339738"/>
                    <a:pt x="243475" y="340439"/>
                    <a:pt x="240006" y="340807"/>
                  </a:cubicBezTo>
                  <a:cubicBezTo>
                    <a:pt x="236766" y="341113"/>
                    <a:pt x="233955" y="341277"/>
                    <a:pt x="231541" y="341277"/>
                  </a:cubicBezTo>
                  <a:cubicBezTo>
                    <a:pt x="226015" y="341302"/>
                    <a:pt x="220515" y="340503"/>
                    <a:pt x="215224" y="338907"/>
                  </a:cubicBezTo>
                  <a:cubicBezTo>
                    <a:pt x="210204" y="337405"/>
                    <a:pt x="205434" y="335167"/>
                    <a:pt x="201072" y="332265"/>
                  </a:cubicBezTo>
                  <a:cubicBezTo>
                    <a:pt x="196880" y="329458"/>
                    <a:pt x="193167" y="325997"/>
                    <a:pt x="190073" y="322014"/>
                  </a:cubicBezTo>
                  <a:cubicBezTo>
                    <a:pt x="186987" y="318064"/>
                    <a:pt x="184632" y="313594"/>
                    <a:pt x="183118" y="308815"/>
                  </a:cubicBezTo>
                  <a:cubicBezTo>
                    <a:pt x="180679" y="301444"/>
                    <a:pt x="179592" y="293693"/>
                    <a:pt x="179907" y="285935"/>
                  </a:cubicBezTo>
                  <a:cubicBezTo>
                    <a:pt x="180444" y="278035"/>
                    <a:pt x="182372" y="270292"/>
                    <a:pt x="185602" y="263063"/>
                  </a:cubicBezTo>
                  <a:cubicBezTo>
                    <a:pt x="187535" y="259285"/>
                    <a:pt x="189659" y="255609"/>
                    <a:pt x="191967" y="252049"/>
                  </a:cubicBezTo>
                  <a:cubicBezTo>
                    <a:pt x="195056" y="247115"/>
                    <a:pt x="198665" y="241641"/>
                    <a:pt x="202780" y="235633"/>
                  </a:cubicBezTo>
                  <a:cubicBezTo>
                    <a:pt x="206895" y="229624"/>
                    <a:pt x="211252" y="223431"/>
                    <a:pt x="215793" y="217024"/>
                  </a:cubicBezTo>
                  <a:cubicBezTo>
                    <a:pt x="220364" y="210655"/>
                    <a:pt x="224608" y="204803"/>
                    <a:pt x="228523" y="199469"/>
                  </a:cubicBezTo>
                  <a:close/>
                  <a:moveTo>
                    <a:pt x="361823" y="0"/>
                  </a:moveTo>
                  <a:cubicBezTo>
                    <a:pt x="366738" y="0"/>
                    <a:pt x="370722" y="3984"/>
                    <a:pt x="370722" y="8899"/>
                  </a:cubicBezTo>
                  <a:lnTo>
                    <a:pt x="370722" y="70306"/>
                  </a:lnTo>
                  <a:cubicBezTo>
                    <a:pt x="370722" y="75220"/>
                    <a:pt x="366738" y="79204"/>
                    <a:pt x="361823" y="79204"/>
                  </a:cubicBezTo>
                  <a:cubicBezTo>
                    <a:pt x="356909" y="79204"/>
                    <a:pt x="352925" y="75220"/>
                    <a:pt x="352925" y="70306"/>
                  </a:cubicBezTo>
                  <a:lnTo>
                    <a:pt x="352925" y="48501"/>
                  </a:lnTo>
                  <a:lnTo>
                    <a:pt x="147667" y="48501"/>
                  </a:lnTo>
                  <a:cubicBezTo>
                    <a:pt x="142752" y="48501"/>
                    <a:pt x="138768" y="44517"/>
                    <a:pt x="138768" y="39602"/>
                  </a:cubicBezTo>
                  <a:cubicBezTo>
                    <a:pt x="138768" y="34688"/>
                    <a:pt x="142752" y="30704"/>
                    <a:pt x="147667" y="30704"/>
                  </a:cubicBezTo>
                  <a:lnTo>
                    <a:pt x="352925" y="30704"/>
                  </a:lnTo>
                  <a:lnTo>
                    <a:pt x="352925" y="8899"/>
                  </a:lnTo>
                  <a:cubicBezTo>
                    <a:pt x="352925" y="3984"/>
                    <a:pt x="356909" y="0"/>
                    <a:pt x="361823" y="0"/>
                  </a:cubicBezTo>
                  <a:close/>
                  <a:moveTo>
                    <a:pt x="101984" y="0"/>
                  </a:moveTo>
                  <a:cubicBezTo>
                    <a:pt x="106899" y="0"/>
                    <a:pt x="110883" y="3984"/>
                    <a:pt x="110883" y="8899"/>
                  </a:cubicBezTo>
                  <a:lnTo>
                    <a:pt x="110883" y="70306"/>
                  </a:lnTo>
                  <a:cubicBezTo>
                    <a:pt x="110883" y="75220"/>
                    <a:pt x="106899" y="79204"/>
                    <a:pt x="101984" y="79204"/>
                  </a:cubicBezTo>
                  <a:cubicBezTo>
                    <a:pt x="97070" y="79204"/>
                    <a:pt x="93086" y="75220"/>
                    <a:pt x="93086" y="70306"/>
                  </a:cubicBezTo>
                  <a:lnTo>
                    <a:pt x="93086" y="48501"/>
                  </a:lnTo>
                  <a:lnTo>
                    <a:pt x="17797" y="48501"/>
                  </a:lnTo>
                  <a:lnTo>
                    <a:pt x="17797" y="120871"/>
                  </a:lnTo>
                  <a:lnTo>
                    <a:pt x="446009" y="120871"/>
                  </a:lnTo>
                  <a:lnTo>
                    <a:pt x="446009" y="48501"/>
                  </a:lnTo>
                  <a:lnTo>
                    <a:pt x="408685" y="48501"/>
                  </a:lnTo>
                  <a:cubicBezTo>
                    <a:pt x="403771" y="48501"/>
                    <a:pt x="399787" y="44517"/>
                    <a:pt x="399787" y="39602"/>
                  </a:cubicBezTo>
                  <a:cubicBezTo>
                    <a:pt x="399787" y="34688"/>
                    <a:pt x="403771" y="30704"/>
                    <a:pt x="408685" y="30704"/>
                  </a:cubicBezTo>
                  <a:lnTo>
                    <a:pt x="454908" y="30704"/>
                  </a:lnTo>
                  <a:cubicBezTo>
                    <a:pt x="459822" y="30704"/>
                    <a:pt x="463806" y="34688"/>
                    <a:pt x="463806" y="39602"/>
                  </a:cubicBezTo>
                  <a:lnTo>
                    <a:pt x="463806" y="129769"/>
                  </a:lnTo>
                  <a:cubicBezTo>
                    <a:pt x="463806" y="129774"/>
                    <a:pt x="463806" y="129779"/>
                    <a:pt x="463806" y="129784"/>
                  </a:cubicBezTo>
                  <a:cubicBezTo>
                    <a:pt x="463799" y="134698"/>
                    <a:pt x="459808" y="138676"/>
                    <a:pt x="454894" y="138668"/>
                  </a:cubicBezTo>
                  <a:lnTo>
                    <a:pt x="17797" y="138668"/>
                  </a:lnTo>
                  <a:lnTo>
                    <a:pt x="17797" y="402015"/>
                  </a:lnTo>
                  <a:lnTo>
                    <a:pt x="446009" y="402015"/>
                  </a:lnTo>
                  <a:lnTo>
                    <a:pt x="446009" y="173144"/>
                  </a:lnTo>
                  <a:cubicBezTo>
                    <a:pt x="446009" y="168230"/>
                    <a:pt x="449993" y="164246"/>
                    <a:pt x="454908" y="164246"/>
                  </a:cubicBezTo>
                  <a:cubicBezTo>
                    <a:pt x="459822" y="164246"/>
                    <a:pt x="463806" y="168230"/>
                    <a:pt x="463806" y="173144"/>
                  </a:cubicBezTo>
                  <a:lnTo>
                    <a:pt x="463806" y="410913"/>
                  </a:lnTo>
                  <a:cubicBezTo>
                    <a:pt x="463806" y="415828"/>
                    <a:pt x="459822" y="419812"/>
                    <a:pt x="454908" y="419812"/>
                  </a:cubicBezTo>
                  <a:lnTo>
                    <a:pt x="8899" y="419812"/>
                  </a:lnTo>
                  <a:cubicBezTo>
                    <a:pt x="3984" y="419812"/>
                    <a:pt x="0" y="415828"/>
                    <a:pt x="0" y="410913"/>
                  </a:cubicBezTo>
                  <a:lnTo>
                    <a:pt x="0" y="39602"/>
                  </a:lnTo>
                  <a:cubicBezTo>
                    <a:pt x="0" y="34688"/>
                    <a:pt x="3984" y="30704"/>
                    <a:pt x="8899" y="30704"/>
                  </a:cubicBezTo>
                  <a:lnTo>
                    <a:pt x="93086" y="30704"/>
                  </a:lnTo>
                  <a:lnTo>
                    <a:pt x="93086" y="8899"/>
                  </a:lnTo>
                  <a:cubicBezTo>
                    <a:pt x="93086" y="3984"/>
                    <a:pt x="97070" y="0"/>
                    <a:pt x="101984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65" name="Group 297">
            <a:extLst>
              <a:ext uri="{FF2B5EF4-FFF2-40B4-BE49-F238E27FC236}">
                <a16:creationId xmlns:a16="http://schemas.microsoft.com/office/drawing/2014/main" id="{16B8FCAD-ED95-1E23-2709-DEC85D73DA97}"/>
              </a:ext>
            </a:extLst>
          </p:cNvPr>
          <p:cNvGrpSpPr/>
          <p:nvPr/>
        </p:nvGrpSpPr>
        <p:grpSpPr>
          <a:xfrm>
            <a:off x="775235" y="442551"/>
            <a:ext cx="463823" cy="463823"/>
            <a:chOff x="775235" y="442551"/>
            <a:chExt cx="463823" cy="463823"/>
          </a:xfrm>
        </p:grpSpPr>
        <p:sp>
          <p:nvSpPr>
            <p:cNvPr id="66" name="Freeform: Shape 40">
              <a:extLst>
                <a:ext uri="{FF2B5EF4-FFF2-40B4-BE49-F238E27FC236}">
                  <a16:creationId xmlns:a16="http://schemas.microsoft.com/office/drawing/2014/main" id="{7E394C8D-6813-5C4A-0806-B936018181ED}"/>
                </a:ext>
              </a:extLst>
            </p:cNvPr>
            <p:cNvSpPr/>
            <p:nvPr/>
          </p:nvSpPr>
          <p:spPr>
            <a:xfrm>
              <a:off x="784131" y="451451"/>
              <a:ext cx="446010" cy="446011"/>
            </a:xfrm>
            <a:custGeom>
              <a:avLst/>
              <a:gdLst>
                <a:gd name="connsiteX0" fmla="*/ 223005 w 446010"/>
                <a:gd name="connsiteY0" fmla="*/ 48258 h 446010"/>
                <a:gd name="connsiteX1" fmla="*/ 48258 w 446010"/>
                <a:gd name="connsiteY1" fmla="*/ 223005 h 446010"/>
                <a:gd name="connsiteX2" fmla="*/ 223005 w 446010"/>
                <a:gd name="connsiteY2" fmla="*/ 397751 h 446010"/>
                <a:gd name="connsiteX3" fmla="*/ 397751 w 446010"/>
                <a:gd name="connsiteY3" fmla="*/ 223005 h 446010"/>
                <a:gd name="connsiteX4" fmla="*/ 223005 w 446010"/>
                <a:gd name="connsiteY4" fmla="*/ 48258 h 446010"/>
                <a:gd name="connsiteX5" fmla="*/ 223006 w 446010"/>
                <a:gd name="connsiteY5" fmla="*/ 0 h 446010"/>
                <a:gd name="connsiteX6" fmla="*/ 446010 w 446010"/>
                <a:gd name="connsiteY6" fmla="*/ 223006 h 446010"/>
                <a:gd name="connsiteX7" fmla="*/ 223006 w 446010"/>
                <a:gd name="connsiteY7" fmla="*/ 446010 h 446010"/>
                <a:gd name="connsiteX8" fmla="*/ 0 w 446010"/>
                <a:gd name="connsiteY8" fmla="*/ 223006 h 446010"/>
                <a:gd name="connsiteX9" fmla="*/ 223006 w 446010"/>
                <a:gd name="connsiteY9" fmla="*/ 0 h 446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010" h="446010">
                  <a:moveTo>
                    <a:pt x="223005" y="48258"/>
                  </a:moveTo>
                  <a:cubicBezTo>
                    <a:pt x="126494" y="48258"/>
                    <a:pt x="48258" y="126494"/>
                    <a:pt x="48258" y="223005"/>
                  </a:cubicBezTo>
                  <a:cubicBezTo>
                    <a:pt x="48258" y="319515"/>
                    <a:pt x="126494" y="397751"/>
                    <a:pt x="223005" y="397751"/>
                  </a:cubicBezTo>
                  <a:cubicBezTo>
                    <a:pt x="319515" y="397751"/>
                    <a:pt x="397751" y="319515"/>
                    <a:pt x="397751" y="223005"/>
                  </a:cubicBezTo>
                  <a:cubicBezTo>
                    <a:pt x="397751" y="126494"/>
                    <a:pt x="319515" y="48258"/>
                    <a:pt x="223005" y="48258"/>
                  </a:cubicBezTo>
                  <a:close/>
                  <a:moveTo>
                    <a:pt x="223006" y="0"/>
                  </a:moveTo>
                  <a:cubicBezTo>
                    <a:pt x="346168" y="0"/>
                    <a:pt x="446010" y="99843"/>
                    <a:pt x="446010" y="223006"/>
                  </a:cubicBezTo>
                  <a:cubicBezTo>
                    <a:pt x="446010" y="346168"/>
                    <a:pt x="346168" y="446010"/>
                    <a:pt x="223006" y="446010"/>
                  </a:cubicBezTo>
                  <a:cubicBezTo>
                    <a:pt x="99843" y="446010"/>
                    <a:pt x="0" y="346168"/>
                    <a:pt x="0" y="223006"/>
                  </a:cubicBezTo>
                  <a:cubicBezTo>
                    <a:pt x="0" y="99843"/>
                    <a:pt x="99843" y="0"/>
                    <a:pt x="223006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" name="Freeform: Shape 41">
              <a:extLst>
                <a:ext uri="{FF2B5EF4-FFF2-40B4-BE49-F238E27FC236}">
                  <a16:creationId xmlns:a16="http://schemas.microsoft.com/office/drawing/2014/main" id="{377ADEC7-C12A-A6A5-B938-F685DF6B6213}"/>
                </a:ext>
              </a:extLst>
            </p:cNvPr>
            <p:cNvSpPr/>
            <p:nvPr/>
          </p:nvSpPr>
          <p:spPr>
            <a:xfrm>
              <a:off x="775235" y="442551"/>
              <a:ext cx="463823" cy="463823"/>
            </a:xfrm>
            <a:custGeom>
              <a:avLst/>
              <a:gdLst>
                <a:gd name="connsiteX0" fmla="*/ 231901 w 463823"/>
                <a:gd name="connsiteY0" fmla="*/ 150500 h 463822"/>
                <a:gd name="connsiteX1" fmla="*/ 240799 w 463823"/>
                <a:gd name="connsiteY1" fmla="*/ 159399 h 463822"/>
                <a:gd name="connsiteX2" fmla="*/ 240799 w 463823"/>
                <a:gd name="connsiteY2" fmla="*/ 227327 h 463822"/>
                <a:gd name="connsiteX3" fmla="*/ 268143 w 463823"/>
                <a:gd name="connsiteY3" fmla="*/ 246854 h 463822"/>
                <a:gd name="connsiteX4" fmla="*/ 270214 w 463823"/>
                <a:gd name="connsiteY4" fmla="*/ 259270 h 463822"/>
                <a:gd name="connsiteX5" fmla="*/ 257799 w 463823"/>
                <a:gd name="connsiteY5" fmla="*/ 261341 h 463822"/>
                <a:gd name="connsiteX6" fmla="*/ 226725 w 463823"/>
                <a:gd name="connsiteY6" fmla="*/ 239145 h 463822"/>
                <a:gd name="connsiteX7" fmla="*/ 223002 w 463823"/>
                <a:gd name="connsiteY7" fmla="*/ 231905 h 463822"/>
                <a:gd name="connsiteX8" fmla="*/ 223002 w 463823"/>
                <a:gd name="connsiteY8" fmla="*/ 159399 h 463822"/>
                <a:gd name="connsiteX9" fmla="*/ 231901 w 463823"/>
                <a:gd name="connsiteY9" fmla="*/ 150500 h 463822"/>
                <a:gd name="connsiteX10" fmla="*/ 223003 w 463823"/>
                <a:gd name="connsiteY10" fmla="*/ 66298 h 463822"/>
                <a:gd name="connsiteX11" fmla="*/ 121160 w 463823"/>
                <a:gd name="connsiteY11" fmla="*/ 108570 h 463822"/>
                <a:gd name="connsiteX12" fmla="*/ 127567 w 463823"/>
                <a:gd name="connsiteY12" fmla="*/ 114977 h 463822"/>
                <a:gd name="connsiteX13" fmla="*/ 127567 w 463823"/>
                <a:gd name="connsiteY13" fmla="*/ 127563 h 463822"/>
                <a:gd name="connsiteX14" fmla="*/ 114981 w 463823"/>
                <a:gd name="connsiteY14" fmla="*/ 127563 h 463822"/>
                <a:gd name="connsiteX15" fmla="*/ 108574 w 463823"/>
                <a:gd name="connsiteY15" fmla="*/ 121156 h 463822"/>
                <a:gd name="connsiteX16" fmla="*/ 66295 w 463823"/>
                <a:gd name="connsiteY16" fmla="*/ 223006 h 463822"/>
                <a:gd name="connsiteX17" fmla="*/ 75422 w 463823"/>
                <a:gd name="connsiteY17" fmla="*/ 223006 h 463822"/>
                <a:gd name="connsiteX18" fmla="*/ 84320 w 463823"/>
                <a:gd name="connsiteY18" fmla="*/ 231905 h 463822"/>
                <a:gd name="connsiteX19" fmla="*/ 75422 w 463823"/>
                <a:gd name="connsiteY19" fmla="*/ 240803 h 463822"/>
                <a:gd name="connsiteX20" fmla="*/ 66295 w 463823"/>
                <a:gd name="connsiteY20" fmla="*/ 240803 h 463822"/>
                <a:gd name="connsiteX21" fmla="*/ 108567 w 463823"/>
                <a:gd name="connsiteY21" fmla="*/ 342646 h 463822"/>
                <a:gd name="connsiteX22" fmla="*/ 114974 w 463823"/>
                <a:gd name="connsiteY22" fmla="*/ 336239 h 463822"/>
                <a:gd name="connsiteX23" fmla="*/ 127560 w 463823"/>
                <a:gd name="connsiteY23" fmla="*/ 336239 h 463822"/>
                <a:gd name="connsiteX24" fmla="*/ 127560 w 463823"/>
                <a:gd name="connsiteY24" fmla="*/ 348825 h 463822"/>
                <a:gd name="connsiteX25" fmla="*/ 121153 w 463823"/>
                <a:gd name="connsiteY25" fmla="*/ 355232 h 463822"/>
                <a:gd name="connsiteX26" fmla="*/ 223003 w 463823"/>
                <a:gd name="connsiteY26" fmla="*/ 397510 h 463822"/>
                <a:gd name="connsiteX27" fmla="*/ 223003 w 463823"/>
                <a:gd name="connsiteY27" fmla="*/ 388384 h 463822"/>
                <a:gd name="connsiteX28" fmla="*/ 231902 w 463823"/>
                <a:gd name="connsiteY28" fmla="*/ 379486 h 463822"/>
                <a:gd name="connsiteX29" fmla="*/ 240800 w 463823"/>
                <a:gd name="connsiteY29" fmla="*/ 388384 h 463822"/>
                <a:gd name="connsiteX30" fmla="*/ 240800 w 463823"/>
                <a:gd name="connsiteY30" fmla="*/ 397510 h 463822"/>
                <a:gd name="connsiteX31" fmla="*/ 342643 w 463823"/>
                <a:gd name="connsiteY31" fmla="*/ 355239 h 463822"/>
                <a:gd name="connsiteX32" fmla="*/ 336236 w 463823"/>
                <a:gd name="connsiteY32" fmla="*/ 348832 h 463822"/>
                <a:gd name="connsiteX33" fmla="*/ 336236 w 463823"/>
                <a:gd name="connsiteY33" fmla="*/ 336246 h 463822"/>
                <a:gd name="connsiteX34" fmla="*/ 348822 w 463823"/>
                <a:gd name="connsiteY34" fmla="*/ 336246 h 463822"/>
                <a:gd name="connsiteX35" fmla="*/ 355229 w 463823"/>
                <a:gd name="connsiteY35" fmla="*/ 342653 h 463822"/>
                <a:gd name="connsiteX36" fmla="*/ 397507 w 463823"/>
                <a:gd name="connsiteY36" fmla="*/ 240803 h 463822"/>
                <a:gd name="connsiteX37" fmla="*/ 388381 w 463823"/>
                <a:gd name="connsiteY37" fmla="*/ 240803 h 463822"/>
                <a:gd name="connsiteX38" fmla="*/ 379483 w 463823"/>
                <a:gd name="connsiteY38" fmla="*/ 231905 h 463822"/>
                <a:gd name="connsiteX39" fmla="*/ 388381 w 463823"/>
                <a:gd name="connsiteY39" fmla="*/ 223006 h 463822"/>
                <a:gd name="connsiteX40" fmla="*/ 397507 w 463823"/>
                <a:gd name="connsiteY40" fmla="*/ 223006 h 463822"/>
                <a:gd name="connsiteX41" fmla="*/ 355236 w 463823"/>
                <a:gd name="connsiteY41" fmla="*/ 121163 h 463822"/>
                <a:gd name="connsiteX42" fmla="*/ 348829 w 463823"/>
                <a:gd name="connsiteY42" fmla="*/ 127570 h 463822"/>
                <a:gd name="connsiteX43" fmla="*/ 336243 w 463823"/>
                <a:gd name="connsiteY43" fmla="*/ 127570 h 463822"/>
                <a:gd name="connsiteX44" fmla="*/ 336243 w 463823"/>
                <a:gd name="connsiteY44" fmla="*/ 114984 h 463822"/>
                <a:gd name="connsiteX45" fmla="*/ 342650 w 463823"/>
                <a:gd name="connsiteY45" fmla="*/ 108577 h 463822"/>
                <a:gd name="connsiteX46" fmla="*/ 240800 w 463823"/>
                <a:gd name="connsiteY46" fmla="*/ 66298 h 463822"/>
                <a:gd name="connsiteX47" fmla="*/ 240800 w 463823"/>
                <a:gd name="connsiteY47" fmla="*/ 75425 h 463822"/>
                <a:gd name="connsiteX48" fmla="*/ 231902 w 463823"/>
                <a:gd name="connsiteY48" fmla="*/ 84323 h 463822"/>
                <a:gd name="connsiteX49" fmla="*/ 223003 w 463823"/>
                <a:gd name="connsiteY49" fmla="*/ 75425 h 463822"/>
                <a:gd name="connsiteX50" fmla="*/ 231902 w 463823"/>
                <a:gd name="connsiteY50" fmla="*/ 48262 h 463822"/>
                <a:gd name="connsiteX51" fmla="*/ 361358 w 463823"/>
                <a:gd name="connsiteY51" fmla="*/ 101786 h 463822"/>
                <a:gd name="connsiteX52" fmla="*/ 361757 w 463823"/>
                <a:gd name="connsiteY52" fmla="*/ 102049 h 463822"/>
                <a:gd name="connsiteX53" fmla="*/ 362020 w 463823"/>
                <a:gd name="connsiteY53" fmla="*/ 102448 h 463822"/>
                <a:gd name="connsiteX54" fmla="*/ 362020 w 463823"/>
                <a:gd name="connsiteY54" fmla="*/ 361361 h 463822"/>
                <a:gd name="connsiteX55" fmla="*/ 361757 w 463823"/>
                <a:gd name="connsiteY55" fmla="*/ 361760 h 463822"/>
                <a:gd name="connsiteX56" fmla="*/ 361358 w 463823"/>
                <a:gd name="connsiteY56" fmla="*/ 362023 h 463822"/>
                <a:gd name="connsiteX57" fmla="*/ 102445 w 463823"/>
                <a:gd name="connsiteY57" fmla="*/ 362023 h 463822"/>
                <a:gd name="connsiteX58" fmla="*/ 102046 w 463823"/>
                <a:gd name="connsiteY58" fmla="*/ 361760 h 463822"/>
                <a:gd name="connsiteX59" fmla="*/ 101783 w 463823"/>
                <a:gd name="connsiteY59" fmla="*/ 361361 h 463822"/>
                <a:gd name="connsiteX60" fmla="*/ 101783 w 463823"/>
                <a:gd name="connsiteY60" fmla="*/ 102448 h 463822"/>
                <a:gd name="connsiteX61" fmla="*/ 102046 w 463823"/>
                <a:gd name="connsiteY61" fmla="*/ 102049 h 463822"/>
                <a:gd name="connsiteX62" fmla="*/ 102445 w 463823"/>
                <a:gd name="connsiteY62" fmla="*/ 101786 h 463822"/>
                <a:gd name="connsiteX63" fmla="*/ 231902 w 463823"/>
                <a:gd name="connsiteY63" fmla="*/ 48262 h 463822"/>
                <a:gd name="connsiteX64" fmla="*/ 231901 w 463823"/>
                <a:gd name="connsiteY64" fmla="*/ 0 h 463822"/>
                <a:gd name="connsiteX65" fmla="*/ 387216 w 463823"/>
                <a:gd name="connsiteY65" fmla="*/ 59681 h 463822"/>
                <a:gd name="connsiteX66" fmla="*/ 404140 w 463823"/>
                <a:gd name="connsiteY66" fmla="*/ 387215 h 463822"/>
                <a:gd name="connsiteX67" fmla="*/ 76607 w 463823"/>
                <a:gd name="connsiteY67" fmla="*/ 404140 h 463822"/>
                <a:gd name="connsiteX68" fmla="*/ 59682 w 463823"/>
                <a:gd name="connsiteY68" fmla="*/ 76606 h 463822"/>
                <a:gd name="connsiteX69" fmla="*/ 72250 w 463823"/>
                <a:gd name="connsiteY69" fmla="*/ 75962 h 463822"/>
                <a:gd name="connsiteX70" fmla="*/ 72895 w 463823"/>
                <a:gd name="connsiteY70" fmla="*/ 88530 h 463822"/>
                <a:gd name="connsiteX71" fmla="*/ 54476 w 463823"/>
                <a:gd name="connsiteY71" fmla="*/ 351844 h 463822"/>
                <a:gd name="connsiteX72" fmla="*/ 351960 w 463823"/>
                <a:gd name="connsiteY72" fmla="*/ 409572 h 463822"/>
                <a:gd name="connsiteX73" fmla="*/ 409689 w 463823"/>
                <a:gd name="connsiteY73" fmla="*/ 112088 h 463822"/>
                <a:gd name="connsiteX74" fmla="*/ 112205 w 463823"/>
                <a:gd name="connsiteY74" fmla="*/ 54360 h 463822"/>
                <a:gd name="connsiteX75" fmla="*/ 100003 w 463823"/>
                <a:gd name="connsiteY75" fmla="*/ 52001 h 463822"/>
                <a:gd name="connsiteX76" fmla="*/ 102238 w 463823"/>
                <a:gd name="connsiteY76" fmla="*/ 39617 h 463822"/>
                <a:gd name="connsiteX77" fmla="*/ 231901 w 463823"/>
                <a:gd name="connsiteY77" fmla="*/ 0 h 4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463823" h="463822">
                  <a:moveTo>
                    <a:pt x="231901" y="150500"/>
                  </a:moveTo>
                  <a:cubicBezTo>
                    <a:pt x="236815" y="150500"/>
                    <a:pt x="240799" y="154484"/>
                    <a:pt x="240799" y="159399"/>
                  </a:cubicBezTo>
                  <a:lnTo>
                    <a:pt x="240799" y="227327"/>
                  </a:lnTo>
                  <a:lnTo>
                    <a:pt x="268143" y="246854"/>
                  </a:lnTo>
                  <a:cubicBezTo>
                    <a:pt x="272143" y="249711"/>
                    <a:pt x="273070" y="255269"/>
                    <a:pt x="270214" y="259270"/>
                  </a:cubicBezTo>
                  <a:cubicBezTo>
                    <a:pt x="267358" y="263270"/>
                    <a:pt x="261799" y="264198"/>
                    <a:pt x="257799" y="261341"/>
                  </a:cubicBezTo>
                  <a:lnTo>
                    <a:pt x="226725" y="239145"/>
                  </a:lnTo>
                  <a:cubicBezTo>
                    <a:pt x="224387" y="237475"/>
                    <a:pt x="223000" y="234778"/>
                    <a:pt x="223002" y="231905"/>
                  </a:cubicBezTo>
                  <a:lnTo>
                    <a:pt x="223002" y="159399"/>
                  </a:lnTo>
                  <a:cubicBezTo>
                    <a:pt x="223002" y="154484"/>
                    <a:pt x="226986" y="150500"/>
                    <a:pt x="231901" y="150500"/>
                  </a:cubicBezTo>
                  <a:close/>
                  <a:moveTo>
                    <a:pt x="223003" y="66298"/>
                  </a:moveTo>
                  <a:cubicBezTo>
                    <a:pt x="185215" y="68306"/>
                    <a:pt x="149263" y="83229"/>
                    <a:pt x="121160" y="108570"/>
                  </a:cubicBezTo>
                  <a:lnTo>
                    <a:pt x="127567" y="114977"/>
                  </a:lnTo>
                  <a:cubicBezTo>
                    <a:pt x="131043" y="118453"/>
                    <a:pt x="131043" y="124088"/>
                    <a:pt x="127567" y="127563"/>
                  </a:cubicBezTo>
                  <a:cubicBezTo>
                    <a:pt x="124092" y="131039"/>
                    <a:pt x="118457" y="131039"/>
                    <a:pt x="114981" y="127563"/>
                  </a:cubicBezTo>
                  <a:lnTo>
                    <a:pt x="108574" y="121156"/>
                  </a:lnTo>
                  <a:cubicBezTo>
                    <a:pt x="83229" y="149259"/>
                    <a:pt x="68303" y="185214"/>
                    <a:pt x="66295" y="223006"/>
                  </a:cubicBezTo>
                  <a:lnTo>
                    <a:pt x="75422" y="223006"/>
                  </a:lnTo>
                  <a:cubicBezTo>
                    <a:pt x="80336" y="223006"/>
                    <a:pt x="84320" y="226990"/>
                    <a:pt x="84320" y="231905"/>
                  </a:cubicBezTo>
                  <a:cubicBezTo>
                    <a:pt x="84320" y="236819"/>
                    <a:pt x="80336" y="240803"/>
                    <a:pt x="75422" y="240803"/>
                  </a:cubicBezTo>
                  <a:lnTo>
                    <a:pt x="66295" y="240803"/>
                  </a:lnTo>
                  <a:cubicBezTo>
                    <a:pt x="68303" y="278591"/>
                    <a:pt x="83226" y="314543"/>
                    <a:pt x="108567" y="342646"/>
                  </a:cubicBezTo>
                  <a:lnTo>
                    <a:pt x="114974" y="336239"/>
                  </a:lnTo>
                  <a:cubicBezTo>
                    <a:pt x="118450" y="332763"/>
                    <a:pt x="124085" y="332763"/>
                    <a:pt x="127560" y="336239"/>
                  </a:cubicBezTo>
                  <a:cubicBezTo>
                    <a:pt x="131036" y="339714"/>
                    <a:pt x="131036" y="345349"/>
                    <a:pt x="127560" y="348825"/>
                  </a:cubicBezTo>
                  <a:lnTo>
                    <a:pt x="121153" y="355232"/>
                  </a:lnTo>
                  <a:cubicBezTo>
                    <a:pt x="149256" y="380577"/>
                    <a:pt x="185211" y="395503"/>
                    <a:pt x="223003" y="397510"/>
                  </a:cubicBezTo>
                  <a:lnTo>
                    <a:pt x="223003" y="388384"/>
                  </a:lnTo>
                  <a:cubicBezTo>
                    <a:pt x="223003" y="383470"/>
                    <a:pt x="226987" y="379486"/>
                    <a:pt x="231902" y="379486"/>
                  </a:cubicBezTo>
                  <a:cubicBezTo>
                    <a:pt x="236816" y="379486"/>
                    <a:pt x="240800" y="383470"/>
                    <a:pt x="240800" y="388384"/>
                  </a:cubicBezTo>
                  <a:lnTo>
                    <a:pt x="240800" y="397510"/>
                  </a:lnTo>
                  <a:cubicBezTo>
                    <a:pt x="278588" y="395503"/>
                    <a:pt x="314540" y="380580"/>
                    <a:pt x="342643" y="355239"/>
                  </a:cubicBezTo>
                  <a:lnTo>
                    <a:pt x="336236" y="348832"/>
                  </a:lnTo>
                  <a:cubicBezTo>
                    <a:pt x="332760" y="345356"/>
                    <a:pt x="332760" y="339721"/>
                    <a:pt x="336236" y="336246"/>
                  </a:cubicBezTo>
                  <a:cubicBezTo>
                    <a:pt x="339711" y="332770"/>
                    <a:pt x="345346" y="332770"/>
                    <a:pt x="348822" y="336246"/>
                  </a:cubicBezTo>
                  <a:lnTo>
                    <a:pt x="355229" y="342653"/>
                  </a:lnTo>
                  <a:cubicBezTo>
                    <a:pt x="380574" y="314549"/>
                    <a:pt x="395500" y="278594"/>
                    <a:pt x="397507" y="240803"/>
                  </a:cubicBezTo>
                  <a:lnTo>
                    <a:pt x="388381" y="240803"/>
                  </a:lnTo>
                  <a:cubicBezTo>
                    <a:pt x="383467" y="240803"/>
                    <a:pt x="379483" y="236819"/>
                    <a:pt x="379483" y="231905"/>
                  </a:cubicBezTo>
                  <a:cubicBezTo>
                    <a:pt x="379483" y="226990"/>
                    <a:pt x="383467" y="223006"/>
                    <a:pt x="388381" y="223006"/>
                  </a:cubicBezTo>
                  <a:lnTo>
                    <a:pt x="397507" y="223006"/>
                  </a:lnTo>
                  <a:cubicBezTo>
                    <a:pt x="395500" y="185218"/>
                    <a:pt x="380577" y="149266"/>
                    <a:pt x="355236" y="121163"/>
                  </a:cubicBezTo>
                  <a:lnTo>
                    <a:pt x="348829" y="127570"/>
                  </a:lnTo>
                  <a:cubicBezTo>
                    <a:pt x="345353" y="131046"/>
                    <a:pt x="339718" y="131046"/>
                    <a:pt x="336243" y="127570"/>
                  </a:cubicBezTo>
                  <a:cubicBezTo>
                    <a:pt x="332767" y="124095"/>
                    <a:pt x="332767" y="118460"/>
                    <a:pt x="336243" y="114984"/>
                  </a:cubicBezTo>
                  <a:lnTo>
                    <a:pt x="342650" y="108577"/>
                  </a:lnTo>
                  <a:cubicBezTo>
                    <a:pt x="314546" y="83232"/>
                    <a:pt x="278591" y="68306"/>
                    <a:pt x="240800" y="66298"/>
                  </a:cubicBezTo>
                  <a:lnTo>
                    <a:pt x="240800" y="75425"/>
                  </a:lnTo>
                  <a:cubicBezTo>
                    <a:pt x="240800" y="80339"/>
                    <a:pt x="236816" y="84323"/>
                    <a:pt x="231902" y="84323"/>
                  </a:cubicBezTo>
                  <a:cubicBezTo>
                    <a:pt x="226987" y="84323"/>
                    <a:pt x="223003" y="80339"/>
                    <a:pt x="223003" y="75425"/>
                  </a:cubicBezTo>
                  <a:close/>
                  <a:moveTo>
                    <a:pt x="231902" y="48262"/>
                  </a:moveTo>
                  <a:cubicBezTo>
                    <a:pt x="278742" y="48262"/>
                    <a:pt x="325582" y="66104"/>
                    <a:pt x="361358" y="101786"/>
                  </a:cubicBezTo>
                  <a:cubicBezTo>
                    <a:pt x="361479" y="101893"/>
                    <a:pt x="361643" y="101928"/>
                    <a:pt x="361757" y="102049"/>
                  </a:cubicBezTo>
                  <a:cubicBezTo>
                    <a:pt x="361871" y="102170"/>
                    <a:pt x="361913" y="102327"/>
                    <a:pt x="362020" y="102448"/>
                  </a:cubicBezTo>
                  <a:cubicBezTo>
                    <a:pt x="433385" y="173999"/>
                    <a:pt x="433385" y="289810"/>
                    <a:pt x="362020" y="361361"/>
                  </a:cubicBezTo>
                  <a:cubicBezTo>
                    <a:pt x="361913" y="361482"/>
                    <a:pt x="361871" y="361646"/>
                    <a:pt x="361757" y="361760"/>
                  </a:cubicBezTo>
                  <a:cubicBezTo>
                    <a:pt x="361643" y="361874"/>
                    <a:pt x="361479" y="361916"/>
                    <a:pt x="361358" y="362023"/>
                  </a:cubicBezTo>
                  <a:cubicBezTo>
                    <a:pt x="289807" y="433388"/>
                    <a:pt x="173996" y="433388"/>
                    <a:pt x="102445" y="362023"/>
                  </a:cubicBezTo>
                  <a:cubicBezTo>
                    <a:pt x="102324" y="361916"/>
                    <a:pt x="102160" y="361874"/>
                    <a:pt x="102046" y="361760"/>
                  </a:cubicBezTo>
                  <a:cubicBezTo>
                    <a:pt x="101932" y="361646"/>
                    <a:pt x="101890" y="361482"/>
                    <a:pt x="101783" y="361361"/>
                  </a:cubicBezTo>
                  <a:cubicBezTo>
                    <a:pt x="30418" y="289810"/>
                    <a:pt x="30418" y="173999"/>
                    <a:pt x="101783" y="102448"/>
                  </a:cubicBezTo>
                  <a:cubicBezTo>
                    <a:pt x="101890" y="102327"/>
                    <a:pt x="101925" y="102163"/>
                    <a:pt x="102046" y="102049"/>
                  </a:cubicBezTo>
                  <a:cubicBezTo>
                    <a:pt x="102167" y="101935"/>
                    <a:pt x="102324" y="101893"/>
                    <a:pt x="102445" y="101786"/>
                  </a:cubicBezTo>
                  <a:cubicBezTo>
                    <a:pt x="138221" y="66104"/>
                    <a:pt x="185061" y="48262"/>
                    <a:pt x="231902" y="48262"/>
                  </a:cubicBezTo>
                  <a:close/>
                  <a:moveTo>
                    <a:pt x="231901" y="0"/>
                  </a:moveTo>
                  <a:cubicBezTo>
                    <a:pt x="289272" y="-2"/>
                    <a:pt x="344609" y="21261"/>
                    <a:pt x="387216" y="59681"/>
                  </a:cubicBezTo>
                  <a:cubicBezTo>
                    <a:pt x="482335" y="145454"/>
                    <a:pt x="489913" y="292096"/>
                    <a:pt x="404140" y="387215"/>
                  </a:cubicBezTo>
                  <a:cubicBezTo>
                    <a:pt x="318368" y="482335"/>
                    <a:pt x="171726" y="489912"/>
                    <a:pt x="76607" y="404140"/>
                  </a:cubicBezTo>
                  <a:cubicBezTo>
                    <a:pt x="-18513" y="318368"/>
                    <a:pt x="-26090" y="171726"/>
                    <a:pt x="59682" y="76606"/>
                  </a:cubicBezTo>
                  <a:cubicBezTo>
                    <a:pt x="62975" y="72958"/>
                    <a:pt x="68602" y="72669"/>
                    <a:pt x="72250" y="75962"/>
                  </a:cubicBezTo>
                  <a:cubicBezTo>
                    <a:pt x="75899" y="79255"/>
                    <a:pt x="76187" y="84882"/>
                    <a:pt x="72895" y="88530"/>
                  </a:cubicBezTo>
                  <a:cubicBezTo>
                    <a:pt x="7007" y="161654"/>
                    <a:pt x="-590" y="270260"/>
                    <a:pt x="54476" y="351844"/>
                  </a:cubicBezTo>
                  <a:cubicBezTo>
                    <a:pt x="120683" y="449933"/>
                    <a:pt x="253871" y="475779"/>
                    <a:pt x="351960" y="409572"/>
                  </a:cubicBezTo>
                  <a:cubicBezTo>
                    <a:pt x="450049" y="343365"/>
                    <a:pt x="475895" y="210177"/>
                    <a:pt x="409689" y="112088"/>
                  </a:cubicBezTo>
                  <a:cubicBezTo>
                    <a:pt x="343482" y="13999"/>
                    <a:pt x="210294" y="-11847"/>
                    <a:pt x="112205" y="54360"/>
                  </a:cubicBezTo>
                  <a:cubicBezTo>
                    <a:pt x="108171" y="57014"/>
                    <a:pt x="102757" y="55968"/>
                    <a:pt x="100003" y="52001"/>
                  </a:cubicBezTo>
                  <a:cubicBezTo>
                    <a:pt x="97201" y="47964"/>
                    <a:pt x="98201" y="42419"/>
                    <a:pt x="102238" y="39617"/>
                  </a:cubicBezTo>
                  <a:cubicBezTo>
                    <a:pt x="140517" y="13724"/>
                    <a:pt x="185688" y="-77"/>
                    <a:pt x="231901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68" name="Group 279">
            <a:extLst>
              <a:ext uri="{FF2B5EF4-FFF2-40B4-BE49-F238E27FC236}">
                <a16:creationId xmlns:a16="http://schemas.microsoft.com/office/drawing/2014/main" id="{E039AF40-B005-B787-E110-860CF940E788}"/>
              </a:ext>
            </a:extLst>
          </p:cNvPr>
          <p:cNvGrpSpPr/>
          <p:nvPr/>
        </p:nvGrpSpPr>
        <p:grpSpPr>
          <a:xfrm>
            <a:off x="3871195" y="1353809"/>
            <a:ext cx="382767" cy="463768"/>
            <a:chOff x="3871195" y="1353809"/>
            <a:chExt cx="382767" cy="463768"/>
          </a:xfrm>
        </p:grpSpPr>
        <p:sp>
          <p:nvSpPr>
            <p:cNvPr id="69" name="Freeform: Shape 43">
              <a:extLst>
                <a:ext uri="{FF2B5EF4-FFF2-40B4-BE49-F238E27FC236}">
                  <a16:creationId xmlns:a16="http://schemas.microsoft.com/office/drawing/2014/main" id="{1226CFCD-CD74-6D7D-CDB8-A8DB668C60DC}"/>
                </a:ext>
              </a:extLst>
            </p:cNvPr>
            <p:cNvSpPr/>
            <p:nvPr/>
          </p:nvSpPr>
          <p:spPr>
            <a:xfrm>
              <a:off x="3947558" y="1544712"/>
              <a:ext cx="227804" cy="263397"/>
            </a:xfrm>
            <a:custGeom>
              <a:avLst/>
              <a:gdLst>
                <a:gd name="connsiteX0" fmla="*/ 230038 w 227802"/>
                <a:gd name="connsiteY0" fmla="*/ 0 h 263396"/>
                <a:gd name="connsiteX1" fmla="*/ 0 w 227802"/>
                <a:gd name="connsiteY1" fmla="*/ 0 h 263396"/>
                <a:gd name="connsiteX2" fmla="*/ 0 w 227802"/>
                <a:gd name="connsiteY2" fmla="*/ 181673 h 263396"/>
                <a:gd name="connsiteX3" fmla="*/ 17327 w 227802"/>
                <a:gd name="connsiteY3" fmla="*/ 216769 h 263396"/>
                <a:gd name="connsiteX4" fmla="*/ 17327 w 227802"/>
                <a:gd name="connsiteY4" fmla="*/ 216769 h 263396"/>
                <a:gd name="connsiteX5" fmla="*/ 34654 w 227802"/>
                <a:gd name="connsiteY5" fmla="*/ 251864 h 263396"/>
                <a:gd name="connsiteX6" fmla="*/ 34654 w 227802"/>
                <a:gd name="connsiteY6" fmla="*/ 263966 h 263396"/>
                <a:gd name="connsiteX7" fmla="*/ 195384 w 227802"/>
                <a:gd name="connsiteY7" fmla="*/ 263966 h 263396"/>
                <a:gd name="connsiteX8" fmla="*/ 195384 w 227802"/>
                <a:gd name="connsiteY8" fmla="*/ 251864 h 263396"/>
                <a:gd name="connsiteX9" fmla="*/ 212711 w 227802"/>
                <a:gd name="connsiteY9" fmla="*/ 216769 h 263396"/>
                <a:gd name="connsiteX10" fmla="*/ 212711 w 227802"/>
                <a:gd name="connsiteY10" fmla="*/ 216769 h 263396"/>
                <a:gd name="connsiteX11" fmla="*/ 230038 w 227802"/>
                <a:gd name="connsiteY11" fmla="*/ 181673 h 263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802" h="263396">
                  <a:moveTo>
                    <a:pt x="230038" y="0"/>
                  </a:moveTo>
                  <a:lnTo>
                    <a:pt x="0" y="0"/>
                  </a:lnTo>
                  <a:lnTo>
                    <a:pt x="0" y="181673"/>
                  </a:lnTo>
                  <a:cubicBezTo>
                    <a:pt x="0" y="195430"/>
                    <a:pt x="6405" y="208403"/>
                    <a:pt x="17327" y="216769"/>
                  </a:cubicBezTo>
                  <a:lnTo>
                    <a:pt x="17327" y="216769"/>
                  </a:lnTo>
                  <a:cubicBezTo>
                    <a:pt x="28249" y="225134"/>
                    <a:pt x="34654" y="238107"/>
                    <a:pt x="34654" y="251864"/>
                  </a:cubicBezTo>
                  <a:lnTo>
                    <a:pt x="34654" y="263966"/>
                  </a:lnTo>
                  <a:lnTo>
                    <a:pt x="195384" y="263966"/>
                  </a:lnTo>
                  <a:lnTo>
                    <a:pt x="195384" y="251864"/>
                  </a:lnTo>
                  <a:cubicBezTo>
                    <a:pt x="195384" y="238107"/>
                    <a:pt x="201789" y="225134"/>
                    <a:pt x="212711" y="216769"/>
                  </a:cubicBezTo>
                  <a:lnTo>
                    <a:pt x="212711" y="216769"/>
                  </a:lnTo>
                  <a:cubicBezTo>
                    <a:pt x="223633" y="208403"/>
                    <a:pt x="230038" y="195430"/>
                    <a:pt x="230038" y="181673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" name="Freeform: Shape 44">
              <a:extLst>
                <a:ext uri="{FF2B5EF4-FFF2-40B4-BE49-F238E27FC236}">
                  <a16:creationId xmlns:a16="http://schemas.microsoft.com/office/drawing/2014/main" id="{735918C3-A031-9BEB-506C-40BA2BEC0764}"/>
                </a:ext>
              </a:extLst>
            </p:cNvPr>
            <p:cNvSpPr/>
            <p:nvPr/>
          </p:nvSpPr>
          <p:spPr>
            <a:xfrm>
              <a:off x="3871195" y="1353809"/>
              <a:ext cx="382767" cy="463768"/>
            </a:xfrm>
            <a:custGeom>
              <a:avLst/>
              <a:gdLst>
                <a:gd name="connsiteX0" fmla="*/ 315300 w 382766"/>
                <a:gd name="connsiteY0" fmla="*/ 237502 h 463768"/>
                <a:gd name="connsiteX1" fmla="*/ 315300 w 382766"/>
                <a:gd name="connsiteY1" fmla="*/ 340427 h 463768"/>
                <a:gd name="connsiteX2" fmla="*/ 361085 w 382766"/>
                <a:gd name="connsiteY2" fmla="*/ 308552 h 463768"/>
                <a:gd name="connsiteX3" fmla="*/ 364968 w 382766"/>
                <a:gd name="connsiteY3" fmla="*/ 288970 h 463768"/>
                <a:gd name="connsiteX4" fmla="*/ 364968 w 382766"/>
                <a:gd name="connsiteY4" fmla="*/ 288971 h 463768"/>
                <a:gd name="connsiteX5" fmla="*/ 364969 w 382766"/>
                <a:gd name="connsiteY5" fmla="*/ 288964 h 463768"/>
                <a:gd name="connsiteX6" fmla="*/ 364968 w 382766"/>
                <a:gd name="connsiteY6" fmla="*/ 288970 h 463768"/>
                <a:gd name="connsiteX7" fmla="*/ 361084 w 382766"/>
                <a:gd name="connsiteY7" fmla="*/ 269383 h 463768"/>
                <a:gd name="connsiteX8" fmla="*/ 315300 w 382766"/>
                <a:gd name="connsiteY8" fmla="*/ 237502 h 463768"/>
                <a:gd name="connsiteX9" fmla="*/ 76364 w 382766"/>
                <a:gd name="connsiteY9" fmla="*/ 182025 h 463768"/>
                <a:gd name="connsiteX10" fmla="*/ 306402 w 382766"/>
                <a:gd name="connsiteY10" fmla="*/ 182025 h 463768"/>
                <a:gd name="connsiteX11" fmla="*/ 315300 w 382766"/>
                <a:gd name="connsiteY11" fmla="*/ 190902 h 463768"/>
                <a:gd name="connsiteX12" fmla="*/ 315300 w 382766"/>
                <a:gd name="connsiteY12" fmla="*/ 219705 h 463768"/>
                <a:gd name="connsiteX13" fmla="*/ 382705 w 382766"/>
                <a:gd name="connsiteY13" fmla="*/ 287110 h 463768"/>
                <a:gd name="connsiteX14" fmla="*/ 315300 w 382766"/>
                <a:gd name="connsiteY14" fmla="*/ 358231 h 463768"/>
                <a:gd name="connsiteX15" fmla="*/ 315300 w 382766"/>
                <a:gd name="connsiteY15" fmla="*/ 372583 h 463768"/>
                <a:gd name="connsiteX16" fmla="*/ 294485 w 382766"/>
                <a:gd name="connsiteY16" fmla="*/ 414741 h 463768"/>
                <a:gd name="connsiteX17" fmla="*/ 280646 w 382766"/>
                <a:gd name="connsiteY17" fmla="*/ 442775 h 463768"/>
                <a:gd name="connsiteX18" fmla="*/ 280646 w 382766"/>
                <a:gd name="connsiteY18" fmla="*/ 445964 h 463768"/>
                <a:gd name="connsiteX19" fmla="*/ 373867 w 382766"/>
                <a:gd name="connsiteY19" fmla="*/ 445964 h 463768"/>
                <a:gd name="connsiteX20" fmla="*/ 373867 w 382766"/>
                <a:gd name="connsiteY20" fmla="*/ 445971 h 463768"/>
                <a:gd name="connsiteX21" fmla="*/ 382766 w 382766"/>
                <a:gd name="connsiteY21" fmla="*/ 454870 h 463768"/>
                <a:gd name="connsiteX22" fmla="*/ 373867 w 382766"/>
                <a:gd name="connsiteY22" fmla="*/ 463768 h 463768"/>
                <a:gd name="connsiteX23" fmla="*/ 8899 w 382766"/>
                <a:gd name="connsiteY23" fmla="*/ 463768 h 463768"/>
                <a:gd name="connsiteX24" fmla="*/ 0 w 382766"/>
                <a:gd name="connsiteY24" fmla="*/ 454870 h 463768"/>
                <a:gd name="connsiteX25" fmla="*/ 8899 w 382766"/>
                <a:gd name="connsiteY25" fmla="*/ 445971 h 463768"/>
                <a:gd name="connsiteX26" fmla="*/ 262849 w 382766"/>
                <a:gd name="connsiteY26" fmla="*/ 445971 h 463768"/>
                <a:gd name="connsiteX27" fmla="*/ 262849 w 382766"/>
                <a:gd name="connsiteY27" fmla="*/ 442782 h 463768"/>
                <a:gd name="connsiteX28" fmla="*/ 283671 w 382766"/>
                <a:gd name="connsiteY28" fmla="*/ 400617 h 463768"/>
                <a:gd name="connsiteX29" fmla="*/ 297503 w 382766"/>
                <a:gd name="connsiteY29" fmla="*/ 372583 h 463768"/>
                <a:gd name="connsiteX30" fmla="*/ 297503 w 382766"/>
                <a:gd name="connsiteY30" fmla="*/ 199822 h 463768"/>
                <a:gd name="connsiteX31" fmla="*/ 85262 w 382766"/>
                <a:gd name="connsiteY31" fmla="*/ 199822 h 463768"/>
                <a:gd name="connsiteX32" fmla="*/ 85262 w 382766"/>
                <a:gd name="connsiteY32" fmla="*/ 372583 h 463768"/>
                <a:gd name="connsiteX33" fmla="*/ 99094 w 382766"/>
                <a:gd name="connsiteY33" fmla="*/ 400617 h 463768"/>
                <a:gd name="connsiteX34" fmla="*/ 99546 w 382766"/>
                <a:gd name="connsiteY34" fmla="*/ 400963 h 463768"/>
                <a:gd name="connsiteX35" fmla="*/ 100802 w 382766"/>
                <a:gd name="connsiteY35" fmla="*/ 413484 h 463768"/>
                <a:gd name="connsiteX36" fmla="*/ 88281 w 382766"/>
                <a:gd name="connsiteY36" fmla="*/ 414741 h 463768"/>
                <a:gd name="connsiteX37" fmla="*/ 67465 w 382766"/>
                <a:gd name="connsiteY37" fmla="*/ 372583 h 463768"/>
                <a:gd name="connsiteX38" fmla="*/ 67465 w 382766"/>
                <a:gd name="connsiteY38" fmla="*/ 190924 h 463768"/>
                <a:gd name="connsiteX39" fmla="*/ 76364 w 382766"/>
                <a:gd name="connsiteY39" fmla="*/ 182025 h 463768"/>
                <a:gd name="connsiteX40" fmla="*/ 258030 w 382766"/>
                <a:gd name="connsiteY40" fmla="*/ 1399 h 463768"/>
                <a:gd name="connsiteX41" fmla="*/ 270119 w 382766"/>
                <a:gd name="connsiteY41" fmla="*/ 3928 h 463768"/>
                <a:gd name="connsiteX42" fmla="*/ 267768 w 382766"/>
                <a:gd name="connsiteY42" fmla="*/ 16291 h 463768"/>
                <a:gd name="connsiteX43" fmla="*/ 251438 w 382766"/>
                <a:gd name="connsiteY43" fmla="*/ 39947 h 463768"/>
                <a:gd name="connsiteX44" fmla="*/ 260372 w 382766"/>
                <a:gd name="connsiteY44" fmla="*/ 65276 h 463768"/>
                <a:gd name="connsiteX45" fmla="*/ 272936 w 382766"/>
                <a:gd name="connsiteY45" fmla="*/ 102429 h 463768"/>
                <a:gd name="connsiteX46" fmla="*/ 254790 w 382766"/>
                <a:gd name="connsiteY46" fmla="*/ 132876 h 463768"/>
                <a:gd name="connsiteX47" fmla="*/ 242357 w 382766"/>
                <a:gd name="connsiteY47" fmla="*/ 130929 h 463768"/>
                <a:gd name="connsiteX48" fmla="*/ 244304 w 382766"/>
                <a:gd name="connsiteY48" fmla="*/ 118496 h 463768"/>
                <a:gd name="connsiteX49" fmla="*/ 255296 w 382766"/>
                <a:gd name="connsiteY49" fmla="*/ 99987 h 463768"/>
                <a:gd name="connsiteX50" fmla="*/ 246597 w 382766"/>
                <a:gd name="connsiteY50" fmla="*/ 76545 h 463768"/>
                <a:gd name="connsiteX51" fmla="*/ 233875 w 382766"/>
                <a:gd name="connsiteY51" fmla="*/ 37114 h 463768"/>
                <a:gd name="connsiteX52" fmla="*/ 258030 w 382766"/>
                <a:gd name="connsiteY52" fmla="*/ 1399 h 463768"/>
                <a:gd name="connsiteX53" fmla="*/ 196096 w 382766"/>
                <a:gd name="connsiteY53" fmla="*/ 1399 h 463768"/>
                <a:gd name="connsiteX54" fmla="*/ 208185 w 382766"/>
                <a:gd name="connsiteY54" fmla="*/ 3928 h 463768"/>
                <a:gd name="connsiteX55" fmla="*/ 205834 w 382766"/>
                <a:gd name="connsiteY55" fmla="*/ 16291 h 463768"/>
                <a:gd name="connsiteX56" fmla="*/ 189504 w 382766"/>
                <a:gd name="connsiteY56" fmla="*/ 39947 h 463768"/>
                <a:gd name="connsiteX57" fmla="*/ 198438 w 382766"/>
                <a:gd name="connsiteY57" fmla="*/ 65276 h 463768"/>
                <a:gd name="connsiteX58" fmla="*/ 211002 w 382766"/>
                <a:gd name="connsiteY58" fmla="*/ 102429 h 463768"/>
                <a:gd name="connsiteX59" fmla="*/ 192856 w 382766"/>
                <a:gd name="connsiteY59" fmla="*/ 132876 h 463768"/>
                <a:gd name="connsiteX60" fmla="*/ 180423 w 382766"/>
                <a:gd name="connsiteY60" fmla="*/ 130929 h 463768"/>
                <a:gd name="connsiteX61" fmla="*/ 182370 w 382766"/>
                <a:gd name="connsiteY61" fmla="*/ 118496 h 463768"/>
                <a:gd name="connsiteX62" fmla="*/ 193362 w 382766"/>
                <a:gd name="connsiteY62" fmla="*/ 99987 h 463768"/>
                <a:gd name="connsiteX63" fmla="*/ 184663 w 382766"/>
                <a:gd name="connsiteY63" fmla="*/ 76545 h 463768"/>
                <a:gd name="connsiteX64" fmla="*/ 171941 w 382766"/>
                <a:gd name="connsiteY64" fmla="*/ 37114 h 463768"/>
                <a:gd name="connsiteX65" fmla="*/ 196096 w 382766"/>
                <a:gd name="connsiteY65" fmla="*/ 1399 h 463768"/>
                <a:gd name="connsiteX66" fmla="*/ 134162 w 382766"/>
                <a:gd name="connsiteY66" fmla="*/ 1399 h 463768"/>
                <a:gd name="connsiteX67" fmla="*/ 146350 w 382766"/>
                <a:gd name="connsiteY67" fmla="*/ 3956 h 463768"/>
                <a:gd name="connsiteX68" fmla="*/ 143893 w 382766"/>
                <a:gd name="connsiteY68" fmla="*/ 16298 h 463768"/>
                <a:gd name="connsiteX69" fmla="*/ 127577 w 382766"/>
                <a:gd name="connsiteY69" fmla="*/ 39947 h 463768"/>
                <a:gd name="connsiteX70" fmla="*/ 136504 w 382766"/>
                <a:gd name="connsiteY70" fmla="*/ 65276 h 463768"/>
                <a:gd name="connsiteX71" fmla="*/ 149068 w 382766"/>
                <a:gd name="connsiteY71" fmla="*/ 102429 h 463768"/>
                <a:gd name="connsiteX72" fmla="*/ 130922 w 382766"/>
                <a:gd name="connsiteY72" fmla="*/ 132876 h 463768"/>
                <a:gd name="connsiteX73" fmla="*/ 118489 w 382766"/>
                <a:gd name="connsiteY73" fmla="*/ 130929 h 463768"/>
                <a:gd name="connsiteX74" fmla="*/ 120436 w 382766"/>
                <a:gd name="connsiteY74" fmla="*/ 118496 h 463768"/>
                <a:gd name="connsiteX75" fmla="*/ 131428 w 382766"/>
                <a:gd name="connsiteY75" fmla="*/ 99987 h 463768"/>
                <a:gd name="connsiteX76" fmla="*/ 122729 w 382766"/>
                <a:gd name="connsiteY76" fmla="*/ 76545 h 463768"/>
                <a:gd name="connsiteX77" fmla="*/ 110007 w 382766"/>
                <a:gd name="connsiteY77" fmla="*/ 37114 h 463768"/>
                <a:gd name="connsiteX78" fmla="*/ 134162 w 382766"/>
                <a:gd name="connsiteY78" fmla="*/ 1399 h 463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82766" h="463768">
                  <a:moveTo>
                    <a:pt x="315300" y="237502"/>
                  </a:moveTo>
                  <a:lnTo>
                    <a:pt x="315300" y="340427"/>
                  </a:lnTo>
                  <a:cubicBezTo>
                    <a:pt x="336070" y="339658"/>
                    <a:pt x="353600" y="326683"/>
                    <a:pt x="361085" y="308552"/>
                  </a:cubicBezTo>
                  <a:lnTo>
                    <a:pt x="364968" y="288970"/>
                  </a:lnTo>
                  <a:lnTo>
                    <a:pt x="364968" y="288971"/>
                  </a:lnTo>
                  <a:lnTo>
                    <a:pt x="364969" y="288964"/>
                  </a:lnTo>
                  <a:lnTo>
                    <a:pt x="364968" y="288970"/>
                  </a:lnTo>
                  <a:lnTo>
                    <a:pt x="361084" y="269383"/>
                  </a:lnTo>
                  <a:cubicBezTo>
                    <a:pt x="353600" y="251251"/>
                    <a:pt x="336071" y="238274"/>
                    <a:pt x="315300" y="237502"/>
                  </a:cubicBezTo>
                  <a:close/>
                  <a:moveTo>
                    <a:pt x="76364" y="182025"/>
                  </a:moveTo>
                  <a:lnTo>
                    <a:pt x="306402" y="182025"/>
                  </a:lnTo>
                  <a:cubicBezTo>
                    <a:pt x="311308" y="182025"/>
                    <a:pt x="315289" y="185996"/>
                    <a:pt x="315300" y="190902"/>
                  </a:cubicBezTo>
                  <a:lnTo>
                    <a:pt x="315300" y="219705"/>
                  </a:lnTo>
                  <a:cubicBezTo>
                    <a:pt x="352110" y="220692"/>
                    <a:pt x="381718" y="250300"/>
                    <a:pt x="382705" y="287110"/>
                  </a:cubicBezTo>
                  <a:cubicBezTo>
                    <a:pt x="383731" y="325363"/>
                    <a:pt x="353553" y="357205"/>
                    <a:pt x="315300" y="358231"/>
                  </a:cubicBezTo>
                  <a:lnTo>
                    <a:pt x="315300" y="372583"/>
                  </a:lnTo>
                  <a:cubicBezTo>
                    <a:pt x="315256" y="389099"/>
                    <a:pt x="307570" y="404664"/>
                    <a:pt x="294485" y="414741"/>
                  </a:cubicBezTo>
                  <a:cubicBezTo>
                    <a:pt x="285787" y="421444"/>
                    <a:pt x="280678" y="431793"/>
                    <a:pt x="280646" y="442775"/>
                  </a:cubicBezTo>
                  <a:lnTo>
                    <a:pt x="280646" y="445964"/>
                  </a:lnTo>
                  <a:lnTo>
                    <a:pt x="373867" y="445964"/>
                  </a:lnTo>
                  <a:lnTo>
                    <a:pt x="373867" y="445971"/>
                  </a:lnTo>
                  <a:cubicBezTo>
                    <a:pt x="378782" y="445971"/>
                    <a:pt x="382766" y="449955"/>
                    <a:pt x="382766" y="454870"/>
                  </a:cubicBezTo>
                  <a:cubicBezTo>
                    <a:pt x="382766" y="459784"/>
                    <a:pt x="378782" y="463768"/>
                    <a:pt x="373867" y="463768"/>
                  </a:cubicBezTo>
                  <a:lnTo>
                    <a:pt x="8899" y="463768"/>
                  </a:lnTo>
                  <a:cubicBezTo>
                    <a:pt x="3984" y="463768"/>
                    <a:pt x="0" y="459784"/>
                    <a:pt x="0" y="454870"/>
                  </a:cubicBezTo>
                  <a:cubicBezTo>
                    <a:pt x="0" y="449955"/>
                    <a:pt x="3984" y="445971"/>
                    <a:pt x="8899" y="445971"/>
                  </a:cubicBezTo>
                  <a:lnTo>
                    <a:pt x="262849" y="445971"/>
                  </a:lnTo>
                  <a:lnTo>
                    <a:pt x="262849" y="442782"/>
                  </a:lnTo>
                  <a:cubicBezTo>
                    <a:pt x="262899" y="426264"/>
                    <a:pt x="270586" y="410698"/>
                    <a:pt x="283671" y="400617"/>
                  </a:cubicBezTo>
                  <a:cubicBezTo>
                    <a:pt x="292367" y="393912"/>
                    <a:pt x="297473" y="383563"/>
                    <a:pt x="297503" y="372583"/>
                  </a:cubicBezTo>
                  <a:lnTo>
                    <a:pt x="297503" y="199822"/>
                  </a:lnTo>
                  <a:lnTo>
                    <a:pt x="85262" y="199822"/>
                  </a:lnTo>
                  <a:lnTo>
                    <a:pt x="85262" y="372583"/>
                  </a:lnTo>
                  <a:cubicBezTo>
                    <a:pt x="85295" y="383563"/>
                    <a:pt x="90400" y="393911"/>
                    <a:pt x="99094" y="400617"/>
                  </a:cubicBezTo>
                  <a:cubicBezTo>
                    <a:pt x="99248" y="400727"/>
                    <a:pt x="99399" y="400843"/>
                    <a:pt x="99546" y="400963"/>
                  </a:cubicBezTo>
                  <a:cubicBezTo>
                    <a:pt x="103350" y="404073"/>
                    <a:pt x="103913" y="409680"/>
                    <a:pt x="100802" y="413484"/>
                  </a:cubicBezTo>
                  <a:cubicBezTo>
                    <a:pt x="97691" y="417289"/>
                    <a:pt x="92085" y="417852"/>
                    <a:pt x="88281" y="414741"/>
                  </a:cubicBezTo>
                  <a:cubicBezTo>
                    <a:pt x="75195" y="404664"/>
                    <a:pt x="67510" y="389099"/>
                    <a:pt x="67465" y="372583"/>
                  </a:cubicBezTo>
                  <a:lnTo>
                    <a:pt x="67465" y="190924"/>
                  </a:lnTo>
                  <a:cubicBezTo>
                    <a:pt x="67465" y="186009"/>
                    <a:pt x="71449" y="182025"/>
                    <a:pt x="76364" y="182025"/>
                  </a:cubicBezTo>
                  <a:close/>
                  <a:moveTo>
                    <a:pt x="258030" y="1399"/>
                  </a:moveTo>
                  <a:cubicBezTo>
                    <a:pt x="262084" y="-1147"/>
                    <a:pt x="267425" y="-30"/>
                    <a:pt x="270119" y="3928"/>
                  </a:cubicBezTo>
                  <a:cubicBezTo>
                    <a:pt x="272884" y="7991"/>
                    <a:pt x="271831" y="13526"/>
                    <a:pt x="267768" y="16291"/>
                  </a:cubicBezTo>
                  <a:cubicBezTo>
                    <a:pt x="259601" y="21900"/>
                    <a:pt x="253787" y="30322"/>
                    <a:pt x="251438" y="39947"/>
                  </a:cubicBezTo>
                  <a:cubicBezTo>
                    <a:pt x="250628" y="49283"/>
                    <a:pt x="253884" y="58514"/>
                    <a:pt x="260372" y="65276"/>
                  </a:cubicBezTo>
                  <a:cubicBezTo>
                    <a:pt x="269627" y="75325"/>
                    <a:pt x="274193" y="88825"/>
                    <a:pt x="272936" y="102429"/>
                  </a:cubicBezTo>
                  <a:cubicBezTo>
                    <a:pt x="270937" y="114501"/>
                    <a:pt x="264457" y="125374"/>
                    <a:pt x="254790" y="132876"/>
                  </a:cubicBezTo>
                  <a:cubicBezTo>
                    <a:pt x="250820" y="135772"/>
                    <a:pt x="245253" y="134900"/>
                    <a:pt x="242357" y="130929"/>
                  </a:cubicBezTo>
                  <a:cubicBezTo>
                    <a:pt x="239462" y="126959"/>
                    <a:pt x="240333" y="121392"/>
                    <a:pt x="244304" y="118496"/>
                  </a:cubicBezTo>
                  <a:cubicBezTo>
                    <a:pt x="250088" y="113861"/>
                    <a:pt x="253994" y="107284"/>
                    <a:pt x="255296" y="99987"/>
                  </a:cubicBezTo>
                  <a:cubicBezTo>
                    <a:pt x="255754" y="91308"/>
                    <a:pt x="252606" y="82824"/>
                    <a:pt x="246597" y="76545"/>
                  </a:cubicBezTo>
                  <a:cubicBezTo>
                    <a:pt x="236776" y="65905"/>
                    <a:pt x="232124" y="51488"/>
                    <a:pt x="233875" y="37114"/>
                  </a:cubicBezTo>
                  <a:cubicBezTo>
                    <a:pt x="237037" y="22547"/>
                    <a:pt x="245687" y="9757"/>
                    <a:pt x="258030" y="1399"/>
                  </a:cubicBezTo>
                  <a:close/>
                  <a:moveTo>
                    <a:pt x="196096" y="1399"/>
                  </a:moveTo>
                  <a:cubicBezTo>
                    <a:pt x="200150" y="-1147"/>
                    <a:pt x="205491" y="-30"/>
                    <a:pt x="208185" y="3928"/>
                  </a:cubicBezTo>
                  <a:cubicBezTo>
                    <a:pt x="210950" y="7991"/>
                    <a:pt x="209897" y="13526"/>
                    <a:pt x="205834" y="16291"/>
                  </a:cubicBezTo>
                  <a:cubicBezTo>
                    <a:pt x="197667" y="21900"/>
                    <a:pt x="191853" y="30322"/>
                    <a:pt x="189504" y="39947"/>
                  </a:cubicBezTo>
                  <a:cubicBezTo>
                    <a:pt x="188694" y="49283"/>
                    <a:pt x="191950" y="58514"/>
                    <a:pt x="198438" y="65276"/>
                  </a:cubicBezTo>
                  <a:cubicBezTo>
                    <a:pt x="207693" y="75325"/>
                    <a:pt x="212259" y="88825"/>
                    <a:pt x="211002" y="102429"/>
                  </a:cubicBezTo>
                  <a:cubicBezTo>
                    <a:pt x="209003" y="114501"/>
                    <a:pt x="202523" y="125374"/>
                    <a:pt x="192856" y="132876"/>
                  </a:cubicBezTo>
                  <a:cubicBezTo>
                    <a:pt x="188886" y="135772"/>
                    <a:pt x="183319" y="134900"/>
                    <a:pt x="180423" y="130929"/>
                  </a:cubicBezTo>
                  <a:cubicBezTo>
                    <a:pt x="177528" y="126959"/>
                    <a:pt x="178399" y="121392"/>
                    <a:pt x="182370" y="118496"/>
                  </a:cubicBezTo>
                  <a:cubicBezTo>
                    <a:pt x="188154" y="113861"/>
                    <a:pt x="192060" y="107284"/>
                    <a:pt x="193362" y="99987"/>
                  </a:cubicBezTo>
                  <a:cubicBezTo>
                    <a:pt x="193820" y="91308"/>
                    <a:pt x="190672" y="82824"/>
                    <a:pt x="184663" y="76545"/>
                  </a:cubicBezTo>
                  <a:cubicBezTo>
                    <a:pt x="174842" y="65905"/>
                    <a:pt x="170190" y="51488"/>
                    <a:pt x="171941" y="37114"/>
                  </a:cubicBezTo>
                  <a:cubicBezTo>
                    <a:pt x="175103" y="22547"/>
                    <a:pt x="183753" y="9757"/>
                    <a:pt x="196096" y="1399"/>
                  </a:cubicBezTo>
                  <a:close/>
                  <a:moveTo>
                    <a:pt x="134162" y="1399"/>
                  </a:moveTo>
                  <a:cubicBezTo>
                    <a:pt x="138243" y="-1208"/>
                    <a:pt x="143660" y="-71"/>
                    <a:pt x="146350" y="3956"/>
                  </a:cubicBezTo>
                  <a:cubicBezTo>
                    <a:pt x="149080" y="8043"/>
                    <a:pt x="147980" y="13569"/>
                    <a:pt x="143893" y="16298"/>
                  </a:cubicBezTo>
                  <a:cubicBezTo>
                    <a:pt x="135729" y="21905"/>
                    <a:pt x="129920" y="30325"/>
                    <a:pt x="127577" y="39947"/>
                  </a:cubicBezTo>
                  <a:cubicBezTo>
                    <a:pt x="126768" y="49281"/>
                    <a:pt x="130021" y="58511"/>
                    <a:pt x="136504" y="65276"/>
                  </a:cubicBezTo>
                  <a:cubicBezTo>
                    <a:pt x="145759" y="75325"/>
                    <a:pt x="150325" y="88825"/>
                    <a:pt x="149068" y="102429"/>
                  </a:cubicBezTo>
                  <a:cubicBezTo>
                    <a:pt x="147069" y="114501"/>
                    <a:pt x="140589" y="125374"/>
                    <a:pt x="130922" y="132876"/>
                  </a:cubicBezTo>
                  <a:cubicBezTo>
                    <a:pt x="126952" y="135772"/>
                    <a:pt x="121385" y="134900"/>
                    <a:pt x="118489" y="130929"/>
                  </a:cubicBezTo>
                  <a:cubicBezTo>
                    <a:pt x="115594" y="126958"/>
                    <a:pt x="116465" y="121392"/>
                    <a:pt x="120436" y="118496"/>
                  </a:cubicBezTo>
                  <a:cubicBezTo>
                    <a:pt x="126220" y="113861"/>
                    <a:pt x="130126" y="107284"/>
                    <a:pt x="131428" y="99987"/>
                  </a:cubicBezTo>
                  <a:cubicBezTo>
                    <a:pt x="131886" y="91308"/>
                    <a:pt x="128738" y="82824"/>
                    <a:pt x="122729" y="76545"/>
                  </a:cubicBezTo>
                  <a:cubicBezTo>
                    <a:pt x="112910" y="65903"/>
                    <a:pt x="108259" y="51487"/>
                    <a:pt x="110007" y="37114"/>
                  </a:cubicBezTo>
                  <a:cubicBezTo>
                    <a:pt x="113170" y="22547"/>
                    <a:pt x="121820" y="9757"/>
                    <a:pt x="134162" y="1399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1" name="Group 286">
            <a:extLst>
              <a:ext uri="{FF2B5EF4-FFF2-40B4-BE49-F238E27FC236}">
                <a16:creationId xmlns:a16="http://schemas.microsoft.com/office/drawing/2014/main" id="{7E9AFB08-4A05-03F1-3537-8F506C0FE955}"/>
              </a:ext>
            </a:extLst>
          </p:cNvPr>
          <p:cNvGrpSpPr/>
          <p:nvPr/>
        </p:nvGrpSpPr>
        <p:grpSpPr>
          <a:xfrm>
            <a:off x="10951963" y="1376871"/>
            <a:ext cx="462724" cy="412892"/>
            <a:chOff x="10951963" y="1376871"/>
            <a:chExt cx="462724" cy="412892"/>
          </a:xfrm>
        </p:grpSpPr>
        <p:sp>
          <p:nvSpPr>
            <p:cNvPr id="72" name="Freeform: Shape 46">
              <a:extLst>
                <a:ext uri="{FF2B5EF4-FFF2-40B4-BE49-F238E27FC236}">
                  <a16:creationId xmlns:a16="http://schemas.microsoft.com/office/drawing/2014/main" id="{6DB91B1B-31C6-3A84-8FFA-87DDF607D998}"/>
                </a:ext>
              </a:extLst>
            </p:cNvPr>
            <p:cNvSpPr/>
            <p:nvPr/>
          </p:nvSpPr>
          <p:spPr>
            <a:xfrm>
              <a:off x="10960862" y="1385770"/>
              <a:ext cx="446010" cy="330976"/>
            </a:xfrm>
            <a:custGeom>
              <a:avLst/>
              <a:gdLst>
                <a:gd name="connsiteX0" fmla="*/ 0 w 446010"/>
                <a:gd name="connsiteY0" fmla="*/ 279955 h 330976"/>
                <a:gd name="connsiteX1" fmla="*/ 446010 w 446010"/>
                <a:gd name="connsiteY1" fmla="*/ 279955 h 330976"/>
                <a:gd name="connsiteX2" fmla="*/ 446010 w 446010"/>
                <a:gd name="connsiteY2" fmla="*/ 330976 h 330976"/>
                <a:gd name="connsiteX3" fmla="*/ 0 w 446010"/>
                <a:gd name="connsiteY3" fmla="*/ 330976 h 330976"/>
                <a:gd name="connsiteX4" fmla="*/ 0 w 446010"/>
                <a:gd name="connsiteY4" fmla="*/ 0 h 330976"/>
                <a:gd name="connsiteX5" fmla="*/ 446010 w 446010"/>
                <a:gd name="connsiteY5" fmla="*/ 0 h 330976"/>
                <a:gd name="connsiteX6" fmla="*/ 446010 w 446010"/>
                <a:gd name="connsiteY6" fmla="*/ 30796 h 330976"/>
                <a:gd name="connsiteX7" fmla="*/ 0 w 446010"/>
                <a:gd name="connsiteY7" fmla="*/ 30796 h 330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6010" h="330976">
                  <a:moveTo>
                    <a:pt x="0" y="279955"/>
                  </a:moveTo>
                  <a:lnTo>
                    <a:pt x="446010" y="279955"/>
                  </a:lnTo>
                  <a:lnTo>
                    <a:pt x="446010" y="330976"/>
                  </a:lnTo>
                  <a:lnTo>
                    <a:pt x="0" y="330976"/>
                  </a:lnTo>
                  <a:close/>
                  <a:moveTo>
                    <a:pt x="0" y="0"/>
                  </a:moveTo>
                  <a:lnTo>
                    <a:pt x="446010" y="0"/>
                  </a:lnTo>
                  <a:lnTo>
                    <a:pt x="446010" y="30796"/>
                  </a:lnTo>
                  <a:lnTo>
                    <a:pt x="0" y="30796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" name="Freeform: Shape 47">
              <a:extLst>
                <a:ext uri="{FF2B5EF4-FFF2-40B4-BE49-F238E27FC236}">
                  <a16:creationId xmlns:a16="http://schemas.microsoft.com/office/drawing/2014/main" id="{3B4E9313-B869-F05A-A4BB-9771129AC090}"/>
                </a:ext>
              </a:extLst>
            </p:cNvPr>
            <p:cNvSpPr/>
            <p:nvPr/>
          </p:nvSpPr>
          <p:spPr>
            <a:xfrm>
              <a:off x="10951963" y="1376871"/>
              <a:ext cx="462724" cy="412892"/>
            </a:xfrm>
            <a:custGeom>
              <a:avLst/>
              <a:gdLst>
                <a:gd name="connsiteX0" fmla="*/ 454908 w 462724"/>
                <a:gd name="connsiteY0" fmla="*/ 0 h 412892"/>
                <a:gd name="connsiteX1" fmla="*/ 8899 w 462724"/>
                <a:gd name="connsiteY1" fmla="*/ 0 h 412892"/>
                <a:gd name="connsiteX2" fmla="*/ 0 w 462724"/>
                <a:gd name="connsiteY2" fmla="*/ 8899 h 412892"/>
                <a:gd name="connsiteX3" fmla="*/ 0 w 462724"/>
                <a:gd name="connsiteY3" fmla="*/ 339875 h 412892"/>
                <a:gd name="connsiteX4" fmla="*/ 8899 w 462724"/>
                <a:gd name="connsiteY4" fmla="*/ 348773 h 412892"/>
                <a:gd name="connsiteX5" fmla="*/ 188592 w 462724"/>
                <a:gd name="connsiteY5" fmla="*/ 348773 h 412892"/>
                <a:gd name="connsiteX6" fmla="*/ 188592 w 462724"/>
                <a:gd name="connsiteY6" fmla="*/ 399794 h 412892"/>
                <a:gd name="connsiteX7" fmla="*/ 162964 w 462724"/>
                <a:gd name="connsiteY7" fmla="*/ 399794 h 412892"/>
                <a:gd name="connsiteX8" fmla="*/ 154066 w 462724"/>
                <a:gd name="connsiteY8" fmla="*/ 408692 h 412892"/>
                <a:gd name="connsiteX9" fmla="*/ 162964 w 462724"/>
                <a:gd name="connsiteY9" fmla="*/ 417591 h 412892"/>
                <a:gd name="connsiteX10" fmla="*/ 300863 w 462724"/>
                <a:gd name="connsiteY10" fmla="*/ 417591 h 412892"/>
                <a:gd name="connsiteX11" fmla="*/ 309762 w 462724"/>
                <a:gd name="connsiteY11" fmla="*/ 408692 h 412892"/>
                <a:gd name="connsiteX12" fmla="*/ 300863 w 462724"/>
                <a:gd name="connsiteY12" fmla="*/ 399794 h 412892"/>
                <a:gd name="connsiteX13" fmla="*/ 275236 w 462724"/>
                <a:gd name="connsiteY13" fmla="*/ 399794 h 412892"/>
                <a:gd name="connsiteX14" fmla="*/ 275236 w 462724"/>
                <a:gd name="connsiteY14" fmla="*/ 374287 h 412892"/>
                <a:gd name="connsiteX15" fmla="*/ 266337 w 462724"/>
                <a:gd name="connsiteY15" fmla="*/ 365389 h 412892"/>
                <a:gd name="connsiteX16" fmla="*/ 257438 w 462724"/>
                <a:gd name="connsiteY16" fmla="*/ 374287 h 412892"/>
                <a:gd name="connsiteX17" fmla="*/ 257438 w 462724"/>
                <a:gd name="connsiteY17" fmla="*/ 399794 h 412892"/>
                <a:gd name="connsiteX18" fmla="*/ 206389 w 462724"/>
                <a:gd name="connsiteY18" fmla="*/ 399794 h 412892"/>
                <a:gd name="connsiteX19" fmla="*/ 206389 w 462724"/>
                <a:gd name="connsiteY19" fmla="*/ 348773 h 412892"/>
                <a:gd name="connsiteX20" fmla="*/ 454908 w 462724"/>
                <a:gd name="connsiteY20" fmla="*/ 348773 h 412892"/>
                <a:gd name="connsiteX21" fmla="*/ 463806 w 462724"/>
                <a:gd name="connsiteY21" fmla="*/ 339875 h 412892"/>
                <a:gd name="connsiteX22" fmla="*/ 463806 w 462724"/>
                <a:gd name="connsiteY22" fmla="*/ 8899 h 412892"/>
                <a:gd name="connsiteX23" fmla="*/ 454908 w 462724"/>
                <a:gd name="connsiteY23" fmla="*/ 0 h 412892"/>
                <a:gd name="connsiteX24" fmla="*/ 17811 w 462724"/>
                <a:gd name="connsiteY24" fmla="*/ 330976 h 412892"/>
                <a:gd name="connsiteX25" fmla="*/ 17811 w 462724"/>
                <a:gd name="connsiteY25" fmla="*/ 48622 h 412892"/>
                <a:gd name="connsiteX26" fmla="*/ 411063 w 462724"/>
                <a:gd name="connsiteY26" fmla="*/ 48622 h 412892"/>
                <a:gd name="connsiteX27" fmla="*/ 419962 w 462724"/>
                <a:gd name="connsiteY27" fmla="*/ 39723 h 412892"/>
                <a:gd name="connsiteX28" fmla="*/ 411063 w 462724"/>
                <a:gd name="connsiteY28" fmla="*/ 30825 h 412892"/>
                <a:gd name="connsiteX29" fmla="*/ 17797 w 462724"/>
                <a:gd name="connsiteY29" fmla="*/ 30825 h 412892"/>
                <a:gd name="connsiteX30" fmla="*/ 17797 w 462724"/>
                <a:gd name="connsiteY30" fmla="*/ 17797 h 412892"/>
                <a:gd name="connsiteX31" fmla="*/ 446009 w 462724"/>
                <a:gd name="connsiteY31" fmla="*/ 17797 h 412892"/>
                <a:gd name="connsiteX32" fmla="*/ 446009 w 462724"/>
                <a:gd name="connsiteY32" fmla="*/ 279984 h 412892"/>
                <a:gd name="connsiteX33" fmla="*/ 49184 w 462724"/>
                <a:gd name="connsiteY33" fmla="*/ 279984 h 412892"/>
                <a:gd name="connsiteX34" fmla="*/ 40285 w 462724"/>
                <a:gd name="connsiteY34" fmla="*/ 288882 h 412892"/>
                <a:gd name="connsiteX35" fmla="*/ 49184 w 462724"/>
                <a:gd name="connsiteY35" fmla="*/ 297781 h 412892"/>
                <a:gd name="connsiteX36" fmla="*/ 446009 w 462724"/>
                <a:gd name="connsiteY36" fmla="*/ 297781 h 412892"/>
                <a:gd name="connsiteX37" fmla="*/ 446009 w 462724"/>
                <a:gd name="connsiteY37" fmla="*/ 330997 h 412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62724" h="412892">
                  <a:moveTo>
                    <a:pt x="454908" y="0"/>
                  </a:moveTo>
                  <a:lnTo>
                    <a:pt x="8899" y="0"/>
                  </a:lnTo>
                  <a:cubicBezTo>
                    <a:pt x="3984" y="0"/>
                    <a:pt x="0" y="3984"/>
                    <a:pt x="0" y="8899"/>
                  </a:cubicBezTo>
                  <a:lnTo>
                    <a:pt x="0" y="339875"/>
                  </a:lnTo>
                  <a:cubicBezTo>
                    <a:pt x="0" y="344789"/>
                    <a:pt x="3984" y="348773"/>
                    <a:pt x="8899" y="348773"/>
                  </a:cubicBezTo>
                  <a:lnTo>
                    <a:pt x="188592" y="348773"/>
                  </a:lnTo>
                  <a:lnTo>
                    <a:pt x="188592" y="399794"/>
                  </a:lnTo>
                  <a:lnTo>
                    <a:pt x="162964" y="399794"/>
                  </a:lnTo>
                  <a:cubicBezTo>
                    <a:pt x="158050" y="399794"/>
                    <a:pt x="154066" y="403778"/>
                    <a:pt x="154066" y="408692"/>
                  </a:cubicBezTo>
                  <a:cubicBezTo>
                    <a:pt x="154066" y="413607"/>
                    <a:pt x="158050" y="417591"/>
                    <a:pt x="162964" y="417591"/>
                  </a:cubicBezTo>
                  <a:lnTo>
                    <a:pt x="300863" y="417591"/>
                  </a:lnTo>
                  <a:cubicBezTo>
                    <a:pt x="305778" y="417591"/>
                    <a:pt x="309762" y="413607"/>
                    <a:pt x="309762" y="408692"/>
                  </a:cubicBezTo>
                  <a:cubicBezTo>
                    <a:pt x="309762" y="403778"/>
                    <a:pt x="305778" y="399794"/>
                    <a:pt x="300863" y="399794"/>
                  </a:cubicBezTo>
                  <a:lnTo>
                    <a:pt x="275236" y="399794"/>
                  </a:lnTo>
                  <a:lnTo>
                    <a:pt x="275236" y="374287"/>
                  </a:lnTo>
                  <a:cubicBezTo>
                    <a:pt x="275236" y="369373"/>
                    <a:pt x="271252" y="365389"/>
                    <a:pt x="266337" y="365389"/>
                  </a:cubicBezTo>
                  <a:cubicBezTo>
                    <a:pt x="261422" y="365389"/>
                    <a:pt x="257438" y="369373"/>
                    <a:pt x="257438" y="374287"/>
                  </a:cubicBezTo>
                  <a:lnTo>
                    <a:pt x="257438" y="399794"/>
                  </a:lnTo>
                  <a:lnTo>
                    <a:pt x="206389" y="399794"/>
                  </a:lnTo>
                  <a:lnTo>
                    <a:pt x="206389" y="348773"/>
                  </a:lnTo>
                  <a:lnTo>
                    <a:pt x="454908" y="348773"/>
                  </a:lnTo>
                  <a:cubicBezTo>
                    <a:pt x="459822" y="348773"/>
                    <a:pt x="463806" y="344789"/>
                    <a:pt x="463806" y="339875"/>
                  </a:cubicBezTo>
                  <a:lnTo>
                    <a:pt x="463806" y="8899"/>
                  </a:lnTo>
                  <a:cubicBezTo>
                    <a:pt x="463806" y="3984"/>
                    <a:pt x="459822" y="0"/>
                    <a:pt x="454908" y="0"/>
                  </a:cubicBezTo>
                  <a:close/>
                  <a:moveTo>
                    <a:pt x="17811" y="330976"/>
                  </a:moveTo>
                  <a:lnTo>
                    <a:pt x="17811" y="48622"/>
                  </a:lnTo>
                  <a:lnTo>
                    <a:pt x="411063" y="48622"/>
                  </a:lnTo>
                  <a:cubicBezTo>
                    <a:pt x="415977" y="48622"/>
                    <a:pt x="419962" y="44638"/>
                    <a:pt x="419962" y="39723"/>
                  </a:cubicBezTo>
                  <a:cubicBezTo>
                    <a:pt x="419962" y="34809"/>
                    <a:pt x="415977" y="30825"/>
                    <a:pt x="411063" y="30825"/>
                  </a:cubicBezTo>
                  <a:lnTo>
                    <a:pt x="17797" y="30825"/>
                  </a:lnTo>
                  <a:lnTo>
                    <a:pt x="17797" y="17797"/>
                  </a:lnTo>
                  <a:lnTo>
                    <a:pt x="446009" y="17797"/>
                  </a:lnTo>
                  <a:lnTo>
                    <a:pt x="446009" y="279984"/>
                  </a:lnTo>
                  <a:lnTo>
                    <a:pt x="49184" y="279984"/>
                  </a:lnTo>
                  <a:cubicBezTo>
                    <a:pt x="44270" y="279984"/>
                    <a:pt x="40285" y="283968"/>
                    <a:pt x="40285" y="288882"/>
                  </a:cubicBezTo>
                  <a:cubicBezTo>
                    <a:pt x="40285" y="293797"/>
                    <a:pt x="44270" y="297781"/>
                    <a:pt x="49184" y="297781"/>
                  </a:cubicBezTo>
                  <a:lnTo>
                    <a:pt x="446009" y="297781"/>
                  </a:lnTo>
                  <a:lnTo>
                    <a:pt x="446009" y="330997"/>
                  </a:ln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4" name="Group 285">
            <a:extLst>
              <a:ext uri="{FF2B5EF4-FFF2-40B4-BE49-F238E27FC236}">
                <a16:creationId xmlns:a16="http://schemas.microsoft.com/office/drawing/2014/main" id="{261B38B7-C721-0000-358F-91C2E912B21F}"/>
              </a:ext>
            </a:extLst>
          </p:cNvPr>
          <p:cNvGrpSpPr/>
          <p:nvPr/>
        </p:nvGrpSpPr>
        <p:grpSpPr>
          <a:xfrm>
            <a:off x="9934637" y="1353765"/>
            <a:ext cx="463807" cy="463807"/>
            <a:chOff x="9934637" y="1353765"/>
            <a:chExt cx="463807" cy="463807"/>
          </a:xfrm>
        </p:grpSpPr>
        <p:sp>
          <p:nvSpPr>
            <p:cNvPr id="75" name="Freeform: Shape 49">
              <a:extLst>
                <a:ext uri="{FF2B5EF4-FFF2-40B4-BE49-F238E27FC236}">
                  <a16:creationId xmlns:a16="http://schemas.microsoft.com/office/drawing/2014/main" id="{E148A4EE-49F8-56DB-C718-8BE1A45C4E47}"/>
                </a:ext>
              </a:extLst>
            </p:cNvPr>
            <p:cNvSpPr/>
            <p:nvPr/>
          </p:nvSpPr>
          <p:spPr>
            <a:xfrm>
              <a:off x="9943536" y="1362663"/>
              <a:ext cx="419603" cy="428492"/>
            </a:xfrm>
            <a:custGeom>
              <a:avLst/>
              <a:gdLst>
                <a:gd name="connsiteX0" fmla="*/ 362206 w 419603"/>
                <a:gd name="connsiteY0" fmla="*/ 43683 h 428492"/>
                <a:gd name="connsiteX1" fmla="*/ 353778 w 419603"/>
                <a:gd name="connsiteY1" fmla="*/ 73895 h 428492"/>
                <a:gd name="connsiteX2" fmla="*/ 419603 w 419603"/>
                <a:gd name="connsiteY2" fmla="*/ 92311 h 428492"/>
                <a:gd name="connsiteX3" fmla="*/ 342961 w 419603"/>
                <a:gd name="connsiteY3" fmla="*/ 366210 h 428492"/>
                <a:gd name="connsiteX4" fmla="*/ 277150 w 419603"/>
                <a:gd name="connsiteY4" fmla="*/ 347799 h 428492"/>
                <a:gd name="connsiteX5" fmla="*/ 290071 w 419603"/>
                <a:gd name="connsiteY5" fmla="*/ 428450 h 428492"/>
                <a:gd name="connsiteX6" fmla="*/ 290036 w 419603"/>
                <a:gd name="connsiteY6" fmla="*/ 428492 h 428492"/>
                <a:gd name="connsiteX7" fmla="*/ 277108 w 419603"/>
                <a:gd name="connsiteY7" fmla="*/ 347800 h 428492"/>
                <a:gd name="connsiteX8" fmla="*/ 404699 w 419603"/>
                <a:gd name="connsiteY8" fmla="*/ 18795 h 428492"/>
                <a:gd name="connsiteX9" fmla="*/ 404700 w 419603"/>
                <a:gd name="connsiteY9" fmla="*/ 18795 h 428492"/>
                <a:gd name="connsiteX10" fmla="*/ 404717 w 419603"/>
                <a:gd name="connsiteY10" fmla="*/ 18800 h 428492"/>
                <a:gd name="connsiteX11" fmla="*/ 68762 w 419603"/>
                <a:gd name="connsiteY11" fmla="*/ 0 h 428492"/>
                <a:gd name="connsiteX12" fmla="*/ 68762 w 419603"/>
                <a:gd name="connsiteY12" fmla="*/ 68762 h 428492"/>
                <a:gd name="connsiteX13" fmla="*/ 0 w 419603"/>
                <a:gd name="connsiteY13" fmla="*/ 68762 h 42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9603" h="428492">
                  <a:moveTo>
                    <a:pt x="362206" y="43683"/>
                  </a:moveTo>
                  <a:lnTo>
                    <a:pt x="353778" y="73895"/>
                  </a:lnTo>
                  <a:lnTo>
                    <a:pt x="419603" y="92311"/>
                  </a:lnTo>
                  <a:lnTo>
                    <a:pt x="342961" y="366210"/>
                  </a:lnTo>
                  <a:lnTo>
                    <a:pt x="277150" y="347799"/>
                  </a:lnTo>
                  <a:lnTo>
                    <a:pt x="290071" y="428450"/>
                  </a:lnTo>
                  <a:lnTo>
                    <a:pt x="290036" y="428492"/>
                  </a:lnTo>
                  <a:lnTo>
                    <a:pt x="277108" y="347800"/>
                  </a:lnTo>
                  <a:close/>
                  <a:moveTo>
                    <a:pt x="404699" y="18795"/>
                  </a:moveTo>
                  <a:lnTo>
                    <a:pt x="404700" y="18795"/>
                  </a:lnTo>
                  <a:cubicBezTo>
                    <a:pt x="404705" y="18796"/>
                    <a:pt x="404711" y="18798"/>
                    <a:pt x="404717" y="18800"/>
                  </a:cubicBezTo>
                  <a:close/>
                  <a:moveTo>
                    <a:pt x="68762" y="0"/>
                  </a:moveTo>
                  <a:lnTo>
                    <a:pt x="68762" y="68762"/>
                  </a:lnTo>
                  <a:lnTo>
                    <a:pt x="0" y="68762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" name="Freeform: Shape 50">
              <a:extLst>
                <a:ext uri="{FF2B5EF4-FFF2-40B4-BE49-F238E27FC236}">
                  <a16:creationId xmlns:a16="http://schemas.microsoft.com/office/drawing/2014/main" id="{F0DDCCF8-9828-7AE0-C397-4E36F1AFC564}"/>
                </a:ext>
              </a:extLst>
            </p:cNvPr>
            <p:cNvSpPr/>
            <p:nvPr/>
          </p:nvSpPr>
          <p:spPr>
            <a:xfrm>
              <a:off x="9934637" y="1353765"/>
              <a:ext cx="463807" cy="463807"/>
            </a:xfrm>
            <a:custGeom>
              <a:avLst/>
              <a:gdLst>
                <a:gd name="connsiteX0" fmla="*/ 79874 w 463807"/>
                <a:gd name="connsiteY0" fmla="*/ 346396 h 463807"/>
                <a:gd name="connsiteX1" fmla="*/ 252777 w 463807"/>
                <a:gd name="connsiteY1" fmla="*/ 346396 h 463807"/>
                <a:gd name="connsiteX2" fmla="*/ 261675 w 463807"/>
                <a:gd name="connsiteY2" fmla="*/ 355296 h 463807"/>
                <a:gd name="connsiteX3" fmla="*/ 252777 w 463807"/>
                <a:gd name="connsiteY3" fmla="*/ 364194 h 463807"/>
                <a:gd name="connsiteX4" fmla="*/ 79874 w 463807"/>
                <a:gd name="connsiteY4" fmla="*/ 364194 h 463807"/>
                <a:gd name="connsiteX5" fmla="*/ 70975 w 463807"/>
                <a:gd name="connsiteY5" fmla="*/ 355296 h 463807"/>
                <a:gd name="connsiteX6" fmla="*/ 79874 w 463807"/>
                <a:gd name="connsiteY6" fmla="*/ 346396 h 463807"/>
                <a:gd name="connsiteX7" fmla="*/ 79874 w 463807"/>
                <a:gd name="connsiteY7" fmla="*/ 276396 h 463807"/>
                <a:gd name="connsiteX8" fmla="*/ 252777 w 463807"/>
                <a:gd name="connsiteY8" fmla="*/ 276396 h 463807"/>
                <a:gd name="connsiteX9" fmla="*/ 261675 w 463807"/>
                <a:gd name="connsiteY9" fmla="*/ 285296 h 463807"/>
                <a:gd name="connsiteX10" fmla="*/ 252777 w 463807"/>
                <a:gd name="connsiteY10" fmla="*/ 294194 h 463807"/>
                <a:gd name="connsiteX11" fmla="*/ 79874 w 463807"/>
                <a:gd name="connsiteY11" fmla="*/ 294194 h 463807"/>
                <a:gd name="connsiteX12" fmla="*/ 70975 w 463807"/>
                <a:gd name="connsiteY12" fmla="*/ 285296 h 463807"/>
                <a:gd name="connsiteX13" fmla="*/ 79874 w 463807"/>
                <a:gd name="connsiteY13" fmla="*/ 276396 h 463807"/>
                <a:gd name="connsiteX14" fmla="*/ 79874 w 463807"/>
                <a:gd name="connsiteY14" fmla="*/ 206397 h 463807"/>
                <a:gd name="connsiteX15" fmla="*/ 252777 w 463807"/>
                <a:gd name="connsiteY15" fmla="*/ 206397 h 463807"/>
                <a:gd name="connsiteX16" fmla="*/ 261675 w 463807"/>
                <a:gd name="connsiteY16" fmla="*/ 215297 h 463807"/>
                <a:gd name="connsiteX17" fmla="*/ 252777 w 463807"/>
                <a:gd name="connsiteY17" fmla="*/ 224195 h 463807"/>
                <a:gd name="connsiteX18" fmla="*/ 79874 w 463807"/>
                <a:gd name="connsiteY18" fmla="*/ 224195 h 463807"/>
                <a:gd name="connsiteX19" fmla="*/ 70975 w 463807"/>
                <a:gd name="connsiteY19" fmla="*/ 215297 h 463807"/>
                <a:gd name="connsiteX20" fmla="*/ 79874 w 463807"/>
                <a:gd name="connsiteY20" fmla="*/ 206397 h 463807"/>
                <a:gd name="connsiteX21" fmla="*/ 79874 w 463807"/>
                <a:gd name="connsiteY21" fmla="*/ 136390 h 463807"/>
                <a:gd name="connsiteX22" fmla="*/ 252777 w 463807"/>
                <a:gd name="connsiteY22" fmla="*/ 136390 h 463807"/>
                <a:gd name="connsiteX23" fmla="*/ 261675 w 463807"/>
                <a:gd name="connsiteY23" fmla="*/ 145290 h 463807"/>
                <a:gd name="connsiteX24" fmla="*/ 252777 w 463807"/>
                <a:gd name="connsiteY24" fmla="*/ 154188 h 463807"/>
                <a:gd name="connsiteX25" fmla="*/ 79874 w 463807"/>
                <a:gd name="connsiteY25" fmla="*/ 154188 h 463807"/>
                <a:gd name="connsiteX26" fmla="*/ 70975 w 463807"/>
                <a:gd name="connsiteY26" fmla="*/ 145290 h 463807"/>
                <a:gd name="connsiteX27" fmla="*/ 79874 w 463807"/>
                <a:gd name="connsiteY27" fmla="*/ 136390 h 463807"/>
                <a:gd name="connsiteX28" fmla="*/ 410728 w 463807"/>
                <a:gd name="connsiteY28" fmla="*/ 35462 h 463807"/>
                <a:gd name="connsiteX29" fmla="*/ 380040 w 463807"/>
                <a:gd name="connsiteY29" fmla="*/ 53840 h 463807"/>
                <a:gd name="connsiteX30" fmla="*/ 373633 w 463807"/>
                <a:gd name="connsiteY30" fmla="*/ 76620 h 463807"/>
                <a:gd name="connsiteX31" fmla="*/ 394783 w 463807"/>
                <a:gd name="connsiteY31" fmla="*/ 82536 h 463807"/>
                <a:gd name="connsiteX32" fmla="*/ 401290 w 463807"/>
                <a:gd name="connsiteY32" fmla="*/ 91107 h 463807"/>
                <a:gd name="connsiteX33" fmla="*/ 392391 w 463807"/>
                <a:gd name="connsiteY33" fmla="*/ 100005 h 463807"/>
                <a:gd name="connsiteX34" fmla="*/ 389992 w 463807"/>
                <a:gd name="connsiteY34" fmla="*/ 99678 h 463807"/>
                <a:gd name="connsiteX35" fmla="*/ 368849 w 463807"/>
                <a:gd name="connsiteY35" fmla="*/ 93762 h 463807"/>
                <a:gd name="connsiteX36" fmla="*/ 295148 w 463807"/>
                <a:gd name="connsiteY36" fmla="*/ 357196 h 463807"/>
                <a:gd name="connsiteX37" fmla="*/ 304715 w 463807"/>
                <a:gd name="connsiteY37" fmla="*/ 416909 h 463807"/>
                <a:gd name="connsiteX38" fmla="*/ 336124 w 463807"/>
                <a:gd name="connsiteY38" fmla="*/ 379948 h 463807"/>
                <a:gd name="connsiteX39" fmla="*/ 316582 w 463807"/>
                <a:gd name="connsiteY39" fmla="*/ 374480 h 463807"/>
                <a:gd name="connsiteX40" fmla="*/ 310410 w 463807"/>
                <a:gd name="connsiteY40" fmla="*/ 363510 h 463807"/>
                <a:gd name="connsiteX41" fmla="*/ 321381 w 463807"/>
                <a:gd name="connsiteY41" fmla="*/ 357338 h 463807"/>
                <a:gd name="connsiteX42" fmla="*/ 345734 w 463807"/>
                <a:gd name="connsiteY42" fmla="*/ 364151 h 463807"/>
                <a:gd name="connsiteX43" fmla="*/ 428740 w 463807"/>
                <a:gd name="connsiteY43" fmla="*/ 67458 h 463807"/>
                <a:gd name="connsiteX44" fmla="*/ 429105 w 463807"/>
                <a:gd name="connsiteY44" fmla="*/ 66150 h 463807"/>
                <a:gd name="connsiteX45" fmla="*/ 410728 w 463807"/>
                <a:gd name="connsiteY45" fmla="*/ 35462 h 463807"/>
                <a:gd name="connsiteX46" fmla="*/ 77613 w 463807"/>
                <a:gd name="connsiteY46" fmla="*/ 26 h 463807"/>
                <a:gd name="connsiteX47" fmla="*/ 86565 w 463807"/>
                <a:gd name="connsiteY47" fmla="*/ 8899 h 463807"/>
                <a:gd name="connsiteX48" fmla="*/ 86565 w 463807"/>
                <a:gd name="connsiteY48" fmla="*/ 77667 h 463807"/>
                <a:gd name="connsiteX49" fmla="*/ 77667 w 463807"/>
                <a:gd name="connsiteY49" fmla="*/ 86566 h 463807"/>
                <a:gd name="connsiteX50" fmla="*/ 52153 w 463807"/>
                <a:gd name="connsiteY50" fmla="*/ 86566 h 463807"/>
                <a:gd name="connsiteX51" fmla="*/ 43254 w 463807"/>
                <a:gd name="connsiteY51" fmla="*/ 77667 h 463807"/>
                <a:gd name="connsiteX52" fmla="*/ 52153 w 463807"/>
                <a:gd name="connsiteY52" fmla="*/ 68769 h 463807"/>
                <a:gd name="connsiteX53" fmla="*/ 68768 w 463807"/>
                <a:gd name="connsiteY53" fmla="*/ 68769 h 463807"/>
                <a:gd name="connsiteX54" fmla="*/ 68768 w 463807"/>
                <a:gd name="connsiteY54" fmla="*/ 30384 h 463807"/>
                <a:gd name="connsiteX55" fmla="*/ 17797 w 463807"/>
                <a:gd name="connsiteY55" fmla="*/ 81348 h 463807"/>
                <a:gd name="connsiteX56" fmla="*/ 17797 w 463807"/>
                <a:gd name="connsiteY56" fmla="*/ 446010 h 463807"/>
                <a:gd name="connsiteX57" fmla="*/ 252776 w 463807"/>
                <a:gd name="connsiteY57" fmla="*/ 446010 h 463807"/>
                <a:gd name="connsiteX58" fmla="*/ 261674 w 463807"/>
                <a:gd name="connsiteY58" fmla="*/ 454908 h 463807"/>
                <a:gd name="connsiteX59" fmla="*/ 252776 w 463807"/>
                <a:gd name="connsiteY59" fmla="*/ 463807 h 463807"/>
                <a:gd name="connsiteX60" fmla="*/ 8899 w 463807"/>
                <a:gd name="connsiteY60" fmla="*/ 463807 h 463807"/>
                <a:gd name="connsiteX61" fmla="*/ 0 w 463807"/>
                <a:gd name="connsiteY61" fmla="*/ 454908 h 463807"/>
                <a:gd name="connsiteX62" fmla="*/ 0 w 463807"/>
                <a:gd name="connsiteY62" fmla="*/ 77660 h 463807"/>
                <a:gd name="connsiteX63" fmla="*/ 2606 w 463807"/>
                <a:gd name="connsiteY63" fmla="*/ 71367 h 463807"/>
                <a:gd name="connsiteX64" fmla="*/ 71373 w 463807"/>
                <a:gd name="connsiteY64" fmla="*/ 2613 h 463807"/>
                <a:gd name="connsiteX65" fmla="*/ 77613 w 463807"/>
                <a:gd name="connsiteY65" fmla="*/ 26 h 463807"/>
                <a:gd name="connsiteX66" fmla="*/ 124232 w 463807"/>
                <a:gd name="connsiteY66" fmla="*/ 0 h 463807"/>
                <a:gd name="connsiteX67" fmla="*/ 323751 w 463807"/>
                <a:gd name="connsiteY67" fmla="*/ 0 h 463807"/>
                <a:gd name="connsiteX68" fmla="*/ 332650 w 463807"/>
                <a:gd name="connsiteY68" fmla="*/ 8899 h 463807"/>
                <a:gd name="connsiteX69" fmla="*/ 332650 w 463807"/>
                <a:gd name="connsiteY69" fmla="*/ 157098 h 463807"/>
                <a:gd name="connsiteX70" fmla="*/ 354120 w 463807"/>
                <a:gd name="connsiteY70" fmla="*/ 80379 h 463807"/>
                <a:gd name="connsiteX71" fmla="*/ 362898 w 463807"/>
                <a:gd name="connsiteY71" fmla="*/ 49006 h 463807"/>
                <a:gd name="connsiteX72" fmla="*/ 415997 w 463807"/>
                <a:gd name="connsiteY72" fmla="*/ 19107 h 463807"/>
                <a:gd name="connsiteX73" fmla="*/ 445896 w 463807"/>
                <a:gd name="connsiteY73" fmla="*/ 72221 h 463807"/>
                <a:gd name="connsiteX74" fmla="*/ 439446 w 463807"/>
                <a:gd name="connsiteY74" fmla="*/ 95278 h 463807"/>
                <a:gd name="connsiteX75" fmla="*/ 457571 w 463807"/>
                <a:gd name="connsiteY75" fmla="*/ 100917 h 463807"/>
                <a:gd name="connsiteX76" fmla="*/ 463501 w 463807"/>
                <a:gd name="connsiteY76" fmla="*/ 111716 h 463807"/>
                <a:gd name="connsiteX77" fmla="*/ 429267 w 463807"/>
                <a:gd name="connsiteY77" fmla="*/ 238432 h 463807"/>
                <a:gd name="connsiteX78" fmla="*/ 420681 w 463807"/>
                <a:gd name="connsiteY78" fmla="*/ 245010 h 463807"/>
                <a:gd name="connsiteX79" fmla="*/ 418353 w 463807"/>
                <a:gd name="connsiteY79" fmla="*/ 244704 h 463807"/>
                <a:gd name="connsiteX80" fmla="*/ 412089 w 463807"/>
                <a:gd name="connsiteY80" fmla="*/ 233791 h 463807"/>
                <a:gd name="connsiteX81" fmla="*/ 444088 w 463807"/>
                <a:gd name="connsiteY81" fmla="*/ 115375 h 463807"/>
                <a:gd name="connsiteX82" fmla="*/ 434634 w 463807"/>
                <a:gd name="connsiteY82" fmla="*/ 112435 h 463807"/>
                <a:gd name="connsiteX83" fmla="*/ 360449 w 463807"/>
                <a:gd name="connsiteY83" fmla="*/ 377513 h 463807"/>
                <a:gd name="connsiteX84" fmla="*/ 358826 w 463807"/>
                <a:gd name="connsiteY84" fmla="*/ 380567 h 463807"/>
                <a:gd name="connsiteX85" fmla="*/ 358662 w 463807"/>
                <a:gd name="connsiteY85" fmla="*/ 380880 h 463807"/>
                <a:gd name="connsiteX86" fmla="*/ 305740 w 463807"/>
                <a:gd name="connsiteY86" fmla="*/ 443149 h 463807"/>
                <a:gd name="connsiteX87" fmla="*/ 300363 w 463807"/>
                <a:gd name="connsiteY87" fmla="*/ 446174 h 463807"/>
                <a:gd name="connsiteX88" fmla="*/ 290172 w 463807"/>
                <a:gd name="connsiteY88" fmla="*/ 438792 h 463807"/>
                <a:gd name="connsiteX89" fmla="*/ 277244 w 463807"/>
                <a:gd name="connsiteY89" fmla="*/ 358100 h 463807"/>
                <a:gd name="connsiteX90" fmla="*/ 277465 w 463807"/>
                <a:gd name="connsiteY90" fmla="*/ 354298 h 463807"/>
                <a:gd name="connsiteX91" fmla="*/ 314853 w 463807"/>
                <a:gd name="connsiteY91" fmla="*/ 220685 h 463807"/>
                <a:gd name="connsiteX92" fmla="*/ 314853 w 463807"/>
                <a:gd name="connsiteY92" fmla="*/ 17797 h 463807"/>
                <a:gd name="connsiteX93" fmla="*/ 124232 w 463807"/>
                <a:gd name="connsiteY93" fmla="*/ 17797 h 463807"/>
                <a:gd name="connsiteX94" fmla="*/ 115333 w 463807"/>
                <a:gd name="connsiteY94" fmla="*/ 8899 h 463807"/>
                <a:gd name="connsiteX95" fmla="*/ 124232 w 463807"/>
                <a:gd name="connsiteY95" fmla="*/ 0 h 46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463807" h="463807">
                  <a:moveTo>
                    <a:pt x="79874" y="346396"/>
                  </a:moveTo>
                  <a:lnTo>
                    <a:pt x="252777" y="346396"/>
                  </a:lnTo>
                  <a:cubicBezTo>
                    <a:pt x="257691" y="346396"/>
                    <a:pt x="261675" y="350380"/>
                    <a:pt x="261675" y="355296"/>
                  </a:cubicBezTo>
                  <a:cubicBezTo>
                    <a:pt x="261675" y="360210"/>
                    <a:pt x="257691" y="364194"/>
                    <a:pt x="252777" y="364194"/>
                  </a:cubicBezTo>
                  <a:lnTo>
                    <a:pt x="79874" y="364194"/>
                  </a:lnTo>
                  <a:cubicBezTo>
                    <a:pt x="74959" y="364194"/>
                    <a:pt x="70975" y="360210"/>
                    <a:pt x="70975" y="355296"/>
                  </a:cubicBezTo>
                  <a:cubicBezTo>
                    <a:pt x="70975" y="350380"/>
                    <a:pt x="74959" y="346396"/>
                    <a:pt x="79874" y="346396"/>
                  </a:cubicBezTo>
                  <a:close/>
                  <a:moveTo>
                    <a:pt x="79874" y="276396"/>
                  </a:moveTo>
                  <a:lnTo>
                    <a:pt x="252777" y="276396"/>
                  </a:lnTo>
                  <a:cubicBezTo>
                    <a:pt x="257691" y="276396"/>
                    <a:pt x="261675" y="280380"/>
                    <a:pt x="261675" y="285296"/>
                  </a:cubicBezTo>
                  <a:cubicBezTo>
                    <a:pt x="261675" y="290210"/>
                    <a:pt x="257691" y="294194"/>
                    <a:pt x="252777" y="294194"/>
                  </a:cubicBezTo>
                  <a:lnTo>
                    <a:pt x="79874" y="294194"/>
                  </a:lnTo>
                  <a:cubicBezTo>
                    <a:pt x="74959" y="294194"/>
                    <a:pt x="70975" y="290210"/>
                    <a:pt x="70975" y="285296"/>
                  </a:cubicBezTo>
                  <a:cubicBezTo>
                    <a:pt x="70975" y="280380"/>
                    <a:pt x="74959" y="276396"/>
                    <a:pt x="79874" y="276396"/>
                  </a:cubicBezTo>
                  <a:close/>
                  <a:moveTo>
                    <a:pt x="79874" y="206397"/>
                  </a:moveTo>
                  <a:lnTo>
                    <a:pt x="252777" y="206397"/>
                  </a:lnTo>
                  <a:cubicBezTo>
                    <a:pt x="257691" y="206397"/>
                    <a:pt x="261675" y="210381"/>
                    <a:pt x="261675" y="215297"/>
                  </a:cubicBezTo>
                  <a:cubicBezTo>
                    <a:pt x="261675" y="220211"/>
                    <a:pt x="257691" y="224195"/>
                    <a:pt x="252777" y="224195"/>
                  </a:cubicBezTo>
                  <a:lnTo>
                    <a:pt x="79874" y="224195"/>
                  </a:lnTo>
                  <a:cubicBezTo>
                    <a:pt x="74959" y="224195"/>
                    <a:pt x="70975" y="220211"/>
                    <a:pt x="70975" y="215297"/>
                  </a:cubicBezTo>
                  <a:cubicBezTo>
                    <a:pt x="70975" y="210381"/>
                    <a:pt x="74959" y="206397"/>
                    <a:pt x="79874" y="206397"/>
                  </a:cubicBezTo>
                  <a:close/>
                  <a:moveTo>
                    <a:pt x="79874" y="136390"/>
                  </a:moveTo>
                  <a:lnTo>
                    <a:pt x="252777" y="136390"/>
                  </a:lnTo>
                  <a:cubicBezTo>
                    <a:pt x="257691" y="136390"/>
                    <a:pt x="261675" y="140374"/>
                    <a:pt x="261675" y="145290"/>
                  </a:cubicBezTo>
                  <a:cubicBezTo>
                    <a:pt x="261675" y="150204"/>
                    <a:pt x="257691" y="154188"/>
                    <a:pt x="252777" y="154188"/>
                  </a:cubicBezTo>
                  <a:lnTo>
                    <a:pt x="79874" y="154188"/>
                  </a:lnTo>
                  <a:cubicBezTo>
                    <a:pt x="74959" y="154188"/>
                    <a:pt x="70975" y="150204"/>
                    <a:pt x="70975" y="145290"/>
                  </a:cubicBezTo>
                  <a:cubicBezTo>
                    <a:pt x="70975" y="140374"/>
                    <a:pt x="74959" y="136390"/>
                    <a:pt x="79874" y="136390"/>
                  </a:cubicBezTo>
                  <a:close/>
                  <a:moveTo>
                    <a:pt x="410728" y="35462"/>
                  </a:moveTo>
                  <a:cubicBezTo>
                    <a:pt x="397179" y="32063"/>
                    <a:pt x="383439" y="40291"/>
                    <a:pt x="380040" y="53840"/>
                  </a:cubicBezTo>
                  <a:lnTo>
                    <a:pt x="373633" y="76620"/>
                  </a:lnTo>
                  <a:lnTo>
                    <a:pt x="394783" y="82536"/>
                  </a:lnTo>
                  <a:cubicBezTo>
                    <a:pt x="398629" y="83609"/>
                    <a:pt x="401290" y="87114"/>
                    <a:pt x="401290" y="91107"/>
                  </a:cubicBezTo>
                  <a:cubicBezTo>
                    <a:pt x="401290" y="96022"/>
                    <a:pt x="397305" y="100005"/>
                    <a:pt x="392391" y="100005"/>
                  </a:cubicBezTo>
                  <a:cubicBezTo>
                    <a:pt x="391580" y="100005"/>
                    <a:pt x="390773" y="99895"/>
                    <a:pt x="389992" y="99678"/>
                  </a:cubicBezTo>
                  <a:lnTo>
                    <a:pt x="368849" y="93762"/>
                  </a:lnTo>
                  <a:lnTo>
                    <a:pt x="295148" y="357196"/>
                  </a:lnTo>
                  <a:lnTo>
                    <a:pt x="304715" y="416909"/>
                  </a:lnTo>
                  <a:lnTo>
                    <a:pt x="336124" y="379948"/>
                  </a:lnTo>
                  <a:lnTo>
                    <a:pt x="316582" y="374480"/>
                  </a:lnTo>
                  <a:cubicBezTo>
                    <a:pt x="311849" y="373155"/>
                    <a:pt x="309086" y="368244"/>
                    <a:pt x="310410" y="363510"/>
                  </a:cubicBezTo>
                  <a:cubicBezTo>
                    <a:pt x="311735" y="358776"/>
                    <a:pt x="316647" y="356013"/>
                    <a:pt x="321381" y="357338"/>
                  </a:cubicBezTo>
                  <a:lnTo>
                    <a:pt x="345734" y="364151"/>
                  </a:lnTo>
                  <a:lnTo>
                    <a:pt x="428740" y="67458"/>
                  </a:lnTo>
                  <a:cubicBezTo>
                    <a:pt x="428873" y="67026"/>
                    <a:pt x="428995" y="66589"/>
                    <a:pt x="429105" y="66150"/>
                  </a:cubicBezTo>
                  <a:cubicBezTo>
                    <a:pt x="432505" y="52601"/>
                    <a:pt x="424277" y="38862"/>
                    <a:pt x="410728" y="35462"/>
                  </a:cubicBezTo>
                  <a:close/>
                  <a:moveTo>
                    <a:pt x="77613" y="26"/>
                  </a:moveTo>
                  <a:cubicBezTo>
                    <a:pt x="82535" y="4"/>
                    <a:pt x="86543" y="3977"/>
                    <a:pt x="86565" y="8899"/>
                  </a:cubicBezTo>
                  <a:lnTo>
                    <a:pt x="86565" y="77667"/>
                  </a:lnTo>
                  <a:cubicBezTo>
                    <a:pt x="86565" y="82582"/>
                    <a:pt x="82581" y="86566"/>
                    <a:pt x="77667" y="86566"/>
                  </a:cubicBezTo>
                  <a:lnTo>
                    <a:pt x="52153" y="86566"/>
                  </a:lnTo>
                  <a:cubicBezTo>
                    <a:pt x="47238" y="86566"/>
                    <a:pt x="43254" y="82582"/>
                    <a:pt x="43254" y="77667"/>
                  </a:cubicBezTo>
                  <a:cubicBezTo>
                    <a:pt x="43254" y="72753"/>
                    <a:pt x="47238" y="68769"/>
                    <a:pt x="52153" y="68769"/>
                  </a:cubicBezTo>
                  <a:lnTo>
                    <a:pt x="68768" y="68769"/>
                  </a:lnTo>
                  <a:lnTo>
                    <a:pt x="68768" y="30384"/>
                  </a:lnTo>
                  <a:lnTo>
                    <a:pt x="17797" y="81348"/>
                  </a:lnTo>
                  <a:lnTo>
                    <a:pt x="17797" y="446010"/>
                  </a:lnTo>
                  <a:lnTo>
                    <a:pt x="252776" y="446010"/>
                  </a:lnTo>
                  <a:cubicBezTo>
                    <a:pt x="257690" y="446010"/>
                    <a:pt x="261674" y="449994"/>
                    <a:pt x="261674" y="454908"/>
                  </a:cubicBezTo>
                  <a:cubicBezTo>
                    <a:pt x="261674" y="459823"/>
                    <a:pt x="257690" y="463807"/>
                    <a:pt x="252776" y="463807"/>
                  </a:cubicBezTo>
                  <a:lnTo>
                    <a:pt x="8899" y="463807"/>
                  </a:lnTo>
                  <a:cubicBezTo>
                    <a:pt x="3984" y="463807"/>
                    <a:pt x="0" y="459823"/>
                    <a:pt x="0" y="454908"/>
                  </a:cubicBezTo>
                  <a:lnTo>
                    <a:pt x="0" y="77660"/>
                  </a:lnTo>
                  <a:cubicBezTo>
                    <a:pt x="0" y="75300"/>
                    <a:pt x="937" y="73037"/>
                    <a:pt x="2606" y="71367"/>
                  </a:cubicBezTo>
                  <a:lnTo>
                    <a:pt x="71373" y="2613"/>
                  </a:lnTo>
                  <a:cubicBezTo>
                    <a:pt x="73033" y="966"/>
                    <a:pt x="75274" y="36"/>
                    <a:pt x="77613" y="26"/>
                  </a:cubicBezTo>
                  <a:close/>
                  <a:moveTo>
                    <a:pt x="124232" y="0"/>
                  </a:moveTo>
                  <a:lnTo>
                    <a:pt x="323751" y="0"/>
                  </a:lnTo>
                  <a:cubicBezTo>
                    <a:pt x="328666" y="0"/>
                    <a:pt x="332650" y="3984"/>
                    <a:pt x="332650" y="8899"/>
                  </a:cubicBezTo>
                  <a:lnTo>
                    <a:pt x="332650" y="157098"/>
                  </a:lnTo>
                  <a:lnTo>
                    <a:pt x="354120" y="80379"/>
                  </a:lnTo>
                  <a:lnTo>
                    <a:pt x="362898" y="49006"/>
                  </a:lnTo>
                  <a:cubicBezTo>
                    <a:pt x="369331" y="26108"/>
                    <a:pt x="393082" y="12734"/>
                    <a:pt x="415997" y="19107"/>
                  </a:cubicBezTo>
                  <a:cubicBezTo>
                    <a:pt x="438902" y="25540"/>
                    <a:pt x="452278" y="49301"/>
                    <a:pt x="445896" y="72221"/>
                  </a:cubicBezTo>
                  <a:lnTo>
                    <a:pt x="439446" y="95278"/>
                  </a:lnTo>
                  <a:lnTo>
                    <a:pt x="457571" y="100917"/>
                  </a:lnTo>
                  <a:cubicBezTo>
                    <a:pt x="462123" y="102345"/>
                    <a:pt x="464739" y="107109"/>
                    <a:pt x="463501" y="111716"/>
                  </a:cubicBezTo>
                  <a:lnTo>
                    <a:pt x="429267" y="238432"/>
                  </a:lnTo>
                  <a:cubicBezTo>
                    <a:pt x="428221" y="242313"/>
                    <a:pt x="424701" y="245010"/>
                    <a:pt x="420681" y="245010"/>
                  </a:cubicBezTo>
                  <a:cubicBezTo>
                    <a:pt x="419895" y="245010"/>
                    <a:pt x="419113" y="244907"/>
                    <a:pt x="418353" y="244704"/>
                  </a:cubicBezTo>
                  <a:cubicBezTo>
                    <a:pt x="413610" y="243420"/>
                    <a:pt x="410806" y="238534"/>
                    <a:pt x="412089" y="233791"/>
                  </a:cubicBezTo>
                  <a:lnTo>
                    <a:pt x="444088" y="115375"/>
                  </a:lnTo>
                  <a:lnTo>
                    <a:pt x="434634" y="112435"/>
                  </a:lnTo>
                  <a:lnTo>
                    <a:pt x="360449" y="377513"/>
                  </a:lnTo>
                  <a:cubicBezTo>
                    <a:pt x="360117" y="378629"/>
                    <a:pt x="359565" y="379667"/>
                    <a:pt x="358826" y="380567"/>
                  </a:cubicBezTo>
                  <a:cubicBezTo>
                    <a:pt x="358754" y="380659"/>
                    <a:pt x="358740" y="380788"/>
                    <a:pt x="358662" y="380880"/>
                  </a:cubicBezTo>
                  <a:lnTo>
                    <a:pt x="305740" y="443149"/>
                  </a:lnTo>
                  <a:cubicBezTo>
                    <a:pt x="304366" y="444766"/>
                    <a:pt x="302459" y="445839"/>
                    <a:pt x="300363" y="446174"/>
                  </a:cubicBezTo>
                  <a:cubicBezTo>
                    <a:pt x="295510" y="446950"/>
                    <a:pt x="290947" y="443645"/>
                    <a:pt x="290172" y="438792"/>
                  </a:cubicBezTo>
                  <a:lnTo>
                    <a:pt x="277244" y="358100"/>
                  </a:lnTo>
                  <a:cubicBezTo>
                    <a:pt x="277042" y="356832"/>
                    <a:pt x="277118" y="355535"/>
                    <a:pt x="277465" y="354298"/>
                  </a:cubicBezTo>
                  <a:lnTo>
                    <a:pt x="314853" y="220685"/>
                  </a:lnTo>
                  <a:lnTo>
                    <a:pt x="314853" y="17797"/>
                  </a:lnTo>
                  <a:lnTo>
                    <a:pt x="124232" y="17797"/>
                  </a:lnTo>
                  <a:cubicBezTo>
                    <a:pt x="119317" y="17797"/>
                    <a:pt x="115333" y="13813"/>
                    <a:pt x="115333" y="8899"/>
                  </a:cubicBezTo>
                  <a:cubicBezTo>
                    <a:pt x="115333" y="3984"/>
                    <a:pt x="119317" y="0"/>
                    <a:pt x="124232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7" name="Group 284">
            <a:extLst>
              <a:ext uri="{FF2B5EF4-FFF2-40B4-BE49-F238E27FC236}">
                <a16:creationId xmlns:a16="http://schemas.microsoft.com/office/drawing/2014/main" id="{222EE16D-7C52-7D63-B54A-3D312D38071D}"/>
              </a:ext>
            </a:extLst>
          </p:cNvPr>
          <p:cNvGrpSpPr/>
          <p:nvPr/>
        </p:nvGrpSpPr>
        <p:grpSpPr>
          <a:xfrm>
            <a:off x="8936822" y="1353764"/>
            <a:ext cx="424783" cy="463787"/>
            <a:chOff x="8936822" y="1353764"/>
            <a:chExt cx="424783" cy="463787"/>
          </a:xfrm>
        </p:grpSpPr>
        <p:sp>
          <p:nvSpPr>
            <p:cNvPr id="78" name="Freeform: Shape 52">
              <a:extLst>
                <a:ext uri="{FF2B5EF4-FFF2-40B4-BE49-F238E27FC236}">
                  <a16:creationId xmlns:a16="http://schemas.microsoft.com/office/drawing/2014/main" id="{6B01B07D-9CD2-CEF6-3F54-10DF4014784B}"/>
                </a:ext>
              </a:extLst>
            </p:cNvPr>
            <p:cNvSpPr/>
            <p:nvPr/>
          </p:nvSpPr>
          <p:spPr>
            <a:xfrm>
              <a:off x="9026350" y="1443201"/>
              <a:ext cx="242041" cy="291872"/>
            </a:xfrm>
            <a:custGeom>
              <a:avLst/>
              <a:gdLst>
                <a:gd name="connsiteX0" fmla="*/ 245728 w 242040"/>
                <a:gd name="connsiteY0" fmla="*/ 122954 h 291872"/>
                <a:gd name="connsiteX1" fmla="*/ 122954 w 242040"/>
                <a:gd name="connsiteY1" fmla="*/ 0 h 291872"/>
                <a:gd name="connsiteX2" fmla="*/ 0 w 242040"/>
                <a:gd name="connsiteY2" fmla="*/ 122774 h 291872"/>
                <a:gd name="connsiteX3" fmla="*/ 24745 w 242040"/>
                <a:gd name="connsiteY3" fmla="*/ 196812 h 291872"/>
                <a:gd name="connsiteX4" fmla="*/ 67059 w 242040"/>
                <a:gd name="connsiteY4" fmla="*/ 290837 h 291872"/>
                <a:gd name="connsiteX5" fmla="*/ 67679 w 242040"/>
                <a:gd name="connsiteY5" fmla="*/ 294397 h 291872"/>
                <a:gd name="connsiteX6" fmla="*/ 178056 w 242040"/>
                <a:gd name="connsiteY6" fmla="*/ 294397 h 291872"/>
                <a:gd name="connsiteX7" fmla="*/ 178676 w 242040"/>
                <a:gd name="connsiteY7" fmla="*/ 290759 h 291872"/>
                <a:gd name="connsiteX8" fmla="*/ 218968 w 242040"/>
                <a:gd name="connsiteY8" fmla="*/ 199417 h 291872"/>
                <a:gd name="connsiteX9" fmla="*/ 245728 w 242040"/>
                <a:gd name="connsiteY9" fmla="*/ 122954 h 291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040" h="291872">
                  <a:moveTo>
                    <a:pt x="245728" y="122954"/>
                  </a:moveTo>
                  <a:cubicBezTo>
                    <a:pt x="245777" y="55098"/>
                    <a:pt x="190809" y="49"/>
                    <a:pt x="122954" y="0"/>
                  </a:cubicBezTo>
                  <a:cubicBezTo>
                    <a:pt x="55098" y="-49"/>
                    <a:pt x="49" y="54919"/>
                    <a:pt x="0" y="122774"/>
                  </a:cubicBezTo>
                  <a:cubicBezTo>
                    <a:pt x="-19" y="149487"/>
                    <a:pt x="8668" y="175479"/>
                    <a:pt x="24745" y="196812"/>
                  </a:cubicBezTo>
                  <a:cubicBezTo>
                    <a:pt x="46175" y="224313"/>
                    <a:pt x="60686" y="256559"/>
                    <a:pt x="67059" y="290837"/>
                  </a:cubicBezTo>
                  <a:lnTo>
                    <a:pt x="67679" y="294397"/>
                  </a:lnTo>
                  <a:lnTo>
                    <a:pt x="178056" y="294397"/>
                  </a:lnTo>
                  <a:lnTo>
                    <a:pt x="178676" y="290759"/>
                  </a:lnTo>
                  <a:cubicBezTo>
                    <a:pt x="184189" y="257401"/>
                    <a:pt x="198050" y="225979"/>
                    <a:pt x="218968" y="199417"/>
                  </a:cubicBezTo>
                  <a:cubicBezTo>
                    <a:pt x="236329" y="177717"/>
                    <a:pt x="245769" y="150744"/>
                    <a:pt x="245728" y="122954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" name="Freeform: Shape 53">
              <a:extLst>
                <a:ext uri="{FF2B5EF4-FFF2-40B4-BE49-F238E27FC236}">
                  <a16:creationId xmlns:a16="http://schemas.microsoft.com/office/drawing/2014/main" id="{2847D3FA-C434-318F-DDA9-8A8ACF037F61}"/>
                </a:ext>
              </a:extLst>
            </p:cNvPr>
            <p:cNvSpPr/>
            <p:nvPr/>
          </p:nvSpPr>
          <p:spPr>
            <a:xfrm>
              <a:off x="8936822" y="1353764"/>
              <a:ext cx="424783" cy="463787"/>
            </a:xfrm>
            <a:custGeom>
              <a:avLst/>
              <a:gdLst>
                <a:gd name="connsiteX0" fmla="*/ 191845 w 424782"/>
                <a:gd name="connsiteY0" fmla="*/ 432483 h 463787"/>
                <a:gd name="connsiteX1" fmla="*/ 212390 w 424782"/>
                <a:gd name="connsiteY1" fmla="*/ 446009 h 463787"/>
                <a:gd name="connsiteX2" fmla="*/ 232935 w 424782"/>
                <a:gd name="connsiteY2" fmla="*/ 432484 h 463787"/>
                <a:gd name="connsiteX3" fmla="*/ 157234 w 424782"/>
                <a:gd name="connsiteY3" fmla="*/ 414722 h 463787"/>
                <a:gd name="connsiteX4" fmla="*/ 267568 w 424782"/>
                <a:gd name="connsiteY4" fmla="*/ 414722 h 463787"/>
                <a:gd name="connsiteX5" fmla="*/ 276467 w 424782"/>
                <a:gd name="connsiteY5" fmla="*/ 423621 h 463787"/>
                <a:gd name="connsiteX6" fmla="*/ 267568 w 424782"/>
                <a:gd name="connsiteY6" fmla="*/ 432519 h 463787"/>
                <a:gd name="connsiteX7" fmla="*/ 251544 w 424782"/>
                <a:gd name="connsiteY7" fmla="*/ 432519 h 463787"/>
                <a:gd name="connsiteX8" fmla="*/ 221281 w 424782"/>
                <a:gd name="connsiteY8" fmla="*/ 462782 h 463787"/>
                <a:gd name="connsiteX9" fmla="*/ 173237 w 424782"/>
                <a:gd name="connsiteY9" fmla="*/ 432519 h 463787"/>
                <a:gd name="connsiteX10" fmla="*/ 157234 w 424782"/>
                <a:gd name="connsiteY10" fmla="*/ 432519 h 463787"/>
                <a:gd name="connsiteX11" fmla="*/ 148335 w 424782"/>
                <a:gd name="connsiteY11" fmla="*/ 423621 h 463787"/>
                <a:gd name="connsiteX12" fmla="*/ 157234 w 424782"/>
                <a:gd name="connsiteY12" fmla="*/ 414722 h 463787"/>
                <a:gd name="connsiteX13" fmla="*/ 318981 w 424782"/>
                <a:gd name="connsiteY13" fmla="*/ 318981 h 463787"/>
                <a:gd name="connsiteX14" fmla="*/ 331567 w 424782"/>
                <a:gd name="connsiteY14" fmla="*/ 318981 h 463787"/>
                <a:gd name="connsiteX15" fmla="*/ 362598 w 424782"/>
                <a:gd name="connsiteY15" fmla="*/ 349990 h 463787"/>
                <a:gd name="connsiteX16" fmla="*/ 362584 w 424782"/>
                <a:gd name="connsiteY16" fmla="*/ 362591 h 463787"/>
                <a:gd name="connsiteX17" fmla="*/ 349983 w 424782"/>
                <a:gd name="connsiteY17" fmla="*/ 362576 h 463787"/>
                <a:gd name="connsiteX18" fmla="*/ 318981 w 424782"/>
                <a:gd name="connsiteY18" fmla="*/ 331567 h 463787"/>
                <a:gd name="connsiteX19" fmla="*/ 318981 w 424782"/>
                <a:gd name="connsiteY19" fmla="*/ 318981 h 463787"/>
                <a:gd name="connsiteX20" fmla="*/ 93214 w 424782"/>
                <a:gd name="connsiteY20" fmla="*/ 318981 h 463787"/>
                <a:gd name="connsiteX21" fmla="*/ 105800 w 424782"/>
                <a:gd name="connsiteY21" fmla="*/ 318981 h 463787"/>
                <a:gd name="connsiteX22" fmla="*/ 105800 w 424782"/>
                <a:gd name="connsiteY22" fmla="*/ 331567 h 463787"/>
                <a:gd name="connsiteX23" fmla="*/ 74769 w 424782"/>
                <a:gd name="connsiteY23" fmla="*/ 362576 h 463787"/>
                <a:gd name="connsiteX24" fmla="*/ 62183 w 424782"/>
                <a:gd name="connsiteY24" fmla="*/ 362576 h 463787"/>
                <a:gd name="connsiteX25" fmla="*/ 62183 w 424782"/>
                <a:gd name="connsiteY25" fmla="*/ 349990 h 463787"/>
                <a:gd name="connsiteX26" fmla="*/ 372031 w 424782"/>
                <a:gd name="connsiteY26" fmla="*/ 203492 h 463787"/>
                <a:gd name="connsiteX27" fmla="*/ 415884 w 424782"/>
                <a:gd name="connsiteY27" fmla="*/ 203492 h 463787"/>
                <a:gd name="connsiteX28" fmla="*/ 424782 w 424782"/>
                <a:gd name="connsiteY28" fmla="*/ 212392 h 463787"/>
                <a:gd name="connsiteX29" fmla="*/ 415884 w 424782"/>
                <a:gd name="connsiteY29" fmla="*/ 221290 h 463787"/>
                <a:gd name="connsiteX30" fmla="*/ 372031 w 424782"/>
                <a:gd name="connsiteY30" fmla="*/ 221290 h 463787"/>
                <a:gd name="connsiteX31" fmla="*/ 363132 w 424782"/>
                <a:gd name="connsiteY31" fmla="*/ 212392 h 463787"/>
                <a:gd name="connsiteX32" fmla="*/ 372031 w 424782"/>
                <a:gd name="connsiteY32" fmla="*/ 203492 h 463787"/>
                <a:gd name="connsiteX33" fmla="*/ 8899 w 424782"/>
                <a:gd name="connsiteY33" fmla="*/ 203492 h 463787"/>
                <a:gd name="connsiteX34" fmla="*/ 52752 w 424782"/>
                <a:gd name="connsiteY34" fmla="*/ 203492 h 463787"/>
                <a:gd name="connsiteX35" fmla="*/ 61650 w 424782"/>
                <a:gd name="connsiteY35" fmla="*/ 212392 h 463787"/>
                <a:gd name="connsiteX36" fmla="*/ 52752 w 424782"/>
                <a:gd name="connsiteY36" fmla="*/ 221290 h 463787"/>
                <a:gd name="connsiteX37" fmla="*/ 8899 w 424782"/>
                <a:gd name="connsiteY37" fmla="*/ 221290 h 463787"/>
                <a:gd name="connsiteX38" fmla="*/ 0 w 424782"/>
                <a:gd name="connsiteY38" fmla="*/ 212392 h 463787"/>
                <a:gd name="connsiteX39" fmla="*/ 8899 w 424782"/>
                <a:gd name="connsiteY39" fmla="*/ 203492 h 463787"/>
                <a:gd name="connsiteX40" fmla="*/ 260763 w 424782"/>
                <a:gd name="connsiteY40" fmla="*/ 128680 h 463787"/>
                <a:gd name="connsiteX41" fmla="*/ 309065 w 424782"/>
                <a:gd name="connsiteY41" fmla="*/ 212427 h 463787"/>
                <a:gd name="connsiteX42" fmla="*/ 300167 w 424782"/>
                <a:gd name="connsiteY42" fmla="*/ 221326 h 463787"/>
                <a:gd name="connsiteX43" fmla="*/ 291268 w 424782"/>
                <a:gd name="connsiteY43" fmla="*/ 212427 h 463787"/>
                <a:gd name="connsiteX44" fmla="*/ 251843 w 424782"/>
                <a:gd name="connsiteY44" fmla="*/ 144086 h 463787"/>
                <a:gd name="connsiteX45" fmla="*/ 248601 w 424782"/>
                <a:gd name="connsiteY45" fmla="*/ 131923 h 463787"/>
                <a:gd name="connsiteX46" fmla="*/ 260763 w 424782"/>
                <a:gd name="connsiteY46" fmla="*/ 128680 h 463787"/>
                <a:gd name="connsiteX47" fmla="*/ 212391 w 424782"/>
                <a:gd name="connsiteY47" fmla="*/ 115717 h 463787"/>
                <a:gd name="connsiteX48" fmla="*/ 219546 w 424782"/>
                <a:gd name="connsiteY48" fmla="*/ 115980 h 463787"/>
                <a:gd name="connsiteX49" fmla="*/ 219546 w 424782"/>
                <a:gd name="connsiteY49" fmla="*/ 115931 h 463787"/>
                <a:gd name="connsiteX50" fmla="*/ 228128 w 424782"/>
                <a:gd name="connsiteY50" fmla="*/ 125147 h 463787"/>
                <a:gd name="connsiteX51" fmla="*/ 218912 w 424782"/>
                <a:gd name="connsiteY51" fmla="*/ 133729 h 463787"/>
                <a:gd name="connsiteX52" fmla="*/ 218257 w 424782"/>
                <a:gd name="connsiteY52" fmla="*/ 133729 h 463787"/>
                <a:gd name="connsiteX53" fmla="*/ 212391 w 424782"/>
                <a:gd name="connsiteY53" fmla="*/ 133515 h 463787"/>
                <a:gd name="connsiteX54" fmla="*/ 203492 w 424782"/>
                <a:gd name="connsiteY54" fmla="*/ 124617 h 463787"/>
                <a:gd name="connsiteX55" fmla="*/ 212391 w 424782"/>
                <a:gd name="connsiteY55" fmla="*/ 115717 h 463787"/>
                <a:gd name="connsiteX56" fmla="*/ 325288 w 424782"/>
                <a:gd name="connsiteY56" fmla="*/ 108393 h 463787"/>
                <a:gd name="connsiteX57" fmla="*/ 325302 w 424782"/>
                <a:gd name="connsiteY57" fmla="*/ 108399 h 463787"/>
                <a:gd name="connsiteX58" fmla="*/ 325274 w 424782"/>
                <a:gd name="connsiteY58" fmla="*/ 108399 h 463787"/>
                <a:gd name="connsiteX59" fmla="*/ 206951 w 424782"/>
                <a:gd name="connsiteY59" fmla="*/ 98561 h 463787"/>
                <a:gd name="connsiteX60" fmla="*/ 98432 w 424782"/>
                <a:gd name="connsiteY60" fmla="*/ 211038 h 463787"/>
                <a:gd name="connsiteX61" fmla="*/ 121369 w 424782"/>
                <a:gd name="connsiteY61" fmla="*/ 280882 h 463787"/>
                <a:gd name="connsiteX62" fmla="*/ 164694 w 424782"/>
                <a:gd name="connsiteY62" fmla="*/ 374993 h 463787"/>
                <a:gd name="connsiteX63" fmla="*/ 260087 w 424782"/>
                <a:gd name="connsiteY63" fmla="*/ 374993 h 463787"/>
                <a:gd name="connsiteX64" fmla="*/ 301547 w 424782"/>
                <a:gd name="connsiteY64" fmla="*/ 283289 h 463787"/>
                <a:gd name="connsiteX65" fmla="*/ 301540 w 424782"/>
                <a:gd name="connsiteY65" fmla="*/ 283296 h 463787"/>
                <a:gd name="connsiteX66" fmla="*/ 326216 w 424782"/>
                <a:gd name="connsiteY66" fmla="*/ 206834 h 463787"/>
                <a:gd name="connsiteX67" fmla="*/ 206951 w 424782"/>
                <a:gd name="connsiteY67" fmla="*/ 98561 h 463787"/>
                <a:gd name="connsiteX68" fmla="*/ 206125 w 424782"/>
                <a:gd name="connsiteY68" fmla="*/ 80771 h 463787"/>
                <a:gd name="connsiteX69" fmla="*/ 303363 w 424782"/>
                <a:gd name="connsiteY69" fmla="*/ 117077 h 463787"/>
                <a:gd name="connsiteX70" fmla="*/ 303320 w 424782"/>
                <a:gd name="connsiteY70" fmla="*/ 117091 h 463787"/>
                <a:gd name="connsiteX71" fmla="*/ 315422 w 424782"/>
                <a:gd name="connsiteY71" fmla="*/ 294415 h 463787"/>
                <a:gd name="connsiteX72" fmla="*/ 276945 w 424782"/>
                <a:gd name="connsiteY72" fmla="*/ 381756 h 463787"/>
                <a:gd name="connsiteX73" fmla="*/ 276318 w 424782"/>
                <a:gd name="connsiteY73" fmla="*/ 385401 h 463787"/>
                <a:gd name="connsiteX74" fmla="*/ 267548 w 424782"/>
                <a:gd name="connsiteY74" fmla="*/ 392790 h 463787"/>
                <a:gd name="connsiteX75" fmla="*/ 157205 w 424782"/>
                <a:gd name="connsiteY75" fmla="*/ 392790 h 463787"/>
                <a:gd name="connsiteX76" fmla="*/ 148427 w 424782"/>
                <a:gd name="connsiteY76" fmla="*/ 385344 h 463787"/>
                <a:gd name="connsiteX77" fmla="*/ 147815 w 424782"/>
                <a:gd name="connsiteY77" fmla="*/ 381785 h 463787"/>
                <a:gd name="connsiteX78" fmla="*/ 107167 w 424782"/>
                <a:gd name="connsiteY78" fmla="*/ 291618 h 463787"/>
                <a:gd name="connsiteX79" fmla="*/ 80642 w 424782"/>
                <a:gd name="connsiteY79" fmla="*/ 210832 h 463787"/>
                <a:gd name="connsiteX80" fmla="*/ 206125 w 424782"/>
                <a:gd name="connsiteY80" fmla="*/ 80771 h 463787"/>
                <a:gd name="connsiteX81" fmla="*/ 350012 w 424782"/>
                <a:gd name="connsiteY81" fmla="*/ 62205 h 463787"/>
                <a:gd name="connsiteX82" fmla="*/ 362598 w 424782"/>
                <a:gd name="connsiteY82" fmla="*/ 62205 h 463787"/>
                <a:gd name="connsiteX83" fmla="*/ 362598 w 424782"/>
                <a:gd name="connsiteY83" fmla="*/ 74791 h 463787"/>
                <a:gd name="connsiteX84" fmla="*/ 331567 w 424782"/>
                <a:gd name="connsiteY84" fmla="*/ 105793 h 463787"/>
                <a:gd name="connsiteX85" fmla="*/ 325288 w 424782"/>
                <a:gd name="connsiteY85" fmla="*/ 108393 h 463787"/>
                <a:gd name="connsiteX86" fmla="*/ 319007 w 424782"/>
                <a:gd name="connsiteY86" fmla="*/ 105792 h 463787"/>
                <a:gd name="connsiteX87" fmla="*/ 319009 w 424782"/>
                <a:gd name="connsiteY87" fmla="*/ 93207 h 463787"/>
                <a:gd name="connsiteX88" fmla="*/ 62198 w 424782"/>
                <a:gd name="connsiteY88" fmla="*/ 62191 h 463787"/>
                <a:gd name="connsiteX89" fmla="*/ 74798 w 424782"/>
                <a:gd name="connsiteY89" fmla="*/ 62205 h 463787"/>
                <a:gd name="connsiteX90" fmla="*/ 105801 w 424782"/>
                <a:gd name="connsiteY90" fmla="*/ 93207 h 463787"/>
                <a:gd name="connsiteX91" fmla="*/ 105801 w 424782"/>
                <a:gd name="connsiteY91" fmla="*/ 105793 h 463787"/>
                <a:gd name="connsiteX92" fmla="*/ 93214 w 424782"/>
                <a:gd name="connsiteY92" fmla="*/ 105793 h 463787"/>
                <a:gd name="connsiteX93" fmla="*/ 62184 w 424782"/>
                <a:gd name="connsiteY93" fmla="*/ 74791 h 463787"/>
                <a:gd name="connsiteX94" fmla="*/ 62198 w 424782"/>
                <a:gd name="connsiteY94" fmla="*/ 62191 h 463787"/>
                <a:gd name="connsiteX95" fmla="*/ 212392 w 424782"/>
                <a:gd name="connsiteY95" fmla="*/ 0 h 463787"/>
                <a:gd name="connsiteX96" fmla="*/ 221290 w 424782"/>
                <a:gd name="connsiteY96" fmla="*/ 8899 h 463787"/>
                <a:gd name="connsiteX97" fmla="*/ 221290 w 424782"/>
                <a:gd name="connsiteY97" fmla="*/ 52752 h 463787"/>
                <a:gd name="connsiteX98" fmla="*/ 212392 w 424782"/>
                <a:gd name="connsiteY98" fmla="*/ 61650 h 463787"/>
                <a:gd name="connsiteX99" fmla="*/ 203492 w 424782"/>
                <a:gd name="connsiteY99" fmla="*/ 52752 h 463787"/>
                <a:gd name="connsiteX100" fmla="*/ 203492 w 424782"/>
                <a:gd name="connsiteY100" fmla="*/ 8899 h 463787"/>
                <a:gd name="connsiteX101" fmla="*/ 212392 w 424782"/>
                <a:gd name="connsiteY101" fmla="*/ 0 h 4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24782" h="463787">
                  <a:moveTo>
                    <a:pt x="191845" y="432483"/>
                  </a:moveTo>
                  <a:cubicBezTo>
                    <a:pt x="195389" y="440681"/>
                    <a:pt x="203460" y="445994"/>
                    <a:pt x="212390" y="446009"/>
                  </a:cubicBezTo>
                  <a:cubicBezTo>
                    <a:pt x="221321" y="445994"/>
                    <a:pt x="229391" y="440681"/>
                    <a:pt x="232935" y="432484"/>
                  </a:cubicBezTo>
                  <a:close/>
                  <a:moveTo>
                    <a:pt x="157234" y="414722"/>
                  </a:moveTo>
                  <a:lnTo>
                    <a:pt x="267568" y="414722"/>
                  </a:lnTo>
                  <a:cubicBezTo>
                    <a:pt x="272483" y="414722"/>
                    <a:pt x="276467" y="418706"/>
                    <a:pt x="276467" y="423621"/>
                  </a:cubicBezTo>
                  <a:cubicBezTo>
                    <a:pt x="276467" y="428535"/>
                    <a:pt x="272483" y="432519"/>
                    <a:pt x="267568" y="432519"/>
                  </a:cubicBezTo>
                  <a:lnTo>
                    <a:pt x="251544" y="432519"/>
                  </a:lnTo>
                  <a:cubicBezTo>
                    <a:pt x="248122" y="447591"/>
                    <a:pt x="236352" y="459360"/>
                    <a:pt x="221281" y="462782"/>
                  </a:cubicBezTo>
                  <a:cubicBezTo>
                    <a:pt x="199657" y="467692"/>
                    <a:pt x="178147" y="454143"/>
                    <a:pt x="173237" y="432519"/>
                  </a:cubicBezTo>
                  <a:lnTo>
                    <a:pt x="157234" y="432519"/>
                  </a:lnTo>
                  <a:cubicBezTo>
                    <a:pt x="152319" y="432519"/>
                    <a:pt x="148335" y="428535"/>
                    <a:pt x="148335" y="423621"/>
                  </a:cubicBezTo>
                  <a:cubicBezTo>
                    <a:pt x="148335" y="418706"/>
                    <a:pt x="152319" y="414722"/>
                    <a:pt x="157234" y="414722"/>
                  </a:cubicBezTo>
                  <a:close/>
                  <a:moveTo>
                    <a:pt x="318981" y="318981"/>
                  </a:moveTo>
                  <a:cubicBezTo>
                    <a:pt x="322456" y="315505"/>
                    <a:pt x="328091" y="315505"/>
                    <a:pt x="331567" y="318981"/>
                  </a:cubicBezTo>
                  <a:lnTo>
                    <a:pt x="362598" y="349990"/>
                  </a:lnTo>
                  <a:cubicBezTo>
                    <a:pt x="366073" y="353474"/>
                    <a:pt x="366067" y="359115"/>
                    <a:pt x="362584" y="362591"/>
                  </a:cubicBezTo>
                  <a:cubicBezTo>
                    <a:pt x="359100" y="366066"/>
                    <a:pt x="353459" y="366060"/>
                    <a:pt x="349983" y="362576"/>
                  </a:cubicBezTo>
                  <a:lnTo>
                    <a:pt x="318981" y="331567"/>
                  </a:lnTo>
                  <a:cubicBezTo>
                    <a:pt x="315505" y="328091"/>
                    <a:pt x="315505" y="322456"/>
                    <a:pt x="318981" y="318981"/>
                  </a:cubicBezTo>
                  <a:close/>
                  <a:moveTo>
                    <a:pt x="93214" y="318981"/>
                  </a:moveTo>
                  <a:cubicBezTo>
                    <a:pt x="96689" y="315505"/>
                    <a:pt x="102324" y="315505"/>
                    <a:pt x="105800" y="318981"/>
                  </a:cubicBezTo>
                  <a:cubicBezTo>
                    <a:pt x="109275" y="322456"/>
                    <a:pt x="109275" y="328091"/>
                    <a:pt x="105800" y="331567"/>
                  </a:cubicBezTo>
                  <a:lnTo>
                    <a:pt x="74769" y="362576"/>
                  </a:lnTo>
                  <a:cubicBezTo>
                    <a:pt x="71293" y="366052"/>
                    <a:pt x="65658" y="366052"/>
                    <a:pt x="62183" y="362576"/>
                  </a:cubicBezTo>
                  <a:cubicBezTo>
                    <a:pt x="58707" y="359101"/>
                    <a:pt x="58707" y="353466"/>
                    <a:pt x="62183" y="349990"/>
                  </a:cubicBezTo>
                  <a:close/>
                  <a:moveTo>
                    <a:pt x="372031" y="203492"/>
                  </a:moveTo>
                  <a:lnTo>
                    <a:pt x="415884" y="203492"/>
                  </a:lnTo>
                  <a:cubicBezTo>
                    <a:pt x="420798" y="203492"/>
                    <a:pt x="424782" y="207476"/>
                    <a:pt x="424782" y="212392"/>
                  </a:cubicBezTo>
                  <a:cubicBezTo>
                    <a:pt x="424782" y="217306"/>
                    <a:pt x="420798" y="221290"/>
                    <a:pt x="415884" y="221290"/>
                  </a:cubicBezTo>
                  <a:lnTo>
                    <a:pt x="372031" y="221290"/>
                  </a:lnTo>
                  <a:cubicBezTo>
                    <a:pt x="367116" y="221290"/>
                    <a:pt x="363132" y="217306"/>
                    <a:pt x="363132" y="212392"/>
                  </a:cubicBezTo>
                  <a:cubicBezTo>
                    <a:pt x="363132" y="207476"/>
                    <a:pt x="367116" y="203492"/>
                    <a:pt x="372031" y="203492"/>
                  </a:cubicBezTo>
                  <a:close/>
                  <a:moveTo>
                    <a:pt x="8899" y="203492"/>
                  </a:moveTo>
                  <a:lnTo>
                    <a:pt x="52752" y="203492"/>
                  </a:lnTo>
                  <a:cubicBezTo>
                    <a:pt x="57666" y="203492"/>
                    <a:pt x="61650" y="207476"/>
                    <a:pt x="61650" y="212392"/>
                  </a:cubicBezTo>
                  <a:cubicBezTo>
                    <a:pt x="61650" y="217306"/>
                    <a:pt x="57666" y="221290"/>
                    <a:pt x="52752" y="221290"/>
                  </a:cubicBezTo>
                  <a:lnTo>
                    <a:pt x="8899" y="221290"/>
                  </a:lnTo>
                  <a:cubicBezTo>
                    <a:pt x="3984" y="221290"/>
                    <a:pt x="0" y="217306"/>
                    <a:pt x="0" y="212392"/>
                  </a:cubicBezTo>
                  <a:cubicBezTo>
                    <a:pt x="0" y="207476"/>
                    <a:pt x="3984" y="203492"/>
                    <a:pt x="8899" y="203492"/>
                  </a:cubicBezTo>
                  <a:close/>
                  <a:moveTo>
                    <a:pt x="260763" y="128680"/>
                  </a:moveTo>
                  <a:cubicBezTo>
                    <a:pt x="290615" y="146016"/>
                    <a:pt x="309008" y="177908"/>
                    <a:pt x="309065" y="212427"/>
                  </a:cubicBezTo>
                  <a:cubicBezTo>
                    <a:pt x="309065" y="217342"/>
                    <a:pt x="305081" y="221326"/>
                    <a:pt x="300167" y="221326"/>
                  </a:cubicBezTo>
                  <a:cubicBezTo>
                    <a:pt x="295252" y="221326"/>
                    <a:pt x="291268" y="217342"/>
                    <a:pt x="291268" y="212427"/>
                  </a:cubicBezTo>
                  <a:cubicBezTo>
                    <a:pt x="291221" y="184256"/>
                    <a:pt x="276208" y="158230"/>
                    <a:pt x="251843" y="144086"/>
                  </a:cubicBezTo>
                  <a:cubicBezTo>
                    <a:pt x="247589" y="141623"/>
                    <a:pt x="246137" y="136177"/>
                    <a:pt x="248601" y="131923"/>
                  </a:cubicBezTo>
                  <a:cubicBezTo>
                    <a:pt x="251064" y="127669"/>
                    <a:pt x="256509" y="126217"/>
                    <a:pt x="260763" y="128680"/>
                  </a:cubicBezTo>
                  <a:close/>
                  <a:moveTo>
                    <a:pt x="212391" y="115717"/>
                  </a:moveTo>
                  <a:cubicBezTo>
                    <a:pt x="214788" y="115717"/>
                    <a:pt x="217173" y="115805"/>
                    <a:pt x="219546" y="115980"/>
                  </a:cubicBezTo>
                  <a:lnTo>
                    <a:pt x="219546" y="115931"/>
                  </a:lnTo>
                  <a:cubicBezTo>
                    <a:pt x="224461" y="116105"/>
                    <a:pt x="228303" y="120231"/>
                    <a:pt x="228128" y="125147"/>
                  </a:cubicBezTo>
                  <a:cubicBezTo>
                    <a:pt x="227953" y="130061"/>
                    <a:pt x="223827" y="133904"/>
                    <a:pt x="218912" y="133729"/>
                  </a:cubicBezTo>
                  <a:cubicBezTo>
                    <a:pt x="218699" y="133729"/>
                    <a:pt x="218478" y="133729"/>
                    <a:pt x="218257" y="133729"/>
                  </a:cubicBezTo>
                  <a:cubicBezTo>
                    <a:pt x="216321" y="133586"/>
                    <a:pt x="214366" y="133515"/>
                    <a:pt x="212391" y="133515"/>
                  </a:cubicBezTo>
                  <a:cubicBezTo>
                    <a:pt x="207476" y="133515"/>
                    <a:pt x="203492" y="129531"/>
                    <a:pt x="203492" y="124617"/>
                  </a:cubicBezTo>
                  <a:cubicBezTo>
                    <a:pt x="203492" y="119701"/>
                    <a:pt x="207476" y="115717"/>
                    <a:pt x="212391" y="115717"/>
                  </a:cubicBezTo>
                  <a:close/>
                  <a:moveTo>
                    <a:pt x="325288" y="108393"/>
                  </a:moveTo>
                  <a:lnTo>
                    <a:pt x="325302" y="108399"/>
                  </a:lnTo>
                  <a:lnTo>
                    <a:pt x="325274" y="108399"/>
                  </a:lnTo>
                  <a:close/>
                  <a:moveTo>
                    <a:pt x="206951" y="98561"/>
                  </a:moveTo>
                  <a:cubicBezTo>
                    <a:pt x="147025" y="102111"/>
                    <a:pt x="99834" y="151023"/>
                    <a:pt x="98432" y="211038"/>
                  </a:cubicBezTo>
                  <a:cubicBezTo>
                    <a:pt x="98050" y="236231"/>
                    <a:pt x="106126" y="260822"/>
                    <a:pt x="121369" y="280882"/>
                  </a:cubicBezTo>
                  <a:cubicBezTo>
                    <a:pt x="142876" y="308491"/>
                    <a:pt x="157704" y="340701"/>
                    <a:pt x="164694" y="374993"/>
                  </a:cubicBezTo>
                  <a:lnTo>
                    <a:pt x="260087" y="374993"/>
                  </a:lnTo>
                  <a:cubicBezTo>
                    <a:pt x="266246" y="341509"/>
                    <a:pt x="280477" y="310031"/>
                    <a:pt x="301547" y="283289"/>
                  </a:cubicBezTo>
                  <a:lnTo>
                    <a:pt x="301540" y="283296"/>
                  </a:lnTo>
                  <a:cubicBezTo>
                    <a:pt x="318780" y="261652"/>
                    <a:pt x="327551" y="234473"/>
                    <a:pt x="326216" y="206834"/>
                  </a:cubicBezTo>
                  <a:cubicBezTo>
                    <a:pt x="323181" y="144001"/>
                    <a:pt x="269785" y="95526"/>
                    <a:pt x="206951" y="98561"/>
                  </a:cubicBezTo>
                  <a:close/>
                  <a:moveTo>
                    <a:pt x="206125" y="80771"/>
                  </a:moveTo>
                  <a:cubicBezTo>
                    <a:pt x="242166" y="78898"/>
                    <a:pt x="277370" y="92043"/>
                    <a:pt x="303363" y="117077"/>
                  </a:cubicBezTo>
                  <a:lnTo>
                    <a:pt x="303320" y="117091"/>
                  </a:lnTo>
                  <a:cubicBezTo>
                    <a:pt x="352666" y="164146"/>
                    <a:pt x="357917" y="241092"/>
                    <a:pt x="315422" y="294415"/>
                  </a:cubicBezTo>
                  <a:cubicBezTo>
                    <a:pt x="295449" y="319826"/>
                    <a:pt x="282214" y="349868"/>
                    <a:pt x="276945" y="381756"/>
                  </a:cubicBezTo>
                  <a:lnTo>
                    <a:pt x="276318" y="385401"/>
                  </a:lnTo>
                  <a:cubicBezTo>
                    <a:pt x="275583" y="389671"/>
                    <a:pt x="271880" y="392791"/>
                    <a:pt x="267548" y="392790"/>
                  </a:cubicBezTo>
                  <a:lnTo>
                    <a:pt x="157205" y="392790"/>
                  </a:lnTo>
                  <a:cubicBezTo>
                    <a:pt x="152851" y="392790"/>
                    <a:pt x="149138" y="389639"/>
                    <a:pt x="148427" y="385344"/>
                  </a:cubicBezTo>
                  <a:lnTo>
                    <a:pt x="147815" y="381785"/>
                  </a:lnTo>
                  <a:cubicBezTo>
                    <a:pt x="141717" y="348896"/>
                    <a:pt x="127773" y="317965"/>
                    <a:pt x="107167" y="291618"/>
                  </a:cubicBezTo>
                  <a:cubicBezTo>
                    <a:pt x="89543" y="268412"/>
                    <a:pt x="80204" y="239969"/>
                    <a:pt x="80642" y="210832"/>
                  </a:cubicBezTo>
                  <a:cubicBezTo>
                    <a:pt x="82261" y="141434"/>
                    <a:pt x="136830" y="84875"/>
                    <a:pt x="206125" y="80771"/>
                  </a:cubicBezTo>
                  <a:close/>
                  <a:moveTo>
                    <a:pt x="350012" y="62205"/>
                  </a:moveTo>
                  <a:cubicBezTo>
                    <a:pt x="353487" y="58729"/>
                    <a:pt x="359122" y="58729"/>
                    <a:pt x="362598" y="62205"/>
                  </a:cubicBezTo>
                  <a:cubicBezTo>
                    <a:pt x="366073" y="65680"/>
                    <a:pt x="366073" y="71315"/>
                    <a:pt x="362598" y="74791"/>
                  </a:cubicBezTo>
                  <a:lnTo>
                    <a:pt x="331567" y="105793"/>
                  </a:lnTo>
                  <a:lnTo>
                    <a:pt x="325288" y="108393"/>
                  </a:lnTo>
                  <a:lnTo>
                    <a:pt x="319007" y="105792"/>
                  </a:lnTo>
                  <a:cubicBezTo>
                    <a:pt x="315533" y="102316"/>
                    <a:pt x="315534" y="96682"/>
                    <a:pt x="319009" y="93207"/>
                  </a:cubicBezTo>
                  <a:close/>
                  <a:moveTo>
                    <a:pt x="62198" y="62191"/>
                  </a:moveTo>
                  <a:cubicBezTo>
                    <a:pt x="65681" y="58715"/>
                    <a:pt x="71323" y="58721"/>
                    <a:pt x="74798" y="62205"/>
                  </a:cubicBezTo>
                  <a:lnTo>
                    <a:pt x="105801" y="93207"/>
                  </a:lnTo>
                  <a:cubicBezTo>
                    <a:pt x="109276" y="96683"/>
                    <a:pt x="109276" y="102318"/>
                    <a:pt x="105801" y="105793"/>
                  </a:cubicBezTo>
                  <a:cubicBezTo>
                    <a:pt x="102325" y="109269"/>
                    <a:pt x="96690" y="109269"/>
                    <a:pt x="93214" y="105793"/>
                  </a:cubicBezTo>
                  <a:lnTo>
                    <a:pt x="62184" y="74791"/>
                  </a:lnTo>
                  <a:cubicBezTo>
                    <a:pt x="58708" y="71307"/>
                    <a:pt x="58714" y="65666"/>
                    <a:pt x="62198" y="62191"/>
                  </a:cubicBezTo>
                  <a:close/>
                  <a:moveTo>
                    <a:pt x="212392" y="0"/>
                  </a:moveTo>
                  <a:cubicBezTo>
                    <a:pt x="217306" y="0"/>
                    <a:pt x="221290" y="3984"/>
                    <a:pt x="221290" y="8899"/>
                  </a:cubicBezTo>
                  <a:lnTo>
                    <a:pt x="221290" y="52752"/>
                  </a:lnTo>
                  <a:cubicBezTo>
                    <a:pt x="221290" y="57666"/>
                    <a:pt x="217306" y="61650"/>
                    <a:pt x="212392" y="61650"/>
                  </a:cubicBezTo>
                  <a:cubicBezTo>
                    <a:pt x="207476" y="61650"/>
                    <a:pt x="203492" y="57666"/>
                    <a:pt x="203492" y="52752"/>
                  </a:cubicBezTo>
                  <a:lnTo>
                    <a:pt x="203492" y="8899"/>
                  </a:lnTo>
                  <a:cubicBezTo>
                    <a:pt x="203492" y="3984"/>
                    <a:pt x="207476" y="0"/>
                    <a:pt x="212392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0" name="Group 283">
            <a:extLst>
              <a:ext uri="{FF2B5EF4-FFF2-40B4-BE49-F238E27FC236}">
                <a16:creationId xmlns:a16="http://schemas.microsoft.com/office/drawing/2014/main" id="{1D3BC810-4EF7-A6DF-AEAA-CCE7DAAE99C0}"/>
              </a:ext>
            </a:extLst>
          </p:cNvPr>
          <p:cNvGrpSpPr/>
          <p:nvPr/>
        </p:nvGrpSpPr>
        <p:grpSpPr>
          <a:xfrm>
            <a:off x="7958631" y="1353675"/>
            <a:ext cx="346543" cy="463925"/>
            <a:chOff x="7958631" y="1353675"/>
            <a:chExt cx="346543" cy="463925"/>
          </a:xfrm>
        </p:grpSpPr>
        <p:sp>
          <p:nvSpPr>
            <p:cNvPr id="81" name="Freeform: Shape 55">
              <a:extLst>
                <a:ext uri="{FF2B5EF4-FFF2-40B4-BE49-F238E27FC236}">
                  <a16:creationId xmlns:a16="http://schemas.microsoft.com/office/drawing/2014/main" id="{789D2E19-62D5-7059-EAD7-AC0B3F814F96}"/>
                </a:ext>
              </a:extLst>
            </p:cNvPr>
            <p:cNvSpPr/>
            <p:nvPr/>
          </p:nvSpPr>
          <p:spPr>
            <a:xfrm>
              <a:off x="7967512" y="1431780"/>
              <a:ext cx="328749" cy="376899"/>
            </a:xfrm>
            <a:custGeom>
              <a:avLst/>
              <a:gdLst>
                <a:gd name="connsiteX0" fmla="*/ 91526 w 328748"/>
                <a:gd name="connsiteY0" fmla="*/ 329687 h 376899"/>
                <a:gd name="connsiteX1" fmla="*/ 242610 w 328748"/>
                <a:gd name="connsiteY1" fmla="*/ 329687 h 376899"/>
                <a:gd name="connsiteX2" fmla="*/ 277428 w 328748"/>
                <a:gd name="connsiteY2" fmla="*/ 364505 h 376899"/>
                <a:gd name="connsiteX3" fmla="*/ 277428 w 328748"/>
                <a:gd name="connsiteY3" fmla="*/ 376899 h 376899"/>
                <a:gd name="connsiteX4" fmla="*/ 56708 w 328748"/>
                <a:gd name="connsiteY4" fmla="*/ 376899 h 376899"/>
                <a:gd name="connsiteX5" fmla="*/ 56708 w 328748"/>
                <a:gd name="connsiteY5" fmla="*/ 364505 h 376899"/>
                <a:gd name="connsiteX6" fmla="*/ 91526 w 328748"/>
                <a:gd name="connsiteY6" fmla="*/ 329687 h 376899"/>
                <a:gd name="connsiteX7" fmla="*/ 301298 w 328748"/>
                <a:gd name="connsiteY7" fmla="*/ 76257 h 376899"/>
                <a:gd name="connsiteX8" fmla="*/ 328748 w 328748"/>
                <a:gd name="connsiteY8" fmla="*/ 103708 h 376899"/>
                <a:gd name="connsiteX9" fmla="*/ 301298 w 328748"/>
                <a:gd name="connsiteY9" fmla="*/ 131158 h 376899"/>
                <a:gd name="connsiteX10" fmla="*/ 273847 w 328748"/>
                <a:gd name="connsiteY10" fmla="*/ 103708 h 376899"/>
                <a:gd name="connsiteX11" fmla="*/ 301298 w 328748"/>
                <a:gd name="connsiteY11" fmla="*/ 76257 h 376899"/>
                <a:gd name="connsiteX12" fmla="*/ 33202 w 328748"/>
                <a:gd name="connsiteY12" fmla="*/ 0 h 376899"/>
                <a:gd name="connsiteX13" fmla="*/ 156288 w 328748"/>
                <a:gd name="connsiteY13" fmla="*/ 123079 h 376899"/>
                <a:gd name="connsiteX14" fmla="*/ 129770 w 328748"/>
                <a:gd name="connsiteY14" fmla="*/ 156281 h 376899"/>
                <a:gd name="connsiteX15" fmla="*/ 0 w 328748"/>
                <a:gd name="connsiteY15" fmla="*/ 26518 h 376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8748" h="376899">
                  <a:moveTo>
                    <a:pt x="91526" y="329687"/>
                  </a:moveTo>
                  <a:lnTo>
                    <a:pt x="242610" y="329687"/>
                  </a:lnTo>
                  <a:cubicBezTo>
                    <a:pt x="261840" y="329687"/>
                    <a:pt x="277428" y="345276"/>
                    <a:pt x="277428" y="364505"/>
                  </a:cubicBezTo>
                  <a:lnTo>
                    <a:pt x="277428" y="376899"/>
                  </a:lnTo>
                  <a:lnTo>
                    <a:pt x="56708" y="376899"/>
                  </a:lnTo>
                  <a:lnTo>
                    <a:pt x="56708" y="364505"/>
                  </a:lnTo>
                  <a:cubicBezTo>
                    <a:pt x="56708" y="345276"/>
                    <a:pt x="72297" y="329687"/>
                    <a:pt x="91526" y="329687"/>
                  </a:cubicBezTo>
                  <a:close/>
                  <a:moveTo>
                    <a:pt x="301298" y="76257"/>
                  </a:moveTo>
                  <a:cubicBezTo>
                    <a:pt x="316459" y="76257"/>
                    <a:pt x="328748" y="88547"/>
                    <a:pt x="328748" y="103708"/>
                  </a:cubicBezTo>
                  <a:cubicBezTo>
                    <a:pt x="328748" y="118869"/>
                    <a:pt x="316459" y="131158"/>
                    <a:pt x="301298" y="131158"/>
                  </a:cubicBezTo>
                  <a:cubicBezTo>
                    <a:pt x="286137" y="131158"/>
                    <a:pt x="273847" y="118869"/>
                    <a:pt x="273847" y="103708"/>
                  </a:cubicBezTo>
                  <a:cubicBezTo>
                    <a:pt x="273847" y="88547"/>
                    <a:pt x="286137" y="76257"/>
                    <a:pt x="301298" y="76257"/>
                  </a:cubicBezTo>
                  <a:close/>
                  <a:moveTo>
                    <a:pt x="33202" y="0"/>
                  </a:moveTo>
                  <a:lnTo>
                    <a:pt x="156288" y="123079"/>
                  </a:lnTo>
                  <a:lnTo>
                    <a:pt x="129770" y="156281"/>
                  </a:lnTo>
                  <a:lnTo>
                    <a:pt x="0" y="26518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" name="Freeform: Shape 56">
              <a:extLst>
                <a:ext uri="{FF2B5EF4-FFF2-40B4-BE49-F238E27FC236}">
                  <a16:creationId xmlns:a16="http://schemas.microsoft.com/office/drawing/2014/main" id="{CBC6757C-5A68-A382-061E-EE4FA085A1E2}"/>
                </a:ext>
              </a:extLst>
            </p:cNvPr>
            <p:cNvSpPr/>
            <p:nvPr/>
          </p:nvSpPr>
          <p:spPr>
            <a:xfrm>
              <a:off x="7958631" y="1353675"/>
              <a:ext cx="346543" cy="463925"/>
            </a:xfrm>
            <a:custGeom>
              <a:avLst/>
              <a:gdLst>
                <a:gd name="connsiteX0" fmla="*/ 100443 w 346542"/>
                <a:gd name="connsiteY0" fmla="*/ 416692 h 463925"/>
                <a:gd name="connsiteX1" fmla="*/ 74524 w 346542"/>
                <a:gd name="connsiteY1" fmla="*/ 442611 h 463925"/>
                <a:gd name="connsiteX2" fmla="*/ 74524 w 346542"/>
                <a:gd name="connsiteY2" fmla="*/ 446099 h 463925"/>
                <a:gd name="connsiteX3" fmla="*/ 277411 w 346542"/>
                <a:gd name="connsiteY3" fmla="*/ 446099 h 463925"/>
                <a:gd name="connsiteX4" fmla="*/ 277411 w 346542"/>
                <a:gd name="connsiteY4" fmla="*/ 442611 h 463925"/>
                <a:gd name="connsiteX5" fmla="*/ 251492 w 346542"/>
                <a:gd name="connsiteY5" fmla="*/ 416692 h 463925"/>
                <a:gd name="connsiteX6" fmla="*/ 279992 w 346542"/>
                <a:gd name="connsiteY6" fmla="*/ 224115 h 463925"/>
                <a:gd name="connsiteX7" fmla="*/ 281462 w 346542"/>
                <a:gd name="connsiteY7" fmla="*/ 236627 h 463925"/>
                <a:gd name="connsiteX8" fmla="*/ 183151 w 346542"/>
                <a:gd name="connsiteY8" fmla="*/ 360880 h 463925"/>
                <a:gd name="connsiteX9" fmla="*/ 183151 w 346542"/>
                <a:gd name="connsiteY9" fmla="*/ 398894 h 463925"/>
                <a:gd name="connsiteX10" fmla="*/ 251492 w 346542"/>
                <a:gd name="connsiteY10" fmla="*/ 398894 h 463925"/>
                <a:gd name="connsiteX11" fmla="*/ 295173 w 346542"/>
                <a:gd name="connsiteY11" fmla="*/ 442640 h 463925"/>
                <a:gd name="connsiteX12" fmla="*/ 295173 w 346542"/>
                <a:gd name="connsiteY12" fmla="*/ 455027 h 463925"/>
                <a:gd name="connsiteX13" fmla="*/ 286274 w 346542"/>
                <a:gd name="connsiteY13" fmla="*/ 463925 h 463925"/>
                <a:gd name="connsiteX14" fmla="*/ 65590 w 346542"/>
                <a:gd name="connsiteY14" fmla="*/ 463925 h 463925"/>
                <a:gd name="connsiteX15" fmla="*/ 56691 w 346542"/>
                <a:gd name="connsiteY15" fmla="*/ 455027 h 463925"/>
                <a:gd name="connsiteX16" fmla="*/ 56691 w 346542"/>
                <a:gd name="connsiteY16" fmla="*/ 442640 h 463925"/>
                <a:gd name="connsiteX17" fmla="*/ 100408 w 346542"/>
                <a:gd name="connsiteY17" fmla="*/ 398923 h 463925"/>
                <a:gd name="connsiteX18" fmla="*/ 165382 w 346542"/>
                <a:gd name="connsiteY18" fmla="*/ 398923 h 463925"/>
                <a:gd name="connsiteX19" fmla="*/ 165382 w 346542"/>
                <a:gd name="connsiteY19" fmla="*/ 357819 h 463925"/>
                <a:gd name="connsiteX20" fmla="*/ 167304 w 346542"/>
                <a:gd name="connsiteY20" fmla="*/ 352302 h 463925"/>
                <a:gd name="connsiteX21" fmla="*/ 267481 w 346542"/>
                <a:gd name="connsiteY21" fmla="*/ 225585 h 463925"/>
                <a:gd name="connsiteX22" fmla="*/ 279992 w 346542"/>
                <a:gd name="connsiteY22" fmla="*/ 224115 h 463925"/>
                <a:gd name="connsiteX23" fmla="*/ 310164 w 346542"/>
                <a:gd name="connsiteY23" fmla="*/ 163260 h 463925"/>
                <a:gd name="connsiteX24" fmla="*/ 291620 w 346542"/>
                <a:gd name="connsiteY24" fmla="*/ 181819 h 463925"/>
                <a:gd name="connsiteX25" fmla="*/ 310179 w 346542"/>
                <a:gd name="connsiteY25" fmla="*/ 200364 h 463925"/>
                <a:gd name="connsiteX26" fmla="*/ 328723 w 346542"/>
                <a:gd name="connsiteY26" fmla="*/ 181812 h 463925"/>
                <a:gd name="connsiteX27" fmla="*/ 328723 w 346542"/>
                <a:gd name="connsiteY27" fmla="*/ 181805 h 463925"/>
                <a:gd name="connsiteX28" fmla="*/ 310164 w 346542"/>
                <a:gd name="connsiteY28" fmla="*/ 163260 h 463925"/>
                <a:gd name="connsiteX29" fmla="*/ 45650 w 346542"/>
                <a:gd name="connsiteY29" fmla="*/ 153977 h 463925"/>
                <a:gd name="connsiteX30" fmla="*/ 51053 w 346542"/>
                <a:gd name="connsiteY30" fmla="*/ 192205 h 463925"/>
                <a:gd name="connsiteX31" fmla="*/ 51060 w 346542"/>
                <a:gd name="connsiteY31" fmla="*/ 192205 h 463925"/>
                <a:gd name="connsiteX32" fmla="*/ 89281 w 346542"/>
                <a:gd name="connsiteY32" fmla="*/ 197609 h 463925"/>
                <a:gd name="connsiteX33" fmla="*/ 189835 w 346542"/>
                <a:gd name="connsiteY33" fmla="*/ 17958 h 463925"/>
                <a:gd name="connsiteX34" fmla="*/ 166342 w 346542"/>
                <a:gd name="connsiteY34" fmla="*/ 29348 h 463925"/>
                <a:gd name="connsiteX35" fmla="*/ 115357 w 346542"/>
                <a:gd name="connsiteY35" fmla="*/ 47266 h 463925"/>
                <a:gd name="connsiteX36" fmla="*/ 83152 w 346542"/>
                <a:gd name="connsiteY36" fmla="*/ 56691 h 463925"/>
                <a:gd name="connsiteX37" fmla="*/ 22207 w 346542"/>
                <a:gd name="connsiteY37" fmla="*/ 105363 h 463925"/>
                <a:gd name="connsiteX38" fmla="*/ 137903 w 346542"/>
                <a:gd name="connsiteY38" fmla="*/ 221072 h 463925"/>
                <a:gd name="connsiteX39" fmla="*/ 153244 w 346542"/>
                <a:gd name="connsiteY39" fmla="*/ 201851 h 463925"/>
                <a:gd name="connsiteX40" fmla="*/ 61489 w 346542"/>
                <a:gd name="connsiteY40" fmla="*/ 110083 h 463925"/>
                <a:gd name="connsiteX41" fmla="*/ 61482 w 346542"/>
                <a:gd name="connsiteY41" fmla="*/ 97874 h 463925"/>
                <a:gd name="connsiteX42" fmla="*/ 74061 w 346542"/>
                <a:gd name="connsiteY42" fmla="*/ 97496 h 463925"/>
                <a:gd name="connsiteX43" fmla="*/ 164420 w 346542"/>
                <a:gd name="connsiteY43" fmla="*/ 187856 h 463925"/>
                <a:gd name="connsiteX44" fmla="*/ 186574 w 346542"/>
                <a:gd name="connsiteY44" fmla="*/ 160092 h 463925"/>
                <a:gd name="connsiteX45" fmla="*/ 196035 w 346542"/>
                <a:gd name="connsiteY45" fmla="*/ 127908 h 463925"/>
                <a:gd name="connsiteX46" fmla="*/ 213925 w 346542"/>
                <a:gd name="connsiteY46" fmla="*/ 76916 h 463925"/>
                <a:gd name="connsiteX47" fmla="*/ 218516 w 346542"/>
                <a:gd name="connsiteY47" fmla="*/ 33277 h 463925"/>
                <a:gd name="connsiteX48" fmla="*/ 209974 w 346542"/>
                <a:gd name="connsiteY48" fmla="*/ 24735 h 463925"/>
                <a:gd name="connsiteX49" fmla="*/ 189835 w 346542"/>
                <a:gd name="connsiteY49" fmla="*/ 17958 h 463925"/>
                <a:gd name="connsiteX50" fmla="*/ 188382 w 346542"/>
                <a:gd name="connsiteY50" fmla="*/ 232 h 463925"/>
                <a:gd name="connsiteX51" fmla="*/ 222553 w 346542"/>
                <a:gd name="connsiteY51" fmla="*/ 12156 h 463925"/>
                <a:gd name="connsiteX52" fmla="*/ 231095 w 346542"/>
                <a:gd name="connsiteY52" fmla="*/ 20698 h 463925"/>
                <a:gd name="connsiteX53" fmla="*/ 226497 w 346542"/>
                <a:gd name="connsiteY53" fmla="*/ 89509 h 463925"/>
                <a:gd name="connsiteX54" fmla="*/ 226262 w 346542"/>
                <a:gd name="connsiteY54" fmla="*/ 89772 h 463925"/>
                <a:gd name="connsiteX55" fmla="*/ 291862 w 346542"/>
                <a:gd name="connsiteY55" fmla="*/ 150603 h 463925"/>
                <a:gd name="connsiteX56" fmla="*/ 310179 w 346542"/>
                <a:gd name="connsiteY56" fmla="*/ 145470 h 463925"/>
                <a:gd name="connsiteX57" fmla="*/ 310193 w 346542"/>
                <a:gd name="connsiteY57" fmla="*/ 145506 h 463925"/>
                <a:gd name="connsiteX58" fmla="*/ 310200 w 346542"/>
                <a:gd name="connsiteY58" fmla="*/ 145506 h 463925"/>
                <a:gd name="connsiteX59" fmla="*/ 346542 w 346542"/>
                <a:gd name="connsiteY59" fmla="*/ 181862 h 463925"/>
                <a:gd name="connsiteX60" fmla="*/ 310186 w 346542"/>
                <a:gd name="connsiteY60" fmla="*/ 218203 h 463925"/>
                <a:gd name="connsiteX61" fmla="*/ 273844 w 346542"/>
                <a:gd name="connsiteY61" fmla="*/ 181848 h 463925"/>
                <a:gd name="connsiteX62" fmla="*/ 279190 w 346542"/>
                <a:gd name="connsiteY62" fmla="*/ 163139 h 463925"/>
                <a:gd name="connsiteX63" fmla="*/ 216310 w 346542"/>
                <a:gd name="connsiteY63" fmla="*/ 104829 h 463925"/>
                <a:gd name="connsiteX64" fmla="*/ 213576 w 346542"/>
                <a:gd name="connsiteY64" fmla="*/ 125039 h 463925"/>
                <a:gd name="connsiteX65" fmla="*/ 200491 w 346542"/>
                <a:gd name="connsiteY65" fmla="*/ 171262 h 463925"/>
                <a:gd name="connsiteX66" fmla="*/ 172144 w 346542"/>
                <a:gd name="connsiteY66" fmla="*/ 206756 h 463925"/>
                <a:gd name="connsiteX67" fmla="*/ 145619 w 346542"/>
                <a:gd name="connsiteY67" fmla="*/ 239959 h 463925"/>
                <a:gd name="connsiteX68" fmla="*/ 142907 w 346542"/>
                <a:gd name="connsiteY68" fmla="*/ 242180 h 463925"/>
                <a:gd name="connsiteX69" fmla="*/ 142651 w 346542"/>
                <a:gd name="connsiteY69" fmla="*/ 242336 h 463925"/>
                <a:gd name="connsiteX70" fmla="*/ 139412 w 346542"/>
                <a:gd name="connsiteY70" fmla="*/ 243219 h 463925"/>
                <a:gd name="connsiteX71" fmla="*/ 139163 w 346542"/>
                <a:gd name="connsiteY71" fmla="*/ 243290 h 463925"/>
                <a:gd name="connsiteX72" fmla="*/ 138672 w 346542"/>
                <a:gd name="connsiteY72" fmla="*/ 243290 h 463925"/>
                <a:gd name="connsiteX73" fmla="*/ 135518 w 346542"/>
                <a:gd name="connsiteY73" fmla="*/ 242664 h 463925"/>
                <a:gd name="connsiteX74" fmla="*/ 134550 w 346542"/>
                <a:gd name="connsiteY74" fmla="*/ 242130 h 463925"/>
                <a:gd name="connsiteX75" fmla="*/ 133126 w 346542"/>
                <a:gd name="connsiteY75" fmla="*/ 241340 h 463925"/>
                <a:gd name="connsiteX76" fmla="*/ 132806 w 346542"/>
                <a:gd name="connsiteY76" fmla="*/ 240955 h 463925"/>
                <a:gd name="connsiteX77" fmla="*/ 132386 w 346542"/>
                <a:gd name="connsiteY77" fmla="*/ 240678 h 463925"/>
                <a:gd name="connsiteX78" fmla="*/ 102195 w 346542"/>
                <a:gd name="connsiteY78" fmla="*/ 210487 h 463925"/>
                <a:gd name="connsiteX79" fmla="*/ 45129 w 346542"/>
                <a:gd name="connsiteY79" fmla="*/ 210487 h 463925"/>
                <a:gd name="connsiteX80" fmla="*/ 32807 w 346542"/>
                <a:gd name="connsiteY80" fmla="*/ 141099 h 463925"/>
                <a:gd name="connsiteX81" fmla="*/ 2616 w 346542"/>
                <a:gd name="connsiteY81" fmla="*/ 110908 h 463925"/>
                <a:gd name="connsiteX82" fmla="*/ 1960 w 346542"/>
                <a:gd name="connsiteY82" fmla="*/ 110177 h 463925"/>
                <a:gd name="connsiteX83" fmla="*/ 3328 w 346542"/>
                <a:gd name="connsiteY83" fmla="*/ 97667 h 463925"/>
                <a:gd name="connsiteX84" fmla="*/ 72039 w 346542"/>
                <a:gd name="connsiteY84" fmla="*/ 42760 h 463925"/>
                <a:gd name="connsiteX85" fmla="*/ 118262 w 346542"/>
                <a:gd name="connsiteY85" fmla="*/ 29682 h 463925"/>
                <a:gd name="connsiteX86" fmla="*/ 153756 w 346542"/>
                <a:gd name="connsiteY86" fmla="*/ 16747 h 463925"/>
                <a:gd name="connsiteX87" fmla="*/ 188382 w 346542"/>
                <a:gd name="connsiteY87" fmla="*/ 232 h 46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346542" h="463925">
                  <a:moveTo>
                    <a:pt x="100443" y="416692"/>
                  </a:moveTo>
                  <a:cubicBezTo>
                    <a:pt x="86135" y="416707"/>
                    <a:pt x="74539" y="428303"/>
                    <a:pt x="74524" y="442611"/>
                  </a:cubicBezTo>
                  <a:lnTo>
                    <a:pt x="74524" y="446099"/>
                  </a:lnTo>
                  <a:lnTo>
                    <a:pt x="277411" y="446099"/>
                  </a:lnTo>
                  <a:lnTo>
                    <a:pt x="277411" y="442611"/>
                  </a:lnTo>
                  <a:cubicBezTo>
                    <a:pt x="277396" y="428303"/>
                    <a:pt x="265800" y="416707"/>
                    <a:pt x="251492" y="416692"/>
                  </a:cubicBezTo>
                  <a:close/>
                  <a:moveTo>
                    <a:pt x="279992" y="224115"/>
                  </a:moveTo>
                  <a:cubicBezTo>
                    <a:pt x="283853" y="227164"/>
                    <a:pt x="284511" y="232766"/>
                    <a:pt x="281462" y="236627"/>
                  </a:cubicBezTo>
                  <a:lnTo>
                    <a:pt x="183151" y="360880"/>
                  </a:lnTo>
                  <a:lnTo>
                    <a:pt x="183151" y="398894"/>
                  </a:lnTo>
                  <a:lnTo>
                    <a:pt x="251492" y="398894"/>
                  </a:lnTo>
                  <a:cubicBezTo>
                    <a:pt x="275622" y="398942"/>
                    <a:pt x="295161" y="418510"/>
                    <a:pt x="295173" y="442640"/>
                  </a:cubicBezTo>
                  <a:lnTo>
                    <a:pt x="295173" y="455027"/>
                  </a:lnTo>
                  <a:cubicBezTo>
                    <a:pt x="295173" y="459941"/>
                    <a:pt x="291189" y="463925"/>
                    <a:pt x="286274" y="463925"/>
                  </a:cubicBezTo>
                  <a:lnTo>
                    <a:pt x="65590" y="463925"/>
                  </a:lnTo>
                  <a:cubicBezTo>
                    <a:pt x="60675" y="463925"/>
                    <a:pt x="56691" y="459941"/>
                    <a:pt x="56691" y="455027"/>
                  </a:cubicBezTo>
                  <a:lnTo>
                    <a:pt x="56691" y="442640"/>
                  </a:lnTo>
                  <a:cubicBezTo>
                    <a:pt x="56718" y="418507"/>
                    <a:pt x="76275" y="398950"/>
                    <a:pt x="100408" y="398923"/>
                  </a:cubicBezTo>
                  <a:lnTo>
                    <a:pt x="165382" y="398923"/>
                  </a:lnTo>
                  <a:lnTo>
                    <a:pt x="165382" y="357819"/>
                  </a:lnTo>
                  <a:cubicBezTo>
                    <a:pt x="165383" y="355816"/>
                    <a:pt x="166061" y="353872"/>
                    <a:pt x="167304" y="352302"/>
                  </a:cubicBezTo>
                  <a:lnTo>
                    <a:pt x="267481" y="225585"/>
                  </a:lnTo>
                  <a:cubicBezTo>
                    <a:pt x="270530" y="221725"/>
                    <a:pt x="276131" y="221066"/>
                    <a:pt x="279992" y="224115"/>
                  </a:cubicBezTo>
                  <a:close/>
                  <a:moveTo>
                    <a:pt x="310164" y="163260"/>
                  </a:moveTo>
                  <a:cubicBezTo>
                    <a:pt x="299918" y="163264"/>
                    <a:pt x="291616" y="171573"/>
                    <a:pt x="291620" y="181819"/>
                  </a:cubicBezTo>
                  <a:cubicBezTo>
                    <a:pt x="291624" y="192065"/>
                    <a:pt x="299933" y="200368"/>
                    <a:pt x="310179" y="200364"/>
                  </a:cubicBezTo>
                  <a:cubicBezTo>
                    <a:pt x="320417" y="200348"/>
                    <a:pt x="328711" y="192050"/>
                    <a:pt x="328723" y="181812"/>
                  </a:cubicBezTo>
                  <a:cubicBezTo>
                    <a:pt x="328723" y="181810"/>
                    <a:pt x="328723" y="181807"/>
                    <a:pt x="328723" y="181805"/>
                  </a:cubicBezTo>
                  <a:cubicBezTo>
                    <a:pt x="328719" y="171559"/>
                    <a:pt x="320410" y="163256"/>
                    <a:pt x="310164" y="163260"/>
                  </a:cubicBezTo>
                  <a:close/>
                  <a:moveTo>
                    <a:pt x="45650" y="153977"/>
                  </a:moveTo>
                  <a:cubicBezTo>
                    <a:pt x="38752" y="166504"/>
                    <a:pt x="40953" y="182081"/>
                    <a:pt x="51053" y="192205"/>
                  </a:cubicBezTo>
                  <a:lnTo>
                    <a:pt x="51060" y="192205"/>
                  </a:lnTo>
                  <a:cubicBezTo>
                    <a:pt x="61188" y="202292"/>
                    <a:pt x="76754" y="204493"/>
                    <a:pt x="89281" y="197609"/>
                  </a:cubicBezTo>
                  <a:close/>
                  <a:moveTo>
                    <a:pt x="189835" y="17958"/>
                  </a:moveTo>
                  <a:cubicBezTo>
                    <a:pt x="180903" y="18856"/>
                    <a:pt x="172579" y="22892"/>
                    <a:pt x="166342" y="29348"/>
                  </a:cubicBezTo>
                  <a:cubicBezTo>
                    <a:pt x="153207" y="43155"/>
                    <a:pt x="134243" y="49820"/>
                    <a:pt x="115357" y="47266"/>
                  </a:cubicBezTo>
                  <a:cubicBezTo>
                    <a:pt x="103773" y="45723"/>
                    <a:pt x="92076" y="49147"/>
                    <a:pt x="83152" y="56691"/>
                  </a:cubicBezTo>
                  <a:lnTo>
                    <a:pt x="22207" y="105363"/>
                  </a:lnTo>
                  <a:lnTo>
                    <a:pt x="137903" y="221072"/>
                  </a:lnTo>
                  <a:lnTo>
                    <a:pt x="153244" y="201851"/>
                  </a:lnTo>
                  <a:lnTo>
                    <a:pt x="61489" y="110083"/>
                  </a:lnTo>
                  <a:cubicBezTo>
                    <a:pt x="58255" y="106656"/>
                    <a:pt x="58252" y="101304"/>
                    <a:pt x="61482" y="97874"/>
                  </a:cubicBezTo>
                  <a:cubicBezTo>
                    <a:pt x="64851" y="94296"/>
                    <a:pt x="70483" y="94127"/>
                    <a:pt x="74061" y="97496"/>
                  </a:cubicBezTo>
                  <a:lnTo>
                    <a:pt x="164420" y="187856"/>
                  </a:lnTo>
                  <a:lnTo>
                    <a:pt x="186574" y="160092"/>
                  </a:lnTo>
                  <a:cubicBezTo>
                    <a:pt x="194118" y="151175"/>
                    <a:pt x="197553" y="139490"/>
                    <a:pt x="196035" y="127908"/>
                  </a:cubicBezTo>
                  <a:cubicBezTo>
                    <a:pt x="193471" y="109025"/>
                    <a:pt x="200125" y="90058"/>
                    <a:pt x="213925" y="76916"/>
                  </a:cubicBezTo>
                  <a:cubicBezTo>
                    <a:pt x="227223" y="63625"/>
                    <a:pt x="229280" y="44048"/>
                    <a:pt x="218516" y="33277"/>
                  </a:cubicBezTo>
                  <a:lnTo>
                    <a:pt x="209974" y="24735"/>
                  </a:lnTo>
                  <a:cubicBezTo>
                    <a:pt x="204597" y="19602"/>
                    <a:pt x="197220" y="17120"/>
                    <a:pt x="189835" y="17958"/>
                  </a:cubicBezTo>
                  <a:close/>
                  <a:moveTo>
                    <a:pt x="188382" y="232"/>
                  </a:moveTo>
                  <a:cubicBezTo>
                    <a:pt x="200981" y="-1089"/>
                    <a:pt x="213511" y="3283"/>
                    <a:pt x="222553" y="12156"/>
                  </a:cubicBezTo>
                  <a:lnTo>
                    <a:pt x="231095" y="20698"/>
                  </a:lnTo>
                  <a:cubicBezTo>
                    <a:pt x="248793" y="38410"/>
                    <a:pt x="246735" y="69277"/>
                    <a:pt x="226497" y="89509"/>
                  </a:cubicBezTo>
                  <a:cubicBezTo>
                    <a:pt x="226418" y="89595"/>
                    <a:pt x="226347" y="89687"/>
                    <a:pt x="226262" y="89772"/>
                  </a:cubicBezTo>
                  <a:lnTo>
                    <a:pt x="291862" y="150603"/>
                  </a:lnTo>
                  <a:cubicBezTo>
                    <a:pt x="297396" y="147278"/>
                    <a:pt x="303723" y="145505"/>
                    <a:pt x="310179" y="145470"/>
                  </a:cubicBezTo>
                  <a:lnTo>
                    <a:pt x="310193" y="145506"/>
                  </a:lnTo>
                  <a:cubicBezTo>
                    <a:pt x="310195" y="145506"/>
                    <a:pt x="310197" y="145506"/>
                    <a:pt x="310200" y="145506"/>
                  </a:cubicBezTo>
                  <a:cubicBezTo>
                    <a:pt x="330275" y="145510"/>
                    <a:pt x="346545" y="161787"/>
                    <a:pt x="346542" y="181862"/>
                  </a:cubicBezTo>
                  <a:cubicBezTo>
                    <a:pt x="346538" y="201937"/>
                    <a:pt x="330261" y="218207"/>
                    <a:pt x="310186" y="218203"/>
                  </a:cubicBezTo>
                  <a:cubicBezTo>
                    <a:pt x="290111" y="218199"/>
                    <a:pt x="273840" y="201922"/>
                    <a:pt x="273844" y="181848"/>
                  </a:cubicBezTo>
                  <a:cubicBezTo>
                    <a:pt x="273873" y="175239"/>
                    <a:pt x="275723" y="168766"/>
                    <a:pt x="279190" y="163139"/>
                  </a:cubicBezTo>
                  <a:lnTo>
                    <a:pt x="216310" y="104829"/>
                  </a:lnTo>
                  <a:cubicBezTo>
                    <a:pt x="213537" y="111181"/>
                    <a:pt x="212591" y="118179"/>
                    <a:pt x="213576" y="125039"/>
                  </a:cubicBezTo>
                  <a:cubicBezTo>
                    <a:pt x="215938" y="141603"/>
                    <a:pt x="211185" y="158394"/>
                    <a:pt x="200491" y="171262"/>
                  </a:cubicBezTo>
                  <a:lnTo>
                    <a:pt x="172144" y="206756"/>
                  </a:lnTo>
                  <a:lnTo>
                    <a:pt x="145619" y="239959"/>
                  </a:lnTo>
                  <a:cubicBezTo>
                    <a:pt x="144874" y="240874"/>
                    <a:pt x="143951" y="241629"/>
                    <a:pt x="142907" y="242180"/>
                  </a:cubicBezTo>
                  <a:cubicBezTo>
                    <a:pt x="142822" y="242230"/>
                    <a:pt x="142743" y="242286"/>
                    <a:pt x="142651" y="242336"/>
                  </a:cubicBezTo>
                  <a:cubicBezTo>
                    <a:pt x="141637" y="242835"/>
                    <a:pt x="140538" y="243134"/>
                    <a:pt x="139412" y="243219"/>
                  </a:cubicBezTo>
                  <a:cubicBezTo>
                    <a:pt x="139326" y="243226"/>
                    <a:pt x="139248" y="243290"/>
                    <a:pt x="139163" y="243290"/>
                  </a:cubicBezTo>
                  <a:lnTo>
                    <a:pt x="138672" y="243290"/>
                  </a:lnTo>
                  <a:cubicBezTo>
                    <a:pt x="137591" y="243275"/>
                    <a:pt x="136522" y="243063"/>
                    <a:pt x="135518" y="242664"/>
                  </a:cubicBezTo>
                  <a:cubicBezTo>
                    <a:pt x="135184" y="242506"/>
                    <a:pt x="134861" y="242328"/>
                    <a:pt x="134550" y="242130"/>
                  </a:cubicBezTo>
                  <a:cubicBezTo>
                    <a:pt x="134051" y="241912"/>
                    <a:pt x="133574" y="241647"/>
                    <a:pt x="133126" y="241340"/>
                  </a:cubicBezTo>
                  <a:cubicBezTo>
                    <a:pt x="132991" y="241226"/>
                    <a:pt x="132934" y="241069"/>
                    <a:pt x="132806" y="240955"/>
                  </a:cubicBezTo>
                  <a:cubicBezTo>
                    <a:pt x="132677" y="240841"/>
                    <a:pt x="132507" y="240799"/>
                    <a:pt x="132386" y="240678"/>
                  </a:cubicBezTo>
                  <a:lnTo>
                    <a:pt x="102195" y="210487"/>
                  </a:lnTo>
                  <a:cubicBezTo>
                    <a:pt x="85056" y="222456"/>
                    <a:pt x="62268" y="222456"/>
                    <a:pt x="45129" y="210487"/>
                  </a:cubicBezTo>
                  <a:cubicBezTo>
                    <a:pt x="22566" y="194728"/>
                    <a:pt x="17049" y="163663"/>
                    <a:pt x="32807" y="141099"/>
                  </a:cubicBezTo>
                  <a:lnTo>
                    <a:pt x="2616" y="110908"/>
                  </a:lnTo>
                  <a:cubicBezTo>
                    <a:pt x="2384" y="110677"/>
                    <a:pt x="2165" y="110433"/>
                    <a:pt x="1960" y="110177"/>
                  </a:cubicBezTo>
                  <a:cubicBezTo>
                    <a:pt x="-1117" y="106345"/>
                    <a:pt x="-504" y="100744"/>
                    <a:pt x="3328" y="97667"/>
                  </a:cubicBezTo>
                  <a:lnTo>
                    <a:pt x="72039" y="42760"/>
                  </a:lnTo>
                  <a:cubicBezTo>
                    <a:pt x="84910" y="32072"/>
                    <a:pt x="101699" y="27322"/>
                    <a:pt x="118262" y="29682"/>
                  </a:cubicBezTo>
                  <a:cubicBezTo>
                    <a:pt x="131473" y="31223"/>
                    <a:pt x="144634" y="26426"/>
                    <a:pt x="153756" y="16747"/>
                  </a:cubicBezTo>
                  <a:cubicBezTo>
                    <a:pt x="162981" y="7320"/>
                    <a:pt x="175250" y="1468"/>
                    <a:pt x="188382" y="232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3" name="Group 282">
            <a:extLst>
              <a:ext uri="{FF2B5EF4-FFF2-40B4-BE49-F238E27FC236}">
                <a16:creationId xmlns:a16="http://schemas.microsoft.com/office/drawing/2014/main" id="{4A5A6465-8748-43A1-4F90-3013507C00A7}"/>
              </a:ext>
            </a:extLst>
          </p:cNvPr>
          <p:cNvGrpSpPr/>
          <p:nvPr/>
        </p:nvGrpSpPr>
        <p:grpSpPr>
          <a:xfrm>
            <a:off x="6882654" y="1353763"/>
            <a:ext cx="463807" cy="463807"/>
            <a:chOff x="6882654" y="1353763"/>
            <a:chExt cx="463807" cy="463807"/>
          </a:xfrm>
        </p:grpSpPr>
        <p:sp>
          <p:nvSpPr>
            <p:cNvPr id="84" name="Freeform: Shape 58">
              <a:extLst>
                <a:ext uri="{FF2B5EF4-FFF2-40B4-BE49-F238E27FC236}">
                  <a16:creationId xmlns:a16="http://schemas.microsoft.com/office/drawing/2014/main" id="{3BFCD61D-1572-A279-0E80-706CDD1D988F}"/>
                </a:ext>
              </a:extLst>
            </p:cNvPr>
            <p:cNvSpPr/>
            <p:nvPr/>
          </p:nvSpPr>
          <p:spPr>
            <a:xfrm>
              <a:off x="6916121" y="1496432"/>
              <a:ext cx="396876" cy="312242"/>
            </a:xfrm>
            <a:custGeom>
              <a:avLst/>
              <a:gdLst>
                <a:gd name="connsiteX0" fmla="*/ 233142 w 396875"/>
                <a:gd name="connsiteY0" fmla="*/ 89235 h 312241"/>
                <a:gd name="connsiteX1" fmla="*/ 396875 w 396875"/>
                <a:gd name="connsiteY1" fmla="*/ 89235 h 312241"/>
                <a:gd name="connsiteX2" fmla="*/ 396875 w 396875"/>
                <a:gd name="connsiteY2" fmla="*/ 200737 h 312241"/>
                <a:gd name="connsiteX3" fmla="*/ 396875 w 396875"/>
                <a:gd name="connsiteY3" fmla="*/ 200738 h 312241"/>
                <a:gd name="connsiteX4" fmla="*/ 396875 w 396875"/>
                <a:gd name="connsiteY4" fmla="*/ 312240 h 312241"/>
                <a:gd name="connsiteX5" fmla="*/ 233142 w 396875"/>
                <a:gd name="connsiteY5" fmla="*/ 312240 h 312241"/>
                <a:gd name="connsiteX6" fmla="*/ 233142 w 396875"/>
                <a:gd name="connsiteY6" fmla="*/ 200738 h 312241"/>
                <a:gd name="connsiteX7" fmla="*/ 233142 w 396875"/>
                <a:gd name="connsiteY7" fmla="*/ 200737 h 312241"/>
                <a:gd name="connsiteX8" fmla="*/ 0 w 396875"/>
                <a:gd name="connsiteY8" fmla="*/ 89235 h 312241"/>
                <a:gd name="connsiteX9" fmla="*/ 38214 w 396875"/>
                <a:gd name="connsiteY9" fmla="*/ 89235 h 312241"/>
                <a:gd name="connsiteX10" fmla="*/ 38214 w 396875"/>
                <a:gd name="connsiteY10" fmla="*/ 312241 h 312241"/>
                <a:gd name="connsiteX11" fmla="*/ 0 w 396875"/>
                <a:gd name="connsiteY11" fmla="*/ 312241 h 312241"/>
                <a:gd name="connsiteX12" fmla="*/ 114442 w 396875"/>
                <a:gd name="connsiteY12" fmla="*/ 0 h 312241"/>
                <a:gd name="connsiteX13" fmla="*/ 158935 w 396875"/>
                <a:gd name="connsiteY13" fmla="*/ 0 h 312241"/>
                <a:gd name="connsiteX14" fmla="*/ 158935 w 396875"/>
                <a:gd name="connsiteY14" fmla="*/ 34064 h 312241"/>
                <a:gd name="connsiteX15" fmla="*/ 114442 w 396875"/>
                <a:gd name="connsiteY15" fmla="*/ 34064 h 31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6875" h="312241">
                  <a:moveTo>
                    <a:pt x="233142" y="89235"/>
                  </a:moveTo>
                  <a:lnTo>
                    <a:pt x="396875" y="89235"/>
                  </a:lnTo>
                  <a:lnTo>
                    <a:pt x="396875" y="200737"/>
                  </a:lnTo>
                  <a:lnTo>
                    <a:pt x="396875" y="200738"/>
                  </a:lnTo>
                  <a:lnTo>
                    <a:pt x="396875" y="312240"/>
                  </a:lnTo>
                  <a:lnTo>
                    <a:pt x="233142" y="312240"/>
                  </a:lnTo>
                  <a:lnTo>
                    <a:pt x="233142" y="200738"/>
                  </a:lnTo>
                  <a:lnTo>
                    <a:pt x="233142" y="200737"/>
                  </a:lnTo>
                  <a:close/>
                  <a:moveTo>
                    <a:pt x="0" y="89235"/>
                  </a:moveTo>
                  <a:lnTo>
                    <a:pt x="38214" y="89235"/>
                  </a:lnTo>
                  <a:lnTo>
                    <a:pt x="38214" y="312241"/>
                  </a:lnTo>
                  <a:lnTo>
                    <a:pt x="0" y="312241"/>
                  </a:lnTo>
                  <a:close/>
                  <a:moveTo>
                    <a:pt x="114442" y="0"/>
                  </a:moveTo>
                  <a:lnTo>
                    <a:pt x="158935" y="0"/>
                  </a:lnTo>
                  <a:lnTo>
                    <a:pt x="158935" y="34064"/>
                  </a:lnTo>
                  <a:lnTo>
                    <a:pt x="114442" y="34064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" name="Freeform: Shape 59">
              <a:extLst>
                <a:ext uri="{FF2B5EF4-FFF2-40B4-BE49-F238E27FC236}">
                  <a16:creationId xmlns:a16="http://schemas.microsoft.com/office/drawing/2014/main" id="{77BC6684-BF36-8F01-8B53-2962998C93BE}"/>
                </a:ext>
              </a:extLst>
            </p:cNvPr>
            <p:cNvSpPr/>
            <p:nvPr/>
          </p:nvSpPr>
          <p:spPr>
            <a:xfrm>
              <a:off x="6882654" y="1353763"/>
              <a:ext cx="463807" cy="463807"/>
            </a:xfrm>
            <a:custGeom>
              <a:avLst/>
              <a:gdLst>
                <a:gd name="connsiteX0" fmla="*/ 332899 w 463806"/>
                <a:gd name="connsiteY0" fmla="*/ 390255 h 463806"/>
                <a:gd name="connsiteX1" fmla="*/ 364043 w 463806"/>
                <a:gd name="connsiteY1" fmla="*/ 390255 h 463806"/>
                <a:gd name="connsiteX2" fmla="*/ 372942 w 463806"/>
                <a:gd name="connsiteY2" fmla="*/ 399155 h 463806"/>
                <a:gd name="connsiteX3" fmla="*/ 364043 w 463806"/>
                <a:gd name="connsiteY3" fmla="*/ 408053 h 463806"/>
                <a:gd name="connsiteX4" fmla="*/ 332899 w 463806"/>
                <a:gd name="connsiteY4" fmla="*/ 408053 h 463806"/>
                <a:gd name="connsiteX5" fmla="*/ 324000 w 463806"/>
                <a:gd name="connsiteY5" fmla="*/ 399155 h 463806"/>
                <a:gd name="connsiteX6" fmla="*/ 332899 w 463806"/>
                <a:gd name="connsiteY6" fmla="*/ 390255 h 463806"/>
                <a:gd name="connsiteX7" fmla="*/ 275513 w 463806"/>
                <a:gd name="connsiteY7" fmla="*/ 352304 h 463806"/>
                <a:gd name="connsiteX8" fmla="*/ 275513 w 463806"/>
                <a:gd name="connsiteY8" fmla="*/ 446009 h 463806"/>
                <a:gd name="connsiteX9" fmla="*/ 421449 w 463806"/>
                <a:gd name="connsiteY9" fmla="*/ 446009 h 463806"/>
                <a:gd name="connsiteX10" fmla="*/ 421449 w 463806"/>
                <a:gd name="connsiteY10" fmla="*/ 352304 h 463806"/>
                <a:gd name="connsiteX11" fmla="*/ 332899 w 463806"/>
                <a:gd name="connsiteY11" fmla="*/ 278753 h 463806"/>
                <a:gd name="connsiteX12" fmla="*/ 364043 w 463806"/>
                <a:gd name="connsiteY12" fmla="*/ 278753 h 463806"/>
                <a:gd name="connsiteX13" fmla="*/ 372942 w 463806"/>
                <a:gd name="connsiteY13" fmla="*/ 287653 h 463806"/>
                <a:gd name="connsiteX14" fmla="*/ 364043 w 463806"/>
                <a:gd name="connsiteY14" fmla="*/ 296551 h 463806"/>
                <a:gd name="connsiteX15" fmla="*/ 332899 w 463806"/>
                <a:gd name="connsiteY15" fmla="*/ 296551 h 463806"/>
                <a:gd name="connsiteX16" fmla="*/ 324000 w 463806"/>
                <a:gd name="connsiteY16" fmla="*/ 287653 h 463806"/>
                <a:gd name="connsiteX17" fmla="*/ 332899 w 463806"/>
                <a:gd name="connsiteY17" fmla="*/ 278753 h 463806"/>
                <a:gd name="connsiteX18" fmla="*/ 17797 w 463806"/>
                <a:gd name="connsiteY18" fmla="*/ 185631 h 463806"/>
                <a:gd name="connsiteX19" fmla="*/ 17797 w 463806"/>
                <a:gd name="connsiteY19" fmla="*/ 223005 h 463806"/>
                <a:gd name="connsiteX20" fmla="*/ 446009 w 463806"/>
                <a:gd name="connsiteY20" fmla="*/ 223005 h 463806"/>
                <a:gd name="connsiteX21" fmla="*/ 446009 w 463806"/>
                <a:gd name="connsiteY21" fmla="*/ 185631 h 463806"/>
                <a:gd name="connsiteX22" fmla="*/ 156814 w 463806"/>
                <a:gd name="connsiteY22" fmla="*/ 151567 h 463806"/>
                <a:gd name="connsiteX23" fmla="*/ 156799 w 463806"/>
                <a:gd name="connsiteY23" fmla="*/ 167834 h 463806"/>
                <a:gd name="connsiteX24" fmla="*/ 183495 w 463806"/>
                <a:gd name="connsiteY24" fmla="*/ 167834 h 463806"/>
                <a:gd name="connsiteX25" fmla="*/ 183495 w 463806"/>
                <a:gd name="connsiteY25" fmla="*/ 151567 h 463806"/>
                <a:gd name="connsiteX26" fmla="*/ 79688 w 463806"/>
                <a:gd name="connsiteY26" fmla="*/ 17797 h 463806"/>
                <a:gd name="connsiteX27" fmla="*/ 79688 w 463806"/>
                <a:gd name="connsiteY27" fmla="*/ 133770 h 463806"/>
                <a:gd name="connsiteX28" fmla="*/ 260628 w 463806"/>
                <a:gd name="connsiteY28" fmla="*/ 133770 h 463806"/>
                <a:gd name="connsiteX29" fmla="*/ 260628 w 463806"/>
                <a:gd name="connsiteY29" fmla="*/ 17797 h 463806"/>
                <a:gd name="connsiteX30" fmla="*/ 70790 w 463806"/>
                <a:gd name="connsiteY30" fmla="*/ 0 h 463806"/>
                <a:gd name="connsiteX31" fmla="*/ 269512 w 463806"/>
                <a:gd name="connsiteY31" fmla="*/ 0 h 463806"/>
                <a:gd name="connsiteX32" fmla="*/ 278411 w 463806"/>
                <a:gd name="connsiteY32" fmla="*/ 8899 h 463806"/>
                <a:gd name="connsiteX33" fmla="*/ 278411 w 463806"/>
                <a:gd name="connsiteY33" fmla="*/ 142669 h 463806"/>
                <a:gd name="connsiteX34" fmla="*/ 269512 w 463806"/>
                <a:gd name="connsiteY34" fmla="*/ 151567 h 463806"/>
                <a:gd name="connsiteX35" fmla="*/ 201292 w 463806"/>
                <a:gd name="connsiteY35" fmla="*/ 151567 h 463806"/>
                <a:gd name="connsiteX36" fmla="*/ 201292 w 463806"/>
                <a:gd name="connsiteY36" fmla="*/ 167834 h 463806"/>
                <a:gd name="connsiteX37" fmla="*/ 454908 w 463806"/>
                <a:gd name="connsiteY37" fmla="*/ 167834 h 463806"/>
                <a:gd name="connsiteX38" fmla="*/ 463806 w 463806"/>
                <a:gd name="connsiteY38" fmla="*/ 176732 h 463806"/>
                <a:gd name="connsiteX39" fmla="*/ 463806 w 463806"/>
                <a:gd name="connsiteY39" fmla="*/ 231903 h 463806"/>
                <a:gd name="connsiteX40" fmla="*/ 463806 w 463806"/>
                <a:gd name="connsiteY40" fmla="*/ 231910 h 463806"/>
                <a:gd name="connsiteX41" fmla="*/ 454901 w 463806"/>
                <a:gd name="connsiteY41" fmla="*/ 240802 h 463806"/>
                <a:gd name="connsiteX42" fmla="*/ 275506 w 463806"/>
                <a:gd name="connsiteY42" fmla="*/ 240802 h 463806"/>
                <a:gd name="connsiteX43" fmla="*/ 275506 w 463806"/>
                <a:gd name="connsiteY43" fmla="*/ 334507 h 463806"/>
                <a:gd name="connsiteX44" fmla="*/ 421442 w 463806"/>
                <a:gd name="connsiteY44" fmla="*/ 334507 h 463806"/>
                <a:gd name="connsiteX45" fmla="*/ 421442 w 463806"/>
                <a:gd name="connsiteY45" fmla="*/ 268686 h 463806"/>
                <a:gd name="connsiteX46" fmla="*/ 430341 w 463806"/>
                <a:gd name="connsiteY46" fmla="*/ 259788 h 463806"/>
                <a:gd name="connsiteX47" fmla="*/ 439239 w 463806"/>
                <a:gd name="connsiteY47" fmla="*/ 268686 h 463806"/>
                <a:gd name="connsiteX48" fmla="*/ 439239 w 463806"/>
                <a:gd name="connsiteY48" fmla="*/ 454908 h 463806"/>
                <a:gd name="connsiteX49" fmla="*/ 430341 w 463806"/>
                <a:gd name="connsiteY49" fmla="*/ 463806 h 463806"/>
                <a:gd name="connsiteX50" fmla="*/ 266608 w 463806"/>
                <a:gd name="connsiteY50" fmla="*/ 463806 h 463806"/>
                <a:gd name="connsiteX51" fmla="*/ 257709 w 463806"/>
                <a:gd name="connsiteY51" fmla="*/ 454908 h 463806"/>
                <a:gd name="connsiteX52" fmla="*/ 257709 w 463806"/>
                <a:gd name="connsiteY52" fmla="*/ 240802 h 463806"/>
                <a:gd name="connsiteX53" fmla="*/ 42364 w 463806"/>
                <a:gd name="connsiteY53" fmla="*/ 240802 h 463806"/>
                <a:gd name="connsiteX54" fmla="*/ 42364 w 463806"/>
                <a:gd name="connsiteY54" fmla="*/ 446009 h 463806"/>
                <a:gd name="connsiteX55" fmla="*/ 62774 w 463806"/>
                <a:gd name="connsiteY55" fmla="*/ 446009 h 463806"/>
                <a:gd name="connsiteX56" fmla="*/ 62774 w 463806"/>
                <a:gd name="connsiteY56" fmla="*/ 274616 h 463806"/>
                <a:gd name="connsiteX57" fmla="*/ 71672 w 463806"/>
                <a:gd name="connsiteY57" fmla="*/ 265718 h 463806"/>
                <a:gd name="connsiteX58" fmla="*/ 80571 w 463806"/>
                <a:gd name="connsiteY58" fmla="*/ 274616 h 463806"/>
                <a:gd name="connsiteX59" fmla="*/ 80571 w 463806"/>
                <a:gd name="connsiteY59" fmla="*/ 454908 h 463806"/>
                <a:gd name="connsiteX60" fmla="*/ 71672 w 463806"/>
                <a:gd name="connsiteY60" fmla="*/ 463806 h 463806"/>
                <a:gd name="connsiteX61" fmla="*/ 33459 w 463806"/>
                <a:gd name="connsiteY61" fmla="*/ 463806 h 463806"/>
                <a:gd name="connsiteX62" fmla="*/ 24560 w 463806"/>
                <a:gd name="connsiteY62" fmla="*/ 454908 h 463806"/>
                <a:gd name="connsiteX63" fmla="*/ 24560 w 463806"/>
                <a:gd name="connsiteY63" fmla="*/ 240802 h 463806"/>
                <a:gd name="connsiteX64" fmla="*/ 8899 w 463806"/>
                <a:gd name="connsiteY64" fmla="*/ 240802 h 463806"/>
                <a:gd name="connsiteX65" fmla="*/ 0 w 463806"/>
                <a:gd name="connsiteY65" fmla="*/ 231903 h 463806"/>
                <a:gd name="connsiteX66" fmla="*/ 0 w 463806"/>
                <a:gd name="connsiteY66" fmla="*/ 176732 h 463806"/>
                <a:gd name="connsiteX67" fmla="*/ 8899 w 463806"/>
                <a:gd name="connsiteY67" fmla="*/ 167834 h 463806"/>
                <a:gd name="connsiteX68" fmla="*/ 139010 w 463806"/>
                <a:gd name="connsiteY68" fmla="*/ 167834 h 463806"/>
                <a:gd name="connsiteX69" fmla="*/ 139010 w 463806"/>
                <a:gd name="connsiteY69" fmla="*/ 151567 h 463806"/>
                <a:gd name="connsiteX70" fmla="*/ 70790 w 463806"/>
                <a:gd name="connsiteY70" fmla="*/ 151567 h 463806"/>
                <a:gd name="connsiteX71" fmla="*/ 61891 w 463806"/>
                <a:gd name="connsiteY71" fmla="*/ 142669 h 463806"/>
                <a:gd name="connsiteX72" fmla="*/ 61891 w 463806"/>
                <a:gd name="connsiteY72" fmla="*/ 8899 h 463806"/>
                <a:gd name="connsiteX73" fmla="*/ 70790 w 463806"/>
                <a:gd name="connsiteY73" fmla="*/ 0 h 46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63806" h="463806">
                  <a:moveTo>
                    <a:pt x="332899" y="390255"/>
                  </a:moveTo>
                  <a:lnTo>
                    <a:pt x="364043" y="390255"/>
                  </a:lnTo>
                  <a:cubicBezTo>
                    <a:pt x="368958" y="390255"/>
                    <a:pt x="372942" y="394239"/>
                    <a:pt x="372942" y="399155"/>
                  </a:cubicBezTo>
                  <a:cubicBezTo>
                    <a:pt x="372942" y="404069"/>
                    <a:pt x="368958" y="408053"/>
                    <a:pt x="364043" y="408053"/>
                  </a:cubicBezTo>
                  <a:lnTo>
                    <a:pt x="332899" y="408053"/>
                  </a:lnTo>
                  <a:cubicBezTo>
                    <a:pt x="327984" y="408053"/>
                    <a:pt x="324000" y="404069"/>
                    <a:pt x="324000" y="399155"/>
                  </a:cubicBezTo>
                  <a:cubicBezTo>
                    <a:pt x="324000" y="394239"/>
                    <a:pt x="327984" y="390255"/>
                    <a:pt x="332899" y="390255"/>
                  </a:cubicBezTo>
                  <a:close/>
                  <a:moveTo>
                    <a:pt x="275513" y="352304"/>
                  </a:moveTo>
                  <a:lnTo>
                    <a:pt x="275513" y="446009"/>
                  </a:lnTo>
                  <a:lnTo>
                    <a:pt x="421449" y="446009"/>
                  </a:lnTo>
                  <a:lnTo>
                    <a:pt x="421449" y="352304"/>
                  </a:lnTo>
                  <a:close/>
                  <a:moveTo>
                    <a:pt x="332899" y="278753"/>
                  </a:moveTo>
                  <a:lnTo>
                    <a:pt x="364043" y="278753"/>
                  </a:lnTo>
                  <a:cubicBezTo>
                    <a:pt x="368958" y="278753"/>
                    <a:pt x="372942" y="282737"/>
                    <a:pt x="372942" y="287653"/>
                  </a:cubicBezTo>
                  <a:cubicBezTo>
                    <a:pt x="372942" y="292567"/>
                    <a:pt x="368958" y="296551"/>
                    <a:pt x="364043" y="296551"/>
                  </a:cubicBezTo>
                  <a:lnTo>
                    <a:pt x="332899" y="296551"/>
                  </a:lnTo>
                  <a:cubicBezTo>
                    <a:pt x="327984" y="296551"/>
                    <a:pt x="324000" y="292567"/>
                    <a:pt x="324000" y="287653"/>
                  </a:cubicBezTo>
                  <a:cubicBezTo>
                    <a:pt x="324000" y="282737"/>
                    <a:pt x="327984" y="278753"/>
                    <a:pt x="332899" y="278753"/>
                  </a:cubicBezTo>
                  <a:close/>
                  <a:moveTo>
                    <a:pt x="17797" y="185631"/>
                  </a:moveTo>
                  <a:lnTo>
                    <a:pt x="17797" y="223005"/>
                  </a:lnTo>
                  <a:lnTo>
                    <a:pt x="446009" y="223005"/>
                  </a:lnTo>
                  <a:lnTo>
                    <a:pt x="446009" y="185631"/>
                  </a:lnTo>
                  <a:close/>
                  <a:moveTo>
                    <a:pt x="156814" y="151567"/>
                  </a:moveTo>
                  <a:lnTo>
                    <a:pt x="156799" y="167834"/>
                  </a:lnTo>
                  <a:lnTo>
                    <a:pt x="183495" y="167834"/>
                  </a:lnTo>
                  <a:lnTo>
                    <a:pt x="183495" y="151567"/>
                  </a:lnTo>
                  <a:close/>
                  <a:moveTo>
                    <a:pt x="79688" y="17797"/>
                  </a:moveTo>
                  <a:lnTo>
                    <a:pt x="79688" y="133770"/>
                  </a:lnTo>
                  <a:lnTo>
                    <a:pt x="260628" y="133770"/>
                  </a:lnTo>
                  <a:lnTo>
                    <a:pt x="260628" y="17797"/>
                  </a:lnTo>
                  <a:close/>
                  <a:moveTo>
                    <a:pt x="70790" y="0"/>
                  </a:moveTo>
                  <a:lnTo>
                    <a:pt x="269512" y="0"/>
                  </a:lnTo>
                  <a:cubicBezTo>
                    <a:pt x="274427" y="0"/>
                    <a:pt x="278411" y="3984"/>
                    <a:pt x="278411" y="8899"/>
                  </a:cubicBezTo>
                  <a:lnTo>
                    <a:pt x="278411" y="142669"/>
                  </a:lnTo>
                  <a:cubicBezTo>
                    <a:pt x="278411" y="147583"/>
                    <a:pt x="274427" y="151567"/>
                    <a:pt x="269512" y="151567"/>
                  </a:cubicBezTo>
                  <a:lnTo>
                    <a:pt x="201292" y="151567"/>
                  </a:lnTo>
                  <a:lnTo>
                    <a:pt x="201292" y="167834"/>
                  </a:lnTo>
                  <a:lnTo>
                    <a:pt x="454908" y="167834"/>
                  </a:lnTo>
                  <a:cubicBezTo>
                    <a:pt x="459822" y="167834"/>
                    <a:pt x="463806" y="171818"/>
                    <a:pt x="463806" y="176732"/>
                  </a:cubicBezTo>
                  <a:lnTo>
                    <a:pt x="463806" y="231903"/>
                  </a:lnTo>
                  <a:cubicBezTo>
                    <a:pt x="463806" y="231906"/>
                    <a:pt x="463806" y="231908"/>
                    <a:pt x="463806" y="231910"/>
                  </a:cubicBezTo>
                  <a:cubicBezTo>
                    <a:pt x="463802" y="236825"/>
                    <a:pt x="459815" y="240806"/>
                    <a:pt x="454901" y="240802"/>
                  </a:cubicBezTo>
                  <a:lnTo>
                    <a:pt x="275506" y="240802"/>
                  </a:lnTo>
                  <a:lnTo>
                    <a:pt x="275506" y="334507"/>
                  </a:lnTo>
                  <a:lnTo>
                    <a:pt x="421442" y="334507"/>
                  </a:lnTo>
                  <a:lnTo>
                    <a:pt x="421442" y="268686"/>
                  </a:lnTo>
                  <a:cubicBezTo>
                    <a:pt x="421442" y="263772"/>
                    <a:pt x="425426" y="259788"/>
                    <a:pt x="430341" y="259788"/>
                  </a:cubicBezTo>
                  <a:cubicBezTo>
                    <a:pt x="435255" y="259788"/>
                    <a:pt x="439239" y="263772"/>
                    <a:pt x="439239" y="268686"/>
                  </a:cubicBezTo>
                  <a:lnTo>
                    <a:pt x="439239" y="454908"/>
                  </a:lnTo>
                  <a:cubicBezTo>
                    <a:pt x="439239" y="459822"/>
                    <a:pt x="435255" y="463806"/>
                    <a:pt x="430341" y="463806"/>
                  </a:cubicBezTo>
                  <a:lnTo>
                    <a:pt x="266608" y="463806"/>
                  </a:lnTo>
                  <a:cubicBezTo>
                    <a:pt x="261693" y="463806"/>
                    <a:pt x="257709" y="459822"/>
                    <a:pt x="257709" y="454908"/>
                  </a:cubicBezTo>
                  <a:lnTo>
                    <a:pt x="257709" y="240802"/>
                  </a:lnTo>
                  <a:lnTo>
                    <a:pt x="42364" y="240802"/>
                  </a:lnTo>
                  <a:lnTo>
                    <a:pt x="42364" y="446009"/>
                  </a:lnTo>
                  <a:lnTo>
                    <a:pt x="62774" y="446009"/>
                  </a:lnTo>
                  <a:lnTo>
                    <a:pt x="62774" y="274616"/>
                  </a:lnTo>
                  <a:cubicBezTo>
                    <a:pt x="62774" y="269702"/>
                    <a:pt x="66758" y="265718"/>
                    <a:pt x="71672" y="265718"/>
                  </a:cubicBezTo>
                  <a:cubicBezTo>
                    <a:pt x="76587" y="265718"/>
                    <a:pt x="80571" y="269702"/>
                    <a:pt x="80571" y="274616"/>
                  </a:cubicBezTo>
                  <a:lnTo>
                    <a:pt x="80571" y="454908"/>
                  </a:lnTo>
                  <a:cubicBezTo>
                    <a:pt x="80571" y="459822"/>
                    <a:pt x="76587" y="463806"/>
                    <a:pt x="71672" y="463806"/>
                  </a:cubicBezTo>
                  <a:lnTo>
                    <a:pt x="33459" y="463806"/>
                  </a:lnTo>
                  <a:cubicBezTo>
                    <a:pt x="28544" y="463806"/>
                    <a:pt x="24560" y="459822"/>
                    <a:pt x="24560" y="454908"/>
                  </a:cubicBezTo>
                  <a:lnTo>
                    <a:pt x="24560" y="240802"/>
                  </a:lnTo>
                  <a:lnTo>
                    <a:pt x="8899" y="240802"/>
                  </a:lnTo>
                  <a:cubicBezTo>
                    <a:pt x="3984" y="240802"/>
                    <a:pt x="0" y="236818"/>
                    <a:pt x="0" y="231903"/>
                  </a:cubicBezTo>
                  <a:lnTo>
                    <a:pt x="0" y="176732"/>
                  </a:lnTo>
                  <a:cubicBezTo>
                    <a:pt x="0" y="171818"/>
                    <a:pt x="3984" y="167834"/>
                    <a:pt x="8899" y="167834"/>
                  </a:cubicBezTo>
                  <a:lnTo>
                    <a:pt x="139010" y="167834"/>
                  </a:lnTo>
                  <a:lnTo>
                    <a:pt x="139010" y="151567"/>
                  </a:lnTo>
                  <a:lnTo>
                    <a:pt x="70790" y="151567"/>
                  </a:lnTo>
                  <a:cubicBezTo>
                    <a:pt x="65875" y="151567"/>
                    <a:pt x="61891" y="147583"/>
                    <a:pt x="61891" y="142669"/>
                  </a:cubicBezTo>
                  <a:lnTo>
                    <a:pt x="61891" y="8899"/>
                  </a:lnTo>
                  <a:cubicBezTo>
                    <a:pt x="61891" y="3984"/>
                    <a:pt x="65875" y="0"/>
                    <a:pt x="70790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6" name="Group 281">
            <a:extLst>
              <a:ext uri="{FF2B5EF4-FFF2-40B4-BE49-F238E27FC236}">
                <a16:creationId xmlns:a16="http://schemas.microsoft.com/office/drawing/2014/main" id="{DCAEFC5E-5EB7-B32D-3BB8-25E9BE7AEB89}"/>
              </a:ext>
            </a:extLst>
          </p:cNvPr>
          <p:cNvGrpSpPr/>
          <p:nvPr/>
        </p:nvGrpSpPr>
        <p:grpSpPr>
          <a:xfrm>
            <a:off x="5865274" y="1354301"/>
            <a:ext cx="463863" cy="462723"/>
            <a:chOff x="5865274" y="1354301"/>
            <a:chExt cx="463863" cy="462723"/>
          </a:xfrm>
        </p:grpSpPr>
        <p:sp>
          <p:nvSpPr>
            <p:cNvPr id="87" name="Freeform: Shape 61">
              <a:extLst>
                <a:ext uri="{FF2B5EF4-FFF2-40B4-BE49-F238E27FC236}">
                  <a16:creationId xmlns:a16="http://schemas.microsoft.com/office/drawing/2014/main" id="{AFCA3DEC-F8DA-76DB-48E4-D0E1B3E453A7}"/>
                </a:ext>
              </a:extLst>
            </p:cNvPr>
            <p:cNvSpPr/>
            <p:nvPr/>
          </p:nvSpPr>
          <p:spPr>
            <a:xfrm>
              <a:off x="5874235" y="1408406"/>
              <a:ext cx="398656" cy="398656"/>
            </a:xfrm>
            <a:custGeom>
              <a:avLst/>
              <a:gdLst>
                <a:gd name="connsiteX0" fmla="*/ 199833 w 398654"/>
                <a:gd name="connsiteY0" fmla="*/ 0 h 398654"/>
                <a:gd name="connsiteX1" fmla="*/ 0 w 398654"/>
                <a:gd name="connsiteY1" fmla="*/ 199847 h 398654"/>
                <a:gd name="connsiteX2" fmla="*/ 199847 w 398654"/>
                <a:gd name="connsiteY2" fmla="*/ 399680 h 398654"/>
                <a:gd name="connsiteX3" fmla="*/ 399680 w 398654"/>
                <a:gd name="connsiteY3" fmla="*/ 199861 h 398654"/>
                <a:gd name="connsiteX4" fmla="*/ 199833 w 398654"/>
                <a:gd name="connsiteY4" fmla="*/ 199861 h 39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654" h="398654">
                  <a:moveTo>
                    <a:pt x="199833" y="0"/>
                  </a:moveTo>
                  <a:cubicBezTo>
                    <a:pt x="89464" y="4"/>
                    <a:pt x="-4" y="89479"/>
                    <a:pt x="0" y="199847"/>
                  </a:cubicBezTo>
                  <a:cubicBezTo>
                    <a:pt x="4" y="310216"/>
                    <a:pt x="89479" y="399684"/>
                    <a:pt x="199847" y="399680"/>
                  </a:cubicBezTo>
                  <a:cubicBezTo>
                    <a:pt x="310205" y="399676"/>
                    <a:pt x="399668" y="310219"/>
                    <a:pt x="399680" y="199861"/>
                  </a:cubicBezTo>
                  <a:lnTo>
                    <a:pt x="199833" y="199861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" name="Freeform: Shape 62">
              <a:extLst>
                <a:ext uri="{FF2B5EF4-FFF2-40B4-BE49-F238E27FC236}">
                  <a16:creationId xmlns:a16="http://schemas.microsoft.com/office/drawing/2014/main" id="{31214336-A6B5-971B-FFC3-13E09B942676}"/>
                </a:ext>
              </a:extLst>
            </p:cNvPr>
            <p:cNvSpPr/>
            <p:nvPr/>
          </p:nvSpPr>
          <p:spPr>
            <a:xfrm>
              <a:off x="5865274" y="1354301"/>
              <a:ext cx="463863" cy="462723"/>
            </a:xfrm>
            <a:custGeom>
              <a:avLst/>
              <a:gdLst>
                <a:gd name="connsiteX0" fmla="*/ 208822 w 463862"/>
                <a:gd name="connsiteY0" fmla="*/ 45207 h 462722"/>
                <a:gd name="connsiteX1" fmla="*/ 217721 w 463862"/>
                <a:gd name="connsiteY1" fmla="*/ 54106 h 462722"/>
                <a:gd name="connsiteX2" fmla="*/ 217721 w 463862"/>
                <a:gd name="connsiteY2" fmla="*/ 245068 h 462722"/>
                <a:gd name="connsiteX3" fmla="*/ 408634 w 463862"/>
                <a:gd name="connsiteY3" fmla="*/ 245068 h 462722"/>
                <a:gd name="connsiteX4" fmla="*/ 417532 w 463862"/>
                <a:gd name="connsiteY4" fmla="*/ 253967 h 462722"/>
                <a:gd name="connsiteX5" fmla="*/ 385035 w 463862"/>
                <a:gd name="connsiteY5" fmla="*/ 365799 h 462722"/>
                <a:gd name="connsiteX6" fmla="*/ 96923 w 463862"/>
                <a:gd name="connsiteY6" fmla="*/ 430199 h 462722"/>
                <a:gd name="connsiteX7" fmla="*/ 32524 w 463862"/>
                <a:gd name="connsiteY7" fmla="*/ 142087 h 462722"/>
                <a:gd name="connsiteX8" fmla="*/ 32761 w 463862"/>
                <a:gd name="connsiteY8" fmla="*/ 141715 h 462722"/>
                <a:gd name="connsiteX9" fmla="*/ 45108 w 463862"/>
                <a:gd name="connsiteY9" fmla="*/ 139286 h 462722"/>
                <a:gd name="connsiteX10" fmla="*/ 47538 w 463862"/>
                <a:gd name="connsiteY10" fmla="*/ 151634 h 462722"/>
                <a:gd name="connsiteX11" fmla="*/ 18061 w 463862"/>
                <a:gd name="connsiteY11" fmla="*/ 244915 h 462722"/>
                <a:gd name="connsiteX12" fmla="*/ 199823 w 463862"/>
                <a:gd name="connsiteY12" fmla="*/ 444628 h 462722"/>
                <a:gd name="connsiteX13" fmla="*/ 399536 w 463862"/>
                <a:gd name="connsiteY13" fmla="*/ 262865 h 462722"/>
                <a:gd name="connsiteX14" fmla="*/ 208822 w 463862"/>
                <a:gd name="connsiteY14" fmla="*/ 262865 h 462722"/>
                <a:gd name="connsiteX15" fmla="*/ 199924 w 463862"/>
                <a:gd name="connsiteY15" fmla="*/ 253967 h 462722"/>
                <a:gd name="connsiteX16" fmla="*/ 199924 w 463862"/>
                <a:gd name="connsiteY16" fmla="*/ 63232 h 462722"/>
                <a:gd name="connsiteX17" fmla="*/ 87090 w 463862"/>
                <a:gd name="connsiteY17" fmla="*/ 106842 h 462722"/>
                <a:gd name="connsiteX18" fmla="*/ 74543 w 463862"/>
                <a:gd name="connsiteY18" fmla="*/ 105685 h 462722"/>
                <a:gd name="connsiteX19" fmla="*/ 75700 w 463862"/>
                <a:gd name="connsiteY19" fmla="*/ 93138 h 462722"/>
                <a:gd name="connsiteX20" fmla="*/ 208822 w 463862"/>
                <a:gd name="connsiteY20" fmla="*/ 45207 h 462722"/>
                <a:gd name="connsiteX21" fmla="*/ 255123 w 463862"/>
                <a:gd name="connsiteY21" fmla="*/ 2 h 462722"/>
                <a:gd name="connsiteX22" fmla="*/ 458708 w 463862"/>
                <a:gd name="connsiteY22" fmla="*/ 162497 h 462722"/>
                <a:gd name="connsiteX23" fmla="*/ 458833 w 463862"/>
                <a:gd name="connsiteY23" fmla="*/ 163049 h 462722"/>
                <a:gd name="connsiteX24" fmla="*/ 451784 w 463862"/>
                <a:gd name="connsiteY24" fmla="*/ 173475 h 462722"/>
                <a:gd name="connsiteX25" fmla="*/ 441359 w 463862"/>
                <a:gd name="connsiteY25" fmla="*/ 166427 h 462722"/>
                <a:gd name="connsiteX26" fmla="*/ 263993 w 463862"/>
                <a:gd name="connsiteY26" fmla="*/ 18020 h 462722"/>
                <a:gd name="connsiteX27" fmla="*/ 263993 w 463862"/>
                <a:gd name="connsiteY27" fmla="*/ 199864 h 462722"/>
                <a:gd name="connsiteX28" fmla="*/ 454963 w 463862"/>
                <a:gd name="connsiteY28" fmla="*/ 199864 h 462722"/>
                <a:gd name="connsiteX29" fmla="*/ 463862 w 463862"/>
                <a:gd name="connsiteY29" fmla="*/ 208762 h 462722"/>
                <a:gd name="connsiteX30" fmla="*/ 454963 w 463862"/>
                <a:gd name="connsiteY30" fmla="*/ 217661 h 462722"/>
                <a:gd name="connsiteX31" fmla="*/ 255095 w 463862"/>
                <a:gd name="connsiteY31" fmla="*/ 217661 h 462722"/>
                <a:gd name="connsiteX32" fmla="*/ 246196 w 463862"/>
                <a:gd name="connsiteY32" fmla="*/ 208762 h 462722"/>
                <a:gd name="connsiteX33" fmla="*/ 246196 w 463862"/>
                <a:gd name="connsiteY33" fmla="*/ 8915 h 462722"/>
                <a:gd name="connsiteX34" fmla="*/ 246196 w 463862"/>
                <a:gd name="connsiteY34" fmla="*/ 8872 h 462722"/>
                <a:gd name="connsiteX35" fmla="*/ 255123 w 463862"/>
                <a:gd name="connsiteY35" fmla="*/ 2 h 46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63862" h="462722">
                  <a:moveTo>
                    <a:pt x="208822" y="45207"/>
                  </a:moveTo>
                  <a:cubicBezTo>
                    <a:pt x="213737" y="45207"/>
                    <a:pt x="217721" y="49191"/>
                    <a:pt x="217721" y="54106"/>
                  </a:cubicBezTo>
                  <a:lnTo>
                    <a:pt x="217721" y="245068"/>
                  </a:lnTo>
                  <a:lnTo>
                    <a:pt x="408634" y="245068"/>
                  </a:lnTo>
                  <a:cubicBezTo>
                    <a:pt x="413548" y="245068"/>
                    <a:pt x="417532" y="249052"/>
                    <a:pt x="417532" y="253967"/>
                  </a:cubicBezTo>
                  <a:cubicBezTo>
                    <a:pt x="417528" y="293572"/>
                    <a:pt x="406256" y="332359"/>
                    <a:pt x="385035" y="365799"/>
                  </a:cubicBezTo>
                  <a:cubicBezTo>
                    <a:pt x="323258" y="463143"/>
                    <a:pt x="194266" y="491975"/>
                    <a:pt x="96923" y="430199"/>
                  </a:cubicBezTo>
                  <a:cubicBezTo>
                    <a:pt x="-420" y="368422"/>
                    <a:pt x="-29252" y="239430"/>
                    <a:pt x="32524" y="142087"/>
                  </a:cubicBezTo>
                  <a:cubicBezTo>
                    <a:pt x="32600" y="141961"/>
                    <a:pt x="32679" y="141837"/>
                    <a:pt x="32761" y="141715"/>
                  </a:cubicBezTo>
                  <a:cubicBezTo>
                    <a:pt x="35500" y="137635"/>
                    <a:pt x="41028" y="136547"/>
                    <a:pt x="45108" y="139286"/>
                  </a:cubicBezTo>
                  <a:cubicBezTo>
                    <a:pt x="49189" y="142025"/>
                    <a:pt x="50277" y="147553"/>
                    <a:pt x="47538" y="151634"/>
                  </a:cubicBezTo>
                  <a:cubicBezTo>
                    <a:pt x="29779" y="179640"/>
                    <a:pt x="19619" y="211789"/>
                    <a:pt x="18061" y="244915"/>
                  </a:cubicBezTo>
                  <a:cubicBezTo>
                    <a:pt x="13104" y="350256"/>
                    <a:pt x="94482" y="439671"/>
                    <a:pt x="199823" y="444628"/>
                  </a:cubicBezTo>
                  <a:cubicBezTo>
                    <a:pt x="305164" y="449585"/>
                    <a:pt x="394579" y="368207"/>
                    <a:pt x="399536" y="262865"/>
                  </a:cubicBezTo>
                  <a:lnTo>
                    <a:pt x="208822" y="262865"/>
                  </a:lnTo>
                  <a:cubicBezTo>
                    <a:pt x="203908" y="262865"/>
                    <a:pt x="199924" y="258881"/>
                    <a:pt x="199924" y="253967"/>
                  </a:cubicBezTo>
                  <a:lnTo>
                    <a:pt x="199924" y="63232"/>
                  </a:lnTo>
                  <a:cubicBezTo>
                    <a:pt x="158584" y="65175"/>
                    <a:pt x="118991" y="80478"/>
                    <a:pt x="87090" y="106842"/>
                  </a:cubicBezTo>
                  <a:cubicBezTo>
                    <a:pt x="83306" y="109987"/>
                    <a:pt x="77688" y="109469"/>
                    <a:pt x="74543" y="105685"/>
                  </a:cubicBezTo>
                  <a:cubicBezTo>
                    <a:pt x="71398" y="101901"/>
                    <a:pt x="71916" y="96283"/>
                    <a:pt x="75700" y="93138"/>
                  </a:cubicBezTo>
                  <a:cubicBezTo>
                    <a:pt x="113155" y="62175"/>
                    <a:pt x="160226" y="45227"/>
                    <a:pt x="208822" y="45207"/>
                  </a:cubicBezTo>
                  <a:close/>
                  <a:moveTo>
                    <a:pt x="255123" y="2"/>
                  </a:moveTo>
                  <a:cubicBezTo>
                    <a:pt x="352760" y="-466"/>
                    <a:pt x="437519" y="67186"/>
                    <a:pt x="458708" y="162497"/>
                  </a:cubicBezTo>
                  <a:cubicBezTo>
                    <a:pt x="458755" y="162680"/>
                    <a:pt x="458797" y="162864"/>
                    <a:pt x="458833" y="163049"/>
                  </a:cubicBezTo>
                  <a:cubicBezTo>
                    <a:pt x="459765" y="167874"/>
                    <a:pt x="456610" y="172542"/>
                    <a:pt x="451784" y="173475"/>
                  </a:cubicBezTo>
                  <a:cubicBezTo>
                    <a:pt x="446959" y="174407"/>
                    <a:pt x="442292" y="171252"/>
                    <a:pt x="441359" y="166427"/>
                  </a:cubicBezTo>
                  <a:cubicBezTo>
                    <a:pt x="422693" y="82484"/>
                    <a:pt x="349912" y="21586"/>
                    <a:pt x="263993" y="18020"/>
                  </a:cubicBezTo>
                  <a:lnTo>
                    <a:pt x="263993" y="199864"/>
                  </a:lnTo>
                  <a:lnTo>
                    <a:pt x="454963" y="199864"/>
                  </a:lnTo>
                  <a:cubicBezTo>
                    <a:pt x="459877" y="199864"/>
                    <a:pt x="463862" y="203848"/>
                    <a:pt x="463862" y="208762"/>
                  </a:cubicBezTo>
                  <a:cubicBezTo>
                    <a:pt x="463862" y="213677"/>
                    <a:pt x="459877" y="217661"/>
                    <a:pt x="454963" y="217661"/>
                  </a:cubicBezTo>
                  <a:lnTo>
                    <a:pt x="255095" y="217661"/>
                  </a:lnTo>
                  <a:cubicBezTo>
                    <a:pt x="250180" y="217661"/>
                    <a:pt x="246196" y="213677"/>
                    <a:pt x="246196" y="208762"/>
                  </a:cubicBezTo>
                  <a:lnTo>
                    <a:pt x="246196" y="8915"/>
                  </a:lnTo>
                  <a:cubicBezTo>
                    <a:pt x="246196" y="8901"/>
                    <a:pt x="246196" y="8887"/>
                    <a:pt x="246196" y="8872"/>
                  </a:cubicBezTo>
                  <a:cubicBezTo>
                    <a:pt x="246212" y="3958"/>
                    <a:pt x="250209" y="-13"/>
                    <a:pt x="255123" y="2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9" name="Group 280">
            <a:extLst>
              <a:ext uri="{FF2B5EF4-FFF2-40B4-BE49-F238E27FC236}">
                <a16:creationId xmlns:a16="http://schemas.microsoft.com/office/drawing/2014/main" id="{0754A3A9-CBB0-062D-5A07-BB9861BBCD86}"/>
              </a:ext>
            </a:extLst>
          </p:cNvPr>
          <p:cNvGrpSpPr/>
          <p:nvPr/>
        </p:nvGrpSpPr>
        <p:grpSpPr>
          <a:xfrm>
            <a:off x="4932188" y="1353763"/>
            <a:ext cx="295432" cy="463807"/>
            <a:chOff x="4932188" y="1353763"/>
            <a:chExt cx="295432" cy="463807"/>
          </a:xfrm>
        </p:grpSpPr>
        <p:sp>
          <p:nvSpPr>
            <p:cNvPr id="90" name="Freeform: Shape 64">
              <a:extLst>
                <a:ext uri="{FF2B5EF4-FFF2-40B4-BE49-F238E27FC236}">
                  <a16:creationId xmlns:a16="http://schemas.microsoft.com/office/drawing/2014/main" id="{4B1A1D9B-B6E9-3C31-9CEA-657943059810}"/>
                </a:ext>
              </a:extLst>
            </p:cNvPr>
            <p:cNvSpPr/>
            <p:nvPr/>
          </p:nvSpPr>
          <p:spPr>
            <a:xfrm>
              <a:off x="4941086" y="1445960"/>
              <a:ext cx="277636" cy="362713"/>
            </a:xfrm>
            <a:custGeom>
              <a:avLst/>
              <a:gdLst>
                <a:gd name="connsiteX0" fmla="*/ 0 w 277636"/>
                <a:gd name="connsiteY0" fmla="*/ 0 h 362712"/>
                <a:gd name="connsiteX1" fmla="*/ 277636 w 277636"/>
                <a:gd name="connsiteY1" fmla="*/ 0 h 362712"/>
                <a:gd name="connsiteX2" fmla="*/ 277636 w 277636"/>
                <a:gd name="connsiteY2" fmla="*/ 50728 h 362712"/>
                <a:gd name="connsiteX3" fmla="*/ 167693 w 277636"/>
                <a:gd name="connsiteY3" fmla="*/ 50721 h 362712"/>
                <a:gd name="connsiteX4" fmla="*/ 167736 w 277636"/>
                <a:gd name="connsiteY4" fmla="*/ 51169 h 362712"/>
                <a:gd name="connsiteX5" fmla="*/ 138362 w 277636"/>
                <a:gd name="connsiteY5" fmla="*/ 79636 h 362712"/>
                <a:gd name="connsiteX6" fmla="*/ 109895 w 277636"/>
                <a:gd name="connsiteY6" fmla="*/ 51169 h 362712"/>
                <a:gd name="connsiteX7" fmla="*/ 109938 w 277636"/>
                <a:gd name="connsiteY7" fmla="*/ 50728 h 362712"/>
                <a:gd name="connsiteX8" fmla="*/ 1 w 277636"/>
                <a:gd name="connsiteY8" fmla="*/ 50728 h 362712"/>
                <a:gd name="connsiteX9" fmla="*/ 1 w 277636"/>
                <a:gd name="connsiteY9" fmla="*/ 171748 h 362712"/>
                <a:gd name="connsiteX10" fmla="*/ 277636 w 277636"/>
                <a:gd name="connsiteY10" fmla="*/ 171748 h 362712"/>
                <a:gd name="connsiteX11" fmla="*/ 277636 w 277636"/>
                <a:gd name="connsiteY11" fmla="*/ 205563 h 362712"/>
                <a:gd name="connsiteX12" fmla="*/ 167693 w 277636"/>
                <a:gd name="connsiteY12" fmla="*/ 205556 h 362712"/>
                <a:gd name="connsiteX13" fmla="*/ 167736 w 277636"/>
                <a:gd name="connsiteY13" fmla="*/ 206005 h 362712"/>
                <a:gd name="connsiteX14" fmla="*/ 138362 w 277636"/>
                <a:gd name="connsiteY14" fmla="*/ 234471 h 362712"/>
                <a:gd name="connsiteX15" fmla="*/ 109895 w 277636"/>
                <a:gd name="connsiteY15" fmla="*/ 206005 h 362712"/>
                <a:gd name="connsiteX16" fmla="*/ 109938 w 277636"/>
                <a:gd name="connsiteY16" fmla="*/ 205563 h 362712"/>
                <a:gd name="connsiteX17" fmla="*/ 1 w 277636"/>
                <a:gd name="connsiteY17" fmla="*/ 205563 h 362712"/>
                <a:gd name="connsiteX18" fmla="*/ 1 w 277636"/>
                <a:gd name="connsiteY18" fmla="*/ 326583 h 362712"/>
                <a:gd name="connsiteX19" fmla="*/ 277636 w 277636"/>
                <a:gd name="connsiteY19" fmla="*/ 326583 h 362712"/>
                <a:gd name="connsiteX20" fmla="*/ 277636 w 277636"/>
                <a:gd name="connsiteY20" fmla="*/ 362712 h 362712"/>
                <a:gd name="connsiteX21" fmla="*/ 0 w 277636"/>
                <a:gd name="connsiteY21" fmla="*/ 362712 h 36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7636" h="362712">
                  <a:moveTo>
                    <a:pt x="0" y="0"/>
                  </a:moveTo>
                  <a:lnTo>
                    <a:pt x="277636" y="0"/>
                  </a:lnTo>
                  <a:lnTo>
                    <a:pt x="277636" y="50728"/>
                  </a:lnTo>
                  <a:lnTo>
                    <a:pt x="167693" y="50721"/>
                  </a:lnTo>
                  <a:cubicBezTo>
                    <a:pt x="167693" y="50870"/>
                    <a:pt x="167736" y="51013"/>
                    <a:pt x="167736" y="51169"/>
                  </a:cubicBezTo>
                  <a:cubicBezTo>
                    <a:pt x="167485" y="67142"/>
                    <a:pt x="154334" y="79887"/>
                    <a:pt x="138362" y="79636"/>
                  </a:cubicBezTo>
                  <a:cubicBezTo>
                    <a:pt x="122743" y="79391"/>
                    <a:pt x="110141" y="66788"/>
                    <a:pt x="109895" y="51169"/>
                  </a:cubicBezTo>
                  <a:cubicBezTo>
                    <a:pt x="109895" y="51020"/>
                    <a:pt x="109938" y="50878"/>
                    <a:pt x="109938" y="50728"/>
                  </a:cubicBezTo>
                  <a:lnTo>
                    <a:pt x="1" y="50728"/>
                  </a:lnTo>
                  <a:lnTo>
                    <a:pt x="1" y="171748"/>
                  </a:lnTo>
                  <a:lnTo>
                    <a:pt x="277636" y="171748"/>
                  </a:lnTo>
                  <a:lnTo>
                    <a:pt x="277636" y="205563"/>
                  </a:lnTo>
                  <a:lnTo>
                    <a:pt x="167693" y="205556"/>
                  </a:lnTo>
                  <a:cubicBezTo>
                    <a:pt x="167693" y="205706"/>
                    <a:pt x="167736" y="205848"/>
                    <a:pt x="167736" y="206005"/>
                  </a:cubicBezTo>
                  <a:cubicBezTo>
                    <a:pt x="167485" y="221977"/>
                    <a:pt x="154334" y="234722"/>
                    <a:pt x="138362" y="234471"/>
                  </a:cubicBezTo>
                  <a:cubicBezTo>
                    <a:pt x="122743" y="234226"/>
                    <a:pt x="110141" y="221624"/>
                    <a:pt x="109895" y="206005"/>
                  </a:cubicBezTo>
                  <a:cubicBezTo>
                    <a:pt x="109895" y="205855"/>
                    <a:pt x="109938" y="205713"/>
                    <a:pt x="109938" y="205563"/>
                  </a:cubicBezTo>
                  <a:lnTo>
                    <a:pt x="1" y="205563"/>
                  </a:lnTo>
                  <a:lnTo>
                    <a:pt x="1" y="326583"/>
                  </a:lnTo>
                  <a:lnTo>
                    <a:pt x="277636" y="326583"/>
                  </a:lnTo>
                  <a:lnTo>
                    <a:pt x="277636" y="362712"/>
                  </a:lnTo>
                  <a:lnTo>
                    <a:pt x="0" y="362712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" name="Freeform: Shape 65">
              <a:extLst>
                <a:ext uri="{FF2B5EF4-FFF2-40B4-BE49-F238E27FC236}">
                  <a16:creationId xmlns:a16="http://schemas.microsoft.com/office/drawing/2014/main" id="{B930E359-AA0E-60F2-1A37-458C92EF298C}"/>
                </a:ext>
              </a:extLst>
            </p:cNvPr>
            <p:cNvSpPr/>
            <p:nvPr/>
          </p:nvSpPr>
          <p:spPr>
            <a:xfrm>
              <a:off x="4932188" y="1353763"/>
              <a:ext cx="295432" cy="463807"/>
            </a:xfrm>
            <a:custGeom>
              <a:avLst/>
              <a:gdLst>
                <a:gd name="connsiteX0" fmla="*/ 17797 w 295432"/>
                <a:gd name="connsiteY0" fmla="*/ 306651 h 463806"/>
                <a:gd name="connsiteX1" fmla="*/ 17797 w 295432"/>
                <a:gd name="connsiteY1" fmla="*/ 446009 h 463806"/>
                <a:gd name="connsiteX2" fmla="*/ 277635 w 295432"/>
                <a:gd name="connsiteY2" fmla="*/ 446009 h 463806"/>
                <a:gd name="connsiteX3" fmla="*/ 277635 w 295432"/>
                <a:gd name="connsiteY3" fmla="*/ 427671 h 463806"/>
                <a:gd name="connsiteX4" fmla="*/ 42713 w 295432"/>
                <a:gd name="connsiteY4" fmla="*/ 427671 h 463806"/>
                <a:gd name="connsiteX5" fmla="*/ 33814 w 295432"/>
                <a:gd name="connsiteY5" fmla="*/ 418773 h 463806"/>
                <a:gd name="connsiteX6" fmla="*/ 42713 w 295432"/>
                <a:gd name="connsiteY6" fmla="*/ 409874 h 463806"/>
                <a:gd name="connsiteX7" fmla="*/ 277635 w 295432"/>
                <a:gd name="connsiteY7" fmla="*/ 409874 h 463806"/>
                <a:gd name="connsiteX8" fmla="*/ 277635 w 295432"/>
                <a:gd name="connsiteY8" fmla="*/ 306651 h 463806"/>
                <a:gd name="connsiteX9" fmla="*/ 184577 w 295432"/>
                <a:gd name="connsiteY9" fmla="*/ 306651 h 463806"/>
                <a:gd name="connsiteX10" fmla="*/ 156169 w 295432"/>
                <a:gd name="connsiteY10" fmla="*/ 335059 h 463806"/>
                <a:gd name="connsiteX11" fmla="*/ 110847 w 295432"/>
                <a:gd name="connsiteY11" fmla="*/ 306651 h 463806"/>
                <a:gd name="connsiteX12" fmla="*/ 17797 w 295432"/>
                <a:gd name="connsiteY12" fmla="*/ 151816 h 463806"/>
                <a:gd name="connsiteX13" fmla="*/ 17797 w 295432"/>
                <a:gd name="connsiteY13" fmla="*/ 255039 h 463806"/>
                <a:gd name="connsiteX14" fmla="*/ 245009 w 295432"/>
                <a:gd name="connsiteY14" fmla="*/ 255039 h 463806"/>
                <a:gd name="connsiteX15" fmla="*/ 253908 w 295432"/>
                <a:gd name="connsiteY15" fmla="*/ 263938 h 463806"/>
                <a:gd name="connsiteX16" fmla="*/ 245009 w 295432"/>
                <a:gd name="connsiteY16" fmla="*/ 272837 h 463806"/>
                <a:gd name="connsiteX17" fmla="*/ 17797 w 295432"/>
                <a:gd name="connsiteY17" fmla="*/ 272837 h 463806"/>
                <a:gd name="connsiteX18" fmla="*/ 17797 w 295432"/>
                <a:gd name="connsiteY18" fmla="*/ 288854 h 463806"/>
                <a:gd name="connsiteX19" fmla="*/ 118842 w 295432"/>
                <a:gd name="connsiteY19" fmla="*/ 288854 h 463806"/>
                <a:gd name="connsiteX20" fmla="*/ 119043 w 295432"/>
                <a:gd name="connsiteY20" fmla="*/ 288856 h 463806"/>
                <a:gd name="connsiteX21" fmla="*/ 127733 w 295432"/>
                <a:gd name="connsiteY21" fmla="*/ 297945 h 463806"/>
                <a:gd name="connsiteX22" fmla="*/ 127698 w 295432"/>
                <a:gd name="connsiteY22" fmla="*/ 298585 h 463806"/>
                <a:gd name="connsiteX23" fmla="*/ 147182 w 295432"/>
                <a:gd name="connsiteY23" fmla="*/ 318070 h 463806"/>
                <a:gd name="connsiteX24" fmla="*/ 167734 w 295432"/>
                <a:gd name="connsiteY24" fmla="*/ 298585 h 463806"/>
                <a:gd name="connsiteX25" fmla="*/ 167691 w 295432"/>
                <a:gd name="connsiteY25" fmla="*/ 297952 h 463806"/>
                <a:gd name="connsiteX26" fmla="*/ 167689 w 295432"/>
                <a:gd name="connsiteY26" fmla="*/ 297736 h 463806"/>
                <a:gd name="connsiteX27" fmla="*/ 176590 w 295432"/>
                <a:gd name="connsiteY27" fmla="*/ 288854 h 463806"/>
                <a:gd name="connsiteX28" fmla="*/ 277635 w 295432"/>
                <a:gd name="connsiteY28" fmla="*/ 288854 h 463806"/>
                <a:gd name="connsiteX29" fmla="*/ 277635 w 295432"/>
                <a:gd name="connsiteY29" fmla="*/ 151816 h 463806"/>
                <a:gd name="connsiteX30" fmla="*/ 184577 w 295432"/>
                <a:gd name="connsiteY30" fmla="*/ 151816 h 463806"/>
                <a:gd name="connsiteX31" fmla="*/ 156169 w 295432"/>
                <a:gd name="connsiteY31" fmla="*/ 180225 h 463806"/>
                <a:gd name="connsiteX32" fmla="*/ 110847 w 295432"/>
                <a:gd name="connsiteY32" fmla="*/ 151816 h 463806"/>
                <a:gd name="connsiteX33" fmla="*/ 116130 w 295432"/>
                <a:gd name="connsiteY33" fmla="*/ 41645 h 463806"/>
                <a:gd name="connsiteX34" fmla="*/ 179309 w 295432"/>
                <a:gd name="connsiteY34" fmla="*/ 41645 h 463806"/>
                <a:gd name="connsiteX35" fmla="*/ 188208 w 295432"/>
                <a:gd name="connsiteY35" fmla="*/ 50545 h 463806"/>
                <a:gd name="connsiteX36" fmla="*/ 179309 w 295432"/>
                <a:gd name="connsiteY36" fmla="*/ 59443 h 463806"/>
                <a:gd name="connsiteX37" fmla="*/ 116130 w 295432"/>
                <a:gd name="connsiteY37" fmla="*/ 59443 h 463806"/>
                <a:gd name="connsiteX38" fmla="*/ 107231 w 295432"/>
                <a:gd name="connsiteY38" fmla="*/ 50545 h 463806"/>
                <a:gd name="connsiteX39" fmla="*/ 116130 w 295432"/>
                <a:gd name="connsiteY39" fmla="*/ 41645 h 463806"/>
                <a:gd name="connsiteX40" fmla="*/ 17797 w 295432"/>
                <a:gd name="connsiteY40" fmla="*/ 17797 h 463806"/>
                <a:gd name="connsiteX41" fmla="*/ 17797 w 295432"/>
                <a:gd name="connsiteY41" fmla="*/ 134012 h 463806"/>
                <a:gd name="connsiteX42" fmla="*/ 118828 w 295432"/>
                <a:gd name="connsiteY42" fmla="*/ 134012 h 463806"/>
                <a:gd name="connsiteX43" fmla="*/ 119044 w 295432"/>
                <a:gd name="connsiteY43" fmla="*/ 134014 h 463806"/>
                <a:gd name="connsiteX44" fmla="*/ 127726 w 295432"/>
                <a:gd name="connsiteY44" fmla="*/ 143110 h 463806"/>
                <a:gd name="connsiteX45" fmla="*/ 127691 w 295432"/>
                <a:gd name="connsiteY45" fmla="*/ 143751 h 463806"/>
                <a:gd name="connsiteX46" fmla="*/ 147175 w 295432"/>
                <a:gd name="connsiteY46" fmla="*/ 163235 h 463806"/>
                <a:gd name="connsiteX47" fmla="*/ 167727 w 295432"/>
                <a:gd name="connsiteY47" fmla="*/ 143751 h 463806"/>
                <a:gd name="connsiteX48" fmla="*/ 167691 w 295432"/>
                <a:gd name="connsiteY48" fmla="*/ 143117 h 463806"/>
                <a:gd name="connsiteX49" fmla="*/ 167689 w 295432"/>
                <a:gd name="connsiteY49" fmla="*/ 142901 h 463806"/>
                <a:gd name="connsiteX50" fmla="*/ 176590 w 295432"/>
                <a:gd name="connsiteY50" fmla="*/ 134019 h 463806"/>
                <a:gd name="connsiteX51" fmla="*/ 277635 w 295432"/>
                <a:gd name="connsiteY51" fmla="*/ 134019 h 463806"/>
                <a:gd name="connsiteX52" fmla="*/ 277635 w 295432"/>
                <a:gd name="connsiteY52" fmla="*/ 101087 h 463806"/>
                <a:gd name="connsiteX53" fmla="*/ 50423 w 295432"/>
                <a:gd name="connsiteY53" fmla="*/ 101087 h 463806"/>
                <a:gd name="connsiteX54" fmla="*/ 41524 w 295432"/>
                <a:gd name="connsiteY54" fmla="*/ 92189 h 463806"/>
                <a:gd name="connsiteX55" fmla="*/ 50423 w 295432"/>
                <a:gd name="connsiteY55" fmla="*/ 83290 h 463806"/>
                <a:gd name="connsiteX56" fmla="*/ 277635 w 295432"/>
                <a:gd name="connsiteY56" fmla="*/ 83290 h 463806"/>
                <a:gd name="connsiteX57" fmla="*/ 277635 w 295432"/>
                <a:gd name="connsiteY57" fmla="*/ 17797 h 463806"/>
                <a:gd name="connsiteX58" fmla="*/ 8899 w 295432"/>
                <a:gd name="connsiteY58" fmla="*/ 0 h 463806"/>
                <a:gd name="connsiteX59" fmla="*/ 286533 w 295432"/>
                <a:gd name="connsiteY59" fmla="*/ 0 h 463806"/>
                <a:gd name="connsiteX60" fmla="*/ 295432 w 295432"/>
                <a:gd name="connsiteY60" fmla="*/ 8899 h 463806"/>
                <a:gd name="connsiteX61" fmla="*/ 295432 w 295432"/>
                <a:gd name="connsiteY61" fmla="*/ 454908 h 463806"/>
                <a:gd name="connsiteX62" fmla="*/ 286533 w 295432"/>
                <a:gd name="connsiteY62" fmla="*/ 463806 h 463806"/>
                <a:gd name="connsiteX63" fmla="*/ 8899 w 295432"/>
                <a:gd name="connsiteY63" fmla="*/ 463806 h 463806"/>
                <a:gd name="connsiteX64" fmla="*/ 0 w 295432"/>
                <a:gd name="connsiteY64" fmla="*/ 454908 h 463806"/>
                <a:gd name="connsiteX65" fmla="*/ 0 w 295432"/>
                <a:gd name="connsiteY65" fmla="*/ 8899 h 463806"/>
                <a:gd name="connsiteX66" fmla="*/ 8899 w 295432"/>
                <a:gd name="connsiteY66" fmla="*/ 0 h 46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295432" h="463806">
                  <a:moveTo>
                    <a:pt x="17797" y="306651"/>
                  </a:moveTo>
                  <a:lnTo>
                    <a:pt x="17797" y="446009"/>
                  </a:lnTo>
                  <a:lnTo>
                    <a:pt x="277635" y="446009"/>
                  </a:lnTo>
                  <a:lnTo>
                    <a:pt x="277635" y="427671"/>
                  </a:lnTo>
                  <a:lnTo>
                    <a:pt x="42713" y="427671"/>
                  </a:lnTo>
                  <a:cubicBezTo>
                    <a:pt x="37798" y="427671"/>
                    <a:pt x="33814" y="423687"/>
                    <a:pt x="33814" y="418773"/>
                  </a:cubicBezTo>
                  <a:cubicBezTo>
                    <a:pt x="33814" y="413858"/>
                    <a:pt x="37798" y="409874"/>
                    <a:pt x="42713" y="409874"/>
                  </a:cubicBezTo>
                  <a:lnTo>
                    <a:pt x="277635" y="409874"/>
                  </a:lnTo>
                  <a:lnTo>
                    <a:pt x="277635" y="306651"/>
                  </a:lnTo>
                  <a:lnTo>
                    <a:pt x="184577" y="306651"/>
                  </a:lnTo>
                  <a:cubicBezTo>
                    <a:pt x="181336" y="320783"/>
                    <a:pt x="170301" y="331818"/>
                    <a:pt x="156169" y="335059"/>
                  </a:cubicBezTo>
                  <a:cubicBezTo>
                    <a:pt x="135809" y="339730"/>
                    <a:pt x="115518" y="327011"/>
                    <a:pt x="110847" y="306651"/>
                  </a:cubicBezTo>
                  <a:close/>
                  <a:moveTo>
                    <a:pt x="17797" y="151816"/>
                  </a:moveTo>
                  <a:lnTo>
                    <a:pt x="17797" y="255039"/>
                  </a:lnTo>
                  <a:lnTo>
                    <a:pt x="245009" y="255039"/>
                  </a:lnTo>
                  <a:cubicBezTo>
                    <a:pt x="249923" y="255039"/>
                    <a:pt x="253908" y="259023"/>
                    <a:pt x="253908" y="263938"/>
                  </a:cubicBezTo>
                  <a:cubicBezTo>
                    <a:pt x="253908" y="268852"/>
                    <a:pt x="249923" y="272837"/>
                    <a:pt x="245009" y="272837"/>
                  </a:cubicBezTo>
                  <a:lnTo>
                    <a:pt x="17797" y="272837"/>
                  </a:lnTo>
                  <a:lnTo>
                    <a:pt x="17797" y="288854"/>
                  </a:lnTo>
                  <a:lnTo>
                    <a:pt x="118842" y="288854"/>
                  </a:lnTo>
                  <a:cubicBezTo>
                    <a:pt x="118909" y="288854"/>
                    <a:pt x="118976" y="288855"/>
                    <a:pt x="119043" y="288856"/>
                  </a:cubicBezTo>
                  <a:cubicBezTo>
                    <a:pt x="123953" y="288966"/>
                    <a:pt x="127843" y="293035"/>
                    <a:pt x="127733" y="297945"/>
                  </a:cubicBezTo>
                  <a:cubicBezTo>
                    <a:pt x="127698" y="298130"/>
                    <a:pt x="127698" y="298358"/>
                    <a:pt x="127698" y="298585"/>
                  </a:cubicBezTo>
                  <a:cubicBezTo>
                    <a:pt x="127981" y="309226"/>
                    <a:pt x="136541" y="317786"/>
                    <a:pt x="147182" y="318070"/>
                  </a:cubicBezTo>
                  <a:cubicBezTo>
                    <a:pt x="158238" y="318364"/>
                    <a:pt x="167439" y="309641"/>
                    <a:pt x="167734" y="298585"/>
                  </a:cubicBezTo>
                  <a:cubicBezTo>
                    <a:pt x="167713" y="298358"/>
                    <a:pt x="167698" y="298108"/>
                    <a:pt x="167691" y="297952"/>
                  </a:cubicBezTo>
                  <a:cubicBezTo>
                    <a:pt x="167690" y="297880"/>
                    <a:pt x="167689" y="297808"/>
                    <a:pt x="167689" y="297736"/>
                  </a:cubicBezTo>
                  <a:cubicBezTo>
                    <a:pt x="167694" y="292825"/>
                    <a:pt x="171679" y="288849"/>
                    <a:pt x="176590" y="288854"/>
                  </a:cubicBezTo>
                  <a:lnTo>
                    <a:pt x="277635" y="288854"/>
                  </a:lnTo>
                  <a:lnTo>
                    <a:pt x="277635" y="151816"/>
                  </a:lnTo>
                  <a:lnTo>
                    <a:pt x="184577" y="151816"/>
                  </a:lnTo>
                  <a:cubicBezTo>
                    <a:pt x="181336" y="165948"/>
                    <a:pt x="170301" y="176983"/>
                    <a:pt x="156169" y="180225"/>
                  </a:cubicBezTo>
                  <a:cubicBezTo>
                    <a:pt x="135809" y="184895"/>
                    <a:pt x="115518" y="172176"/>
                    <a:pt x="110847" y="151816"/>
                  </a:cubicBezTo>
                  <a:close/>
                  <a:moveTo>
                    <a:pt x="116130" y="41645"/>
                  </a:moveTo>
                  <a:lnTo>
                    <a:pt x="179309" y="41645"/>
                  </a:lnTo>
                  <a:cubicBezTo>
                    <a:pt x="184224" y="41645"/>
                    <a:pt x="188208" y="45629"/>
                    <a:pt x="188208" y="50545"/>
                  </a:cubicBezTo>
                  <a:cubicBezTo>
                    <a:pt x="188208" y="55459"/>
                    <a:pt x="184224" y="59443"/>
                    <a:pt x="179309" y="59443"/>
                  </a:cubicBezTo>
                  <a:lnTo>
                    <a:pt x="116130" y="59443"/>
                  </a:lnTo>
                  <a:cubicBezTo>
                    <a:pt x="111215" y="59443"/>
                    <a:pt x="107231" y="55459"/>
                    <a:pt x="107231" y="50545"/>
                  </a:cubicBezTo>
                  <a:cubicBezTo>
                    <a:pt x="107231" y="45629"/>
                    <a:pt x="111215" y="41645"/>
                    <a:pt x="116130" y="41645"/>
                  </a:cubicBezTo>
                  <a:close/>
                  <a:moveTo>
                    <a:pt x="17797" y="17797"/>
                  </a:moveTo>
                  <a:lnTo>
                    <a:pt x="17797" y="134012"/>
                  </a:lnTo>
                  <a:lnTo>
                    <a:pt x="118828" y="134012"/>
                  </a:lnTo>
                  <a:cubicBezTo>
                    <a:pt x="118900" y="134012"/>
                    <a:pt x="118972" y="134013"/>
                    <a:pt x="119044" y="134014"/>
                  </a:cubicBezTo>
                  <a:cubicBezTo>
                    <a:pt x="123953" y="134129"/>
                    <a:pt x="127840" y="138201"/>
                    <a:pt x="127726" y="143110"/>
                  </a:cubicBezTo>
                  <a:cubicBezTo>
                    <a:pt x="127691" y="143288"/>
                    <a:pt x="127691" y="143523"/>
                    <a:pt x="127691" y="143751"/>
                  </a:cubicBezTo>
                  <a:cubicBezTo>
                    <a:pt x="127974" y="154392"/>
                    <a:pt x="136534" y="162951"/>
                    <a:pt x="147175" y="163235"/>
                  </a:cubicBezTo>
                  <a:cubicBezTo>
                    <a:pt x="158231" y="163530"/>
                    <a:pt x="167432" y="154806"/>
                    <a:pt x="167727" y="143751"/>
                  </a:cubicBezTo>
                  <a:cubicBezTo>
                    <a:pt x="167691" y="143523"/>
                    <a:pt x="167691" y="143288"/>
                    <a:pt x="167691" y="143117"/>
                  </a:cubicBezTo>
                  <a:cubicBezTo>
                    <a:pt x="167690" y="143045"/>
                    <a:pt x="167689" y="142973"/>
                    <a:pt x="167689" y="142901"/>
                  </a:cubicBezTo>
                  <a:cubicBezTo>
                    <a:pt x="167694" y="137991"/>
                    <a:pt x="171679" y="134014"/>
                    <a:pt x="176590" y="134019"/>
                  </a:cubicBezTo>
                  <a:lnTo>
                    <a:pt x="277635" y="134019"/>
                  </a:lnTo>
                  <a:lnTo>
                    <a:pt x="277635" y="101087"/>
                  </a:lnTo>
                  <a:lnTo>
                    <a:pt x="50423" y="101087"/>
                  </a:lnTo>
                  <a:cubicBezTo>
                    <a:pt x="45508" y="101087"/>
                    <a:pt x="41524" y="97103"/>
                    <a:pt x="41524" y="92189"/>
                  </a:cubicBezTo>
                  <a:cubicBezTo>
                    <a:pt x="41524" y="87274"/>
                    <a:pt x="45508" y="83290"/>
                    <a:pt x="50423" y="83290"/>
                  </a:cubicBezTo>
                  <a:lnTo>
                    <a:pt x="277635" y="83290"/>
                  </a:lnTo>
                  <a:lnTo>
                    <a:pt x="277635" y="17797"/>
                  </a:lnTo>
                  <a:close/>
                  <a:moveTo>
                    <a:pt x="8899" y="0"/>
                  </a:moveTo>
                  <a:lnTo>
                    <a:pt x="286533" y="0"/>
                  </a:lnTo>
                  <a:cubicBezTo>
                    <a:pt x="291448" y="0"/>
                    <a:pt x="295432" y="3984"/>
                    <a:pt x="295432" y="8899"/>
                  </a:cubicBezTo>
                  <a:lnTo>
                    <a:pt x="295432" y="454908"/>
                  </a:lnTo>
                  <a:cubicBezTo>
                    <a:pt x="295432" y="459822"/>
                    <a:pt x="291448" y="463806"/>
                    <a:pt x="286533" y="463806"/>
                  </a:cubicBezTo>
                  <a:lnTo>
                    <a:pt x="8899" y="463806"/>
                  </a:lnTo>
                  <a:cubicBezTo>
                    <a:pt x="3984" y="463806"/>
                    <a:pt x="0" y="459822"/>
                    <a:pt x="0" y="454908"/>
                  </a:cubicBezTo>
                  <a:lnTo>
                    <a:pt x="0" y="8899"/>
                  </a:lnTo>
                  <a:cubicBezTo>
                    <a:pt x="0" y="3984"/>
                    <a:pt x="3984" y="0"/>
                    <a:pt x="8899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92" name="Group 278">
            <a:extLst>
              <a:ext uri="{FF2B5EF4-FFF2-40B4-BE49-F238E27FC236}">
                <a16:creationId xmlns:a16="http://schemas.microsoft.com/office/drawing/2014/main" id="{0EBA96B5-21C3-8DF2-AC70-FA1A2254023C}"/>
              </a:ext>
            </a:extLst>
          </p:cNvPr>
          <p:cNvGrpSpPr/>
          <p:nvPr/>
        </p:nvGrpSpPr>
        <p:grpSpPr>
          <a:xfrm>
            <a:off x="2812193" y="1423335"/>
            <a:ext cx="463807" cy="324663"/>
            <a:chOff x="2812193" y="1423335"/>
            <a:chExt cx="463807" cy="324663"/>
          </a:xfrm>
        </p:grpSpPr>
        <p:sp>
          <p:nvSpPr>
            <p:cNvPr id="93" name="Freeform: Shape 67">
              <a:extLst>
                <a:ext uri="{FF2B5EF4-FFF2-40B4-BE49-F238E27FC236}">
                  <a16:creationId xmlns:a16="http://schemas.microsoft.com/office/drawing/2014/main" id="{E212DEE1-96A9-359B-39B1-2A7C57074CCD}"/>
                </a:ext>
              </a:extLst>
            </p:cNvPr>
            <p:cNvSpPr/>
            <p:nvPr/>
          </p:nvSpPr>
          <p:spPr>
            <a:xfrm>
              <a:off x="2864652" y="1432233"/>
              <a:ext cx="402451" cy="265435"/>
            </a:xfrm>
            <a:custGeom>
              <a:avLst/>
              <a:gdLst>
                <a:gd name="connsiteX0" fmla="*/ 0 w 402450"/>
                <a:gd name="connsiteY0" fmla="*/ 0 h 265434"/>
                <a:gd name="connsiteX1" fmla="*/ 146991 w 402450"/>
                <a:gd name="connsiteY1" fmla="*/ 0 h 265434"/>
                <a:gd name="connsiteX2" fmla="*/ 193099 w 402450"/>
                <a:gd name="connsiteY2" fmla="*/ 52338 h 265434"/>
                <a:gd name="connsiteX3" fmla="*/ 402450 w 402450"/>
                <a:gd name="connsiteY3" fmla="*/ 52338 h 265434"/>
                <a:gd name="connsiteX4" fmla="*/ 402450 w 402450"/>
                <a:gd name="connsiteY4" fmla="*/ 265434 h 265434"/>
                <a:gd name="connsiteX5" fmla="*/ 358890 w 402450"/>
                <a:gd name="connsiteY5" fmla="*/ 265434 h 265434"/>
                <a:gd name="connsiteX6" fmla="*/ 358890 w 402450"/>
                <a:gd name="connsiteY6" fmla="*/ 93777 h 265434"/>
                <a:gd name="connsiteX7" fmla="*/ 164489 w 402450"/>
                <a:gd name="connsiteY7" fmla="*/ 93777 h 265434"/>
                <a:gd name="connsiteX8" fmla="*/ 118380 w 402450"/>
                <a:gd name="connsiteY8" fmla="*/ 41432 h 265434"/>
                <a:gd name="connsiteX9" fmla="*/ 0 w 402450"/>
                <a:gd name="connsiteY9" fmla="*/ 41432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2450" h="265434">
                  <a:moveTo>
                    <a:pt x="0" y="0"/>
                  </a:moveTo>
                  <a:lnTo>
                    <a:pt x="146991" y="0"/>
                  </a:lnTo>
                  <a:lnTo>
                    <a:pt x="193099" y="52338"/>
                  </a:lnTo>
                  <a:lnTo>
                    <a:pt x="402450" y="52338"/>
                  </a:lnTo>
                  <a:lnTo>
                    <a:pt x="402450" y="265434"/>
                  </a:lnTo>
                  <a:lnTo>
                    <a:pt x="358890" y="265434"/>
                  </a:lnTo>
                  <a:lnTo>
                    <a:pt x="358890" y="93777"/>
                  </a:lnTo>
                  <a:lnTo>
                    <a:pt x="164489" y="93777"/>
                  </a:lnTo>
                  <a:lnTo>
                    <a:pt x="118380" y="41432"/>
                  </a:lnTo>
                  <a:lnTo>
                    <a:pt x="0" y="41432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" name="Freeform: Shape 68">
              <a:extLst>
                <a:ext uri="{FF2B5EF4-FFF2-40B4-BE49-F238E27FC236}">
                  <a16:creationId xmlns:a16="http://schemas.microsoft.com/office/drawing/2014/main" id="{D32CF494-DA5C-AAB6-71FA-758C5B25A5A3}"/>
                </a:ext>
              </a:extLst>
            </p:cNvPr>
            <p:cNvSpPr/>
            <p:nvPr/>
          </p:nvSpPr>
          <p:spPr>
            <a:xfrm>
              <a:off x="2812193" y="1423335"/>
              <a:ext cx="463807" cy="324663"/>
            </a:xfrm>
            <a:custGeom>
              <a:avLst/>
              <a:gdLst>
                <a:gd name="connsiteX0" fmla="*/ 8899 w 463806"/>
                <a:gd name="connsiteY0" fmla="*/ 41438 h 324662"/>
                <a:gd name="connsiteX1" fmla="*/ 170873 w 463806"/>
                <a:gd name="connsiteY1" fmla="*/ 41438 h 324662"/>
                <a:gd name="connsiteX2" fmla="*/ 177544 w 463806"/>
                <a:gd name="connsiteY2" fmla="*/ 44456 h 324662"/>
                <a:gd name="connsiteX3" fmla="*/ 220969 w 463806"/>
                <a:gd name="connsiteY3" fmla="*/ 93776 h 324662"/>
                <a:gd name="connsiteX4" fmla="*/ 411348 w 463806"/>
                <a:gd name="connsiteY4" fmla="*/ 93776 h 324662"/>
                <a:gd name="connsiteX5" fmla="*/ 420246 w 463806"/>
                <a:gd name="connsiteY5" fmla="*/ 102674 h 324662"/>
                <a:gd name="connsiteX6" fmla="*/ 411348 w 463806"/>
                <a:gd name="connsiteY6" fmla="*/ 111573 h 324662"/>
                <a:gd name="connsiteX7" fmla="*/ 216911 w 463806"/>
                <a:gd name="connsiteY7" fmla="*/ 111573 h 324662"/>
                <a:gd name="connsiteX8" fmla="*/ 210241 w 463806"/>
                <a:gd name="connsiteY8" fmla="*/ 108554 h 324662"/>
                <a:gd name="connsiteX9" fmla="*/ 166816 w 463806"/>
                <a:gd name="connsiteY9" fmla="*/ 59235 h 324662"/>
                <a:gd name="connsiteX10" fmla="*/ 17797 w 463806"/>
                <a:gd name="connsiteY10" fmla="*/ 59235 h 324662"/>
                <a:gd name="connsiteX11" fmla="*/ 17797 w 463806"/>
                <a:gd name="connsiteY11" fmla="*/ 306843 h 324662"/>
                <a:gd name="connsiteX12" fmla="*/ 402449 w 463806"/>
                <a:gd name="connsiteY12" fmla="*/ 306843 h 324662"/>
                <a:gd name="connsiteX13" fmla="*/ 402449 w 463806"/>
                <a:gd name="connsiteY13" fmla="*/ 141614 h 324662"/>
                <a:gd name="connsiteX14" fmla="*/ 411348 w 463806"/>
                <a:gd name="connsiteY14" fmla="*/ 132716 h 324662"/>
                <a:gd name="connsiteX15" fmla="*/ 420246 w 463806"/>
                <a:gd name="connsiteY15" fmla="*/ 141614 h 324662"/>
                <a:gd name="connsiteX16" fmla="*/ 420246 w 463806"/>
                <a:gd name="connsiteY16" fmla="*/ 315763 h 324662"/>
                <a:gd name="connsiteX17" fmla="*/ 411348 w 463806"/>
                <a:gd name="connsiteY17" fmla="*/ 324662 h 324662"/>
                <a:gd name="connsiteX18" fmla="*/ 8899 w 463806"/>
                <a:gd name="connsiteY18" fmla="*/ 324662 h 324662"/>
                <a:gd name="connsiteX19" fmla="*/ 0 w 463806"/>
                <a:gd name="connsiteY19" fmla="*/ 315763 h 324662"/>
                <a:gd name="connsiteX20" fmla="*/ 0 w 463806"/>
                <a:gd name="connsiteY20" fmla="*/ 50337 h 324662"/>
                <a:gd name="connsiteX21" fmla="*/ 8899 w 463806"/>
                <a:gd name="connsiteY21" fmla="*/ 41438 h 324662"/>
                <a:gd name="connsiteX22" fmla="*/ 52459 w 463806"/>
                <a:gd name="connsiteY22" fmla="*/ 0 h 324662"/>
                <a:gd name="connsiteX23" fmla="*/ 199477 w 463806"/>
                <a:gd name="connsiteY23" fmla="*/ 0 h 324662"/>
                <a:gd name="connsiteX24" fmla="*/ 206147 w 463806"/>
                <a:gd name="connsiteY24" fmla="*/ 3018 h 324662"/>
                <a:gd name="connsiteX25" fmla="*/ 249572 w 463806"/>
                <a:gd name="connsiteY25" fmla="*/ 52338 h 324662"/>
                <a:gd name="connsiteX26" fmla="*/ 454908 w 463806"/>
                <a:gd name="connsiteY26" fmla="*/ 52338 h 324662"/>
                <a:gd name="connsiteX27" fmla="*/ 454915 w 463806"/>
                <a:gd name="connsiteY27" fmla="*/ 52338 h 324662"/>
                <a:gd name="connsiteX28" fmla="*/ 463806 w 463806"/>
                <a:gd name="connsiteY28" fmla="*/ 61243 h 324662"/>
                <a:gd name="connsiteX29" fmla="*/ 463806 w 463806"/>
                <a:gd name="connsiteY29" fmla="*/ 274325 h 324662"/>
                <a:gd name="connsiteX30" fmla="*/ 454908 w 463806"/>
                <a:gd name="connsiteY30" fmla="*/ 283224 h 324662"/>
                <a:gd name="connsiteX31" fmla="*/ 446009 w 463806"/>
                <a:gd name="connsiteY31" fmla="*/ 274325 h 324662"/>
                <a:gd name="connsiteX32" fmla="*/ 446009 w 463806"/>
                <a:gd name="connsiteY32" fmla="*/ 70135 h 324662"/>
                <a:gd name="connsiteX33" fmla="*/ 245529 w 463806"/>
                <a:gd name="connsiteY33" fmla="*/ 70135 h 324662"/>
                <a:gd name="connsiteX34" fmla="*/ 238851 w 463806"/>
                <a:gd name="connsiteY34" fmla="*/ 67116 h 324662"/>
                <a:gd name="connsiteX35" fmla="*/ 195426 w 463806"/>
                <a:gd name="connsiteY35" fmla="*/ 17797 h 324662"/>
                <a:gd name="connsiteX36" fmla="*/ 52459 w 463806"/>
                <a:gd name="connsiteY36" fmla="*/ 17797 h 324662"/>
                <a:gd name="connsiteX37" fmla="*/ 43560 w 463806"/>
                <a:gd name="connsiteY37" fmla="*/ 8899 h 324662"/>
                <a:gd name="connsiteX38" fmla="*/ 52459 w 463806"/>
                <a:gd name="connsiteY38" fmla="*/ 0 h 324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63806" h="324662">
                  <a:moveTo>
                    <a:pt x="8899" y="41438"/>
                  </a:moveTo>
                  <a:lnTo>
                    <a:pt x="170873" y="41438"/>
                  </a:lnTo>
                  <a:cubicBezTo>
                    <a:pt x="173427" y="41439"/>
                    <a:pt x="175858" y="42538"/>
                    <a:pt x="177544" y="44456"/>
                  </a:cubicBezTo>
                  <a:lnTo>
                    <a:pt x="220969" y="93776"/>
                  </a:lnTo>
                  <a:lnTo>
                    <a:pt x="411348" y="93776"/>
                  </a:lnTo>
                  <a:cubicBezTo>
                    <a:pt x="416262" y="93776"/>
                    <a:pt x="420246" y="97760"/>
                    <a:pt x="420246" y="102674"/>
                  </a:cubicBezTo>
                  <a:cubicBezTo>
                    <a:pt x="420246" y="107589"/>
                    <a:pt x="416262" y="111573"/>
                    <a:pt x="411348" y="111573"/>
                  </a:cubicBezTo>
                  <a:lnTo>
                    <a:pt x="216911" y="111573"/>
                  </a:lnTo>
                  <a:cubicBezTo>
                    <a:pt x="214357" y="111572"/>
                    <a:pt x="211927" y="110472"/>
                    <a:pt x="210241" y="108554"/>
                  </a:cubicBezTo>
                  <a:lnTo>
                    <a:pt x="166816" y="59235"/>
                  </a:lnTo>
                  <a:lnTo>
                    <a:pt x="17797" y="59235"/>
                  </a:lnTo>
                  <a:lnTo>
                    <a:pt x="17797" y="306843"/>
                  </a:lnTo>
                  <a:lnTo>
                    <a:pt x="402449" y="306843"/>
                  </a:lnTo>
                  <a:lnTo>
                    <a:pt x="402449" y="141614"/>
                  </a:lnTo>
                  <a:cubicBezTo>
                    <a:pt x="402449" y="136700"/>
                    <a:pt x="406433" y="132716"/>
                    <a:pt x="411348" y="132716"/>
                  </a:cubicBezTo>
                  <a:cubicBezTo>
                    <a:pt x="416262" y="132716"/>
                    <a:pt x="420246" y="136700"/>
                    <a:pt x="420246" y="141614"/>
                  </a:cubicBezTo>
                  <a:lnTo>
                    <a:pt x="420246" y="315763"/>
                  </a:lnTo>
                  <a:cubicBezTo>
                    <a:pt x="420246" y="320678"/>
                    <a:pt x="416262" y="324662"/>
                    <a:pt x="411348" y="324662"/>
                  </a:cubicBezTo>
                  <a:lnTo>
                    <a:pt x="8899" y="324662"/>
                  </a:lnTo>
                  <a:cubicBezTo>
                    <a:pt x="3984" y="324662"/>
                    <a:pt x="0" y="320678"/>
                    <a:pt x="0" y="315763"/>
                  </a:cubicBezTo>
                  <a:lnTo>
                    <a:pt x="0" y="50337"/>
                  </a:lnTo>
                  <a:cubicBezTo>
                    <a:pt x="0" y="45422"/>
                    <a:pt x="3984" y="41438"/>
                    <a:pt x="8899" y="41438"/>
                  </a:cubicBezTo>
                  <a:close/>
                  <a:moveTo>
                    <a:pt x="52459" y="0"/>
                  </a:moveTo>
                  <a:lnTo>
                    <a:pt x="199477" y="0"/>
                  </a:lnTo>
                  <a:cubicBezTo>
                    <a:pt x="202031" y="1"/>
                    <a:pt x="204461" y="1100"/>
                    <a:pt x="206147" y="3018"/>
                  </a:cubicBezTo>
                  <a:lnTo>
                    <a:pt x="249572" y="52338"/>
                  </a:lnTo>
                  <a:lnTo>
                    <a:pt x="454908" y="52338"/>
                  </a:lnTo>
                  <a:cubicBezTo>
                    <a:pt x="454910" y="52338"/>
                    <a:pt x="454912" y="52338"/>
                    <a:pt x="454915" y="52338"/>
                  </a:cubicBezTo>
                  <a:cubicBezTo>
                    <a:pt x="459829" y="52342"/>
                    <a:pt x="463810" y="56329"/>
                    <a:pt x="463806" y="61243"/>
                  </a:cubicBezTo>
                  <a:lnTo>
                    <a:pt x="463806" y="274325"/>
                  </a:lnTo>
                  <a:cubicBezTo>
                    <a:pt x="463806" y="279240"/>
                    <a:pt x="459822" y="283224"/>
                    <a:pt x="454908" y="283224"/>
                  </a:cubicBezTo>
                  <a:cubicBezTo>
                    <a:pt x="449993" y="283224"/>
                    <a:pt x="446009" y="279240"/>
                    <a:pt x="446009" y="274325"/>
                  </a:cubicBezTo>
                  <a:lnTo>
                    <a:pt x="446009" y="70135"/>
                  </a:lnTo>
                  <a:lnTo>
                    <a:pt x="245529" y="70135"/>
                  </a:lnTo>
                  <a:cubicBezTo>
                    <a:pt x="242972" y="70136"/>
                    <a:pt x="240539" y="69036"/>
                    <a:pt x="238851" y="67116"/>
                  </a:cubicBezTo>
                  <a:lnTo>
                    <a:pt x="195426" y="17797"/>
                  </a:lnTo>
                  <a:lnTo>
                    <a:pt x="52459" y="17797"/>
                  </a:lnTo>
                  <a:cubicBezTo>
                    <a:pt x="47544" y="17797"/>
                    <a:pt x="43560" y="13813"/>
                    <a:pt x="43560" y="8899"/>
                  </a:cubicBezTo>
                  <a:cubicBezTo>
                    <a:pt x="43560" y="3984"/>
                    <a:pt x="47544" y="0"/>
                    <a:pt x="52459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95" name="Group 277">
            <a:extLst>
              <a:ext uri="{FF2B5EF4-FFF2-40B4-BE49-F238E27FC236}">
                <a16:creationId xmlns:a16="http://schemas.microsoft.com/office/drawing/2014/main" id="{334AD75D-5943-8BFF-5B88-8E5B4C005F35}"/>
              </a:ext>
            </a:extLst>
          </p:cNvPr>
          <p:cNvGrpSpPr/>
          <p:nvPr/>
        </p:nvGrpSpPr>
        <p:grpSpPr>
          <a:xfrm>
            <a:off x="1793712" y="1424446"/>
            <a:ext cx="463821" cy="322407"/>
            <a:chOff x="1793712" y="1424446"/>
            <a:chExt cx="463821" cy="322407"/>
          </a:xfrm>
        </p:grpSpPr>
        <p:sp>
          <p:nvSpPr>
            <p:cNvPr id="96" name="Freeform: Shape 70">
              <a:extLst>
                <a:ext uri="{FF2B5EF4-FFF2-40B4-BE49-F238E27FC236}">
                  <a16:creationId xmlns:a16="http://schemas.microsoft.com/office/drawing/2014/main" id="{166293A0-2412-9FFC-DF26-102E784D287E}"/>
                </a:ext>
              </a:extLst>
            </p:cNvPr>
            <p:cNvSpPr/>
            <p:nvPr/>
          </p:nvSpPr>
          <p:spPr>
            <a:xfrm>
              <a:off x="1802610" y="1433345"/>
              <a:ext cx="446010" cy="304645"/>
            </a:xfrm>
            <a:custGeom>
              <a:avLst/>
              <a:gdLst>
                <a:gd name="connsiteX0" fmla="*/ 0 w 446010"/>
                <a:gd name="connsiteY0" fmla="*/ 44856 h 304644"/>
                <a:gd name="connsiteX1" fmla="*/ 1 w 446010"/>
                <a:gd name="connsiteY1" fmla="*/ 44856 h 304644"/>
                <a:gd name="connsiteX2" fmla="*/ 105445 w 446010"/>
                <a:gd name="connsiteY2" fmla="*/ 123114 h 304644"/>
                <a:gd name="connsiteX3" fmla="*/ 1 w 446010"/>
                <a:gd name="connsiteY3" fmla="*/ 304644 h 304644"/>
                <a:gd name="connsiteX4" fmla="*/ 0 w 446010"/>
                <a:gd name="connsiteY4" fmla="*/ 304644 h 304644"/>
                <a:gd name="connsiteX5" fmla="*/ 44877 w 446010"/>
                <a:gd name="connsiteY5" fmla="*/ 0 h 304644"/>
                <a:gd name="connsiteX6" fmla="*/ 446010 w 446010"/>
                <a:gd name="connsiteY6" fmla="*/ 0 h 304644"/>
                <a:gd name="connsiteX7" fmla="*/ 446010 w 446010"/>
                <a:gd name="connsiteY7" fmla="*/ 259788 h 304644"/>
                <a:gd name="connsiteX8" fmla="*/ 401133 w 446010"/>
                <a:gd name="connsiteY8" fmla="*/ 259788 h 304644"/>
                <a:gd name="connsiteX9" fmla="*/ 401133 w 446010"/>
                <a:gd name="connsiteY9" fmla="*/ 304642 h 304644"/>
                <a:gd name="connsiteX10" fmla="*/ 295686 w 446010"/>
                <a:gd name="connsiteY10" fmla="*/ 123118 h 304644"/>
                <a:gd name="connsiteX11" fmla="*/ 401134 w 446010"/>
                <a:gd name="connsiteY11" fmla="*/ 44856 h 304644"/>
                <a:gd name="connsiteX12" fmla="*/ 44877 w 446010"/>
                <a:gd name="connsiteY12" fmla="*/ 44856 h 304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6010" h="304644">
                  <a:moveTo>
                    <a:pt x="0" y="44856"/>
                  </a:moveTo>
                  <a:lnTo>
                    <a:pt x="1" y="44856"/>
                  </a:lnTo>
                  <a:lnTo>
                    <a:pt x="105445" y="123114"/>
                  </a:lnTo>
                  <a:lnTo>
                    <a:pt x="1" y="304644"/>
                  </a:lnTo>
                  <a:lnTo>
                    <a:pt x="0" y="304644"/>
                  </a:lnTo>
                  <a:close/>
                  <a:moveTo>
                    <a:pt x="44877" y="0"/>
                  </a:moveTo>
                  <a:lnTo>
                    <a:pt x="446010" y="0"/>
                  </a:lnTo>
                  <a:lnTo>
                    <a:pt x="446010" y="259788"/>
                  </a:lnTo>
                  <a:lnTo>
                    <a:pt x="401133" y="259788"/>
                  </a:lnTo>
                  <a:lnTo>
                    <a:pt x="401133" y="304642"/>
                  </a:lnTo>
                  <a:lnTo>
                    <a:pt x="295686" y="123118"/>
                  </a:lnTo>
                  <a:lnTo>
                    <a:pt x="401134" y="44856"/>
                  </a:lnTo>
                  <a:lnTo>
                    <a:pt x="44877" y="44856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" name="Freeform: Shape 71">
              <a:extLst>
                <a:ext uri="{FF2B5EF4-FFF2-40B4-BE49-F238E27FC236}">
                  <a16:creationId xmlns:a16="http://schemas.microsoft.com/office/drawing/2014/main" id="{433BB9D1-3C2A-7BDB-BDD4-FD892CA0FDD2}"/>
                </a:ext>
              </a:extLst>
            </p:cNvPr>
            <p:cNvSpPr/>
            <p:nvPr/>
          </p:nvSpPr>
          <p:spPr>
            <a:xfrm>
              <a:off x="1793712" y="1424446"/>
              <a:ext cx="463821" cy="322407"/>
            </a:xfrm>
            <a:custGeom>
              <a:avLst/>
              <a:gdLst>
                <a:gd name="connsiteX0" fmla="*/ 17797 w 463821"/>
                <a:gd name="connsiteY0" fmla="*/ 71445 h 322406"/>
                <a:gd name="connsiteX1" fmla="*/ 17797 w 463821"/>
                <a:gd name="connsiteY1" fmla="*/ 280505 h 322406"/>
                <a:gd name="connsiteX2" fmla="*/ 81254 w 463821"/>
                <a:gd name="connsiteY2" fmla="*/ 171323 h 322406"/>
                <a:gd name="connsiteX3" fmla="*/ 93420 w 463821"/>
                <a:gd name="connsiteY3" fmla="*/ 168098 h 322406"/>
                <a:gd name="connsiteX4" fmla="*/ 96645 w 463821"/>
                <a:gd name="connsiteY4" fmla="*/ 180264 h 322406"/>
                <a:gd name="connsiteX5" fmla="*/ 24368 w 463821"/>
                <a:gd name="connsiteY5" fmla="*/ 304616 h 322406"/>
                <a:gd name="connsiteX6" fmla="*/ 209458 w 463821"/>
                <a:gd name="connsiteY6" fmla="*/ 304616 h 322406"/>
                <a:gd name="connsiteX7" fmla="*/ 401125 w 463821"/>
                <a:gd name="connsiteY7" fmla="*/ 304645 h 322406"/>
                <a:gd name="connsiteX8" fmla="*/ 401125 w 463821"/>
                <a:gd name="connsiteY8" fmla="*/ 71445 h 322406"/>
                <a:gd name="connsiteX9" fmla="*/ 316276 w 463821"/>
                <a:gd name="connsiteY9" fmla="*/ 134418 h 322406"/>
                <a:gd name="connsiteX10" fmla="*/ 380217 w 463821"/>
                <a:gd name="connsiteY10" fmla="*/ 244512 h 322406"/>
                <a:gd name="connsiteX11" fmla="*/ 376974 w 463821"/>
                <a:gd name="connsiteY11" fmla="*/ 256682 h 322406"/>
                <a:gd name="connsiteX12" fmla="*/ 364805 w 463821"/>
                <a:gd name="connsiteY12" fmla="*/ 253439 h 322406"/>
                <a:gd name="connsiteX13" fmla="*/ 301874 w 463821"/>
                <a:gd name="connsiteY13" fmla="*/ 145096 h 322406"/>
                <a:gd name="connsiteX14" fmla="*/ 214747 w 463821"/>
                <a:gd name="connsiteY14" fmla="*/ 209758 h 322406"/>
                <a:gd name="connsiteX15" fmla="*/ 204140 w 463821"/>
                <a:gd name="connsiteY15" fmla="*/ 209758 h 322406"/>
                <a:gd name="connsiteX16" fmla="*/ 35815 w 463821"/>
                <a:gd name="connsiteY16" fmla="*/ 62653 h 322406"/>
                <a:gd name="connsiteX17" fmla="*/ 209458 w 463821"/>
                <a:gd name="connsiteY17" fmla="*/ 191505 h 322406"/>
                <a:gd name="connsiteX18" fmla="*/ 383107 w 463821"/>
                <a:gd name="connsiteY18" fmla="*/ 62653 h 322406"/>
                <a:gd name="connsiteX19" fmla="*/ 8899 w 463821"/>
                <a:gd name="connsiteY19" fmla="*/ 44856 h 322406"/>
                <a:gd name="connsiteX20" fmla="*/ 410024 w 463821"/>
                <a:gd name="connsiteY20" fmla="*/ 44856 h 322406"/>
                <a:gd name="connsiteX21" fmla="*/ 418922 w 463821"/>
                <a:gd name="connsiteY21" fmla="*/ 53726 h 322406"/>
                <a:gd name="connsiteX22" fmla="*/ 418922 w 463821"/>
                <a:gd name="connsiteY22" fmla="*/ 313508 h 322406"/>
                <a:gd name="connsiteX23" fmla="*/ 410024 w 463821"/>
                <a:gd name="connsiteY23" fmla="*/ 322406 h 322406"/>
                <a:gd name="connsiteX24" fmla="*/ 8891 w 463821"/>
                <a:gd name="connsiteY24" fmla="*/ 322406 h 322406"/>
                <a:gd name="connsiteX25" fmla="*/ 5816 w 463821"/>
                <a:gd name="connsiteY25" fmla="*/ 321787 h 322406"/>
                <a:gd name="connsiteX26" fmla="*/ 5104 w 463821"/>
                <a:gd name="connsiteY26" fmla="*/ 321488 h 322406"/>
                <a:gd name="connsiteX27" fmla="*/ 2606 w 463821"/>
                <a:gd name="connsiteY27" fmla="*/ 319801 h 322406"/>
                <a:gd name="connsiteX28" fmla="*/ 1182 w 463821"/>
                <a:gd name="connsiteY28" fmla="*/ 317964 h 322406"/>
                <a:gd name="connsiteX29" fmla="*/ 911 w 463821"/>
                <a:gd name="connsiteY29" fmla="*/ 317316 h 322406"/>
                <a:gd name="connsiteX30" fmla="*/ 612 w 463821"/>
                <a:gd name="connsiteY30" fmla="*/ 316604 h 322406"/>
                <a:gd name="connsiteX31" fmla="*/ 0 w 463821"/>
                <a:gd name="connsiteY31" fmla="*/ 313565 h 322406"/>
                <a:gd name="connsiteX32" fmla="*/ 0 w 463821"/>
                <a:gd name="connsiteY32" fmla="*/ 53755 h 322406"/>
                <a:gd name="connsiteX33" fmla="*/ 8899 w 463821"/>
                <a:gd name="connsiteY33" fmla="*/ 44856 h 322406"/>
                <a:gd name="connsiteX34" fmla="*/ 53776 w 463821"/>
                <a:gd name="connsiteY34" fmla="*/ 0 h 322406"/>
                <a:gd name="connsiteX35" fmla="*/ 454908 w 463821"/>
                <a:gd name="connsiteY35" fmla="*/ 0 h 322406"/>
                <a:gd name="connsiteX36" fmla="*/ 463821 w 463821"/>
                <a:gd name="connsiteY36" fmla="*/ 8877 h 322406"/>
                <a:gd name="connsiteX37" fmla="*/ 463821 w 463821"/>
                <a:gd name="connsiteY37" fmla="*/ 268716 h 322406"/>
                <a:gd name="connsiteX38" fmla="*/ 454922 w 463821"/>
                <a:gd name="connsiteY38" fmla="*/ 277614 h 322406"/>
                <a:gd name="connsiteX39" fmla="*/ 446023 w 463821"/>
                <a:gd name="connsiteY39" fmla="*/ 268716 h 322406"/>
                <a:gd name="connsiteX40" fmla="*/ 446023 w 463821"/>
                <a:gd name="connsiteY40" fmla="*/ 17797 h 322406"/>
                <a:gd name="connsiteX41" fmla="*/ 53776 w 463821"/>
                <a:gd name="connsiteY41" fmla="*/ 17797 h 322406"/>
                <a:gd name="connsiteX42" fmla="*/ 44877 w 463821"/>
                <a:gd name="connsiteY42" fmla="*/ 8899 h 322406"/>
                <a:gd name="connsiteX43" fmla="*/ 53776 w 463821"/>
                <a:gd name="connsiteY43" fmla="*/ 0 h 32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63821" h="322406">
                  <a:moveTo>
                    <a:pt x="17797" y="71445"/>
                  </a:moveTo>
                  <a:lnTo>
                    <a:pt x="17797" y="280505"/>
                  </a:lnTo>
                  <a:lnTo>
                    <a:pt x="81254" y="171323"/>
                  </a:lnTo>
                  <a:cubicBezTo>
                    <a:pt x="83723" y="167073"/>
                    <a:pt x="89170" y="165629"/>
                    <a:pt x="93420" y="168098"/>
                  </a:cubicBezTo>
                  <a:cubicBezTo>
                    <a:pt x="97671" y="170567"/>
                    <a:pt x="99114" y="176014"/>
                    <a:pt x="96645" y="180264"/>
                  </a:cubicBezTo>
                  <a:lnTo>
                    <a:pt x="24368" y="304616"/>
                  </a:lnTo>
                  <a:lnTo>
                    <a:pt x="209458" y="304616"/>
                  </a:lnTo>
                  <a:lnTo>
                    <a:pt x="401125" y="304645"/>
                  </a:lnTo>
                  <a:lnTo>
                    <a:pt x="401125" y="71445"/>
                  </a:lnTo>
                  <a:lnTo>
                    <a:pt x="316276" y="134418"/>
                  </a:lnTo>
                  <a:lnTo>
                    <a:pt x="380217" y="244512"/>
                  </a:lnTo>
                  <a:cubicBezTo>
                    <a:pt x="382682" y="248768"/>
                    <a:pt x="381230" y="254216"/>
                    <a:pt x="376974" y="256682"/>
                  </a:cubicBezTo>
                  <a:cubicBezTo>
                    <a:pt x="372718" y="259147"/>
                    <a:pt x="367270" y="257695"/>
                    <a:pt x="364805" y="253439"/>
                  </a:cubicBezTo>
                  <a:lnTo>
                    <a:pt x="301874" y="145096"/>
                  </a:lnTo>
                  <a:lnTo>
                    <a:pt x="214747" y="209758"/>
                  </a:lnTo>
                  <a:cubicBezTo>
                    <a:pt x="211597" y="212093"/>
                    <a:pt x="207290" y="212093"/>
                    <a:pt x="204140" y="209758"/>
                  </a:cubicBezTo>
                  <a:close/>
                  <a:moveTo>
                    <a:pt x="35815" y="62653"/>
                  </a:moveTo>
                  <a:lnTo>
                    <a:pt x="209458" y="191505"/>
                  </a:lnTo>
                  <a:lnTo>
                    <a:pt x="383107" y="62653"/>
                  </a:lnTo>
                  <a:close/>
                  <a:moveTo>
                    <a:pt x="8899" y="44856"/>
                  </a:moveTo>
                  <a:lnTo>
                    <a:pt x="410024" y="44856"/>
                  </a:lnTo>
                  <a:cubicBezTo>
                    <a:pt x="414927" y="44856"/>
                    <a:pt x="418906" y="48823"/>
                    <a:pt x="418922" y="53726"/>
                  </a:cubicBezTo>
                  <a:lnTo>
                    <a:pt x="418922" y="313508"/>
                  </a:lnTo>
                  <a:cubicBezTo>
                    <a:pt x="418922" y="318422"/>
                    <a:pt x="414938" y="322406"/>
                    <a:pt x="410024" y="322406"/>
                  </a:cubicBezTo>
                  <a:lnTo>
                    <a:pt x="8891" y="322406"/>
                  </a:lnTo>
                  <a:cubicBezTo>
                    <a:pt x="7837" y="322386"/>
                    <a:pt x="6796" y="322176"/>
                    <a:pt x="5816" y="321787"/>
                  </a:cubicBezTo>
                  <a:cubicBezTo>
                    <a:pt x="5574" y="321694"/>
                    <a:pt x="5339" y="321602"/>
                    <a:pt x="5104" y="321488"/>
                  </a:cubicBezTo>
                  <a:cubicBezTo>
                    <a:pt x="4181" y="321073"/>
                    <a:pt x="3336" y="320502"/>
                    <a:pt x="2606" y="319801"/>
                  </a:cubicBezTo>
                  <a:cubicBezTo>
                    <a:pt x="2053" y="319253"/>
                    <a:pt x="1574" y="318636"/>
                    <a:pt x="1182" y="317964"/>
                  </a:cubicBezTo>
                  <a:cubicBezTo>
                    <a:pt x="1061" y="317758"/>
                    <a:pt x="1025" y="317537"/>
                    <a:pt x="911" y="317316"/>
                  </a:cubicBezTo>
                  <a:cubicBezTo>
                    <a:pt x="797" y="317096"/>
                    <a:pt x="705" y="316854"/>
                    <a:pt x="612" y="316604"/>
                  </a:cubicBezTo>
                  <a:cubicBezTo>
                    <a:pt x="231" y="315635"/>
                    <a:pt x="24" y="314606"/>
                    <a:pt x="0" y="313565"/>
                  </a:cubicBezTo>
                  <a:lnTo>
                    <a:pt x="0" y="53755"/>
                  </a:lnTo>
                  <a:cubicBezTo>
                    <a:pt x="0" y="48840"/>
                    <a:pt x="3984" y="44856"/>
                    <a:pt x="8899" y="44856"/>
                  </a:cubicBezTo>
                  <a:close/>
                  <a:moveTo>
                    <a:pt x="53776" y="0"/>
                  </a:moveTo>
                  <a:lnTo>
                    <a:pt x="454908" y="0"/>
                  </a:lnTo>
                  <a:cubicBezTo>
                    <a:pt x="459819" y="-8"/>
                    <a:pt x="463809" y="3965"/>
                    <a:pt x="463821" y="8877"/>
                  </a:cubicBezTo>
                  <a:lnTo>
                    <a:pt x="463821" y="268716"/>
                  </a:lnTo>
                  <a:cubicBezTo>
                    <a:pt x="463821" y="273630"/>
                    <a:pt x="459836" y="277614"/>
                    <a:pt x="454922" y="277614"/>
                  </a:cubicBezTo>
                  <a:cubicBezTo>
                    <a:pt x="450007" y="277614"/>
                    <a:pt x="446023" y="273630"/>
                    <a:pt x="446023" y="268716"/>
                  </a:cubicBezTo>
                  <a:lnTo>
                    <a:pt x="446023" y="17797"/>
                  </a:lnTo>
                  <a:lnTo>
                    <a:pt x="53776" y="17797"/>
                  </a:lnTo>
                  <a:cubicBezTo>
                    <a:pt x="48861" y="17797"/>
                    <a:pt x="44877" y="13813"/>
                    <a:pt x="44877" y="8899"/>
                  </a:cubicBezTo>
                  <a:cubicBezTo>
                    <a:pt x="44877" y="3984"/>
                    <a:pt x="48861" y="0"/>
                    <a:pt x="53776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98" name="Group 276">
            <a:extLst>
              <a:ext uri="{FF2B5EF4-FFF2-40B4-BE49-F238E27FC236}">
                <a16:creationId xmlns:a16="http://schemas.microsoft.com/office/drawing/2014/main" id="{BFF13920-2767-6E84-35E0-38CA3C3B7517}"/>
              </a:ext>
            </a:extLst>
          </p:cNvPr>
          <p:cNvGrpSpPr/>
          <p:nvPr/>
        </p:nvGrpSpPr>
        <p:grpSpPr>
          <a:xfrm>
            <a:off x="840798" y="1353763"/>
            <a:ext cx="332663" cy="463807"/>
            <a:chOff x="840798" y="1353763"/>
            <a:chExt cx="332663" cy="463807"/>
          </a:xfrm>
        </p:grpSpPr>
        <p:sp>
          <p:nvSpPr>
            <p:cNvPr id="99" name="Freeform: Shape 73">
              <a:extLst>
                <a:ext uri="{FF2B5EF4-FFF2-40B4-BE49-F238E27FC236}">
                  <a16:creationId xmlns:a16="http://schemas.microsoft.com/office/drawing/2014/main" id="{2BBE851E-C552-4139-397D-8D1CD8BE778A}"/>
                </a:ext>
              </a:extLst>
            </p:cNvPr>
            <p:cNvSpPr/>
            <p:nvPr/>
          </p:nvSpPr>
          <p:spPr>
            <a:xfrm>
              <a:off x="849711" y="1362662"/>
              <a:ext cx="64070" cy="64070"/>
            </a:xfrm>
            <a:custGeom>
              <a:avLst/>
              <a:gdLst>
                <a:gd name="connsiteX0" fmla="*/ 68761 w 64069"/>
                <a:gd name="connsiteY0" fmla="*/ 0 h 64069"/>
                <a:gd name="connsiteX1" fmla="*/ 0 w 64069"/>
                <a:gd name="connsiteY1" fmla="*/ 68761 h 64069"/>
                <a:gd name="connsiteX2" fmla="*/ 68761 w 64069"/>
                <a:gd name="connsiteY2" fmla="*/ 68761 h 64069"/>
                <a:gd name="connsiteX3" fmla="*/ 68761 w 64069"/>
                <a:gd name="connsiteY3" fmla="*/ 0 h 6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069" h="64069">
                  <a:moveTo>
                    <a:pt x="68761" y="0"/>
                  </a:moveTo>
                  <a:lnTo>
                    <a:pt x="0" y="68761"/>
                  </a:lnTo>
                  <a:lnTo>
                    <a:pt x="68761" y="68761"/>
                  </a:lnTo>
                  <a:lnTo>
                    <a:pt x="68761" y="0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" name="Freeform: Shape 74">
              <a:extLst>
                <a:ext uri="{FF2B5EF4-FFF2-40B4-BE49-F238E27FC236}">
                  <a16:creationId xmlns:a16="http://schemas.microsoft.com/office/drawing/2014/main" id="{40A2D1DB-5904-B281-82D1-BF552501C20D}"/>
                </a:ext>
              </a:extLst>
            </p:cNvPr>
            <p:cNvSpPr/>
            <p:nvPr/>
          </p:nvSpPr>
          <p:spPr>
            <a:xfrm>
              <a:off x="840798" y="1353763"/>
              <a:ext cx="332663" cy="463807"/>
            </a:xfrm>
            <a:custGeom>
              <a:avLst/>
              <a:gdLst>
                <a:gd name="connsiteX0" fmla="*/ 79881 w 332663"/>
                <a:gd name="connsiteY0" fmla="*/ 346403 h 463806"/>
                <a:gd name="connsiteX1" fmla="*/ 252791 w 332663"/>
                <a:gd name="connsiteY1" fmla="*/ 346403 h 463806"/>
                <a:gd name="connsiteX2" fmla="*/ 261689 w 332663"/>
                <a:gd name="connsiteY2" fmla="*/ 355303 h 463806"/>
                <a:gd name="connsiteX3" fmla="*/ 252791 w 332663"/>
                <a:gd name="connsiteY3" fmla="*/ 364201 h 463806"/>
                <a:gd name="connsiteX4" fmla="*/ 79881 w 332663"/>
                <a:gd name="connsiteY4" fmla="*/ 364201 h 463806"/>
                <a:gd name="connsiteX5" fmla="*/ 70982 w 332663"/>
                <a:gd name="connsiteY5" fmla="*/ 355303 h 463806"/>
                <a:gd name="connsiteX6" fmla="*/ 79881 w 332663"/>
                <a:gd name="connsiteY6" fmla="*/ 346403 h 463806"/>
                <a:gd name="connsiteX7" fmla="*/ 79881 w 332663"/>
                <a:gd name="connsiteY7" fmla="*/ 276396 h 463806"/>
                <a:gd name="connsiteX8" fmla="*/ 252791 w 332663"/>
                <a:gd name="connsiteY8" fmla="*/ 276396 h 463806"/>
                <a:gd name="connsiteX9" fmla="*/ 261689 w 332663"/>
                <a:gd name="connsiteY9" fmla="*/ 285296 h 463806"/>
                <a:gd name="connsiteX10" fmla="*/ 252791 w 332663"/>
                <a:gd name="connsiteY10" fmla="*/ 294194 h 463806"/>
                <a:gd name="connsiteX11" fmla="*/ 79881 w 332663"/>
                <a:gd name="connsiteY11" fmla="*/ 294194 h 463806"/>
                <a:gd name="connsiteX12" fmla="*/ 70982 w 332663"/>
                <a:gd name="connsiteY12" fmla="*/ 285296 h 463806"/>
                <a:gd name="connsiteX13" fmla="*/ 79881 w 332663"/>
                <a:gd name="connsiteY13" fmla="*/ 276396 h 463806"/>
                <a:gd name="connsiteX14" fmla="*/ 79881 w 332663"/>
                <a:gd name="connsiteY14" fmla="*/ 206397 h 463806"/>
                <a:gd name="connsiteX15" fmla="*/ 252791 w 332663"/>
                <a:gd name="connsiteY15" fmla="*/ 206397 h 463806"/>
                <a:gd name="connsiteX16" fmla="*/ 261689 w 332663"/>
                <a:gd name="connsiteY16" fmla="*/ 215297 h 463806"/>
                <a:gd name="connsiteX17" fmla="*/ 252791 w 332663"/>
                <a:gd name="connsiteY17" fmla="*/ 224195 h 463806"/>
                <a:gd name="connsiteX18" fmla="*/ 79881 w 332663"/>
                <a:gd name="connsiteY18" fmla="*/ 224195 h 463806"/>
                <a:gd name="connsiteX19" fmla="*/ 70982 w 332663"/>
                <a:gd name="connsiteY19" fmla="*/ 215297 h 463806"/>
                <a:gd name="connsiteX20" fmla="*/ 79881 w 332663"/>
                <a:gd name="connsiteY20" fmla="*/ 206397 h 463806"/>
                <a:gd name="connsiteX21" fmla="*/ 79881 w 332663"/>
                <a:gd name="connsiteY21" fmla="*/ 136397 h 463806"/>
                <a:gd name="connsiteX22" fmla="*/ 252791 w 332663"/>
                <a:gd name="connsiteY22" fmla="*/ 136397 h 463806"/>
                <a:gd name="connsiteX23" fmla="*/ 261689 w 332663"/>
                <a:gd name="connsiteY23" fmla="*/ 145297 h 463806"/>
                <a:gd name="connsiteX24" fmla="*/ 252791 w 332663"/>
                <a:gd name="connsiteY24" fmla="*/ 154195 h 463806"/>
                <a:gd name="connsiteX25" fmla="*/ 79881 w 332663"/>
                <a:gd name="connsiteY25" fmla="*/ 154195 h 463806"/>
                <a:gd name="connsiteX26" fmla="*/ 70982 w 332663"/>
                <a:gd name="connsiteY26" fmla="*/ 145297 h 463806"/>
                <a:gd name="connsiteX27" fmla="*/ 79881 w 332663"/>
                <a:gd name="connsiteY27" fmla="*/ 136397 h 463806"/>
                <a:gd name="connsiteX28" fmla="*/ 121255 w 332663"/>
                <a:gd name="connsiteY28" fmla="*/ 0 h 463806"/>
                <a:gd name="connsiteX29" fmla="*/ 323765 w 332663"/>
                <a:gd name="connsiteY29" fmla="*/ 0 h 463806"/>
                <a:gd name="connsiteX30" fmla="*/ 332663 w 332663"/>
                <a:gd name="connsiteY30" fmla="*/ 8899 h 463806"/>
                <a:gd name="connsiteX31" fmla="*/ 332663 w 332663"/>
                <a:gd name="connsiteY31" fmla="*/ 454908 h 463806"/>
                <a:gd name="connsiteX32" fmla="*/ 323765 w 332663"/>
                <a:gd name="connsiteY32" fmla="*/ 463806 h 463806"/>
                <a:gd name="connsiteX33" fmla="*/ 8899 w 332663"/>
                <a:gd name="connsiteY33" fmla="*/ 463806 h 463806"/>
                <a:gd name="connsiteX34" fmla="*/ 0 w 332663"/>
                <a:gd name="connsiteY34" fmla="*/ 454908 h 463806"/>
                <a:gd name="connsiteX35" fmla="*/ 0 w 332663"/>
                <a:gd name="connsiteY35" fmla="*/ 77667 h 463806"/>
                <a:gd name="connsiteX36" fmla="*/ 2606 w 332663"/>
                <a:gd name="connsiteY36" fmla="*/ 71373 h 463806"/>
                <a:gd name="connsiteX37" fmla="*/ 71381 w 332663"/>
                <a:gd name="connsiteY37" fmla="*/ 2606 h 463806"/>
                <a:gd name="connsiteX38" fmla="*/ 77620 w 332663"/>
                <a:gd name="connsiteY38" fmla="*/ 18 h 463806"/>
                <a:gd name="connsiteX39" fmla="*/ 86572 w 332663"/>
                <a:gd name="connsiteY39" fmla="*/ 8891 h 463806"/>
                <a:gd name="connsiteX40" fmla="*/ 86572 w 332663"/>
                <a:gd name="connsiteY40" fmla="*/ 77659 h 463806"/>
                <a:gd name="connsiteX41" fmla="*/ 77674 w 332663"/>
                <a:gd name="connsiteY41" fmla="*/ 86558 h 463806"/>
                <a:gd name="connsiteX42" fmla="*/ 51249 w 332663"/>
                <a:gd name="connsiteY42" fmla="*/ 86558 h 463806"/>
                <a:gd name="connsiteX43" fmla="*/ 42350 w 332663"/>
                <a:gd name="connsiteY43" fmla="*/ 77659 h 463806"/>
                <a:gd name="connsiteX44" fmla="*/ 51249 w 332663"/>
                <a:gd name="connsiteY44" fmla="*/ 68761 h 463806"/>
                <a:gd name="connsiteX45" fmla="*/ 68775 w 332663"/>
                <a:gd name="connsiteY45" fmla="*/ 68761 h 463806"/>
                <a:gd name="connsiteX46" fmla="*/ 68775 w 332663"/>
                <a:gd name="connsiteY46" fmla="*/ 30376 h 463806"/>
                <a:gd name="connsiteX47" fmla="*/ 17811 w 332663"/>
                <a:gd name="connsiteY47" fmla="*/ 81347 h 463806"/>
                <a:gd name="connsiteX48" fmla="*/ 17811 w 332663"/>
                <a:gd name="connsiteY48" fmla="*/ 446009 h 463806"/>
                <a:gd name="connsiteX49" fmla="*/ 314887 w 332663"/>
                <a:gd name="connsiteY49" fmla="*/ 446009 h 463806"/>
                <a:gd name="connsiteX50" fmla="*/ 314887 w 332663"/>
                <a:gd name="connsiteY50" fmla="*/ 17797 h 463806"/>
                <a:gd name="connsiteX51" fmla="*/ 121255 w 332663"/>
                <a:gd name="connsiteY51" fmla="*/ 17797 h 463806"/>
                <a:gd name="connsiteX52" fmla="*/ 112357 w 332663"/>
                <a:gd name="connsiteY52" fmla="*/ 8899 h 463806"/>
                <a:gd name="connsiteX53" fmla="*/ 121255 w 332663"/>
                <a:gd name="connsiteY53" fmla="*/ 0 h 46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32663" h="463806">
                  <a:moveTo>
                    <a:pt x="79881" y="346403"/>
                  </a:moveTo>
                  <a:lnTo>
                    <a:pt x="252791" y="346403"/>
                  </a:lnTo>
                  <a:cubicBezTo>
                    <a:pt x="257705" y="346403"/>
                    <a:pt x="261689" y="350387"/>
                    <a:pt x="261689" y="355303"/>
                  </a:cubicBezTo>
                  <a:cubicBezTo>
                    <a:pt x="261689" y="360217"/>
                    <a:pt x="257705" y="364201"/>
                    <a:pt x="252791" y="364201"/>
                  </a:cubicBezTo>
                  <a:lnTo>
                    <a:pt x="79881" y="364201"/>
                  </a:lnTo>
                  <a:cubicBezTo>
                    <a:pt x="74966" y="364201"/>
                    <a:pt x="70982" y="360217"/>
                    <a:pt x="70982" y="355303"/>
                  </a:cubicBezTo>
                  <a:cubicBezTo>
                    <a:pt x="70982" y="350387"/>
                    <a:pt x="74966" y="346403"/>
                    <a:pt x="79881" y="346403"/>
                  </a:cubicBezTo>
                  <a:close/>
                  <a:moveTo>
                    <a:pt x="79881" y="276396"/>
                  </a:moveTo>
                  <a:lnTo>
                    <a:pt x="252791" y="276396"/>
                  </a:lnTo>
                  <a:cubicBezTo>
                    <a:pt x="257705" y="276396"/>
                    <a:pt x="261689" y="280380"/>
                    <a:pt x="261689" y="285296"/>
                  </a:cubicBezTo>
                  <a:cubicBezTo>
                    <a:pt x="261689" y="290210"/>
                    <a:pt x="257705" y="294194"/>
                    <a:pt x="252791" y="294194"/>
                  </a:cubicBezTo>
                  <a:lnTo>
                    <a:pt x="79881" y="294194"/>
                  </a:lnTo>
                  <a:cubicBezTo>
                    <a:pt x="74966" y="294194"/>
                    <a:pt x="70982" y="290210"/>
                    <a:pt x="70982" y="285296"/>
                  </a:cubicBezTo>
                  <a:cubicBezTo>
                    <a:pt x="70982" y="280380"/>
                    <a:pt x="74966" y="276396"/>
                    <a:pt x="79881" y="276396"/>
                  </a:cubicBezTo>
                  <a:close/>
                  <a:moveTo>
                    <a:pt x="79881" y="206397"/>
                  </a:moveTo>
                  <a:lnTo>
                    <a:pt x="252791" y="206397"/>
                  </a:lnTo>
                  <a:cubicBezTo>
                    <a:pt x="257705" y="206397"/>
                    <a:pt x="261689" y="210381"/>
                    <a:pt x="261689" y="215297"/>
                  </a:cubicBezTo>
                  <a:cubicBezTo>
                    <a:pt x="261689" y="220211"/>
                    <a:pt x="257705" y="224195"/>
                    <a:pt x="252791" y="224195"/>
                  </a:cubicBezTo>
                  <a:lnTo>
                    <a:pt x="79881" y="224195"/>
                  </a:lnTo>
                  <a:cubicBezTo>
                    <a:pt x="74966" y="224195"/>
                    <a:pt x="70982" y="220211"/>
                    <a:pt x="70982" y="215297"/>
                  </a:cubicBezTo>
                  <a:cubicBezTo>
                    <a:pt x="70982" y="210381"/>
                    <a:pt x="74966" y="206397"/>
                    <a:pt x="79881" y="206397"/>
                  </a:cubicBezTo>
                  <a:close/>
                  <a:moveTo>
                    <a:pt x="79881" y="136397"/>
                  </a:moveTo>
                  <a:lnTo>
                    <a:pt x="252791" y="136397"/>
                  </a:lnTo>
                  <a:cubicBezTo>
                    <a:pt x="257705" y="136397"/>
                    <a:pt x="261689" y="140381"/>
                    <a:pt x="261689" y="145297"/>
                  </a:cubicBezTo>
                  <a:cubicBezTo>
                    <a:pt x="261689" y="150211"/>
                    <a:pt x="257705" y="154195"/>
                    <a:pt x="252791" y="154195"/>
                  </a:cubicBezTo>
                  <a:lnTo>
                    <a:pt x="79881" y="154195"/>
                  </a:lnTo>
                  <a:cubicBezTo>
                    <a:pt x="74966" y="154195"/>
                    <a:pt x="70982" y="150211"/>
                    <a:pt x="70982" y="145297"/>
                  </a:cubicBezTo>
                  <a:cubicBezTo>
                    <a:pt x="70982" y="140381"/>
                    <a:pt x="74966" y="136397"/>
                    <a:pt x="79881" y="136397"/>
                  </a:cubicBezTo>
                  <a:close/>
                  <a:moveTo>
                    <a:pt x="121255" y="0"/>
                  </a:moveTo>
                  <a:lnTo>
                    <a:pt x="323765" y="0"/>
                  </a:lnTo>
                  <a:cubicBezTo>
                    <a:pt x="328679" y="0"/>
                    <a:pt x="332663" y="3984"/>
                    <a:pt x="332663" y="8899"/>
                  </a:cubicBezTo>
                  <a:lnTo>
                    <a:pt x="332663" y="454908"/>
                  </a:lnTo>
                  <a:cubicBezTo>
                    <a:pt x="332663" y="459822"/>
                    <a:pt x="328679" y="463806"/>
                    <a:pt x="323765" y="463806"/>
                  </a:cubicBezTo>
                  <a:lnTo>
                    <a:pt x="8899" y="463806"/>
                  </a:lnTo>
                  <a:cubicBezTo>
                    <a:pt x="3984" y="463806"/>
                    <a:pt x="0" y="459822"/>
                    <a:pt x="0" y="454908"/>
                  </a:cubicBezTo>
                  <a:lnTo>
                    <a:pt x="0" y="77667"/>
                  </a:lnTo>
                  <a:cubicBezTo>
                    <a:pt x="0" y="75306"/>
                    <a:pt x="937" y="73043"/>
                    <a:pt x="2606" y="71373"/>
                  </a:cubicBezTo>
                  <a:lnTo>
                    <a:pt x="71381" y="2606"/>
                  </a:lnTo>
                  <a:cubicBezTo>
                    <a:pt x="73040" y="958"/>
                    <a:pt x="75281" y="29"/>
                    <a:pt x="77620" y="18"/>
                  </a:cubicBezTo>
                  <a:cubicBezTo>
                    <a:pt x="82542" y="-4"/>
                    <a:pt x="86550" y="3969"/>
                    <a:pt x="86572" y="8891"/>
                  </a:cubicBezTo>
                  <a:lnTo>
                    <a:pt x="86572" y="77659"/>
                  </a:lnTo>
                  <a:cubicBezTo>
                    <a:pt x="86572" y="82574"/>
                    <a:pt x="82588" y="86558"/>
                    <a:pt x="77674" y="86558"/>
                  </a:cubicBezTo>
                  <a:lnTo>
                    <a:pt x="51249" y="86558"/>
                  </a:lnTo>
                  <a:cubicBezTo>
                    <a:pt x="46334" y="86558"/>
                    <a:pt x="42350" y="82574"/>
                    <a:pt x="42350" y="77659"/>
                  </a:cubicBezTo>
                  <a:cubicBezTo>
                    <a:pt x="42350" y="72745"/>
                    <a:pt x="46334" y="68761"/>
                    <a:pt x="51249" y="68761"/>
                  </a:cubicBezTo>
                  <a:lnTo>
                    <a:pt x="68775" y="68761"/>
                  </a:lnTo>
                  <a:lnTo>
                    <a:pt x="68775" y="30376"/>
                  </a:lnTo>
                  <a:lnTo>
                    <a:pt x="17811" y="81347"/>
                  </a:lnTo>
                  <a:lnTo>
                    <a:pt x="17811" y="446009"/>
                  </a:lnTo>
                  <a:lnTo>
                    <a:pt x="314887" y="446009"/>
                  </a:lnTo>
                  <a:lnTo>
                    <a:pt x="314887" y="17797"/>
                  </a:lnTo>
                  <a:lnTo>
                    <a:pt x="121255" y="17797"/>
                  </a:lnTo>
                  <a:cubicBezTo>
                    <a:pt x="116341" y="17797"/>
                    <a:pt x="112357" y="13813"/>
                    <a:pt x="112357" y="8899"/>
                  </a:cubicBezTo>
                  <a:cubicBezTo>
                    <a:pt x="112357" y="3984"/>
                    <a:pt x="116341" y="0"/>
                    <a:pt x="121255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01" name="Group 248">
            <a:extLst>
              <a:ext uri="{FF2B5EF4-FFF2-40B4-BE49-F238E27FC236}">
                <a16:creationId xmlns:a16="http://schemas.microsoft.com/office/drawing/2014/main" id="{17BAC160-B02F-5322-3341-4250E21BC95B}"/>
              </a:ext>
            </a:extLst>
          </p:cNvPr>
          <p:cNvGrpSpPr/>
          <p:nvPr/>
        </p:nvGrpSpPr>
        <p:grpSpPr>
          <a:xfrm>
            <a:off x="5853838" y="4166353"/>
            <a:ext cx="487791" cy="302883"/>
            <a:chOff x="5853838" y="4166353"/>
            <a:chExt cx="487791" cy="302883"/>
          </a:xfrm>
        </p:grpSpPr>
        <p:sp>
          <p:nvSpPr>
            <p:cNvPr id="102" name="Freeform: Shape 76">
              <a:extLst>
                <a:ext uri="{FF2B5EF4-FFF2-40B4-BE49-F238E27FC236}">
                  <a16:creationId xmlns:a16="http://schemas.microsoft.com/office/drawing/2014/main" id="{18023B10-4AB0-CC21-B112-255EC55708D3}"/>
                </a:ext>
              </a:extLst>
            </p:cNvPr>
            <p:cNvSpPr/>
            <p:nvPr/>
          </p:nvSpPr>
          <p:spPr>
            <a:xfrm>
              <a:off x="5862747" y="4175262"/>
              <a:ext cx="469981" cy="285067"/>
            </a:xfrm>
            <a:custGeom>
              <a:avLst/>
              <a:gdLst>
                <a:gd name="connsiteX0" fmla="*/ 355341 w 469981"/>
                <a:gd name="connsiteY0" fmla="*/ 192191 h 285067"/>
                <a:gd name="connsiteX1" fmla="*/ 355341 w 469981"/>
                <a:gd name="connsiteY1" fmla="*/ 244452 h 285067"/>
                <a:gd name="connsiteX2" fmla="*/ 427235 w 469981"/>
                <a:gd name="connsiteY2" fmla="*/ 244452 h 285067"/>
                <a:gd name="connsiteX3" fmla="*/ 427235 w 469981"/>
                <a:gd name="connsiteY3" fmla="*/ 192191 h 285067"/>
                <a:gd name="connsiteX4" fmla="*/ 0 w 469981"/>
                <a:gd name="connsiteY4" fmla="*/ 86710 h 285067"/>
                <a:gd name="connsiteX5" fmla="*/ 469981 w 469981"/>
                <a:gd name="connsiteY5" fmla="*/ 86710 h 285067"/>
                <a:gd name="connsiteX6" fmla="*/ 469981 w 469981"/>
                <a:gd name="connsiteY6" fmla="*/ 285067 h 285067"/>
                <a:gd name="connsiteX7" fmla="*/ 0 w 469981"/>
                <a:gd name="connsiteY7" fmla="*/ 285067 h 285067"/>
                <a:gd name="connsiteX8" fmla="*/ 0 w 469981"/>
                <a:gd name="connsiteY8" fmla="*/ 0 h 285067"/>
                <a:gd name="connsiteX9" fmla="*/ 469981 w 469981"/>
                <a:gd name="connsiteY9" fmla="*/ 0 h 285067"/>
                <a:gd name="connsiteX10" fmla="*/ 469981 w 469981"/>
                <a:gd name="connsiteY10" fmla="*/ 40386 h 285067"/>
                <a:gd name="connsiteX11" fmla="*/ 0 w 469981"/>
                <a:gd name="connsiteY11" fmla="*/ 40386 h 28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981" h="285067">
                  <a:moveTo>
                    <a:pt x="355341" y="192191"/>
                  </a:moveTo>
                  <a:lnTo>
                    <a:pt x="355341" y="244452"/>
                  </a:lnTo>
                  <a:lnTo>
                    <a:pt x="427235" y="244452"/>
                  </a:lnTo>
                  <a:lnTo>
                    <a:pt x="427235" y="192191"/>
                  </a:lnTo>
                  <a:close/>
                  <a:moveTo>
                    <a:pt x="0" y="86710"/>
                  </a:moveTo>
                  <a:lnTo>
                    <a:pt x="469981" y="86710"/>
                  </a:lnTo>
                  <a:lnTo>
                    <a:pt x="469981" y="285067"/>
                  </a:lnTo>
                  <a:lnTo>
                    <a:pt x="0" y="285067"/>
                  </a:lnTo>
                  <a:close/>
                  <a:moveTo>
                    <a:pt x="0" y="0"/>
                  </a:moveTo>
                  <a:lnTo>
                    <a:pt x="469981" y="0"/>
                  </a:lnTo>
                  <a:lnTo>
                    <a:pt x="469981" y="40386"/>
                  </a:lnTo>
                  <a:lnTo>
                    <a:pt x="0" y="40386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" name="Freeform: Shape 77">
              <a:extLst>
                <a:ext uri="{FF2B5EF4-FFF2-40B4-BE49-F238E27FC236}">
                  <a16:creationId xmlns:a16="http://schemas.microsoft.com/office/drawing/2014/main" id="{8B02BA09-7C38-BE91-6710-EFFD8521809D}"/>
                </a:ext>
              </a:extLst>
            </p:cNvPr>
            <p:cNvSpPr/>
            <p:nvPr/>
          </p:nvSpPr>
          <p:spPr>
            <a:xfrm>
              <a:off x="5853838" y="4166353"/>
              <a:ext cx="487791" cy="302883"/>
            </a:xfrm>
            <a:custGeom>
              <a:avLst/>
              <a:gdLst>
                <a:gd name="connsiteX0" fmla="*/ 373159 w 487791"/>
                <a:gd name="connsiteY0" fmla="*/ 210010 h 302883"/>
                <a:gd name="connsiteX1" fmla="*/ 373159 w 487791"/>
                <a:gd name="connsiteY1" fmla="*/ 244453 h 302883"/>
                <a:gd name="connsiteX2" fmla="*/ 427237 w 487791"/>
                <a:gd name="connsiteY2" fmla="*/ 244453 h 302883"/>
                <a:gd name="connsiteX3" fmla="*/ 427237 w 487791"/>
                <a:gd name="connsiteY3" fmla="*/ 210010 h 302883"/>
                <a:gd name="connsiteX4" fmla="*/ 364250 w 487791"/>
                <a:gd name="connsiteY4" fmla="*/ 192192 h 302883"/>
                <a:gd name="connsiteX5" fmla="*/ 436145 w 487791"/>
                <a:gd name="connsiteY5" fmla="*/ 192192 h 302883"/>
                <a:gd name="connsiteX6" fmla="*/ 445053 w 487791"/>
                <a:gd name="connsiteY6" fmla="*/ 201100 h 302883"/>
                <a:gd name="connsiteX7" fmla="*/ 445053 w 487791"/>
                <a:gd name="connsiteY7" fmla="*/ 253354 h 302883"/>
                <a:gd name="connsiteX8" fmla="*/ 436145 w 487791"/>
                <a:gd name="connsiteY8" fmla="*/ 262262 h 302883"/>
                <a:gd name="connsiteX9" fmla="*/ 364250 w 487791"/>
                <a:gd name="connsiteY9" fmla="*/ 262262 h 302883"/>
                <a:gd name="connsiteX10" fmla="*/ 355342 w 487791"/>
                <a:gd name="connsiteY10" fmla="*/ 253354 h 302883"/>
                <a:gd name="connsiteX11" fmla="*/ 355342 w 487791"/>
                <a:gd name="connsiteY11" fmla="*/ 201100 h 302883"/>
                <a:gd name="connsiteX12" fmla="*/ 364250 w 487791"/>
                <a:gd name="connsiteY12" fmla="*/ 192192 h 302883"/>
                <a:gd name="connsiteX13" fmla="*/ 17817 w 487791"/>
                <a:gd name="connsiteY13" fmla="*/ 58203 h 302883"/>
                <a:gd name="connsiteX14" fmla="*/ 17817 w 487791"/>
                <a:gd name="connsiteY14" fmla="*/ 86710 h 302883"/>
                <a:gd name="connsiteX15" fmla="*/ 427998 w 487791"/>
                <a:gd name="connsiteY15" fmla="*/ 86710 h 302883"/>
                <a:gd name="connsiteX16" fmla="*/ 436906 w 487791"/>
                <a:gd name="connsiteY16" fmla="*/ 95618 h 302883"/>
                <a:gd name="connsiteX17" fmla="*/ 427998 w 487791"/>
                <a:gd name="connsiteY17" fmla="*/ 104527 h 302883"/>
                <a:gd name="connsiteX18" fmla="*/ 17817 w 487791"/>
                <a:gd name="connsiteY18" fmla="*/ 104527 h 302883"/>
                <a:gd name="connsiteX19" fmla="*/ 17817 w 487791"/>
                <a:gd name="connsiteY19" fmla="*/ 285066 h 302883"/>
                <a:gd name="connsiteX20" fmla="*/ 469974 w 487791"/>
                <a:gd name="connsiteY20" fmla="*/ 285066 h 302883"/>
                <a:gd name="connsiteX21" fmla="*/ 469974 w 487791"/>
                <a:gd name="connsiteY21" fmla="*/ 58203 h 302883"/>
                <a:gd name="connsiteX22" fmla="*/ 17817 w 487791"/>
                <a:gd name="connsiteY22" fmla="*/ 17817 h 302883"/>
                <a:gd name="connsiteX23" fmla="*/ 17817 w 487791"/>
                <a:gd name="connsiteY23" fmla="*/ 40380 h 302883"/>
                <a:gd name="connsiteX24" fmla="*/ 469974 w 487791"/>
                <a:gd name="connsiteY24" fmla="*/ 40380 h 302883"/>
                <a:gd name="connsiteX25" fmla="*/ 469974 w 487791"/>
                <a:gd name="connsiteY25" fmla="*/ 17817 h 302883"/>
                <a:gd name="connsiteX26" fmla="*/ 8908 w 487791"/>
                <a:gd name="connsiteY26" fmla="*/ 0 h 302883"/>
                <a:gd name="connsiteX27" fmla="*/ 478882 w 487791"/>
                <a:gd name="connsiteY27" fmla="*/ 0 h 302883"/>
                <a:gd name="connsiteX28" fmla="*/ 487791 w 487791"/>
                <a:gd name="connsiteY28" fmla="*/ 8908 h 302883"/>
                <a:gd name="connsiteX29" fmla="*/ 487791 w 487791"/>
                <a:gd name="connsiteY29" fmla="*/ 293974 h 302883"/>
                <a:gd name="connsiteX30" fmla="*/ 478882 w 487791"/>
                <a:gd name="connsiteY30" fmla="*/ 302883 h 302883"/>
                <a:gd name="connsiteX31" fmla="*/ 8908 w 487791"/>
                <a:gd name="connsiteY31" fmla="*/ 302883 h 302883"/>
                <a:gd name="connsiteX32" fmla="*/ 0 w 487791"/>
                <a:gd name="connsiteY32" fmla="*/ 293974 h 302883"/>
                <a:gd name="connsiteX33" fmla="*/ 0 w 487791"/>
                <a:gd name="connsiteY33" fmla="*/ 8908 h 302883"/>
                <a:gd name="connsiteX34" fmla="*/ 8908 w 487791"/>
                <a:gd name="connsiteY34" fmla="*/ 0 h 30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87791" h="302883">
                  <a:moveTo>
                    <a:pt x="373159" y="210010"/>
                  </a:moveTo>
                  <a:lnTo>
                    <a:pt x="373159" y="244453"/>
                  </a:lnTo>
                  <a:lnTo>
                    <a:pt x="427237" y="244453"/>
                  </a:lnTo>
                  <a:lnTo>
                    <a:pt x="427237" y="210010"/>
                  </a:lnTo>
                  <a:close/>
                  <a:moveTo>
                    <a:pt x="364250" y="192192"/>
                  </a:moveTo>
                  <a:lnTo>
                    <a:pt x="436145" y="192192"/>
                  </a:lnTo>
                  <a:cubicBezTo>
                    <a:pt x="441065" y="192192"/>
                    <a:pt x="445053" y="196180"/>
                    <a:pt x="445053" y="201100"/>
                  </a:cubicBezTo>
                  <a:lnTo>
                    <a:pt x="445053" y="253354"/>
                  </a:lnTo>
                  <a:cubicBezTo>
                    <a:pt x="445053" y="258274"/>
                    <a:pt x="441065" y="262262"/>
                    <a:pt x="436145" y="262262"/>
                  </a:cubicBezTo>
                  <a:lnTo>
                    <a:pt x="364250" y="262262"/>
                  </a:lnTo>
                  <a:cubicBezTo>
                    <a:pt x="359330" y="262262"/>
                    <a:pt x="355342" y="258274"/>
                    <a:pt x="355342" y="253354"/>
                  </a:cubicBezTo>
                  <a:lnTo>
                    <a:pt x="355342" y="201100"/>
                  </a:lnTo>
                  <a:cubicBezTo>
                    <a:pt x="355342" y="196180"/>
                    <a:pt x="359330" y="192192"/>
                    <a:pt x="364250" y="192192"/>
                  </a:cubicBezTo>
                  <a:close/>
                  <a:moveTo>
                    <a:pt x="17817" y="58203"/>
                  </a:moveTo>
                  <a:lnTo>
                    <a:pt x="17817" y="86710"/>
                  </a:lnTo>
                  <a:lnTo>
                    <a:pt x="427998" y="86710"/>
                  </a:lnTo>
                  <a:cubicBezTo>
                    <a:pt x="432918" y="86710"/>
                    <a:pt x="436906" y="90698"/>
                    <a:pt x="436906" y="95618"/>
                  </a:cubicBezTo>
                  <a:cubicBezTo>
                    <a:pt x="436906" y="100538"/>
                    <a:pt x="432918" y="104527"/>
                    <a:pt x="427998" y="104527"/>
                  </a:cubicBezTo>
                  <a:lnTo>
                    <a:pt x="17817" y="104527"/>
                  </a:lnTo>
                  <a:lnTo>
                    <a:pt x="17817" y="285066"/>
                  </a:lnTo>
                  <a:lnTo>
                    <a:pt x="469974" y="285066"/>
                  </a:lnTo>
                  <a:lnTo>
                    <a:pt x="469974" y="58203"/>
                  </a:lnTo>
                  <a:close/>
                  <a:moveTo>
                    <a:pt x="17817" y="17817"/>
                  </a:moveTo>
                  <a:lnTo>
                    <a:pt x="17817" y="40380"/>
                  </a:lnTo>
                  <a:lnTo>
                    <a:pt x="469974" y="40380"/>
                  </a:lnTo>
                  <a:lnTo>
                    <a:pt x="469974" y="17817"/>
                  </a:lnTo>
                  <a:close/>
                  <a:moveTo>
                    <a:pt x="8908" y="0"/>
                  </a:moveTo>
                  <a:lnTo>
                    <a:pt x="478882" y="0"/>
                  </a:lnTo>
                  <a:cubicBezTo>
                    <a:pt x="483802" y="0"/>
                    <a:pt x="487791" y="3988"/>
                    <a:pt x="487791" y="8908"/>
                  </a:cubicBezTo>
                  <a:lnTo>
                    <a:pt x="487791" y="293974"/>
                  </a:lnTo>
                  <a:cubicBezTo>
                    <a:pt x="487791" y="298894"/>
                    <a:pt x="483802" y="302883"/>
                    <a:pt x="478882" y="302883"/>
                  </a:cubicBezTo>
                  <a:lnTo>
                    <a:pt x="8908" y="302883"/>
                  </a:lnTo>
                  <a:cubicBezTo>
                    <a:pt x="3988" y="302883"/>
                    <a:pt x="0" y="298894"/>
                    <a:pt x="0" y="293974"/>
                  </a:cubicBezTo>
                  <a:lnTo>
                    <a:pt x="0" y="8908"/>
                  </a:lnTo>
                  <a:cubicBezTo>
                    <a:pt x="0" y="3988"/>
                    <a:pt x="3988" y="0"/>
                    <a:pt x="8908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04" name="Group 249">
            <a:extLst>
              <a:ext uri="{FF2B5EF4-FFF2-40B4-BE49-F238E27FC236}">
                <a16:creationId xmlns:a16="http://schemas.microsoft.com/office/drawing/2014/main" id="{4774DACD-4C43-6C47-FA7E-70486DAFE4CF}"/>
              </a:ext>
            </a:extLst>
          </p:cNvPr>
          <p:cNvGrpSpPr/>
          <p:nvPr/>
        </p:nvGrpSpPr>
        <p:grpSpPr>
          <a:xfrm>
            <a:off x="4873591" y="4066714"/>
            <a:ext cx="413616" cy="502055"/>
            <a:chOff x="4873591" y="4066714"/>
            <a:chExt cx="413616" cy="502055"/>
          </a:xfrm>
        </p:grpSpPr>
        <p:sp>
          <p:nvSpPr>
            <p:cNvPr id="105" name="Freeform: Shape 79">
              <a:extLst>
                <a:ext uri="{FF2B5EF4-FFF2-40B4-BE49-F238E27FC236}">
                  <a16:creationId xmlns:a16="http://schemas.microsoft.com/office/drawing/2014/main" id="{56CE9C61-06A3-DBD6-BEE4-8EDCAD23013D}"/>
                </a:ext>
              </a:extLst>
            </p:cNvPr>
            <p:cNvSpPr/>
            <p:nvPr/>
          </p:nvSpPr>
          <p:spPr>
            <a:xfrm>
              <a:off x="4882512" y="4164037"/>
              <a:ext cx="395794" cy="395802"/>
            </a:xfrm>
            <a:custGeom>
              <a:avLst/>
              <a:gdLst>
                <a:gd name="connsiteX0" fmla="*/ 273003 w 395794"/>
                <a:gd name="connsiteY0" fmla="*/ 193405 h 395801"/>
                <a:gd name="connsiteX1" fmla="*/ 253864 w 395794"/>
                <a:gd name="connsiteY1" fmla="*/ 201333 h 395801"/>
                <a:gd name="connsiteX2" fmla="*/ 253865 w 395794"/>
                <a:gd name="connsiteY2" fmla="*/ 239611 h 395801"/>
                <a:gd name="connsiteX3" fmla="*/ 292143 w 395794"/>
                <a:gd name="connsiteY3" fmla="*/ 239610 h 395801"/>
                <a:gd name="connsiteX4" fmla="*/ 292142 w 395794"/>
                <a:gd name="connsiteY4" fmla="*/ 201332 h 395801"/>
                <a:gd name="connsiteX5" fmla="*/ 273003 w 395794"/>
                <a:gd name="connsiteY5" fmla="*/ 193405 h 395801"/>
                <a:gd name="connsiteX6" fmla="*/ 156221 w 395794"/>
                <a:gd name="connsiteY6" fmla="*/ 181694 h 395801"/>
                <a:gd name="connsiteX7" fmla="*/ 137081 w 395794"/>
                <a:gd name="connsiteY7" fmla="*/ 189621 h 395801"/>
                <a:gd name="connsiteX8" fmla="*/ 137081 w 395794"/>
                <a:gd name="connsiteY8" fmla="*/ 227900 h 395801"/>
                <a:gd name="connsiteX9" fmla="*/ 175360 w 395794"/>
                <a:gd name="connsiteY9" fmla="*/ 227900 h 395801"/>
                <a:gd name="connsiteX10" fmla="*/ 175360 w 395794"/>
                <a:gd name="connsiteY10" fmla="*/ 189621 h 395801"/>
                <a:gd name="connsiteX11" fmla="*/ 156221 w 395794"/>
                <a:gd name="connsiteY11" fmla="*/ 181694 h 395801"/>
                <a:gd name="connsiteX12" fmla="*/ 95817 w 395794"/>
                <a:gd name="connsiteY12" fmla="*/ 72635 h 395801"/>
                <a:gd name="connsiteX13" fmla="*/ 79452 w 395794"/>
                <a:gd name="connsiteY13" fmla="*/ 79405 h 395801"/>
                <a:gd name="connsiteX14" fmla="*/ 79425 w 395794"/>
                <a:gd name="connsiteY14" fmla="*/ 112162 h 395801"/>
                <a:gd name="connsiteX15" fmla="*/ 112182 w 395794"/>
                <a:gd name="connsiteY15" fmla="*/ 112189 h 395801"/>
                <a:gd name="connsiteX16" fmla="*/ 112209 w 395794"/>
                <a:gd name="connsiteY16" fmla="*/ 112162 h 395801"/>
                <a:gd name="connsiteX17" fmla="*/ 112182 w 395794"/>
                <a:gd name="connsiteY17" fmla="*/ 79405 h 395801"/>
                <a:gd name="connsiteX18" fmla="*/ 95817 w 395794"/>
                <a:gd name="connsiteY18" fmla="*/ 72635 h 395801"/>
                <a:gd name="connsiteX19" fmla="*/ 161256 w 395794"/>
                <a:gd name="connsiteY19" fmla="*/ 0 h 395801"/>
                <a:gd name="connsiteX20" fmla="*/ 395794 w 395794"/>
                <a:gd name="connsiteY20" fmla="*/ 234539 h 395801"/>
                <a:gd name="connsiteX21" fmla="*/ 234539 w 395794"/>
                <a:gd name="connsiteY21" fmla="*/ 395801 h 395801"/>
                <a:gd name="connsiteX22" fmla="*/ 0 w 395794"/>
                <a:gd name="connsiteY22" fmla="*/ 161263 h 395801"/>
                <a:gd name="connsiteX23" fmla="*/ 39952 w 395794"/>
                <a:gd name="connsiteY23" fmla="*/ 39952 h 39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95794" h="395801">
                  <a:moveTo>
                    <a:pt x="273003" y="193405"/>
                  </a:moveTo>
                  <a:cubicBezTo>
                    <a:pt x="266076" y="193405"/>
                    <a:pt x="259149" y="196048"/>
                    <a:pt x="253864" y="201333"/>
                  </a:cubicBezTo>
                  <a:cubicBezTo>
                    <a:pt x="243294" y="211903"/>
                    <a:pt x="243294" y="229041"/>
                    <a:pt x="253865" y="239611"/>
                  </a:cubicBezTo>
                  <a:cubicBezTo>
                    <a:pt x="264435" y="250181"/>
                    <a:pt x="281573" y="250181"/>
                    <a:pt x="292143" y="239610"/>
                  </a:cubicBezTo>
                  <a:cubicBezTo>
                    <a:pt x="302713" y="229040"/>
                    <a:pt x="302713" y="211902"/>
                    <a:pt x="292142" y="201332"/>
                  </a:cubicBezTo>
                  <a:cubicBezTo>
                    <a:pt x="286857" y="196047"/>
                    <a:pt x="279930" y="193405"/>
                    <a:pt x="273003" y="193405"/>
                  </a:cubicBezTo>
                  <a:close/>
                  <a:moveTo>
                    <a:pt x="156221" y="181694"/>
                  </a:moveTo>
                  <a:cubicBezTo>
                    <a:pt x="149294" y="181694"/>
                    <a:pt x="142367" y="184336"/>
                    <a:pt x="137081" y="189621"/>
                  </a:cubicBezTo>
                  <a:cubicBezTo>
                    <a:pt x="126511" y="200192"/>
                    <a:pt x="126511" y="217329"/>
                    <a:pt x="137081" y="227900"/>
                  </a:cubicBezTo>
                  <a:cubicBezTo>
                    <a:pt x="147652" y="238470"/>
                    <a:pt x="164789" y="238470"/>
                    <a:pt x="175360" y="227900"/>
                  </a:cubicBezTo>
                  <a:cubicBezTo>
                    <a:pt x="185930" y="217329"/>
                    <a:pt x="185930" y="200192"/>
                    <a:pt x="175360" y="189621"/>
                  </a:cubicBezTo>
                  <a:cubicBezTo>
                    <a:pt x="170075" y="184336"/>
                    <a:pt x="163148" y="181694"/>
                    <a:pt x="156221" y="181694"/>
                  </a:cubicBezTo>
                  <a:close/>
                  <a:moveTo>
                    <a:pt x="95817" y="72635"/>
                  </a:moveTo>
                  <a:cubicBezTo>
                    <a:pt x="89895" y="72635"/>
                    <a:pt x="83973" y="74892"/>
                    <a:pt x="79452" y="79405"/>
                  </a:cubicBezTo>
                  <a:cubicBezTo>
                    <a:pt x="70400" y="88443"/>
                    <a:pt x="70387" y="103109"/>
                    <a:pt x="79425" y="112162"/>
                  </a:cubicBezTo>
                  <a:cubicBezTo>
                    <a:pt x="88463" y="121214"/>
                    <a:pt x="103129" y="121226"/>
                    <a:pt x="112182" y="112189"/>
                  </a:cubicBezTo>
                  <a:cubicBezTo>
                    <a:pt x="112191" y="112180"/>
                    <a:pt x="112200" y="112171"/>
                    <a:pt x="112209" y="112162"/>
                  </a:cubicBezTo>
                  <a:cubicBezTo>
                    <a:pt x="121246" y="103109"/>
                    <a:pt x="121234" y="88443"/>
                    <a:pt x="112182" y="79405"/>
                  </a:cubicBezTo>
                  <a:cubicBezTo>
                    <a:pt x="107661" y="74892"/>
                    <a:pt x="101739" y="72635"/>
                    <a:pt x="95817" y="72635"/>
                  </a:cubicBezTo>
                  <a:close/>
                  <a:moveTo>
                    <a:pt x="161256" y="0"/>
                  </a:moveTo>
                  <a:lnTo>
                    <a:pt x="395794" y="234539"/>
                  </a:lnTo>
                  <a:lnTo>
                    <a:pt x="234539" y="395801"/>
                  </a:lnTo>
                  <a:lnTo>
                    <a:pt x="0" y="161263"/>
                  </a:lnTo>
                  <a:lnTo>
                    <a:pt x="39952" y="39952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" name="Freeform: Shape 80">
              <a:extLst>
                <a:ext uri="{FF2B5EF4-FFF2-40B4-BE49-F238E27FC236}">
                  <a16:creationId xmlns:a16="http://schemas.microsoft.com/office/drawing/2014/main" id="{11B39AD3-9FCD-41C0-A1F4-2FD886981A65}"/>
                </a:ext>
              </a:extLst>
            </p:cNvPr>
            <p:cNvSpPr/>
            <p:nvPr/>
          </p:nvSpPr>
          <p:spPr>
            <a:xfrm>
              <a:off x="4873591" y="4066714"/>
              <a:ext cx="413616" cy="502055"/>
            </a:xfrm>
            <a:custGeom>
              <a:avLst/>
              <a:gdLst>
                <a:gd name="connsiteX0" fmla="*/ 281918 w 413616"/>
                <a:gd name="connsiteY0" fmla="*/ 299663 h 502054"/>
                <a:gd name="connsiteX1" fmla="*/ 269086 w 413616"/>
                <a:gd name="connsiteY1" fmla="*/ 304986 h 502054"/>
                <a:gd name="connsiteX2" fmla="*/ 269100 w 413616"/>
                <a:gd name="connsiteY2" fmla="*/ 330656 h 502054"/>
                <a:gd name="connsiteX3" fmla="*/ 294770 w 413616"/>
                <a:gd name="connsiteY3" fmla="*/ 330642 h 502054"/>
                <a:gd name="connsiteX4" fmla="*/ 294770 w 413616"/>
                <a:gd name="connsiteY4" fmla="*/ 304986 h 502054"/>
                <a:gd name="connsiteX5" fmla="*/ 294756 w 413616"/>
                <a:gd name="connsiteY5" fmla="*/ 304972 h 502054"/>
                <a:gd name="connsiteX6" fmla="*/ 281918 w 413616"/>
                <a:gd name="connsiteY6" fmla="*/ 299663 h 502054"/>
                <a:gd name="connsiteX7" fmla="*/ 165150 w 413616"/>
                <a:gd name="connsiteY7" fmla="*/ 287954 h 502054"/>
                <a:gd name="connsiteX8" fmla="*/ 152321 w 413616"/>
                <a:gd name="connsiteY8" fmla="*/ 293270 h 502054"/>
                <a:gd name="connsiteX9" fmla="*/ 152325 w 413616"/>
                <a:gd name="connsiteY9" fmla="*/ 318930 h 502054"/>
                <a:gd name="connsiteX10" fmla="*/ 177985 w 413616"/>
                <a:gd name="connsiteY10" fmla="*/ 318926 h 502054"/>
                <a:gd name="connsiteX11" fmla="*/ 177985 w 413616"/>
                <a:gd name="connsiteY11" fmla="*/ 293270 h 502054"/>
                <a:gd name="connsiteX12" fmla="*/ 177981 w 413616"/>
                <a:gd name="connsiteY12" fmla="*/ 293266 h 502054"/>
                <a:gd name="connsiteX13" fmla="*/ 165150 w 413616"/>
                <a:gd name="connsiteY13" fmla="*/ 287954 h 502054"/>
                <a:gd name="connsiteX14" fmla="*/ 282168 w 413616"/>
                <a:gd name="connsiteY14" fmla="*/ 281730 h 502054"/>
                <a:gd name="connsiteX15" fmla="*/ 307370 w 413616"/>
                <a:gd name="connsiteY15" fmla="*/ 292365 h 502054"/>
                <a:gd name="connsiteX16" fmla="*/ 307370 w 413616"/>
                <a:gd name="connsiteY16" fmla="*/ 343241 h 502054"/>
                <a:gd name="connsiteX17" fmla="*/ 256493 w 413616"/>
                <a:gd name="connsiteY17" fmla="*/ 343241 h 502054"/>
                <a:gd name="connsiteX18" fmla="*/ 256493 w 413616"/>
                <a:gd name="connsiteY18" fmla="*/ 292365 h 502054"/>
                <a:gd name="connsiteX19" fmla="*/ 256827 w 413616"/>
                <a:gd name="connsiteY19" fmla="*/ 292031 h 502054"/>
                <a:gd name="connsiteX20" fmla="*/ 282168 w 413616"/>
                <a:gd name="connsiteY20" fmla="*/ 281730 h 502054"/>
                <a:gd name="connsiteX21" fmla="*/ 165382 w 413616"/>
                <a:gd name="connsiteY21" fmla="*/ 270014 h 502054"/>
                <a:gd name="connsiteX22" fmla="*/ 190585 w 413616"/>
                <a:gd name="connsiteY22" fmla="*/ 280649 h 502054"/>
                <a:gd name="connsiteX23" fmla="*/ 190585 w 413616"/>
                <a:gd name="connsiteY23" fmla="*/ 331525 h 502054"/>
                <a:gd name="connsiteX24" fmla="*/ 139708 w 413616"/>
                <a:gd name="connsiteY24" fmla="*/ 331525 h 502054"/>
                <a:gd name="connsiteX25" fmla="*/ 139708 w 413616"/>
                <a:gd name="connsiteY25" fmla="*/ 280649 h 502054"/>
                <a:gd name="connsiteX26" fmla="*/ 140042 w 413616"/>
                <a:gd name="connsiteY26" fmla="*/ 280315 h 502054"/>
                <a:gd name="connsiteX27" fmla="*/ 165382 w 413616"/>
                <a:gd name="connsiteY27" fmla="*/ 270014 h 502054"/>
                <a:gd name="connsiteX28" fmla="*/ 210119 w 413616"/>
                <a:gd name="connsiteY28" fmla="*/ 212810 h 502054"/>
                <a:gd name="connsiteX29" fmla="*/ 220139 w 413616"/>
                <a:gd name="connsiteY29" fmla="*/ 220436 h 502054"/>
                <a:gd name="connsiteX30" fmla="*/ 244590 w 413616"/>
                <a:gd name="connsiteY30" fmla="*/ 401055 h 502054"/>
                <a:gd name="connsiteX31" fmla="*/ 244636 w 413616"/>
                <a:gd name="connsiteY31" fmla="*/ 401389 h 502054"/>
                <a:gd name="connsiteX32" fmla="*/ 236813 w 413616"/>
                <a:gd name="connsiteY32" fmla="*/ 411265 h 502054"/>
                <a:gd name="connsiteX33" fmla="*/ 226938 w 413616"/>
                <a:gd name="connsiteY33" fmla="*/ 403442 h 502054"/>
                <a:gd name="connsiteX34" fmla="*/ 202493 w 413616"/>
                <a:gd name="connsiteY34" fmla="*/ 222830 h 502054"/>
                <a:gd name="connsiteX35" fmla="*/ 210119 w 413616"/>
                <a:gd name="connsiteY35" fmla="*/ 212810 h 502054"/>
                <a:gd name="connsiteX36" fmla="*/ 33876 w 413616"/>
                <a:gd name="connsiteY36" fmla="*/ 181510 h 502054"/>
                <a:gd name="connsiteX37" fmla="*/ 40049 w 413616"/>
                <a:gd name="connsiteY37" fmla="*/ 192492 h 502054"/>
                <a:gd name="connsiteX38" fmla="*/ 19090 w 413616"/>
                <a:gd name="connsiteY38" fmla="*/ 256155 h 502054"/>
                <a:gd name="connsiteX39" fmla="*/ 243459 w 413616"/>
                <a:gd name="connsiteY39" fmla="*/ 480523 h 502054"/>
                <a:gd name="connsiteX40" fmla="*/ 398414 w 413616"/>
                <a:gd name="connsiteY40" fmla="*/ 325561 h 502054"/>
                <a:gd name="connsiteX41" fmla="*/ 398418 w 413616"/>
                <a:gd name="connsiteY41" fmla="*/ 325557 h 502054"/>
                <a:gd name="connsiteX42" fmla="*/ 411006 w 413616"/>
                <a:gd name="connsiteY42" fmla="*/ 325561 h 502054"/>
                <a:gd name="connsiteX43" fmla="*/ 411008 w 413616"/>
                <a:gd name="connsiteY43" fmla="*/ 325563 h 502054"/>
                <a:gd name="connsiteX44" fmla="*/ 411006 w 413616"/>
                <a:gd name="connsiteY44" fmla="*/ 338161 h 502054"/>
                <a:gd name="connsiteX45" fmla="*/ 249730 w 413616"/>
                <a:gd name="connsiteY45" fmla="*/ 499444 h 502054"/>
                <a:gd name="connsiteX46" fmla="*/ 249729 w 413616"/>
                <a:gd name="connsiteY46" fmla="*/ 499446 h 502054"/>
                <a:gd name="connsiteX47" fmla="*/ 237130 w 413616"/>
                <a:gd name="connsiteY47" fmla="*/ 499444 h 502054"/>
                <a:gd name="connsiteX48" fmla="*/ 2591 w 413616"/>
                <a:gd name="connsiteY48" fmla="*/ 264906 h 502054"/>
                <a:gd name="connsiteX49" fmla="*/ 453 w 413616"/>
                <a:gd name="connsiteY49" fmla="*/ 255820 h 502054"/>
                <a:gd name="connsiteX50" fmla="*/ 23138 w 413616"/>
                <a:gd name="connsiteY50" fmla="*/ 186941 h 502054"/>
                <a:gd name="connsiteX51" fmla="*/ 33876 w 413616"/>
                <a:gd name="connsiteY51" fmla="*/ 181510 h 502054"/>
                <a:gd name="connsiteX52" fmla="*/ 104716 w 413616"/>
                <a:gd name="connsiteY52" fmla="*/ 178873 h 502054"/>
                <a:gd name="connsiteX53" fmla="*/ 104717 w 413616"/>
                <a:gd name="connsiteY53" fmla="*/ 178873 h 502054"/>
                <a:gd name="connsiteX54" fmla="*/ 103213 w 413616"/>
                <a:gd name="connsiteY54" fmla="*/ 179016 h 502054"/>
                <a:gd name="connsiteX55" fmla="*/ 111052 w 413616"/>
                <a:gd name="connsiteY55" fmla="*/ 186855 h 502054"/>
                <a:gd name="connsiteX56" fmla="*/ 111052 w 413616"/>
                <a:gd name="connsiteY56" fmla="*/ 199455 h 502054"/>
                <a:gd name="connsiteX57" fmla="*/ 98452 w 413616"/>
                <a:gd name="connsiteY57" fmla="*/ 199455 h 502054"/>
                <a:gd name="connsiteX58" fmla="*/ 90613 w 413616"/>
                <a:gd name="connsiteY58" fmla="*/ 191616 h 502054"/>
                <a:gd name="connsiteX59" fmla="*/ 94639 w 413616"/>
                <a:gd name="connsiteY59" fmla="*/ 203204 h 502054"/>
                <a:gd name="connsiteX60" fmla="*/ 114793 w 413616"/>
                <a:gd name="connsiteY60" fmla="*/ 203204 h 502054"/>
                <a:gd name="connsiteX61" fmla="*/ 114793 w 413616"/>
                <a:gd name="connsiteY61" fmla="*/ 183049 h 502054"/>
                <a:gd name="connsiteX62" fmla="*/ 104717 w 413616"/>
                <a:gd name="connsiteY62" fmla="*/ 178873 h 502054"/>
                <a:gd name="connsiteX63" fmla="*/ 104723 w 413616"/>
                <a:gd name="connsiteY63" fmla="*/ 178873 h 502054"/>
                <a:gd name="connsiteX64" fmla="*/ 50616 w 413616"/>
                <a:gd name="connsiteY64" fmla="*/ 2498 h 502054"/>
                <a:gd name="connsiteX65" fmla="*/ 63212 w 413616"/>
                <a:gd name="connsiteY65" fmla="*/ 2720 h 502054"/>
                <a:gd name="connsiteX66" fmla="*/ 62990 w 413616"/>
                <a:gd name="connsiteY66" fmla="*/ 15317 h 502054"/>
                <a:gd name="connsiteX67" fmla="*/ 45280 w 413616"/>
                <a:gd name="connsiteY67" fmla="*/ 33034 h 502054"/>
                <a:gd name="connsiteX68" fmla="*/ 45268 w 413616"/>
                <a:gd name="connsiteY68" fmla="*/ 33045 h 502054"/>
                <a:gd name="connsiteX69" fmla="*/ 45280 w 413616"/>
                <a:gd name="connsiteY69" fmla="*/ 121062 h 502054"/>
                <a:gd name="connsiteX70" fmla="*/ 51295 w 413616"/>
                <a:gd name="connsiteY70" fmla="*/ 127077 h 502054"/>
                <a:gd name="connsiteX71" fmla="*/ 167388 w 413616"/>
                <a:gd name="connsiteY71" fmla="*/ 88885 h 502054"/>
                <a:gd name="connsiteX72" fmla="*/ 176467 w 413616"/>
                <a:gd name="connsiteY72" fmla="*/ 91023 h 502054"/>
                <a:gd name="connsiteX73" fmla="*/ 374360 w 413616"/>
                <a:gd name="connsiteY73" fmla="*/ 288916 h 502054"/>
                <a:gd name="connsiteX74" fmla="*/ 374579 w 413616"/>
                <a:gd name="connsiteY74" fmla="*/ 289135 h 502054"/>
                <a:gd name="connsiteX75" fmla="*/ 374364 w 413616"/>
                <a:gd name="connsiteY75" fmla="*/ 301731 h 502054"/>
                <a:gd name="connsiteX76" fmla="*/ 361767 w 413616"/>
                <a:gd name="connsiteY76" fmla="*/ 301516 h 502054"/>
                <a:gd name="connsiteX77" fmla="*/ 167744 w 413616"/>
                <a:gd name="connsiteY77" fmla="*/ 107500 h 502054"/>
                <a:gd name="connsiteX78" fmla="*/ 65399 w 413616"/>
                <a:gd name="connsiteY78" fmla="*/ 141209 h 502054"/>
                <a:gd name="connsiteX79" fmla="*/ 89337 w 413616"/>
                <a:gd name="connsiteY79" fmla="*/ 165147 h 502054"/>
                <a:gd name="connsiteX80" fmla="*/ 127393 w 413616"/>
                <a:gd name="connsiteY80" fmla="*/ 170450 h 502054"/>
                <a:gd name="connsiteX81" fmla="*/ 132864 w 413616"/>
                <a:gd name="connsiteY81" fmla="*/ 208459 h 502054"/>
                <a:gd name="connsiteX82" fmla="*/ 89441 w 413616"/>
                <a:gd name="connsiteY82" fmla="*/ 221163 h 502054"/>
                <a:gd name="connsiteX83" fmla="*/ 76737 w 413616"/>
                <a:gd name="connsiteY83" fmla="*/ 177740 h 502054"/>
                <a:gd name="connsiteX84" fmla="*/ 32680 w 413616"/>
                <a:gd name="connsiteY84" fmla="*/ 133683 h 502054"/>
                <a:gd name="connsiteX85" fmla="*/ 32662 w 413616"/>
                <a:gd name="connsiteY85" fmla="*/ 133665 h 502054"/>
                <a:gd name="connsiteX86" fmla="*/ 32680 w 413616"/>
                <a:gd name="connsiteY86" fmla="*/ 20462 h 502054"/>
                <a:gd name="connsiteX87" fmla="*/ 50397 w 413616"/>
                <a:gd name="connsiteY87" fmla="*/ 2717 h 502054"/>
                <a:gd name="connsiteX88" fmla="*/ 50616 w 413616"/>
                <a:gd name="connsiteY88" fmla="*/ 2498 h 502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413616" h="502054">
                  <a:moveTo>
                    <a:pt x="281918" y="299663"/>
                  </a:moveTo>
                  <a:cubicBezTo>
                    <a:pt x="277272" y="299665"/>
                    <a:pt x="272628" y="301440"/>
                    <a:pt x="269086" y="304986"/>
                  </a:cubicBezTo>
                  <a:cubicBezTo>
                    <a:pt x="262001" y="312079"/>
                    <a:pt x="262007" y="323571"/>
                    <a:pt x="269100" y="330656"/>
                  </a:cubicBezTo>
                  <a:cubicBezTo>
                    <a:pt x="276192" y="337741"/>
                    <a:pt x="287685" y="337734"/>
                    <a:pt x="294770" y="330642"/>
                  </a:cubicBezTo>
                  <a:cubicBezTo>
                    <a:pt x="301830" y="323547"/>
                    <a:pt x="301830" y="312081"/>
                    <a:pt x="294770" y="304986"/>
                  </a:cubicBezTo>
                  <a:cubicBezTo>
                    <a:pt x="294765" y="304981"/>
                    <a:pt x="294760" y="304976"/>
                    <a:pt x="294756" y="304972"/>
                  </a:cubicBezTo>
                  <a:cubicBezTo>
                    <a:pt x="291210" y="301430"/>
                    <a:pt x="286563" y="299660"/>
                    <a:pt x="281918" y="299663"/>
                  </a:cubicBezTo>
                  <a:close/>
                  <a:moveTo>
                    <a:pt x="165150" y="287954"/>
                  </a:moveTo>
                  <a:cubicBezTo>
                    <a:pt x="160506" y="287955"/>
                    <a:pt x="155863" y="289727"/>
                    <a:pt x="152321" y="293270"/>
                  </a:cubicBezTo>
                  <a:cubicBezTo>
                    <a:pt x="145236" y="300357"/>
                    <a:pt x="145238" y="311845"/>
                    <a:pt x="152325" y="318930"/>
                  </a:cubicBezTo>
                  <a:cubicBezTo>
                    <a:pt x="159412" y="326015"/>
                    <a:pt x="170900" y="326013"/>
                    <a:pt x="177985" y="318926"/>
                  </a:cubicBezTo>
                  <a:cubicBezTo>
                    <a:pt x="185048" y="311832"/>
                    <a:pt x="185048" y="300363"/>
                    <a:pt x="177985" y="293270"/>
                  </a:cubicBezTo>
                  <a:cubicBezTo>
                    <a:pt x="177984" y="293269"/>
                    <a:pt x="177982" y="293267"/>
                    <a:pt x="177981" y="293266"/>
                  </a:cubicBezTo>
                  <a:cubicBezTo>
                    <a:pt x="174437" y="289724"/>
                    <a:pt x="169793" y="287953"/>
                    <a:pt x="165150" y="287954"/>
                  </a:cubicBezTo>
                  <a:close/>
                  <a:moveTo>
                    <a:pt x="282168" y="281730"/>
                  </a:moveTo>
                  <a:cubicBezTo>
                    <a:pt x="291314" y="281791"/>
                    <a:pt x="300438" y="285340"/>
                    <a:pt x="307370" y="292365"/>
                  </a:cubicBezTo>
                  <a:cubicBezTo>
                    <a:pt x="321419" y="306414"/>
                    <a:pt x="321419" y="329192"/>
                    <a:pt x="307370" y="343241"/>
                  </a:cubicBezTo>
                  <a:cubicBezTo>
                    <a:pt x="293321" y="357290"/>
                    <a:pt x="270542" y="357291"/>
                    <a:pt x="256493" y="343241"/>
                  </a:cubicBezTo>
                  <a:cubicBezTo>
                    <a:pt x="242444" y="329192"/>
                    <a:pt x="242444" y="306414"/>
                    <a:pt x="256493" y="292365"/>
                  </a:cubicBezTo>
                  <a:cubicBezTo>
                    <a:pt x="256603" y="292253"/>
                    <a:pt x="256715" y="292141"/>
                    <a:pt x="256827" y="292031"/>
                  </a:cubicBezTo>
                  <a:cubicBezTo>
                    <a:pt x="263852" y="285099"/>
                    <a:pt x="273021" y="281670"/>
                    <a:pt x="282168" y="281730"/>
                  </a:cubicBezTo>
                  <a:close/>
                  <a:moveTo>
                    <a:pt x="165382" y="270014"/>
                  </a:moveTo>
                  <a:cubicBezTo>
                    <a:pt x="174529" y="270075"/>
                    <a:pt x="183652" y="273624"/>
                    <a:pt x="190585" y="280649"/>
                  </a:cubicBezTo>
                  <a:cubicBezTo>
                    <a:pt x="204634" y="294698"/>
                    <a:pt x="204634" y="317476"/>
                    <a:pt x="190585" y="331525"/>
                  </a:cubicBezTo>
                  <a:cubicBezTo>
                    <a:pt x="176536" y="345574"/>
                    <a:pt x="153757" y="345575"/>
                    <a:pt x="139708" y="331525"/>
                  </a:cubicBezTo>
                  <a:cubicBezTo>
                    <a:pt x="125659" y="317476"/>
                    <a:pt x="125659" y="294698"/>
                    <a:pt x="139708" y="280649"/>
                  </a:cubicBezTo>
                  <a:cubicBezTo>
                    <a:pt x="139818" y="280537"/>
                    <a:pt x="139930" y="280425"/>
                    <a:pt x="140042" y="280315"/>
                  </a:cubicBezTo>
                  <a:cubicBezTo>
                    <a:pt x="147066" y="273383"/>
                    <a:pt x="156236" y="269954"/>
                    <a:pt x="165382" y="270014"/>
                  </a:cubicBezTo>
                  <a:close/>
                  <a:moveTo>
                    <a:pt x="210119" y="212810"/>
                  </a:moveTo>
                  <a:cubicBezTo>
                    <a:pt x="214991" y="212152"/>
                    <a:pt x="219475" y="215565"/>
                    <a:pt x="220139" y="220436"/>
                  </a:cubicBezTo>
                  <a:lnTo>
                    <a:pt x="244590" y="401055"/>
                  </a:lnTo>
                  <a:cubicBezTo>
                    <a:pt x="244608" y="401166"/>
                    <a:pt x="244623" y="401277"/>
                    <a:pt x="244636" y="401389"/>
                  </a:cubicBezTo>
                  <a:cubicBezTo>
                    <a:pt x="245203" y="406276"/>
                    <a:pt x="241700" y="410698"/>
                    <a:pt x="236813" y="411265"/>
                  </a:cubicBezTo>
                  <a:cubicBezTo>
                    <a:pt x="231926" y="411832"/>
                    <a:pt x="227505" y="408329"/>
                    <a:pt x="226938" y="403442"/>
                  </a:cubicBezTo>
                  <a:lnTo>
                    <a:pt x="202493" y="222830"/>
                  </a:lnTo>
                  <a:cubicBezTo>
                    <a:pt x="201835" y="217958"/>
                    <a:pt x="205248" y="213474"/>
                    <a:pt x="210119" y="212810"/>
                  </a:cubicBezTo>
                  <a:close/>
                  <a:moveTo>
                    <a:pt x="33876" y="181510"/>
                  </a:moveTo>
                  <a:cubicBezTo>
                    <a:pt x="38613" y="182838"/>
                    <a:pt x="41377" y="187755"/>
                    <a:pt x="40049" y="192492"/>
                  </a:cubicBezTo>
                  <a:lnTo>
                    <a:pt x="19090" y="256155"/>
                  </a:lnTo>
                  <a:lnTo>
                    <a:pt x="243459" y="480523"/>
                  </a:lnTo>
                  <a:lnTo>
                    <a:pt x="398414" y="325561"/>
                  </a:lnTo>
                  <a:cubicBezTo>
                    <a:pt x="398415" y="325560"/>
                    <a:pt x="398417" y="325558"/>
                    <a:pt x="398418" y="325557"/>
                  </a:cubicBezTo>
                  <a:cubicBezTo>
                    <a:pt x="401896" y="322082"/>
                    <a:pt x="407532" y="322084"/>
                    <a:pt x="411006" y="325561"/>
                  </a:cubicBezTo>
                  <a:cubicBezTo>
                    <a:pt x="411007" y="325562"/>
                    <a:pt x="411008" y="325562"/>
                    <a:pt x="411008" y="325563"/>
                  </a:cubicBezTo>
                  <a:cubicBezTo>
                    <a:pt x="414487" y="329042"/>
                    <a:pt x="414486" y="334683"/>
                    <a:pt x="411006" y="338161"/>
                  </a:cubicBezTo>
                  <a:lnTo>
                    <a:pt x="249730" y="499444"/>
                  </a:lnTo>
                  <a:cubicBezTo>
                    <a:pt x="249730" y="499445"/>
                    <a:pt x="249729" y="499445"/>
                    <a:pt x="249729" y="499446"/>
                  </a:cubicBezTo>
                  <a:cubicBezTo>
                    <a:pt x="246249" y="502924"/>
                    <a:pt x="240609" y="502924"/>
                    <a:pt x="237130" y="499444"/>
                  </a:cubicBezTo>
                  <a:lnTo>
                    <a:pt x="2591" y="264906"/>
                  </a:lnTo>
                  <a:cubicBezTo>
                    <a:pt x="222" y="262523"/>
                    <a:pt x="-605" y="259010"/>
                    <a:pt x="453" y="255820"/>
                  </a:cubicBezTo>
                  <a:lnTo>
                    <a:pt x="23138" y="186941"/>
                  </a:lnTo>
                  <a:cubicBezTo>
                    <a:pt x="24769" y="182621"/>
                    <a:pt x="29430" y="180264"/>
                    <a:pt x="33876" y="181510"/>
                  </a:cubicBezTo>
                  <a:close/>
                  <a:moveTo>
                    <a:pt x="104716" y="178873"/>
                  </a:moveTo>
                  <a:lnTo>
                    <a:pt x="104717" y="178873"/>
                  </a:lnTo>
                  <a:lnTo>
                    <a:pt x="103213" y="179016"/>
                  </a:lnTo>
                  <a:lnTo>
                    <a:pt x="111052" y="186855"/>
                  </a:lnTo>
                  <a:cubicBezTo>
                    <a:pt x="114531" y="190335"/>
                    <a:pt x="114531" y="195976"/>
                    <a:pt x="111052" y="199455"/>
                  </a:cubicBezTo>
                  <a:cubicBezTo>
                    <a:pt x="107573" y="202934"/>
                    <a:pt x="101931" y="202934"/>
                    <a:pt x="98452" y="199455"/>
                  </a:cubicBezTo>
                  <a:lnTo>
                    <a:pt x="90613" y="191616"/>
                  </a:lnTo>
                  <a:cubicBezTo>
                    <a:pt x="89940" y="195908"/>
                    <a:pt x="91450" y="200253"/>
                    <a:pt x="94639" y="203204"/>
                  </a:cubicBezTo>
                  <a:cubicBezTo>
                    <a:pt x="100279" y="208586"/>
                    <a:pt x="109154" y="208586"/>
                    <a:pt x="114793" y="203204"/>
                  </a:cubicBezTo>
                  <a:cubicBezTo>
                    <a:pt x="120358" y="197638"/>
                    <a:pt x="120358" y="188615"/>
                    <a:pt x="114793" y="183049"/>
                  </a:cubicBezTo>
                  <a:lnTo>
                    <a:pt x="104717" y="178873"/>
                  </a:lnTo>
                  <a:lnTo>
                    <a:pt x="104723" y="178873"/>
                  </a:lnTo>
                  <a:close/>
                  <a:moveTo>
                    <a:pt x="50616" y="2498"/>
                  </a:moveTo>
                  <a:cubicBezTo>
                    <a:pt x="54156" y="-919"/>
                    <a:pt x="59795" y="-819"/>
                    <a:pt x="63212" y="2720"/>
                  </a:cubicBezTo>
                  <a:cubicBezTo>
                    <a:pt x="66629" y="6260"/>
                    <a:pt x="66530" y="11900"/>
                    <a:pt x="62990" y="15317"/>
                  </a:cubicBezTo>
                  <a:lnTo>
                    <a:pt x="45280" y="33034"/>
                  </a:lnTo>
                  <a:cubicBezTo>
                    <a:pt x="45276" y="33038"/>
                    <a:pt x="45272" y="33042"/>
                    <a:pt x="45268" y="33045"/>
                  </a:cubicBezTo>
                  <a:cubicBezTo>
                    <a:pt x="20966" y="57354"/>
                    <a:pt x="20972" y="96760"/>
                    <a:pt x="45280" y="121062"/>
                  </a:cubicBezTo>
                  <a:lnTo>
                    <a:pt x="51295" y="127077"/>
                  </a:lnTo>
                  <a:lnTo>
                    <a:pt x="167388" y="88885"/>
                  </a:lnTo>
                  <a:cubicBezTo>
                    <a:pt x="170576" y="87828"/>
                    <a:pt x="174087" y="88655"/>
                    <a:pt x="176467" y="91023"/>
                  </a:cubicBezTo>
                  <a:lnTo>
                    <a:pt x="374360" y="288916"/>
                  </a:lnTo>
                  <a:cubicBezTo>
                    <a:pt x="374434" y="288988"/>
                    <a:pt x="374507" y="289061"/>
                    <a:pt x="374579" y="289135"/>
                  </a:cubicBezTo>
                  <a:cubicBezTo>
                    <a:pt x="377998" y="292673"/>
                    <a:pt x="377902" y="298312"/>
                    <a:pt x="374364" y="301731"/>
                  </a:cubicBezTo>
                  <a:cubicBezTo>
                    <a:pt x="370826" y="305150"/>
                    <a:pt x="365186" y="305054"/>
                    <a:pt x="361767" y="301516"/>
                  </a:cubicBezTo>
                  <a:lnTo>
                    <a:pt x="167744" y="107500"/>
                  </a:lnTo>
                  <a:lnTo>
                    <a:pt x="65399" y="141209"/>
                  </a:lnTo>
                  <a:lnTo>
                    <a:pt x="89337" y="165147"/>
                  </a:lnTo>
                  <a:cubicBezTo>
                    <a:pt x="101767" y="158131"/>
                    <a:pt x="117355" y="160303"/>
                    <a:pt x="127393" y="170450"/>
                  </a:cubicBezTo>
                  <a:cubicBezTo>
                    <a:pt x="137464" y="180494"/>
                    <a:pt x="139693" y="195982"/>
                    <a:pt x="132864" y="208459"/>
                  </a:cubicBezTo>
                  <a:cubicBezTo>
                    <a:pt x="124381" y="223958"/>
                    <a:pt x="104940" y="229645"/>
                    <a:pt x="89441" y="221163"/>
                  </a:cubicBezTo>
                  <a:cubicBezTo>
                    <a:pt x="73942" y="212680"/>
                    <a:pt x="68254" y="193239"/>
                    <a:pt x="76737" y="177740"/>
                  </a:cubicBezTo>
                  <a:lnTo>
                    <a:pt x="32680" y="133683"/>
                  </a:lnTo>
                  <a:cubicBezTo>
                    <a:pt x="32674" y="133677"/>
                    <a:pt x="32668" y="133671"/>
                    <a:pt x="32662" y="133665"/>
                  </a:cubicBezTo>
                  <a:cubicBezTo>
                    <a:pt x="1407" y="102400"/>
                    <a:pt x="1415" y="51717"/>
                    <a:pt x="32680" y="20462"/>
                  </a:cubicBezTo>
                  <a:lnTo>
                    <a:pt x="50397" y="2717"/>
                  </a:lnTo>
                  <a:cubicBezTo>
                    <a:pt x="50469" y="2643"/>
                    <a:pt x="50542" y="2570"/>
                    <a:pt x="50616" y="2498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07" name="Group 250">
            <a:extLst>
              <a:ext uri="{FF2B5EF4-FFF2-40B4-BE49-F238E27FC236}">
                <a16:creationId xmlns:a16="http://schemas.microsoft.com/office/drawing/2014/main" id="{76E74E73-5907-B07F-3968-3E596B8BB6B2}"/>
              </a:ext>
            </a:extLst>
          </p:cNvPr>
          <p:cNvGrpSpPr/>
          <p:nvPr/>
        </p:nvGrpSpPr>
        <p:grpSpPr>
          <a:xfrm>
            <a:off x="3816995" y="4085964"/>
            <a:ext cx="491739" cy="463232"/>
            <a:chOff x="3816995" y="4085964"/>
            <a:chExt cx="491739" cy="463232"/>
          </a:xfrm>
        </p:grpSpPr>
        <p:sp>
          <p:nvSpPr>
            <p:cNvPr id="108" name="Freeform: Shape 82">
              <a:extLst>
                <a:ext uri="{FF2B5EF4-FFF2-40B4-BE49-F238E27FC236}">
                  <a16:creationId xmlns:a16="http://schemas.microsoft.com/office/drawing/2014/main" id="{5FA4315D-5EB9-3A66-2A0F-FD9002E4ECD7}"/>
                </a:ext>
              </a:extLst>
            </p:cNvPr>
            <p:cNvSpPr/>
            <p:nvPr/>
          </p:nvSpPr>
          <p:spPr>
            <a:xfrm>
              <a:off x="3825904" y="4176180"/>
              <a:ext cx="474351" cy="364535"/>
            </a:xfrm>
            <a:custGeom>
              <a:avLst/>
              <a:gdLst>
                <a:gd name="connsiteX0" fmla="*/ 0 w 474351"/>
                <a:gd name="connsiteY0" fmla="*/ 0 h 364535"/>
                <a:gd name="connsiteX1" fmla="*/ 474351 w 474351"/>
                <a:gd name="connsiteY1" fmla="*/ 0 h 364535"/>
                <a:gd name="connsiteX2" fmla="*/ 474351 w 474351"/>
                <a:gd name="connsiteY2" fmla="*/ 92860 h 364535"/>
                <a:gd name="connsiteX3" fmla="*/ 443313 w 474351"/>
                <a:gd name="connsiteY3" fmla="*/ 92860 h 364535"/>
                <a:gd name="connsiteX4" fmla="*/ 443313 w 474351"/>
                <a:gd name="connsiteY4" fmla="*/ 204941 h 364535"/>
                <a:gd name="connsiteX5" fmla="*/ 260934 w 474351"/>
                <a:gd name="connsiteY5" fmla="*/ 204941 h 364535"/>
                <a:gd name="connsiteX6" fmla="*/ 260934 w 474351"/>
                <a:gd name="connsiteY6" fmla="*/ 92860 h 364535"/>
                <a:gd name="connsiteX7" fmla="*/ 213420 w 474351"/>
                <a:gd name="connsiteY7" fmla="*/ 92860 h 364535"/>
                <a:gd name="connsiteX8" fmla="*/ 213420 w 474351"/>
                <a:gd name="connsiteY8" fmla="*/ 204941 h 364535"/>
                <a:gd name="connsiteX9" fmla="*/ 31043 w 474351"/>
                <a:gd name="connsiteY9" fmla="*/ 204941 h 364535"/>
                <a:gd name="connsiteX10" fmla="*/ 31043 w 474351"/>
                <a:gd name="connsiteY10" fmla="*/ 252455 h 364535"/>
                <a:gd name="connsiteX11" fmla="*/ 213420 w 474351"/>
                <a:gd name="connsiteY11" fmla="*/ 252455 h 364535"/>
                <a:gd name="connsiteX12" fmla="*/ 213420 w 474351"/>
                <a:gd name="connsiteY12" fmla="*/ 364534 h 364535"/>
                <a:gd name="connsiteX13" fmla="*/ 260934 w 474351"/>
                <a:gd name="connsiteY13" fmla="*/ 364534 h 364535"/>
                <a:gd name="connsiteX14" fmla="*/ 260934 w 474351"/>
                <a:gd name="connsiteY14" fmla="*/ 252455 h 364535"/>
                <a:gd name="connsiteX15" fmla="*/ 443313 w 474351"/>
                <a:gd name="connsiteY15" fmla="*/ 252455 h 364535"/>
                <a:gd name="connsiteX16" fmla="*/ 443313 w 474351"/>
                <a:gd name="connsiteY16" fmla="*/ 364535 h 364535"/>
                <a:gd name="connsiteX17" fmla="*/ 31035 w 474351"/>
                <a:gd name="connsiteY17" fmla="*/ 364535 h 364535"/>
                <a:gd name="connsiteX18" fmla="*/ 31035 w 474351"/>
                <a:gd name="connsiteY18" fmla="*/ 92860 h 364535"/>
                <a:gd name="connsiteX19" fmla="*/ 0 w 474351"/>
                <a:gd name="connsiteY19" fmla="*/ 92860 h 36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74351" h="364535">
                  <a:moveTo>
                    <a:pt x="0" y="0"/>
                  </a:moveTo>
                  <a:lnTo>
                    <a:pt x="474351" y="0"/>
                  </a:lnTo>
                  <a:lnTo>
                    <a:pt x="474351" y="92860"/>
                  </a:lnTo>
                  <a:lnTo>
                    <a:pt x="443313" y="92860"/>
                  </a:lnTo>
                  <a:lnTo>
                    <a:pt x="443313" y="204941"/>
                  </a:lnTo>
                  <a:lnTo>
                    <a:pt x="260934" y="204941"/>
                  </a:lnTo>
                  <a:lnTo>
                    <a:pt x="260934" y="92860"/>
                  </a:lnTo>
                  <a:lnTo>
                    <a:pt x="213420" y="92860"/>
                  </a:lnTo>
                  <a:lnTo>
                    <a:pt x="213420" y="204941"/>
                  </a:lnTo>
                  <a:lnTo>
                    <a:pt x="31043" y="204941"/>
                  </a:lnTo>
                  <a:lnTo>
                    <a:pt x="31043" y="252455"/>
                  </a:lnTo>
                  <a:lnTo>
                    <a:pt x="213420" y="252455"/>
                  </a:lnTo>
                  <a:lnTo>
                    <a:pt x="213420" y="364534"/>
                  </a:lnTo>
                  <a:lnTo>
                    <a:pt x="260934" y="364534"/>
                  </a:lnTo>
                  <a:lnTo>
                    <a:pt x="260934" y="252455"/>
                  </a:lnTo>
                  <a:lnTo>
                    <a:pt x="443313" y="252455"/>
                  </a:lnTo>
                  <a:lnTo>
                    <a:pt x="443313" y="364535"/>
                  </a:lnTo>
                  <a:lnTo>
                    <a:pt x="31035" y="364535"/>
                  </a:lnTo>
                  <a:lnTo>
                    <a:pt x="31035" y="92860"/>
                  </a:lnTo>
                  <a:lnTo>
                    <a:pt x="0" y="92860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" name="Freeform: Shape 83">
              <a:extLst>
                <a:ext uri="{FF2B5EF4-FFF2-40B4-BE49-F238E27FC236}">
                  <a16:creationId xmlns:a16="http://schemas.microsoft.com/office/drawing/2014/main" id="{D5794FAB-CBEE-4866-FCA1-8C19FF062DD9}"/>
                </a:ext>
              </a:extLst>
            </p:cNvPr>
            <p:cNvSpPr/>
            <p:nvPr/>
          </p:nvSpPr>
          <p:spPr>
            <a:xfrm>
              <a:off x="3816995" y="4085964"/>
              <a:ext cx="491739" cy="463232"/>
            </a:xfrm>
            <a:custGeom>
              <a:avLst/>
              <a:gdLst>
                <a:gd name="connsiteX0" fmla="*/ 483258 w 491738"/>
                <a:gd name="connsiteY0" fmla="*/ 81308 h 463232"/>
                <a:gd name="connsiteX1" fmla="*/ 289492 w 491738"/>
                <a:gd name="connsiteY1" fmla="*/ 81308 h 463232"/>
                <a:gd name="connsiteX2" fmla="*/ 347802 w 491738"/>
                <a:gd name="connsiteY2" fmla="*/ 14781 h 463232"/>
                <a:gd name="connsiteX3" fmla="*/ 346975 w 491738"/>
                <a:gd name="connsiteY3" fmla="*/ 2210 h 463232"/>
                <a:gd name="connsiteX4" fmla="*/ 341103 w 491738"/>
                <a:gd name="connsiteY4" fmla="*/ 0 h 463232"/>
                <a:gd name="connsiteX5" fmla="*/ 293597 w 491738"/>
                <a:gd name="connsiteY5" fmla="*/ 0 h 463232"/>
                <a:gd name="connsiteX6" fmla="*/ 286897 w 491738"/>
                <a:gd name="connsiteY6" fmla="*/ 3036 h 463232"/>
                <a:gd name="connsiteX7" fmla="*/ 263137 w 491738"/>
                <a:gd name="connsiteY7" fmla="*/ 30117 h 463232"/>
                <a:gd name="connsiteX8" fmla="*/ 263964 w 491738"/>
                <a:gd name="connsiteY8" fmla="*/ 42696 h 463232"/>
                <a:gd name="connsiteX9" fmla="*/ 276542 w 491738"/>
                <a:gd name="connsiteY9" fmla="*/ 41869 h 463232"/>
                <a:gd name="connsiteX10" fmla="*/ 297637 w 491738"/>
                <a:gd name="connsiteY10" fmla="*/ 17795 h 463232"/>
                <a:gd name="connsiteX11" fmla="*/ 321455 w 491738"/>
                <a:gd name="connsiteY11" fmla="*/ 17795 h 463232"/>
                <a:gd name="connsiteX12" fmla="*/ 269843 w 491738"/>
                <a:gd name="connsiteY12" fmla="*/ 76676 h 463232"/>
                <a:gd name="connsiteX13" fmla="*/ 205269 w 491738"/>
                <a:gd name="connsiteY13" fmla="*/ 3064 h 463232"/>
                <a:gd name="connsiteX14" fmla="*/ 198570 w 491738"/>
                <a:gd name="connsiteY14" fmla="*/ 29 h 463232"/>
                <a:gd name="connsiteX15" fmla="*/ 151056 w 491738"/>
                <a:gd name="connsiteY15" fmla="*/ 29 h 463232"/>
                <a:gd name="connsiteX16" fmla="*/ 142148 w 491738"/>
                <a:gd name="connsiteY16" fmla="*/ 8937 h 463232"/>
                <a:gd name="connsiteX17" fmla="*/ 144357 w 491738"/>
                <a:gd name="connsiteY17" fmla="*/ 14809 h 463232"/>
                <a:gd name="connsiteX18" fmla="*/ 202668 w 491738"/>
                <a:gd name="connsiteY18" fmla="*/ 81336 h 463232"/>
                <a:gd name="connsiteX19" fmla="*/ 8908 w 491738"/>
                <a:gd name="connsiteY19" fmla="*/ 81336 h 463232"/>
                <a:gd name="connsiteX20" fmla="*/ 0 w 491738"/>
                <a:gd name="connsiteY20" fmla="*/ 90245 h 463232"/>
                <a:gd name="connsiteX21" fmla="*/ 0 w 491738"/>
                <a:gd name="connsiteY21" fmla="*/ 183105 h 463232"/>
                <a:gd name="connsiteX22" fmla="*/ 8908 w 491738"/>
                <a:gd name="connsiteY22" fmla="*/ 192013 h 463232"/>
                <a:gd name="connsiteX23" fmla="*/ 31001 w 491738"/>
                <a:gd name="connsiteY23" fmla="*/ 192013 h 463232"/>
                <a:gd name="connsiteX24" fmla="*/ 31001 w 491738"/>
                <a:gd name="connsiteY24" fmla="*/ 454751 h 463232"/>
                <a:gd name="connsiteX25" fmla="*/ 39909 w 491738"/>
                <a:gd name="connsiteY25" fmla="*/ 463660 h 463232"/>
                <a:gd name="connsiteX26" fmla="*/ 452186 w 491738"/>
                <a:gd name="connsiteY26" fmla="*/ 463660 h 463232"/>
                <a:gd name="connsiteX27" fmla="*/ 461094 w 491738"/>
                <a:gd name="connsiteY27" fmla="*/ 454751 h 463232"/>
                <a:gd name="connsiteX28" fmla="*/ 461094 w 491738"/>
                <a:gd name="connsiteY28" fmla="*/ 224703 h 463232"/>
                <a:gd name="connsiteX29" fmla="*/ 452186 w 491738"/>
                <a:gd name="connsiteY29" fmla="*/ 215795 h 463232"/>
                <a:gd name="connsiteX30" fmla="*/ 443278 w 491738"/>
                <a:gd name="connsiteY30" fmla="*/ 224703 h 463232"/>
                <a:gd name="connsiteX31" fmla="*/ 443278 w 491738"/>
                <a:gd name="connsiteY31" fmla="*/ 286249 h 463232"/>
                <a:gd name="connsiteX32" fmla="*/ 278745 w 491738"/>
                <a:gd name="connsiteY32" fmla="*/ 286249 h 463232"/>
                <a:gd name="connsiteX33" fmla="*/ 278745 w 491738"/>
                <a:gd name="connsiteY33" fmla="*/ 191985 h 463232"/>
                <a:gd name="connsiteX34" fmla="*/ 483279 w 491738"/>
                <a:gd name="connsiteY34" fmla="*/ 191985 h 463232"/>
                <a:gd name="connsiteX35" fmla="*/ 492188 w 491738"/>
                <a:gd name="connsiteY35" fmla="*/ 183076 h 463232"/>
                <a:gd name="connsiteX36" fmla="*/ 492188 w 491738"/>
                <a:gd name="connsiteY36" fmla="*/ 90216 h 463232"/>
                <a:gd name="connsiteX37" fmla="*/ 483279 w 491738"/>
                <a:gd name="connsiteY37" fmla="*/ 81308 h 463232"/>
                <a:gd name="connsiteX38" fmla="*/ 483258 w 491738"/>
                <a:gd name="connsiteY38" fmla="*/ 81308 h 463232"/>
                <a:gd name="connsiteX39" fmla="*/ 194536 w 491738"/>
                <a:gd name="connsiteY39" fmla="*/ 17817 h 463232"/>
                <a:gd name="connsiteX40" fmla="*/ 250181 w 491738"/>
                <a:gd name="connsiteY40" fmla="*/ 81308 h 463232"/>
                <a:gd name="connsiteX41" fmla="*/ 226364 w 491738"/>
                <a:gd name="connsiteY41" fmla="*/ 81308 h 463232"/>
                <a:gd name="connsiteX42" fmla="*/ 170712 w 491738"/>
                <a:gd name="connsiteY42" fmla="*/ 17817 h 463232"/>
                <a:gd name="connsiteX43" fmla="*/ 48853 w 491738"/>
                <a:gd name="connsiteY43" fmla="*/ 304066 h 463232"/>
                <a:gd name="connsiteX44" fmla="*/ 213415 w 491738"/>
                <a:gd name="connsiteY44" fmla="*/ 304066 h 463232"/>
                <a:gd name="connsiteX45" fmla="*/ 213415 w 491738"/>
                <a:gd name="connsiteY45" fmla="*/ 333741 h 463232"/>
                <a:gd name="connsiteX46" fmla="*/ 48853 w 491738"/>
                <a:gd name="connsiteY46" fmla="*/ 333741 h 463232"/>
                <a:gd name="connsiteX47" fmla="*/ 168880 w 491738"/>
                <a:gd name="connsiteY47" fmla="*/ 191985 h 463232"/>
                <a:gd name="connsiteX48" fmla="*/ 177789 w 491738"/>
                <a:gd name="connsiteY48" fmla="*/ 183076 h 463232"/>
                <a:gd name="connsiteX49" fmla="*/ 168880 w 491738"/>
                <a:gd name="connsiteY49" fmla="*/ 174168 h 463232"/>
                <a:gd name="connsiteX50" fmla="*/ 17817 w 491738"/>
                <a:gd name="connsiteY50" fmla="*/ 174168 h 463232"/>
                <a:gd name="connsiteX51" fmla="*/ 17817 w 491738"/>
                <a:gd name="connsiteY51" fmla="*/ 99125 h 463232"/>
                <a:gd name="connsiteX52" fmla="*/ 213415 w 491738"/>
                <a:gd name="connsiteY52" fmla="*/ 99125 h 463232"/>
                <a:gd name="connsiteX53" fmla="*/ 213415 w 491738"/>
                <a:gd name="connsiteY53" fmla="*/ 286249 h 463232"/>
                <a:gd name="connsiteX54" fmla="*/ 48853 w 491738"/>
                <a:gd name="connsiteY54" fmla="*/ 286249 h 463232"/>
                <a:gd name="connsiteX55" fmla="*/ 48853 w 491738"/>
                <a:gd name="connsiteY55" fmla="*/ 191985 h 463232"/>
                <a:gd name="connsiteX56" fmla="*/ 48853 w 491738"/>
                <a:gd name="connsiteY56" fmla="*/ 351558 h 463232"/>
                <a:gd name="connsiteX57" fmla="*/ 213415 w 491738"/>
                <a:gd name="connsiteY57" fmla="*/ 351558 h 463232"/>
                <a:gd name="connsiteX58" fmla="*/ 213415 w 491738"/>
                <a:gd name="connsiteY58" fmla="*/ 445843 h 463232"/>
                <a:gd name="connsiteX59" fmla="*/ 48853 w 491738"/>
                <a:gd name="connsiteY59" fmla="*/ 445843 h 463232"/>
                <a:gd name="connsiteX60" fmla="*/ 231231 w 491738"/>
                <a:gd name="connsiteY60" fmla="*/ 445843 h 463232"/>
                <a:gd name="connsiteX61" fmla="*/ 231231 w 491738"/>
                <a:gd name="connsiteY61" fmla="*/ 99125 h 463232"/>
                <a:gd name="connsiteX62" fmla="*/ 260928 w 491738"/>
                <a:gd name="connsiteY62" fmla="*/ 99125 h 463232"/>
                <a:gd name="connsiteX63" fmla="*/ 260928 w 491738"/>
                <a:gd name="connsiteY63" fmla="*/ 445843 h 463232"/>
                <a:gd name="connsiteX64" fmla="*/ 443313 w 491738"/>
                <a:gd name="connsiteY64" fmla="*/ 304066 h 463232"/>
                <a:gd name="connsiteX65" fmla="*/ 443313 w 491738"/>
                <a:gd name="connsiteY65" fmla="*/ 333741 h 463232"/>
                <a:gd name="connsiteX66" fmla="*/ 310223 w 491738"/>
                <a:gd name="connsiteY66" fmla="*/ 333741 h 463232"/>
                <a:gd name="connsiteX67" fmla="*/ 301315 w 491738"/>
                <a:gd name="connsiteY67" fmla="*/ 342649 h 463232"/>
                <a:gd name="connsiteX68" fmla="*/ 310223 w 491738"/>
                <a:gd name="connsiteY68" fmla="*/ 351558 h 463232"/>
                <a:gd name="connsiteX69" fmla="*/ 443313 w 491738"/>
                <a:gd name="connsiteY69" fmla="*/ 351558 h 463232"/>
                <a:gd name="connsiteX70" fmla="*/ 443313 w 491738"/>
                <a:gd name="connsiteY70" fmla="*/ 445843 h 463232"/>
                <a:gd name="connsiteX71" fmla="*/ 278745 w 491738"/>
                <a:gd name="connsiteY71" fmla="*/ 445843 h 463232"/>
                <a:gd name="connsiteX72" fmla="*/ 278745 w 491738"/>
                <a:gd name="connsiteY72" fmla="*/ 304066 h 463232"/>
                <a:gd name="connsiteX73" fmla="*/ 474350 w 491738"/>
                <a:gd name="connsiteY73" fmla="*/ 174168 h 463232"/>
                <a:gd name="connsiteX74" fmla="*/ 278745 w 491738"/>
                <a:gd name="connsiteY74" fmla="*/ 174168 h 463232"/>
                <a:gd name="connsiteX75" fmla="*/ 278745 w 491738"/>
                <a:gd name="connsiteY75" fmla="*/ 99125 h 463232"/>
                <a:gd name="connsiteX76" fmla="*/ 474350 w 491738"/>
                <a:gd name="connsiteY76" fmla="*/ 99125 h 46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491738" h="463232">
                  <a:moveTo>
                    <a:pt x="483258" y="81308"/>
                  </a:moveTo>
                  <a:lnTo>
                    <a:pt x="289492" y="81308"/>
                  </a:lnTo>
                  <a:lnTo>
                    <a:pt x="347802" y="14781"/>
                  </a:lnTo>
                  <a:cubicBezTo>
                    <a:pt x="351045" y="11081"/>
                    <a:pt x="350675" y="5453"/>
                    <a:pt x="346975" y="2210"/>
                  </a:cubicBezTo>
                  <a:cubicBezTo>
                    <a:pt x="345351" y="785"/>
                    <a:pt x="343264" y="0"/>
                    <a:pt x="341103" y="0"/>
                  </a:cubicBezTo>
                  <a:lnTo>
                    <a:pt x="293597" y="0"/>
                  </a:lnTo>
                  <a:cubicBezTo>
                    <a:pt x="291031" y="2"/>
                    <a:pt x="288590" y="1108"/>
                    <a:pt x="286897" y="3036"/>
                  </a:cubicBezTo>
                  <a:lnTo>
                    <a:pt x="263137" y="30117"/>
                  </a:lnTo>
                  <a:cubicBezTo>
                    <a:pt x="259892" y="33819"/>
                    <a:pt x="260262" y="39451"/>
                    <a:pt x="263964" y="42696"/>
                  </a:cubicBezTo>
                  <a:cubicBezTo>
                    <a:pt x="267666" y="45941"/>
                    <a:pt x="273297" y="45571"/>
                    <a:pt x="276542" y="41869"/>
                  </a:cubicBezTo>
                  <a:lnTo>
                    <a:pt x="297637" y="17795"/>
                  </a:lnTo>
                  <a:lnTo>
                    <a:pt x="321455" y="17795"/>
                  </a:lnTo>
                  <a:lnTo>
                    <a:pt x="269843" y="76676"/>
                  </a:lnTo>
                  <a:lnTo>
                    <a:pt x="205269" y="3064"/>
                  </a:lnTo>
                  <a:cubicBezTo>
                    <a:pt x="203578" y="1134"/>
                    <a:pt x="201136" y="27"/>
                    <a:pt x="198570" y="29"/>
                  </a:cubicBezTo>
                  <a:lnTo>
                    <a:pt x="151056" y="29"/>
                  </a:lnTo>
                  <a:cubicBezTo>
                    <a:pt x="146137" y="28"/>
                    <a:pt x="142148" y="4017"/>
                    <a:pt x="142148" y="8937"/>
                  </a:cubicBezTo>
                  <a:cubicBezTo>
                    <a:pt x="142148" y="11097"/>
                    <a:pt x="142933" y="13184"/>
                    <a:pt x="144357" y="14809"/>
                  </a:cubicBezTo>
                  <a:lnTo>
                    <a:pt x="202668" y="81336"/>
                  </a:lnTo>
                  <a:lnTo>
                    <a:pt x="8908" y="81336"/>
                  </a:lnTo>
                  <a:cubicBezTo>
                    <a:pt x="3988" y="81336"/>
                    <a:pt x="0" y="85325"/>
                    <a:pt x="0" y="90245"/>
                  </a:cubicBezTo>
                  <a:lnTo>
                    <a:pt x="0" y="183105"/>
                  </a:lnTo>
                  <a:cubicBezTo>
                    <a:pt x="0" y="188025"/>
                    <a:pt x="3988" y="192013"/>
                    <a:pt x="8908" y="192013"/>
                  </a:cubicBezTo>
                  <a:lnTo>
                    <a:pt x="31001" y="192013"/>
                  </a:lnTo>
                  <a:lnTo>
                    <a:pt x="31001" y="454751"/>
                  </a:lnTo>
                  <a:cubicBezTo>
                    <a:pt x="31001" y="459671"/>
                    <a:pt x="34989" y="463660"/>
                    <a:pt x="39909" y="463660"/>
                  </a:cubicBezTo>
                  <a:lnTo>
                    <a:pt x="452186" y="463660"/>
                  </a:lnTo>
                  <a:cubicBezTo>
                    <a:pt x="457106" y="463660"/>
                    <a:pt x="461094" y="459671"/>
                    <a:pt x="461094" y="454751"/>
                  </a:cubicBezTo>
                  <a:lnTo>
                    <a:pt x="461094" y="224703"/>
                  </a:lnTo>
                  <a:cubicBezTo>
                    <a:pt x="461094" y="219783"/>
                    <a:pt x="457106" y="215795"/>
                    <a:pt x="452186" y="215795"/>
                  </a:cubicBezTo>
                  <a:cubicBezTo>
                    <a:pt x="447266" y="215795"/>
                    <a:pt x="443278" y="219783"/>
                    <a:pt x="443278" y="224703"/>
                  </a:cubicBezTo>
                  <a:lnTo>
                    <a:pt x="443278" y="286249"/>
                  </a:lnTo>
                  <a:lnTo>
                    <a:pt x="278745" y="286249"/>
                  </a:lnTo>
                  <a:lnTo>
                    <a:pt x="278745" y="191985"/>
                  </a:lnTo>
                  <a:lnTo>
                    <a:pt x="483279" y="191985"/>
                  </a:lnTo>
                  <a:cubicBezTo>
                    <a:pt x="488199" y="191985"/>
                    <a:pt x="492188" y="187996"/>
                    <a:pt x="492188" y="183076"/>
                  </a:cubicBezTo>
                  <a:lnTo>
                    <a:pt x="492188" y="90216"/>
                  </a:lnTo>
                  <a:cubicBezTo>
                    <a:pt x="492188" y="85296"/>
                    <a:pt x="488199" y="81308"/>
                    <a:pt x="483279" y="81308"/>
                  </a:cubicBezTo>
                  <a:cubicBezTo>
                    <a:pt x="483272" y="81308"/>
                    <a:pt x="483265" y="81308"/>
                    <a:pt x="483258" y="81308"/>
                  </a:cubicBezTo>
                  <a:close/>
                  <a:moveTo>
                    <a:pt x="194536" y="17817"/>
                  </a:moveTo>
                  <a:lnTo>
                    <a:pt x="250181" y="81308"/>
                  </a:lnTo>
                  <a:lnTo>
                    <a:pt x="226364" y="81308"/>
                  </a:lnTo>
                  <a:lnTo>
                    <a:pt x="170712" y="17817"/>
                  </a:lnTo>
                  <a:close/>
                  <a:moveTo>
                    <a:pt x="48853" y="304066"/>
                  </a:moveTo>
                  <a:lnTo>
                    <a:pt x="213415" y="304066"/>
                  </a:lnTo>
                  <a:lnTo>
                    <a:pt x="213415" y="333741"/>
                  </a:lnTo>
                  <a:lnTo>
                    <a:pt x="48853" y="333741"/>
                  </a:lnTo>
                  <a:close/>
                  <a:moveTo>
                    <a:pt x="168880" y="191985"/>
                  </a:moveTo>
                  <a:cubicBezTo>
                    <a:pt x="173800" y="191985"/>
                    <a:pt x="177789" y="187996"/>
                    <a:pt x="177789" y="183076"/>
                  </a:cubicBezTo>
                  <a:cubicBezTo>
                    <a:pt x="177789" y="178157"/>
                    <a:pt x="173800" y="174168"/>
                    <a:pt x="168880" y="174168"/>
                  </a:cubicBezTo>
                  <a:lnTo>
                    <a:pt x="17817" y="174168"/>
                  </a:lnTo>
                  <a:lnTo>
                    <a:pt x="17817" y="99125"/>
                  </a:lnTo>
                  <a:lnTo>
                    <a:pt x="213415" y="99125"/>
                  </a:lnTo>
                  <a:lnTo>
                    <a:pt x="213415" y="286249"/>
                  </a:lnTo>
                  <a:lnTo>
                    <a:pt x="48853" y="286249"/>
                  </a:lnTo>
                  <a:lnTo>
                    <a:pt x="48853" y="191985"/>
                  </a:lnTo>
                  <a:close/>
                  <a:moveTo>
                    <a:pt x="48853" y="351558"/>
                  </a:moveTo>
                  <a:lnTo>
                    <a:pt x="213415" y="351558"/>
                  </a:lnTo>
                  <a:lnTo>
                    <a:pt x="213415" y="445843"/>
                  </a:lnTo>
                  <a:lnTo>
                    <a:pt x="48853" y="445843"/>
                  </a:lnTo>
                  <a:close/>
                  <a:moveTo>
                    <a:pt x="231231" y="445843"/>
                  </a:moveTo>
                  <a:lnTo>
                    <a:pt x="231231" y="99125"/>
                  </a:lnTo>
                  <a:lnTo>
                    <a:pt x="260928" y="99125"/>
                  </a:lnTo>
                  <a:lnTo>
                    <a:pt x="260928" y="445843"/>
                  </a:lnTo>
                  <a:close/>
                  <a:moveTo>
                    <a:pt x="443313" y="304066"/>
                  </a:moveTo>
                  <a:lnTo>
                    <a:pt x="443313" y="333741"/>
                  </a:lnTo>
                  <a:lnTo>
                    <a:pt x="310223" y="333741"/>
                  </a:lnTo>
                  <a:cubicBezTo>
                    <a:pt x="305303" y="333741"/>
                    <a:pt x="301315" y="337729"/>
                    <a:pt x="301315" y="342649"/>
                  </a:cubicBezTo>
                  <a:cubicBezTo>
                    <a:pt x="301315" y="347569"/>
                    <a:pt x="305303" y="351558"/>
                    <a:pt x="310223" y="351558"/>
                  </a:cubicBezTo>
                  <a:lnTo>
                    <a:pt x="443313" y="351558"/>
                  </a:lnTo>
                  <a:lnTo>
                    <a:pt x="443313" y="445843"/>
                  </a:lnTo>
                  <a:lnTo>
                    <a:pt x="278745" y="445843"/>
                  </a:lnTo>
                  <a:lnTo>
                    <a:pt x="278745" y="304066"/>
                  </a:lnTo>
                  <a:close/>
                  <a:moveTo>
                    <a:pt x="474350" y="174168"/>
                  </a:moveTo>
                  <a:lnTo>
                    <a:pt x="278745" y="174168"/>
                  </a:lnTo>
                  <a:lnTo>
                    <a:pt x="278745" y="99125"/>
                  </a:lnTo>
                  <a:lnTo>
                    <a:pt x="474350" y="99125"/>
                  </a:ln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10" name="Group 251">
            <a:extLst>
              <a:ext uri="{FF2B5EF4-FFF2-40B4-BE49-F238E27FC236}">
                <a16:creationId xmlns:a16="http://schemas.microsoft.com/office/drawing/2014/main" id="{F202C501-A91A-ADFB-D172-ECDCCDABCC87}"/>
              </a:ext>
            </a:extLst>
          </p:cNvPr>
          <p:cNvGrpSpPr/>
          <p:nvPr/>
        </p:nvGrpSpPr>
        <p:grpSpPr>
          <a:xfrm>
            <a:off x="2796322" y="4071711"/>
            <a:ext cx="492063" cy="492096"/>
            <a:chOff x="2796322" y="4071711"/>
            <a:chExt cx="492063" cy="492096"/>
          </a:xfrm>
        </p:grpSpPr>
        <p:sp>
          <p:nvSpPr>
            <p:cNvPr id="111" name="Freeform: Shape 85">
              <a:extLst>
                <a:ext uri="{FF2B5EF4-FFF2-40B4-BE49-F238E27FC236}">
                  <a16:creationId xmlns:a16="http://schemas.microsoft.com/office/drawing/2014/main" id="{62C10CE8-63BD-E27C-DA13-E5018D50F30F}"/>
                </a:ext>
              </a:extLst>
            </p:cNvPr>
            <p:cNvSpPr/>
            <p:nvPr/>
          </p:nvSpPr>
          <p:spPr>
            <a:xfrm>
              <a:off x="2804463" y="4079749"/>
              <a:ext cx="475242" cy="475211"/>
            </a:xfrm>
            <a:custGeom>
              <a:avLst/>
              <a:gdLst>
                <a:gd name="connsiteX0" fmla="*/ 237825 w 475242"/>
                <a:gd name="connsiteY0" fmla="*/ 54356 h 475211"/>
                <a:gd name="connsiteX1" fmla="*/ 54136 w 475242"/>
                <a:gd name="connsiteY1" fmla="*/ 238045 h 475211"/>
                <a:gd name="connsiteX2" fmla="*/ 237825 w 475242"/>
                <a:gd name="connsiteY2" fmla="*/ 421735 h 475211"/>
                <a:gd name="connsiteX3" fmla="*/ 421515 w 475242"/>
                <a:gd name="connsiteY3" fmla="*/ 238045 h 475211"/>
                <a:gd name="connsiteX4" fmla="*/ 237825 w 475242"/>
                <a:gd name="connsiteY4" fmla="*/ 54356 h 475211"/>
                <a:gd name="connsiteX5" fmla="*/ 228607 w 475242"/>
                <a:gd name="connsiteY5" fmla="*/ 180 h 475211"/>
                <a:gd name="connsiteX6" fmla="*/ 362877 w 475242"/>
                <a:gd name="connsiteY6" fmla="*/ 35732 h 475211"/>
                <a:gd name="connsiteX7" fmla="*/ 439511 w 475242"/>
                <a:gd name="connsiteY7" fmla="*/ 362877 h 475211"/>
                <a:gd name="connsiteX8" fmla="*/ 468360 w 475242"/>
                <a:gd name="connsiteY8" fmla="*/ 441391 h 475211"/>
                <a:gd name="connsiteX9" fmla="*/ 391762 w 475242"/>
                <a:gd name="connsiteY9" fmla="*/ 418422 h 475211"/>
                <a:gd name="connsiteX10" fmla="*/ 112365 w 475242"/>
                <a:gd name="connsiteY10" fmla="*/ 439511 h 475211"/>
                <a:gd name="connsiteX11" fmla="*/ 35732 w 475242"/>
                <a:gd name="connsiteY11" fmla="*/ 112365 h 475211"/>
                <a:gd name="connsiteX12" fmla="*/ 228607 w 475242"/>
                <a:gd name="connsiteY12" fmla="*/ 180 h 475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5242" h="475211">
                  <a:moveTo>
                    <a:pt x="237825" y="54356"/>
                  </a:moveTo>
                  <a:cubicBezTo>
                    <a:pt x="136377" y="54356"/>
                    <a:pt x="54136" y="136597"/>
                    <a:pt x="54136" y="238045"/>
                  </a:cubicBezTo>
                  <a:cubicBezTo>
                    <a:pt x="54136" y="339494"/>
                    <a:pt x="136377" y="421735"/>
                    <a:pt x="237825" y="421735"/>
                  </a:cubicBezTo>
                  <a:cubicBezTo>
                    <a:pt x="339274" y="421735"/>
                    <a:pt x="421515" y="339494"/>
                    <a:pt x="421515" y="238045"/>
                  </a:cubicBezTo>
                  <a:cubicBezTo>
                    <a:pt x="421515" y="136597"/>
                    <a:pt x="339274" y="54356"/>
                    <a:pt x="237825" y="54356"/>
                  </a:cubicBezTo>
                  <a:close/>
                  <a:moveTo>
                    <a:pt x="228607" y="180"/>
                  </a:moveTo>
                  <a:cubicBezTo>
                    <a:pt x="274334" y="-1598"/>
                    <a:pt x="321064" y="9791"/>
                    <a:pt x="362877" y="35732"/>
                  </a:cubicBezTo>
                  <a:cubicBezTo>
                    <a:pt x="474377" y="104908"/>
                    <a:pt x="508688" y="251377"/>
                    <a:pt x="439511" y="362877"/>
                  </a:cubicBezTo>
                  <a:lnTo>
                    <a:pt x="468360" y="441391"/>
                  </a:lnTo>
                  <a:lnTo>
                    <a:pt x="391762" y="418422"/>
                  </a:lnTo>
                  <a:cubicBezTo>
                    <a:pt x="313126" y="485463"/>
                    <a:pt x="200175" y="493989"/>
                    <a:pt x="112365" y="439511"/>
                  </a:cubicBezTo>
                  <a:cubicBezTo>
                    <a:pt x="865" y="370334"/>
                    <a:pt x="-33445" y="223867"/>
                    <a:pt x="35732" y="112365"/>
                  </a:cubicBezTo>
                  <a:cubicBezTo>
                    <a:pt x="78967" y="42678"/>
                    <a:pt x="152395" y="3143"/>
                    <a:pt x="228607" y="18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" name="Freeform: Shape 86">
              <a:extLst>
                <a:ext uri="{FF2B5EF4-FFF2-40B4-BE49-F238E27FC236}">
                  <a16:creationId xmlns:a16="http://schemas.microsoft.com/office/drawing/2014/main" id="{DC4F65A5-E955-635E-20B1-2F92FF28478F}"/>
                </a:ext>
              </a:extLst>
            </p:cNvPr>
            <p:cNvSpPr/>
            <p:nvPr/>
          </p:nvSpPr>
          <p:spPr>
            <a:xfrm>
              <a:off x="2796322" y="4071711"/>
              <a:ext cx="492063" cy="492096"/>
            </a:xfrm>
            <a:custGeom>
              <a:avLst/>
              <a:gdLst>
                <a:gd name="connsiteX0" fmla="*/ 245968 w 492063"/>
                <a:gd name="connsiteY0" fmla="*/ 336257 h 492096"/>
                <a:gd name="connsiteX1" fmla="*/ 261077 w 492063"/>
                <a:gd name="connsiteY1" fmla="*/ 351367 h 492096"/>
                <a:gd name="connsiteX2" fmla="*/ 245968 w 492063"/>
                <a:gd name="connsiteY2" fmla="*/ 366475 h 492096"/>
                <a:gd name="connsiteX3" fmla="*/ 230859 w 492063"/>
                <a:gd name="connsiteY3" fmla="*/ 351367 h 492096"/>
                <a:gd name="connsiteX4" fmla="*/ 245968 w 492063"/>
                <a:gd name="connsiteY4" fmla="*/ 336257 h 492096"/>
                <a:gd name="connsiteX5" fmla="*/ 245968 w 492063"/>
                <a:gd name="connsiteY5" fmla="*/ 125693 h 492096"/>
                <a:gd name="connsiteX6" fmla="*/ 246880 w 492063"/>
                <a:gd name="connsiteY6" fmla="*/ 125693 h 492096"/>
                <a:gd name="connsiteX7" fmla="*/ 309972 w 492063"/>
                <a:gd name="connsiteY7" fmla="*/ 188822 h 492096"/>
                <a:gd name="connsiteX8" fmla="*/ 280176 w 492063"/>
                <a:gd name="connsiteY8" fmla="*/ 243861 h 492096"/>
                <a:gd name="connsiteX9" fmla="*/ 254876 w 492063"/>
                <a:gd name="connsiteY9" fmla="*/ 287113 h 492096"/>
                <a:gd name="connsiteX10" fmla="*/ 254876 w 492063"/>
                <a:gd name="connsiteY10" fmla="*/ 307873 h 492096"/>
                <a:gd name="connsiteX11" fmla="*/ 245968 w 492063"/>
                <a:gd name="connsiteY11" fmla="*/ 316781 h 492096"/>
                <a:gd name="connsiteX12" fmla="*/ 237060 w 492063"/>
                <a:gd name="connsiteY12" fmla="*/ 307873 h 492096"/>
                <a:gd name="connsiteX13" fmla="*/ 237060 w 492063"/>
                <a:gd name="connsiteY13" fmla="*/ 287113 h 492096"/>
                <a:gd name="connsiteX14" fmla="*/ 270669 w 492063"/>
                <a:gd name="connsiteY14" fmla="*/ 228809 h 492096"/>
                <a:gd name="connsiteX15" fmla="*/ 292184 w 492063"/>
                <a:gd name="connsiteY15" fmla="*/ 189071 h 492096"/>
                <a:gd name="connsiteX16" fmla="*/ 246652 w 492063"/>
                <a:gd name="connsiteY16" fmla="*/ 143517 h 492096"/>
                <a:gd name="connsiteX17" fmla="*/ 245970 w 492063"/>
                <a:gd name="connsiteY17" fmla="*/ 143512 h 492096"/>
                <a:gd name="connsiteX18" fmla="*/ 199759 w 492063"/>
                <a:gd name="connsiteY18" fmla="*/ 189734 h 492096"/>
                <a:gd name="connsiteX19" fmla="*/ 190850 w 492063"/>
                <a:gd name="connsiteY19" fmla="*/ 198642 h 492096"/>
                <a:gd name="connsiteX20" fmla="*/ 181942 w 492063"/>
                <a:gd name="connsiteY20" fmla="*/ 189734 h 492096"/>
                <a:gd name="connsiteX21" fmla="*/ 245968 w 492063"/>
                <a:gd name="connsiteY21" fmla="*/ 125693 h 492096"/>
                <a:gd name="connsiteX22" fmla="*/ 69040 w 492063"/>
                <a:gd name="connsiteY22" fmla="*/ 75101 h 492096"/>
                <a:gd name="connsiteX23" fmla="*/ 81637 w 492063"/>
                <a:gd name="connsiteY23" fmla="*/ 75275 h 492096"/>
                <a:gd name="connsiteX24" fmla="*/ 81463 w 492063"/>
                <a:gd name="connsiteY24" fmla="*/ 87872 h 492096"/>
                <a:gd name="connsiteX25" fmla="*/ 47483 w 492063"/>
                <a:gd name="connsiteY25" fmla="*/ 358679 h 492096"/>
                <a:gd name="connsiteX26" fmla="*/ 358648 w 492063"/>
                <a:gd name="connsiteY26" fmla="*/ 444597 h 492096"/>
                <a:gd name="connsiteX27" fmla="*/ 358648 w 492063"/>
                <a:gd name="connsiteY27" fmla="*/ 444590 h 492096"/>
                <a:gd name="connsiteX28" fmla="*/ 358942 w 492063"/>
                <a:gd name="connsiteY28" fmla="*/ 444423 h 492096"/>
                <a:gd name="connsiteX29" fmla="*/ 371026 w 492063"/>
                <a:gd name="connsiteY29" fmla="*/ 447985 h 492096"/>
                <a:gd name="connsiteX30" fmla="*/ 367464 w 492063"/>
                <a:gd name="connsiteY30" fmla="*/ 460069 h 492096"/>
                <a:gd name="connsiteX31" fmla="*/ 75583 w 492063"/>
                <a:gd name="connsiteY31" fmla="*/ 423457 h 492096"/>
                <a:gd name="connsiteX32" fmla="*/ 68635 w 492063"/>
                <a:gd name="connsiteY32" fmla="*/ 75521 h 492096"/>
                <a:gd name="connsiteX33" fmla="*/ 69040 w 492063"/>
                <a:gd name="connsiteY33" fmla="*/ 75101 h 492096"/>
                <a:gd name="connsiteX34" fmla="*/ 245968 w 492063"/>
                <a:gd name="connsiteY34" fmla="*/ 71317 h 492096"/>
                <a:gd name="connsiteX35" fmla="*/ 71194 w 492063"/>
                <a:gd name="connsiteY35" fmla="*/ 246091 h 492096"/>
                <a:gd name="connsiteX36" fmla="*/ 245968 w 492063"/>
                <a:gd name="connsiteY36" fmla="*/ 420865 h 492096"/>
                <a:gd name="connsiteX37" fmla="*/ 245968 w 492063"/>
                <a:gd name="connsiteY37" fmla="*/ 420857 h 492096"/>
                <a:gd name="connsiteX38" fmla="*/ 420741 w 492063"/>
                <a:gd name="connsiteY38" fmla="*/ 246084 h 492096"/>
                <a:gd name="connsiteX39" fmla="*/ 245968 w 492063"/>
                <a:gd name="connsiteY39" fmla="*/ 71317 h 492096"/>
                <a:gd name="connsiteX40" fmla="*/ 245968 w 492063"/>
                <a:gd name="connsiteY40" fmla="*/ 53493 h 492096"/>
                <a:gd name="connsiteX41" fmla="*/ 438558 w 492063"/>
                <a:gd name="connsiteY41" fmla="*/ 246084 h 492096"/>
                <a:gd name="connsiteX42" fmla="*/ 245968 w 492063"/>
                <a:gd name="connsiteY42" fmla="*/ 438674 h 492096"/>
                <a:gd name="connsiteX43" fmla="*/ 53377 w 492063"/>
                <a:gd name="connsiteY43" fmla="*/ 246084 h 492096"/>
                <a:gd name="connsiteX44" fmla="*/ 245968 w 492063"/>
                <a:gd name="connsiteY44" fmla="*/ 53493 h 492096"/>
                <a:gd name="connsiteX45" fmla="*/ 238946 w 492063"/>
                <a:gd name="connsiteY45" fmla="*/ 99 h 492096"/>
                <a:gd name="connsiteX46" fmla="*/ 371685 w 492063"/>
                <a:gd name="connsiteY46" fmla="*/ 34561 h 492096"/>
                <a:gd name="connsiteX47" fmla="*/ 457465 w 492063"/>
                <a:gd name="connsiteY47" fmla="*/ 371870 h 492096"/>
                <a:gd name="connsiteX48" fmla="*/ 484838 w 492063"/>
                <a:gd name="connsiteY48" fmla="*/ 446343 h 492096"/>
                <a:gd name="connsiteX49" fmla="*/ 485024 w 492063"/>
                <a:gd name="connsiteY49" fmla="*/ 452065 h 492096"/>
                <a:gd name="connsiteX50" fmla="*/ 473913 w 492063"/>
                <a:gd name="connsiteY50" fmla="*/ 458003 h 492096"/>
                <a:gd name="connsiteX51" fmla="*/ 397316 w 492063"/>
                <a:gd name="connsiteY51" fmla="*/ 435033 h 492096"/>
                <a:gd name="connsiteX52" fmla="*/ 391340 w 492063"/>
                <a:gd name="connsiteY52" fmla="*/ 423941 h 492096"/>
                <a:gd name="connsiteX53" fmla="*/ 402433 w 492063"/>
                <a:gd name="connsiteY53" fmla="*/ 417965 h 492096"/>
                <a:gd name="connsiteX54" fmla="*/ 461969 w 492063"/>
                <a:gd name="connsiteY54" fmla="*/ 435782 h 492096"/>
                <a:gd name="connsiteX55" fmla="*/ 439263 w 492063"/>
                <a:gd name="connsiteY55" fmla="*/ 373987 h 492096"/>
                <a:gd name="connsiteX56" fmla="*/ 440054 w 492063"/>
                <a:gd name="connsiteY56" fmla="*/ 366211 h 492096"/>
                <a:gd name="connsiteX57" fmla="*/ 435231 w 492063"/>
                <a:gd name="connsiteY57" fmla="*/ 118470 h 492096"/>
                <a:gd name="connsiteX58" fmla="*/ 118350 w 492063"/>
                <a:gd name="connsiteY58" fmla="*/ 56793 h 492096"/>
                <a:gd name="connsiteX59" fmla="*/ 105978 w 492063"/>
                <a:gd name="connsiteY59" fmla="*/ 54398 h 492096"/>
                <a:gd name="connsiteX60" fmla="*/ 108373 w 492063"/>
                <a:gd name="connsiteY60" fmla="*/ 42026 h 492096"/>
                <a:gd name="connsiteX61" fmla="*/ 238946 w 492063"/>
                <a:gd name="connsiteY61" fmla="*/ 99 h 49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92063" h="492096">
                  <a:moveTo>
                    <a:pt x="245968" y="336257"/>
                  </a:moveTo>
                  <a:cubicBezTo>
                    <a:pt x="254308" y="336269"/>
                    <a:pt x="261065" y="343026"/>
                    <a:pt x="261077" y="351367"/>
                  </a:cubicBezTo>
                  <a:cubicBezTo>
                    <a:pt x="261077" y="359711"/>
                    <a:pt x="254313" y="366475"/>
                    <a:pt x="245968" y="366475"/>
                  </a:cubicBezTo>
                  <a:cubicBezTo>
                    <a:pt x="237623" y="366475"/>
                    <a:pt x="230859" y="359711"/>
                    <a:pt x="230859" y="351367"/>
                  </a:cubicBezTo>
                  <a:cubicBezTo>
                    <a:pt x="230859" y="343021"/>
                    <a:pt x="237623" y="336257"/>
                    <a:pt x="245968" y="336257"/>
                  </a:cubicBezTo>
                  <a:close/>
                  <a:moveTo>
                    <a:pt x="245968" y="125693"/>
                  </a:moveTo>
                  <a:lnTo>
                    <a:pt x="246880" y="125693"/>
                  </a:lnTo>
                  <a:cubicBezTo>
                    <a:pt x="281433" y="126419"/>
                    <a:pt x="309265" y="154267"/>
                    <a:pt x="309972" y="188822"/>
                  </a:cubicBezTo>
                  <a:cubicBezTo>
                    <a:pt x="310365" y="211121"/>
                    <a:pt x="299062" y="231999"/>
                    <a:pt x="280176" y="243861"/>
                  </a:cubicBezTo>
                  <a:cubicBezTo>
                    <a:pt x="264872" y="252974"/>
                    <a:pt x="255319" y="269306"/>
                    <a:pt x="254876" y="287113"/>
                  </a:cubicBezTo>
                  <a:lnTo>
                    <a:pt x="254876" y="307873"/>
                  </a:lnTo>
                  <a:cubicBezTo>
                    <a:pt x="254876" y="312792"/>
                    <a:pt x="250888" y="316781"/>
                    <a:pt x="245968" y="316781"/>
                  </a:cubicBezTo>
                  <a:cubicBezTo>
                    <a:pt x="241048" y="316781"/>
                    <a:pt x="237060" y="312792"/>
                    <a:pt x="237060" y="307873"/>
                  </a:cubicBezTo>
                  <a:lnTo>
                    <a:pt x="237060" y="287113"/>
                  </a:lnTo>
                  <a:cubicBezTo>
                    <a:pt x="237486" y="263190"/>
                    <a:pt x="250181" y="241167"/>
                    <a:pt x="270669" y="228809"/>
                  </a:cubicBezTo>
                  <a:cubicBezTo>
                    <a:pt x="284305" y="220245"/>
                    <a:pt x="292466" y="205171"/>
                    <a:pt x="292184" y="189071"/>
                  </a:cubicBezTo>
                  <a:cubicBezTo>
                    <a:pt x="291382" y="164260"/>
                    <a:pt x="271462" y="144330"/>
                    <a:pt x="246652" y="143517"/>
                  </a:cubicBezTo>
                  <a:cubicBezTo>
                    <a:pt x="246425" y="143513"/>
                    <a:pt x="246197" y="143512"/>
                    <a:pt x="245970" y="143512"/>
                  </a:cubicBezTo>
                  <a:cubicBezTo>
                    <a:pt x="220445" y="143515"/>
                    <a:pt x="199756" y="164209"/>
                    <a:pt x="199759" y="189734"/>
                  </a:cubicBezTo>
                  <a:cubicBezTo>
                    <a:pt x="199759" y="194654"/>
                    <a:pt x="195770" y="198642"/>
                    <a:pt x="190850" y="198642"/>
                  </a:cubicBezTo>
                  <a:cubicBezTo>
                    <a:pt x="185930" y="198642"/>
                    <a:pt x="181942" y="194654"/>
                    <a:pt x="181942" y="189734"/>
                  </a:cubicBezTo>
                  <a:cubicBezTo>
                    <a:pt x="181946" y="154372"/>
                    <a:pt x="210607" y="125705"/>
                    <a:pt x="245968" y="125693"/>
                  </a:cubicBezTo>
                  <a:close/>
                  <a:moveTo>
                    <a:pt x="69040" y="75101"/>
                  </a:moveTo>
                  <a:cubicBezTo>
                    <a:pt x="72567" y="71670"/>
                    <a:pt x="78207" y="71748"/>
                    <a:pt x="81637" y="75275"/>
                  </a:cubicBezTo>
                  <a:cubicBezTo>
                    <a:pt x="85068" y="78801"/>
                    <a:pt x="84990" y="84441"/>
                    <a:pt x="81463" y="87872"/>
                  </a:cubicBezTo>
                  <a:cubicBezTo>
                    <a:pt x="11474" y="160683"/>
                    <a:pt x="-2347" y="270834"/>
                    <a:pt x="47483" y="358679"/>
                  </a:cubicBezTo>
                  <a:cubicBezTo>
                    <a:pt x="109683" y="468330"/>
                    <a:pt x="248997" y="506797"/>
                    <a:pt x="358648" y="444597"/>
                  </a:cubicBezTo>
                  <a:lnTo>
                    <a:pt x="358648" y="444590"/>
                  </a:lnTo>
                  <a:cubicBezTo>
                    <a:pt x="358745" y="444533"/>
                    <a:pt x="358843" y="444477"/>
                    <a:pt x="358942" y="444423"/>
                  </a:cubicBezTo>
                  <a:cubicBezTo>
                    <a:pt x="363262" y="442070"/>
                    <a:pt x="368673" y="443664"/>
                    <a:pt x="371026" y="447985"/>
                  </a:cubicBezTo>
                  <a:cubicBezTo>
                    <a:pt x="373379" y="452306"/>
                    <a:pt x="371784" y="457716"/>
                    <a:pt x="367464" y="460069"/>
                  </a:cubicBezTo>
                  <a:cubicBezTo>
                    <a:pt x="272781" y="513762"/>
                    <a:pt x="154072" y="498872"/>
                    <a:pt x="75583" y="423457"/>
                  </a:cubicBezTo>
                  <a:cubicBezTo>
                    <a:pt x="-22415" y="329296"/>
                    <a:pt x="-25526" y="173519"/>
                    <a:pt x="68635" y="75521"/>
                  </a:cubicBezTo>
                  <a:cubicBezTo>
                    <a:pt x="68766" y="75377"/>
                    <a:pt x="68901" y="75237"/>
                    <a:pt x="69040" y="75101"/>
                  </a:cubicBezTo>
                  <a:close/>
                  <a:moveTo>
                    <a:pt x="245968" y="71317"/>
                  </a:moveTo>
                  <a:cubicBezTo>
                    <a:pt x="149443" y="71317"/>
                    <a:pt x="71194" y="149566"/>
                    <a:pt x="71194" y="246091"/>
                  </a:cubicBezTo>
                  <a:cubicBezTo>
                    <a:pt x="71194" y="342616"/>
                    <a:pt x="149443" y="420865"/>
                    <a:pt x="245968" y="420865"/>
                  </a:cubicBezTo>
                  <a:lnTo>
                    <a:pt x="245968" y="420857"/>
                  </a:lnTo>
                  <a:cubicBezTo>
                    <a:pt x="342447" y="420747"/>
                    <a:pt x="420632" y="342563"/>
                    <a:pt x="420741" y="246084"/>
                  </a:cubicBezTo>
                  <a:cubicBezTo>
                    <a:pt x="420738" y="149561"/>
                    <a:pt x="342490" y="71317"/>
                    <a:pt x="245968" y="71317"/>
                  </a:cubicBezTo>
                  <a:close/>
                  <a:moveTo>
                    <a:pt x="245968" y="53493"/>
                  </a:moveTo>
                  <a:cubicBezTo>
                    <a:pt x="352282" y="53615"/>
                    <a:pt x="438436" y="139769"/>
                    <a:pt x="438558" y="246084"/>
                  </a:cubicBezTo>
                  <a:cubicBezTo>
                    <a:pt x="438558" y="352448"/>
                    <a:pt x="352332" y="438674"/>
                    <a:pt x="245968" y="438674"/>
                  </a:cubicBezTo>
                  <a:cubicBezTo>
                    <a:pt x="139603" y="438674"/>
                    <a:pt x="53377" y="352448"/>
                    <a:pt x="53377" y="246084"/>
                  </a:cubicBezTo>
                  <a:cubicBezTo>
                    <a:pt x="53377" y="139719"/>
                    <a:pt x="139603" y="53493"/>
                    <a:pt x="245968" y="53493"/>
                  </a:cubicBezTo>
                  <a:close/>
                  <a:moveTo>
                    <a:pt x="238946" y="99"/>
                  </a:moveTo>
                  <a:cubicBezTo>
                    <a:pt x="284678" y="-1198"/>
                    <a:pt x="330771" y="10237"/>
                    <a:pt x="371685" y="34561"/>
                  </a:cubicBezTo>
                  <a:cubicBezTo>
                    <a:pt x="488517" y="104018"/>
                    <a:pt x="526922" y="255037"/>
                    <a:pt x="457465" y="371870"/>
                  </a:cubicBezTo>
                  <a:lnTo>
                    <a:pt x="484838" y="446343"/>
                  </a:lnTo>
                  <a:cubicBezTo>
                    <a:pt x="485528" y="448178"/>
                    <a:pt x="485593" y="450189"/>
                    <a:pt x="485024" y="452065"/>
                  </a:cubicBezTo>
                  <a:cubicBezTo>
                    <a:pt x="483595" y="456773"/>
                    <a:pt x="478621" y="459431"/>
                    <a:pt x="473913" y="458003"/>
                  </a:cubicBezTo>
                  <a:lnTo>
                    <a:pt x="397316" y="435033"/>
                  </a:lnTo>
                  <a:cubicBezTo>
                    <a:pt x="392602" y="433620"/>
                    <a:pt x="389927" y="428654"/>
                    <a:pt x="391340" y="423941"/>
                  </a:cubicBezTo>
                  <a:cubicBezTo>
                    <a:pt x="392753" y="419227"/>
                    <a:pt x="397719" y="416552"/>
                    <a:pt x="402433" y="417965"/>
                  </a:cubicBezTo>
                  <a:lnTo>
                    <a:pt x="461969" y="435782"/>
                  </a:lnTo>
                  <a:lnTo>
                    <a:pt x="439263" y="373987"/>
                  </a:lnTo>
                  <a:cubicBezTo>
                    <a:pt x="438315" y="371411"/>
                    <a:pt x="438607" y="368543"/>
                    <a:pt x="440054" y="366211"/>
                  </a:cubicBezTo>
                  <a:cubicBezTo>
                    <a:pt x="487306" y="289868"/>
                    <a:pt x="485419" y="192917"/>
                    <a:pt x="435231" y="118470"/>
                  </a:cubicBezTo>
                  <a:cubicBezTo>
                    <a:pt x="364759" y="13934"/>
                    <a:pt x="222886" y="-13680"/>
                    <a:pt x="118350" y="56793"/>
                  </a:cubicBezTo>
                  <a:cubicBezTo>
                    <a:pt x="114273" y="59548"/>
                    <a:pt x="108733" y="58476"/>
                    <a:pt x="105978" y="54398"/>
                  </a:cubicBezTo>
                  <a:cubicBezTo>
                    <a:pt x="103223" y="50320"/>
                    <a:pt x="104295" y="44781"/>
                    <a:pt x="108373" y="42026"/>
                  </a:cubicBezTo>
                  <a:cubicBezTo>
                    <a:pt x="147843" y="15423"/>
                    <a:pt x="193214" y="1395"/>
                    <a:pt x="238946" y="99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13" name="Group 252">
            <a:extLst>
              <a:ext uri="{FF2B5EF4-FFF2-40B4-BE49-F238E27FC236}">
                <a16:creationId xmlns:a16="http://schemas.microsoft.com/office/drawing/2014/main" id="{AD74A77A-7D94-EA94-8379-5778241F24FC}"/>
              </a:ext>
            </a:extLst>
          </p:cNvPr>
          <p:cNvGrpSpPr/>
          <p:nvPr/>
        </p:nvGrpSpPr>
        <p:grpSpPr>
          <a:xfrm>
            <a:off x="1845223" y="4071711"/>
            <a:ext cx="352543" cy="492167"/>
            <a:chOff x="1845223" y="4071711"/>
            <a:chExt cx="352543" cy="492167"/>
          </a:xfrm>
        </p:grpSpPr>
        <p:sp>
          <p:nvSpPr>
            <p:cNvPr id="114" name="Freeform: Shape 88">
              <a:extLst>
                <a:ext uri="{FF2B5EF4-FFF2-40B4-BE49-F238E27FC236}">
                  <a16:creationId xmlns:a16="http://schemas.microsoft.com/office/drawing/2014/main" id="{98275559-4B0C-019F-3083-DD78BA3E0E16}"/>
                </a:ext>
              </a:extLst>
            </p:cNvPr>
            <p:cNvSpPr/>
            <p:nvPr/>
          </p:nvSpPr>
          <p:spPr>
            <a:xfrm>
              <a:off x="1854138" y="4080620"/>
              <a:ext cx="327827" cy="327826"/>
            </a:xfrm>
            <a:custGeom>
              <a:avLst/>
              <a:gdLst>
                <a:gd name="connsiteX0" fmla="*/ 334724 w 327825"/>
                <a:gd name="connsiteY0" fmla="*/ 167362 h 327825"/>
                <a:gd name="connsiteX1" fmla="*/ 167362 w 327825"/>
                <a:gd name="connsiteY1" fmla="*/ 334724 h 327825"/>
                <a:gd name="connsiteX2" fmla="*/ 0 w 327825"/>
                <a:gd name="connsiteY2" fmla="*/ 167362 h 327825"/>
                <a:gd name="connsiteX3" fmla="*/ 167362 w 327825"/>
                <a:gd name="connsiteY3" fmla="*/ 0 h 327825"/>
                <a:gd name="connsiteX4" fmla="*/ 334724 w 327825"/>
                <a:gd name="connsiteY4" fmla="*/ 167362 h 32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25" h="327825">
                  <a:moveTo>
                    <a:pt x="334724" y="167362"/>
                  </a:moveTo>
                  <a:cubicBezTo>
                    <a:pt x="334724" y="259794"/>
                    <a:pt x="259794" y="334724"/>
                    <a:pt x="167362" y="334724"/>
                  </a:cubicBezTo>
                  <a:cubicBezTo>
                    <a:pt x="74931" y="334724"/>
                    <a:pt x="0" y="259794"/>
                    <a:pt x="0" y="167362"/>
                  </a:cubicBezTo>
                  <a:cubicBezTo>
                    <a:pt x="0" y="74931"/>
                    <a:pt x="74931" y="0"/>
                    <a:pt x="167362" y="0"/>
                  </a:cubicBezTo>
                  <a:cubicBezTo>
                    <a:pt x="259794" y="0"/>
                    <a:pt x="334724" y="74931"/>
                    <a:pt x="334724" y="167362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" name="Freeform: Shape 89">
              <a:extLst>
                <a:ext uri="{FF2B5EF4-FFF2-40B4-BE49-F238E27FC236}">
                  <a16:creationId xmlns:a16="http://schemas.microsoft.com/office/drawing/2014/main" id="{1B7C8DC2-D4AE-DA53-C818-DE4B9D3B3D3D}"/>
                </a:ext>
              </a:extLst>
            </p:cNvPr>
            <p:cNvSpPr/>
            <p:nvPr/>
          </p:nvSpPr>
          <p:spPr>
            <a:xfrm>
              <a:off x="1845223" y="4071711"/>
              <a:ext cx="352543" cy="492167"/>
            </a:xfrm>
            <a:custGeom>
              <a:avLst/>
              <a:gdLst>
                <a:gd name="connsiteX0" fmla="*/ 176277 w 352542"/>
                <a:gd name="connsiteY0" fmla="*/ 389208 h 492167"/>
                <a:gd name="connsiteX1" fmla="*/ 185186 w 352542"/>
                <a:gd name="connsiteY1" fmla="*/ 398116 h 492167"/>
                <a:gd name="connsiteX2" fmla="*/ 185186 w 352542"/>
                <a:gd name="connsiteY2" fmla="*/ 483258 h 492167"/>
                <a:gd name="connsiteX3" fmla="*/ 176277 w 352542"/>
                <a:gd name="connsiteY3" fmla="*/ 492167 h 492167"/>
                <a:gd name="connsiteX4" fmla="*/ 167369 w 352542"/>
                <a:gd name="connsiteY4" fmla="*/ 483258 h 492167"/>
                <a:gd name="connsiteX5" fmla="*/ 167369 w 352542"/>
                <a:gd name="connsiteY5" fmla="*/ 398116 h 492167"/>
                <a:gd name="connsiteX6" fmla="*/ 176277 w 352542"/>
                <a:gd name="connsiteY6" fmla="*/ 389208 h 492167"/>
                <a:gd name="connsiteX7" fmla="*/ 243980 w 352542"/>
                <a:gd name="connsiteY7" fmla="*/ 369018 h 492167"/>
                <a:gd name="connsiteX8" fmla="*/ 252889 w 352542"/>
                <a:gd name="connsiteY8" fmla="*/ 377926 h 492167"/>
                <a:gd name="connsiteX9" fmla="*/ 252889 w 352542"/>
                <a:gd name="connsiteY9" fmla="*/ 483258 h 492167"/>
                <a:gd name="connsiteX10" fmla="*/ 243980 w 352542"/>
                <a:gd name="connsiteY10" fmla="*/ 492166 h 492167"/>
                <a:gd name="connsiteX11" fmla="*/ 235072 w 352542"/>
                <a:gd name="connsiteY11" fmla="*/ 483258 h 492167"/>
                <a:gd name="connsiteX12" fmla="*/ 235072 w 352542"/>
                <a:gd name="connsiteY12" fmla="*/ 377926 h 492167"/>
                <a:gd name="connsiteX13" fmla="*/ 243980 w 352542"/>
                <a:gd name="connsiteY13" fmla="*/ 369018 h 492167"/>
                <a:gd name="connsiteX14" fmla="*/ 108574 w 352542"/>
                <a:gd name="connsiteY14" fmla="*/ 369018 h 492167"/>
                <a:gd name="connsiteX15" fmla="*/ 117483 w 352542"/>
                <a:gd name="connsiteY15" fmla="*/ 377926 h 492167"/>
                <a:gd name="connsiteX16" fmla="*/ 117483 w 352542"/>
                <a:gd name="connsiteY16" fmla="*/ 483258 h 492167"/>
                <a:gd name="connsiteX17" fmla="*/ 108574 w 352542"/>
                <a:gd name="connsiteY17" fmla="*/ 492166 h 492167"/>
                <a:gd name="connsiteX18" fmla="*/ 99666 w 352542"/>
                <a:gd name="connsiteY18" fmla="*/ 483258 h 492167"/>
                <a:gd name="connsiteX19" fmla="*/ 99666 w 352542"/>
                <a:gd name="connsiteY19" fmla="*/ 377926 h 492167"/>
                <a:gd name="connsiteX20" fmla="*/ 108574 w 352542"/>
                <a:gd name="connsiteY20" fmla="*/ 369018 h 492167"/>
                <a:gd name="connsiteX21" fmla="*/ 108703 w 352542"/>
                <a:gd name="connsiteY21" fmla="*/ 185201 h 492167"/>
                <a:gd name="connsiteX22" fmla="*/ 167370 w 352542"/>
                <a:gd name="connsiteY22" fmla="*/ 333029 h 492167"/>
                <a:gd name="connsiteX23" fmla="*/ 167370 w 352542"/>
                <a:gd name="connsiteY23" fmla="*/ 185201 h 492167"/>
                <a:gd name="connsiteX24" fmla="*/ 185187 w 352542"/>
                <a:gd name="connsiteY24" fmla="*/ 185180 h 492167"/>
                <a:gd name="connsiteX25" fmla="*/ 185187 w 352542"/>
                <a:gd name="connsiteY25" fmla="*/ 333093 h 492167"/>
                <a:gd name="connsiteX26" fmla="*/ 241644 w 352542"/>
                <a:gd name="connsiteY26" fmla="*/ 217528 h 492167"/>
                <a:gd name="connsiteX27" fmla="*/ 251557 w 352542"/>
                <a:gd name="connsiteY27" fmla="*/ 209753 h 492167"/>
                <a:gd name="connsiteX28" fmla="*/ 259333 w 352542"/>
                <a:gd name="connsiteY28" fmla="*/ 219666 h 492167"/>
                <a:gd name="connsiteX29" fmla="*/ 220136 w 352542"/>
                <a:gd name="connsiteY29" fmla="*/ 328497 h 492167"/>
                <a:gd name="connsiteX30" fmla="*/ 334490 w 352542"/>
                <a:gd name="connsiteY30" fmla="*/ 185180 h 492167"/>
                <a:gd name="connsiteX31" fmla="*/ 220008 w 352542"/>
                <a:gd name="connsiteY31" fmla="*/ 23995 h 492167"/>
                <a:gd name="connsiteX32" fmla="*/ 261798 w 352542"/>
                <a:gd name="connsiteY32" fmla="*/ 167363 h 492167"/>
                <a:gd name="connsiteX33" fmla="*/ 334490 w 352542"/>
                <a:gd name="connsiteY33" fmla="*/ 167363 h 492167"/>
                <a:gd name="connsiteX34" fmla="*/ 220008 w 352542"/>
                <a:gd name="connsiteY34" fmla="*/ 23995 h 492167"/>
                <a:gd name="connsiteX35" fmla="*/ 132577 w 352542"/>
                <a:gd name="connsiteY35" fmla="*/ 23995 h 492167"/>
                <a:gd name="connsiteX36" fmla="*/ 18066 w 352542"/>
                <a:gd name="connsiteY36" fmla="*/ 167363 h 492167"/>
                <a:gd name="connsiteX37" fmla="*/ 56286 w 352542"/>
                <a:gd name="connsiteY37" fmla="*/ 167363 h 492167"/>
                <a:gd name="connsiteX38" fmla="*/ 65195 w 352542"/>
                <a:gd name="connsiteY38" fmla="*/ 176272 h 492167"/>
                <a:gd name="connsiteX39" fmla="*/ 56286 w 352542"/>
                <a:gd name="connsiteY39" fmla="*/ 185180 h 492167"/>
                <a:gd name="connsiteX40" fmla="*/ 18066 w 352542"/>
                <a:gd name="connsiteY40" fmla="*/ 185180 h 492167"/>
                <a:gd name="connsiteX41" fmla="*/ 132577 w 352542"/>
                <a:gd name="connsiteY41" fmla="*/ 328518 h 492167"/>
                <a:gd name="connsiteX42" fmla="*/ 90679 w 352542"/>
                <a:gd name="connsiteY42" fmla="*/ 176243 h 492167"/>
                <a:gd name="connsiteX43" fmla="*/ 132577 w 352542"/>
                <a:gd name="connsiteY43" fmla="*/ 23995 h 492167"/>
                <a:gd name="connsiteX44" fmla="*/ 185187 w 352542"/>
                <a:gd name="connsiteY44" fmla="*/ 19534 h 492167"/>
                <a:gd name="connsiteX45" fmla="*/ 185187 w 352542"/>
                <a:gd name="connsiteY45" fmla="*/ 167363 h 492167"/>
                <a:gd name="connsiteX46" fmla="*/ 243854 w 352542"/>
                <a:gd name="connsiteY46" fmla="*/ 167363 h 492167"/>
                <a:gd name="connsiteX47" fmla="*/ 185187 w 352542"/>
                <a:gd name="connsiteY47" fmla="*/ 19534 h 492167"/>
                <a:gd name="connsiteX48" fmla="*/ 167370 w 352542"/>
                <a:gd name="connsiteY48" fmla="*/ 19534 h 492167"/>
                <a:gd name="connsiteX49" fmla="*/ 108703 w 352542"/>
                <a:gd name="connsiteY49" fmla="*/ 167363 h 492167"/>
                <a:gd name="connsiteX50" fmla="*/ 167370 w 352542"/>
                <a:gd name="connsiteY50" fmla="*/ 167363 h 492167"/>
                <a:gd name="connsiteX51" fmla="*/ 176279 w 352542"/>
                <a:gd name="connsiteY51" fmla="*/ 0 h 492167"/>
                <a:gd name="connsiteX52" fmla="*/ 352542 w 352542"/>
                <a:gd name="connsiteY52" fmla="*/ 176243 h 492167"/>
                <a:gd name="connsiteX53" fmla="*/ 352542 w 352542"/>
                <a:gd name="connsiteY53" fmla="*/ 176279 h 492167"/>
                <a:gd name="connsiteX54" fmla="*/ 176264 w 352542"/>
                <a:gd name="connsiteY54" fmla="*/ 352542 h 492167"/>
                <a:gd name="connsiteX55" fmla="*/ 0 w 352542"/>
                <a:gd name="connsiteY55" fmla="*/ 176264 h 492167"/>
                <a:gd name="connsiteX56" fmla="*/ 176279 w 352542"/>
                <a:gd name="connsiteY56" fmla="*/ 0 h 49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52542" h="492167">
                  <a:moveTo>
                    <a:pt x="176277" y="389208"/>
                  </a:moveTo>
                  <a:cubicBezTo>
                    <a:pt x="181197" y="389208"/>
                    <a:pt x="185186" y="393196"/>
                    <a:pt x="185186" y="398116"/>
                  </a:cubicBezTo>
                  <a:lnTo>
                    <a:pt x="185186" y="483258"/>
                  </a:lnTo>
                  <a:cubicBezTo>
                    <a:pt x="185186" y="488178"/>
                    <a:pt x="181197" y="492167"/>
                    <a:pt x="176277" y="492167"/>
                  </a:cubicBezTo>
                  <a:cubicBezTo>
                    <a:pt x="171357" y="492167"/>
                    <a:pt x="167369" y="488178"/>
                    <a:pt x="167369" y="483258"/>
                  </a:cubicBezTo>
                  <a:lnTo>
                    <a:pt x="167369" y="398116"/>
                  </a:lnTo>
                  <a:cubicBezTo>
                    <a:pt x="167369" y="393196"/>
                    <a:pt x="171357" y="389208"/>
                    <a:pt x="176277" y="389208"/>
                  </a:cubicBezTo>
                  <a:close/>
                  <a:moveTo>
                    <a:pt x="243980" y="369018"/>
                  </a:moveTo>
                  <a:cubicBezTo>
                    <a:pt x="248900" y="369018"/>
                    <a:pt x="252889" y="373006"/>
                    <a:pt x="252889" y="377926"/>
                  </a:cubicBezTo>
                  <a:lnTo>
                    <a:pt x="252889" y="483258"/>
                  </a:lnTo>
                  <a:cubicBezTo>
                    <a:pt x="252889" y="488178"/>
                    <a:pt x="248900" y="492166"/>
                    <a:pt x="243980" y="492166"/>
                  </a:cubicBezTo>
                  <a:cubicBezTo>
                    <a:pt x="239060" y="492166"/>
                    <a:pt x="235072" y="488178"/>
                    <a:pt x="235072" y="483258"/>
                  </a:cubicBezTo>
                  <a:lnTo>
                    <a:pt x="235072" y="377926"/>
                  </a:lnTo>
                  <a:cubicBezTo>
                    <a:pt x="235072" y="373006"/>
                    <a:pt x="239060" y="369018"/>
                    <a:pt x="243980" y="369018"/>
                  </a:cubicBezTo>
                  <a:close/>
                  <a:moveTo>
                    <a:pt x="108574" y="369018"/>
                  </a:moveTo>
                  <a:cubicBezTo>
                    <a:pt x="113494" y="369018"/>
                    <a:pt x="117483" y="373006"/>
                    <a:pt x="117483" y="377926"/>
                  </a:cubicBezTo>
                  <a:lnTo>
                    <a:pt x="117483" y="483258"/>
                  </a:lnTo>
                  <a:cubicBezTo>
                    <a:pt x="117483" y="488178"/>
                    <a:pt x="113494" y="492166"/>
                    <a:pt x="108574" y="492166"/>
                  </a:cubicBezTo>
                  <a:cubicBezTo>
                    <a:pt x="103654" y="492166"/>
                    <a:pt x="99666" y="488178"/>
                    <a:pt x="99666" y="483258"/>
                  </a:cubicBezTo>
                  <a:lnTo>
                    <a:pt x="99666" y="377926"/>
                  </a:lnTo>
                  <a:cubicBezTo>
                    <a:pt x="99666" y="373006"/>
                    <a:pt x="103654" y="369018"/>
                    <a:pt x="108574" y="369018"/>
                  </a:cubicBezTo>
                  <a:close/>
                  <a:moveTo>
                    <a:pt x="108703" y="185201"/>
                  </a:moveTo>
                  <a:cubicBezTo>
                    <a:pt x="110641" y="266595"/>
                    <a:pt x="138542" y="323152"/>
                    <a:pt x="167370" y="333029"/>
                  </a:cubicBezTo>
                  <a:lnTo>
                    <a:pt x="167370" y="185201"/>
                  </a:lnTo>
                  <a:close/>
                  <a:moveTo>
                    <a:pt x="185187" y="185180"/>
                  </a:moveTo>
                  <a:lnTo>
                    <a:pt x="185187" y="333093"/>
                  </a:lnTo>
                  <a:cubicBezTo>
                    <a:pt x="211385" y="324427"/>
                    <a:pt x="234354" y="278575"/>
                    <a:pt x="241644" y="217528"/>
                  </a:cubicBezTo>
                  <a:cubicBezTo>
                    <a:pt x="242235" y="212643"/>
                    <a:pt x="246673" y="209162"/>
                    <a:pt x="251557" y="209753"/>
                  </a:cubicBezTo>
                  <a:cubicBezTo>
                    <a:pt x="256442" y="210343"/>
                    <a:pt x="259923" y="214781"/>
                    <a:pt x="259333" y="219666"/>
                  </a:cubicBezTo>
                  <a:cubicBezTo>
                    <a:pt x="253631" y="267322"/>
                    <a:pt x="239321" y="305485"/>
                    <a:pt x="220136" y="328497"/>
                  </a:cubicBezTo>
                  <a:cubicBezTo>
                    <a:pt x="284778" y="309791"/>
                    <a:pt x="330602" y="252361"/>
                    <a:pt x="334490" y="185180"/>
                  </a:cubicBezTo>
                  <a:close/>
                  <a:moveTo>
                    <a:pt x="220008" y="23995"/>
                  </a:moveTo>
                  <a:cubicBezTo>
                    <a:pt x="244117" y="52937"/>
                    <a:pt x="260373" y="105474"/>
                    <a:pt x="261798" y="167363"/>
                  </a:cubicBezTo>
                  <a:lnTo>
                    <a:pt x="334490" y="167363"/>
                  </a:lnTo>
                  <a:cubicBezTo>
                    <a:pt x="330604" y="100127"/>
                    <a:pt x="284717" y="42662"/>
                    <a:pt x="220008" y="23995"/>
                  </a:cubicBezTo>
                  <a:close/>
                  <a:moveTo>
                    <a:pt x="132577" y="23995"/>
                  </a:moveTo>
                  <a:cubicBezTo>
                    <a:pt x="67857" y="42652"/>
                    <a:pt x="21956" y="100119"/>
                    <a:pt x="18066" y="167363"/>
                  </a:cubicBezTo>
                  <a:lnTo>
                    <a:pt x="56286" y="167363"/>
                  </a:lnTo>
                  <a:cubicBezTo>
                    <a:pt x="61206" y="167363"/>
                    <a:pt x="65195" y="171352"/>
                    <a:pt x="65195" y="176272"/>
                  </a:cubicBezTo>
                  <a:cubicBezTo>
                    <a:pt x="65195" y="181191"/>
                    <a:pt x="61206" y="185180"/>
                    <a:pt x="56286" y="185180"/>
                  </a:cubicBezTo>
                  <a:lnTo>
                    <a:pt x="18066" y="185180"/>
                  </a:lnTo>
                  <a:cubicBezTo>
                    <a:pt x="21968" y="252412"/>
                    <a:pt x="67867" y="309865"/>
                    <a:pt x="132577" y="328518"/>
                  </a:cubicBezTo>
                  <a:cubicBezTo>
                    <a:pt x="107320" y="298201"/>
                    <a:pt x="90679" y="241951"/>
                    <a:pt x="90679" y="176243"/>
                  </a:cubicBezTo>
                  <a:cubicBezTo>
                    <a:pt x="90679" y="110534"/>
                    <a:pt x="107320" y="54312"/>
                    <a:pt x="132577" y="23995"/>
                  </a:cubicBezTo>
                  <a:close/>
                  <a:moveTo>
                    <a:pt x="185187" y="19534"/>
                  </a:moveTo>
                  <a:lnTo>
                    <a:pt x="185187" y="167363"/>
                  </a:lnTo>
                  <a:lnTo>
                    <a:pt x="243854" y="167363"/>
                  </a:lnTo>
                  <a:cubicBezTo>
                    <a:pt x="241915" y="85969"/>
                    <a:pt x="214007" y="29412"/>
                    <a:pt x="185187" y="19534"/>
                  </a:cubicBezTo>
                  <a:close/>
                  <a:moveTo>
                    <a:pt x="167370" y="19534"/>
                  </a:moveTo>
                  <a:cubicBezTo>
                    <a:pt x="138542" y="29433"/>
                    <a:pt x="110641" y="85962"/>
                    <a:pt x="108703" y="167363"/>
                  </a:cubicBezTo>
                  <a:lnTo>
                    <a:pt x="167370" y="167363"/>
                  </a:lnTo>
                  <a:close/>
                  <a:moveTo>
                    <a:pt x="176279" y="0"/>
                  </a:moveTo>
                  <a:cubicBezTo>
                    <a:pt x="273572" y="110"/>
                    <a:pt x="352420" y="78948"/>
                    <a:pt x="352542" y="176243"/>
                  </a:cubicBezTo>
                  <a:cubicBezTo>
                    <a:pt x="352542" y="176255"/>
                    <a:pt x="352542" y="176267"/>
                    <a:pt x="352542" y="176279"/>
                  </a:cubicBezTo>
                  <a:cubicBezTo>
                    <a:pt x="352538" y="273630"/>
                    <a:pt x="273616" y="352546"/>
                    <a:pt x="176264" y="352542"/>
                  </a:cubicBezTo>
                  <a:cubicBezTo>
                    <a:pt x="78912" y="352538"/>
                    <a:pt x="-4" y="273616"/>
                    <a:pt x="0" y="176264"/>
                  </a:cubicBezTo>
                  <a:cubicBezTo>
                    <a:pt x="4" y="78912"/>
                    <a:pt x="78926" y="-4"/>
                    <a:pt x="176279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16" name="Group 253">
            <a:extLst>
              <a:ext uri="{FF2B5EF4-FFF2-40B4-BE49-F238E27FC236}">
                <a16:creationId xmlns:a16="http://schemas.microsoft.com/office/drawing/2014/main" id="{85BD1CB0-7BF9-F348-1C2C-D5A7491230E5}"/>
              </a:ext>
            </a:extLst>
          </p:cNvPr>
          <p:cNvGrpSpPr/>
          <p:nvPr/>
        </p:nvGrpSpPr>
        <p:grpSpPr>
          <a:xfrm>
            <a:off x="767850" y="4071731"/>
            <a:ext cx="479567" cy="492147"/>
            <a:chOff x="767850" y="4071731"/>
            <a:chExt cx="479567" cy="492147"/>
          </a:xfrm>
        </p:grpSpPr>
        <p:sp>
          <p:nvSpPr>
            <p:cNvPr id="117" name="Freeform: Shape 91">
              <a:extLst>
                <a:ext uri="{FF2B5EF4-FFF2-40B4-BE49-F238E27FC236}">
                  <a16:creationId xmlns:a16="http://schemas.microsoft.com/office/drawing/2014/main" id="{E20B00CF-EDC5-C8E6-F80B-ADFE944B29F3}"/>
                </a:ext>
              </a:extLst>
            </p:cNvPr>
            <p:cNvSpPr/>
            <p:nvPr/>
          </p:nvSpPr>
          <p:spPr>
            <a:xfrm>
              <a:off x="864546" y="4080633"/>
              <a:ext cx="286180" cy="384740"/>
            </a:xfrm>
            <a:custGeom>
              <a:avLst/>
              <a:gdLst>
                <a:gd name="connsiteX0" fmla="*/ 143088 w 286179"/>
                <a:gd name="connsiteY0" fmla="*/ 81906 h 384739"/>
                <a:gd name="connsiteX1" fmla="*/ 81920 w 286179"/>
                <a:gd name="connsiteY1" fmla="*/ 143074 h 384739"/>
                <a:gd name="connsiteX2" fmla="*/ 143088 w 286179"/>
                <a:gd name="connsiteY2" fmla="*/ 204242 h 384739"/>
                <a:gd name="connsiteX3" fmla="*/ 204256 w 286179"/>
                <a:gd name="connsiteY3" fmla="*/ 143074 h 384739"/>
                <a:gd name="connsiteX4" fmla="*/ 143088 w 286179"/>
                <a:gd name="connsiteY4" fmla="*/ 81906 h 384739"/>
                <a:gd name="connsiteX5" fmla="*/ 143090 w 286179"/>
                <a:gd name="connsiteY5" fmla="*/ 0 h 384739"/>
                <a:gd name="connsiteX6" fmla="*/ 286179 w 286179"/>
                <a:gd name="connsiteY6" fmla="*/ 143089 h 384739"/>
                <a:gd name="connsiteX7" fmla="*/ 143090 w 286179"/>
                <a:gd name="connsiteY7" fmla="*/ 384739 h 384739"/>
                <a:gd name="connsiteX8" fmla="*/ 0 w 286179"/>
                <a:gd name="connsiteY8" fmla="*/ 143089 h 384739"/>
                <a:gd name="connsiteX9" fmla="*/ 143090 w 286179"/>
                <a:gd name="connsiteY9" fmla="*/ 0 h 38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6179" h="384739">
                  <a:moveTo>
                    <a:pt x="143088" y="81906"/>
                  </a:moveTo>
                  <a:cubicBezTo>
                    <a:pt x="109306" y="81906"/>
                    <a:pt x="81920" y="109292"/>
                    <a:pt x="81920" y="143074"/>
                  </a:cubicBezTo>
                  <a:cubicBezTo>
                    <a:pt x="81920" y="176856"/>
                    <a:pt x="109306" y="204242"/>
                    <a:pt x="143088" y="204242"/>
                  </a:cubicBezTo>
                  <a:cubicBezTo>
                    <a:pt x="176870" y="204242"/>
                    <a:pt x="204256" y="176856"/>
                    <a:pt x="204256" y="143074"/>
                  </a:cubicBezTo>
                  <a:cubicBezTo>
                    <a:pt x="204256" y="109292"/>
                    <a:pt x="176870" y="81906"/>
                    <a:pt x="143088" y="81906"/>
                  </a:cubicBezTo>
                  <a:close/>
                  <a:moveTo>
                    <a:pt x="143090" y="0"/>
                  </a:moveTo>
                  <a:cubicBezTo>
                    <a:pt x="222116" y="0"/>
                    <a:pt x="286179" y="64063"/>
                    <a:pt x="286179" y="143089"/>
                  </a:cubicBezTo>
                  <a:cubicBezTo>
                    <a:pt x="286179" y="222102"/>
                    <a:pt x="143090" y="384739"/>
                    <a:pt x="143090" y="384739"/>
                  </a:cubicBezTo>
                  <a:cubicBezTo>
                    <a:pt x="143090" y="384739"/>
                    <a:pt x="0" y="222102"/>
                    <a:pt x="0" y="143089"/>
                  </a:cubicBezTo>
                  <a:cubicBezTo>
                    <a:pt x="0" y="64063"/>
                    <a:pt x="64063" y="0"/>
                    <a:pt x="143090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8" name="Freeform: Shape 92">
              <a:extLst>
                <a:ext uri="{FF2B5EF4-FFF2-40B4-BE49-F238E27FC236}">
                  <a16:creationId xmlns:a16="http://schemas.microsoft.com/office/drawing/2014/main" id="{7B2CE28A-FDE8-0C6C-5FCC-FD15FA920457}"/>
                </a:ext>
              </a:extLst>
            </p:cNvPr>
            <p:cNvSpPr/>
            <p:nvPr/>
          </p:nvSpPr>
          <p:spPr>
            <a:xfrm>
              <a:off x="767850" y="4071731"/>
              <a:ext cx="479567" cy="492147"/>
            </a:xfrm>
            <a:custGeom>
              <a:avLst/>
              <a:gdLst>
                <a:gd name="connsiteX0" fmla="*/ 239783 w 479566"/>
                <a:gd name="connsiteY0" fmla="*/ 81899 h 492146"/>
                <a:gd name="connsiteX1" fmla="*/ 309860 w 479566"/>
                <a:gd name="connsiteY1" fmla="*/ 151990 h 492146"/>
                <a:gd name="connsiteX2" fmla="*/ 297887 w 479566"/>
                <a:gd name="connsiteY2" fmla="*/ 191143 h 492146"/>
                <a:gd name="connsiteX3" fmla="*/ 200609 w 479566"/>
                <a:gd name="connsiteY3" fmla="*/ 210071 h 492146"/>
                <a:gd name="connsiteX4" fmla="*/ 181680 w 479566"/>
                <a:gd name="connsiteY4" fmla="*/ 112793 h 492146"/>
                <a:gd name="connsiteX5" fmla="*/ 194052 w 479566"/>
                <a:gd name="connsiteY5" fmla="*/ 110398 h 492146"/>
                <a:gd name="connsiteX6" fmla="*/ 196446 w 479566"/>
                <a:gd name="connsiteY6" fmla="*/ 122770 h 492146"/>
                <a:gd name="connsiteX7" fmla="*/ 187531 w 479566"/>
                <a:gd name="connsiteY7" fmla="*/ 151954 h 492146"/>
                <a:gd name="connsiteX8" fmla="*/ 239769 w 479566"/>
                <a:gd name="connsiteY8" fmla="*/ 204207 h 492146"/>
                <a:gd name="connsiteX9" fmla="*/ 292022 w 479566"/>
                <a:gd name="connsiteY9" fmla="*/ 151968 h 492146"/>
                <a:gd name="connsiteX10" fmla="*/ 239783 w 479566"/>
                <a:gd name="connsiteY10" fmla="*/ 99716 h 492146"/>
                <a:gd name="connsiteX11" fmla="*/ 230875 w 479566"/>
                <a:gd name="connsiteY11" fmla="*/ 90807 h 492146"/>
                <a:gd name="connsiteX12" fmla="*/ 239783 w 479566"/>
                <a:gd name="connsiteY12" fmla="*/ 81899 h 492146"/>
                <a:gd name="connsiteX13" fmla="*/ 239783 w 479566"/>
                <a:gd name="connsiteY13" fmla="*/ 17795 h 492146"/>
                <a:gd name="connsiteX14" fmla="*/ 105603 w 479566"/>
                <a:gd name="connsiteY14" fmla="*/ 151991 h 492146"/>
                <a:gd name="connsiteX15" fmla="*/ 239783 w 479566"/>
                <a:gd name="connsiteY15" fmla="*/ 379965 h 492146"/>
                <a:gd name="connsiteX16" fmla="*/ 373964 w 479566"/>
                <a:gd name="connsiteY16" fmla="*/ 151991 h 492146"/>
                <a:gd name="connsiteX17" fmla="*/ 239783 w 479566"/>
                <a:gd name="connsiteY17" fmla="*/ 17795 h 492146"/>
                <a:gd name="connsiteX18" fmla="*/ 239783 w 479566"/>
                <a:gd name="connsiteY18" fmla="*/ 0 h 492146"/>
                <a:gd name="connsiteX19" fmla="*/ 391780 w 479566"/>
                <a:gd name="connsiteY19" fmla="*/ 151998 h 492146"/>
                <a:gd name="connsiteX20" fmla="*/ 246468 w 479566"/>
                <a:gd name="connsiteY20" fmla="*/ 399542 h 492146"/>
                <a:gd name="connsiteX21" fmla="*/ 245675 w 479566"/>
                <a:gd name="connsiteY21" fmla="*/ 400336 h 492146"/>
                <a:gd name="connsiteX22" fmla="*/ 233091 w 479566"/>
                <a:gd name="connsiteY22" fmla="*/ 399542 h 492146"/>
                <a:gd name="connsiteX23" fmla="*/ 179299 w 479566"/>
                <a:gd name="connsiteY23" fmla="*/ 332830 h 492146"/>
                <a:gd name="connsiteX24" fmla="*/ 17809 w 479566"/>
                <a:gd name="connsiteY24" fmla="*/ 402136 h 492146"/>
                <a:gd name="connsiteX25" fmla="*/ 239783 w 479566"/>
                <a:gd name="connsiteY25" fmla="*/ 474329 h 492146"/>
                <a:gd name="connsiteX26" fmla="*/ 461757 w 479566"/>
                <a:gd name="connsiteY26" fmla="*/ 402122 h 492146"/>
                <a:gd name="connsiteX27" fmla="*/ 357651 w 479566"/>
                <a:gd name="connsiteY27" fmla="*/ 341453 h 492146"/>
                <a:gd name="connsiteX28" fmla="*/ 350858 w 479566"/>
                <a:gd name="connsiteY28" fmla="*/ 330982 h 492146"/>
                <a:gd name="connsiteX29" fmla="*/ 361364 w 479566"/>
                <a:gd name="connsiteY29" fmla="*/ 324028 h 492146"/>
                <a:gd name="connsiteX30" fmla="*/ 479566 w 479566"/>
                <a:gd name="connsiteY30" fmla="*/ 402136 h 492146"/>
                <a:gd name="connsiteX31" fmla="*/ 239783 w 479566"/>
                <a:gd name="connsiteY31" fmla="*/ 492146 h 492146"/>
                <a:gd name="connsiteX32" fmla="*/ 0 w 479566"/>
                <a:gd name="connsiteY32" fmla="*/ 402136 h 492146"/>
                <a:gd name="connsiteX33" fmla="*/ 167042 w 479566"/>
                <a:gd name="connsiteY33" fmla="*/ 316175 h 492146"/>
                <a:gd name="connsiteX34" fmla="*/ 87786 w 479566"/>
                <a:gd name="connsiteY34" fmla="*/ 151998 h 492146"/>
                <a:gd name="connsiteX35" fmla="*/ 239783 w 479566"/>
                <a:gd name="connsiteY35" fmla="*/ 0 h 492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79566" h="492146">
                  <a:moveTo>
                    <a:pt x="239783" y="81899"/>
                  </a:moveTo>
                  <a:cubicBezTo>
                    <a:pt x="278473" y="81942"/>
                    <a:pt x="309824" y="113300"/>
                    <a:pt x="309860" y="151990"/>
                  </a:cubicBezTo>
                  <a:cubicBezTo>
                    <a:pt x="309855" y="165941"/>
                    <a:pt x="305687" y="179575"/>
                    <a:pt x="297887" y="191143"/>
                  </a:cubicBezTo>
                  <a:cubicBezTo>
                    <a:pt x="276251" y="223232"/>
                    <a:pt x="232698" y="231707"/>
                    <a:pt x="200609" y="210071"/>
                  </a:cubicBezTo>
                  <a:cubicBezTo>
                    <a:pt x="168519" y="188436"/>
                    <a:pt x="160044" y="144883"/>
                    <a:pt x="181680" y="112793"/>
                  </a:cubicBezTo>
                  <a:cubicBezTo>
                    <a:pt x="184435" y="108715"/>
                    <a:pt x="189974" y="107643"/>
                    <a:pt x="194052" y="110398"/>
                  </a:cubicBezTo>
                  <a:cubicBezTo>
                    <a:pt x="198129" y="113154"/>
                    <a:pt x="199201" y="118693"/>
                    <a:pt x="196446" y="122770"/>
                  </a:cubicBezTo>
                  <a:cubicBezTo>
                    <a:pt x="190636" y="131394"/>
                    <a:pt x="187532" y="141556"/>
                    <a:pt x="187531" y="151954"/>
                  </a:cubicBezTo>
                  <a:cubicBezTo>
                    <a:pt x="187527" y="180808"/>
                    <a:pt x="210915" y="204203"/>
                    <a:pt x="239769" y="204207"/>
                  </a:cubicBezTo>
                  <a:cubicBezTo>
                    <a:pt x="268624" y="204211"/>
                    <a:pt x="292018" y="180823"/>
                    <a:pt x="292022" y="151968"/>
                  </a:cubicBezTo>
                  <a:cubicBezTo>
                    <a:pt x="292026" y="123114"/>
                    <a:pt x="268638" y="99720"/>
                    <a:pt x="239783" y="99716"/>
                  </a:cubicBezTo>
                  <a:cubicBezTo>
                    <a:pt x="234864" y="99716"/>
                    <a:pt x="230875" y="95727"/>
                    <a:pt x="230875" y="90807"/>
                  </a:cubicBezTo>
                  <a:cubicBezTo>
                    <a:pt x="230875" y="85887"/>
                    <a:pt x="234864" y="81899"/>
                    <a:pt x="239783" y="81899"/>
                  </a:cubicBezTo>
                  <a:close/>
                  <a:moveTo>
                    <a:pt x="239783" y="17795"/>
                  </a:moveTo>
                  <a:cubicBezTo>
                    <a:pt x="165708" y="17882"/>
                    <a:pt x="105681" y="77914"/>
                    <a:pt x="105603" y="151991"/>
                  </a:cubicBezTo>
                  <a:cubicBezTo>
                    <a:pt x="105603" y="217214"/>
                    <a:pt x="211783" y="346891"/>
                    <a:pt x="239783" y="379965"/>
                  </a:cubicBezTo>
                  <a:cubicBezTo>
                    <a:pt x="267777" y="346905"/>
                    <a:pt x="373964" y="217228"/>
                    <a:pt x="373964" y="151991"/>
                  </a:cubicBezTo>
                  <a:cubicBezTo>
                    <a:pt x="373885" y="77914"/>
                    <a:pt x="313859" y="17882"/>
                    <a:pt x="239783" y="17795"/>
                  </a:cubicBezTo>
                  <a:close/>
                  <a:moveTo>
                    <a:pt x="239783" y="0"/>
                  </a:moveTo>
                  <a:cubicBezTo>
                    <a:pt x="323729" y="0"/>
                    <a:pt x="391780" y="68051"/>
                    <a:pt x="391780" y="151998"/>
                  </a:cubicBezTo>
                  <a:cubicBezTo>
                    <a:pt x="391780" y="233442"/>
                    <a:pt x="252405" y="392800"/>
                    <a:pt x="246468" y="399542"/>
                  </a:cubicBezTo>
                  <a:cubicBezTo>
                    <a:pt x="246220" y="399823"/>
                    <a:pt x="245955" y="400088"/>
                    <a:pt x="245675" y="400336"/>
                  </a:cubicBezTo>
                  <a:cubicBezTo>
                    <a:pt x="241981" y="403591"/>
                    <a:pt x="236347" y="403236"/>
                    <a:pt x="233091" y="399542"/>
                  </a:cubicBezTo>
                  <a:cubicBezTo>
                    <a:pt x="230718" y="396841"/>
                    <a:pt x="206944" y="369653"/>
                    <a:pt x="179299" y="332830"/>
                  </a:cubicBezTo>
                  <a:cubicBezTo>
                    <a:pt x="74431" y="342935"/>
                    <a:pt x="17809" y="375811"/>
                    <a:pt x="17809" y="402136"/>
                  </a:cubicBezTo>
                  <a:cubicBezTo>
                    <a:pt x="17809" y="436273"/>
                    <a:pt x="108974" y="474329"/>
                    <a:pt x="239783" y="474329"/>
                  </a:cubicBezTo>
                  <a:cubicBezTo>
                    <a:pt x="370593" y="474329"/>
                    <a:pt x="461750" y="436273"/>
                    <a:pt x="461757" y="402122"/>
                  </a:cubicBezTo>
                  <a:cubicBezTo>
                    <a:pt x="461757" y="378761"/>
                    <a:pt x="420893" y="354951"/>
                    <a:pt x="357651" y="341453"/>
                  </a:cubicBezTo>
                  <a:cubicBezTo>
                    <a:pt x="352911" y="340397"/>
                    <a:pt x="349890" y="335740"/>
                    <a:pt x="350858" y="330982"/>
                  </a:cubicBezTo>
                  <a:cubicBezTo>
                    <a:pt x="351839" y="326161"/>
                    <a:pt x="356543" y="323048"/>
                    <a:pt x="361364" y="324028"/>
                  </a:cubicBezTo>
                  <a:cubicBezTo>
                    <a:pt x="436479" y="340063"/>
                    <a:pt x="479566" y="368527"/>
                    <a:pt x="479566" y="402136"/>
                  </a:cubicBezTo>
                  <a:cubicBezTo>
                    <a:pt x="479566" y="453448"/>
                    <a:pt x="376487" y="492146"/>
                    <a:pt x="239783" y="492146"/>
                  </a:cubicBezTo>
                  <a:cubicBezTo>
                    <a:pt x="103080" y="492146"/>
                    <a:pt x="-7" y="453448"/>
                    <a:pt x="0" y="402136"/>
                  </a:cubicBezTo>
                  <a:cubicBezTo>
                    <a:pt x="0" y="355599"/>
                    <a:pt x="81522" y="326152"/>
                    <a:pt x="167042" y="316175"/>
                  </a:cubicBezTo>
                  <a:cubicBezTo>
                    <a:pt x="128629" y="262989"/>
                    <a:pt x="87786" y="196091"/>
                    <a:pt x="87786" y="151998"/>
                  </a:cubicBezTo>
                  <a:cubicBezTo>
                    <a:pt x="87786" y="68051"/>
                    <a:pt x="155838" y="0"/>
                    <a:pt x="239783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19" name="Group 264">
            <a:extLst>
              <a:ext uri="{FF2B5EF4-FFF2-40B4-BE49-F238E27FC236}">
                <a16:creationId xmlns:a16="http://schemas.microsoft.com/office/drawing/2014/main" id="{7E5DADF8-10F1-8082-7D26-937FB91835D4}"/>
              </a:ext>
            </a:extLst>
          </p:cNvPr>
          <p:cNvGrpSpPr/>
          <p:nvPr/>
        </p:nvGrpSpPr>
        <p:grpSpPr>
          <a:xfrm>
            <a:off x="11016299" y="3161503"/>
            <a:ext cx="336136" cy="492167"/>
            <a:chOff x="11016299" y="3161503"/>
            <a:chExt cx="336136" cy="492167"/>
          </a:xfrm>
        </p:grpSpPr>
        <p:sp>
          <p:nvSpPr>
            <p:cNvPr id="120" name="Freeform: Shape 94">
              <a:extLst>
                <a:ext uri="{FF2B5EF4-FFF2-40B4-BE49-F238E27FC236}">
                  <a16:creationId xmlns:a16="http://schemas.microsoft.com/office/drawing/2014/main" id="{EF25AF41-BD95-DDB9-6BA6-F7557B151EA4}"/>
                </a:ext>
              </a:extLst>
            </p:cNvPr>
            <p:cNvSpPr/>
            <p:nvPr/>
          </p:nvSpPr>
          <p:spPr>
            <a:xfrm>
              <a:off x="11025207" y="3170412"/>
              <a:ext cx="318327" cy="474351"/>
            </a:xfrm>
            <a:custGeom>
              <a:avLst/>
              <a:gdLst>
                <a:gd name="connsiteX0" fmla="*/ 0 w 318327"/>
                <a:gd name="connsiteY0" fmla="*/ 417122 h 474351"/>
                <a:gd name="connsiteX1" fmla="*/ 318327 w 318327"/>
                <a:gd name="connsiteY1" fmla="*/ 417122 h 474351"/>
                <a:gd name="connsiteX2" fmla="*/ 318327 w 318327"/>
                <a:gd name="connsiteY2" fmla="*/ 474351 h 474351"/>
                <a:gd name="connsiteX3" fmla="*/ 0 w 318327"/>
                <a:gd name="connsiteY3" fmla="*/ 474351 h 474351"/>
                <a:gd name="connsiteX4" fmla="*/ 109081 w 318327"/>
                <a:gd name="connsiteY4" fmla="*/ 175116 h 474351"/>
                <a:gd name="connsiteX5" fmla="*/ 209240 w 318327"/>
                <a:gd name="connsiteY5" fmla="*/ 175116 h 474351"/>
                <a:gd name="connsiteX6" fmla="*/ 224142 w 318327"/>
                <a:gd name="connsiteY6" fmla="*/ 305570 h 474351"/>
                <a:gd name="connsiteX7" fmla="*/ 94179 w 318327"/>
                <a:gd name="connsiteY7" fmla="*/ 305570 h 474351"/>
                <a:gd name="connsiteX8" fmla="*/ 0 w 318327"/>
                <a:gd name="connsiteY8" fmla="*/ 0 h 474351"/>
                <a:gd name="connsiteX9" fmla="*/ 318327 w 318327"/>
                <a:gd name="connsiteY9" fmla="*/ 0 h 474351"/>
                <a:gd name="connsiteX10" fmla="*/ 318327 w 318327"/>
                <a:gd name="connsiteY10" fmla="*/ 32397 h 474351"/>
                <a:gd name="connsiteX11" fmla="*/ 0 w 318327"/>
                <a:gd name="connsiteY11" fmla="*/ 32397 h 474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327" h="474351">
                  <a:moveTo>
                    <a:pt x="0" y="417122"/>
                  </a:moveTo>
                  <a:lnTo>
                    <a:pt x="318327" y="417122"/>
                  </a:lnTo>
                  <a:lnTo>
                    <a:pt x="318327" y="474351"/>
                  </a:lnTo>
                  <a:lnTo>
                    <a:pt x="0" y="474351"/>
                  </a:lnTo>
                  <a:close/>
                  <a:moveTo>
                    <a:pt x="109081" y="175116"/>
                  </a:moveTo>
                  <a:lnTo>
                    <a:pt x="209240" y="175116"/>
                  </a:lnTo>
                  <a:lnTo>
                    <a:pt x="224142" y="305570"/>
                  </a:lnTo>
                  <a:lnTo>
                    <a:pt x="94179" y="305570"/>
                  </a:lnTo>
                  <a:close/>
                  <a:moveTo>
                    <a:pt x="0" y="0"/>
                  </a:moveTo>
                  <a:lnTo>
                    <a:pt x="318327" y="0"/>
                  </a:lnTo>
                  <a:lnTo>
                    <a:pt x="318327" y="32397"/>
                  </a:lnTo>
                  <a:lnTo>
                    <a:pt x="0" y="32397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1" name="Freeform: Shape 95">
              <a:extLst>
                <a:ext uri="{FF2B5EF4-FFF2-40B4-BE49-F238E27FC236}">
                  <a16:creationId xmlns:a16="http://schemas.microsoft.com/office/drawing/2014/main" id="{A9E4EFCB-5828-7D1D-9B49-921F81DF8187}"/>
                </a:ext>
              </a:extLst>
            </p:cNvPr>
            <p:cNvSpPr/>
            <p:nvPr/>
          </p:nvSpPr>
          <p:spPr>
            <a:xfrm>
              <a:off x="11016299" y="3161503"/>
              <a:ext cx="336136" cy="492167"/>
            </a:xfrm>
            <a:custGeom>
              <a:avLst/>
              <a:gdLst>
                <a:gd name="connsiteX0" fmla="*/ 168068 w 336136"/>
                <a:gd name="connsiteY0" fmla="*/ 440734 h 492167"/>
                <a:gd name="connsiteX1" fmla="*/ 181652 w 336136"/>
                <a:gd name="connsiteY1" fmla="*/ 454318 h 492167"/>
                <a:gd name="connsiteX2" fmla="*/ 168068 w 336136"/>
                <a:gd name="connsiteY2" fmla="*/ 467902 h 492167"/>
                <a:gd name="connsiteX3" fmla="*/ 154484 w 336136"/>
                <a:gd name="connsiteY3" fmla="*/ 454318 h 492167"/>
                <a:gd name="connsiteX4" fmla="*/ 168068 w 336136"/>
                <a:gd name="connsiteY4" fmla="*/ 440734 h 492167"/>
                <a:gd name="connsiteX5" fmla="*/ 125899 w 336136"/>
                <a:gd name="connsiteY5" fmla="*/ 192969 h 492167"/>
                <a:gd name="connsiteX6" fmla="*/ 113071 w 336136"/>
                <a:gd name="connsiteY6" fmla="*/ 305570 h 492167"/>
                <a:gd name="connsiteX7" fmla="*/ 222994 w 336136"/>
                <a:gd name="connsiteY7" fmla="*/ 305570 h 492167"/>
                <a:gd name="connsiteX8" fmla="*/ 210166 w 336136"/>
                <a:gd name="connsiteY8" fmla="*/ 192969 h 492167"/>
                <a:gd name="connsiteX9" fmla="*/ 203944 w 336136"/>
                <a:gd name="connsiteY9" fmla="*/ 192969 h 492167"/>
                <a:gd name="connsiteX10" fmla="*/ 203944 w 336136"/>
                <a:gd name="connsiteY10" fmla="*/ 203659 h 492167"/>
                <a:gd name="connsiteX11" fmla="*/ 195036 w 336136"/>
                <a:gd name="connsiteY11" fmla="*/ 212567 h 492167"/>
                <a:gd name="connsiteX12" fmla="*/ 186128 w 336136"/>
                <a:gd name="connsiteY12" fmla="*/ 203659 h 492167"/>
                <a:gd name="connsiteX13" fmla="*/ 186128 w 336136"/>
                <a:gd name="connsiteY13" fmla="*/ 192969 h 492167"/>
                <a:gd name="connsiteX14" fmla="*/ 149938 w 336136"/>
                <a:gd name="connsiteY14" fmla="*/ 192969 h 492167"/>
                <a:gd name="connsiteX15" fmla="*/ 149938 w 336136"/>
                <a:gd name="connsiteY15" fmla="*/ 203659 h 492167"/>
                <a:gd name="connsiteX16" fmla="*/ 141029 w 336136"/>
                <a:gd name="connsiteY16" fmla="*/ 212567 h 492167"/>
                <a:gd name="connsiteX17" fmla="*/ 132121 w 336136"/>
                <a:gd name="connsiteY17" fmla="*/ 203659 h 492167"/>
                <a:gd name="connsiteX18" fmla="*/ 132121 w 336136"/>
                <a:gd name="connsiteY18" fmla="*/ 192969 h 492167"/>
                <a:gd name="connsiteX19" fmla="*/ 168069 w 336136"/>
                <a:gd name="connsiteY19" fmla="*/ 158091 h 492167"/>
                <a:gd name="connsiteX20" fmla="*/ 150080 w 336136"/>
                <a:gd name="connsiteY20" fmla="*/ 175116 h 492167"/>
                <a:gd name="connsiteX21" fmla="*/ 186056 w 336136"/>
                <a:gd name="connsiteY21" fmla="*/ 175116 h 492167"/>
                <a:gd name="connsiteX22" fmla="*/ 168069 w 336136"/>
                <a:gd name="connsiteY22" fmla="*/ 158091 h 492167"/>
                <a:gd name="connsiteX23" fmla="*/ 167080 w 336136"/>
                <a:gd name="connsiteY23" fmla="*/ 140323 h 492167"/>
                <a:gd name="connsiteX24" fmla="*/ 203894 w 336136"/>
                <a:gd name="connsiteY24" fmla="*/ 175116 h 492167"/>
                <a:gd name="connsiteX25" fmla="*/ 218148 w 336136"/>
                <a:gd name="connsiteY25" fmla="*/ 175116 h 492167"/>
                <a:gd name="connsiteX26" fmla="*/ 226999 w 336136"/>
                <a:gd name="connsiteY26" fmla="*/ 183013 h 492167"/>
                <a:gd name="connsiteX27" fmla="*/ 241901 w 336136"/>
                <a:gd name="connsiteY27" fmla="*/ 313466 h 492167"/>
                <a:gd name="connsiteX28" fmla="*/ 241958 w 336136"/>
                <a:gd name="connsiteY28" fmla="*/ 314464 h 492167"/>
                <a:gd name="connsiteX29" fmla="*/ 233049 w 336136"/>
                <a:gd name="connsiteY29" fmla="*/ 323386 h 492167"/>
                <a:gd name="connsiteX30" fmla="*/ 103087 w 336136"/>
                <a:gd name="connsiteY30" fmla="*/ 323386 h 492167"/>
                <a:gd name="connsiteX31" fmla="*/ 102089 w 336136"/>
                <a:gd name="connsiteY31" fmla="*/ 323330 h 492167"/>
                <a:gd name="connsiteX32" fmla="*/ 94236 w 336136"/>
                <a:gd name="connsiteY32" fmla="*/ 313466 h 492167"/>
                <a:gd name="connsiteX33" fmla="*/ 109130 w 336136"/>
                <a:gd name="connsiteY33" fmla="*/ 183013 h 492167"/>
                <a:gd name="connsiteX34" fmla="*/ 118032 w 336136"/>
                <a:gd name="connsiteY34" fmla="*/ 175116 h 492167"/>
                <a:gd name="connsiteX35" fmla="*/ 132285 w 336136"/>
                <a:gd name="connsiteY35" fmla="*/ 175116 h 492167"/>
                <a:gd name="connsiteX36" fmla="*/ 167080 w 336136"/>
                <a:gd name="connsiteY36" fmla="*/ 140323 h 492167"/>
                <a:gd name="connsiteX37" fmla="*/ 17817 w 336136"/>
                <a:gd name="connsiteY37" fmla="*/ 17817 h 492167"/>
                <a:gd name="connsiteX38" fmla="*/ 17817 w 336136"/>
                <a:gd name="connsiteY38" fmla="*/ 417124 h 492167"/>
                <a:gd name="connsiteX39" fmla="*/ 280904 w 336136"/>
                <a:gd name="connsiteY39" fmla="*/ 417124 h 492167"/>
                <a:gd name="connsiteX40" fmla="*/ 289812 w 336136"/>
                <a:gd name="connsiteY40" fmla="*/ 426032 h 492167"/>
                <a:gd name="connsiteX41" fmla="*/ 280904 w 336136"/>
                <a:gd name="connsiteY41" fmla="*/ 434940 h 492167"/>
                <a:gd name="connsiteX42" fmla="*/ 17817 w 336136"/>
                <a:gd name="connsiteY42" fmla="*/ 434940 h 492167"/>
                <a:gd name="connsiteX43" fmla="*/ 17817 w 336136"/>
                <a:gd name="connsiteY43" fmla="*/ 474351 h 492167"/>
                <a:gd name="connsiteX44" fmla="*/ 318319 w 336136"/>
                <a:gd name="connsiteY44" fmla="*/ 474351 h 492167"/>
                <a:gd name="connsiteX45" fmla="*/ 318319 w 336136"/>
                <a:gd name="connsiteY45" fmla="*/ 50207 h 492167"/>
                <a:gd name="connsiteX46" fmla="*/ 50478 w 336136"/>
                <a:gd name="connsiteY46" fmla="*/ 50207 h 492167"/>
                <a:gd name="connsiteX47" fmla="*/ 41570 w 336136"/>
                <a:gd name="connsiteY47" fmla="*/ 41299 h 492167"/>
                <a:gd name="connsiteX48" fmla="*/ 50478 w 336136"/>
                <a:gd name="connsiteY48" fmla="*/ 32391 h 492167"/>
                <a:gd name="connsiteX49" fmla="*/ 318319 w 336136"/>
                <a:gd name="connsiteY49" fmla="*/ 32391 h 492167"/>
                <a:gd name="connsiteX50" fmla="*/ 318319 w 336136"/>
                <a:gd name="connsiteY50" fmla="*/ 17817 h 492167"/>
                <a:gd name="connsiteX51" fmla="*/ 8908 w 336136"/>
                <a:gd name="connsiteY51" fmla="*/ 0 h 492167"/>
                <a:gd name="connsiteX52" fmla="*/ 327227 w 336136"/>
                <a:gd name="connsiteY52" fmla="*/ 0 h 492167"/>
                <a:gd name="connsiteX53" fmla="*/ 336136 w 336136"/>
                <a:gd name="connsiteY53" fmla="*/ 8908 h 492167"/>
                <a:gd name="connsiteX54" fmla="*/ 336136 w 336136"/>
                <a:gd name="connsiteY54" fmla="*/ 483259 h 492167"/>
                <a:gd name="connsiteX55" fmla="*/ 327227 w 336136"/>
                <a:gd name="connsiteY55" fmla="*/ 492167 h 492167"/>
                <a:gd name="connsiteX56" fmla="*/ 8908 w 336136"/>
                <a:gd name="connsiteY56" fmla="*/ 492167 h 492167"/>
                <a:gd name="connsiteX57" fmla="*/ 0 w 336136"/>
                <a:gd name="connsiteY57" fmla="*/ 483259 h 492167"/>
                <a:gd name="connsiteX58" fmla="*/ 0 w 336136"/>
                <a:gd name="connsiteY58" fmla="*/ 8908 h 492167"/>
                <a:gd name="connsiteX59" fmla="*/ 8908 w 336136"/>
                <a:gd name="connsiteY59" fmla="*/ 0 h 49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336136" h="492167">
                  <a:moveTo>
                    <a:pt x="168068" y="440734"/>
                  </a:moveTo>
                  <a:cubicBezTo>
                    <a:pt x="175565" y="440746"/>
                    <a:pt x="181640" y="446820"/>
                    <a:pt x="181652" y="454318"/>
                  </a:cubicBezTo>
                  <a:cubicBezTo>
                    <a:pt x="181652" y="461820"/>
                    <a:pt x="175570" y="467902"/>
                    <a:pt x="168068" y="467902"/>
                  </a:cubicBezTo>
                  <a:cubicBezTo>
                    <a:pt x="160565" y="467902"/>
                    <a:pt x="154484" y="461820"/>
                    <a:pt x="154484" y="454318"/>
                  </a:cubicBezTo>
                  <a:cubicBezTo>
                    <a:pt x="154484" y="446816"/>
                    <a:pt x="160565" y="440734"/>
                    <a:pt x="168068" y="440734"/>
                  </a:cubicBezTo>
                  <a:close/>
                  <a:moveTo>
                    <a:pt x="125899" y="192969"/>
                  </a:moveTo>
                  <a:lnTo>
                    <a:pt x="113071" y="305570"/>
                  </a:lnTo>
                  <a:lnTo>
                    <a:pt x="222994" y="305570"/>
                  </a:lnTo>
                  <a:lnTo>
                    <a:pt x="210166" y="192969"/>
                  </a:lnTo>
                  <a:lnTo>
                    <a:pt x="203944" y="192969"/>
                  </a:lnTo>
                  <a:lnTo>
                    <a:pt x="203944" y="203659"/>
                  </a:lnTo>
                  <a:cubicBezTo>
                    <a:pt x="203944" y="208579"/>
                    <a:pt x="199956" y="212567"/>
                    <a:pt x="195036" y="212567"/>
                  </a:cubicBezTo>
                  <a:cubicBezTo>
                    <a:pt x="190116" y="212567"/>
                    <a:pt x="186128" y="208579"/>
                    <a:pt x="186128" y="203659"/>
                  </a:cubicBezTo>
                  <a:lnTo>
                    <a:pt x="186128" y="192969"/>
                  </a:lnTo>
                  <a:lnTo>
                    <a:pt x="149938" y="192969"/>
                  </a:lnTo>
                  <a:lnTo>
                    <a:pt x="149938" y="203659"/>
                  </a:lnTo>
                  <a:cubicBezTo>
                    <a:pt x="149938" y="208579"/>
                    <a:pt x="145949" y="212567"/>
                    <a:pt x="141029" y="212567"/>
                  </a:cubicBezTo>
                  <a:cubicBezTo>
                    <a:pt x="136109" y="212567"/>
                    <a:pt x="132121" y="208579"/>
                    <a:pt x="132121" y="203659"/>
                  </a:cubicBezTo>
                  <a:lnTo>
                    <a:pt x="132121" y="192969"/>
                  </a:lnTo>
                  <a:close/>
                  <a:moveTo>
                    <a:pt x="168069" y="158091"/>
                  </a:moveTo>
                  <a:cubicBezTo>
                    <a:pt x="158513" y="158116"/>
                    <a:pt x="150630" y="165578"/>
                    <a:pt x="150080" y="175116"/>
                  </a:cubicBezTo>
                  <a:lnTo>
                    <a:pt x="186056" y="175116"/>
                  </a:lnTo>
                  <a:cubicBezTo>
                    <a:pt x="185506" y="165578"/>
                    <a:pt x="177623" y="158116"/>
                    <a:pt x="168069" y="158091"/>
                  </a:cubicBezTo>
                  <a:close/>
                  <a:moveTo>
                    <a:pt x="167080" y="140323"/>
                  </a:moveTo>
                  <a:cubicBezTo>
                    <a:pt x="186854" y="139765"/>
                    <a:pt x="203336" y="155342"/>
                    <a:pt x="203894" y="175116"/>
                  </a:cubicBezTo>
                  <a:lnTo>
                    <a:pt x="218148" y="175116"/>
                  </a:lnTo>
                  <a:cubicBezTo>
                    <a:pt x="222676" y="175116"/>
                    <a:pt x="226484" y="178513"/>
                    <a:pt x="226999" y="183013"/>
                  </a:cubicBezTo>
                  <a:lnTo>
                    <a:pt x="241901" y="313466"/>
                  </a:lnTo>
                  <a:cubicBezTo>
                    <a:pt x="241938" y="313797"/>
                    <a:pt x="241957" y="314130"/>
                    <a:pt x="241958" y="314464"/>
                  </a:cubicBezTo>
                  <a:cubicBezTo>
                    <a:pt x="241962" y="319387"/>
                    <a:pt x="237973" y="323382"/>
                    <a:pt x="233049" y="323386"/>
                  </a:cubicBezTo>
                  <a:lnTo>
                    <a:pt x="103087" y="323386"/>
                  </a:lnTo>
                  <a:cubicBezTo>
                    <a:pt x="102754" y="323386"/>
                    <a:pt x="102421" y="323367"/>
                    <a:pt x="102089" y="323330"/>
                  </a:cubicBezTo>
                  <a:cubicBezTo>
                    <a:pt x="97197" y="322775"/>
                    <a:pt x="93681" y="318359"/>
                    <a:pt x="94236" y="313466"/>
                  </a:cubicBezTo>
                  <a:lnTo>
                    <a:pt x="109130" y="183013"/>
                  </a:lnTo>
                  <a:cubicBezTo>
                    <a:pt x="109647" y="178494"/>
                    <a:pt x="113484" y="175091"/>
                    <a:pt x="118032" y="175116"/>
                  </a:cubicBezTo>
                  <a:lnTo>
                    <a:pt x="132285" y="175116"/>
                  </a:lnTo>
                  <a:cubicBezTo>
                    <a:pt x="132821" y="156127"/>
                    <a:pt x="148089" y="140858"/>
                    <a:pt x="167080" y="140323"/>
                  </a:cubicBezTo>
                  <a:close/>
                  <a:moveTo>
                    <a:pt x="17817" y="17817"/>
                  </a:moveTo>
                  <a:lnTo>
                    <a:pt x="17817" y="417124"/>
                  </a:lnTo>
                  <a:lnTo>
                    <a:pt x="280904" y="417124"/>
                  </a:lnTo>
                  <a:cubicBezTo>
                    <a:pt x="285824" y="417124"/>
                    <a:pt x="289812" y="421112"/>
                    <a:pt x="289812" y="426032"/>
                  </a:cubicBezTo>
                  <a:cubicBezTo>
                    <a:pt x="289812" y="430952"/>
                    <a:pt x="285824" y="434940"/>
                    <a:pt x="280904" y="434940"/>
                  </a:cubicBezTo>
                  <a:lnTo>
                    <a:pt x="17817" y="434940"/>
                  </a:lnTo>
                  <a:lnTo>
                    <a:pt x="17817" y="474351"/>
                  </a:lnTo>
                  <a:lnTo>
                    <a:pt x="318319" y="474351"/>
                  </a:lnTo>
                  <a:lnTo>
                    <a:pt x="318319" y="50207"/>
                  </a:lnTo>
                  <a:lnTo>
                    <a:pt x="50478" y="50207"/>
                  </a:lnTo>
                  <a:cubicBezTo>
                    <a:pt x="45558" y="50207"/>
                    <a:pt x="41570" y="46219"/>
                    <a:pt x="41570" y="41299"/>
                  </a:cubicBezTo>
                  <a:cubicBezTo>
                    <a:pt x="41570" y="36379"/>
                    <a:pt x="45558" y="32391"/>
                    <a:pt x="50478" y="32391"/>
                  </a:cubicBezTo>
                  <a:lnTo>
                    <a:pt x="318319" y="32391"/>
                  </a:lnTo>
                  <a:lnTo>
                    <a:pt x="318319" y="17817"/>
                  </a:lnTo>
                  <a:close/>
                  <a:moveTo>
                    <a:pt x="8908" y="0"/>
                  </a:moveTo>
                  <a:lnTo>
                    <a:pt x="327227" y="0"/>
                  </a:lnTo>
                  <a:cubicBezTo>
                    <a:pt x="332147" y="0"/>
                    <a:pt x="336136" y="3988"/>
                    <a:pt x="336136" y="8908"/>
                  </a:cubicBezTo>
                  <a:lnTo>
                    <a:pt x="336136" y="483259"/>
                  </a:lnTo>
                  <a:cubicBezTo>
                    <a:pt x="336136" y="488179"/>
                    <a:pt x="332147" y="492167"/>
                    <a:pt x="327227" y="492167"/>
                  </a:cubicBezTo>
                  <a:lnTo>
                    <a:pt x="8908" y="492167"/>
                  </a:lnTo>
                  <a:cubicBezTo>
                    <a:pt x="3988" y="492167"/>
                    <a:pt x="0" y="488179"/>
                    <a:pt x="0" y="483259"/>
                  </a:cubicBezTo>
                  <a:lnTo>
                    <a:pt x="0" y="8908"/>
                  </a:lnTo>
                  <a:cubicBezTo>
                    <a:pt x="0" y="3988"/>
                    <a:pt x="3988" y="0"/>
                    <a:pt x="8908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22" name="Group 263">
            <a:extLst>
              <a:ext uri="{FF2B5EF4-FFF2-40B4-BE49-F238E27FC236}">
                <a16:creationId xmlns:a16="http://schemas.microsoft.com/office/drawing/2014/main" id="{510B1256-9E08-1276-5103-CFC6DC625BD2}"/>
              </a:ext>
            </a:extLst>
          </p:cNvPr>
          <p:cNvGrpSpPr/>
          <p:nvPr/>
        </p:nvGrpSpPr>
        <p:grpSpPr>
          <a:xfrm>
            <a:off x="9920955" y="3259615"/>
            <a:ext cx="492168" cy="295943"/>
            <a:chOff x="9920955" y="3259615"/>
            <a:chExt cx="492168" cy="295943"/>
          </a:xfrm>
        </p:grpSpPr>
        <p:sp>
          <p:nvSpPr>
            <p:cNvPr id="123" name="Freeform: Shape 97">
              <a:extLst>
                <a:ext uri="{FF2B5EF4-FFF2-40B4-BE49-F238E27FC236}">
                  <a16:creationId xmlns:a16="http://schemas.microsoft.com/office/drawing/2014/main" id="{49CEA86C-9B1E-9E93-EDA1-5E6FA43128C5}"/>
                </a:ext>
              </a:extLst>
            </p:cNvPr>
            <p:cNvSpPr/>
            <p:nvPr/>
          </p:nvSpPr>
          <p:spPr>
            <a:xfrm>
              <a:off x="9967827" y="3268529"/>
              <a:ext cx="436387" cy="238345"/>
            </a:xfrm>
            <a:custGeom>
              <a:avLst/>
              <a:gdLst>
                <a:gd name="connsiteX0" fmla="*/ 178520 w 436387"/>
                <a:gd name="connsiteY0" fmla="*/ 79577 h 238344"/>
                <a:gd name="connsiteX1" fmla="*/ 325531 w 436387"/>
                <a:gd name="connsiteY1" fmla="*/ 79577 h 238344"/>
                <a:gd name="connsiteX2" fmla="*/ 356888 w 436387"/>
                <a:gd name="connsiteY2" fmla="*/ 110934 h 238344"/>
                <a:gd name="connsiteX3" fmla="*/ 356888 w 436387"/>
                <a:gd name="connsiteY3" fmla="*/ 206952 h 238344"/>
                <a:gd name="connsiteX4" fmla="*/ 356860 w 436387"/>
                <a:gd name="connsiteY4" fmla="*/ 206952 h 238344"/>
                <a:gd name="connsiteX5" fmla="*/ 325503 w 436387"/>
                <a:gd name="connsiteY5" fmla="*/ 238309 h 238344"/>
                <a:gd name="connsiteX6" fmla="*/ 178546 w 436387"/>
                <a:gd name="connsiteY6" fmla="*/ 238309 h 238344"/>
                <a:gd name="connsiteX7" fmla="*/ 198519 w 436387"/>
                <a:gd name="connsiteY7" fmla="*/ 232106 h 238344"/>
                <a:gd name="connsiteX8" fmla="*/ 230041 w 436387"/>
                <a:gd name="connsiteY8" fmla="*/ 158947 h 238344"/>
                <a:gd name="connsiteX9" fmla="*/ 198519 w 436387"/>
                <a:gd name="connsiteY9" fmla="*/ 85789 h 238344"/>
                <a:gd name="connsiteX10" fmla="*/ 31357 w 436387"/>
                <a:gd name="connsiteY10" fmla="*/ 79577 h 238344"/>
                <a:gd name="connsiteX11" fmla="*/ 178340 w 436387"/>
                <a:gd name="connsiteY11" fmla="*/ 79577 h 238344"/>
                <a:gd name="connsiteX12" fmla="*/ 158341 w 436387"/>
                <a:gd name="connsiteY12" fmla="*/ 85789 h 238344"/>
                <a:gd name="connsiteX13" fmla="*/ 126819 w 436387"/>
                <a:gd name="connsiteY13" fmla="*/ 158947 h 238344"/>
                <a:gd name="connsiteX14" fmla="*/ 158341 w 436387"/>
                <a:gd name="connsiteY14" fmla="*/ 232106 h 238344"/>
                <a:gd name="connsiteX15" fmla="*/ 178314 w 436387"/>
                <a:gd name="connsiteY15" fmla="*/ 238309 h 238344"/>
                <a:gd name="connsiteX16" fmla="*/ 31357 w 436387"/>
                <a:gd name="connsiteY16" fmla="*/ 238309 h 238344"/>
                <a:gd name="connsiteX17" fmla="*/ 0 w 436387"/>
                <a:gd name="connsiteY17" fmla="*/ 206952 h 238344"/>
                <a:gd name="connsiteX18" fmla="*/ 0 w 436387"/>
                <a:gd name="connsiteY18" fmla="*/ 110934 h 238344"/>
                <a:gd name="connsiteX19" fmla="*/ 31357 w 436387"/>
                <a:gd name="connsiteY19" fmla="*/ 79577 h 238344"/>
                <a:gd name="connsiteX20" fmla="*/ 3606 w 436387"/>
                <a:gd name="connsiteY20" fmla="*/ 0 h 238344"/>
                <a:gd name="connsiteX21" fmla="*/ 436387 w 436387"/>
                <a:gd name="connsiteY21" fmla="*/ 0 h 238344"/>
                <a:gd name="connsiteX22" fmla="*/ 436387 w 436387"/>
                <a:gd name="connsiteY22" fmla="*/ 238344 h 238344"/>
                <a:gd name="connsiteX23" fmla="*/ 394818 w 436387"/>
                <a:gd name="connsiteY23" fmla="*/ 238344 h 238344"/>
                <a:gd name="connsiteX24" fmla="*/ 394818 w 436387"/>
                <a:gd name="connsiteY24" fmla="*/ 39774 h 238344"/>
                <a:gd name="connsiteX25" fmla="*/ 3606 w 436387"/>
                <a:gd name="connsiteY25" fmla="*/ 39774 h 238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36387" h="238344">
                  <a:moveTo>
                    <a:pt x="178520" y="79577"/>
                  </a:moveTo>
                  <a:lnTo>
                    <a:pt x="325531" y="79577"/>
                  </a:lnTo>
                  <a:cubicBezTo>
                    <a:pt x="325531" y="96895"/>
                    <a:pt x="339570" y="110934"/>
                    <a:pt x="356888" y="110934"/>
                  </a:cubicBezTo>
                  <a:lnTo>
                    <a:pt x="356888" y="206952"/>
                  </a:lnTo>
                  <a:cubicBezTo>
                    <a:pt x="356879" y="206952"/>
                    <a:pt x="356869" y="206952"/>
                    <a:pt x="356860" y="206952"/>
                  </a:cubicBezTo>
                  <a:cubicBezTo>
                    <a:pt x="339542" y="206952"/>
                    <a:pt x="325503" y="220991"/>
                    <a:pt x="325503" y="238309"/>
                  </a:cubicBezTo>
                  <a:lnTo>
                    <a:pt x="178546" y="238309"/>
                  </a:lnTo>
                  <a:lnTo>
                    <a:pt x="198519" y="232106"/>
                  </a:lnTo>
                  <a:cubicBezTo>
                    <a:pt x="217043" y="220052"/>
                    <a:pt x="230041" y="191835"/>
                    <a:pt x="230041" y="158947"/>
                  </a:cubicBezTo>
                  <a:cubicBezTo>
                    <a:pt x="230041" y="126060"/>
                    <a:pt x="217043" y="97842"/>
                    <a:pt x="198519" y="85789"/>
                  </a:cubicBezTo>
                  <a:close/>
                  <a:moveTo>
                    <a:pt x="31357" y="79577"/>
                  </a:moveTo>
                  <a:lnTo>
                    <a:pt x="178340" y="79577"/>
                  </a:lnTo>
                  <a:lnTo>
                    <a:pt x="158341" y="85789"/>
                  </a:lnTo>
                  <a:cubicBezTo>
                    <a:pt x="139817" y="97842"/>
                    <a:pt x="126819" y="126060"/>
                    <a:pt x="126819" y="158947"/>
                  </a:cubicBezTo>
                  <a:cubicBezTo>
                    <a:pt x="126819" y="191835"/>
                    <a:pt x="139817" y="220052"/>
                    <a:pt x="158341" y="232106"/>
                  </a:cubicBezTo>
                  <a:lnTo>
                    <a:pt x="178314" y="238309"/>
                  </a:lnTo>
                  <a:lnTo>
                    <a:pt x="31357" y="238309"/>
                  </a:lnTo>
                  <a:cubicBezTo>
                    <a:pt x="31357" y="220991"/>
                    <a:pt x="17318" y="206952"/>
                    <a:pt x="0" y="206952"/>
                  </a:cubicBezTo>
                  <a:lnTo>
                    <a:pt x="0" y="110934"/>
                  </a:lnTo>
                  <a:cubicBezTo>
                    <a:pt x="17318" y="110934"/>
                    <a:pt x="31357" y="96895"/>
                    <a:pt x="31357" y="79577"/>
                  </a:cubicBezTo>
                  <a:close/>
                  <a:moveTo>
                    <a:pt x="3606" y="0"/>
                  </a:moveTo>
                  <a:lnTo>
                    <a:pt x="436387" y="0"/>
                  </a:lnTo>
                  <a:lnTo>
                    <a:pt x="436387" y="238344"/>
                  </a:lnTo>
                  <a:lnTo>
                    <a:pt x="394818" y="238344"/>
                  </a:lnTo>
                  <a:lnTo>
                    <a:pt x="394818" y="39774"/>
                  </a:lnTo>
                  <a:lnTo>
                    <a:pt x="3606" y="39774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4" name="Freeform: Shape 98">
              <a:extLst>
                <a:ext uri="{FF2B5EF4-FFF2-40B4-BE49-F238E27FC236}">
                  <a16:creationId xmlns:a16="http://schemas.microsoft.com/office/drawing/2014/main" id="{89406C2F-F43C-380C-7F56-47AFB081BCAD}"/>
                </a:ext>
              </a:extLst>
            </p:cNvPr>
            <p:cNvSpPr/>
            <p:nvPr/>
          </p:nvSpPr>
          <p:spPr>
            <a:xfrm>
              <a:off x="9920955" y="3259615"/>
              <a:ext cx="492168" cy="295943"/>
            </a:xfrm>
            <a:custGeom>
              <a:avLst/>
              <a:gdLst>
                <a:gd name="connsiteX0" fmla="*/ 262062 w 492168"/>
                <a:gd name="connsiteY0" fmla="*/ 97372 h 295942"/>
                <a:gd name="connsiteX1" fmla="*/ 285815 w 492168"/>
                <a:gd name="connsiteY1" fmla="*/ 167862 h 295942"/>
                <a:gd name="connsiteX2" fmla="*/ 262062 w 492168"/>
                <a:gd name="connsiteY2" fmla="*/ 238352 h 295942"/>
                <a:gd name="connsiteX3" fmla="*/ 364458 w 492168"/>
                <a:gd name="connsiteY3" fmla="*/ 238352 h 295942"/>
                <a:gd name="connsiteX4" fmla="*/ 394853 w 492168"/>
                <a:gd name="connsiteY4" fmla="*/ 207957 h 295942"/>
                <a:gd name="connsiteX5" fmla="*/ 394853 w 492168"/>
                <a:gd name="connsiteY5" fmla="*/ 127767 h 295942"/>
                <a:gd name="connsiteX6" fmla="*/ 364458 w 492168"/>
                <a:gd name="connsiteY6" fmla="*/ 97372 h 295942"/>
                <a:gd name="connsiteX7" fmla="*/ 225295 w 492168"/>
                <a:gd name="connsiteY7" fmla="*/ 97365 h 295942"/>
                <a:gd name="connsiteX8" fmla="*/ 182599 w 492168"/>
                <a:gd name="connsiteY8" fmla="*/ 167855 h 295942"/>
                <a:gd name="connsiteX9" fmla="*/ 182599 w 492168"/>
                <a:gd name="connsiteY9" fmla="*/ 167862 h 295942"/>
                <a:gd name="connsiteX10" fmla="*/ 225295 w 492168"/>
                <a:gd name="connsiteY10" fmla="*/ 238345 h 295942"/>
                <a:gd name="connsiteX11" fmla="*/ 267999 w 492168"/>
                <a:gd name="connsiteY11" fmla="*/ 167855 h 295942"/>
                <a:gd name="connsiteX12" fmla="*/ 225295 w 492168"/>
                <a:gd name="connsiteY12" fmla="*/ 97365 h 295942"/>
                <a:gd name="connsiteX13" fmla="*/ 78222 w 492168"/>
                <a:gd name="connsiteY13" fmla="*/ 79548 h 295942"/>
                <a:gd name="connsiteX14" fmla="*/ 372376 w 492168"/>
                <a:gd name="connsiteY14" fmla="*/ 79548 h 295942"/>
                <a:gd name="connsiteX15" fmla="*/ 381284 w 492168"/>
                <a:gd name="connsiteY15" fmla="*/ 88456 h 295942"/>
                <a:gd name="connsiteX16" fmla="*/ 403761 w 492168"/>
                <a:gd name="connsiteY16" fmla="*/ 110941 h 295942"/>
                <a:gd name="connsiteX17" fmla="*/ 412670 w 492168"/>
                <a:gd name="connsiteY17" fmla="*/ 119849 h 295942"/>
                <a:gd name="connsiteX18" fmla="*/ 412670 w 492168"/>
                <a:gd name="connsiteY18" fmla="*/ 215875 h 295942"/>
                <a:gd name="connsiteX19" fmla="*/ 403761 w 492168"/>
                <a:gd name="connsiteY19" fmla="*/ 224783 h 295942"/>
                <a:gd name="connsiteX20" fmla="*/ 381284 w 492168"/>
                <a:gd name="connsiteY20" fmla="*/ 247260 h 295942"/>
                <a:gd name="connsiteX21" fmla="*/ 372376 w 492168"/>
                <a:gd name="connsiteY21" fmla="*/ 256169 h 295942"/>
                <a:gd name="connsiteX22" fmla="*/ 132057 w 492168"/>
                <a:gd name="connsiteY22" fmla="*/ 256169 h 295942"/>
                <a:gd name="connsiteX23" fmla="*/ 123148 w 492168"/>
                <a:gd name="connsiteY23" fmla="*/ 247260 h 295942"/>
                <a:gd name="connsiteX24" fmla="*/ 132057 w 492168"/>
                <a:gd name="connsiteY24" fmla="*/ 238352 h 295942"/>
                <a:gd name="connsiteX25" fmla="*/ 188528 w 492168"/>
                <a:gd name="connsiteY25" fmla="*/ 238352 h 295942"/>
                <a:gd name="connsiteX26" fmla="*/ 164775 w 492168"/>
                <a:gd name="connsiteY26" fmla="*/ 167862 h 295942"/>
                <a:gd name="connsiteX27" fmla="*/ 188528 w 492168"/>
                <a:gd name="connsiteY27" fmla="*/ 97372 h 295942"/>
                <a:gd name="connsiteX28" fmla="*/ 86140 w 492168"/>
                <a:gd name="connsiteY28" fmla="*/ 97372 h 295942"/>
                <a:gd name="connsiteX29" fmla="*/ 55802 w 492168"/>
                <a:gd name="connsiteY29" fmla="*/ 127767 h 295942"/>
                <a:gd name="connsiteX30" fmla="*/ 55802 w 492168"/>
                <a:gd name="connsiteY30" fmla="*/ 207957 h 295942"/>
                <a:gd name="connsiteX31" fmla="*/ 87159 w 492168"/>
                <a:gd name="connsiteY31" fmla="*/ 247260 h 295942"/>
                <a:gd name="connsiteX32" fmla="*/ 78251 w 492168"/>
                <a:gd name="connsiteY32" fmla="*/ 256169 h 295942"/>
                <a:gd name="connsiteX33" fmla="*/ 69342 w 492168"/>
                <a:gd name="connsiteY33" fmla="*/ 247260 h 295942"/>
                <a:gd name="connsiteX34" fmla="*/ 46836 w 492168"/>
                <a:gd name="connsiteY34" fmla="*/ 224776 h 295942"/>
                <a:gd name="connsiteX35" fmla="*/ 37928 w 492168"/>
                <a:gd name="connsiteY35" fmla="*/ 215868 h 295942"/>
                <a:gd name="connsiteX36" fmla="*/ 37928 w 492168"/>
                <a:gd name="connsiteY36" fmla="*/ 119821 h 295942"/>
                <a:gd name="connsiteX37" fmla="*/ 46836 w 492168"/>
                <a:gd name="connsiteY37" fmla="*/ 110912 h 295942"/>
                <a:gd name="connsiteX38" fmla="*/ 69314 w 492168"/>
                <a:gd name="connsiteY38" fmla="*/ 88456 h 295942"/>
                <a:gd name="connsiteX39" fmla="*/ 78222 w 492168"/>
                <a:gd name="connsiteY39" fmla="*/ 79548 h 295942"/>
                <a:gd name="connsiteX40" fmla="*/ 17817 w 492168"/>
                <a:gd name="connsiteY40" fmla="*/ 57591 h 295942"/>
                <a:gd name="connsiteX41" fmla="*/ 17817 w 492168"/>
                <a:gd name="connsiteY41" fmla="*/ 278126 h 295942"/>
                <a:gd name="connsiteX42" fmla="*/ 432802 w 492168"/>
                <a:gd name="connsiteY42" fmla="*/ 278126 h 295942"/>
                <a:gd name="connsiteX43" fmla="*/ 432802 w 492168"/>
                <a:gd name="connsiteY43" fmla="*/ 57591 h 295942"/>
                <a:gd name="connsiteX44" fmla="*/ 8908 w 492168"/>
                <a:gd name="connsiteY44" fmla="*/ 39774 h 295942"/>
                <a:gd name="connsiteX45" fmla="*/ 441689 w 492168"/>
                <a:gd name="connsiteY45" fmla="*/ 39774 h 295942"/>
                <a:gd name="connsiteX46" fmla="*/ 450598 w 492168"/>
                <a:gd name="connsiteY46" fmla="*/ 48682 h 295942"/>
                <a:gd name="connsiteX47" fmla="*/ 450598 w 492168"/>
                <a:gd name="connsiteY47" fmla="*/ 287034 h 295942"/>
                <a:gd name="connsiteX48" fmla="*/ 441689 w 492168"/>
                <a:gd name="connsiteY48" fmla="*/ 295942 h 295942"/>
                <a:gd name="connsiteX49" fmla="*/ 8908 w 492168"/>
                <a:gd name="connsiteY49" fmla="*/ 295942 h 295942"/>
                <a:gd name="connsiteX50" fmla="*/ 0 w 492168"/>
                <a:gd name="connsiteY50" fmla="*/ 287034 h 295942"/>
                <a:gd name="connsiteX51" fmla="*/ 0 w 492168"/>
                <a:gd name="connsiteY51" fmla="*/ 48682 h 295942"/>
                <a:gd name="connsiteX52" fmla="*/ 8908 w 492168"/>
                <a:gd name="connsiteY52" fmla="*/ 39774 h 295942"/>
                <a:gd name="connsiteX53" fmla="*/ 50478 w 492168"/>
                <a:gd name="connsiteY53" fmla="*/ 0 h 295942"/>
                <a:gd name="connsiteX54" fmla="*/ 483259 w 492168"/>
                <a:gd name="connsiteY54" fmla="*/ 0 h 295942"/>
                <a:gd name="connsiteX55" fmla="*/ 492168 w 492168"/>
                <a:gd name="connsiteY55" fmla="*/ 8908 h 295942"/>
                <a:gd name="connsiteX56" fmla="*/ 492168 w 492168"/>
                <a:gd name="connsiteY56" fmla="*/ 247260 h 295942"/>
                <a:gd name="connsiteX57" fmla="*/ 483259 w 492168"/>
                <a:gd name="connsiteY57" fmla="*/ 256168 h 295942"/>
                <a:gd name="connsiteX58" fmla="*/ 474351 w 492168"/>
                <a:gd name="connsiteY58" fmla="*/ 247260 h 295942"/>
                <a:gd name="connsiteX59" fmla="*/ 474351 w 492168"/>
                <a:gd name="connsiteY59" fmla="*/ 17817 h 295942"/>
                <a:gd name="connsiteX60" fmla="*/ 50478 w 492168"/>
                <a:gd name="connsiteY60" fmla="*/ 17817 h 295942"/>
                <a:gd name="connsiteX61" fmla="*/ 41570 w 492168"/>
                <a:gd name="connsiteY61" fmla="*/ 8908 h 295942"/>
                <a:gd name="connsiteX62" fmla="*/ 50478 w 492168"/>
                <a:gd name="connsiteY62" fmla="*/ 0 h 29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492168" h="295942">
                  <a:moveTo>
                    <a:pt x="262062" y="97372"/>
                  </a:moveTo>
                  <a:cubicBezTo>
                    <a:pt x="278271" y="117208"/>
                    <a:pt x="286713" y="142261"/>
                    <a:pt x="285815" y="167862"/>
                  </a:cubicBezTo>
                  <a:cubicBezTo>
                    <a:pt x="286713" y="193463"/>
                    <a:pt x="278271" y="218516"/>
                    <a:pt x="262062" y="238352"/>
                  </a:cubicBezTo>
                  <a:lnTo>
                    <a:pt x="364458" y="238352"/>
                  </a:lnTo>
                  <a:cubicBezTo>
                    <a:pt x="367915" y="223226"/>
                    <a:pt x="379727" y="211414"/>
                    <a:pt x="394853" y="207957"/>
                  </a:cubicBezTo>
                  <a:lnTo>
                    <a:pt x="394853" y="127767"/>
                  </a:lnTo>
                  <a:cubicBezTo>
                    <a:pt x="379727" y="124310"/>
                    <a:pt x="367915" y="112498"/>
                    <a:pt x="364458" y="97372"/>
                  </a:cubicBezTo>
                  <a:close/>
                  <a:moveTo>
                    <a:pt x="225295" y="97365"/>
                  </a:moveTo>
                  <a:cubicBezTo>
                    <a:pt x="202147" y="97365"/>
                    <a:pt x="182599" y="129648"/>
                    <a:pt x="182599" y="167855"/>
                  </a:cubicBezTo>
                  <a:lnTo>
                    <a:pt x="182599" y="167862"/>
                  </a:lnTo>
                  <a:cubicBezTo>
                    <a:pt x="182599" y="206068"/>
                    <a:pt x="202147" y="238345"/>
                    <a:pt x="225295" y="238345"/>
                  </a:cubicBezTo>
                  <a:cubicBezTo>
                    <a:pt x="248443" y="238345"/>
                    <a:pt x="267999" y="206061"/>
                    <a:pt x="267999" y="167855"/>
                  </a:cubicBezTo>
                  <a:cubicBezTo>
                    <a:pt x="267999" y="129648"/>
                    <a:pt x="248443" y="97365"/>
                    <a:pt x="225295" y="97365"/>
                  </a:cubicBezTo>
                  <a:close/>
                  <a:moveTo>
                    <a:pt x="78222" y="79548"/>
                  </a:moveTo>
                  <a:lnTo>
                    <a:pt x="372376" y="79548"/>
                  </a:lnTo>
                  <a:cubicBezTo>
                    <a:pt x="377295" y="79548"/>
                    <a:pt x="381284" y="83536"/>
                    <a:pt x="381284" y="88456"/>
                  </a:cubicBezTo>
                  <a:cubicBezTo>
                    <a:pt x="381296" y="100867"/>
                    <a:pt x="391351" y="110925"/>
                    <a:pt x="403761" y="110941"/>
                  </a:cubicBezTo>
                  <a:cubicBezTo>
                    <a:pt x="408681" y="110941"/>
                    <a:pt x="412670" y="114929"/>
                    <a:pt x="412670" y="119849"/>
                  </a:cubicBezTo>
                  <a:lnTo>
                    <a:pt x="412670" y="215875"/>
                  </a:lnTo>
                  <a:cubicBezTo>
                    <a:pt x="412670" y="220795"/>
                    <a:pt x="408681" y="224783"/>
                    <a:pt x="403761" y="224783"/>
                  </a:cubicBezTo>
                  <a:cubicBezTo>
                    <a:pt x="391354" y="224799"/>
                    <a:pt x="381300" y="234853"/>
                    <a:pt x="381284" y="247260"/>
                  </a:cubicBezTo>
                  <a:cubicBezTo>
                    <a:pt x="381284" y="252180"/>
                    <a:pt x="377295" y="256169"/>
                    <a:pt x="372376" y="256169"/>
                  </a:cubicBezTo>
                  <a:lnTo>
                    <a:pt x="132057" y="256169"/>
                  </a:lnTo>
                  <a:cubicBezTo>
                    <a:pt x="127137" y="256169"/>
                    <a:pt x="123148" y="252180"/>
                    <a:pt x="123148" y="247260"/>
                  </a:cubicBezTo>
                  <a:cubicBezTo>
                    <a:pt x="123148" y="242341"/>
                    <a:pt x="127137" y="238352"/>
                    <a:pt x="132057" y="238352"/>
                  </a:cubicBezTo>
                  <a:lnTo>
                    <a:pt x="188528" y="238352"/>
                  </a:lnTo>
                  <a:cubicBezTo>
                    <a:pt x="172321" y="218516"/>
                    <a:pt x="163879" y="193463"/>
                    <a:pt x="164775" y="167862"/>
                  </a:cubicBezTo>
                  <a:cubicBezTo>
                    <a:pt x="163879" y="142261"/>
                    <a:pt x="172321" y="117208"/>
                    <a:pt x="188528" y="97372"/>
                  </a:cubicBezTo>
                  <a:lnTo>
                    <a:pt x="86140" y="97372"/>
                  </a:lnTo>
                  <a:cubicBezTo>
                    <a:pt x="82692" y="112483"/>
                    <a:pt x="70906" y="124291"/>
                    <a:pt x="55802" y="127767"/>
                  </a:cubicBezTo>
                  <a:lnTo>
                    <a:pt x="55802" y="207957"/>
                  </a:lnTo>
                  <a:cubicBezTo>
                    <a:pt x="74134" y="212154"/>
                    <a:pt x="87138" y="228454"/>
                    <a:pt x="87159" y="247260"/>
                  </a:cubicBezTo>
                  <a:cubicBezTo>
                    <a:pt x="87159" y="252180"/>
                    <a:pt x="83171" y="256169"/>
                    <a:pt x="78251" y="256169"/>
                  </a:cubicBezTo>
                  <a:cubicBezTo>
                    <a:pt x="73331" y="256169"/>
                    <a:pt x="69342" y="252180"/>
                    <a:pt x="69342" y="247260"/>
                  </a:cubicBezTo>
                  <a:cubicBezTo>
                    <a:pt x="69330" y="234839"/>
                    <a:pt x="59258" y="224776"/>
                    <a:pt x="46836" y="224776"/>
                  </a:cubicBezTo>
                  <a:cubicBezTo>
                    <a:pt x="41916" y="224776"/>
                    <a:pt x="37928" y="220787"/>
                    <a:pt x="37928" y="215868"/>
                  </a:cubicBezTo>
                  <a:lnTo>
                    <a:pt x="37928" y="119821"/>
                  </a:lnTo>
                  <a:cubicBezTo>
                    <a:pt x="37928" y="114901"/>
                    <a:pt x="41916" y="110912"/>
                    <a:pt x="46836" y="110912"/>
                  </a:cubicBezTo>
                  <a:cubicBezTo>
                    <a:pt x="59235" y="110897"/>
                    <a:pt x="69286" y="100855"/>
                    <a:pt x="69314" y="88456"/>
                  </a:cubicBezTo>
                  <a:cubicBezTo>
                    <a:pt x="69314" y="83536"/>
                    <a:pt x="73302" y="79548"/>
                    <a:pt x="78222" y="79548"/>
                  </a:cubicBezTo>
                  <a:close/>
                  <a:moveTo>
                    <a:pt x="17817" y="57591"/>
                  </a:moveTo>
                  <a:lnTo>
                    <a:pt x="17817" y="278126"/>
                  </a:lnTo>
                  <a:lnTo>
                    <a:pt x="432802" y="278126"/>
                  </a:lnTo>
                  <a:lnTo>
                    <a:pt x="432802" y="57591"/>
                  </a:lnTo>
                  <a:close/>
                  <a:moveTo>
                    <a:pt x="8908" y="39774"/>
                  </a:moveTo>
                  <a:lnTo>
                    <a:pt x="441689" y="39774"/>
                  </a:lnTo>
                  <a:cubicBezTo>
                    <a:pt x="446609" y="39774"/>
                    <a:pt x="450598" y="43762"/>
                    <a:pt x="450598" y="48682"/>
                  </a:cubicBezTo>
                  <a:lnTo>
                    <a:pt x="450598" y="287034"/>
                  </a:lnTo>
                  <a:cubicBezTo>
                    <a:pt x="450598" y="291954"/>
                    <a:pt x="446609" y="295942"/>
                    <a:pt x="441689" y="295942"/>
                  </a:cubicBezTo>
                  <a:lnTo>
                    <a:pt x="8908" y="295942"/>
                  </a:lnTo>
                  <a:cubicBezTo>
                    <a:pt x="3988" y="295942"/>
                    <a:pt x="0" y="291954"/>
                    <a:pt x="0" y="287034"/>
                  </a:cubicBezTo>
                  <a:lnTo>
                    <a:pt x="0" y="48682"/>
                  </a:lnTo>
                  <a:cubicBezTo>
                    <a:pt x="0" y="43762"/>
                    <a:pt x="3988" y="39774"/>
                    <a:pt x="8908" y="39774"/>
                  </a:cubicBezTo>
                  <a:close/>
                  <a:moveTo>
                    <a:pt x="50478" y="0"/>
                  </a:moveTo>
                  <a:lnTo>
                    <a:pt x="483259" y="0"/>
                  </a:lnTo>
                  <a:cubicBezTo>
                    <a:pt x="488179" y="0"/>
                    <a:pt x="492168" y="3988"/>
                    <a:pt x="492168" y="8908"/>
                  </a:cubicBezTo>
                  <a:lnTo>
                    <a:pt x="492168" y="247260"/>
                  </a:lnTo>
                  <a:cubicBezTo>
                    <a:pt x="492168" y="252180"/>
                    <a:pt x="488179" y="256168"/>
                    <a:pt x="483259" y="256168"/>
                  </a:cubicBezTo>
                  <a:cubicBezTo>
                    <a:pt x="478339" y="256168"/>
                    <a:pt x="474351" y="252180"/>
                    <a:pt x="474351" y="247260"/>
                  </a:cubicBezTo>
                  <a:lnTo>
                    <a:pt x="474351" y="17817"/>
                  </a:lnTo>
                  <a:lnTo>
                    <a:pt x="50478" y="17817"/>
                  </a:lnTo>
                  <a:cubicBezTo>
                    <a:pt x="45558" y="17817"/>
                    <a:pt x="41570" y="13828"/>
                    <a:pt x="41570" y="8908"/>
                  </a:cubicBezTo>
                  <a:cubicBezTo>
                    <a:pt x="41570" y="3988"/>
                    <a:pt x="45558" y="0"/>
                    <a:pt x="50478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25" name="Group 262">
            <a:extLst>
              <a:ext uri="{FF2B5EF4-FFF2-40B4-BE49-F238E27FC236}">
                <a16:creationId xmlns:a16="http://schemas.microsoft.com/office/drawing/2014/main" id="{D05C84E6-358C-45B7-2C52-AC3EC5430001}"/>
              </a:ext>
            </a:extLst>
          </p:cNvPr>
          <p:cNvGrpSpPr/>
          <p:nvPr/>
        </p:nvGrpSpPr>
        <p:grpSpPr>
          <a:xfrm>
            <a:off x="8956974" y="3161503"/>
            <a:ext cx="384839" cy="491739"/>
            <a:chOff x="8956974" y="3161503"/>
            <a:chExt cx="384839" cy="491739"/>
          </a:xfrm>
        </p:grpSpPr>
        <p:sp>
          <p:nvSpPr>
            <p:cNvPr id="126" name="Freeform: Shape 100">
              <a:extLst>
                <a:ext uri="{FF2B5EF4-FFF2-40B4-BE49-F238E27FC236}">
                  <a16:creationId xmlns:a16="http://schemas.microsoft.com/office/drawing/2014/main" id="{28D71F42-9BD8-C2D0-C371-8718A3284076}"/>
                </a:ext>
              </a:extLst>
            </p:cNvPr>
            <p:cNvSpPr/>
            <p:nvPr/>
          </p:nvSpPr>
          <p:spPr>
            <a:xfrm>
              <a:off x="8965883" y="3212038"/>
              <a:ext cx="367699" cy="432725"/>
            </a:xfrm>
            <a:custGeom>
              <a:avLst/>
              <a:gdLst>
                <a:gd name="connsiteX0" fmla="*/ 134551 w 367699"/>
                <a:gd name="connsiteY0" fmla="*/ 383443 h 432725"/>
                <a:gd name="connsiteX1" fmla="*/ 233113 w 367699"/>
                <a:gd name="connsiteY1" fmla="*/ 383443 h 432725"/>
                <a:gd name="connsiteX2" fmla="*/ 183832 w 367699"/>
                <a:gd name="connsiteY2" fmla="*/ 432725 h 432725"/>
                <a:gd name="connsiteX3" fmla="*/ 134551 w 367699"/>
                <a:gd name="connsiteY3" fmla="*/ 383443 h 432725"/>
                <a:gd name="connsiteX4" fmla="*/ 183832 w 367699"/>
                <a:gd name="connsiteY4" fmla="*/ 0 h 432725"/>
                <a:gd name="connsiteX5" fmla="*/ 183860 w 367699"/>
                <a:gd name="connsiteY5" fmla="*/ 0 h 432725"/>
                <a:gd name="connsiteX6" fmla="*/ 328446 w 367699"/>
                <a:gd name="connsiteY6" fmla="*/ 144642 h 432725"/>
                <a:gd name="connsiteX7" fmla="*/ 328446 w 367699"/>
                <a:gd name="connsiteY7" fmla="*/ 245128 h 432725"/>
                <a:gd name="connsiteX8" fmla="*/ 348087 w 367699"/>
                <a:gd name="connsiteY8" fmla="*/ 296226 h 432725"/>
                <a:gd name="connsiteX9" fmla="*/ 367699 w 367699"/>
                <a:gd name="connsiteY9" fmla="*/ 347346 h 432725"/>
                <a:gd name="connsiteX10" fmla="*/ 367699 w 367699"/>
                <a:gd name="connsiteY10" fmla="*/ 383421 h 432725"/>
                <a:gd name="connsiteX11" fmla="*/ 367664 w 367699"/>
                <a:gd name="connsiteY11" fmla="*/ 383421 h 432725"/>
                <a:gd name="connsiteX12" fmla="*/ 367664 w 367699"/>
                <a:gd name="connsiteY12" fmla="*/ 347367 h 432725"/>
                <a:gd name="connsiteX13" fmla="*/ 0 w 367699"/>
                <a:gd name="connsiteY13" fmla="*/ 347367 h 432725"/>
                <a:gd name="connsiteX14" fmla="*/ 0 w 367699"/>
                <a:gd name="connsiteY14" fmla="*/ 347346 h 432725"/>
                <a:gd name="connsiteX15" fmla="*/ 19605 w 367699"/>
                <a:gd name="connsiteY15" fmla="*/ 296219 h 432725"/>
                <a:gd name="connsiteX16" fmla="*/ 39218 w 367699"/>
                <a:gd name="connsiteY16" fmla="*/ 245100 h 432725"/>
                <a:gd name="connsiteX17" fmla="*/ 39218 w 367699"/>
                <a:gd name="connsiteY17" fmla="*/ 144614 h 432725"/>
                <a:gd name="connsiteX18" fmla="*/ 183832 w 367699"/>
                <a:gd name="connsiteY18" fmla="*/ 0 h 43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67699" h="432725">
                  <a:moveTo>
                    <a:pt x="134551" y="383443"/>
                  </a:moveTo>
                  <a:lnTo>
                    <a:pt x="233113" y="383443"/>
                  </a:lnTo>
                  <a:cubicBezTo>
                    <a:pt x="233113" y="410661"/>
                    <a:pt x="211049" y="432725"/>
                    <a:pt x="183832" y="432725"/>
                  </a:cubicBezTo>
                  <a:cubicBezTo>
                    <a:pt x="156615" y="432725"/>
                    <a:pt x="134551" y="410661"/>
                    <a:pt x="134551" y="383443"/>
                  </a:cubicBezTo>
                  <a:close/>
                  <a:moveTo>
                    <a:pt x="183832" y="0"/>
                  </a:moveTo>
                  <a:cubicBezTo>
                    <a:pt x="183841" y="0"/>
                    <a:pt x="183851" y="0"/>
                    <a:pt x="183860" y="0"/>
                  </a:cubicBezTo>
                  <a:cubicBezTo>
                    <a:pt x="263728" y="16"/>
                    <a:pt x="328462" y="64774"/>
                    <a:pt x="328446" y="144642"/>
                  </a:cubicBezTo>
                  <a:lnTo>
                    <a:pt x="328446" y="245128"/>
                  </a:lnTo>
                  <a:cubicBezTo>
                    <a:pt x="328460" y="264002"/>
                    <a:pt x="335456" y="282203"/>
                    <a:pt x="348087" y="296226"/>
                  </a:cubicBezTo>
                  <a:cubicBezTo>
                    <a:pt x="360713" y="310260"/>
                    <a:pt x="367699" y="328469"/>
                    <a:pt x="367699" y="347346"/>
                  </a:cubicBezTo>
                  <a:lnTo>
                    <a:pt x="367699" y="383421"/>
                  </a:lnTo>
                  <a:lnTo>
                    <a:pt x="367664" y="383421"/>
                  </a:lnTo>
                  <a:lnTo>
                    <a:pt x="367664" y="347367"/>
                  </a:lnTo>
                  <a:lnTo>
                    <a:pt x="0" y="347367"/>
                  </a:lnTo>
                  <a:lnTo>
                    <a:pt x="0" y="347346"/>
                  </a:lnTo>
                  <a:cubicBezTo>
                    <a:pt x="-3" y="328467"/>
                    <a:pt x="6981" y="310255"/>
                    <a:pt x="19605" y="296219"/>
                  </a:cubicBezTo>
                  <a:cubicBezTo>
                    <a:pt x="32231" y="282186"/>
                    <a:pt x="39217" y="263977"/>
                    <a:pt x="39218" y="245100"/>
                  </a:cubicBezTo>
                  <a:lnTo>
                    <a:pt x="39218" y="144614"/>
                  </a:lnTo>
                  <a:cubicBezTo>
                    <a:pt x="39218" y="64746"/>
                    <a:pt x="103964" y="0"/>
                    <a:pt x="183832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7" name="Freeform: Shape 101">
              <a:extLst>
                <a:ext uri="{FF2B5EF4-FFF2-40B4-BE49-F238E27FC236}">
                  <a16:creationId xmlns:a16="http://schemas.microsoft.com/office/drawing/2014/main" id="{9F365382-0EB5-D0E1-3BA6-C8B5C7085275}"/>
                </a:ext>
              </a:extLst>
            </p:cNvPr>
            <p:cNvSpPr/>
            <p:nvPr/>
          </p:nvSpPr>
          <p:spPr>
            <a:xfrm>
              <a:off x="8956974" y="3161503"/>
              <a:ext cx="384839" cy="491739"/>
            </a:xfrm>
            <a:custGeom>
              <a:avLst/>
              <a:gdLst>
                <a:gd name="connsiteX0" fmla="*/ 363587 w 384839"/>
                <a:gd name="connsiteY0" fmla="*/ 340825 h 491738"/>
                <a:gd name="connsiteX1" fmla="*/ 346262 w 384839"/>
                <a:gd name="connsiteY1" fmla="*/ 295663 h 491738"/>
                <a:gd name="connsiteX2" fmla="*/ 346262 w 384839"/>
                <a:gd name="connsiteY2" fmla="*/ 195178 h 491738"/>
                <a:gd name="connsiteX3" fmla="*/ 201649 w 384839"/>
                <a:gd name="connsiteY3" fmla="*/ 42076 h 491738"/>
                <a:gd name="connsiteX4" fmla="*/ 201649 w 384839"/>
                <a:gd name="connsiteY4" fmla="*/ 8908 h 491738"/>
                <a:gd name="connsiteX5" fmla="*/ 192740 w 384839"/>
                <a:gd name="connsiteY5" fmla="*/ 0 h 491738"/>
                <a:gd name="connsiteX6" fmla="*/ 183832 w 384839"/>
                <a:gd name="connsiteY6" fmla="*/ 8908 h 491738"/>
                <a:gd name="connsiteX7" fmla="*/ 183832 w 384839"/>
                <a:gd name="connsiteY7" fmla="*/ 41890 h 491738"/>
                <a:gd name="connsiteX8" fmla="*/ 122614 w 384839"/>
                <a:gd name="connsiteY8" fmla="*/ 58545 h 491738"/>
                <a:gd name="connsiteX9" fmla="*/ 118308 w 384839"/>
                <a:gd name="connsiteY9" fmla="*/ 70385 h 491738"/>
                <a:gd name="connsiteX10" fmla="*/ 130148 w 384839"/>
                <a:gd name="connsiteY10" fmla="*/ 74691 h 491738"/>
                <a:gd name="connsiteX11" fmla="*/ 130738 w 384839"/>
                <a:gd name="connsiteY11" fmla="*/ 74388 h 491738"/>
                <a:gd name="connsiteX12" fmla="*/ 192740 w 384839"/>
                <a:gd name="connsiteY12" fmla="*/ 59422 h 491738"/>
                <a:gd name="connsiteX13" fmla="*/ 328446 w 384839"/>
                <a:gd name="connsiteY13" fmla="*/ 195149 h 491738"/>
                <a:gd name="connsiteX14" fmla="*/ 328446 w 384839"/>
                <a:gd name="connsiteY14" fmla="*/ 295635 h 491738"/>
                <a:gd name="connsiteX15" fmla="*/ 350332 w 384839"/>
                <a:gd name="connsiteY15" fmla="*/ 352712 h 491738"/>
                <a:gd name="connsiteX16" fmla="*/ 367664 w 384839"/>
                <a:gd name="connsiteY16" fmla="*/ 397881 h 491738"/>
                <a:gd name="connsiteX17" fmla="*/ 367664 w 384839"/>
                <a:gd name="connsiteY17" fmla="*/ 425055 h 491738"/>
                <a:gd name="connsiteX18" fmla="*/ 17817 w 384839"/>
                <a:gd name="connsiteY18" fmla="*/ 425055 h 491738"/>
                <a:gd name="connsiteX19" fmla="*/ 17817 w 384839"/>
                <a:gd name="connsiteY19" fmla="*/ 406811 h 491738"/>
                <a:gd name="connsiteX20" fmla="*/ 326686 w 384839"/>
                <a:gd name="connsiteY20" fmla="*/ 406811 h 491738"/>
                <a:gd name="connsiteX21" fmla="*/ 335594 w 384839"/>
                <a:gd name="connsiteY21" fmla="*/ 397902 h 491738"/>
                <a:gd name="connsiteX22" fmla="*/ 326686 w 384839"/>
                <a:gd name="connsiteY22" fmla="*/ 388994 h 491738"/>
                <a:gd name="connsiteX23" fmla="*/ 18472 w 384839"/>
                <a:gd name="connsiteY23" fmla="*/ 388994 h 491738"/>
                <a:gd name="connsiteX24" fmla="*/ 35134 w 384839"/>
                <a:gd name="connsiteY24" fmla="*/ 352741 h 491738"/>
                <a:gd name="connsiteX25" fmla="*/ 57027 w 384839"/>
                <a:gd name="connsiteY25" fmla="*/ 295663 h 491738"/>
                <a:gd name="connsiteX26" fmla="*/ 57027 w 384839"/>
                <a:gd name="connsiteY26" fmla="*/ 195178 h 491738"/>
                <a:gd name="connsiteX27" fmla="*/ 90950 w 384839"/>
                <a:gd name="connsiteY27" fmla="*/ 105403 h 491738"/>
                <a:gd name="connsiteX28" fmla="*/ 90163 w 384839"/>
                <a:gd name="connsiteY28" fmla="*/ 92828 h 491738"/>
                <a:gd name="connsiteX29" fmla="*/ 77588 w 384839"/>
                <a:gd name="connsiteY29" fmla="*/ 93616 h 491738"/>
                <a:gd name="connsiteX30" fmla="*/ 39218 w 384839"/>
                <a:gd name="connsiteY30" fmla="*/ 195149 h 491738"/>
                <a:gd name="connsiteX31" fmla="*/ 39218 w 384839"/>
                <a:gd name="connsiteY31" fmla="*/ 295635 h 491738"/>
                <a:gd name="connsiteX32" fmla="*/ 21893 w 384839"/>
                <a:gd name="connsiteY32" fmla="*/ 340796 h 491738"/>
                <a:gd name="connsiteX33" fmla="*/ 0 w 384839"/>
                <a:gd name="connsiteY33" fmla="*/ 397881 h 491738"/>
                <a:gd name="connsiteX34" fmla="*/ 0 w 384839"/>
                <a:gd name="connsiteY34" fmla="*/ 433963 h 491738"/>
                <a:gd name="connsiteX35" fmla="*/ 8908 w 384839"/>
                <a:gd name="connsiteY35" fmla="*/ 442871 h 491738"/>
                <a:gd name="connsiteX36" fmla="*/ 135307 w 384839"/>
                <a:gd name="connsiteY36" fmla="*/ 442871 h 491738"/>
                <a:gd name="connsiteX37" fmla="*/ 201585 w 384839"/>
                <a:gd name="connsiteY37" fmla="*/ 491460 h 491738"/>
                <a:gd name="connsiteX38" fmla="*/ 250174 w 384839"/>
                <a:gd name="connsiteY38" fmla="*/ 442871 h 491738"/>
                <a:gd name="connsiteX39" fmla="*/ 376572 w 384839"/>
                <a:gd name="connsiteY39" fmla="*/ 442871 h 491738"/>
                <a:gd name="connsiteX40" fmla="*/ 385480 w 384839"/>
                <a:gd name="connsiteY40" fmla="*/ 433963 h 491738"/>
                <a:gd name="connsiteX41" fmla="*/ 385480 w 384839"/>
                <a:gd name="connsiteY41" fmla="*/ 397881 h 491738"/>
                <a:gd name="connsiteX42" fmla="*/ 363587 w 384839"/>
                <a:gd name="connsiteY42" fmla="*/ 340825 h 491738"/>
                <a:gd name="connsiteX43" fmla="*/ 192740 w 384839"/>
                <a:gd name="connsiteY43" fmla="*/ 474350 h 491738"/>
                <a:gd name="connsiteX44" fmla="*/ 153358 w 384839"/>
                <a:gd name="connsiteY44" fmla="*/ 442886 h 491738"/>
                <a:gd name="connsiteX45" fmla="*/ 232122 w 384839"/>
                <a:gd name="connsiteY45" fmla="*/ 442886 h 491738"/>
                <a:gd name="connsiteX46" fmla="*/ 192740 w 384839"/>
                <a:gd name="connsiteY46" fmla="*/ 474350 h 491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84839" h="491738">
                  <a:moveTo>
                    <a:pt x="363587" y="340825"/>
                  </a:moveTo>
                  <a:cubicBezTo>
                    <a:pt x="352424" y="328433"/>
                    <a:pt x="346252" y="312342"/>
                    <a:pt x="346262" y="295663"/>
                  </a:cubicBezTo>
                  <a:lnTo>
                    <a:pt x="346262" y="195178"/>
                  </a:lnTo>
                  <a:cubicBezTo>
                    <a:pt x="346145" y="113925"/>
                    <a:pt x="282762" y="46822"/>
                    <a:pt x="201649" y="42076"/>
                  </a:cubicBezTo>
                  <a:lnTo>
                    <a:pt x="201649" y="8908"/>
                  </a:lnTo>
                  <a:cubicBezTo>
                    <a:pt x="201649" y="3988"/>
                    <a:pt x="197660" y="0"/>
                    <a:pt x="192740" y="0"/>
                  </a:cubicBezTo>
                  <a:cubicBezTo>
                    <a:pt x="187820" y="0"/>
                    <a:pt x="183832" y="3988"/>
                    <a:pt x="183832" y="8908"/>
                  </a:cubicBezTo>
                  <a:lnTo>
                    <a:pt x="183832" y="41890"/>
                  </a:lnTo>
                  <a:cubicBezTo>
                    <a:pt x="162490" y="43127"/>
                    <a:pt x="141641" y="48799"/>
                    <a:pt x="122614" y="58545"/>
                  </a:cubicBezTo>
                  <a:cubicBezTo>
                    <a:pt x="118156" y="60626"/>
                    <a:pt x="116228" y="65927"/>
                    <a:pt x="118308" y="70385"/>
                  </a:cubicBezTo>
                  <a:cubicBezTo>
                    <a:pt x="120389" y="74843"/>
                    <a:pt x="125689" y="76771"/>
                    <a:pt x="130148" y="74691"/>
                  </a:cubicBezTo>
                  <a:cubicBezTo>
                    <a:pt x="130348" y="74597"/>
                    <a:pt x="130545" y="74496"/>
                    <a:pt x="130738" y="74388"/>
                  </a:cubicBezTo>
                  <a:cubicBezTo>
                    <a:pt x="149903" y="64489"/>
                    <a:pt x="171171" y="59355"/>
                    <a:pt x="192740" y="59422"/>
                  </a:cubicBezTo>
                  <a:cubicBezTo>
                    <a:pt x="267663" y="59505"/>
                    <a:pt x="328375" y="120227"/>
                    <a:pt x="328446" y="195149"/>
                  </a:cubicBezTo>
                  <a:lnTo>
                    <a:pt x="328446" y="295635"/>
                  </a:lnTo>
                  <a:cubicBezTo>
                    <a:pt x="328430" y="316713"/>
                    <a:pt x="336228" y="337048"/>
                    <a:pt x="350332" y="352712"/>
                  </a:cubicBezTo>
                  <a:cubicBezTo>
                    <a:pt x="361498" y="365106"/>
                    <a:pt x="367673" y="381199"/>
                    <a:pt x="367664" y="397881"/>
                  </a:cubicBezTo>
                  <a:lnTo>
                    <a:pt x="367664" y="425055"/>
                  </a:lnTo>
                  <a:lnTo>
                    <a:pt x="17817" y="425055"/>
                  </a:lnTo>
                  <a:lnTo>
                    <a:pt x="17817" y="406811"/>
                  </a:lnTo>
                  <a:lnTo>
                    <a:pt x="326686" y="406811"/>
                  </a:lnTo>
                  <a:cubicBezTo>
                    <a:pt x="331605" y="406811"/>
                    <a:pt x="335594" y="402822"/>
                    <a:pt x="335594" y="397902"/>
                  </a:cubicBezTo>
                  <a:cubicBezTo>
                    <a:pt x="335594" y="392982"/>
                    <a:pt x="331605" y="388994"/>
                    <a:pt x="326686" y="388994"/>
                  </a:cubicBezTo>
                  <a:lnTo>
                    <a:pt x="18472" y="388994"/>
                  </a:lnTo>
                  <a:cubicBezTo>
                    <a:pt x="20239" y="375505"/>
                    <a:pt x="26048" y="362866"/>
                    <a:pt x="35134" y="352741"/>
                  </a:cubicBezTo>
                  <a:cubicBezTo>
                    <a:pt x="49242" y="337079"/>
                    <a:pt x="57042" y="316742"/>
                    <a:pt x="57027" y="295663"/>
                  </a:cubicBezTo>
                  <a:lnTo>
                    <a:pt x="57027" y="195178"/>
                  </a:lnTo>
                  <a:cubicBezTo>
                    <a:pt x="57007" y="162117"/>
                    <a:pt x="69072" y="130189"/>
                    <a:pt x="90950" y="105403"/>
                  </a:cubicBezTo>
                  <a:cubicBezTo>
                    <a:pt x="94205" y="101713"/>
                    <a:pt x="93853" y="96083"/>
                    <a:pt x="90163" y="92828"/>
                  </a:cubicBezTo>
                  <a:cubicBezTo>
                    <a:pt x="86473" y="89573"/>
                    <a:pt x="80843" y="89926"/>
                    <a:pt x="77588" y="93616"/>
                  </a:cubicBezTo>
                  <a:cubicBezTo>
                    <a:pt x="52848" y="121651"/>
                    <a:pt x="39203" y="157759"/>
                    <a:pt x="39218" y="195149"/>
                  </a:cubicBezTo>
                  <a:lnTo>
                    <a:pt x="39218" y="295635"/>
                  </a:lnTo>
                  <a:cubicBezTo>
                    <a:pt x="39229" y="312314"/>
                    <a:pt x="33056" y="328404"/>
                    <a:pt x="21893" y="340796"/>
                  </a:cubicBezTo>
                  <a:cubicBezTo>
                    <a:pt x="7786" y="356462"/>
                    <a:pt x="-14" y="376800"/>
                    <a:pt x="0" y="397881"/>
                  </a:cubicBezTo>
                  <a:lnTo>
                    <a:pt x="0" y="433963"/>
                  </a:lnTo>
                  <a:cubicBezTo>
                    <a:pt x="0" y="438883"/>
                    <a:pt x="3988" y="442871"/>
                    <a:pt x="8908" y="442871"/>
                  </a:cubicBezTo>
                  <a:lnTo>
                    <a:pt x="135307" y="442871"/>
                  </a:lnTo>
                  <a:cubicBezTo>
                    <a:pt x="140191" y="474591"/>
                    <a:pt x="169865" y="496345"/>
                    <a:pt x="201585" y="491460"/>
                  </a:cubicBezTo>
                  <a:cubicBezTo>
                    <a:pt x="226648" y="487601"/>
                    <a:pt x="246314" y="467935"/>
                    <a:pt x="250174" y="442871"/>
                  </a:cubicBezTo>
                  <a:lnTo>
                    <a:pt x="376572" y="442871"/>
                  </a:lnTo>
                  <a:cubicBezTo>
                    <a:pt x="381492" y="442871"/>
                    <a:pt x="385480" y="438883"/>
                    <a:pt x="385480" y="433963"/>
                  </a:cubicBezTo>
                  <a:lnTo>
                    <a:pt x="385480" y="397881"/>
                  </a:lnTo>
                  <a:cubicBezTo>
                    <a:pt x="385486" y="376810"/>
                    <a:pt x="377687" y="356484"/>
                    <a:pt x="363587" y="340825"/>
                  </a:cubicBezTo>
                  <a:close/>
                  <a:moveTo>
                    <a:pt x="192740" y="474350"/>
                  </a:moveTo>
                  <a:cubicBezTo>
                    <a:pt x="173882" y="474328"/>
                    <a:pt x="157543" y="461274"/>
                    <a:pt x="153358" y="442886"/>
                  </a:cubicBezTo>
                  <a:lnTo>
                    <a:pt x="232122" y="442886"/>
                  </a:lnTo>
                  <a:cubicBezTo>
                    <a:pt x="227933" y="461271"/>
                    <a:pt x="211597" y="474323"/>
                    <a:pt x="192740" y="47435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28" name="Group 261">
            <a:extLst>
              <a:ext uri="{FF2B5EF4-FFF2-40B4-BE49-F238E27FC236}">
                <a16:creationId xmlns:a16="http://schemas.microsoft.com/office/drawing/2014/main" id="{64DC3BB9-4B17-1EED-881A-7051D73AA420}"/>
              </a:ext>
            </a:extLst>
          </p:cNvPr>
          <p:cNvGrpSpPr/>
          <p:nvPr/>
        </p:nvGrpSpPr>
        <p:grpSpPr>
          <a:xfrm>
            <a:off x="7886303" y="3174353"/>
            <a:ext cx="492167" cy="466468"/>
            <a:chOff x="7886303" y="3174353"/>
            <a:chExt cx="492167" cy="466468"/>
          </a:xfrm>
        </p:grpSpPr>
        <p:sp>
          <p:nvSpPr>
            <p:cNvPr id="129" name="Freeform: Shape 103">
              <a:extLst>
                <a:ext uri="{FF2B5EF4-FFF2-40B4-BE49-F238E27FC236}">
                  <a16:creationId xmlns:a16="http://schemas.microsoft.com/office/drawing/2014/main" id="{D47C3650-632A-7BCF-1DEE-3A9F92314531}"/>
                </a:ext>
              </a:extLst>
            </p:cNvPr>
            <p:cNvSpPr/>
            <p:nvPr/>
          </p:nvSpPr>
          <p:spPr>
            <a:xfrm>
              <a:off x="7895212" y="3183261"/>
              <a:ext cx="474351" cy="448652"/>
            </a:xfrm>
            <a:custGeom>
              <a:avLst/>
              <a:gdLst>
                <a:gd name="connsiteX0" fmla="*/ 175301 w 474351"/>
                <a:gd name="connsiteY0" fmla="*/ 402328 h 448652"/>
                <a:gd name="connsiteX1" fmla="*/ 299049 w 474351"/>
                <a:gd name="connsiteY1" fmla="*/ 402328 h 448652"/>
                <a:gd name="connsiteX2" fmla="*/ 322254 w 474351"/>
                <a:gd name="connsiteY2" fmla="*/ 448652 h 448652"/>
                <a:gd name="connsiteX3" fmla="*/ 152104 w 474351"/>
                <a:gd name="connsiteY3" fmla="*/ 448652 h 448652"/>
                <a:gd name="connsiteX4" fmla="*/ 0 w 474351"/>
                <a:gd name="connsiteY4" fmla="*/ 291772 h 448652"/>
                <a:gd name="connsiteX5" fmla="*/ 474351 w 474351"/>
                <a:gd name="connsiteY5" fmla="*/ 291772 h 448652"/>
                <a:gd name="connsiteX6" fmla="*/ 474351 w 474351"/>
                <a:gd name="connsiteY6" fmla="*/ 343105 h 448652"/>
                <a:gd name="connsiteX7" fmla="*/ 276969 w 474351"/>
                <a:gd name="connsiteY7" fmla="*/ 343105 h 448652"/>
                <a:gd name="connsiteX8" fmla="*/ 197386 w 474351"/>
                <a:gd name="connsiteY8" fmla="*/ 343105 h 448652"/>
                <a:gd name="connsiteX9" fmla="*/ 0 w 474351"/>
                <a:gd name="connsiteY9" fmla="*/ 343105 h 448652"/>
                <a:gd name="connsiteX10" fmla="*/ 187096 w 474351"/>
                <a:gd name="connsiteY10" fmla="*/ 107620 h 448652"/>
                <a:gd name="connsiteX11" fmla="*/ 287255 w 474351"/>
                <a:gd name="connsiteY11" fmla="*/ 107620 h 448652"/>
                <a:gd name="connsiteX12" fmla="*/ 302157 w 474351"/>
                <a:gd name="connsiteY12" fmla="*/ 238067 h 448652"/>
                <a:gd name="connsiteX13" fmla="*/ 172194 w 474351"/>
                <a:gd name="connsiteY13" fmla="*/ 238067 h 448652"/>
                <a:gd name="connsiteX14" fmla="*/ 0 w 474351"/>
                <a:gd name="connsiteY14" fmla="*/ 0 h 448652"/>
                <a:gd name="connsiteX15" fmla="*/ 474351 w 474351"/>
                <a:gd name="connsiteY15" fmla="*/ 0 h 448652"/>
                <a:gd name="connsiteX16" fmla="*/ 474351 w 474351"/>
                <a:gd name="connsiteY16" fmla="*/ 33331 h 448652"/>
                <a:gd name="connsiteX17" fmla="*/ 0 w 474351"/>
                <a:gd name="connsiteY17" fmla="*/ 33331 h 44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74351" h="448652">
                  <a:moveTo>
                    <a:pt x="175301" y="402328"/>
                  </a:moveTo>
                  <a:lnTo>
                    <a:pt x="299049" y="402328"/>
                  </a:lnTo>
                  <a:lnTo>
                    <a:pt x="322254" y="448652"/>
                  </a:lnTo>
                  <a:lnTo>
                    <a:pt x="152104" y="448652"/>
                  </a:lnTo>
                  <a:close/>
                  <a:moveTo>
                    <a:pt x="0" y="291772"/>
                  </a:moveTo>
                  <a:lnTo>
                    <a:pt x="474351" y="291772"/>
                  </a:lnTo>
                  <a:lnTo>
                    <a:pt x="474351" y="343105"/>
                  </a:lnTo>
                  <a:lnTo>
                    <a:pt x="276969" y="343105"/>
                  </a:lnTo>
                  <a:lnTo>
                    <a:pt x="197386" y="343105"/>
                  </a:lnTo>
                  <a:lnTo>
                    <a:pt x="0" y="343105"/>
                  </a:lnTo>
                  <a:close/>
                  <a:moveTo>
                    <a:pt x="187096" y="107620"/>
                  </a:moveTo>
                  <a:lnTo>
                    <a:pt x="287255" y="107620"/>
                  </a:lnTo>
                  <a:lnTo>
                    <a:pt x="302157" y="238067"/>
                  </a:lnTo>
                  <a:lnTo>
                    <a:pt x="172194" y="238067"/>
                  </a:lnTo>
                  <a:close/>
                  <a:moveTo>
                    <a:pt x="0" y="0"/>
                  </a:moveTo>
                  <a:lnTo>
                    <a:pt x="474351" y="0"/>
                  </a:lnTo>
                  <a:lnTo>
                    <a:pt x="474351" y="33331"/>
                  </a:lnTo>
                  <a:lnTo>
                    <a:pt x="0" y="33331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0" name="Freeform: Shape 104">
              <a:extLst>
                <a:ext uri="{FF2B5EF4-FFF2-40B4-BE49-F238E27FC236}">
                  <a16:creationId xmlns:a16="http://schemas.microsoft.com/office/drawing/2014/main" id="{3A92B9B0-DEA2-9CAF-D413-DAA33B51A988}"/>
                </a:ext>
              </a:extLst>
            </p:cNvPr>
            <p:cNvSpPr/>
            <p:nvPr/>
          </p:nvSpPr>
          <p:spPr>
            <a:xfrm>
              <a:off x="7886303" y="3174353"/>
              <a:ext cx="492167" cy="466468"/>
            </a:xfrm>
            <a:custGeom>
              <a:avLst/>
              <a:gdLst>
                <a:gd name="connsiteX0" fmla="*/ 203951 w 492167"/>
                <a:gd name="connsiteY0" fmla="*/ 125464 h 466468"/>
                <a:gd name="connsiteX1" fmla="*/ 191088 w 492167"/>
                <a:gd name="connsiteY1" fmla="*/ 238065 h 466468"/>
                <a:gd name="connsiteX2" fmla="*/ 301081 w 492167"/>
                <a:gd name="connsiteY2" fmla="*/ 238065 h 466468"/>
                <a:gd name="connsiteX3" fmla="*/ 288218 w 492167"/>
                <a:gd name="connsiteY3" fmla="*/ 125464 h 466468"/>
                <a:gd name="connsiteX4" fmla="*/ 282003 w 492167"/>
                <a:gd name="connsiteY4" fmla="*/ 125464 h 466468"/>
                <a:gd name="connsiteX5" fmla="*/ 282003 w 492167"/>
                <a:gd name="connsiteY5" fmla="*/ 136154 h 466468"/>
                <a:gd name="connsiteX6" fmla="*/ 273095 w 492167"/>
                <a:gd name="connsiteY6" fmla="*/ 145062 h 466468"/>
                <a:gd name="connsiteX7" fmla="*/ 264187 w 492167"/>
                <a:gd name="connsiteY7" fmla="*/ 136154 h 466468"/>
                <a:gd name="connsiteX8" fmla="*/ 264187 w 492167"/>
                <a:gd name="connsiteY8" fmla="*/ 125464 h 466468"/>
                <a:gd name="connsiteX9" fmla="*/ 227983 w 492167"/>
                <a:gd name="connsiteY9" fmla="*/ 125464 h 466468"/>
                <a:gd name="connsiteX10" fmla="*/ 227983 w 492167"/>
                <a:gd name="connsiteY10" fmla="*/ 136154 h 466468"/>
                <a:gd name="connsiteX11" fmla="*/ 219075 w 492167"/>
                <a:gd name="connsiteY11" fmla="*/ 145062 h 466468"/>
                <a:gd name="connsiteX12" fmla="*/ 210167 w 492167"/>
                <a:gd name="connsiteY12" fmla="*/ 136154 h 466468"/>
                <a:gd name="connsiteX13" fmla="*/ 210167 w 492167"/>
                <a:gd name="connsiteY13" fmla="*/ 125464 h 466468"/>
                <a:gd name="connsiteX14" fmla="*/ 246085 w 492167"/>
                <a:gd name="connsiteY14" fmla="*/ 90593 h 466468"/>
                <a:gd name="connsiteX15" fmla="*/ 228097 w 492167"/>
                <a:gd name="connsiteY15" fmla="*/ 107619 h 466468"/>
                <a:gd name="connsiteX16" fmla="*/ 264073 w 492167"/>
                <a:gd name="connsiteY16" fmla="*/ 107619 h 466468"/>
                <a:gd name="connsiteX17" fmla="*/ 246085 w 492167"/>
                <a:gd name="connsiteY17" fmla="*/ 90593 h 466468"/>
                <a:gd name="connsiteX18" fmla="*/ 245228 w 492167"/>
                <a:gd name="connsiteY18" fmla="*/ 72679 h 466468"/>
                <a:gd name="connsiteX19" fmla="*/ 281911 w 492167"/>
                <a:gd name="connsiteY19" fmla="*/ 107612 h 466468"/>
                <a:gd name="connsiteX20" fmla="*/ 296164 w 492167"/>
                <a:gd name="connsiteY20" fmla="*/ 107612 h 466468"/>
                <a:gd name="connsiteX21" fmla="*/ 305015 w 492167"/>
                <a:gd name="connsiteY21" fmla="*/ 115508 h 466468"/>
                <a:gd name="connsiteX22" fmla="*/ 319917 w 492167"/>
                <a:gd name="connsiteY22" fmla="*/ 245926 h 466468"/>
                <a:gd name="connsiteX23" fmla="*/ 319975 w 492167"/>
                <a:gd name="connsiteY23" fmla="*/ 246938 h 466468"/>
                <a:gd name="connsiteX24" fmla="*/ 311066 w 492167"/>
                <a:gd name="connsiteY24" fmla="*/ 255846 h 466468"/>
                <a:gd name="connsiteX25" fmla="*/ 181139 w 492167"/>
                <a:gd name="connsiteY25" fmla="*/ 255846 h 466468"/>
                <a:gd name="connsiteX26" fmla="*/ 180126 w 492167"/>
                <a:gd name="connsiteY26" fmla="*/ 255788 h 466468"/>
                <a:gd name="connsiteX27" fmla="*/ 172287 w 492167"/>
                <a:gd name="connsiteY27" fmla="*/ 245926 h 466468"/>
                <a:gd name="connsiteX28" fmla="*/ 187189 w 492167"/>
                <a:gd name="connsiteY28" fmla="*/ 115508 h 466468"/>
                <a:gd name="connsiteX29" fmla="*/ 196041 w 492167"/>
                <a:gd name="connsiteY29" fmla="*/ 107612 h 466468"/>
                <a:gd name="connsiteX30" fmla="*/ 210295 w 492167"/>
                <a:gd name="connsiteY30" fmla="*/ 107612 h 466468"/>
                <a:gd name="connsiteX31" fmla="*/ 245228 w 492167"/>
                <a:gd name="connsiteY31" fmla="*/ 72679 h 466468"/>
                <a:gd name="connsiteX32" fmla="*/ 17817 w 492167"/>
                <a:gd name="connsiteY32" fmla="*/ 17817 h 466468"/>
                <a:gd name="connsiteX33" fmla="*/ 17817 w 492167"/>
                <a:gd name="connsiteY33" fmla="*/ 291794 h 466468"/>
                <a:gd name="connsiteX34" fmla="*/ 440877 w 492167"/>
                <a:gd name="connsiteY34" fmla="*/ 291794 h 466468"/>
                <a:gd name="connsiteX35" fmla="*/ 449785 w 492167"/>
                <a:gd name="connsiteY35" fmla="*/ 300702 h 466468"/>
                <a:gd name="connsiteX36" fmla="*/ 440877 w 492167"/>
                <a:gd name="connsiteY36" fmla="*/ 309610 h 466468"/>
                <a:gd name="connsiteX37" fmla="*/ 17817 w 492167"/>
                <a:gd name="connsiteY37" fmla="*/ 309610 h 466468"/>
                <a:gd name="connsiteX38" fmla="*/ 17817 w 492167"/>
                <a:gd name="connsiteY38" fmla="*/ 343105 h 466468"/>
                <a:gd name="connsiteX39" fmla="*/ 285851 w 492167"/>
                <a:gd name="connsiteY39" fmla="*/ 343105 h 466468"/>
                <a:gd name="connsiteX40" fmla="*/ 474351 w 492167"/>
                <a:gd name="connsiteY40" fmla="*/ 343105 h 466468"/>
                <a:gd name="connsiteX41" fmla="*/ 474351 w 492167"/>
                <a:gd name="connsiteY41" fmla="*/ 51148 h 466468"/>
                <a:gd name="connsiteX42" fmla="*/ 47727 w 492167"/>
                <a:gd name="connsiteY42" fmla="*/ 51148 h 466468"/>
                <a:gd name="connsiteX43" fmla="*/ 38819 w 492167"/>
                <a:gd name="connsiteY43" fmla="*/ 42240 h 466468"/>
                <a:gd name="connsiteX44" fmla="*/ 47727 w 492167"/>
                <a:gd name="connsiteY44" fmla="*/ 33331 h 466468"/>
                <a:gd name="connsiteX45" fmla="*/ 474351 w 492167"/>
                <a:gd name="connsiteY45" fmla="*/ 33331 h 466468"/>
                <a:gd name="connsiteX46" fmla="*/ 474351 w 492167"/>
                <a:gd name="connsiteY46" fmla="*/ 17817 h 466468"/>
                <a:gd name="connsiteX47" fmla="*/ 8908 w 492167"/>
                <a:gd name="connsiteY47" fmla="*/ 0 h 466468"/>
                <a:gd name="connsiteX48" fmla="*/ 483259 w 492167"/>
                <a:gd name="connsiteY48" fmla="*/ 0 h 466468"/>
                <a:gd name="connsiteX49" fmla="*/ 492167 w 492167"/>
                <a:gd name="connsiteY49" fmla="*/ 8908 h 466468"/>
                <a:gd name="connsiteX50" fmla="*/ 492167 w 492167"/>
                <a:gd name="connsiteY50" fmla="*/ 352014 h 466468"/>
                <a:gd name="connsiteX51" fmla="*/ 483259 w 492167"/>
                <a:gd name="connsiteY51" fmla="*/ 360922 h 466468"/>
                <a:gd name="connsiteX52" fmla="*/ 294759 w 492167"/>
                <a:gd name="connsiteY52" fmla="*/ 360922 h 466468"/>
                <a:gd name="connsiteX53" fmla="*/ 294759 w 492167"/>
                <a:gd name="connsiteY53" fmla="*/ 434398 h 466468"/>
                <a:gd name="connsiteX54" fmla="*/ 285851 w 492167"/>
                <a:gd name="connsiteY54" fmla="*/ 443306 h 466468"/>
                <a:gd name="connsiteX55" fmla="*/ 276943 w 492167"/>
                <a:gd name="connsiteY55" fmla="*/ 434398 h 466468"/>
                <a:gd name="connsiteX56" fmla="*/ 276943 w 492167"/>
                <a:gd name="connsiteY56" fmla="*/ 360922 h 466468"/>
                <a:gd name="connsiteX57" fmla="*/ 215176 w 492167"/>
                <a:gd name="connsiteY57" fmla="*/ 360922 h 466468"/>
                <a:gd name="connsiteX58" fmla="*/ 215176 w 492167"/>
                <a:gd name="connsiteY58" fmla="*/ 434398 h 466468"/>
                <a:gd name="connsiteX59" fmla="*/ 206268 w 492167"/>
                <a:gd name="connsiteY59" fmla="*/ 443306 h 466468"/>
                <a:gd name="connsiteX60" fmla="*/ 197359 w 492167"/>
                <a:gd name="connsiteY60" fmla="*/ 434398 h 466468"/>
                <a:gd name="connsiteX61" fmla="*/ 197359 w 492167"/>
                <a:gd name="connsiteY61" fmla="*/ 420144 h 466468"/>
                <a:gd name="connsiteX62" fmla="*/ 189691 w 492167"/>
                <a:gd name="connsiteY62" fmla="*/ 420144 h 466468"/>
                <a:gd name="connsiteX63" fmla="*/ 175438 w 492167"/>
                <a:gd name="connsiteY63" fmla="*/ 448651 h 466468"/>
                <a:gd name="connsiteX64" fmla="*/ 316731 w 492167"/>
                <a:gd name="connsiteY64" fmla="*/ 448651 h 466468"/>
                <a:gd name="connsiteX65" fmla="*/ 299990 w 492167"/>
                <a:gd name="connsiteY65" fmla="*/ 415220 h 466468"/>
                <a:gd name="connsiteX66" fmla="*/ 303886 w 492167"/>
                <a:gd name="connsiteY66" fmla="*/ 403513 h 466468"/>
                <a:gd name="connsiteX67" fmla="*/ 315918 w 492167"/>
                <a:gd name="connsiteY67" fmla="*/ 407245 h 466468"/>
                <a:gd name="connsiteX68" fmla="*/ 339123 w 492167"/>
                <a:gd name="connsiteY68" fmla="*/ 453568 h 466468"/>
                <a:gd name="connsiteX69" fmla="*/ 340067 w 492167"/>
                <a:gd name="connsiteY69" fmla="*/ 457563 h 466468"/>
                <a:gd name="connsiteX70" fmla="*/ 331155 w 492167"/>
                <a:gd name="connsiteY70" fmla="*/ 466468 h 466468"/>
                <a:gd name="connsiteX71" fmla="*/ 161006 w 492167"/>
                <a:gd name="connsiteY71" fmla="*/ 466468 h 466468"/>
                <a:gd name="connsiteX72" fmla="*/ 157012 w 492167"/>
                <a:gd name="connsiteY72" fmla="*/ 465524 h 466468"/>
                <a:gd name="connsiteX73" fmla="*/ 153039 w 492167"/>
                <a:gd name="connsiteY73" fmla="*/ 453568 h 466468"/>
                <a:gd name="connsiteX74" fmla="*/ 176243 w 492167"/>
                <a:gd name="connsiteY74" fmla="*/ 407245 h 466468"/>
                <a:gd name="connsiteX75" fmla="*/ 184211 w 492167"/>
                <a:gd name="connsiteY75" fmla="*/ 402328 h 466468"/>
                <a:gd name="connsiteX76" fmla="*/ 197381 w 492167"/>
                <a:gd name="connsiteY76" fmla="*/ 402328 h 466468"/>
                <a:gd name="connsiteX77" fmla="*/ 197381 w 492167"/>
                <a:gd name="connsiteY77" fmla="*/ 360922 h 466468"/>
                <a:gd name="connsiteX78" fmla="*/ 8908 w 492167"/>
                <a:gd name="connsiteY78" fmla="*/ 360922 h 466468"/>
                <a:gd name="connsiteX79" fmla="*/ 0 w 492167"/>
                <a:gd name="connsiteY79" fmla="*/ 352014 h 466468"/>
                <a:gd name="connsiteX80" fmla="*/ 0 w 492167"/>
                <a:gd name="connsiteY80" fmla="*/ 8908 h 466468"/>
                <a:gd name="connsiteX81" fmla="*/ 8908 w 492167"/>
                <a:gd name="connsiteY81" fmla="*/ 0 h 46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92167" h="466468">
                  <a:moveTo>
                    <a:pt x="203951" y="125464"/>
                  </a:moveTo>
                  <a:lnTo>
                    <a:pt x="191088" y="238065"/>
                  </a:lnTo>
                  <a:lnTo>
                    <a:pt x="301081" y="238065"/>
                  </a:lnTo>
                  <a:lnTo>
                    <a:pt x="288218" y="125464"/>
                  </a:lnTo>
                  <a:lnTo>
                    <a:pt x="282003" y="125464"/>
                  </a:lnTo>
                  <a:lnTo>
                    <a:pt x="282003" y="136154"/>
                  </a:lnTo>
                  <a:cubicBezTo>
                    <a:pt x="282003" y="141074"/>
                    <a:pt x="278015" y="145062"/>
                    <a:pt x="273095" y="145062"/>
                  </a:cubicBezTo>
                  <a:cubicBezTo>
                    <a:pt x="268175" y="145062"/>
                    <a:pt x="264187" y="141074"/>
                    <a:pt x="264187" y="136154"/>
                  </a:cubicBezTo>
                  <a:lnTo>
                    <a:pt x="264187" y="125464"/>
                  </a:lnTo>
                  <a:lnTo>
                    <a:pt x="227983" y="125464"/>
                  </a:lnTo>
                  <a:lnTo>
                    <a:pt x="227983" y="136154"/>
                  </a:lnTo>
                  <a:cubicBezTo>
                    <a:pt x="227983" y="141074"/>
                    <a:pt x="223995" y="145062"/>
                    <a:pt x="219075" y="145062"/>
                  </a:cubicBezTo>
                  <a:cubicBezTo>
                    <a:pt x="214155" y="145062"/>
                    <a:pt x="210167" y="141074"/>
                    <a:pt x="210167" y="136154"/>
                  </a:cubicBezTo>
                  <a:lnTo>
                    <a:pt x="210167" y="125464"/>
                  </a:lnTo>
                  <a:close/>
                  <a:moveTo>
                    <a:pt x="246085" y="90593"/>
                  </a:moveTo>
                  <a:cubicBezTo>
                    <a:pt x="236532" y="90622"/>
                    <a:pt x="228651" y="98082"/>
                    <a:pt x="228097" y="107619"/>
                  </a:cubicBezTo>
                  <a:lnTo>
                    <a:pt x="264073" y="107619"/>
                  </a:lnTo>
                  <a:cubicBezTo>
                    <a:pt x="263519" y="98082"/>
                    <a:pt x="255638" y="90622"/>
                    <a:pt x="246085" y="90593"/>
                  </a:cubicBezTo>
                  <a:close/>
                  <a:moveTo>
                    <a:pt x="245228" y="72679"/>
                  </a:moveTo>
                  <a:cubicBezTo>
                    <a:pt x="265004" y="72196"/>
                    <a:pt x="281427" y="87836"/>
                    <a:pt x="281911" y="107612"/>
                  </a:cubicBezTo>
                  <a:lnTo>
                    <a:pt x="296164" y="107612"/>
                  </a:lnTo>
                  <a:cubicBezTo>
                    <a:pt x="300694" y="107608"/>
                    <a:pt x="304504" y="111007"/>
                    <a:pt x="305015" y="115508"/>
                  </a:cubicBezTo>
                  <a:lnTo>
                    <a:pt x="319917" y="245926"/>
                  </a:lnTo>
                  <a:cubicBezTo>
                    <a:pt x="319955" y="246262"/>
                    <a:pt x="319975" y="246600"/>
                    <a:pt x="319975" y="246938"/>
                  </a:cubicBezTo>
                  <a:cubicBezTo>
                    <a:pt x="319974" y="251858"/>
                    <a:pt x="315986" y="255846"/>
                    <a:pt x="311066" y="255846"/>
                  </a:cubicBezTo>
                  <a:lnTo>
                    <a:pt x="181139" y="255846"/>
                  </a:lnTo>
                  <a:cubicBezTo>
                    <a:pt x="180800" y="255846"/>
                    <a:pt x="180462" y="255827"/>
                    <a:pt x="180126" y="255788"/>
                  </a:cubicBezTo>
                  <a:cubicBezTo>
                    <a:pt x="175238" y="255229"/>
                    <a:pt x="171729" y="250814"/>
                    <a:pt x="172287" y="245926"/>
                  </a:cubicBezTo>
                  <a:lnTo>
                    <a:pt x="187189" y="115508"/>
                  </a:lnTo>
                  <a:cubicBezTo>
                    <a:pt x="187701" y="111007"/>
                    <a:pt x="191511" y="107608"/>
                    <a:pt x="196041" y="107612"/>
                  </a:cubicBezTo>
                  <a:lnTo>
                    <a:pt x="210295" y="107612"/>
                  </a:lnTo>
                  <a:cubicBezTo>
                    <a:pt x="210762" y="88515"/>
                    <a:pt x="226132" y="73146"/>
                    <a:pt x="245228" y="72679"/>
                  </a:cubicBezTo>
                  <a:close/>
                  <a:moveTo>
                    <a:pt x="17817" y="17817"/>
                  </a:moveTo>
                  <a:lnTo>
                    <a:pt x="17817" y="291794"/>
                  </a:lnTo>
                  <a:lnTo>
                    <a:pt x="440877" y="291794"/>
                  </a:lnTo>
                  <a:cubicBezTo>
                    <a:pt x="445797" y="291794"/>
                    <a:pt x="449785" y="295782"/>
                    <a:pt x="449785" y="300702"/>
                  </a:cubicBezTo>
                  <a:cubicBezTo>
                    <a:pt x="449785" y="305622"/>
                    <a:pt x="445797" y="309610"/>
                    <a:pt x="440877" y="309610"/>
                  </a:cubicBezTo>
                  <a:lnTo>
                    <a:pt x="17817" y="309610"/>
                  </a:lnTo>
                  <a:lnTo>
                    <a:pt x="17817" y="343105"/>
                  </a:lnTo>
                  <a:lnTo>
                    <a:pt x="285851" y="343105"/>
                  </a:lnTo>
                  <a:lnTo>
                    <a:pt x="474351" y="343105"/>
                  </a:lnTo>
                  <a:lnTo>
                    <a:pt x="474351" y="51148"/>
                  </a:lnTo>
                  <a:lnTo>
                    <a:pt x="47727" y="51148"/>
                  </a:lnTo>
                  <a:cubicBezTo>
                    <a:pt x="42807" y="51148"/>
                    <a:pt x="38819" y="47160"/>
                    <a:pt x="38819" y="42240"/>
                  </a:cubicBezTo>
                  <a:cubicBezTo>
                    <a:pt x="38819" y="37320"/>
                    <a:pt x="42807" y="33331"/>
                    <a:pt x="47727" y="33331"/>
                  </a:cubicBezTo>
                  <a:lnTo>
                    <a:pt x="474351" y="33331"/>
                  </a:lnTo>
                  <a:lnTo>
                    <a:pt x="474351" y="17817"/>
                  </a:lnTo>
                  <a:close/>
                  <a:moveTo>
                    <a:pt x="8908" y="0"/>
                  </a:moveTo>
                  <a:lnTo>
                    <a:pt x="483259" y="0"/>
                  </a:lnTo>
                  <a:cubicBezTo>
                    <a:pt x="488179" y="0"/>
                    <a:pt x="492167" y="3988"/>
                    <a:pt x="492167" y="8908"/>
                  </a:cubicBezTo>
                  <a:lnTo>
                    <a:pt x="492167" y="352014"/>
                  </a:lnTo>
                  <a:cubicBezTo>
                    <a:pt x="492167" y="356934"/>
                    <a:pt x="488179" y="360922"/>
                    <a:pt x="483259" y="360922"/>
                  </a:cubicBezTo>
                  <a:lnTo>
                    <a:pt x="294759" y="360922"/>
                  </a:lnTo>
                  <a:lnTo>
                    <a:pt x="294759" y="434398"/>
                  </a:lnTo>
                  <a:cubicBezTo>
                    <a:pt x="294759" y="439318"/>
                    <a:pt x="290771" y="443306"/>
                    <a:pt x="285851" y="443306"/>
                  </a:cubicBezTo>
                  <a:cubicBezTo>
                    <a:pt x="280931" y="443306"/>
                    <a:pt x="276943" y="439318"/>
                    <a:pt x="276943" y="434398"/>
                  </a:cubicBezTo>
                  <a:lnTo>
                    <a:pt x="276943" y="360922"/>
                  </a:lnTo>
                  <a:lnTo>
                    <a:pt x="215176" y="360922"/>
                  </a:lnTo>
                  <a:lnTo>
                    <a:pt x="215176" y="434398"/>
                  </a:lnTo>
                  <a:cubicBezTo>
                    <a:pt x="215176" y="439318"/>
                    <a:pt x="211188" y="443306"/>
                    <a:pt x="206268" y="443306"/>
                  </a:cubicBezTo>
                  <a:cubicBezTo>
                    <a:pt x="201348" y="443306"/>
                    <a:pt x="197359" y="439318"/>
                    <a:pt x="197359" y="434398"/>
                  </a:cubicBezTo>
                  <a:lnTo>
                    <a:pt x="197359" y="420144"/>
                  </a:lnTo>
                  <a:lnTo>
                    <a:pt x="189691" y="420144"/>
                  </a:lnTo>
                  <a:lnTo>
                    <a:pt x="175438" y="448651"/>
                  </a:lnTo>
                  <a:lnTo>
                    <a:pt x="316731" y="448651"/>
                  </a:lnTo>
                  <a:lnTo>
                    <a:pt x="299990" y="415220"/>
                  </a:lnTo>
                  <a:cubicBezTo>
                    <a:pt x="297939" y="410904"/>
                    <a:pt x="299658" y="405739"/>
                    <a:pt x="303886" y="403513"/>
                  </a:cubicBezTo>
                  <a:cubicBezTo>
                    <a:pt x="308239" y="401221"/>
                    <a:pt x="313626" y="402892"/>
                    <a:pt x="315918" y="407245"/>
                  </a:cubicBezTo>
                  <a:lnTo>
                    <a:pt x="339123" y="453568"/>
                  </a:lnTo>
                  <a:cubicBezTo>
                    <a:pt x="339744" y="454808"/>
                    <a:pt x="340067" y="456176"/>
                    <a:pt x="340067" y="457563"/>
                  </a:cubicBezTo>
                  <a:cubicBezTo>
                    <a:pt x="340065" y="462483"/>
                    <a:pt x="336075" y="466469"/>
                    <a:pt x="331155" y="466468"/>
                  </a:cubicBezTo>
                  <a:lnTo>
                    <a:pt x="161006" y="466468"/>
                  </a:lnTo>
                  <a:cubicBezTo>
                    <a:pt x="159620" y="466468"/>
                    <a:pt x="158252" y="466145"/>
                    <a:pt x="157012" y="465524"/>
                  </a:cubicBezTo>
                  <a:cubicBezTo>
                    <a:pt x="152614" y="463320"/>
                    <a:pt x="150835" y="457967"/>
                    <a:pt x="153039" y="453568"/>
                  </a:cubicBezTo>
                  <a:lnTo>
                    <a:pt x="176243" y="407245"/>
                  </a:lnTo>
                  <a:cubicBezTo>
                    <a:pt x="177754" y="404230"/>
                    <a:pt x="180838" y="402327"/>
                    <a:pt x="184211" y="402328"/>
                  </a:cubicBezTo>
                  <a:lnTo>
                    <a:pt x="197381" y="402328"/>
                  </a:lnTo>
                  <a:lnTo>
                    <a:pt x="197381" y="360922"/>
                  </a:lnTo>
                  <a:lnTo>
                    <a:pt x="8908" y="360922"/>
                  </a:lnTo>
                  <a:cubicBezTo>
                    <a:pt x="3988" y="360922"/>
                    <a:pt x="0" y="356934"/>
                    <a:pt x="0" y="352014"/>
                  </a:cubicBezTo>
                  <a:lnTo>
                    <a:pt x="0" y="8908"/>
                  </a:lnTo>
                  <a:cubicBezTo>
                    <a:pt x="0" y="3988"/>
                    <a:pt x="3988" y="0"/>
                    <a:pt x="8908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31" name="Group 260">
            <a:extLst>
              <a:ext uri="{FF2B5EF4-FFF2-40B4-BE49-F238E27FC236}">
                <a16:creationId xmlns:a16="http://schemas.microsoft.com/office/drawing/2014/main" id="{76786E62-D1CD-5E62-A1C4-499371361AC7}"/>
              </a:ext>
            </a:extLst>
          </p:cNvPr>
          <p:cNvGrpSpPr/>
          <p:nvPr/>
        </p:nvGrpSpPr>
        <p:grpSpPr>
          <a:xfrm>
            <a:off x="6908249" y="3156621"/>
            <a:ext cx="413615" cy="501903"/>
            <a:chOff x="6908249" y="3156621"/>
            <a:chExt cx="413615" cy="501903"/>
          </a:xfrm>
        </p:grpSpPr>
        <p:sp>
          <p:nvSpPr>
            <p:cNvPr id="132" name="Freeform: Shape 106">
              <a:extLst>
                <a:ext uri="{FF2B5EF4-FFF2-40B4-BE49-F238E27FC236}">
                  <a16:creationId xmlns:a16="http://schemas.microsoft.com/office/drawing/2014/main" id="{6837DC10-3538-625F-E267-B4F92A2F5CFE}"/>
                </a:ext>
              </a:extLst>
            </p:cNvPr>
            <p:cNvSpPr/>
            <p:nvPr/>
          </p:nvSpPr>
          <p:spPr>
            <a:xfrm>
              <a:off x="6917168" y="3253830"/>
              <a:ext cx="391966" cy="391966"/>
            </a:xfrm>
            <a:custGeom>
              <a:avLst/>
              <a:gdLst>
                <a:gd name="connsiteX0" fmla="*/ 161255 w 391965"/>
                <a:gd name="connsiteY0" fmla="*/ 0 h 391965"/>
                <a:gd name="connsiteX1" fmla="*/ 39952 w 391965"/>
                <a:gd name="connsiteY1" fmla="*/ 39952 h 391965"/>
                <a:gd name="connsiteX2" fmla="*/ 0 w 391965"/>
                <a:gd name="connsiteY2" fmla="*/ 161262 h 391965"/>
                <a:gd name="connsiteX3" fmla="*/ 234538 w 391965"/>
                <a:gd name="connsiteY3" fmla="*/ 395800 h 391965"/>
                <a:gd name="connsiteX4" fmla="*/ 395793 w 391965"/>
                <a:gd name="connsiteY4" fmla="*/ 234538 h 391965"/>
                <a:gd name="connsiteX5" fmla="*/ 112181 w 391965"/>
                <a:gd name="connsiteY5" fmla="*/ 112188 h 391965"/>
                <a:gd name="connsiteX6" fmla="*/ 79425 w 391965"/>
                <a:gd name="connsiteY6" fmla="*/ 112161 h 391965"/>
                <a:gd name="connsiteX7" fmla="*/ 79452 w 391965"/>
                <a:gd name="connsiteY7" fmla="*/ 79405 h 391965"/>
                <a:gd name="connsiteX8" fmla="*/ 112181 w 391965"/>
                <a:gd name="connsiteY8" fmla="*/ 79405 h 391965"/>
                <a:gd name="connsiteX9" fmla="*/ 112208 w 391965"/>
                <a:gd name="connsiteY9" fmla="*/ 112161 h 391965"/>
                <a:gd name="connsiteX10" fmla="*/ 112181 w 391965"/>
                <a:gd name="connsiteY10" fmla="*/ 112188 h 391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1965" h="391965">
                  <a:moveTo>
                    <a:pt x="161255" y="0"/>
                  </a:moveTo>
                  <a:lnTo>
                    <a:pt x="39952" y="39952"/>
                  </a:lnTo>
                  <a:lnTo>
                    <a:pt x="0" y="161262"/>
                  </a:lnTo>
                  <a:lnTo>
                    <a:pt x="234538" y="395800"/>
                  </a:lnTo>
                  <a:lnTo>
                    <a:pt x="395793" y="234538"/>
                  </a:lnTo>
                  <a:close/>
                  <a:moveTo>
                    <a:pt x="112181" y="112188"/>
                  </a:moveTo>
                  <a:cubicBezTo>
                    <a:pt x="103128" y="121225"/>
                    <a:pt x="88463" y="121213"/>
                    <a:pt x="79425" y="112161"/>
                  </a:cubicBezTo>
                  <a:cubicBezTo>
                    <a:pt x="70387" y="103108"/>
                    <a:pt x="70400" y="88443"/>
                    <a:pt x="79452" y="79405"/>
                  </a:cubicBezTo>
                  <a:cubicBezTo>
                    <a:pt x="88494" y="70378"/>
                    <a:pt x="103139" y="70378"/>
                    <a:pt x="112181" y="79405"/>
                  </a:cubicBezTo>
                  <a:cubicBezTo>
                    <a:pt x="121233" y="88443"/>
                    <a:pt x="121245" y="103108"/>
                    <a:pt x="112208" y="112161"/>
                  </a:cubicBezTo>
                  <a:cubicBezTo>
                    <a:pt x="112199" y="112170"/>
                    <a:pt x="112190" y="112179"/>
                    <a:pt x="112181" y="112188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3" name="Freeform: Shape 107">
              <a:extLst>
                <a:ext uri="{FF2B5EF4-FFF2-40B4-BE49-F238E27FC236}">
                  <a16:creationId xmlns:a16="http://schemas.microsoft.com/office/drawing/2014/main" id="{F181D9D9-73D6-163C-CB2B-44814F49AD0B}"/>
                </a:ext>
              </a:extLst>
            </p:cNvPr>
            <p:cNvSpPr/>
            <p:nvPr/>
          </p:nvSpPr>
          <p:spPr>
            <a:xfrm>
              <a:off x="6908249" y="3156621"/>
              <a:ext cx="413615" cy="501903"/>
            </a:xfrm>
            <a:custGeom>
              <a:avLst/>
              <a:gdLst>
                <a:gd name="connsiteX0" fmla="*/ 236743 w 413615"/>
                <a:gd name="connsiteY0" fmla="*/ 312448 h 501903"/>
                <a:gd name="connsiteX1" fmla="*/ 264609 w 413615"/>
                <a:gd name="connsiteY1" fmla="*/ 340306 h 501903"/>
                <a:gd name="connsiteX2" fmla="*/ 259706 w 413615"/>
                <a:gd name="connsiteY2" fmla="*/ 317351 h 501903"/>
                <a:gd name="connsiteX3" fmla="*/ 236743 w 413615"/>
                <a:gd name="connsiteY3" fmla="*/ 312448 h 501903"/>
                <a:gd name="connsiteX4" fmla="*/ 180913 w 413615"/>
                <a:gd name="connsiteY4" fmla="*/ 281803 h 501903"/>
                <a:gd name="connsiteX5" fmla="*/ 185816 w 413615"/>
                <a:gd name="connsiteY5" fmla="*/ 304758 h 501903"/>
                <a:gd name="connsiteX6" fmla="*/ 208672 w 413615"/>
                <a:gd name="connsiteY6" fmla="*/ 309562 h 501903"/>
                <a:gd name="connsiteX7" fmla="*/ 167572 w 413615"/>
                <a:gd name="connsiteY7" fmla="*/ 243284 h 501903"/>
                <a:gd name="connsiteX8" fmla="*/ 180293 w 413615"/>
                <a:gd name="connsiteY8" fmla="*/ 256005 h 501903"/>
                <a:gd name="connsiteX9" fmla="*/ 229054 w 413615"/>
                <a:gd name="connsiteY9" fmla="*/ 261521 h 501903"/>
                <a:gd name="connsiteX10" fmla="*/ 229050 w 413615"/>
                <a:gd name="connsiteY10" fmla="*/ 273898 h 501903"/>
                <a:gd name="connsiteX11" fmla="*/ 216454 w 413615"/>
                <a:gd name="connsiteY11" fmla="*/ 274114 h 501903"/>
                <a:gd name="connsiteX12" fmla="*/ 193606 w 413615"/>
                <a:gd name="connsiteY12" fmla="*/ 269310 h 501903"/>
                <a:gd name="connsiteX13" fmla="*/ 223538 w 413615"/>
                <a:gd name="connsiteY13" fmla="*/ 299242 h 501903"/>
                <a:gd name="connsiteX14" fmla="*/ 265392 w 413615"/>
                <a:gd name="connsiteY14" fmla="*/ 299240 h 501903"/>
                <a:gd name="connsiteX15" fmla="*/ 277821 w 413615"/>
                <a:gd name="connsiteY15" fmla="*/ 353519 h 501903"/>
                <a:gd name="connsiteX16" fmla="*/ 290543 w 413615"/>
                <a:gd name="connsiteY16" fmla="*/ 366233 h 501903"/>
                <a:gd name="connsiteX17" fmla="*/ 290543 w 413615"/>
                <a:gd name="connsiteY17" fmla="*/ 378833 h 501903"/>
                <a:gd name="connsiteX18" fmla="*/ 277943 w 413615"/>
                <a:gd name="connsiteY18" fmla="*/ 378833 h 501903"/>
                <a:gd name="connsiteX19" fmla="*/ 265222 w 413615"/>
                <a:gd name="connsiteY19" fmla="*/ 366112 h 501903"/>
                <a:gd name="connsiteX20" fmla="*/ 216461 w 413615"/>
                <a:gd name="connsiteY20" fmla="*/ 360596 h 501903"/>
                <a:gd name="connsiteX21" fmla="*/ 216461 w 413615"/>
                <a:gd name="connsiteY21" fmla="*/ 347996 h 501903"/>
                <a:gd name="connsiteX22" fmla="*/ 229061 w 413615"/>
                <a:gd name="connsiteY22" fmla="*/ 347996 h 501903"/>
                <a:gd name="connsiteX23" fmla="*/ 252016 w 413615"/>
                <a:gd name="connsiteY23" fmla="*/ 352878 h 501903"/>
                <a:gd name="connsiteX24" fmla="*/ 221977 w 413615"/>
                <a:gd name="connsiteY24" fmla="*/ 322881 h 501903"/>
                <a:gd name="connsiteX25" fmla="*/ 180052 w 413615"/>
                <a:gd name="connsiteY25" fmla="*/ 322881 h 501903"/>
                <a:gd name="connsiteX26" fmla="*/ 167701 w 413615"/>
                <a:gd name="connsiteY26" fmla="*/ 268605 h 501903"/>
                <a:gd name="connsiteX27" fmla="*/ 154979 w 413615"/>
                <a:gd name="connsiteY27" fmla="*/ 255884 h 501903"/>
                <a:gd name="connsiteX28" fmla="*/ 154976 w 413615"/>
                <a:gd name="connsiteY28" fmla="*/ 243506 h 501903"/>
                <a:gd name="connsiteX29" fmla="*/ 167572 w 413615"/>
                <a:gd name="connsiteY29" fmla="*/ 243284 h 501903"/>
                <a:gd name="connsiteX30" fmla="*/ 104716 w 413615"/>
                <a:gd name="connsiteY30" fmla="*/ 178760 h 501903"/>
                <a:gd name="connsiteX31" fmla="*/ 104717 w 413615"/>
                <a:gd name="connsiteY31" fmla="*/ 178760 h 501903"/>
                <a:gd name="connsiteX32" fmla="*/ 103211 w 413615"/>
                <a:gd name="connsiteY32" fmla="*/ 178902 h 501903"/>
                <a:gd name="connsiteX33" fmla="*/ 111051 w 413615"/>
                <a:gd name="connsiteY33" fmla="*/ 186742 h 501903"/>
                <a:gd name="connsiteX34" fmla="*/ 111051 w 413615"/>
                <a:gd name="connsiteY34" fmla="*/ 199342 h 501903"/>
                <a:gd name="connsiteX35" fmla="*/ 98450 w 413615"/>
                <a:gd name="connsiteY35" fmla="*/ 199342 h 501903"/>
                <a:gd name="connsiteX36" fmla="*/ 90611 w 413615"/>
                <a:gd name="connsiteY36" fmla="*/ 191502 h 501903"/>
                <a:gd name="connsiteX37" fmla="*/ 94638 w 413615"/>
                <a:gd name="connsiteY37" fmla="*/ 203090 h 501903"/>
                <a:gd name="connsiteX38" fmla="*/ 114793 w 413615"/>
                <a:gd name="connsiteY38" fmla="*/ 203090 h 501903"/>
                <a:gd name="connsiteX39" fmla="*/ 114793 w 413615"/>
                <a:gd name="connsiteY39" fmla="*/ 182936 h 501903"/>
                <a:gd name="connsiteX40" fmla="*/ 104717 w 413615"/>
                <a:gd name="connsiteY40" fmla="*/ 178760 h 501903"/>
                <a:gd name="connsiteX41" fmla="*/ 104723 w 413615"/>
                <a:gd name="connsiteY41" fmla="*/ 178760 h 501903"/>
                <a:gd name="connsiteX42" fmla="*/ 36615 w 413615"/>
                <a:gd name="connsiteY42" fmla="*/ 175095 h 501903"/>
                <a:gd name="connsiteX43" fmla="*/ 42001 w 413615"/>
                <a:gd name="connsiteY43" fmla="*/ 186484 h 501903"/>
                <a:gd name="connsiteX44" fmla="*/ 19089 w 413615"/>
                <a:gd name="connsiteY44" fmla="*/ 256047 h 501903"/>
                <a:gd name="connsiteX45" fmla="*/ 243451 w 413615"/>
                <a:gd name="connsiteY45" fmla="*/ 480401 h 501903"/>
                <a:gd name="connsiteX46" fmla="*/ 398413 w 413615"/>
                <a:gd name="connsiteY46" fmla="*/ 325447 h 501903"/>
                <a:gd name="connsiteX47" fmla="*/ 398418 w 413615"/>
                <a:gd name="connsiteY47" fmla="*/ 325442 h 501903"/>
                <a:gd name="connsiteX48" fmla="*/ 411006 w 413615"/>
                <a:gd name="connsiteY48" fmla="*/ 325447 h 501903"/>
                <a:gd name="connsiteX49" fmla="*/ 411007 w 413615"/>
                <a:gd name="connsiteY49" fmla="*/ 325448 h 501903"/>
                <a:gd name="connsiteX50" fmla="*/ 411006 w 413615"/>
                <a:gd name="connsiteY50" fmla="*/ 338047 h 501903"/>
                <a:gd name="connsiteX51" fmla="*/ 249730 w 413615"/>
                <a:gd name="connsiteY51" fmla="*/ 499294 h 501903"/>
                <a:gd name="connsiteX52" fmla="*/ 249728 w 413615"/>
                <a:gd name="connsiteY52" fmla="*/ 499296 h 501903"/>
                <a:gd name="connsiteX53" fmla="*/ 237130 w 413615"/>
                <a:gd name="connsiteY53" fmla="*/ 499294 h 501903"/>
                <a:gd name="connsiteX54" fmla="*/ 2591 w 413615"/>
                <a:gd name="connsiteY54" fmla="*/ 264763 h 501903"/>
                <a:gd name="connsiteX55" fmla="*/ 453 w 413615"/>
                <a:gd name="connsiteY55" fmla="*/ 255684 h 501903"/>
                <a:gd name="connsiteX56" fmla="*/ 25082 w 413615"/>
                <a:gd name="connsiteY56" fmla="*/ 180918 h 501903"/>
                <a:gd name="connsiteX57" fmla="*/ 25226 w 413615"/>
                <a:gd name="connsiteY57" fmla="*/ 180481 h 501903"/>
                <a:gd name="connsiteX58" fmla="*/ 36615 w 413615"/>
                <a:gd name="connsiteY58" fmla="*/ 175095 h 501903"/>
                <a:gd name="connsiteX59" fmla="*/ 50395 w 413615"/>
                <a:gd name="connsiteY59" fmla="*/ 2610 h 501903"/>
                <a:gd name="connsiteX60" fmla="*/ 62995 w 413615"/>
                <a:gd name="connsiteY60" fmla="*/ 2610 h 501903"/>
                <a:gd name="connsiteX61" fmla="*/ 62995 w 413615"/>
                <a:gd name="connsiteY61" fmla="*/ 15209 h 501903"/>
                <a:gd name="connsiteX62" fmla="*/ 45278 w 413615"/>
                <a:gd name="connsiteY62" fmla="*/ 32919 h 501903"/>
                <a:gd name="connsiteX63" fmla="*/ 45278 w 413615"/>
                <a:gd name="connsiteY63" fmla="*/ 120956 h 501903"/>
                <a:gd name="connsiteX64" fmla="*/ 51286 w 413615"/>
                <a:gd name="connsiteY64" fmla="*/ 126963 h 501903"/>
                <a:gd name="connsiteX65" fmla="*/ 167387 w 413615"/>
                <a:gd name="connsiteY65" fmla="*/ 88771 h 501903"/>
                <a:gd name="connsiteX66" fmla="*/ 176474 w 413615"/>
                <a:gd name="connsiteY66" fmla="*/ 90909 h 501903"/>
                <a:gd name="connsiteX67" fmla="*/ 381365 w 413615"/>
                <a:gd name="connsiteY67" fmla="*/ 295801 h 501903"/>
                <a:gd name="connsiteX68" fmla="*/ 381365 w 413615"/>
                <a:gd name="connsiteY68" fmla="*/ 308401 h 501903"/>
                <a:gd name="connsiteX69" fmla="*/ 368765 w 413615"/>
                <a:gd name="connsiteY69" fmla="*/ 308401 h 501903"/>
                <a:gd name="connsiteX70" fmla="*/ 167758 w 413615"/>
                <a:gd name="connsiteY70" fmla="*/ 107378 h 501903"/>
                <a:gd name="connsiteX71" fmla="*/ 65404 w 413615"/>
                <a:gd name="connsiteY71" fmla="*/ 141096 h 501903"/>
                <a:gd name="connsiteX72" fmla="*/ 89335 w 413615"/>
                <a:gd name="connsiteY72" fmla="*/ 165027 h 501903"/>
                <a:gd name="connsiteX73" fmla="*/ 127400 w 413615"/>
                <a:gd name="connsiteY73" fmla="*/ 170336 h 501903"/>
                <a:gd name="connsiteX74" fmla="*/ 132868 w 413615"/>
                <a:gd name="connsiteY74" fmla="*/ 208336 h 501903"/>
                <a:gd name="connsiteX75" fmla="*/ 89447 w 413615"/>
                <a:gd name="connsiteY75" fmla="*/ 221047 h 501903"/>
                <a:gd name="connsiteX76" fmla="*/ 76736 w 413615"/>
                <a:gd name="connsiteY76" fmla="*/ 177627 h 501903"/>
                <a:gd name="connsiteX77" fmla="*/ 32679 w 413615"/>
                <a:gd name="connsiteY77" fmla="*/ 133577 h 501903"/>
                <a:gd name="connsiteX78" fmla="*/ 32679 w 413615"/>
                <a:gd name="connsiteY78" fmla="*/ 20348 h 50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413615" h="501903">
                  <a:moveTo>
                    <a:pt x="236743" y="312448"/>
                  </a:moveTo>
                  <a:lnTo>
                    <a:pt x="264609" y="340306"/>
                  </a:lnTo>
                  <a:cubicBezTo>
                    <a:pt x="267618" y="332355"/>
                    <a:pt x="265701" y="323379"/>
                    <a:pt x="259706" y="317351"/>
                  </a:cubicBezTo>
                  <a:cubicBezTo>
                    <a:pt x="253677" y="311351"/>
                    <a:pt x="244696" y="309434"/>
                    <a:pt x="236743" y="312448"/>
                  </a:cubicBezTo>
                  <a:close/>
                  <a:moveTo>
                    <a:pt x="180913" y="281803"/>
                  </a:moveTo>
                  <a:cubicBezTo>
                    <a:pt x="177904" y="289754"/>
                    <a:pt x="179821" y="298731"/>
                    <a:pt x="185816" y="304758"/>
                  </a:cubicBezTo>
                  <a:cubicBezTo>
                    <a:pt x="191907" y="310564"/>
                    <a:pt x="200759" y="312425"/>
                    <a:pt x="208672" y="309562"/>
                  </a:cubicBezTo>
                  <a:close/>
                  <a:moveTo>
                    <a:pt x="167572" y="243284"/>
                  </a:moveTo>
                  <a:lnTo>
                    <a:pt x="180293" y="256005"/>
                  </a:lnTo>
                  <a:cubicBezTo>
                    <a:pt x="195834" y="246203"/>
                    <a:pt x="216095" y="248495"/>
                    <a:pt x="229054" y="261521"/>
                  </a:cubicBezTo>
                  <a:cubicBezTo>
                    <a:pt x="232387" y="264974"/>
                    <a:pt x="232386" y="270447"/>
                    <a:pt x="229050" y="273898"/>
                  </a:cubicBezTo>
                  <a:cubicBezTo>
                    <a:pt x="225631" y="277436"/>
                    <a:pt x="219992" y="277533"/>
                    <a:pt x="216454" y="274114"/>
                  </a:cubicBezTo>
                  <a:cubicBezTo>
                    <a:pt x="210365" y="268309"/>
                    <a:pt x="201517" y="266449"/>
                    <a:pt x="193606" y="269310"/>
                  </a:cubicBezTo>
                  <a:lnTo>
                    <a:pt x="223538" y="299242"/>
                  </a:lnTo>
                  <a:cubicBezTo>
                    <a:pt x="236333" y="291213"/>
                    <a:pt x="252595" y="291212"/>
                    <a:pt x="265392" y="299240"/>
                  </a:cubicBezTo>
                  <a:cubicBezTo>
                    <a:pt x="283813" y="310796"/>
                    <a:pt x="289378" y="335098"/>
                    <a:pt x="277821" y="353519"/>
                  </a:cubicBezTo>
                  <a:lnTo>
                    <a:pt x="290543" y="366233"/>
                  </a:lnTo>
                  <a:cubicBezTo>
                    <a:pt x="294022" y="369712"/>
                    <a:pt x="294022" y="375353"/>
                    <a:pt x="290543" y="378833"/>
                  </a:cubicBezTo>
                  <a:cubicBezTo>
                    <a:pt x="287063" y="382312"/>
                    <a:pt x="281422" y="382312"/>
                    <a:pt x="277943" y="378833"/>
                  </a:cubicBezTo>
                  <a:lnTo>
                    <a:pt x="265222" y="366112"/>
                  </a:lnTo>
                  <a:cubicBezTo>
                    <a:pt x="249673" y="375881"/>
                    <a:pt x="229434" y="373591"/>
                    <a:pt x="216461" y="360596"/>
                  </a:cubicBezTo>
                  <a:cubicBezTo>
                    <a:pt x="212982" y="357116"/>
                    <a:pt x="212982" y="351475"/>
                    <a:pt x="216461" y="347996"/>
                  </a:cubicBezTo>
                  <a:cubicBezTo>
                    <a:pt x="219940" y="344516"/>
                    <a:pt x="225582" y="344516"/>
                    <a:pt x="229061" y="347996"/>
                  </a:cubicBezTo>
                  <a:cubicBezTo>
                    <a:pt x="235093" y="353984"/>
                    <a:pt x="244069" y="355892"/>
                    <a:pt x="252016" y="352878"/>
                  </a:cubicBezTo>
                  <a:lnTo>
                    <a:pt x="221977" y="322881"/>
                  </a:lnTo>
                  <a:cubicBezTo>
                    <a:pt x="209165" y="330944"/>
                    <a:pt x="192864" y="330944"/>
                    <a:pt x="180052" y="322881"/>
                  </a:cubicBezTo>
                  <a:cubicBezTo>
                    <a:pt x="161653" y="311304"/>
                    <a:pt x="156123" y="287004"/>
                    <a:pt x="167701" y="268605"/>
                  </a:cubicBezTo>
                  <a:lnTo>
                    <a:pt x="154979" y="255884"/>
                  </a:lnTo>
                  <a:cubicBezTo>
                    <a:pt x="151644" y="252433"/>
                    <a:pt x="151643" y="246960"/>
                    <a:pt x="154976" y="243506"/>
                  </a:cubicBezTo>
                  <a:cubicBezTo>
                    <a:pt x="158393" y="239967"/>
                    <a:pt x="164032" y="239867"/>
                    <a:pt x="167572" y="243284"/>
                  </a:cubicBezTo>
                  <a:close/>
                  <a:moveTo>
                    <a:pt x="104716" y="178760"/>
                  </a:moveTo>
                  <a:lnTo>
                    <a:pt x="104717" y="178760"/>
                  </a:lnTo>
                  <a:lnTo>
                    <a:pt x="103211" y="178902"/>
                  </a:lnTo>
                  <a:lnTo>
                    <a:pt x="111051" y="186742"/>
                  </a:lnTo>
                  <a:cubicBezTo>
                    <a:pt x="114531" y="190221"/>
                    <a:pt x="114531" y="195862"/>
                    <a:pt x="111051" y="199342"/>
                  </a:cubicBezTo>
                  <a:cubicBezTo>
                    <a:pt x="107572" y="202821"/>
                    <a:pt x="101930" y="202821"/>
                    <a:pt x="98450" y="199342"/>
                  </a:cubicBezTo>
                  <a:lnTo>
                    <a:pt x="90611" y="191502"/>
                  </a:lnTo>
                  <a:cubicBezTo>
                    <a:pt x="89937" y="195795"/>
                    <a:pt x="91447" y="200141"/>
                    <a:pt x="94638" y="203090"/>
                  </a:cubicBezTo>
                  <a:cubicBezTo>
                    <a:pt x="100276" y="208477"/>
                    <a:pt x="109154" y="208477"/>
                    <a:pt x="114793" y="203090"/>
                  </a:cubicBezTo>
                  <a:cubicBezTo>
                    <a:pt x="120357" y="197524"/>
                    <a:pt x="120357" y="188502"/>
                    <a:pt x="114793" y="182936"/>
                  </a:cubicBezTo>
                  <a:lnTo>
                    <a:pt x="104717" y="178760"/>
                  </a:lnTo>
                  <a:lnTo>
                    <a:pt x="104723" y="178760"/>
                  </a:lnTo>
                  <a:close/>
                  <a:moveTo>
                    <a:pt x="36615" y="175095"/>
                  </a:moveTo>
                  <a:cubicBezTo>
                    <a:pt x="41247" y="176753"/>
                    <a:pt x="43659" y="181852"/>
                    <a:pt x="42001" y="186484"/>
                  </a:cubicBezTo>
                  <a:lnTo>
                    <a:pt x="19089" y="256047"/>
                  </a:lnTo>
                  <a:lnTo>
                    <a:pt x="243451" y="480401"/>
                  </a:lnTo>
                  <a:lnTo>
                    <a:pt x="398413" y="325447"/>
                  </a:lnTo>
                  <a:cubicBezTo>
                    <a:pt x="398414" y="325445"/>
                    <a:pt x="398416" y="325444"/>
                    <a:pt x="398418" y="325442"/>
                  </a:cubicBezTo>
                  <a:cubicBezTo>
                    <a:pt x="401895" y="321967"/>
                    <a:pt x="407531" y="321969"/>
                    <a:pt x="411006" y="325447"/>
                  </a:cubicBezTo>
                  <a:cubicBezTo>
                    <a:pt x="411006" y="325447"/>
                    <a:pt x="411007" y="325448"/>
                    <a:pt x="411007" y="325448"/>
                  </a:cubicBezTo>
                  <a:cubicBezTo>
                    <a:pt x="414486" y="328928"/>
                    <a:pt x="414485" y="334568"/>
                    <a:pt x="411006" y="338047"/>
                  </a:cubicBezTo>
                  <a:lnTo>
                    <a:pt x="249730" y="499294"/>
                  </a:lnTo>
                  <a:cubicBezTo>
                    <a:pt x="249729" y="499295"/>
                    <a:pt x="249729" y="499295"/>
                    <a:pt x="249728" y="499296"/>
                  </a:cubicBezTo>
                  <a:cubicBezTo>
                    <a:pt x="246249" y="502774"/>
                    <a:pt x="240608" y="502773"/>
                    <a:pt x="237130" y="499294"/>
                  </a:cubicBezTo>
                  <a:lnTo>
                    <a:pt x="2591" y="264763"/>
                  </a:lnTo>
                  <a:cubicBezTo>
                    <a:pt x="221" y="262383"/>
                    <a:pt x="-606" y="258871"/>
                    <a:pt x="453" y="255684"/>
                  </a:cubicBezTo>
                  <a:lnTo>
                    <a:pt x="25082" y="180918"/>
                  </a:lnTo>
                  <a:cubicBezTo>
                    <a:pt x="25127" y="180771"/>
                    <a:pt x="25175" y="180626"/>
                    <a:pt x="25226" y="180481"/>
                  </a:cubicBezTo>
                  <a:cubicBezTo>
                    <a:pt x="26884" y="175849"/>
                    <a:pt x="31983" y="173438"/>
                    <a:pt x="36615" y="175095"/>
                  </a:cubicBezTo>
                  <a:close/>
                  <a:moveTo>
                    <a:pt x="50395" y="2610"/>
                  </a:moveTo>
                  <a:cubicBezTo>
                    <a:pt x="53875" y="-870"/>
                    <a:pt x="59516" y="-870"/>
                    <a:pt x="62995" y="2610"/>
                  </a:cubicBezTo>
                  <a:cubicBezTo>
                    <a:pt x="66475" y="6089"/>
                    <a:pt x="66475" y="11730"/>
                    <a:pt x="62995" y="15209"/>
                  </a:cubicBezTo>
                  <a:lnTo>
                    <a:pt x="45278" y="32919"/>
                  </a:lnTo>
                  <a:cubicBezTo>
                    <a:pt x="21012" y="57248"/>
                    <a:pt x="21012" y="96626"/>
                    <a:pt x="45278" y="120956"/>
                  </a:cubicBezTo>
                  <a:lnTo>
                    <a:pt x="51286" y="126963"/>
                  </a:lnTo>
                  <a:lnTo>
                    <a:pt x="167387" y="88771"/>
                  </a:lnTo>
                  <a:cubicBezTo>
                    <a:pt x="170577" y="87716"/>
                    <a:pt x="174089" y="88542"/>
                    <a:pt x="176474" y="90909"/>
                  </a:cubicBezTo>
                  <a:lnTo>
                    <a:pt x="381365" y="295801"/>
                  </a:lnTo>
                  <a:cubicBezTo>
                    <a:pt x="384844" y="299280"/>
                    <a:pt x="384844" y="304921"/>
                    <a:pt x="381365" y="308401"/>
                  </a:cubicBezTo>
                  <a:cubicBezTo>
                    <a:pt x="377886" y="311880"/>
                    <a:pt x="372245" y="311880"/>
                    <a:pt x="368765" y="308401"/>
                  </a:cubicBezTo>
                  <a:lnTo>
                    <a:pt x="167758" y="107378"/>
                  </a:lnTo>
                  <a:lnTo>
                    <a:pt x="65404" y="141096"/>
                  </a:lnTo>
                  <a:lnTo>
                    <a:pt x="89335" y="165027"/>
                  </a:lnTo>
                  <a:cubicBezTo>
                    <a:pt x="101769" y="158011"/>
                    <a:pt x="117361" y="160186"/>
                    <a:pt x="127400" y="170336"/>
                  </a:cubicBezTo>
                  <a:cubicBezTo>
                    <a:pt x="137465" y="180380"/>
                    <a:pt x="139693" y="195862"/>
                    <a:pt x="132868" y="208336"/>
                  </a:cubicBezTo>
                  <a:cubicBezTo>
                    <a:pt x="124388" y="223837"/>
                    <a:pt x="104948" y="229527"/>
                    <a:pt x="89447" y="221047"/>
                  </a:cubicBezTo>
                  <a:cubicBezTo>
                    <a:pt x="73946" y="212567"/>
                    <a:pt x="68255" y="193127"/>
                    <a:pt x="76736" y="177627"/>
                  </a:cubicBezTo>
                  <a:lnTo>
                    <a:pt x="32679" y="133577"/>
                  </a:lnTo>
                  <a:cubicBezTo>
                    <a:pt x="1464" y="102287"/>
                    <a:pt x="1464" y="51637"/>
                    <a:pt x="32679" y="20348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34" name="Group 259">
            <a:extLst>
              <a:ext uri="{FF2B5EF4-FFF2-40B4-BE49-F238E27FC236}">
                <a16:creationId xmlns:a16="http://schemas.microsoft.com/office/drawing/2014/main" id="{F63CB2FA-A576-E87B-BE19-B98C6F89F373}"/>
              </a:ext>
            </a:extLst>
          </p:cNvPr>
          <p:cNvGrpSpPr/>
          <p:nvPr/>
        </p:nvGrpSpPr>
        <p:grpSpPr>
          <a:xfrm>
            <a:off x="5877403" y="3161503"/>
            <a:ext cx="440664" cy="492196"/>
            <a:chOff x="5877403" y="3161503"/>
            <a:chExt cx="440664" cy="492196"/>
          </a:xfrm>
        </p:grpSpPr>
        <p:sp>
          <p:nvSpPr>
            <p:cNvPr id="135" name="Freeform: Shape 109">
              <a:extLst>
                <a:ext uri="{FF2B5EF4-FFF2-40B4-BE49-F238E27FC236}">
                  <a16:creationId xmlns:a16="http://schemas.microsoft.com/office/drawing/2014/main" id="{7C13073D-8440-A1F3-28AF-E749E57CE8FB}"/>
                </a:ext>
              </a:extLst>
            </p:cNvPr>
            <p:cNvSpPr/>
            <p:nvPr/>
          </p:nvSpPr>
          <p:spPr>
            <a:xfrm>
              <a:off x="5886312" y="3170412"/>
              <a:ext cx="422845" cy="430785"/>
            </a:xfrm>
            <a:custGeom>
              <a:avLst/>
              <a:gdLst>
                <a:gd name="connsiteX0" fmla="*/ 0 w 422845"/>
                <a:gd name="connsiteY0" fmla="*/ 87216 h 430785"/>
                <a:gd name="connsiteX1" fmla="*/ 166828 w 422845"/>
                <a:gd name="connsiteY1" fmla="*/ 87216 h 430785"/>
                <a:gd name="connsiteX2" fmla="*/ 166828 w 422845"/>
                <a:gd name="connsiteY2" fmla="*/ 87217 h 430785"/>
                <a:gd name="connsiteX3" fmla="*/ 166828 w 422845"/>
                <a:gd name="connsiteY3" fmla="*/ 176407 h 430785"/>
                <a:gd name="connsiteX4" fmla="*/ 211420 w 422845"/>
                <a:gd name="connsiteY4" fmla="*/ 131816 h 430785"/>
                <a:gd name="connsiteX5" fmla="*/ 256012 w 422845"/>
                <a:gd name="connsiteY5" fmla="*/ 176407 h 430785"/>
                <a:gd name="connsiteX6" fmla="*/ 256012 w 422845"/>
                <a:gd name="connsiteY6" fmla="*/ 87217 h 430785"/>
                <a:gd name="connsiteX7" fmla="*/ 256012 w 422845"/>
                <a:gd name="connsiteY7" fmla="*/ 87216 h 430785"/>
                <a:gd name="connsiteX8" fmla="*/ 422845 w 422845"/>
                <a:gd name="connsiteY8" fmla="*/ 87216 h 430785"/>
                <a:gd name="connsiteX9" fmla="*/ 422845 w 422845"/>
                <a:gd name="connsiteY9" fmla="*/ 430785 h 430785"/>
                <a:gd name="connsiteX10" fmla="*/ 285285 w 422845"/>
                <a:gd name="connsiteY10" fmla="*/ 430785 h 430785"/>
                <a:gd name="connsiteX11" fmla="*/ 291862 w 422845"/>
                <a:gd name="connsiteY11" fmla="*/ 421030 h 430785"/>
                <a:gd name="connsiteX12" fmla="*/ 298722 w 422845"/>
                <a:gd name="connsiteY12" fmla="*/ 387048 h 430785"/>
                <a:gd name="connsiteX13" fmla="*/ 211420 w 422845"/>
                <a:gd name="connsiteY13" fmla="*/ 299746 h 430785"/>
                <a:gd name="connsiteX14" fmla="*/ 124118 w 422845"/>
                <a:gd name="connsiteY14" fmla="*/ 387048 h 430785"/>
                <a:gd name="connsiteX15" fmla="*/ 130979 w 422845"/>
                <a:gd name="connsiteY15" fmla="*/ 421030 h 430785"/>
                <a:gd name="connsiteX16" fmla="*/ 137556 w 422845"/>
                <a:gd name="connsiteY16" fmla="*/ 430785 h 430785"/>
                <a:gd name="connsiteX17" fmla="*/ 0 w 422845"/>
                <a:gd name="connsiteY17" fmla="*/ 430785 h 430785"/>
                <a:gd name="connsiteX18" fmla="*/ 179770 w 422845"/>
                <a:gd name="connsiteY18" fmla="*/ 0 h 430785"/>
                <a:gd name="connsiteX19" fmla="*/ 243070 w 422845"/>
                <a:gd name="connsiteY19" fmla="*/ 0 h 430785"/>
                <a:gd name="connsiteX20" fmla="*/ 256012 w 422845"/>
                <a:gd name="connsiteY20" fmla="*/ 87217 h 430785"/>
                <a:gd name="connsiteX21" fmla="*/ 166828 w 422845"/>
                <a:gd name="connsiteY21" fmla="*/ 87217 h 43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845" h="430785">
                  <a:moveTo>
                    <a:pt x="0" y="87216"/>
                  </a:moveTo>
                  <a:lnTo>
                    <a:pt x="166828" y="87216"/>
                  </a:lnTo>
                  <a:lnTo>
                    <a:pt x="166828" y="87217"/>
                  </a:lnTo>
                  <a:lnTo>
                    <a:pt x="166828" y="176407"/>
                  </a:lnTo>
                  <a:lnTo>
                    <a:pt x="211420" y="131816"/>
                  </a:lnTo>
                  <a:lnTo>
                    <a:pt x="256012" y="176407"/>
                  </a:lnTo>
                  <a:lnTo>
                    <a:pt x="256012" y="87217"/>
                  </a:lnTo>
                  <a:lnTo>
                    <a:pt x="256012" y="87216"/>
                  </a:lnTo>
                  <a:lnTo>
                    <a:pt x="422845" y="87216"/>
                  </a:lnTo>
                  <a:lnTo>
                    <a:pt x="422845" y="430785"/>
                  </a:lnTo>
                  <a:lnTo>
                    <a:pt x="285285" y="430785"/>
                  </a:lnTo>
                  <a:lnTo>
                    <a:pt x="291862" y="421030"/>
                  </a:lnTo>
                  <a:cubicBezTo>
                    <a:pt x="296279" y="410585"/>
                    <a:pt x="298722" y="399102"/>
                    <a:pt x="298722" y="387048"/>
                  </a:cubicBezTo>
                  <a:cubicBezTo>
                    <a:pt x="298722" y="338832"/>
                    <a:pt x="259636" y="299746"/>
                    <a:pt x="211420" y="299746"/>
                  </a:cubicBezTo>
                  <a:cubicBezTo>
                    <a:pt x="163204" y="299746"/>
                    <a:pt x="124118" y="338832"/>
                    <a:pt x="124118" y="387048"/>
                  </a:cubicBezTo>
                  <a:cubicBezTo>
                    <a:pt x="124118" y="399102"/>
                    <a:pt x="126561" y="410585"/>
                    <a:pt x="130979" y="421030"/>
                  </a:cubicBezTo>
                  <a:lnTo>
                    <a:pt x="137556" y="430785"/>
                  </a:lnTo>
                  <a:lnTo>
                    <a:pt x="0" y="430785"/>
                  </a:lnTo>
                  <a:close/>
                  <a:moveTo>
                    <a:pt x="179770" y="0"/>
                  </a:moveTo>
                  <a:lnTo>
                    <a:pt x="243070" y="0"/>
                  </a:lnTo>
                  <a:lnTo>
                    <a:pt x="256012" y="87217"/>
                  </a:lnTo>
                  <a:lnTo>
                    <a:pt x="166828" y="87217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6" name="Freeform: Shape 110">
              <a:extLst>
                <a:ext uri="{FF2B5EF4-FFF2-40B4-BE49-F238E27FC236}">
                  <a16:creationId xmlns:a16="http://schemas.microsoft.com/office/drawing/2014/main" id="{48E53A49-97DC-414B-AB9D-58CDCDEF3DA4}"/>
                </a:ext>
              </a:extLst>
            </p:cNvPr>
            <p:cNvSpPr/>
            <p:nvPr/>
          </p:nvSpPr>
          <p:spPr>
            <a:xfrm>
              <a:off x="5877403" y="3161503"/>
              <a:ext cx="440664" cy="492196"/>
            </a:xfrm>
            <a:custGeom>
              <a:avLst/>
              <a:gdLst>
                <a:gd name="connsiteX0" fmla="*/ 220314 w 440664"/>
                <a:gd name="connsiteY0" fmla="*/ 338502 h 492196"/>
                <a:gd name="connsiteX1" fmla="*/ 229222 w 440664"/>
                <a:gd name="connsiteY1" fmla="*/ 347410 h 492196"/>
                <a:gd name="connsiteX2" fmla="*/ 229222 w 440664"/>
                <a:gd name="connsiteY2" fmla="*/ 422618 h 492196"/>
                <a:gd name="connsiteX3" fmla="*/ 255590 w 440664"/>
                <a:gd name="connsiteY3" fmla="*/ 395537 h 492196"/>
                <a:gd name="connsiteX4" fmla="*/ 255569 w 440664"/>
                <a:gd name="connsiteY4" fmla="*/ 395515 h 492196"/>
                <a:gd name="connsiteX5" fmla="*/ 268024 w 440664"/>
                <a:gd name="connsiteY5" fmla="*/ 395350 h 492196"/>
                <a:gd name="connsiteX6" fmla="*/ 268333 w 440664"/>
                <a:gd name="connsiteY6" fmla="*/ 407944 h 492196"/>
                <a:gd name="connsiteX7" fmla="*/ 226685 w 440664"/>
                <a:gd name="connsiteY7" fmla="*/ 450704 h 492196"/>
                <a:gd name="connsiteX8" fmla="*/ 226518 w 440664"/>
                <a:gd name="connsiteY8" fmla="*/ 450871 h 492196"/>
                <a:gd name="connsiteX9" fmla="*/ 213921 w 440664"/>
                <a:gd name="connsiteY9" fmla="*/ 450704 h 492196"/>
                <a:gd name="connsiteX10" fmla="*/ 172273 w 440664"/>
                <a:gd name="connsiteY10" fmla="*/ 407944 h 492196"/>
                <a:gd name="connsiteX11" fmla="*/ 172438 w 440664"/>
                <a:gd name="connsiteY11" fmla="*/ 395489 h 492196"/>
                <a:gd name="connsiteX12" fmla="*/ 185037 w 440664"/>
                <a:gd name="connsiteY12" fmla="*/ 395515 h 492196"/>
                <a:gd name="connsiteX13" fmla="*/ 211405 w 440664"/>
                <a:gd name="connsiteY13" fmla="*/ 422596 h 492196"/>
                <a:gd name="connsiteX14" fmla="*/ 211405 w 440664"/>
                <a:gd name="connsiteY14" fmla="*/ 347410 h 492196"/>
                <a:gd name="connsiteX15" fmla="*/ 220314 w 440664"/>
                <a:gd name="connsiteY15" fmla="*/ 338502 h 492196"/>
                <a:gd name="connsiteX16" fmla="*/ 220329 w 440664"/>
                <a:gd name="connsiteY16" fmla="*/ 317564 h 492196"/>
                <a:gd name="connsiteX17" fmla="*/ 141935 w 440664"/>
                <a:gd name="connsiteY17" fmla="*/ 395957 h 492196"/>
                <a:gd name="connsiteX18" fmla="*/ 220329 w 440664"/>
                <a:gd name="connsiteY18" fmla="*/ 474350 h 492196"/>
                <a:gd name="connsiteX19" fmla="*/ 298722 w 440664"/>
                <a:gd name="connsiteY19" fmla="*/ 395957 h 492196"/>
                <a:gd name="connsiteX20" fmla="*/ 220329 w 440664"/>
                <a:gd name="connsiteY20" fmla="*/ 317564 h 492196"/>
                <a:gd name="connsiteX21" fmla="*/ 431748 w 440664"/>
                <a:gd name="connsiteY21" fmla="*/ 126712 h 492196"/>
                <a:gd name="connsiteX22" fmla="*/ 431755 w 440664"/>
                <a:gd name="connsiteY22" fmla="*/ 126712 h 492196"/>
                <a:gd name="connsiteX23" fmla="*/ 440664 w 440664"/>
                <a:gd name="connsiteY23" fmla="*/ 135620 h 492196"/>
                <a:gd name="connsiteX24" fmla="*/ 440664 w 440664"/>
                <a:gd name="connsiteY24" fmla="*/ 439693 h 492196"/>
                <a:gd name="connsiteX25" fmla="*/ 431755 w 440664"/>
                <a:gd name="connsiteY25" fmla="*/ 448601 h 492196"/>
                <a:gd name="connsiteX26" fmla="*/ 300767 w 440664"/>
                <a:gd name="connsiteY26" fmla="*/ 448601 h 492196"/>
                <a:gd name="connsiteX27" fmla="*/ 185417 w 440664"/>
                <a:gd name="connsiteY27" fmla="*/ 485669 h 492196"/>
                <a:gd name="connsiteX28" fmla="*/ 130532 w 440664"/>
                <a:gd name="connsiteY28" fmla="*/ 361169 h 492196"/>
                <a:gd name="connsiteX29" fmla="*/ 255033 w 440664"/>
                <a:gd name="connsiteY29" fmla="*/ 306284 h 492196"/>
                <a:gd name="connsiteX30" fmla="*/ 309918 w 440664"/>
                <a:gd name="connsiteY30" fmla="*/ 430785 h 492196"/>
                <a:gd name="connsiteX31" fmla="*/ 422840 w 440664"/>
                <a:gd name="connsiteY31" fmla="*/ 430785 h 492196"/>
                <a:gd name="connsiteX32" fmla="*/ 422840 w 440664"/>
                <a:gd name="connsiteY32" fmla="*/ 135620 h 492196"/>
                <a:gd name="connsiteX33" fmla="*/ 431748 w 440664"/>
                <a:gd name="connsiteY33" fmla="*/ 126712 h 492196"/>
                <a:gd name="connsiteX34" fmla="*/ 262304 w 440664"/>
                <a:gd name="connsiteY34" fmla="*/ 17817 h 492196"/>
                <a:gd name="connsiteX35" fmla="*/ 272602 w 440664"/>
                <a:gd name="connsiteY35" fmla="*/ 87216 h 492196"/>
                <a:gd name="connsiteX36" fmla="*/ 416147 w 440664"/>
                <a:gd name="connsiteY36" fmla="*/ 87216 h 492196"/>
                <a:gd name="connsiteX37" fmla="*/ 375191 w 440664"/>
                <a:gd name="connsiteY37" fmla="*/ 17817 h 492196"/>
                <a:gd name="connsiteX38" fmla="*/ 196362 w 440664"/>
                <a:gd name="connsiteY38" fmla="*/ 17817 h 492196"/>
                <a:gd name="connsiteX39" fmla="*/ 186064 w 440664"/>
                <a:gd name="connsiteY39" fmla="*/ 87216 h 492196"/>
                <a:gd name="connsiteX40" fmla="*/ 254593 w 440664"/>
                <a:gd name="connsiteY40" fmla="*/ 87216 h 492196"/>
                <a:gd name="connsiteX41" fmla="*/ 244295 w 440664"/>
                <a:gd name="connsiteY41" fmla="*/ 17817 h 492196"/>
                <a:gd name="connsiteX42" fmla="*/ 60377 w 440664"/>
                <a:gd name="connsiteY42" fmla="*/ 0 h 492196"/>
                <a:gd name="connsiteX43" fmla="*/ 380272 w 440664"/>
                <a:gd name="connsiteY43" fmla="*/ 0 h 492196"/>
                <a:gd name="connsiteX44" fmla="*/ 387947 w 440664"/>
                <a:gd name="connsiteY44" fmla="*/ 4376 h 492196"/>
                <a:gd name="connsiteX45" fmla="*/ 439423 w 440664"/>
                <a:gd name="connsiteY45" fmla="*/ 91592 h 492196"/>
                <a:gd name="connsiteX46" fmla="*/ 440662 w 440664"/>
                <a:gd name="connsiteY46" fmla="*/ 96131 h 492196"/>
                <a:gd name="connsiteX47" fmla="*/ 431748 w 440664"/>
                <a:gd name="connsiteY47" fmla="*/ 105033 h 492196"/>
                <a:gd name="connsiteX48" fmla="*/ 273828 w 440664"/>
                <a:gd name="connsiteY48" fmla="*/ 105033 h 492196"/>
                <a:gd name="connsiteX49" fmla="*/ 273828 w 440664"/>
                <a:gd name="connsiteY49" fmla="*/ 185307 h 492196"/>
                <a:gd name="connsiteX50" fmla="*/ 271218 w 440664"/>
                <a:gd name="connsiteY50" fmla="*/ 191609 h 492196"/>
                <a:gd name="connsiteX51" fmla="*/ 258620 w 440664"/>
                <a:gd name="connsiteY51" fmla="*/ 191607 h 492196"/>
                <a:gd name="connsiteX52" fmla="*/ 220328 w 440664"/>
                <a:gd name="connsiteY52" fmla="*/ 153308 h 492196"/>
                <a:gd name="connsiteX53" fmla="*/ 182037 w 440664"/>
                <a:gd name="connsiteY53" fmla="*/ 191614 h 492196"/>
                <a:gd name="connsiteX54" fmla="*/ 175735 w 440664"/>
                <a:gd name="connsiteY54" fmla="*/ 194224 h 492196"/>
                <a:gd name="connsiteX55" fmla="*/ 166828 w 440664"/>
                <a:gd name="connsiteY55" fmla="*/ 185314 h 492196"/>
                <a:gd name="connsiteX56" fmla="*/ 166828 w 440664"/>
                <a:gd name="connsiteY56" fmla="*/ 132057 h 492196"/>
                <a:gd name="connsiteX57" fmla="*/ 175737 w 440664"/>
                <a:gd name="connsiteY57" fmla="*/ 123148 h 492196"/>
                <a:gd name="connsiteX58" fmla="*/ 184645 w 440664"/>
                <a:gd name="connsiteY58" fmla="*/ 132057 h 492196"/>
                <a:gd name="connsiteX59" fmla="*/ 184645 w 440664"/>
                <a:gd name="connsiteY59" fmla="*/ 163806 h 492196"/>
                <a:gd name="connsiteX60" fmla="*/ 214029 w 440664"/>
                <a:gd name="connsiteY60" fmla="*/ 134416 h 492196"/>
                <a:gd name="connsiteX61" fmla="*/ 226628 w 440664"/>
                <a:gd name="connsiteY61" fmla="*/ 134416 h 492196"/>
                <a:gd name="connsiteX62" fmla="*/ 256012 w 440664"/>
                <a:gd name="connsiteY62" fmla="*/ 163806 h 492196"/>
                <a:gd name="connsiteX63" fmla="*/ 256012 w 440664"/>
                <a:gd name="connsiteY63" fmla="*/ 105033 h 492196"/>
                <a:gd name="connsiteX64" fmla="*/ 56415 w 440664"/>
                <a:gd name="connsiteY64" fmla="*/ 105033 h 492196"/>
                <a:gd name="connsiteX65" fmla="*/ 47506 w 440664"/>
                <a:gd name="connsiteY65" fmla="*/ 96124 h 492196"/>
                <a:gd name="connsiteX66" fmla="*/ 56415 w 440664"/>
                <a:gd name="connsiteY66" fmla="*/ 87216 h 492196"/>
                <a:gd name="connsiteX67" fmla="*/ 168054 w 440664"/>
                <a:gd name="connsiteY67" fmla="*/ 87216 h 492196"/>
                <a:gd name="connsiteX68" fmla="*/ 178353 w 440664"/>
                <a:gd name="connsiteY68" fmla="*/ 17817 h 492196"/>
                <a:gd name="connsiteX69" fmla="*/ 65465 w 440664"/>
                <a:gd name="connsiteY69" fmla="*/ 17817 h 492196"/>
                <a:gd name="connsiteX70" fmla="*/ 17809 w 440664"/>
                <a:gd name="connsiteY70" fmla="*/ 98562 h 492196"/>
                <a:gd name="connsiteX71" fmla="*/ 17809 w 440664"/>
                <a:gd name="connsiteY71" fmla="*/ 430785 h 492196"/>
                <a:gd name="connsiteX72" fmla="*/ 83731 w 440664"/>
                <a:gd name="connsiteY72" fmla="*/ 430785 h 492196"/>
                <a:gd name="connsiteX73" fmla="*/ 83738 w 440664"/>
                <a:gd name="connsiteY73" fmla="*/ 430785 h 492196"/>
                <a:gd name="connsiteX74" fmla="*/ 92646 w 440664"/>
                <a:gd name="connsiteY74" fmla="*/ 439693 h 492196"/>
                <a:gd name="connsiteX75" fmla="*/ 83738 w 440664"/>
                <a:gd name="connsiteY75" fmla="*/ 448601 h 492196"/>
                <a:gd name="connsiteX76" fmla="*/ 8908 w 440664"/>
                <a:gd name="connsiteY76" fmla="*/ 448601 h 492196"/>
                <a:gd name="connsiteX77" fmla="*/ 0 w 440664"/>
                <a:gd name="connsiteY77" fmla="*/ 439693 h 492196"/>
                <a:gd name="connsiteX78" fmla="*/ 0 w 440664"/>
                <a:gd name="connsiteY78" fmla="*/ 96124 h 492196"/>
                <a:gd name="connsiteX79" fmla="*/ 114 w 440664"/>
                <a:gd name="connsiteY79" fmla="*/ 95561 h 492196"/>
                <a:gd name="connsiteX80" fmla="*/ 1040 w 440664"/>
                <a:gd name="connsiteY80" fmla="*/ 92148 h 492196"/>
                <a:gd name="connsiteX81" fmla="*/ 1233 w 440664"/>
                <a:gd name="connsiteY81" fmla="*/ 91592 h 492196"/>
                <a:gd name="connsiteX82" fmla="*/ 52702 w 440664"/>
                <a:gd name="connsiteY82" fmla="*/ 4376 h 492196"/>
                <a:gd name="connsiteX83" fmla="*/ 60377 w 440664"/>
                <a:gd name="connsiteY83" fmla="*/ 0 h 49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440664" h="492196">
                  <a:moveTo>
                    <a:pt x="220314" y="338502"/>
                  </a:moveTo>
                  <a:cubicBezTo>
                    <a:pt x="225233" y="338502"/>
                    <a:pt x="229222" y="342490"/>
                    <a:pt x="229222" y="347410"/>
                  </a:cubicBezTo>
                  <a:lnTo>
                    <a:pt x="229222" y="422618"/>
                  </a:lnTo>
                  <a:lnTo>
                    <a:pt x="255590" y="395537"/>
                  </a:lnTo>
                  <a:lnTo>
                    <a:pt x="255569" y="395515"/>
                  </a:lnTo>
                  <a:cubicBezTo>
                    <a:pt x="258986" y="392084"/>
                    <a:pt x="264518" y="392010"/>
                    <a:pt x="268024" y="395350"/>
                  </a:cubicBezTo>
                  <a:cubicBezTo>
                    <a:pt x="271588" y="398742"/>
                    <a:pt x="271726" y="404381"/>
                    <a:pt x="268333" y="407944"/>
                  </a:cubicBezTo>
                  <a:lnTo>
                    <a:pt x="226685" y="450704"/>
                  </a:lnTo>
                  <a:cubicBezTo>
                    <a:pt x="226630" y="450760"/>
                    <a:pt x="226574" y="450816"/>
                    <a:pt x="226518" y="450871"/>
                  </a:cubicBezTo>
                  <a:cubicBezTo>
                    <a:pt x="222994" y="454303"/>
                    <a:pt x="217354" y="454229"/>
                    <a:pt x="213921" y="450704"/>
                  </a:cubicBezTo>
                  <a:lnTo>
                    <a:pt x="172273" y="407944"/>
                  </a:lnTo>
                  <a:cubicBezTo>
                    <a:pt x="168934" y="404437"/>
                    <a:pt x="169007" y="398906"/>
                    <a:pt x="172438" y="395489"/>
                  </a:cubicBezTo>
                  <a:cubicBezTo>
                    <a:pt x="175925" y="392017"/>
                    <a:pt x="181565" y="392029"/>
                    <a:pt x="185037" y="395515"/>
                  </a:cubicBezTo>
                  <a:lnTo>
                    <a:pt x="211405" y="422596"/>
                  </a:lnTo>
                  <a:lnTo>
                    <a:pt x="211405" y="347410"/>
                  </a:lnTo>
                  <a:cubicBezTo>
                    <a:pt x="211405" y="342490"/>
                    <a:pt x="215394" y="338502"/>
                    <a:pt x="220314" y="338502"/>
                  </a:cubicBezTo>
                  <a:close/>
                  <a:moveTo>
                    <a:pt x="220329" y="317564"/>
                  </a:moveTo>
                  <a:cubicBezTo>
                    <a:pt x="177033" y="317564"/>
                    <a:pt x="141935" y="352661"/>
                    <a:pt x="141935" y="395957"/>
                  </a:cubicBezTo>
                  <a:cubicBezTo>
                    <a:pt x="141935" y="439252"/>
                    <a:pt x="177033" y="474350"/>
                    <a:pt x="220329" y="474350"/>
                  </a:cubicBezTo>
                  <a:cubicBezTo>
                    <a:pt x="263605" y="474303"/>
                    <a:pt x="298675" y="439233"/>
                    <a:pt x="298722" y="395957"/>
                  </a:cubicBezTo>
                  <a:cubicBezTo>
                    <a:pt x="298722" y="352661"/>
                    <a:pt x="263624" y="317564"/>
                    <a:pt x="220329" y="317564"/>
                  </a:cubicBezTo>
                  <a:close/>
                  <a:moveTo>
                    <a:pt x="431748" y="126712"/>
                  </a:moveTo>
                  <a:cubicBezTo>
                    <a:pt x="431751" y="126712"/>
                    <a:pt x="431753" y="126712"/>
                    <a:pt x="431755" y="126712"/>
                  </a:cubicBezTo>
                  <a:cubicBezTo>
                    <a:pt x="436675" y="126712"/>
                    <a:pt x="440664" y="130700"/>
                    <a:pt x="440664" y="135620"/>
                  </a:cubicBezTo>
                  <a:lnTo>
                    <a:pt x="440664" y="439693"/>
                  </a:lnTo>
                  <a:cubicBezTo>
                    <a:pt x="440664" y="444613"/>
                    <a:pt x="436675" y="448601"/>
                    <a:pt x="431755" y="448601"/>
                  </a:cubicBezTo>
                  <a:lnTo>
                    <a:pt x="300767" y="448601"/>
                  </a:lnTo>
                  <a:cubicBezTo>
                    <a:pt x="275903" y="486656"/>
                    <a:pt x="227796" y="502116"/>
                    <a:pt x="185417" y="485669"/>
                  </a:cubicBezTo>
                  <a:cubicBezTo>
                    <a:pt x="135881" y="466445"/>
                    <a:pt x="111308" y="410705"/>
                    <a:pt x="130532" y="361169"/>
                  </a:cubicBezTo>
                  <a:cubicBezTo>
                    <a:pt x="149756" y="311633"/>
                    <a:pt x="205498" y="287061"/>
                    <a:pt x="255033" y="306284"/>
                  </a:cubicBezTo>
                  <a:cubicBezTo>
                    <a:pt x="304569" y="325508"/>
                    <a:pt x="329142" y="381249"/>
                    <a:pt x="309918" y="430785"/>
                  </a:cubicBezTo>
                  <a:lnTo>
                    <a:pt x="422840" y="430785"/>
                  </a:lnTo>
                  <a:lnTo>
                    <a:pt x="422840" y="135620"/>
                  </a:lnTo>
                  <a:cubicBezTo>
                    <a:pt x="422840" y="130700"/>
                    <a:pt x="426828" y="126712"/>
                    <a:pt x="431748" y="126712"/>
                  </a:cubicBezTo>
                  <a:close/>
                  <a:moveTo>
                    <a:pt x="262304" y="17817"/>
                  </a:moveTo>
                  <a:lnTo>
                    <a:pt x="272602" y="87216"/>
                  </a:lnTo>
                  <a:lnTo>
                    <a:pt x="416147" y="87216"/>
                  </a:lnTo>
                  <a:lnTo>
                    <a:pt x="375191" y="17817"/>
                  </a:lnTo>
                  <a:close/>
                  <a:moveTo>
                    <a:pt x="196362" y="17817"/>
                  </a:moveTo>
                  <a:lnTo>
                    <a:pt x="186064" y="87216"/>
                  </a:lnTo>
                  <a:lnTo>
                    <a:pt x="254593" y="87216"/>
                  </a:lnTo>
                  <a:lnTo>
                    <a:pt x="244295" y="17817"/>
                  </a:lnTo>
                  <a:close/>
                  <a:moveTo>
                    <a:pt x="60377" y="0"/>
                  </a:moveTo>
                  <a:lnTo>
                    <a:pt x="380272" y="0"/>
                  </a:lnTo>
                  <a:cubicBezTo>
                    <a:pt x="383424" y="-2"/>
                    <a:pt x="386343" y="1662"/>
                    <a:pt x="387947" y="4376"/>
                  </a:cubicBezTo>
                  <a:lnTo>
                    <a:pt x="439423" y="91592"/>
                  </a:lnTo>
                  <a:cubicBezTo>
                    <a:pt x="440235" y="92966"/>
                    <a:pt x="440663" y="94534"/>
                    <a:pt x="440662" y="96131"/>
                  </a:cubicBezTo>
                  <a:cubicBezTo>
                    <a:pt x="440659" y="101051"/>
                    <a:pt x="436668" y="105036"/>
                    <a:pt x="431748" y="105033"/>
                  </a:cubicBezTo>
                  <a:lnTo>
                    <a:pt x="273828" y="105033"/>
                  </a:lnTo>
                  <a:lnTo>
                    <a:pt x="273828" y="185307"/>
                  </a:lnTo>
                  <a:cubicBezTo>
                    <a:pt x="273829" y="187671"/>
                    <a:pt x="272890" y="189938"/>
                    <a:pt x="271218" y="191609"/>
                  </a:cubicBezTo>
                  <a:cubicBezTo>
                    <a:pt x="267739" y="195087"/>
                    <a:pt x="262098" y="195086"/>
                    <a:pt x="258620" y="191607"/>
                  </a:cubicBezTo>
                  <a:lnTo>
                    <a:pt x="220328" y="153308"/>
                  </a:lnTo>
                  <a:lnTo>
                    <a:pt x="182037" y="191614"/>
                  </a:lnTo>
                  <a:cubicBezTo>
                    <a:pt x="180366" y="193286"/>
                    <a:pt x="178099" y="194225"/>
                    <a:pt x="175735" y="194224"/>
                  </a:cubicBezTo>
                  <a:cubicBezTo>
                    <a:pt x="170815" y="194223"/>
                    <a:pt x="166827" y="190234"/>
                    <a:pt x="166828" y="185314"/>
                  </a:cubicBezTo>
                  <a:lnTo>
                    <a:pt x="166828" y="132057"/>
                  </a:lnTo>
                  <a:cubicBezTo>
                    <a:pt x="166828" y="127137"/>
                    <a:pt x="170817" y="123148"/>
                    <a:pt x="175737" y="123148"/>
                  </a:cubicBezTo>
                  <a:cubicBezTo>
                    <a:pt x="180657" y="123148"/>
                    <a:pt x="184645" y="127137"/>
                    <a:pt x="184645" y="132057"/>
                  </a:cubicBezTo>
                  <a:lnTo>
                    <a:pt x="184645" y="163806"/>
                  </a:lnTo>
                  <a:lnTo>
                    <a:pt x="214029" y="134416"/>
                  </a:lnTo>
                  <a:cubicBezTo>
                    <a:pt x="217564" y="131074"/>
                    <a:pt x="223093" y="131074"/>
                    <a:pt x="226628" y="134416"/>
                  </a:cubicBezTo>
                  <a:lnTo>
                    <a:pt x="256012" y="163806"/>
                  </a:lnTo>
                  <a:lnTo>
                    <a:pt x="256012" y="105033"/>
                  </a:lnTo>
                  <a:lnTo>
                    <a:pt x="56415" y="105033"/>
                  </a:lnTo>
                  <a:cubicBezTo>
                    <a:pt x="51495" y="105033"/>
                    <a:pt x="47506" y="101044"/>
                    <a:pt x="47506" y="96124"/>
                  </a:cubicBezTo>
                  <a:cubicBezTo>
                    <a:pt x="47506" y="91204"/>
                    <a:pt x="51495" y="87216"/>
                    <a:pt x="56415" y="87216"/>
                  </a:cubicBezTo>
                  <a:lnTo>
                    <a:pt x="168054" y="87216"/>
                  </a:lnTo>
                  <a:lnTo>
                    <a:pt x="178353" y="17817"/>
                  </a:lnTo>
                  <a:lnTo>
                    <a:pt x="65465" y="17817"/>
                  </a:lnTo>
                  <a:lnTo>
                    <a:pt x="17809" y="98562"/>
                  </a:lnTo>
                  <a:lnTo>
                    <a:pt x="17809" y="430785"/>
                  </a:lnTo>
                  <a:lnTo>
                    <a:pt x="83731" y="430785"/>
                  </a:lnTo>
                  <a:lnTo>
                    <a:pt x="83738" y="430785"/>
                  </a:lnTo>
                  <a:cubicBezTo>
                    <a:pt x="88658" y="430785"/>
                    <a:pt x="92646" y="434773"/>
                    <a:pt x="92646" y="439693"/>
                  </a:cubicBezTo>
                  <a:cubicBezTo>
                    <a:pt x="92646" y="444613"/>
                    <a:pt x="88658" y="448601"/>
                    <a:pt x="83738" y="448601"/>
                  </a:cubicBezTo>
                  <a:lnTo>
                    <a:pt x="8908" y="448601"/>
                  </a:lnTo>
                  <a:cubicBezTo>
                    <a:pt x="3988" y="448601"/>
                    <a:pt x="0" y="444613"/>
                    <a:pt x="0" y="439693"/>
                  </a:cubicBezTo>
                  <a:lnTo>
                    <a:pt x="0" y="96124"/>
                  </a:lnTo>
                  <a:cubicBezTo>
                    <a:pt x="0" y="95925"/>
                    <a:pt x="114" y="95761"/>
                    <a:pt x="114" y="95561"/>
                  </a:cubicBezTo>
                  <a:cubicBezTo>
                    <a:pt x="269" y="94387"/>
                    <a:pt x="580" y="93239"/>
                    <a:pt x="1040" y="92148"/>
                  </a:cubicBezTo>
                  <a:cubicBezTo>
                    <a:pt x="1133" y="91969"/>
                    <a:pt x="1126" y="91770"/>
                    <a:pt x="1233" y="91592"/>
                  </a:cubicBezTo>
                  <a:lnTo>
                    <a:pt x="52702" y="4376"/>
                  </a:lnTo>
                  <a:cubicBezTo>
                    <a:pt x="54306" y="1662"/>
                    <a:pt x="57224" y="-2"/>
                    <a:pt x="60377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37" name="Group 258">
            <a:extLst>
              <a:ext uri="{FF2B5EF4-FFF2-40B4-BE49-F238E27FC236}">
                <a16:creationId xmlns:a16="http://schemas.microsoft.com/office/drawing/2014/main" id="{E4A35B78-CDAD-2120-3852-179124954562}"/>
              </a:ext>
            </a:extLst>
          </p:cNvPr>
          <p:cNvGrpSpPr/>
          <p:nvPr/>
        </p:nvGrpSpPr>
        <p:grpSpPr>
          <a:xfrm>
            <a:off x="4835943" y="3163581"/>
            <a:ext cx="489117" cy="488651"/>
            <a:chOff x="4835943" y="3163581"/>
            <a:chExt cx="489117" cy="488651"/>
          </a:xfrm>
        </p:grpSpPr>
        <p:sp>
          <p:nvSpPr>
            <p:cNvPr id="138" name="Freeform: Shape 112">
              <a:extLst>
                <a:ext uri="{FF2B5EF4-FFF2-40B4-BE49-F238E27FC236}">
                  <a16:creationId xmlns:a16="http://schemas.microsoft.com/office/drawing/2014/main" id="{1DA82DF8-A386-BB05-425C-ADE32C73B773}"/>
                </a:ext>
              </a:extLst>
            </p:cNvPr>
            <p:cNvSpPr/>
            <p:nvPr/>
          </p:nvSpPr>
          <p:spPr>
            <a:xfrm>
              <a:off x="5116774" y="3443957"/>
              <a:ext cx="206673" cy="206673"/>
            </a:xfrm>
            <a:custGeom>
              <a:avLst/>
              <a:gdLst>
                <a:gd name="connsiteX0" fmla="*/ 21745 w 206672"/>
                <a:gd name="connsiteY0" fmla="*/ 18897 h 206672"/>
                <a:gd name="connsiteX1" fmla="*/ 59539 w 206672"/>
                <a:gd name="connsiteY1" fmla="*/ 18897 h 206672"/>
                <a:gd name="connsiteX2" fmla="*/ 191544 w 206672"/>
                <a:gd name="connsiteY2" fmla="*/ 150902 h 206672"/>
                <a:gd name="connsiteX3" fmla="*/ 191544 w 206672"/>
                <a:gd name="connsiteY3" fmla="*/ 188697 h 206672"/>
                <a:gd name="connsiteX4" fmla="*/ 188697 w 206672"/>
                <a:gd name="connsiteY4" fmla="*/ 191544 h 206672"/>
                <a:gd name="connsiteX5" fmla="*/ 150902 w 206672"/>
                <a:gd name="connsiteY5" fmla="*/ 191544 h 206672"/>
                <a:gd name="connsiteX6" fmla="*/ 18897 w 206672"/>
                <a:gd name="connsiteY6" fmla="*/ 59539 h 206672"/>
                <a:gd name="connsiteX7" fmla="*/ 18897 w 206672"/>
                <a:gd name="connsiteY7" fmla="*/ 21745 h 20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672" h="206672">
                  <a:moveTo>
                    <a:pt x="21745" y="18897"/>
                  </a:moveTo>
                  <a:cubicBezTo>
                    <a:pt x="32181" y="8461"/>
                    <a:pt x="49103" y="8461"/>
                    <a:pt x="59539" y="18897"/>
                  </a:cubicBezTo>
                  <a:lnTo>
                    <a:pt x="191544" y="150902"/>
                  </a:lnTo>
                  <a:cubicBezTo>
                    <a:pt x="201981" y="161339"/>
                    <a:pt x="201981" y="178260"/>
                    <a:pt x="191544" y="188697"/>
                  </a:cubicBezTo>
                  <a:lnTo>
                    <a:pt x="188697" y="191544"/>
                  </a:lnTo>
                  <a:cubicBezTo>
                    <a:pt x="178260" y="201981"/>
                    <a:pt x="161339" y="201981"/>
                    <a:pt x="150902" y="191544"/>
                  </a:cubicBezTo>
                  <a:lnTo>
                    <a:pt x="18897" y="59539"/>
                  </a:lnTo>
                  <a:cubicBezTo>
                    <a:pt x="8461" y="49103"/>
                    <a:pt x="8461" y="32181"/>
                    <a:pt x="18897" y="21745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" name="Freeform: Shape 113">
              <a:extLst>
                <a:ext uri="{FF2B5EF4-FFF2-40B4-BE49-F238E27FC236}">
                  <a16:creationId xmlns:a16="http://schemas.microsoft.com/office/drawing/2014/main" id="{A95F1532-E94F-FABA-77FD-A5426F643F7C}"/>
                </a:ext>
              </a:extLst>
            </p:cNvPr>
            <p:cNvSpPr/>
            <p:nvPr/>
          </p:nvSpPr>
          <p:spPr>
            <a:xfrm>
              <a:off x="4835943" y="3163581"/>
              <a:ext cx="489117" cy="488651"/>
            </a:xfrm>
            <a:custGeom>
              <a:avLst/>
              <a:gdLst>
                <a:gd name="connsiteX0" fmla="*/ 321479 w 489117"/>
                <a:gd name="connsiteY0" fmla="*/ 300344 h 488650"/>
                <a:gd name="connsiteX1" fmla="*/ 308881 w 489117"/>
                <a:gd name="connsiteY1" fmla="*/ 305564 h 488650"/>
                <a:gd name="connsiteX2" fmla="*/ 307455 w 489117"/>
                <a:gd name="connsiteY2" fmla="*/ 306989 h 488650"/>
                <a:gd name="connsiteX3" fmla="*/ 306030 w 489117"/>
                <a:gd name="connsiteY3" fmla="*/ 308414 h 488650"/>
                <a:gd name="connsiteX4" fmla="*/ 306027 w 489117"/>
                <a:gd name="connsiteY4" fmla="*/ 308418 h 488650"/>
                <a:gd name="connsiteX5" fmla="*/ 306030 w 489117"/>
                <a:gd name="connsiteY5" fmla="*/ 333614 h 488650"/>
                <a:gd name="connsiteX6" fmla="*/ 438051 w 489117"/>
                <a:gd name="connsiteY6" fmla="*/ 465642 h 488650"/>
                <a:gd name="connsiteX7" fmla="*/ 438055 w 489117"/>
                <a:gd name="connsiteY7" fmla="*/ 465646 h 488650"/>
                <a:gd name="connsiteX8" fmla="*/ 463251 w 489117"/>
                <a:gd name="connsiteY8" fmla="*/ 465642 h 488650"/>
                <a:gd name="connsiteX9" fmla="*/ 466102 w 489117"/>
                <a:gd name="connsiteY9" fmla="*/ 462792 h 488650"/>
                <a:gd name="connsiteX10" fmla="*/ 466126 w 489117"/>
                <a:gd name="connsiteY10" fmla="*/ 462767 h 488650"/>
                <a:gd name="connsiteX11" fmla="*/ 466102 w 489117"/>
                <a:gd name="connsiteY11" fmla="*/ 437571 h 488650"/>
                <a:gd name="connsiteX12" fmla="*/ 334081 w 489117"/>
                <a:gd name="connsiteY12" fmla="*/ 305564 h 488650"/>
                <a:gd name="connsiteX13" fmla="*/ 334077 w 489117"/>
                <a:gd name="connsiteY13" fmla="*/ 305560 h 488650"/>
                <a:gd name="connsiteX14" fmla="*/ 321479 w 489117"/>
                <a:gd name="connsiteY14" fmla="*/ 300344 h 488650"/>
                <a:gd name="connsiteX15" fmla="*/ 168398 w 489117"/>
                <a:gd name="connsiteY15" fmla="*/ 35680 h 488650"/>
                <a:gd name="connsiteX16" fmla="*/ 261888 w 489117"/>
                <a:gd name="connsiteY16" fmla="*/ 74419 h 488650"/>
                <a:gd name="connsiteX17" fmla="*/ 264498 w 489117"/>
                <a:gd name="connsiteY17" fmla="*/ 80720 h 488650"/>
                <a:gd name="connsiteX18" fmla="*/ 255588 w 489117"/>
                <a:gd name="connsiteY18" fmla="*/ 89627 h 488650"/>
                <a:gd name="connsiteX19" fmla="*/ 249295 w 489117"/>
                <a:gd name="connsiteY19" fmla="*/ 87019 h 488650"/>
                <a:gd name="connsiteX20" fmla="*/ 249279 w 489117"/>
                <a:gd name="connsiteY20" fmla="*/ 87003 h 488650"/>
                <a:gd name="connsiteX21" fmla="*/ 87476 w 489117"/>
                <a:gd name="connsiteY21" fmla="*/ 87019 h 488650"/>
                <a:gd name="connsiteX22" fmla="*/ 74877 w 489117"/>
                <a:gd name="connsiteY22" fmla="*/ 87019 h 488650"/>
                <a:gd name="connsiteX23" fmla="*/ 74877 w 489117"/>
                <a:gd name="connsiteY23" fmla="*/ 74419 h 488650"/>
                <a:gd name="connsiteX24" fmla="*/ 74899 w 489117"/>
                <a:gd name="connsiteY24" fmla="*/ 74397 h 488650"/>
                <a:gd name="connsiteX25" fmla="*/ 168398 w 489117"/>
                <a:gd name="connsiteY25" fmla="*/ 35680 h 488650"/>
                <a:gd name="connsiteX26" fmla="*/ 159013 w 489117"/>
                <a:gd name="connsiteY26" fmla="*/ 255 h 488650"/>
                <a:gd name="connsiteX27" fmla="*/ 280506 w 489117"/>
                <a:gd name="connsiteY27" fmla="*/ 42929 h 488650"/>
                <a:gd name="connsiteX28" fmla="*/ 293566 w 489117"/>
                <a:gd name="connsiteY28" fmla="*/ 280506 h 488650"/>
                <a:gd name="connsiteX29" fmla="*/ 301647 w 489117"/>
                <a:gd name="connsiteY29" fmla="*/ 288588 h 488650"/>
                <a:gd name="connsiteX30" fmla="*/ 346673 w 489117"/>
                <a:gd name="connsiteY30" fmla="*/ 292971 h 488650"/>
                <a:gd name="connsiteX31" fmla="*/ 478673 w 489117"/>
                <a:gd name="connsiteY31" fmla="*/ 424978 h 488650"/>
                <a:gd name="connsiteX32" fmla="*/ 478680 w 489117"/>
                <a:gd name="connsiteY32" fmla="*/ 424971 h 488650"/>
                <a:gd name="connsiteX33" fmla="*/ 478680 w 489117"/>
                <a:gd name="connsiteY33" fmla="*/ 475363 h 488650"/>
                <a:gd name="connsiteX34" fmla="*/ 475830 w 489117"/>
                <a:gd name="connsiteY34" fmla="*/ 478214 h 488650"/>
                <a:gd name="connsiteX35" fmla="*/ 425437 w 489117"/>
                <a:gd name="connsiteY35" fmla="*/ 478214 h 488650"/>
                <a:gd name="connsiteX36" fmla="*/ 293430 w 489117"/>
                <a:gd name="connsiteY36" fmla="*/ 346207 h 488650"/>
                <a:gd name="connsiteX37" fmla="*/ 289047 w 489117"/>
                <a:gd name="connsiteY37" fmla="*/ 301181 h 488650"/>
                <a:gd name="connsiteX38" fmla="*/ 280994 w 489117"/>
                <a:gd name="connsiteY38" fmla="*/ 293128 h 488650"/>
                <a:gd name="connsiteX39" fmla="*/ 236666 w 489117"/>
                <a:gd name="connsiteY39" fmla="*/ 322083 h 488650"/>
                <a:gd name="connsiteX40" fmla="*/ 236223 w 489117"/>
                <a:gd name="connsiteY40" fmla="*/ 322280 h 488650"/>
                <a:gd name="connsiteX41" fmla="*/ 224598 w 489117"/>
                <a:gd name="connsiteY41" fmla="*/ 317424 h 488650"/>
                <a:gd name="connsiteX42" fmla="*/ 229454 w 489117"/>
                <a:gd name="connsiteY42" fmla="*/ 305799 h 488650"/>
                <a:gd name="connsiteX43" fmla="*/ 318833 w 489117"/>
                <a:gd name="connsiteY43" fmla="*/ 168651 h 488650"/>
                <a:gd name="connsiteX44" fmla="*/ 168807 w 489117"/>
                <a:gd name="connsiteY44" fmla="*/ 18203 h 488650"/>
                <a:gd name="connsiteX45" fmla="*/ 18360 w 489117"/>
                <a:gd name="connsiteY45" fmla="*/ 168229 h 488650"/>
                <a:gd name="connsiteX46" fmla="*/ 168386 w 489117"/>
                <a:gd name="connsiteY46" fmla="*/ 318677 h 488650"/>
                <a:gd name="connsiteX47" fmla="*/ 177294 w 489117"/>
                <a:gd name="connsiteY47" fmla="*/ 327585 h 488650"/>
                <a:gd name="connsiteX48" fmla="*/ 168386 w 489117"/>
                <a:gd name="connsiteY48" fmla="*/ 336493 h 488650"/>
                <a:gd name="connsiteX49" fmla="*/ 55989 w 489117"/>
                <a:gd name="connsiteY49" fmla="*/ 293566 h 488650"/>
                <a:gd name="connsiteX50" fmla="*/ 42929 w 489117"/>
                <a:gd name="connsiteY50" fmla="*/ 55989 h 488650"/>
                <a:gd name="connsiteX51" fmla="*/ 159013 w 489117"/>
                <a:gd name="connsiteY51" fmla="*/ 255 h 48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489117" h="488650">
                  <a:moveTo>
                    <a:pt x="321479" y="300344"/>
                  </a:moveTo>
                  <a:cubicBezTo>
                    <a:pt x="316919" y="300344"/>
                    <a:pt x="312360" y="302085"/>
                    <a:pt x="308881" y="305564"/>
                  </a:cubicBezTo>
                  <a:lnTo>
                    <a:pt x="307455" y="306989"/>
                  </a:lnTo>
                  <a:lnTo>
                    <a:pt x="306030" y="308414"/>
                  </a:lnTo>
                  <a:cubicBezTo>
                    <a:pt x="306029" y="308415"/>
                    <a:pt x="306028" y="308417"/>
                    <a:pt x="306027" y="308418"/>
                  </a:cubicBezTo>
                  <a:cubicBezTo>
                    <a:pt x="299070" y="315376"/>
                    <a:pt x="299071" y="326657"/>
                    <a:pt x="306030" y="333614"/>
                  </a:cubicBezTo>
                  <a:lnTo>
                    <a:pt x="438051" y="465642"/>
                  </a:lnTo>
                  <a:cubicBezTo>
                    <a:pt x="438052" y="465644"/>
                    <a:pt x="438054" y="465645"/>
                    <a:pt x="438055" y="465646"/>
                  </a:cubicBezTo>
                  <a:cubicBezTo>
                    <a:pt x="445013" y="472603"/>
                    <a:pt x="456294" y="472601"/>
                    <a:pt x="463251" y="465642"/>
                  </a:cubicBezTo>
                  <a:lnTo>
                    <a:pt x="466102" y="462792"/>
                  </a:lnTo>
                  <a:cubicBezTo>
                    <a:pt x="466110" y="462784"/>
                    <a:pt x="466118" y="462775"/>
                    <a:pt x="466126" y="462767"/>
                  </a:cubicBezTo>
                  <a:cubicBezTo>
                    <a:pt x="473077" y="455803"/>
                    <a:pt x="473066" y="444522"/>
                    <a:pt x="466102" y="437571"/>
                  </a:cubicBezTo>
                  <a:lnTo>
                    <a:pt x="334081" y="305564"/>
                  </a:lnTo>
                  <a:cubicBezTo>
                    <a:pt x="334079" y="305563"/>
                    <a:pt x="334078" y="305561"/>
                    <a:pt x="334077" y="305560"/>
                  </a:cubicBezTo>
                  <a:cubicBezTo>
                    <a:pt x="330598" y="302082"/>
                    <a:pt x="326038" y="300343"/>
                    <a:pt x="321479" y="300344"/>
                  </a:cubicBezTo>
                  <a:close/>
                  <a:moveTo>
                    <a:pt x="168398" y="35680"/>
                  </a:moveTo>
                  <a:cubicBezTo>
                    <a:pt x="202237" y="35684"/>
                    <a:pt x="236074" y="48597"/>
                    <a:pt x="261888" y="74419"/>
                  </a:cubicBezTo>
                  <a:cubicBezTo>
                    <a:pt x="263559" y="76090"/>
                    <a:pt x="264498" y="78357"/>
                    <a:pt x="264498" y="80720"/>
                  </a:cubicBezTo>
                  <a:cubicBezTo>
                    <a:pt x="264497" y="85640"/>
                    <a:pt x="260508" y="89628"/>
                    <a:pt x="255588" y="89627"/>
                  </a:cubicBezTo>
                  <a:cubicBezTo>
                    <a:pt x="253227" y="89629"/>
                    <a:pt x="250962" y="88691"/>
                    <a:pt x="249295" y="87019"/>
                  </a:cubicBezTo>
                  <a:cubicBezTo>
                    <a:pt x="249290" y="87013"/>
                    <a:pt x="249285" y="87008"/>
                    <a:pt x="249279" y="87003"/>
                  </a:cubicBezTo>
                  <a:cubicBezTo>
                    <a:pt x="204595" y="42326"/>
                    <a:pt x="132153" y="42333"/>
                    <a:pt x="87476" y="87019"/>
                  </a:cubicBezTo>
                  <a:cubicBezTo>
                    <a:pt x="83997" y="90498"/>
                    <a:pt x="78356" y="90498"/>
                    <a:pt x="74877" y="87019"/>
                  </a:cubicBezTo>
                  <a:cubicBezTo>
                    <a:pt x="71397" y="83539"/>
                    <a:pt x="71397" y="77898"/>
                    <a:pt x="74877" y="74419"/>
                  </a:cubicBezTo>
                  <a:cubicBezTo>
                    <a:pt x="74884" y="74411"/>
                    <a:pt x="74891" y="74404"/>
                    <a:pt x="74899" y="74397"/>
                  </a:cubicBezTo>
                  <a:cubicBezTo>
                    <a:pt x="100720" y="48581"/>
                    <a:pt x="134560" y="35676"/>
                    <a:pt x="168398" y="35680"/>
                  </a:cubicBezTo>
                  <a:close/>
                  <a:moveTo>
                    <a:pt x="159013" y="255"/>
                  </a:moveTo>
                  <a:cubicBezTo>
                    <a:pt x="202006" y="-2108"/>
                    <a:pt x="245901" y="11930"/>
                    <a:pt x="280506" y="42929"/>
                  </a:cubicBezTo>
                  <a:cubicBezTo>
                    <a:pt x="349718" y="104928"/>
                    <a:pt x="355564" y="211295"/>
                    <a:pt x="293566" y="280506"/>
                  </a:cubicBezTo>
                  <a:lnTo>
                    <a:pt x="301647" y="288588"/>
                  </a:lnTo>
                  <a:cubicBezTo>
                    <a:pt x="315782" y="279130"/>
                    <a:pt x="334628" y="280964"/>
                    <a:pt x="346673" y="292971"/>
                  </a:cubicBezTo>
                  <a:lnTo>
                    <a:pt x="478673" y="424978"/>
                  </a:lnTo>
                  <a:lnTo>
                    <a:pt x="478680" y="424971"/>
                  </a:lnTo>
                  <a:cubicBezTo>
                    <a:pt x="492596" y="438886"/>
                    <a:pt x="492596" y="461448"/>
                    <a:pt x="478680" y="475363"/>
                  </a:cubicBezTo>
                  <a:lnTo>
                    <a:pt x="475830" y="478214"/>
                  </a:lnTo>
                  <a:cubicBezTo>
                    <a:pt x="461914" y="492129"/>
                    <a:pt x="439353" y="492129"/>
                    <a:pt x="425437" y="478214"/>
                  </a:cubicBezTo>
                  <a:lnTo>
                    <a:pt x="293430" y="346207"/>
                  </a:lnTo>
                  <a:cubicBezTo>
                    <a:pt x="281426" y="334160"/>
                    <a:pt x="279592" y="315316"/>
                    <a:pt x="289047" y="301181"/>
                  </a:cubicBezTo>
                  <a:lnTo>
                    <a:pt x="280994" y="293128"/>
                  </a:lnTo>
                  <a:cubicBezTo>
                    <a:pt x="267847" y="305069"/>
                    <a:pt x="252884" y="314843"/>
                    <a:pt x="236666" y="322083"/>
                  </a:cubicBezTo>
                  <a:cubicBezTo>
                    <a:pt x="236520" y="322153"/>
                    <a:pt x="236373" y="322218"/>
                    <a:pt x="236223" y="322280"/>
                  </a:cubicBezTo>
                  <a:cubicBezTo>
                    <a:pt x="231672" y="324149"/>
                    <a:pt x="226467" y="321975"/>
                    <a:pt x="224598" y="317424"/>
                  </a:cubicBezTo>
                  <a:cubicBezTo>
                    <a:pt x="222729" y="312873"/>
                    <a:pt x="224903" y="307668"/>
                    <a:pt x="229454" y="305799"/>
                  </a:cubicBezTo>
                  <a:cubicBezTo>
                    <a:pt x="283725" y="281754"/>
                    <a:pt x="318750" y="228009"/>
                    <a:pt x="318833" y="168651"/>
                  </a:cubicBezTo>
                  <a:cubicBezTo>
                    <a:pt x="318950" y="85677"/>
                    <a:pt x="251781" y="18320"/>
                    <a:pt x="168807" y="18203"/>
                  </a:cubicBezTo>
                  <a:cubicBezTo>
                    <a:pt x="85834" y="18087"/>
                    <a:pt x="18476" y="85256"/>
                    <a:pt x="18360" y="168229"/>
                  </a:cubicBezTo>
                  <a:cubicBezTo>
                    <a:pt x="18244" y="251203"/>
                    <a:pt x="85413" y="318560"/>
                    <a:pt x="168386" y="318677"/>
                  </a:cubicBezTo>
                  <a:cubicBezTo>
                    <a:pt x="173306" y="318677"/>
                    <a:pt x="177294" y="322665"/>
                    <a:pt x="177294" y="327585"/>
                  </a:cubicBezTo>
                  <a:cubicBezTo>
                    <a:pt x="177294" y="332505"/>
                    <a:pt x="173306" y="336493"/>
                    <a:pt x="168386" y="336493"/>
                  </a:cubicBezTo>
                  <a:cubicBezTo>
                    <a:pt x="126910" y="336527"/>
                    <a:pt x="86882" y="321240"/>
                    <a:pt x="55989" y="293566"/>
                  </a:cubicBezTo>
                  <a:cubicBezTo>
                    <a:pt x="-13223" y="231567"/>
                    <a:pt x="-19069" y="125200"/>
                    <a:pt x="42929" y="55989"/>
                  </a:cubicBezTo>
                  <a:cubicBezTo>
                    <a:pt x="73929" y="21383"/>
                    <a:pt x="116020" y="2619"/>
                    <a:pt x="159013" y="255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40" name="Group 257">
            <a:extLst>
              <a:ext uri="{FF2B5EF4-FFF2-40B4-BE49-F238E27FC236}">
                <a16:creationId xmlns:a16="http://schemas.microsoft.com/office/drawing/2014/main" id="{744A3CE6-BC83-456E-F3AD-B9140E9B854B}"/>
              </a:ext>
            </a:extLst>
          </p:cNvPr>
          <p:cNvGrpSpPr/>
          <p:nvPr/>
        </p:nvGrpSpPr>
        <p:grpSpPr>
          <a:xfrm>
            <a:off x="3816994" y="3161568"/>
            <a:ext cx="492103" cy="492136"/>
            <a:chOff x="3816994" y="3161568"/>
            <a:chExt cx="492103" cy="492136"/>
          </a:xfrm>
        </p:grpSpPr>
        <p:sp>
          <p:nvSpPr>
            <p:cNvPr id="141" name="Freeform: Shape 115">
              <a:extLst>
                <a:ext uri="{FF2B5EF4-FFF2-40B4-BE49-F238E27FC236}">
                  <a16:creationId xmlns:a16="http://schemas.microsoft.com/office/drawing/2014/main" id="{5A55C79C-C773-0BEE-51C9-0B971FA7F73C}"/>
                </a:ext>
              </a:extLst>
            </p:cNvPr>
            <p:cNvSpPr/>
            <p:nvPr/>
          </p:nvSpPr>
          <p:spPr>
            <a:xfrm>
              <a:off x="3825903" y="3331573"/>
              <a:ext cx="306447" cy="306446"/>
            </a:xfrm>
            <a:custGeom>
              <a:avLst/>
              <a:gdLst>
                <a:gd name="connsiteX0" fmla="*/ 313230 w 306445"/>
                <a:gd name="connsiteY0" fmla="*/ 187409 h 306445"/>
                <a:gd name="connsiteX1" fmla="*/ 313230 w 306445"/>
                <a:gd name="connsiteY1" fmla="*/ 125814 h 306445"/>
                <a:gd name="connsiteX2" fmla="*/ 271611 w 306445"/>
                <a:gd name="connsiteY2" fmla="*/ 125814 h 306445"/>
                <a:gd name="connsiteX3" fmla="*/ 259724 w 306445"/>
                <a:gd name="connsiteY3" fmla="*/ 97065 h 306445"/>
                <a:gd name="connsiteX4" fmla="*/ 289142 w 306445"/>
                <a:gd name="connsiteY4" fmla="*/ 67646 h 306445"/>
                <a:gd name="connsiteX5" fmla="*/ 245584 w 306445"/>
                <a:gd name="connsiteY5" fmla="*/ 24088 h 306445"/>
                <a:gd name="connsiteX6" fmla="*/ 216165 w 306445"/>
                <a:gd name="connsiteY6" fmla="*/ 53507 h 306445"/>
                <a:gd name="connsiteX7" fmla="*/ 187417 w 306445"/>
                <a:gd name="connsiteY7" fmla="*/ 41620 h 306445"/>
                <a:gd name="connsiteX8" fmla="*/ 187417 w 306445"/>
                <a:gd name="connsiteY8" fmla="*/ 0 h 306445"/>
                <a:gd name="connsiteX9" fmla="*/ 125814 w 306445"/>
                <a:gd name="connsiteY9" fmla="*/ 0 h 306445"/>
                <a:gd name="connsiteX10" fmla="*/ 125814 w 306445"/>
                <a:gd name="connsiteY10" fmla="*/ 41620 h 306445"/>
                <a:gd name="connsiteX11" fmla="*/ 97065 w 306445"/>
                <a:gd name="connsiteY11" fmla="*/ 53507 h 306445"/>
                <a:gd name="connsiteX12" fmla="*/ 67646 w 306445"/>
                <a:gd name="connsiteY12" fmla="*/ 24088 h 306445"/>
                <a:gd name="connsiteX13" fmla="*/ 24088 w 306445"/>
                <a:gd name="connsiteY13" fmla="*/ 67646 h 306445"/>
                <a:gd name="connsiteX14" fmla="*/ 53507 w 306445"/>
                <a:gd name="connsiteY14" fmla="*/ 97065 h 306445"/>
                <a:gd name="connsiteX15" fmla="*/ 41620 w 306445"/>
                <a:gd name="connsiteY15" fmla="*/ 125814 h 306445"/>
                <a:gd name="connsiteX16" fmla="*/ 0 w 306445"/>
                <a:gd name="connsiteY16" fmla="*/ 125814 h 306445"/>
                <a:gd name="connsiteX17" fmla="*/ 0 w 306445"/>
                <a:gd name="connsiteY17" fmla="*/ 187417 h 306445"/>
                <a:gd name="connsiteX18" fmla="*/ 41620 w 306445"/>
                <a:gd name="connsiteY18" fmla="*/ 187417 h 306445"/>
                <a:gd name="connsiteX19" fmla="*/ 53507 w 306445"/>
                <a:gd name="connsiteY19" fmla="*/ 216166 h 306445"/>
                <a:gd name="connsiteX20" fmla="*/ 24088 w 306445"/>
                <a:gd name="connsiteY20" fmla="*/ 245577 h 306445"/>
                <a:gd name="connsiteX21" fmla="*/ 67653 w 306445"/>
                <a:gd name="connsiteY21" fmla="*/ 289100 h 306445"/>
                <a:gd name="connsiteX22" fmla="*/ 97072 w 306445"/>
                <a:gd name="connsiteY22" fmla="*/ 259681 h 306445"/>
                <a:gd name="connsiteX23" fmla="*/ 125821 w 306445"/>
                <a:gd name="connsiteY23" fmla="*/ 271568 h 306445"/>
                <a:gd name="connsiteX24" fmla="*/ 125821 w 306445"/>
                <a:gd name="connsiteY24" fmla="*/ 313188 h 306445"/>
                <a:gd name="connsiteX25" fmla="*/ 187424 w 306445"/>
                <a:gd name="connsiteY25" fmla="*/ 313188 h 306445"/>
                <a:gd name="connsiteX26" fmla="*/ 187424 w 306445"/>
                <a:gd name="connsiteY26" fmla="*/ 271568 h 306445"/>
                <a:gd name="connsiteX27" fmla="*/ 216173 w 306445"/>
                <a:gd name="connsiteY27" fmla="*/ 259681 h 306445"/>
                <a:gd name="connsiteX28" fmla="*/ 245584 w 306445"/>
                <a:gd name="connsiteY28" fmla="*/ 289100 h 306445"/>
                <a:gd name="connsiteX29" fmla="*/ 289142 w 306445"/>
                <a:gd name="connsiteY29" fmla="*/ 245542 h 306445"/>
                <a:gd name="connsiteX30" fmla="*/ 259724 w 306445"/>
                <a:gd name="connsiteY30" fmla="*/ 216123 h 306445"/>
                <a:gd name="connsiteX31" fmla="*/ 271611 w 306445"/>
                <a:gd name="connsiteY31" fmla="*/ 187374 h 306445"/>
                <a:gd name="connsiteX32" fmla="*/ 156644 w 306445"/>
                <a:gd name="connsiteY32" fmla="*/ 226877 h 306445"/>
                <a:gd name="connsiteX33" fmla="*/ 86382 w 306445"/>
                <a:gd name="connsiteY33" fmla="*/ 156615 h 306445"/>
                <a:gd name="connsiteX34" fmla="*/ 156644 w 306445"/>
                <a:gd name="connsiteY34" fmla="*/ 86354 h 306445"/>
                <a:gd name="connsiteX35" fmla="*/ 226905 w 306445"/>
                <a:gd name="connsiteY35" fmla="*/ 156615 h 306445"/>
                <a:gd name="connsiteX36" fmla="*/ 156644 w 306445"/>
                <a:gd name="connsiteY36" fmla="*/ 226877 h 306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06445" h="306445">
                  <a:moveTo>
                    <a:pt x="313230" y="187409"/>
                  </a:moveTo>
                  <a:lnTo>
                    <a:pt x="313230" y="125814"/>
                  </a:lnTo>
                  <a:lnTo>
                    <a:pt x="271611" y="125814"/>
                  </a:lnTo>
                  <a:cubicBezTo>
                    <a:pt x="268931" y="115749"/>
                    <a:pt x="264934" y="106083"/>
                    <a:pt x="259724" y="97065"/>
                  </a:cubicBezTo>
                  <a:lnTo>
                    <a:pt x="289142" y="67646"/>
                  </a:lnTo>
                  <a:lnTo>
                    <a:pt x="245584" y="24088"/>
                  </a:lnTo>
                  <a:lnTo>
                    <a:pt x="216165" y="53507"/>
                  </a:lnTo>
                  <a:cubicBezTo>
                    <a:pt x="207148" y="48296"/>
                    <a:pt x="197481" y="44299"/>
                    <a:pt x="187417" y="41620"/>
                  </a:cubicBezTo>
                  <a:lnTo>
                    <a:pt x="187417" y="0"/>
                  </a:lnTo>
                  <a:lnTo>
                    <a:pt x="125814" y="0"/>
                  </a:lnTo>
                  <a:lnTo>
                    <a:pt x="125814" y="41620"/>
                  </a:lnTo>
                  <a:cubicBezTo>
                    <a:pt x="115749" y="44299"/>
                    <a:pt x="106083" y="48296"/>
                    <a:pt x="97065" y="53507"/>
                  </a:cubicBezTo>
                  <a:lnTo>
                    <a:pt x="67646" y="24088"/>
                  </a:lnTo>
                  <a:lnTo>
                    <a:pt x="24088" y="67646"/>
                  </a:lnTo>
                  <a:lnTo>
                    <a:pt x="53507" y="97065"/>
                  </a:lnTo>
                  <a:cubicBezTo>
                    <a:pt x="48296" y="106083"/>
                    <a:pt x="44299" y="115749"/>
                    <a:pt x="41620" y="125814"/>
                  </a:cubicBezTo>
                  <a:lnTo>
                    <a:pt x="0" y="125814"/>
                  </a:lnTo>
                  <a:lnTo>
                    <a:pt x="0" y="187417"/>
                  </a:lnTo>
                  <a:lnTo>
                    <a:pt x="41620" y="187417"/>
                  </a:lnTo>
                  <a:cubicBezTo>
                    <a:pt x="44299" y="197481"/>
                    <a:pt x="48296" y="207148"/>
                    <a:pt x="53507" y="216166"/>
                  </a:cubicBezTo>
                  <a:lnTo>
                    <a:pt x="24088" y="245577"/>
                  </a:lnTo>
                  <a:lnTo>
                    <a:pt x="67653" y="289100"/>
                  </a:lnTo>
                  <a:lnTo>
                    <a:pt x="97072" y="259681"/>
                  </a:lnTo>
                  <a:cubicBezTo>
                    <a:pt x="106090" y="264891"/>
                    <a:pt x="115757" y="268888"/>
                    <a:pt x="125821" y="271568"/>
                  </a:cubicBezTo>
                  <a:lnTo>
                    <a:pt x="125821" y="313188"/>
                  </a:lnTo>
                  <a:lnTo>
                    <a:pt x="187424" y="313188"/>
                  </a:lnTo>
                  <a:lnTo>
                    <a:pt x="187424" y="271568"/>
                  </a:lnTo>
                  <a:cubicBezTo>
                    <a:pt x="197488" y="268888"/>
                    <a:pt x="207155" y="264891"/>
                    <a:pt x="216173" y="259681"/>
                  </a:cubicBezTo>
                  <a:lnTo>
                    <a:pt x="245584" y="289100"/>
                  </a:lnTo>
                  <a:lnTo>
                    <a:pt x="289142" y="245542"/>
                  </a:lnTo>
                  <a:lnTo>
                    <a:pt x="259724" y="216123"/>
                  </a:lnTo>
                  <a:cubicBezTo>
                    <a:pt x="264934" y="207105"/>
                    <a:pt x="268931" y="197438"/>
                    <a:pt x="271611" y="187374"/>
                  </a:cubicBezTo>
                  <a:close/>
                  <a:moveTo>
                    <a:pt x="156644" y="226877"/>
                  </a:moveTo>
                  <a:cubicBezTo>
                    <a:pt x="117839" y="226877"/>
                    <a:pt x="86382" y="195420"/>
                    <a:pt x="86382" y="156615"/>
                  </a:cubicBezTo>
                  <a:cubicBezTo>
                    <a:pt x="86382" y="117811"/>
                    <a:pt x="117839" y="86354"/>
                    <a:pt x="156644" y="86354"/>
                  </a:cubicBezTo>
                  <a:cubicBezTo>
                    <a:pt x="195448" y="86354"/>
                    <a:pt x="226905" y="117811"/>
                    <a:pt x="226905" y="156615"/>
                  </a:cubicBezTo>
                  <a:cubicBezTo>
                    <a:pt x="226905" y="195420"/>
                    <a:pt x="195448" y="226877"/>
                    <a:pt x="156644" y="226877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" name="Freeform: Shape 116">
              <a:extLst>
                <a:ext uri="{FF2B5EF4-FFF2-40B4-BE49-F238E27FC236}">
                  <a16:creationId xmlns:a16="http://schemas.microsoft.com/office/drawing/2014/main" id="{11900E8B-0AD7-F3FE-A092-2F870200901E}"/>
                </a:ext>
              </a:extLst>
            </p:cNvPr>
            <p:cNvSpPr/>
            <p:nvPr/>
          </p:nvSpPr>
          <p:spPr>
            <a:xfrm>
              <a:off x="3816994" y="3161568"/>
              <a:ext cx="492103" cy="492136"/>
            </a:xfrm>
            <a:custGeom>
              <a:avLst/>
              <a:gdLst>
                <a:gd name="connsiteX0" fmla="*/ 8908 w 492102"/>
                <a:gd name="connsiteY0" fmla="*/ 286903 h 492136"/>
                <a:gd name="connsiteX1" fmla="*/ 50528 w 492102"/>
                <a:gd name="connsiteY1" fmla="*/ 286903 h 492136"/>
                <a:gd name="connsiteX2" fmla="*/ 59436 w 492102"/>
                <a:gd name="connsiteY2" fmla="*/ 295811 h 492136"/>
                <a:gd name="connsiteX3" fmla="*/ 50528 w 492102"/>
                <a:gd name="connsiteY3" fmla="*/ 304720 h 492136"/>
                <a:gd name="connsiteX4" fmla="*/ 17817 w 492102"/>
                <a:gd name="connsiteY4" fmla="*/ 304720 h 492136"/>
                <a:gd name="connsiteX5" fmla="*/ 17817 w 492102"/>
                <a:gd name="connsiteY5" fmla="*/ 348506 h 492136"/>
                <a:gd name="connsiteX6" fmla="*/ 50528 w 492102"/>
                <a:gd name="connsiteY6" fmla="*/ 348506 h 492136"/>
                <a:gd name="connsiteX7" fmla="*/ 59137 w 492102"/>
                <a:gd name="connsiteY7" fmla="*/ 355119 h 492136"/>
                <a:gd name="connsiteX8" fmla="*/ 70126 w 492102"/>
                <a:gd name="connsiteY8" fmla="*/ 381709 h 492136"/>
                <a:gd name="connsiteX9" fmla="*/ 68701 w 492102"/>
                <a:gd name="connsiteY9" fmla="*/ 392470 h 492136"/>
                <a:gd name="connsiteX10" fmla="*/ 45582 w 492102"/>
                <a:gd name="connsiteY10" fmla="*/ 415589 h 492136"/>
                <a:gd name="connsiteX11" fmla="*/ 76547 w 492102"/>
                <a:gd name="connsiteY11" fmla="*/ 446547 h 492136"/>
                <a:gd name="connsiteX12" fmla="*/ 99666 w 492102"/>
                <a:gd name="connsiteY12" fmla="*/ 423435 h 492136"/>
                <a:gd name="connsiteX13" fmla="*/ 110420 w 492102"/>
                <a:gd name="connsiteY13" fmla="*/ 422010 h 492136"/>
                <a:gd name="connsiteX14" fmla="*/ 137045 w 492102"/>
                <a:gd name="connsiteY14" fmla="*/ 433006 h 492136"/>
                <a:gd name="connsiteX15" fmla="*/ 143652 w 492102"/>
                <a:gd name="connsiteY15" fmla="*/ 441608 h 492136"/>
                <a:gd name="connsiteX16" fmla="*/ 143652 w 492102"/>
                <a:gd name="connsiteY16" fmla="*/ 474320 h 492136"/>
                <a:gd name="connsiteX17" fmla="*/ 187438 w 492102"/>
                <a:gd name="connsiteY17" fmla="*/ 474320 h 492136"/>
                <a:gd name="connsiteX18" fmla="*/ 187438 w 492102"/>
                <a:gd name="connsiteY18" fmla="*/ 441608 h 492136"/>
                <a:gd name="connsiteX19" fmla="*/ 194045 w 492102"/>
                <a:gd name="connsiteY19" fmla="*/ 433006 h 492136"/>
                <a:gd name="connsiteX20" fmla="*/ 220614 w 492102"/>
                <a:gd name="connsiteY20" fmla="*/ 422046 h 492136"/>
                <a:gd name="connsiteX21" fmla="*/ 231368 w 492102"/>
                <a:gd name="connsiteY21" fmla="*/ 423471 h 492136"/>
                <a:gd name="connsiteX22" fmla="*/ 254487 w 492102"/>
                <a:gd name="connsiteY22" fmla="*/ 446583 h 492136"/>
                <a:gd name="connsiteX23" fmla="*/ 291737 w 492102"/>
                <a:gd name="connsiteY23" fmla="*/ 409325 h 492136"/>
                <a:gd name="connsiteX24" fmla="*/ 304337 w 492102"/>
                <a:gd name="connsiteY24" fmla="*/ 409325 h 492136"/>
                <a:gd name="connsiteX25" fmla="*/ 304337 w 492102"/>
                <a:gd name="connsiteY25" fmla="*/ 421924 h 492136"/>
                <a:gd name="connsiteX26" fmla="*/ 260786 w 492102"/>
                <a:gd name="connsiteY26" fmla="*/ 465475 h 492136"/>
                <a:gd name="connsiteX27" fmla="*/ 248188 w 492102"/>
                <a:gd name="connsiteY27" fmla="*/ 465477 h 492136"/>
                <a:gd name="connsiteX28" fmla="*/ 248187 w 492102"/>
                <a:gd name="connsiteY28" fmla="*/ 465475 h 492136"/>
                <a:gd name="connsiteX29" fmla="*/ 223471 w 492102"/>
                <a:gd name="connsiteY29" fmla="*/ 440717 h 492136"/>
                <a:gd name="connsiteX30" fmla="*/ 205234 w 492102"/>
                <a:gd name="connsiteY30" fmla="*/ 448257 h 492136"/>
                <a:gd name="connsiteX31" fmla="*/ 205234 w 492102"/>
                <a:gd name="connsiteY31" fmla="*/ 483228 h 492136"/>
                <a:gd name="connsiteX32" fmla="*/ 196326 w 492102"/>
                <a:gd name="connsiteY32" fmla="*/ 492136 h 492136"/>
                <a:gd name="connsiteX33" fmla="*/ 134722 w 492102"/>
                <a:gd name="connsiteY33" fmla="*/ 492136 h 492136"/>
                <a:gd name="connsiteX34" fmla="*/ 125814 w 492102"/>
                <a:gd name="connsiteY34" fmla="*/ 483228 h 492136"/>
                <a:gd name="connsiteX35" fmla="*/ 125814 w 492102"/>
                <a:gd name="connsiteY35" fmla="*/ 448257 h 492136"/>
                <a:gd name="connsiteX36" fmla="*/ 107577 w 492102"/>
                <a:gd name="connsiteY36" fmla="*/ 440717 h 492136"/>
                <a:gd name="connsiteX37" fmla="*/ 82883 w 492102"/>
                <a:gd name="connsiteY37" fmla="*/ 465433 h 492136"/>
                <a:gd name="connsiteX38" fmla="*/ 70285 w 492102"/>
                <a:gd name="connsiteY38" fmla="*/ 465434 h 492136"/>
                <a:gd name="connsiteX39" fmla="*/ 70283 w 492102"/>
                <a:gd name="connsiteY39" fmla="*/ 465433 h 492136"/>
                <a:gd name="connsiteX40" fmla="*/ 26725 w 492102"/>
                <a:gd name="connsiteY40" fmla="*/ 421882 h 492136"/>
                <a:gd name="connsiteX41" fmla="*/ 26723 w 492102"/>
                <a:gd name="connsiteY41" fmla="*/ 409283 h 492136"/>
                <a:gd name="connsiteX42" fmla="*/ 26725 w 492102"/>
                <a:gd name="connsiteY42" fmla="*/ 409282 h 492136"/>
                <a:gd name="connsiteX43" fmla="*/ 51440 w 492102"/>
                <a:gd name="connsiteY43" fmla="*/ 384559 h 492136"/>
                <a:gd name="connsiteX44" fmla="*/ 43900 w 492102"/>
                <a:gd name="connsiteY44" fmla="*/ 366322 h 492136"/>
                <a:gd name="connsiteX45" fmla="*/ 8908 w 492102"/>
                <a:gd name="connsiteY45" fmla="*/ 366322 h 492136"/>
                <a:gd name="connsiteX46" fmla="*/ 0 w 492102"/>
                <a:gd name="connsiteY46" fmla="*/ 357414 h 492136"/>
                <a:gd name="connsiteX47" fmla="*/ 0 w 492102"/>
                <a:gd name="connsiteY47" fmla="*/ 295811 h 492136"/>
                <a:gd name="connsiteX48" fmla="*/ 8908 w 492102"/>
                <a:gd name="connsiteY48" fmla="*/ 286903 h 492136"/>
                <a:gd name="connsiteX49" fmla="*/ 165552 w 492102"/>
                <a:gd name="connsiteY49" fmla="*/ 265260 h 492136"/>
                <a:gd name="connsiteX50" fmla="*/ 104206 w 492102"/>
                <a:gd name="connsiteY50" fmla="*/ 326620 h 492136"/>
                <a:gd name="connsiteX51" fmla="*/ 165567 w 492102"/>
                <a:gd name="connsiteY51" fmla="*/ 387966 h 492136"/>
                <a:gd name="connsiteX52" fmla="*/ 226913 w 492102"/>
                <a:gd name="connsiteY52" fmla="*/ 326613 h 492136"/>
                <a:gd name="connsiteX53" fmla="*/ 165552 w 492102"/>
                <a:gd name="connsiteY53" fmla="*/ 265260 h 492136"/>
                <a:gd name="connsiteX54" fmla="*/ 165510 w 492102"/>
                <a:gd name="connsiteY54" fmla="*/ 247450 h 492136"/>
                <a:gd name="connsiteX55" fmla="*/ 244701 w 492102"/>
                <a:gd name="connsiteY55" fmla="*/ 326599 h 492136"/>
                <a:gd name="connsiteX56" fmla="*/ 244701 w 492102"/>
                <a:gd name="connsiteY56" fmla="*/ 326620 h 492136"/>
                <a:gd name="connsiteX57" fmla="*/ 165552 w 492102"/>
                <a:gd name="connsiteY57" fmla="*/ 405790 h 492136"/>
                <a:gd name="connsiteX58" fmla="*/ 86361 w 492102"/>
                <a:gd name="connsiteY58" fmla="*/ 326641 h 492136"/>
                <a:gd name="connsiteX59" fmla="*/ 165510 w 492102"/>
                <a:gd name="connsiteY59" fmla="*/ 247450 h 492136"/>
                <a:gd name="connsiteX60" fmla="*/ 134722 w 492102"/>
                <a:gd name="connsiteY60" fmla="*/ 161089 h 492136"/>
                <a:gd name="connsiteX61" fmla="*/ 196325 w 492102"/>
                <a:gd name="connsiteY61" fmla="*/ 161089 h 492136"/>
                <a:gd name="connsiteX62" fmla="*/ 205233 w 492102"/>
                <a:gd name="connsiteY62" fmla="*/ 169997 h 492136"/>
                <a:gd name="connsiteX63" fmla="*/ 205233 w 492102"/>
                <a:gd name="connsiteY63" fmla="*/ 204968 h 492136"/>
                <a:gd name="connsiteX64" fmla="*/ 223479 w 492102"/>
                <a:gd name="connsiteY64" fmla="*/ 212522 h 492136"/>
                <a:gd name="connsiteX65" fmla="*/ 248222 w 492102"/>
                <a:gd name="connsiteY65" fmla="*/ 187793 h 492136"/>
                <a:gd name="connsiteX66" fmla="*/ 254522 w 492102"/>
                <a:gd name="connsiteY66" fmla="*/ 185184 h 492136"/>
                <a:gd name="connsiteX67" fmla="*/ 260822 w 492102"/>
                <a:gd name="connsiteY67" fmla="*/ 187793 h 492136"/>
                <a:gd name="connsiteX68" fmla="*/ 304373 w 492102"/>
                <a:gd name="connsiteY68" fmla="*/ 231351 h 492136"/>
                <a:gd name="connsiteX69" fmla="*/ 304375 w 492102"/>
                <a:gd name="connsiteY69" fmla="*/ 243949 h 492136"/>
                <a:gd name="connsiteX70" fmla="*/ 304373 w 492102"/>
                <a:gd name="connsiteY70" fmla="*/ 243951 h 492136"/>
                <a:gd name="connsiteX71" fmla="*/ 279658 w 492102"/>
                <a:gd name="connsiteY71" fmla="*/ 268673 h 492136"/>
                <a:gd name="connsiteX72" fmla="*/ 287198 w 492102"/>
                <a:gd name="connsiteY72" fmla="*/ 286910 h 492136"/>
                <a:gd name="connsiteX73" fmla="*/ 322168 w 492102"/>
                <a:gd name="connsiteY73" fmla="*/ 286910 h 492136"/>
                <a:gd name="connsiteX74" fmla="*/ 331077 w 492102"/>
                <a:gd name="connsiteY74" fmla="*/ 295818 h 492136"/>
                <a:gd name="connsiteX75" fmla="*/ 331077 w 492102"/>
                <a:gd name="connsiteY75" fmla="*/ 357421 h 492136"/>
                <a:gd name="connsiteX76" fmla="*/ 322161 w 492102"/>
                <a:gd name="connsiteY76" fmla="*/ 366322 h 492136"/>
                <a:gd name="connsiteX77" fmla="*/ 322140 w 492102"/>
                <a:gd name="connsiteY77" fmla="*/ 366322 h 492136"/>
                <a:gd name="connsiteX78" fmla="*/ 280520 w 492102"/>
                <a:gd name="connsiteY78" fmla="*/ 366322 h 492136"/>
                <a:gd name="connsiteX79" fmla="*/ 271612 w 492102"/>
                <a:gd name="connsiteY79" fmla="*/ 357414 h 492136"/>
                <a:gd name="connsiteX80" fmla="*/ 280520 w 492102"/>
                <a:gd name="connsiteY80" fmla="*/ 348506 h 492136"/>
                <a:gd name="connsiteX81" fmla="*/ 313232 w 492102"/>
                <a:gd name="connsiteY81" fmla="*/ 348506 h 492136"/>
                <a:gd name="connsiteX82" fmla="*/ 313232 w 492102"/>
                <a:gd name="connsiteY82" fmla="*/ 304719 h 492136"/>
                <a:gd name="connsiteX83" fmla="*/ 280520 w 492102"/>
                <a:gd name="connsiteY83" fmla="*/ 304719 h 492136"/>
                <a:gd name="connsiteX84" fmla="*/ 271918 w 492102"/>
                <a:gd name="connsiteY84" fmla="*/ 298113 h 492136"/>
                <a:gd name="connsiteX85" fmla="*/ 260922 w 492102"/>
                <a:gd name="connsiteY85" fmla="*/ 271531 h 492136"/>
                <a:gd name="connsiteX86" fmla="*/ 262347 w 492102"/>
                <a:gd name="connsiteY86" fmla="*/ 260769 h 492136"/>
                <a:gd name="connsiteX87" fmla="*/ 285459 w 492102"/>
                <a:gd name="connsiteY87" fmla="*/ 237651 h 492136"/>
                <a:gd name="connsiteX88" fmla="*/ 254494 w 492102"/>
                <a:gd name="connsiteY88" fmla="*/ 206685 h 492136"/>
                <a:gd name="connsiteX89" fmla="*/ 231375 w 492102"/>
                <a:gd name="connsiteY89" fmla="*/ 229804 h 492136"/>
                <a:gd name="connsiteX90" fmla="*/ 220614 w 492102"/>
                <a:gd name="connsiteY90" fmla="*/ 231229 h 492136"/>
                <a:gd name="connsiteX91" fmla="*/ 194030 w 492102"/>
                <a:gd name="connsiteY91" fmla="*/ 220240 h 492136"/>
                <a:gd name="connsiteX92" fmla="*/ 187424 w 492102"/>
                <a:gd name="connsiteY92" fmla="*/ 211631 h 492136"/>
                <a:gd name="connsiteX93" fmla="*/ 187424 w 492102"/>
                <a:gd name="connsiteY93" fmla="*/ 178906 h 492136"/>
                <a:gd name="connsiteX94" fmla="*/ 143631 w 492102"/>
                <a:gd name="connsiteY94" fmla="*/ 178906 h 492136"/>
                <a:gd name="connsiteX95" fmla="*/ 143631 w 492102"/>
                <a:gd name="connsiteY95" fmla="*/ 211624 h 492136"/>
                <a:gd name="connsiteX96" fmla="*/ 137024 w 492102"/>
                <a:gd name="connsiteY96" fmla="*/ 220233 h 492136"/>
                <a:gd name="connsiteX97" fmla="*/ 110442 w 492102"/>
                <a:gd name="connsiteY97" fmla="*/ 231222 h 492136"/>
                <a:gd name="connsiteX98" fmla="*/ 99681 w 492102"/>
                <a:gd name="connsiteY98" fmla="*/ 229797 h 492136"/>
                <a:gd name="connsiteX99" fmla="*/ 76562 w 492102"/>
                <a:gd name="connsiteY99" fmla="*/ 206678 h 492136"/>
                <a:gd name="connsiteX100" fmla="*/ 39296 w 492102"/>
                <a:gd name="connsiteY100" fmla="*/ 243951 h 492136"/>
                <a:gd name="connsiteX101" fmla="*/ 26697 w 492102"/>
                <a:gd name="connsiteY101" fmla="*/ 243951 h 492136"/>
                <a:gd name="connsiteX102" fmla="*/ 26697 w 492102"/>
                <a:gd name="connsiteY102" fmla="*/ 231351 h 492136"/>
                <a:gd name="connsiteX103" fmla="*/ 70255 w 492102"/>
                <a:gd name="connsiteY103" fmla="*/ 187793 h 492136"/>
                <a:gd name="connsiteX104" fmla="*/ 76555 w 492102"/>
                <a:gd name="connsiteY104" fmla="*/ 185184 h 492136"/>
                <a:gd name="connsiteX105" fmla="*/ 82855 w 492102"/>
                <a:gd name="connsiteY105" fmla="*/ 187793 h 492136"/>
                <a:gd name="connsiteX106" fmla="*/ 107577 w 492102"/>
                <a:gd name="connsiteY106" fmla="*/ 212522 h 492136"/>
                <a:gd name="connsiteX107" fmla="*/ 125814 w 492102"/>
                <a:gd name="connsiteY107" fmla="*/ 204982 h 492136"/>
                <a:gd name="connsiteX108" fmla="*/ 125814 w 492102"/>
                <a:gd name="connsiteY108" fmla="*/ 169997 h 492136"/>
                <a:gd name="connsiteX109" fmla="*/ 134722 w 492102"/>
                <a:gd name="connsiteY109" fmla="*/ 161089 h 492136"/>
                <a:gd name="connsiteX110" fmla="*/ 379032 w 492102"/>
                <a:gd name="connsiteY110" fmla="*/ 70032 h 492136"/>
                <a:gd name="connsiteX111" fmla="*/ 421520 w 492102"/>
                <a:gd name="connsiteY111" fmla="*/ 113628 h 492136"/>
                <a:gd name="connsiteX112" fmla="*/ 379032 w 492102"/>
                <a:gd name="connsiteY112" fmla="*/ 156116 h 492136"/>
                <a:gd name="connsiteX113" fmla="*/ 335986 w 492102"/>
                <a:gd name="connsiteY113" fmla="*/ 113071 h 492136"/>
                <a:gd name="connsiteX114" fmla="*/ 344894 w 492102"/>
                <a:gd name="connsiteY114" fmla="*/ 104163 h 492136"/>
                <a:gd name="connsiteX115" fmla="*/ 353803 w 492102"/>
                <a:gd name="connsiteY115" fmla="*/ 113071 h 492136"/>
                <a:gd name="connsiteX116" fmla="*/ 379025 w 492102"/>
                <a:gd name="connsiteY116" fmla="*/ 138306 h 492136"/>
                <a:gd name="connsiteX117" fmla="*/ 404260 w 492102"/>
                <a:gd name="connsiteY117" fmla="*/ 113085 h 492136"/>
                <a:gd name="connsiteX118" fmla="*/ 379039 w 492102"/>
                <a:gd name="connsiteY118" fmla="*/ 87849 h 492136"/>
                <a:gd name="connsiteX119" fmla="*/ 379032 w 492102"/>
                <a:gd name="connsiteY119" fmla="*/ 87849 h 492136"/>
                <a:gd name="connsiteX120" fmla="*/ 370124 w 492102"/>
                <a:gd name="connsiteY120" fmla="*/ 78940 h 492136"/>
                <a:gd name="connsiteX121" fmla="*/ 379032 w 492102"/>
                <a:gd name="connsiteY121" fmla="*/ 70032 h 492136"/>
                <a:gd name="connsiteX122" fmla="*/ 353383 w 492102"/>
                <a:gd name="connsiteY122" fmla="*/ 20531 h 492136"/>
                <a:gd name="connsiteX123" fmla="*/ 331953 w 492102"/>
                <a:gd name="connsiteY123" fmla="*/ 29368 h 492136"/>
                <a:gd name="connsiteX124" fmla="*/ 339122 w 492102"/>
                <a:gd name="connsiteY124" fmla="*/ 46743 h 492136"/>
                <a:gd name="connsiteX125" fmla="*/ 336271 w 492102"/>
                <a:gd name="connsiteY125" fmla="*/ 57212 h 492136"/>
                <a:gd name="connsiteX126" fmla="*/ 323265 w 492102"/>
                <a:gd name="connsiteY126" fmla="*/ 70175 h 492136"/>
                <a:gd name="connsiteX127" fmla="*/ 312775 w 492102"/>
                <a:gd name="connsiteY127" fmla="*/ 72983 h 492136"/>
                <a:gd name="connsiteX128" fmla="*/ 295429 w 492102"/>
                <a:gd name="connsiteY128" fmla="*/ 65771 h 492136"/>
                <a:gd name="connsiteX129" fmla="*/ 286527 w 492102"/>
                <a:gd name="connsiteY129" fmla="*/ 87151 h 492136"/>
                <a:gd name="connsiteX130" fmla="*/ 303874 w 492102"/>
                <a:gd name="connsiteY130" fmla="*/ 94363 h 492136"/>
                <a:gd name="connsiteX131" fmla="*/ 309290 w 492102"/>
                <a:gd name="connsiteY131" fmla="*/ 103770 h 492136"/>
                <a:gd name="connsiteX132" fmla="*/ 309290 w 492102"/>
                <a:gd name="connsiteY132" fmla="*/ 122135 h 492136"/>
                <a:gd name="connsiteX133" fmla="*/ 303852 w 492102"/>
                <a:gd name="connsiteY133" fmla="*/ 131521 h 492136"/>
                <a:gd name="connsiteX134" fmla="*/ 286492 w 492102"/>
                <a:gd name="connsiteY134" fmla="*/ 138691 h 492136"/>
                <a:gd name="connsiteX135" fmla="*/ 295329 w 492102"/>
                <a:gd name="connsiteY135" fmla="*/ 160120 h 492136"/>
                <a:gd name="connsiteX136" fmla="*/ 312697 w 492102"/>
                <a:gd name="connsiteY136" fmla="*/ 152951 h 492136"/>
                <a:gd name="connsiteX137" fmla="*/ 323173 w 492102"/>
                <a:gd name="connsiteY137" fmla="*/ 155802 h 492136"/>
                <a:gd name="connsiteX138" fmla="*/ 336122 w 492102"/>
                <a:gd name="connsiteY138" fmla="*/ 168801 h 492136"/>
                <a:gd name="connsiteX139" fmla="*/ 338930 w 492102"/>
                <a:gd name="connsiteY139" fmla="*/ 179291 h 492136"/>
                <a:gd name="connsiteX140" fmla="*/ 331718 w 492102"/>
                <a:gd name="connsiteY140" fmla="*/ 196637 h 492136"/>
                <a:gd name="connsiteX141" fmla="*/ 353097 w 492102"/>
                <a:gd name="connsiteY141" fmla="*/ 205539 h 492136"/>
                <a:gd name="connsiteX142" fmla="*/ 360310 w 492102"/>
                <a:gd name="connsiteY142" fmla="*/ 188192 h 492136"/>
                <a:gd name="connsiteX143" fmla="*/ 369717 w 492102"/>
                <a:gd name="connsiteY143" fmla="*/ 182776 h 492136"/>
                <a:gd name="connsiteX144" fmla="*/ 388082 w 492102"/>
                <a:gd name="connsiteY144" fmla="*/ 182776 h 492136"/>
                <a:gd name="connsiteX145" fmla="*/ 389287 w 492102"/>
                <a:gd name="connsiteY145" fmla="*/ 182719 h 492136"/>
                <a:gd name="connsiteX146" fmla="*/ 397511 w 492102"/>
                <a:gd name="connsiteY146" fmla="*/ 188228 h 492136"/>
                <a:gd name="connsiteX147" fmla="*/ 404680 w 492102"/>
                <a:gd name="connsiteY147" fmla="*/ 205596 h 492136"/>
                <a:gd name="connsiteX148" fmla="*/ 426110 w 492102"/>
                <a:gd name="connsiteY148" fmla="*/ 196759 h 492136"/>
                <a:gd name="connsiteX149" fmla="*/ 418941 w 492102"/>
                <a:gd name="connsiteY149" fmla="*/ 179384 h 492136"/>
                <a:gd name="connsiteX150" fmla="*/ 421791 w 492102"/>
                <a:gd name="connsiteY150" fmla="*/ 168908 h 492136"/>
                <a:gd name="connsiteX151" fmla="*/ 434790 w 492102"/>
                <a:gd name="connsiteY151" fmla="*/ 155959 h 492136"/>
                <a:gd name="connsiteX152" fmla="*/ 445281 w 492102"/>
                <a:gd name="connsiteY152" fmla="*/ 153151 h 492136"/>
                <a:gd name="connsiteX153" fmla="*/ 462627 w 492102"/>
                <a:gd name="connsiteY153" fmla="*/ 160363 h 492136"/>
                <a:gd name="connsiteX154" fmla="*/ 471528 w 492102"/>
                <a:gd name="connsiteY154" fmla="*/ 138983 h 492136"/>
                <a:gd name="connsiteX155" fmla="*/ 454182 w 492102"/>
                <a:gd name="connsiteY155" fmla="*/ 131756 h 492136"/>
                <a:gd name="connsiteX156" fmla="*/ 448766 w 492102"/>
                <a:gd name="connsiteY156" fmla="*/ 122349 h 492136"/>
                <a:gd name="connsiteX157" fmla="*/ 448766 w 492102"/>
                <a:gd name="connsiteY157" fmla="*/ 103984 h 492136"/>
                <a:gd name="connsiteX158" fmla="*/ 454203 w 492102"/>
                <a:gd name="connsiteY158" fmla="*/ 94598 h 492136"/>
                <a:gd name="connsiteX159" fmla="*/ 471571 w 492102"/>
                <a:gd name="connsiteY159" fmla="*/ 87429 h 492136"/>
                <a:gd name="connsiteX160" fmla="*/ 462734 w 492102"/>
                <a:gd name="connsiteY160" fmla="*/ 65992 h 492136"/>
                <a:gd name="connsiteX161" fmla="*/ 445366 w 492102"/>
                <a:gd name="connsiteY161" fmla="*/ 73161 h 492136"/>
                <a:gd name="connsiteX162" fmla="*/ 434897 w 492102"/>
                <a:gd name="connsiteY162" fmla="*/ 70310 h 492136"/>
                <a:gd name="connsiteX163" fmla="*/ 421934 w 492102"/>
                <a:gd name="connsiteY163" fmla="*/ 57304 h 492136"/>
                <a:gd name="connsiteX164" fmla="*/ 419126 w 492102"/>
                <a:gd name="connsiteY164" fmla="*/ 46814 h 492136"/>
                <a:gd name="connsiteX165" fmla="*/ 426338 w 492102"/>
                <a:gd name="connsiteY165" fmla="*/ 29468 h 492136"/>
                <a:gd name="connsiteX166" fmla="*/ 404958 w 492102"/>
                <a:gd name="connsiteY166" fmla="*/ 20566 h 492136"/>
                <a:gd name="connsiteX167" fmla="*/ 397710 w 492102"/>
                <a:gd name="connsiteY167" fmla="*/ 37920 h 492136"/>
                <a:gd name="connsiteX168" fmla="*/ 388303 w 492102"/>
                <a:gd name="connsiteY168" fmla="*/ 43336 h 492136"/>
                <a:gd name="connsiteX169" fmla="*/ 369938 w 492102"/>
                <a:gd name="connsiteY169" fmla="*/ 43336 h 492136"/>
                <a:gd name="connsiteX170" fmla="*/ 360552 w 492102"/>
                <a:gd name="connsiteY170" fmla="*/ 37898 h 492136"/>
                <a:gd name="connsiteX171" fmla="*/ 354822 w 492102"/>
                <a:gd name="connsiteY171" fmla="*/ 676 h 492136"/>
                <a:gd name="connsiteX172" fmla="*/ 366448 w 492102"/>
                <a:gd name="connsiteY172" fmla="*/ 5503 h 492136"/>
                <a:gd name="connsiteX173" fmla="*/ 366453 w 492102"/>
                <a:gd name="connsiteY173" fmla="*/ 5515 h 492136"/>
                <a:gd name="connsiteX174" fmla="*/ 374520 w 492102"/>
                <a:gd name="connsiteY174" fmla="*/ 25049 h 492136"/>
                <a:gd name="connsiteX175" fmla="*/ 383785 w 492102"/>
                <a:gd name="connsiteY175" fmla="*/ 25049 h 492136"/>
                <a:gd name="connsiteX176" fmla="*/ 391895 w 492102"/>
                <a:gd name="connsiteY176" fmla="*/ 5543 h 492136"/>
                <a:gd name="connsiteX177" fmla="*/ 403525 w 492102"/>
                <a:gd name="connsiteY177" fmla="*/ 727 h 492136"/>
                <a:gd name="connsiteX178" fmla="*/ 403540 w 492102"/>
                <a:gd name="connsiteY178" fmla="*/ 733 h 492136"/>
                <a:gd name="connsiteX179" fmla="*/ 441354 w 492102"/>
                <a:gd name="connsiteY179" fmla="*/ 16469 h 492136"/>
                <a:gd name="connsiteX180" fmla="*/ 446165 w 492102"/>
                <a:gd name="connsiteY180" fmla="*/ 28112 h 492136"/>
                <a:gd name="connsiteX181" fmla="*/ 446164 w 492102"/>
                <a:gd name="connsiteY181" fmla="*/ 28114 h 492136"/>
                <a:gd name="connsiteX182" fmla="*/ 438054 w 492102"/>
                <a:gd name="connsiteY182" fmla="*/ 47626 h 492136"/>
                <a:gd name="connsiteX183" fmla="*/ 444589 w 492102"/>
                <a:gd name="connsiteY183" fmla="*/ 54190 h 492136"/>
                <a:gd name="connsiteX184" fmla="*/ 464159 w 492102"/>
                <a:gd name="connsiteY184" fmla="*/ 46130 h 492136"/>
                <a:gd name="connsiteX185" fmla="*/ 475790 w 492102"/>
                <a:gd name="connsiteY185" fmla="*/ 50969 h 492136"/>
                <a:gd name="connsiteX186" fmla="*/ 491426 w 492102"/>
                <a:gd name="connsiteY186" fmla="*/ 88861 h 492136"/>
                <a:gd name="connsiteX187" fmla="*/ 486599 w 492102"/>
                <a:gd name="connsiteY187" fmla="*/ 100487 h 492136"/>
                <a:gd name="connsiteX188" fmla="*/ 486587 w 492102"/>
                <a:gd name="connsiteY188" fmla="*/ 100492 h 492136"/>
                <a:gd name="connsiteX189" fmla="*/ 467053 w 492102"/>
                <a:gd name="connsiteY189" fmla="*/ 108559 h 492136"/>
                <a:gd name="connsiteX190" fmla="*/ 467053 w 492102"/>
                <a:gd name="connsiteY190" fmla="*/ 117824 h 492136"/>
                <a:gd name="connsiteX191" fmla="*/ 486558 w 492102"/>
                <a:gd name="connsiteY191" fmla="*/ 125934 h 492136"/>
                <a:gd name="connsiteX192" fmla="*/ 491369 w 492102"/>
                <a:gd name="connsiteY192" fmla="*/ 137577 h 492136"/>
                <a:gd name="connsiteX193" fmla="*/ 491369 w 492102"/>
                <a:gd name="connsiteY193" fmla="*/ 137579 h 492136"/>
                <a:gd name="connsiteX194" fmla="*/ 475633 w 492102"/>
                <a:gd name="connsiteY194" fmla="*/ 175429 h 492136"/>
                <a:gd name="connsiteX195" fmla="*/ 464016 w 492102"/>
                <a:gd name="connsiteY195" fmla="*/ 180251 h 492136"/>
                <a:gd name="connsiteX196" fmla="*/ 463988 w 492102"/>
                <a:gd name="connsiteY196" fmla="*/ 180239 h 492136"/>
                <a:gd name="connsiteX197" fmla="*/ 444475 w 492102"/>
                <a:gd name="connsiteY197" fmla="*/ 172129 h 492136"/>
                <a:gd name="connsiteX198" fmla="*/ 437912 w 492102"/>
                <a:gd name="connsiteY198" fmla="*/ 178657 h 492136"/>
                <a:gd name="connsiteX199" fmla="*/ 445972 w 492102"/>
                <a:gd name="connsiteY199" fmla="*/ 198198 h 492136"/>
                <a:gd name="connsiteX200" fmla="*/ 441145 w 492102"/>
                <a:gd name="connsiteY200" fmla="*/ 209824 h 492136"/>
                <a:gd name="connsiteX201" fmla="*/ 441133 w 492102"/>
                <a:gd name="connsiteY201" fmla="*/ 209829 h 492136"/>
                <a:gd name="connsiteX202" fmla="*/ 403241 w 492102"/>
                <a:gd name="connsiteY202" fmla="*/ 225465 h 492136"/>
                <a:gd name="connsiteX203" fmla="*/ 399841 w 492102"/>
                <a:gd name="connsiteY203" fmla="*/ 226142 h 492136"/>
                <a:gd name="connsiteX204" fmla="*/ 391610 w 492102"/>
                <a:gd name="connsiteY204" fmla="*/ 220633 h 492136"/>
                <a:gd name="connsiteX205" fmla="*/ 383543 w 492102"/>
                <a:gd name="connsiteY205" fmla="*/ 201120 h 492136"/>
                <a:gd name="connsiteX206" fmla="*/ 374278 w 492102"/>
                <a:gd name="connsiteY206" fmla="*/ 201120 h 492136"/>
                <a:gd name="connsiteX207" fmla="*/ 366168 w 492102"/>
                <a:gd name="connsiteY207" fmla="*/ 220633 h 492136"/>
                <a:gd name="connsiteX208" fmla="*/ 354516 w 492102"/>
                <a:gd name="connsiteY208" fmla="*/ 225443 h 492136"/>
                <a:gd name="connsiteX209" fmla="*/ 316638 w 492102"/>
                <a:gd name="connsiteY209" fmla="*/ 209672 h 492136"/>
                <a:gd name="connsiteX210" fmla="*/ 311834 w 492102"/>
                <a:gd name="connsiteY210" fmla="*/ 198027 h 492136"/>
                <a:gd name="connsiteX211" fmla="*/ 319944 w 492102"/>
                <a:gd name="connsiteY211" fmla="*/ 178522 h 492136"/>
                <a:gd name="connsiteX212" fmla="*/ 313416 w 492102"/>
                <a:gd name="connsiteY212" fmla="*/ 171958 h 492136"/>
                <a:gd name="connsiteX213" fmla="*/ 293904 w 492102"/>
                <a:gd name="connsiteY213" fmla="*/ 180011 h 492136"/>
                <a:gd name="connsiteX214" fmla="*/ 282273 w 492102"/>
                <a:gd name="connsiteY214" fmla="*/ 175172 h 492136"/>
                <a:gd name="connsiteX215" fmla="*/ 266637 w 492102"/>
                <a:gd name="connsiteY215" fmla="*/ 137280 h 492136"/>
                <a:gd name="connsiteX216" fmla="*/ 271464 w 492102"/>
                <a:gd name="connsiteY216" fmla="*/ 125654 h 492136"/>
                <a:gd name="connsiteX217" fmla="*/ 271476 w 492102"/>
                <a:gd name="connsiteY217" fmla="*/ 125649 h 492136"/>
                <a:gd name="connsiteX218" fmla="*/ 290982 w 492102"/>
                <a:gd name="connsiteY218" fmla="*/ 117589 h 492136"/>
                <a:gd name="connsiteX219" fmla="*/ 290982 w 492102"/>
                <a:gd name="connsiteY219" fmla="*/ 108324 h 492136"/>
                <a:gd name="connsiteX220" fmla="*/ 271469 w 492102"/>
                <a:gd name="connsiteY220" fmla="*/ 100214 h 492136"/>
                <a:gd name="connsiteX221" fmla="*/ 266658 w 492102"/>
                <a:gd name="connsiteY221" fmla="*/ 88562 h 492136"/>
                <a:gd name="connsiteX222" fmla="*/ 282430 w 492102"/>
                <a:gd name="connsiteY222" fmla="*/ 50712 h 492136"/>
                <a:gd name="connsiteX223" fmla="*/ 294075 w 492102"/>
                <a:gd name="connsiteY223" fmla="*/ 45909 h 492136"/>
                <a:gd name="connsiteX224" fmla="*/ 313580 w 492102"/>
                <a:gd name="connsiteY224" fmla="*/ 54019 h 492136"/>
                <a:gd name="connsiteX225" fmla="*/ 320144 w 492102"/>
                <a:gd name="connsiteY225" fmla="*/ 47484 h 492136"/>
                <a:gd name="connsiteX226" fmla="*/ 312091 w 492102"/>
                <a:gd name="connsiteY226" fmla="*/ 27943 h 492136"/>
                <a:gd name="connsiteX227" fmla="*/ 316918 w 492102"/>
                <a:gd name="connsiteY227" fmla="*/ 16317 h 492136"/>
                <a:gd name="connsiteX228" fmla="*/ 316930 w 492102"/>
                <a:gd name="connsiteY228" fmla="*/ 16312 h 49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</a:cxnLst>
              <a:rect l="l" t="t" r="r" b="b"/>
              <a:pathLst>
                <a:path w="492102" h="492136">
                  <a:moveTo>
                    <a:pt x="8908" y="286903"/>
                  </a:moveTo>
                  <a:lnTo>
                    <a:pt x="50528" y="286903"/>
                  </a:lnTo>
                  <a:cubicBezTo>
                    <a:pt x="55448" y="286903"/>
                    <a:pt x="59436" y="290891"/>
                    <a:pt x="59436" y="295811"/>
                  </a:cubicBezTo>
                  <a:cubicBezTo>
                    <a:pt x="59436" y="300731"/>
                    <a:pt x="55448" y="304720"/>
                    <a:pt x="50528" y="304720"/>
                  </a:cubicBezTo>
                  <a:lnTo>
                    <a:pt x="17817" y="304720"/>
                  </a:lnTo>
                  <a:lnTo>
                    <a:pt x="17817" y="348506"/>
                  </a:lnTo>
                  <a:lnTo>
                    <a:pt x="50528" y="348506"/>
                  </a:lnTo>
                  <a:cubicBezTo>
                    <a:pt x="54565" y="348505"/>
                    <a:pt x="58097" y="351219"/>
                    <a:pt x="59137" y="355119"/>
                  </a:cubicBezTo>
                  <a:cubicBezTo>
                    <a:pt x="61617" y="364427"/>
                    <a:pt x="65311" y="373367"/>
                    <a:pt x="70126" y="381709"/>
                  </a:cubicBezTo>
                  <a:cubicBezTo>
                    <a:pt x="72144" y="385205"/>
                    <a:pt x="71559" y="389620"/>
                    <a:pt x="68701" y="392470"/>
                  </a:cubicBezTo>
                  <a:lnTo>
                    <a:pt x="45582" y="415589"/>
                  </a:lnTo>
                  <a:lnTo>
                    <a:pt x="76547" y="446547"/>
                  </a:lnTo>
                  <a:lnTo>
                    <a:pt x="99666" y="423435"/>
                  </a:lnTo>
                  <a:cubicBezTo>
                    <a:pt x="102514" y="420578"/>
                    <a:pt x="106927" y="419993"/>
                    <a:pt x="110420" y="422010"/>
                  </a:cubicBezTo>
                  <a:cubicBezTo>
                    <a:pt x="118775" y="426826"/>
                    <a:pt x="127727" y="430523"/>
                    <a:pt x="137045" y="433006"/>
                  </a:cubicBezTo>
                  <a:cubicBezTo>
                    <a:pt x="140942" y="434046"/>
                    <a:pt x="143653" y="437576"/>
                    <a:pt x="143652" y="441608"/>
                  </a:cubicBezTo>
                  <a:lnTo>
                    <a:pt x="143652" y="474320"/>
                  </a:lnTo>
                  <a:lnTo>
                    <a:pt x="187438" y="474320"/>
                  </a:lnTo>
                  <a:lnTo>
                    <a:pt x="187438" y="441608"/>
                  </a:lnTo>
                  <a:cubicBezTo>
                    <a:pt x="187437" y="437576"/>
                    <a:pt x="190148" y="434046"/>
                    <a:pt x="194045" y="433006"/>
                  </a:cubicBezTo>
                  <a:cubicBezTo>
                    <a:pt x="203342" y="430530"/>
                    <a:pt x="212275" y="426845"/>
                    <a:pt x="220614" y="422046"/>
                  </a:cubicBezTo>
                  <a:cubicBezTo>
                    <a:pt x="224107" y="420027"/>
                    <a:pt x="228521" y="420612"/>
                    <a:pt x="231368" y="423471"/>
                  </a:cubicBezTo>
                  <a:lnTo>
                    <a:pt x="254487" y="446583"/>
                  </a:lnTo>
                  <a:lnTo>
                    <a:pt x="291737" y="409325"/>
                  </a:lnTo>
                  <a:cubicBezTo>
                    <a:pt x="295217" y="405845"/>
                    <a:pt x="300858" y="405845"/>
                    <a:pt x="304337" y="409325"/>
                  </a:cubicBezTo>
                  <a:cubicBezTo>
                    <a:pt x="307817" y="412804"/>
                    <a:pt x="307817" y="418445"/>
                    <a:pt x="304337" y="421924"/>
                  </a:cubicBezTo>
                  <a:lnTo>
                    <a:pt x="260786" y="465475"/>
                  </a:lnTo>
                  <a:cubicBezTo>
                    <a:pt x="257308" y="468955"/>
                    <a:pt x="251668" y="468956"/>
                    <a:pt x="248188" y="465477"/>
                  </a:cubicBezTo>
                  <a:cubicBezTo>
                    <a:pt x="248188" y="465477"/>
                    <a:pt x="248187" y="465476"/>
                    <a:pt x="248187" y="465475"/>
                  </a:cubicBezTo>
                  <a:lnTo>
                    <a:pt x="223471" y="440717"/>
                  </a:lnTo>
                  <a:cubicBezTo>
                    <a:pt x="217597" y="443699"/>
                    <a:pt x="211499" y="446220"/>
                    <a:pt x="205234" y="448257"/>
                  </a:cubicBezTo>
                  <a:lnTo>
                    <a:pt x="205234" y="483228"/>
                  </a:lnTo>
                  <a:cubicBezTo>
                    <a:pt x="205234" y="488148"/>
                    <a:pt x="201246" y="492136"/>
                    <a:pt x="196326" y="492136"/>
                  </a:cubicBezTo>
                  <a:lnTo>
                    <a:pt x="134722" y="492136"/>
                  </a:lnTo>
                  <a:cubicBezTo>
                    <a:pt x="129802" y="492136"/>
                    <a:pt x="125814" y="488148"/>
                    <a:pt x="125814" y="483228"/>
                  </a:cubicBezTo>
                  <a:lnTo>
                    <a:pt x="125814" y="448257"/>
                  </a:lnTo>
                  <a:cubicBezTo>
                    <a:pt x="119549" y="446220"/>
                    <a:pt x="113451" y="443699"/>
                    <a:pt x="107577" y="440717"/>
                  </a:cubicBezTo>
                  <a:lnTo>
                    <a:pt x="82883" y="465433"/>
                  </a:lnTo>
                  <a:cubicBezTo>
                    <a:pt x="79404" y="468912"/>
                    <a:pt x="73764" y="468913"/>
                    <a:pt x="70285" y="465434"/>
                  </a:cubicBezTo>
                  <a:cubicBezTo>
                    <a:pt x="70284" y="465434"/>
                    <a:pt x="70284" y="465433"/>
                    <a:pt x="70283" y="465433"/>
                  </a:cubicBezTo>
                  <a:lnTo>
                    <a:pt x="26725" y="421882"/>
                  </a:lnTo>
                  <a:cubicBezTo>
                    <a:pt x="23246" y="418403"/>
                    <a:pt x="23245" y="412763"/>
                    <a:pt x="26723" y="409283"/>
                  </a:cubicBezTo>
                  <a:cubicBezTo>
                    <a:pt x="26724" y="409283"/>
                    <a:pt x="26724" y="409282"/>
                    <a:pt x="26725" y="409282"/>
                  </a:cubicBezTo>
                  <a:lnTo>
                    <a:pt x="51440" y="384559"/>
                  </a:lnTo>
                  <a:cubicBezTo>
                    <a:pt x="48458" y="378685"/>
                    <a:pt x="45937" y="372588"/>
                    <a:pt x="43900" y="366322"/>
                  </a:cubicBezTo>
                  <a:lnTo>
                    <a:pt x="8908" y="366322"/>
                  </a:lnTo>
                  <a:cubicBezTo>
                    <a:pt x="3988" y="366322"/>
                    <a:pt x="0" y="362334"/>
                    <a:pt x="0" y="357414"/>
                  </a:cubicBezTo>
                  <a:lnTo>
                    <a:pt x="0" y="295811"/>
                  </a:lnTo>
                  <a:cubicBezTo>
                    <a:pt x="0" y="290891"/>
                    <a:pt x="3988" y="286903"/>
                    <a:pt x="8908" y="286903"/>
                  </a:cubicBezTo>
                  <a:close/>
                  <a:moveTo>
                    <a:pt x="165552" y="265260"/>
                  </a:moveTo>
                  <a:cubicBezTo>
                    <a:pt x="131668" y="265263"/>
                    <a:pt x="104202" y="292735"/>
                    <a:pt x="104206" y="326620"/>
                  </a:cubicBezTo>
                  <a:cubicBezTo>
                    <a:pt x="104210" y="360504"/>
                    <a:pt x="131682" y="387970"/>
                    <a:pt x="165567" y="387966"/>
                  </a:cubicBezTo>
                  <a:cubicBezTo>
                    <a:pt x="199448" y="387962"/>
                    <a:pt x="226913" y="360495"/>
                    <a:pt x="226913" y="326613"/>
                  </a:cubicBezTo>
                  <a:cubicBezTo>
                    <a:pt x="226873" y="292742"/>
                    <a:pt x="199423" y="265295"/>
                    <a:pt x="165552" y="265260"/>
                  </a:cubicBezTo>
                  <a:close/>
                  <a:moveTo>
                    <a:pt x="165510" y="247450"/>
                  </a:moveTo>
                  <a:cubicBezTo>
                    <a:pt x="209234" y="247438"/>
                    <a:pt x="244689" y="282874"/>
                    <a:pt x="244701" y="326599"/>
                  </a:cubicBezTo>
                  <a:cubicBezTo>
                    <a:pt x="244701" y="326606"/>
                    <a:pt x="244701" y="326613"/>
                    <a:pt x="244701" y="326620"/>
                  </a:cubicBezTo>
                  <a:cubicBezTo>
                    <a:pt x="244650" y="370315"/>
                    <a:pt x="209247" y="405727"/>
                    <a:pt x="165552" y="405790"/>
                  </a:cubicBezTo>
                  <a:cubicBezTo>
                    <a:pt x="121828" y="405802"/>
                    <a:pt x="86373" y="370366"/>
                    <a:pt x="86361" y="326641"/>
                  </a:cubicBezTo>
                  <a:cubicBezTo>
                    <a:pt x="86349" y="282917"/>
                    <a:pt x="121785" y="247462"/>
                    <a:pt x="165510" y="247450"/>
                  </a:cubicBezTo>
                  <a:close/>
                  <a:moveTo>
                    <a:pt x="134722" y="161089"/>
                  </a:moveTo>
                  <a:lnTo>
                    <a:pt x="196325" y="161089"/>
                  </a:lnTo>
                  <a:cubicBezTo>
                    <a:pt x="201245" y="161089"/>
                    <a:pt x="205233" y="165077"/>
                    <a:pt x="205233" y="169997"/>
                  </a:cubicBezTo>
                  <a:lnTo>
                    <a:pt x="205233" y="204968"/>
                  </a:lnTo>
                  <a:cubicBezTo>
                    <a:pt x="211500" y="207012"/>
                    <a:pt x="217600" y="209538"/>
                    <a:pt x="223479" y="212522"/>
                  </a:cubicBezTo>
                  <a:lnTo>
                    <a:pt x="248222" y="187793"/>
                  </a:lnTo>
                  <a:cubicBezTo>
                    <a:pt x="249893" y="186122"/>
                    <a:pt x="252159" y="185184"/>
                    <a:pt x="254522" y="185184"/>
                  </a:cubicBezTo>
                  <a:cubicBezTo>
                    <a:pt x="256885" y="185183"/>
                    <a:pt x="259152" y="186121"/>
                    <a:pt x="260822" y="187793"/>
                  </a:cubicBezTo>
                  <a:lnTo>
                    <a:pt x="304373" y="231351"/>
                  </a:lnTo>
                  <a:cubicBezTo>
                    <a:pt x="307853" y="234829"/>
                    <a:pt x="307853" y="240470"/>
                    <a:pt x="304375" y="243949"/>
                  </a:cubicBezTo>
                  <a:cubicBezTo>
                    <a:pt x="304374" y="243949"/>
                    <a:pt x="304374" y="243950"/>
                    <a:pt x="304373" y="243951"/>
                  </a:cubicBezTo>
                  <a:lnTo>
                    <a:pt x="279658" y="268673"/>
                  </a:lnTo>
                  <a:cubicBezTo>
                    <a:pt x="282639" y="274548"/>
                    <a:pt x="285160" y="280645"/>
                    <a:pt x="287198" y="286910"/>
                  </a:cubicBezTo>
                  <a:lnTo>
                    <a:pt x="322168" y="286910"/>
                  </a:lnTo>
                  <a:cubicBezTo>
                    <a:pt x="327088" y="286910"/>
                    <a:pt x="331077" y="290898"/>
                    <a:pt x="331077" y="295818"/>
                  </a:cubicBezTo>
                  <a:lnTo>
                    <a:pt x="331077" y="357421"/>
                  </a:lnTo>
                  <a:cubicBezTo>
                    <a:pt x="331073" y="362341"/>
                    <a:pt x="327081" y="366326"/>
                    <a:pt x="322161" y="366322"/>
                  </a:cubicBezTo>
                  <a:cubicBezTo>
                    <a:pt x="322154" y="366322"/>
                    <a:pt x="322147" y="366322"/>
                    <a:pt x="322140" y="366322"/>
                  </a:cubicBezTo>
                  <a:lnTo>
                    <a:pt x="280520" y="366322"/>
                  </a:lnTo>
                  <a:cubicBezTo>
                    <a:pt x="275600" y="366322"/>
                    <a:pt x="271612" y="362334"/>
                    <a:pt x="271612" y="357414"/>
                  </a:cubicBezTo>
                  <a:cubicBezTo>
                    <a:pt x="271612" y="352494"/>
                    <a:pt x="275600" y="348506"/>
                    <a:pt x="280520" y="348506"/>
                  </a:cubicBezTo>
                  <a:lnTo>
                    <a:pt x="313232" y="348506"/>
                  </a:lnTo>
                  <a:lnTo>
                    <a:pt x="313232" y="304719"/>
                  </a:lnTo>
                  <a:lnTo>
                    <a:pt x="280520" y="304719"/>
                  </a:lnTo>
                  <a:cubicBezTo>
                    <a:pt x="276487" y="304720"/>
                    <a:pt x="272958" y="302010"/>
                    <a:pt x="271918" y="298113"/>
                  </a:cubicBezTo>
                  <a:cubicBezTo>
                    <a:pt x="269433" y="288809"/>
                    <a:pt x="265736" y="279871"/>
                    <a:pt x="260922" y="271531"/>
                  </a:cubicBezTo>
                  <a:cubicBezTo>
                    <a:pt x="258904" y="268035"/>
                    <a:pt x="259489" y="263619"/>
                    <a:pt x="262347" y="260769"/>
                  </a:cubicBezTo>
                  <a:lnTo>
                    <a:pt x="285459" y="237651"/>
                  </a:lnTo>
                  <a:lnTo>
                    <a:pt x="254494" y="206685"/>
                  </a:lnTo>
                  <a:lnTo>
                    <a:pt x="231375" y="229804"/>
                  </a:lnTo>
                  <a:cubicBezTo>
                    <a:pt x="228530" y="232672"/>
                    <a:pt x="224107" y="233257"/>
                    <a:pt x="220614" y="231229"/>
                  </a:cubicBezTo>
                  <a:cubicBezTo>
                    <a:pt x="212276" y="226409"/>
                    <a:pt x="203337" y="222713"/>
                    <a:pt x="194030" y="220240"/>
                  </a:cubicBezTo>
                  <a:cubicBezTo>
                    <a:pt x="190133" y="219198"/>
                    <a:pt x="187422" y="215666"/>
                    <a:pt x="187424" y="211631"/>
                  </a:cubicBezTo>
                  <a:lnTo>
                    <a:pt x="187424" y="178906"/>
                  </a:lnTo>
                  <a:lnTo>
                    <a:pt x="143631" y="178906"/>
                  </a:lnTo>
                  <a:lnTo>
                    <a:pt x="143631" y="211624"/>
                  </a:lnTo>
                  <a:cubicBezTo>
                    <a:pt x="143632" y="215659"/>
                    <a:pt x="140922" y="219191"/>
                    <a:pt x="137024" y="220233"/>
                  </a:cubicBezTo>
                  <a:cubicBezTo>
                    <a:pt x="127717" y="222706"/>
                    <a:pt x="118778" y="226401"/>
                    <a:pt x="110442" y="231222"/>
                  </a:cubicBezTo>
                  <a:cubicBezTo>
                    <a:pt x="106948" y="233248"/>
                    <a:pt x="102527" y="232662"/>
                    <a:pt x="99681" y="229797"/>
                  </a:cubicBezTo>
                  <a:lnTo>
                    <a:pt x="76562" y="206678"/>
                  </a:lnTo>
                  <a:lnTo>
                    <a:pt x="39296" y="243951"/>
                  </a:lnTo>
                  <a:cubicBezTo>
                    <a:pt x="35817" y="247430"/>
                    <a:pt x="30176" y="247430"/>
                    <a:pt x="26697" y="243951"/>
                  </a:cubicBezTo>
                  <a:cubicBezTo>
                    <a:pt x="23217" y="240471"/>
                    <a:pt x="23217" y="234830"/>
                    <a:pt x="26697" y="231351"/>
                  </a:cubicBezTo>
                  <a:lnTo>
                    <a:pt x="70255" y="187793"/>
                  </a:lnTo>
                  <a:cubicBezTo>
                    <a:pt x="71926" y="186122"/>
                    <a:pt x="74192" y="185184"/>
                    <a:pt x="76555" y="185184"/>
                  </a:cubicBezTo>
                  <a:cubicBezTo>
                    <a:pt x="78917" y="185184"/>
                    <a:pt x="81184" y="186122"/>
                    <a:pt x="82855" y="187793"/>
                  </a:cubicBezTo>
                  <a:lnTo>
                    <a:pt x="107577" y="212522"/>
                  </a:lnTo>
                  <a:cubicBezTo>
                    <a:pt x="113453" y="209542"/>
                    <a:pt x="119550" y="207022"/>
                    <a:pt x="125814" y="204982"/>
                  </a:cubicBezTo>
                  <a:lnTo>
                    <a:pt x="125814" y="169997"/>
                  </a:lnTo>
                  <a:cubicBezTo>
                    <a:pt x="125814" y="165077"/>
                    <a:pt x="129802" y="161089"/>
                    <a:pt x="134722" y="161089"/>
                  </a:cubicBezTo>
                  <a:close/>
                  <a:moveTo>
                    <a:pt x="379032" y="70032"/>
                  </a:moveTo>
                  <a:cubicBezTo>
                    <a:pt x="402803" y="70338"/>
                    <a:pt x="421825" y="89856"/>
                    <a:pt x="421520" y="113628"/>
                  </a:cubicBezTo>
                  <a:cubicBezTo>
                    <a:pt x="421219" y="136968"/>
                    <a:pt x="402372" y="155815"/>
                    <a:pt x="379032" y="156116"/>
                  </a:cubicBezTo>
                  <a:cubicBezTo>
                    <a:pt x="355269" y="156088"/>
                    <a:pt x="336014" y="136833"/>
                    <a:pt x="335986" y="113071"/>
                  </a:cubicBezTo>
                  <a:cubicBezTo>
                    <a:pt x="335986" y="108151"/>
                    <a:pt x="339974" y="104163"/>
                    <a:pt x="344894" y="104163"/>
                  </a:cubicBezTo>
                  <a:cubicBezTo>
                    <a:pt x="349814" y="104163"/>
                    <a:pt x="353803" y="108151"/>
                    <a:pt x="353803" y="113071"/>
                  </a:cubicBezTo>
                  <a:cubicBezTo>
                    <a:pt x="353799" y="127004"/>
                    <a:pt x="365091" y="138302"/>
                    <a:pt x="379025" y="138306"/>
                  </a:cubicBezTo>
                  <a:cubicBezTo>
                    <a:pt x="392958" y="138310"/>
                    <a:pt x="404256" y="127018"/>
                    <a:pt x="404260" y="113085"/>
                  </a:cubicBezTo>
                  <a:cubicBezTo>
                    <a:pt x="404264" y="99151"/>
                    <a:pt x="392972" y="87853"/>
                    <a:pt x="379039" y="87849"/>
                  </a:cubicBezTo>
                  <a:cubicBezTo>
                    <a:pt x="379037" y="87849"/>
                    <a:pt x="379034" y="87849"/>
                    <a:pt x="379032" y="87849"/>
                  </a:cubicBezTo>
                  <a:cubicBezTo>
                    <a:pt x="374112" y="87849"/>
                    <a:pt x="370124" y="83860"/>
                    <a:pt x="370124" y="78940"/>
                  </a:cubicBezTo>
                  <a:cubicBezTo>
                    <a:pt x="370124" y="74020"/>
                    <a:pt x="374112" y="70032"/>
                    <a:pt x="379032" y="70032"/>
                  </a:cubicBezTo>
                  <a:close/>
                  <a:moveTo>
                    <a:pt x="353383" y="20531"/>
                  </a:moveTo>
                  <a:lnTo>
                    <a:pt x="331953" y="29368"/>
                  </a:lnTo>
                  <a:lnTo>
                    <a:pt x="339122" y="46743"/>
                  </a:lnTo>
                  <a:cubicBezTo>
                    <a:pt x="340654" y="50475"/>
                    <a:pt x="339485" y="54771"/>
                    <a:pt x="336271" y="57212"/>
                  </a:cubicBezTo>
                  <a:cubicBezTo>
                    <a:pt x="331385" y="60943"/>
                    <a:pt x="327012" y="65301"/>
                    <a:pt x="323265" y="70175"/>
                  </a:cubicBezTo>
                  <a:cubicBezTo>
                    <a:pt x="320805" y="73374"/>
                    <a:pt x="316504" y="74525"/>
                    <a:pt x="312775" y="72983"/>
                  </a:cubicBezTo>
                  <a:lnTo>
                    <a:pt x="295429" y="65771"/>
                  </a:lnTo>
                  <a:lnTo>
                    <a:pt x="286527" y="87151"/>
                  </a:lnTo>
                  <a:lnTo>
                    <a:pt x="303874" y="94363"/>
                  </a:lnTo>
                  <a:cubicBezTo>
                    <a:pt x="307602" y="95910"/>
                    <a:pt x="309824" y="99769"/>
                    <a:pt x="309290" y="103770"/>
                  </a:cubicBezTo>
                  <a:cubicBezTo>
                    <a:pt x="308483" y="109865"/>
                    <a:pt x="308483" y="116040"/>
                    <a:pt x="309290" y="122135"/>
                  </a:cubicBezTo>
                  <a:cubicBezTo>
                    <a:pt x="309811" y="126134"/>
                    <a:pt x="307580" y="129984"/>
                    <a:pt x="303852" y="131521"/>
                  </a:cubicBezTo>
                  <a:lnTo>
                    <a:pt x="286492" y="138691"/>
                  </a:lnTo>
                  <a:lnTo>
                    <a:pt x="295329" y="160120"/>
                  </a:lnTo>
                  <a:lnTo>
                    <a:pt x="312697" y="152951"/>
                  </a:lnTo>
                  <a:cubicBezTo>
                    <a:pt x="316430" y="151407"/>
                    <a:pt x="320736" y="152579"/>
                    <a:pt x="323173" y="155802"/>
                  </a:cubicBezTo>
                  <a:cubicBezTo>
                    <a:pt x="326897" y="160687"/>
                    <a:pt x="331251" y="165058"/>
                    <a:pt x="336122" y="168801"/>
                  </a:cubicBezTo>
                  <a:cubicBezTo>
                    <a:pt x="339325" y="171258"/>
                    <a:pt x="340477" y="175562"/>
                    <a:pt x="338930" y="179291"/>
                  </a:cubicBezTo>
                  <a:lnTo>
                    <a:pt x="331718" y="196637"/>
                  </a:lnTo>
                  <a:lnTo>
                    <a:pt x="353097" y="205539"/>
                  </a:lnTo>
                  <a:lnTo>
                    <a:pt x="360310" y="188192"/>
                  </a:lnTo>
                  <a:cubicBezTo>
                    <a:pt x="361887" y="184492"/>
                    <a:pt x="365724" y="182282"/>
                    <a:pt x="369717" y="182776"/>
                  </a:cubicBezTo>
                  <a:cubicBezTo>
                    <a:pt x="375812" y="183583"/>
                    <a:pt x="381987" y="183583"/>
                    <a:pt x="388082" y="182776"/>
                  </a:cubicBezTo>
                  <a:cubicBezTo>
                    <a:pt x="388482" y="182731"/>
                    <a:pt x="388884" y="182712"/>
                    <a:pt x="389287" y="182719"/>
                  </a:cubicBezTo>
                  <a:cubicBezTo>
                    <a:pt x="392890" y="182721"/>
                    <a:pt x="396137" y="184896"/>
                    <a:pt x="397511" y="188228"/>
                  </a:cubicBezTo>
                  <a:lnTo>
                    <a:pt x="404680" y="205596"/>
                  </a:lnTo>
                  <a:lnTo>
                    <a:pt x="426110" y="196759"/>
                  </a:lnTo>
                  <a:lnTo>
                    <a:pt x="418941" y="179384"/>
                  </a:lnTo>
                  <a:cubicBezTo>
                    <a:pt x="417405" y="175649"/>
                    <a:pt x="418575" y="171349"/>
                    <a:pt x="421791" y="168908"/>
                  </a:cubicBezTo>
                  <a:cubicBezTo>
                    <a:pt x="426676" y="165183"/>
                    <a:pt x="431047" y="160829"/>
                    <a:pt x="434790" y="155959"/>
                  </a:cubicBezTo>
                  <a:cubicBezTo>
                    <a:pt x="437254" y="152764"/>
                    <a:pt x="441551" y="151614"/>
                    <a:pt x="445281" y="153151"/>
                  </a:cubicBezTo>
                  <a:lnTo>
                    <a:pt x="462627" y="160363"/>
                  </a:lnTo>
                  <a:lnTo>
                    <a:pt x="471528" y="138983"/>
                  </a:lnTo>
                  <a:lnTo>
                    <a:pt x="454182" y="131756"/>
                  </a:lnTo>
                  <a:cubicBezTo>
                    <a:pt x="450454" y="130210"/>
                    <a:pt x="448231" y="126350"/>
                    <a:pt x="448766" y="122349"/>
                  </a:cubicBezTo>
                  <a:cubicBezTo>
                    <a:pt x="449573" y="116254"/>
                    <a:pt x="449573" y="110079"/>
                    <a:pt x="448766" y="103984"/>
                  </a:cubicBezTo>
                  <a:cubicBezTo>
                    <a:pt x="448242" y="99985"/>
                    <a:pt x="450474" y="96133"/>
                    <a:pt x="454203" y="94598"/>
                  </a:cubicBezTo>
                  <a:lnTo>
                    <a:pt x="471571" y="87429"/>
                  </a:lnTo>
                  <a:lnTo>
                    <a:pt x="462734" y="65992"/>
                  </a:lnTo>
                  <a:lnTo>
                    <a:pt x="445366" y="73161"/>
                  </a:lnTo>
                  <a:cubicBezTo>
                    <a:pt x="441634" y="74696"/>
                    <a:pt x="437336" y="73526"/>
                    <a:pt x="434897" y="70310"/>
                  </a:cubicBezTo>
                  <a:cubicBezTo>
                    <a:pt x="431166" y="65424"/>
                    <a:pt x="426807" y="61051"/>
                    <a:pt x="421934" y="57304"/>
                  </a:cubicBezTo>
                  <a:cubicBezTo>
                    <a:pt x="418728" y="54848"/>
                    <a:pt x="417576" y="50543"/>
                    <a:pt x="419126" y="46814"/>
                  </a:cubicBezTo>
                  <a:lnTo>
                    <a:pt x="426338" y="29468"/>
                  </a:lnTo>
                  <a:lnTo>
                    <a:pt x="404958" y="20566"/>
                  </a:lnTo>
                  <a:lnTo>
                    <a:pt x="397710" y="37920"/>
                  </a:lnTo>
                  <a:cubicBezTo>
                    <a:pt x="396138" y="41626"/>
                    <a:pt x="392297" y="43837"/>
                    <a:pt x="388303" y="43336"/>
                  </a:cubicBezTo>
                  <a:cubicBezTo>
                    <a:pt x="382208" y="42529"/>
                    <a:pt x="376033" y="42529"/>
                    <a:pt x="369938" y="43336"/>
                  </a:cubicBezTo>
                  <a:cubicBezTo>
                    <a:pt x="365943" y="43836"/>
                    <a:pt x="362105" y="41613"/>
                    <a:pt x="360552" y="37898"/>
                  </a:cubicBezTo>
                  <a:close/>
                  <a:moveTo>
                    <a:pt x="354822" y="676"/>
                  </a:moveTo>
                  <a:cubicBezTo>
                    <a:pt x="359366" y="-1201"/>
                    <a:pt x="364571" y="960"/>
                    <a:pt x="366448" y="5503"/>
                  </a:cubicBezTo>
                  <a:cubicBezTo>
                    <a:pt x="366450" y="5507"/>
                    <a:pt x="366451" y="5511"/>
                    <a:pt x="366453" y="5515"/>
                  </a:cubicBezTo>
                  <a:lnTo>
                    <a:pt x="374520" y="25049"/>
                  </a:lnTo>
                  <a:cubicBezTo>
                    <a:pt x="377606" y="24889"/>
                    <a:pt x="380699" y="24889"/>
                    <a:pt x="383785" y="25049"/>
                  </a:cubicBezTo>
                  <a:lnTo>
                    <a:pt x="391895" y="5543"/>
                  </a:lnTo>
                  <a:cubicBezTo>
                    <a:pt x="393776" y="1002"/>
                    <a:pt x="398984" y="-1155"/>
                    <a:pt x="403525" y="727"/>
                  </a:cubicBezTo>
                  <a:cubicBezTo>
                    <a:pt x="403530" y="729"/>
                    <a:pt x="403535" y="731"/>
                    <a:pt x="403540" y="733"/>
                  </a:cubicBezTo>
                  <a:lnTo>
                    <a:pt x="441354" y="16469"/>
                  </a:lnTo>
                  <a:cubicBezTo>
                    <a:pt x="445898" y="18355"/>
                    <a:pt x="448052" y="23568"/>
                    <a:pt x="446165" y="28112"/>
                  </a:cubicBezTo>
                  <a:cubicBezTo>
                    <a:pt x="446165" y="28113"/>
                    <a:pt x="446165" y="28113"/>
                    <a:pt x="446164" y="28114"/>
                  </a:cubicBezTo>
                  <a:lnTo>
                    <a:pt x="438054" y="47626"/>
                  </a:lnTo>
                  <a:cubicBezTo>
                    <a:pt x="440345" y="49700"/>
                    <a:pt x="442526" y="51891"/>
                    <a:pt x="444589" y="54190"/>
                  </a:cubicBezTo>
                  <a:lnTo>
                    <a:pt x="464159" y="46130"/>
                  </a:lnTo>
                  <a:cubicBezTo>
                    <a:pt x="468707" y="44259"/>
                    <a:pt x="473911" y="46424"/>
                    <a:pt x="475790" y="50969"/>
                  </a:cubicBezTo>
                  <a:lnTo>
                    <a:pt x="491426" y="88861"/>
                  </a:lnTo>
                  <a:cubicBezTo>
                    <a:pt x="493303" y="93405"/>
                    <a:pt x="491142" y="98610"/>
                    <a:pt x="486599" y="100487"/>
                  </a:cubicBezTo>
                  <a:cubicBezTo>
                    <a:pt x="486595" y="100489"/>
                    <a:pt x="486591" y="100490"/>
                    <a:pt x="486587" y="100492"/>
                  </a:cubicBezTo>
                  <a:lnTo>
                    <a:pt x="467053" y="108559"/>
                  </a:lnTo>
                  <a:cubicBezTo>
                    <a:pt x="467216" y="111645"/>
                    <a:pt x="467216" y="114738"/>
                    <a:pt x="467053" y="117824"/>
                  </a:cubicBezTo>
                  <a:lnTo>
                    <a:pt x="486558" y="125934"/>
                  </a:lnTo>
                  <a:cubicBezTo>
                    <a:pt x="491102" y="127821"/>
                    <a:pt x="493256" y="133034"/>
                    <a:pt x="491369" y="137577"/>
                  </a:cubicBezTo>
                  <a:cubicBezTo>
                    <a:pt x="491369" y="137578"/>
                    <a:pt x="491369" y="137578"/>
                    <a:pt x="491369" y="137579"/>
                  </a:cubicBezTo>
                  <a:lnTo>
                    <a:pt x="475633" y="175429"/>
                  </a:lnTo>
                  <a:cubicBezTo>
                    <a:pt x="473757" y="179968"/>
                    <a:pt x="468556" y="182127"/>
                    <a:pt x="464016" y="180251"/>
                  </a:cubicBezTo>
                  <a:cubicBezTo>
                    <a:pt x="464007" y="180247"/>
                    <a:pt x="463997" y="180243"/>
                    <a:pt x="463988" y="180239"/>
                  </a:cubicBezTo>
                  <a:lnTo>
                    <a:pt x="444475" y="172129"/>
                  </a:lnTo>
                  <a:cubicBezTo>
                    <a:pt x="442402" y="174417"/>
                    <a:pt x="440211" y="176596"/>
                    <a:pt x="437912" y="178657"/>
                  </a:cubicBezTo>
                  <a:lnTo>
                    <a:pt x="445972" y="198198"/>
                  </a:lnTo>
                  <a:cubicBezTo>
                    <a:pt x="447849" y="202742"/>
                    <a:pt x="445688" y="207947"/>
                    <a:pt x="441145" y="209824"/>
                  </a:cubicBezTo>
                  <a:cubicBezTo>
                    <a:pt x="441141" y="209826"/>
                    <a:pt x="441137" y="209827"/>
                    <a:pt x="441133" y="209829"/>
                  </a:cubicBezTo>
                  <a:lnTo>
                    <a:pt x="403241" y="225465"/>
                  </a:lnTo>
                  <a:cubicBezTo>
                    <a:pt x="402163" y="225913"/>
                    <a:pt x="401008" y="226143"/>
                    <a:pt x="399841" y="226142"/>
                  </a:cubicBezTo>
                  <a:cubicBezTo>
                    <a:pt x="396235" y="226141"/>
                    <a:pt x="392986" y="223966"/>
                    <a:pt x="391610" y="220633"/>
                  </a:cubicBezTo>
                  <a:lnTo>
                    <a:pt x="383543" y="201120"/>
                  </a:lnTo>
                  <a:cubicBezTo>
                    <a:pt x="380456" y="201281"/>
                    <a:pt x="377364" y="201281"/>
                    <a:pt x="374278" y="201120"/>
                  </a:cubicBezTo>
                  <a:lnTo>
                    <a:pt x="366168" y="220633"/>
                  </a:lnTo>
                  <a:cubicBezTo>
                    <a:pt x="364278" y="225178"/>
                    <a:pt x="359062" y="227332"/>
                    <a:pt x="354516" y="225443"/>
                  </a:cubicBezTo>
                  <a:lnTo>
                    <a:pt x="316638" y="209672"/>
                  </a:lnTo>
                  <a:cubicBezTo>
                    <a:pt x="312099" y="207779"/>
                    <a:pt x="309950" y="202569"/>
                    <a:pt x="311834" y="198027"/>
                  </a:cubicBezTo>
                  <a:lnTo>
                    <a:pt x="319944" y="178522"/>
                  </a:lnTo>
                  <a:cubicBezTo>
                    <a:pt x="317656" y="176448"/>
                    <a:pt x="315477" y="174257"/>
                    <a:pt x="313416" y="171958"/>
                  </a:cubicBezTo>
                  <a:lnTo>
                    <a:pt x="293904" y="180011"/>
                  </a:lnTo>
                  <a:cubicBezTo>
                    <a:pt x="289356" y="181882"/>
                    <a:pt x="284152" y="179717"/>
                    <a:pt x="282273" y="175172"/>
                  </a:cubicBezTo>
                  <a:lnTo>
                    <a:pt x="266637" y="137280"/>
                  </a:lnTo>
                  <a:cubicBezTo>
                    <a:pt x="264760" y="132736"/>
                    <a:pt x="266921" y="127531"/>
                    <a:pt x="271464" y="125654"/>
                  </a:cubicBezTo>
                  <a:cubicBezTo>
                    <a:pt x="271468" y="125652"/>
                    <a:pt x="271472" y="125651"/>
                    <a:pt x="271476" y="125649"/>
                  </a:cubicBezTo>
                  <a:lnTo>
                    <a:pt x="290982" y="117589"/>
                  </a:lnTo>
                  <a:cubicBezTo>
                    <a:pt x="290818" y="114503"/>
                    <a:pt x="290818" y="111410"/>
                    <a:pt x="290982" y="108324"/>
                  </a:cubicBezTo>
                  <a:lnTo>
                    <a:pt x="271469" y="100214"/>
                  </a:lnTo>
                  <a:cubicBezTo>
                    <a:pt x="266923" y="98324"/>
                    <a:pt x="264770" y="93108"/>
                    <a:pt x="266658" y="88562"/>
                  </a:cubicBezTo>
                  <a:lnTo>
                    <a:pt x="282430" y="50712"/>
                  </a:lnTo>
                  <a:cubicBezTo>
                    <a:pt x="284319" y="46171"/>
                    <a:pt x="289533" y="44020"/>
                    <a:pt x="294075" y="45909"/>
                  </a:cubicBezTo>
                  <a:lnTo>
                    <a:pt x="313580" y="54019"/>
                  </a:lnTo>
                  <a:cubicBezTo>
                    <a:pt x="315654" y="51728"/>
                    <a:pt x="317844" y="49547"/>
                    <a:pt x="320144" y="47484"/>
                  </a:cubicBezTo>
                  <a:lnTo>
                    <a:pt x="312091" y="27943"/>
                  </a:lnTo>
                  <a:cubicBezTo>
                    <a:pt x="310213" y="23399"/>
                    <a:pt x="312375" y="18194"/>
                    <a:pt x="316918" y="16317"/>
                  </a:cubicBezTo>
                  <a:cubicBezTo>
                    <a:pt x="316922" y="16315"/>
                    <a:pt x="316926" y="16313"/>
                    <a:pt x="316930" y="16312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43" name="Group 256">
            <a:extLst>
              <a:ext uri="{FF2B5EF4-FFF2-40B4-BE49-F238E27FC236}">
                <a16:creationId xmlns:a16="http://schemas.microsoft.com/office/drawing/2014/main" id="{F6FAFD87-49DF-7B52-A07C-5427B6B952E0}"/>
              </a:ext>
            </a:extLst>
          </p:cNvPr>
          <p:cNvGrpSpPr/>
          <p:nvPr/>
        </p:nvGrpSpPr>
        <p:grpSpPr>
          <a:xfrm>
            <a:off x="2821955" y="3161503"/>
            <a:ext cx="440671" cy="492183"/>
            <a:chOff x="2821955" y="3161503"/>
            <a:chExt cx="440671" cy="492183"/>
          </a:xfrm>
        </p:grpSpPr>
        <p:sp>
          <p:nvSpPr>
            <p:cNvPr id="144" name="Freeform: Shape 118">
              <a:extLst>
                <a:ext uri="{FF2B5EF4-FFF2-40B4-BE49-F238E27FC236}">
                  <a16:creationId xmlns:a16="http://schemas.microsoft.com/office/drawing/2014/main" id="{41EE0B16-4434-BEB3-4752-110503ABB615}"/>
                </a:ext>
              </a:extLst>
            </p:cNvPr>
            <p:cNvSpPr/>
            <p:nvPr/>
          </p:nvSpPr>
          <p:spPr>
            <a:xfrm>
              <a:off x="2830870" y="3170412"/>
              <a:ext cx="422845" cy="430785"/>
            </a:xfrm>
            <a:custGeom>
              <a:avLst/>
              <a:gdLst>
                <a:gd name="connsiteX0" fmla="*/ 0 w 422845"/>
                <a:gd name="connsiteY0" fmla="*/ 87216 h 430785"/>
                <a:gd name="connsiteX1" fmla="*/ 166828 w 422845"/>
                <a:gd name="connsiteY1" fmla="*/ 87216 h 430785"/>
                <a:gd name="connsiteX2" fmla="*/ 166828 w 422845"/>
                <a:gd name="connsiteY2" fmla="*/ 87217 h 430785"/>
                <a:gd name="connsiteX3" fmla="*/ 166828 w 422845"/>
                <a:gd name="connsiteY3" fmla="*/ 176407 h 430785"/>
                <a:gd name="connsiteX4" fmla="*/ 211420 w 422845"/>
                <a:gd name="connsiteY4" fmla="*/ 131816 h 430785"/>
                <a:gd name="connsiteX5" fmla="*/ 256012 w 422845"/>
                <a:gd name="connsiteY5" fmla="*/ 176407 h 430785"/>
                <a:gd name="connsiteX6" fmla="*/ 256012 w 422845"/>
                <a:gd name="connsiteY6" fmla="*/ 87217 h 430785"/>
                <a:gd name="connsiteX7" fmla="*/ 256012 w 422845"/>
                <a:gd name="connsiteY7" fmla="*/ 87216 h 430785"/>
                <a:gd name="connsiteX8" fmla="*/ 422845 w 422845"/>
                <a:gd name="connsiteY8" fmla="*/ 87216 h 430785"/>
                <a:gd name="connsiteX9" fmla="*/ 422845 w 422845"/>
                <a:gd name="connsiteY9" fmla="*/ 430785 h 430785"/>
                <a:gd name="connsiteX10" fmla="*/ 285284 w 422845"/>
                <a:gd name="connsiteY10" fmla="*/ 430785 h 430785"/>
                <a:gd name="connsiteX11" fmla="*/ 291862 w 422845"/>
                <a:gd name="connsiteY11" fmla="*/ 421030 h 430785"/>
                <a:gd name="connsiteX12" fmla="*/ 298722 w 422845"/>
                <a:gd name="connsiteY12" fmla="*/ 387048 h 430785"/>
                <a:gd name="connsiteX13" fmla="*/ 211420 w 422845"/>
                <a:gd name="connsiteY13" fmla="*/ 299746 h 430785"/>
                <a:gd name="connsiteX14" fmla="*/ 124118 w 422845"/>
                <a:gd name="connsiteY14" fmla="*/ 387048 h 430785"/>
                <a:gd name="connsiteX15" fmla="*/ 130979 w 422845"/>
                <a:gd name="connsiteY15" fmla="*/ 421030 h 430785"/>
                <a:gd name="connsiteX16" fmla="*/ 137556 w 422845"/>
                <a:gd name="connsiteY16" fmla="*/ 430785 h 430785"/>
                <a:gd name="connsiteX17" fmla="*/ 0 w 422845"/>
                <a:gd name="connsiteY17" fmla="*/ 430785 h 430785"/>
                <a:gd name="connsiteX18" fmla="*/ 179770 w 422845"/>
                <a:gd name="connsiteY18" fmla="*/ 0 h 430785"/>
                <a:gd name="connsiteX19" fmla="*/ 243070 w 422845"/>
                <a:gd name="connsiteY19" fmla="*/ 0 h 430785"/>
                <a:gd name="connsiteX20" fmla="*/ 256012 w 422845"/>
                <a:gd name="connsiteY20" fmla="*/ 87217 h 430785"/>
                <a:gd name="connsiteX21" fmla="*/ 166828 w 422845"/>
                <a:gd name="connsiteY21" fmla="*/ 87217 h 43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845" h="430785">
                  <a:moveTo>
                    <a:pt x="0" y="87216"/>
                  </a:moveTo>
                  <a:lnTo>
                    <a:pt x="166828" y="87216"/>
                  </a:lnTo>
                  <a:lnTo>
                    <a:pt x="166828" y="87217"/>
                  </a:lnTo>
                  <a:lnTo>
                    <a:pt x="166828" y="176407"/>
                  </a:lnTo>
                  <a:lnTo>
                    <a:pt x="211420" y="131816"/>
                  </a:lnTo>
                  <a:lnTo>
                    <a:pt x="256012" y="176407"/>
                  </a:lnTo>
                  <a:lnTo>
                    <a:pt x="256012" y="87217"/>
                  </a:lnTo>
                  <a:lnTo>
                    <a:pt x="256012" y="87216"/>
                  </a:lnTo>
                  <a:lnTo>
                    <a:pt x="422845" y="87216"/>
                  </a:lnTo>
                  <a:lnTo>
                    <a:pt x="422845" y="430785"/>
                  </a:lnTo>
                  <a:lnTo>
                    <a:pt x="285284" y="430785"/>
                  </a:lnTo>
                  <a:lnTo>
                    <a:pt x="291862" y="421030"/>
                  </a:lnTo>
                  <a:cubicBezTo>
                    <a:pt x="296279" y="410585"/>
                    <a:pt x="298722" y="399102"/>
                    <a:pt x="298722" y="387048"/>
                  </a:cubicBezTo>
                  <a:cubicBezTo>
                    <a:pt x="298722" y="338832"/>
                    <a:pt x="259636" y="299746"/>
                    <a:pt x="211420" y="299746"/>
                  </a:cubicBezTo>
                  <a:cubicBezTo>
                    <a:pt x="163204" y="299746"/>
                    <a:pt x="124118" y="338832"/>
                    <a:pt x="124118" y="387048"/>
                  </a:cubicBezTo>
                  <a:cubicBezTo>
                    <a:pt x="124118" y="399102"/>
                    <a:pt x="126561" y="410585"/>
                    <a:pt x="130979" y="421030"/>
                  </a:cubicBezTo>
                  <a:lnTo>
                    <a:pt x="137556" y="430785"/>
                  </a:lnTo>
                  <a:lnTo>
                    <a:pt x="0" y="430785"/>
                  </a:lnTo>
                  <a:close/>
                  <a:moveTo>
                    <a:pt x="179770" y="0"/>
                  </a:moveTo>
                  <a:lnTo>
                    <a:pt x="243070" y="0"/>
                  </a:lnTo>
                  <a:lnTo>
                    <a:pt x="256012" y="87217"/>
                  </a:lnTo>
                  <a:lnTo>
                    <a:pt x="166828" y="87217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" name="Freeform: Shape 119">
              <a:extLst>
                <a:ext uri="{FF2B5EF4-FFF2-40B4-BE49-F238E27FC236}">
                  <a16:creationId xmlns:a16="http://schemas.microsoft.com/office/drawing/2014/main" id="{C01C253E-E31E-5E8C-F84F-E50E7E811640}"/>
                </a:ext>
              </a:extLst>
            </p:cNvPr>
            <p:cNvSpPr/>
            <p:nvPr/>
          </p:nvSpPr>
          <p:spPr>
            <a:xfrm>
              <a:off x="2821955" y="3161503"/>
              <a:ext cx="440671" cy="492183"/>
            </a:xfrm>
            <a:custGeom>
              <a:avLst/>
              <a:gdLst>
                <a:gd name="connsiteX0" fmla="*/ 213985 w 440671"/>
                <a:gd name="connsiteY0" fmla="*/ 341196 h 492183"/>
                <a:gd name="connsiteX1" fmla="*/ 226749 w 440671"/>
                <a:gd name="connsiteY1" fmla="*/ 341196 h 492183"/>
                <a:gd name="connsiteX2" fmla="*/ 268418 w 440671"/>
                <a:gd name="connsiteY2" fmla="*/ 383977 h 492183"/>
                <a:gd name="connsiteX3" fmla="*/ 268558 w 440671"/>
                <a:gd name="connsiteY3" fmla="*/ 384120 h 492183"/>
                <a:gd name="connsiteX4" fmla="*/ 268249 w 440671"/>
                <a:gd name="connsiteY4" fmla="*/ 396714 h 492183"/>
                <a:gd name="connsiteX5" fmla="*/ 255655 w 440671"/>
                <a:gd name="connsiteY5" fmla="*/ 396406 h 492183"/>
                <a:gd name="connsiteX6" fmla="*/ 229286 w 440671"/>
                <a:gd name="connsiteY6" fmla="*/ 369325 h 492183"/>
                <a:gd name="connsiteX7" fmla="*/ 229286 w 440671"/>
                <a:gd name="connsiteY7" fmla="*/ 444489 h 492183"/>
                <a:gd name="connsiteX8" fmla="*/ 220378 w 440671"/>
                <a:gd name="connsiteY8" fmla="*/ 453398 h 492183"/>
                <a:gd name="connsiteX9" fmla="*/ 211469 w 440671"/>
                <a:gd name="connsiteY9" fmla="*/ 444489 h 492183"/>
                <a:gd name="connsiteX10" fmla="*/ 211469 w 440671"/>
                <a:gd name="connsiteY10" fmla="*/ 369303 h 492183"/>
                <a:gd name="connsiteX11" fmla="*/ 185101 w 440671"/>
                <a:gd name="connsiteY11" fmla="*/ 396385 h 492183"/>
                <a:gd name="connsiteX12" fmla="*/ 184962 w 440671"/>
                <a:gd name="connsiteY12" fmla="*/ 396527 h 492183"/>
                <a:gd name="connsiteX13" fmla="*/ 172363 w 440671"/>
                <a:gd name="connsiteY13" fmla="*/ 396554 h 492183"/>
                <a:gd name="connsiteX14" fmla="*/ 172337 w 440671"/>
                <a:gd name="connsiteY14" fmla="*/ 383956 h 492183"/>
                <a:gd name="connsiteX15" fmla="*/ 220335 w 440671"/>
                <a:gd name="connsiteY15" fmla="*/ 317564 h 492183"/>
                <a:gd name="connsiteX16" fmla="*/ 141942 w 440671"/>
                <a:gd name="connsiteY16" fmla="*/ 395957 h 492183"/>
                <a:gd name="connsiteX17" fmla="*/ 220335 w 440671"/>
                <a:gd name="connsiteY17" fmla="*/ 474350 h 492183"/>
                <a:gd name="connsiteX18" fmla="*/ 298729 w 440671"/>
                <a:gd name="connsiteY18" fmla="*/ 395957 h 492183"/>
                <a:gd name="connsiteX19" fmla="*/ 220335 w 440671"/>
                <a:gd name="connsiteY19" fmla="*/ 317564 h 492183"/>
                <a:gd name="connsiteX20" fmla="*/ 431762 w 440671"/>
                <a:gd name="connsiteY20" fmla="*/ 131808 h 492183"/>
                <a:gd name="connsiteX21" fmla="*/ 440671 w 440671"/>
                <a:gd name="connsiteY21" fmla="*/ 140716 h 492183"/>
                <a:gd name="connsiteX22" fmla="*/ 440671 w 440671"/>
                <a:gd name="connsiteY22" fmla="*/ 439679 h 492183"/>
                <a:gd name="connsiteX23" fmla="*/ 431762 w 440671"/>
                <a:gd name="connsiteY23" fmla="*/ 448588 h 492183"/>
                <a:gd name="connsiteX24" fmla="*/ 300774 w 440671"/>
                <a:gd name="connsiteY24" fmla="*/ 448588 h 492183"/>
                <a:gd name="connsiteX25" fmla="*/ 185424 w 440671"/>
                <a:gd name="connsiteY25" fmla="*/ 485656 h 492183"/>
                <a:gd name="connsiteX26" fmla="*/ 130539 w 440671"/>
                <a:gd name="connsiteY26" fmla="*/ 361155 h 492183"/>
                <a:gd name="connsiteX27" fmla="*/ 255040 w 440671"/>
                <a:gd name="connsiteY27" fmla="*/ 306271 h 492183"/>
                <a:gd name="connsiteX28" fmla="*/ 309925 w 440671"/>
                <a:gd name="connsiteY28" fmla="*/ 430771 h 492183"/>
                <a:gd name="connsiteX29" fmla="*/ 422854 w 440671"/>
                <a:gd name="connsiteY29" fmla="*/ 430771 h 492183"/>
                <a:gd name="connsiteX30" fmla="*/ 422854 w 440671"/>
                <a:gd name="connsiteY30" fmla="*/ 140716 h 492183"/>
                <a:gd name="connsiteX31" fmla="*/ 431762 w 440671"/>
                <a:gd name="connsiteY31" fmla="*/ 131808 h 492183"/>
                <a:gd name="connsiteX32" fmla="*/ 262304 w 440671"/>
                <a:gd name="connsiteY32" fmla="*/ 17817 h 492183"/>
                <a:gd name="connsiteX33" fmla="*/ 272610 w 440671"/>
                <a:gd name="connsiteY33" fmla="*/ 87216 h 492183"/>
                <a:gd name="connsiteX34" fmla="*/ 416155 w 440671"/>
                <a:gd name="connsiteY34" fmla="*/ 87216 h 492183"/>
                <a:gd name="connsiteX35" fmla="*/ 375198 w 440671"/>
                <a:gd name="connsiteY35" fmla="*/ 17817 h 492183"/>
                <a:gd name="connsiteX36" fmla="*/ 196369 w 440671"/>
                <a:gd name="connsiteY36" fmla="*/ 17817 h 492183"/>
                <a:gd name="connsiteX37" fmla="*/ 186071 w 440671"/>
                <a:gd name="connsiteY37" fmla="*/ 87216 h 492183"/>
                <a:gd name="connsiteX38" fmla="*/ 254593 w 440671"/>
                <a:gd name="connsiteY38" fmla="*/ 87216 h 492183"/>
                <a:gd name="connsiteX39" fmla="*/ 244295 w 440671"/>
                <a:gd name="connsiteY39" fmla="*/ 17817 h 492183"/>
                <a:gd name="connsiteX40" fmla="*/ 60384 w 440671"/>
                <a:gd name="connsiteY40" fmla="*/ 0 h 492183"/>
                <a:gd name="connsiteX41" fmla="*/ 380286 w 440671"/>
                <a:gd name="connsiteY41" fmla="*/ 0 h 492183"/>
                <a:gd name="connsiteX42" fmla="*/ 387954 w 440671"/>
                <a:gd name="connsiteY42" fmla="*/ 4383 h 492183"/>
                <a:gd name="connsiteX43" fmla="*/ 439430 w 440671"/>
                <a:gd name="connsiteY43" fmla="*/ 91599 h 492183"/>
                <a:gd name="connsiteX44" fmla="*/ 440671 w 440671"/>
                <a:gd name="connsiteY44" fmla="*/ 96139 h 492183"/>
                <a:gd name="connsiteX45" fmla="*/ 431762 w 440671"/>
                <a:gd name="connsiteY45" fmla="*/ 105033 h 492183"/>
                <a:gd name="connsiteX46" fmla="*/ 273835 w 440671"/>
                <a:gd name="connsiteY46" fmla="*/ 105033 h 492183"/>
                <a:gd name="connsiteX47" fmla="*/ 273835 w 440671"/>
                <a:gd name="connsiteY47" fmla="*/ 185307 h 492183"/>
                <a:gd name="connsiteX48" fmla="*/ 271225 w 440671"/>
                <a:gd name="connsiteY48" fmla="*/ 191609 h 492183"/>
                <a:gd name="connsiteX49" fmla="*/ 258627 w 440671"/>
                <a:gd name="connsiteY49" fmla="*/ 191607 h 492183"/>
                <a:gd name="connsiteX50" fmla="*/ 220336 w 440671"/>
                <a:gd name="connsiteY50" fmla="*/ 153316 h 492183"/>
                <a:gd name="connsiteX51" fmla="*/ 182044 w 440671"/>
                <a:gd name="connsiteY51" fmla="*/ 191607 h 492183"/>
                <a:gd name="connsiteX52" fmla="*/ 175742 w 440671"/>
                <a:gd name="connsiteY52" fmla="*/ 194217 h 492183"/>
                <a:gd name="connsiteX53" fmla="*/ 166835 w 440671"/>
                <a:gd name="connsiteY53" fmla="*/ 185307 h 492183"/>
                <a:gd name="connsiteX54" fmla="*/ 166835 w 440671"/>
                <a:gd name="connsiteY54" fmla="*/ 137993 h 492183"/>
                <a:gd name="connsiteX55" fmla="*/ 175744 w 440671"/>
                <a:gd name="connsiteY55" fmla="*/ 129085 h 492183"/>
                <a:gd name="connsiteX56" fmla="*/ 184652 w 440671"/>
                <a:gd name="connsiteY56" fmla="*/ 137993 h 492183"/>
                <a:gd name="connsiteX57" fmla="*/ 184652 w 440671"/>
                <a:gd name="connsiteY57" fmla="*/ 163806 h 492183"/>
                <a:gd name="connsiteX58" fmla="*/ 214036 w 440671"/>
                <a:gd name="connsiteY58" fmla="*/ 134423 h 492183"/>
                <a:gd name="connsiteX59" fmla="*/ 214037 w 440671"/>
                <a:gd name="connsiteY59" fmla="*/ 134421 h 492183"/>
                <a:gd name="connsiteX60" fmla="*/ 226636 w 440671"/>
                <a:gd name="connsiteY60" fmla="*/ 134423 h 492183"/>
                <a:gd name="connsiteX61" fmla="*/ 256019 w 440671"/>
                <a:gd name="connsiteY61" fmla="*/ 163806 h 492183"/>
                <a:gd name="connsiteX62" fmla="*/ 256019 w 440671"/>
                <a:gd name="connsiteY62" fmla="*/ 105033 h 492183"/>
                <a:gd name="connsiteX63" fmla="*/ 65922 w 440671"/>
                <a:gd name="connsiteY63" fmla="*/ 105033 h 492183"/>
                <a:gd name="connsiteX64" fmla="*/ 57013 w 440671"/>
                <a:gd name="connsiteY64" fmla="*/ 96124 h 492183"/>
                <a:gd name="connsiteX65" fmla="*/ 65922 w 440671"/>
                <a:gd name="connsiteY65" fmla="*/ 87216 h 492183"/>
                <a:gd name="connsiteX66" fmla="*/ 168061 w 440671"/>
                <a:gd name="connsiteY66" fmla="*/ 87216 h 492183"/>
                <a:gd name="connsiteX67" fmla="*/ 178360 w 440671"/>
                <a:gd name="connsiteY67" fmla="*/ 17817 h 492183"/>
                <a:gd name="connsiteX68" fmla="*/ 65465 w 440671"/>
                <a:gd name="connsiteY68" fmla="*/ 17817 h 492183"/>
                <a:gd name="connsiteX69" fmla="*/ 17817 w 440671"/>
                <a:gd name="connsiteY69" fmla="*/ 98562 h 492183"/>
                <a:gd name="connsiteX70" fmla="*/ 17817 w 440671"/>
                <a:gd name="connsiteY70" fmla="*/ 430785 h 492183"/>
                <a:gd name="connsiteX71" fmla="*/ 93245 w 440671"/>
                <a:gd name="connsiteY71" fmla="*/ 430785 h 492183"/>
                <a:gd name="connsiteX72" fmla="*/ 102153 w 440671"/>
                <a:gd name="connsiteY72" fmla="*/ 439693 h 492183"/>
                <a:gd name="connsiteX73" fmla="*/ 93245 w 440671"/>
                <a:gd name="connsiteY73" fmla="*/ 448601 h 492183"/>
                <a:gd name="connsiteX74" fmla="*/ 8908 w 440671"/>
                <a:gd name="connsiteY74" fmla="*/ 448601 h 492183"/>
                <a:gd name="connsiteX75" fmla="*/ 0 w 440671"/>
                <a:gd name="connsiteY75" fmla="*/ 439693 h 492183"/>
                <a:gd name="connsiteX76" fmla="*/ 0 w 440671"/>
                <a:gd name="connsiteY76" fmla="*/ 96124 h 492183"/>
                <a:gd name="connsiteX77" fmla="*/ 114 w 440671"/>
                <a:gd name="connsiteY77" fmla="*/ 95554 h 492183"/>
                <a:gd name="connsiteX78" fmla="*/ 1055 w 440671"/>
                <a:gd name="connsiteY78" fmla="*/ 92133 h 492183"/>
                <a:gd name="connsiteX79" fmla="*/ 1240 w 440671"/>
                <a:gd name="connsiteY79" fmla="*/ 91599 h 492183"/>
                <a:gd name="connsiteX80" fmla="*/ 52716 w 440671"/>
                <a:gd name="connsiteY80" fmla="*/ 4383 h 492183"/>
                <a:gd name="connsiteX81" fmla="*/ 60384 w 440671"/>
                <a:gd name="connsiteY81" fmla="*/ 0 h 492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40671" h="492183">
                  <a:moveTo>
                    <a:pt x="213985" y="341196"/>
                  </a:moveTo>
                  <a:cubicBezTo>
                    <a:pt x="217545" y="337757"/>
                    <a:pt x="223189" y="337757"/>
                    <a:pt x="226749" y="341196"/>
                  </a:cubicBezTo>
                  <a:lnTo>
                    <a:pt x="268418" y="383977"/>
                  </a:lnTo>
                  <a:cubicBezTo>
                    <a:pt x="268465" y="384024"/>
                    <a:pt x="268512" y="384072"/>
                    <a:pt x="268558" y="384120"/>
                  </a:cubicBezTo>
                  <a:cubicBezTo>
                    <a:pt x="271950" y="387683"/>
                    <a:pt x="271812" y="393322"/>
                    <a:pt x="268249" y="396714"/>
                  </a:cubicBezTo>
                  <a:cubicBezTo>
                    <a:pt x="264686" y="400107"/>
                    <a:pt x="259047" y="399969"/>
                    <a:pt x="255655" y="396406"/>
                  </a:cubicBezTo>
                  <a:lnTo>
                    <a:pt x="229286" y="369325"/>
                  </a:lnTo>
                  <a:lnTo>
                    <a:pt x="229286" y="444489"/>
                  </a:lnTo>
                  <a:cubicBezTo>
                    <a:pt x="229286" y="449409"/>
                    <a:pt x="225298" y="453398"/>
                    <a:pt x="220378" y="453398"/>
                  </a:cubicBezTo>
                  <a:cubicBezTo>
                    <a:pt x="215458" y="453398"/>
                    <a:pt x="211469" y="449409"/>
                    <a:pt x="211469" y="444489"/>
                  </a:cubicBezTo>
                  <a:lnTo>
                    <a:pt x="211469" y="369303"/>
                  </a:lnTo>
                  <a:lnTo>
                    <a:pt x="185101" y="396385"/>
                  </a:lnTo>
                  <a:cubicBezTo>
                    <a:pt x="185055" y="396433"/>
                    <a:pt x="185009" y="396480"/>
                    <a:pt x="184962" y="396527"/>
                  </a:cubicBezTo>
                  <a:cubicBezTo>
                    <a:pt x="181490" y="400014"/>
                    <a:pt x="175850" y="400025"/>
                    <a:pt x="172363" y="396554"/>
                  </a:cubicBezTo>
                  <a:cubicBezTo>
                    <a:pt x="168877" y="393082"/>
                    <a:pt x="168865" y="387442"/>
                    <a:pt x="172337" y="383956"/>
                  </a:cubicBezTo>
                  <a:close/>
                  <a:moveTo>
                    <a:pt x="220335" y="317564"/>
                  </a:moveTo>
                  <a:cubicBezTo>
                    <a:pt x="177040" y="317564"/>
                    <a:pt x="141942" y="352662"/>
                    <a:pt x="141942" y="395957"/>
                  </a:cubicBezTo>
                  <a:cubicBezTo>
                    <a:pt x="141942" y="439253"/>
                    <a:pt x="177040" y="474350"/>
                    <a:pt x="220335" y="474350"/>
                  </a:cubicBezTo>
                  <a:cubicBezTo>
                    <a:pt x="263612" y="474303"/>
                    <a:pt x="298682" y="439233"/>
                    <a:pt x="298729" y="395957"/>
                  </a:cubicBezTo>
                  <a:cubicBezTo>
                    <a:pt x="298729" y="352662"/>
                    <a:pt x="263631" y="317564"/>
                    <a:pt x="220335" y="317564"/>
                  </a:cubicBezTo>
                  <a:close/>
                  <a:moveTo>
                    <a:pt x="431762" y="131808"/>
                  </a:moveTo>
                  <a:cubicBezTo>
                    <a:pt x="436682" y="131808"/>
                    <a:pt x="440671" y="135796"/>
                    <a:pt x="440671" y="140716"/>
                  </a:cubicBezTo>
                  <a:lnTo>
                    <a:pt x="440671" y="439679"/>
                  </a:lnTo>
                  <a:cubicBezTo>
                    <a:pt x="440671" y="444599"/>
                    <a:pt x="436682" y="448588"/>
                    <a:pt x="431762" y="448588"/>
                  </a:cubicBezTo>
                  <a:lnTo>
                    <a:pt x="300774" y="448588"/>
                  </a:lnTo>
                  <a:cubicBezTo>
                    <a:pt x="275910" y="486643"/>
                    <a:pt x="227802" y="502102"/>
                    <a:pt x="185424" y="485656"/>
                  </a:cubicBezTo>
                  <a:cubicBezTo>
                    <a:pt x="135888" y="466432"/>
                    <a:pt x="111315" y="410691"/>
                    <a:pt x="130539" y="361155"/>
                  </a:cubicBezTo>
                  <a:cubicBezTo>
                    <a:pt x="149763" y="311619"/>
                    <a:pt x="205504" y="287047"/>
                    <a:pt x="255040" y="306271"/>
                  </a:cubicBezTo>
                  <a:cubicBezTo>
                    <a:pt x="304576" y="325494"/>
                    <a:pt x="329149" y="381235"/>
                    <a:pt x="309925" y="430771"/>
                  </a:cubicBezTo>
                  <a:lnTo>
                    <a:pt x="422854" y="430771"/>
                  </a:lnTo>
                  <a:lnTo>
                    <a:pt x="422854" y="140716"/>
                  </a:lnTo>
                  <a:cubicBezTo>
                    <a:pt x="422854" y="135796"/>
                    <a:pt x="426842" y="131808"/>
                    <a:pt x="431762" y="131808"/>
                  </a:cubicBezTo>
                  <a:close/>
                  <a:moveTo>
                    <a:pt x="262304" y="17817"/>
                  </a:moveTo>
                  <a:lnTo>
                    <a:pt x="272610" y="87216"/>
                  </a:lnTo>
                  <a:lnTo>
                    <a:pt x="416155" y="87216"/>
                  </a:lnTo>
                  <a:lnTo>
                    <a:pt x="375198" y="17817"/>
                  </a:lnTo>
                  <a:close/>
                  <a:moveTo>
                    <a:pt x="196369" y="17817"/>
                  </a:moveTo>
                  <a:lnTo>
                    <a:pt x="186071" y="87216"/>
                  </a:lnTo>
                  <a:lnTo>
                    <a:pt x="254593" y="87216"/>
                  </a:lnTo>
                  <a:lnTo>
                    <a:pt x="244295" y="17817"/>
                  </a:lnTo>
                  <a:close/>
                  <a:moveTo>
                    <a:pt x="60384" y="0"/>
                  </a:moveTo>
                  <a:lnTo>
                    <a:pt x="380286" y="0"/>
                  </a:lnTo>
                  <a:cubicBezTo>
                    <a:pt x="383438" y="0"/>
                    <a:pt x="386355" y="1667"/>
                    <a:pt x="387954" y="4383"/>
                  </a:cubicBezTo>
                  <a:lnTo>
                    <a:pt x="439430" y="91599"/>
                  </a:lnTo>
                  <a:cubicBezTo>
                    <a:pt x="440243" y="92973"/>
                    <a:pt x="440672" y="94542"/>
                    <a:pt x="440671" y="96139"/>
                  </a:cubicBezTo>
                  <a:cubicBezTo>
                    <a:pt x="440666" y="101055"/>
                    <a:pt x="436678" y="105037"/>
                    <a:pt x="431762" y="105033"/>
                  </a:cubicBezTo>
                  <a:lnTo>
                    <a:pt x="273835" y="105033"/>
                  </a:lnTo>
                  <a:lnTo>
                    <a:pt x="273835" y="185307"/>
                  </a:lnTo>
                  <a:cubicBezTo>
                    <a:pt x="273836" y="187671"/>
                    <a:pt x="272897" y="189938"/>
                    <a:pt x="271225" y="191609"/>
                  </a:cubicBezTo>
                  <a:cubicBezTo>
                    <a:pt x="267746" y="195087"/>
                    <a:pt x="262106" y="195086"/>
                    <a:pt x="258627" y="191607"/>
                  </a:cubicBezTo>
                  <a:lnTo>
                    <a:pt x="220336" y="153316"/>
                  </a:lnTo>
                  <a:lnTo>
                    <a:pt x="182044" y="191607"/>
                  </a:lnTo>
                  <a:cubicBezTo>
                    <a:pt x="180373" y="193279"/>
                    <a:pt x="178106" y="194218"/>
                    <a:pt x="175742" y="194217"/>
                  </a:cubicBezTo>
                  <a:cubicBezTo>
                    <a:pt x="170823" y="194216"/>
                    <a:pt x="166834" y="190227"/>
                    <a:pt x="166835" y="185307"/>
                  </a:cubicBezTo>
                  <a:lnTo>
                    <a:pt x="166835" y="137993"/>
                  </a:lnTo>
                  <a:cubicBezTo>
                    <a:pt x="166835" y="133073"/>
                    <a:pt x="170824" y="129085"/>
                    <a:pt x="175744" y="129085"/>
                  </a:cubicBezTo>
                  <a:cubicBezTo>
                    <a:pt x="180664" y="129085"/>
                    <a:pt x="184652" y="133073"/>
                    <a:pt x="184652" y="137993"/>
                  </a:cubicBezTo>
                  <a:lnTo>
                    <a:pt x="184652" y="163806"/>
                  </a:lnTo>
                  <a:lnTo>
                    <a:pt x="214036" y="134423"/>
                  </a:lnTo>
                  <a:cubicBezTo>
                    <a:pt x="214036" y="134422"/>
                    <a:pt x="214037" y="134422"/>
                    <a:pt x="214037" y="134421"/>
                  </a:cubicBezTo>
                  <a:cubicBezTo>
                    <a:pt x="217517" y="130943"/>
                    <a:pt x="223157" y="130943"/>
                    <a:pt x="226636" y="134423"/>
                  </a:cubicBezTo>
                  <a:lnTo>
                    <a:pt x="256019" y="163806"/>
                  </a:lnTo>
                  <a:lnTo>
                    <a:pt x="256019" y="105033"/>
                  </a:lnTo>
                  <a:lnTo>
                    <a:pt x="65922" y="105033"/>
                  </a:lnTo>
                  <a:cubicBezTo>
                    <a:pt x="61002" y="105033"/>
                    <a:pt x="57013" y="101044"/>
                    <a:pt x="57013" y="96124"/>
                  </a:cubicBezTo>
                  <a:cubicBezTo>
                    <a:pt x="57013" y="91204"/>
                    <a:pt x="61002" y="87216"/>
                    <a:pt x="65922" y="87216"/>
                  </a:cubicBezTo>
                  <a:lnTo>
                    <a:pt x="168061" y="87216"/>
                  </a:lnTo>
                  <a:lnTo>
                    <a:pt x="178360" y="17817"/>
                  </a:lnTo>
                  <a:lnTo>
                    <a:pt x="65465" y="17817"/>
                  </a:lnTo>
                  <a:lnTo>
                    <a:pt x="17817" y="98562"/>
                  </a:lnTo>
                  <a:lnTo>
                    <a:pt x="17817" y="430785"/>
                  </a:lnTo>
                  <a:lnTo>
                    <a:pt x="93245" y="430785"/>
                  </a:lnTo>
                  <a:cubicBezTo>
                    <a:pt x="98165" y="430785"/>
                    <a:pt x="102153" y="434773"/>
                    <a:pt x="102153" y="439693"/>
                  </a:cubicBezTo>
                  <a:cubicBezTo>
                    <a:pt x="102153" y="444613"/>
                    <a:pt x="98165" y="448601"/>
                    <a:pt x="93245" y="448601"/>
                  </a:cubicBezTo>
                  <a:lnTo>
                    <a:pt x="8908" y="448601"/>
                  </a:lnTo>
                  <a:cubicBezTo>
                    <a:pt x="3988" y="448601"/>
                    <a:pt x="0" y="444613"/>
                    <a:pt x="0" y="439693"/>
                  </a:cubicBezTo>
                  <a:lnTo>
                    <a:pt x="0" y="96124"/>
                  </a:lnTo>
                  <a:cubicBezTo>
                    <a:pt x="0" y="95918"/>
                    <a:pt x="114" y="95754"/>
                    <a:pt x="114" y="95554"/>
                  </a:cubicBezTo>
                  <a:cubicBezTo>
                    <a:pt x="271" y="94377"/>
                    <a:pt x="588" y="93226"/>
                    <a:pt x="1055" y="92133"/>
                  </a:cubicBezTo>
                  <a:cubicBezTo>
                    <a:pt x="1140" y="91962"/>
                    <a:pt x="1140" y="91770"/>
                    <a:pt x="1240" y="91599"/>
                  </a:cubicBezTo>
                  <a:lnTo>
                    <a:pt x="52716" y="4383"/>
                  </a:lnTo>
                  <a:cubicBezTo>
                    <a:pt x="54316" y="1667"/>
                    <a:pt x="57232" y="0"/>
                    <a:pt x="60384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46" name="Group 255">
            <a:extLst>
              <a:ext uri="{FF2B5EF4-FFF2-40B4-BE49-F238E27FC236}">
                <a16:creationId xmlns:a16="http://schemas.microsoft.com/office/drawing/2014/main" id="{DDD22930-5FDE-5852-BABA-8D637EC9F0E6}"/>
              </a:ext>
            </a:extLst>
          </p:cNvPr>
          <p:cNvGrpSpPr/>
          <p:nvPr/>
        </p:nvGrpSpPr>
        <p:grpSpPr>
          <a:xfrm>
            <a:off x="1826107" y="3161539"/>
            <a:ext cx="390779" cy="492132"/>
            <a:chOff x="1826107" y="3161539"/>
            <a:chExt cx="390779" cy="492132"/>
          </a:xfrm>
        </p:grpSpPr>
        <p:sp>
          <p:nvSpPr>
            <p:cNvPr id="147" name="Freeform: Shape 121">
              <a:extLst>
                <a:ext uri="{FF2B5EF4-FFF2-40B4-BE49-F238E27FC236}">
                  <a16:creationId xmlns:a16="http://schemas.microsoft.com/office/drawing/2014/main" id="{A0D1FCF9-9CDF-6260-96AF-EDBC4291C7B5}"/>
                </a:ext>
              </a:extLst>
            </p:cNvPr>
            <p:cNvSpPr/>
            <p:nvPr/>
          </p:nvSpPr>
          <p:spPr>
            <a:xfrm>
              <a:off x="1835025" y="3270399"/>
              <a:ext cx="370587" cy="370586"/>
            </a:xfrm>
            <a:custGeom>
              <a:avLst/>
              <a:gdLst>
                <a:gd name="connsiteX0" fmla="*/ 372959 w 370585"/>
                <a:gd name="connsiteY0" fmla="*/ 374363 h 370585"/>
                <a:gd name="connsiteX1" fmla="*/ 0 w 370585"/>
                <a:gd name="connsiteY1" fmla="*/ 374363 h 370585"/>
                <a:gd name="connsiteX2" fmla="*/ 42760 w 370585"/>
                <a:gd name="connsiteY2" fmla="*/ 0 h 370585"/>
                <a:gd name="connsiteX3" fmla="*/ 330199 w 370585"/>
                <a:gd name="connsiteY3" fmla="*/ 0 h 370585"/>
                <a:gd name="connsiteX4" fmla="*/ 372959 w 370585"/>
                <a:gd name="connsiteY4" fmla="*/ 374363 h 37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585" h="370585">
                  <a:moveTo>
                    <a:pt x="372959" y="374363"/>
                  </a:moveTo>
                  <a:lnTo>
                    <a:pt x="0" y="374363"/>
                  </a:lnTo>
                  <a:lnTo>
                    <a:pt x="42760" y="0"/>
                  </a:lnTo>
                  <a:lnTo>
                    <a:pt x="330199" y="0"/>
                  </a:lnTo>
                  <a:lnTo>
                    <a:pt x="372959" y="374363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" name="Freeform: Shape 122">
              <a:extLst>
                <a:ext uri="{FF2B5EF4-FFF2-40B4-BE49-F238E27FC236}">
                  <a16:creationId xmlns:a16="http://schemas.microsoft.com/office/drawing/2014/main" id="{6ECAB244-C9DE-7490-3070-64C97BD7922F}"/>
                </a:ext>
              </a:extLst>
            </p:cNvPr>
            <p:cNvSpPr/>
            <p:nvPr/>
          </p:nvSpPr>
          <p:spPr>
            <a:xfrm>
              <a:off x="1826107" y="3161539"/>
              <a:ext cx="390779" cy="492132"/>
            </a:xfrm>
            <a:custGeom>
              <a:avLst/>
              <a:gdLst>
                <a:gd name="connsiteX0" fmla="*/ 119223 w 390778"/>
                <a:gd name="connsiteY0" fmla="*/ 264976 h 492132"/>
                <a:gd name="connsiteX1" fmla="*/ 128132 w 390778"/>
                <a:gd name="connsiteY1" fmla="*/ 273884 h 492132"/>
                <a:gd name="connsiteX2" fmla="*/ 195390 w 390778"/>
                <a:gd name="connsiteY2" fmla="*/ 341142 h 492132"/>
                <a:gd name="connsiteX3" fmla="*/ 262648 w 390778"/>
                <a:gd name="connsiteY3" fmla="*/ 273884 h 492132"/>
                <a:gd name="connsiteX4" fmla="*/ 271556 w 390778"/>
                <a:gd name="connsiteY4" fmla="*/ 264976 h 492132"/>
                <a:gd name="connsiteX5" fmla="*/ 280465 w 390778"/>
                <a:gd name="connsiteY5" fmla="*/ 273884 h 492132"/>
                <a:gd name="connsiteX6" fmla="*/ 195390 w 390778"/>
                <a:gd name="connsiteY6" fmla="*/ 358959 h 492132"/>
                <a:gd name="connsiteX7" fmla="*/ 110315 w 390778"/>
                <a:gd name="connsiteY7" fmla="*/ 273884 h 492132"/>
                <a:gd name="connsiteX8" fmla="*/ 119223 w 390778"/>
                <a:gd name="connsiteY8" fmla="*/ 264976 h 492132"/>
                <a:gd name="connsiteX9" fmla="*/ 195393 w 390778"/>
                <a:gd name="connsiteY9" fmla="*/ 0 h 492132"/>
                <a:gd name="connsiteX10" fmla="*/ 281803 w 390778"/>
                <a:gd name="connsiteY10" fmla="*/ 86411 h 492132"/>
                <a:gd name="connsiteX11" fmla="*/ 281803 w 390778"/>
                <a:gd name="connsiteY11" fmla="*/ 165203 h 492132"/>
                <a:gd name="connsiteX12" fmla="*/ 272895 w 390778"/>
                <a:gd name="connsiteY12" fmla="*/ 174111 h 492132"/>
                <a:gd name="connsiteX13" fmla="*/ 263987 w 390778"/>
                <a:gd name="connsiteY13" fmla="*/ 165203 h 492132"/>
                <a:gd name="connsiteX14" fmla="*/ 263987 w 390778"/>
                <a:gd name="connsiteY14" fmla="*/ 117768 h 492132"/>
                <a:gd name="connsiteX15" fmla="*/ 166886 w 390778"/>
                <a:gd name="connsiteY15" fmla="*/ 117768 h 492132"/>
                <a:gd name="connsiteX16" fmla="*/ 157978 w 390778"/>
                <a:gd name="connsiteY16" fmla="*/ 108860 h 492132"/>
                <a:gd name="connsiteX17" fmla="*/ 166886 w 390778"/>
                <a:gd name="connsiteY17" fmla="*/ 99951 h 492132"/>
                <a:gd name="connsiteX18" fmla="*/ 263987 w 390778"/>
                <a:gd name="connsiteY18" fmla="*/ 99951 h 492132"/>
                <a:gd name="connsiteX19" fmla="*/ 263987 w 390778"/>
                <a:gd name="connsiteY19" fmla="*/ 86411 h 492132"/>
                <a:gd name="connsiteX20" fmla="*/ 195393 w 390778"/>
                <a:gd name="connsiteY20" fmla="*/ 17817 h 492132"/>
                <a:gd name="connsiteX21" fmla="*/ 126799 w 390778"/>
                <a:gd name="connsiteY21" fmla="*/ 86411 h 492132"/>
                <a:gd name="connsiteX22" fmla="*/ 126799 w 390778"/>
                <a:gd name="connsiteY22" fmla="*/ 165203 h 492132"/>
                <a:gd name="connsiteX23" fmla="*/ 117890 w 390778"/>
                <a:gd name="connsiteY23" fmla="*/ 174111 h 492132"/>
                <a:gd name="connsiteX24" fmla="*/ 108982 w 390778"/>
                <a:gd name="connsiteY24" fmla="*/ 165203 h 492132"/>
                <a:gd name="connsiteX25" fmla="*/ 108982 w 390778"/>
                <a:gd name="connsiteY25" fmla="*/ 117768 h 492132"/>
                <a:gd name="connsiteX26" fmla="*/ 59623 w 390778"/>
                <a:gd name="connsiteY26" fmla="*/ 117768 h 492132"/>
                <a:gd name="connsiteX27" fmla="*/ 18894 w 390778"/>
                <a:gd name="connsiteY27" fmla="*/ 474315 h 492132"/>
                <a:gd name="connsiteX28" fmla="*/ 371891 w 390778"/>
                <a:gd name="connsiteY28" fmla="*/ 474315 h 492132"/>
                <a:gd name="connsiteX29" fmla="*/ 330265 w 390778"/>
                <a:gd name="connsiteY29" fmla="*/ 109872 h 492132"/>
                <a:gd name="connsiteX30" fmla="*/ 330213 w 390778"/>
                <a:gd name="connsiteY30" fmla="*/ 109421 h 492132"/>
                <a:gd name="connsiteX31" fmla="*/ 338300 w 390778"/>
                <a:gd name="connsiteY31" fmla="*/ 99761 h 492132"/>
                <a:gd name="connsiteX32" fmla="*/ 347960 w 390778"/>
                <a:gd name="connsiteY32" fmla="*/ 107848 h 492132"/>
                <a:gd name="connsiteX33" fmla="*/ 390720 w 390778"/>
                <a:gd name="connsiteY33" fmla="*/ 482211 h 492132"/>
                <a:gd name="connsiteX34" fmla="*/ 390778 w 390778"/>
                <a:gd name="connsiteY34" fmla="*/ 483224 h 492132"/>
                <a:gd name="connsiteX35" fmla="*/ 381869 w 390778"/>
                <a:gd name="connsiteY35" fmla="*/ 492132 h 492132"/>
                <a:gd name="connsiteX36" fmla="*/ 8910 w 390778"/>
                <a:gd name="connsiteY36" fmla="*/ 492132 h 492132"/>
                <a:gd name="connsiteX37" fmla="*/ 7897 w 390778"/>
                <a:gd name="connsiteY37" fmla="*/ 492074 h 492132"/>
                <a:gd name="connsiteX38" fmla="*/ 58 w 390778"/>
                <a:gd name="connsiteY38" fmla="*/ 482211 h 492132"/>
                <a:gd name="connsiteX39" fmla="*/ 42818 w 390778"/>
                <a:gd name="connsiteY39" fmla="*/ 107848 h 492132"/>
                <a:gd name="connsiteX40" fmla="*/ 51670 w 390778"/>
                <a:gd name="connsiteY40" fmla="*/ 99951 h 492132"/>
                <a:gd name="connsiteX41" fmla="*/ 108982 w 390778"/>
                <a:gd name="connsiteY41" fmla="*/ 99951 h 492132"/>
                <a:gd name="connsiteX42" fmla="*/ 108982 w 390778"/>
                <a:gd name="connsiteY42" fmla="*/ 86411 h 492132"/>
                <a:gd name="connsiteX43" fmla="*/ 195393 w 390778"/>
                <a:gd name="connsiteY43" fmla="*/ 0 h 49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90778" h="492132">
                  <a:moveTo>
                    <a:pt x="119223" y="264976"/>
                  </a:moveTo>
                  <a:cubicBezTo>
                    <a:pt x="124143" y="264976"/>
                    <a:pt x="128132" y="268964"/>
                    <a:pt x="128132" y="273884"/>
                  </a:cubicBezTo>
                  <a:cubicBezTo>
                    <a:pt x="128132" y="311030"/>
                    <a:pt x="158244" y="341142"/>
                    <a:pt x="195390" y="341142"/>
                  </a:cubicBezTo>
                  <a:cubicBezTo>
                    <a:pt x="232536" y="341142"/>
                    <a:pt x="262648" y="311030"/>
                    <a:pt x="262648" y="273884"/>
                  </a:cubicBezTo>
                  <a:cubicBezTo>
                    <a:pt x="262648" y="268964"/>
                    <a:pt x="266637" y="264976"/>
                    <a:pt x="271556" y="264976"/>
                  </a:cubicBezTo>
                  <a:cubicBezTo>
                    <a:pt x="276476" y="264976"/>
                    <a:pt x="280465" y="268964"/>
                    <a:pt x="280465" y="273884"/>
                  </a:cubicBezTo>
                  <a:cubicBezTo>
                    <a:pt x="280465" y="320870"/>
                    <a:pt x="242376" y="358959"/>
                    <a:pt x="195390" y="358959"/>
                  </a:cubicBezTo>
                  <a:cubicBezTo>
                    <a:pt x="148404" y="358959"/>
                    <a:pt x="110315" y="320870"/>
                    <a:pt x="110315" y="273884"/>
                  </a:cubicBezTo>
                  <a:cubicBezTo>
                    <a:pt x="110315" y="268964"/>
                    <a:pt x="114303" y="264976"/>
                    <a:pt x="119223" y="264976"/>
                  </a:cubicBezTo>
                  <a:close/>
                  <a:moveTo>
                    <a:pt x="195393" y="0"/>
                  </a:moveTo>
                  <a:cubicBezTo>
                    <a:pt x="243116" y="0"/>
                    <a:pt x="281803" y="38687"/>
                    <a:pt x="281803" y="86411"/>
                  </a:cubicBezTo>
                  <a:lnTo>
                    <a:pt x="281803" y="165203"/>
                  </a:lnTo>
                  <a:cubicBezTo>
                    <a:pt x="281803" y="170123"/>
                    <a:pt x="277815" y="174111"/>
                    <a:pt x="272895" y="174111"/>
                  </a:cubicBezTo>
                  <a:cubicBezTo>
                    <a:pt x="267975" y="174111"/>
                    <a:pt x="263987" y="170123"/>
                    <a:pt x="263987" y="165203"/>
                  </a:cubicBezTo>
                  <a:lnTo>
                    <a:pt x="263987" y="117768"/>
                  </a:lnTo>
                  <a:lnTo>
                    <a:pt x="166886" y="117768"/>
                  </a:lnTo>
                  <a:cubicBezTo>
                    <a:pt x="161966" y="117768"/>
                    <a:pt x="157978" y="113780"/>
                    <a:pt x="157978" y="108860"/>
                  </a:cubicBezTo>
                  <a:cubicBezTo>
                    <a:pt x="157978" y="103940"/>
                    <a:pt x="161966" y="99951"/>
                    <a:pt x="166886" y="99951"/>
                  </a:cubicBezTo>
                  <a:lnTo>
                    <a:pt x="263987" y="99951"/>
                  </a:lnTo>
                  <a:lnTo>
                    <a:pt x="263987" y="86411"/>
                  </a:lnTo>
                  <a:cubicBezTo>
                    <a:pt x="263987" y="48527"/>
                    <a:pt x="233276" y="17817"/>
                    <a:pt x="195393" y="17817"/>
                  </a:cubicBezTo>
                  <a:cubicBezTo>
                    <a:pt x="157509" y="17817"/>
                    <a:pt x="126799" y="48527"/>
                    <a:pt x="126799" y="86411"/>
                  </a:cubicBezTo>
                  <a:lnTo>
                    <a:pt x="126799" y="165203"/>
                  </a:lnTo>
                  <a:cubicBezTo>
                    <a:pt x="126799" y="170123"/>
                    <a:pt x="122810" y="174111"/>
                    <a:pt x="117890" y="174111"/>
                  </a:cubicBezTo>
                  <a:cubicBezTo>
                    <a:pt x="112971" y="174111"/>
                    <a:pt x="108982" y="170123"/>
                    <a:pt x="108982" y="165203"/>
                  </a:cubicBezTo>
                  <a:lnTo>
                    <a:pt x="108982" y="117768"/>
                  </a:lnTo>
                  <a:lnTo>
                    <a:pt x="59623" y="117768"/>
                  </a:lnTo>
                  <a:lnTo>
                    <a:pt x="18894" y="474315"/>
                  </a:lnTo>
                  <a:lnTo>
                    <a:pt x="371891" y="474315"/>
                  </a:lnTo>
                  <a:lnTo>
                    <a:pt x="330265" y="109872"/>
                  </a:lnTo>
                  <a:cubicBezTo>
                    <a:pt x="330244" y="109722"/>
                    <a:pt x="330226" y="109571"/>
                    <a:pt x="330213" y="109421"/>
                  </a:cubicBezTo>
                  <a:cubicBezTo>
                    <a:pt x="329779" y="104520"/>
                    <a:pt x="333399" y="100195"/>
                    <a:pt x="338300" y="99761"/>
                  </a:cubicBezTo>
                  <a:cubicBezTo>
                    <a:pt x="343201" y="99326"/>
                    <a:pt x="347526" y="102947"/>
                    <a:pt x="347960" y="107848"/>
                  </a:cubicBezTo>
                  <a:lnTo>
                    <a:pt x="390720" y="482211"/>
                  </a:lnTo>
                  <a:cubicBezTo>
                    <a:pt x="390758" y="482548"/>
                    <a:pt x="390778" y="482886"/>
                    <a:pt x="390778" y="483224"/>
                  </a:cubicBezTo>
                  <a:cubicBezTo>
                    <a:pt x="390777" y="488144"/>
                    <a:pt x="386789" y="492132"/>
                    <a:pt x="381869" y="492132"/>
                  </a:cubicBezTo>
                  <a:lnTo>
                    <a:pt x="8910" y="492132"/>
                  </a:lnTo>
                  <a:cubicBezTo>
                    <a:pt x="8571" y="492132"/>
                    <a:pt x="8233" y="492113"/>
                    <a:pt x="7897" y="492074"/>
                  </a:cubicBezTo>
                  <a:cubicBezTo>
                    <a:pt x="3009" y="491515"/>
                    <a:pt x="-500" y="487100"/>
                    <a:pt x="58" y="482211"/>
                  </a:cubicBezTo>
                  <a:lnTo>
                    <a:pt x="42818" y="107848"/>
                  </a:lnTo>
                  <a:cubicBezTo>
                    <a:pt x="43333" y="103348"/>
                    <a:pt x="47141" y="99951"/>
                    <a:pt x="51670" y="99951"/>
                  </a:cubicBezTo>
                  <a:lnTo>
                    <a:pt x="108982" y="99951"/>
                  </a:lnTo>
                  <a:lnTo>
                    <a:pt x="108982" y="86411"/>
                  </a:lnTo>
                  <a:cubicBezTo>
                    <a:pt x="108982" y="38687"/>
                    <a:pt x="147670" y="0"/>
                    <a:pt x="195393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49" name="Group 254">
            <a:extLst>
              <a:ext uri="{FF2B5EF4-FFF2-40B4-BE49-F238E27FC236}">
                <a16:creationId xmlns:a16="http://schemas.microsoft.com/office/drawing/2014/main" id="{E1545089-4C39-C14F-06C9-A9D9396E0E05}"/>
              </a:ext>
            </a:extLst>
          </p:cNvPr>
          <p:cNvGrpSpPr/>
          <p:nvPr/>
        </p:nvGrpSpPr>
        <p:grpSpPr>
          <a:xfrm>
            <a:off x="761567" y="3161503"/>
            <a:ext cx="491739" cy="491739"/>
            <a:chOff x="761567" y="3161503"/>
            <a:chExt cx="491739" cy="491739"/>
          </a:xfrm>
        </p:grpSpPr>
        <p:sp>
          <p:nvSpPr>
            <p:cNvPr id="150" name="Freeform: Shape 124">
              <a:extLst>
                <a:ext uri="{FF2B5EF4-FFF2-40B4-BE49-F238E27FC236}">
                  <a16:creationId xmlns:a16="http://schemas.microsoft.com/office/drawing/2014/main" id="{6F9C4D00-19E9-3367-2E59-20B8DDE9D256}"/>
                </a:ext>
              </a:extLst>
            </p:cNvPr>
            <p:cNvSpPr/>
            <p:nvPr/>
          </p:nvSpPr>
          <p:spPr>
            <a:xfrm>
              <a:off x="770461" y="3170412"/>
              <a:ext cx="474351" cy="474351"/>
            </a:xfrm>
            <a:custGeom>
              <a:avLst/>
              <a:gdLst>
                <a:gd name="connsiteX0" fmla="*/ 284610 w 474351"/>
                <a:gd name="connsiteY0" fmla="*/ 130276 h 474351"/>
                <a:gd name="connsiteX1" fmla="*/ 284610 w 474351"/>
                <a:gd name="connsiteY1" fmla="*/ 177710 h 474351"/>
                <a:gd name="connsiteX2" fmla="*/ 284609 w 474351"/>
                <a:gd name="connsiteY2" fmla="*/ 177713 h 474351"/>
                <a:gd name="connsiteX3" fmla="*/ 288337 w 474351"/>
                <a:gd name="connsiteY3" fmla="*/ 196174 h 474351"/>
                <a:gd name="connsiteX4" fmla="*/ 332044 w 474351"/>
                <a:gd name="connsiteY4" fmla="*/ 225145 h 474351"/>
                <a:gd name="connsiteX5" fmla="*/ 379479 w 474351"/>
                <a:gd name="connsiteY5" fmla="*/ 177710 h 474351"/>
                <a:gd name="connsiteX6" fmla="*/ 379479 w 474351"/>
                <a:gd name="connsiteY6" fmla="*/ 130276 h 474351"/>
                <a:gd name="connsiteX7" fmla="*/ 94870 w 474351"/>
                <a:gd name="connsiteY7" fmla="*/ 130276 h 474351"/>
                <a:gd name="connsiteX8" fmla="*/ 94870 w 474351"/>
                <a:gd name="connsiteY8" fmla="*/ 177710 h 474351"/>
                <a:gd name="connsiteX9" fmla="*/ 142305 w 474351"/>
                <a:gd name="connsiteY9" fmla="*/ 225145 h 474351"/>
                <a:gd name="connsiteX10" fmla="*/ 189740 w 474351"/>
                <a:gd name="connsiteY10" fmla="*/ 177710 h 474351"/>
                <a:gd name="connsiteX11" fmla="*/ 189740 w 474351"/>
                <a:gd name="connsiteY11" fmla="*/ 130276 h 474351"/>
                <a:gd name="connsiteX12" fmla="*/ 57013 w 474351"/>
                <a:gd name="connsiteY12" fmla="*/ 0 h 474351"/>
                <a:gd name="connsiteX13" fmla="*/ 417338 w 474351"/>
                <a:gd name="connsiteY13" fmla="*/ 0 h 474351"/>
                <a:gd name="connsiteX14" fmla="*/ 474351 w 474351"/>
                <a:gd name="connsiteY14" fmla="*/ 130276 h 474351"/>
                <a:gd name="connsiteX15" fmla="*/ 474349 w 474351"/>
                <a:gd name="connsiteY15" fmla="*/ 130276 h 474351"/>
                <a:gd name="connsiteX16" fmla="*/ 474349 w 474351"/>
                <a:gd name="connsiteY16" fmla="*/ 177710 h 474351"/>
                <a:gd name="connsiteX17" fmla="*/ 445378 w 474351"/>
                <a:gd name="connsiteY17" fmla="*/ 221418 h 474351"/>
                <a:gd name="connsiteX18" fmla="*/ 426915 w 474351"/>
                <a:gd name="connsiteY18" fmla="*/ 225145 h 474351"/>
                <a:gd name="connsiteX19" fmla="*/ 426915 w 474351"/>
                <a:gd name="connsiteY19" fmla="*/ 474351 h 474351"/>
                <a:gd name="connsiteX20" fmla="*/ 303695 w 474351"/>
                <a:gd name="connsiteY20" fmla="*/ 474351 h 474351"/>
                <a:gd name="connsiteX21" fmla="*/ 303695 w 474351"/>
                <a:gd name="connsiteY21" fmla="*/ 326030 h 474351"/>
                <a:gd name="connsiteX22" fmla="*/ 170661 w 474351"/>
                <a:gd name="connsiteY22" fmla="*/ 326030 h 474351"/>
                <a:gd name="connsiteX23" fmla="*/ 170661 w 474351"/>
                <a:gd name="connsiteY23" fmla="*/ 474351 h 474351"/>
                <a:gd name="connsiteX24" fmla="*/ 47435 w 474351"/>
                <a:gd name="connsiteY24" fmla="*/ 474351 h 474351"/>
                <a:gd name="connsiteX25" fmla="*/ 47435 w 474351"/>
                <a:gd name="connsiteY25" fmla="*/ 225145 h 474351"/>
                <a:gd name="connsiteX26" fmla="*/ 0 w 474351"/>
                <a:gd name="connsiteY26" fmla="*/ 177710 h 474351"/>
                <a:gd name="connsiteX27" fmla="*/ 0 w 474351"/>
                <a:gd name="connsiteY27" fmla="*/ 130276 h 474351"/>
                <a:gd name="connsiteX28" fmla="*/ 0 w 474351"/>
                <a:gd name="connsiteY28" fmla="*/ 130275 h 474351"/>
                <a:gd name="connsiteX29" fmla="*/ 0 w 474351"/>
                <a:gd name="connsiteY29" fmla="*/ 130275 h 474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74351" h="474351">
                  <a:moveTo>
                    <a:pt x="284610" y="130276"/>
                  </a:moveTo>
                  <a:lnTo>
                    <a:pt x="284610" y="177710"/>
                  </a:lnTo>
                  <a:lnTo>
                    <a:pt x="284609" y="177713"/>
                  </a:lnTo>
                  <a:lnTo>
                    <a:pt x="288337" y="196174"/>
                  </a:lnTo>
                  <a:cubicBezTo>
                    <a:pt x="295538" y="213199"/>
                    <a:pt x="312395" y="225145"/>
                    <a:pt x="332044" y="225145"/>
                  </a:cubicBezTo>
                  <a:cubicBezTo>
                    <a:pt x="358242" y="225145"/>
                    <a:pt x="379479" y="203908"/>
                    <a:pt x="379479" y="177710"/>
                  </a:cubicBezTo>
                  <a:lnTo>
                    <a:pt x="379479" y="130276"/>
                  </a:lnTo>
                  <a:close/>
                  <a:moveTo>
                    <a:pt x="94870" y="130276"/>
                  </a:moveTo>
                  <a:lnTo>
                    <a:pt x="94870" y="177710"/>
                  </a:lnTo>
                  <a:cubicBezTo>
                    <a:pt x="94870" y="203908"/>
                    <a:pt x="116107" y="225145"/>
                    <a:pt x="142305" y="225145"/>
                  </a:cubicBezTo>
                  <a:cubicBezTo>
                    <a:pt x="168503" y="225145"/>
                    <a:pt x="189740" y="203908"/>
                    <a:pt x="189740" y="177710"/>
                  </a:cubicBezTo>
                  <a:lnTo>
                    <a:pt x="189740" y="130276"/>
                  </a:lnTo>
                  <a:close/>
                  <a:moveTo>
                    <a:pt x="57013" y="0"/>
                  </a:moveTo>
                  <a:lnTo>
                    <a:pt x="417338" y="0"/>
                  </a:lnTo>
                  <a:lnTo>
                    <a:pt x="474351" y="130276"/>
                  </a:lnTo>
                  <a:lnTo>
                    <a:pt x="474349" y="130276"/>
                  </a:lnTo>
                  <a:lnTo>
                    <a:pt x="474349" y="177710"/>
                  </a:lnTo>
                  <a:cubicBezTo>
                    <a:pt x="474349" y="197359"/>
                    <a:pt x="462403" y="214217"/>
                    <a:pt x="445378" y="221418"/>
                  </a:cubicBezTo>
                  <a:lnTo>
                    <a:pt x="426915" y="225145"/>
                  </a:lnTo>
                  <a:lnTo>
                    <a:pt x="426915" y="474351"/>
                  </a:lnTo>
                  <a:lnTo>
                    <a:pt x="303695" y="474351"/>
                  </a:lnTo>
                  <a:lnTo>
                    <a:pt x="303695" y="326030"/>
                  </a:lnTo>
                  <a:lnTo>
                    <a:pt x="170661" y="326030"/>
                  </a:lnTo>
                  <a:lnTo>
                    <a:pt x="170661" y="474351"/>
                  </a:lnTo>
                  <a:lnTo>
                    <a:pt x="47435" y="474351"/>
                  </a:lnTo>
                  <a:lnTo>
                    <a:pt x="47435" y="225145"/>
                  </a:lnTo>
                  <a:cubicBezTo>
                    <a:pt x="21237" y="225145"/>
                    <a:pt x="0" y="203908"/>
                    <a:pt x="0" y="177710"/>
                  </a:cubicBezTo>
                  <a:lnTo>
                    <a:pt x="0" y="130276"/>
                  </a:lnTo>
                  <a:lnTo>
                    <a:pt x="0" y="130275"/>
                  </a:lnTo>
                  <a:lnTo>
                    <a:pt x="0" y="130275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" name="Freeform: Shape 125">
              <a:extLst>
                <a:ext uri="{FF2B5EF4-FFF2-40B4-BE49-F238E27FC236}">
                  <a16:creationId xmlns:a16="http://schemas.microsoft.com/office/drawing/2014/main" id="{C573C573-0C0A-D38B-E900-FD1DF88E3A8F}"/>
                </a:ext>
              </a:extLst>
            </p:cNvPr>
            <p:cNvSpPr/>
            <p:nvPr/>
          </p:nvSpPr>
          <p:spPr>
            <a:xfrm>
              <a:off x="761567" y="3161503"/>
              <a:ext cx="491739" cy="491739"/>
            </a:xfrm>
            <a:custGeom>
              <a:avLst/>
              <a:gdLst>
                <a:gd name="connsiteX0" fmla="*/ 492074 w 491738"/>
                <a:gd name="connsiteY0" fmla="*/ 138813 h 491738"/>
                <a:gd name="connsiteX1" fmla="*/ 491489 w 491738"/>
                <a:gd name="connsiteY1" fmla="*/ 135905 h 491738"/>
                <a:gd name="connsiteX2" fmla="*/ 491418 w 491738"/>
                <a:gd name="connsiteY2" fmla="*/ 135670 h 491738"/>
                <a:gd name="connsiteX3" fmla="*/ 491418 w 491738"/>
                <a:gd name="connsiteY3" fmla="*/ 135613 h 491738"/>
                <a:gd name="connsiteX4" fmla="*/ 434405 w 491738"/>
                <a:gd name="connsiteY4" fmla="*/ 5338 h 491738"/>
                <a:gd name="connsiteX5" fmla="*/ 426245 w 491738"/>
                <a:gd name="connsiteY5" fmla="*/ 0 h 491738"/>
                <a:gd name="connsiteX6" fmla="*/ 65907 w 491738"/>
                <a:gd name="connsiteY6" fmla="*/ 0 h 491738"/>
                <a:gd name="connsiteX7" fmla="*/ 57747 w 491738"/>
                <a:gd name="connsiteY7" fmla="*/ 5338 h 491738"/>
                <a:gd name="connsiteX8" fmla="*/ 734 w 491738"/>
                <a:gd name="connsiteY8" fmla="*/ 135613 h 491738"/>
                <a:gd name="connsiteX9" fmla="*/ 734 w 491738"/>
                <a:gd name="connsiteY9" fmla="*/ 135670 h 491738"/>
                <a:gd name="connsiteX10" fmla="*/ 663 w 491738"/>
                <a:gd name="connsiteY10" fmla="*/ 135905 h 491738"/>
                <a:gd name="connsiteX11" fmla="*/ 78 w 491738"/>
                <a:gd name="connsiteY11" fmla="*/ 138813 h 491738"/>
                <a:gd name="connsiteX12" fmla="*/ 0 w 491738"/>
                <a:gd name="connsiteY12" fmla="*/ 139183 h 491738"/>
                <a:gd name="connsiteX13" fmla="*/ 0 w 491738"/>
                <a:gd name="connsiteY13" fmla="*/ 186618 h 491738"/>
                <a:gd name="connsiteX14" fmla="*/ 47435 w 491738"/>
                <a:gd name="connsiteY14" fmla="*/ 242206 h 491738"/>
                <a:gd name="connsiteX15" fmla="*/ 47435 w 491738"/>
                <a:gd name="connsiteY15" fmla="*/ 483258 h 491738"/>
                <a:gd name="connsiteX16" fmla="*/ 56343 w 491738"/>
                <a:gd name="connsiteY16" fmla="*/ 492166 h 491738"/>
                <a:gd name="connsiteX17" fmla="*/ 435809 w 491738"/>
                <a:gd name="connsiteY17" fmla="*/ 492166 h 491738"/>
                <a:gd name="connsiteX18" fmla="*/ 444717 w 491738"/>
                <a:gd name="connsiteY18" fmla="*/ 483258 h 491738"/>
                <a:gd name="connsiteX19" fmla="*/ 444717 w 491738"/>
                <a:gd name="connsiteY19" fmla="*/ 272224 h 491738"/>
                <a:gd name="connsiteX20" fmla="*/ 435809 w 491738"/>
                <a:gd name="connsiteY20" fmla="*/ 263315 h 491738"/>
                <a:gd name="connsiteX21" fmla="*/ 426901 w 491738"/>
                <a:gd name="connsiteY21" fmla="*/ 272224 h 491738"/>
                <a:gd name="connsiteX22" fmla="*/ 426901 w 491738"/>
                <a:gd name="connsiteY22" fmla="*/ 474350 h 491738"/>
                <a:gd name="connsiteX23" fmla="*/ 321497 w 491738"/>
                <a:gd name="connsiteY23" fmla="*/ 474350 h 491738"/>
                <a:gd name="connsiteX24" fmla="*/ 321497 w 491738"/>
                <a:gd name="connsiteY24" fmla="*/ 334938 h 491738"/>
                <a:gd name="connsiteX25" fmla="*/ 312589 w 491738"/>
                <a:gd name="connsiteY25" fmla="*/ 326030 h 491738"/>
                <a:gd name="connsiteX26" fmla="*/ 179556 w 491738"/>
                <a:gd name="connsiteY26" fmla="*/ 326030 h 491738"/>
                <a:gd name="connsiteX27" fmla="*/ 170648 w 491738"/>
                <a:gd name="connsiteY27" fmla="*/ 334938 h 491738"/>
                <a:gd name="connsiteX28" fmla="*/ 170648 w 491738"/>
                <a:gd name="connsiteY28" fmla="*/ 431376 h 491738"/>
                <a:gd name="connsiteX29" fmla="*/ 179556 w 491738"/>
                <a:gd name="connsiteY29" fmla="*/ 440284 h 491738"/>
                <a:gd name="connsiteX30" fmla="*/ 188464 w 491738"/>
                <a:gd name="connsiteY30" fmla="*/ 431376 h 491738"/>
                <a:gd name="connsiteX31" fmla="*/ 188464 w 491738"/>
                <a:gd name="connsiteY31" fmla="*/ 343847 h 491738"/>
                <a:gd name="connsiteX32" fmla="*/ 303681 w 491738"/>
                <a:gd name="connsiteY32" fmla="*/ 343847 h 491738"/>
                <a:gd name="connsiteX33" fmla="*/ 303681 w 491738"/>
                <a:gd name="connsiteY33" fmla="*/ 474350 h 491738"/>
                <a:gd name="connsiteX34" fmla="*/ 65237 w 491738"/>
                <a:gd name="connsiteY34" fmla="*/ 474350 h 491738"/>
                <a:gd name="connsiteX35" fmla="*/ 65237 w 491738"/>
                <a:gd name="connsiteY35" fmla="*/ 242185 h 491738"/>
                <a:gd name="connsiteX36" fmla="*/ 103764 w 491738"/>
                <a:gd name="connsiteY36" fmla="*/ 216900 h 491738"/>
                <a:gd name="connsiteX37" fmla="*/ 181339 w 491738"/>
                <a:gd name="connsiteY37" fmla="*/ 234194 h 491738"/>
                <a:gd name="connsiteX38" fmla="*/ 198634 w 491738"/>
                <a:gd name="connsiteY38" fmla="*/ 216900 h 491738"/>
                <a:gd name="connsiteX39" fmla="*/ 276209 w 491738"/>
                <a:gd name="connsiteY39" fmla="*/ 234194 h 491738"/>
                <a:gd name="connsiteX40" fmla="*/ 293504 w 491738"/>
                <a:gd name="connsiteY40" fmla="*/ 216900 h 491738"/>
                <a:gd name="connsiteX41" fmla="*/ 371079 w 491738"/>
                <a:gd name="connsiteY41" fmla="*/ 234194 h 491738"/>
                <a:gd name="connsiteX42" fmla="*/ 388374 w 491738"/>
                <a:gd name="connsiteY42" fmla="*/ 216900 h 491738"/>
                <a:gd name="connsiteX43" fmla="*/ 466111 w 491738"/>
                <a:gd name="connsiteY43" fmla="*/ 234118 h 491738"/>
                <a:gd name="connsiteX44" fmla="*/ 492152 w 491738"/>
                <a:gd name="connsiteY44" fmla="*/ 186618 h 491738"/>
                <a:gd name="connsiteX45" fmla="*/ 492152 w 491738"/>
                <a:gd name="connsiteY45" fmla="*/ 139183 h 491738"/>
                <a:gd name="connsiteX46" fmla="*/ 492074 w 491738"/>
                <a:gd name="connsiteY46" fmla="*/ 138813 h 491738"/>
                <a:gd name="connsiteX47" fmla="*/ 56329 w 491738"/>
                <a:gd name="connsiteY47" fmla="*/ 225145 h 491738"/>
                <a:gd name="connsiteX48" fmla="*/ 17802 w 491738"/>
                <a:gd name="connsiteY48" fmla="*/ 186618 h 491738"/>
                <a:gd name="connsiteX49" fmla="*/ 17802 w 491738"/>
                <a:gd name="connsiteY49" fmla="*/ 148092 h 491738"/>
                <a:gd name="connsiteX50" fmla="*/ 94856 w 491738"/>
                <a:gd name="connsiteY50" fmla="*/ 148092 h 491738"/>
                <a:gd name="connsiteX51" fmla="*/ 94856 w 491738"/>
                <a:gd name="connsiteY51" fmla="*/ 186618 h 491738"/>
                <a:gd name="connsiteX52" fmla="*/ 56329 w 491738"/>
                <a:gd name="connsiteY52" fmla="*/ 225145 h 491738"/>
                <a:gd name="connsiteX53" fmla="*/ 151199 w 491738"/>
                <a:gd name="connsiteY53" fmla="*/ 225145 h 491738"/>
                <a:gd name="connsiteX54" fmla="*/ 112672 w 491738"/>
                <a:gd name="connsiteY54" fmla="*/ 186618 h 491738"/>
                <a:gd name="connsiteX55" fmla="*/ 112672 w 491738"/>
                <a:gd name="connsiteY55" fmla="*/ 148092 h 491738"/>
                <a:gd name="connsiteX56" fmla="*/ 142733 w 491738"/>
                <a:gd name="connsiteY56" fmla="*/ 148092 h 491738"/>
                <a:gd name="connsiteX57" fmla="*/ 151641 w 491738"/>
                <a:gd name="connsiteY57" fmla="*/ 139183 h 491738"/>
                <a:gd name="connsiteX58" fmla="*/ 142733 w 491738"/>
                <a:gd name="connsiteY58" fmla="*/ 130275 h 491738"/>
                <a:gd name="connsiteX59" fmla="*/ 22520 w 491738"/>
                <a:gd name="connsiteY59" fmla="*/ 130275 h 491738"/>
                <a:gd name="connsiteX60" fmla="*/ 71737 w 491738"/>
                <a:gd name="connsiteY60" fmla="*/ 17817 h 491738"/>
                <a:gd name="connsiteX61" fmla="*/ 420401 w 491738"/>
                <a:gd name="connsiteY61" fmla="*/ 17817 h 491738"/>
                <a:gd name="connsiteX62" fmla="*/ 469618 w 491738"/>
                <a:gd name="connsiteY62" fmla="*/ 130275 h 491738"/>
                <a:gd name="connsiteX63" fmla="*/ 198634 w 491738"/>
                <a:gd name="connsiteY63" fmla="*/ 130275 h 491738"/>
                <a:gd name="connsiteX64" fmla="*/ 189726 w 491738"/>
                <a:gd name="connsiteY64" fmla="*/ 139183 h 491738"/>
                <a:gd name="connsiteX65" fmla="*/ 189726 w 491738"/>
                <a:gd name="connsiteY65" fmla="*/ 186618 h 491738"/>
                <a:gd name="connsiteX66" fmla="*/ 151199 w 491738"/>
                <a:gd name="connsiteY66" fmla="*/ 225145 h 491738"/>
                <a:gd name="connsiteX67" fmla="*/ 246069 w 491738"/>
                <a:gd name="connsiteY67" fmla="*/ 225145 h 491738"/>
                <a:gd name="connsiteX68" fmla="*/ 207542 w 491738"/>
                <a:gd name="connsiteY68" fmla="*/ 186618 h 491738"/>
                <a:gd name="connsiteX69" fmla="*/ 207542 w 491738"/>
                <a:gd name="connsiteY69" fmla="*/ 148092 h 491738"/>
                <a:gd name="connsiteX70" fmla="*/ 284596 w 491738"/>
                <a:gd name="connsiteY70" fmla="*/ 148092 h 491738"/>
                <a:gd name="connsiteX71" fmla="*/ 284596 w 491738"/>
                <a:gd name="connsiteY71" fmla="*/ 186618 h 491738"/>
                <a:gd name="connsiteX72" fmla="*/ 246069 w 491738"/>
                <a:gd name="connsiteY72" fmla="*/ 225145 h 491738"/>
                <a:gd name="connsiteX73" fmla="*/ 340939 w 491738"/>
                <a:gd name="connsiteY73" fmla="*/ 225145 h 491738"/>
                <a:gd name="connsiteX74" fmla="*/ 302412 w 491738"/>
                <a:gd name="connsiteY74" fmla="*/ 186618 h 491738"/>
                <a:gd name="connsiteX75" fmla="*/ 302412 w 491738"/>
                <a:gd name="connsiteY75" fmla="*/ 148092 h 491738"/>
                <a:gd name="connsiteX76" fmla="*/ 379466 w 491738"/>
                <a:gd name="connsiteY76" fmla="*/ 148092 h 491738"/>
                <a:gd name="connsiteX77" fmla="*/ 379466 w 491738"/>
                <a:gd name="connsiteY77" fmla="*/ 186618 h 491738"/>
                <a:gd name="connsiteX78" fmla="*/ 340939 w 491738"/>
                <a:gd name="connsiteY78" fmla="*/ 225145 h 491738"/>
                <a:gd name="connsiteX79" fmla="*/ 435809 w 491738"/>
                <a:gd name="connsiteY79" fmla="*/ 225145 h 491738"/>
                <a:gd name="connsiteX80" fmla="*/ 397282 w 491738"/>
                <a:gd name="connsiteY80" fmla="*/ 186618 h 491738"/>
                <a:gd name="connsiteX81" fmla="*/ 397282 w 491738"/>
                <a:gd name="connsiteY81" fmla="*/ 148092 h 491738"/>
                <a:gd name="connsiteX82" fmla="*/ 474335 w 491738"/>
                <a:gd name="connsiteY82" fmla="*/ 148092 h 491738"/>
                <a:gd name="connsiteX83" fmla="*/ 474335 w 491738"/>
                <a:gd name="connsiteY83" fmla="*/ 186618 h 491738"/>
                <a:gd name="connsiteX84" fmla="*/ 435809 w 491738"/>
                <a:gd name="connsiteY84" fmla="*/ 225145 h 491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91738" h="491738">
                  <a:moveTo>
                    <a:pt x="492074" y="138813"/>
                  </a:moveTo>
                  <a:cubicBezTo>
                    <a:pt x="492045" y="137818"/>
                    <a:pt x="491847" y="136834"/>
                    <a:pt x="491489" y="135905"/>
                  </a:cubicBezTo>
                  <a:cubicBezTo>
                    <a:pt x="491489" y="135827"/>
                    <a:pt x="491454" y="135741"/>
                    <a:pt x="491418" y="135670"/>
                  </a:cubicBezTo>
                  <a:lnTo>
                    <a:pt x="491418" y="135613"/>
                  </a:lnTo>
                  <a:lnTo>
                    <a:pt x="434405" y="5338"/>
                  </a:lnTo>
                  <a:cubicBezTo>
                    <a:pt x="432988" y="2095"/>
                    <a:pt x="429784" y="-1"/>
                    <a:pt x="426245" y="0"/>
                  </a:cubicBezTo>
                  <a:lnTo>
                    <a:pt x="65907" y="0"/>
                  </a:lnTo>
                  <a:cubicBezTo>
                    <a:pt x="62368" y="-1"/>
                    <a:pt x="59164" y="2095"/>
                    <a:pt x="57747" y="5338"/>
                  </a:cubicBezTo>
                  <a:lnTo>
                    <a:pt x="734" y="135613"/>
                  </a:lnTo>
                  <a:lnTo>
                    <a:pt x="734" y="135670"/>
                  </a:lnTo>
                  <a:cubicBezTo>
                    <a:pt x="734" y="135748"/>
                    <a:pt x="691" y="135827"/>
                    <a:pt x="663" y="135905"/>
                  </a:cubicBezTo>
                  <a:cubicBezTo>
                    <a:pt x="305" y="136834"/>
                    <a:pt x="107" y="137818"/>
                    <a:pt x="78" y="138813"/>
                  </a:cubicBezTo>
                  <a:cubicBezTo>
                    <a:pt x="78" y="138941"/>
                    <a:pt x="0" y="139055"/>
                    <a:pt x="0" y="139183"/>
                  </a:cubicBezTo>
                  <a:lnTo>
                    <a:pt x="0" y="186618"/>
                  </a:lnTo>
                  <a:cubicBezTo>
                    <a:pt x="41" y="214273"/>
                    <a:pt x="20131" y="237816"/>
                    <a:pt x="47435" y="242206"/>
                  </a:cubicBezTo>
                  <a:lnTo>
                    <a:pt x="47435" y="483258"/>
                  </a:lnTo>
                  <a:cubicBezTo>
                    <a:pt x="47435" y="488178"/>
                    <a:pt x="51423" y="492166"/>
                    <a:pt x="56343" y="492166"/>
                  </a:cubicBezTo>
                  <a:lnTo>
                    <a:pt x="435809" y="492166"/>
                  </a:lnTo>
                  <a:cubicBezTo>
                    <a:pt x="440729" y="492166"/>
                    <a:pt x="444717" y="488178"/>
                    <a:pt x="444717" y="483258"/>
                  </a:cubicBezTo>
                  <a:lnTo>
                    <a:pt x="444717" y="272224"/>
                  </a:lnTo>
                  <a:cubicBezTo>
                    <a:pt x="444717" y="267304"/>
                    <a:pt x="440729" y="263315"/>
                    <a:pt x="435809" y="263315"/>
                  </a:cubicBezTo>
                  <a:cubicBezTo>
                    <a:pt x="430889" y="263315"/>
                    <a:pt x="426901" y="267304"/>
                    <a:pt x="426901" y="272224"/>
                  </a:cubicBezTo>
                  <a:lnTo>
                    <a:pt x="426901" y="474350"/>
                  </a:lnTo>
                  <a:lnTo>
                    <a:pt x="321497" y="474350"/>
                  </a:lnTo>
                  <a:lnTo>
                    <a:pt x="321497" y="334938"/>
                  </a:lnTo>
                  <a:cubicBezTo>
                    <a:pt x="321497" y="330018"/>
                    <a:pt x="317509" y="326030"/>
                    <a:pt x="312589" y="326030"/>
                  </a:cubicBezTo>
                  <a:lnTo>
                    <a:pt x="179556" y="326030"/>
                  </a:lnTo>
                  <a:cubicBezTo>
                    <a:pt x="174636" y="326030"/>
                    <a:pt x="170648" y="330018"/>
                    <a:pt x="170648" y="334938"/>
                  </a:cubicBezTo>
                  <a:lnTo>
                    <a:pt x="170648" y="431376"/>
                  </a:lnTo>
                  <a:cubicBezTo>
                    <a:pt x="170648" y="436296"/>
                    <a:pt x="174636" y="440284"/>
                    <a:pt x="179556" y="440284"/>
                  </a:cubicBezTo>
                  <a:cubicBezTo>
                    <a:pt x="184476" y="440284"/>
                    <a:pt x="188464" y="436296"/>
                    <a:pt x="188464" y="431376"/>
                  </a:cubicBezTo>
                  <a:lnTo>
                    <a:pt x="188464" y="343847"/>
                  </a:lnTo>
                  <a:lnTo>
                    <a:pt x="303681" y="343847"/>
                  </a:lnTo>
                  <a:lnTo>
                    <a:pt x="303681" y="474350"/>
                  </a:lnTo>
                  <a:lnTo>
                    <a:pt x="65237" y="474350"/>
                  </a:lnTo>
                  <a:lnTo>
                    <a:pt x="65237" y="242185"/>
                  </a:lnTo>
                  <a:cubicBezTo>
                    <a:pt x="81095" y="239629"/>
                    <a:pt x="95110" y="230431"/>
                    <a:pt x="103764" y="216900"/>
                  </a:cubicBezTo>
                  <a:cubicBezTo>
                    <a:pt x="120410" y="243097"/>
                    <a:pt x="155142" y="250840"/>
                    <a:pt x="181339" y="234194"/>
                  </a:cubicBezTo>
                  <a:cubicBezTo>
                    <a:pt x="188304" y="229769"/>
                    <a:pt x="194209" y="223864"/>
                    <a:pt x="198634" y="216900"/>
                  </a:cubicBezTo>
                  <a:cubicBezTo>
                    <a:pt x="215280" y="243097"/>
                    <a:pt x="250012" y="250840"/>
                    <a:pt x="276209" y="234194"/>
                  </a:cubicBezTo>
                  <a:cubicBezTo>
                    <a:pt x="283174" y="229769"/>
                    <a:pt x="289079" y="223864"/>
                    <a:pt x="293504" y="216900"/>
                  </a:cubicBezTo>
                  <a:cubicBezTo>
                    <a:pt x="310150" y="243097"/>
                    <a:pt x="344882" y="250840"/>
                    <a:pt x="371079" y="234194"/>
                  </a:cubicBezTo>
                  <a:cubicBezTo>
                    <a:pt x="378044" y="229769"/>
                    <a:pt x="383949" y="223864"/>
                    <a:pt x="388374" y="216900"/>
                  </a:cubicBezTo>
                  <a:cubicBezTo>
                    <a:pt x="405085" y="243121"/>
                    <a:pt x="439889" y="250830"/>
                    <a:pt x="466111" y="234118"/>
                  </a:cubicBezTo>
                  <a:cubicBezTo>
                    <a:pt x="482338" y="223776"/>
                    <a:pt x="492160" y="205862"/>
                    <a:pt x="492152" y="186618"/>
                  </a:cubicBezTo>
                  <a:lnTo>
                    <a:pt x="492152" y="139183"/>
                  </a:lnTo>
                  <a:cubicBezTo>
                    <a:pt x="492152" y="139055"/>
                    <a:pt x="492081" y="138941"/>
                    <a:pt x="492074" y="138813"/>
                  </a:cubicBezTo>
                  <a:close/>
                  <a:moveTo>
                    <a:pt x="56329" y="225145"/>
                  </a:moveTo>
                  <a:cubicBezTo>
                    <a:pt x="35061" y="225122"/>
                    <a:pt x="17826" y="207886"/>
                    <a:pt x="17802" y="186618"/>
                  </a:cubicBezTo>
                  <a:lnTo>
                    <a:pt x="17802" y="148092"/>
                  </a:lnTo>
                  <a:lnTo>
                    <a:pt x="94856" y="148092"/>
                  </a:lnTo>
                  <a:lnTo>
                    <a:pt x="94856" y="186618"/>
                  </a:lnTo>
                  <a:cubicBezTo>
                    <a:pt x="94832" y="207886"/>
                    <a:pt x="77597" y="225122"/>
                    <a:pt x="56329" y="225145"/>
                  </a:cubicBezTo>
                  <a:close/>
                  <a:moveTo>
                    <a:pt x="151199" y="225145"/>
                  </a:moveTo>
                  <a:cubicBezTo>
                    <a:pt x="129931" y="225122"/>
                    <a:pt x="112696" y="207886"/>
                    <a:pt x="112672" y="186618"/>
                  </a:cubicBezTo>
                  <a:lnTo>
                    <a:pt x="112672" y="148092"/>
                  </a:lnTo>
                  <a:lnTo>
                    <a:pt x="142733" y="148092"/>
                  </a:lnTo>
                  <a:cubicBezTo>
                    <a:pt x="147652" y="148092"/>
                    <a:pt x="151641" y="144103"/>
                    <a:pt x="151641" y="139183"/>
                  </a:cubicBezTo>
                  <a:cubicBezTo>
                    <a:pt x="151641" y="134264"/>
                    <a:pt x="147652" y="130275"/>
                    <a:pt x="142733" y="130275"/>
                  </a:cubicBezTo>
                  <a:lnTo>
                    <a:pt x="22520" y="130275"/>
                  </a:lnTo>
                  <a:lnTo>
                    <a:pt x="71737" y="17817"/>
                  </a:lnTo>
                  <a:lnTo>
                    <a:pt x="420401" y="17817"/>
                  </a:lnTo>
                  <a:lnTo>
                    <a:pt x="469618" y="130275"/>
                  </a:lnTo>
                  <a:lnTo>
                    <a:pt x="198634" y="130275"/>
                  </a:lnTo>
                  <a:cubicBezTo>
                    <a:pt x="193714" y="130275"/>
                    <a:pt x="189726" y="134264"/>
                    <a:pt x="189726" y="139183"/>
                  </a:cubicBezTo>
                  <a:lnTo>
                    <a:pt x="189726" y="186618"/>
                  </a:lnTo>
                  <a:cubicBezTo>
                    <a:pt x="189702" y="207886"/>
                    <a:pt x="172467" y="225122"/>
                    <a:pt x="151199" y="225145"/>
                  </a:cubicBezTo>
                  <a:close/>
                  <a:moveTo>
                    <a:pt x="246069" y="225145"/>
                  </a:moveTo>
                  <a:cubicBezTo>
                    <a:pt x="224801" y="225122"/>
                    <a:pt x="207566" y="207886"/>
                    <a:pt x="207542" y="186618"/>
                  </a:cubicBezTo>
                  <a:lnTo>
                    <a:pt x="207542" y="148092"/>
                  </a:lnTo>
                  <a:lnTo>
                    <a:pt x="284596" y="148092"/>
                  </a:lnTo>
                  <a:lnTo>
                    <a:pt x="284596" y="186618"/>
                  </a:lnTo>
                  <a:cubicBezTo>
                    <a:pt x="284572" y="207886"/>
                    <a:pt x="267337" y="225122"/>
                    <a:pt x="246069" y="225145"/>
                  </a:cubicBezTo>
                  <a:close/>
                  <a:moveTo>
                    <a:pt x="340939" y="225145"/>
                  </a:moveTo>
                  <a:cubicBezTo>
                    <a:pt x="319671" y="225122"/>
                    <a:pt x="302436" y="207886"/>
                    <a:pt x="302412" y="186618"/>
                  </a:cubicBezTo>
                  <a:lnTo>
                    <a:pt x="302412" y="148092"/>
                  </a:lnTo>
                  <a:lnTo>
                    <a:pt x="379466" y="148092"/>
                  </a:lnTo>
                  <a:lnTo>
                    <a:pt x="379466" y="186618"/>
                  </a:lnTo>
                  <a:cubicBezTo>
                    <a:pt x="379442" y="207886"/>
                    <a:pt x="362207" y="225122"/>
                    <a:pt x="340939" y="225145"/>
                  </a:cubicBezTo>
                  <a:close/>
                  <a:moveTo>
                    <a:pt x="435809" y="225145"/>
                  </a:moveTo>
                  <a:cubicBezTo>
                    <a:pt x="414541" y="225122"/>
                    <a:pt x="397306" y="207886"/>
                    <a:pt x="397282" y="186618"/>
                  </a:cubicBezTo>
                  <a:lnTo>
                    <a:pt x="397282" y="148092"/>
                  </a:lnTo>
                  <a:lnTo>
                    <a:pt x="474335" y="148092"/>
                  </a:lnTo>
                  <a:lnTo>
                    <a:pt x="474335" y="186618"/>
                  </a:lnTo>
                  <a:cubicBezTo>
                    <a:pt x="474312" y="207886"/>
                    <a:pt x="457077" y="225122"/>
                    <a:pt x="435809" y="225145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52" name="Group 265">
            <a:extLst>
              <a:ext uri="{FF2B5EF4-FFF2-40B4-BE49-F238E27FC236}">
                <a16:creationId xmlns:a16="http://schemas.microsoft.com/office/drawing/2014/main" id="{B0D1A2C8-D66E-81FA-5AE4-AEE50A076969}"/>
              </a:ext>
            </a:extLst>
          </p:cNvPr>
          <p:cNvGrpSpPr/>
          <p:nvPr/>
        </p:nvGrpSpPr>
        <p:grpSpPr>
          <a:xfrm>
            <a:off x="10938283" y="2287403"/>
            <a:ext cx="492167" cy="419947"/>
            <a:chOff x="10938283" y="2287403"/>
            <a:chExt cx="492167" cy="419947"/>
          </a:xfrm>
        </p:grpSpPr>
        <p:sp>
          <p:nvSpPr>
            <p:cNvPr id="153" name="Freeform: Shape 127">
              <a:extLst>
                <a:ext uri="{FF2B5EF4-FFF2-40B4-BE49-F238E27FC236}">
                  <a16:creationId xmlns:a16="http://schemas.microsoft.com/office/drawing/2014/main" id="{AED08A17-3EC9-334C-E99C-DE9472FA042C}"/>
                </a:ext>
              </a:extLst>
            </p:cNvPr>
            <p:cNvSpPr/>
            <p:nvPr/>
          </p:nvSpPr>
          <p:spPr>
            <a:xfrm>
              <a:off x="10947191" y="2326535"/>
              <a:ext cx="430728" cy="371906"/>
            </a:xfrm>
            <a:custGeom>
              <a:avLst/>
              <a:gdLst>
                <a:gd name="connsiteX0" fmla="*/ 371278 w 430728"/>
                <a:gd name="connsiteY0" fmla="*/ 162524 h 371905"/>
                <a:gd name="connsiteX1" fmla="*/ 394711 w 430728"/>
                <a:gd name="connsiteY1" fmla="*/ 185957 h 371905"/>
                <a:gd name="connsiteX2" fmla="*/ 371278 w 430728"/>
                <a:gd name="connsiteY2" fmla="*/ 209390 h 371905"/>
                <a:gd name="connsiteX3" fmla="*/ 347845 w 430728"/>
                <a:gd name="connsiteY3" fmla="*/ 185957 h 371905"/>
                <a:gd name="connsiteX4" fmla="*/ 371278 w 430728"/>
                <a:gd name="connsiteY4" fmla="*/ 162524 h 371905"/>
                <a:gd name="connsiteX5" fmla="*/ 0 w 430728"/>
                <a:gd name="connsiteY5" fmla="*/ 0 h 371905"/>
                <a:gd name="connsiteX6" fmla="*/ 28506 w 430728"/>
                <a:gd name="connsiteY6" fmla="*/ 0 h 371905"/>
                <a:gd name="connsiteX7" fmla="*/ 430728 w 430728"/>
                <a:gd name="connsiteY7" fmla="*/ 0 h 371905"/>
                <a:gd name="connsiteX8" fmla="*/ 430728 w 430728"/>
                <a:gd name="connsiteY8" fmla="*/ 118488 h 371905"/>
                <a:gd name="connsiteX9" fmla="*/ 309468 w 430728"/>
                <a:gd name="connsiteY9" fmla="*/ 118488 h 371905"/>
                <a:gd name="connsiteX10" fmla="*/ 309468 w 430728"/>
                <a:gd name="connsiteY10" fmla="*/ 253418 h 371905"/>
                <a:gd name="connsiteX11" fmla="*/ 430728 w 430728"/>
                <a:gd name="connsiteY11" fmla="*/ 253418 h 371905"/>
                <a:gd name="connsiteX12" fmla="*/ 430728 w 430728"/>
                <a:gd name="connsiteY12" fmla="*/ 341681 h 371905"/>
                <a:gd name="connsiteX13" fmla="*/ 430728 w 430728"/>
                <a:gd name="connsiteY13" fmla="*/ 371905 h 371905"/>
                <a:gd name="connsiteX14" fmla="*/ 0 w 430728"/>
                <a:gd name="connsiteY14" fmla="*/ 371905 h 37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0728" h="371905">
                  <a:moveTo>
                    <a:pt x="371278" y="162524"/>
                  </a:moveTo>
                  <a:cubicBezTo>
                    <a:pt x="384220" y="162524"/>
                    <a:pt x="394711" y="173015"/>
                    <a:pt x="394711" y="185957"/>
                  </a:cubicBezTo>
                  <a:cubicBezTo>
                    <a:pt x="394711" y="198899"/>
                    <a:pt x="384220" y="209390"/>
                    <a:pt x="371278" y="209390"/>
                  </a:cubicBezTo>
                  <a:cubicBezTo>
                    <a:pt x="358336" y="209390"/>
                    <a:pt x="347845" y="198899"/>
                    <a:pt x="347845" y="185957"/>
                  </a:cubicBezTo>
                  <a:cubicBezTo>
                    <a:pt x="347845" y="173015"/>
                    <a:pt x="358336" y="162524"/>
                    <a:pt x="371278" y="162524"/>
                  </a:cubicBezTo>
                  <a:close/>
                  <a:moveTo>
                    <a:pt x="0" y="0"/>
                  </a:moveTo>
                  <a:lnTo>
                    <a:pt x="28506" y="0"/>
                  </a:lnTo>
                  <a:lnTo>
                    <a:pt x="430728" y="0"/>
                  </a:lnTo>
                  <a:lnTo>
                    <a:pt x="430728" y="118488"/>
                  </a:lnTo>
                  <a:lnTo>
                    <a:pt x="309468" y="118488"/>
                  </a:lnTo>
                  <a:lnTo>
                    <a:pt x="309468" y="253418"/>
                  </a:lnTo>
                  <a:lnTo>
                    <a:pt x="430728" y="253418"/>
                  </a:lnTo>
                  <a:lnTo>
                    <a:pt x="430728" y="341681"/>
                  </a:lnTo>
                  <a:lnTo>
                    <a:pt x="430728" y="371905"/>
                  </a:lnTo>
                  <a:lnTo>
                    <a:pt x="0" y="371905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" name="Freeform: Shape 128">
              <a:extLst>
                <a:ext uri="{FF2B5EF4-FFF2-40B4-BE49-F238E27FC236}">
                  <a16:creationId xmlns:a16="http://schemas.microsoft.com/office/drawing/2014/main" id="{46AA50B4-7940-9438-7E0D-D2615877BA1F}"/>
                </a:ext>
              </a:extLst>
            </p:cNvPr>
            <p:cNvSpPr/>
            <p:nvPr/>
          </p:nvSpPr>
          <p:spPr>
            <a:xfrm>
              <a:off x="10938283" y="2287403"/>
              <a:ext cx="492167" cy="419947"/>
            </a:xfrm>
            <a:custGeom>
              <a:avLst/>
              <a:gdLst>
                <a:gd name="connsiteX0" fmla="*/ 380180 w 492167"/>
                <a:gd name="connsiteY0" fmla="*/ 210557 h 419946"/>
                <a:gd name="connsiteX1" fmla="*/ 365655 w 492167"/>
                <a:gd name="connsiteY1" fmla="*/ 225089 h 419946"/>
                <a:gd name="connsiteX2" fmla="*/ 380180 w 492167"/>
                <a:gd name="connsiteY2" fmla="*/ 239613 h 419946"/>
                <a:gd name="connsiteX3" fmla="*/ 394704 w 492167"/>
                <a:gd name="connsiteY3" fmla="*/ 225089 h 419946"/>
                <a:gd name="connsiteX4" fmla="*/ 380180 w 492167"/>
                <a:gd name="connsiteY4" fmla="*/ 210564 h 419946"/>
                <a:gd name="connsiteX5" fmla="*/ 380180 w 492167"/>
                <a:gd name="connsiteY5" fmla="*/ 192747 h 419946"/>
                <a:gd name="connsiteX6" fmla="*/ 412520 w 492167"/>
                <a:gd name="connsiteY6" fmla="*/ 225089 h 419946"/>
                <a:gd name="connsiteX7" fmla="*/ 380180 w 492167"/>
                <a:gd name="connsiteY7" fmla="*/ 257429 h 419946"/>
                <a:gd name="connsiteX8" fmla="*/ 347838 w 492167"/>
                <a:gd name="connsiteY8" fmla="*/ 225089 h 419946"/>
                <a:gd name="connsiteX9" fmla="*/ 380180 w 492167"/>
                <a:gd name="connsiteY9" fmla="*/ 192747 h 419946"/>
                <a:gd name="connsiteX10" fmla="*/ 327285 w 492167"/>
                <a:gd name="connsiteY10" fmla="*/ 166500 h 419946"/>
                <a:gd name="connsiteX11" fmla="*/ 327285 w 492167"/>
                <a:gd name="connsiteY11" fmla="*/ 283642 h 419946"/>
                <a:gd name="connsiteX12" fmla="*/ 474351 w 492167"/>
                <a:gd name="connsiteY12" fmla="*/ 283642 h 419946"/>
                <a:gd name="connsiteX13" fmla="*/ 474351 w 492167"/>
                <a:gd name="connsiteY13" fmla="*/ 166500 h 419946"/>
                <a:gd name="connsiteX14" fmla="*/ 37415 w 492167"/>
                <a:gd name="connsiteY14" fmla="*/ 0 h 419946"/>
                <a:gd name="connsiteX15" fmla="*/ 468143 w 492167"/>
                <a:gd name="connsiteY15" fmla="*/ 0 h 419946"/>
                <a:gd name="connsiteX16" fmla="*/ 477052 w 492167"/>
                <a:gd name="connsiteY16" fmla="*/ 8908 h 419946"/>
                <a:gd name="connsiteX17" fmla="*/ 477052 w 492167"/>
                <a:gd name="connsiteY17" fmla="*/ 148683 h 419946"/>
                <a:gd name="connsiteX18" fmla="*/ 483259 w 492167"/>
                <a:gd name="connsiteY18" fmla="*/ 148683 h 419946"/>
                <a:gd name="connsiteX19" fmla="*/ 483288 w 492167"/>
                <a:gd name="connsiteY19" fmla="*/ 148683 h 419946"/>
                <a:gd name="connsiteX20" fmla="*/ 492167 w 492167"/>
                <a:gd name="connsiteY20" fmla="*/ 157620 h 419946"/>
                <a:gd name="connsiteX21" fmla="*/ 492167 w 492167"/>
                <a:gd name="connsiteY21" fmla="*/ 292550 h 419946"/>
                <a:gd name="connsiteX22" fmla="*/ 483259 w 492167"/>
                <a:gd name="connsiteY22" fmla="*/ 301458 h 419946"/>
                <a:gd name="connsiteX23" fmla="*/ 477052 w 492167"/>
                <a:gd name="connsiteY23" fmla="*/ 301458 h 419946"/>
                <a:gd name="connsiteX24" fmla="*/ 477052 w 492167"/>
                <a:gd name="connsiteY24" fmla="*/ 380813 h 419946"/>
                <a:gd name="connsiteX25" fmla="*/ 468143 w 492167"/>
                <a:gd name="connsiteY25" fmla="*/ 389722 h 419946"/>
                <a:gd name="connsiteX26" fmla="*/ 459235 w 492167"/>
                <a:gd name="connsiteY26" fmla="*/ 380813 h 419946"/>
                <a:gd name="connsiteX27" fmla="*/ 459235 w 492167"/>
                <a:gd name="connsiteY27" fmla="*/ 301458 h 419946"/>
                <a:gd name="connsiteX28" fmla="*/ 448545 w 492167"/>
                <a:gd name="connsiteY28" fmla="*/ 301458 h 419946"/>
                <a:gd name="connsiteX29" fmla="*/ 448545 w 492167"/>
                <a:gd name="connsiteY29" fmla="*/ 411038 h 419946"/>
                <a:gd name="connsiteX30" fmla="*/ 439637 w 492167"/>
                <a:gd name="connsiteY30" fmla="*/ 419946 h 419946"/>
                <a:gd name="connsiteX31" fmla="*/ 8908 w 492167"/>
                <a:gd name="connsiteY31" fmla="*/ 419946 h 419946"/>
                <a:gd name="connsiteX32" fmla="*/ 0 w 492167"/>
                <a:gd name="connsiteY32" fmla="*/ 411038 h 419946"/>
                <a:gd name="connsiteX33" fmla="*/ 0 w 492167"/>
                <a:gd name="connsiteY33" fmla="*/ 39132 h 419946"/>
                <a:gd name="connsiteX34" fmla="*/ 8908 w 492167"/>
                <a:gd name="connsiteY34" fmla="*/ 30224 h 419946"/>
                <a:gd name="connsiteX35" fmla="*/ 439637 w 492167"/>
                <a:gd name="connsiteY35" fmla="*/ 30224 h 419946"/>
                <a:gd name="connsiteX36" fmla="*/ 448545 w 492167"/>
                <a:gd name="connsiteY36" fmla="*/ 39132 h 419946"/>
                <a:gd name="connsiteX37" fmla="*/ 448545 w 492167"/>
                <a:gd name="connsiteY37" fmla="*/ 99509 h 419946"/>
                <a:gd name="connsiteX38" fmla="*/ 439637 w 492167"/>
                <a:gd name="connsiteY38" fmla="*/ 108418 h 419946"/>
                <a:gd name="connsiteX39" fmla="*/ 430729 w 492167"/>
                <a:gd name="connsiteY39" fmla="*/ 99509 h 419946"/>
                <a:gd name="connsiteX40" fmla="*/ 430729 w 492167"/>
                <a:gd name="connsiteY40" fmla="*/ 48041 h 419946"/>
                <a:gd name="connsiteX41" fmla="*/ 17817 w 492167"/>
                <a:gd name="connsiteY41" fmla="*/ 48041 h 419946"/>
                <a:gd name="connsiteX42" fmla="*/ 17817 w 492167"/>
                <a:gd name="connsiteY42" fmla="*/ 402129 h 419946"/>
                <a:gd name="connsiteX43" fmla="*/ 430729 w 492167"/>
                <a:gd name="connsiteY43" fmla="*/ 402129 h 419946"/>
                <a:gd name="connsiteX44" fmla="*/ 430729 w 492167"/>
                <a:gd name="connsiteY44" fmla="*/ 301458 h 419946"/>
                <a:gd name="connsiteX45" fmla="*/ 318377 w 492167"/>
                <a:gd name="connsiteY45" fmla="*/ 301458 h 419946"/>
                <a:gd name="connsiteX46" fmla="*/ 309469 w 492167"/>
                <a:gd name="connsiteY46" fmla="*/ 292550 h 419946"/>
                <a:gd name="connsiteX47" fmla="*/ 309469 w 492167"/>
                <a:gd name="connsiteY47" fmla="*/ 157592 h 419946"/>
                <a:gd name="connsiteX48" fmla="*/ 318377 w 492167"/>
                <a:gd name="connsiteY48" fmla="*/ 148683 h 419946"/>
                <a:gd name="connsiteX49" fmla="*/ 459235 w 492167"/>
                <a:gd name="connsiteY49" fmla="*/ 148683 h 419946"/>
                <a:gd name="connsiteX50" fmla="*/ 459235 w 492167"/>
                <a:gd name="connsiteY50" fmla="*/ 17817 h 419946"/>
                <a:gd name="connsiteX51" fmla="*/ 37415 w 492167"/>
                <a:gd name="connsiteY51" fmla="*/ 17817 h 419946"/>
                <a:gd name="connsiteX52" fmla="*/ 28507 w 492167"/>
                <a:gd name="connsiteY52" fmla="*/ 8908 h 419946"/>
                <a:gd name="connsiteX53" fmla="*/ 37415 w 492167"/>
                <a:gd name="connsiteY53" fmla="*/ 0 h 419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92167" h="419946">
                  <a:moveTo>
                    <a:pt x="380180" y="210557"/>
                  </a:moveTo>
                  <a:cubicBezTo>
                    <a:pt x="372158" y="210564"/>
                    <a:pt x="365659" y="217068"/>
                    <a:pt x="365655" y="225089"/>
                  </a:cubicBezTo>
                  <a:cubicBezTo>
                    <a:pt x="365655" y="233110"/>
                    <a:pt x="372157" y="239613"/>
                    <a:pt x="380180" y="239613"/>
                  </a:cubicBezTo>
                  <a:cubicBezTo>
                    <a:pt x="388201" y="239613"/>
                    <a:pt x="394704" y="233110"/>
                    <a:pt x="394704" y="225089"/>
                  </a:cubicBezTo>
                  <a:cubicBezTo>
                    <a:pt x="394704" y="217067"/>
                    <a:pt x="388201" y="210564"/>
                    <a:pt x="380180" y="210564"/>
                  </a:cubicBezTo>
                  <a:close/>
                  <a:moveTo>
                    <a:pt x="380180" y="192747"/>
                  </a:moveTo>
                  <a:cubicBezTo>
                    <a:pt x="398041" y="192747"/>
                    <a:pt x="412520" y="207226"/>
                    <a:pt x="412520" y="225089"/>
                  </a:cubicBezTo>
                  <a:cubicBezTo>
                    <a:pt x="412520" y="242950"/>
                    <a:pt x="398041" y="257429"/>
                    <a:pt x="380180" y="257429"/>
                  </a:cubicBezTo>
                  <a:cubicBezTo>
                    <a:pt x="362326" y="257410"/>
                    <a:pt x="347858" y="242942"/>
                    <a:pt x="347838" y="225089"/>
                  </a:cubicBezTo>
                  <a:cubicBezTo>
                    <a:pt x="347838" y="207226"/>
                    <a:pt x="362317" y="192747"/>
                    <a:pt x="380180" y="192747"/>
                  </a:cubicBezTo>
                  <a:close/>
                  <a:moveTo>
                    <a:pt x="327285" y="166500"/>
                  </a:moveTo>
                  <a:lnTo>
                    <a:pt x="327285" y="283642"/>
                  </a:lnTo>
                  <a:lnTo>
                    <a:pt x="474351" y="283642"/>
                  </a:lnTo>
                  <a:lnTo>
                    <a:pt x="474351" y="166500"/>
                  </a:lnTo>
                  <a:close/>
                  <a:moveTo>
                    <a:pt x="37415" y="0"/>
                  </a:moveTo>
                  <a:lnTo>
                    <a:pt x="468143" y="0"/>
                  </a:lnTo>
                  <a:cubicBezTo>
                    <a:pt x="473063" y="0"/>
                    <a:pt x="477052" y="3988"/>
                    <a:pt x="477052" y="8908"/>
                  </a:cubicBezTo>
                  <a:lnTo>
                    <a:pt x="477052" y="148683"/>
                  </a:lnTo>
                  <a:lnTo>
                    <a:pt x="483259" y="148683"/>
                  </a:lnTo>
                  <a:cubicBezTo>
                    <a:pt x="483269" y="148683"/>
                    <a:pt x="483278" y="148683"/>
                    <a:pt x="483288" y="148683"/>
                  </a:cubicBezTo>
                  <a:cubicBezTo>
                    <a:pt x="488207" y="148699"/>
                    <a:pt x="492183" y="152700"/>
                    <a:pt x="492167" y="157620"/>
                  </a:cubicBezTo>
                  <a:lnTo>
                    <a:pt x="492167" y="292550"/>
                  </a:lnTo>
                  <a:cubicBezTo>
                    <a:pt x="492167" y="297470"/>
                    <a:pt x="488179" y="301458"/>
                    <a:pt x="483259" y="301458"/>
                  </a:cubicBezTo>
                  <a:lnTo>
                    <a:pt x="477052" y="301458"/>
                  </a:lnTo>
                  <a:lnTo>
                    <a:pt x="477052" y="380813"/>
                  </a:lnTo>
                  <a:cubicBezTo>
                    <a:pt x="477052" y="385733"/>
                    <a:pt x="473063" y="389722"/>
                    <a:pt x="468143" y="389722"/>
                  </a:cubicBezTo>
                  <a:cubicBezTo>
                    <a:pt x="463223" y="389722"/>
                    <a:pt x="459235" y="385733"/>
                    <a:pt x="459235" y="380813"/>
                  </a:cubicBezTo>
                  <a:lnTo>
                    <a:pt x="459235" y="301458"/>
                  </a:lnTo>
                  <a:lnTo>
                    <a:pt x="448545" y="301458"/>
                  </a:lnTo>
                  <a:lnTo>
                    <a:pt x="448545" y="411038"/>
                  </a:lnTo>
                  <a:cubicBezTo>
                    <a:pt x="448545" y="415957"/>
                    <a:pt x="444557" y="419946"/>
                    <a:pt x="439637" y="419946"/>
                  </a:cubicBezTo>
                  <a:lnTo>
                    <a:pt x="8908" y="419946"/>
                  </a:lnTo>
                  <a:cubicBezTo>
                    <a:pt x="3988" y="419946"/>
                    <a:pt x="0" y="415957"/>
                    <a:pt x="0" y="411038"/>
                  </a:cubicBezTo>
                  <a:lnTo>
                    <a:pt x="0" y="39132"/>
                  </a:lnTo>
                  <a:cubicBezTo>
                    <a:pt x="0" y="34213"/>
                    <a:pt x="3988" y="30224"/>
                    <a:pt x="8908" y="30224"/>
                  </a:cubicBezTo>
                  <a:lnTo>
                    <a:pt x="439637" y="30224"/>
                  </a:lnTo>
                  <a:cubicBezTo>
                    <a:pt x="444557" y="30224"/>
                    <a:pt x="448545" y="34213"/>
                    <a:pt x="448545" y="39132"/>
                  </a:cubicBezTo>
                  <a:lnTo>
                    <a:pt x="448545" y="99509"/>
                  </a:lnTo>
                  <a:cubicBezTo>
                    <a:pt x="448545" y="104429"/>
                    <a:pt x="444557" y="108418"/>
                    <a:pt x="439637" y="108418"/>
                  </a:cubicBezTo>
                  <a:cubicBezTo>
                    <a:pt x="434717" y="108418"/>
                    <a:pt x="430729" y="104429"/>
                    <a:pt x="430729" y="99509"/>
                  </a:cubicBezTo>
                  <a:lnTo>
                    <a:pt x="430729" y="48041"/>
                  </a:lnTo>
                  <a:lnTo>
                    <a:pt x="17817" y="48041"/>
                  </a:lnTo>
                  <a:lnTo>
                    <a:pt x="17817" y="402129"/>
                  </a:lnTo>
                  <a:lnTo>
                    <a:pt x="430729" y="402129"/>
                  </a:lnTo>
                  <a:lnTo>
                    <a:pt x="430729" y="301458"/>
                  </a:lnTo>
                  <a:lnTo>
                    <a:pt x="318377" y="301458"/>
                  </a:lnTo>
                  <a:cubicBezTo>
                    <a:pt x="313457" y="301458"/>
                    <a:pt x="309469" y="297470"/>
                    <a:pt x="309469" y="292550"/>
                  </a:cubicBezTo>
                  <a:lnTo>
                    <a:pt x="309469" y="157592"/>
                  </a:lnTo>
                  <a:cubicBezTo>
                    <a:pt x="309469" y="152672"/>
                    <a:pt x="313457" y="148683"/>
                    <a:pt x="318377" y="148683"/>
                  </a:cubicBezTo>
                  <a:lnTo>
                    <a:pt x="459235" y="148683"/>
                  </a:lnTo>
                  <a:lnTo>
                    <a:pt x="459235" y="17817"/>
                  </a:lnTo>
                  <a:lnTo>
                    <a:pt x="37415" y="17817"/>
                  </a:lnTo>
                  <a:cubicBezTo>
                    <a:pt x="32495" y="17817"/>
                    <a:pt x="28507" y="13828"/>
                    <a:pt x="28507" y="8908"/>
                  </a:cubicBezTo>
                  <a:cubicBezTo>
                    <a:pt x="28507" y="3988"/>
                    <a:pt x="32495" y="0"/>
                    <a:pt x="37415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55" name="Group 266">
            <a:extLst>
              <a:ext uri="{FF2B5EF4-FFF2-40B4-BE49-F238E27FC236}">
                <a16:creationId xmlns:a16="http://schemas.microsoft.com/office/drawing/2014/main" id="{9FC733A1-CF47-3FFC-80C3-6347BD76CC35}"/>
              </a:ext>
            </a:extLst>
          </p:cNvPr>
          <p:cNvGrpSpPr/>
          <p:nvPr/>
        </p:nvGrpSpPr>
        <p:grpSpPr>
          <a:xfrm>
            <a:off x="9996892" y="2251294"/>
            <a:ext cx="340297" cy="492167"/>
            <a:chOff x="9996892" y="2251294"/>
            <a:chExt cx="340297" cy="492167"/>
          </a:xfrm>
        </p:grpSpPr>
        <p:sp>
          <p:nvSpPr>
            <p:cNvPr id="156" name="Freeform: Shape 130">
              <a:extLst>
                <a:ext uri="{FF2B5EF4-FFF2-40B4-BE49-F238E27FC236}">
                  <a16:creationId xmlns:a16="http://schemas.microsoft.com/office/drawing/2014/main" id="{05483BE6-D3BD-B359-0F8E-0AC9DEDB7905}"/>
                </a:ext>
              </a:extLst>
            </p:cNvPr>
            <p:cNvSpPr/>
            <p:nvPr/>
          </p:nvSpPr>
          <p:spPr>
            <a:xfrm>
              <a:off x="10005800" y="2260203"/>
              <a:ext cx="98391" cy="424107"/>
            </a:xfrm>
            <a:custGeom>
              <a:avLst/>
              <a:gdLst>
                <a:gd name="connsiteX0" fmla="*/ 61760 w 98391"/>
                <a:gd name="connsiteY0" fmla="*/ 387476 h 424107"/>
                <a:gd name="connsiteX1" fmla="*/ 98391 w 98391"/>
                <a:gd name="connsiteY1" fmla="*/ 387476 h 424107"/>
                <a:gd name="connsiteX2" fmla="*/ 98391 w 98391"/>
                <a:gd name="connsiteY2" fmla="*/ 424107 h 424107"/>
                <a:gd name="connsiteX3" fmla="*/ 61760 w 98391"/>
                <a:gd name="connsiteY3" fmla="*/ 424107 h 424107"/>
                <a:gd name="connsiteX4" fmla="*/ 61760 w 98391"/>
                <a:gd name="connsiteY4" fmla="*/ 259517 h 424107"/>
                <a:gd name="connsiteX5" fmla="*/ 98391 w 98391"/>
                <a:gd name="connsiteY5" fmla="*/ 259517 h 424107"/>
                <a:gd name="connsiteX6" fmla="*/ 98391 w 98391"/>
                <a:gd name="connsiteY6" fmla="*/ 296148 h 424107"/>
                <a:gd name="connsiteX7" fmla="*/ 61760 w 98391"/>
                <a:gd name="connsiteY7" fmla="*/ 296148 h 424107"/>
                <a:gd name="connsiteX8" fmla="*/ 61760 w 98391"/>
                <a:gd name="connsiteY8" fmla="*/ 131558 h 424107"/>
                <a:gd name="connsiteX9" fmla="*/ 98391 w 98391"/>
                <a:gd name="connsiteY9" fmla="*/ 131558 h 424107"/>
                <a:gd name="connsiteX10" fmla="*/ 98391 w 98391"/>
                <a:gd name="connsiteY10" fmla="*/ 168189 h 424107"/>
                <a:gd name="connsiteX11" fmla="*/ 61760 w 98391"/>
                <a:gd name="connsiteY11" fmla="*/ 168189 h 424107"/>
                <a:gd name="connsiteX12" fmla="*/ 73262 w 98391"/>
                <a:gd name="connsiteY12" fmla="*/ 0 h 424107"/>
                <a:gd name="connsiteX13" fmla="*/ 73262 w 98391"/>
                <a:gd name="connsiteY13" fmla="*/ 73262 h 424107"/>
                <a:gd name="connsiteX14" fmla="*/ 0 w 98391"/>
                <a:gd name="connsiteY14" fmla="*/ 73262 h 42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91" h="424107">
                  <a:moveTo>
                    <a:pt x="61760" y="387476"/>
                  </a:moveTo>
                  <a:lnTo>
                    <a:pt x="98391" y="387476"/>
                  </a:lnTo>
                  <a:lnTo>
                    <a:pt x="98391" y="424107"/>
                  </a:lnTo>
                  <a:lnTo>
                    <a:pt x="61760" y="424107"/>
                  </a:lnTo>
                  <a:close/>
                  <a:moveTo>
                    <a:pt x="61760" y="259517"/>
                  </a:moveTo>
                  <a:lnTo>
                    <a:pt x="98391" y="259517"/>
                  </a:lnTo>
                  <a:lnTo>
                    <a:pt x="98391" y="296148"/>
                  </a:lnTo>
                  <a:lnTo>
                    <a:pt x="61760" y="296148"/>
                  </a:lnTo>
                  <a:close/>
                  <a:moveTo>
                    <a:pt x="61760" y="131558"/>
                  </a:moveTo>
                  <a:lnTo>
                    <a:pt x="98391" y="131558"/>
                  </a:lnTo>
                  <a:lnTo>
                    <a:pt x="98391" y="168189"/>
                  </a:lnTo>
                  <a:lnTo>
                    <a:pt x="61760" y="168189"/>
                  </a:lnTo>
                  <a:close/>
                  <a:moveTo>
                    <a:pt x="73262" y="0"/>
                  </a:moveTo>
                  <a:lnTo>
                    <a:pt x="73262" y="73262"/>
                  </a:lnTo>
                  <a:lnTo>
                    <a:pt x="0" y="73262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" name="Freeform: Shape 131">
              <a:extLst>
                <a:ext uri="{FF2B5EF4-FFF2-40B4-BE49-F238E27FC236}">
                  <a16:creationId xmlns:a16="http://schemas.microsoft.com/office/drawing/2014/main" id="{B058EAEF-B02F-6371-96A1-6D4BCA50BEF3}"/>
                </a:ext>
              </a:extLst>
            </p:cNvPr>
            <p:cNvSpPr/>
            <p:nvPr/>
          </p:nvSpPr>
          <p:spPr>
            <a:xfrm>
              <a:off x="9996892" y="2251294"/>
              <a:ext cx="340297" cy="492167"/>
            </a:xfrm>
            <a:custGeom>
              <a:avLst/>
              <a:gdLst>
                <a:gd name="connsiteX0" fmla="*/ 155603 w 340297"/>
                <a:gd name="connsiteY0" fmla="*/ 405792 h 492167"/>
                <a:gd name="connsiteX1" fmla="*/ 269631 w 340297"/>
                <a:gd name="connsiteY1" fmla="*/ 405792 h 492167"/>
                <a:gd name="connsiteX2" fmla="*/ 278539 w 340297"/>
                <a:gd name="connsiteY2" fmla="*/ 414700 h 492167"/>
                <a:gd name="connsiteX3" fmla="*/ 269631 w 340297"/>
                <a:gd name="connsiteY3" fmla="*/ 423609 h 492167"/>
                <a:gd name="connsiteX4" fmla="*/ 155603 w 340297"/>
                <a:gd name="connsiteY4" fmla="*/ 423609 h 492167"/>
                <a:gd name="connsiteX5" fmla="*/ 146695 w 340297"/>
                <a:gd name="connsiteY5" fmla="*/ 414700 h 492167"/>
                <a:gd name="connsiteX6" fmla="*/ 155603 w 340297"/>
                <a:gd name="connsiteY6" fmla="*/ 405792 h 492167"/>
                <a:gd name="connsiteX7" fmla="*/ 79576 w 340297"/>
                <a:gd name="connsiteY7" fmla="*/ 405286 h 492167"/>
                <a:gd name="connsiteX8" fmla="*/ 79576 w 340297"/>
                <a:gd name="connsiteY8" fmla="*/ 424101 h 492167"/>
                <a:gd name="connsiteX9" fmla="*/ 98391 w 340297"/>
                <a:gd name="connsiteY9" fmla="*/ 424101 h 492167"/>
                <a:gd name="connsiteX10" fmla="*/ 98391 w 340297"/>
                <a:gd name="connsiteY10" fmla="*/ 405286 h 492167"/>
                <a:gd name="connsiteX11" fmla="*/ 70667 w 340297"/>
                <a:gd name="connsiteY11" fmla="*/ 387469 h 492167"/>
                <a:gd name="connsiteX12" fmla="*/ 107299 w 340297"/>
                <a:gd name="connsiteY12" fmla="*/ 387469 h 492167"/>
                <a:gd name="connsiteX13" fmla="*/ 116208 w 340297"/>
                <a:gd name="connsiteY13" fmla="*/ 396377 h 492167"/>
                <a:gd name="connsiteX14" fmla="*/ 116208 w 340297"/>
                <a:gd name="connsiteY14" fmla="*/ 433009 h 492167"/>
                <a:gd name="connsiteX15" fmla="*/ 107299 w 340297"/>
                <a:gd name="connsiteY15" fmla="*/ 441918 h 492167"/>
                <a:gd name="connsiteX16" fmla="*/ 70667 w 340297"/>
                <a:gd name="connsiteY16" fmla="*/ 441918 h 492167"/>
                <a:gd name="connsiteX17" fmla="*/ 61759 w 340297"/>
                <a:gd name="connsiteY17" fmla="*/ 433009 h 492167"/>
                <a:gd name="connsiteX18" fmla="*/ 61759 w 340297"/>
                <a:gd name="connsiteY18" fmla="*/ 396377 h 492167"/>
                <a:gd name="connsiteX19" fmla="*/ 70667 w 340297"/>
                <a:gd name="connsiteY19" fmla="*/ 387469 h 492167"/>
                <a:gd name="connsiteX20" fmla="*/ 155603 w 340297"/>
                <a:gd name="connsiteY20" fmla="*/ 277833 h 492167"/>
                <a:gd name="connsiteX21" fmla="*/ 269631 w 340297"/>
                <a:gd name="connsiteY21" fmla="*/ 277833 h 492167"/>
                <a:gd name="connsiteX22" fmla="*/ 278539 w 340297"/>
                <a:gd name="connsiteY22" fmla="*/ 286741 h 492167"/>
                <a:gd name="connsiteX23" fmla="*/ 269631 w 340297"/>
                <a:gd name="connsiteY23" fmla="*/ 295650 h 492167"/>
                <a:gd name="connsiteX24" fmla="*/ 155603 w 340297"/>
                <a:gd name="connsiteY24" fmla="*/ 295650 h 492167"/>
                <a:gd name="connsiteX25" fmla="*/ 146695 w 340297"/>
                <a:gd name="connsiteY25" fmla="*/ 286741 h 492167"/>
                <a:gd name="connsiteX26" fmla="*/ 155603 w 340297"/>
                <a:gd name="connsiteY26" fmla="*/ 277833 h 492167"/>
                <a:gd name="connsiteX27" fmla="*/ 79576 w 340297"/>
                <a:gd name="connsiteY27" fmla="*/ 277327 h 492167"/>
                <a:gd name="connsiteX28" fmla="*/ 79576 w 340297"/>
                <a:gd name="connsiteY28" fmla="*/ 296142 h 492167"/>
                <a:gd name="connsiteX29" fmla="*/ 98391 w 340297"/>
                <a:gd name="connsiteY29" fmla="*/ 296142 h 492167"/>
                <a:gd name="connsiteX30" fmla="*/ 98391 w 340297"/>
                <a:gd name="connsiteY30" fmla="*/ 277327 h 492167"/>
                <a:gd name="connsiteX31" fmla="*/ 70667 w 340297"/>
                <a:gd name="connsiteY31" fmla="*/ 259510 h 492167"/>
                <a:gd name="connsiteX32" fmla="*/ 107299 w 340297"/>
                <a:gd name="connsiteY32" fmla="*/ 259510 h 492167"/>
                <a:gd name="connsiteX33" fmla="*/ 116208 w 340297"/>
                <a:gd name="connsiteY33" fmla="*/ 268418 h 492167"/>
                <a:gd name="connsiteX34" fmla="*/ 116208 w 340297"/>
                <a:gd name="connsiteY34" fmla="*/ 305050 h 492167"/>
                <a:gd name="connsiteX35" fmla="*/ 107299 w 340297"/>
                <a:gd name="connsiteY35" fmla="*/ 313959 h 492167"/>
                <a:gd name="connsiteX36" fmla="*/ 70667 w 340297"/>
                <a:gd name="connsiteY36" fmla="*/ 313959 h 492167"/>
                <a:gd name="connsiteX37" fmla="*/ 61759 w 340297"/>
                <a:gd name="connsiteY37" fmla="*/ 305050 h 492167"/>
                <a:gd name="connsiteX38" fmla="*/ 61759 w 340297"/>
                <a:gd name="connsiteY38" fmla="*/ 268418 h 492167"/>
                <a:gd name="connsiteX39" fmla="*/ 70667 w 340297"/>
                <a:gd name="connsiteY39" fmla="*/ 259510 h 492167"/>
                <a:gd name="connsiteX40" fmla="*/ 155603 w 340297"/>
                <a:gd name="connsiteY40" fmla="*/ 149874 h 492167"/>
                <a:gd name="connsiteX41" fmla="*/ 269631 w 340297"/>
                <a:gd name="connsiteY41" fmla="*/ 149874 h 492167"/>
                <a:gd name="connsiteX42" fmla="*/ 278539 w 340297"/>
                <a:gd name="connsiteY42" fmla="*/ 158782 h 492167"/>
                <a:gd name="connsiteX43" fmla="*/ 269631 w 340297"/>
                <a:gd name="connsiteY43" fmla="*/ 167691 h 492167"/>
                <a:gd name="connsiteX44" fmla="*/ 155603 w 340297"/>
                <a:gd name="connsiteY44" fmla="*/ 167691 h 492167"/>
                <a:gd name="connsiteX45" fmla="*/ 146695 w 340297"/>
                <a:gd name="connsiteY45" fmla="*/ 158782 h 492167"/>
                <a:gd name="connsiteX46" fmla="*/ 155603 w 340297"/>
                <a:gd name="connsiteY46" fmla="*/ 149874 h 492167"/>
                <a:gd name="connsiteX47" fmla="*/ 79576 w 340297"/>
                <a:gd name="connsiteY47" fmla="*/ 149368 h 492167"/>
                <a:gd name="connsiteX48" fmla="*/ 79576 w 340297"/>
                <a:gd name="connsiteY48" fmla="*/ 168183 h 492167"/>
                <a:gd name="connsiteX49" fmla="*/ 98391 w 340297"/>
                <a:gd name="connsiteY49" fmla="*/ 168183 h 492167"/>
                <a:gd name="connsiteX50" fmla="*/ 98391 w 340297"/>
                <a:gd name="connsiteY50" fmla="*/ 149368 h 492167"/>
                <a:gd name="connsiteX51" fmla="*/ 70667 w 340297"/>
                <a:gd name="connsiteY51" fmla="*/ 131551 h 492167"/>
                <a:gd name="connsiteX52" fmla="*/ 107299 w 340297"/>
                <a:gd name="connsiteY52" fmla="*/ 131551 h 492167"/>
                <a:gd name="connsiteX53" fmla="*/ 116208 w 340297"/>
                <a:gd name="connsiteY53" fmla="*/ 140459 h 492167"/>
                <a:gd name="connsiteX54" fmla="*/ 116208 w 340297"/>
                <a:gd name="connsiteY54" fmla="*/ 177091 h 492167"/>
                <a:gd name="connsiteX55" fmla="*/ 107299 w 340297"/>
                <a:gd name="connsiteY55" fmla="*/ 186000 h 492167"/>
                <a:gd name="connsiteX56" fmla="*/ 70667 w 340297"/>
                <a:gd name="connsiteY56" fmla="*/ 186000 h 492167"/>
                <a:gd name="connsiteX57" fmla="*/ 61759 w 340297"/>
                <a:gd name="connsiteY57" fmla="*/ 177091 h 492167"/>
                <a:gd name="connsiteX58" fmla="*/ 61759 w 340297"/>
                <a:gd name="connsiteY58" fmla="*/ 140459 h 492167"/>
                <a:gd name="connsiteX59" fmla="*/ 70667 w 340297"/>
                <a:gd name="connsiteY59" fmla="*/ 131551 h 492167"/>
                <a:gd name="connsiteX60" fmla="*/ 127389 w 340297"/>
                <a:gd name="connsiteY60" fmla="*/ 0 h 492167"/>
                <a:gd name="connsiteX61" fmla="*/ 331389 w 340297"/>
                <a:gd name="connsiteY61" fmla="*/ 0 h 492167"/>
                <a:gd name="connsiteX62" fmla="*/ 340297 w 340297"/>
                <a:gd name="connsiteY62" fmla="*/ 8908 h 492167"/>
                <a:gd name="connsiteX63" fmla="*/ 340297 w 340297"/>
                <a:gd name="connsiteY63" fmla="*/ 483259 h 492167"/>
                <a:gd name="connsiteX64" fmla="*/ 331389 w 340297"/>
                <a:gd name="connsiteY64" fmla="*/ 492167 h 492167"/>
                <a:gd name="connsiteX65" fmla="*/ 8908 w 340297"/>
                <a:gd name="connsiteY65" fmla="*/ 492167 h 492167"/>
                <a:gd name="connsiteX66" fmla="*/ 0 w 340297"/>
                <a:gd name="connsiteY66" fmla="*/ 483259 h 492167"/>
                <a:gd name="connsiteX67" fmla="*/ 0 w 340297"/>
                <a:gd name="connsiteY67" fmla="*/ 82170 h 492167"/>
                <a:gd name="connsiteX68" fmla="*/ 2608 w 340297"/>
                <a:gd name="connsiteY68" fmla="*/ 75870 h 492167"/>
                <a:gd name="connsiteX69" fmla="*/ 75877 w 340297"/>
                <a:gd name="connsiteY69" fmla="*/ 2615 h 492167"/>
                <a:gd name="connsiteX70" fmla="*/ 82098 w 340297"/>
                <a:gd name="connsiteY70" fmla="*/ 23 h 492167"/>
                <a:gd name="connsiteX71" fmla="*/ 91079 w 340297"/>
                <a:gd name="connsiteY71" fmla="*/ 8873 h 492167"/>
                <a:gd name="connsiteX72" fmla="*/ 91079 w 340297"/>
                <a:gd name="connsiteY72" fmla="*/ 82170 h 492167"/>
                <a:gd name="connsiteX73" fmla="*/ 82170 w 340297"/>
                <a:gd name="connsiteY73" fmla="*/ 91079 h 492167"/>
                <a:gd name="connsiteX74" fmla="*/ 54341 w 340297"/>
                <a:gd name="connsiteY74" fmla="*/ 91079 h 492167"/>
                <a:gd name="connsiteX75" fmla="*/ 45432 w 340297"/>
                <a:gd name="connsiteY75" fmla="*/ 82170 h 492167"/>
                <a:gd name="connsiteX76" fmla="*/ 54341 w 340297"/>
                <a:gd name="connsiteY76" fmla="*/ 73262 h 492167"/>
                <a:gd name="connsiteX77" fmla="*/ 73262 w 340297"/>
                <a:gd name="connsiteY77" fmla="*/ 73262 h 492167"/>
                <a:gd name="connsiteX78" fmla="*/ 73262 w 340297"/>
                <a:gd name="connsiteY78" fmla="*/ 30417 h 492167"/>
                <a:gd name="connsiteX79" fmla="*/ 17817 w 340297"/>
                <a:gd name="connsiteY79" fmla="*/ 85862 h 492167"/>
                <a:gd name="connsiteX80" fmla="*/ 17817 w 340297"/>
                <a:gd name="connsiteY80" fmla="*/ 474351 h 492167"/>
                <a:gd name="connsiteX81" fmla="*/ 322481 w 340297"/>
                <a:gd name="connsiteY81" fmla="*/ 474351 h 492167"/>
                <a:gd name="connsiteX82" fmla="*/ 322481 w 340297"/>
                <a:gd name="connsiteY82" fmla="*/ 17817 h 492167"/>
                <a:gd name="connsiteX83" fmla="*/ 127389 w 340297"/>
                <a:gd name="connsiteY83" fmla="*/ 17817 h 492167"/>
                <a:gd name="connsiteX84" fmla="*/ 118481 w 340297"/>
                <a:gd name="connsiteY84" fmla="*/ 8908 h 492167"/>
                <a:gd name="connsiteX85" fmla="*/ 127389 w 340297"/>
                <a:gd name="connsiteY85" fmla="*/ 0 h 49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40297" h="492167">
                  <a:moveTo>
                    <a:pt x="155603" y="405792"/>
                  </a:moveTo>
                  <a:lnTo>
                    <a:pt x="269631" y="405792"/>
                  </a:lnTo>
                  <a:cubicBezTo>
                    <a:pt x="274551" y="405792"/>
                    <a:pt x="278539" y="409780"/>
                    <a:pt x="278539" y="414700"/>
                  </a:cubicBezTo>
                  <a:cubicBezTo>
                    <a:pt x="278539" y="419620"/>
                    <a:pt x="274551" y="423609"/>
                    <a:pt x="269631" y="423609"/>
                  </a:cubicBezTo>
                  <a:lnTo>
                    <a:pt x="155603" y="423609"/>
                  </a:lnTo>
                  <a:cubicBezTo>
                    <a:pt x="150683" y="423609"/>
                    <a:pt x="146695" y="419620"/>
                    <a:pt x="146695" y="414700"/>
                  </a:cubicBezTo>
                  <a:cubicBezTo>
                    <a:pt x="146695" y="409780"/>
                    <a:pt x="150683" y="405792"/>
                    <a:pt x="155603" y="405792"/>
                  </a:cubicBezTo>
                  <a:close/>
                  <a:moveTo>
                    <a:pt x="79576" y="405286"/>
                  </a:moveTo>
                  <a:lnTo>
                    <a:pt x="79576" y="424101"/>
                  </a:lnTo>
                  <a:lnTo>
                    <a:pt x="98391" y="424101"/>
                  </a:lnTo>
                  <a:lnTo>
                    <a:pt x="98391" y="405286"/>
                  </a:lnTo>
                  <a:close/>
                  <a:moveTo>
                    <a:pt x="70667" y="387469"/>
                  </a:moveTo>
                  <a:lnTo>
                    <a:pt x="107299" y="387469"/>
                  </a:lnTo>
                  <a:cubicBezTo>
                    <a:pt x="112219" y="387469"/>
                    <a:pt x="116208" y="391457"/>
                    <a:pt x="116208" y="396377"/>
                  </a:cubicBezTo>
                  <a:lnTo>
                    <a:pt x="116208" y="433009"/>
                  </a:lnTo>
                  <a:cubicBezTo>
                    <a:pt x="116208" y="437929"/>
                    <a:pt x="112219" y="441918"/>
                    <a:pt x="107299" y="441918"/>
                  </a:cubicBezTo>
                  <a:lnTo>
                    <a:pt x="70667" y="441918"/>
                  </a:lnTo>
                  <a:cubicBezTo>
                    <a:pt x="65747" y="441918"/>
                    <a:pt x="61759" y="437929"/>
                    <a:pt x="61759" y="433009"/>
                  </a:cubicBezTo>
                  <a:lnTo>
                    <a:pt x="61759" y="396377"/>
                  </a:lnTo>
                  <a:cubicBezTo>
                    <a:pt x="61759" y="391457"/>
                    <a:pt x="65747" y="387469"/>
                    <a:pt x="70667" y="387469"/>
                  </a:cubicBezTo>
                  <a:close/>
                  <a:moveTo>
                    <a:pt x="155603" y="277833"/>
                  </a:moveTo>
                  <a:lnTo>
                    <a:pt x="269631" y="277833"/>
                  </a:lnTo>
                  <a:cubicBezTo>
                    <a:pt x="274551" y="277833"/>
                    <a:pt x="278539" y="281821"/>
                    <a:pt x="278539" y="286741"/>
                  </a:cubicBezTo>
                  <a:cubicBezTo>
                    <a:pt x="278539" y="291661"/>
                    <a:pt x="274551" y="295650"/>
                    <a:pt x="269631" y="295650"/>
                  </a:cubicBezTo>
                  <a:lnTo>
                    <a:pt x="155603" y="295650"/>
                  </a:lnTo>
                  <a:cubicBezTo>
                    <a:pt x="150683" y="295650"/>
                    <a:pt x="146695" y="291661"/>
                    <a:pt x="146695" y="286741"/>
                  </a:cubicBezTo>
                  <a:cubicBezTo>
                    <a:pt x="146695" y="281821"/>
                    <a:pt x="150683" y="277833"/>
                    <a:pt x="155603" y="277833"/>
                  </a:cubicBezTo>
                  <a:close/>
                  <a:moveTo>
                    <a:pt x="79576" y="277327"/>
                  </a:moveTo>
                  <a:lnTo>
                    <a:pt x="79576" y="296142"/>
                  </a:lnTo>
                  <a:lnTo>
                    <a:pt x="98391" y="296142"/>
                  </a:lnTo>
                  <a:lnTo>
                    <a:pt x="98391" y="277327"/>
                  </a:lnTo>
                  <a:close/>
                  <a:moveTo>
                    <a:pt x="70667" y="259510"/>
                  </a:moveTo>
                  <a:lnTo>
                    <a:pt x="107299" y="259510"/>
                  </a:lnTo>
                  <a:cubicBezTo>
                    <a:pt x="112219" y="259510"/>
                    <a:pt x="116208" y="263498"/>
                    <a:pt x="116208" y="268418"/>
                  </a:cubicBezTo>
                  <a:lnTo>
                    <a:pt x="116208" y="305050"/>
                  </a:lnTo>
                  <a:cubicBezTo>
                    <a:pt x="116208" y="309970"/>
                    <a:pt x="112219" y="313959"/>
                    <a:pt x="107299" y="313959"/>
                  </a:cubicBezTo>
                  <a:lnTo>
                    <a:pt x="70667" y="313959"/>
                  </a:lnTo>
                  <a:cubicBezTo>
                    <a:pt x="65747" y="313959"/>
                    <a:pt x="61759" y="309970"/>
                    <a:pt x="61759" y="305050"/>
                  </a:cubicBezTo>
                  <a:lnTo>
                    <a:pt x="61759" y="268418"/>
                  </a:lnTo>
                  <a:cubicBezTo>
                    <a:pt x="61759" y="263498"/>
                    <a:pt x="65747" y="259510"/>
                    <a:pt x="70667" y="259510"/>
                  </a:cubicBezTo>
                  <a:close/>
                  <a:moveTo>
                    <a:pt x="155603" y="149874"/>
                  </a:moveTo>
                  <a:lnTo>
                    <a:pt x="269631" y="149874"/>
                  </a:lnTo>
                  <a:cubicBezTo>
                    <a:pt x="274551" y="149874"/>
                    <a:pt x="278539" y="153862"/>
                    <a:pt x="278539" y="158782"/>
                  </a:cubicBezTo>
                  <a:cubicBezTo>
                    <a:pt x="278539" y="163702"/>
                    <a:pt x="274551" y="167691"/>
                    <a:pt x="269631" y="167691"/>
                  </a:cubicBezTo>
                  <a:lnTo>
                    <a:pt x="155603" y="167691"/>
                  </a:lnTo>
                  <a:cubicBezTo>
                    <a:pt x="150683" y="167691"/>
                    <a:pt x="146695" y="163702"/>
                    <a:pt x="146695" y="158782"/>
                  </a:cubicBezTo>
                  <a:cubicBezTo>
                    <a:pt x="146695" y="153862"/>
                    <a:pt x="150683" y="149874"/>
                    <a:pt x="155603" y="149874"/>
                  </a:cubicBezTo>
                  <a:close/>
                  <a:moveTo>
                    <a:pt x="79576" y="149368"/>
                  </a:moveTo>
                  <a:lnTo>
                    <a:pt x="79576" y="168183"/>
                  </a:lnTo>
                  <a:lnTo>
                    <a:pt x="98391" y="168183"/>
                  </a:lnTo>
                  <a:lnTo>
                    <a:pt x="98391" y="149368"/>
                  </a:lnTo>
                  <a:close/>
                  <a:moveTo>
                    <a:pt x="70667" y="131551"/>
                  </a:moveTo>
                  <a:lnTo>
                    <a:pt x="107299" y="131551"/>
                  </a:lnTo>
                  <a:cubicBezTo>
                    <a:pt x="112219" y="131551"/>
                    <a:pt x="116208" y="135539"/>
                    <a:pt x="116208" y="140459"/>
                  </a:cubicBezTo>
                  <a:lnTo>
                    <a:pt x="116208" y="177091"/>
                  </a:lnTo>
                  <a:cubicBezTo>
                    <a:pt x="116208" y="182011"/>
                    <a:pt x="112219" y="186000"/>
                    <a:pt x="107299" y="186000"/>
                  </a:cubicBezTo>
                  <a:lnTo>
                    <a:pt x="70667" y="186000"/>
                  </a:lnTo>
                  <a:cubicBezTo>
                    <a:pt x="65747" y="186000"/>
                    <a:pt x="61759" y="182011"/>
                    <a:pt x="61759" y="177091"/>
                  </a:cubicBezTo>
                  <a:lnTo>
                    <a:pt x="61759" y="140459"/>
                  </a:lnTo>
                  <a:cubicBezTo>
                    <a:pt x="61759" y="135539"/>
                    <a:pt x="65747" y="131551"/>
                    <a:pt x="70667" y="131551"/>
                  </a:cubicBezTo>
                  <a:close/>
                  <a:moveTo>
                    <a:pt x="127389" y="0"/>
                  </a:moveTo>
                  <a:lnTo>
                    <a:pt x="331389" y="0"/>
                  </a:lnTo>
                  <a:cubicBezTo>
                    <a:pt x="336309" y="0"/>
                    <a:pt x="340297" y="3988"/>
                    <a:pt x="340297" y="8908"/>
                  </a:cubicBezTo>
                  <a:lnTo>
                    <a:pt x="340297" y="483259"/>
                  </a:lnTo>
                  <a:cubicBezTo>
                    <a:pt x="340297" y="488179"/>
                    <a:pt x="336309" y="492167"/>
                    <a:pt x="331389" y="492167"/>
                  </a:cubicBezTo>
                  <a:lnTo>
                    <a:pt x="8908" y="492167"/>
                  </a:lnTo>
                  <a:cubicBezTo>
                    <a:pt x="3988" y="492167"/>
                    <a:pt x="0" y="488179"/>
                    <a:pt x="0" y="483259"/>
                  </a:cubicBezTo>
                  <a:lnTo>
                    <a:pt x="0" y="82170"/>
                  </a:lnTo>
                  <a:cubicBezTo>
                    <a:pt x="0" y="79807"/>
                    <a:pt x="938" y="77541"/>
                    <a:pt x="2608" y="75870"/>
                  </a:cubicBezTo>
                  <a:lnTo>
                    <a:pt x="75877" y="2615"/>
                  </a:lnTo>
                  <a:cubicBezTo>
                    <a:pt x="77532" y="971"/>
                    <a:pt x="79765" y="40"/>
                    <a:pt x="82098" y="23"/>
                  </a:cubicBezTo>
                  <a:cubicBezTo>
                    <a:pt x="87022" y="-13"/>
                    <a:pt x="91043" y="3949"/>
                    <a:pt x="91079" y="8873"/>
                  </a:cubicBezTo>
                  <a:lnTo>
                    <a:pt x="91079" y="82170"/>
                  </a:lnTo>
                  <a:cubicBezTo>
                    <a:pt x="91079" y="87090"/>
                    <a:pt x="87090" y="91079"/>
                    <a:pt x="82170" y="91079"/>
                  </a:cubicBezTo>
                  <a:lnTo>
                    <a:pt x="54341" y="91079"/>
                  </a:lnTo>
                  <a:cubicBezTo>
                    <a:pt x="49421" y="91079"/>
                    <a:pt x="45432" y="87090"/>
                    <a:pt x="45432" y="82170"/>
                  </a:cubicBezTo>
                  <a:cubicBezTo>
                    <a:pt x="45432" y="77250"/>
                    <a:pt x="49421" y="73262"/>
                    <a:pt x="54341" y="73262"/>
                  </a:cubicBezTo>
                  <a:lnTo>
                    <a:pt x="73262" y="73262"/>
                  </a:lnTo>
                  <a:lnTo>
                    <a:pt x="73262" y="30417"/>
                  </a:lnTo>
                  <a:lnTo>
                    <a:pt x="17817" y="85862"/>
                  </a:lnTo>
                  <a:lnTo>
                    <a:pt x="17817" y="474351"/>
                  </a:lnTo>
                  <a:lnTo>
                    <a:pt x="322481" y="474351"/>
                  </a:lnTo>
                  <a:lnTo>
                    <a:pt x="322481" y="17817"/>
                  </a:lnTo>
                  <a:lnTo>
                    <a:pt x="127389" y="17817"/>
                  </a:lnTo>
                  <a:cubicBezTo>
                    <a:pt x="122469" y="17817"/>
                    <a:pt x="118481" y="13828"/>
                    <a:pt x="118481" y="8908"/>
                  </a:cubicBezTo>
                  <a:cubicBezTo>
                    <a:pt x="118481" y="3988"/>
                    <a:pt x="122469" y="0"/>
                    <a:pt x="127389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58" name="Group 267">
            <a:extLst>
              <a:ext uri="{FF2B5EF4-FFF2-40B4-BE49-F238E27FC236}">
                <a16:creationId xmlns:a16="http://schemas.microsoft.com/office/drawing/2014/main" id="{DC860949-018A-73F5-F05C-BDA9D9533555}"/>
              </a:ext>
            </a:extLst>
          </p:cNvPr>
          <p:cNvGrpSpPr/>
          <p:nvPr/>
        </p:nvGrpSpPr>
        <p:grpSpPr>
          <a:xfrm>
            <a:off x="8903630" y="2251294"/>
            <a:ext cx="492167" cy="492167"/>
            <a:chOff x="8903630" y="2251294"/>
            <a:chExt cx="492167" cy="492167"/>
          </a:xfrm>
        </p:grpSpPr>
        <p:sp>
          <p:nvSpPr>
            <p:cNvPr id="159" name="Freeform: Shape 133">
              <a:extLst>
                <a:ext uri="{FF2B5EF4-FFF2-40B4-BE49-F238E27FC236}">
                  <a16:creationId xmlns:a16="http://schemas.microsoft.com/office/drawing/2014/main" id="{6713EEB8-3292-BB5B-084D-0429A85E53A0}"/>
                </a:ext>
              </a:extLst>
            </p:cNvPr>
            <p:cNvSpPr/>
            <p:nvPr/>
          </p:nvSpPr>
          <p:spPr>
            <a:xfrm>
              <a:off x="8943041" y="2471543"/>
              <a:ext cx="413346" cy="256559"/>
            </a:xfrm>
            <a:custGeom>
              <a:avLst/>
              <a:gdLst>
                <a:gd name="connsiteX0" fmla="*/ 377712 w 413345"/>
                <a:gd name="connsiteY0" fmla="*/ 263009 h 256559"/>
                <a:gd name="connsiteX1" fmla="*/ 35633 w 413345"/>
                <a:gd name="connsiteY1" fmla="*/ 263009 h 256559"/>
                <a:gd name="connsiteX2" fmla="*/ 0 w 413345"/>
                <a:gd name="connsiteY2" fmla="*/ 0 h 256559"/>
                <a:gd name="connsiteX3" fmla="*/ 413346 w 413345"/>
                <a:gd name="connsiteY3" fmla="*/ 0 h 256559"/>
                <a:gd name="connsiteX4" fmla="*/ 377712 w 413345"/>
                <a:gd name="connsiteY4" fmla="*/ 263009 h 25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3345" h="256559">
                  <a:moveTo>
                    <a:pt x="377712" y="263009"/>
                  </a:moveTo>
                  <a:lnTo>
                    <a:pt x="35633" y="263009"/>
                  </a:lnTo>
                  <a:lnTo>
                    <a:pt x="0" y="0"/>
                  </a:lnTo>
                  <a:lnTo>
                    <a:pt x="413346" y="0"/>
                  </a:lnTo>
                  <a:lnTo>
                    <a:pt x="377712" y="263009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" name="Freeform: Shape 134">
              <a:extLst>
                <a:ext uri="{FF2B5EF4-FFF2-40B4-BE49-F238E27FC236}">
                  <a16:creationId xmlns:a16="http://schemas.microsoft.com/office/drawing/2014/main" id="{E722BD05-A9FD-E06F-ACF9-BC1F4C395693}"/>
                </a:ext>
              </a:extLst>
            </p:cNvPr>
            <p:cNvSpPr/>
            <p:nvPr/>
          </p:nvSpPr>
          <p:spPr>
            <a:xfrm>
              <a:off x="8903630" y="2251294"/>
              <a:ext cx="492167" cy="492167"/>
            </a:xfrm>
            <a:custGeom>
              <a:avLst/>
              <a:gdLst>
                <a:gd name="connsiteX0" fmla="*/ 135257 w 492167"/>
                <a:gd name="connsiteY0" fmla="*/ 280070 h 492167"/>
                <a:gd name="connsiteX1" fmla="*/ 145490 w 492167"/>
                <a:gd name="connsiteY1" fmla="*/ 287418 h 492167"/>
                <a:gd name="connsiteX2" fmla="*/ 165060 w 492167"/>
                <a:gd name="connsiteY2" fmla="*/ 406768 h 492167"/>
                <a:gd name="connsiteX3" fmla="*/ 157713 w 492167"/>
                <a:gd name="connsiteY3" fmla="*/ 417001 h 492167"/>
                <a:gd name="connsiteX4" fmla="*/ 156287 w 492167"/>
                <a:gd name="connsiteY4" fmla="*/ 417123 h 492167"/>
                <a:gd name="connsiteX5" fmla="*/ 147507 w 492167"/>
                <a:gd name="connsiteY5" fmla="*/ 409675 h 492167"/>
                <a:gd name="connsiteX6" fmla="*/ 127909 w 492167"/>
                <a:gd name="connsiteY6" fmla="*/ 290304 h 492167"/>
                <a:gd name="connsiteX7" fmla="*/ 135257 w 492167"/>
                <a:gd name="connsiteY7" fmla="*/ 280070 h 492167"/>
                <a:gd name="connsiteX8" fmla="*/ 356903 w 492167"/>
                <a:gd name="connsiteY8" fmla="*/ 280056 h 492167"/>
                <a:gd name="connsiteX9" fmla="*/ 364251 w 492167"/>
                <a:gd name="connsiteY9" fmla="*/ 290290 h 492167"/>
                <a:gd name="connsiteX10" fmla="*/ 344652 w 492167"/>
                <a:gd name="connsiteY10" fmla="*/ 409661 h 492167"/>
                <a:gd name="connsiteX11" fmla="*/ 335880 w 492167"/>
                <a:gd name="connsiteY11" fmla="*/ 417123 h 492167"/>
                <a:gd name="connsiteX12" fmla="*/ 335879 w 492167"/>
                <a:gd name="connsiteY12" fmla="*/ 417123 h 492167"/>
                <a:gd name="connsiteX13" fmla="*/ 334454 w 492167"/>
                <a:gd name="connsiteY13" fmla="*/ 417002 h 492167"/>
                <a:gd name="connsiteX14" fmla="*/ 334433 w 492167"/>
                <a:gd name="connsiteY14" fmla="*/ 416998 h 492167"/>
                <a:gd name="connsiteX15" fmla="*/ 327071 w 492167"/>
                <a:gd name="connsiteY15" fmla="*/ 406775 h 492167"/>
                <a:gd name="connsiteX16" fmla="*/ 346669 w 492167"/>
                <a:gd name="connsiteY16" fmla="*/ 287404 h 492167"/>
                <a:gd name="connsiteX17" fmla="*/ 356903 w 492167"/>
                <a:gd name="connsiteY17" fmla="*/ 280056 h 492167"/>
                <a:gd name="connsiteX18" fmla="*/ 246083 w 492167"/>
                <a:gd name="connsiteY18" fmla="*/ 279935 h 492167"/>
                <a:gd name="connsiteX19" fmla="*/ 254992 w 492167"/>
                <a:gd name="connsiteY19" fmla="*/ 288843 h 492167"/>
                <a:gd name="connsiteX20" fmla="*/ 254992 w 492167"/>
                <a:gd name="connsiteY20" fmla="*/ 408215 h 492167"/>
                <a:gd name="connsiteX21" fmla="*/ 246083 w 492167"/>
                <a:gd name="connsiteY21" fmla="*/ 417123 h 492167"/>
                <a:gd name="connsiteX22" fmla="*/ 237175 w 492167"/>
                <a:gd name="connsiteY22" fmla="*/ 408215 h 492167"/>
                <a:gd name="connsiteX23" fmla="*/ 237175 w 492167"/>
                <a:gd name="connsiteY23" fmla="*/ 288843 h 492167"/>
                <a:gd name="connsiteX24" fmla="*/ 246083 w 492167"/>
                <a:gd name="connsiteY24" fmla="*/ 279935 h 492167"/>
                <a:gd name="connsiteX25" fmla="*/ 237175 w 492167"/>
                <a:gd name="connsiteY25" fmla="*/ 115459 h 492167"/>
                <a:gd name="connsiteX26" fmla="*/ 217754 w 492167"/>
                <a:gd name="connsiteY26" fmla="*/ 134880 h 492167"/>
                <a:gd name="connsiteX27" fmla="*/ 237175 w 492167"/>
                <a:gd name="connsiteY27" fmla="*/ 172117 h 492167"/>
                <a:gd name="connsiteX28" fmla="*/ 274413 w 492167"/>
                <a:gd name="connsiteY28" fmla="*/ 152696 h 492167"/>
                <a:gd name="connsiteX29" fmla="*/ 254992 w 492167"/>
                <a:gd name="connsiteY29" fmla="*/ 115459 h 492167"/>
                <a:gd name="connsiteX30" fmla="*/ 254992 w 492167"/>
                <a:gd name="connsiteY30" fmla="*/ 143666 h 492167"/>
                <a:gd name="connsiteX31" fmla="*/ 246083 w 492167"/>
                <a:gd name="connsiteY31" fmla="*/ 152574 h 492167"/>
                <a:gd name="connsiteX32" fmla="*/ 237175 w 492167"/>
                <a:gd name="connsiteY32" fmla="*/ 143666 h 492167"/>
                <a:gd name="connsiteX33" fmla="*/ 237175 w 492167"/>
                <a:gd name="connsiteY33" fmla="*/ 115487 h 492167"/>
                <a:gd name="connsiteX34" fmla="*/ 246083 w 492167"/>
                <a:gd name="connsiteY34" fmla="*/ 0 h 492167"/>
                <a:gd name="connsiteX35" fmla="*/ 254992 w 492167"/>
                <a:gd name="connsiteY35" fmla="*/ 8908 h 492167"/>
                <a:gd name="connsiteX36" fmla="*/ 254992 w 492167"/>
                <a:gd name="connsiteY36" fmla="*/ 96994 h 492167"/>
                <a:gd name="connsiteX37" fmla="*/ 292759 w 492167"/>
                <a:gd name="connsiteY37" fmla="*/ 134760 h 492167"/>
                <a:gd name="connsiteX38" fmla="*/ 254992 w 492167"/>
                <a:gd name="connsiteY38" fmla="*/ 190312 h 492167"/>
                <a:gd name="connsiteX39" fmla="*/ 199439 w 492167"/>
                <a:gd name="connsiteY39" fmla="*/ 152546 h 492167"/>
                <a:gd name="connsiteX40" fmla="*/ 17817 w 492167"/>
                <a:gd name="connsiteY40" fmla="*/ 152546 h 492167"/>
                <a:gd name="connsiteX41" fmla="*/ 17817 w 492167"/>
                <a:gd name="connsiteY41" fmla="*/ 211341 h 492167"/>
                <a:gd name="connsiteX42" fmla="*/ 474351 w 492167"/>
                <a:gd name="connsiteY42" fmla="*/ 211341 h 492167"/>
                <a:gd name="connsiteX43" fmla="*/ 474351 w 492167"/>
                <a:gd name="connsiteY43" fmla="*/ 152546 h 492167"/>
                <a:gd name="connsiteX44" fmla="*/ 335880 w 492167"/>
                <a:gd name="connsiteY44" fmla="*/ 152546 h 492167"/>
                <a:gd name="connsiteX45" fmla="*/ 326972 w 492167"/>
                <a:gd name="connsiteY45" fmla="*/ 143638 h 492167"/>
                <a:gd name="connsiteX46" fmla="*/ 335880 w 492167"/>
                <a:gd name="connsiteY46" fmla="*/ 134729 h 492167"/>
                <a:gd name="connsiteX47" fmla="*/ 483259 w 492167"/>
                <a:gd name="connsiteY47" fmla="*/ 134729 h 492167"/>
                <a:gd name="connsiteX48" fmla="*/ 492167 w 492167"/>
                <a:gd name="connsiteY48" fmla="*/ 143638 h 492167"/>
                <a:gd name="connsiteX49" fmla="*/ 492167 w 492167"/>
                <a:gd name="connsiteY49" fmla="*/ 220249 h 492167"/>
                <a:gd name="connsiteX50" fmla="*/ 483259 w 492167"/>
                <a:gd name="connsiteY50" fmla="*/ 229157 h 492167"/>
                <a:gd name="connsiteX51" fmla="*/ 460532 w 492167"/>
                <a:gd name="connsiteY51" fmla="*/ 229157 h 492167"/>
                <a:gd name="connsiteX52" fmla="*/ 425947 w 492167"/>
                <a:gd name="connsiteY52" fmla="*/ 484456 h 492167"/>
                <a:gd name="connsiteX53" fmla="*/ 417124 w 492167"/>
                <a:gd name="connsiteY53" fmla="*/ 492167 h 492167"/>
                <a:gd name="connsiteX54" fmla="*/ 75044 w 492167"/>
                <a:gd name="connsiteY54" fmla="*/ 492167 h 492167"/>
                <a:gd name="connsiteX55" fmla="*/ 66207 w 492167"/>
                <a:gd name="connsiteY55" fmla="*/ 484456 h 492167"/>
                <a:gd name="connsiteX56" fmla="*/ 36332 w 492167"/>
                <a:gd name="connsiteY56" fmla="*/ 263935 h 492167"/>
                <a:gd name="connsiteX57" fmla="*/ 43964 w 492167"/>
                <a:gd name="connsiteY57" fmla="*/ 253908 h 492167"/>
                <a:gd name="connsiteX58" fmla="*/ 53992 w 492167"/>
                <a:gd name="connsiteY58" fmla="*/ 261541 h 492167"/>
                <a:gd name="connsiteX59" fmla="*/ 82826 w 492167"/>
                <a:gd name="connsiteY59" fmla="*/ 474315 h 492167"/>
                <a:gd name="connsiteX60" fmla="*/ 409349 w 492167"/>
                <a:gd name="connsiteY60" fmla="*/ 474315 h 492167"/>
                <a:gd name="connsiteX61" fmla="*/ 442566 w 492167"/>
                <a:gd name="connsiteY61" fmla="*/ 229157 h 492167"/>
                <a:gd name="connsiteX62" fmla="*/ 8908 w 492167"/>
                <a:gd name="connsiteY62" fmla="*/ 229157 h 492167"/>
                <a:gd name="connsiteX63" fmla="*/ 0 w 492167"/>
                <a:gd name="connsiteY63" fmla="*/ 220249 h 492167"/>
                <a:gd name="connsiteX64" fmla="*/ 0 w 492167"/>
                <a:gd name="connsiteY64" fmla="*/ 143638 h 492167"/>
                <a:gd name="connsiteX65" fmla="*/ 8908 w 492167"/>
                <a:gd name="connsiteY65" fmla="*/ 134729 h 492167"/>
                <a:gd name="connsiteX66" fmla="*/ 199439 w 492167"/>
                <a:gd name="connsiteY66" fmla="*/ 134729 h 492167"/>
                <a:gd name="connsiteX67" fmla="*/ 237175 w 492167"/>
                <a:gd name="connsiteY67" fmla="*/ 96994 h 492167"/>
                <a:gd name="connsiteX68" fmla="*/ 237175 w 492167"/>
                <a:gd name="connsiteY68" fmla="*/ 8908 h 492167"/>
                <a:gd name="connsiteX69" fmla="*/ 246083 w 492167"/>
                <a:gd name="connsiteY69" fmla="*/ 0 h 49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92167" h="492167">
                  <a:moveTo>
                    <a:pt x="135257" y="280070"/>
                  </a:moveTo>
                  <a:cubicBezTo>
                    <a:pt x="140112" y="279273"/>
                    <a:pt x="144693" y="282563"/>
                    <a:pt x="145490" y="287418"/>
                  </a:cubicBezTo>
                  <a:lnTo>
                    <a:pt x="165060" y="406768"/>
                  </a:lnTo>
                  <a:cubicBezTo>
                    <a:pt x="165857" y="411623"/>
                    <a:pt x="162568" y="416204"/>
                    <a:pt x="157713" y="417001"/>
                  </a:cubicBezTo>
                  <a:cubicBezTo>
                    <a:pt x="157242" y="417079"/>
                    <a:pt x="156765" y="417120"/>
                    <a:pt x="156287" y="417123"/>
                  </a:cubicBezTo>
                  <a:cubicBezTo>
                    <a:pt x="151934" y="417119"/>
                    <a:pt x="148221" y="413970"/>
                    <a:pt x="147507" y="409675"/>
                  </a:cubicBezTo>
                  <a:lnTo>
                    <a:pt x="127909" y="290304"/>
                  </a:lnTo>
                  <a:cubicBezTo>
                    <a:pt x="127112" y="285449"/>
                    <a:pt x="130402" y="280867"/>
                    <a:pt x="135257" y="280070"/>
                  </a:cubicBezTo>
                  <a:close/>
                  <a:moveTo>
                    <a:pt x="356903" y="280056"/>
                  </a:moveTo>
                  <a:cubicBezTo>
                    <a:pt x="361758" y="280853"/>
                    <a:pt x="365048" y="285435"/>
                    <a:pt x="364251" y="290290"/>
                  </a:cubicBezTo>
                  <a:lnTo>
                    <a:pt x="344652" y="409661"/>
                  </a:lnTo>
                  <a:cubicBezTo>
                    <a:pt x="343945" y="413958"/>
                    <a:pt x="340235" y="417114"/>
                    <a:pt x="335880" y="417123"/>
                  </a:cubicBezTo>
                  <a:lnTo>
                    <a:pt x="335879" y="417123"/>
                  </a:lnTo>
                  <a:cubicBezTo>
                    <a:pt x="335402" y="417120"/>
                    <a:pt x="334925" y="417080"/>
                    <a:pt x="334454" y="417002"/>
                  </a:cubicBezTo>
                  <a:cubicBezTo>
                    <a:pt x="334447" y="417000"/>
                    <a:pt x="334440" y="416999"/>
                    <a:pt x="334433" y="416998"/>
                  </a:cubicBezTo>
                  <a:cubicBezTo>
                    <a:pt x="329577" y="416208"/>
                    <a:pt x="326281" y="411631"/>
                    <a:pt x="327071" y="406775"/>
                  </a:cubicBezTo>
                  <a:lnTo>
                    <a:pt x="346669" y="287404"/>
                  </a:lnTo>
                  <a:cubicBezTo>
                    <a:pt x="347466" y="282549"/>
                    <a:pt x="352048" y="279259"/>
                    <a:pt x="356903" y="280056"/>
                  </a:cubicBezTo>
                  <a:close/>
                  <a:moveTo>
                    <a:pt x="246083" y="279935"/>
                  </a:moveTo>
                  <a:cubicBezTo>
                    <a:pt x="251003" y="279935"/>
                    <a:pt x="254992" y="283923"/>
                    <a:pt x="254992" y="288843"/>
                  </a:cubicBezTo>
                  <a:lnTo>
                    <a:pt x="254992" y="408215"/>
                  </a:lnTo>
                  <a:cubicBezTo>
                    <a:pt x="254992" y="413135"/>
                    <a:pt x="251003" y="417123"/>
                    <a:pt x="246083" y="417123"/>
                  </a:cubicBezTo>
                  <a:cubicBezTo>
                    <a:pt x="241163" y="417123"/>
                    <a:pt x="237175" y="413135"/>
                    <a:pt x="237175" y="408215"/>
                  </a:cubicBezTo>
                  <a:lnTo>
                    <a:pt x="237175" y="288843"/>
                  </a:lnTo>
                  <a:cubicBezTo>
                    <a:pt x="237175" y="283923"/>
                    <a:pt x="241163" y="279935"/>
                    <a:pt x="246083" y="279935"/>
                  </a:cubicBezTo>
                  <a:close/>
                  <a:moveTo>
                    <a:pt x="237175" y="115459"/>
                  </a:moveTo>
                  <a:cubicBezTo>
                    <a:pt x="227917" y="118370"/>
                    <a:pt x="220665" y="125622"/>
                    <a:pt x="217754" y="134880"/>
                  </a:cubicBezTo>
                  <a:cubicBezTo>
                    <a:pt x="212834" y="150525"/>
                    <a:pt x="221529" y="167197"/>
                    <a:pt x="237175" y="172117"/>
                  </a:cubicBezTo>
                  <a:cubicBezTo>
                    <a:pt x="252822" y="177037"/>
                    <a:pt x="269493" y="168342"/>
                    <a:pt x="274413" y="152696"/>
                  </a:cubicBezTo>
                  <a:cubicBezTo>
                    <a:pt x="279333" y="137051"/>
                    <a:pt x="270638" y="120379"/>
                    <a:pt x="254992" y="115459"/>
                  </a:cubicBezTo>
                  <a:lnTo>
                    <a:pt x="254992" y="143666"/>
                  </a:lnTo>
                  <a:cubicBezTo>
                    <a:pt x="254992" y="148586"/>
                    <a:pt x="251004" y="152574"/>
                    <a:pt x="246083" y="152574"/>
                  </a:cubicBezTo>
                  <a:cubicBezTo>
                    <a:pt x="241163" y="152574"/>
                    <a:pt x="237175" y="148586"/>
                    <a:pt x="237175" y="143666"/>
                  </a:cubicBezTo>
                  <a:lnTo>
                    <a:pt x="237175" y="115487"/>
                  </a:lnTo>
                  <a:close/>
                  <a:moveTo>
                    <a:pt x="246083" y="0"/>
                  </a:moveTo>
                  <a:cubicBezTo>
                    <a:pt x="251004" y="0"/>
                    <a:pt x="254992" y="3988"/>
                    <a:pt x="254992" y="8908"/>
                  </a:cubicBezTo>
                  <a:lnTo>
                    <a:pt x="254992" y="96994"/>
                  </a:lnTo>
                  <a:cubicBezTo>
                    <a:pt x="274137" y="100643"/>
                    <a:pt x="289110" y="115615"/>
                    <a:pt x="292759" y="134760"/>
                  </a:cubicBezTo>
                  <a:cubicBezTo>
                    <a:pt x="297670" y="160529"/>
                    <a:pt x="280762" y="185401"/>
                    <a:pt x="254992" y="190312"/>
                  </a:cubicBezTo>
                  <a:cubicBezTo>
                    <a:pt x="229222" y="195224"/>
                    <a:pt x="204351" y="178315"/>
                    <a:pt x="199439" y="152546"/>
                  </a:cubicBezTo>
                  <a:lnTo>
                    <a:pt x="17817" y="152546"/>
                  </a:lnTo>
                  <a:lnTo>
                    <a:pt x="17817" y="211341"/>
                  </a:lnTo>
                  <a:lnTo>
                    <a:pt x="474351" y="211341"/>
                  </a:lnTo>
                  <a:lnTo>
                    <a:pt x="474351" y="152546"/>
                  </a:lnTo>
                  <a:lnTo>
                    <a:pt x="335880" y="152546"/>
                  </a:lnTo>
                  <a:cubicBezTo>
                    <a:pt x="330960" y="152546"/>
                    <a:pt x="326972" y="148558"/>
                    <a:pt x="326972" y="143638"/>
                  </a:cubicBezTo>
                  <a:cubicBezTo>
                    <a:pt x="326972" y="138718"/>
                    <a:pt x="330960" y="134729"/>
                    <a:pt x="335880" y="134729"/>
                  </a:cubicBezTo>
                  <a:lnTo>
                    <a:pt x="483259" y="134729"/>
                  </a:lnTo>
                  <a:cubicBezTo>
                    <a:pt x="488179" y="134729"/>
                    <a:pt x="492167" y="138718"/>
                    <a:pt x="492167" y="143638"/>
                  </a:cubicBezTo>
                  <a:lnTo>
                    <a:pt x="492167" y="220249"/>
                  </a:lnTo>
                  <a:cubicBezTo>
                    <a:pt x="492167" y="225169"/>
                    <a:pt x="488179" y="229157"/>
                    <a:pt x="483259" y="229157"/>
                  </a:cubicBezTo>
                  <a:lnTo>
                    <a:pt x="460532" y="229157"/>
                  </a:lnTo>
                  <a:lnTo>
                    <a:pt x="425947" y="484456"/>
                  </a:lnTo>
                  <a:cubicBezTo>
                    <a:pt x="425351" y="488873"/>
                    <a:pt x="421580" y="492168"/>
                    <a:pt x="417124" y="492167"/>
                  </a:cubicBezTo>
                  <a:lnTo>
                    <a:pt x="75044" y="492167"/>
                  </a:lnTo>
                  <a:cubicBezTo>
                    <a:pt x="70583" y="492172"/>
                    <a:pt x="66806" y="488877"/>
                    <a:pt x="66207" y="484456"/>
                  </a:cubicBezTo>
                  <a:lnTo>
                    <a:pt x="36332" y="263935"/>
                  </a:lnTo>
                  <a:cubicBezTo>
                    <a:pt x="35670" y="259059"/>
                    <a:pt x="39088" y="254569"/>
                    <a:pt x="43964" y="253908"/>
                  </a:cubicBezTo>
                  <a:cubicBezTo>
                    <a:pt x="48841" y="253247"/>
                    <a:pt x="53330" y="256664"/>
                    <a:pt x="53992" y="261541"/>
                  </a:cubicBezTo>
                  <a:lnTo>
                    <a:pt x="82826" y="474315"/>
                  </a:lnTo>
                  <a:lnTo>
                    <a:pt x="409349" y="474315"/>
                  </a:lnTo>
                  <a:lnTo>
                    <a:pt x="442566" y="229157"/>
                  </a:lnTo>
                  <a:lnTo>
                    <a:pt x="8908" y="229157"/>
                  </a:lnTo>
                  <a:cubicBezTo>
                    <a:pt x="3988" y="229157"/>
                    <a:pt x="0" y="225169"/>
                    <a:pt x="0" y="220249"/>
                  </a:cubicBezTo>
                  <a:lnTo>
                    <a:pt x="0" y="143638"/>
                  </a:lnTo>
                  <a:cubicBezTo>
                    <a:pt x="0" y="138718"/>
                    <a:pt x="3988" y="134729"/>
                    <a:pt x="8908" y="134729"/>
                  </a:cubicBezTo>
                  <a:lnTo>
                    <a:pt x="199439" y="134729"/>
                  </a:lnTo>
                  <a:cubicBezTo>
                    <a:pt x="203122" y="115620"/>
                    <a:pt x="218066" y="100677"/>
                    <a:pt x="237175" y="96994"/>
                  </a:cubicBezTo>
                  <a:lnTo>
                    <a:pt x="237175" y="8908"/>
                  </a:lnTo>
                  <a:cubicBezTo>
                    <a:pt x="237175" y="3988"/>
                    <a:pt x="241163" y="0"/>
                    <a:pt x="246083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1" name="Group 268">
            <a:extLst>
              <a:ext uri="{FF2B5EF4-FFF2-40B4-BE49-F238E27FC236}">
                <a16:creationId xmlns:a16="http://schemas.microsoft.com/office/drawing/2014/main" id="{C0F4EC14-4871-BEF5-D108-AC8C3D1C64D5}"/>
              </a:ext>
            </a:extLst>
          </p:cNvPr>
          <p:cNvGrpSpPr/>
          <p:nvPr/>
        </p:nvGrpSpPr>
        <p:grpSpPr>
          <a:xfrm>
            <a:off x="7890672" y="2251293"/>
            <a:ext cx="477485" cy="491739"/>
            <a:chOff x="7890672" y="2251293"/>
            <a:chExt cx="477485" cy="491739"/>
          </a:xfrm>
        </p:grpSpPr>
        <p:sp>
          <p:nvSpPr>
            <p:cNvPr id="162" name="Freeform: Shape 136">
              <a:extLst>
                <a:ext uri="{FF2B5EF4-FFF2-40B4-BE49-F238E27FC236}">
                  <a16:creationId xmlns:a16="http://schemas.microsoft.com/office/drawing/2014/main" id="{B5B45D93-43C8-50E7-6021-25D3168A9090}"/>
                </a:ext>
              </a:extLst>
            </p:cNvPr>
            <p:cNvSpPr/>
            <p:nvPr/>
          </p:nvSpPr>
          <p:spPr>
            <a:xfrm>
              <a:off x="7899580" y="2260202"/>
              <a:ext cx="465612" cy="474349"/>
            </a:xfrm>
            <a:custGeom>
              <a:avLst/>
              <a:gdLst>
                <a:gd name="connsiteX0" fmla="*/ 0 w 465612"/>
                <a:gd name="connsiteY0" fmla="*/ 96038 h 474349"/>
                <a:gd name="connsiteX1" fmla="*/ 183704 w 465612"/>
                <a:gd name="connsiteY1" fmla="*/ 96038 h 474349"/>
                <a:gd name="connsiteX2" fmla="*/ 183704 w 465612"/>
                <a:gd name="connsiteY2" fmla="*/ 96039 h 474349"/>
                <a:gd name="connsiteX3" fmla="*/ 183704 w 465612"/>
                <a:gd name="connsiteY3" fmla="*/ 194243 h 474349"/>
                <a:gd name="connsiteX4" fmla="*/ 232807 w 465612"/>
                <a:gd name="connsiteY4" fmla="*/ 145141 h 474349"/>
                <a:gd name="connsiteX5" fmla="*/ 281909 w 465612"/>
                <a:gd name="connsiteY5" fmla="*/ 194243 h 474349"/>
                <a:gd name="connsiteX6" fmla="*/ 281909 w 465612"/>
                <a:gd name="connsiteY6" fmla="*/ 96039 h 474349"/>
                <a:gd name="connsiteX7" fmla="*/ 281909 w 465612"/>
                <a:gd name="connsiteY7" fmla="*/ 96038 h 474349"/>
                <a:gd name="connsiteX8" fmla="*/ 465612 w 465612"/>
                <a:gd name="connsiteY8" fmla="*/ 96038 h 474349"/>
                <a:gd name="connsiteX9" fmla="*/ 465612 w 465612"/>
                <a:gd name="connsiteY9" fmla="*/ 474349 h 474349"/>
                <a:gd name="connsiteX10" fmla="*/ 281909 w 465612"/>
                <a:gd name="connsiteY10" fmla="*/ 474349 h 474349"/>
                <a:gd name="connsiteX11" fmla="*/ 281909 w 465612"/>
                <a:gd name="connsiteY11" fmla="*/ 376144 h 474349"/>
                <a:gd name="connsiteX12" fmla="*/ 232807 w 465612"/>
                <a:gd name="connsiteY12" fmla="*/ 425247 h 474349"/>
                <a:gd name="connsiteX13" fmla="*/ 183704 w 465612"/>
                <a:gd name="connsiteY13" fmla="*/ 376144 h 474349"/>
                <a:gd name="connsiteX14" fmla="*/ 183704 w 465612"/>
                <a:gd name="connsiteY14" fmla="*/ 474349 h 474349"/>
                <a:gd name="connsiteX15" fmla="*/ 0 w 465612"/>
                <a:gd name="connsiteY15" fmla="*/ 474349 h 474349"/>
                <a:gd name="connsiteX16" fmla="*/ 197957 w 465612"/>
                <a:gd name="connsiteY16" fmla="*/ 0 h 474349"/>
                <a:gd name="connsiteX17" fmla="*/ 267656 w 465612"/>
                <a:gd name="connsiteY17" fmla="*/ 0 h 474349"/>
                <a:gd name="connsiteX18" fmla="*/ 281909 w 465612"/>
                <a:gd name="connsiteY18" fmla="*/ 96039 h 474349"/>
                <a:gd name="connsiteX19" fmla="*/ 183704 w 465612"/>
                <a:gd name="connsiteY19" fmla="*/ 96039 h 474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12" h="474349">
                  <a:moveTo>
                    <a:pt x="0" y="96038"/>
                  </a:moveTo>
                  <a:lnTo>
                    <a:pt x="183704" y="96038"/>
                  </a:lnTo>
                  <a:lnTo>
                    <a:pt x="183704" y="96039"/>
                  </a:lnTo>
                  <a:lnTo>
                    <a:pt x="183704" y="194243"/>
                  </a:lnTo>
                  <a:lnTo>
                    <a:pt x="232807" y="145141"/>
                  </a:lnTo>
                  <a:lnTo>
                    <a:pt x="281909" y="194243"/>
                  </a:lnTo>
                  <a:lnTo>
                    <a:pt x="281909" y="96039"/>
                  </a:lnTo>
                  <a:lnTo>
                    <a:pt x="281909" y="96038"/>
                  </a:lnTo>
                  <a:lnTo>
                    <a:pt x="465612" y="96038"/>
                  </a:lnTo>
                  <a:lnTo>
                    <a:pt x="465612" y="474349"/>
                  </a:lnTo>
                  <a:lnTo>
                    <a:pt x="281909" y="474349"/>
                  </a:lnTo>
                  <a:lnTo>
                    <a:pt x="281909" y="376144"/>
                  </a:lnTo>
                  <a:lnTo>
                    <a:pt x="232807" y="425247"/>
                  </a:lnTo>
                  <a:lnTo>
                    <a:pt x="183704" y="376144"/>
                  </a:lnTo>
                  <a:lnTo>
                    <a:pt x="183704" y="474349"/>
                  </a:lnTo>
                  <a:lnTo>
                    <a:pt x="0" y="474349"/>
                  </a:lnTo>
                  <a:close/>
                  <a:moveTo>
                    <a:pt x="197957" y="0"/>
                  </a:moveTo>
                  <a:lnTo>
                    <a:pt x="267656" y="0"/>
                  </a:lnTo>
                  <a:lnTo>
                    <a:pt x="281909" y="96039"/>
                  </a:lnTo>
                  <a:lnTo>
                    <a:pt x="183704" y="96039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" name="Freeform: Shape 137">
              <a:extLst>
                <a:ext uri="{FF2B5EF4-FFF2-40B4-BE49-F238E27FC236}">
                  <a16:creationId xmlns:a16="http://schemas.microsoft.com/office/drawing/2014/main" id="{88C10E28-CC8A-7055-6E05-1C82D02D8BA4}"/>
                </a:ext>
              </a:extLst>
            </p:cNvPr>
            <p:cNvSpPr/>
            <p:nvPr/>
          </p:nvSpPr>
          <p:spPr>
            <a:xfrm>
              <a:off x="7890672" y="2251293"/>
              <a:ext cx="477485" cy="491739"/>
            </a:xfrm>
            <a:custGeom>
              <a:avLst/>
              <a:gdLst>
                <a:gd name="connsiteX0" fmla="*/ 474521 w 477485"/>
                <a:gd name="connsiteY0" fmla="*/ 145141 h 491738"/>
                <a:gd name="connsiteX1" fmla="*/ 465612 w 477485"/>
                <a:gd name="connsiteY1" fmla="*/ 154050 h 491738"/>
                <a:gd name="connsiteX2" fmla="*/ 465612 w 477485"/>
                <a:gd name="connsiteY2" fmla="*/ 474350 h 491738"/>
                <a:gd name="connsiteX3" fmla="*/ 201520 w 477485"/>
                <a:gd name="connsiteY3" fmla="*/ 474350 h 491738"/>
                <a:gd name="connsiteX4" fmla="*/ 201520 w 477485"/>
                <a:gd name="connsiteY4" fmla="*/ 406561 h 491738"/>
                <a:gd name="connsiteX5" fmla="*/ 235415 w 477485"/>
                <a:gd name="connsiteY5" fmla="*/ 440455 h 491738"/>
                <a:gd name="connsiteX6" fmla="*/ 248013 w 477485"/>
                <a:gd name="connsiteY6" fmla="*/ 440457 h 491738"/>
                <a:gd name="connsiteX7" fmla="*/ 248015 w 477485"/>
                <a:gd name="connsiteY7" fmla="*/ 440455 h 491738"/>
                <a:gd name="connsiteX8" fmla="*/ 281909 w 477485"/>
                <a:gd name="connsiteY8" fmla="*/ 406561 h 491738"/>
                <a:gd name="connsiteX9" fmla="*/ 281909 w 477485"/>
                <a:gd name="connsiteY9" fmla="*/ 441175 h 491738"/>
                <a:gd name="connsiteX10" fmla="*/ 290817 w 477485"/>
                <a:gd name="connsiteY10" fmla="*/ 450084 h 491738"/>
                <a:gd name="connsiteX11" fmla="*/ 299725 w 477485"/>
                <a:gd name="connsiteY11" fmla="*/ 441175 h 491738"/>
                <a:gd name="connsiteX12" fmla="*/ 299725 w 477485"/>
                <a:gd name="connsiteY12" fmla="*/ 385053 h 491738"/>
                <a:gd name="connsiteX13" fmla="*/ 290819 w 477485"/>
                <a:gd name="connsiteY13" fmla="*/ 376143 h 491738"/>
                <a:gd name="connsiteX14" fmla="*/ 284517 w 477485"/>
                <a:gd name="connsiteY14" fmla="*/ 378753 h 491738"/>
                <a:gd name="connsiteX15" fmla="*/ 241715 w 477485"/>
                <a:gd name="connsiteY15" fmla="*/ 421563 h 491738"/>
                <a:gd name="connsiteX16" fmla="*/ 198912 w 477485"/>
                <a:gd name="connsiteY16" fmla="*/ 378760 h 491738"/>
                <a:gd name="connsiteX17" fmla="*/ 186314 w 477485"/>
                <a:gd name="connsiteY17" fmla="*/ 378758 h 491738"/>
                <a:gd name="connsiteX18" fmla="*/ 183704 w 477485"/>
                <a:gd name="connsiteY18" fmla="*/ 385060 h 491738"/>
                <a:gd name="connsiteX19" fmla="*/ 183704 w 477485"/>
                <a:gd name="connsiteY19" fmla="*/ 474350 h 491738"/>
                <a:gd name="connsiteX20" fmla="*/ 17817 w 477485"/>
                <a:gd name="connsiteY20" fmla="*/ 474350 h 491738"/>
                <a:gd name="connsiteX21" fmla="*/ 17817 w 477485"/>
                <a:gd name="connsiteY21" fmla="*/ 107377 h 491738"/>
                <a:gd name="connsiteX22" fmla="*/ 70675 w 477485"/>
                <a:gd name="connsiteY22" fmla="*/ 17817 h 491738"/>
                <a:gd name="connsiteX23" fmla="*/ 196539 w 477485"/>
                <a:gd name="connsiteY23" fmla="*/ 17817 h 491738"/>
                <a:gd name="connsiteX24" fmla="*/ 184929 w 477485"/>
                <a:gd name="connsiteY24" fmla="*/ 96039 h 491738"/>
                <a:gd name="connsiteX25" fmla="*/ 64439 w 477485"/>
                <a:gd name="connsiteY25" fmla="*/ 96039 h 491738"/>
                <a:gd name="connsiteX26" fmla="*/ 55531 w 477485"/>
                <a:gd name="connsiteY26" fmla="*/ 104947 h 491738"/>
                <a:gd name="connsiteX27" fmla="*/ 64439 w 477485"/>
                <a:gd name="connsiteY27" fmla="*/ 113855 h 491738"/>
                <a:gd name="connsiteX28" fmla="*/ 281909 w 477485"/>
                <a:gd name="connsiteY28" fmla="*/ 113855 h 491738"/>
                <a:gd name="connsiteX29" fmla="*/ 281909 w 477485"/>
                <a:gd name="connsiteY29" fmla="*/ 181644 h 491738"/>
                <a:gd name="connsiteX30" fmla="*/ 248015 w 477485"/>
                <a:gd name="connsiteY30" fmla="*/ 147735 h 491738"/>
                <a:gd name="connsiteX31" fmla="*/ 235416 w 477485"/>
                <a:gd name="connsiteY31" fmla="*/ 147734 h 491738"/>
                <a:gd name="connsiteX32" fmla="*/ 235415 w 477485"/>
                <a:gd name="connsiteY32" fmla="*/ 147735 h 491738"/>
                <a:gd name="connsiteX33" fmla="*/ 201520 w 477485"/>
                <a:gd name="connsiteY33" fmla="*/ 181644 h 491738"/>
                <a:gd name="connsiteX34" fmla="*/ 201520 w 477485"/>
                <a:gd name="connsiteY34" fmla="*/ 145120 h 491738"/>
                <a:gd name="connsiteX35" fmla="*/ 192612 w 477485"/>
                <a:gd name="connsiteY35" fmla="*/ 136212 h 491738"/>
                <a:gd name="connsiteX36" fmla="*/ 183704 w 477485"/>
                <a:gd name="connsiteY36" fmla="*/ 145120 h 491738"/>
                <a:gd name="connsiteX37" fmla="*/ 183704 w 477485"/>
                <a:gd name="connsiteY37" fmla="*/ 203152 h 491738"/>
                <a:gd name="connsiteX38" fmla="*/ 192610 w 477485"/>
                <a:gd name="connsiteY38" fmla="*/ 212062 h 491738"/>
                <a:gd name="connsiteX39" fmla="*/ 198912 w 477485"/>
                <a:gd name="connsiteY39" fmla="*/ 209452 h 491738"/>
                <a:gd name="connsiteX40" fmla="*/ 241715 w 477485"/>
                <a:gd name="connsiteY40" fmla="*/ 166650 h 491738"/>
                <a:gd name="connsiteX41" fmla="*/ 284517 w 477485"/>
                <a:gd name="connsiteY41" fmla="*/ 209452 h 491738"/>
                <a:gd name="connsiteX42" fmla="*/ 297115 w 477485"/>
                <a:gd name="connsiteY42" fmla="*/ 209454 h 491738"/>
                <a:gd name="connsiteX43" fmla="*/ 299725 w 477485"/>
                <a:gd name="connsiteY43" fmla="*/ 203152 h 491738"/>
                <a:gd name="connsiteX44" fmla="*/ 299725 w 477485"/>
                <a:gd name="connsiteY44" fmla="*/ 113855 h 491738"/>
                <a:gd name="connsiteX45" fmla="*/ 474521 w 477485"/>
                <a:gd name="connsiteY45" fmla="*/ 113855 h 491738"/>
                <a:gd name="connsiteX46" fmla="*/ 483431 w 477485"/>
                <a:gd name="connsiteY46" fmla="*/ 104949 h 491738"/>
                <a:gd name="connsiteX47" fmla="*/ 482196 w 477485"/>
                <a:gd name="connsiteY47" fmla="*/ 100422 h 491738"/>
                <a:gd name="connsiteX48" fmla="*/ 425518 w 477485"/>
                <a:gd name="connsiteY48" fmla="*/ 4383 h 491738"/>
                <a:gd name="connsiteX49" fmla="*/ 417843 w 477485"/>
                <a:gd name="connsiteY49" fmla="*/ 0 h 491738"/>
                <a:gd name="connsiteX50" fmla="*/ 65587 w 477485"/>
                <a:gd name="connsiteY50" fmla="*/ 0 h 491738"/>
                <a:gd name="connsiteX51" fmla="*/ 57911 w 477485"/>
                <a:gd name="connsiteY51" fmla="*/ 4383 h 491738"/>
                <a:gd name="connsiteX52" fmla="*/ 1233 w 477485"/>
                <a:gd name="connsiteY52" fmla="*/ 100422 h 491738"/>
                <a:gd name="connsiteX53" fmla="*/ 0 w 477485"/>
                <a:gd name="connsiteY53" fmla="*/ 104947 h 491738"/>
                <a:gd name="connsiteX54" fmla="*/ 0 w 477485"/>
                <a:gd name="connsiteY54" fmla="*/ 483258 h 491738"/>
                <a:gd name="connsiteX55" fmla="*/ 8908 w 477485"/>
                <a:gd name="connsiteY55" fmla="*/ 492166 h 491738"/>
                <a:gd name="connsiteX56" fmla="*/ 474521 w 477485"/>
                <a:gd name="connsiteY56" fmla="*/ 492166 h 491738"/>
                <a:gd name="connsiteX57" fmla="*/ 483429 w 477485"/>
                <a:gd name="connsiteY57" fmla="*/ 483258 h 491738"/>
                <a:gd name="connsiteX58" fmla="*/ 483429 w 477485"/>
                <a:gd name="connsiteY58" fmla="*/ 154050 h 491738"/>
                <a:gd name="connsiteX59" fmla="*/ 474521 w 477485"/>
                <a:gd name="connsiteY59" fmla="*/ 145141 h 491738"/>
                <a:gd name="connsiteX60" fmla="*/ 458921 w 477485"/>
                <a:gd name="connsiteY60" fmla="*/ 96032 h 491738"/>
                <a:gd name="connsiteX61" fmla="*/ 298500 w 477485"/>
                <a:gd name="connsiteY61" fmla="*/ 96032 h 491738"/>
                <a:gd name="connsiteX62" fmla="*/ 286890 w 477485"/>
                <a:gd name="connsiteY62" fmla="*/ 17817 h 491738"/>
                <a:gd name="connsiteX63" fmla="*/ 412754 w 477485"/>
                <a:gd name="connsiteY63" fmla="*/ 17817 h 491738"/>
                <a:gd name="connsiteX64" fmla="*/ 268881 w 477485"/>
                <a:gd name="connsiteY64" fmla="*/ 17817 h 491738"/>
                <a:gd name="connsiteX65" fmla="*/ 280491 w 477485"/>
                <a:gd name="connsiteY65" fmla="*/ 96039 h 491738"/>
                <a:gd name="connsiteX66" fmla="*/ 202938 w 477485"/>
                <a:gd name="connsiteY66" fmla="*/ 96039 h 491738"/>
                <a:gd name="connsiteX67" fmla="*/ 214548 w 477485"/>
                <a:gd name="connsiteY67" fmla="*/ 17817 h 491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77485" h="491738">
                  <a:moveTo>
                    <a:pt x="474521" y="145141"/>
                  </a:moveTo>
                  <a:cubicBezTo>
                    <a:pt x="469601" y="145141"/>
                    <a:pt x="465612" y="149130"/>
                    <a:pt x="465612" y="154050"/>
                  </a:cubicBezTo>
                  <a:lnTo>
                    <a:pt x="465612" y="474350"/>
                  </a:lnTo>
                  <a:lnTo>
                    <a:pt x="201520" y="474350"/>
                  </a:lnTo>
                  <a:lnTo>
                    <a:pt x="201520" y="406561"/>
                  </a:lnTo>
                  <a:lnTo>
                    <a:pt x="235415" y="440455"/>
                  </a:lnTo>
                  <a:cubicBezTo>
                    <a:pt x="238893" y="443935"/>
                    <a:pt x="244533" y="443936"/>
                    <a:pt x="248013" y="440457"/>
                  </a:cubicBezTo>
                  <a:cubicBezTo>
                    <a:pt x="248013" y="440457"/>
                    <a:pt x="248014" y="440456"/>
                    <a:pt x="248015" y="440455"/>
                  </a:cubicBezTo>
                  <a:lnTo>
                    <a:pt x="281909" y="406561"/>
                  </a:lnTo>
                  <a:lnTo>
                    <a:pt x="281909" y="441175"/>
                  </a:lnTo>
                  <a:cubicBezTo>
                    <a:pt x="281909" y="446095"/>
                    <a:pt x="285897" y="450084"/>
                    <a:pt x="290817" y="450084"/>
                  </a:cubicBezTo>
                  <a:cubicBezTo>
                    <a:pt x="295737" y="450084"/>
                    <a:pt x="299725" y="446095"/>
                    <a:pt x="299725" y="441175"/>
                  </a:cubicBezTo>
                  <a:lnTo>
                    <a:pt x="299725" y="385053"/>
                  </a:lnTo>
                  <a:cubicBezTo>
                    <a:pt x="299726" y="380133"/>
                    <a:pt x="295739" y="376144"/>
                    <a:pt x="290819" y="376143"/>
                  </a:cubicBezTo>
                  <a:cubicBezTo>
                    <a:pt x="288455" y="376142"/>
                    <a:pt x="286188" y="377081"/>
                    <a:pt x="284517" y="378753"/>
                  </a:cubicBezTo>
                  <a:lnTo>
                    <a:pt x="241715" y="421563"/>
                  </a:lnTo>
                  <a:lnTo>
                    <a:pt x="198912" y="378760"/>
                  </a:lnTo>
                  <a:cubicBezTo>
                    <a:pt x="195433" y="375281"/>
                    <a:pt x="189793" y="375280"/>
                    <a:pt x="186314" y="378758"/>
                  </a:cubicBezTo>
                  <a:cubicBezTo>
                    <a:pt x="184642" y="380429"/>
                    <a:pt x="183703" y="382696"/>
                    <a:pt x="183704" y="385060"/>
                  </a:cubicBezTo>
                  <a:lnTo>
                    <a:pt x="183704" y="474350"/>
                  </a:lnTo>
                  <a:lnTo>
                    <a:pt x="17817" y="474350"/>
                  </a:lnTo>
                  <a:lnTo>
                    <a:pt x="17817" y="107377"/>
                  </a:lnTo>
                  <a:lnTo>
                    <a:pt x="70675" y="17817"/>
                  </a:lnTo>
                  <a:lnTo>
                    <a:pt x="196539" y="17817"/>
                  </a:lnTo>
                  <a:lnTo>
                    <a:pt x="184929" y="96039"/>
                  </a:lnTo>
                  <a:lnTo>
                    <a:pt x="64439" y="96039"/>
                  </a:lnTo>
                  <a:cubicBezTo>
                    <a:pt x="59519" y="96039"/>
                    <a:pt x="55531" y="100027"/>
                    <a:pt x="55531" y="104947"/>
                  </a:cubicBezTo>
                  <a:cubicBezTo>
                    <a:pt x="55531" y="109867"/>
                    <a:pt x="59519" y="113855"/>
                    <a:pt x="64439" y="113855"/>
                  </a:cubicBezTo>
                  <a:lnTo>
                    <a:pt x="281909" y="113855"/>
                  </a:lnTo>
                  <a:lnTo>
                    <a:pt x="281909" y="181644"/>
                  </a:lnTo>
                  <a:lnTo>
                    <a:pt x="248015" y="147735"/>
                  </a:lnTo>
                  <a:cubicBezTo>
                    <a:pt x="244536" y="144256"/>
                    <a:pt x="238896" y="144255"/>
                    <a:pt x="235416" y="147734"/>
                  </a:cubicBezTo>
                  <a:cubicBezTo>
                    <a:pt x="235416" y="147734"/>
                    <a:pt x="235415" y="147735"/>
                    <a:pt x="235415" y="147735"/>
                  </a:cubicBezTo>
                  <a:lnTo>
                    <a:pt x="201520" y="181644"/>
                  </a:lnTo>
                  <a:lnTo>
                    <a:pt x="201520" y="145120"/>
                  </a:lnTo>
                  <a:cubicBezTo>
                    <a:pt x="201520" y="140200"/>
                    <a:pt x="197532" y="136212"/>
                    <a:pt x="192612" y="136212"/>
                  </a:cubicBezTo>
                  <a:cubicBezTo>
                    <a:pt x="187692" y="136212"/>
                    <a:pt x="183704" y="140200"/>
                    <a:pt x="183704" y="145120"/>
                  </a:cubicBezTo>
                  <a:lnTo>
                    <a:pt x="183704" y="203152"/>
                  </a:lnTo>
                  <a:cubicBezTo>
                    <a:pt x="183703" y="208072"/>
                    <a:pt x="187690" y="212061"/>
                    <a:pt x="192610" y="212062"/>
                  </a:cubicBezTo>
                  <a:cubicBezTo>
                    <a:pt x="194974" y="212063"/>
                    <a:pt x="197241" y="211124"/>
                    <a:pt x="198912" y="209452"/>
                  </a:cubicBezTo>
                  <a:lnTo>
                    <a:pt x="241715" y="166650"/>
                  </a:lnTo>
                  <a:lnTo>
                    <a:pt x="284517" y="209452"/>
                  </a:lnTo>
                  <a:cubicBezTo>
                    <a:pt x="287996" y="212932"/>
                    <a:pt x="293636" y="212932"/>
                    <a:pt x="297115" y="209454"/>
                  </a:cubicBezTo>
                  <a:cubicBezTo>
                    <a:pt x="298787" y="207783"/>
                    <a:pt x="299726" y="205516"/>
                    <a:pt x="299725" y="203152"/>
                  </a:cubicBezTo>
                  <a:lnTo>
                    <a:pt x="299725" y="113855"/>
                  </a:lnTo>
                  <a:lnTo>
                    <a:pt x="474521" y="113855"/>
                  </a:lnTo>
                  <a:cubicBezTo>
                    <a:pt x="479441" y="113857"/>
                    <a:pt x="483430" y="109869"/>
                    <a:pt x="483431" y="104949"/>
                  </a:cubicBezTo>
                  <a:cubicBezTo>
                    <a:pt x="483432" y="103357"/>
                    <a:pt x="483005" y="101793"/>
                    <a:pt x="482196" y="100422"/>
                  </a:cubicBezTo>
                  <a:lnTo>
                    <a:pt x="425518" y="4383"/>
                  </a:lnTo>
                  <a:cubicBezTo>
                    <a:pt x="423915" y="1667"/>
                    <a:pt x="420996" y="1"/>
                    <a:pt x="417843" y="0"/>
                  </a:cubicBezTo>
                  <a:lnTo>
                    <a:pt x="65587" y="0"/>
                  </a:lnTo>
                  <a:cubicBezTo>
                    <a:pt x="62433" y="1"/>
                    <a:pt x="59514" y="1667"/>
                    <a:pt x="57911" y="4383"/>
                  </a:cubicBezTo>
                  <a:lnTo>
                    <a:pt x="1233" y="100422"/>
                  </a:lnTo>
                  <a:cubicBezTo>
                    <a:pt x="435" y="101797"/>
                    <a:pt x="10" y="103357"/>
                    <a:pt x="0" y="104947"/>
                  </a:cubicBezTo>
                  <a:lnTo>
                    <a:pt x="0" y="483258"/>
                  </a:lnTo>
                  <a:cubicBezTo>
                    <a:pt x="0" y="488178"/>
                    <a:pt x="3988" y="492166"/>
                    <a:pt x="8908" y="492166"/>
                  </a:cubicBezTo>
                  <a:lnTo>
                    <a:pt x="474521" y="492166"/>
                  </a:lnTo>
                  <a:cubicBezTo>
                    <a:pt x="479441" y="492166"/>
                    <a:pt x="483429" y="488178"/>
                    <a:pt x="483429" y="483258"/>
                  </a:cubicBezTo>
                  <a:lnTo>
                    <a:pt x="483429" y="154050"/>
                  </a:lnTo>
                  <a:cubicBezTo>
                    <a:pt x="483429" y="149130"/>
                    <a:pt x="479441" y="145141"/>
                    <a:pt x="474521" y="145141"/>
                  </a:cubicBezTo>
                  <a:close/>
                  <a:moveTo>
                    <a:pt x="458921" y="96032"/>
                  </a:moveTo>
                  <a:lnTo>
                    <a:pt x="298500" y="96032"/>
                  </a:lnTo>
                  <a:lnTo>
                    <a:pt x="286890" y="17817"/>
                  </a:lnTo>
                  <a:lnTo>
                    <a:pt x="412754" y="17817"/>
                  </a:lnTo>
                  <a:close/>
                  <a:moveTo>
                    <a:pt x="268881" y="17817"/>
                  </a:moveTo>
                  <a:lnTo>
                    <a:pt x="280491" y="96039"/>
                  </a:lnTo>
                  <a:lnTo>
                    <a:pt x="202938" y="96039"/>
                  </a:lnTo>
                  <a:lnTo>
                    <a:pt x="214548" y="17817"/>
                  </a:ln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4" name="Group 269">
            <a:extLst>
              <a:ext uri="{FF2B5EF4-FFF2-40B4-BE49-F238E27FC236}">
                <a16:creationId xmlns:a16="http://schemas.microsoft.com/office/drawing/2014/main" id="{358B75AE-D42E-20DA-35BD-1EF1929F06ED}"/>
              </a:ext>
            </a:extLst>
          </p:cNvPr>
          <p:cNvGrpSpPr/>
          <p:nvPr/>
        </p:nvGrpSpPr>
        <p:grpSpPr>
          <a:xfrm>
            <a:off x="6945209" y="2251294"/>
            <a:ext cx="339699" cy="492167"/>
            <a:chOff x="6945209" y="2251294"/>
            <a:chExt cx="339699" cy="492167"/>
          </a:xfrm>
        </p:grpSpPr>
        <p:sp>
          <p:nvSpPr>
            <p:cNvPr id="165" name="Freeform: Shape 139">
              <a:extLst>
                <a:ext uri="{FF2B5EF4-FFF2-40B4-BE49-F238E27FC236}">
                  <a16:creationId xmlns:a16="http://schemas.microsoft.com/office/drawing/2014/main" id="{8C58DB1D-DE48-B60D-105B-C50355A0C60A}"/>
                </a:ext>
              </a:extLst>
            </p:cNvPr>
            <p:cNvSpPr/>
            <p:nvPr/>
          </p:nvSpPr>
          <p:spPr>
            <a:xfrm>
              <a:off x="6954117" y="2260203"/>
              <a:ext cx="321889" cy="474351"/>
            </a:xfrm>
            <a:custGeom>
              <a:avLst/>
              <a:gdLst>
                <a:gd name="connsiteX0" fmla="*/ 235693 w 321889"/>
                <a:gd name="connsiteY0" fmla="*/ 369381 h 474351"/>
                <a:gd name="connsiteX1" fmla="*/ 235693 w 321889"/>
                <a:gd name="connsiteY1" fmla="*/ 406119 h 474351"/>
                <a:gd name="connsiteX2" fmla="*/ 272431 w 321889"/>
                <a:gd name="connsiteY2" fmla="*/ 406119 h 474351"/>
                <a:gd name="connsiteX3" fmla="*/ 272431 w 321889"/>
                <a:gd name="connsiteY3" fmla="*/ 369381 h 474351"/>
                <a:gd name="connsiteX4" fmla="*/ 142576 w 321889"/>
                <a:gd name="connsiteY4" fmla="*/ 369381 h 474351"/>
                <a:gd name="connsiteX5" fmla="*/ 142576 w 321889"/>
                <a:gd name="connsiteY5" fmla="*/ 406119 h 474351"/>
                <a:gd name="connsiteX6" fmla="*/ 179314 w 321889"/>
                <a:gd name="connsiteY6" fmla="*/ 406119 h 474351"/>
                <a:gd name="connsiteX7" fmla="*/ 179314 w 321889"/>
                <a:gd name="connsiteY7" fmla="*/ 369381 h 474351"/>
                <a:gd name="connsiteX8" fmla="*/ 49459 w 321889"/>
                <a:gd name="connsiteY8" fmla="*/ 369381 h 474351"/>
                <a:gd name="connsiteX9" fmla="*/ 49459 w 321889"/>
                <a:gd name="connsiteY9" fmla="*/ 406119 h 474351"/>
                <a:gd name="connsiteX10" fmla="*/ 86197 w 321889"/>
                <a:gd name="connsiteY10" fmla="*/ 406119 h 474351"/>
                <a:gd name="connsiteX11" fmla="*/ 86197 w 321889"/>
                <a:gd name="connsiteY11" fmla="*/ 369381 h 474351"/>
                <a:gd name="connsiteX12" fmla="*/ 235693 w 321889"/>
                <a:gd name="connsiteY12" fmla="*/ 282493 h 474351"/>
                <a:gd name="connsiteX13" fmla="*/ 235693 w 321889"/>
                <a:gd name="connsiteY13" fmla="*/ 319231 h 474351"/>
                <a:gd name="connsiteX14" fmla="*/ 272431 w 321889"/>
                <a:gd name="connsiteY14" fmla="*/ 319231 h 474351"/>
                <a:gd name="connsiteX15" fmla="*/ 272431 w 321889"/>
                <a:gd name="connsiteY15" fmla="*/ 282493 h 474351"/>
                <a:gd name="connsiteX16" fmla="*/ 142576 w 321889"/>
                <a:gd name="connsiteY16" fmla="*/ 282493 h 474351"/>
                <a:gd name="connsiteX17" fmla="*/ 142576 w 321889"/>
                <a:gd name="connsiteY17" fmla="*/ 319231 h 474351"/>
                <a:gd name="connsiteX18" fmla="*/ 179314 w 321889"/>
                <a:gd name="connsiteY18" fmla="*/ 319231 h 474351"/>
                <a:gd name="connsiteX19" fmla="*/ 179314 w 321889"/>
                <a:gd name="connsiteY19" fmla="*/ 282493 h 474351"/>
                <a:gd name="connsiteX20" fmla="*/ 49459 w 321889"/>
                <a:gd name="connsiteY20" fmla="*/ 282493 h 474351"/>
                <a:gd name="connsiteX21" fmla="*/ 49459 w 321889"/>
                <a:gd name="connsiteY21" fmla="*/ 319231 h 474351"/>
                <a:gd name="connsiteX22" fmla="*/ 86197 w 321889"/>
                <a:gd name="connsiteY22" fmla="*/ 319231 h 474351"/>
                <a:gd name="connsiteX23" fmla="*/ 86197 w 321889"/>
                <a:gd name="connsiteY23" fmla="*/ 282493 h 474351"/>
                <a:gd name="connsiteX24" fmla="*/ 235693 w 321889"/>
                <a:gd name="connsiteY24" fmla="*/ 195605 h 474351"/>
                <a:gd name="connsiteX25" fmla="*/ 235693 w 321889"/>
                <a:gd name="connsiteY25" fmla="*/ 232343 h 474351"/>
                <a:gd name="connsiteX26" fmla="*/ 272431 w 321889"/>
                <a:gd name="connsiteY26" fmla="*/ 232343 h 474351"/>
                <a:gd name="connsiteX27" fmla="*/ 272431 w 321889"/>
                <a:gd name="connsiteY27" fmla="*/ 195605 h 474351"/>
                <a:gd name="connsiteX28" fmla="*/ 142576 w 321889"/>
                <a:gd name="connsiteY28" fmla="*/ 195605 h 474351"/>
                <a:gd name="connsiteX29" fmla="*/ 142576 w 321889"/>
                <a:gd name="connsiteY29" fmla="*/ 232343 h 474351"/>
                <a:gd name="connsiteX30" fmla="*/ 179314 w 321889"/>
                <a:gd name="connsiteY30" fmla="*/ 232343 h 474351"/>
                <a:gd name="connsiteX31" fmla="*/ 179314 w 321889"/>
                <a:gd name="connsiteY31" fmla="*/ 195605 h 474351"/>
                <a:gd name="connsiteX32" fmla="*/ 49459 w 321889"/>
                <a:gd name="connsiteY32" fmla="*/ 195605 h 474351"/>
                <a:gd name="connsiteX33" fmla="*/ 49459 w 321889"/>
                <a:gd name="connsiteY33" fmla="*/ 232343 h 474351"/>
                <a:gd name="connsiteX34" fmla="*/ 86197 w 321889"/>
                <a:gd name="connsiteY34" fmla="*/ 232343 h 474351"/>
                <a:gd name="connsiteX35" fmla="*/ 86197 w 321889"/>
                <a:gd name="connsiteY35" fmla="*/ 195605 h 474351"/>
                <a:gd name="connsiteX36" fmla="*/ 49459 w 321889"/>
                <a:gd name="connsiteY36" fmla="*/ 47142 h 474351"/>
                <a:gd name="connsiteX37" fmla="*/ 49459 w 321889"/>
                <a:gd name="connsiteY37" fmla="*/ 129098 h 474351"/>
                <a:gd name="connsiteX38" fmla="*/ 272430 w 321889"/>
                <a:gd name="connsiteY38" fmla="*/ 129098 h 474351"/>
                <a:gd name="connsiteX39" fmla="*/ 272430 w 321889"/>
                <a:gd name="connsiteY39" fmla="*/ 47142 h 474351"/>
                <a:gd name="connsiteX40" fmla="*/ 0 w 321889"/>
                <a:gd name="connsiteY40" fmla="*/ 0 h 474351"/>
                <a:gd name="connsiteX41" fmla="*/ 321889 w 321889"/>
                <a:gd name="connsiteY41" fmla="*/ 0 h 474351"/>
                <a:gd name="connsiteX42" fmla="*/ 321889 w 321889"/>
                <a:gd name="connsiteY42" fmla="*/ 474351 h 474351"/>
                <a:gd name="connsiteX43" fmla="*/ 0 w 321889"/>
                <a:gd name="connsiteY43" fmla="*/ 474351 h 474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21889" h="474351">
                  <a:moveTo>
                    <a:pt x="235693" y="369381"/>
                  </a:moveTo>
                  <a:lnTo>
                    <a:pt x="235693" y="406119"/>
                  </a:lnTo>
                  <a:lnTo>
                    <a:pt x="272431" y="406119"/>
                  </a:lnTo>
                  <a:lnTo>
                    <a:pt x="272431" y="369381"/>
                  </a:lnTo>
                  <a:close/>
                  <a:moveTo>
                    <a:pt x="142576" y="369381"/>
                  </a:moveTo>
                  <a:lnTo>
                    <a:pt x="142576" y="406119"/>
                  </a:lnTo>
                  <a:lnTo>
                    <a:pt x="179314" y="406119"/>
                  </a:lnTo>
                  <a:lnTo>
                    <a:pt x="179314" y="369381"/>
                  </a:lnTo>
                  <a:close/>
                  <a:moveTo>
                    <a:pt x="49459" y="369381"/>
                  </a:moveTo>
                  <a:lnTo>
                    <a:pt x="49459" y="406119"/>
                  </a:lnTo>
                  <a:lnTo>
                    <a:pt x="86197" y="406119"/>
                  </a:lnTo>
                  <a:lnTo>
                    <a:pt x="86197" y="369381"/>
                  </a:lnTo>
                  <a:close/>
                  <a:moveTo>
                    <a:pt x="235693" y="282493"/>
                  </a:moveTo>
                  <a:lnTo>
                    <a:pt x="235693" y="319231"/>
                  </a:lnTo>
                  <a:lnTo>
                    <a:pt x="272431" y="319231"/>
                  </a:lnTo>
                  <a:lnTo>
                    <a:pt x="272431" y="282493"/>
                  </a:lnTo>
                  <a:close/>
                  <a:moveTo>
                    <a:pt x="142576" y="282493"/>
                  </a:moveTo>
                  <a:lnTo>
                    <a:pt x="142576" y="319231"/>
                  </a:lnTo>
                  <a:lnTo>
                    <a:pt x="179314" y="319231"/>
                  </a:lnTo>
                  <a:lnTo>
                    <a:pt x="179314" y="282493"/>
                  </a:lnTo>
                  <a:close/>
                  <a:moveTo>
                    <a:pt x="49459" y="282493"/>
                  </a:moveTo>
                  <a:lnTo>
                    <a:pt x="49459" y="319231"/>
                  </a:lnTo>
                  <a:lnTo>
                    <a:pt x="86197" y="319231"/>
                  </a:lnTo>
                  <a:lnTo>
                    <a:pt x="86197" y="282493"/>
                  </a:lnTo>
                  <a:close/>
                  <a:moveTo>
                    <a:pt x="235693" y="195605"/>
                  </a:moveTo>
                  <a:lnTo>
                    <a:pt x="235693" y="232343"/>
                  </a:lnTo>
                  <a:lnTo>
                    <a:pt x="272431" y="232343"/>
                  </a:lnTo>
                  <a:lnTo>
                    <a:pt x="272431" y="195605"/>
                  </a:lnTo>
                  <a:close/>
                  <a:moveTo>
                    <a:pt x="142576" y="195605"/>
                  </a:moveTo>
                  <a:lnTo>
                    <a:pt x="142576" y="232343"/>
                  </a:lnTo>
                  <a:lnTo>
                    <a:pt x="179314" y="232343"/>
                  </a:lnTo>
                  <a:lnTo>
                    <a:pt x="179314" y="195605"/>
                  </a:lnTo>
                  <a:close/>
                  <a:moveTo>
                    <a:pt x="49459" y="195605"/>
                  </a:moveTo>
                  <a:lnTo>
                    <a:pt x="49459" y="232343"/>
                  </a:lnTo>
                  <a:lnTo>
                    <a:pt x="86197" y="232343"/>
                  </a:lnTo>
                  <a:lnTo>
                    <a:pt x="86197" y="195605"/>
                  </a:lnTo>
                  <a:close/>
                  <a:moveTo>
                    <a:pt x="49459" y="47142"/>
                  </a:moveTo>
                  <a:lnTo>
                    <a:pt x="49459" y="129098"/>
                  </a:lnTo>
                  <a:lnTo>
                    <a:pt x="272430" y="129098"/>
                  </a:lnTo>
                  <a:lnTo>
                    <a:pt x="272430" y="47142"/>
                  </a:lnTo>
                  <a:close/>
                  <a:moveTo>
                    <a:pt x="0" y="0"/>
                  </a:moveTo>
                  <a:lnTo>
                    <a:pt x="321889" y="0"/>
                  </a:lnTo>
                  <a:lnTo>
                    <a:pt x="321889" y="474351"/>
                  </a:lnTo>
                  <a:lnTo>
                    <a:pt x="0" y="474351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" name="Freeform: Shape 140">
              <a:extLst>
                <a:ext uri="{FF2B5EF4-FFF2-40B4-BE49-F238E27FC236}">
                  <a16:creationId xmlns:a16="http://schemas.microsoft.com/office/drawing/2014/main" id="{B4C21819-0BC7-1C66-FBD2-8916978B403E}"/>
                </a:ext>
              </a:extLst>
            </p:cNvPr>
            <p:cNvSpPr/>
            <p:nvPr/>
          </p:nvSpPr>
          <p:spPr>
            <a:xfrm>
              <a:off x="6945209" y="2251294"/>
              <a:ext cx="339699" cy="492167"/>
            </a:xfrm>
            <a:custGeom>
              <a:avLst/>
              <a:gdLst>
                <a:gd name="connsiteX0" fmla="*/ 160393 w 339699"/>
                <a:gd name="connsiteY0" fmla="*/ 387192 h 492167"/>
                <a:gd name="connsiteX1" fmla="*/ 160393 w 339699"/>
                <a:gd name="connsiteY1" fmla="*/ 406114 h 492167"/>
                <a:gd name="connsiteX2" fmla="*/ 179307 w 339699"/>
                <a:gd name="connsiteY2" fmla="*/ 406114 h 492167"/>
                <a:gd name="connsiteX3" fmla="*/ 179307 w 339699"/>
                <a:gd name="connsiteY3" fmla="*/ 387192 h 492167"/>
                <a:gd name="connsiteX4" fmla="*/ 67269 w 339699"/>
                <a:gd name="connsiteY4" fmla="*/ 387192 h 492167"/>
                <a:gd name="connsiteX5" fmla="*/ 67269 w 339699"/>
                <a:gd name="connsiteY5" fmla="*/ 406114 h 492167"/>
                <a:gd name="connsiteX6" fmla="*/ 86197 w 339699"/>
                <a:gd name="connsiteY6" fmla="*/ 406114 h 492167"/>
                <a:gd name="connsiteX7" fmla="*/ 86190 w 339699"/>
                <a:gd name="connsiteY7" fmla="*/ 387192 h 492167"/>
                <a:gd name="connsiteX8" fmla="*/ 244593 w 339699"/>
                <a:gd name="connsiteY8" fmla="*/ 369375 h 492167"/>
                <a:gd name="connsiteX9" fmla="*/ 281339 w 339699"/>
                <a:gd name="connsiteY9" fmla="*/ 369375 h 492167"/>
                <a:gd name="connsiteX10" fmla="*/ 290248 w 339699"/>
                <a:gd name="connsiteY10" fmla="*/ 378283 h 492167"/>
                <a:gd name="connsiteX11" fmla="*/ 281339 w 339699"/>
                <a:gd name="connsiteY11" fmla="*/ 387192 h 492167"/>
                <a:gd name="connsiteX12" fmla="*/ 253503 w 339699"/>
                <a:gd name="connsiteY12" fmla="*/ 387192 h 492167"/>
                <a:gd name="connsiteX13" fmla="*/ 253503 w 339699"/>
                <a:gd name="connsiteY13" fmla="*/ 406114 h 492167"/>
                <a:gd name="connsiteX14" fmla="*/ 281332 w 339699"/>
                <a:gd name="connsiteY14" fmla="*/ 406114 h 492167"/>
                <a:gd name="connsiteX15" fmla="*/ 290240 w 339699"/>
                <a:gd name="connsiteY15" fmla="*/ 415022 h 492167"/>
                <a:gd name="connsiteX16" fmla="*/ 281332 w 339699"/>
                <a:gd name="connsiteY16" fmla="*/ 423930 h 492167"/>
                <a:gd name="connsiteX17" fmla="*/ 244593 w 339699"/>
                <a:gd name="connsiteY17" fmla="*/ 423930 h 492167"/>
                <a:gd name="connsiteX18" fmla="*/ 235685 w 339699"/>
                <a:gd name="connsiteY18" fmla="*/ 415022 h 492167"/>
                <a:gd name="connsiteX19" fmla="*/ 235685 w 339699"/>
                <a:gd name="connsiteY19" fmla="*/ 378283 h 492167"/>
                <a:gd name="connsiteX20" fmla="*/ 244593 w 339699"/>
                <a:gd name="connsiteY20" fmla="*/ 369375 h 492167"/>
                <a:gd name="connsiteX21" fmla="*/ 151484 w 339699"/>
                <a:gd name="connsiteY21" fmla="*/ 369375 h 492167"/>
                <a:gd name="connsiteX22" fmla="*/ 188216 w 339699"/>
                <a:gd name="connsiteY22" fmla="*/ 369375 h 492167"/>
                <a:gd name="connsiteX23" fmla="*/ 188223 w 339699"/>
                <a:gd name="connsiteY23" fmla="*/ 369375 h 492167"/>
                <a:gd name="connsiteX24" fmla="*/ 197124 w 339699"/>
                <a:gd name="connsiteY24" fmla="*/ 378290 h 492167"/>
                <a:gd name="connsiteX25" fmla="*/ 197124 w 339699"/>
                <a:gd name="connsiteY25" fmla="*/ 415022 h 492167"/>
                <a:gd name="connsiteX26" fmla="*/ 188216 w 339699"/>
                <a:gd name="connsiteY26" fmla="*/ 423930 h 492167"/>
                <a:gd name="connsiteX27" fmla="*/ 151484 w 339699"/>
                <a:gd name="connsiteY27" fmla="*/ 423930 h 492167"/>
                <a:gd name="connsiteX28" fmla="*/ 142576 w 339699"/>
                <a:gd name="connsiteY28" fmla="*/ 415022 h 492167"/>
                <a:gd name="connsiteX29" fmla="*/ 142576 w 339699"/>
                <a:gd name="connsiteY29" fmla="*/ 378283 h 492167"/>
                <a:gd name="connsiteX30" fmla="*/ 151484 w 339699"/>
                <a:gd name="connsiteY30" fmla="*/ 369375 h 492167"/>
                <a:gd name="connsiteX31" fmla="*/ 58360 w 339699"/>
                <a:gd name="connsiteY31" fmla="*/ 369375 h 492167"/>
                <a:gd name="connsiteX32" fmla="*/ 95106 w 339699"/>
                <a:gd name="connsiteY32" fmla="*/ 369375 h 492167"/>
                <a:gd name="connsiteX33" fmla="*/ 104008 w 339699"/>
                <a:gd name="connsiteY33" fmla="*/ 378290 h 492167"/>
                <a:gd name="connsiteX34" fmla="*/ 104008 w 339699"/>
                <a:gd name="connsiteY34" fmla="*/ 415022 h 492167"/>
                <a:gd name="connsiteX35" fmla="*/ 95099 w 339699"/>
                <a:gd name="connsiteY35" fmla="*/ 423930 h 492167"/>
                <a:gd name="connsiteX36" fmla="*/ 58360 w 339699"/>
                <a:gd name="connsiteY36" fmla="*/ 423930 h 492167"/>
                <a:gd name="connsiteX37" fmla="*/ 49452 w 339699"/>
                <a:gd name="connsiteY37" fmla="*/ 415022 h 492167"/>
                <a:gd name="connsiteX38" fmla="*/ 49452 w 339699"/>
                <a:gd name="connsiteY38" fmla="*/ 378283 h 492167"/>
                <a:gd name="connsiteX39" fmla="*/ 58360 w 339699"/>
                <a:gd name="connsiteY39" fmla="*/ 369375 h 492167"/>
                <a:gd name="connsiteX40" fmla="*/ 253503 w 339699"/>
                <a:gd name="connsiteY40" fmla="*/ 300311 h 492167"/>
                <a:gd name="connsiteX41" fmla="*/ 253503 w 339699"/>
                <a:gd name="connsiteY41" fmla="*/ 319197 h 492167"/>
                <a:gd name="connsiteX42" fmla="*/ 272431 w 339699"/>
                <a:gd name="connsiteY42" fmla="*/ 319197 h 492167"/>
                <a:gd name="connsiteX43" fmla="*/ 272424 w 339699"/>
                <a:gd name="connsiteY43" fmla="*/ 300311 h 492167"/>
                <a:gd name="connsiteX44" fmla="*/ 67269 w 339699"/>
                <a:gd name="connsiteY44" fmla="*/ 300311 h 492167"/>
                <a:gd name="connsiteX45" fmla="*/ 67269 w 339699"/>
                <a:gd name="connsiteY45" fmla="*/ 319197 h 492167"/>
                <a:gd name="connsiteX46" fmla="*/ 86197 w 339699"/>
                <a:gd name="connsiteY46" fmla="*/ 319197 h 492167"/>
                <a:gd name="connsiteX47" fmla="*/ 86190 w 339699"/>
                <a:gd name="connsiteY47" fmla="*/ 300311 h 492167"/>
                <a:gd name="connsiteX48" fmla="*/ 244593 w 339699"/>
                <a:gd name="connsiteY48" fmla="*/ 282494 h 492167"/>
                <a:gd name="connsiteX49" fmla="*/ 281339 w 339699"/>
                <a:gd name="connsiteY49" fmla="*/ 282494 h 492167"/>
                <a:gd name="connsiteX50" fmla="*/ 290248 w 339699"/>
                <a:gd name="connsiteY50" fmla="*/ 291402 h 492167"/>
                <a:gd name="connsiteX51" fmla="*/ 290240 w 339699"/>
                <a:gd name="connsiteY51" fmla="*/ 328134 h 492167"/>
                <a:gd name="connsiteX52" fmla="*/ 281332 w 339699"/>
                <a:gd name="connsiteY52" fmla="*/ 337042 h 492167"/>
                <a:gd name="connsiteX53" fmla="*/ 244593 w 339699"/>
                <a:gd name="connsiteY53" fmla="*/ 337042 h 492167"/>
                <a:gd name="connsiteX54" fmla="*/ 235685 w 339699"/>
                <a:gd name="connsiteY54" fmla="*/ 328134 h 492167"/>
                <a:gd name="connsiteX55" fmla="*/ 235685 w 339699"/>
                <a:gd name="connsiteY55" fmla="*/ 291402 h 492167"/>
                <a:gd name="connsiteX56" fmla="*/ 244593 w 339699"/>
                <a:gd name="connsiteY56" fmla="*/ 282494 h 492167"/>
                <a:gd name="connsiteX57" fmla="*/ 151484 w 339699"/>
                <a:gd name="connsiteY57" fmla="*/ 282494 h 492167"/>
                <a:gd name="connsiteX58" fmla="*/ 188216 w 339699"/>
                <a:gd name="connsiteY58" fmla="*/ 282494 h 492167"/>
                <a:gd name="connsiteX59" fmla="*/ 197124 w 339699"/>
                <a:gd name="connsiteY59" fmla="*/ 291402 h 492167"/>
                <a:gd name="connsiteX60" fmla="*/ 197124 w 339699"/>
                <a:gd name="connsiteY60" fmla="*/ 328134 h 492167"/>
                <a:gd name="connsiteX61" fmla="*/ 188216 w 339699"/>
                <a:gd name="connsiteY61" fmla="*/ 337042 h 492167"/>
                <a:gd name="connsiteX62" fmla="*/ 179307 w 339699"/>
                <a:gd name="connsiteY62" fmla="*/ 328134 h 492167"/>
                <a:gd name="connsiteX63" fmla="*/ 179307 w 339699"/>
                <a:gd name="connsiteY63" fmla="*/ 300339 h 492167"/>
                <a:gd name="connsiteX64" fmla="*/ 160393 w 339699"/>
                <a:gd name="connsiteY64" fmla="*/ 300339 h 492167"/>
                <a:gd name="connsiteX65" fmla="*/ 160393 w 339699"/>
                <a:gd name="connsiteY65" fmla="*/ 328134 h 492167"/>
                <a:gd name="connsiteX66" fmla="*/ 151484 w 339699"/>
                <a:gd name="connsiteY66" fmla="*/ 337042 h 492167"/>
                <a:gd name="connsiteX67" fmla="*/ 142576 w 339699"/>
                <a:gd name="connsiteY67" fmla="*/ 328134 h 492167"/>
                <a:gd name="connsiteX68" fmla="*/ 142576 w 339699"/>
                <a:gd name="connsiteY68" fmla="*/ 291402 h 492167"/>
                <a:gd name="connsiteX69" fmla="*/ 151484 w 339699"/>
                <a:gd name="connsiteY69" fmla="*/ 282494 h 492167"/>
                <a:gd name="connsiteX70" fmla="*/ 58360 w 339699"/>
                <a:gd name="connsiteY70" fmla="*/ 282494 h 492167"/>
                <a:gd name="connsiteX71" fmla="*/ 95106 w 339699"/>
                <a:gd name="connsiteY71" fmla="*/ 282494 h 492167"/>
                <a:gd name="connsiteX72" fmla="*/ 104015 w 339699"/>
                <a:gd name="connsiteY72" fmla="*/ 291402 h 492167"/>
                <a:gd name="connsiteX73" fmla="*/ 104008 w 339699"/>
                <a:gd name="connsiteY73" fmla="*/ 328134 h 492167"/>
                <a:gd name="connsiteX74" fmla="*/ 95099 w 339699"/>
                <a:gd name="connsiteY74" fmla="*/ 337042 h 492167"/>
                <a:gd name="connsiteX75" fmla="*/ 58360 w 339699"/>
                <a:gd name="connsiteY75" fmla="*/ 337042 h 492167"/>
                <a:gd name="connsiteX76" fmla="*/ 49452 w 339699"/>
                <a:gd name="connsiteY76" fmla="*/ 328134 h 492167"/>
                <a:gd name="connsiteX77" fmla="*/ 49452 w 339699"/>
                <a:gd name="connsiteY77" fmla="*/ 291402 h 492167"/>
                <a:gd name="connsiteX78" fmla="*/ 58360 w 339699"/>
                <a:gd name="connsiteY78" fmla="*/ 282494 h 492167"/>
                <a:gd name="connsiteX79" fmla="*/ 253503 w 339699"/>
                <a:gd name="connsiteY79" fmla="*/ 213422 h 492167"/>
                <a:gd name="connsiteX80" fmla="*/ 253503 w 339699"/>
                <a:gd name="connsiteY80" fmla="*/ 232344 h 492167"/>
                <a:gd name="connsiteX81" fmla="*/ 272431 w 339699"/>
                <a:gd name="connsiteY81" fmla="*/ 232344 h 492167"/>
                <a:gd name="connsiteX82" fmla="*/ 272424 w 339699"/>
                <a:gd name="connsiteY82" fmla="*/ 213422 h 492167"/>
                <a:gd name="connsiteX83" fmla="*/ 160393 w 339699"/>
                <a:gd name="connsiteY83" fmla="*/ 213422 h 492167"/>
                <a:gd name="connsiteX84" fmla="*/ 160393 w 339699"/>
                <a:gd name="connsiteY84" fmla="*/ 232344 h 492167"/>
                <a:gd name="connsiteX85" fmla="*/ 179307 w 339699"/>
                <a:gd name="connsiteY85" fmla="*/ 232344 h 492167"/>
                <a:gd name="connsiteX86" fmla="*/ 179307 w 339699"/>
                <a:gd name="connsiteY86" fmla="*/ 213422 h 492167"/>
                <a:gd name="connsiteX87" fmla="*/ 67269 w 339699"/>
                <a:gd name="connsiteY87" fmla="*/ 213422 h 492167"/>
                <a:gd name="connsiteX88" fmla="*/ 67269 w 339699"/>
                <a:gd name="connsiteY88" fmla="*/ 232344 h 492167"/>
                <a:gd name="connsiteX89" fmla="*/ 86197 w 339699"/>
                <a:gd name="connsiteY89" fmla="*/ 232344 h 492167"/>
                <a:gd name="connsiteX90" fmla="*/ 86190 w 339699"/>
                <a:gd name="connsiteY90" fmla="*/ 213422 h 492167"/>
                <a:gd name="connsiteX91" fmla="*/ 244593 w 339699"/>
                <a:gd name="connsiteY91" fmla="*/ 195605 h 492167"/>
                <a:gd name="connsiteX92" fmla="*/ 281339 w 339699"/>
                <a:gd name="connsiteY92" fmla="*/ 195605 h 492167"/>
                <a:gd name="connsiteX93" fmla="*/ 290248 w 339699"/>
                <a:gd name="connsiteY93" fmla="*/ 204513 h 492167"/>
                <a:gd name="connsiteX94" fmla="*/ 290240 w 339699"/>
                <a:gd name="connsiteY94" fmla="*/ 241252 h 492167"/>
                <a:gd name="connsiteX95" fmla="*/ 281332 w 339699"/>
                <a:gd name="connsiteY95" fmla="*/ 250160 h 492167"/>
                <a:gd name="connsiteX96" fmla="*/ 244593 w 339699"/>
                <a:gd name="connsiteY96" fmla="*/ 250160 h 492167"/>
                <a:gd name="connsiteX97" fmla="*/ 235685 w 339699"/>
                <a:gd name="connsiteY97" fmla="*/ 241252 h 492167"/>
                <a:gd name="connsiteX98" fmla="*/ 235685 w 339699"/>
                <a:gd name="connsiteY98" fmla="*/ 204513 h 492167"/>
                <a:gd name="connsiteX99" fmla="*/ 244593 w 339699"/>
                <a:gd name="connsiteY99" fmla="*/ 195605 h 492167"/>
                <a:gd name="connsiteX100" fmla="*/ 151484 w 339699"/>
                <a:gd name="connsiteY100" fmla="*/ 195605 h 492167"/>
                <a:gd name="connsiteX101" fmla="*/ 188216 w 339699"/>
                <a:gd name="connsiteY101" fmla="*/ 195605 h 492167"/>
                <a:gd name="connsiteX102" fmla="*/ 197124 w 339699"/>
                <a:gd name="connsiteY102" fmla="*/ 204513 h 492167"/>
                <a:gd name="connsiteX103" fmla="*/ 197124 w 339699"/>
                <a:gd name="connsiteY103" fmla="*/ 241252 h 492167"/>
                <a:gd name="connsiteX104" fmla="*/ 188216 w 339699"/>
                <a:gd name="connsiteY104" fmla="*/ 250160 h 492167"/>
                <a:gd name="connsiteX105" fmla="*/ 151484 w 339699"/>
                <a:gd name="connsiteY105" fmla="*/ 250160 h 492167"/>
                <a:gd name="connsiteX106" fmla="*/ 142576 w 339699"/>
                <a:gd name="connsiteY106" fmla="*/ 241252 h 492167"/>
                <a:gd name="connsiteX107" fmla="*/ 142576 w 339699"/>
                <a:gd name="connsiteY107" fmla="*/ 204513 h 492167"/>
                <a:gd name="connsiteX108" fmla="*/ 151484 w 339699"/>
                <a:gd name="connsiteY108" fmla="*/ 195605 h 492167"/>
                <a:gd name="connsiteX109" fmla="*/ 58360 w 339699"/>
                <a:gd name="connsiteY109" fmla="*/ 195605 h 492167"/>
                <a:gd name="connsiteX110" fmla="*/ 95106 w 339699"/>
                <a:gd name="connsiteY110" fmla="*/ 195605 h 492167"/>
                <a:gd name="connsiteX111" fmla="*/ 104015 w 339699"/>
                <a:gd name="connsiteY111" fmla="*/ 204513 h 492167"/>
                <a:gd name="connsiteX112" fmla="*/ 104008 w 339699"/>
                <a:gd name="connsiteY112" fmla="*/ 241252 h 492167"/>
                <a:gd name="connsiteX113" fmla="*/ 95099 w 339699"/>
                <a:gd name="connsiteY113" fmla="*/ 250160 h 492167"/>
                <a:gd name="connsiteX114" fmla="*/ 58360 w 339699"/>
                <a:gd name="connsiteY114" fmla="*/ 250160 h 492167"/>
                <a:gd name="connsiteX115" fmla="*/ 49452 w 339699"/>
                <a:gd name="connsiteY115" fmla="*/ 241252 h 492167"/>
                <a:gd name="connsiteX116" fmla="*/ 49452 w 339699"/>
                <a:gd name="connsiteY116" fmla="*/ 204513 h 492167"/>
                <a:gd name="connsiteX117" fmla="*/ 58360 w 339699"/>
                <a:gd name="connsiteY117" fmla="*/ 195605 h 492167"/>
                <a:gd name="connsiteX118" fmla="*/ 58360 w 339699"/>
                <a:gd name="connsiteY118" fmla="*/ 47143 h 492167"/>
                <a:gd name="connsiteX119" fmla="*/ 281339 w 339699"/>
                <a:gd name="connsiteY119" fmla="*/ 47143 h 492167"/>
                <a:gd name="connsiteX120" fmla="*/ 290247 w 339699"/>
                <a:gd name="connsiteY120" fmla="*/ 56051 h 492167"/>
                <a:gd name="connsiteX121" fmla="*/ 290247 w 339699"/>
                <a:gd name="connsiteY121" fmla="*/ 138008 h 492167"/>
                <a:gd name="connsiteX122" fmla="*/ 281339 w 339699"/>
                <a:gd name="connsiteY122" fmla="*/ 146916 h 492167"/>
                <a:gd name="connsiteX123" fmla="*/ 102146 w 339699"/>
                <a:gd name="connsiteY123" fmla="*/ 146916 h 492167"/>
                <a:gd name="connsiteX124" fmla="*/ 93238 w 339699"/>
                <a:gd name="connsiteY124" fmla="*/ 138008 h 492167"/>
                <a:gd name="connsiteX125" fmla="*/ 102146 w 339699"/>
                <a:gd name="connsiteY125" fmla="*/ 129099 h 492167"/>
                <a:gd name="connsiteX126" fmla="*/ 272431 w 339699"/>
                <a:gd name="connsiteY126" fmla="*/ 129099 h 492167"/>
                <a:gd name="connsiteX127" fmla="*/ 272431 w 339699"/>
                <a:gd name="connsiteY127" fmla="*/ 64960 h 492167"/>
                <a:gd name="connsiteX128" fmla="*/ 67269 w 339699"/>
                <a:gd name="connsiteY128" fmla="*/ 64960 h 492167"/>
                <a:gd name="connsiteX129" fmla="*/ 67269 w 339699"/>
                <a:gd name="connsiteY129" fmla="*/ 138008 h 492167"/>
                <a:gd name="connsiteX130" fmla="*/ 58360 w 339699"/>
                <a:gd name="connsiteY130" fmla="*/ 146916 h 492167"/>
                <a:gd name="connsiteX131" fmla="*/ 49452 w 339699"/>
                <a:gd name="connsiteY131" fmla="*/ 138008 h 492167"/>
                <a:gd name="connsiteX132" fmla="*/ 49452 w 339699"/>
                <a:gd name="connsiteY132" fmla="*/ 56051 h 492167"/>
                <a:gd name="connsiteX133" fmla="*/ 58360 w 339699"/>
                <a:gd name="connsiteY133" fmla="*/ 47143 h 492167"/>
                <a:gd name="connsiteX134" fmla="*/ 8908 w 339699"/>
                <a:gd name="connsiteY134" fmla="*/ 0 h 492167"/>
                <a:gd name="connsiteX135" fmla="*/ 330791 w 339699"/>
                <a:gd name="connsiteY135" fmla="*/ 0 h 492167"/>
                <a:gd name="connsiteX136" fmla="*/ 339699 w 339699"/>
                <a:gd name="connsiteY136" fmla="*/ 8908 h 492167"/>
                <a:gd name="connsiteX137" fmla="*/ 330791 w 339699"/>
                <a:gd name="connsiteY137" fmla="*/ 17817 h 492167"/>
                <a:gd name="connsiteX138" fmla="*/ 17817 w 339699"/>
                <a:gd name="connsiteY138" fmla="*/ 17817 h 492167"/>
                <a:gd name="connsiteX139" fmla="*/ 17817 w 339699"/>
                <a:gd name="connsiteY139" fmla="*/ 474386 h 492167"/>
                <a:gd name="connsiteX140" fmla="*/ 321882 w 339699"/>
                <a:gd name="connsiteY140" fmla="*/ 474386 h 492167"/>
                <a:gd name="connsiteX141" fmla="*/ 321882 w 339699"/>
                <a:gd name="connsiteY141" fmla="*/ 56051 h 492167"/>
                <a:gd name="connsiteX142" fmla="*/ 330791 w 339699"/>
                <a:gd name="connsiteY142" fmla="*/ 47143 h 492167"/>
                <a:gd name="connsiteX143" fmla="*/ 339699 w 339699"/>
                <a:gd name="connsiteY143" fmla="*/ 56051 h 492167"/>
                <a:gd name="connsiteX144" fmla="*/ 339699 w 339699"/>
                <a:gd name="connsiteY144" fmla="*/ 483259 h 492167"/>
                <a:gd name="connsiteX145" fmla="*/ 330791 w 339699"/>
                <a:gd name="connsiteY145" fmla="*/ 492167 h 492167"/>
                <a:gd name="connsiteX146" fmla="*/ 8908 w 339699"/>
                <a:gd name="connsiteY146" fmla="*/ 492167 h 492167"/>
                <a:gd name="connsiteX147" fmla="*/ 0 w 339699"/>
                <a:gd name="connsiteY147" fmla="*/ 483259 h 492167"/>
                <a:gd name="connsiteX148" fmla="*/ 0 w 339699"/>
                <a:gd name="connsiteY148" fmla="*/ 8908 h 492167"/>
                <a:gd name="connsiteX149" fmla="*/ 8908 w 339699"/>
                <a:gd name="connsiteY149" fmla="*/ 0 h 49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339699" h="492167">
                  <a:moveTo>
                    <a:pt x="160393" y="387192"/>
                  </a:moveTo>
                  <a:lnTo>
                    <a:pt x="160393" y="406114"/>
                  </a:lnTo>
                  <a:lnTo>
                    <a:pt x="179307" y="406114"/>
                  </a:lnTo>
                  <a:lnTo>
                    <a:pt x="179307" y="387192"/>
                  </a:lnTo>
                  <a:close/>
                  <a:moveTo>
                    <a:pt x="67269" y="387192"/>
                  </a:moveTo>
                  <a:lnTo>
                    <a:pt x="67269" y="406114"/>
                  </a:lnTo>
                  <a:lnTo>
                    <a:pt x="86197" y="406114"/>
                  </a:lnTo>
                  <a:lnTo>
                    <a:pt x="86190" y="387192"/>
                  </a:lnTo>
                  <a:close/>
                  <a:moveTo>
                    <a:pt x="244593" y="369375"/>
                  </a:moveTo>
                  <a:lnTo>
                    <a:pt x="281339" y="369375"/>
                  </a:lnTo>
                  <a:cubicBezTo>
                    <a:pt x="286259" y="369375"/>
                    <a:pt x="290248" y="373363"/>
                    <a:pt x="290248" y="378283"/>
                  </a:cubicBezTo>
                  <a:cubicBezTo>
                    <a:pt x="290248" y="383203"/>
                    <a:pt x="286259" y="387192"/>
                    <a:pt x="281339" y="387192"/>
                  </a:cubicBezTo>
                  <a:lnTo>
                    <a:pt x="253503" y="387192"/>
                  </a:lnTo>
                  <a:lnTo>
                    <a:pt x="253503" y="406114"/>
                  </a:lnTo>
                  <a:lnTo>
                    <a:pt x="281332" y="406114"/>
                  </a:lnTo>
                  <a:cubicBezTo>
                    <a:pt x="286252" y="406114"/>
                    <a:pt x="290240" y="410102"/>
                    <a:pt x="290240" y="415022"/>
                  </a:cubicBezTo>
                  <a:cubicBezTo>
                    <a:pt x="290240" y="419942"/>
                    <a:pt x="286252" y="423930"/>
                    <a:pt x="281332" y="423930"/>
                  </a:cubicBezTo>
                  <a:lnTo>
                    <a:pt x="244593" y="423930"/>
                  </a:lnTo>
                  <a:cubicBezTo>
                    <a:pt x="239673" y="423930"/>
                    <a:pt x="235685" y="419942"/>
                    <a:pt x="235685" y="415022"/>
                  </a:cubicBezTo>
                  <a:lnTo>
                    <a:pt x="235685" y="378283"/>
                  </a:lnTo>
                  <a:cubicBezTo>
                    <a:pt x="235685" y="373363"/>
                    <a:pt x="239673" y="369375"/>
                    <a:pt x="244593" y="369375"/>
                  </a:cubicBezTo>
                  <a:close/>
                  <a:moveTo>
                    <a:pt x="151484" y="369375"/>
                  </a:moveTo>
                  <a:lnTo>
                    <a:pt x="188216" y="369375"/>
                  </a:lnTo>
                  <a:cubicBezTo>
                    <a:pt x="188218" y="369375"/>
                    <a:pt x="188221" y="369375"/>
                    <a:pt x="188223" y="369375"/>
                  </a:cubicBezTo>
                  <a:cubicBezTo>
                    <a:pt x="193143" y="369379"/>
                    <a:pt x="197128" y="373371"/>
                    <a:pt x="197124" y="378290"/>
                  </a:cubicBezTo>
                  <a:lnTo>
                    <a:pt x="197124" y="415022"/>
                  </a:lnTo>
                  <a:cubicBezTo>
                    <a:pt x="197124" y="419942"/>
                    <a:pt x="193136" y="423930"/>
                    <a:pt x="188216" y="423930"/>
                  </a:cubicBezTo>
                  <a:lnTo>
                    <a:pt x="151484" y="423930"/>
                  </a:lnTo>
                  <a:cubicBezTo>
                    <a:pt x="146564" y="423930"/>
                    <a:pt x="142576" y="419942"/>
                    <a:pt x="142576" y="415022"/>
                  </a:cubicBezTo>
                  <a:lnTo>
                    <a:pt x="142576" y="378283"/>
                  </a:lnTo>
                  <a:cubicBezTo>
                    <a:pt x="142576" y="373363"/>
                    <a:pt x="146564" y="369375"/>
                    <a:pt x="151484" y="369375"/>
                  </a:cubicBezTo>
                  <a:close/>
                  <a:moveTo>
                    <a:pt x="58360" y="369375"/>
                  </a:moveTo>
                  <a:lnTo>
                    <a:pt x="95106" y="369375"/>
                  </a:lnTo>
                  <a:cubicBezTo>
                    <a:pt x="100026" y="369379"/>
                    <a:pt x="104011" y="373371"/>
                    <a:pt x="104008" y="378290"/>
                  </a:cubicBezTo>
                  <a:lnTo>
                    <a:pt x="104008" y="415022"/>
                  </a:lnTo>
                  <a:cubicBezTo>
                    <a:pt x="104008" y="419942"/>
                    <a:pt x="100019" y="423930"/>
                    <a:pt x="95099" y="423930"/>
                  </a:cubicBezTo>
                  <a:lnTo>
                    <a:pt x="58360" y="423930"/>
                  </a:lnTo>
                  <a:cubicBezTo>
                    <a:pt x="53440" y="423930"/>
                    <a:pt x="49452" y="419942"/>
                    <a:pt x="49452" y="415022"/>
                  </a:cubicBezTo>
                  <a:lnTo>
                    <a:pt x="49452" y="378283"/>
                  </a:lnTo>
                  <a:cubicBezTo>
                    <a:pt x="49452" y="373363"/>
                    <a:pt x="53440" y="369375"/>
                    <a:pt x="58360" y="369375"/>
                  </a:cubicBezTo>
                  <a:close/>
                  <a:moveTo>
                    <a:pt x="253503" y="300311"/>
                  </a:moveTo>
                  <a:lnTo>
                    <a:pt x="253503" y="319197"/>
                  </a:lnTo>
                  <a:lnTo>
                    <a:pt x="272431" y="319197"/>
                  </a:lnTo>
                  <a:lnTo>
                    <a:pt x="272424" y="300311"/>
                  </a:lnTo>
                  <a:close/>
                  <a:moveTo>
                    <a:pt x="67269" y="300311"/>
                  </a:moveTo>
                  <a:lnTo>
                    <a:pt x="67269" y="319197"/>
                  </a:lnTo>
                  <a:lnTo>
                    <a:pt x="86197" y="319197"/>
                  </a:lnTo>
                  <a:lnTo>
                    <a:pt x="86190" y="300311"/>
                  </a:lnTo>
                  <a:close/>
                  <a:moveTo>
                    <a:pt x="244593" y="282494"/>
                  </a:moveTo>
                  <a:lnTo>
                    <a:pt x="281339" y="282494"/>
                  </a:lnTo>
                  <a:cubicBezTo>
                    <a:pt x="286259" y="282494"/>
                    <a:pt x="290248" y="286482"/>
                    <a:pt x="290248" y="291402"/>
                  </a:cubicBezTo>
                  <a:lnTo>
                    <a:pt x="290240" y="328134"/>
                  </a:lnTo>
                  <a:cubicBezTo>
                    <a:pt x="290240" y="333054"/>
                    <a:pt x="286252" y="337042"/>
                    <a:pt x="281332" y="337042"/>
                  </a:cubicBezTo>
                  <a:lnTo>
                    <a:pt x="244593" y="337042"/>
                  </a:lnTo>
                  <a:cubicBezTo>
                    <a:pt x="239673" y="337042"/>
                    <a:pt x="235685" y="333054"/>
                    <a:pt x="235685" y="328134"/>
                  </a:cubicBezTo>
                  <a:lnTo>
                    <a:pt x="235685" y="291402"/>
                  </a:lnTo>
                  <a:cubicBezTo>
                    <a:pt x="235685" y="286482"/>
                    <a:pt x="239673" y="282494"/>
                    <a:pt x="244593" y="282494"/>
                  </a:cubicBezTo>
                  <a:close/>
                  <a:moveTo>
                    <a:pt x="151484" y="282494"/>
                  </a:moveTo>
                  <a:lnTo>
                    <a:pt x="188216" y="282494"/>
                  </a:lnTo>
                  <a:cubicBezTo>
                    <a:pt x="193136" y="282494"/>
                    <a:pt x="197124" y="286482"/>
                    <a:pt x="197124" y="291402"/>
                  </a:cubicBezTo>
                  <a:lnTo>
                    <a:pt x="197124" y="328134"/>
                  </a:lnTo>
                  <a:cubicBezTo>
                    <a:pt x="197124" y="333054"/>
                    <a:pt x="193136" y="337042"/>
                    <a:pt x="188216" y="337042"/>
                  </a:cubicBezTo>
                  <a:cubicBezTo>
                    <a:pt x="183296" y="337042"/>
                    <a:pt x="179307" y="333054"/>
                    <a:pt x="179307" y="328134"/>
                  </a:cubicBezTo>
                  <a:lnTo>
                    <a:pt x="179307" y="300339"/>
                  </a:lnTo>
                  <a:lnTo>
                    <a:pt x="160393" y="300339"/>
                  </a:lnTo>
                  <a:lnTo>
                    <a:pt x="160393" y="328134"/>
                  </a:lnTo>
                  <a:cubicBezTo>
                    <a:pt x="160393" y="333054"/>
                    <a:pt x="156404" y="337042"/>
                    <a:pt x="151484" y="337042"/>
                  </a:cubicBezTo>
                  <a:cubicBezTo>
                    <a:pt x="146564" y="337042"/>
                    <a:pt x="142576" y="333054"/>
                    <a:pt x="142576" y="328134"/>
                  </a:cubicBezTo>
                  <a:lnTo>
                    <a:pt x="142576" y="291402"/>
                  </a:lnTo>
                  <a:cubicBezTo>
                    <a:pt x="142576" y="286482"/>
                    <a:pt x="146564" y="282494"/>
                    <a:pt x="151484" y="282494"/>
                  </a:cubicBezTo>
                  <a:close/>
                  <a:moveTo>
                    <a:pt x="58360" y="282494"/>
                  </a:moveTo>
                  <a:lnTo>
                    <a:pt x="95106" y="282494"/>
                  </a:lnTo>
                  <a:cubicBezTo>
                    <a:pt x="100026" y="282494"/>
                    <a:pt x="104015" y="286482"/>
                    <a:pt x="104015" y="291402"/>
                  </a:cubicBezTo>
                  <a:lnTo>
                    <a:pt x="104008" y="328134"/>
                  </a:lnTo>
                  <a:cubicBezTo>
                    <a:pt x="104008" y="333054"/>
                    <a:pt x="100019" y="337042"/>
                    <a:pt x="95099" y="337042"/>
                  </a:cubicBezTo>
                  <a:lnTo>
                    <a:pt x="58360" y="337042"/>
                  </a:lnTo>
                  <a:cubicBezTo>
                    <a:pt x="53440" y="337042"/>
                    <a:pt x="49452" y="333054"/>
                    <a:pt x="49452" y="328134"/>
                  </a:cubicBezTo>
                  <a:lnTo>
                    <a:pt x="49452" y="291402"/>
                  </a:lnTo>
                  <a:cubicBezTo>
                    <a:pt x="49452" y="286482"/>
                    <a:pt x="53440" y="282494"/>
                    <a:pt x="58360" y="282494"/>
                  </a:cubicBezTo>
                  <a:close/>
                  <a:moveTo>
                    <a:pt x="253503" y="213422"/>
                  </a:moveTo>
                  <a:lnTo>
                    <a:pt x="253503" y="232344"/>
                  </a:lnTo>
                  <a:lnTo>
                    <a:pt x="272431" y="232344"/>
                  </a:lnTo>
                  <a:lnTo>
                    <a:pt x="272424" y="213422"/>
                  </a:lnTo>
                  <a:close/>
                  <a:moveTo>
                    <a:pt x="160393" y="213422"/>
                  </a:moveTo>
                  <a:lnTo>
                    <a:pt x="160393" y="232344"/>
                  </a:lnTo>
                  <a:lnTo>
                    <a:pt x="179307" y="232344"/>
                  </a:lnTo>
                  <a:lnTo>
                    <a:pt x="179307" y="213422"/>
                  </a:lnTo>
                  <a:close/>
                  <a:moveTo>
                    <a:pt x="67269" y="213422"/>
                  </a:moveTo>
                  <a:lnTo>
                    <a:pt x="67269" y="232344"/>
                  </a:lnTo>
                  <a:lnTo>
                    <a:pt x="86197" y="232344"/>
                  </a:lnTo>
                  <a:lnTo>
                    <a:pt x="86190" y="213422"/>
                  </a:lnTo>
                  <a:close/>
                  <a:moveTo>
                    <a:pt x="244593" y="195605"/>
                  </a:moveTo>
                  <a:lnTo>
                    <a:pt x="281339" y="195605"/>
                  </a:lnTo>
                  <a:cubicBezTo>
                    <a:pt x="286259" y="195605"/>
                    <a:pt x="290248" y="199593"/>
                    <a:pt x="290248" y="204513"/>
                  </a:cubicBezTo>
                  <a:lnTo>
                    <a:pt x="290240" y="241252"/>
                  </a:lnTo>
                  <a:cubicBezTo>
                    <a:pt x="290240" y="246172"/>
                    <a:pt x="286252" y="250160"/>
                    <a:pt x="281332" y="250160"/>
                  </a:cubicBezTo>
                  <a:lnTo>
                    <a:pt x="244593" y="250160"/>
                  </a:lnTo>
                  <a:cubicBezTo>
                    <a:pt x="239673" y="250160"/>
                    <a:pt x="235685" y="246172"/>
                    <a:pt x="235685" y="241252"/>
                  </a:cubicBezTo>
                  <a:lnTo>
                    <a:pt x="235685" y="204513"/>
                  </a:lnTo>
                  <a:cubicBezTo>
                    <a:pt x="235685" y="199593"/>
                    <a:pt x="239673" y="195605"/>
                    <a:pt x="244593" y="195605"/>
                  </a:cubicBezTo>
                  <a:close/>
                  <a:moveTo>
                    <a:pt x="151484" y="195605"/>
                  </a:moveTo>
                  <a:lnTo>
                    <a:pt x="188216" y="195605"/>
                  </a:lnTo>
                  <a:cubicBezTo>
                    <a:pt x="193136" y="195605"/>
                    <a:pt x="197124" y="199593"/>
                    <a:pt x="197124" y="204513"/>
                  </a:cubicBezTo>
                  <a:lnTo>
                    <a:pt x="197124" y="241252"/>
                  </a:lnTo>
                  <a:cubicBezTo>
                    <a:pt x="197124" y="246172"/>
                    <a:pt x="193136" y="250160"/>
                    <a:pt x="188216" y="250160"/>
                  </a:cubicBezTo>
                  <a:lnTo>
                    <a:pt x="151484" y="250160"/>
                  </a:lnTo>
                  <a:cubicBezTo>
                    <a:pt x="146564" y="250160"/>
                    <a:pt x="142576" y="246172"/>
                    <a:pt x="142576" y="241252"/>
                  </a:cubicBezTo>
                  <a:lnTo>
                    <a:pt x="142576" y="204513"/>
                  </a:lnTo>
                  <a:cubicBezTo>
                    <a:pt x="142576" y="199593"/>
                    <a:pt x="146564" y="195605"/>
                    <a:pt x="151484" y="195605"/>
                  </a:cubicBezTo>
                  <a:close/>
                  <a:moveTo>
                    <a:pt x="58360" y="195605"/>
                  </a:moveTo>
                  <a:lnTo>
                    <a:pt x="95106" y="195605"/>
                  </a:lnTo>
                  <a:cubicBezTo>
                    <a:pt x="100026" y="195605"/>
                    <a:pt x="104015" y="199593"/>
                    <a:pt x="104015" y="204513"/>
                  </a:cubicBezTo>
                  <a:lnTo>
                    <a:pt x="104008" y="241252"/>
                  </a:lnTo>
                  <a:cubicBezTo>
                    <a:pt x="104008" y="246172"/>
                    <a:pt x="100019" y="250160"/>
                    <a:pt x="95099" y="250160"/>
                  </a:cubicBezTo>
                  <a:lnTo>
                    <a:pt x="58360" y="250160"/>
                  </a:lnTo>
                  <a:cubicBezTo>
                    <a:pt x="53440" y="250160"/>
                    <a:pt x="49452" y="246172"/>
                    <a:pt x="49452" y="241252"/>
                  </a:cubicBezTo>
                  <a:lnTo>
                    <a:pt x="49452" y="204513"/>
                  </a:lnTo>
                  <a:cubicBezTo>
                    <a:pt x="49452" y="199593"/>
                    <a:pt x="53440" y="195605"/>
                    <a:pt x="58360" y="195605"/>
                  </a:cubicBezTo>
                  <a:close/>
                  <a:moveTo>
                    <a:pt x="58360" y="47143"/>
                  </a:moveTo>
                  <a:lnTo>
                    <a:pt x="281339" y="47143"/>
                  </a:lnTo>
                  <a:cubicBezTo>
                    <a:pt x="286259" y="47143"/>
                    <a:pt x="290247" y="51131"/>
                    <a:pt x="290247" y="56051"/>
                  </a:cubicBezTo>
                  <a:lnTo>
                    <a:pt x="290247" y="138008"/>
                  </a:lnTo>
                  <a:cubicBezTo>
                    <a:pt x="290247" y="142928"/>
                    <a:pt x="286259" y="146916"/>
                    <a:pt x="281339" y="146916"/>
                  </a:cubicBezTo>
                  <a:lnTo>
                    <a:pt x="102146" y="146916"/>
                  </a:lnTo>
                  <a:cubicBezTo>
                    <a:pt x="97227" y="146916"/>
                    <a:pt x="93238" y="142928"/>
                    <a:pt x="93238" y="138008"/>
                  </a:cubicBezTo>
                  <a:cubicBezTo>
                    <a:pt x="93238" y="133088"/>
                    <a:pt x="97227" y="129099"/>
                    <a:pt x="102146" y="129099"/>
                  </a:cubicBezTo>
                  <a:lnTo>
                    <a:pt x="272431" y="129099"/>
                  </a:lnTo>
                  <a:lnTo>
                    <a:pt x="272431" y="64960"/>
                  </a:lnTo>
                  <a:lnTo>
                    <a:pt x="67269" y="64960"/>
                  </a:lnTo>
                  <a:lnTo>
                    <a:pt x="67269" y="138008"/>
                  </a:lnTo>
                  <a:cubicBezTo>
                    <a:pt x="67269" y="142928"/>
                    <a:pt x="63280" y="146916"/>
                    <a:pt x="58360" y="146916"/>
                  </a:cubicBezTo>
                  <a:cubicBezTo>
                    <a:pt x="53440" y="146916"/>
                    <a:pt x="49452" y="142928"/>
                    <a:pt x="49452" y="138008"/>
                  </a:cubicBezTo>
                  <a:lnTo>
                    <a:pt x="49452" y="56051"/>
                  </a:lnTo>
                  <a:cubicBezTo>
                    <a:pt x="49452" y="51131"/>
                    <a:pt x="53440" y="47143"/>
                    <a:pt x="58360" y="47143"/>
                  </a:cubicBezTo>
                  <a:close/>
                  <a:moveTo>
                    <a:pt x="8908" y="0"/>
                  </a:moveTo>
                  <a:lnTo>
                    <a:pt x="330791" y="0"/>
                  </a:lnTo>
                  <a:cubicBezTo>
                    <a:pt x="335710" y="0"/>
                    <a:pt x="339699" y="3988"/>
                    <a:pt x="339699" y="8908"/>
                  </a:cubicBezTo>
                  <a:cubicBezTo>
                    <a:pt x="339699" y="13828"/>
                    <a:pt x="335710" y="17817"/>
                    <a:pt x="330791" y="17817"/>
                  </a:cubicBezTo>
                  <a:lnTo>
                    <a:pt x="17817" y="17817"/>
                  </a:lnTo>
                  <a:lnTo>
                    <a:pt x="17817" y="474386"/>
                  </a:lnTo>
                  <a:lnTo>
                    <a:pt x="321882" y="474386"/>
                  </a:lnTo>
                  <a:lnTo>
                    <a:pt x="321882" y="56051"/>
                  </a:lnTo>
                  <a:cubicBezTo>
                    <a:pt x="321882" y="51131"/>
                    <a:pt x="325871" y="47143"/>
                    <a:pt x="330791" y="47143"/>
                  </a:cubicBezTo>
                  <a:cubicBezTo>
                    <a:pt x="335710" y="47143"/>
                    <a:pt x="339699" y="51131"/>
                    <a:pt x="339699" y="56051"/>
                  </a:cubicBezTo>
                  <a:lnTo>
                    <a:pt x="339699" y="483259"/>
                  </a:lnTo>
                  <a:cubicBezTo>
                    <a:pt x="339699" y="488179"/>
                    <a:pt x="335710" y="492167"/>
                    <a:pt x="330791" y="492167"/>
                  </a:cubicBezTo>
                  <a:lnTo>
                    <a:pt x="8908" y="492167"/>
                  </a:lnTo>
                  <a:cubicBezTo>
                    <a:pt x="3988" y="492167"/>
                    <a:pt x="0" y="488179"/>
                    <a:pt x="0" y="483259"/>
                  </a:cubicBezTo>
                  <a:lnTo>
                    <a:pt x="0" y="8908"/>
                  </a:lnTo>
                  <a:cubicBezTo>
                    <a:pt x="0" y="3988"/>
                    <a:pt x="3988" y="0"/>
                    <a:pt x="8908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7" name="Group 270">
            <a:extLst>
              <a:ext uri="{FF2B5EF4-FFF2-40B4-BE49-F238E27FC236}">
                <a16:creationId xmlns:a16="http://schemas.microsoft.com/office/drawing/2014/main" id="{C06A94FC-24E2-692B-4390-9C00F522F7E9}"/>
              </a:ext>
            </a:extLst>
          </p:cNvPr>
          <p:cNvGrpSpPr/>
          <p:nvPr/>
        </p:nvGrpSpPr>
        <p:grpSpPr>
          <a:xfrm>
            <a:off x="5851650" y="2279907"/>
            <a:ext cx="492167" cy="434940"/>
            <a:chOff x="5851650" y="2279907"/>
            <a:chExt cx="492167" cy="434940"/>
          </a:xfrm>
        </p:grpSpPr>
        <p:sp>
          <p:nvSpPr>
            <p:cNvPr id="168" name="Freeform: Shape 142">
              <a:extLst>
                <a:ext uri="{FF2B5EF4-FFF2-40B4-BE49-F238E27FC236}">
                  <a16:creationId xmlns:a16="http://schemas.microsoft.com/office/drawing/2014/main" id="{1EAD5C34-DAB5-1B29-45B9-57B6405B1FB7}"/>
                </a:ext>
              </a:extLst>
            </p:cNvPr>
            <p:cNvSpPr/>
            <p:nvPr/>
          </p:nvSpPr>
          <p:spPr>
            <a:xfrm>
              <a:off x="5860559" y="2326230"/>
              <a:ext cx="474351" cy="379709"/>
            </a:xfrm>
            <a:custGeom>
              <a:avLst/>
              <a:gdLst>
                <a:gd name="connsiteX0" fmla="*/ 383969 w 474351"/>
                <a:gd name="connsiteY0" fmla="*/ 289328 h 379709"/>
                <a:gd name="connsiteX1" fmla="*/ 474350 w 474351"/>
                <a:gd name="connsiteY1" fmla="*/ 289328 h 379709"/>
                <a:gd name="connsiteX2" fmla="*/ 383969 w 474351"/>
                <a:gd name="connsiteY2" fmla="*/ 379709 h 379709"/>
                <a:gd name="connsiteX3" fmla="*/ 0 w 474351"/>
                <a:gd name="connsiteY3" fmla="*/ 0 h 379709"/>
                <a:gd name="connsiteX4" fmla="*/ 474351 w 474351"/>
                <a:gd name="connsiteY4" fmla="*/ 0 h 379709"/>
                <a:gd name="connsiteX5" fmla="*/ 474351 w 474351"/>
                <a:gd name="connsiteY5" fmla="*/ 96210 h 379709"/>
                <a:gd name="connsiteX6" fmla="*/ 0 w 474351"/>
                <a:gd name="connsiteY6" fmla="*/ 96210 h 37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351" h="379709">
                  <a:moveTo>
                    <a:pt x="383969" y="289328"/>
                  </a:moveTo>
                  <a:lnTo>
                    <a:pt x="474350" y="289328"/>
                  </a:lnTo>
                  <a:lnTo>
                    <a:pt x="383969" y="379709"/>
                  </a:lnTo>
                  <a:close/>
                  <a:moveTo>
                    <a:pt x="0" y="0"/>
                  </a:moveTo>
                  <a:lnTo>
                    <a:pt x="474351" y="0"/>
                  </a:lnTo>
                  <a:lnTo>
                    <a:pt x="474351" y="96210"/>
                  </a:lnTo>
                  <a:lnTo>
                    <a:pt x="0" y="96210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" name="Freeform: Shape 143">
              <a:extLst>
                <a:ext uri="{FF2B5EF4-FFF2-40B4-BE49-F238E27FC236}">
                  <a16:creationId xmlns:a16="http://schemas.microsoft.com/office/drawing/2014/main" id="{19D04DCC-61F0-359A-8A6F-2803A1FB2C18}"/>
                </a:ext>
              </a:extLst>
            </p:cNvPr>
            <p:cNvSpPr/>
            <p:nvPr/>
          </p:nvSpPr>
          <p:spPr>
            <a:xfrm>
              <a:off x="5851650" y="2279907"/>
              <a:ext cx="492167" cy="434940"/>
            </a:xfrm>
            <a:custGeom>
              <a:avLst/>
              <a:gdLst>
                <a:gd name="connsiteX0" fmla="*/ 396635 w 492167"/>
                <a:gd name="connsiteY0" fmla="*/ 0 h 434940"/>
                <a:gd name="connsiteX1" fmla="*/ 405543 w 492167"/>
                <a:gd name="connsiteY1" fmla="*/ 8908 h 434940"/>
                <a:gd name="connsiteX2" fmla="*/ 405543 w 492167"/>
                <a:gd name="connsiteY2" fmla="*/ 79285 h 434940"/>
                <a:gd name="connsiteX3" fmla="*/ 396635 w 492167"/>
                <a:gd name="connsiteY3" fmla="*/ 88193 h 434940"/>
                <a:gd name="connsiteX4" fmla="*/ 387726 w 492167"/>
                <a:gd name="connsiteY4" fmla="*/ 79285 h 434940"/>
                <a:gd name="connsiteX5" fmla="*/ 387726 w 492167"/>
                <a:gd name="connsiteY5" fmla="*/ 55233 h 434940"/>
                <a:gd name="connsiteX6" fmla="*/ 139183 w 492167"/>
                <a:gd name="connsiteY6" fmla="*/ 55233 h 434940"/>
                <a:gd name="connsiteX7" fmla="*/ 130275 w 492167"/>
                <a:gd name="connsiteY7" fmla="*/ 46324 h 434940"/>
                <a:gd name="connsiteX8" fmla="*/ 139183 w 492167"/>
                <a:gd name="connsiteY8" fmla="*/ 37416 h 434940"/>
                <a:gd name="connsiteX9" fmla="*/ 387726 w 492167"/>
                <a:gd name="connsiteY9" fmla="*/ 37416 h 434940"/>
                <a:gd name="connsiteX10" fmla="*/ 387726 w 492167"/>
                <a:gd name="connsiteY10" fmla="*/ 8908 h 434940"/>
                <a:gd name="connsiteX11" fmla="*/ 396635 w 492167"/>
                <a:gd name="connsiteY11" fmla="*/ 0 h 434940"/>
                <a:gd name="connsiteX12" fmla="*/ 95533 w 492167"/>
                <a:gd name="connsiteY12" fmla="*/ 0 h 434940"/>
                <a:gd name="connsiteX13" fmla="*/ 104441 w 492167"/>
                <a:gd name="connsiteY13" fmla="*/ 8908 h 434940"/>
                <a:gd name="connsiteX14" fmla="*/ 104441 w 492167"/>
                <a:gd name="connsiteY14" fmla="*/ 79284 h 434940"/>
                <a:gd name="connsiteX15" fmla="*/ 95533 w 492167"/>
                <a:gd name="connsiteY15" fmla="*/ 88192 h 434940"/>
                <a:gd name="connsiteX16" fmla="*/ 86624 w 492167"/>
                <a:gd name="connsiteY16" fmla="*/ 79284 h 434940"/>
                <a:gd name="connsiteX17" fmla="*/ 86624 w 492167"/>
                <a:gd name="connsiteY17" fmla="*/ 55232 h 434940"/>
                <a:gd name="connsiteX18" fmla="*/ 17817 w 492167"/>
                <a:gd name="connsiteY18" fmla="*/ 55232 h 434940"/>
                <a:gd name="connsiteX19" fmla="*/ 17817 w 492167"/>
                <a:gd name="connsiteY19" fmla="*/ 133625 h 434940"/>
                <a:gd name="connsiteX20" fmla="*/ 474351 w 492167"/>
                <a:gd name="connsiteY20" fmla="*/ 133625 h 434940"/>
                <a:gd name="connsiteX21" fmla="*/ 474351 w 492167"/>
                <a:gd name="connsiteY21" fmla="*/ 55232 h 434940"/>
                <a:gd name="connsiteX22" fmla="*/ 443257 w 492167"/>
                <a:gd name="connsiteY22" fmla="*/ 55232 h 434940"/>
                <a:gd name="connsiteX23" fmla="*/ 434349 w 492167"/>
                <a:gd name="connsiteY23" fmla="*/ 46323 h 434940"/>
                <a:gd name="connsiteX24" fmla="*/ 443257 w 492167"/>
                <a:gd name="connsiteY24" fmla="*/ 37415 h 434940"/>
                <a:gd name="connsiteX25" fmla="*/ 483259 w 492167"/>
                <a:gd name="connsiteY25" fmla="*/ 37415 h 434940"/>
                <a:gd name="connsiteX26" fmla="*/ 492167 w 492167"/>
                <a:gd name="connsiteY26" fmla="*/ 46309 h 434940"/>
                <a:gd name="connsiteX27" fmla="*/ 492167 w 492167"/>
                <a:gd name="connsiteY27" fmla="*/ 335652 h 434940"/>
                <a:gd name="connsiteX28" fmla="*/ 489559 w 492167"/>
                <a:gd name="connsiteY28" fmla="*/ 341952 h 434940"/>
                <a:gd name="connsiteX29" fmla="*/ 399193 w 492167"/>
                <a:gd name="connsiteY29" fmla="*/ 432325 h 434940"/>
                <a:gd name="connsiteX30" fmla="*/ 392893 w 492167"/>
                <a:gd name="connsiteY30" fmla="*/ 434940 h 434940"/>
                <a:gd name="connsiteX31" fmla="*/ 8908 w 492167"/>
                <a:gd name="connsiteY31" fmla="*/ 434940 h 434940"/>
                <a:gd name="connsiteX32" fmla="*/ 0 w 492167"/>
                <a:gd name="connsiteY32" fmla="*/ 426032 h 434940"/>
                <a:gd name="connsiteX33" fmla="*/ 0 w 492167"/>
                <a:gd name="connsiteY33" fmla="*/ 190746 h 434940"/>
                <a:gd name="connsiteX34" fmla="*/ 8908 w 492167"/>
                <a:gd name="connsiteY34" fmla="*/ 181837 h 434940"/>
                <a:gd name="connsiteX35" fmla="*/ 17817 w 492167"/>
                <a:gd name="connsiteY35" fmla="*/ 190746 h 434940"/>
                <a:gd name="connsiteX36" fmla="*/ 17817 w 492167"/>
                <a:gd name="connsiteY36" fmla="*/ 417124 h 434940"/>
                <a:gd name="connsiteX37" fmla="*/ 383985 w 492167"/>
                <a:gd name="connsiteY37" fmla="*/ 417124 h 434940"/>
                <a:gd name="connsiteX38" fmla="*/ 383985 w 492167"/>
                <a:gd name="connsiteY38" fmla="*/ 335652 h 434940"/>
                <a:gd name="connsiteX39" fmla="*/ 392893 w 492167"/>
                <a:gd name="connsiteY39" fmla="*/ 326744 h 434940"/>
                <a:gd name="connsiteX40" fmla="*/ 438069 w 492167"/>
                <a:gd name="connsiteY40" fmla="*/ 326744 h 434940"/>
                <a:gd name="connsiteX41" fmla="*/ 446977 w 492167"/>
                <a:gd name="connsiteY41" fmla="*/ 335652 h 434940"/>
                <a:gd name="connsiteX42" fmla="*/ 438069 w 492167"/>
                <a:gd name="connsiteY42" fmla="*/ 344560 h 434940"/>
                <a:gd name="connsiteX43" fmla="*/ 401787 w 492167"/>
                <a:gd name="connsiteY43" fmla="*/ 344560 h 434940"/>
                <a:gd name="connsiteX44" fmla="*/ 401787 w 492167"/>
                <a:gd name="connsiteY44" fmla="*/ 404524 h 434940"/>
                <a:gd name="connsiteX45" fmla="*/ 474351 w 492167"/>
                <a:gd name="connsiteY45" fmla="*/ 331960 h 434940"/>
                <a:gd name="connsiteX46" fmla="*/ 474351 w 492167"/>
                <a:gd name="connsiteY46" fmla="*/ 151441 h 434940"/>
                <a:gd name="connsiteX47" fmla="*/ 8908 w 492167"/>
                <a:gd name="connsiteY47" fmla="*/ 151441 h 434940"/>
                <a:gd name="connsiteX48" fmla="*/ 0 w 492167"/>
                <a:gd name="connsiteY48" fmla="*/ 142533 h 434940"/>
                <a:gd name="connsiteX49" fmla="*/ 0 w 492167"/>
                <a:gd name="connsiteY49" fmla="*/ 46323 h 434940"/>
                <a:gd name="connsiteX50" fmla="*/ 8908 w 492167"/>
                <a:gd name="connsiteY50" fmla="*/ 37415 h 434940"/>
                <a:gd name="connsiteX51" fmla="*/ 86624 w 492167"/>
                <a:gd name="connsiteY51" fmla="*/ 37415 h 434940"/>
                <a:gd name="connsiteX52" fmla="*/ 86624 w 492167"/>
                <a:gd name="connsiteY52" fmla="*/ 8908 h 434940"/>
                <a:gd name="connsiteX53" fmla="*/ 95533 w 492167"/>
                <a:gd name="connsiteY53" fmla="*/ 0 h 43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92167" h="434940">
                  <a:moveTo>
                    <a:pt x="396635" y="0"/>
                  </a:moveTo>
                  <a:cubicBezTo>
                    <a:pt x="401554" y="0"/>
                    <a:pt x="405543" y="3988"/>
                    <a:pt x="405543" y="8908"/>
                  </a:cubicBezTo>
                  <a:lnTo>
                    <a:pt x="405543" y="79285"/>
                  </a:lnTo>
                  <a:cubicBezTo>
                    <a:pt x="405543" y="84205"/>
                    <a:pt x="401554" y="88193"/>
                    <a:pt x="396635" y="88193"/>
                  </a:cubicBezTo>
                  <a:cubicBezTo>
                    <a:pt x="391715" y="88193"/>
                    <a:pt x="387726" y="84205"/>
                    <a:pt x="387726" y="79285"/>
                  </a:cubicBezTo>
                  <a:lnTo>
                    <a:pt x="387726" y="55233"/>
                  </a:lnTo>
                  <a:lnTo>
                    <a:pt x="139183" y="55233"/>
                  </a:lnTo>
                  <a:cubicBezTo>
                    <a:pt x="134263" y="55233"/>
                    <a:pt x="130275" y="51244"/>
                    <a:pt x="130275" y="46324"/>
                  </a:cubicBezTo>
                  <a:cubicBezTo>
                    <a:pt x="130275" y="41404"/>
                    <a:pt x="134263" y="37416"/>
                    <a:pt x="139183" y="37416"/>
                  </a:cubicBezTo>
                  <a:lnTo>
                    <a:pt x="387726" y="37416"/>
                  </a:lnTo>
                  <a:lnTo>
                    <a:pt x="387726" y="8908"/>
                  </a:lnTo>
                  <a:cubicBezTo>
                    <a:pt x="387726" y="3988"/>
                    <a:pt x="391715" y="0"/>
                    <a:pt x="396635" y="0"/>
                  </a:cubicBezTo>
                  <a:close/>
                  <a:moveTo>
                    <a:pt x="95533" y="0"/>
                  </a:moveTo>
                  <a:cubicBezTo>
                    <a:pt x="100453" y="0"/>
                    <a:pt x="104441" y="3988"/>
                    <a:pt x="104441" y="8908"/>
                  </a:cubicBezTo>
                  <a:lnTo>
                    <a:pt x="104441" y="79284"/>
                  </a:lnTo>
                  <a:cubicBezTo>
                    <a:pt x="104441" y="84204"/>
                    <a:pt x="100453" y="88192"/>
                    <a:pt x="95533" y="88192"/>
                  </a:cubicBezTo>
                  <a:cubicBezTo>
                    <a:pt x="90613" y="88192"/>
                    <a:pt x="86624" y="84204"/>
                    <a:pt x="86624" y="79284"/>
                  </a:cubicBezTo>
                  <a:lnTo>
                    <a:pt x="86624" y="55232"/>
                  </a:lnTo>
                  <a:lnTo>
                    <a:pt x="17817" y="55232"/>
                  </a:lnTo>
                  <a:lnTo>
                    <a:pt x="17817" y="133625"/>
                  </a:lnTo>
                  <a:lnTo>
                    <a:pt x="474351" y="133625"/>
                  </a:lnTo>
                  <a:lnTo>
                    <a:pt x="474351" y="55232"/>
                  </a:lnTo>
                  <a:lnTo>
                    <a:pt x="443257" y="55232"/>
                  </a:lnTo>
                  <a:cubicBezTo>
                    <a:pt x="438337" y="55232"/>
                    <a:pt x="434349" y="51243"/>
                    <a:pt x="434349" y="46323"/>
                  </a:cubicBezTo>
                  <a:cubicBezTo>
                    <a:pt x="434349" y="41403"/>
                    <a:pt x="438337" y="37415"/>
                    <a:pt x="443257" y="37415"/>
                  </a:cubicBezTo>
                  <a:lnTo>
                    <a:pt x="483259" y="37415"/>
                  </a:lnTo>
                  <a:cubicBezTo>
                    <a:pt x="488173" y="37415"/>
                    <a:pt x="492159" y="41395"/>
                    <a:pt x="492167" y="46309"/>
                  </a:cubicBezTo>
                  <a:lnTo>
                    <a:pt x="492167" y="335652"/>
                  </a:lnTo>
                  <a:cubicBezTo>
                    <a:pt x="492167" y="338015"/>
                    <a:pt x="491229" y="340280"/>
                    <a:pt x="489559" y="341952"/>
                  </a:cubicBezTo>
                  <a:lnTo>
                    <a:pt x="399193" y="432325"/>
                  </a:lnTo>
                  <a:cubicBezTo>
                    <a:pt x="397520" y="433993"/>
                    <a:pt x="395256" y="434933"/>
                    <a:pt x="392893" y="434940"/>
                  </a:cubicBezTo>
                  <a:lnTo>
                    <a:pt x="8908" y="434940"/>
                  </a:lnTo>
                  <a:cubicBezTo>
                    <a:pt x="3988" y="434940"/>
                    <a:pt x="0" y="430952"/>
                    <a:pt x="0" y="426032"/>
                  </a:cubicBezTo>
                  <a:lnTo>
                    <a:pt x="0" y="190746"/>
                  </a:lnTo>
                  <a:cubicBezTo>
                    <a:pt x="0" y="185826"/>
                    <a:pt x="3988" y="181837"/>
                    <a:pt x="8908" y="181837"/>
                  </a:cubicBezTo>
                  <a:cubicBezTo>
                    <a:pt x="13828" y="181837"/>
                    <a:pt x="17817" y="185826"/>
                    <a:pt x="17817" y="190746"/>
                  </a:cubicBezTo>
                  <a:lnTo>
                    <a:pt x="17817" y="417124"/>
                  </a:lnTo>
                  <a:lnTo>
                    <a:pt x="383985" y="417124"/>
                  </a:lnTo>
                  <a:lnTo>
                    <a:pt x="383985" y="335652"/>
                  </a:lnTo>
                  <a:cubicBezTo>
                    <a:pt x="383985" y="330732"/>
                    <a:pt x="387973" y="326744"/>
                    <a:pt x="392893" y="326744"/>
                  </a:cubicBezTo>
                  <a:lnTo>
                    <a:pt x="438069" y="326744"/>
                  </a:lnTo>
                  <a:cubicBezTo>
                    <a:pt x="442989" y="326744"/>
                    <a:pt x="446977" y="330732"/>
                    <a:pt x="446977" y="335652"/>
                  </a:cubicBezTo>
                  <a:cubicBezTo>
                    <a:pt x="446977" y="340572"/>
                    <a:pt x="442989" y="344560"/>
                    <a:pt x="438069" y="344560"/>
                  </a:cubicBezTo>
                  <a:lnTo>
                    <a:pt x="401787" y="344560"/>
                  </a:lnTo>
                  <a:lnTo>
                    <a:pt x="401787" y="404524"/>
                  </a:lnTo>
                  <a:lnTo>
                    <a:pt x="474351" y="331960"/>
                  </a:lnTo>
                  <a:lnTo>
                    <a:pt x="474351" y="151441"/>
                  </a:lnTo>
                  <a:lnTo>
                    <a:pt x="8908" y="151441"/>
                  </a:lnTo>
                  <a:cubicBezTo>
                    <a:pt x="3988" y="151441"/>
                    <a:pt x="0" y="147453"/>
                    <a:pt x="0" y="142533"/>
                  </a:cubicBezTo>
                  <a:lnTo>
                    <a:pt x="0" y="46323"/>
                  </a:lnTo>
                  <a:cubicBezTo>
                    <a:pt x="0" y="41403"/>
                    <a:pt x="3988" y="37415"/>
                    <a:pt x="8908" y="37415"/>
                  </a:cubicBezTo>
                  <a:lnTo>
                    <a:pt x="86624" y="37415"/>
                  </a:lnTo>
                  <a:lnTo>
                    <a:pt x="86624" y="8908"/>
                  </a:lnTo>
                  <a:cubicBezTo>
                    <a:pt x="86624" y="3988"/>
                    <a:pt x="90613" y="0"/>
                    <a:pt x="95533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0" name="Group 271">
            <a:extLst>
              <a:ext uri="{FF2B5EF4-FFF2-40B4-BE49-F238E27FC236}">
                <a16:creationId xmlns:a16="http://schemas.microsoft.com/office/drawing/2014/main" id="{522253F1-CA24-5100-B626-798EF3DA7520}"/>
              </a:ext>
            </a:extLst>
          </p:cNvPr>
          <p:cNvGrpSpPr/>
          <p:nvPr/>
        </p:nvGrpSpPr>
        <p:grpSpPr>
          <a:xfrm>
            <a:off x="4898633" y="2251294"/>
            <a:ext cx="363499" cy="492167"/>
            <a:chOff x="4898633" y="2251294"/>
            <a:chExt cx="363499" cy="492167"/>
          </a:xfrm>
        </p:grpSpPr>
        <p:sp>
          <p:nvSpPr>
            <p:cNvPr id="171" name="Freeform: Shape 145">
              <a:extLst>
                <a:ext uri="{FF2B5EF4-FFF2-40B4-BE49-F238E27FC236}">
                  <a16:creationId xmlns:a16="http://schemas.microsoft.com/office/drawing/2014/main" id="{B80313E4-2E10-66C9-1496-2AC281DEB6DF}"/>
                </a:ext>
              </a:extLst>
            </p:cNvPr>
            <p:cNvSpPr/>
            <p:nvPr/>
          </p:nvSpPr>
          <p:spPr>
            <a:xfrm>
              <a:off x="4907581" y="2260202"/>
              <a:ext cx="345643" cy="345642"/>
            </a:xfrm>
            <a:custGeom>
              <a:avLst/>
              <a:gdLst>
                <a:gd name="connsiteX0" fmla="*/ 172822 w 345642"/>
                <a:gd name="connsiteY0" fmla="*/ 44677 h 345642"/>
                <a:gd name="connsiteX1" fmla="*/ 44677 w 345642"/>
                <a:gd name="connsiteY1" fmla="*/ 172822 h 345642"/>
                <a:gd name="connsiteX2" fmla="*/ 172822 w 345642"/>
                <a:gd name="connsiteY2" fmla="*/ 300967 h 345642"/>
                <a:gd name="connsiteX3" fmla="*/ 300967 w 345642"/>
                <a:gd name="connsiteY3" fmla="*/ 172822 h 345642"/>
                <a:gd name="connsiteX4" fmla="*/ 172822 w 345642"/>
                <a:gd name="connsiteY4" fmla="*/ 44677 h 345642"/>
                <a:gd name="connsiteX5" fmla="*/ 172821 w 345642"/>
                <a:gd name="connsiteY5" fmla="*/ 0 h 345642"/>
                <a:gd name="connsiteX6" fmla="*/ 345642 w 345642"/>
                <a:gd name="connsiteY6" fmla="*/ 172821 h 345642"/>
                <a:gd name="connsiteX7" fmla="*/ 172821 w 345642"/>
                <a:gd name="connsiteY7" fmla="*/ 345642 h 345642"/>
                <a:gd name="connsiteX8" fmla="*/ 0 w 345642"/>
                <a:gd name="connsiteY8" fmla="*/ 172821 h 345642"/>
                <a:gd name="connsiteX9" fmla="*/ 172821 w 345642"/>
                <a:gd name="connsiteY9" fmla="*/ 0 h 34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5642" h="345642">
                  <a:moveTo>
                    <a:pt x="172822" y="44677"/>
                  </a:moveTo>
                  <a:cubicBezTo>
                    <a:pt x="102049" y="44677"/>
                    <a:pt x="44677" y="102049"/>
                    <a:pt x="44677" y="172822"/>
                  </a:cubicBezTo>
                  <a:cubicBezTo>
                    <a:pt x="44677" y="243594"/>
                    <a:pt x="102049" y="300967"/>
                    <a:pt x="172822" y="300967"/>
                  </a:cubicBezTo>
                  <a:cubicBezTo>
                    <a:pt x="243594" y="300967"/>
                    <a:pt x="300967" y="243594"/>
                    <a:pt x="300967" y="172822"/>
                  </a:cubicBezTo>
                  <a:cubicBezTo>
                    <a:pt x="300967" y="102049"/>
                    <a:pt x="243594" y="44677"/>
                    <a:pt x="172822" y="44677"/>
                  </a:cubicBezTo>
                  <a:close/>
                  <a:moveTo>
                    <a:pt x="172821" y="0"/>
                  </a:moveTo>
                  <a:cubicBezTo>
                    <a:pt x="268268" y="0"/>
                    <a:pt x="345642" y="77375"/>
                    <a:pt x="345642" y="172821"/>
                  </a:cubicBezTo>
                  <a:cubicBezTo>
                    <a:pt x="345642" y="268268"/>
                    <a:pt x="268268" y="345642"/>
                    <a:pt x="172821" y="345642"/>
                  </a:cubicBezTo>
                  <a:cubicBezTo>
                    <a:pt x="77375" y="345642"/>
                    <a:pt x="0" y="268268"/>
                    <a:pt x="0" y="172821"/>
                  </a:cubicBezTo>
                  <a:cubicBezTo>
                    <a:pt x="0" y="77375"/>
                    <a:pt x="77375" y="0"/>
                    <a:pt x="172821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" name="Freeform: Shape 146">
              <a:extLst>
                <a:ext uri="{FF2B5EF4-FFF2-40B4-BE49-F238E27FC236}">
                  <a16:creationId xmlns:a16="http://schemas.microsoft.com/office/drawing/2014/main" id="{28E155A2-B284-F98B-5256-667FB4EE51F4}"/>
                </a:ext>
              </a:extLst>
            </p:cNvPr>
            <p:cNvSpPr/>
            <p:nvPr/>
          </p:nvSpPr>
          <p:spPr>
            <a:xfrm>
              <a:off x="4898633" y="2251294"/>
              <a:ext cx="363499" cy="492167"/>
            </a:xfrm>
            <a:custGeom>
              <a:avLst/>
              <a:gdLst>
                <a:gd name="connsiteX0" fmla="*/ 181769 w 363498"/>
                <a:gd name="connsiteY0" fmla="*/ 389215 h 492167"/>
                <a:gd name="connsiteX1" fmla="*/ 190678 w 363498"/>
                <a:gd name="connsiteY1" fmla="*/ 398123 h 492167"/>
                <a:gd name="connsiteX2" fmla="*/ 190678 w 363498"/>
                <a:gd name="connsiteY2" fmla="*/ 483258 h 492167"/>
                <a:gd name="connsiteX3" fmla="*/ 181769 w 363498"/>
                <a:gd name="connsiteY3" fmla="*/ 492167 h 492167"/>
                <a:gd name="connsiteX4" fmla="*/ 172861 w 363498"/>
                <a:gd name="connsiteY4" fmla="*/ 483258 h 492167"/>
                <a:gd name="connsiteX5" fmla="*/ 172861 w 363498"/>
                <a:gd name="connsiteY5" fmla="*/ 398123 h 492167"/>
                <a:gd name="connsiteX6" fmla="*/ 181769 w 363498"/>
                <a:gd name="connsiteY6" fmla="*/ 389215 h 492167"/>
                <a:gd name="connsiteX7" fmla="*/ 249472 w 363498"/>
                <a:gd name="connsiteY7" fmla="*/ 369018 h 492167"/>
                <a:gd name="connsiteX8" fmla="*/ 258381 w 363498"/>
                <a:gd name="connsiteY8" fmla="*/ 377926 h 492167"/>
                <a:gd name="connsiteX9" fmla="*/ 258381 w 363498"/>
                <a:gd name="connsiteY9" fmla="*/ 483258 h 492167"/>
                <a:gd name="connsiteX10" fmla="*/ 249472 w 363498"/>
                <a:gd name="connsiteY10" fmla="*/ 492166 h 492167"/>
                <a:gd name="connsiteX11" fmla="*/ 240564 w 363498"/>
                <a:gd name="connsiteY11" fmla="*/ 483258 h 492167"/>
                <a:gd name="connsiteX12" fmla="*/ 240564 w 363498"/>
                <a:gd name="connsiteY12" fmla="*/ 377926 h 492167"/>
                <a:gd name="connsiteX13" fmla="*/ 249472 w 363498"/>
                <a:gd name="connsiteY13" fmla="*/ 369018 h 492167"/>
                <a:gd name="connsiteX14" fmla="*/ 114066 w 363498"/>
                <a:gd name="connsiteY14" fmla="*/ 369018 h 492167"/>
                <a:gd name="connsiteX15" fmla="*/ 122975 w 363498"/>
                <a:gd name="connsiteY15" fmla="*/ 377926 h 492167"/>
                <a:gd name="connsiteX16" fmla="*/ 122975 w 363498"/>
                <a:gd name="connsiteY16" fmla="*/ 483258 h 492167"/>
                <a:gd name="connsiteX17" fmla="*/ 114066 w 363498"/>
                <a:gd name="connsiteY17" fmla="*/ 492166 h 492167"/>
                <a:gd name="connsiteX18" fmla="*/ 105158 w 363498"/>
                <a:gd name="connsiteY18" fmla="*/ 483258 h 492167"/>
                <a:gd name="connsiteX19" fmla="*/ 105158 w 363498"/>
                <a:gd name="connsiteY19" fmla="*/ 377926 h 492167"/>
                <a:gd name="connsiteX20" fmla="*/ 114066 w 363498"/>
                <a:gd name="connsiteY20" fmla="*/ 369018 h 492167"/>
                <a:gd name="connsiteX21" fmla="*/ 190678 w 363498"/>
                <a:gd name="connsiteY21" fmla="*/ 192884 h 492167"/>
                <a:gd name="connsiteX22" fmla="*/ 190678 w 363498"/>
                <a:gd name="connsiteY22" fmla="*/ 227597 h 492167"/>
                <a:gd name="connsiteX23" fmla="*/ 201368 w 363498"/>
                <a:gd name="connsiteY23" fmla="*/ 210237 h 492167"/>
                <a:gd name="connsiteX24" fmla="*/ 190678 w 363498"/>
                <a:gd name="connsiteY24" fmla="*/ 192884 h 492167"/>
                <a:gd name="connsiteX25" fmla="*/ 172862 w 363498"/>
                <a:gd name="connsiteY25" fmla="*/ 135870 h 492167"/>
                <a:gd name="connsiteX26" fmla="*/ 162172 w 363498"/>
                <a:gd name="connsiteY26" fmla="*/ 153224 h 492167"/>
                <a:gd name="connsiteX27" fmla="*/ 172862 w 363498"/>
                <a:gd name="connsiteY27" fmla="*/ 170584 h 492167"/>
                <a:gd name="connsiteX28" fmla="*/ 181770 w 363498"/>
                <a:gd name="connsiteY28" fmla="*/ 91792 h 492167"/>
                <a:gd name="connsiteX29" fmla="*/ 190678 w 363498"/>
                <a:gd name="connsiteY29" fmla="*/ 100700 h 492167"/>
                <a:gd name="connsiteX30" fmla="*/ 190678 w 363498"/>
                <a:gd name="connsiteY30" fmla="*/ 116999 h 492167"/>
                <a:gd name="connsiteX31" fmla="*/ 219185 w 363498"/>
                <a:gd name="connsiteY31" fmla="*/ 153224 h 492167"/>
                <a:gd name="connsiteX32" fmla="*/ 210277 w 363498"/>
                <a:gd name="connsiteY32" fmla="*/ 162132 h 492167"/>
                <a:gd name="connsiteX33" fmla="*/ 201368 w 363498"/>
                <a:gd name="connsiteY33" fmla="*/ 153224 h 492167"/>
                <a:gd name="connsiteX34" fmla="*/ 190678 w 363498"/>
                <a:gd name="connsiteY34" fmla="*/ 135870 h 492167"/>
                <a:gd name="connsiteX35" fmla="*/ 190678 w 363498"/>
                <a:gd name="connsiteY35" fmla="*/ 174012 h 492167"/>
                <a:gd name="connsiteX36" fmla="*/ 218128 w 363498"/>
                <a:gd name="connsiteY36" fmla="*/ 201462 h 492167"/>
                <a:gd name="connsiteX37" fmla="*/ 190678 w 363498"/>
                <a:gd name="connsiteY37" fmla="*/ 246462 h 492167"/>
                <a:gd name="connsiteX38" fmla="*/ 190678 w 363498"/>
                <a:gd name="connsiteY38" fmla="*/ 262796 h 492167"/>
                <a:gd name="connsiteX39" fmla="*/ 181770 w 363498"/>
                <a:gd name="connsiteY39" fmla="*/ 271704 h 492167"/>
                <a:gd name="connsiteX40" fmla="*/ 172862 w 363498"/>
                <a:gd name="connsiteY40" fmla="*/ 262796 h 492167"/>
                <a:gd name="connsiteX41" fmla="*/ 172862 w 363498"/>
                <a:gd name="connsiteY41" fmla="*/ 246462 h 492167"/>
                <a:gd name="connsiteX42" fmla="*/ 144355 w 363498"/>
                <a:gd name="connsiteY42" fmla="*/ 210237 h 492167"/>
                <a:gd name="connsiteX43" fmla="*/ 153263 w 363498"/>
                <a:gd name="connsiteY43" fmla="*/ 201329 h 492167"/>
                <a:gd name="connsiteX44" fmla="*/ 162172 w 363498"/>
                <a:gd name="connsiteY44" fmla="*/ 210237 h 492167"/>
                <a:gd name="connsiteX45" fmla="*/ 172862 w 363498"/>
                <a:gd name="connsiteY45" fmla="*/ 227633 h 492167"/>
                <a:gd name="connsiteX46" fmla="*/ 172862 w 363498"/>
                <a:gd name="connsiteY46" fmla="*/ 189484 h 492167"/>
                <a:gd name="connsiteX47" fmla="*/ 145412 w 363498"/>
                <a:gd name="connsiteY47" fmla="*/ 162034 h 492167"/>
                <a:gd name="connsiteX48" fmla="*/ 172862 w 363498"/>
                <a:gd name="connsiteY48" fmla="*/ 117035 h 492167"/>
                <a:gd name="connsiteX49" fmla="*/ 172862 w 363498"/>
                <a:gd name="connsiteY49" fmla="*/ 100700 h 492167"/>
                <a:gd name="connsiteX50" fmla="*/ 181770 w 363498"/>
                <a:gd name="connsiteY50" fmla="*/ 91792 h 492167"/>
                <a:gd name="connsiteX51" fmla="*/ 181770 w 363498"/>
                <a:gd name="connsiteY51" fmla="*/ 62494 h 492167"/>
                <a:gd name="connsiteX52" fmla="*/ 62534 w 363498"/>
                <a:gd name="connsiteY52" fmla="*/ 181730 h 492167"/>
                <a:gd name="connsiteX53" fmla="*/ 181770 w 363498"/>
                <a:gd name="connsiteY53" fmla="*/ 300967 h 492167"/>
                <a:gd name="connsiteX54" fmla="*/ 301007 w 363498"/>
                <a:gd name="connsiteY54" fmla="*/ 181730 h 492167"/>
                <a:gd name="connsiteX55" fmla="*/ 181770 w 363498"/>
                <a:gd name="connsiteY55" fmla="*/ 62494 h 492167"/>
                <a:gd name="connsiteX56" fmla="*/ 181770 w 363498"/>
                <a:gd name="connsiteY56" fmla="*/ 44670 h 492167"/>
                <a:gd name="connsiteX57" fmla="*/ 318823 w 363498"/>
                <a:gd name="connsiteY57" fmla="*/ 181723 h 492167"/>
                <a:gd name="connsiteX58" fmla="*/ 181770 w 363498"/>
                <a:gd name="connsiteY58" fmla="*/ 318776 h 492167"/>
                <a:gd name="connsiteX59" fmla="*/ 44717 w 363498"/>
                <a:gd name="connsiteY59" fmla="*/ 181730 h 492167"/>
                <a:gd name="connsiteX60" fmla="*/ 44717 w 363498"/>
                <a:gd name="connsiteY60" fmla="*/ 181723 h 492167"/>
                <a:gd name="connsiteX61" fmla="*/ 181770 w 363498"/>
                <a:gd name="connsiteY61" fmla="*/ 44670 h 492167"/>
                <a:gd name="connsiteX62" fmla="*/ 181769 w 363498"/>
                <a:gd name="connsiteY62" fmla="*/ 0 h 492167"/>
                <a:gd name="connsiteX63" fmla="*/ 281771 w 363498"/>
                <a:gd name="connsiteY63" fmla="*/ 30003 h 492167"/>
                <a:gd name="connsiteX64" fmla="*/ 333476 w 363498"/>
                <a:gd name="connsiteY64" fmla="*/ 281752 h 492167"/>
                <a:gd name="connsiteX65" fmla="*/ 81726 w 363498"/>
                <a:gd name="connsiteY65" fmla="*/ 333457 h 492167"/>
                <a:gd name="connsiteX66" fmla="*/ 30022 w 363498"/>
                <a:gd name="connsiteY66" fmla="*/ 81707 h 492167"/>
                <a:gd name="connsiteX67" fmla="*/ 42365 w 363498"/>
                <a:gd name="connsiteY67" fmla="*/ 79184 h 492167"/>
                <a:gd name="connsiteX68" fmla="*/ 44888 w 363498"/>
                <a:gd name="connsiteY68" fmla="*/ 91528 h 492167"/>
                <a:gd name="connsiteX69" fmla="*/ 45842 w 363498"/>
                <a:gd name="connsiteY69" fmla="*/ 273268 h 492167"/>
                <a:gd name="connsiteX70" fmla="*/ 273307 w 363498"/>
                <a:gd name="connsiteY70" fmla="*/ 317561 h 492167"/>
                <a:gd name="connsiteX71" fmla="*/ 317600 w 363498"/>
                <a:gd name="connsiteY71" fmla="*/ 90096 h 492167"/>
                <a:gd name="connsiteX72" fmla="*/ 90135 w 363498"/>
                <a:gd name="connsiteY72" fmla="*/ 45803 h 492167"/>
                <a:gd name="connsiteX73" fmla="*/ 77920 w 363498"/>
                <a:gd name="connsiteY73" fmla="*/ 43442 h 492167"/>
                <a:gd name="connsiteX74" fmla="*/ 80158 w 363498"/>
                <a:gd name="connsiteY74" fmla="*/ 31044 h 492167"/>
                <a:gd name="connsiteX75" fmla="*/ 181769 w 363498"/>
                <a:gd name="connsiteY75" fmla="*/ 0 h 49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63498" h="492167">
                  <a:moveTo>
                    <a:pt x="181769" y="389215"/>
                  </a:moveTo>
                  <a:cubicBezTo>
                    <a:pt x="186689" y="389215"/>
                    <a:pt x="190678" y="393203"/>
                    <a:pt x="190678" y="398123"/>
                  </a:cubicBezTo>
                  <a:lnTo>
                    <a:pt x="190678" y="483258"/>
                  </a:lnTo>
                  <a:cubicBezTo>
                    <a:pt x="190678" y="488178"/>
                    <a:pt x="186689" y="492167"/>
                    <a:pt x="181769" y="492167"/>
                  </a:cubicBezTo>
                  <a:cubicBezTo>
                    <a:pt x="176849" y="492167"/>
                    <a:pt x="172861" y="488178"/>
                    <a:pt x="172861" y="483258"/>
                  </a:cubicBezTo>
                  <a:lnTo>
                    <a:pt x="172861" y="398123"/>
                  </a:lnTo>
                  <a:cubicBezTo>
                    <a:pt x="172861" y="393203"/>
                    <a:pt x="176849" y="389215"/>
                    <a:pt x="181769" y="389215"/>
                  </a:cubicBezTo>
                  <a:close/>
                  <a:moveTo>
                    <a:pt x="249472" y="369018"/>
                  </a:moveTo>
                  <a:cubicBezTo>
                    <a:pt x="254392" y="369018"/>
                    <a:pt x="258381" y="373006"/>
                    <a:pt x="258381" y="377926"/>
                  </a:cubicBezTo>
                  <a:lnTo>
                    <a:pt x="258381" y="483258"/>
                  </a:lnTo>
                  <a:cubicBezTo>
                    <a:pt x="258381" y="488178"/>
                    <a:pt x="254392" y="492166"/>
                    <a:pt x="249472" y="492166"/>
                  </a:cubicBezTo>
                  <a:cubicBezTo>
                    <a:pt x="244552" y="492166"/>
                    <a:pt x="240564" y="488178"/>
                    <a:pt x="240564" y="483258"/>
                  </a:cubicBezTo>
                  <a:lnTo>
                    <a:pt x="240564" y="377926"/>
                  </a:lnTo>
                  <a:cubicBezTo>
                    <a:pt x="240564" y="373006"/>
                    <a:pt x="244552" y="369018"/>
                    <a:pt x="249472" y="369018"/>
                  </a:cubicBezTo>
                  <a:close/>
                  <a:moveTo>
                    <a:pt x="114066" y="369018"/>
                  </a:moveTo>
                  <a:cubicBezTo>
                    <a:pt x="118986" y="369018"/>
                    <a:pt x="122975" y="373006"/>
                    <a:pt x="122975" y="377926"/>
                  </a:cubicBezTo>
                  <a:lnTo>
                    <a:pt x="122975" y="483258"/>
                  </a:lnTo>
                  <a:cubicBezTo>
                    <a:pt x="122975" y="488178"/>
                    <a:pt x="118986" y="492166"/>
                    <a:pt x="114066" y="492166"/>
                  </a:cubicBezTo>
                  <a:cubicBezTo>
                    <a:pt x="109146" y="492166"/>
                    <a:pt x="105158" y="488178"/>
                    <a:pt x="105158" y="483258"/>
                  </a:cubicBezTo>
                  <a:lnTo>
                    <a:pt x="105158" y="377926"/>
                  </a:lnTo>
                  <a:cubicBezTo>
                    <a:pt x="105158" y="373006"/>
                    <a:pt x="109146" y="369018"/>
                    <a:pt x="114066" y="369018"/>
                  </a:cubicBezTo>
                  <a:close/>
                  <a:moveTo>
                    <a:pt x="190678" y="192884"/>
                  </a:moveTo>
                  <a:lnTo>
                    <a:pt x="190678" y="227597"/>
                  </a:lnTo>
                  <a:cubicBezTo>
                    <a:pt x="197217" y="224275"/>
                    <a:pt x="201345" y="217571"/>
                    <a:pt x="201368" y="210237"/>
                  </a:cubicBezTo>
                  <a:cubicBezTo>
                    <a:pt x="201343" y="202905"/>
                    <a:pt x="197215" y="196204"/>
                    <a:pt x="190678" y="192884"/>
                  </a:cubicBezTo>
                  <a:close/>
                  <a:moveTo>
                    <a:pt x="172862" y="135870"/>
                  </a:moveTo>
                  <a:cubicBezTo>
                    <a:pt x="166325" y="139191"/>
                    <a:pt x="162197" y="145892"/>
                    <a:pt x="162172" y="153224"/>
                  </a:cubicBezTo>
                  <a:cubicBezTo>
                    <a:pt x="162195" y="160558"/>
                    <a:pt x="166323" y="167262"/>
                    <a:pt x="172862" y="170584"/>
                  </a:cubicBezTo>
                  <a:close/>
                  <a:moveTo>
                    <a:pt x="181770" y="91792"/>
                  </a:moveTo>
                  <a:cubicBezTo>
                    <a:pt x="186690" y="91792"/>
                    <a:pt x="190678" y="95780"/>
                    <a:pt x="190678" y="100700"/>
                  </a:cubicBezTo>
                  <a:lnTo>
                    <a:pt x="190678" y="116999"/>
                  </a:lnTo>
                  <a:cubicBezTo>
                    <a:pt x="207378" y="121085"/>
                    <a:pt x="219140" y="136031"/>
                    <a:pt x="219185" y="153224"/>
                  </a:cubicBezTo>
                  <a:cubicBezTo>
                    <a:pt x="219185" y="158144"/>
                    <a:pt x="215196" y="162132"/>
                    <a:pt x="210277" y="162132"/>
                  </a:cubicBezTo>
                  <a:cubicBezTo>
                    <a:pt x="205357" y="162132"/>
                    <a:pt x="201368" y="158144"/>
                    <a:pt x="201368" y="153224"/>
                  </a:cubicBezTo>
                  <a:cubicBezTo>
                    <a:pt x="201343" y="145892"/>
                    <a:pt x="197215" y="139191"/>
                    <a:pt x="190678" y="135870"/>
                  </a:cubicBezTo>
                  <a:lnTo>
                    <a:pt x="190678" y="174012"/>
                  </a:lnTo>
                  <a:cubicBezTo>
                    <a:pt x="204247" y="177299"/>
                    <a:pt x="214841" y="187893"/>
                    <a:pt x="218128" y="201462"/>
                  </a:cubicBezTo>
                  <a:cubicBezTo>
                    <a:pt x="222974" y="221469"/>
                    <a:pt x="210685" y="241616"/>
                    <a:pt x="190678" y="246462"/>
                  </a:cubicBezTo>
                  <a:lnTo>
                    <a:pt x="190678" y="262796"/>
                  </a:lnTo>
                  <a:cubicBezTo>
                    <a:pt x="190678" y="267716"/>
                    <a:pt x="186690" y="271704"/>
                    <a:pt x="181770" y="271704"/>
                  </a:cubicBezTo>
                  <a:cubicBezTo>
                    <a:pt x="176850" y="271704"/>
                    <a:pt x="172862" y="267716"/>
                    <a:pt x="172862" y="262796"/>
                  </a:cubicBezTo>
                  <a:lnTo>
                    <a:pt x="172862" y="246462"/>
                  </a:lnTo>
                  <a:cubicBezTo>
                    <a:pt x="156162" y="242376"/>
                    <a:pt x="144400" y="227429"/>
                    <a:pt x="144355" y="210237"/>
                  </a:cubicBezTo>
                  <a:cubicBezTo>
                    <a:pt x="144355" y="205317"/>
                    <a:pt x="148343" y="201329"/>
                    <a:pt x="153263" y="201329"/>
                  </a:cubicBezTo>
                  <a:cubicBezTo>
                    <a:pt x="158183" y="201329"/>
                    <a:pt x="162172" y="205317"/>
                    <a:pt x="162172" y="210237"/>
                  </a:cubicBezTo>
                  <a:cubicBezTo>
                    <a:pt x="162181" y="217584"/>
                    <a:pt x="166311" y="224305"/>
                    <a:pt x="172862" y="227633"/>
                  </a:cubicBezTo>
                  <a:lnTo>
                    <a:pt x="172862" y="189484"/>
                  </a:lnTo>
                  <a:cubicBezTo>
                    <a:pt x="159293" y="186197"/>
                    <a:pt x="148698" y="175603"/>
                    <a:pt x="145412" y="162034"/>
                  </a:cubicBezTo>
                  <a:cubicBezTo>
                    <a:pt x="140565" y="142028"/>
                    <a:pt x="152855" y="121881"/>
                    <a:pt x="172862" y="117035"/>
                  </a:cubicBezTo>
                  <a:lnTo>
                    <a:pt x="172862" y="100700"/>
                  </a:lnTo>
                  <a:cubicBezTo>
                    <a:pt x="172862" y="95780"/>
                    <a:pt x="176850" y="91792"/>
                    <a:pt x="181770" y="91792"/>
                  </a:cubicBezTo>
                  <a:close/>
                  <a:moveTo>
                    <a:pt x="181770" y="62494"/>
                  </a:moveTo>
                  <a:cubicBezTo>
                    <a:pt x="115948" y="62568"/>
                    <a:pt x="62608" y="115908"/>
                    <a:pt x="62534" y="181730"/>
                  </a:cubicBezTo>
                  <a:cubicBezTo>
                    <a:pt x="62534" y="247583"/>
                    <a:pt x="115917" y="300967"/>
                    <a:pt x="181770" y="300967"/>
                  </a:cubicBezTo>
                  <a:cubicBezTo>
                    <a:pt x="247623" y="300967"/>
                    <a:pt x="301007" y="247583"/>
                    <a:pt x="301007" y="181730"/>
                  </a:cubicBezTo>
                  <a:cubicBezTo>
                    <a:pt x="301007" y="115877"/>
                    <a:pt x="247623" y="62494"/>
                    <a:pt x="181770" y="62494"/>
                  </a:cubicBezTo>
                  <a:close/>
                  <a:moveTo>
                    <a:pt x="181770" y="44670"/>
                  </a:moveTo>
                  <a:cubicBezTo>
                    <a:pt x="257463" y="44670"/>
                    <a:pt x="318823" y="106031"/>
                    <a:pt x="318823" y="181723"/>
                  </a:cubicBezTo>
                  <a:cubicBezTo>
                    <a:pt x="318823" y="257416"/>
                    <a:pt x="257463" y="318776"/>
                    <a:pt x="181770" y="318776"/>
                  </a:cubicBezTo>
                  <a:cubicBezTo>
                    <a:pt x="106116" y="318690"/>
                    <a:pt x="44807" y="257384"/>
                    <a:pt x="44717" y="181730"/>
                  </a:cubicBezTo>
                  <a:cubicBezTo>
                    <a:pt x="44717" y="181727"/>
                    <a:pt x="44717" y="181725"/>
                    <a:pt x="44717" y="181723"/>
                  </a:cubicBezTo>
                  <a:cubicBezTo>
                    <a:pt x="44717" y="106031"/>
                    <a:pt x="106078" y="44670"/>
                    <a:pt x="181770" y="44670"/>
                  </a:cubicBezTo>
                  <a:close/>
                  <a:moveTo>
                    <a:pt x="181769" y="0"/>
                  </a:moveTo>
                  <a:cubicBezTo>
                    <a:pt x="217320" y="4"/>
                    <a:pt x="252089" y="10436"/>
                    <a:pt x="281771" y="30003"/>
                  </a:cubicBezTo>
                  <a:cubicBezTo>
                    <a:pt x="365568" y="85244"/>
                    <a:pt x="388717" y="197956"/>
                    <a:pt x="333476" y="281752"/>
                  </a:cubicBezTo>
                  <a:cubicBezTo>
                    <a:pt x="278235" y="365549"/>
                    <a:pt x="165523" y="388698"/>
                    <a:pt x="81726" y="333457"/>
                  </a:cubicBezTo>
                  <a:cubicBezTo>
                    <a:pt x="-2070" y="278216"/>
                    <a:pt x="-25219" y="165504"/>
                    <a:pt x="30022" y="81707"/>
                  </a:cubicBezTo>
                  <a:cubicBezTo>
                    <a:pt x="32733" y="77602"/>
                    <a:pt x="38260" y="76473"/>
                    <a:pt x="42365" y="79184"/>
                  </a:cubicBezTo>
                  <a:cubicBezTo>
                    <a:pt x="46470" y="81896"/>
                    <a:pt x="47600" y="87423"/>
                    <a:pt x="44888" y="91528"/>
                  </a:cubicBezTo>
                  <a:cubicBezTo>
                    <a:pt x="8504" y="146750"/>
                    <a:pt x="8880" y="218431"/>
                    <a:pt x="45842" y="273268"/>
                  </a:cubicBezTo>
                  <a:cubicBezTo>
                    <a:pt x="96423" y="348312"/>
                    <a:pt x="198263" y="368143"/>
                    <a:pt x="273307" y="317561"/>
                  </a:cubicBezTo>
                  <a:cubicBezTo>
                    <a:pt x="348351" y="266980"/>
                    <a:pt x="368181" y="165140"/>
                    <a:pt x="317600" y="90096"/>
                  </a:cubicBezTo>
                  <a:cubicBezTo>
                    <a:pt x="267018" y="15052"/>
                    <a:pt x="165179" y="-4778"/>
                    <a:pt x="90135" y="45803"/>
                  </a:cubicBezTo>
                  <a:cubicBezTo>
                    <a:pt x="86097" y="48461"/>
                    <a:pt x="80676" y="47413"/>
                    <a:pt x="77920" y="43442"/>
                  </a:cubicBezTo>
                  <a:cubicBezTo>
                    <a:pt x="75114" y="39400"/>
                    <a:pt x="76116" y="33850"/>
                    <a:pt x="80158" y="31044"/>
                  </a:cubicBezTo>
                  <a:cubicBezTo>
                    <a:pt x="110156" y="10755"/>
                    <a:pt x="145554" y="-60"/>
                    <a:pt x="181769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3" name="Group 272">
            <a:extLst>
              <a:ext uri="{FF2B5EF4-FFF2-40B4-BE49-F238E27FC236}">
                <a16:creationId xmlns:a16="http://schemas.microsoft.com/office/drawing/2014/main" id="{1FE99857-5E29-44AA-BD90-5EBB08AAFEC3}"/>
              </a:ext>
            </a:extLst>
          </p:cNvPr>
          <p:cNvGrpSpPr/>
          <p:nvPr/>
        </p:nvGrpSpPr>
        <p:grpSpPr>
          <a:xfrm>
            <a:off x="3816995" y="2329922"/>
            <a:ext cx="492167" cy="334932"/>
            <a:chOff x="3816995" y="2329922"/>
            <a:chExt cx="492167" cy="334932"/>
          </a:xfrm>
        </p:grpSpPr>
        <p:sp>
          <p:nvSpPr>
            <p:cNvPr id="174" name="Freeform: Shape 148">
              <a:extLst>
                <a:ext uri="{FF2B5EF4-FFF2-40B4-BE49-F238E27FC236}">
                  <a16:creationId xmlns:a16="http://schemas.microsoft.com/office/drawing/2014/main" id="{B3F8C483-D225-5221-4F2E-ECDDB28FBD85}"/>
                </a:ext>
              </a:extLst>
            </p:cNvPr>
            <p:cNvSpPr/>
            <p:nvPr/>
          </p:nvSpPr>
          <p:spPr>
            <a:xfrm>
              <a:off x="3825904" y="2588184"/>
              <a:ext cx="435539" cy="67740"/>
            </a:xfrm>
            <a:custGeom>
              <a:avLst/>
              <a:gdLst>
                <a:gd name="connsiteX0" fmla="*/ 0 w 435539"/>
                <a:gd name="connsiteY0" fmla="*/ 0 h 67740"/>
                <a:gd name="connsiteX1" fmla="*/ 435539 w 435539"/>
                <a:gd name="connsiteY1" fmla="*/ 0 h 67740"/>
                <a:gd name="connsiteX2" fmla="*/ 351202 w 435539"/>
                <a:gd name="connsiteY2" fmla="*/ 67740 h 67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5539" h="67740">
                  <a:moveTo>
                    <a:pt x="0" y="0"/>
                  </a:moveTo>
                  <a:lnTo>
                    <a:pt x="435539" y="0"/>
                  </a:lnTo>
                  <a:lnTo>
                    <a:pt x="351202" y="67740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" name="Freeform: Shape 149">
              <a:extLst>
                <a:ext uri="{FF2B5EF4-FFF2-40B4-BE49-F238E27FC236}">
                  <a16:creationId xmlns:a16="http://schemas.microsoft.com/office/drawing/2014/main" id="{77B6B0C2-53D9-0DBF-D8B2-50B3E7695D67}"/>
                </a:ext>
              </a:extLst>
            </p:cNvPr>
            <p:cNvSpPr/>
            <p:nvPr/>
          </p:nvSpPr>
          <p:spPr>
            <a:xfrm>
              <a:off x="3816995" y="2329922"/>
              <a:ext cx="492167" cy="334932"/>
            </a:xfrm>
            <a:custGeom>
              <a:avLst/>
              <a:gdLst>
                <a:gd name="connsiteX0" fmla="*/ 206887 w 492167"/>
                <a:gd name="connsiteY0" fmla="*/ 97371 h 334932"/>
                <a:gd name="connsiteX1" fmla="*/ 215796 w 492167"/>
                <a:gd name="connsiteY1" fmla="*/ 106279 h 334932"/>
                <a:gd name="connsiteX2" fmla="*/ 215796 w 492167"/>
                <a:gd name="connsiteY2" fmla="*/ 160891 h 334932"/>
                <a:gd name="connsiteX3" fmla="*/ 206887 w 492167"/>
                <a:gd name="connsiteY3" fmla="*/ 169799 h 334932"/>
                <a:gd name="connsiteX4" fmla="*/ 197979 w 492167"/>
                <a:gd name="connsiteY4" fmla="*/ 160891 h 334932"/>
                <a:gd name="connsiteX5" fmla="*/ 197979 w 492167"/>
                <a:gd name="connsiteY5" fmla="*/ 106279 h 334932"/>
                <a:gd name="connsiteX6" fmla="*/ 206887 w 492167"/>
                <a:gd name="connsiteY6" fmla="*/ 97371 h 334932"/>
                <a:gd name="connsiteX7" fmla="*/ 8908 w 492167"/>
                <a:gd name="connsiteY7" fmla="*/ 0 h 334932"/>
                <a:gd name="connsiteX8" fmla="*/ 483259 w 492167"/>
                <a:gd name="connsiteY8" fmla="*/ 0 h 334932"/>
                <a:gd name="connsiteX9" fmla="*/ 492167 w 492167"/>
                <a:gd name="connsiteY9" fmla="*/ 8908 h 334932"/>
                <a:gd name="connsiteX10" fmla="*/ 492167 w 492167"/>
                <a:gd name="connsiteY10" fmla="*/ 69463 h 334932"/>
                <a:gd name="connsiteX11" fmla="*/ 483259 w 492167"/>
                <a:gd name="connsiteY11" fmla="*/ 78372 h 334932"/>
                <a:gd name="connsiteX12" fmla="*/ 428028 w 492167"/>
                <a:gd name="connsiteY12" fmla="*/ 133604 h 334932"/>
                <a:gd name="connsiteX13" fmla="*/ 483259 w 492167"/>
                <a:gd name="connsiteY13" fmla="*/ 188836 h 334932"/>
                <a:gd name="connsiteX14" fmla="*/ 492167 w 492167"/>
                <a:gd name="connsiteY14" fmla="*/ 197723 h 334932"/>
                <a:gd name="connsiteX15" fmla="*/ 492167 w 492167"/>
                <a:gd name="connsiteY15" fmla="*/ 258256 h 334932"/>
                <a:gd name="connsiteX16" fmla="*/ 483259 w 492167"/>
                <a:gd name="connsiteY16" fmla="*/ 267165 h 334932"/>
                <a:gd name="connsiteX17" fmla="*/ 102125 w 492167"/>
                <a:gd name="connsiteY17" fmla="*/ 267165 h 334932"/>
                <a:gd name="connsiteX18" fmla="*/ 357745 w 492167"/>
                <a:gd name="connsiteY18" fmla="*/ 316474 h 334932"/>
                <a:gd name="connsiteX19" fmla="*/ 401374 w 492167"/>
                <a:gd name="connsiteY19" fmla="*/ 281454 h 334932"/>
                <a:gd name="connsiteX20" fmla="*/ 413899 w 492167"/>
                <a:gd name="connsiteY20" fmla="*/ 282819 h 334932"/>
                <a:gd name="connsiteX21" fmla="*/ 412534 w 492167"/>
                <a:gd name="connsiteY21" fmla="*/ 295344 h 334932"/>
                <a:gd name="connsiteX22" fmla="*/ 365691 w 492167"/>
                <a:gd name="connsiteY22" fmla="*/ 332972 h 334932"/>
                <a:gd name="connsiteX23" fmla="*/ 360111 w 492167"/>
                <a:gd name="connsiteY23" fmla="*/ 334932 h 334932"/>
                <a:gd name="connsiteX24" fmla="*/ 358422 w 492167"/>
                <a:gd name="connsiteY24" fmla="*/ 334761 h 334932"/>
                <a:gd name="connsiteX25" fmla="*/ 7219 w 492167"/>
                <a:gd name="connsiteY25" fmla="*/ 267015 h 334932"/>
                <a:gd name="connsiteX26" fmla="*/ 178 w 492167"/>
                <a:gd name="connsiteY26" fmla="*/ 259176 h 334932"/>
                <a:gd name="connsiteX27" fmla="*/ 0 w 492167"/>
                <a:gd name="connsiteY27" fmla="*/ 258278 h 334932"/>
                <a:gd name="connsiteX28" fmla="*/ 0 w 492167"/>
                <a:gd name="connsiteY28" fmla="*/ 197744 h 334932"/>
                <a:gd name="connsiteX29" fmla="*/ 8908 w 492167"/>
                <a:gd name="connsiteY29" fmla="*/ 188836 h 334932"/>
                <a:gd name="connsiteX30" fmla="*/ 64140 w 492167"/>
                <a:gd name="connsiteY30" fmla="*/ 133604 h 334932"/>
                <a:gd name="connsiteX31" fmla="*/ 8908 w 492167"/>
                <a:gd name="connsiteY31" fmla="*/ 78372 h 334932"/>
                <a:gd name="connsiteX32" fmla="*/ 0 w 492167"/>
                <a:gd name="connsiteY32" fmla="*/ 69463 h 334932"/>
                <a:gd name="connsiteX33" fmla="*/ 8908 w 492167"/>
                <a:gd name="connsiteY33" fmla="*/ 60555 h 334932"/>
                <a:gd name="connsiteX34" fmla="*/ 81065 w 492167"/>
                <a:gd name="connsiteY34" fmla="*/ 124387 h 334932"/>
                <a:gd name="connsiteX35" fmla="*/ 17817 w 492167"/>
                <a:gd name="connsiteY35" fmla="*/ 206068 h 334932"/>
                <a:gd name="connsiteX36" fmla="*/ 17817 w 492167"/>
                <a:gd name="connsiteY36" fmla="*/ 249327 h 334932"/>
                <a:gd name="connsiteX37" fmla="*/ 197978 w 492167"/>
                <a:gd name="connsiteY37" fmla="*/ 249327 h 334932"/>
                <a:gd name="connsiteX38" fmla="*/ 197978 w 492167"/>
                <a:gd name="connsiteY38" fmla="*/ 215475 h 334932"/>
                <a:gd name="connsiteX39" fmla="*/ 206888 w 492167"/>
                <a:gd name="connsiteY39" fmla="*/ 206567 h 334932"/>
                <a:gd name="connsiteX40" fmla="*/ 215796 w 492167"/>
                <a:gd name="connsiteY40" fmla="*/ 215475 h 334932"/>
                <a:gd name="connsiteX41" fmla="*/ 215796 w 492167"/>
                <a:gd name="connsiteY41" fmla="*/ 249327 h 334932"/>
                <a:gd name="connsiteX42" fmla="*/ 474351 w 492167"/>
                <a:gd name="connsiteY42" fmla="*/ 249327 h 334932"/>
                <a:gd name="connsiteX43" fmla="*/ 474351 w 492167"/>
                <a:gd name="connsiteY43" fmla="*/ 206068 h 334932"/>
                <a:gd name="connsiteX44" fmla="*/ 410723 w 492167"/>
                <a:gd name="connsiteY44" fmla="*/ 142441 h 334932"/>
                <a:gd name="connsiteX45" fmla="*/ 474351 w 492167"/>
                <a:gd name="connsiteY45" fmla="*/ 61054 h 334932"/>
                <a:gd name="connsiteX46" fmla="*/ 474351 w 492167"/>
                <a:gd name="connsiteY46" fmla="*/ 17795 h 334932"/>
                <a:gd name="connsiteX47" fmla="*/ 215796 w 492167"/>
                <a:gd name="connsiteY47" fmla="*/ 17795 h 334932"/>
                <a:gd name="connsiteX48" fmla="*/ 215796 w 492167"/>
                <a:gd name="connsiteY48" fmla="*/ 51668 h 334932"/>
                <a:gd name="connsiteX49" fmla="*/ 206888 w 492167"/>
                <a:gd name="connsiteY49" fmla="*/ 60577 h 334932"/>
                <a:gd name="connsiteX50" fmla="*/ 197978 w 492167"/>
                <a:gd name="connsiteY50" fmla="*/ 51668 h 334932"/>
                <a:gd name="connsiteX51" fmla="*/ 197978 w 492167"/>
                <a:gd name="connsiteY51" fmla="*/ 17817 h 334932"/>
                <a:gd name="connsiteX52" fmla="*/ 8908 w 492167"/>
                <a:gd name="connsiteY52" fmla="*/ 17817 h 334932"/>
                <a:gd name="connsiteX53" fmla="*/ 0 w 492167"/>
                <a:gd name="connsiteY53" fmla="*/ 8908 h 334932"/>
                <a:gd name="connsiteX54" fmla="*/ 8908 w 492167"/>
                <a:gd name="connsiteY54" fmla="*/ 0 h 33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92167" h="334932">
                  <a:moveTo>
                    <a:pt x="206887" y="97371"/>
                  </a:moveTo>
                  <a:cubicBezTo>
                    <a:pt x="211807" y="97371"/>
                    <a:pt x="215796" y="101359"/>
                    <a:pt x="215796" y="106279"/>
                  </a:cubicBezTo>
                  <a:lnTo>
                    <a:pt x="215796" y="160891"/>
                  </a:lnTo>
                  <a:cubicBezTo>
                    <a:pt x="215796" y="165811"/>
                    <a:pt x="211807" y="169799"/>
                    <a:pt x="206887" y="169799"/>
                  </a:cubicBezTo>
                  <a:cubicBezTo>
                    <a:pt x="201967" y="169799"/>
                    <a:pt x="197979" y="165811"/>
                    <a:pt x="197979" y="160891"/>
                  </a:cubicBezTo>
                  <a:lnTo>
                    <a:pt x="197979" y="106279"/>
                  </a:lnTo>
                  <a:cubicBezTo>
                    <a:pt x="197979" y="101359"/>
                    <a:pt x="201967" y="97371"/>
                    <a:pt x="206887" y="97371"/>
                  </a:cubicBezTo>
                  <a:close/>
                  <a:moveTo>
                    <a:pt x="8908" y="0"/>
                  </a:moveTo>
                  <a:lnTo>
                    <a:pt x="483259" y="0"/>
                  </a:lnTo>
                  <a:cubicBezTo>
                    <a:pt x="488179" y="0"/>
                    <a:pt x="492167" y="3988"/>
                    <a:pt x="492167" y="8908"/>
                  </a:cubicBezTo>
                  <a:lnTo>
                    <a:pt x="492167" y="69463"/>
                  </a:lnTo>
                  <a:cubicBezTo>
                    <a:pt x="492167" y="74383"/>
                    <a:pt x="488179" y="78372"/>
                    <a:pt x="483259" y="78372"/>
                  </a:cubicBezTo>
                  <a:cubicBezTo>
                    <a:pt x="452756" y="78372"/>
                    <a:pt x="428028" y="103100"/>
                    <a:pt x="428028" y="133604"/>
                  </a:cubicBezTo>
                  <a:cubicBezTo>
                    <a:pt x="428028" y="164108"/>
                    <a:pt x="452756" y="188836"/>
                    <a:pt x="483259" y="188836"/>
                  </a:cubicBezTo>
                  <a:cubicBezTo>
                    <a:pt x="488171" y="188836"/>
                    <a:pt x="492156" y="192811"/>
                    <a:pt x="492167" y="197723"/>
                  </a:cubicBezTo>
                  <a:lnTo>
                    <a:pt x="492167" y="258256"/>
                  </a:lnTo>
                  <a:cubicBezTo>
                    <a:pt x="492167" y="263176"/>
                    <a:pt x="488179" y="267165"/>
                    <a:pt x="483259" y="267165"/>
                  </a:cubicBezTo>
                  <a:lnTo>
                    <a:pt x="102125" y="267165"/>
                  </a:lnTo>
                  <a:lnTo>
                    <a:pt x="357745" y="316474"/>
                  </a:lnTo>
                  <a:lnTo>
                    <a:pt x="401374" y="281454"/>
                  </a:lnTo>
                  <a:cubicBezTo>
                    <a:pt x="405209" y="278372"/>
                    <a:pt x="410817" y="278983"/>
                    <a:pt x="413899" y="282819"/>
                  </a:cubicBezTo>
                  <a:cubicBezTo>
                    <a:pt x="416981" y="286654"/>
                    <a:pt x="416370" y="292262"/>
                    <a:pt x="412534" y="295344"/>
                  </a:cubicBezTo>
                  <a:lnTo>
                    <a:pt x="365691" y="332972"/>
                  </a:lnTo>
                  <a:cubicBezTo>
                    <a:pt x="364107" y="334240"/>
                    <a:pt x="362139" y="334932"/>
                    <a:pt x="360111" y="334932"/>
                  </a:cubicBezTo>
                  <a:cubicBezTo>
                    <a:pt x="359543" y="334928"/>
                    <a:pt x="358978" y="334871"/>
                    <a:pt x="358422" y="334761"/>
                  </a:cubicBezTo>
                  <a:lnTo>
                    <a:pt x="7219" y="267015"/>
                  </a:lnTo>
                  <a:cubicBezTo>
                    <a:pt x="3710" y="265742"/>
                    <a:pt x="1069" y="262801"/>
                    <a:pt x="178" y="259176"/>
                  </a:cubicBezTo>
                  <a:cubicBezTo>
                    <a:pt x="102" y="258880"/>
                    <a:pt x="43" y="258580"/>
                    <a:pt x="0" y="258278"/>
                  </a:cubicBezTo>
                  <a:lnTo>
                    <a:pt x="0" y="197744"/>
                  </a:lnTo>
                  <a:cubicBezTo>
                    <a:pt x="0" y="192824"/>
                    <a:pt x="3988" y="188836"/>
                    <a:pt x="8908" y="188836"/>
                  </a:cubicBezTo>
                  <a:cubicBezTo>
                    <a:pt x="39412" y="188836"/>
                    <a:pt x="64140" y="164108"/>
                    <a:pt x="64140" y="133604"/>
                  </a:cubicBezTo>
                  <a:cubicBezTo>
                    <a:pt x="64140" y="103100"/>
                    <a:pt x="39412" y="78372"/>
                    <a:pt x="8908" y="78372"/>
                  </a:cubicBezTo>
                  <a:cubicBezTo>
                    <a:pt x="3988" y="78372"/>
                    <a:pt x="0" y="74383"/>
                    <a:pt x="0" y="69463"/>
                  </a:cubicBezTo>
                  <a:cubicBezTo>
                    <a:pt x="0" y="64544"/>
                    <a:pt x="3988" y="60555"/>
                    <a:pt x="8908" y="60555"/>
                  </a:cubicBezTo>
                  <a:cubicBezTo>
                    <a:pt x="45571" y="60710"/>
                    <a:pt x="76439" y="88017"/>
                    <a:pt x="81065" y="124387"/>
                  </a:cubicBezTo>
                  <a:cubicBezTo>
                    <a:pt x="86155" y="164408"/>
                    <a:pt x="57838" y="200978"/>
                    <a:pt x="17817" y="206068"/>
                  </a:cubicBezTo>
                  <a:lnTo>
                    <a:pt x="17817" y="249327"/>
                  </a:lnTo>
                  <a:lnTo>
                    <a:pt x="197978" y="249327"/>
                  </a:lnTo>
                  <a:lnTo>
                    <a:pt x="197978" y="215475"/>
                  </a:lnTo>
                  <a:cubicBezTo>
                    <a:pt x="197978" y="210555"/>
                    <a:pt x="201968" y="206567"/>
                    <a:pt x="206888" y="206567"/>
                  </a:cubicBezTo>
                  <a:cubicBezTo>
                    <a:pt x="211808" y="206567"/>
                    <a:pt x="215796" y="210555"/>
                    <a:pt x="215796" y="215475"/>
                  </a:cubicBezTo>
                  <a:lnTo>
                    <a:pt x="215796" y="249327"/>
                  </a:lnTo>
                  <a:lnTo>
                    <a:pt x="474351" y="249327"/>
                  </a:lnTo>
                  <a:lnTo>
                    <a:pt x="474351" y="206068"/>
                  </a:lnTo>
                  <a:cubicBezTo>
                    <a:pt x="441045" y="201990"/>
                    <a:pt x="414802" y="175746"/>
                    <a:pt x="410723" y="142441"/>
                  </a:cubicBezTo>
                  <a:cubicBezTo>
                    <a:pt x="405819" y="102395"/>
                    <a:pt x="434307" y="65958"/>
                    <a:pt x="474351" y="61054"/>
                  </a:cubicBezTo>
                  <a:lnTo>
                    <a:pt x="474351" y="17795"/>
                  </a:lnTo>
                  <a:lnTo>
                    <a:pt x="215796" y="17795"/>
                  </a:lnTo>
                  <a:lnTo>
                    <a:pt x="215796" y="51668"/>
                  </a:lnTo>
                  <a:cubicBezTo>
                    <a:pt x="215796" y="56588"/>
                    <a:pt x="211808" y="60577"/>
                    <a:pt x="206888" y="60577"/>
                  </a:cubicBezTo>
                  <a:cubicBezTo>
                    <a:pt x="201968" y="60577"/>
                    <a:pt x="197978" y="56588"/>
                    <a:pt x="197978" y="51668"/>
                  </a:cubicBezTo>
                  <a:lnTo>
                    <a:pt x="197978" y="17817"/>
                  </a:lnTo>
                  <a:lnTo>
                    <a:pt x="8908" y="17817"/>
                  </a:lnTo>
                  <a:cubicBezTo>
                    <a:pt x="3988" y="17817"/>
                    <a:pt x="0" y="13828"/>
                    <a:pt x="0" y="8908"/>
                  </a:cubicBezTo>
                  <a:cubicBezTo>
                    <a:pt x="0" y="3988"/>
                    <a:pt x="3988" y="0"/>
                    <a:pt x="8908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6" name="Group 224">
            <a:extLst>
              <a:ext uri="{FF2B5EF4-FFF2-40B4-BE49-F238E27FC236}">
                <a16:creationId xmlns:a16="http://schemas.microsoft.com/office/drawing/2014/main" id="{4318FA5C-BB62-6490-971E-03AC50BAEFAE}"/>
              </a:ext>
            </a:extLst>
          </p:cNvPr>
          <p:cNvGrpSpPr/>
          <p:nvPr/>
        </p:nvGrpSpPr>
        <p:grpSpPr>
          <a:xfrm>
            <a:off x="8902635" y="5892739"/>
            <a:ext cx="494139" cy="580623"/>
            <a:chOff x="8902635" y="5892739"/>
            <a:chExt cx="494139" cy="580623"/>
          </a:xfrm>
        </p:grpSpPr>
        <p:sp>
          <p:nvSpPr>
            <p:cNvPr id="177" name="Freeform: Shape 151">
              <a:extLst>
                <a:ext uri="{FF2B5EF4-FFF2-40B4-BE49-F238E27FC236}">
                  <a16:creationId xmlns:a16="http://schemas.microsoft.com/office/drawing/2014/main" id="{03917A20-8447-4441-F42C-753E57511F09}"/>
                </a:ext>
              </a:extLst>
            </p:cNvPr>
            <p:cNvSpPr/>
            <p:nvPr/>
          </p:nvSpPr>
          <p:spPr>
            <a:xfrm>
              <a:off x="9049940" y="6063490"/>
              <a:ext cx="199546" cy="239134"/>
            </a:xfrm>
            <a:custGeom>
              <a:avLst/>
              <a:gdLst>
                <a:gd name="connsiteX0" fmla="*/ 51262 w 199546"/>
                <a:gd name="connsiteY0" fmla="*/ 120219 h 239134"/>
                <a:gd name="connsiteX1" fmla="*/ 51312 w 199546"/>
                <a:gd name="connsiteY1" fmla="*/ 120219 h 239134"/>
                <a:gd name="connsiteX2" fmla="*/ 148234 w 199546"/>
                <a:gd name="connsiteY2" fmla="*/ 120219 h 239134"/>
                <a:gd name="connsiteX3" fmla="*/ 199546 w 199546"/>
                <a:gd name="connsiteY3" fmla="*/ 171531 h 239134"/>
                <a:gd name="connsiteX4" fmla="*/ 199546 w 199546"/>
                <a:gd name="connsiteY4" fmla="*/ 171581 h 239134"/>
                <a:gd name="connsiteX5" fmla="*/ 199546 w 199546"/>
                <a:gd name="connsiteY5" fmla="*/ 239134 h 239134"/>
                <a:gd name="connsiteX6" fmla="*/ 0 w 199546"/>
                <a:gd name="connsiteY6" fmla="*/ 239134 h 239134"/>
                <a:gd name="connsiteX7" fmla="*/ 0 w 199546"/>
                <a:gd name="connsiteY7" fmla="*/ 171581 h 239134"/>
                <a:gd name="connsiteX8" fmla="*/ 51262 w 199546"/>
                <a:gd name="connsiteY8" fmla="*/ 120219 h 239134"/>
                <a:gd name="connsiteX9" fmla="*/ 99773 w 199546"/>
                <a:gd name="connsiteY9" fmla="*/ 0 h 239134"/>
                <a:gd name="connsiteX10" fmla="*/ 159879 w 199546"/>
                <a:gd name="connsiteY10" fmla="*/ 60106 h 239134"/>
                <a:gd name="connsiteX11" fmla="*/ 99773 w 199546"/>
                <a:gd name="connsiteY11" fmla="*/ 120212 h 239134"/>
                <a:gd name="connsiteX12" fmla="*/ 39667 w 199546"/>
                <a:gd name="connsiteY12" fmla="*/ 60106 h 239134"/>
                <a:gd name="connsiteX13" fmla="*/ 99773 w 199546"/>
                <a:gd name="connsiteY13" fmla="*/ 0 h 239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9546" h="239134">
                  <a:moveTo>
                    <a:pt x="51262" y="120219"/>
                  </a:moveTo>
                  <a:cubicBezTo>
                    <a:pt x="51279" y="120219"/>
                    <a:pt x="51295" y="120219"/>
                    <a:pt x="51312" y="120219"/>
                  </a:cubicBezTo>
                  <a:lnTo>
                    <a:pt x="148234" y="120219"/>
                  </a:lnTo>
                  <a:cubicBezTo>
                    <a:pt x="176573" y="120219"/>
                    <a:pt x="199546" y="143192"/>
                    <a:pt x="199546" y="171531"/>
                  </a:cubicBezTo>
                  <a:cubicBezTo>
                    <a:pt x="199546" y="171547"/>
                    <a:pt x="199546" y="171564"/>
                    <a:pt x="199546" y="171581"/>
                  </a:cubicBezTo>
                  <a:lnTo>
                    <a:pt x="199546" y="239134"/>
                  </a:lnTo>
                  <a:lnTo>
                    <a:pt x="0" y="239134"/>
                  </a:lnTo>
                  <a:lnTo>
                    <a:pt x="0" y="171581"/>
                  </a:lnTo>
                  <a:cubicBezTo>
                    <a:pt x="-28" y="143242"/>
                    <a:pt x="22923" y="120247"/>
                    <a:pt x="51262" y="120219"/>
                  </a:cubicBezTo>
                  <a:close/>
                  <a:moveTo>
                    <a:pt x="99773" y="0"/>
                  </a:moveTo>
                  <a:cubicBezTo>
                    <a:pt x="132969" y="0"/>
                    <a:pt x="159879" y="26910"/>
                    <a:pt x="159879" y="60106"/>
                  </a:cubicBezTo>
                  <a:cubicBezTo>
                    <a:pt x="159879" y="93302"/>
                    <a:pt x="132969" y="120212"/>
                    <a:pt x="99773" y="120212"/>
                  </a:cubicBezTo>
                  <a:cubicBezTo>
                    <a:pt x="66577" y="120212"/>
                    <a:pt x="39667" y="93302"/>
                    <a:pt x="39667" y="60106"/>
                  </a:cubicBezTo>
                  <a:cubicBezTo>
                    <a:pt x="39667" y="26910"/>
                    <a:pt x="66577" y="0"/>
                    <a:pt x="99773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" name="Freeform: Shape 152">
              <a:extLst>
                <a:ext uri="{FF2B5EF4-FFF2-40B4-BE49-F238E27FC236}">
                  <a16:creationId xmlns:a16="http://schemas.microsoft.com/office/drawing/2014/main" id="{6F9AABF9-27AB-C728-6D88-A1F03BD71CEA}"/>
                </a:ext>
              </a:extLst>
            </p:cNvPr>
            <p:cNvSpPr/>
            <p:nvPr/>
          </p:nvSpPr>
          <p:spPr>
            <a:xfrm>
              <a:off x="8902635" y="5892739"/>
              <a:ext cx="494139" cy="580623"/>
            </a:xfrm>
            <a:custGeom>
              <a:avLst/>
              <a:gdLst>
                <a:gd name="connsiteX0" fmla="*/ 247114 w 494139"/>
                <a:gd name="connsiteY0" fmla="*/ 179652 h 580623"/>
                <a:gd name="connsiteX1" fmla="*/ 195909 w 494139"/>
                <a:gd name="connsiteY1" fmla="*/ 230857 h 580623"/>
                <a:gd name="connsiteX2" fmla="*/ 195873 w 494139"/>
                <a:gd name="connsiteY2" fmla="*/ 230857 h 580623"/>
                <a:gd name="connsiteX3" fmla="*/ 247078 w 494139"/>
                <a:gd name="connsiteY3" fmla="*/ 282062 h 580623"/>
                <a:gd name="connsiteX4" fmla="*/ 247114 w 494139"/>
                <a:gd name="connsiteY4" fmla="*/ 282062 h 580623"/>
                <a:gd name="connsiteX5" fmla="*/ 298319 w 494139"/>
                <a:gd name="connsiteY5" fmla="*/ 230857 h 580623"/>
                <a:gd name="connsiteX6" fmla="*/ 247114 w 494139"/>
                <a:gd name="connsiteY6" fmla="*/ 179652 h 580623"/>
                <a:gd name="connsiteX7" fmla="*/ 250810 w 494139"/>
                <a:gd name="connsiteY7" fmla="*/ 161787 h 580623"/>
                <a:gd name="connsiteX8" fmla="*/ 298461 w 494139"/>
                <a:gd name="connsiteY8" fmla="*/ 184592 h 580623"/>
                <a:gd name="connsiteX9" fmla="*/ 293223 w 494139"/>
                <a:gd name="connsiteY9" fmla="*/ 282062 h 580623"/>
                <a:gd name="connsiteX10" fmla="*/ 295540 w 494139"/>
                <a:gd name="connsiteY10" fmla="*/ 282062 h 580623"/>
                <a:gd name="connsiteX11" fmla="*/ 355760 w 494139"/>
                <a:gd name="connsiteY11" fmla="*/ 342332 h 580623"/>
                <a:gd name="connsiteX12" fmla="*/ 355760 w 494139"/>
                <a:gd name="connsiteY12" fmla="*/ 409893 h 580623"/>
                <a:gd name="connsiteX13" fmla="*/ 346851 w 494139"/>
                <a:gd name="connsiteY13" fmla="*/ 418801 h 580623"/>
                <a:gd name="connsiteX14" fmla="*/ 337943 w 494139"/>
                <a:gd name="connsiteY14" fmla="*/ 409893 h 580623"/>
                <a:gd name="connsiteX15" fmla="*/ 337943 w 494139"/>
                <a:gd name="connsiteY15" fmla="*/ 342332 h 580623"/>
                <a:gd name="connsiteX16" fmla="*/ 295540 w 494139"/>
                <a:gd name="connsiteY16" fmla="*/ 299879 h 580623"/>
                <a:gd name="connsiteX17" fmla="*/ 198617 w 494139"/>
                <a:gd name="connsiteY17" fmla="*/ 299879 h 580623"/>
                <a:gd name="connsiteX18" fmla="*/ 156214 w 494139"/>
                <a:gd name="connsiteY18" fmla="*/ 342332 h 580623"/>
                <a:gd name="connsiteX19" fmla="*/ 156214 w 494139"/>
                <a:gd name="connsiteY19" fmla="*/ 409893 h 580623"/>
                <a:gd name="connsiteX20" fmla="*/ 147305 w 494139"/>
                <a:gd name="connsiteY20" fmla="*/ 418801 h 580623"/>
                <a:gd name="connsiteX21" fmla="*/ 138397 w 494139"/>
                <a:gd name="connsiteY21" fmla="*/ 409893 h 580623"/>
                <a:gd name="connsiteX22" fmla="*/ 138397 w 494139"/>
                <a:gd name="connsiteY22" fmla="*/ 342332 h 580623"/>
                <a:gd name="connsiteX23" fmla="*/ 198617 w 494139"/>
                <a:gd name="connsiteY23" fmla="*/ 282062 h 580623"/>
                <a:gd name="connsiteX24" fmla="*/ 200990 w 494139"/>
                <a:gd name="connsiteY24" fmla="*/ 282062 h 580623"/>
                <a:gd name="connsiteX25" fmla="*/ 195753 w 494139"/>
                <a:gd name="connsiteY25" fmla="*/ 276825 h 580623"/>
                <a:gd name="connsiteX26" fmla="*/ 200990 w 494139"/>
                <a:gd name="connsiteY26" fmla="*/ 179354 h 580623"/>
                <a:gd name="connsiteX27" fmla="*/ 250810 w 494139"/>
                <a:gd name="connsiteY27" fmla="*/ 161787 h 580623"/>
                <a:gd name="connsiteX28" fmla="*/ 313491 w 494139"/>
                <a:gd name="connsiteY28" fmla="*/ 52278 h 580623"/>
                <a:gd name="connsiteX29" fmla="*/ 494139 w 494139"/>
                <a:gd name="connsiteY29" fmla="*/ 290309 h 580623"/>
                <a:gd name="connsiteX30" fmla="*/ 271594 w 494139"/>
                <a:gd name="connsiteY30" fmla="*/ 536178 h 580623"/>
                <a:gd name="connsiteX31" fmla="*/ 308638 w 494139"/>
                <a:gd name="connsiteY31" fmla="*/ 564756 h 580623"/>
                <a:gd name="connsiteX32" fmla="*/ 310221 w 494139"/>
                <a:gd name="connsiteY32" fmla="*/ 577035 h 580623"/>
                <a:gd name="connsiteX33" fmla="*/ 297756 w 494139"/>
                <a:gd name="connsiteY33" fmla="*/ 578860 h 580623"/>
                <a:gd name="connsiteX34" fmla="*/ 241633 w 494139"/>
                <a:gd name="connsiteY34" fmla="*/ 535508 h 580623"/>
                <a:gd name="connsiteX35" fmla="*/ 241270 w 494139"/>
                <a:gd name="connsiteY35" fmla="*/ 535088 h 580623"/>
                <a:gd name="connsiteX36" fmla="*/ 238640 w 494139"/>
                <a:gd name="connsiteY36" fmla="*/ 530776 h 580623"/>
                <a:gd name="connsiteX37" fmla="*/ 238241 w 494139"/>
                <a:gd name="connsiteY37" fmla="*/ 529593 h 580623"/>
                <a:gd name="connsiteX38" fmla="*/ 238284 w 494139"/>
                <a:gd name="connsiteY38" fmla="*/ 529009 h 580623"/>
                <a:gd name="connsiteX39" fmla="*/ 238177 w 494139"/>
                <a:gd name="connsiteY39" fmla="*/ 528460 h 580623"/>
                <a:gd name="connsiteX40" fmla="*/ 238405 w 494139"/>
                <a:gd name="connsiteY40" fmla="*/ 527334 h 580623"/>
                <a:gd name="connsiteX41" fmla="*/ 239552 w 494139"/>
                <a:gd name="connsiteY41" fmla="*/ 523992 h 580623"/>
                <a:gd name="connsiteX42" fmla="*/ 240037 w 494139"/>
                <a:gd name="connsiteY42" fmla="*/ 523015 h 580623"/>
                <a:gd name="connsiteX43" fmla="*/ 283688 w 494139"/>
                <a:gd name="connsiteY43" fmla="*/ 466594 h 580623"/>
                <a:gd name="connsiteX44" fmla="*/ 283950 w 494139"/>
                <a:gd name="connsiteY44" fmla="*/ 466254 h 580623"/>
                <a:gd name="connsiteX45" fmla="*/ 296482 w 494139"/>
                <a:gd name="connsiteY45" fmla="*/ 464959 h 580623"/>
                <a:gd name="connsiteX46" fmla="*/ 297777 w 494139"/>
                <a:gd name="connsiteY46" fmla="*/ 477490 h 580623"/>
                <a:gd name="connsiteX47" fmla="*/ 265878 w 494139"/>
                <a:gd name="connsiteY47" fmla="*/ 518718 h 580623"/>
                <a:gd name="connsiteX48" fmla="*/ 467903 w 494139"/>
                <a:gd name="connsiteY48" fmla="*/ 351866 h 580623"/>
                <a:gd name="connsiteX49" fmla="*/ 308717 w 494139"/>
                <a:gd name="connsiteY49" fmla="*/ 69439 h 580623"/>
                <a:gd name="connsiteX50" fmla="*/ 302651 w 494139"/>
                <a:gd name="connsiteY50" fmla="*/ 58696 h 580623"/>
                <a:gd name="connsiteX51" fmla="*/ 313491 w 494139"/>
                <a:gd name="connsiteY51" fmla="*/ 52278 h 580623"/>
                <a:gd name="connsiteX52" fmla="*/ 196402 w 494139"/>
                <a:gd name="connsiteY52" fmla="*/ 1764 h 580623"/>
                <a:gd name="connsiteX53" fmla="*/ 252524 w 494139"/>
                <a:gd name="connsiteY53" fmla="*/ 45115 h 580623"/>
                <a:gd name="connsiteX54" fmla="*/ 252888 w 494139"/>
                <a:gd name="connsiteY54" fmla="*/ 45536 h 580623"/>
                <a:gd name="connsiteX55" fmla="*/ 255517 w 494139"/>
                <a:gd name="connsiteY55" fmla="*/ 49847 h 580623"/>
                <a:gd name="connsiteX56" fmla="*/ 255916 w 494139"/>
                <a:gd name="connsiteY56" fmla="*/ 51030 h 580623"/>
                <a:gd name="connsiteX57" fmla="*/ 255874 w 494139"/>
                <a:gd name="connsiteY57" fmla="*/ 51615 h 580623"/>
                <a:gd name="connsiteX58" fmla="*/ 255988 w 494139"/>
                <a:gd name="connsiteY58" fmla="*/ 52164 h 580623"/>
                <a:gd name="connsiteX59" fmla="*/ 255760 w 494139"/>
                <a:gd name="connsiteY59" fmla="*/ 53290 h 580623"/>
                <a:gd name="connsiteX60" fmla="*/ 254605 w 494139"/>
                <a:gd name="connsiteY60" fmla="*/ 56632 h 580623"/>
                <a:gd name="connsiteX61" fmla="*/ 254120 w 494139"/>
                <a:gd name="connsiteY61" fmla="*/ 57608 h 580623"/>
                <a:gd name="connsiteX62" fmla="*/ 210470 w 494139"/>
                <a:gd name="connsiteY62" fmla="*/ 114030 h 580623"/>
                <a:gd name="connsiteX63" fmla="*/ 210207 w 494139"/>
                <a:gd name="connsiteY63" fmla="*/ 114370 h 580623"/>
                <a:gd name="connsiteX64" fmla="*/ 197676 w 494139"/>
                <a:gd name="connsiteY64" fmla="*/ 115665 h 580623"/>
                <a:gd name="connsiteX65" fmla="*/ 196380 w 494139"/>
                <a:gd name="connsiteY65" fmla="*/ 103133 h 580623"/>
                <a:gd name="connsiteX66" fmla="*/ 228279 w 494139"/>
                <a:gd name="connsiteY66" fmla="*/ 61906 h 580623"/>
                <a:gd name="connsiteX67" fmla="*/ 26584 w 494139"/>
                <a:gd name="connsiteY67" fmla="*/ 227703 h 580623"/>
                <a:gd name="connsiteX68" fmla="*/ 184422 w 494139"/>
                <a:gd name="connsiteY68" fmla="*/ 510886 h 580623"/>
                <a:gd name="connsiteX69" fmla="*/ 184443 w 494139"/>
                <a:gd name="connsiteY69" fmla="*/ 510900 h 580623"/>
                <a:gd name="connsiteX70" fmla="*/ 190907 w 494139"/>
                <a:gd name="connsiteY70" fmla="*/ 519444 h 580623"/>
                <a:gd name="connsiteX71" fmla="*/ 182020 w 494139"/>
                <a:gd name="connsiteY71" fmla="*/ 528374 h 580623"/>
                <a:gd name="connsiteX72" fmla="*/ 179583 w 494139"/>
                <a:gd name="connsiteY72" fmla="*/ 528032 h 580623"/>
                <a:gd name="connsiteX73" fmla="*/ 1238 w 494139"/>
                <a:gd name="connsiteY73" fmla="*/ 314878 h 580623"/>
                <a:gd name="connsiteX74" fmla="*/ 222578 w 494139"/>
                <a:gd name="connsiteY74" fmla="*/ 44481 h 580623"/>
                <a:gd name="connsiteX75" fmla="*/ 185519 w 494139"/>
                <a:gd name="connsiteY75" fmla="*/ 15868 h 580623"/>
                <a:gd name="connsiteX76" fmla="*/ 183936 w 494139"/>
                <a:gd name="connsiteY76" fmla="*/ 3588 h 580623"/>
                <a:gd name="connsiteX77" fmla="*/ 196402 w 494139"/>
                <a:gd name="connsiteY77" fmla="*/ 1764 h 58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494139" h="580623">
                  <a:moveTo>
                    <a:pt x="247114" y="179652"/>
                  </a:moveTo>
                  <a:cubicBezTo>
                    <a:pt x="218834" y="179652"/>
                    <a:pt x="195909" y="202578"/>
                    <a:pt x="195909" y="230857"/>
                  </a:cubicBezTo>
                  <a:lnTo>
                    <a:pt x="195873" y="230857"/>
                  </a:lnTo>
                  <a:cubicBezTo>
                    <a:pt x="195901" y="259126"/>
                    <a:pt x="218810" y="282035"/>
                    <a:pt x="247078" y="282062"/>
                  </a:cubicBezTo>
                  <a:cubicBezTo>
                    <a:pt x="247090" y="282062"/>
                    <a:pt x="247102" y="282062"/>
                    <a:pt x="247114" y="282062"/>
                  </a:cubicBezTo>
                  <a:cubicBezTo>
                    <a:pt x="275394" y="282062"/>
                    <a:pt x="298319" y="259137"/>
                    <a:pt x="298319" y="230857"/>
                  </a:cubicBezTo>
                  <a:cubicBezTo>
                    <a:pt x="298319" y="202578"/>
                    <a:pt x="275394" y="179652"/>
                    <a:pt x="247114" y="179652"/>
                  </a:cubicBezTo>
                  <a:close/>
                  <a:moveTo>
                    <a:pt x="250810" y="161787"/>
                  </a:moveTo>
                  <a:cubicBezTo>
                    <a:pt x="268449" y="162735"/>
                    <a:pt x="285726" y="170411"/>
                    <a:pt x="298461" y="184592"/>
                  </a:cubicBezTo>
                  <a:cubicBezTo>
                    <a:pt x="323930" y="212954"/>
                    <a:pt x="321586" y="256593"/>
                    <a:pt x="293223" y="282062"/>
                  </a:cubicBezTo>
                  <a:lnTo>
                    <a:pt x="295540" y="282062"/>
                  </a:lnTo>
                  <a:cubicBezTo>
                    <a:pt x="328795" y="282117"/>
                    <a:pt x="355732" y="309077"/>
                    <a:pt x="355760" y="342332"/>
                  </a:cubicBezTo>
                  <a:lnTo>
                    <a:pt x="355760" y="409893"/>
                  </a:lnTo>
                  <a:cubicBezTo>
                    <a:pt x="355760" y="414813"/>
                    <a:pt x="351771" y="418801"/>
                    <a:pt x="346851" y="418801"/>
                  </a:cubicBezTo>
                  <a:cubicBezTo>
                    <a:pt x="341932" y="418801"/>
                    <a:pt x="337943" y="414813"/>
                    <a:pt x="337943" y="409893"/>
                  </a:cubicBezTo>
                  <a:lnTo>
                    <a:pt x="337943" y="342332"/>
                  </a:lnTo>
                  <a:cubicBezTo>
                    <a:pt x="337928" y="318912"/>
                    <a:pt x="318960" y="299922"/>
                    <a:pt x="295540" y="299879"/>
                  </a:cubicBezTo>
                  <a:lnTo>
                    <a:pt x="198617" y="299879"/>
                  </a:lnTo>
                  <a:cubicBezTo>
                    <a:pt x="175197" y="299922"/>
                    <a:pt x="156229" y="318912"/>
                    <a:pt x="156214" y="342332"/>
                  </a:cubicBezTo>
                  <a:lnTo>
                    <a:pt x="156214" y="409893"/>
                  </a:lnTo>
                  <a:cubicBezTo>
                    <a:pt x="156214" y="414813"/>
                    <a:pt x="152225" y="418801"/>
                    <a:pt x="147305" y="418801"/>
                  </a:cubicBezTo>
                  <a:cubicBezTo>
                    <a:pt x="142385" y="418801"/>
                    <a:pt x="138397" y="414813"/>
                    <a:pt x="138397" y="409893"/>
                  </a:cubicBezTo>
                  <a:lnTo>
                    <a:pt x="138397" y="342332"/>
                  </a:lnTo>
                  <a:cubicBezTo>
                    <a:pt x="138424" y="309077"/>
                    <a:pt x="165362" y="282117"/>
                    <a:pt x="198617" y="282062"/>
                  </a:cubicBezTo>
                  <a:lnTo>
                    <a:pt x="200990" y="282062"/>
                  </a:lnTo>
                  <a:cubicBezTo>
                    <a:pt x="199152" y="280411"/>
                    <a:pt x="197404" y="278663"/>
                    <a:pt x="195753" y="276825"/>
                  </a:cubicBezTo>
                  <a:cubicBezTo>
                    <a:pt x="170283" y="248463"/>
                    <a:pt x="172628" y="204824"/>
                    <a:pt x="200990" y="179354"/>
                  </a:cubicBezTo>
                  <a:cubicBezTo>
                    <a:pt x="215171" y="166620"/>
                    <a:pt x="233171" y="160838"/>
                    <a:pt x="250810" y="161787"/>
                  </a:cubicBezTo>
                  <a:close/>
                  <a:moveTo>
                    <a:pt x="313491" y="52278"/>
                  </a:moveTo>
                  <a:cubicBezTo>
                    <a:pt x="420161" y="82299"/>
                    <a:pt x="493926" y="179496"/>
                    <a:pt x="494139" y="290309"/>
                  </a:cubicBezTo>
                  <a:cubicBezTo>
                    <a:pt x="493995" y="417212"/>
                    <a:pt x="397856" y="523428"/>
                    <a:pt x="271594" y="536178"/>
                  </a:cubicBezTo>
                  <a:lnTo>
                    <a:pt x="308638" y="564756"/>
                  </a:lnTo>
                  <a:cubicBezTo>
                    <a:pt x="312389" y="567754"/>
                    <a:pt x="313089" y="573185"/>
                    <a:pt x="310221" y="577035"/>
                  </a:cubicBezTo>
                  <a:cubicBezTo>
                    <a:pt x="307283" y="580981"/>
                    <a:pt x="301702" y="581798"/>
                    <a:pt x="297756" y="578860"/>
                  </a:cubicBezTo>
                  <a:lnTo>
                    <a:pt x="241633" y="535508"/>
                  </a:lnTo>
                  <a:cubicBezTo>
                    <a:pt x="241484" y="535394"/>
                    <a:pt x="241413" y="535209"/>
                    <a:pt x="241270" y="535088"/>
                  </a:cubicBezTo>
                  <a:cubicBezTo>
                    <a:pt x="240032" y="533905"/>
                    <a:pt x="239125" y="532419"/>
                    <a:pt x="238640" y="530776"/>
                  </a:cubicBezTo>
                  <a:cubicBezTo>
                    <a:pt x="238479" y="530392"/>
                    <a:pt x="238345" y="529997"/>
                    <a:pt x="238241" y="529593"/>
                  </a:cubicBezTo>
                  <a:cubicBezTo>
                    <a:pt x="238220" y="529401"/>
                    <a:pt x="238291" y="529201"/>
                    <a:pt x="238284" y="529009"/>
                  </a:cubicBezTo>
                  <a:cubicBezTo>
                    <a:pt x="238277" y="528817"/>
                    <a:pt x="238177" y="528653"/>
                    <a:pt x="238177" y="528460"/>
                  </a:cubicBezTo>
                  <a:cubicBezTo>
                    <a:pt x="238227" y="528080"/>
                    <a:pt x="238303" y="527704"/>
                    <a:pt x="238405" y="527334"/>
                  </a:cubicBezTo>
                  <a:cubicBezTo>
                    <a:pt x="238486" y="526138"/>
                    <a:pt x="238881" y="524985"/>
                    <a:pt x="239552" y="523992"/>
                  </a:cubicBezTo>
                  <a:cubicBezTo>
                    <a:pt x="239693" y="523657"/>
                    <a:pt x="239855" y="523330"/>
                    <a:pt x="240037" y="523015"/>
                  </a:cubicBezTo>
                  <a:lnTo>
                    <a:pt x="283688" y="466594"/>
                  </a:lnTo>
                  <a:cubicBezTo>
                    <a:pt x="283773" y="466478"/>
                    <a:pt x="283860" y="466365"/>
                    <a:pt x="283950" y="466254"/>
                  </a:cubicBezTo>
                  <a:cubicBezTo>
                    <a:pt x="287053" y="462436"/>
                    <a:pt x="292664" y="461856"/>
                    <a:pt x="296482" y="464959"/>
                  </a:cubicBezTo>
                  <a:cubicBezTo>
                    <a:pt x="300300" y="468062"/>
                    <a:pt x="300880" y="473672"/>
                    <a:pt x="297777" y="477490"/>
                  </a:cubicBezTo>
                  <a:lnTo>
                    <a:pt x="265878" y="518718"/>
                  </a:lnTo>
                  <a:cubicBezTo>
                    <a:pt x="361501" y="510857"/>
                    <a:pt x="442114" y="444280"/>
                    <a:pt x="467903" y="351866"/>
                  </a:cubicBezTo>
                  <a:cubicBezTo>
                    <a:pt x="501935" y="229918"/>
                    <a:pt x="430665" y="103471"/>
                    <a:pt x="308717" y="69439"/>
                  </a:cubicBezTo>
                  <a:cubicBezTo>
                    <a:pt x="304141" y="68064"/>
                    <a:pt x="301465" y="63324"/>
                    <a:pt x="302651" y="58696"/>
                  </a:cubicBezTo>
                  <a:cubicBezTo>
                    <a:pt x="303872" y="53930"/>
                    <a:pt x="308725" y="51057"/>
                    <a:pt x="313491" y="52278"/>
                  </a:cubicBezTo>
                  <a:close/>
                  <a:moveTo>
                    <a:pt x="196402" y="1764"/>
                  </a:moveTo>
                  <a:lnTo>
                    <a:pt x="252524" y="45115"/>
                  </a:lnTo>
                  <a:cubicBezTo>
                    <a:pt x="252674" y="45229"/>
                    <a:pt x="252745" y="45415"/>
                    <a:pt x="252888" y="45536"/>
                  </a:cubicBezTo>
                  <a:cubicBezTo>
                    <a:pt x="254126" y="46719"/>
                    <a:pt x="255033" y="48205"/>
                    <a:pt x="255517" y="49847"/>
                  </a:cubicBezTo>
                  <a:cubicBezTo>
                    <a:pt x="255679" y="50232"/>
                    <a:pt x="255812" y="50627"/>
                    <a:pt x="255916" y="51030"/>
                  </a:cubicBezTo>
                  <a:cubicBezTo>
                    <a:pt x="255938" y="51223"/>
                    <a:pt x="255859" y="51422"/>
                    <a:pt x="255874" y="51615"/>
                  </a:cubicBezTo>
                  <a:cubicBezTo>
                    <a:pt x="255888" y="51807"/>
                    <a:pt x="255988" y="51971"/>
                    <a:pt x="255988" y="52164"/>
                  </a:cubicBezTo>
                  <a:cubicBezTo>
                    <a:pt x="255938" y="52544"/>
                    <a:pt x="255861" y="52920"/>
                    <a:pt x="255760" y="53290"/>
                  </a:cubicBezTo>
                  <a:cubicBezTo>
                    <a:pt x="255677" y="54486"/>
                    <a:pt x="255279" y="55640"/>
                    <a:pt x="254605" y="56632"/>
                  </a:cubicBezTo>
                  <a:cubicBezTo>
                    <a:pt x="254464" y="56967"/>
                    <a:pt x="254302" y="57293"/>
                    <a:pt x="254120" y="57608"/>
                  </a:cubicBezTo>
                  <a:lnTo>
                    <a:pt x="210470" y="114030"/>
                  </a:lnTo>
                  <a:cubicBezTo>
                    <a:pt x="210385" y="114145"/>
                    <a:pt x="210297" y="114259"/>
                    <a:pt x="210207" y="114370"/>
                  </a:cubicBezTo>
                  <a:cubicBezTo>
                    <a:pt x="207104" y="118188"/>
                    <a:pt x="201494" y="118768"/>
                    <a:pt x="197676" y="115665"/>
                  </a:cubicBezTo>
                  <a:cubicBezTo>
                    <a:pt x="193857" y="112562"/>
                    <a:pt x="193278" y="106952"/>
                    <a:pt x="196380" y="103133"/>
                  </a:cubicBezTo>
                  <a:lnTo>
                    <a:pt x="228279" y="61906"/>
                  </a:lnTo>
                  <a:cubicBezTo>
                    <a:pt x="133069" y="69747"/>
                    <a:pt x="52702" y="135809"/>
                    <a:pt x="26584" y="227703"/>
                  </a:cubicBezTo>
                  <a:cubicBezTo>
                    <a:pt x="-8029" y="349487"/>
                    <a:pt x="62637" y="476272"/>
                    <a:pt x="184422" y="510886"/>
                  </a:cubicBezTo>
                  <a:lnTo>
                    <a:pt x="184443" y="510900"/>
                  </a:lnTo>
                  <a:cubicBezTo>
                    <a:pt x="188261" y="511989"/>
                    <a:pt x="190897" y="515474"/>
                    <a:pt x="190907" y="519444"/>
                  </a:cubicBezTo>
                  <a:cubicBezTo>
                    <a:pt x="190919" y="524364"/>
                    <a:pt x="186940" y="528362"/>
                    <a:pt x="182020" y="528374"/>
                  </a:cubicBezTo>
                  <a:cubicBezTo>
                    <a:pt x="181196" y="528377"/>
                    <a:pt x="180375" y="528262"/>
                    <a:pt x="179583" y="528032"/>
                  </a:cubicBezTo>
                  <a:cubicBezTo>
                    <a:pt x="82022" y="500316"/>
                    <a:pt x="11306" y="415798"/>
                    <a:pt x="1238" y="314878"/>
                  </a:cubicBezTo>
                  <a:cubicBezTo>
                    <a:pt x="-12309" y="179089"/>
                    <a:pt x="86788" y="58028"/>
                    <a:pt x="222578" y="44481"/>
                  </a:cubicBezTo>
                  <a:lnTo>
                    <a:pt x="185519" y="15868"/>
                  </a:lnTo>
                  <a:cubicBezTo>
                    <a:pt x="181769" y="12870"/>
                    <a:pt x="181069" y="7439"/>
                    <a:pt x="183936" y="3588"/>
                  </a:cubicBezTo>
                  <a:cubicBezTo>
                    <a:pt x="186875" y="-358"/>
                    <a:pt x="192456" y="-1175"/>
                    <a:pt x="196402" y="1764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9" name="Group 225">
            <a:extLst>
              <a:ext uri="{FF2B5EF4-FFF2-40B4-BE49-F238E27FC236}">
                <a16:creationId xmlns:a16="http://schemas.microsoft.com/office/drawing/2014/main" id="{C766534A-66FE-18CD-A621-E4B5E849D38F}"/>
              </a:ext>
            </a:extLst>
          </p:cNvPr>
          <p:cNvGrpSpPr/>
          <p:nvPr/>
        </p:nvGrpSpPr>
        <p:grpSpPr>
          <a:xfrm>
            <a:off x="7841977" y="5967750"/>
            <a:ext cx="580823" cy="430593"/>
            <a:chOff x="7841977" y="5967750"/>
            <a:chExt cx="580823" cy="430593"/>
          </a:xfrm>
        </p:grpSpPr>
        <p:sp>
          <p:nvSpPr>
            <p:cNvPr id="180" name="Freeform: Shape 154">
              <a:extLst>
                <a:ext uri="{FF2B5EF4-FFF2-40B4-BE49-F238E27FC236}">
                  <a16:creationId xmlns:a16="http://schemas.microsoft.com/office/drawing/2014/main" id="{E3937C3B-B9AF-FCE7-5F3D-34E242DC60AF}"/>
                </a:ext>
              </a:extLst>
            </p:cNvPr>
            <p:cNvSpPr/>
            <p:nvPr/>
          </p:nvSpPr>
          <p:spPr>
            <a:xfrm>
              <a:off x="7998763" y="6073588"/>
              <a:ext cx="263686" cy="263686"/>
            </a:xfrm>
            <a:custGeom>
              <a:avLst/>
              <a:gdLst>
                <a:gd name="connsiteX0" fmla="*/ 267249 w 263685"/>
                <a:gd name="connsiteY0" fmla="*/ 156701 h 263685"/>
                <a:gd name="connsiteX1" fmla="*/ 267249 w 263685"/>
                <a:gd name="connsiteY1" fmla="*/ 110556 h 263685"/>
                <a:gd name="connsiteX2" fmla="*/ 237674 w 263685"/>
                <a:gd name="connsiteY2" fmla="*/ 110556 h 263685"/>
                <a:gd name="connsiteX3" fmla="*/ 223492 w 263685"/>
                <a:gd name="connsiteY3" fmla="*/ 76405 h 263685"/>
                <a:gd name="connsiteX4" fmla="*/ 244437 w 263685"/>
                <a:gd name="connsiteY4" fmla="*/ 55452 h 263685"/>
                <a:gd name="connsiteX5" fmla="*/ 211811 w 263685"/>
                <a:gd name="connsiteY5" fmla="*/ 22827 h 263685"/>
                <a:gd name="connsiteX6" fmla="*/ 190859 w 263685"/>
                <a:gd name="connsiteY6" fmla="*/ 43779 h 263685"/>
                <a:gd name="connsiteX7" fmla="*/ 156708 w 263685"/>
                <a:gd name="connsiteY7" fmla="*/ 29590 h 263685"/>
                <a:gd name="connsiteX8" fmla="*/ 156708 w 263685"/>
                <a:gd name="connsiteY8" fmla="*/ 0 h 263685"/>
                <a:gd name="connsiteX9" fmla="*/ 110556 w 263685"/>
                <a:gd name="connsiteY9" fmla="*/ 0 h 263685"/>
                <a:gd name="connsiteX10" fmla="*/ 110556 w 263685"/>
                <a:gd name="connsiteY10" fmla="*/ 29583 h 263685"/>
                <a:gd name="connsiteX11" fmla="*/ 76405 w 263685"/>
                <a:gd name="connsiteY11" fmla="*/ 43772 h 263685"/>
                <a:gd name="connsiteX12" fmla="*/ 55452 w 263685"/>
                <a:gd name="connsiteY12" fmla="*/ 22820 h 263685"/>
                <a:gd name="connsiteX13" fmla="*/ 22827 w 263685"/>
                <a:gd name="connsiteY13" fmla="*/ 55445 h 263685"/>
                <a:gd name="connsiteX14" fmla="*/ 43779 w 263685"/>
                <a:gd name="connsiteY14" fmla="*/ 76398 h 263685"/>
                <a:gd name="connsiteX15" fmla="*/ 29597 w 263685"/>
                <a:gd name="connsiteY15" fmla="*/ 110549 h 263685"/>
                <a:gd name="connsiteX16" fmla="*/ 0 w 263685"/>
                <a:gd name="connsiteY16" fmla="*/ 110549 h 263685"/>
                <a:gd name="connsiteX17" fmla="*/ 0 w 263685"/>
                <a:gd name="connsiteY17" fmla="*/ 156694 h 263685"/>
                <a:gd name="connsiteX18" fmla="*/ 29576 w 263685"/>
                <a:gd name="connsiteY18" fmla="*/ 156694 h 263685"/>
                <a:gd name="connsiteX19" fmla="*/ 43758 w 263685"/>
                <a:gd name="connsiteY19" fmla="*/ 190845 h 263685"/>
                <a:gd name="connsiteX20" fmla="*/ 22805 w 263685"/>
                <a:gd name="connsiteY20" fmla="*/ 211790 h 263685"/>
                <a:gd name="connsiteX21" fmla="*/ 55431 w 263685"/>
                <a:gd name="connsiteY21" fmla="*/ 244416 h 263685"/>
                <a:gd name="connsiteX22" fmla="*/ 76405 w 263685"/>
                <a:gd name="connsiteY22" fmla="*/ 223485 h 263685"/>
                <a:gd name="connsiteX23" fmla="*/ 110556 w 263685"/>
                <a:gd name="connsiteY23" fmla="*/ 237674 h 263685"/>
                <a:gd name="connsiteX24" fmla="*/ 110556 w 263685"/>
                <a:gd name="connsiteY24" fmla="*/ 267256 h 263685"/>
                <a:gd name="connsiteX25" fmla="*/ 156701 w 263685"/>
                <a:gd name="connsiteY25" fmla="*/ 267256 h 263685"/>
                <a:gd name="connsiteX26" fmla="*/ 156701 w 263685"/>
                <a:gd name="connsiteY26" fmla="*/ 237667 h 263685"/>
                <a:gd name="connsiteX27" fmla="*/ 190852 w 263685"/>
                <a:gd name="connsiteY27" fmla="*/ 223485 h 263685"/>
                <a:gd name="connsiteX28" fmla="*/ 211797 w 263685"/>
                <a:gd name="connsiteY28" fmla="*/ 244437 h 263685"/>
                <a:gd name="connsiteX29" fmla="*/ 244423 w 263685"/>
                <a:gd name="connsiteY29" fmla="*/ 211811 h 263685"/>
                <a:gd name="connsiteX30" fmla="*/ 223477 w 263685"/>
                <a:gd name="connsiteY30" fmla="*/ 190866 h 263685"/>
                <a:gd name="connsiteX31" fmla="*/ 237659 w 263685"/>
                <a:gd name="connsiteY31" fmla="*/ 156715 h 263685"/>
                <a:gd name="connsiteX32" fmla="*/ 133625 w 263685"/>
                <a:gd name="connsiteY32" fmla="*/ 178964 h 263685"/>
                <a:gd name="connsiteX33" fmla="*/ 88285 w 263685"/>
                <a:gd name="connsiteY33" fmla="*/ 133625 h 263685"/>
                <a:gd name="connsiteX34" fmla="*/ 133625 w 263685"/>
                <a:gd name="connsiteY34" fmla="*/ 88285 h 263685"/>
                <a:gd name="connsiteX35" fmla="*/ 178964 w 263685"/>
                <a:gd name="connsiteY35" fmla="*/ 133625 h 263685"/>
                <a:gd name="connsiteX36" fmla="*/ 133625 w 263685"/>
                <a:gd name="connsiteY36" fmla="*/ 178964 h 263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63685" h="263685">
                  <a:moveTo>
                    <a:pt x="267249" y="156701"/>
                  </a:moveTo>
                  <a:lnTo>
                    <a:pt x="267249" y="110556"/>
                  </a:lnTo>
                  <a:lnTo>
                    <a:pt x="237674" y="110556"/>
                  </a:lnTo>
                  <a:cubicBezTo>
                    <a:pt x="234986" y="98428"/>
                    <a:pt x="230186" y="86868"/>
                    <a:pt x="223492" y="76405"/>
                  </a:cubicBezTo>
                  <a:lnTo>
                    <a:pt x="244437" y="55452"/>
                  </a:lnTo>
                  <a:lnTo>
                    <a:pt x="211811" y="22827"/>
                  </a:lnTo>
                  <a:lnTo>
                    <a:pt x="190859" y="43779"/>
                  </a:lnTo>
                  <a:cubicBezTo>
                    <a:pt x="180396" y="37082"/>
                    <a:pt x="168836" y="32279"/>
                    <a:pt x="156708" y="29590"/>
                  </a:cubicBezTo>
                  <a:lnTo>
                    <a:pt x="156708" y="0"/>
                  </a:lnTo>
                  <a:lnTo>
                    <a:pt x="110556" y="0"/>
                  </a:lnTo>
                  <a:lnTo>
                    <a:pt x="110556" y="29583"/>
                  </a:lnTo>
                  <a:cubicBezTo>
                    <a:pt x="98428" y="32273"/>
                    <a:pt x="86868" y="37076"/>
                    <a:pt x="76405" y="43772"/>
                  </a:cubicBezTo>
                  <a:lnTo>
                    <a:pt x="55452" y="22820"/>
                  </a:lnTo>
                  <a:lnTo>
                    <a:pt x="22827" y="55445"/>
                  </a:lnTo>
                  <a:lnTo>
                    <a:pt x="43779" y="76398"/>
                  </a:lnTo>
                  <a:cubicBezTo>
                    <a:pt x="37085" y="86861"/>
                    <a:pt x="32284" y="98421"/>
                    <a:pt x="29597" y="110549"/>
                  </a:cubicBezTo>
                  <a:lnTo>
                    <a:pt x="0" y="110549"/>
                  </a:lnTo>
                  <a:lnTo>
                    <a:pt x="0" y="156694"/>
                  </a:lnTo>
                  <a:lnTo>
                    <a:pt x="29576" y="156694"/>
                  </a:lnTo>
                  <a:cubicBezTo>
                    <a:pt x="32263" y="168821"/>
                    <a:pt x="37064" y="180381"/>
                    <a:pt x="43758" y="190845"/>
                  </a:cubicBezTo>
                  <a:lnTo>
                    <a:pt x="22805" y="211790"/>
                  </a:lnTo>
                  <a:lnTo>
                    <a:pt x="55431" y="244416"/>
                  </a:lnTo>
                  <a:lnTo>
                    <a:pt x="76405" y="223485"/>
                  </a:lnTo>
                  <a:cubicBezTo>
                    <a:pt x="86868" y="230181"/>
                    <a:pt x="98428" y="234984"/>
                    <a:pt x="110556" y="237674"/>
                  </a:cubicBezTo>
                  <a:lnTo>
                    <a:pt x="110556" y="267256"/>
                  </a:lnTo>
                  <a:lnTo>
                    <a:pt x="156701" y="267256"/>
                  </a:lnTo>
                  <a:lnTo>
                    <a:pt x="156701" y="237667"/>
                  </a:lnTo>
                  <a:cubicBezTo>
                    <a:pt x="168828" y="234979"/>
                    <a:pt x="180388" y="230179"/>
                    <a:pt x="190852" y="223485"/>
                  </a:cubicBezTo>
                  <a:lnTo>
                    <a:pt x="211797" y="244437"/>
                  </a:lnTo>
                  <a:lnTo>
                    <a:pt x="244423" y="211811"/>
                  </a:lnTo>
                  <a:lnTo>
                    <a:pt x="223477" y="190866"/>
                  </a:lnTo>
                  <a:cubicBezTo>
                    <a:pt x="230172" y="180402"/>
                    <a:pt x="234972" y="168842"/>
                    <a:pt x="237659" y="156715"/>
                  </a:cubicBezTo>
                  <a:close/>
                  <a:moveTo>
                    <a:pt x="133625" y="178964"/>
                  </a:moveTo>
                  <a:cubicBezTo>
                    <a:pt x="108584" y="178964"/>
                    <a:pt x="88285" y="158665"/>
                    <a:pt x="88285" y="133625"/>
                  </a:cubicBezTo>
                  <a:cubicBezTo>
                    <a:pt x="88285" y="108584"/>
                    <a:pt x="108584" y="88285"/>
                    <a:pt x="133625" y="88285"/>
                  </a:cubicBezTo>
                  <a:cubicBezTo>
                    <a:pt x="158665" y="88285"/>
                    <a:pt x="178964" y="108584"/>
                    <a:pt x="178964" y="133625"/>
                  </a:cubicBezTo>
                  <a:cubicBezTo>
                    <a:pt x="178964" y="158665"/>
                    <a:pt x="158665" y="178964"/>
                    <a:pt x="133625" y="178964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" name="Freeform: Shape 155">
              <a:extLst>
                <a:ext uri="{FF2B5EF4-FFF2-40B4-BE49-F238E27FC236}">
                  <a16:creationId xmlns:a16="http://schemas.microsoft.com/office/drawing/2014/main" id="{1F9056EF-D033-9466-AD16-FE37259546C0}"/>
                </a:ext>
              </a:extLst>
            </p:cNvPr>
            <p:cNvSpPr/>
            <p:nvPr/>
          </p:nvSpPr>
          <p:spPr>
            <a:xfrm>
              <a:off x="7841977" y="5967750"/>
              <a:ext cx="580823" cy="430593"/>
            </a:xfrm>
            <a:custGeom>
              <a:avLst/>
              <a:gdLst>
                <a:gd name="connsiteX0" fmla="*/ 290411 w 580823"/>
                <a:gd name="connsiteY0" fmla="*/ 185215 h 430593"/>
                <a:gd name="connsiteX1" fmla="*/ 319344 w 580823"/>
                <a:gd name="connsiteY1" fmla="*/ 193576 h 430593"/>
                <a:gd name="connsiteX2" fmla="*/ 336298 w 580823"/>
                <a:gd name="connsiteY2" fmla="*/ 268398 h 430593"/>
                <a:gd name="connsiteX3" fmla="*/ 261475 w 580823"/>
                <a:gd name="connsiteY3" fmla="*/ 285352 h 430593"/>
                <a:gd name="connsiteX4" fmla="*/ 244522 w 580823"/>
                <a:gd name="connsiteY4" fmla="*/ 210529 h 430593"/>
                <a:gd name="connsiteX5" fmla="*/ 256621 w 580823"/>
                <a:gd name="connsiteY5" fmla="*/ 207792 h 430593"/>
                <a:gd name="connsiteX6" fmla="*/ 259587 w 580823"/>
                <a:gd name="connsiteY6" fmla="*/ 220037 h 430593"/>
                <a:gd name="connsiteX7" fmla="*/ 253982 w 580823"/>
                <a:gd name="connsiteY7" fmla="*/ 239438 h 430593"/>
                <a:gd name="connsiteX8" fmla="*/ 290389 w 580823"/>
                <a:gd name="connsiteY8" fmla="*/ 275867 h 430593"/>
                <a:gd name="connsiteX9" fmla="*/ 326817 w 580823"/>
                <a:gd name="connsiteY9" fmla="*/ 239461 h 430593"/>
                <a:gd name="connsiteX10" fmla="*/ 290411 w 580823"/>
                <a:gd name="connsiteY10" fmla="*/ 203032 h 430593"/>
                <a:gd name="connsiteX11" fmla="*/ 281503 w 580823"/>
                <a:gd name="connsiteY11" fmla="*/ 194123 h 430593"/>
                <a:gd name="connsiteX12" fmla="*/ 290411 w 580823"/>
                <a:gd name="connsiteY12" fmla="*/ 185215 h 430593"/>
                <a:gd name="connsiteX13" fmla="*/ 276243 w 580823"/>
                <a:gd name="connsiteY13" fmla="*/ 114761 h 430593"/>
                <a:gd name="connsiteX14" fmla="*/ 276243 w 580823"/>
                <a:gd name="connsiteY14" fmla="*/ 135428 h 430593"/>
                <a:gd name="connsiteX15" fmla="*/ 269259 w 580823"/>
                <a:gd name="connsiteY15" fmla="*/ 144130 h 430593"/>
                <a:gd name="connsiteX16" fmla="*/ 237980 w 580823"/>
                <a:gd name="connsiteY16" fmla="*/ 157122 h 430593"/>
                <a:gd name="connsiteX17" fmla="*/ 226891 w 580823"/>
                <a:gd name="connsiteY17" fmla="*/ 155910 h 430593"/>
                <a:gd name="connsiteX18" fmla="*/ 212238 w 580823"/>
                <a:gd name="connsiteY18" fmla="*/ 141258 h 430593"/>
                <a:gd name="connsiteX19" fmla="*/ 192205 w 580823"/>
                <a:gd name="connsiteY19" fmla="*/ 161291 h 430593"/>
                <a:gd name="connsiteX20" fmla="*/ 206850 w 580823"/>
                <a:gd name="connsiteY20" fmla="*/ 175901 h 430593"/>
                <a:gd name="connsiteX21" fmla="*/ 208062 w 580823"/>
                <a:gd name="connsiteY21" fmla="*/ 186998 h 430593"/>
                <a:gd name="connsiteX22" fmla="*/ 195063 w 580823"/>
                <a:gd name="connsiteY22" fmla="*/ 218284 h 430593"/>
                <a:gd name="connsiteX23" fmla="*/ 186361 w 580823"/>
                <a:gd name="connsiteY23" fmla="*/ 225275 h 430593"/>
                <a:gd name="connsiteX24" fmla="*/ 165694 w 580823"/>
                <a:gd name="connsiteY24" fmla="*/ 225275 h 430593"/>
                <a:gd name="connsiteX25" fmla="*/ 165694 w 580823"/>
                <a:gd name="connsiteY25" fmla="*/ 253596 h 430593"/>
                <a:gd name="connsiteX26" fmla="*/ 186368 w 580823"/>
                <a:gd name="connsiteY26" fmla="*/ 253596 h 430593"/>
                <a:gd name="connsiteX27" fmla="*/ 195070 w 580823"/>
                <a:gd name="connsiteY27" fmla="*/ 260580 h 430593"/>
                <a:gd name="connsiteX28" fmla="*/ 208069 w 580823"/>
                <a:gd name="connsiteY28" fmla="*/ 291859 h 430593"/>
                <a:gd name="connsiteX29" fmla="*/ 206857 w 580823"/>
                <a:gd name="connsiteY29" fmla="*/ 302955 h 430593"/>
                <a:gd name="connsiteX30" fmla="*/ 192205 w 580823"/>
                <a:gd name="connsiteY30" fmla="*/ 317636 h 430593"/>
                <a:gd name="connsiteX31" fmla="*/ 212238 w 580823"/>
                <a:gd name="connsiteY31" fmla="*/ 337669 h 430593"/>
                <a:gd name="connsiteX32" fmla="*/ 226891 w 580823"/>
                <a:gd name="connsiteY32" fmla="*/ 323017 h 430593"/>
                <a:gd name="connsiteX33" fmla="*/ 237987 w 580823"/>
                <a:gd name="connsiteY33" fmla="*/ 321805 h 430593"/>
                <a:gd name="connsiteX34" fmla="*/ 269266 w 580823"/>
                <a:gd name="connsiteY34" fmla="*/ 334797 h 430593"/>
                <a:gd name="connsiteX35" fmla="*/ 276250 w 580823"/>
                <a:gd name="connsiteY35" fmla="*/ 343499 h 430593"/>
                <a:gd name="connsiteX36" fmla="*/ 276250 w 580823"/>
                <a:gd name="connsiteY36" fmla="*/ 364166 h 430593"/>
                <a:gd name="connsiteX37" fmla="*/ 304572 w 580823"/>
                <a:gd name="connsiteY37" fmla="*/ 364166 h 430593"/>
                <a:gd name="connsiteX38" fmla="*/ 304572 w 580823"/>
                <a:gd name="connsiteY38" fmla="*/ 343499 h 430593"/>
                <a:gd name="connsiteX39" fmla="*/ 311556 w 580823"/>
                <a:gd name="connsiteY39" fmla="*/ 334797 h 430593"/>
                <a:gd name="connsiteX40" fmla="*/ 342835 w 580823"/>
                <a:gd name="connsiteY40" fmla="*/ 321805 h 430593"/>
                <a:gd name="connsiteX41" fmla="*/ 353931 w 580823"/>
                <a:gd name="connsiteY41" fmla="*/ 323017 h 430593"/>
                <a:gd name="connsiteX42" fmla="*/ 368583 w 580823"/>
                <a:gd name="connsiteY42" fmla="*/ 337669 h 430593"/>
                <a:gd name="connsiteX43" fmla="*/ 388616 w 580823"/>
                <a:gd name="connsiteY43" fmla="*/ 317636 h 430593"/>
                <a:gd name="connsiteX44" fmla="*/ 373964 w 580823"/>
                <a:gd name="connsiteY44" fmla="*/ 302991 h 430593"/>
                <a:gd name="connsiteX45" fmla="*/ 372752 w 580823"/>
                <a:gd name="connsiteY45" fmla="*/ 291895 h 430593"/>
                <a:gd name="connsiteX46" fmla="*/ 385751 w 580823"/>
                <a:gd name="connsiteY46" fmla="*/ 260616 h 430593"/>
                <a:gd name="connsiteX47" fmla="*/ 394460 w 580823"/>
                <a:gd name="connsiteY47" fmla="*/ 253603 h 430593"/>
                <a:gd name="connsiteX48" fmla="*/ 415127 w 580823"/>
                <a:gd name="connsiteY48" fmla="*/ 253603 h 430593"/>
                <a:gd name="connsiteX49" fmla="*/ 415127 w 580823"/>
                <a:gd name="connsiteY49" fmla="*/ 225275 h 430593"/>
                <a:gd name="connsiteX50" fmla="*/ 394460 w 580823"/>
                <a:gd name="connsiteY50" fmla="*/ 225275 h 430593"/>
                <a:gd name="connsiteX51" fmla="*/ 385744 w 580823"/>
                <a:gd name="connsiteY51" fmla="*/ 218326 h 430593"/>
                <a:gd name="connsiteX52" fmla="*/ 372745 w 580823"/>
                <a:gd name="connsiteY52" fmla="*/ 187040 h 430593"/>
                <a:gd name="connsiteX53" fmla="*/ 373957 w 580823"/>
                <a:gd name="connsiteY53" fmla="*/ 175944 h 430593"/>
                <a:gd name="connsiteX54" fmla="*/ 388609 w 580823"/>
                <a:gd name="connsiteY54" fmla="*/ 161291 h 430593"/>
                <a:gd name="connsiteX55" fmla="*/ 368576 w 580823"/>
                <a:gd name="connsiteY55" fmla="*/ 141258 h 430593"/>
                <a:gd name="connsiteX56" fmla="*/ 353924 w 580823"/>
                <a:gd name="connsiteY56" fmla="*/ 155910 h 430593"/>
                <a:gd name="connsiteX57" fmla="*/ 342835 w 580823"/>
                <a:gd name="connsiteY57" fmla="*/ 157122 h 430593"/>
                <a:gd name="connsiteX58" fmla="*/ 311556 w 580823"/>
                <a:gd name="connsiteY58" fmla="*/ 144130 h 430593"/>
                <a:gd name="connsiteX59" fmla="*/ 304572 w 580823"/>
                <a:gd name="connsiteY59" fmla="*/ 135428 h 430593"/>
                <a:gd name="connsiteX60" fmla="*/ 304572 w 580823"/>
                <a:gd name="connsiteY60" fmla="*/ 114761 h 430593"/>
                <a:gd name="connsiteX61" fmla="*/ 267342 w 580823"/>
                <a:gd name="connsiteY61" fmla="*/ 96930 h 430593"/>
                <a:gd name="connsiteX62" fmla="*/ 313480 w 580823"/>
                <a:gd name="connsiteY62" fmla="*/ 96930 h 430593"/>
                <a:gd name="connsiteX63" fmla="*/ 322388 w 580823"/>
                <a:gd name="connsiteY63" fmla="*/ 105838 h 430593"/>
                <a:gd name="connsiteX64" fmla="*/ 322388 w 580823"/>
                <a:gd name="connsiteY64" fmla="*/ 128501 h 430593"/>
                <a:gd name="connsiteX65" fmla="*/ 346234 w 580823"/>
                <a:gd name="connsiteY65" fmla="*/ 138414 h 430593"/>
                <a:gd name="connsiteX66" fmla="*/ 362283 w 580823"/>
                <a:gd name="connsiteY66" fmla="*/ 122365 h 430593"/>
                <a:gd name="connsiteX67" fmla="*/ 362285 w 580823"/>
                <a:gd name="connsiteY67" fmla="*/ 122363 h 430593"/>
                <a:gd name="connsiteX68" fmla="*/ 374883 w 580823"/>
                <a:gd name="connsiteY68" fmla="*/ 122365 h 430593"/>
                <a:gd name="connsiteX69" fmla="*/ 407509 w 580823"/>
                <a:gd name="connsiteY69" fmla="*/ 154984 h 430593"/>
                <a:gd name="connsiteX70" fmla="*/ 407511 w 580823"/>
                <a:gd name="connsiteY70" fmla="*/ 154985 h 430593"/>
                <a:gd name="connsiteX71" fmla="*/ 407509 w 580823"/>
                <a:gd name="connsiteY71" fmla="*/ 167584 h 430593"/>
                <a:gd name="connsiteX72" fmla="*/ 391460 w 580823"/>
                <a:gd name="connsiteY72" fmla="*/ 183634 h 430593"/>
                <a:gd name="connsiteX73" fmla="*/ 401373 w 580823"/>
                <a:gd name="connsiteY73" fmla="*/ 207487 h 430593"/>
                <a:gd name="connsiteX74" fmla="*/ 424036 w 580823"/>
                <a:gd name="connsiteY74" fmla="*/ 207487 h 430593"/>
                <a:gd name="connsiteX75" fmla="*/ 432944 w 580823"/>
                <a:gd name="connsiteY75" fmla="*/ 216395 h 430593"/>
                <a:gd name="connsiteX76" fmla="*/ 432944 w 580823"/>
                <a:gd name="connsiteY76" fmla="*/ 262540 h 430593"/>
                <a:gd name="connsiteX77" fmla="*/ 424036 w 580823"/>
                <a:gd name="connsiteY77" fmla="*/ 271448 h 430593"/>
                <a:gd name="connsiteX78" fmla="*/ 401380 w 580823"/>
                <a:gd name="connsiteY78" fmla="*/ 271448 h 430593"/>
                <a:gd name="connsiteX79" fmla="*/ 391467 w 580823"/>
                <a:gd name="connsiteY79" fmla="*/ 295294 h 430593"/>
                <a:gd name="connsiteX80" fmla="*/ 407516 w 580823"/>
                <a:gd name="connsiteY80" fmla="*/ 311343 h 430593"/>
                <a:gd name="connsiteX81" fmla="*/ 407516 w 580823"/>
                <a:gd name="connsiteY81" fmla="*/ 323936 h 430593"/>
                <a:gd name="connsiteX82" fmla="*/ 374890 w 580823"/>
                <a:gd name="connsiteY82" fmla="*/ 356562 h 430593"/>
                <a:gd name="connsiteX83" fmla="*/ 374889 w 580823"/>
                <a:gd name="connsiteY83" fmla="*/ 356564 h 430593"/>
                <a:gd name="connsiteX84" fmla="*/ 362290 w 580823"/>
                <a:gd name="connsiteY84" fmla="*/ 356562 h 430593"/>
                <a:gd name="connsiteX85" fmla="*/ 346241 w 580823"/>
                <a:gd name="connsiteY85" fmla="*/ 340513 h 430593"/>
                <a:gd name="connsiteX86" fmla="*/ 322395 w 580823"/>
                <a:gd name="connsiteY86" fmla="*/ 350426 h 430593"/>
                <a:gd name="connsiteX87" fmla="*/ 322395 w 580823"/>
                <a:gd name="connsiteY87" fmla="*/ 373096 h 430593"/>
                <a:gd name="connsiteX88" fmla="*/ 313487 w 580823"/>
                <a:gd name="connsiteY88" fmla="*/ 382004 h 430593"/>
                <a:gd name="connsiteX89" fmla="*/ 267342 w 580823"/>
                <a:gd name="connsiteY89" fmla="*/ 382004 h 430593"/>
                <a:gd name="connsiteX90" fmla="*/ 258434 w 580823"/>
                <a:gd name="connsiteY90" fmla="*/ 373096 h 430593"/>
                <a:gd name="connsiteX91" fmla="*/ 258434 w 580823"/>
                <a:gd name="connsiteY91" fmla="*/ 350426 h 430593"/>
                <a:gd name="connsiteX92" fmla="*/ 234588 w 580823"/>
                <a:gd name="connsiteY92" fmla="*/ 340513 h 430593"/>
                <a:gd name="connsiteX93" fmla="*/ 218538 w 580823"/>
                <a:gd name="connsiteY93" fmla="*/ 356562 h 430593"/>
                <a:gd name="connsiteX94" fmla="*/ 218536 w 580823"/>
                <a:gd name="connsiteY94" fmla="*/ 356564 h 430593"/>
                <a:gd name="connsiteX95" fmla="*/ 205938 w 580823"/>
                <a:gd name="connsiteY95" fmla="*/ 356562 h 430593"/>
                <a:gd name="connsiteX96" fmla="*/ 173312 w 580823"/>
                <a:gd name="connsiteY96" fmla="*/ 323936 h 430593"/>
                <a:gd name="connsiteX97" fmla="*/ 173312 w 580823"/>
                <a:gd name="connsiteY97" fmla="*/ 311343 h 430593"/>
                <a:gd name="connsiteX98" fmla="*/ 189361 w 580823"/>
                <a:gd name="connsiteY98" fmla="*/ 295294 h 430593"/>
                <a:gd name="connsiteX99" fmla="*/ 179448 w 580823"/>
                <a:gd name="connsiteY99" fmla="*/ 271448 h 430593"/>
                <a:gd name="connsiteX100" fmla="*/ 156785 w 580823"/>
                <a:gd name="connsiteY100" fmla="*/ 271448 h 430593"/>
                <a:gd name="connsiteX101" fmla="*/ 147877 w 580823"/>
                <a:gd name="connsiteY101" fmla="*/ 262540 h 430593"/>
                <a:gd name="connsiteX102" fmla="*/ 147877 w 580823"/>
                <a:gd name="connsiteY102" fmla="*/ 216395 h 430593"/>
                <a:gd name="connsiteX103" fmla="*/ 147877 w 580823"/>
                <a:gd name="connsiteY103" fmla="*/ 216366 h 430593"/>
                <a:gd name="connsiteX104" fmla="*/ 156785 w 580823"/>
                <a:gd name="connsiteY104" fmla="*/ 207458 h 430593"/>
                <a:gd name="connsiteX105" fmla="*/ 179448 w 580823"/>
                <a:gd name="connsiteY105" fmla="*/ 207458 h 430593"/>
                <a:gd name="connsiteX106" fmla="*/ 189361 w 580823"/>
                <a:gd name="connsiteY106" fmla="*/ 183641 h 430593"/>
                <a:gd name="connsiteX107" fmla="*/ 173312 w 580823"/>
                <a:gd name="connsiteY107" fmla="*/ 167591 h 430593"/>
                <a:gd name="connsiteX108" fmla="*/ 173310 w 580823"/>
                <a:gd name="connsiteY108" fmla="*/ 167589 h 430593"/>
                <a:gd name="connsiteX109" fmla="*/ 173312 w 580823"/>
                <a:gd name="connsiteY109" fmla="*/ 154991 h 430593"/>
                <a:gd name="connsiteX110" fmla="*/ 205938 w 580823"/>
                <a:gd name="connsiteY110" fmla="*/ 122365 h 430593"/>
                <a:gd name="connsiteX111" fmla="*/ 205940 w 580823"/>
                <a:gd name="connsiteY111" fmla="*/ 122363 h 430593"/>
                <a:gd name="connsiteX112" fmla="*/ 218538 w 580823"/>
                <a:gd name="connsiteY112" fmla="*/ 122365 h 430593"/>
                <a:gd name="connsiteX113" fmla="*/ 234588 w 580823"/>
                <a:gd name="connsiteY113" fmla="*/ 138414 h 430593"/>
                <a:gd name="connsiteX114" fmla="*/ 258434 w 580823"/>
                <a:gd name="connsiteY114" fmla="*/ 128501 h 430593"/>
                <a:gd name="connsiteX115" fmla="*/ 258434 w 580823"/>
                <a:gd name="connsiteY115" fmla="*/ 105838 h 430593"/>
                <a:gd name="connsiteX116" fmla="*/ 267342 w 580823"/>
                <a:gd name="connsiteY116" fmla="*/ 96930 h 430593"/>
                <a:gd name="connsiteX117" fmla="*/ 46238 w 580823"/>
                <a:gd name="connsiteY117" fmla="*/ 0 h 430593"/>
                <a:gd name="connsiteX118" fmla="*/ 150480 w 580823"/>
                <a:gd name="connsiteY118" fmla="*/ 0 h 430593"/>
                <a:gd name="connsiteX119" fmla="*/ 189392 w 580823"/>
                <a:gd name="connsiteY119" fmla="*/ 14717 h 430593"/>
                <a:gd name="connsiteX120" fmla="*/ 194380 w 580823"/>
                <a:gd name="connsiteY120" fmla="*/ 20810 h 430593"/>
                <a:gd name="connsiteX121" fmla="*/ 218825 w 580823"/>
                <a:gd name="connsiteY121" fmla="*/ 49787 h 430593"/>
                <a:gd name="connsiteX122" fmla="*/ 534585 w 580823"/>
                <a:gd name="connsiteY122" fmla="*/ 49787 h 430593"/>
                <a:gd name="connsiteX123" fmla="*/ 580823 w 580823"/>
                <a:gd name="connsiteY123" fmla="*/ 96024 h 430593"/>
                <a:gd name="connsiteX124" fmla="*/ 580823 w 580823"/>
                <a:gd name="connsiteY124" fmla="*/ 122651 h 430593"/>
                <a:gd name="connsiteX125" fmla="*/ 571915 w 580823"/>
                <a:gd name="connsiteY125" fmla="*/ 131559 h 430593"/>
                <a:gd name="connsiteX126" fmla="*/ 563006 w 580823"/>
                <a:gd name="connsiteY126" fmla="*/ 122651 h 430593"/>
                <a:gd name="connsiteX127" fmla="*/ 563006 w 580823"/>
                <a:gd name="connsiteY127" fmla="*/ 96046 h 430593"/>
                <a:gd name="connsiteX128" fmla="*/ 534585 w 580823"/>
                <a:gd name="connsiteY128" fmla="*/ 67625 h 430593"/>
                <a:gd name="connsiteX129" fmla="*/ 214663 w 580823"/>
                <a:gd name="connsiteY129" fmla="*/ 67625 h 430593"/>
                <a:gd name="connsiteX130" fmla="*/ 207850 w 580823"/>
                <a:gd name="connsiteY130" fmla="*/ 64461 h 430593"/>
                <a:gd name="connsiteX131" fmla="*/ 180768 w 580823"/>
                <a:gd name="connsiteY131" fmla="*/ 32312 h 430593"/>
                <a:gd name="connsiteX132" fmla="*/ 175523 w 580823"/>
                <a:gd name="connsiteY132" fmla="*/ 25898 h 430593"/>
                <a:gd name="connsiteX133" fmla="*/ 150480 w 580823"/>
                <a:gd name="connsiteY133" fmla="*/ 17817 h 430593"/>
                <a:gd name="connsiteX134" fmla="*/ 46238 w 580823"/>
                <a:gd name="connsiteY134" fmla="*/ 17817 h 430593"/>
                <a:gd name="connsiteX135" fmla="*/ 17817 w 580823"/>
                <a:gd name="connsiteY135" fmla="*/ 46238 h 430593"/>
                <a:gd name="connsiteX136" fmla="*/ 17817 w 580823"/>
                <a:gd name="connsiteY136" fmla="*/ 384355 h 430593"/>
                <a:gd name="connsiteX137" fmla="*/ 46238 w 580823"/>
                <a:gd name="connsiteY137" fmla="*/ 412776 h 430593"/>
                <a:gd name="connsiteX138" fmla="*/ 534585 w 580823"/>
                <a:gd name="connsiteY138" fmla="*/ 412776 h 430593"/>
                <a:gd name="connsiteX139" fmla="*/ 563006 w 580823"/>
                <a:gd name="connsiteY139" fmla="*/ 384355 h 430593"/>
                <a:gd name="connsiteX140" fmla="*/ 563006 w 580823"/>
                <a:gd name="connsiteY140" fmla="*/ 173727 h 430593"/>
                <a:gd name="connsiteX141" fmla="*/ 571915 w 580823"/>
                <a:gd name="connsiteY141" fmla="*/ 164819 h 430593"/>
                <a:gd name="connsiteX142" fmla="*/ 580823 w 580823"/>
                <a:gd name="connsiteY142" fmla="*/ 173727 h 430593"/>
                <a:gd name="connsiteX143" fmla="*/ 580823 w 580823"/>
                <a:gd name="connsiteY143" fmla="*/ 384355 h 430593"/>
                <a:gd name="connsiteX144" fmla="*/ 534585 w 580823"/>
                <a:gd name="connsiteY144" fmla="*/ 430593 h 430593"/>
                <a:gd name="connsiteX145" fmla="*/ 46238 w 580823"/>
                <a:gd name="connsiteY145" fmla="*/ 430593 h 430593"/>
                <a:gd name="connsiteX146" fmla="*/ 0 w 580823"/>
                <a:gd name="connsiteY146" fmla="*/ 384355 h 430593"/>
                <a:gd name="connsiteX147" fmla="*/ 0 w 580823"/>
                <a:gd name="connsiteY147" fmla="*/ 46238 h 430593"/>
                <a:gd name="connsiteX148" fmla="*/ 46238 w 580823"/>
                <a:gd name="connsiteY148" fmla="*/ 0 h 430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580823" h="430593">
                  <a:moveTo>
                    <a:pt x="290411" y="185215"/>
                  </a:moveTo>
                  <a:cubicBezTo>
                    <a:pt x="300651" y="185215"/>
                    <a:pt x="310682" y="188114"/>
                    <a:pt x="319344" y="193576"/>
                  </a:cubicBezTo>
                  <a:cubicBezTo>
                    <a:pt x="344687" y="209556"/>
                    <a:pt x="352278" y="243055"/>
                    <a:pt x="336298" y="268398"/>
                  </a:cubicBezTo>
                  <a:cubicBezTo>
                    <a:pt x="320318" y="293741"/>
                    <a:pt x="286819" y="301332"/>
                    <a:pt x="261475" y="285352"/>
                  </a:cubicBezTo>
                  <a:cubicBezTo>
                    <a:pt x="236132" y="269372"/>
                    <a:pt x="228542" y="235873"/>
                    <a:pt x="244522" y="210529"/>
                  </a:cubicBezTo>
                  <a:cubicBezTo>
                    <a:pt x="247153" y="206497"/>
                    <a:pt x="252511" y="205285"/>
                    <a:pt x="256621" y="207792"/>
                  </a:cubicBezTo>
                  <a:cubicBezTo>
                    <a:pt x="260821" y="210354"/>
                    <a:pt x="262149" y="215837"/>
                    <a:pt x="259587" y="220037"/>
                  </a:cubicBezTo>
                  <a:cubicBezTo>
                    <a:pt x="255927" y="225846"/>
                    <a:pt x="253984" y="232572"/>
                    <a:pt x="253982" y="239438"/>
                  </a:cubicBezTo>
                  <a:cubicBezTo>
                    <a:pt x="253975" y="259551"/>
                    <a:pt x="270276" y="275861"/>
                    <a:pt x="290389" y="275867"/>
                  </a:cubicBezTo>
                  <a:cubicBezTo>
                    <a:pt x="310501" y="275873"/>
                    <a:pt x="326811" y="259574"/>
                    <a:pt x="326817" y="239461"/>
                  </a:cubicBezTo>
                  <a:cubicBezTo>
                    <a:pt x="326823" y="219348"/>
                    <a:pt x="310524" y="203038"/>
                    <a:pt x="290411" y="203032"/>
                  </a:cubicBezTo>
                  <a:cubicBezTo>
                    <a:pt x="285491" y="203032"/>
                    <a:pt x="281503" y="199043"/>
                    <a:pt x="281503" y="194123"/>
                  </a:cubicBezTo>
                  <a:cubicBezTo>
                    <a:pt x="281503" y="189203"/>
                    <a:pt x="285491" y="185215"/>
                    <a:pt x="290411" y="185215"/>
                  </a:cubicBezTo>
                  <a:close/>
                  <a:moveTo>
                    <a:pt x="276243" y="114761"/>
                  </a:moveTo>
                  <a:lnTo>
                    <a:pt x="276243" y="135428"/>
                  </a:lnTo>
                  <a:cubicBezTo>
                    <a:pt x="276248" y="139609"/>
                    <a:pt x="273342" y="143229"/>
                    <a:pt x="269259" y="144130"/>
                  </a:cubicBezTo>
                  <a:cubicBezTo>
                    <a:pt x="258150" y="146587"/>
                    <a:pt x="247561" y="150985"/>
                    <a:pt x="237980" y="157122"/>
                  </a:cubicBezTo>
                  <a:cubicBezTo>
                    <a:pt x="234456" y="159363"/>
                    <a:pt x="229848" y="158860"/>
                    <a:pt x="226891" y="155910"/>
                  </a:cubicBezTo>
                  <a:lnTo>
                    <a:pt x="212238" y="141258"/>
                  </a:lnTo>
                  <a:lnTo>
                    <a:pt x="192205" y="161291"/>
                  </a:lnTo>
                  <a:lnTo>
                    <a:pt x="206850" y="175901"/>
                  </a:lnTo>
                  <a:cubicBezTo>
                    <a:pt x="209808" y="178857"/>
                    <a:pt x="210312" y="183473"/>
                    <a:pt x="208062" y="186998"/>
                  </a:cubicBezTo>
                  <a:cubicBezTo>
                    <a:pt x="201922" y="196580"/>
                    <a:pt x="197522" y="207171"/>
                    <a:pt x="195063" y="218284"/>
                  </a:cubicBezTo>
                  <a:cubicBezTo>
                    <a:pt x="194163" y="222368"/>
                    <a:pt x="190543" y="225276"/>
                    <a:pt x="186361" y="225275"/>
                  </a:cubicBezTo>
                  <a:lnTo>
                    <a:pt x="165694" y="225275"/>
                  </a:lnTo>
                  <a:lnTo>
                    <a:pt x="165694" y="253596"/>
                  </a:lnTo>
                  <a:lnTo>
                    <a:pt x="186368" y="253596"/>
                  </a:lnTo>
                  <a:cubicBezTo>
                    <a:pt x="190548" y="253594"/>
                    <a:pt x="194167" y="256499"/>
                    <a:pt x="195070" y="260580"/>
                  </a:cubicBezTo>
                  <a:cubicBezTo>
                    <a:pt x="197530" y="271690"/>
                    <a:pt x="201931" y="282278"/>
                    <a:pt x="208069" y="291859"/>
                  </a:cubicBezTo>
                  <a:cubicBezTo>
                    <a:pt x="210319" y="295384"/>
                    <a:pt x="209816" y="299999"/>
                    <a:pt x="206857" y="302955"/>
                  </a:cubicBezTo>
                  <a:lnTo>
                    <a:pt x="192205" y="317636"/>
                  </a:lnTo>
                  <a:lnTo>
                    <a:pt x="212238" y="337669"/>
                  </a:lnTo>
                  <a:lnTo>
                    <a:pt x="226891" y="323017"/>
                  </a:lnTo>
                  <a:cubicBezTo>
                    <a:pt x="229850" y="320064"/>
                    <a:pt x="234462" y="319560"/>
                    <a:pt x="237987" y="321805"/>
                  </a:cubicBezTo>
                  <a:cubicBezTo>
                    <a:pt x="247566" y="327947"/>
                    <a:pt x="258155" y="332346"/>
                    <a:pt x="269266" y="334797"/>
                  </a:cubicBezTo>
                  <a:cubicBezTo>
                    <a:pt x="273349" y="335698"/>
                    <a:pt x="276255" y="339318"/>
                    <a:pt x="276250" y="343499"/>
                  </a:cubicBezTo>
                  <a:lnTo>
                    <a:pt x="276250" y="364166"/>
                  </a:lnTo>
                  <a:lnTo>
                    <a:pt x="304572" y="364166"/>
                  </a:lnTo>
                  <a:lnTo>
                    <a:pt x="304572" y="343499"/>
                  </a:lnTo>
                  <a:cubicBezTo>
                    <a:pt x="304567" y="339318"/>
                    <a:pt x="307473" y="335698"/>
                    <a:pt x="311556" y="334797"/>
                  </a:cubicBezTo>
                  <a:cubicBezTo>
                    <a:pt x="322667" y="332346"/>
                    <a:pt x="333257" y="327947"/>
                    <a:pt x="342835" y="321805"/>
                  </a:cubicBezTo>
                  <a:cubicBezTo>
                    <a:pt x="346361" y="319560"/>
                    <a:pt x="350973" y="320064"/>
                    <a:pt x="353931" y="323017"/>
                  </a:cubicBezTo>
                  <a:lnTo>
                    <a:pt x="368583" y="337669"/>
                  </a:lnTo>
                  <a:lnTo>
                    <a:pt x="388616" y="317636"/>
                  </a:lnTo>
                  <a:lnTo>
                    <a:pt x="373964" y="302991"/>
                  </a:lnTo>
                  <a:cubicBezTo>
                    <a:pt x="371006" y="300035"/>
                    <a:pt x="370502" y="295419"/>
                    <a:pt x="372752" y="291895"/>
                  </a:cubicBezTo>
                  <a:cubicBezTo>
                    <a:pt x="378890" y="282314"/>
                    <a:pt x="383291" y="271725"/>
                    <a:pt x="385751" y="260616"/>
                  </a:cubicBezTo>
                  <a:cubicBezTo>
                    <a:pt x="386643" y="256521"/>
                    <a:pt x="390269" y="253601"/>
                    <a:pt x="394460" y="253603"/>
                  </a:cubicBezTo>
                  <a:lnTo>
                    <a:pt x="415127" y="253603"/>
                  </a:lnTo>
                  <a:lnTo>
                    <a:pt x="415127" y="225275"/>
                  </a:lnTo>
                  <a:lnTo>
                    <a:pt x="394460" y="225275"/>
                  </a:lnTo>
                  <a:cubicBezTo>
                    <a:pt x="390286" y="225287"/>
                    <a:pt x="386663" y="222399"/>
                    <a:pt x="385744" y="218326"/>
                  </a:cubicBezTo>
                  <a:cubicBezTo>
                    <a:pt x="383285" y="207214"/>
                    <a:pt x="378885" y="196623"/>
                    <a:pt x="372745" y="187040"/>
                  </a:cubicBezTo>
                  <a:cubicBezTo>
                    <a:pt x="370494" y="183516"/>
                    <a:pt x="370998" y="178900"/>
                    <a:pt x="373957" y="175944"/>
                  </a:cubicBezTo>
                  <a:lnTo>
                    <a:pt x="388609" y="161291"/>
                  </a:lnTo>
                  <a:lnTo>
                    <a:pt x="368576" y="141258"/>
                  </a:lnTo>
                  <a:lnTo>
                    <a:pt x="353924" y="155910"/>
                  </a:lnTo>
                  <a:cubicBezTo>
                    <a:pt x="350967" y="158860"/>
                    <a:pt x="346359" y="159363"/>
                    <a:pt x="342835" y="157122"/>
                  </a:cubicBezTo>
                  <a:cubicBezTo>
                    <a:pt x="333254" y="150985"/>
                    <a:pt x="322665" y="146587"/>
                    <a:pt x="311556" y="144130"/>
                  </a:cubicBezTo>
                  <a:cubicBezTo>
                    <a:pt x="307473" y="143229"/>
                    <a:pt x="304567" y="139609"/>
                    <a:pt x="304572" y="135428"/>
                  </a:cubicBezTo>
                  <a:lnTo>
                    <a:pt x="304572" y="114761"/>
                  </a:lnTo>
                  <a:close/>
                  <a:moveTo>
                    <a:pt x="267342" y="96930"/>
                  </a:moveTo>
                  <a:lnTo>
                    <a:pt x="313480" y="96930"/>
                  </a:lnTo>
                  <a:cubicBezTo>
                    <a:pt x="318400" y="96930"/>
                    <a:pt x="322388" y="100918"/>
                    <a:pt x="322388" y="105838"/>
                  </a:cubicBezTo>
                  <a:lnTo>
                    <a:pt x="322388" y="128501"/>
                  </a:lnTo>
                  <a:cubicBezTo>
                    <a:pt x="330685" y="130895"/>
                    <a:pt x="338685" y="134221"/>
                    <a:pt x="346234" y="138414"/>
                  </a:cubicBezTo>
                  <a:lnTo>
                    <a:pt x="362283" y="122365"/>
                  </a:lnTo>
                  <a:cubicBezTo>
                    <a:pt x="362284" y="122364"/>
                    <a:pt x="362284" y="122364"/>
                    <a:pt x="362285" y="122363"/>
                  </a:cubicBezTo>
                  <a:cubicBezTo>
                    <a:pt x="365764" y="118885"/>
                    <a:pt x="371405" y="118886"/>
                    <a:pt x="374883" y="122365"/>
                  </a:cubicBezTo>
                  <a:lnTo>
                    <a:pt x="407509" y="154984"/>
                  </a:lnTo>
                  <a:cubicBezTo>
                    <a:pt x="407510" y="154984"/>
                    <a:pt x="407510" y="154985"/>
                    <a:pt x="407511" y="154985"/>
                  </a:cubicBezTo>
                  <a:cubicBezTo>
                    <a:pt x="410989" y="158465"/>
                    <a:pt x="410988" y="164105"/>
                    <a:pt x="407509" y="167584"/>
                  </a:cubicBezTo>
                  <a:lnTo>
                    <a:pt x="391460" y="183634"/>
                  </a:lnTo>
                  <a:cubicBezTo>
                    <a:pt x="395655" y="191185"/>
                    <a:pt x="398980" y="199187"/>
                    <a:pt x="401373" y="207487"/>
                  </a:cubicBezTo>
                  <a:lnTo>
                    <a:pt x="424036" y="207487"/>
                  </a:lnTo>
                  <a:cubicBezTo>
                    <a:pt x="428956" y="207487"/>
                    <a:pt x="432944" y="211475"/>
                    <a:pt x="432944" y="216395"/>
                  </a:cubicBezTo>
                  <a:lnTo>
                    <a:pt x="432944" y="262540"/>
                  </a:lnTo>
                  <a:cubicBezTo>
                    <a:pt x="432944" y="267460"/>
                    <a:pt x="428956" y="271448"/>
                    <a:pt x="424036" y="271448"/>
                  </a:cubicBezTo>
                  <a:lnTo>
                    <a:pt x="401380" y="271448"/>
                  </a:lnTo>
                  <a:cubicBezTo>
                    <a:pt x="398989" y="279747"/>
                    <a:pt x="395663" y="287746"/>
                    <a:pt x="391467" y="295294"/>
                  </a:cubicBezTo>
                  <a:lnTo>
                    <a:pt x="407516" y="311343"/>
                  </a:lnTo>
                  <a:cubicBezTo>
                    <a:pt x="410991" y="314822"/>
                    <a:pt x="410991" y="320458"/>
                    <a:pt x="407516" y="323936"/>
                  </a:cubicBezTo>
                  <a:lnTo>
                    <a:pt x="374890" y="356562"/>
                  </a:lnTo>
                  <a:cubicBezTo>
                    <a:pt x="374890" y="356563"/>
                    <a:pt x="374889" y="356563"/>
                    <a:pt x="374889" y="356564"/>
                  </a:cubicBezTo>
                  <a:cubicBezTo>
                    <a:pt x="371409" y="360042"/>
                    <a:pt x="365769" y="360041"/>
                    <a:pt x="362290" y="356562"/>
                  </a:cubicBezTo>
                  <a:lnTo>
                    <a:pt x="346241" y="340513"/>
                  </a:lnTo>
                  <a:cubicBezTo>
                    <a:pt x="338694" y="344709"/>
                    <a:pt x="330694" y="348035"/>
                    <a:pt x="322395" y="350426"/>
                  </a:cubicBezTo>
                  <a:lnTo>
                    <a:pt x="322395" y="373096"/>
                  </a:lnTo>
                  <a:cubicBezTo>
                    <a:pt x="322395" y="378016"/>
                    <a:pt x="318407" y="382004"/>
                    <a:pt x="313487" y="382004"/>
                  </a:cubicBezTo>
                  <a:lnTo>
                    <a:pt x="267342" y="382004"/>
                  </a:lnTo>
                  <a:cubicBezTo>
                    <a:pt x="262422" y="382004"/>
                    <a:pt x="258434" y="378016"/>
                    <a:pt x="258434" y="373096"/>
                  </a:cubicBezTo>
                  <a:lnTo>
                    <a:pt x="258434" y="350426"/>
                  </a:lnTo>
                  <a:cubicBezTo>
                    <a:pt x="250135" y="348035"/>
                    <a:pt x="242136" y="344709"/>
                    <a:pt x="234588" y="340513"/>
                  </a:cubicBezTo>
                  <a:lnTo>
                    <a:pt x="218538" y="356562"/>
                  </a:lnTo>
                  <a:cubicBezTo>
                    <a:pt x="218537" y="356563"/>
                    <a:pt x="218537" y="356563"/>
                    <a:pt x="218536" y="356564"/>
                  </a:cubicBezTo>
                  <a:cubicBezTo>
                    <a:pt x="215057" y="360042"/>
                    <a:pt x="209416" y="360041"/>
                    <a:pt x="205938" y="356562"/>
                  </a:cubicBezTo>
                  <a:lnTo>
                    <a:pt x="173312" y="323936"/>
                  </a:lnTo>
                  <a:cubicBezTo>
                    <a:pt x="169837" y="320458"/>
                    <a:pt x="169837" y="314822"/>
                    <a:pt x="173312" y="311343"/>
                  </a:cubicBezTo>
                  <a:lnTo>
                    <a:pt x="189361" y="295294"/>
                  </a:lnTo>
                  <a:cubicBezTo>
                    <a:pt x="185165" y="287746"/>
                    <a:pt x="181839" y="279747"/>
                    <a:pt x="179448" y="271448"/>
                  </a:cubicBezTo>
                  <a:lnTo>
                    <a:pt x="156785" y="271448"/>
                  </a:lnTo>
                  <a:cubicBezTo>
                    <a:pt x="151865" y="271448"/>
                    <a:pt x="147877" y="267460"/>
                    <a:pt x="147877" y="262540"/>
                  </a:cubicBezTo>
                  <a:lnTo>
                    <a:pt x="147877" y="216395"/>
                  </a:lnTo>
                  <a:cubicBezTo>
                    <a:pt x="147877" y="216386"/>
                    <a:pt x="147877" y="216376"/>
                    <a:pt x="147877" y="216366"/>
                  </a:cubicBezTo>
                  <a:cubicBezTo>
                    <a:pt x="147877" y="211447"/>
                    <a:pt x="151865" y="207458"/>
                    <a:pt x="156785" y="207458"/>
                  </a:cubicBezTo>
                  <a:lnTo>
                    <a:pt x="179448" y="207458"/>
                  </a:lnTo>
                  <a:cubicBezTo>
                    <a:pt x="181843" y="199171"/>
                    <a:pt x="185169" y="191181"/>
                    <a:pt x="189361" y="183641"/>
                  </a:cubicBezTo>
                  <a:lnTo>
                    <a:pt x="173312" y="167591"/>
                  </a:lnTo>
                  <a:cubicBezTo>
                    <a:pt x="173312" y="167590"/>
                    <a:pt x="173311" y="167590"/>
                    <a:pt x="173310" y="167589"/>
                  </a:cubicBezTo>
                  <a:cubicBezTo>
                    <a:pt x="169832" y="164110"/>
                    <a:pt x="169833" y="158469"/>
                    <a:pt x="173312" y="154991"/>
                  </a:cubicBezTo>
                  <a:lnTo>
                    <a:pt x="205938" y="122365"/>
                  </a:lnTo>
                  <a:cubicBezTo>
                    <a:pt x="205938" y="122364"/>
                    <a:pt x="205939" y="122364"/>
                    <a:pt x="205940" y="122363"/>
                  </a:cubicBezTo>
                  <a:cubicBezTo>
                    <a:pt x="209419" y="118885"/>
                    <a:pt x="215059" y="118886"/>
                    <a:pt x="218538" y="122365"/>
                  </a:cubicBezTo>
                  <a:lnTo>
                    <a:pt x="234588" y="138414"/>
                  </a:lnTo>
                  <a:cubicBezTo>
                    <a:pt x="242137" y="134221"/>
                    <a:pt x="250137" y="130895"/>
                    <a:pt x="258434" y="128501"/>
                  </a:cubicBezTo>
                  <a:lnTo>
                    <a:pt x="258434" y="105838"/>
                  </a:lnTo>
                  <a:cubicBezTo>
                    <a:pt x="258434" y="100918"/>
                    <a:pt x="262422" y="96930"/>
                    <a:pt x="267342" y="96930"/>
                  </a:cubicBezTo>
                  <a:close/>
                  <a:moveTo>
                    <a:pt x="46238" y="0"/>
                  </a:moveTo>
                  <a:lnTo>
                    <a:pt x="150480" y="0"/>
                  </a:lnTo>
                  <a:cubicBezTo>
                    <a:pt x="174853" y="0"/>
                    <a:pt x="177911" y="463"/>
                    <a:pt x="189392" y="14717"/>
                  </a:cubicBezTo>
                  <a:cubicBezTo>
                    <a:pt x="190817" y="16463"/>
                    <a:pt x="192413" y="18479"/>
                    <a:pt x="194380" y="20810"/>
                  </a:cubicBezTo>
                  <a:lnTo>
                    <a:pt x="218825" y="49787"/>
                  </a:lnTo>
                  <a:lnTo>
                    <a:pt x="534585" y="49787"/>
                  </a:lnTo>
                  <a:cubicBezTo>
                    <a:pt x="560102" y="49834"/>
                    <a:pt x="580776" y="70508"/>
                    <a:pt x="580823" y="96024"/>
                  </a:cubicBezTo>
                  <a:lnTo>
                    <a:pt x="580823" y="122651"/>
                  </a:lnTo>
                  <a:cubicBezTo>
                    <a:pt x="580823" y="127571"/>
                    <a:pt x="576834" y="131559"/>
                    <a:pt x="571915" y="131559"/>
                  </a:cubicBezTo>
                  <a:cubicBezTo>
                    <a:pt x="566995" y="131559"/>
                    <a:pt x="563006" y="127571"/>
                    <a:pt x="563006" y="122651"/>
                  </a:cubicBezTo>
                  <a:lnTo>
                    <a:pt x="563006" y="96046"/>
                  </a:lnTo>
                  <a:cubicBezTo>
                    <a:pt x="562987" y="80357"/>
                    <a:pt x="550274" y="67644"/>
                    <a:pt x="534585" y="67625"/>
                  </a:cubicBezTo>
                  <a:lnTo>
                    <a:pt x="214663" y="67625"/>
                  </a:lnTo>
                  <a:cubicBezTo>
                    <a:pt x="212036" y="67628"/>
                    <a:pt x="209542" y="66470"/>
                    <a:pt x="207850" y="64461"/>
                  </a:cubicBezTo>
                  <a:lnTo>
                    <a:pt x="180768" y="32312"/>
                  </a:lnTo>
                  <a:cubicBezTo>
                    <a:pt x="178702" y="29839"/>
                    <a:pt x="176998" y="27730"/>
                    <a:pt x="175523" y="25898"/>
                  </a:cubicBezTo>
                  <a:cubicBezTo>
                    <a:pt x="169009" y="17817"/>
                    <a:pt x="169009" y="17817"/>
                    <a:pt x="150480" y="17817"/>
                  </a:cubicBezTo>
                  <a:lnTo>
                    <a:pt x="46238" y="17817"/>
                  </a:lnTo>
                  <a:cubicBezTo>
                    <a:pt x="30549" y="17836"/>
                    <a:pt x="17836" y="30549"/>
                    <a:pt x="17817" y="46238"/>
                  </a:cubicBezTo>
                  <a:lnTo>
                    <a:pt x="17817" y="384355"/>
                  </a:lnTo>
                  <a:cubicBezTo>
                    <a:pt x="17836" y="400044"/>
                    <a:pt x="30549" y="412757"/>
                    <a:pt x="46238" y="412776"/>
                  </a:cubicBezTo>
                  <a:lnTo>
                    <a:pt x="534585" y="412776"/>
                  </a:lnTo>
                  <a:cubicBezTo>
                    <a:pt x="550274" y="412757"/>
                    <a:pt x="562987" y="400044"/>
                    <a:pt x="563006" y="384355"/>
                  </a:cubicBezTo>
                  <a:lnTo>
                    <a:pt x="563006" y="173727"/>
                  </a:lnTo>
                  <a:cubicBezTo>
                    <a:pt x="563006" y="168807"/>
                    <a:pt x="566995" y="164819"/>
                    <a:pt x="571915" y="164819"/>
                  </a:cubicBezTo>
                  <a:cubicBezTo>
                    <a:pt x="576834" y="164819"/>
                    <a:pt x="580823" y="168807"/>
                    <a:pt x="580823" y="173727"/>
                  </a:cubicBezTo>
                  <a:lnTo>
                    <a:pt x="580823" y="384355"/>
                  </a:lnTo>
                  <a:cubicBezTo>
                    <a:pt x="580776" y="409872"/>
                    <a:pt x="560102" y="430546"/>
                    <a:pt x="534585" y="430593"/>
                  </a:cubicBezTo>
                  <a:lnTo>
                    <a:pt x="46238" y="430593"/>
                  </a:lnTo>
                  <a:cubicBezTo>
                    <a:pt x="20721" y="430546"/>
                    <a:pt x="47" y="409872"/>
                    <a:pt x="0" y="384355"/>
                  </a:cubicBezTo>
                  <a:lnTo>
                    <a:pt x="0" y="46238"/>
                  </a:lnTo>
                  <a:cubicBezTo>
                    <a:pt x="47" y="20721"/>
                    <a:pt x="20721" y="47"/>
                    <a:pt x="46238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82" name="Group 226">
            <a:extLst>
              <a:ext uri="{FF2B5EF4-FFF2-40B4-BE49-F238E27FC236}">
                <a16:creationId xmlns:a16="http://schemas.microsoft.com/office/drawing/2014/main" id="{400438D4-EB54-340F-4473-A71ECEEBA55E}"/>
              </a:ext>
            </a:extLst>
          </p:cNvPr>
          <p:cNvGrpSpPr/>
          <p:nvPr/>
        </p:nvGrpSpPr>
        <p:grpSpPr>
          <a:xfrm>
            <a:off x="6824649" y="5892709"/>
            <a:ext cx="577259" cy="577259"/>
            <a:chOff x="6824649" y="5892709"/>
            <a:chExt cx="577259" cy="577259"/>
          </a:xfrm>
        </p:grpSpPr>
        <p:sp>
          <p:nvSpPr>
            <p:cNvPr id="183" name="Freeform: Shape 157">
              <a:extLst>
                <a:ext uri="{FF2B5EF4-FFF2-40B4-BE49-F238E27FC236}">
                  <a16:creationId xmlns:a16="http://schemas.microsoft.com/office/drawing/2014/main" id="{9B129708-CC92-CBBA-7DAE-5332CE572E5E}"/>
                </a:ext>
              </a:extLst>
            </p:cNvPr>
            <p:cNvSpPr/>
            <p:nvPr/>
          </p:nvSpPr>
          <p:spPr>
            <a:xfrm>
              <a:off x="6877223" y="5944731"/>
              <a:ext cx="476152" cy="476631"/>
            </a:xfrm>
            <a:custGeom>
              <a:avLst/>
              <a:gdLst>
                <a:gd name="connsiteX0" fmla="*/ 360057 w 476152"/>
                <a:gd name="connsiteY0" fmla="*/ 292359 h 476631"/>
                <a:gd name="connsiteX1" fmla="*/ 359738 w 476152"/>
                <a:gd name="connsiteY1" fmla="*/ 293818 h 476631"/>
                <a:gd name="connsiteX2" fmla="*/ 475667 w 476152"/>
                <a:gd name="connsiteY2" fmla="*/ 307394 h 476631"/>
                <a:gd name="connsiteX3" fmla="*/ 467052 w 476152"/>
                <a:gd name="connsiteY3" fmla="*/ 335146 h 476631"/>
                <a:gd name="connsiteX4" fmla="*/ 311813 w 476152"/>
                <a:gd name="connsiteY4" fmla="*/ 475895 h 476631"/>
                <a:gd name="connsiteX5" fmla="*/ 306950 w 476152"/>
                <a:gd name="connsiteY5" fmla="*/ 476631 h 476631"/>
                <a:gd name="connsiteX6" fmla="*/ 293340 w 476152"/>
                <a:gd name="connsiteY6" fmla="*/ 360180 h 476631"/>
                <a:gd name="connsiteX7" fmla="*/ 291959 w 476152"/>
                <a:gd name="connsiteY7" fmla="*/ 360483 h 476631"/>
                <a:gd name="connsiteX8" fmla="*/ 332602 w 476152"/>
                <a:gd name="connsiteY8" fmla="*/ 333080 h 476631"/>
                <a:gd name="connsiteX9" fmla="*/ 115615 w 476152"/>
                <a:gd name="connsiteY9" fmla="*/ 292354 h 476631"/>
                <a:gd name="connsiteX10" fmla="*/ 143073 w 476152"/>
                <a:gd name="connsiteY10" fmla="*/ 333080 h 476631"/>
                <a:gd name="connsiteX11" fmla="*/ 183795 w 476152"/>
                <a:gd name="connsiteY11" fmla="*/ 360535 h 476631"/>
                <a:gd name="connsiteX12" fmla="*/ 182334 w 476152"/>
                <a:gd name="connsiteY12" fmla="*/ 360216 h 476631"/>
                <a:gd name="connsiteX13" fmla="*/ 168702 w 476152"/>
                <a:gd name="connsiteY13" fmla="*/ 476627 h 476631"/>
                <a:gd name="connsiteX14" fmla="*/ 163863 w 476152"/>
                <a:gd name="connsiteY14" fmla="*/ 475895 h 476631"/>
                <a:gd name="connsiteX15" fmla="*/ 8623 w 476152"/>
                <a:gd name="connsiteY15" fmla="*/ 335146 h 476631"/>
                <a:gd name="connsiteX16" fmla="*/ 0 w 476152"/>
                <a:gd name="connsiteY16" fmla="*/ 307366 h 476631"/>
                <a:gd name="connsiteX17" fmla="*/ 115928 w 476152"/>
                <a:gd name="connsiteY17" fmla="*/ 293790 h 476631"/>
                <a:gd name="connsiteX18" fmla="*/ 306916 w 476152"/>
                <a:gd name="connsiteY18" fmla="*/ 487 h 476631"/>
                <a:gd name="connsiteX19" fmla="*/ 334668 w 476152"/>
                <a:gd name="connsiteY19" fmla="*/ 9101 h 476631"/>
                <a:gd name="connsiteX20" fmla="*/ 475417 w 476152"/>
                <a:gd name="connsiteY20" fmla="*/ 164342 h 476631"/>
                <a:gd name="connsiteX21" fmla="*/ 476152 w 476152"/>
                <a:gd name="connsiteY21" fmla="*/ 169202 h 476631"/>
                <a:gd name="connsiteX22" fmla="*/ 359702 w 476152"/>
                <a:gd name="connsiteY22" fmla="*/ 182812 h 476631"/>
                <a:gd name="connsiteX23" fmla="*/ 360005 w 476152"/>
                <a:gd name="connsiteY23" fmla="*/ 184197 h 476631"/>
                <a:gd name="connsiteX24" fmla="*/ 332602 w 476152"/>
                <a:gd name="connsiteY24" fmla="*/ 143551 h 476631"/>
                <a:gd name="connsiteX25" fmla="*/ 291878 w 476152"/>
                <a:gd name="connsiteY25" fmla="*/ 116094 h 476631"/>
                <a:gd name="connsiteX26" fmla="*/ 293340 w 476152"/>
                <a:gd name="connsiteY26" fmla="*/ 116413 h 476631"/>
                <a:gd name="connsiteX27" fmla="*/ 168731 w 476152"/>
                <a:gd name="connsiteY27" fmla="*/ 0 h 476631"/>
                <a:gd name="connsiteX28" fmla="*/ 182363 w 476152"/>
                <a:gd name="connsiteY28" fmla="*/ 116406 h 476631"/>
                <a:gd name="connsiteX29" fmla="*/ 183800 w 476152"/>
                <a:gd name="connsiteY29" fmla="*/ 116093 h 476631"/>
                <a:gd name="connsiteX30" fmla="*/ 143073 w 476152"/>
                <a:gd name="connsiteY30" fmla="*/ 143551 h 476631"/>
                <a:gd name="connsiteX31" fmla="*/ 115616 w 476152"/>
                <a:gd name="connsiteY31" fmla="*/ 184275 h 476631"/>
                <a:gd name="connsiteX32" fmla="*/ 115935 w 476152"/>
                <a:gd name="connsiteY32" fmla="*/ 182812 h 476631"/>
                <a:gd name="connsiteX33" fmla="*/ 2 w 476152"/>
                <a:gd name="connsiteY33" fmla="*/ 169259 h 476631"/>
                <a:gd name="connsiteX34" fmla="*/ 8623 w 476152"/>
                <a:gd name="connsiteY34" fmla="*/ 141486 h 476631"/>
                <a:gd name="connsiteX35" fmla="*/ 163863 w 476152"/>
                <a:gd name="connsiteY35" fmla="*/ 736 h 47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76152" h="476631">
                  <a:moveTo>
                    <a:pt x="360057" y="292359"/>
                  </a:moveTo>
                  <a:lnTo>
                    <a:pt x="359738" y="293818"/>
                  </a:lnTo>
                  <a:lnTo>
                    <a:pt x="475667" y="307394"/>
                  </a:lnTo>
                  <a:lnTo>
                    <a:pt x="467052" y="335146"/>
                  </a:lnTo>
                  <a:cubicBezTo>
                    <a:pt x="438729" y="402110"/>
                    <a:pt x="381918" y="454090"/>
                    <a:pt x="311813" y="475895"/>
                  </a:cubicBezTo>
                  <a:lnTo>
                    <a:pt x="306950" y="476631"/>
                  </a:lnTo>
                  <a:lnTo>
                    <a:pt x="293340" y="360180"/>
                  </a:lnTo>
                  <a:lnTo>
                    <a:pt x="291959" y="360483"/>
                  </a:lnTo>
                  <a:lnTo>
                    <a:pt x="332602" y="333080"/>
                  </a:lnTo>
                  <a:close/>
                  <a:moveTo>
                    <a:pt x="115615" y="292354"/>
                  </a:moveTo>
                  <a:lnTo>
                    <a:pt x="143073" y="333080"/>
                  </a:lnTo>
                  <a:lnTo>
                    <a:pt x="183795" y="360535"/>
                  </a:lnTo>
                  <a:lnTo>
                    <a:pt x="182334" y="360216"/>
                  </a:lnTo>
                  <a:lnTo>
                    <a:pt x="168702" y="476627"/>
                  </a:lnTo>
                  <a:lnTo>
                    <a:pt x="163863" y="475895"/>
                  </a:lnTo>
                  <a:cubicBezTo>
                    <a:pt x="93757" y="454090"/>
                    <a:pt x="36947" y="402110"/>
                    <a:pt x="8623" y="335146"/>
                  </a:cubicBezTo>
                  <a:lnTo>
                    <a:pt x="0" y="307366"/>
                  </a:lnTo>
                  <a:lnTo>
                    <a:pt x="115928" y="293790"/>
                  </a:lnTo>
                  <a:close/>
                  <a:moveTo>
                    <a:pt x="306916" y="487"/>
                  </a:moveTo>
                  <a:lnTo>
                    <a:pt x="334668" y="9101"/>
                  </a:lnTo>
                  <a:cubicBezTo>
                    <a:pt x="401632" y="37425"/>
                    <a:pt x="453612" y="94236"/>
                    <a:pt x="475417" y="164342"/>
                  </a:cubicBezTo>
                  <a:lnTo>
                    <a:pt x="476152" y="169202"/>
                  </a:lnTo>
                  <a:lnTo>
                    <a:pt x="359702" y="182812"/>
                  </a:lnTo>
                  <a:lnTo>
                    <a:pt x="360005" y="184197"/>
                  </a:lnTo>
                  <a:lnTo>
                    <a:pt x="332602" y="143551"/>
                  </a:lnTo>
                  <a:lnTo>
                    <a:pt x="291878" y="116094"/>
                  </a:lnTo>
                  <a:lnTo>
                    <a:pt x="293340" y="116413"/>
                  </a:lnTo>
                  <a:close/>
                  <a:moveTo>
                    <a:pt x="168731" y="0"/>
                  </a:moveTo>
                  <a:lnTo>
                    <a:pt x="182363" y="116406"/>
                  </a:lnTo>
                  <a:lnTo>
                    <a:pt x="183800" y="116093"/>
                  </a:lnTo>
                  <a:lnTo>
                    <a:pt x="143073" y="143551"/>
                  </a:lnTo>
                  <a:lnTo>
                    <a:pt x="115616" y="184275"/>
                  </a:lnTo>
                  <a:lnTo>
                    <a:pt x="115935" y="182812"/>
                  </a:lnTo>
                  <a:lnTo>
                    <a:pt x="2" y="169259"/>
                  </a:lnTo>
                  <a:lnTo>
                    <a:pt x="8623" y="141486"/>
                  </a:lnTo>
                  <a:cubicBezTo>
                    <a:pt x="36947" y="74523"/>
                    <a:pt x="93757" y="22542"/>
                    <a:pt x="163863" y="736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" name="Freeform: Shape 158">
              <a:extLst>
                <a:ext uri="{FF2B5EF4-FFF2-40B4-BE49-F238E27FC236}">
                  <a16:creationId xmlns:a16="http://schemas.microsoft.com/office/drawing/2014/main" id="{D52962CE-FEB5-FAD0-27F5-051D80DFBF58}"/>
                </a:ext>
              </a:extLst>
            </p:cNvPr>
            <p:cNvSpPr/>
            <p:nvPr/>
          </p:nvSpPr>
          <p:spPr>
            <a:xfrm>
              <a:off x="6824649" y="5892709"/>
              <a:ext cx="577259" cy="577259"/>
            </a:xfrm>
            <a:custGeom>
              <a:avLst/>
              <a:gdLst>
                <a:gd name="connsiteX0" fmla="*/ 566661 w 577258"/>
                <a:gd name="connsiteY0" fmla="*/ 214573 h 577258"/>
                <a:gd name="connsiteX1" fmla="*/ 557311 w 577258"/>
                <a:gd name="connsiteY1" fmla="*/ 208915 h 577258"/>
                <a:gd name="connsiteX2" fmla="*/ 535682 w 577258"/>
                <a:gd name="connsiteY2" fmla="*/ 211445 h 577258"/>
                <a:gd name="connsiteX3" fmla="*/ 403176 w 577258"/>
                <a:gd name="connsiteY3" fmla="*/ 58585 h 577258"/>
                <a:gd name="connsiteX4" fmla="*/ 391249 w 577258"/>
                <a:gd name="connsiteY4" fmla="*/ 62673 h 577258"/>
                <a:gd name="connsiteX5" fmla="*/ 395337 w 577258"/>
                <a:gd name="connsiteY5" fmla="*/ 74599 h 577258"/>
                <a:gd name="connsiteX6" fmla="*/ 517630 w 577258"/>
                <a:gd name="connsiteY6" fmla="*/ 213569 h 577258"/>
                <a:gd name="connsiteX7" fmla="*/ 417508 w 577258"/>
                <a:gd name="connsiteY7" fmla="*/ 225249 h 577258"/>
                <a:gd name="connsiteX8" fmla="*/ 355506 w 577258"/>
                <a:gd name="connsiteY8" fmla="*/ 163247 h 577258"/>
                <a:gd name="connsiteX9" fmla="*/ 371847 w 577258"/>
                <a:gd name="connsiteY9" fmla="*/ 23444 h 577258"/>
                <a:gd name="connsiteX10" fmla="*/ 366189 w 577258"/>
                <a:gd name="connsiteY10" fmla="*/ 14094 h 577258"/>
                <a:gd name="connsiteX11" fmla="*/ 214655 w 577258"/>
                <a:gd name="connsiteY11" fmla="*/ 14094 h 577258"/>
                <a:gd name="connsiteX12" fmla="*/ 208996 w 577258"/>
                <a:gd name="connsiteY12" fmla="*/ 23451 h 577258"/>
                <a:gd name="connsiteX13" fmla="*/ 211526 w 577258"/>
                <a:gd name="connsiteY13" fmla="*/ 45080 h 577258"/>
                <a:gd name="connsiteX14" fmla="*/ 56336 w 577258"/>
                <a:gd name="connsiteY14" fmla="*/ 182482 h 577258"/>
                <a:gd name="connsiteX15" fmla="*/ 60690 w 577258"/>
                <a:gd name="connsiteY15" fmla="*/ 194305 h 577258"/>
                <a:gd name="connsiteX16" fmla="*/ 72514 w 577258"/>
                <a:gd name="connsiteY16" fmla="*/ 189951 h 577258"/>
                <a:gd name="connsiteX17" fmla="*/ 213621 w 577258"/>
                <a:gd name="connsiteY17" fmla="*/ 63097 h 577258"/>
                <a:gd name="connsiteX18" fmla="*/ 225330 w 577258"/>
                <a:gd name="connsiteY18" fmla="*/ 163247 h 577258"/>
                <a:gd name="connsiteX19" fmla="*/ 163328 w 577258"/>
                <a:gd name="connsiteY19" fmla="*/ 225249 h 577258"/>
                <a:gd name="connsiteX20" fmla="*/ 23511 w 577258"/>
                <a:gd name="connsiteY20" fmla="*/ 208908 h 577258"/>
                <a:gd name="connsiteX21" fmla="*/ 14161 w 577258"/>
                <a:gd name="connsiteY21" fmla="*/ 214566 h 577258"/>
                <a:gd name="connsiteX22" fmla="*/ 14161 w 577258"/>
                <a:gd name="connsiteY22" fmla="*/ 366093 h 577258"/>
                <a:gd name="connsiteX23" fmla="*/ 22470 w 577258"/>
                <a:gd name="connsiteY23" fmla="*/ 371794 h 577258"/>
                <a:gd name="connsiteX24" fmla="*/ 23504 w 577258"/>
                <a:gd name="connsiteY24" fmla="*/ 371730 h 577258"/>
                <a:gd name="connsiteX25" fmla="*/ 45133 w 577258"/>
                <a:gd name="connsiteY25" fmla="*/ 369200 h 577258"/>
                <a:gd name="connsiteX26" fmla="*/ 181373 w 577258"/>
                <a:gd name="connsiteY26" fmla="*/ 523856 h 577258"/>
                <a:gd name="connsiteX27" fmla="*/ 193263 w 577258"/>
                <a:gd name="connsiteY27" fmla="*/ 519691 h 577258"/>
                <a:gd name="connsiteX28" fmla="*/ 189099 w 577258"/>
                <a:gd name="connsiteY28" fmla="*/ 507801 h 577258"/>
                <a:gd name="connsiteX29" fmla="*/ 188927 w 577258"/>
                <a:gd name="connsiteY29" fmla="*/ 507721 h 577258"/>
                <a:gd name="connsiteX30" fmla="*/ 63163 w 577258"/>
                <a:gd name="connsiteY30" fmla="*/ 367127 h 577258"/>
                <a:gd name="connsiteX31" fmla="*/ 163314 w 577258"/>
                <a:gd name="connsiteY31" fmla="*/ 355417 h 577258"/>
                <a:gd name="connsiteX32" fmla="*/ 225316 w 577258"/>
                <a:gd name="connsiteY32" fmla="*/ 417419 h 577258"/>
                <a:gd name="connsiteX33" fmla="*/ 208982 w 577258"/>
                <a:gd name="connsiteY33" fmla="*/ 557230 h 577258"/>
                <a:gd name="connsiteX34" fmla="*/ 214640 w 577258"/>
                <a:gd name="connsiteY34" fmla="*/ 566587 h 577258"/>
                <a:gd name="connsiteX35" fmla="*/ 366174 w 577258"/>
                <a:gd name="connsiteY35" fmla="*/ 566587 h 577258"/>
                <a:gd name="connsiteX36" fmla="*/ 371833 w 577258"/>
                <a:gd name="connsiteY36" fmla="*/ 557237 h 577258"/>
                <a:gd name="connsiteX37" fmla="*/ 369303 w 577258"/>
                <a:gd name="connsiteY37" fmla="*/ 535615 h 577258"/>
                <a:gd name="connsiteX38" fmla="*/ 522740 w 577258"/>
                <a:gd name="connsiteY38" fmla="*/ 401897 h 577258"/>
                <a:gd name="connsiteX39" fmla="*/ 518574 w 577258"/>
                <a:gd name="connsiteY39" fmla="*/ 390007 h 577258"/>
                <a:gd name="connsiteX40" fmla="*/ 506683 w 577258"/>
                <a:gd name="connsiteY40" fmla="*/ 394172 h 577258"/>
                <a:gd name="connsiteX41" fmla="*/ 367208 w 577258"/>
                <a:gd name="connsiteY41" fmla="*/ 517591 h 577258"/>
                <a:gd name="connsiteX42" fmla="*/ 355499 w 577258"/>
                <a:gd name="connsiteY42" fmla="*/ 417434 h 577258"/>
                <a:gd name="connsiteX43" fmla="*/ 417500 w 577258"/>
                <a:gd name="connsiteY43" fmla="*/ 355432 h 577258"/>
                <a:gd name="connsiteX44" fmla="*/ 557304 w 577258"/>
                <a:gd name="connsiteY44" fmla="*/ 371773 h 577258"/>
                <a:gd name="connsiteX45" fmla="*/ 558337 w 577258"/>
                <a:gd name="connsiteY45" fmla="*/ 371837 h 577258"/>
                <a:gd name="connsiteX46" fmla="*/ 566647 w 577258"/>
                <a:gd name="connsiteY46" fmla="*/ 366136 h 577258"/>
                <a:gd name="connsiteX47" fmla="*/ 566647 w 577258"/>
                <a:gd name="connsiteY47" fmla="*/ 214609 h 577258"/>
                <a:gd name="connsiteX48" fmla="*/ 227497 w 577258"/>
                <a:gd name="connsiteY48" fmla="*/ 28368 h 577258"/>
                <a:gd name="connsiteX49" fmla="*/ 353318 w 577258"/>
                <a:gd name="connsiteY49" fmla="*/ 28368 h 577258"/>
                <a:gd name="connsiteX50" fmla="*/ 338416 w 577258"/>
                <a:gd name="connsiteY50" fmla="*/ 155878 h 577258"/>
                <a:gd name="connsiteX51" fmla="*/ 242406 w 577258"/>
                <a:gd name="connsiteY51" fmla="*/ 155878 h 577258"/>
                <a:gd name="connsiteX52" fmla="*/ 28442 w 577258"/>
                <a:gd name="connsiteY52" fmla="*/ 353244 h 577258"/>
                <a:gd name="connsiteX53" fmla="*/ 28442 w 577258"/>
                <a:gd name="connsiteY53" fmla="*/ 227423 h 577258"/>
                <a:gd name="connsiteX54" fmla="*/ 155960 w 577258"/>
                <a:gd name="connsiteY54" fmla="*/ 242325 h 577258"/>
                <a:gd name="connsiteX55" fmla="*/ 155960 w 577258"/>
                <a:gd name="connsiteY55" fmla="*/ 338335 h 577258"/>
                <a:gd name="connsiteX56" fmla="*/ 353325 w 577258"/>
                <a:gd name="connsiteY56" fmla="*/ 552305 h 577258"/>
                <a:gd name="connsiteX57" fmla="*/ 227504 w 577258"/>
                <a:gd name="connsiteY57" fmla="*/ 552305 h 577258"/>
                <a:gd name="connsiteX58" fmla="*/ 242406 w 577258"/>
                <a:gd name="connsiteY58" fmla="*/ 424795 h 577258"/>
                <a:gd name="connsiteX59" fmla="*/ 338416 w 577258"/>
                <a:gd name="connsiteY59" fmla="*/ 424795 h 577258"/>
                <a:gd name="connsiteX60" fmla="*/ 290411 w 577258"/>
                <a:gd name="connsiteY60" fmla="*/ 415452 h 577258"/>
                <a:gd name="connsiteX61" fmla="*/ 165295 w 577258"/>
                <a:gd name="connsiteY61" fmla="*/ 290337 h 577258"/>
                <a:gd name="connsiteX62" fmla="*/ 290411 w 577258"/>
                <a:gd name="connsiteY62" fmla="*/ 165221 h 577258"/>
                <a:gd name="connsiteX63" fmla="*/ 415526 w 577258"/>
                <a:gd name="connsiteY63" fmla="*/ 290337 h 577258"/>
                <a:gd name="connsiteX64" fmla="*/ 290411 w 577258"/>
                <a:gd name="connsiteY64" fmla="*/ 415452 h 577258"/>
                <a:gd name="connsiteX65" fmla="*/ 552379 w 577258"/>
                <a:gd name="connsiteY65" fmla="*/ 353244 h 577258"/>
                <a:gd name="connsiteX66" fmla="*/ 424869 w 577258"/>
                <a:gd name="connsiteY66" fmla="*/ 338342 h 577258"/>
                <a:gd name="connsiteX67" fmla="*/ 424869 w 577258"/>
                <a:gd name="connsiteY67" fmla="*/ 242332 h 577258"/>
                <a:gd name="connsiteX68" fmla="*/ 552379 w 577258"/>
                <a:gd name="connsiteY68" fmla="*/ 227430 h 577258"/>
                <a:gd name="connsiteX69" fmla="*/ 552379 w 577258"/>
                <a:gd name="connsiteY69" fmla="*/ 353251 h 57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577258" h="577258">
                  <a:moveTo>
                    <a:pt x="566661" y="214573"/>
                  </a:moveTo>
                  <a:cubicBezTo>
                    <a:pt x="565197" y="210778"/>
                    <a:pt x="561353" y="208451"/>
                    <a:pt x="557311" y="208915"/>
                  </a:cubicBezTo>
                  <a:lnTo>
                    <a:pt x="535682" y="211445"/>
                  </a:lnTo>
                  <a:cubicBezTo>
                    <a:pt x="514140" y="144592"/>
                    <a:pt x="466295" y="89398"/>
                    <a:pt x="403176" y="58585"/>
                  </a:cubicBezTo>
                  <a:cubicBezTo>
                    <a:pt x="398754" y="56421"/>
                    <a:pt x="393414" y="58250"/>
                    <a:pt x="391249" y="62673"/>
                  </a:cubicBezTo>
                  <a:cubicBezTo>
                    <a:pt x="389085" y="67095"/>
                    <a:pt x="390915" y="72434"/>
                    <a:pt x="395337" y="74599"/>
                  </a:cubicBezTo>
                  <a:cubicBezTo>
                    <a:pt x="453013" y="102746"/>
                    <a:pt x="497044" y="152782"/>
                    <a:pt x="517630" y="213569"/>
                  </a:cubicBezTo>
                  <a:lnTo>
                    <a:pt x="417508" y="225249"/>
                  </a:lnTo>
                  <a:cubicBezTo>
                    <a:pt x="403803" y="198628"/>
                    <a:pt x="382127" y="176952"/>
                    <a:pt x="355506" y="163247"/>
                  </a:cubicBezTo>
                  <a:lnTo>
                    <a:pt x="371847" y="23444"/>
                  </a:lnTo>
                  <a:cubicBezTo>
                    <a:pt x="372319" y="19400"/>
                    <a:pt x="369990" y="15551"/>
                    <a:pt x="366189" y="14094"/>
                  </a:cubicBezTo>
                  <a:cubicBezTo>
                    <a:pt x="317425" y="-4698"/>
                    <a:pt x="263418" y="-4698"/>
                    <a:pt x="214655" y="14094"/>
                  </a:cubicBezTo>
                  <a:cubicBezTo>
                    <a:pt x="210851" y="15552"/>
                    <a:pt x="208521" y="19405"/>
                    <a:pt x="208996" y="23451"/>
                  </a:cubicBezTo>
                  <a:lnTo>
                    <a:pt x="211526" y="45080"/>
                  </a:lnTo>
                  <a:cubicBezTo>
                    <a:pt x="142836" y="67126"/>
                    <a:pt x="86540" y="116969"/>
                    <a:pt x="56336" y="182482"/>
                  </a:cubicBezTo>
                  <a:cubicBezTo>
                    <a:pt x="54274" y="186949"/>
                    <a:pt x="56223" y="192243"/>
                    <a:pt x="60690" y="194305"/>
                  </a:cubicBezTo>
                  <a:cubicBezTo>
                    <a:pt x="65158" y="196368"/>
                    <a:pt x="70451" y="194418"/>
                    <a:pt x="72514" y="189951"/>
                  </a:cubicBezTo>
                  <a:cubicBezTo>
                    <a:pt x="100110" y="130065"/>
                    <a:pt x="151146" y="84184"/>
                    <a:pt x="213621" y="63097"/>
                  </a:cubicBezTo>
                  <a:lnTo>
                    <a:pt x="225330" y="163247"/>
                  </a:lnTo>
                  <a:cubicBezTo>
                    <a:pt x="198710" y="176952"/>
                    <a:pt x="177033" y="198628"/>
                    <a:pt x="163328" y="225249"/>
                  </a:cubicBezTo>
                  <a:lnTo>
                    <a:pt x="23511" y="208908"/>
                  </a:lnTo>
                  <a:cubicBezTo>
                    <a:pt x="19466" y="208431"/>
                    <a:pt x="15614" y="210762"/>
                    <a:pt x="14161" y="214566"/>
                  </a:cubicBezTo>
                  <a:cubicBezTo>
                    <a:pt x="-4720" y="263311"/>
                    <a:pt x="-4720" y="317349"/>
                    <a:pt x="14161" y="366093"/>
                  </a:cubicBezTo>
                  <a:cubicBezTo>
                    <a:pt x="15486" y="369528"/>
                    <a:pt x="18788" y="371794"/>
                    <a:pt x="22470" y="371794"/>
                  </a:cubicBezTo>
                  <a:cubicBezTo>
                    <a:pt x="22816" y="371794"/>
                    <a:pt x="23161" y="371772"/>
                    <a:pt x="23504" y="371730"/>
                  </a:cubicBezTo>
                  <a:lnTo>
                    <a:pt x="45133" y="369200"/>
                  </a:lnTo>
                  <a:cubicBezTo>
                    <a:pt x="67060" y="437457"/>
                    <a:pt x="116427" y="493496"/>
                    <a:pt x="181373" y="523856"/>
                  </a:cubicBezTo>
                  <a:cubicBezTo>
                    <a:pt x="185806" y="525989"/>
                    <a:pt x="191130" y="524125"/>
                    <a:pt x="193263" y="519691"/>
                  </a:cubicBezTo>
                  <a:cubicBezTo>
                    <a:pt x="195397" y="515258"/>
                    <a:pt x="193532" y="509935"/>
                    <a:pt x="189099" y="507801"/>
                  </a:cubicBezTo>
                  <a:cubicBezTo>
                    <a:pt x="189042" y="507774"/>
                    <a:pt x="188985" y="507747"/>
                    <a:pt x="188927" y="507721"/>
                  </a:cubicBezTo>
                  <a:cubicBezTo>
                    <a:pt x="129574" y="479986"/>
                    <a:pt x="84138" y="429192"/>
                    <a:pt x="63163" y="367127"/>
                  </a:cubicBezTo>
                  <a:lnTo>
                    <a:pt x="163314" y="355417"/>
                  </a:lnTo>
                  <a:cubicBezTo>
                    <a:pt x="177019" y="382039"/>
                    <a:pt x="198695" y="403715"/>
                    <a:pt x="225316" y="417419"/>
                  </a:cubicBezTo>
                  <a:lnTo>
                    <a:pt x="208982" y="557230"/>
                  </a:lnTo>
                  <a:cubicBezTo>
                    <a:pt x="208504" y="561276"/>
                    <a:pt x="210835" y="565131"/>
                    <a:pt x="214640" y="566587"/>
                  </a:cubicBezTo>
                  <a:cubicBezTo>
                    <a:pt x="263387" y="585472"/>
                    <a:pt x="317428" y="585472"/>
                    <a:pt x="366174" y="566587"/>
                  </a:cubicBezTo>
                  <a:cubicBezTo>
                    <a:pt x="369977" y="565132"/>
                    <a:pt x="372307" y="561281"/>
                    <a:pt x="371833" y="557237"/>
                  </a:cubicBezTo>
                  <a:lnTo>
                    <a:pt x="369303" y="535615"/>
                  </a:lnTo>
                  <a:cubicBezTo>
                    <a:pt x="436606" y="513942"/>
                    <a:pt x="492070" y="465606"/>
                    <a:pt x="522740" y="401897"/>
                  </a:cubicBezTo>
                  <a:cubicBezTo>
                    <a:pt x="524873" y="397464"/>
                    <a:pt x="523008" y="392140"/>
                    <a:pt x="518574" y="390007"/>
                  </a:cubicBezTo>
                  <a:cubicBezTo>
                    <a:pt x="514140" y="387873"/>
                    <a:pt x="508817" y="389738"/>
                    <a:pt x="506683" y="394172"/>
                  </a:cubicBezTo>
                  <a:cubicBezTo>
                    <a:pt x="478673" y="452388"/>
                    <a:pt x="428400" y="496874"/>
                    <a:pt x="367208" y="517591"/>
                  </a:cubicBezTo>
                  <a:lnTo>
                    <a:pt x="355499" y="417434"/>
                  </a:lnTo>
                  <a:cubicBezTo>
                    <a:pt x="382120" y="403729"/>
                    <a:pt x="403796" y="382053"/>
                    <a:pt x="417500" y="355432"/>
                  </a:cubicBezTo>
                  <a:lnTo>
                    <a:pt x="557304" y="371773"/>
                  </a:lnTo>
                  <a:cubicBezTo>
                    <a:pt x="557647" y="371815"/>
                    <a:pt x="557992" y="371836"/>
                    <a:pt x="558337" y="371837"/>
                  </a:cubicBezTo>
                  <a:cubicBezTo>
                    <a:pt x="562019" y="371837"/>
                    <a:pt x="565321" y="369571"/>
                    <a:pt x="566647" y="366136"/>
                  </a:cubicBezTo>
                  <a:cubicBezTo>
                    <a:pt x="585528" y="317391"/>
                    <a:pt x="585528" y="263354"/>
                    <a:pt x="566647" y="214609"/>
                  </a:cubicBezTo>
                  <a:close/>
                  <a:moveTo>
                    <a:pt x="227497" y="28368"/>
                  </a:moveTo>
                  <a:cubicBezTo>
                    <a:pt x="268251" y="14262"/>
                    <a:pt x="312564" y="14262"/>
                    <a:pt x="353318" y="28368"/>
                  </a:cubicBezTo>
                  <a:lnTo>
                    <a:pt x="338416" y="155878"/>
                  </a:lnTo>
                  <a:cubicBezTo>
                    <a:pt x="307409" y="144583"/>
                    <a:pt x="273412" y="144583"/>
                    <a:pt x="242406" y="155878"/>
                  </a:cubicBezTo>
                  <a:close/>
                  <a:moveTo>
                    <a:pt x="28442" y="353244"/>
                  </a:moveTo>
                  <a:cubicBezTo>
                    <a:pt x="14277" y="312500"/>
                    <a:pt x="14277" y="268167"/>
                    <a:pt x="28442" y="227423"/>
                  </a:cubicBezTo>
                  <a:lnTo>
                    <a:pt x="155960" y="242325"/>
                  </a:lnTo>
                  <a:cubicBezTo>
                    <a:pt x="144663" y="273331"/>
                    <a:pt x="144663" y="307328"/>
                    <a:pt x="155960" y="338335"/>
                  </a:cubicBezTo>
                  <a:close/>
                  <a:moveTo>
                    <a:pt x="353325" y="552305"/>
                  </a:moveTo>
                  <a:cubicBezTo>
                    <a:pt x="312572" y="566419"/>
                    <a:pt x="268257" y="566419"/>
                    <a:pt x="227504" y="552305"/>
                  </a:cubicBezTo>
                  <a:lnTo>
                    <a:pt x="242406" y="424795"/>
                  </a:lnTo>
                  <a:cubicBezTo>
                    <a:pt x="273412" y="436092"/>
                    <a:pt x="307409" y="436092"/>
                    <a:pt x="338416" y="424795"/>
                  </a:cubicBezTo>
                  <a:close/>
                  <a:moveTo>
                    <a:pt x="290411" y="415452"/>
                  </a:moveTo>
                  <a:cubicBezTo>
                    <a:pt x="221312" y="415452"/>
                    <a:pt x="165295" y="359436"/>
                    <a:pt x="165295" y="290337"/>
                  </a:cubicBezTo>
                  <a:cubicBezTo>
                    <a:pt x="165295" y="221238"/>
                    <a:pt x="221312" y="165221"/>
                    <a:pt x="290411" y="165221"/>
                  </a:cubicBezTo>
                  <a:cubicBezTo>
                    <a:pt x="359510" y="165221"/>
                    <a:pt x="415526" y="221238"/>
                    <a:pt x="415526" y="290337"/>
                  </a:cubicBezTo>
                  <a:cubicBezTo>
                    <a:pt x="415452" y="359405"/>
                    <a:pt x="359479" y="415378"/>
                    <a:pt x="290411" y="415452"/>
                  </a:cubicBezTo>
                  <a:close/>
                  <a:moveTo>
                    <a:pt x="552379" y="353244"/>
                  </a:moveTo>
                  <a:lnTo>
                    <a:pt x="424869" y="338342"/>
                  </a:lnTo>
                  <a:cubicBezTo>
                    <a:pt x="436165" y="307335"/>
                    <a:pt x="436165" y="273338"/>
                    <a:pt x="424869" y="242332"/>
                  </a:cubicBezTo>
                  <a:lnTo>
                    <a:pt x="552379" y="227430"/>
                  </a:lnTo>
                  <a:cubicBezTo>
                    <a:pt x="566545" y="268174"/>
                    <a:pt x="566545" y="312507"/>
                    <a:pt x="552379" y="353251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85" name="Group 227">
            <a:extLst>
              <a:ext uri="{FF2B5EF4-FFF2-40B4-BE49-F238E27FC236}">
                <a16:creationId xmlns:a16="http://schemas.microsoft.com/office/drawing/2014/main" id="{371B6209-A98C-C822-2047-DD162501AAAC}"/>
              </a:ext>
            </a:extLst>
          </p:cNvPr>
          <p:cNvGrpSpPr/>
          <p:nvPr/>
        </p:nvGrpSpPr>
        <p:grpSpPr>
          <a:xfrm>
            <a:off x="5807321" y="5955462"/>
            <a:ext cx="580816" cy="455191"/>
            <a:chOff x="5807321" y="5955462"/>
            <a:chExt cx="580816" cy="455191"/>
          </a:xfrm>
        </p:grpSpPr>
        <p:sp>
          <p:nvSpPr>
            <p:cNvPr id="186" name="Freeform: Shape 160">
              <a:extLst>
                <a:ext uri="{FF2B5EF4-FFF2-40B4-BE49-F238E27FC236}">
                  <a16:creationId xmlns:a16="http://schemas.microsoft.com/office/drawing/2014/main" id="{1F9635C6-6D60-076B-09CB-493F14BA1FB6}"/>
                </a:ext>
              </a:extLst>
            </p:cNvPr>
            <p:cNvSpPr/>
            <p:nvPr/>
          </p:nvSpPr>
          <p:spPr>
            <a:xfrm>
              <a:off x="5816229" y="5964370"/>
              <a:ext cx="298137" cy="278261"/>
            </a:xfrm>
            <a:custGeom>
              <a:avLst/>
              <a:gdLst>
                <a:gd name="connsiteX0" fmla="*/ 27951 w 298137"/>
                <a:gd name="connsiteY0" fmla="*/ 0 h 278260"/>
                <a:gd name="connsiteX1" fmla="*/ 270187 w 298137"/>
                <a:gd name="connsiteY1" fmla="*/ 0 h 278260"/>
                <a:gd name="connsiteX2" fmla="*/ 298137 w 298137"/>
                <a:gd name="connsiteY2" fmla="*/ 27951 h 278260"/>
                <a:gd name="connsiteX3" fmla="*/ 298137 w 298137"/>
                <a:gd name="connsiteY3" fmla="*/ 119172 h 278260"/>
                <a:gd name="connsiteX4" fmla="*/ 254058 w 298137"/>
                <a:gd name="connsiteY4" fmla="*/ 119172 h 278260"/>
                <a:gd name="connsiteX5" fmla="*/ 222102 w 298137"/>
                <a:gd name="connsiteY5" fmla="*/ 151128 h 278260"/>
                <a:gd name="connsiteX6" fmla="*/ 222102 w 298137"/>
                <a:gd name="connsiteY6" fmla="*/ 208697 h 278260"/>
                <a:gd name="connsiteX7" fmla="*/ 118061 w 298137"/>
                <a:gd name="connsiteY7" fmla="*/ 208697 h 278260"/>
                <a:gd name="connsiteX8" fmla="*/ 56521 w 298137"/>
                <a:gd name="connsiteY8" fmla="*/ 278260 h 278260"/>
                <a:gd name="connsiteX9" fmla="*/ 56521 w 298137"/>
                <a:gd name="connsiteY9" fmla="*/ 208697 h 278260"/>
                <a:gd name="connsiteX10" fmla="*/ 27951 w 298137"/>
                <a:gd name="connsiteY10" fmla="*/ 208697 h 278260"/>
                <a:gd name="connsiteX11" fmla="*/ 0 w 298137"/>
                <a:gd name="connsiteY11" fmla="*/ 180746 h 278260"/>
                <a:gd name="connsiteX12" fmla="*/ 0 w 298137"/>
                <a:gd name="connsiteY12" fmla="*/ 27951 h 278260"/>
                <a:gd name="connsiteX13" fmla="*/ 27951 w 298137"/>
                <a:gd name="connsiteY13" fmla="*/ 0 h 27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8137" h="278260">
                  <a:moveTo>
                    <a:pt x="27951" y="0"/>
                  </a:moveTo>
                  <a:lnTo>
                    <a:pt x="270187" y="0"/>
                  </a:lnTo>
                  <a:cubicBezTo>
                    <a:pt x="285623" y="0"/>
                    <a:pt x="298137" y="12514"/>
                    <a:pt x="298137" y="27951"/>
                  </a:cubicBezTo>
                  <a:lnTo>
                    <a:pt x="298137" y="119172"/>
                  </a:lnTo>
                  <a:lnTo>
                    <a:pt x="254058" y="119172"/>
                  </a:lnTo>
                  <a:cubicBezTo>
                    <a:pt x="236409" y="119172"/>
                    <a:pt x="222102" y="133479"/>
                    <a:pt x="222102" y="151128"/>
                  </a:cubicBezTo>
                  <a:lnTo>
                    <a:pt x="222102" y="208697"/>
                  </a:lnTo>
                  <a:lnTo>
                    <a:pt x="118061" y="208697"/>
                  </a:lnTo>
                  <a:lnTo>
                    <a:pt x="56521" y="278260"/>
                  </a:lnTo>
                  <a:lnTo>
                    <a:pt x="56521" y="208697"/>
                  </a:lnTo>
                  <a:lnTo>
                    <a:pt x="27951" y="208697"/>
                  </a:lnTo>
                  <a:cubicBezTo>
                    <a:pt x="12514" y="208697"/>
                    <a:pt x="0" y="196183"/>
                    <a:pt x="0" y="180746"/>
                  </a:cubicBezTo>
                  <a:lnTo>
                    <a:pt x="0" y="27951"/>
                  </a:lnTo>
                  <a:cubicBezTo>
                    <a:pt x="0" y="12514"/>
                    <a:pt x="12514" y="0"/>
                    <a:pt x="27951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" name="Freeform: Shape 161">
              <a:extLst>
                <a:ext uri="{FF2B5EF4-FFF2-40B4-BE49-F238E27FC236}">
                  <a16:creationId xmlns:a16="http://schemas.microsoft.com/office/drawing/2014/main" id="{20F7FC4B-C07C-0E63-8A3F-7CF54D08BAF5}"/>
                </a:ext>
              </a:extLst>
            </p:cNvPr>
            <p:cNvSpPr/>
            <p:nvPr/>
          </p:nvSpPr>
          <p:spPr>
            <a:xfrm>
              <a:off x="5807321" y="5955462"/>
              <a:ext cx="580816" cy="455191"/>
            </a:xfrm>
            <a:custGeom>
              <a:avLst/>
              <a:gdLst>
                <a:gd name="connsiteX0" fmla="*/ 475876 w 580816"/>
                <a:gd name="connsiteY0" fmla="*/ 226991 h 455190"/>
                <a:gd name="connsiteX1" fmla="*/ 475868 w 580816"/>
                <a:gd name="connsiteY1" fmla="*/ 244366 h 455190"/>
                <a:gd name="connsiteX2" fmla="*/ 482632 w 580816"/>
                <a:gd name="connsiteY2" fmla="*/ 244366 h 455190"/>
                <a:gd name="connsiteX3" fmla="*/ 492402 w 580816"/>
                <a:gd name="connsiteY3" fmla="*/ 243404 h 455190"/>
                <a:gd name="connsiteX4" fmla="*/ 496265 w 580816"/>
                <a:gd name="connsiteY4" fmla="*/ 240396 h 455190"/>
                <a:gd name="connsiteX5" fmla="*/ 497690 w 580816"/>
                <a:gd name="connsiteY5" fmla="*/ 235636 h 455190"/>
                <a:gd name="connsiteX6" fmla="*/ 495730 w 580816"/>
                <a:gd name="connsiteY6" fmla="*/ 230127 h 455190"/>
                <a:gd name="connsiteX7" fmla="*/ 490742 w 580816"/>
                <a:gd name="connsiteY7" fmla="*/ 227412 h 455190"/>
                <a:gd name="connsiteX8" fmla="*/ 481848 w 580816"/>
                <a:gd name="connsiteY8" fmla="*/ 226991 h 455190"/>
                <a:gd name="connsiteX9" fmla="*/ 411606 w 580816"/>
                <a:gd name="connsiteY9" fmla="*/ 217163 h 455190"/>
                <a:gd name="connsiteX10" fmla="*/ 423971 w 580816"/>
                <a:gd name="connsiteY10" fmla="*/ 217163 h 455190"/>
                <a:gd name="connsiteX11" fmla="*/ 423971 w 580816"/>
                <a:gd name="connsiteY11" fmla="*/ 267563 h 455190"/>
                <a:gd name="connsiteX12" fmla="*/ 454702 w 580816"/>
                <a:gd name="connsiteY12" fmla="*/ 267563 h 455190"/>
                <a:gd name="connsiteX13" fmla="*/ 454702 w 580816"/>
                <a:gd name="connsiteY13" fmla="*/ 277875 h 455190"/>
                <a:gd name="connsiteX14" fmla="*/ 411606 w 580816"/>
                <a:gd name="connsiteY14" fmla="*/ 277875 h 455190"/>
                <a:gd name="connsiteX15" fmla="*/ 463517 w 580816"/>
                <a:gd name="connsiteY15" fmla="*/ 216658 h 455190"/>
                <a:gd name="connsiteX16" fmla="*/ 483359 w 580816"/>
                <a:gd name="connsiteY16" fmla="*/ 216658 h 455190"/>
                <a:gd name="connsiteX17" fmla="*/ 498054 w 580816"/>
                <a:gd name="connsiteY17" fmla="*/ 217577 h 455190"/>
                <a:gd name="connsiteX18" fmla="*/ 506862 w 580816"/>
                <a:gd name="connsiteY18" fmla="*/ 223570 h 455190"/>
                <a:gd name="connsiteX19" fmla="*/ 510426 w 580816"/>
                <a:gd name="connsiteY19" fmla="*/ 235493 h 455190"/>
                <a:gd name="connsiteX20" fmla="*/ 508380 w 580816"/>
                <a:gd name="connsiteY20" fmla="*/ 244972 h 455190"/>
                <a:gd name="connsiteX21" fmla="*/ 503178 w 580816"/>
                <a:gd name="connsiteY21" fmla="*/ 251008 h 455190"/>
                <a:gd name="connsiteX22" fmla="*/ 496764 w 580816"/>
                <a:gd name="connsiteY22" fmla="*/ 253909 h 455190"/>
                <a:gd name="connsiteX23" fmla="*/ 483936 w 580816"/>
                <a:gd name="connsiteY23" fmla="*/ 254785 h 455190"/>
                <a:gd name="connsiteX24" fmla="*/ 475876 w 580816"/>
                <a:gd name="connsiteY24" fmla="*/ 254785 h 455190"/>
                <a:gd name="connsiteX25" fmla="*/ 475876 w 580816"/>
                <a:gd name="connsiteY25" fmla="*/ 277875 h 455190"/>
                <a:gd name="connsiteX26" fmla="*/ 463517 w 580816"/>
                <a:gd name="connsiteY26" fmla="*/ 277875 h 455190"/>
                <a:gd name="connsiteX27" fmla="*/ 354237 w 580816"/>
                <a:gd name="connsiteY27" fmla="*/ 216657 h 455190"/>
                <a:gd name="connsiteX28" fmla="*/ 399628 w 580816"/>
                <a:gd name="connsiteY28" fmla="*/ 216657 h 455190"/>
                <a:gd name="connsiteX29" fmla="*/ 399628 w 580816"/>
                <a:gd name="connsiteY29" fmla="*/ 227012 h 455190"/>
                <a:gd name="connsiteX30" fmla="*/ 366595 w 580816"/>
                <a:gd name="connsiteY30" fmla="*/ 227012 h 455190"/>
                <a:gd name="connsiteX31" fmla="*/ 366595 w 580816"/>
                <a:gd name="connsiteY31" fmla="*/ 240588 h 455190"/>
                <a:gd name="connsiteX32" fmla="*/ 397326 w 580816"/>
                <a:gd name="connsiteY32" fmla="*/ 240588 h 455190"/>
                <a:gd name="connsiteX33" fmla="*/ 397326 w 580816"/>
                <a:gd name="connsiteY33" fmla="*/ 250901 h 455190"/>
                <a:gd name="connsiteX34" fmla="*/ 366595 w 580816"/>
                <a:gd name="connsiteY34" fmla="*/ 250901 h 455190"/>
                <a:gd name="connsiteX35" fmla="*/ 366595 w 580816"/>
                <a:gd name="connsiteY35" fmla="*/ 267563 h 455190"/>
                <a:gd name="connsiteX36" fmla="*/ 400796 w 580816"/>
                <a:gd name="connsiteY36" fmla="*/ 267563 h 455190"/>
                <a:gd name="connsiteX37" fmla="*/ 400796 w 580816"/>
                <a:gd name="connsiteY37" fmla="*/ 277875 h 455190"/>
                <a:gd name="connsiteX38" fmla="*/ 354237 w 580816"/>
                <a:gd name="connsiteY38" fmla="*/ 277875 h 455190"/>
                <a:gd name="connsiteX39" fmla="*/ 292513 w 580816"/>
                <a:gd name="connsiteY39" fmla="*/ 216657 h 455190"/>
                <a:gd name="connsiteX40" fmla="*/ 304878 w 580816"/>
                <a:gd name="connsiteY40" fmla="*/ 216657 h 455190"/>
                <a:gd name="connsiteX41" fmla="*/ 304878 w 580816"/>
                <a:gd name="connsiteY41" fmla="*/ 240752 h 455190"/>
                <a:gd name="connsiteX42" fmla="*/ 329095 w 580816"/>
                <a:gd name="connsiteY42" fmla="*/ 240752 h 455190"/>
                <a:gd name="connsiteX43" fmla="*/ 329095 w 580816"/>
                <a:gd name="connsiteY43" fmla="*/ 216657 h 455190"/>
                <a:gd name="connsiteX44" fmla="*/ 341460 w 580816"/>
                <a:gd name="connsiteY44" fmla="*/ 216657 h 455190"/>
                <a:gd name="connsiteX45" fmla="*/ 341460 w 580816"/>
                <a:gd name="connsiteY45" fmla="*/ 277875 h 455190"/>
                <a:gd name="connsiteX46" fmla="*/ 329095 w 580816"/>
                <a:gd name="connsiteY46" fmla="*/ 277875 h 455190"/>
                <a:gd name="connsiteX47" fmla="*/ 329095 w 580816"/>
                <a:gd name="connsiteY47" fmla="*/ 251107 h 455190"/>
                <a:gd name="connsiteX48" fmla="*/ 304878 w 580816"/>
                <a:gd name="connsiteY48" fmla="*/ 251107 h 455190"/>
                <a:gd name="connsiteX49" fmla="*/ 304878 w 580816"/>
                <a:gd name="connsiteY49" fmla="*/ 277875 h 455190"/>
                <a:gd name="connsiteX50" fmla="*/ 292513 w 580816"/>
                <a:gd name="connsiteY50" fmla="*/ 277875 h 455190"/>
                <a:gd name="connsiteX51" fmla="*/ 36859 w 580816"/>
                <a:gd name="connsiteY51" fmla="*/ 0 h 455190"/>
                <a:gd name="connsiteX52" fmla="*/ 279094 w 580816"/>
                <a:gd name="connsiteY52" fmla="*/ 0 h 455190"/>
                <a:gd name="connsiteX53" fmla="*/ 315953 w 580816"/>
                <a:gd name="connsiteY53" fmla="*/ 36859 h 455190"/>
                <a:gd name="connsiteX54" fmla="*/ 315953 w 580816"/>
                <a:gd name="connsiteY54" fmla="*/ 87458 h 455190"/>
                <a:gd name="connsiteX55" fmla="*/ 307045 w 580816"/>
                <a:gd name="connsiteY55" fmla="*/ 96367 h 455190"/>
                <a:gd name="connsiteX56" fmla="*/ 298136 w 580816"/>
                <a:gd name="connsiteY56" fmla="*/ 87458 h 455190"/>
                <a:gd name="connsiteX57" fmla="*/ 298136 w 580816"/>
                <a:gd name="connsiteY57" fmla="*/ 36859 h 455190"/>
                <a:gd name="connsiteX58" fmla="*/ 279094 w 580816"/>
                <a:gd name="connsiteY58" fmla="*/ 17817 h 455190"/>
                <a:gd name="connsiteX59" fmla="*/ 36859 w 580816"/>
                <a:gd name="connsiteY59" fmla="*/ 17817 h 455190"/>
                <a:gd name="connsiteX60" fmla="*/ 17817 w 580816"/>
                <a:gd name="connsiteY60" fmla="*/ 36859 h 455190"/>
                <a:gd name="connsiteX61" fmla="*/ 17817 w 580816"/>
                <a:gd name="connsiteY61" fmla="*/ 189654 h 455190"/>
                <a:gd name="connsiteX62" fmla="*/ 36859 w 580816"/>
                <a:gd name="connsiteY62" fmla="*/ 208697 h 455190"/>
                <a:gd name="connsiteX63" fmla="*/ 65430 w 580816"/>
                <a:gd name="connsiteY63" fmla="*/ 208697 h 455190"/>
                <a:gd name="connsiteX64" fmla="*/ 74338 w 580816"/>
                <a:gd name="connsiteY64" fmla="*/ 217606 h 455190"/>
                <a:gd name="connsiteX65" fmla="*/ 74338 w 580816"/>
                <a:gd name="connsiteY65" fmla="*/ 263658 h 455190"/>
                <a:gd name="connsiteX66" fmla="*/ 120298 w 580816"/>
                <a:gd name="connsiteY66" fmla="*/ 211704 h 455190"/>
                <a:gd name="connsiteX67" fmla="*/ 126968 w 580816"/>
                <a:gd name="connsiteY67" fmla="*/ 208697 h 455190"/>
                <a:gd name="connsiteX68" fmla="*/ 222102 w 580816"/>
                <a:gd name="connsiteY68" fmla="*/ 208697 h 455190"/>
                <a:gd name="connsiteX69" fmla="*/ 222102 w 580816"/>
                <a:gd name="connsiteY69" fmla="*/ 160036 h 455190"/>
                <a:gd name="connsiteX70" fmla="*/ 262966 w 580816"/>
                <a:gd name="connsiteY70" fmla="*/ 119172 h 455190"/>
                <a:gd name="connsiteX71" fmla="*/ 539959 w 580816"/>
                <a:gd name="connsiteY71" fmla="*/ 119172 h 455190"/>
                <a:gd name="connsiteX72" fmla="*/ 580816 w 580816"/>
                <a:gd name="connsiteY72" fmla="*/ 160036 h 455190"/>
                <a:gd name="connsiteX73" fmla="*/ 580816 w 580816"/>
                <a:gd name="connsiteY73" fmla="*/ 334754 h 455190"/>
                <a:gd name="connsiteX74" fmla="*/ 539952 w 580816"/>
                <a:gd name="connsiteY74" fmla="*/ 375625 h 455190"/>
                <a:gd name="connsiteX75" fmla="*/ 516191 w 580816"/>
                <a:gd name="connsiteY75" fmla="*/ 375625 h 455190"/>
                <a:gd name="connsiteX76" fmla="*/ 516191 w 580816"/>
                <a:gd name="connsiteY76" fmla="*/ 446286 h 455190"/>
                <a:gd name="connsiteX77" fmla="*/ 513187 w 580816"/>
                <a:gd name="connsiteY77" fmla="*/ 452953 h 455190"/>
                <a:gd name="connsiteX78" fmla="*/ 500612 w 580816"/>
                <a:gd name="connsiteY78" fmla="*/ 452187 h 455190"/>
                <a:gd name="connsiteX79" fmla="*/ 462406 w 580816"/>
                <a:gd name="connsiteY79" fmla="*/ 408999 h 455190"/>
                <a:gd name="connsiteX80" fmla="*/ 462136 w 580816"/>
                <a:gd name="connsiteY80" fmla="*/ 408694 h 455190"/>
                <a:gd name="connsiteX81" fmla="*/ 463194 w 580816"/>
                <a:gd name="connsiteY81" fmla="*/ 396140 h 455190"/>
                <a:gd name="connsiteX82" fmla="*/ 475748 w 580816"/>
                <a:gd name="connsiteY82" fmla="*/ 397198 h 455190"/>
                <a:gd name="connsiteX83" fmla="*/ 498375 w 580816"/>
                <a:gd name="connsiteY83" fmla="*/ 422740 h 455190"/>
                <a:gd name="connsiteX84" fmla="*/ 498375 w 580816"/>
                <a:gd name="connsiteY84" fmla="*/ 366717 h 455190"/>
                <a:gd name="connsiteX85" fmla="*/ 507283 w 580816"/>
                <a:gd name="connsiteY85" fmla="*/ 357809 h 455190"/>
                <a:gd name="connsiteX86" fmla="*/ 539959 w 580816"/>
                <a:gd name="connsiteY86" fmla="*/ 357809 h 455190"/>
                <a:gd name="connsiteX87" fmla="*/ 563006 w 580816"/>
                <a:gd name="connsiteY87" fmla="*/ 334754 h 455190"/>
                <a:gd name="connsiteX88" fmla="*/ 563006 w 580816"/>
                <a:gd name="connsiteY88" fmla="*/ 160036 h 455190"/>
                <a:gd name="connsiteX89" fmla="*/ 539959 w 580816"/>
                <a:gd name="connsiteY89" fmla="*/ 136988 h 455190"/>
                <a:gd name="connsiteX90" fmla="*/ 262966 w 580816"/>
                <a:gd name="connsiteY90" fmla="*/ 136988 h 455190"/>
                <a:gd name="connsiteX91" fmla="*/ 239919 w 580816"/>
                <a:gd name="connsiteY91" fmla="*/ 160036 h 455190"/>
                <a:gd name="connsiteX92" fmla="*/ 239919 w 580816"/>
                <a:gd name="connsiteY92" fmla="*/ 334754 h 455190"/>
                <a:gd name="connsiteX93" fmla="*/ 262966 w 580816"/>
                <a:gd name="connsiteY93" fmla="*/ 357809 h 455190"/>
                <a:gd name="connsiteX94" fmla="*/ 436922 w 580816"/>
                <a:gd name="connsiteY94" fmla="*/ 357809 h 455190"/>
                <a:gd name="connsiteX95" fmla="*/ 445830 w 580816"/>
                <a:gd name="connsiteY95" fmla="*/ 366717 h 455190"/>
                <a:gd name="connsiteX96" fmla="*/ 436922 w 580816"/>
                <a:gd name="connsiteY96" fmla="*/ 375625 h 455190"/>
                <a:gd name="connsiteX97" fmla="*/ 262966 w 580816"/>
                <a:gd name="connsiteY97" fmla="*/ 375625 h 455190"/>
                <a:gd name="connsiteX98" fmla="*/ 222102 w 580816"/>
                <a:gd name="connsiteY98" fmla="*/ 334754 h 455190"/>
                <a:gd name="connsiteX99" fmla="*/ 222102 w 580816"/>
                <a:gd name="connsiteY99" fmla="*/ 226514 h 455190"/>
                <a:gd name="connsiteX100" fmla="*/ 130981 w 580816"/>
                <a:gd name="connsiteY100" fmla="*/ 226514 h 455190"/>
                <a:gd name="connsiteX101" fmla="*/ 72100 w 580816"/>
                <a:gd name="connsiteY101" fmla="*/ 293070 h 455190"/>
                <a:gd name="connsiteX102" fmla="*/ 65433 w 580816"/>
                <a:gd name="connsiteY102" fmla="*/ 296074 h 455190"/>
                <a:gd name="connsiteX103" fmla="*/ 56521 w 580816"/>
                <a:gd name="connsiteY103" fmla="*/ 287169 h 455190"/>
                <a:gd name="connsiteX104" fmla="*/ 56521 w 580816"/>
                <a:gd name="connsiteY104" fmla="*/ 226514 h 455190"/>
                <a:gd name="connsiteX105" fmla="*/ 36859 w 580816"/>
                <a:gd name="connsiteY105" fmla="*/ 226514 h 455190"/>
                <a:gd name="connsiteX106" fmla="*/ 0 w 580816"/>
                <a:gd name="connsiteY106" fmla="*/ 189654 h 455190"/>
                <a:gd name="connsiteX107" fmla="*/ 0 w 580816"/>
                <a:gd name="connsiteY107" fmla="*/ 36859 h 455190"/>
                <a:gd name="connsiteX108" fmla="*/ 36859 w 580816"/>
                <a:gd name="connsiteY108" fmla="*/ 0 h 45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580816" h="455190">
                  <a:moveTo>
                    <a:pt x="475876" y="226991"/>
                  </a:moveTo>
                  <a:lnTo>
                    <a:pt x="475868" y="244366"/>
                  </a:lnTo>
                  <a:lnTo>
                    <a:pt x="482632" y="244366"/>
                  </a:lnTo>
                  <a:cubicBezTo>
                    <a:pt x="485919" y="244551"/>
                    <a:pt x="489214" y="244226"/>
                    <a:pt x="492402" y="243404"/>
                  </a:cubicBezTo>
                  <a:cubicBezTo>
                    <a:pt x="493969" y="242823"/>
                    <a:pt x="495318" y="241773"/>
                    <a:pt x="496265" y="240396"/>
                  </a:cubicBezTo>
                  <a:cubicBezTo>
                    <a:pt x="497220" y="238994"/>
                    <a:pt x="497717" y="237332"/>
                    <a:pt x="497690" y="235636"/>
                  </a:cubicBezTo>
                  <a:cubicBezTo>
                    <a:pt x="497765" y="233616"/>
                    <a:pt x="497064" y="231645"/>
                    <a:pt x="495730" y="230127"/>
                  </a:cubicBezTo>
                  <a:cubicBezTo>
                    <a:pt x="494425" y="228680"/>
                    <a:pt x="492665" y="227722"/>
                    <a:pt x="490742" y="227412"/>
                  </a:cubicBezTo>
                  <a:cubicBezTo>
                    <a:pt x="487792" y="227049"/>
                    <a:pt x="484819" y="226909"/>
                    <a:pt x="481848" y="226991"/>
                  </a:cubicBezTo>
                  <a:close/>
                  <a:moveTo>
                    <a:pt x="411606" y="217163"/>
                  </a:moveTo>
                  <a:lnTo>
                    <a:pt x="423971" y="217163"/>
                  </a:lnTo>
                  <a:lnTo>
                    <a:pt x="423971" y="267563"/>
                  </a:lnTo>
                  <a:lnTo>
                    <a:pt x="454702" y="267563"/>
                  </a:lnTo>
                  <a:lnTo>
                    <a:pt x="454702" y="277875"/>
                  </a:lnTo>
                  <a:lnTo>
                    <a:pt x="411606" y="277875"/>
                  </a:lnTo>
                  <a:close/>
                  <a:moveTo>
                    <a:pt x="463517" y="216658"/>
                  </a:moveTo>
                  <a:lnTo>
                    <a:pt x="483359" y="216658"/>
                  </a:lnTo>
                  <a:cubicBezTo>
                    <a:pt x="488276" y="216461"/>
                    <a:pt x="493200" y="216769"/>
                    <a:pt x="498054" y="217577"/>
                  </a:cubicBezTo>
                  <a:cubicBezTo>
                    <a:pt x="501587" y="218513"/>
                    <a:pt x="504694" y="220628"/>
                    <a:pt x="506862" y="223570"/>
                  </a:cubicBezTo>
                  <a:cubicBezTo>
                    <a:pt x="509354" y="227032"/>
                    <a:pt x="510609" y="231232"/>
                    <a:pt x="510426" y="235493"/>
                  </a:cubicBezTo>
                  <a:cubicBezTo>
                    <a:pt x="510534" y="238773"/>
                    <a:pt x="509831" y="242028"/>
                    <a:pt x="508380" y="244972"/>
                  </a:cubicBezTo>
                  <a:cubicBezTo>
                    <a:pt x="507156" y="247372"/>
                    <a:pt x="505371" y="249443"/>
                    <a:pt x="503178" y="251008"/>
                  </a:cubicBezTo>
                  <a:cubicBezTo>
                    <a:pt x="501253" y="252390"/>
                    <a:pt x="499073" y="253376"/>
                    <a:pt x="496764" y="253909"/>
                  </a:cubicBezTo>
                  <a:cubicBezTo>
                    <a:pt x="492523" y="254591"/>
                    <a:pt x="488230" y="254884"/>
                    <a:pt x="483936" y="254785"/>
                  </a:cubicBezTo>
                  <a:lnTo>
                    <a:pt x="475876" y="254785"/>
                  </a:lnTo>
                  <a:lnTo>
                    <a:pt x="475876" y="277875"/>
                  </a:lnTo>
                  <a:lnTo>
                    <a:pt x="463517" y="277875"/>
                  </a:lnTo>
                  <a:close/>
                  <a:moveTo>
                    <a:pt x="354237" y="216657"/>
                  </a:moveTo>
                  <a:lnTo>
                    <a:pt x="399628" y="216657"/>
                  </a:lnTo>
                  <a:lnTo>
                    <a:pt x="399628" y="227012"/>
                  </a:lnTo>
                  <a:lnTo>
                    <a:pt x="366595" y="227012"/>
                  </a:lnTo>
                  <a:lnTo>
                    <a:pt x="366595" y="240588"/>
                  </a:lnTo>
                  <a:lnTo>
                    <a:pt x="397326" y="240588"/>
                  </a:lnTo>
                  <a:lnTo>
                    <a:pt x="397326" y="250901"/>
                  </a:lnTo>
                  <a:lnTo>
                    <a:pt x="366595" y="250901"/>
                  </a:lnTo>
                  <a:lnTo>
                    <a:pt x="366595" y="267563"/>
                  </a:lnTo>
                  <a:lnTo>
                    <a:pt x="400796" y="267563"/>
                  </a:lnTo>
                  <a:lnTo>
                    <a:pt x="400796" y="277875"/>
                  </a:lnTo>
                  <a:lnTo>
                    <a:pt x="354237" y="277875"/>
                  </a:lnTo>
                  <a:close/>
                  <a:moveTo>
                    <a:pt x="292513" y="216657"/>
                  </a:moveTo>
                  <a:lnTo>
                    <a:pt x="304878" y="216657"/>
                  </a:lnTo>
                  <a:lnTo>
                    <a:pt x="304878" y="240752"/>
                  </a:lnTo>
                  <a:lnTo>
                    <a:pt x="329095" y="240752"/>
                  </a:lnTo>
                  <a:lnTo>
                    <a:pt x="329095" y="216657"/>
                  </a:lnTo>
                  <a:lnTo>
                    <a:pt x="341460" y="216657"/>
                  </a:lnTo>
                  <a:lnTo>
                    <a:pt x="341460" y="277875"/>
                  </a:lnTo>
                  <a:lnTo>
                    <a:pt x="329095" y="277875"/>
                  </a:lnTo>
                  <a:lnTo>
                    <a:pt x="329095" y="251107"/>
                  </a:lnTo>
                  <a:lnTo>
                    <a:pt x="304878" y="251107"/>
                  </a:lnTo>
                  <a:lnTo>
                    <a:pt x="304878" y="277875"/>
                  </a:lnTo>
                  <a:lnTo>
                    <a:pt x="292513" y="277875"/>
                  </a:lnTo>
                  <a:close/>
                  <a:moveTo>
                    <a:pt x="36859" y="0"/>
                  </a:moveTo>
                  <a:lnTo>
                    <a:pt x="279094" y="0"/>
                  </a:lnTo>
                  <a:cubicBezTo>
                    <a:pt x="299441" y="24"/>
                    <a:pt x="315929" y="16512"/>
                    <a:pt x="315953" y="36859"/>
                  </a:cubicBezTo>
                  <a:lnTo>
                    <a:pt x="315953" y="87458"/>
                  </a:lnTo>
                  <a:cubicBezTo>
                    <a:pt x="315953" y="92378"/>
                    <a:pt x="311964" y="96367"/>
                    <a:pt x="307045" y="96367"/>
                  </a:cubicBezTo>
                  <a:cubicBezTo>
                    <a:pt x="302125" y="96367"/>
                    <a:pt x="298136" y="92378"/>
                    <a:pt x="298136" y="87458"/>
                  </a:cubicBezTo>
                  <a:lnTo>
                    <a:pt x="298136" y="36859"/>
                  </a:lnTo>
                  <a:cubicBezTo>
                    <a:pt x="298124" y="26347"/>
                    <a:pt x="289606" y="17828"/>
                    <a:pt x="279094" y="17817"/>
                  </a:cubicBezTo>
                  <a:lnTo>
                    <a:pt x="36859" y="17817"/>
                  </a:lnTo>
                  <a:cubicBezTo>
                    <a:pt x="26347" y="17828"/>
                    <a:pt x="17828" y="26347"/>
                    <a:pt x="17817" y="36859"/>
                  </a:cubicBezTo>
                  <a:lnTo>
                    <a:pt x="17817" y="189654"/>
                  </a:lnTo>
                  <a:cubicBezTo>
                    <a:pt x="17828" y="200166"/>
                    <a:pt x="26347" y="208685"/>
                    <a:pt x="36859" y="208697"/>
                  </a:cubicBezTo>
                  <a:lnTo>
                    <a:pt x="65430" y="208697"/>
                  </a:lnTo>
                  <a:cubicBezTo>
                    <a:pt x="70350" y="208697"/>
                    <a:pt x="74338" y="212685"/>
                    <a:pt x="74338" y="217606"/>
                  </a:cubicBezTo>
                  <a:lnTo>
                    <a:pt x="74338" y="263658"/>
                  </a:lnTo>
                  <a:lnTo>
                    <a:pt x="120298" y="211704"/>
                  </a:lnTo>
                  <a:cubicBezTo>
                    <a:pt x="121988" y="209793"/>
                    <a:pt x="124417" y="208698"/>
                    <a:pt x="126968" y="208697"/>
                  </a:cubicBezTo>
                  <a:lnTo>
                    <a:pt x="222102" y="208697"/>
                  </a:lnTo>
                  <a:lnTo>
                    <a:pt x="222102" y="160036"/>
                  </a:lnTo>
                  <a:cubicBezTo>
                    <a:pt x="222129" y="137479"/>
                    <a:pt x="240409" y="119199"/>
                    <a:pt x="262966" y="119172"/>
                  </a:cubicBezTo>
                  <a:lnTo>
                    <a:pt x="539959" y="119172"/>
                  </a:lnTo>
                  <a:cubicBezTo>
                    <a:pt x="562513" y="119203"/>
                    <a:pt x="580788" y="137482"/>
                    <a:pt x="580816" y="160036"/>
                  </a:cubicBezTo>
                  <a:lnTo>
                    <a:pt x="580816" y="334754"/>
                  </a:lnTo>
                  <a:cubicBezTo>
                    <a:pt x="580792" y="357314"/>
                    <a:pt x="562512" y="375598"/>
                    <a:pt x="539952" y="375625"/>
                  </a:cubicBezTo>
                  <a:lnTo>
                    <a:pt x="516191" y="375625"/>
                  </a:lnTo>
                  <a:lnTo>
                    <a:pt x="516191" y="446286"/>
                  </a:lnTo>
                  <a:cubicBezTo>
                    <a:pt x="516190" y="448836"/>
                    <a:pt x="515097" y="451263"/>
                    <a:pt x="513187" y="452953"/>
                  </a:cubicBezTo>
                  <a:cubicBezTo>
                    <a:pt x="509503" y="456214"/>
                    <a:pt x="503873" y="455871"/>
                    <a:pt x="500612" y="452187"/>
                  </a:cubicBezTo>
                  <a:lnTo>
                    <a:pt x="462406" y="408999"/>
                  </a:lnTo>
                  <a:cubicBezTo>
                    <a:pt x="462314" y="408900"/>
                    <a:pt x="462224" y="408798"/>
                    <a:pt x="462136" y="408694"/>
                  </a:cubicBezTo>
                  <a:cubicBezTo>
                    <a:pt x="458961" y="404935"/>
                    <a:pt x="459435" y="399314"/>
                    <a:pt x="463194" y="396140"/>
                  </a:cubicBezTo>
                  <a:cubicBezTo>
                    <a:pt x="466952" y="392965"/>
                    <a:pt x="472573" y="393439"/>
                    <a:pt x="475748" y="397198"/>
                  </a:cubicBezTo>
                  <a:lnTo>
                    <a:pt x="498375" y="422740"/>
                  </a:lnTo>
                  <a:lnTo>
                    <a:pt x="498375" y="366717"/>
                  </a:lnTo>
                  <a:cubicBezTo>
                    <a:pt x="498375" y="361797"/>
                    <a:pt x="502363" y="357809"/>
                    <a:pt x="507283" y="357809"/>
                  </a:cubicBezTo>
                  <a:lnTo>
                    <a:pt x="539959" y="357809"/>
                  </a:lnTo>
                  <a:cubicBezTo>
                    <a:pt x="552684" y="357793"/>
                    <a:pt x="562994" y="347479"/>
                    <a:pt x="563006" y="334754"/>
                  </a:cubicBezTo>
                  <a:lnTo>
                    <a:pt x="563006" y="160036"/>
                  </a:lnTo>
                  <a:cubicBezTo>
                    <a:pt x="562991" y="147314"/>
                    <a:pt x="552681" y="137004"/>
                    <a:pt x="539959" y="136988"/>
                  </a:cubicBezTo>
                  <a:lnTo>
                    <a:pt x="262966" y="136988"/>
                  </a:lnTo>
                  <a:cubicBezTo>
                    <a:pt x="250244" y="137004"/>
                    <a:pt x="239934" y="147314"/>
                    <a:pt x="239919" y="160036"/>
                  </a:cubicBezTo>
                  <a:lnTo>
                    <a:pt x="239919" y="334754"/>
                  </a:lnTo>
                  <a:cubicBezTo>
                    <a:pt x="239930" y="347479"/>
                    <a:pt x="250241" y="357793"/>
                    <a:pt x="262966" y="357809"/>
                  </a:cubicBezTo>
                  <a:lnTo>
                    <a:pt x="436922" y="357809"/>
                  </a:lnTo>
                  <a:cubicBezTo>
                    <a:pt x="441841" y="357809"/>
                    <a:pt x="445830" y="361797"/>
                    <a:pt x="445830" y="366717"/>
                  </a:cubicBezTo>
                  <a:cubicBezTo>
                    <a:pt x="445830" y="371637"/>
                    <a:pt x="441841" y="375625"/>
                    <a:pt x="436922" y="375625"/>
                  </a:cubicBezTo>
                  <a:lnTo>
                    <a:pt x="262966" y="375625"/>
                  </a:lnTo>
                  <a:cubicBezTo>
                    <a:pt x="240406" y="375598"/>
                    <a:pt x="222126" y="357314"/>
                    <a:pt x="222102" y="334754"/>
                  </a:cubicBezTo>
                  <a:lnTo>
                    <a:pt x="222102" y="226514"/>
                  </a:lnTo>
                  <a:lnTo>
                    <a:pt x="130981" y="226514"/>
                  </a:lnTo>
                  <a:lnTo>
                    <a:pt x="72100" y="293070"/>
                  </a:lnTo>
                  <a:cubicBezTo>
                    <a:pt x="70410" y="294979"/>
                    <a:pt x="67983" y="296073"/>
                    <a:pt x="65433" y="296074"/>
                  </a:cubicBezTo>
                  <a:cubicBezTo>
                    <a:pt x="60513" y="296076"/>
                    <a:pt x="56523" y="292089"/>
                    <a:pt x="56521" y="287169"/>
                  </a:cubicBezTo>
                  <a:lnTo>
                    <a:pt x="56521" y="226514"/>
                  </a:lnTo>
                  <a:lnTo>
                    <a:pt x="36859" y="226514"/>
                  </a:lnTo>
                  <a:cubicBezTo>
                    <a:pt x="16512" y="226491"/>
                    <a:pt x="24" y="210001"/>
                    <a:pt x="0" y="189654"/>
                  </a:cubicBezTo>
                  <a:lnTo>
                    <a:pt x="0" y="36859"/>
                  </a:lnTo>
                  <a:cubicBezTo>
                    <a:pt x="24" y="16512"/>
                    <a:pt x="16512" y="24"/>
                    <a:pt x="36859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88" name="Group 228">
            <a:extLst>
              <a:ext uri="{FF2B5EF4-FFF2-40B4-BE49-F238E27FC236}">
                <a16:creationId xmlns:a16="http://schemas.microsoft.com/office/drawing/2014/main" id="{CA64CE63-A48F-AC90-F3A1-4A3ABE7E85FB}"/>
              </a:ext>
            </a:extLst>
          </p:cNvPr>
          <p:cNvGrpSpPr/>
          <p:nvPr/>
        </p:nvGrpSpPr>
        <p:grpSpPr>
          <a:xfrm>
            <a:off x="4823312" y="5892637"/>
            <a:ext cx="514189" cy="580825"/>
            <a:chOff x="4823312" y="5892637"/>
            <a:chExt cx="514189" cy="580825"/>
          </a:xfrm>
        </p:grpSpPr>
        <p:sp>
          <p:nvSpPr>
            <p:cNvPr id="189" name="Freeform: Shape 163">
              <a:extLst>
                <a:ext uri="{FF2B5EF4-FFF2-40B4-BE49-F238E27FC236}">
                  <a16:creationId xmlns:a16="http://schemas.microsoft.com/office/drawing/2014/main" id="{B0C9E2E0-FE87-D4C6-5CAD-D8EC34953F9B}"/>
                </a:ext>
              </a:extLst>
            </p:cNvPr>
            <p:cNvSpPr/>
            <p:nvPr/>
          </p:nvSpPr>
          <p:spPr>
            <a:xfrm>
              <a:off x="5003345" y="5974372"/>
              <a:ext cx="154122" cy="346085"/>
            </a:xfrm>
            <a:custGeom>
              <a:avLst/>
              <a:gdLst>
                <a:gd name="connsiteX0" fmla="*/ 21309 w 154122"/>
                <a:gd name="connsiteY0" fmla="*/ 108532 h 346085"/>
                <a:gd name="connsiteX1" fmla="*/ 94059 w 154122"/>
                <a:gd name="connsiteY1" fmla="*/ 108532 h 346085"/>
                <a:gd name="connsiteX2" fmla="*/ 108241 w 154122"/>
                <a:gd name="connsiteY2" fmla="*/ 122707 h 346085"/>
                <a:gd name="connsiteX3" fmla="*/ 108241 w 154122"/>
                <a:gd name="connsiteY3" fmla="*/ 283726 h 346085"/>
                <a:gd name="connsiteX4" fmla="*/ 139940 w 154122"/>
                <a:gd name="connsiteY4" fmla="*/ 283726 h 346085"/>
                <a:gd name="connsiteX5" fmla="*/ 154122 w 154122"/>
                <a:gd name="connsiteY5" fmla="*/ 297908 h 346085"/>
                <a:gd name="connsiteX6" fmla="*/ 154122 w 154122"/>
                <a:gd name="connsiteY6" fmla="*/ 331910 h 346085"/>
                <a:gd name="connsiteX7" fmla="*/ 139940 w 154122"/>
                <a:gd name="connsiteY7" fmla="*/ 346085 h 346085"/>
                <a:gd name="connsiteX8" fmla="*/ 14182 w 154122"/>
                <a:gd name="connsiteY8" fmla="*/ 346085 h 346085"/>
                <a:gd name="connsiteX9" fmla="*/ 0 w 154122"/>
                <a:gd name="connsiteY9" fmla="*/ 331910 h 346085"/>
                <a:gd name="connsiteX10" fmla="*/ 0 w 154122"/>
                <a:gd name="connsiteY10" fmla="*/ 297908 h 346085"/>
                <a:gd name="connsiteX11" fmla="*/ 14182 w 154122"/>
                <a:gd name="connsiteY11" fmla="*/ 283726 h 346085"/>
                <a:gd name="connsiteX12" fmla="*/ 45882 w 154122"/>
                <a:gd name="connsiteY12" fmla="*/ 283726 h 346085"/>
                <a:gd name="connsiteX13" fmla="*/ 45882 w 154122"/>
                <a:gd name="connsiteY13" fmla="*/ 170890 h 346085"/>
                <a:gd name="connsiteX14" fmla="*/ 21309 w 154122"/>
                <a:gd name="connsiteY14" fmla="*/ 170890 h 346085"/>
                <a:gd name="connsiteX15" fmla="*/ 7127 w 154122"/>
                <a:gd name="connsiteY15" fmla="*/ 156708 h 346085"/>
                <a:gd name="connsiteX16" fmla="*/ 7127 w 154122"/>
                <a:gd name="connsiteY16" fmla="*/ 122707 h 346085"/>
                <a:gd name="connsiteX17" fmla="*/ 21309 w 154122"/>
                <a:gd name="connsiteY17" fmla="*/ 108532 h 346085"/>
                <a:gd name="connsiteX18" fmla="*/ 67261 w 154122"/>
                <a:gd name="connsiteY18" fmla="*/ 0 h 346085"/>
                <a:gd name="connsiteX19" fmla="*/ 104227 w 154122"/>
                <a:gd name="connsiteY19" fmla="*/ 36966 h 346085"/>
                <a:gd name="connsiteX20" fmla="*/ 67261 w 154122"/>
                <a:gd name="connsiteY20" fmla="*/ 73932 h 346085"/>
                <a:gd name="connsiteX21" fmla="*/ 30295 w 154122"/>
                <a:gd name="connsiteY21" fmla="*/ 36966 h 346085"/>
                <a:gd name="connsiteX22" fmla="*/ 67261 w 154122"/>
                <a:gd name="connsiteY22" fmla="*/ 0 h 346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4122" h="346085">
                  <a:moveTo>
                    <a:pt x="21309" y="108532"/>
                  </a:moveTo>
                  <a:lnTo>
                    <a:pt x="94059" y="108532"/>
                  </a:lnTo>
                  <a:cubicBezTo>
                    <a:pt x="101888" y="108532"/>
                    <a:pt x="108237" y="114877"/>
                    <a:pt x="108241" y="122707"/>
                  </a:cubicBezTo>
                  <a:lnTo>
                    <a:pt x="108241" y="283726"/>
                  </a:lnTo>
                  <a:lnTo>
                    <a:pt x="139940" y="283726"/>
                  </a:lnTo>
                  <a:cubicBezTo>
                    <a:pt x="147772" y="283726"/>
                    <a:pt x="154122" y="290076"/>
                    <a:pt x="154122" y="297908"/>
                  </a:cubicBezTo>
                  <a:lnTo>
                    <a:pt x="154122" y="331910"/>
                  </a:lnTo>
                  <a:cubicBezTo>
                    <a:pt x="154118" y="339739"/>
                    <a:pt x="147770" y="346085"/>
                    <a:pt x="139940" y="346085"/>
                  </a:cubicBezTo>
                  <a:lnTo>
                    <a:pt x="14182" y="346085"/>
                  </a:lnTo>
                  <a:cubicBezTo>
                    <a:pt x="6352" y="346085"/>
                    <a:pt x="4" y="339739"/>
                    <a:pt x="0" y="331910"/>
                  </a:cubicBezTo>
                  <a:lnTo>
                    <a:pt x="0" y="297908"/>
                  </a:lnTo>
                  <a:cubicBezTo>
                    <a:pt x="0" y="290076"/>
                    <a:pt x="6350" y="283726"/>
                    <a:pt x="14182" y="283726"/>
                  </a:cubicBezTo>
                  <a:lnTo>
                    <a:pt x="45882" y="283726"/>
                  </a:lnTo>
                  <a:lnTo>
                    <a:pt x="45882" y="170890"/>
                  </a:lnTo>
                  <a:lnTo>
                    <a:pt x="21309" y="170890"/>
                  </a:lnTo>
                  <a:cubicBezTo>
                    <a:pt x="13476" y="170890"/>
                    <a:pt x="7127" y="164541"/>
                    <a:pt x="7127" y="156708"/>
                  </a:cubicBezTo>
                  <a:lnTo>
                    <a:pt x="7127" y="122707"/>
                  </a:lnTo>
                  <a:cubicBezTo>
                    <a:pt x="7131" y="114877"/>
                    <a:pt x="13479" y="108532"/>
                    <a:pt x="21309" y="108532"/>
                  </a:cubicBezTo>
                  <a:close/>
                  <a:moveTo>
                    <a:pt x="67261" y="0"/>
                  </a:moveTo>
                  <a:cubicBezTo>
                    <a:pt x="87677" y="0"/>
                    <a:pt x="104227" y="16550"/>
                    <a:pt x="104227" y="36966"/>
                  </a:cubicBezTo>
                  <a:cubicBezTo>
                    <a:pt x="104227" y="57382"/>
                    <a:pt x="87677" y="73932"/>
                    <a:pt x="67261" y="73932"/>
                  </a:cubicBezTo>
                  <a:cubicBezTo>
                    <a:pt x="46845" y="73932"/>
                    <a:pt x="30295" y="57382"/>
                    <a:pt x="30295" y="36966"/>
                  </a:cubicBezTo>
                  <a:cubicBezTo>
                    <a:pt x="30295" y="16550"/>
                    <a:pt x="46845" y="0"/>
                    <a:pt x="67261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" name="Freeform: Shape 164">
              <a:extLst>
                <a:ext uri="{FF2B5EF4-FFF2-40B4-BE49-F238E27FC236}">
                  <a16:creationId xmlns:a16="http://schemas.microsoft.com/office/drawing/2014/main" id="{8B133D1D-B8A6-3664-3F20-F46575D90969}"/>
                </a:ext>
              </a:extLst>
            </p:cNvPr>
            <p:cNvSpPr/>
            <p:nvPr/>
          </p:nvSpPr>
          <p:spPr>
            <a:xfrm>
              <a:off x="4823312" y="5892637"/>
              <a:ext cx="514189" cy="580825"/>
            </a:xfrm>
            <a:custGeom>
              <a:avLst/>
              <a:gdLst>
                <a:gd name="connsiteX0" fmla="*/ 201342 w 514189"/>
                <a:gd name="connsiteY0" fmla="*/ 181366 h 580825"/>
                <a:gd name="connsiteX1" fmla="*/ 274092 w 514189"/>
                <a:gd name="connsiteY1" fmla="*/ 181366 h 580825"/>
                <a:gd name="connsiteX2" fmla="*/ 297182 w 514189"/>
                <a:gd name="connsiteY2" fmla="*/ 204449 h 580825"/>
                <a:gd name="connsiteX3" fmla="*/ 297182 w 514189"/>
                <a:gd name="connsiteY3" fmla="*/ 326637 h 580825"/>
                <a:gd name="connsiteX4" fmla="*/ 288274 w 514189"/>
                <a:gd name="connsiteY4" fmla="*/ 335545 h 580825"/>
                <a:gd name="connsiteX5" fmla="*/ 279366 w 514189"/>
                <a:gd name="connsiteY5" fmla="*/ 326637 h 580825"/>
                <a:gd name="connsiteX6" fmla="*/ 279366 w 514189"/>
                <a:gd name="connsiteY6" fmla="*/ 204463 h 580825"/>
                <a:gd name="connsiteX7" fmla="*/ 274092 w 514189"/>
                <a:gd name="connsiteY7" fmla="*/ 199197 h 580825"/>
                <a:gd name="connsiteX8" fmla="*/ 201342 w 514189"/>
                <a:gd name="connsiteY8" fmla="*/ 199197 h 580825"/>
                <a:gd name="connsiteX9" fmla="*/ 196068 w 514189"/>
                <a:gd name="connsiteY9" fmla="*/ 204463 h 580825"/>
                <a:gd name="connsiteX10" fmla="*/ 196068 w 514189"/>
                <a:gd name="connsiteY10" fmla="*/ 238458 h 580825"/>
                <a:gd name="connsiteX11" fmla="*/ 201342 w 514189"/>
                <a:gd name="connsiteY11" fmla="*/ 243731 h 580825"/>
                <a:gd name="connsiteX12" fmla="*/ 225916 w 514189"/>
                <a:gd name="connsiteY12" fmla="*/ 243731 h 580825"/>
                <a:gd name="connsiteX13" fmla="*/ 234824 w 514189"/>
                <a:gd name="connsiteY13" fmla="*/ 252641 h 580825"/>
                <a:gd name="connsiteX14" fmla="*/ 234824 w 514189"/>
                <a:gd name="connsiteY14" fmla="*/ 365470 h 580825"/>
                <a:gd name="connsiteX15" fmla="*/ 225916 w 514189"/>
                <a:gd name="connsiteY15" fmla="*/ 374378 h 580825"/>
                <a:gd name="connsiteX16" fmla="*/ 194215 w 514189"/>
                <a:gd name="connsiteY16" fmla="*/ 374378 h 580825"/>
                <a:gd name="connsiteX17" fmla="*/ 188942 w 514189"/>
                <a:gd name="connsiteY17" fmla="*/ 379645 h 580825"/>
                <a:gd name="connsiteX18" fmla="*/ 188942 w 514189"/>
                <a:gd name="connsiteY18" fmla="*/ 413653 h 580825"/>
                <a:gd name="connsiteX19" fmla="*/ 194215 w 514189"/>
                <a:gd name="connsiteY19" fmla="*/ 418920 h 580825"/>
                <a:gd name="connsiteX20" fmla="*/ 319973 w 514189"/>
                <a:gd name="connsiteY20" fmla="*/ 418920 h 580825"/>
                <a:gd name="connsiteX21" fmla="*/ 325247 w 514189"/>
                <a:gd name="connsiteY21" fmla="*/ 413653 h 580825"/>
                <a:gd name="connsiteX22" fmla="*/ 325247 w 514189"/>
                <a:gd name="connsiteY22" fmla="*/ 379645 h 580825"/>
                <a:gd name="connsiteX23" fmla="*/ 319973 w 514189"/>
                <a:gd name="connsiteY23" fmla="*/ 374378 h 580825"/>
                <a:gd name="connsiteX24" fmla="*/ 288274 w 514189"/>
                <a:gd name="connsiteY24" fmla="*/ 374378 h 580825"/>
                <a:gd name="connsiteX25" fmla="*/ 279366 w 514189"/>
                <a:gd name="connsiteY25" fmla="*/ 365470 h 580825"/>
                <a:gd name="connsiteX26" fmla="*/ 288274 w 514189"/>
                <a:gd name="connsiteY26" fmla="*/ 356561 h 580825"/>
                <a:gd name="connsiteX27" fmla="*/ 319973 w 514189"/>
                <a:gd name="connsiteY27" fmla="*/ 356561 h 580825"/>
                <a:gd name="connsiteX28" fmla="*/ 343064 w 514189"/>
                <a:gd name="connsiteY28" fmla="*/ 379645 h 580825"/>
                <a:gd name="connsiteX29" fmla="*/ 343064 w 514189"/>
                <a:gd name="connsiteY29" fmla="*/ 413646 h 580825"/>
                <a:gd name="connsiteX30" fmla="*/ 319973 w 514189"/>
                <a:gd name="connsiteY30" fmla="*/ 436729 h 580825"/>
                <a:gd name="connsiteX31" fmla="*/ 194215 w 514189"/>
                <a:gd name="connsiteY31" fmla="*/ 436729 h 580825"/>
                <a:gd name="connsiteX32" fmla="*/ 171125 w 514189"/>
                <a:gd name="connsiteY32" fmla="*/ 413646 h 580825"/>
                <a:gd name="connsiteX33" fmla="*/ 171125 w 514189"/>
                <a:gd name="connsiteY33" fmla="*/ 379637 h 580825"/>
                <a:gd name="connsiteX34" fmla="*/ 194215 w 514189"/>
                <a:gd name="connsiteY34" fmla="*/ 356554 h 580825"/>
                <a:gd name="connsiteX35" fmla="*/ 217022 w 514189"/>
                <a:gd name="connsiteY35" fmla="*/ 356554 h 580825"/>
                <a:gd name="connsiteX36" fmla="*/ 217022 w 514189"/>
                <a:gd name="connsiteY36" fmla="*/ 261535 h 580825"/>
                <a:gd name="connsiteX37" fmla="*/ 201342 w 514189"/>
                <a:gd name="connsiteY37" fmla="*/ 261535 h 580825"/>
                <a:gd name="connsiteX38" fmla="*/ 178252 w 514189"/>
                <a:gd name="connsiteY38" fmla="*/ 238443 h 580825"/>
                <a:gd name="connsiteX39" fmla="*/ 178252 w 514189"/>
                <a:gd name="connsiteY39" fmla="*/ 204449 h 580825"/>
                <a:gd name="connsiteX40" fmla="*/ 201342 w 514189"/>
                <a:gd name="connsiteY40" fmla="*/ 181366 h 580825"/>
                <a:gd name="connsiteX41" fmla="*/ 247302 w 514189"/>
                <a:gd name="connsiteY41" fmla="*/ 90637 h 580825"/>
                <a:gd name="connsiteX42" fmla="*/ 219237 w 514189"/>
                <a:gd name="connsiteY42" fmla="*/ 118702 h 580825"/>
                <a:gd name="connsiteX43" fmla="*/ 247302 w 514189"/>
                <a:gd name="connsiteY43" fmla="*/ 146767 h 580825"/>
                <a:gd name="connsiteX44" fmla="*/ 275367 w 514189"/>
                <a:gd name="connsiteY44" fmla="*/ 118702 h 580825"/>
                <a:gd name="connsiteX45" fmla="*/ 247302 w 514189"/>
                <a:gd name="connsiteY45" fmla="*/ 90637 h 580825"/>
                <a:gd name="connsiteX46" fmla="*/ 247295 w 514189"/>
                <a:gd name="connsiteY46" fmla="*/ 72820 h 580825"/>
                <a:gd name="connsiteX47" fmla="*/ 293177 w 514189"/>
                <a:gd name="connsiteY47" fmla="*/ 118702 h 580825"/>
                <a:gd name="connsiteX48" fmla="*/ 247302 w 514189"/>
                <a:gd name="connsiteY48" fmla="*/ 164584 h 580825"/>
                <a:gd name="connsiteX49" fmla="*/ 247295 w 514189"/>
                <a:gd name="connsiteY49" fmla="*/ 164584 h 580825"/>
                <a:gd name="connsiteX50" fmla="*/ 201413 w 514189"/>
                <a:gd name="connsiteY50" fmla="*/ 118702 h 580825"/>
                <a:gd name="connsiteX51" fmla="*/ 247295 w 514189"/>
                <a:gd name="connsiteY51" fmla="*/ 72820 h 580825"/>
                <a:gd name="connsiteX52" fmla="*/ 58895 w 514189"/>
                <a:gd name="connsiteY52" fmla="*/ 0 h 580825"/>
                <a:gd name="connsiteX53" fmla="*/ 455294 w 514189"/>
                <a:gd name="connsiteY53" fmla="*/ 0 h 580825"/>
                <a:gd name="connsiteX54" fmla="*/ 514189 w 514189"/>
                <a:gd name="connsiteY54" fmla="*/ 58895 h 580825"/>
                <a:gd name="connsiteX55" fmla="*/ 514189 w 514189"/>
                <a:gd name="connsiteY55" fmla="*/ 81736 h 580825"/>
                <a:gd name="connsiteX56" fmla="*/ 505280 w 514189"/>
                <a:gd name="connsiteY56" fmla="*/ 90644 h 580825"/>
                <a:gd name="connsiteX57" fmla="*/ 496372 w 514189"/>
                <a:gd name="connsiteY57" fmla="*/ 81736 h 580825"/>
                <a:gd name="connsiteX58" fmla="*/ 496372 w 514189"/>
                <a:gd name="connsiteY58" fmla="*/ 58895 h 580825"/>
                <a:gd name="connsiteX59" fmla="*/ 455294 w 514189"/>
                <a:gd name="connsiteY59" fmla="*/ 17817 h 580825"/>
                <a:gd name="connsiteX60" fmla="*/ 58895 w 514189"/>
                <a:gd name="connsiteY60" fmla="*/ 17817 h 580825"/>
                <a:gd name="connsiteX61" fmla="*/ 17817 w 514189"/>
                <a:gd name="connsiteY61" fmla="*/ 58895 h 580825"/>
                <a:gd name="connsiteX62" fmla="*/ 17817 w 514189"/>
                <a:gd name="connsiteY62" fmla="*/ 455287 h 580825"/>
                <a:gd name="connsiteX63" fmla="*/ 58895 w 514189"/>
                <a:gd name="connsiteY63" fmla="*/ 496365 h 580825"/>
                <a:gd name="connsiteX64" fmla="*/ 69806 w 514189"/>
                <a:gd name="connsiteY64" fmla="*/ 496365 h 580825"/>
                <a:gd name="connsiteX65" fmla="*/ 78714 w 514189"/>
                <a:gd name="connsiteY65" fmla="*/ 505273 h 580825"/>
                <a:gd name="connsiteX66" fmla="*/ 78714 w 514189"/>
                <a:gd name="connsiteY66" fmla="*/ 550413 h 580825"/>
                <a:gd name="connsiteX67" fmla="*/ 130147 w 514189"/>
                <a:gd name="connsiteY67" fmla="*/ 498980 h 580825"/>
                <a:gd name="connsiteX68" fmla="*/ 136447 w 514189"/>
                <a:gd name="connsiteY68" fmla="*/ 496372 h 580825"/>
                <a:gd name="connsiteX69" fmla="*/ 455294 w 514189"/>
                <a:gd name="connsiteY69" fmla="*/ 496372 h 580825"/>
                <a:gd name="connsiteX70" fmla="*/ 496372 w 514189"/>
                <a:gd name="connsiteY70" fmla="*/ 455294 h 580825"/>
                <a:gd name="connsiteX71" fmla="*/ 496372 w 514189"/>
                <a:gd name="connsiteY71" fmla="*/ 122343 h 580825"/>
                <a:gd name="connsiteX72" fmla="*/ 505280 w 514189"/>
                <a:gd name="connsiteY72" fmla="*/ 113435 h 580825"/>
                <a:gd name="connsiteX73" fmla="*/ 514189 w 514189"/>
                <a:gd name="connsiteY73" fmla="*/ 122343 h 580825"/>
                <a:gd name="connsiteX74" fmla="*/ 514189 w 514189"/>
                <a:gd name="connsiteY74" fmla="*/ 455294 h 580825"/>
                <a:gd name="connsiteX75" fmla="*/ 455294 w 514189"/>
                <a:gd name="connsiteY75" fmla="*/ 514189 h 580825"/>
                <a:gd name="connsiteX76" fmla="*/ 140138 w 514189"/>
                <a:gd name="connsiteY76" fmla="*/ 514189 h 580825"/>
                <a:gd name="connsiteX77" fmla="*/ 76105 w 514189"/>
                <a:gd name="connsiteY77" fmla="*/ 578215 h 580825"/>
                <a:gd name="connsiteX78" fmla="*/ 69804 w 514189"/>
                <a:gd name="connsiteY78" fmla="*/ 580825 h 580825"/>
                <a:gd name="connsiteX79" fmla="*/ 60897 w 514189"/>
                <a:gd name="connsiteY79" fmla="*/ 571915 h 580825"/>
                <a:gd name="connsiteX80" fmla="*/ 60897 w 514189"/>
                <a:gd name="connsiteY80" fmla="*/ 514189 h 580825"/>
                <a:gd name="connsiteX81" fmla="*/ 58895 w 514189"/>
                <a:gd name="connsiteY81" fmla="*/ 514189 h 580825"/>
                <a:gd name="connsiteX82" fmla="*/ 0 w 514189"/>
                <a:gd name="connsiteY82" fmla="*/ 455294 h 580825"/>
                <a:gd name="connsiteX83" fmla="*/ 0 w 514189"/>
                <a:gd name="connsiteY83" fmla="*/ 58895 h 580825"/>
                <a:gd name="connsiteX84" fmla="*/ 58895 w 514189"/>
                <a:gd name="connsiteY84" fmla="*/ 0 h 58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514189" h="580825">
                  <a:moveTo>
                    <a:pt x="201342" y="181366"/>
                  </a:moveTo>
                  <a:lnTo>
                    <a:pt x="274092" y="181366"/>
                  </a:lnTo>
                  <a:cubicBezTo>
                    <a:pt x="286837" y="181378"/>
                    <a:pt x="297166" y="191704"/>
                    <a:pt x="297182" y="204449"/>
                  </a:cubicBezTo>
                  <a:lnTo>
                    <a:pt x="297182" y="326637"/>
                  </a:lnTo>
                  <a:cubicBezTo>
                    <a:pt x="297182" y="331557"/>
                    <a:pt x="293194" y="335545"/>
                    <a:pt x="288274" y="335545"/>
                  </a:cubicBezTo>
                  <a:cubicBezTo>
                    <a:pt x="283354" y="335545"/>
                    <a:pt x="279366" y="331557"/>
                    <a:pt x="279366" y="326637"/>
                  </a:cubicBezTo>
                  <a:lnTo>
                    <a:pt x="279366" y="204463"/>
                  </a:lnTo>
                  <a:cubicBezTo>
                    <a:pt x="279358" y="201555"/>
                    <a:pt x="277000" y="199201"/>
                    <a:pt x="274092" y="199197"/>
                  </a:cubicBezTo>
                  <a:lnTo>
                    <a:pt x="201342" y="199197"/>
                  </a:lnTo>
                  <a:cubicBezTo>
                    <a:pt x="198434" y="199201"/>
                    <a:pt x="196076" y="201555"/>
                    <a:pt x="196068" y="204463"/>
                  </a:cubicBezTo>
                  <a:lnTo>
                    <a:pt x="196068" y="238458"/>
                  </a:lnTo>
                  <a:cubicBezTo>
                    <a:pt x="196072" y="241369"/>
                    <a:pt x="198431" y="243727"/>
                    <a:pt x="201342" y="243731"/>
                  </a:cubicBezTo>
                  <a:lnTo>
                    <a:pt x="225916" y="243731"/>
                  </a:lnTo>
                  <a:cubicBezTo>
                    <a:pt x="230836" y="243731"/>
                    <a:pt x="234824" y="247721"/>
                    <a:pt x="234824" y="252641"/>
                  </a:cubicBezTo>
                  <a:lnTo>
                    <a:pt x="234824" y="365470"/>
                  </a:lnTo>
                  <a:cubicBezTo>
                    <a:pt x="234824" y="370390"/>
                    <a:pt x="230836" y="374378"/>
                    <a:pt x="225916" y="374378"/>
                  </a:cubicBezTo>
                  <a:lnTo>
                    <a:pt x="194215" y="374378"/>
                  </a:lnTo>
                  <a:cubicBezTo>
                    <a:pt x="191307" y="374382"/>
                    <a:pt x="188950" y="376736"/>
                    <a:pt x="188942" y="379645"/>
                  </a:cubicBezTo>
                  <a:lnTo>
                    <a:pt x="188942" y="413653"/>
                  </a:lnTo>
                  <a:cubicBezTo>
                    <a:pt x="188949" y="416561"/>
                    <a:pt x="191307" y="418916"/>
                    <a:pt x="194215" y="418920"/>
                  </a:cubicBezTo>
                  <a:lnTo>
                    <a:pt x="319973" y="418920"/>
                  </a:lnTo>
                  <a:cubicBezTo>
                    <a:pt x="322881" y="418916"/>
                    <a:pt x="325239" y="416561"/>
                    <a:pt x="325247" y="413653"/>
                  </a:cubicBezTo>
                  <a:lnTo>
                    <a:pt x="325247" y="379645"/>
                  </a:lnTo>
                  <a:cubicBezTo>
                    <a:pt x="325239" y="376736"/>
                    <a:pt x="322881" y="374382"/>
                    <a:pt x="319973" y="374378"/>
                  </a:cubicBezTo>
                  <a:lnTo>
                    <a:pt x="288274" y="374378"/>
                  </a:lnTo>
                  <a:cubicBezTo>
                    <a:pt x="283354" y="374378"/>
                    <a:pt x="279366" y="370390"/>
                    <a:pt x="279366" y="365470"/>
                  </a:cubicBezTo>
                  <a:cubicBezTo>
                    <a:pt x="279366" y="360550"/>
                    <a:pt x="283354" y="356561"/>
                    <a:pt x="288274" y="356561"/>
                  </a:cubicBezTo>
                  <a:lnTo>
                    <a:pt x="319973" y="356561"/>
                  </a:lnTo>
                  <a:cubicBezTo>
                    <a:pt x="332718" y="356573"/>
                    <a:pt x="343048" y="366900"/>
                    <a:pt x="343064" y="379645"/>
                  </a:cubicBezTo>
                  <a:lnTo>
                    <a:pt x="343064" y="413646"/>
                  </a:lnTo>
                  <a:cubicBezTo>
                    <a:pt x="343048" y="426391"/>
                    <a:pt x="332718" y="436717"/>
                    <a:pt x="319973" y="436729"/>
                  </a:cubicBezTo>
                  <a:lnTo>
                    <a:pt x="194215" y="436729"/>
                  </a:lnTo>
                  <a:cubicBezTo>
                    <a:pt x="181471" y="436717"/>
                    <a:pt x="171141" y="426391"/>
                    <a:pt x="171125" y="413646"/>
                  </a:cubicBezTo>
                  <a:lnTo>
                    <a:pt x="171125" y="379637"/>
                  </a:lnTo>
                  <a:cubicBezTo>
                    <a:pt x="171141" y="366893"/>
                    <a:pt x="181471" y="356566"/>
                    <a:pt x="194215" y="356554"/>
                  </a:cubicBezTo>
                  <a:lnTo>
                    <a:pt x="217022" y="356554"/>
                  </a:lnTo>
                  <a:lnTo>
                    <a:pt x="217022" y="261535"/>
                  </a:lnTo>
                  <a:lnTo>
                    <a:pt x="201342" y="261535"/>
                  </a:lnTo>
                  <a:cubicBezTo>
                    <a:pt x="188594" y="261523"/>
                    <a:pt x="178263" y="251192"/>
                    <a:pt x="178252" y="238443"/>
                  </a:cubicBezTo>
                  <a:lnTo>
                    <a:pt x="178252" y="204449"/>
                  </a:lnTo>
                  <a:cubicBezTo>
                    <a:pt x="178267" y="191704"/>
                    <a:pt x="188597" y="181378"/>
                    <a:pt x="201342" y="181366"/>
                  </a:cubicBezTo>
                  <a:close/>
                  <a:moveTo>
                    <a:pt x="247302" y="90637"/>
                  </a:moveTo>
                  <a:cubicBezTo>
                    <a:pt x="231803" y="90637"/>
                    <a:pt x="219237" y="103203"/>
                    <a:pt x="219237" y="118702"/>
                  </a:cubicBezTo>
                  <a:cubicBezTo>
                    <a:pt x="219252" y="134196"/>
                    <a:pt x="231809" y="146751"/>
                    <a:pt x="247302" y="146767"/>
                  </a:cubicBezTo>
                  <a:cubicBezTo>
                    <a:pt x="262802" y="146767"/>
                    <a:pt x="275367" y="134202"/>
                    <a:pt x="275367" y="118702"/>
                  </a:cubicBezTo>
                  <a:cubicBezTo>
                    <a:pt x="275367" y="103203"/>
                    <a:pt x="262802" y="90637"/>
                    <a:pt x="247302" y="90637"/>
                  </a:cubicBezTo>
                  <a:close/>
                  <a:moveTo>
                    <a:pt x="247295" y="72820"/>
                  </a:moveTo>
                  <a:cubicBezTo>
                    <a:pt x="272635" y="72820"/>
                    <a:pt x="293177" y="93362"/>
                    <a:pt x="293177" y="118702"/>
                  </a:cubicBezTo>
                  <a:cubicBezTo>
                    <a:pt x="293149" y="144028"/>
                    <a:pt x="272628" y="164552"/>
                    <a:pt x="247302" y="164584"/>
                  </a:cubicBezTo>
                  <a:cubicBezTo>
                    <a:pt x="247300" y="164584"/>
                    <a:pt x="247298" y="164584"/>
                    <a:pt x="247295" y="164584"/>
                  </a:cubicBezTo>
                  <a:cubicBezTo>
                    <a:pt x="221955" y="164584"/>
                    <a:pt x="201413" y="144042"/>
                    <a:pt x="201413" y="118702"/>
                  </a:cubicBezTo>
                  <a:cubicBezTo>
                    <a:pt x="201413" y="93362"/>
                    <a:pt x="221955" y="72820"/>
                    <a:pt x="247295" y="72820"/>
                  </a:cubicBezTo>
                  <a:close/>
                  <a:moveTo>
                    <a:pt x="58895" y="0"/>
                  </a:moveTo>
                  <a:lnTo>
                    <a:pt x="455294" y="0"/>
                  </a:lnTo>
                  <a:cubicBezTo>
                    <a:pt x="487806" y="35"/>
                    <a:pt x="514153" y="26383"/>
                    <a:pt x="514189" y="58895"/>
                  </a:cubicBezTo>
                  <a:lnTo>
                    <a:pt x="514189" y="81736"/>
                  </a:lnTo>
                  <a:cubicBezTo>
                    <a:pt x="514189" y="86655"/>
                    <a:pt x="510200" y="90644"/>
                    <a:pt x="505280" y="90644"/>
                  </a:cubicBezTo>
                  <a:cubicBezTo>
                    <a:pt x="500360" y="90644"/>
                    <a:pt x="496372" y="86655"/>
                    <a:pt x="496372" y="81736"/>
                  </a:cubicBezTo>
                  <a:lnTo>
                    <a:pt x="496372" y="58895"/>
                  </a:lnTo>
                  <a:cubicBezTo>
                    <a:pt x="496349" y="36218"/>
                    <a:pt x="477971" y="17840"/>
                    <a:pt x="455294" y="17817"/>
                  </a:cubicBezTo>
                  <a:lnTo>
                    <a:pt x="58895" y="17817"/>
                  </a:lnTo>
                  <a:cubicBezTo>
                    <a:pt x="36218" y="17840"/>
                    <a:pt x="17840" y="36218"/>
                    <a:pt x="17817" y="58895"/>
                  </a:cubicBezTo>
                  <a:lnTo>
                    <a:pt x="17817" y="455287"/>
                  </a:lnTo>
                  <a:cubicBezTo>
                    <a:pt x="17840" y="477964"/>
                    <a:pt x="36218" y="496341"/>
                    <a:pt x="58895" y="496365"/>
                  </a:cubicBezTo>
                  <a:lnTo>
                    <a:pt x="69806" y="496365"/>
                  </a:lnTo>
                  <a:cubicBezTo>
                    <a:pt x="74725" y="496365"/>
                    <a:pt x="78714" y="500353"/>
                    <a:pt x="78714" y="505273"/>
                  </a:cubicBezTo>
                  <a:lnTo>
                    <a:pt x="78714" y="550413"/>
                  </a:lnTo>
                  <a:lnTo>
                    <a:pt x="130147" y="498980"/>
                  </a:lnTo>
                  <a:cubicBezTo>
                    <a:pt x="131818" y="497310"/>
                    <a:pt x="134084" y="496372"/>
                    <a:pt x="136447" y="496372"/>
                  </a:cubicBezTo>
                  <a:lnTo>
                    <a:pt x="455294" y="496372"/>
                  </a:lnTo>
                  <a:cubicBezTo>
                    <a:pt x="477971" y="496349"/>
                    <a:pt x="496349" y="477971"/>
                    <a:pt x="496372" y="455294"/>
                  </a:cubicBezTo>
                  <a:lnTo>
                    <a:pt x="496372" y="122343"/>
                  </a:lnTo>
                  <a:cubicBezTo>
                    <a:pt x="496372" y="117423"/>
                    <a:pt x="500360" y="113435"/>
                    <a:pt x="505280" y="113435"/>
                  </a:cubicBezTo>
                  <a:cubicBezTo>
                    <a:pt x="510200" y="113435"/>
                    <a:pt x="514189" y="117423"/>
                    <a:pt x="514189" y="122343"/>
                  </a:cubicBezTo>
                  <a:lnTo>
                    <a:pt x="514189" y="455294"/>
                  </a:lnTo>
                  <a:cubicBezTo>
                    <a:pt x="514153" y="487806"/>
                    <a:pt x="487806" y="514153"/>
                    <a:pt x="455294" y="514189"/>
                  </a:cubicBezTo>
                  <a:lnTo>
                    <a:pt x="140138" y="514189"/>
                  </a:lnTo>
                  <a:lnTo>
                    <a:pt x="76105" y="578215"/>
                  </a:lnTo>
                  <a:cubicBezTo>
                    <a:pt x="74434" y="579886"/>
                    <a:pt x="72167" y="580825"/>
                    <a:pt x="69804" y="580825"/>
                  </a:cubicBezTo>
                  <a:cubicBezTo>
                    <a:pt x="64884" y="580824"/>
                    <a:pt x="60896" y="576834"/>
                    <a:pt x="60897" y="571915"/>
                  </a:cubicBezTo>
                  <a:lnTo>
                    <a:pt x="60897" y="514189"/>
                  </a:lnTo>
                  <a:lnTo>
                    <a:pt x="58895" y="514189"/>
                  </a:lnTo>
                  <a:cubicBezTo>
                    <a:pt x="26383" y="514153"/>
                    <a:pt x="35" y="487806"/>
                    <a:pt x="0" y="455294"/>
                  </a:cubicBezTo>
                  <a:lnTo>
                    <a:pt x="0" y="58895"/>
                  </a:lnTo>
                  <a:cubicBezTo>
                    <a:pt x="35" y="26383"/>
                    <a:pt x="26383" y="35"/>
                    <a:pt x="58895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91" name="Group 229">
            <a:extLst>
              <a:ext uri="{FF2B5EF4-FFF2-40B4-BE49-F238E27FC236}">
                <a16:creationId xmlns:a16="http://schemas.microsoft.com/office/drawing/2014/main" id="{A7810012-7A82-D5C3-9716-50A976F16219}"/>
              </a:ext>
            </a:extLst>
          </p:cNvPr>
          <p:cNvGrpSpPr/>
          <p:nvPr/>
        </p:nvGrpSpPr>
        <p:grpSpPr>
          <a:xfrm>
            <a:off x="3772668" y="5943534"/>
            <a:ext cx="577259" cy="477485"/>
            <a:chOff x="3772668" y="5943534"/>
            <a:chExt cx="577259" cy="477485"/>
          </a:xfrm>
        </p:grpSpPr>
        <p:sp>
          <p:nvSpPr>
            <p:cNvPr id="192" name="Freeform: Shape 166">
              <a:extLst>
                <a:ext uri="{FF2B5EF4-FFF2-40B4-BE49-F238E27FC236}">
                  <a16:creationId xmlns:a16="http://schemas.microsoft.com/office/drawing/2014/main" id="{A51E1607-EC91-C2A7-735F-9EA23472FC11}"/>
                </a:ext>
              </a:extLst>
            </p:cNvPr>
            <p:cNvSpPr/>
            <p:nvPr/>
          </p:nvSpPr>
          <p:spPr>
            <a:xfrm>
              <a:off x="3781576" y="5952442"/>
              <a:ext cx="563005" cy="461210"/>
            </a:xfrm>
            <a:custGeom>
              <a:avLst/>
              <a:gdLst>
                <a:gd name="connsiteX0" fmla="*/ 0 w 563005"/>
                <a:gd name="connsiteY0" fmla="*/ 425376 h 461210"/>
                <a:gd name="connsiteX1" fmla="*/ 35833 w 563005"/>
                <a:gd name="connsiteY1" fmla="*/ 461209 h 461210"/>
                <a:gd name="connsiteX2" fmla="*/ 527172 w 563005"/>
                <a:gd name="connsiteY2" fmla="*/ 461209 h 461210"/>
                <a:gd name="connsiteX3" fmla="*/ 563005 w 563005"/>
                <a:gd name="connsiteY3" fmla="*/ 425376 h 461210"/>
                <a:gd name="connsiteX4" fmla="*/ 563005 w 563005"/>
                <a:gd name="connsiteY4" fmla="*/ 425377 h 461210"/>
                <a:gd name="connsiteX5" fmla="*/ 527172 w 563005"/>
                <a:gd name="connsiteY5" fmla="*/ 461210 h 461210"/>
                <a:gd name="connsiteX6" fmla="*/ 35833 w 563005"/>
                <a:gd name="connsiteY6" fmla="*/ 461210 h 461210"/>
                <a:gd name="connsiteX7" fmla="*/ 0 w 563005"/>
                <a:gd name="connsiteY7" fmla="*/ 425377 h 461210"/>
                <a:gd name="connsiteX8" fmla="*/ 563005 w 563005"/>
                <a:gd name="connsiteY8" fmla="*/ 123185 h 461210"/>
                <a:gd name="connsiteX9" fmla="*/ 563005 w 563005"/>
                <a:gd name="connsiteY9" fmla="*/ 425376 h 461210"/>
                <a:gd name="connsiteX10" fmla="*/ 382039 w 563005"/>
                <a:gd name="connsiteY10" fmla="*/ 237419 h 461210"/>
                <a:gd name="connsiteX11" fmla="*/ 0 w 563005"/>
                <a:gd name="connsiteY11" fmla="*/ 123185 h 461210"/>
                <a:gd name="connsiteX12" fmla="*/ 278696 w 563005"/>
                <a:gd name="connsiteY12" fmla="*/ 299110 h 461210"/>
                <a:gd name="connsiteX13" fmla="*/ 180967 w 563005"/>
                <a:gd name="connsiteY13" fmla="*/ 237454 h 461210"/>
                <a:gd name="connsiteX14" fmla="*/ 0 w 563005"/>
                <a:gd name="connsiteY14" fmla="*/ 425376 h 461210"/>
                <a:gd name="connsiteX15" fmla="*/ 189569 w 563005"/>
                <a:gd name="connsiteY15" fmla="*/ 0 h 461210"/>
                <a:gd name="connsiteX16" fmla="*/ 373437 w 563005"/>
                <a:gd name="connsiteY16" fmla="*/ 0 h 461210"/>
                <a:gd name="connsiteX17" fmla="*/ 394653 w 563005"/>
                <a:gd name="connsiteY17" fmla="*/ 21209 h 461210"/>
                <a:gd name="connsiteX18" fmla="*/ 394653 w 563005"/>
                <a:gd name="connsiteY18" fmla="*/ 87352 h 461210"/>
                <a:gd name="connsiteX19" fmla="*/ 527172 w 563005"/>
                <a:gd name="connsiteY19" fmla="*/ 87352 h 461210"/>
                <a:gd name="connsiteX20" fmla="*/ 563005 w 563005"/>
                <a:gd name="connsiteY20" fmla="*/ 123185 h 461210"/>
                <a:gd name="connsiteX21" fmla="*/ 527172 w 563005"/>
                <a:gd name="connsiteY21" fmla="*/ 87359 h 461210"/>
                <a:gd name="connsiteX22" fmla="*/ 394653 w 563005"/>
                <a:gd name="connsiteY22" fmla="*/ 87359 h 461210"/>
                <a:gd name="connsiteX23" fmla="*/ 394653 w 563005"/>
                <a:gd name="connsiteY23" fmla="*/ 137175 h 461210"/>
                <a:gd name="connsiteX24" fmla="*/ 373437 w 563005"/>
                <a:gd name="connsiteY24" fmla="*/ 158391 h 461210"/>
                <a:gd name="connsiteX25" fmla="*/ 257985 w 563005"/>
                <a:gd name="connsiteY25" fmla="*/ 158391 h 461210"/>
                <a:gd name="connsiteX26" fmla="*/ 211255 w 563005"/>
                <a:gd name="connsiteY26" fmla="*/ 211185 h 461210"/>
                <a:gd name="connsiteX27" fmla="*/ 211255 w 563005"/>
                <a:gd name="connsiteY27" fmla="*/ 158391 h 461210"/>
                <a:gd name="connsiteX28" fmla="*/ 189569 w 563005"/>
                <a:gd name="connsiteY28" fmla="*/ 158391 h 461210"/>
                <a:gd name="connsiteX29" fmla="*/ 168353 w 563005"/>
                <a:gd name="connsiteY29" fmla="*/ 137175 h 461210"/>
                <a:gd name="connsiteX30" fmla="*/ 168353 w 563005"/>
                <a:gd name="connsiteY30" fmla="*/ 87359 h 461210"/>
                <a:gd name="connsiteX31" fmla="*/ 35833 w 563005"/>
                <a:gd name="connsiteY31" fmla="*/ 87359 h 461210"/>
                <a:gd name="connsiteX32" fmla="*/ 0 w 563005"/>
                <a:gd name="connsiteY32" fmla="*/ 123185 h 461210"/>
                <a:gd name="connsiteX33" fmla="*/ 35833 w 563005"/>
                <a:gd name="connsiteY33" fmla="*/ 87352 h 461210"/>
                <a:gd name="connsiteX34" fmla="*/ 168353 w 563005"/>
                <a:gd name="connsiteY34" fmla="*/ 87352 h 461210"/>
                <a:gd name="connsiteX35" fmla="*/ 168353 w 563005"/>
                <a:gd name="connsiteY35" fmla="*/ 21216 h 461210"/>
                <a:gd name="connsiteX36" fmla="*/ 189569 w 563005"/>
                <a:gd name="connsiteY36" fmla="*/ 0 h 461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63005" h="461210">
                  <a:moveTo>
                    <a:pt x="0" y="425376"/>
                  </a:moveTo>
                  <a:cubicBezTo>
                    <a:pt x="0" y="445166"/>
                    <a:pt x="16043" y="461209"/>
                    <a:pt x="35833" y="461209"/>
                  </a:cubicBezTo>
                  <a:lnTo>
                    <a:pt x="527172" y="461209"/>
                  </a:lnTo>
                  <a:cubicBezTo>
                    <a:pt x="546962" y="461209"/>
                    <a:pt x="563005" y="445166"/>
                    <a:pt x="563005" y="425376"/>
                  </a:cubicBezTo>
                  <a:lnTo>
                    <a:pt x="563005" y="425377"/>
                  </a:lnTo>
                  <a:cubicBezTo>
                    <a:pt x="563005" y="445167"/>
                    <a:pt x="546962" y="461210"/>
                    <a:pt x="527172" y="461210"/>
                  </a:cubicBezTo>
                  <a:lnTo>
                    <a:pt x="35833" y="461210"/>
                  </a:lnTo>
                  <a:cubicBezTo>
                    <a:pt x="16043" y="461210"/>
                    <a:pt x="0" y="445167"/>
                    <a:pt x="0" y="425377"/>
                  </a:cubicBezTo>
                  <a:close/>
                  <a:moveTo>
                    <a:pt x="563005" y="123185"/>
                  </a:moveTo>
                  <a:lnTo>
                    <a:pt x="563005" y="425376"/>
                  </a:lnTo>
                  <a:lnTo>
                    <a:pt x="382039" y="237419"/>
                  </a:lnTo>
                  <a:close/>
                  <a:moveTo>
                    <a:pt x="0" y="123185"/>
                  </a:moveTo>
                  <a:lnTo>
                    <a:pt x="278696" y="299110"/>
                  </a:lnTo>
                  <a:lnTo>
                    <a:pt x="180967" y="237454"/>
                  </a:lnTo>
                  <a:lnTo>
                    <a:pt x="0" y="425376"/>
                  </a:lnTo>
                  <a:close/>
                  <a:moveTo>
                    <a:pt x="189569" y="0"/>
                  </a:moveTo>
                  <a:lnTo>
                    <a:pt x="373437" y="0"/>
                  </a:lnTo>
                  <a:cubicBezTo>
                    <a:pt x="385151" y="0"/>
                    <a:pt x="394649" y="9494"/>
                    <a:pt x="394653" y="21209"/>
                  </a:cubicBezTo>
                  <a:lnTo>
                    <a:pt x="394653" y="87352"/>
                  </a:lnTo>
                  <a:lnTo>
                    <a:pt x="527172" y="87352"/>
                  </a:lnTo>
                  <a:cubicBezTo>
                    <a:pt x="546962" y="87352"/>
                    <a:pt x="563005" y="103395"/>
                    <a:pt x="563005" y="123185"/>
                  </a:cubicBezTo>
                  <a:cubicBezTo>
                    <a:pt x="563001" y="103398"/>
                    <a:pt x="546960" y="87359"/>
                    <a:pt x="527172" y="87359"/>
                  </a:cubicBezTo>
                  <a:lnTo>
                    <a:pt x="394653" y="87359"/>
                  </a:lnTo>
                  <a:lnTo>
                    <a:pt x="394653" y="137175"/>
                  </a:lnTo>
                  <a:cubicBezTo>
                    <a:pt x="394653" y="148892"/>
                    <a:pt x="385154" y="158391"/>
                    <a:pt x="373437" y="158391"/>
                  </a:cubicBezTo>
                  <a:lnTo>
                    <a:pt x="257985" y="158391"/>
                  </a:lnTo>
                  <a:lnTo>
                    <a:pt x="211255" y="211185"/>
                  </a:lnTo>
                  <a:lnTo>
                    <a:pt x="211255" y="158391"/>
                  </a:lnTo>
                  <a:lnTo>
                    <a:pt x="189569" y="158391"/>
                  </a:lnTo>
                  <a:cubicBezTo>
                    <a:pt x="177852" y="158391"/>
                    <a:pt x="168353" y="148892"/>
                    <a:pt x="168353" y="137175"/>
                  </a:cubicBezTo>
                  <a:lnTo>
                    <a:pt x="168353" y="87359"/>
                  </a:lnTo>
                  <a:lnTo>
                    <a:pt x="35833" y="87359"/>
                  </a:lnTo>
                  <a:cubicBezTo>
                    <a:pt x="16046" y="87359"/>
                    <a:pt x="4" y="103398"/>
                    <a:pt x="0" y="123185"/>
                  </a:cubicBezTo>
                  <a:cubicBezTo>
                    <a:pt x="0" y="103395"/>
                    <a:pt x="16043" y="87352"/>
                    <a:pt x="35833" y="87352"/>
                  </a:cubicBezTo>
                  <a:lnTo>
                    <a:pt x="168353" y="87352"/>
                  </a:lnTo>
                  <a:lnTo>
                    <a:pt x="168353" y="21216"/>
                  </a:lnTo>
                  <a:cubicBezTo>
                    <a:pt x="168353" y="9499"/>
                    <a:pt x="177852" y="0"/>
                    <a:pt x="189569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" name="Freeform: Shape 167">
              <a:extLst>
                <a:ext uri="{FF2B5EF4-FFF2-40B4-BE49-F238E27FC236}">
                  <a16:creationId xmlns:a16="http://schemas.microsoft.com/office/drawing/2014/main" id="{B4E3DF0A-01B0-9FD0-3840-3812B02985EA}"/>
                </a:ext>
              </a:extLst>
            </p:cNvPr>
            <p:cNvSpPr/>
            <p:nvPr/>
          </p:nvSpPr>
          <p:spPr>
            <a:xfrm>
              <a:off x="3772668" y="5943534"/>
              <a:ext cx="577259" cy="477485"/>
            </a:xfrm>
            <a:custGeom>
              <a:avLst/>
              <a:gdLst>
                <a:gd name="connsiteX0" fmla="*/ 580822 w 577258"/>
                <a:gd name="connsiteY0" fmla="*/ 132092 h 477485"/>
                <a:gd name="connsiteX1" fmla="*/ 536081 w 577258"/>
                <a:gd name="connsiteY1" fmla="*/ 87351 h 477485"/>
                <a:gd name="connsiteX2" fmla="*/ 443634 w 577258"/>
                <a:gd name="connsiteY2" fmla="*/ 87351 h 477485"/>
                <a:gd name="connsiteX3" fmla="*/ 434726 w 577258"/>
                <a:gd name="connsiteY3" fmla="*/ 96260 h 477485"/>
                <a:gd name="connsiteX4" fmla="*/ 443634 w 577258"/>
                <a:gd name="connsiteY4" fmla="*/ 105168 h 477485"/>
                <a:gd name="connsiteX5" fmla="*/ 536081 w 577258"/>
                <a:gd name="connsiteY5" fmla="*/ 105168 h 477485"/>
                <a:gd name="connsiteX6" fmla="*/ 562542 w 577258"/>
                <a:gd name="connsiteY6" fmla="*/ 127481 h 477485"/>
                <a:gd name="connsiteX7" fmla="*/ 290411 w 577258"/>
                <a:gd name="connsiteY7" fmla="*/ 299255 h 477485"/>
                <a:gd name="connsiteX8" fmla="*/ 18280 w 577258"/>
                <a:gd name="connsiteY8" fmla="*/ 127481 h 477485"/>
                <a:gd name="connsiteX9" fmla="*/ 44741 w 577258"/>
                <a:gd name="connsiteY9" fmla="*/ 105168 h 477485"/>
                <a:gd name="connsiteX10" fmla="*/ 168367 w 577258"/>
                <a:gd name="connsiteY10" fmla="*/ 105168 h 477485"/>
                <a:gd name="connsiteX11" fmla="*/ 168367 w 577258"/>
                <a:gd name="connsiteY11" fmla="*/ 146082 h 477485"/>
                <a:gd name="connsiteX12" fmla="*/ 198477 w 577258"/>
                <a:gd name="connsiteY12" fmla="*/ 176206 h 477485"/>
                <a:gd name="connsiteX13" fmla="*/ 211248 w 577258"/>
                <a:gd name="connsiteY13" fmla="*/ 176206 h 477485"/>
                <a:gd name="connsiteX14" fmla="*/ 211248 w 577258"/>
                <a:gd name="connsiteY14" fmla="*/ 220092 h 477485"/>
                <a:gd name="connsiteX15" fmla="*/ 220160 w 577258"/>
                <a:gd name="connsiteY15" fmla="*/ 228997 h 477485"/>
                <a:gd name="connsiteX16" fmla="*/ 226827 w 577258"/>
                <a:gd name="connsiteY16" fmla="*/ 225993 h 477485"/>
                <a:gd name="connsiteX17" fmla="*/ 270877 w 577258"/>
                <a:gd name="connsiteY17" fmla="*/ 176206 h 477485"/>
                <a:gd name="connsiteX18" fmla="*/ 382345 w 577258"/>
                <a:gd name="connsiteY18" fmla="*/ 176206 h 477485"/>
                <a:gd name="connsiteX19" fmla="*/ 412469 w 577258"/>
                <a:gd name="connsiteY19" fmla="*/ 146082 h 477485"/>
                <a:gd name="connsiteX20" fmla="*/ 412469 w 577258"/>
                <a:gd name="connsiteY20" fmla="*/ 30117 h 477485"/>
                <a:gd name="connsiteX21" fmla="*/ 382345 w 577258"/>
                <a:gd name="connsiteY21" fmla="*/ 0 h 477485"/>
                <a:gd name="connsiteX22" fmla="*/ 198477 w 577258"/>
                <a:gd name="connsiteY22" fmla="*/ 0 h 477485"/>
                <a:gd name="connsiteX23" fmla="*/ 168353 w 577258"/>
                <a:gd name="connsiteY23" fmla="*/ 30124 h 477485"/>
                <a:gd name="connsiteX24" fmla="*/ 168353 w 577258"/>
                <a:gd name="connsiteY24" fmla="*/ 87358 h 477485"/>
                <a:gd name="connsiteX25" fmla="*/ 44741 w 577258"/>
                <a:gd name="connsiteY25" fmla="*/ 87358 h 477485"/>
                <a:gd name="connsiteX26" fmla="*/ 0 w 577258"/>
                <a:gd name="connsiteY26" fmla="*/ 132100 h 477485"/>
                <a:gd name="connsiteX27" fmla="*/ 0 w 577258"/>
                <a:gd name="connsiteY27" fmla="*/ 434498 h 477485"/>
                <a:gd name="connsiteX28" fmla="*/ 44734 w 577258"/>
                <a:gd name="connsiteY28" fmla="*/ 479025 h 477485"/>
                <a:gd name="connsiteX29" fmla="*/ 536081 w 577258"/>
                <a:gd name="connsiteY29" fmla="*/ 479025 h 477485"/>
                <a:gd name="connsiteX30" fmla="*/ 580815 w 577258"/>
                <a:gd name="connsiteY30" fmla="*/ 434490 h 477485"/>
                <a:gd name="connsiteX31" fmla="*/ 580815 w 577258"/>
                <a:gd name="connsiteY31" fmla="*/ 132092 h 477485"/>
                <a:gd name="connsiteX32" fmla="*/ 186184 w 577258"/>
                <a:gd name="connsiteY32" fmla="*/ 30117 h 477485"/>
                <a:gd name="connsiteX33" fmla="*/ 198477 w 577258"/>
                <a:gd name="connsiteY33" fmla="*/ 17817 h 477485"/>
                <a:gd name="connsiteX34" fmla="*/ 382345 w 577258"/>
                <a:gd name="connsiteY34" fmla="*/ 17817 h 477485"/>
                <a:gd name="connsiteX35" fmla="*/ 394652 w 577258"/>
                <a:gd name="connsiteY35" fmla="*/ 30124 h 477485"/>
                <a:gd name="connsiteX36" fmla="*/ 394652 w 577258"/>
                <a:gd name="connsiteY36" fmla="*/ 146082 h 477485"/>
                <a:gd name="connsiteX37" fmla="*/ 382345 w 577258"/>
                <a:gd name="connsiteY37" fmla="*/ 158390 h 477485"/>
                <a:gd name="connsiteX38" fmla="*/ 266893 w 577258"/>
                <a:gd name="connsiteY38" fmla="*/ 158390 h 477485"/>
                <a:gd name="connsiteX39" fmla="*/ 260222 w 577258"/>
                <a:gd name="connsiteY39" fmla="*/ 161397 h 477485"/>
                <a:gd name="connsiteX40" fmla="*/ 229093 w 577258"/>
                <a:gd name="connsiteY40" fmla="*/ 196581 h 477485"/>
                <a:gd name="connsiteX41" fmla="*/ 229093 w 577258"/>
                <a:gd name="connsiteY41" fmla="*/ 167298 h 477485"/>
                <a:gd name="connsiteX42" fmla="*/ 220185 w 577258"/>
                <a:gd name="connsiteY42" fmla="*/ 158390 h 477485"/>
                <a:gd name="connsiteX43" fmla="*/ 198477 w 577258"/>
                <a:gd name="connsiteY43" fmla="*/ 158390 h 477485"/>
                <a:gd name="connsiteX44" fmla="*/ 186169 w 577258"/>
                <a:gd name="connsiteY44" fmla="*/ 146082 h 477485"/>
                <a:gd name="connsiteX45" fmla="*/ 404972 w 577258"/>
                <a:gd name="connsiteY45" fmla="*/ 248022 h 477485"/>
                <a:gd name="connsiteX46" fmla="*/ 563034 w 577258"/>
                <a:gd name="connsiteY46" fmla="*/ 148249 h 477485"/>
                <a:gd name="connsiteX47" fmla="*/ 563034 w 577258"/>
                <a:gd name="connsiteY47" fmla="*/ 412191 h 477485"/>
                <a:gd name="connsiteX48" fmla="*/ 536102 w 577258"/>
                <a:gd name="connsiteY48" fmla="*/ 461208 h 477485"/>
                <a:gd name="connsiteX49" fmla="*/ 44741 w 577258"/>
                <a:gd name="connsiteY49" fmla="*/ 461208 h 477485"/>
                <a:gd name="connsiteX50" fmla="*/ 18173 w 577258"/>
                <a:gd name="connsiteY50" fmla="*/ 437533 h 477485"/>
                <a:gd name="connsiteX51" fmla="*/ 164112 w 577258"/>
                <a:gd name="connsiteY51" fmla="*/ 285935 h 477485"/>
                <a:gd name="connsiteX52" fmla="*/ 164164 w 577258"/>
                <a:gd name="connsiteY52" fmla="*/ 273337 h 477485"/>
                <a:gd name="connsiteX53" fmla="*/ 151566 w 577258"/>
                <a:gd name="connsiteY53" fmla="*/ 273285 h 477485"/>
                <a:gd name="connsiteX54" fmla="*/ 151284 w 577258"/>
                <a:gd name="connsiteY54" fmla="*/ 273578 h 477485"/>
                <a:gd name="connsiteX55" fmla="*/ 17817 w 577258"/>
                <a:gd name="connsiteY55" fmla="*/ 412191 h 477485"/>
                <a:gd name="connsiteX56" fmla="*/ 17817 w 577258"/>
                <a:gd name="connsiteY56" fmla="*/ 148256 h 477485"/>
                <a:gd name="connsiteX57" fmla="*/ 285657 w 577258"/>
                <a:gd name="connsiteY57" fmla="*/ 317321 h 477485"/>
                <a:gd name="connsiteX58" fmla="*/ 295164 w 577258"/>
                <a:gd name="connsiteY58" fmla="*/ 317321 h 477485"/>
                <a:gd name="connsiteX59" fmla="*/ 389557 w 577258"/>
                <a:gd name="connsiteY59" fmla="*/ 257735 h 477485"/>
                <a:gd name="connsiteX60" fmla="*/ 562649 w 577258"/>
                <a:gd name="connsiteY60" fmla="*/ 437533 h 477485"/>
                <a:gd name="connsiteX61" fmla="*/ 536081 w 577258"/>
                <a:gd name="connsiteY61" fmla="*/ 461208 h 477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77258" h="477485">
                  <a:moveTo>
                    <a:pt x="580822" y="132092"/>
                  </a:moveTo>
                  <a:cubicBezTo>
                    <a:pt x="580794" y="107394"/>
                    <a:pt x="560779" y="87379"/>
                    <a:pt x="536081" y="87351"/>
                  </a:cubicBezTo>
                  <a:lnTo>
                    <a:pt x="443634" y="87351"/>
                  </a:lnTo>
                  <a:cubicBezTo>
                    <a:pt x="438714" y="87351"/>
                    <a:pt x="434726" y="91340"/>
                    <a:pt x="434726" y="96260"/>
                  </a:cubicBezTo>
                  <a:cubicBezTo>
                    <a:pt x="434726" y="101180"/>
                    <a:pt x="438714" y="105168"/>
                    <a:pt x="443634" y="105168"/>
                  </a:cubicBezTo>
                  <a:lnTo>
                    <a:pt x="536081" y="105168"/>
                  </a:lnTo>
                  <a:cubicBezTo>
                    <a:pt x="549148" y="105197"/>
                    <a:pt x="560307" y="114607"/>
                    <a:pt x="562542" y="127481"/>
                  </a:cubicBezTo>
                  <a:lnTo>
                    <a:pt x="290411" y="299255"/>
                  </a:lnTo>
                  <a:lnTo>
                    <a:pt x="18280" y="127481"/>
                  </a:lnTo>
                  <a:cubicBezTo>
                    <a:pt x="20515" y="114607"/>
                    <a:pt x="31674" y="105197"/>
                    <a:pt x="44741" y="105168"/>
                  </a:cubicBezTo>
                  <a:lnTo>
                    <a:pt x="168367" y="105168"/>
                  </a:lnTo>
                  <a:lnTo>
                    <a:pt x="168367" y="146082"/>
                  </a:lnTo>
                  <a:cubicBezTo>
                    <a:pt x="168383" y="162707"/>
                    <a:pt x="181852" y="176183"/>
                    <a:pt x="198477" y="176206"/>
                  </a:cubicBezTo>
                  <a:lnTo>
                    <a:pt x="211248" y="176206"/>
                  </a:lnTo>
                  <a:lnTo>
                    <a:pt x="211248" y="220092"/>
                  </a:lnTo>
                  <a:cubicBezTo>
                    <a:pt x="211250" y="225012"/>
                    <a:pt x="215240" y="228999"/>
                    <a:pt x="220160" y="228997"/>
                  </a:cubicBezTo>
                  <a:cubicBezTo>
                    <a:pt x="222710" y="228996"/>
                    <a:pt x="225137" y="227902"/>
                    <a:pt x="226827" y="225993"/>
                  </a:cubicBezTo>
                  <a:lnTo>
                    <a:pt x="270877" y="176206"/>
                  </a:lnTo>
                  <a:lnTo>
                    <a:pt x="382345" y="176206"/>
                  </a:lnTo>
                  <a:cubicBezTo>
                    <a:pt x="398974" y="176187"/>
                    <a:pt x="412449" y="162711"/>
                    <a:pt x="412469" y="146082"/>
                  </a:cubicBezTo>
                  <a:lnTo>
                    <a:pt x="412469" y="30117"/>
                  </a:lnTo>
                  <a:cubicBezTo>
                    <a:pt x="412445" y="13491"/>
                    <a:pt x="398971" y="20"/>
                    <a:pt x="382345" y="0"/>
                  </a:cubicBezTo>
                  <a:lnTo>
                    <a:pt x="198477" y="0"/>
                  </a:lnTo>
                  <a:cubicBezTo>
                    <a:pt x="181846" y="16"/>
                    <a:pt x="168369" y="13494"/>
                    <a:pt x="168353" y="30124"/>
                  </a:cubicBezTo>
                  <a:lnTo>
                    <a:pt x="168353" y="87358"/>
                  </a:lnTo>
                  <a:lnTo>
                    <a:pt x="44741" y="87358"/>
                  </a:lnTo>
                  <a:cubicBezTo>
                    <a:pt x="20043" y="87386"/>
                    <a:pt x="27" y="107401"/>
                    <a:pt x="0" y="132100"/>
                  </a:cubicBezTo>
                  <a:lnTo>
                    <a:pt x="0" y="434498"/>
                  </a:lnTo>
                  <a:cubicBezTo>
                    <a:pt x="145" y="459110"/>
                    <a:pt x="20121" y="478994"/>
                    <a:pt x="44734" y="479025"/>
                  </a:cubicBezTo>
                  <a:lnTo>
                    <a:pt x="536081" y="479025"/>
                  </a:lnTo>
                  <a:cubicBezTo>
                    <a:pt x="560696" y="478994"/>
                    <a:pt x="580674" y="459105"/>
                    <a:pt x="580815" y="434490"/>
                  </a:cubicBezTo>
                  <a:lnTo>
                    <a:pt x="580815" y="132092"/>
                  </a:lnTo>
                  <a:close/>
                  <a:moveTo>
                    <a:pt x="186184" y="30117"/>
                  </a:moveTo>
                  <a:cubicBezTo>
                    <a:pt x="186192" y="23330"/>
                    <a:pt x="191690" y="17828"/>
                    <a:pt x="198477" y="17817"/>
                  </a:cubicBezTo>
                  <a:lnTo>
                    <a:pt x="382345" y="17817"/>
                  </a:lnTo>
                  <a:cubicBezTo>
                    <a:pt x="389140" y="17821"/>
                    <a:pt x="394649" y="23329"/>
                    <a:pt x="394652" y="30124"/>
                  </a:cubicBezTo>
                  <a:lnTo>
                    <a:pt x="394652" y="146082"/>
                  </a:lnTo>
                  <a:cubicBezTo>
                    <a:pt x="394649" y="152878"/>
                    <a:pt x="389140" y="158386"/>
                    <a:pt x="382345" y="158390"/>
                  </a:cubicBezTo>
                  <a:lnTo>
                    <a:pt x="266893" y="158390"/>
                  </a:lnTo>
                  <a:cubicBezTo>
                    <a:pt x="264341" y="158391"/>
                    <a:pt x="261913" y="159486"/>
                    <a:pt x="260222" y="161397"/>
                  </a:cubicBezTo>
                  <a:lnTo>
                    <a:pt x="229093" y="196581"/>
                  </a:lnTo>
                  <a:lnTo>
                    <a:pt x="229093" y="167298"/>
                  </a:lnTo>
                  <a:cubicBezTo>
                    <a:pt x="229093" y="162378"/>
                    <a:pt x="225105" y="158390"/>
                    <a:pt x="220185" y="158390"/>
                  </a:cubicBezTo>
                  <a:lnTo>
                    <a:pt x="198477" y="158390"/>
                  </a:lnTo>
                  <a:cubicBezTo>
                    <a:pt x="191681" y="158386"/>
                    <a:pt x="186173" y="152878"/>
                    <a:pt x="186169" y="146082"/>
                  </a:cubicBezTo>
                  <a:close/>
                  <a:moveTo>
                    <a:pt x="404972" y="248022"/>
                  </a:moveTo>
                  <a:lnTo>
                    <a:pt x="563034" y="148249"/>
                  </a:lnTo>
                  <a:lnTo>
                    <a:pt x="563034" y="412191"/>
                  </a:lnTo>
                  <a:close/>
                  <a:moveTo>
                    <a:pt x="536102" y="461208"/>
                  </a:moveTo>
                  <a:lnTo>
                    <a:pt x="44741" y="461208"/>
                  </a:lnTo>
                  <a:cubicBezTo>
                    <a:pt x="31180" y="461150"/>
                    <a:pt x="19787" y="450998"/>
                    <a:pt x="18173" y="437533"/>
                  </a:cubicBezTo>
                  <a:lnTo>
                    <a:pt x="164112" y="285935"/>
                  </a:lnTo>
                  <a:cubicBezTo>
                    <a:pt x="167606" y="282471"/>
                    <a:pt x="167629" y="276830"/>
                    <a:pt x="164164" y="273337"/>
                  </a:cubicBezTo>
                  <a:cubicBezTo>
                    <a:pt x="160700" y="269844"/>
                    <a:pt x="155059" y="269821"/>
                    <a:pt x="151566" y="273285"/>
                  </a:cubicBezTo>
                  <a:cubicBezTo>
                    <a:pt x="151470" y="273381"/>
                    <a:pt x="151376" y="273478"/>
                    <a:pt x="151284" y="273578"/>
                  </a:cubicBezTo>
                  <a:lnTo>
                    <a:pt x="17817" y="412191"/>
                  </a:lnTo>
                  <a:lnTo>
                    <a:pt x="17817" y="148256"/>
                  </a:lnTo>
                  <a:lnTo>
                    <a:pt x="285657" y="317321"/>
                  </a:lnTo>
                  <a:cubicBezTo>
                    <a:pt x="288562" y="319153"/>
                    <a:pt x="292260" y="319153"/>
                    <a:pt x="295164" y="317321"/>
                  </a:cubicBezTo>
                  <a:lnTo>
                    <a:pt x="389557" y="257735"/>
                  </a:lnTo>
                  <a:lnTo>
                    <a:pt x="562649" y="437533"/>
                  </a:lnTo>
                  <a:cubicBezTo>
                    <a:pt x="561034" y="450998"/>
                    <a:pt x="549642" y="461150"/>
                    <a:pt x="536081" y="461208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94" name="Group 230">
            <a:extLst>
              <a:ext uri="{FF2B5EF4-FFF2-40B4-BE49-F238E27FC236}">
                <a16:creationId xmlns:a16="http://schemas.microsoft.com/office/drawing/2014/main" id="{C45F221D-0671-1780-C536-A1AA8E466A63}"/>
              </a:ext>
            </a:extLst>
          </p:cNvPr>
          <p:cNvGrpSpPr/>
          <p:nvPr/>
        </p:nvGrpSpPr>
        <p:grpSpPr>
          <a:xfrm>
            <a:off x="2815134" y="5892641"/>
            <a:ext cx="454319" cy="580816"/>
            <a:chOff x="2815134" y="5892641"/>
            <a:chExt cx="454319" cy="580816"/>
          </a:xfrm>
        </p:grpSpPr>
        <p:sp>
          <p:nvSpPr>
            <p:cNvPr id="195" name="Freeform: Shape 169">
              <a:extLst>
                <a:ext uri="{FF2B5EF4-FFF2-40B4-BE49-F238E27FC236}">
                  <a16:creationId xmlns:a16="http://schemas.microsoft.com/office/drawing/2014/main" id="{F60EDEF3-1957-B16F-D0DC-DC00B36CFAA5}"/>
                </a:ext>
              </a:extLst>
            </p:cNvPr>
            <p:cNvSpPr/>
            <p:nvPr/>
          </p:nvSpPr>
          <p:spPr>
            <a:xfrm>
              <a:off x="2824036" y="5901543"/>
              <a:ext cx="436487" cy="563005"/>
            </a:xfrm>
            <a:custGeom>
              <a:avLst/>
              <a:gdLst>
                <a:gd name="connsiteX0" fmla="*/ 0 w 436486"/>
                <a:gd name="connsiteY0" fmla="*/ 500647 h 563005"/>
                <a:gd name="connsiteX1" fmla="*/ 331390 w 436486"/>
                <a:gd name="connsiteY1" fmla="*/ 500647 h 563005"/>
                <a:gd name="connsiteX2" fmla="*/ 331390 w 436486"/>
                <a:gd name="connsiteY2" fmla="*/ 534199 h 563005"/>
                <a:gd name="connsiteX3" fmla="*/ 302584 w 436486"/>
                <a:gd name="connsiteY3" fmla="*/ 563005 h 563005"/>
                <a:gd name="connsiteX4" fmla="*/ 28806 w 436486"/>
                <a:gd name="connsiteY4" fmla="*/ 563005 h 563005"/>
                <a:gd name="connsiteX5" fmla="*/ 0 w 436486"/>
                <a:gd name="connsiteY5" fmla="*/ 534199 h 563005"/>
                <a:gd name="connsiteX6" fmla="*/ 231424 w 436486"/>
                <a:gd name="connsiteY6" fmla="*/ 195983 h 563005"/>
                <a:gd name="connsiteX7" fmla="*/ 415292 w 436486"/>
                <a:gd name="connsiteY7" fmla="*/ 195983 h 563005"/>
                <a:gd name="connsiteX8" fmla="*/ 436486 w 436486"/>
                <a:gd name="connsiteY8" fmla="*/ 217199 h 563005"/>
                <a:gd name="connsiteX9" fmla="*/ 436486 w 436486"/>
                <a:gd name="connsiteY9" fmla="*/ 333158 h 563005"/>
                <a:gd name="connsiteX10" fmla="*/ 415270 w 436486"/>
                <a:gd name="connsiteY10" fmla="*/ 354374 h 563005"/>
                <a:gd name="connsiteX11" fmla="*/ 299818 w 436486"/>
                <a:gd name="connsiteY11" fmla="*/ 354374 h 563005"/>
                <a:gd name="connsiteX12" fmla="*/ 253110 w 436486"/>
                <a:gd name="connsiteY12" fmla="*/ 407168 h 563005"/>
                <a:gd name="connsiteX13" fmla="*/ 253110 w 436486"/>
                <a:gd name="connsiteY13" fmla="*/ 354374 h 563005"/>
                <a:gd name="connsiteX14" fmla="*/ 231424 w 436486"/>
                <a:gd name="connsiteY14" fmla="*/ 354374 h 563005"/>
                <a:gd name="connsiteX15" fmla="*/ 210208 w 436486"/>
                <a:gd name="connsiteY15" fmla="*/ 333158 h 563005"/>
                <a:gd name="connsiteX16" fmla="*/ 210208 w 436486"/>
                <a:gd name="connsiteY16" fmla="*/ 217199 h 563005"/>
                <a:gd name="connsiteX17" fmla="*/ 231424 w 436486"/>
                <a:gd name="connsiteY17" fmla="*/ 195983 h 563005"/>
                <a:gd name="connsiteX18" fmla="*/ 28806 w 436486"/>
                <a:gd name="connsiteY18" fmla="*/ 0 h 563005"/>
                <a:gd name="connsiteX19" fmla="*/ 302584 w 436486"/>
                <a:gd name="connsiteY19" fmla="*/ 0 h 563005"/>
                <a:gd name="connsiteX20" fmla="*/ 331390 w 436486"/>
                <a:gd name="connsiteY20" fmla="*/ 28806 h 563005"/>
                <a:gd name="connsiteX21" fmla="*/ 331390 w 436486"/>
                <a:gd name="connsiteY21" fmla="*/ 55231 h 563005"/>
                <a:gd name="connsiteX22" fmla="*/ 0 w 436486"/>
                <a:gd name="connsiteY22" fmla="*/ 55231 h 563005"/>
                <a:gd name="connsiteX23" fmla="*/ 0 w 436486"/>
                <a:gd name="connsiteY23" fmla="*/ 28806 h 563005"/>
                <a:gd name="connsiteX24" fmla="*/ 28806 w 436486"/>
                <a:gd name="connsiteY24" fmla="*/ 0 h 563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36486" h="563005">
                  <a:moveTo>
                    <a:pt x="0" y="500647"/>
                  </a:moveTo>
                  <a:lnTo>
                    <a:pt x="331390" y="500647"/>
                  </a:lnTo>
                  <a:lnTo>
                    <a:pt x="331390" y="534199"/>
                  </a:lnTo>
                  <a:cubicBezTo>
                    <a:pt x="331390" y="550108"/>
                    <a:pt x="318493" y="563005"/>
                    <a:pt x="302584" y="563005"/>
                  </a:cubicBezTo>
                  <a:lnTo>
                    <a:pt x="28806" y="563005"/>
                  </a:lnTo>
                  <a:cubicBezTo>
                    <a:pt x="12897" y="563005"/>
                    <a:pt x="0" y="550108"/>
                    <a:pt x="0" y="534199"/>
                  </a:cubicBezTo>
                  <a:close/>
                  <a:moveTo>
                    <a:pt x="231424" y="195983"/>
                  </a:moveTo>
                  <a:lnTo>
                    <a:pt x="415292" y="195983"/>
                  </a:lnTo>
                  <a:cubicBezTo>
                    <a:pt x="427001" y="195995"/>
                    <a:pt x="436486" y="205490"/>
                    <a:pt x="436486" y="217199"/>
                  </a:cubicBezTo>
                  <a:lnTo>
                    <a:pt x="436486" y="333158"/>
                  </a:lnTo>
                  <a:cubicBezTo>
                    <a:pt x="436486" y="344875"/>
                    <a:pt x="426987" y="354374"/>
                    <a:pt x="415270" y="354374"/>
                  </a:cubicBezTo>
                  <a:lnTo>
                    <a:pt x="299818" y="354374"/>
                  </a:lnTo>
                  <a:lnTo>
                    <a:pt x="253110" y="407168"/>
                  </a:lnTo>
                  <a:lnTo>
                    <a:pt x="253110" y="354374"/>
                  </a:lnTo>
                  <a:lnTo>
                    <a:pt x="231424" y="354374"/>
                  </a:lnTo>
                  <a:cubicBezTo>
                    <a:pt x="219707" y="354374"/>
                    <a:pt x="210208" y="344875"/>
                    <a:pt x="210208" y="333158"/>
                  </a:cubicBezTo>
                  <a:lnTo>
                    <a:pt x="210208" y="217199"/>
                  </a:lnTo>
                  <a:cubicBezTo>
                    <a:pt x="210208" y="205482"/>
                    <a:pt x="219707" y="195983"/>
                    <a:pt x="231424" y="195983"/>
                  </a:cubicBezTo>
                  <a:close/>
                  <a:moveTo>
                    <a:pt x="28806" y="0"/>
                  </a:moveTo>
                  <a:lnTo>
                    <a:pt x="302584" y="0"/>
                  </a:lnTo>
                  <a:cubicBezTo>
                    <a:pt x="318493" y="0"/>
                    <a:pt x="331390" y="12897"/>
                    <a:pt x="331390" y="28806"/>
                  </a:cubicBezTo>
                  <a:lnTo>
                    <a:pt x="331390" y="55231"/>
                  </a:lnTo>
                  <a:lnTo>
                    <a:pt x="0" y="55231"/>
                  </a:lnTo>
                  <a:lnTo>
                    <a:pt x="0" y="28806"/>
                  </a:lnTo>
                  <a:cubicBezTo>
                    <a:pt x="0" y="12897"/>
                    <a:pt x="12897" y="0"/>
                    <a:pt x="28806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" name="Freeform: Shape 170">
              <a:extLst>
                <a:ext uri="{FF2B5EF4-FFF2-40B4-BE49-F238E27FC236}">
                  <a16:creationId xmlns:a16="http://schemas.microsoft.com/office/drawing/2014/main" id="{14FF0165-CA76-CFF6-E025-F9E858A7F26A}"/>
                </a:ext>
              </a:extLst>
            </p:cNvPr>
            <p:cNvSpPr/>
            <p:nvPr/>
          </p:nvSpPr>
          <p:spPr>
            <a:xfrm>
              <a:off x="2815134" y="5892641"/>
              <a:ext cx="454319" cy="580816"/>
            </a:xfrm>
            <a:custGeom>
              <a:avLst/>
              <a:gdLst>
                <a:gd name="connsiteX0" fmla="*/ 174595 w 454318"/>
                <a:gd name="connsiteY0" fmla="*/ 529253 h 580816"/>
                <a:gd name="connsiteX1" fmla="*/ 185064 w 454318"/>
                <a:gd name="connsiteY1" fmla="*/ 539722 h 580816"/>
                <a:gd name="connsiteX2" fmla="*/ 174595 w 454318"/>
                <a:gd name="connsiteY2" fmla="*/ 550191 h 580816"/>
                <a:gd name="connsiteX3" fmla="*/ 164126 w 454318"/>
                <a:gd name="connsiteY3" fmla="*/ 539722 h 580816"/>
                <a:gd name="connsiteX4" fmla="*/ 174595 w 454318"/>
                <a:gd name="connsiteY4" fmla="*/ 529253 h 580816"/>
                <a:gd name="connsiteX5" fmla="*/ 240354 w 454318"/>
                <a:gd name="connsiteY5" fmla="*/ 213793 h 580816"/>
                <a:gd name="connsiteX6" fmla="*/ 228047 w 454318"/>
                <a:gd name="connsiteY6" fmla="*/ 226101 h 580816"/>
                <a:gd name="connsiteX7" fmla="*/ 228047 w 454318"/>
                <a:gd name="connsiteY7" fmla="*/ 342059 h 580816"/>
                <a:gd name="connsiteX8" fmla="*/ 240354 w 454318"/>
                <a:gd name="connsiteY8" fmla="*/ 354366 h 580816"/>
                <a:gd name="connsiteX9" fmla="*/ 262034 w 454318"/>
                <a:gd name="connsiteY9" fmla="*/ 354366 h 580816"/>
                <a:gd name="connsiteX10" fmla="*/ 270942 w 454318"/>
                <a:gd name="connsiteY10" fmla="*/ 363275 h 580816"/>
                <a:gd name="connsiteX11" fmla="*/ 270942 w 454318"/>
                <a:gd name="connsiteY11" fmla="*/ 392572 h 580816"/>
                <a:gd name="connsiteX12" fmla="*/ 302071 w 454318"/>
                <a:gd name="connsiteY12" fmla="*/ 357388 h 580816"/>
                <a:gd name="connsiteX13" fmla="*/ 308742 w 454318"/>
                <a:gd name="connsiteY13" fmla="*/ 354381 h 580816"/>
                <a:gd name="connsiteX14" fmla="*/ 424193 w 454318"/>
                <a:gd name="connsiteY14" fmla="*/ 354381 h 580816"/>
                <a:gd name="connsiteX15" fmla="*/ 436501 w 454318"/>
                <a:gd name="connsiteY15" fmla="*/ 342073 h 580816"/>
                <a:gd name="connsiteX16" fmla="*/ 436530 w 454318"/>
                <a:gd name="connsiteY16" fmla="*/ 226101 h 580816"/>
                <a:gd name="connsiteX17" fmla="*/ 424222 w 454318"/>
                <a:gd name="connsiteY17" fmla="*/ 213793 h 580816"/>
                <a:gd name="connsiteX18" fmla="*/ 136589 w 454318"/>
                <a:gd name="connsiteY18" fmla="*/ 27316 h 580816"/>
                <a:gd name="connsiteX19" fmla="*/ 212609 w 454318"/>
                <a:gd name="connsiteY19" fmla="*/ 27316 h 580816"/>
                <a:gd name="connsiteX20" fmla="*/ 221518 w 454318"/>
                <a:gd name="connsiteY20" fmla="*/ 36224 h 580816"/>
                <a:gd name="connsiteX21" fmla="*/ 212609 w 454318"/>
                <a:gd name="connsiteY21" fmla="*/ 45133 h 580816"/>
                <a:gd name="connsiteX22" fmla="*/ 136589 w 454318"/>
                <a:gd name="connsiteY22" fmla="*/ 45133 h 580816"/>
                <a:gd name="connsiteX23" fmla="*/ 127681 w 454318"/>
                <a:gd name="connsiteY23" fmla="*/ 36224 h 580816"/>
                <a:gd name="connsiteX24" fmla="*/ 136589 w 454318"/>
                <a:gd name="connsiteY24" fmla="*/ 27316 h 580816"/>
                <a:gd name="connsiteX25" fmla="*/ 37707 w 454318"/>
                <a:gd name="connsiteY25" fmla="*/ 0 h 580816"/>
                <a:gd name="connsiteX26" fmla="*/ 311493 w 454318"/>
                <a:gd name="connsiteY26" fmla="*/ 0 h 580816"/>
                <a:gd name="connsiteX27" fmla="*/ 349200 w 454318"/>
                <a:gd name="connsiteY27" fmla="*/ 37707 h 580816"/>
                <a:gd name="connsiteX28" fmla="*/ 349200 w 454318"/>
                <a:gd name="connsiteY28" fmla="*/ 160942 h 580816"/>
                <a:gd name="connsiteX29" fmla="*/ 340291 w 454318"/>
                <a:gd name="connsiteY29" fmla="*/ 169850 h 580816"/>
                <a:gd name="connsiteX30" fmla="*/ 331383 w 454318"/>
                <a:gd name="connsiteY30" fmla="*/ 160942 h 580816"/>
                <a:gd name="connsiteX31" fmla="*/ 331383 w 454318"/>
                <a:gd name="connsiteY31" fmla="*/ 73041 h 580816"/>
                <a:gd name="connsiteX32" fmla="*/ 51661 w 454318"/>
                <a:gd name="connsiteY32" fmla="*/ 73041 h 580816"/>
                <a:gd name="connsiteX33" fmla="*/ 42753 w 454318"/>
                <a:gd name="connsiteY33" fmla="*/ 64133 h 580816"/>
                <a:gd name="connsiteX34" fmla="*/ 51661 w 454318"/>
                <a:gd name="connsiteY34" fmla="*/ 55224 h 580816"/>
                <a:gd name="connsiteX35" fmla="*/ 331383 w 454318"/>
                <a:gd name="connsiteY35" fmla="*/ 55224 h 580816"/>
                <a:gd name="connsiteX36" fmla="*/ 331383 w 454318"/>
                <a:gd name="connsiteY36" fmla="*/ 37707 h 580816"/>
                <a:gd name="connsiteX37" fmla="*/ 311493 w 454318"/>
                <a:gd name="connsiteY37" fmla="*/ 17817 h 580816"/>
                <a:gd name="connsiteX38" fmla="*/ 37700 w 454318"/>
                <a:gd name="connsiteY38" fmla="*/ 17817 h 580816"/>
                <a:gd name="connsiteX39" fmla="*/ 17809 w 454318"/>
                <a:gd name="connsiteY39" fmla="*/ 37707 h 580816"/>
                <a:gd name="connsiteX40" fmla="*/ 17809 w 454318"/>
                <a:gd name="connsiteY40" fmla="*/ 500641 h 580816"/>
                <a:gd name="connsiteX41" fmla="*/ 297539 w 454318"/>
                <a:gd name="connsiteY41" fmla="*/ 500641 h 580816"/>
                <a:gd name="connsiteX42" fmla="*/ 306447 w 454318"/>
                <a:gd name="connsiteY42" fmla="*/ 509549 h 580816"/>
                <a:gd name="connsiteX43" fmla="*/ 297539 w 454318"/>
                <a:gd name="connsiteY43" fmla="*/ 518458 h 580816"/>
                <a:gd name="connsiteX44" fmla="*/ 17817 w 454318"/>
                <a:gd name="connsiteY44" fmla="*/ 518458 h 580816"/>
                <a:gd name="connsiteX45" fmla="*/ 17817 w 454318"/>
                <a:gd name="connsiteY45" fmla="*/ 543109 h 580816"/>
                <a:gd name="connsiteX46" fmla="*/ 37707 w 454318"/>
                <a:gd name="connsiteY46" fmla="*/ 562999 h 580816"/>
                <a:gd name="connsiteX47" fmla="*/ 311464 w 454318"/>
                <a:gd name="connsiteY47" fmla="*/ 562999 h 580816"/>
                <a:gd name="connsiteX48" fmla="*/ 331355 w 454318"/>
                <a:gd name="connsiteY48" fmla="*/ 543109 h 580816"/>
                <a:gd name="connsiteX49" fmla="*/ 331355 w 454318"/>
                <a:gd name="connsiteY49" fmla="*/ 372190 h 580816"/>
                <a:gd name="connsiteX50" fmla="*/ 312726 w 454318"/>
                <a:gd name="connsiteY50" fmla="*/ 372190 h 580816"/>
                <a:gd name="connsiteX51" fmla="*/ 268676 w 454318"/>
                <a:gd name="connsiteY51" fmla="*/ 421977 h 580816"/>
                <a:gd name="connsiteX52" fmla="*/ 262009 w 454318"/>
                <a:gd name="connsiteY52" fmla="*/ 424981 h 580816"/>
                <a:gd name="connsiteX53" fmla="*/ 253097 w 454318"/>
                <a:gd name="connsiteY53" fmla="*/ 416076 h 580816"/>
                <a:gd name="connsiteX54" fmla="*/ 253097 w 454318"/>
                <a:gd name="connsiteY54" fmla="*/ 372190 h 580816"/>
                <a:gd name="connsiteX55" fmla="*/ 240326 w 454318"/>
                <a:gd name="connsiteY55" fmla="*/ 372190 h 580816"/>
                <a:gd name="connsiteX56" fmla="*/ 210201 w 454318"/>
                <a:gd name="connsiteY56" fmla="*/ 342066 h 580816"/>
                <a:gd name="connsiteX57" fmla="*/ 210201 w 454318"/>
                <a:gd name="connsiteY57" fmla="*/ 226101 h 580816"/>
                <a:gd name="connsiteX58" fmla="*/ 240326 w 454318"/>
                <a:gd name="connsiteY58" fmla="*/ 195977 h 580816"/>
                <a:gd name="connsiteX59" fmla="*/ 424193 w 454318"/>
                <a:gd name="connsiteY59" fmla="*/ 195977 h 580816"/>
                <a:gd name="connsiteX60" fmla="*/ 454318 w 454318"/>
                <a:gd name="connsiteY60" fmla="*/ 226101 h 580816"/>
                <a:gd name="connsiteX61" fmla="*/ 454318 w 454318"/>
                <a:gd name="connsiteY61" fmla="*/ 342059 h 580816"/>
                <a:gd name="connsiteX62" fmla="*/ 424193 w 454318"/>
                <a:gd name="connsiteY62" fmla="*/ 372183 h 580816"/>
                <a:gd name="connsiteX63" fmla="*/ 349200 w 454318"/>
                <a:gd name="connsiteY63" fmla="*/ 372183 h 580816"/>
                <a:gd name="connsiteX64" fmla="*/ 349200 w 454318"/>
                <a:gd name="connsiteY64" fmla="*/ 543109 h 580816"/>
                <a:gd name="connsiteX65" fmla="*/ 311493 w 454318"/>
                <a:gd name="connsiteY65" fmla="*/ 580816 h 580816"/>
                <a:gd name="connsiteX66" fmla="*/ 37707 w 454318"/>
                <a:gd name="connsiteY66" fmla="*/ 580816 h 580816"/>
                <a:gd name="connsiteX67" fmla="*/ 0 w 454318"/>
                <a:gd name="connsiteY67" fmla="*/ 543109 h 580816"/>
                <a:gd name="connsiteX68" fmla="*/ 0 w 454318"/>
                <a:gd name="connsiteY68" fmla="*/ 37707 h 580816"/>
                <a:gd name="connsiteX69" fmla="*/ 37707 w 454318"/>
                <a:gd name="connsiteY69" fmla="*/ 0 h 580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4318" h="580816">
                  <a:moveTo>
                    <a:pt x="174595" y="529253"/>
                  </a:moveTo>
                  <a:cubicBezTo>
                    <a:pt x="180377" y="529253"/>
                    <a:pt x="185064" y="533940"/>
                    <a:pt x="185064" y="539722"/>
                  </a:cubicBezTo>
                  <a:cubicBezTo>
                    <a:pt x="185064" y="545504"/>
                    <a:pt x="180377" y="550191"/>
                    <a:pt x="174595" y="550191"/>
                  </a:cubicBezTo>
                  <a:cubicBezTo>
                    <a:pt x="168813" y="550191"/>
                    <a:pt x="164126" y="545504"/>
                    <a:pt x="164126" y="539722"/>
                  </a:cubicBezTo>
                  <a:cubicBezTo>
                    <a:pt x="164130" y="533942"/>
                    <a:pt x="168815" y="529257"/>
                    <a:pt x="174595" y="529253"/>
                  </a:cubicBezTo>
                  <a:close/>
                  <a:moveTo>
                    <a:pt x="240354" y="213793"/>
                  </a:moveTo>
                  <a:cubicBezTo>
                    <a:pt x="233559" y="213797"/>
                    <a:pt x="228051" y="219305"/>
                    <a:pt x="228047" y="226101"/>
                  </a:cubicBezTo>
                  <a:lnTo>
                    <a:pt x="228047" y="342059"/>
                  </a:lnTo>
                  <a:cubicBezTo>
                    <a:pt x="228051" y="348855"/>
                    <a:pt x="233559" y="354363"/>
                    <a:pt x="240354" y="354366"/>
                  </a:cubicBezTo>
                  <a:lnTo>
                    <a:pt x="262034" y="354366"/>
                  </a:lnTo>
                  <a:cubicBezTo>
                    <a:pt x="266954" y="354366"/>
                    <a:pt x="270942" y="358355"/>
                    <a:pt x="270942" y="363275"/>
                  </a:cubicBezTo>
                  <a:lnTo>
                    <a:pt x="270942" y="392572"/>
                  </a:lnTo>
                  <a:lnTo>
                    <a:pt x="302071" y="357388"/>
                  </a:lnTo>
                  <a:cubicBezTo>
                    <a:pt x="303761" y="355477"/>
                    <a:pt x="306190" y="354382"/>
                    <a:pt x="308742" y="354381"/>
                  </a:cubicBezTo>
                  <a:lnTo>
                    <a:pt x="424193" y="354381"/>
                  </a:lnTo>
                  <a:cubicBezTo>
                    <a:pt x="430989" y="354377"/>
                    <a:pt x="436497" y="348869"/>
                    <a:pt x="436501" y="342073"/>
                  </a:cubicBezTo>
                  <a:lnTo>
                    <a:pt x="436530" y="226101"/>
                  </a:lnTo>
                  <a:cubicBezTo>
                    <a:pt x="436526" y="219305"/>
                    <a:pt x="431018" y="213797"/>
                    <a:pt x="424222" y="213793"/>
                  </a:cubicBezTo>
                  <a:close/>
                  <a:moveTo>
                    <a:pt x="136589" y="27316"/>
                  </a:moveTo>
                  <a:lnTo>
                    <a:pt x="212609" y="27316"/>
                  </a:lnTo>
                  <a:cubicBezTo>
                    <a:pt x="217529" y="27316"/>
                    <a:pt x="221518" y="31304"/>
                    <a:pt x="221518" y="36224"/>
                  </a:cubicBezTo>
                  <a:cubicBezTo>
                    <a:pt x="221518" y="41144"/>
                    <a:pt x="217529" y="45133"/>
                    <a:pt x="212609" y="45133"/>
                  </a:cubicBezTo>
                  <a:lnTo>
                    <a:pt x="136589" y="45133"/>
                  </a:lnTo>
                  <a:cubicBezTo>
                    <a:pt x="131669" y="45133"/>
                    <a:pt x="127681" y="41144"/>
                    <a:pt x="127681" y="36224"/>
                  </a:cubicBezTo>
                  <a:cubicBezTo>
                    <a:pt x="127681" y="31304"/>
                    <a:pt x="131669" y="27316"/>
                    <a:pt x="136589" y="27316"/>
                  </a:cubicBezTo>
                  <a:close/>
                  <a:moveTo>
                    <a:pt x="37707" y="0"/>
                  </a:moveTo>
                  <a:lnTo>
                    <a:pt x="311493" y="0"/>
                  </a:lnTo>
                  <a:cubicBezTo>
                    <a:pt x="332303" y="35"/>
                    <a:pt x="349164" y="16897"/>
                    <a:pt x="349200" y="37707"/>
                  </a:cubicBezTo>
                  <a:lnTo>
                    <a:pt x="349200" y="160942"/>
                  </a:lnTo>
                  <a:cubicBezTo>
                    <a:pt x="349200" y="165862"/>
                    <a:pt x="345211" y="169850"/>
                    <a:pt x="340291" y="169850"/>
                  </a:cubicBezTo>
                  <a:cubicBezTo>
                    <a:pt x="335371" y="169850"/>
                    <a:pt x="331383" y="165862"/>
                    <a:pt x="331383" y="160942"/>
                  </a:cubicBezTo>
                  <a:lnTo>
                    <a:pt x="331383" y="73041"/>
                  </a:lnTo>
                  <a:lnTo>
                    <a:pt x="51661" y="73041"/>
                  </a:lnTo>
                  <a:cubicBezTo>
                    <a:pt x="46741" y="73041"/>
                    <a:pt x="42753" y="69053"/>
                    <a:pt x="42753" y="64133"/>
                  </a:cubicBezTo>
                  <a:cubicBezTo>
                    <a:pt x="42753" y="59213"/>
                    <a:pt x="46741" y="55224"/>
                    <a:pt x="51661" y="55224"/>
                  </a:cubicBezTo>
                  <a:lnTo>
                    <a:pt x="331383" y="55224"/>
                  </a:lnTo>
                  <a:lnTo>
                    <a:pt x="331383" y="37707"/>
                  </a:lnTo>
                  <a:cubicBezTo>
                    <a:pt x="331348" y="26737"/>
                    <a:pt x="322463" y="17852"/>
                    <a:pt x="311493" y="17817"/>
                  </a:cubicBezTo>
                  <a:lnTo>
                    <a:pt x="37700" y="17817"/>
                  </a:lnTo>
                  <a:cubicBezTo>
                    <a:pt x="26729" y="17852"/>
                    <a:pt x="17845" y="26737"/>
                    <a:pt x="17809" y="37707"/>
                  </a:cubicBezTo>
                  <a:lnTo>
                    <a:pt x="17809" y="500641"/>
                  </a:lnTo>
                  <a:lnTo>
                    <a:pt x="297539" y="500641"/>
                  </a:lnTo>
                  <a:cubicBezTo>
                    <a:pt x="302458" y="500641"/>
                    <a:pt x="306447" y="504629"/>
                    <a:pt x="306447" y="509549"/>
                  </a:cubicBezTo>
                  <a:cubicBezTo>
                    <a:pt x="306447" y="514469"/>
                    <a:pt x="302458" y="518458"/>
                    <a:pt x="297539" y="518458"/>
                  </a:cubicBezTo>
                  <a:lnTo>
                    <a:pt x="17817" y="518458"/>
                  </a:lnTo>
                  <a:lnTo>
                    <a:pt x="17817" y="543109"/>
                  </a:lnTo>
                  <a:cubicBezTo>
                    <a:pt x="17852" y="554079"/>
                    <a:pt x="26737" y="562964"/>
                    <a:pt x="37707" y="562999"/>
                  </a:cubicBezTo>
                  <a:lnTo>
                    <a:pt x="311464" y="562999"/>
                  </a:lnTo>
                  <a:cubicBezTo>
                    <a:pt x="322435" y="562964"/>
                    <a:pt x="331319" y="554079"/>
                    <a:pt x="331355" y="543109"/>
                  </a:cubicBezTo>
                  <a:lnTo>
                    <a:pt x="331355" y="372190"/>
                  </a:lnTo>
                  <a:lnTo>
                    <a:pt x="312726" y="372190"/>
                  </a:lnTo>
                  <a:lnTo>
                    <a:pt x="268676" y="421977"/>
                  </a:lnTo>
                  <a:cubicBezTo>
                    <a:pt x="266986" y="423886"/>
                    <a:pt x="264558" y="424980"/>
                    <a:pt x="262009" y="424981"/>
                  </a:cubicBezTo>
                  <a:cubicBezTo>
                    <a:pt x="257089" y="424983"/>
                    <a:pt x="253099" y="420996"/>
                    <a:pt x="253097" y="416076"/>
                  </a:cubicBezTo>
                  <a:lnTo>
                    <a:pt x="253097" y="372190"/>
                  </a:lnTo>
                  <a:lnTo>
                    <a:pt x="240326" y="372190"/>
                  </a:lnTo>
                  <a:cubicBezTo>
                    <a:pt x="223695" y="372175"/>
                    <a:pt x="210217" y="358697"/>
                    <a:pt x="210201" y="342066"/>
                  </a:cubicBezTo>
                  <a:lnTo>
                    <a:pt x="210201" y="226101"/>
                  </a:lnTo>
                  <a:cubicBezTo>
                    <a:pt x="210217" y="209470"/>
                    <a:pt x="223695" y="195992"/>
                    <a:pt x="240326" y="195977"/>
                  </a:cubicBezTo>
                  <a:lnTo>
                    <a:pt x="424193" y="195977"/>
                  </a:lnTo>
                  <a:cubicBezTo>
                    <a:pt x="440824" y="195992"/>
                    <a:pt x="454302" y="209470"/>
                    <a:pt x="454318" y="226101"/>
                  </a:cubicBezTo>
                  <a:lnTo>
                    <a:pt x="454318" y="342059"/>
                  </a:lnTo>
                  <a:cubicBezTo>
                    <a:pt x="454302" y="358689"/>
                    <a:pt x="440824" y="372167"/>
                    <a:pt x="424193" y="372183"/>
                  </a:cubicBezTo>
                  <a:lnTo>
                    <a:pt x="349200" y="372183"/>
                  </a:lnTo>
                  <a:lnTo>
                    <a:pt x="349200" y="543109"/>
                  </a:lnTo>
                  <a:cubicBezTo>
                    <a:pt x="349164" y="563919"/>
                    <a:pt x="332303" y="580780"/>
                    <a:pt x="311493" y="580816"/>
                  </a:cubicBezTo>
                  <a:lnTo>
                    <a:pt x="37707" y="580816"/>
                  </a:lnTo>
                  <a:cubicBezTo>
                    <a:pt x="16897" y="580780"/>
                    <a:pt x="35" y="563919"/>
                    <a:pt x="0" y="543109"/>
                  </a:cubicBezTo>
                  <a:lnTo>
                    <a:pt x="0" y="37707"/>
                  </a:lnTo>
                  <a:cubicBezTo>
                    <a:pt x="35" y="16897"/>
                    <a:pt x="16897" y="35"/>
                    <a:pt x="37707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97" name="Group 231">
            <a:extLst>
              <a:ext uri="{FF2B5EF4-FFF2-40B4-BE49-F238E27FC236}">
                <a16:creationId xmlns:a16="http://schemas.microsoft.com/office/drawing/2014/main" id="{C4A024E7-C3F1-1D7B-C0F6-40E5FAD06707}"/>
              </a:ext>
            </a:extLst>
          </p:cNvPr>
          <p:cNvGrpSpPr/>
          <p:nvPr/>
        </p:nvGrpSpPr>
        <p:grpSpPr>
          <a:xfrm>
            <a:off x="1747125" y="5892637"/>
            <a:ext cx="548759" cy="580823"/>
            <a:chOff x="1747125" y="5892637"/>
            <a:chExt cx="548759" cy="580823"/>
          </a:xfrm>
        </p:grpSpPr>
        <p:sp>
          <p:nvSpPr>
            <p:cNvPr id="198" name="Freeform: Shape 172">
              <a:extLst>
                <a:ext uri="{FF2B5EF4-FFF2-40B4-BE49-F238E27FC236}">
                  <a16:creationId xmlns:a16="http://schemas.microsoft.com/office/drawing/2014/main" id="{35B56909-11BA-54D3-0EA3-4F6269D0FC2B}"/>
                </a:ext>
              </a:extLst>
            </p:cNvPr>
            <p:cNvSpPr/>
            <p:nvPr/>
          </p:nvSpPr>
          <p:spPr>
            <a:xfrm>
              <a:off x="2071774" y="5901545"/>
              <a:ext cx="215197" cy="517573"/>
            </a:xfrm>
            <a:custGeom>
              <a:avLst/>
              <a:gdLst>
                <a:gd name="connsiteX0" fmla="*/ 184908 w 215197"/>
                <a:gd name="connsiteY0" fmla="*/ 45432 h 517573"/>
                <a:gd name="connsiteX1" fmla="*/ 215197 w 215197"/>
                <a:gd name="connsiteY1" fmla="*/ 75720 h 517573"/>
                <a:gd name="connsiteX2" fmla="*/ 215197 w 215197"/>
                <a:gd name="connsiteY2" fmla="*/ 453434 h 517573"/>
                <a:gd name="connsiteX3" fmla="*/ 184908 w 215197"/>
                <a:gd name="connsiteY3" fmla="*/ 517573 h 517573"/>
                <a:gd name="connsiteX4" fmla="*/ 154620 w 215197"/>
                <a:gd name="connsiteY4" fmla="*/ 453434 h 517573"/>
                <a:gd name="connsiteX5" fmla="*/ 154620 w 215197"/>
                <a:gd name="connsiteY5" fmla="*/ 75720 h 517573"/>
                <a:gd name="connsiteX6" fmla="*/ 184908 w 215197"/>
                <a:gd name="connsiteY6" fmla="*/ 45432 h 517573"/>
                <a:gd name="connsiteX7" fmla="*/ 0 w 215197"/>
                <a:gd name="connsiteY7" fmla="*/ 0 h 517573"/>
                <a:gd name="connsiteX8" fmla="*/ 101441 w 215197"/>
                <a:gd name="connsiteY8" fmla="*/ 101441 h 517573"/>
                <a:gd name="connsiteX9" fmla="*/ 0 w 215197"/>
                <a:gd name="connsiteY9" fmla="*/ 101441 h 51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197" h="517573">
                  <a:moveTo>
                    <a:pt x="184908" y="45432"/>
                  </a:moveTo>
                  <a:cubicBezTo>
                    <a:pt x="201636" y="45432"/>
                    <a:pt x="215197" y="58993"/>
                    <a:pt x="215197" y="75720"/>
                  </a:cubicBezTo>
                  <a:lnTo>
                    <a:pt x="215197" y="453434"/>
                  </a:lnTo>
                  <a:lnTo>
                    <a:pt x="184908" y="517573"/>
                  </a:lnTo>
                  <a:lnTo>
                    <a:pt x="154620" y="453434"/>
                  </a:lnTo>
                  <a:lnTo>
                    <a:pt x="154620" y="75720"/>
                  </a:lnTo>
                  <a:cubicBezTo>
                    <a:pt x="154620" y="58993"/>
                    <a:pt x="168180" y="45432"/>
                    <a:pt x="184908" y="45432"/>
                  </a:cubicBezTo>
                  <a:close/>
                  <a:moveTo>
                    <a:pt x="0" y="0"/>
                  </a:moveTo>
                  <a:lnTo>
                    <a:pt x="101441" y="101441"/>
                  </a:lnTo>
                  <a:lnTo>
                    <a:pt x="0" y="101441"/>
                  </a:ln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" name="Freeform: Shape 173">
              <a:extLst>
                <a:ext uri="{FF2B5EF4-FFF2-40B4-BE49-F238E27FC236}">
                  <a16:creationId xmlns:a16="http://schemas.microsoft.com/office/drawing/2014/main" id="{3B7A345B-ADC0-3DD5-F097-A23D239AC97A}"/>
                </a:ext>
              </a:extLst>
            </p:cNvPr>
            <p:cNvSpPr/>
            <p:nvPr/>
          </p:nvSpPr>
          <p:spPr>
            <a:xfrm>
              <a:off x="1747125" y="5892637"/>
              <a:ext cx="548759" cy="580823"/>
            </a:xfrm>
            <a:custGeom>
              <a:avLst/>
              <a:gdLst>
                <a:gd name="connsiteX0" fmla="*/ 83089 w 548758"/>
                <a:gd name="connsiteY0" fmla="*/ 469168 h 580823"/>
                <a:gd name="connsiteX1" fmla="*/ 343668 w 548758"/>
                <a:gd name="connsiteY1" fmla="*/ 469168 h 580823"/>
                <a:gd name="connsiteX2" fmla="*/ 352576 w 548758"/>
                <a:gd name="connsiteY2" fmla="*/ 478076 h 580823"/>
                <a:gd name="connsiteX3" fmla="*/ 343668 w 548758"/>
                <a:gd name="connsiteY3" fmla="*/ 486985 h 580823"/>
                <a:gd name="connsiteX4" fmla="*/ 83089 w 548758"/>
                <a:gd name="connsiteY4" fmla="*/ 486985 h 580823"/>
                <a:gd name="connsiteX5" fmla="*/ 74181 w 548758"/>
                <a:gd name="connsiteY5" fmla="*/ 478076 h 580823"/>
                <a:gd name="connsiteX6" fmla="*/ 83089 w 548758"/>
                <a:gd name="connsiteY6" fmla="*/ 469168 h 580823"/>
                <a:gd name="connsiteX7" fmla="*/ 83089 w 548758"/>
                <a:gd name="connsiteY7" fmla="*/ 395628 h 580823"/>
                <a:gd name="connsiteX8" fmla="*/ 343668 w 548758"/>
                <a:gd name="connsiteY8" fmla="*/ 395628 h 580823"/>
                <a:gd name="connsiteX9" fmla="*/ 352576 w 548758"/>
                <a:gd name="connsiteY9" fmla="*/ 404536 h 580823"/>
                <a:gd name="connsiteX10" fmla="*/ 343668 w 548758"/>
                <a:gd name="connsiteY10" fmla="*/ 413445 h 580823"/>
                <a:gd name="connsiteX11" fmla="*/ 83089 w 548758"/>
                <a:gd name="connsiteY11" fmla="*/ 413445 h 580823"/>
                <a:gd name="connsiteX12" fmla="*/ 74181 w 548758"/>
                <a:gd name="connsiteY12" fmla="*/ 404536 h 580823"/>
                <a:gd name="connsiteX13" fmla="*/ 83089 w 548758"/>
                <a:gd name="connsiteY13" fmla="*/ 395628 h 580823"/>
                <a:gd name="connsiteX14" fmla="*/ 83089 w 548758"/>
                <a:gd name="connsiteY14" fmla="*/ 322074 h 580823"/>
                <a:gd name="connsiteX15" fmla="*/ 343668 w 548758"/>
                <a:gd name="connsiteY15" fmla="*/ 322074 h 580823"/>
                <a:gd name="connsiteX16" fmla="*/ 352576 w 548758"/>
                <a:gd name="connsiteY16" fmla="*/ 330982 h 580823"/>
                <a:gd name="connsiteX17" fmla="*/ 343668 w 548758"/>
                <a:gd name="connsiteY17" fmla="*/ 339891 h 580823"/>
                <a:gd name="connsiteX18" fmla="*/ 83089 w 548758"/>
                <a:gd name="connsiteY18" fmla="*/ 339891 h 580823"/>
                <a:gd name="connsiteX19" fmla="*/ 74181 w 548758"/>
                <a:gd name="connsiteY19" fmla="*/ 330982 h 580823"/>
                <a:gd name="connsiteX20" fmla="*/ 83089 w 548758"/>
                <a:gd name="connsiteY20" fmla="*/ 322074 h 580823"/>
                <a:gd name="connsiteX21" fmla="*/ 83089 w 548758"/>
                <a:gd name="connsiteY21" fmla="*/ 248534 h 580823"/>
                <a:gd name="connsiteX22" fmla="*/ 343668 w 548758"/>
                <a:gd name="connsiteY22" fmla="*/ 248534 h 580823"/>
                <a:gd name="connsiteX23" fmla="*/ 352576 w 548758"/>
                <a:gd name="connsiteY23" fmla="*/ 257442 h 580823"/>
                <a:gd name="connsiteX24" fmla="*/ 343668 w 548758"/>
                <a:gd name="connsiteY24" fmla="*/ 266351 h 580823"/>
                <a:gd name="connsiteX25" fmla="*/ 83089 w 548758"/>
                <a:gd name="connsiteY25" fmla="*/ 266351 h 580823"/>
                <a:gd name="connsiteX26" fmla="*/ 74181 w 548758"/>
                <a:gd name="connsiteY26" fmla="*/ 257442 h 580823"/>
                <a:gd name="connsiteX27" fmla="*/ 83089 w 548758"/>
                <a:gd name="connsiteY27" fmla="*/ 248534 h 580823"/>
                <a:gd name="connsiteX28" fmla="*/ 83089 w 548758"/>
                <a:gd name="connsiteY28" fmla="*/ 174959 h 580823"/>
                <a:gd name="connsiteX29" fmla="*/ 343668 w 548758"/>
                <a:gd name="connsiteY29" fmla="*/ 174959 h 580823"/>
                <a:gd name="connsiteX30" fmla="*/ 352576 w 548758"/>
                <a:gd name="connsiteY30" fmla="*/ 183867 h 580823"/>
                <a:gd name="connsiteX31" fmla="*/ 343668 w 548758"/>
                <a:gd name="connsiteY31" fmla="*/ 192776 h 580823"/>
                <a:gd name="connsiteX32" fmla="*/ 83089 w 548758"/>
                <a:gd name="connsiteY32" fmla="*/ 192776 h 580823"/>
                <a:gd name="connsiteX33" fmla="*/ 74181 w 548758"/>
                <a:gd name="connsiteY33" fmla="*/ 183867 h 580823"/>
                <a:gd name="connsiteX34" fmla="*/ 83089 w 548758"/>
                <a:gd name="connsiteY34" fmla="*/ 174959 h 580823"/>
                <a:gd name="connsiteX35" fmla="*/ 83089 w 548758"/>
                <a:gd name="connsiteY35" fmla="*/ 101440 h 580823"/>
                <a:gd name="connsiteX36" fmla="*/ 233349 w 548758"/>
                <a:gd name="connsiteY36" fmla="*/ 101440 h 580823"/>
                <a:gd name="connsiteX37" fmla="*/ 242257 w 548758"/>
                <a:gd name="connsiteY37" fmla="*/ 110348 h 580823"/>
                <a:gd name="connsiteX38" fmla="*/ 233349 w 548758"/>
                <a:gd name="connsiteY38" fmla="*/ 119257 h 580823"/>
                <a:gd name="connsiteX39" fmla="*/ 83089 w 548758"/>
                <a:gd name="connsiteY39" fmla="*/ 119257 h 580823"/>
                <a:gd name="connsiteX40" fmla="*/ 74181 w 548758"/>
                <a:gd name="connsiteY40" fmla="*/ 110348 h 580823"/>
                <a:gd name="connsiteX41" fmla="*/ 83089 w 548758"/>
                <a:gd name="connsiteY41" fmla="*/ 101440 h 580823"/>
                <a:gd name="connsiteX42" fmla="*/ 509555 w 548758"/>
                <a:gd name="connsiteY42" fmla="*/ 45432 h 580823"/>
                <a:gd name="connsiteX43" fmla="*/ 548751 w 548758"/>
                <a:gd name="connsiteY43" fmla="*/ 84629 h 580823"/>
                <a:gd name="connsiteX44" fmla="*/ 548751 w 548758"/>
                <a:gd name="connsiteY44" fmla="*/ 110349 h 580823"/>
                <a:gd name="connsiteX45" fmla="*/ 539843 w 548758"/>
                <a:gd name="connsiteY45" fmla="*/ 119257 h 580823"/>
                <a:gd name="connsiteX46" fmla="*/ 530935 w 548758"/>
                <a:gd name="connsiteY46" fmla="*/ 110349 h 580823"/>
                <a:gd name="connsiteX47" fmla="*/ 530935 w 548758"/>
                <a:gd name="connsiteY47" fmla="*/ 84629 h 580823"/>
                <a:gd name="connsiteX48" fmla="*/ 509555 w 548758"/>
                <a:gd name="connsiteY48" fmla="*/ 63249 h 580823"/>
                <a:gd name="connsiteX49" fmla="*/ 488175 w 548758"/>
                <a:gd name="connsiteY49" fmla="*/ 84629 h 580823"/>
                <a:gd name="connsiteX50" fmla="*/ 488175 w 548758"/>
                <a:gd name="connsiteY50" fmla="*/ 460360 h 580823"/>
                <a:gd name="connsiteX51" fmla="*/ 509555 w 548758"/>
                <a:gd name="connsiteY51" fmla="*/ 505635 h 580823"/>
                <a:gd name="connsiteX52" fmla="*/ 530942 w 548758"/>
                <a:gd name="connsiteY52" fmla="*/ 460345 h 580823"/>
                <a:gd name="connsiteX53" fmla="*/ 530942 w 548758"/>
                <a:gd name="connsiteY53" fmla="*/ 152332 h 580823"/>
                <a:gd name="connsiteX54" fmla="*/ 539850 w 548758"/>
                <a:gd name="connsiteY54" fmla="*/ 143423 h 580823"/>
                <a:gd name="connsiteX55" fmla="*/ 548758 w 548758"/>
                <a:gd name="connsiteY55" fmla="*/ 152332 h 580823"/>
                <a:gd name="connsiteX56" fmla="*/ 548758 w 548758"/>
                <a:gd name="connsiteY56" fmla="*/ 462341 h 580823"/>
                <a:gd name="connsiteX57" fmla="*/ 547903 w 548758"/>
                <a:gd name="connsiteY57" fmla="*/ 466147 h 580823"/>
                <a:gd name="connsiteX58" fmla="*/ 517615 w 548758"/>
                <a:gd name="connsiteY58" fmla="*/ 530286 h 580823"/>
                <a:gd name="connsiteX59" fmla="*/ 513359 w 548758"/>
                <a:gd name="connsiteY59" fmla="*/ 534542 h 580823"/>
                <a:gd name="connsiteX60" fmla="*/ 501501 w 548758"/>
                <a:gd name="connsiteY60" fmla="*/ 530286 h 580823"/>
                <a:gd name="connsiteX61" fmla="*/ 471213 w 548758"/>
                <a:gd name="connsiteY61" fmla="*/ 466147 h 580823"/>
                <a:gd name="connsiteX62" fmla="*/ 470358 w 548758"/>
                <a:gd name="connsiteY62" fmla="*/ 462341 h 580823"/>
                <a:gd name="connsiteX63" fmla="*/ 470358 w 548758"/>
                <a:gd name="connsiteY63" fmla="*/ 84629 h 580823"/>
                <a:gd name="connsiteX64" fmla="*/ 509555 w 548758"/>
                <a:gd name="connsiteY64" fmla="*/ 45432 h 580823"/>
                <a:gd name="connsiteX65" fmla="*/ 42510 w 548758"/>
                <a:gd name="connsiteY65" fmla="*/ 0 h 580823"/>
                <a:gd name="connsiteX66" fmla="*/ 324655 w 548758"/>
                <a:gd name="connsiteY66" fmla="*/ 0 h 580823"/>
                <a:gd name="connsiteX67" fmla="*/ 330955 w 548758"/>
                <a:gd name="connsiteY67" fmla="*/ 2615 h 580823"/>
                <a:gd name="connsiteX68" fmla="*/ 432389 w 548758"/>
                <a:gd name="connsiteY68" fmla="*/ 104049 h 580823"/>
                <a:gd name="connsiteX69" fmla="*/ 434997 w 548758"/>
                <a:gd name="connsiteY69" fmla="*/ 110349 h 580823"/>
                <a:gd name="connsiteX70" fmla="*/ 434997 w 548758"/>
                <a:gd name="connsiteY70" fmla="*/ 538312 h 580823"/>
                <a:gd name="connsiteX71" fmla="*/ 392487 w 548758"/>
                <a:gd name="connsiteY71" fmla="*/ 580823 h 580823"/>
                <a:gd name="connsiteX72" fmla="*/ 114917 w 548758"/>
                <a:gd name="connsiteY72" fmla="*/ 580823 h 580823"/>
                <a:gd name="connsiteX73" fmla="*/ 106009 w 548758"/>
                <a:gd name="connsiteY73" fmla="*/ 571915 h 580823"/>
                <a:gd name="connsiteX74" fmla="*/ 114917 w 548758"/>
                <a:gd name="connsiteY74" fmla="*/ 563006 h 580823"/>
                <a:gd name="connsiteX75" fmla="*/ 392487 w 548758"/>
                <a:gd name="connsiteY75" fmla="*/ 563006 h 580823"/>
                <a:gd name="connsiteX76" fmla="*/ 417181 w 548758"/>
                <a:gd name="connsiteY76" fmla="*/ 538312 h 580823"/>
                <a:gd name="connsiteX77" fmla="*/ 417181 w 548758"/>
                <a:gd name="connsiteY77" fmla="*/ 114041 h 580823"/>
                <a:gd name="connsiteX78" fmla="*/ 333528 w 548758"/>
                <a:gd name="connsiteY78" fmla="*/ 30417 h 580823"/>
                <a:gd name="connsiteX79" fmla="*/ 333528 w 548758"/>
                <a:gd name="connsiteY79" fmla="*/ 101441 h 580823"/>
                <a:gd name="connsiteX80" fmla="*/ 375340 w 548758"/>
                <a:gd name="connsiteY80" fmla="*/ 101441 h 580823"/>
                <a:gd name="connsiteX81" fmla="*/ 384249 w 548758"/>
                <a:gd name="connsiteY81" fmla="*/ 110349 h 580823"/>
                <a:gd name="connsiteX82" fmla="*/ 375340 w 548758"/>
                <a:gd name="connsiteY82" fmla="*/ 119257 h 580823"/>
                <a:gd name="connsiteX83" fmla="*/ 324620 w 548758"/>
                <a:gd name="connsiteY83" fmla="*/ 119257 h 580823"/>
                <a:gd name="connsiteX84" fmla="*/ 315712 w 548758"/>
                <a:gd name="connsiteY84" fmla="*/ 110349 h 580823"/>
                <a:gd name="connsiteX85" fmla="*/ 315712 w 548758"/>
                <a:gd name="connsiteY85" fmla="*/ 17817 h 580823"/>
                <a:gd name="connsiteX86" fmla="*/ 42510 w 548758"/>
                <a:gd name="connsiteY86" fmla="*/ 17817 h 580823"/>
                <a:gd name="connsiteX87" fmla="*/ 17817 w 548758"/>
                <a:gd name="connsiteY87" fmla="*/ 42510 h 580823"/>
                <a:gd name="connsiteX88" fmla="*/ 17817 w 548758"/>
                <a:gd name="connsiteY88" fmla="*/ 538312 h 580823"/>
                <a:gd name="connsiteX89" fmla="*/ 42510 w 548758"/>
                <a:gd name="connsiteY89" fmla="*/ 563006 h 580823"/>
                <a:gd name="connsiteX90" fmla="*/ 69485 w 548758"/>
                <a:gd name="connsiteY90" fmla="*/ 563006 h 580823"/>
                <a:gd name="connsiteX91" fmla="*/ 78393 w 548758"/>
                <a:gd name="connsiteY91" fmla="*/ 571915 h 580823"/>
                <a:gd name="connsiteX92" fmla="*/ 69485 w 548758"/>
                <a:gd name="connsiteY92" fmla="*/ 580823 h 580823"/>
                <a:gd name="connsiteX93" fmla="*/ 42510 w 548758"/>
                <a:gd name="connsiteY93" fmla="*/ 580823 h 580823"/>
                <a:gd name="connsiteX94" fmla="*/ 0 w 548758"/>
                <a:gd name="connsiteY94" fmla="*/ 538312 h 580823"/>
                <a:gd name="connsiteX95" fmla="*/ 0 w 548758"/>
                <a:gd name="connsiteY95" fmla="*/ 42510 h 580823"/>
                <a:gd name="connsiteX96" fmla="*/ 42510 w 548758"/>
                <a:gd name="connsiteY96" fmla="*/ 0 h 580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548758" h="580823">
                  <a:moveTo>
                    <a:pt x="83089" y="469168"/>
                  </a:moveTo>
                  <a:lnTo>
                    <a:pt x="343668" y="469168"/>
                  </a:lnTo>
                  <a:cubicBezTo>
                    <a:pt x="348588" y="469168"/>
                    <a:pt x="352576" y="473156"/>
                    <a:pt x="352576" y="478076"/>
                  </a:cubicBezTo>
                  <a:cubicBezTo>
                    <a:pt x="352576" y="482996"/>
                    <a:pt x="348588" y="486985"/>
                    <a:pt x="343668" y="486985"/>
                  </a:cubicBezTo>
                  <a:lnTo>
                    <a:pt x="83089" y="486985"/>
                  </a:lnTo>
                  <a:cubicBezTo>
                    <a:pt x="78169" y="486985"/>
                    <a:pt x="74181" y="482996"/>
                    <a:pt x="74181" y="478076"/>
                  </a:cubicBezTo>
                  <a:cubicBezTo>
                    <a:pt x="74181" y="473156"/>
                    <a:pt x="78169" y="469168"/>
                    <a:pt x="83089" y="469168"/>
                  </a:cubicBezTo>
                  <a:close/>
                  <a:moveTo>
                    <a:pt x="83089" y="395628"/>
                  </a:moveTo>
                  <a:lnTo>
                    <a:pt x="343668" y="395628"/>
                  </a:lnTo>
                  <a:cubicBezTo>
                    <a:pt x="348588" y="395628"/>
                    <a:pt x="352576" y="399616"/>
                    <a:pt x="352576" y="404536"/>
                  </a:cubicBezTo>
                  <a:cubicBezTo>
                    <a:pt x="352576" y="409456"/>
                    <a:pt x="348588" y="413445"/>
                    <a:pt x="343668" y="413445"/>
                  </a:cubicBezTo>
                  <a:lnTo>
                    <a:pt x="83089" y="413445"/>
                  </a:lnTo>
                  <a:cubicBezTo>
                    <a:pt x="78169" y="413445"/>
                    <a:pt x="74181" y="409456"/>
                    <a:pt x="74181" y="404536"/>
                  </a:cubicBezTo>
                  <a:cubicBezTo>
                    <a:pt x="74181" y="399616"/>
                    <a:pt x="78169" y="395628"/>
                    <a:pt x="83089" y="395628"/>
                  </a:cubicBezTo>
                  <a:close/>
                  <a:moveTo>
                    <a:pt x="83089" y="322074"/>
                  </a:moveTo>
                  <a:lnTo>
                    <a:pt x="343668" y="322074"/>
                  </a:lnTo>
                  <a:cubicBezTo>
                    <a:pt x="348588" y="322074"/>
                    <a:pt x="352576" y="326062"/>
                    <a:pt x="352576" y="330982"/>
                  </a:cubicBezTo>
                  <a:cubicBezTo>
                    <a:pt x="352576" y="335902"/>
                    <a:pt x="348588" y="339891"/>
                    <a:pt x="343668" y="339891"/>
                  </a:cubicBezTo>
                  <a:lnTo>
                    <a:pt x="83089" y="339891"/>
                  </a:lnTo>
                  <a:cubicBezTo>
                    <a:pt x="78169" y="339891"/>
                    <a:pt x="74181" y="335902"/>
                    <a:pt x="74181" y="330982"/>
                  </a:cubicBezTo>
                  <a:cubicBezTo>
                    <a:pt x="74181" y="326062"/>
                    <a:pt x="78169" y="322074"/>
                    <a:pt x="83089" y="322074"/>
                  </a:cubicBezTo>
                  <a:close/>
                  <a:moveTo>
                    <a:pt x="83089" y="248534"/>
                  </a:moveTo>
                  <a:lnTo>
                    <a:pt x="343668" y="248534"/>
                  </a:lnTo>
                  <a:cubicBezTo>
                    <a:pt x="348588" y="248534"/>
                    <a:pt x="352576" y="252522"/>
                    <a:pt x="352576" y="257442"/>
                  </a:cubicBezTo>
                  <a:cubicBezTo>
                    <a:pt x="352576" y="262362"/>
                    <a:pt x="348588" y="266351"/>
                    <a:pt x="343668" y="266351"/>
                  </a:cubicBezTo>
                  <a:lnTo>
                    <a:pt x="83089" y="266351"/>
                  </a:lnTo>
                  <a:cubicBezTo>
                    <a:pt x="78169" y="266351"/>
                    <a:pt x="74181" y="262362"/>
                    <a:pt x="74181" y="257442"/>
                  </a:cubicBezTo>
                  <a:cubicBezTo>
                    <a:pt x="74181" y="252522"/>
                    <a:pt x="78169" y="248534"/>
                    <a:pt x="83089" y="248534"/>
                  </a:cubicBezTo>
                  <a:close/>
                  <a:moveTo>
                    <a:pt x="83089" y="174959"/>
                  </a:moveTo>
                  <a:lnTo>
                    <a:pt x="343668" y="174959"/>
                  </a:lnTo>
                  <a:cubicBezTo>
                    <a:pt x="348588" y="174959"/>
                    <a:pt x="352576" y="178947"/>
                    <a:pt x="352576" y="183867"/>
                  </a:cubicBezTo>
                  <a:cubicBezTo>
                    <a:pt x="352576" y="188787"/>
                    <a:pt x="348588" y="192776"/>
                    <a:pt x="343668" y="192776"/>
                  </a:cubicBezTo>
                  <a:lnTo>
                    <a:pt x="83089" y="192776"/>
                  </a:lnTo>
                  <a:cubicBezTo>
                    <a:pt x="78169" y="192776"/>
                    <a:pt x="74181" y="188787"/>
                    <a:pt x="74181" y="183867"/>
                  </a:cubicBezTo>
                  <a:cubicBezTo>
                    <a:pt x="74181" y="178947"/>
                    <a:pt x="78169" y="174959"/>
                    <a:pt x="83089" y="174959"/>
                  </a:cubicBezTo>
                  <a:close/>
                  <a:moveTo>
                    <a:pt x="83089" y="101440"/>
                  </a:moveTo>
                  <a:lnTo>
                    <a:pt x="233349" y="101440"/>
                  </a:lnTo>
                  <a:cubicBezTo>
                    <a:pt x="238269" y="101440"/>
                    <a:pt x="242257" y="105428"/>
                    <a:pt x="242257" y="110348"/>
                  </a:cubicBezTo>
                  <a:cubicBezTo>
                    <a:pt x="242257" y="115268"/>
                    <a:pt x="238269" y="119257"/>
                    <a:pt x="233349" y="119257"/>
                  </a:cubicBezTo>
                  <a:lnTo>
                    <a:pt x="83089" y="119257"/>
                  </a:lnTo>
                  <a:cubicBezTo>
                    <a:pt x="78169" y="119257"/>
                    <a:pt x="74181" y="115268"/>
                    <a:pt x="74181" y="110348"/>
                  </a:cubicBezTo>
                  <a:cubicBezTo>
                    <a:pt x="74181" y="105428"/>
                    <a:pt x="78169" y="101440"/>
                    <a:pt x="83089" y="101440"/>
                  </a:cubicBezTo>
                  <a:close/>
                  <a:moveTo>
                    <a:pt x="509555" y="45432"/>
                  </a:moveTo>
                  <a:cubicBezTo>
                    <a:pt x="531202" y="45432"/>
                    <a:pt x="548751" y="62981"/>
                    <a:pt x="548751" y="84629"/>
                  </a:cubicBezTo>
                  <a:lnTo>
                    <a:pt x="548751" y="110349"/>
                  </a:lnTo>
                  <a:cubicBezTo>
                    <a:pt x="548751" y="115269"/>
                    <a:pt x="544763" y="119257"/>
                    <a:pt x="539843" y="119257"/>
                  </a:cubicBezTo>
                  <a:cubicBezTo>
                    <a:pt x="534923" y="119257"/>
                    <a:pt x="530935" y="115269"/>
                    <a:pt x="530935" y="110349"/>
                  </a:cubicBezTo>
                  <a:lnTo>
                    <a:pt x="530935" y="84629"/>
                  </a:lnTo>
                  <a:cubicBezTo>
                    <a:pt x="530935" y="72821"/>
                    <a:pt x="521362" y="63249"/>
                    <a:pt x="509555" y="63249"/>
                  </a:cubicBezTo>
                  <a:cubicBezTo>
                    <a:pt x="497747" y="63249"/>
                    <a:pt x="488175" y="72821"/>
                    <a:pt x="488175" y="84629"/>
                  </a:cubicBezTo>
                  <a:lnTo>
                    <a:pt x="488175" y="460360"/>
                  </a:lnTo>
                  <a:lnTo>
                    <a:pt x="509555" y="505635"/>
                  </a:lnTo>
                  <a:lnTo>
                    <a:pt x="530942" y="460345"/>
                  </a:lnTo>
                  <a:lnTo>
                    <a:pt x="530942" y="152332"/>
                  </a:lnTo>
                  <a:cubicBezTo>
                    <a:pt x="530942" y="147412"/>
                    <a:pt x="534930" y="143423"/>
                    <a:pt x="539850" y="143423"/>
                  </a:cubicBezTo>
                  <a:cubicBezTo>
                    <a:pt x="544770" y="143423"/>
                    <a:pt x="548758" y="147412"/>
                    <a:pt x="548758" y="152332"/>
                  </a:cubicBezTo>
                  <a:lnTo>
                    <a:pt x="548758" y="462341"/>
                  </a:lnTo>
                  <a:cubicBezTo>
                    <a:pt x="548757" y="463657"/>
                    <a:pt x="548465" y="464956"/>
                    <a:pt x="547903" y="466147"/>
                  </a:cubicBezTo>
                  <a:lnTo>
                    <a:pt x="517615" y="530286"/>
                  </a:lnTo>
                  <a:cubicBezTo>
                    <a:pt x="516733" y="532156"/>
                    <a:pt x="515228" y="533660"/>
                    <a:pt x="513359" y="534542"/>
                  </a:cubicBezTo>
                  <a:cubicBezTo>
                    <a:pt x="508910" y="536641"/>
                    <a:pt x="503601" y="534736"/>
                    <a:pt x="501501" y="530286"/>
                  </a:cubicBezTo>
                  <a:lnTo>
                    <a:pt x="471213" y="466147"/>
                  </a:lnTo>
                  <a:cubicBezTo>
                    <a:pt x="470652" y="464956"/>
                    <a:pt x="470360" y="463657"/>
                    <a:pt x="470358" y="462341"/>
                  </a:cubicBezTo>
                  <a:lnTo>
                    <a:pt x="470358" y="84629"/>
                  </a:lnTo>
                  <a:cubicBezTo>
                    <a:pt x="470358" y="62981"/>
                    <a:pt x="487907" y="45432"/>
                    <a:pt x="509555" y="45432"/>
                  </a:cubicBezTo>
                  <a:close/>
                  <a:moveTo>
                    <a:pt x="42510" y="0"/>
                  </a:moveTo>
                  <a:lnTo>
                    <a:pt x="324655" y="0"/>
                  </a:lnTo>
                  <a:cubicBezTo>
                    <a:pt x="327018" y="8"/>
                    <a:pt x="329282" y="948"/>
                    <a:pt x="330955" y="2615"/>
                  </a:cubicBezTo>
                  <a:lnTo>
                    <a:pt x="432389" y="104049"/>
                  </a:lnTo>
                  <a:cubicBezTo>
                    <a:pt x="434059" y="105720"/>
                    <a:pt x="434997" y="107986"/>
                    <a:pt x="434997" y="110349"/>
                  </a:cubicBezTo>
                  <a:lnTo>
                    <a:pt x="434997" y="538312"/>
                  </a:lnTo>
                  <a:cubicBezTo>
                    <a:pt x="434970" y="561779"/>
                    <a:pt x="415953" y="580795"/>
                    <a:pt x="392487" y="580823"/>
                  </a:cubicBezTo>
                  <a:lnTo>
                    <a:pt x="114917" y="580823"/>
                  </a:lnTo>
                  <a:cubicBezTo>
                    <a:pt x="109997" y="580823"/>
                    <a:pt x="106009" y="576834"/>
                    <a:pt x="106009" y="571915"/>
                  </a:cubicBezTo>
                  <a:cubicBezTo>
                    <a:pt x="106009" y="566995"/>
                    <a:pt x="109997" y="563006"/>
                    <a:pt x="114917" y="563006"/>
                  </a:cubicBezTo>
                  <a:lnTo>
                    <a:pt x="392487" y="563006"/>
                  </a:lnTo>
                  <a:cubicBezTo>
                    <a:pt x="406118" y="562991"/>
                    <a:pt x="417165" y="551944"/>
                    <a:pt x="417181" y="538312"/>
                  </a:cubicBezTo>
                  <a:lnTo>
                    <a:pt x="417181" y="114041"/>
                  </a:lnTo>
                  <a:lnTo>
                    <a:pt x="333528" y="30417"/>
                  </a:lnTo>
                  <a:lnTo>
                    <a:pt x="333528" y="101441"/>
                  </a:lnTo>
                  <a:lnTo>
                    <a:pt x="375340" y="101441"/>
                  </a:lnTo>
                  <a:cubicBezTo>
                    <a:pt x="380260" y="101441"/>
                    <a:pt x="384249" y="105429"/>
                    <a:pt x="384249" y="110349"/>
                  </a:cubicBezTo>
                  <a:cubicBezTo>
                    <a:pt x="384249" y="115269"/>
                    <a:pt x="380260" y="119257"/>
                    <a:pt x="375340" y="119257"/>
                  </a:cubicBezTo>
                  <a:lnTo>
                    <a:pt x="324620" y="119257"/>
                  </a:lnTo>
                  <a:cubicBezTo>
                    <a:pt x="319700" y="119257"/>
                    <a:pt x="315712" y="115269"/>
                    <a:pt x="315712" y="110349"/>
                  </a:cubicBezTo>
                  <a:lnTo>
                    <a:pt x="315712" y="17817"/>
                  </a:lnTo>
                  <a:lnTo>
                    <a:pt x="42510" y="17817"/>
                  </a:lnTo>
                  <a:cubicBezTo>
                    <a:pt x="28879" y="17832"/>
                    <a:pt x="17832" y="28879"/>
                    <a:pt x="17817" y="42510"/>
                  </a:cubicBezTo>
                  <a:lnTo>
                    <a:pt x="17817" y="538312"/>
                  </a:lnTo>
                  <a:cubicBezTo>
                    <a:pt x="17832" y="551944"/>
                    <a:pt x="28879" y="562991"/>
                    <a:pt x="42510" y="563006"/>
                  </a:cubicBezTo>
                  <a:lnTo>
                    <a:pt x="69485" y="563006"/>
                  </a:lnTo>
                  <a:cubicBezTo>
                    <a:pt x="74405" y="563006"/>
                    <a:pt x="78393" y="566995"/>
                    <a:pt x="78393" y="571915"/>
                  </a:cubicBezTo>
                  <a:cubicBezTo>
                    <a:pt x="78393" y="576834"/>
                    <a:pt x="74405" y="580823"/>
                    <a:pt x="69485" y="580823"/>
                  </a:cubicBezTo>
                  <a:lnTo>
                    <a:pt x="42510" y="580823"/>
                  </a:lnTo>
                  <a:cubicBezTo>
                    <a:pt x="19044" y="580795"/>
                    <a:pt x="27" y="561779"/>
                    <a:pt x="0" y="538312"/>
                  </a:cubicBezTo>
                  <a:lnTo>
                    <a:pt x="0" y="42510"/>
                  </a:lnTo>
                  <a:cubicBezTo>
                    <a:pt x="27" y="19044"/>
                    <a:pt x="19044" y="27"/>
                    <a:pt x="42510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00" name="Group 232">
            <a:extLst>
              <a:ext uri="{FF2B5EF4-FFF2-40B4-BE49-F238E27FC236}">
                <a16:creationId xmlns:a16="http://schemas.microsoft.com/office/drawing/2014/main" id="{08245586-3B12-57DE-3B8D-0E870BE99F6D}"/>
              </a:ext>
            </a:extLst>
          </p:cNvPr>
          <p:cNvGrpSpPr/>
          <p:nvPr/>
        </p:nvGrpSpPr>
        <p:grpSpPr>
          <a:xfrm>
            <a:off x="717225" y="5892757"/>
            <a:ext cx="577259" cy="577259"/>
            <a:chOff x="717225" y="5892757"/>
            <a:chExt cx="577259" cy="577259"/>
          </a:xfrm>
        </p:grpSpPr>
        <p:sp>
          <p:nvSpPr>
            <p:cNvPr id="201" name="Freeform: Shape 175">
              <a:extLst>
                <a:ext uri="{FF2B5EF4-FFF2-40B4-BE49-F238E27FC236}">
                  <a16:creationId xmlns:a16="http://schemas.microsoft.com/office/drawing/2014/main" id="{1797DDFD-8C5C-1EA2-D9F2-EBA220CDE906}"/>
                </a:ext>
              </a:extLst>
            </p:cNvPr>
            <p:cNvSpPr/>
            <p:nvPr/>
          </p:nvSpPr>
          <p:spPr>
            <a:xfrm>
              <a:off x="726133" y="5901665"/>
              <a:ext cx="563005" cy="562885"/>
            </a:xfrm>
            <a:custGeom>
              <a:avLst/>
              <a:gdLst>
                <a:gd name="connsiteX0" fmla="*/ 233754 w 563005"/>
                <a:gd name="connsiteY0" fmla="*/ 528441 h 562885"/>
                <a:gd name="connsiteX1" fmla="*/ 329252 w 563005"/>
                <a:gd name="connsiteY1" fmla="*/ 528441 h 562885"/>
                <a:gd name="connsiteX2" fmla="*/ 363681 w 563005"/>
                <a:gd name="connsiteY2" fmla="*/ 562885 h 562885"/>
                <a:gd name="connsiteX3" fmla="*/ 199311 w 563005"/>
                <a:gd name="connsiteY3" fmla="*/ 562885 h 562885"/>
                <a:gd name="connsiteX4" fmla="*/ 233754 w 563005"/>
                <a:gd name="connsiteY4" fmla="*/ 528441 h 562885"/>
                <a:gd name="connsiteX5" fmla="*/ 0 w 563005"/>
                <a:gd name="connsiteY5" fmla="*/ 404316 h 562885"/>
                <a:gd name="connsiteX6" fmla="*/ 563005 w 563005"/>
                <a:gd name="connsiteY6" fmla="*/ 404316 h 562885"/>
                <a:gd name="connsiteX7" fmla="*/ 563005 w 563005"/>
                <a:gd name="connsiteY7" fmla="*/ 437869 h 562885"/>
                <a:gd name="connsiteX8" fmla="*/ 529453 w 563005"/>
                <a:gd name="connsiteY8" fmla="*/ 471422 h 562885"/>
                <a:gd name="connsiteX9" fmla="*/ 33552 w 563005"/>
                <a:gd name="connsiteY9" fmla="*/ 471422 h 562885"/>
                <a:gd name="connsiteX10" fmla="*/ 0 w 563005"/>
                <a:gd name="connsiteY10" fmla="*/ 437869 h 562885"/>
                <a:gd name="connsiteX11" fmla="*/ 189569 w 563005"/>
                <a:gd name="connsiteY11" fmla="*/ 0 h 562885"/>
                <a:gd name="connsiteX12" fmla="*/ 373437 w 563005"/>
                <a:gd name="connsiteY12" fmla="*/ 0 h 562885"/>
                <a:gd name="connsiteX13" fmla="*/ 394653 w 563005"/>
                <a:gd name="connsiteY13" fmla="*/ 21209 h 562885"/>
                <a:gd name="connsiteX14" fmla="*/ 394653 w 563005"/>
                <a:gd name="connsiteY14" fmla="*/ 137175 h 562885"/>
                <a:gd name="connsiteX15" fmla="*/ 373437 w 563005"/>
                <a:gd name="connsiteY15" fmla="*/ 158391 h 562885"/>
                <a:gd name="connsiteX16" fmla="*/ 257985 w 563005"/>
                <a:gd name="connsiteY16" fmla="*/ 158391 h 562885"/>
                <a:gd name="connsiteX17" fmla="*/ 211255 w 563005"/>
                <a:gd name="connsiteY17" fmla="*/ 211185 h 562885"/>
                <a:gd name="connsiteX18" fmla="*/ 211255 w 563005"/>
                <a:gd name="connsiteY18" fmla="*/ 158391 h 562885"/>
                <a:gd name="connsiteX19" fmla="*/ 189569 w 563005"/>
                <a:gd name="connsiteY19" fmla="*/ 158391 h 562885"/>
                <a:gd name="connsiteX20" fmla="*/ 168353 w 563005"/>
                <a:gd name="connsiteY20" fmla="*/ 137175 h 562885"/>
                <a:gd name="connsiteX21" fmla="*/ 168353 w 563005"/>
                <a:gd name="connsiteY21" fmla="*/ 21216 h 562885"/>
                <a:gd name="connsiteX22" fmla="*/ 189569 w 563005"/>
                <a:gd name="connsiteY22" fmla="*/ 0 h 562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63005" h="562885">
                  <a:moveTo>
                    <a:pt x="233754" y="528441"/>
                  </a:moveTo>
                  <a:lnTo>
                    <a:pt x="329252" y="528441"/>
                  </a:lnTo>
                  <a:cubicBezTo>
                    <a:pt x="348269" y="528449"/>
                    <a:pt x="363681" y="543868"/>
                    <a:pt x="363681" y="562885"/>
                  </a:cubicBezTo>
                  <a:lnTo>
                    <a:pt x="199311" y="562885"/>
                  </a:lnTo>
                  <a:cubicBezTo>
                    <a:pt x="199311" y="543863"/>
                    <a:pt x="214732" y="528441"/>
                    <a:pt x="233754" y="528441"/>
                  </a:cubicBezTo>
                  <a:close/>
                  <a:moveTo>
                    <a:pt x="0" y="404316"/>
                  </a:moveTo>
                  <a:lnTo>
                    <a:pt x="563005" y="404316"/>
                  </a:lnTo>
                  <a:lnTo>
                    <a:pt x="563005" y="437869"/>
                  </a:lnTo>
                  <a:cubicBezTo>
                    <a:pt x="563005" y="456400"/>
                    <a:pt x="547983" y="471422"/>
                    <a:pt x="529453" y="471422"/>
                  </a:cubicBezTo>
                  <a:lnTo>
                    <a:pt x="33552" y="471422"/>
                  </a:lnTo>
                  <a:cubicBezTo>
                    <a:pt x="15022" y="471422"/>
                    <a:pt x="0" y="456400"/>
                    <a:pt x="0" y="437869"/>
                  </a:cubicBezTo>
                  <a:close/>
                  <a:moveTo>
                    <a:pt x="189569" y="0"/>
                  </a:moveTo>
                  <a:lnTo>
                    <a:pt x="373437" y="0"/>
                  </a:lnTo>
                  <a:cubicBezTo>
                    <a:pt x="385151" y="0"/>
                    <a:pt x="394649" y="9494"/>
                    <a:pt x="394653" y="21209"/>
                  </a:cubicBezTo>
                  <a:lnTo>
                    <a:pt x="394653" y="137175"/>
                  </a:lnTo>
                  <a:cubicBezTo>
                    <a:pt x="394653" y="148892"/>
                    <a:pt x="385154" y="158391"/>
                    <a:pt x="373437" y="158391"/>
                  </a:cubicBezTo>
                  <a:lnTo>
                    <a:pt x="257985" y="158391"/>
                  </a:lnTo>
                  <a:lnTo>
                    <a:pt x="211255" y="211185"/>
                  </a:lnTo>
                  <a:lnTo>
                    <a:pt x="211255" y="158391"/>
                  </a:lnTo>
                  <a:lnTo>
                    <a:pt x="189569" y="158391"/>
                  </a:lnTo>
                  <a:cubicBezTo>
                    <a:pt x="177852" y="158391"/>
                    <a:pt x="168353" y="148892"/>
                    <a:pt x="168353" y="137175"/>
                  </a:cubicBezTo>
                  <a:lnTo>
                    <a:pt x="168353" y="21216"/>
                  </a:lnTo>
                  <a:cubicBezTo>
                    <a:pt x="168353" y="9499"/>
                    <a:pt x="177852" y="0"/>
                    <a:pt x="189569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" name="Freeform: Shape 176">
              <a:extLst>
                <a:ext uri="{FF2B5EF4-FFF2-40B4-BE49-F238E27FC236}">
                  <a16:creationId xmlns:a16="http://schemas.microsoft.com/office/drawing/2014/main" id="{17E40788-EE82-6202-884F-6C578AF3B071}"/>
                </a:ext>
              </a:extLst>
            </p:cNvPr>
            <p:cNvSpPr/>
            <p:nvPr/>
          </p:nvSpPr>
          <p:spPr>
            <a:xfrm>
              <a:off x="717225" y="5892757"/>
              <a:ext cx="577259" cy="577259"/>
            </a:xfrm>
            <a:custGeom>
              <a:avLst/>
              <a:gdLst>
                <a:gd name="connsiteX0" fmla="*/ 538361 w 577258"/>
                <a:gd name="connsiteY0" fmla="*/ 105596 h 577258"/>
                <a:gd name="connsiteX1" fmla="*/ 442444 w 577258"/>
                <a:gd name="connsiteY1" fmla="*/ 105596 h 577258"/>
                <a:gd name="connsiteX2" fmla="*/ 433535 w 577258"/>
                <a:gd name="connsiteY2" fmla="*/ 114504 h 577258"/>
                <a:gd name="connsiteX3" fmla="*/ 442444 w 577258"/>
                <a:gd name="connsiteY3" fmla="*/ 123412 h 577258"/>
                <a:gd name="connsiteX4" fmla="*/ 538361 w 577258"/>
                <a:gd name="connsiteY4" fmla="*/ 123412 h 577258"/>
                <a:gd name="connsiteX5" fmla="*/ 563005 w 577258"/>
                <a:gd name="connsiteY5" fmla="*/ 148056 h 577258"/>
                <a:gd name="connsiteX6" fmla="*/ 563005 w 577258"/>
                <a:gd name="connsiteY6" fmla="*/ 404316 h 577258"/>
                <a:gd name="connsiteX7" fmla="*/ 51668 w 577258"/>
                <a:gd name="connsiteY7" fmla="*/ 404316 h 577258"/>
                <a:gd name="connsiteX8" fmla="*/ 42760 w 577258"/>
                <a:gd name="connsiteY8" fmla="*/ 413224 h 577258"/>
                <a:gd name="connsiteX9" fmla="*/ 51668 w 577258"/>
                <a:gd name="connsiteY9" fmla="*/ 422133 h 577258"/>
                <a:gd name="connsiteX10" fmla="*/ 563005 w 577258"/>
                <a:gd name="connsiteY10" fmla="*/ 422133 h 577258"/>
                <a:gd name="connsiteX11" fmla="*/ 563005 w 577258"/>
                <a:gd name="connsiteY11" fmla="*/ 446784 h 577258"/>
                <a:gd name="connsiteX12" fmla="*/ 538361 w 577258"/>
                <a:gd name="connsiteY12" fmla="*/ 471428 h 577258"/>
                <a:gd name="connsiteX13" fmla="*/ 42461 w 577258"/>
                <a:gd name="connsiteY13" fmla="*/ 471428 h 577258"/>
                <a:gd name="connsiteX14" fmla="*/ 17817 w 577258"/>
                <a:gd name="connsiteY14" fmla="*/ 446784 h 577258"/>
                <a:gd name="connsiteX15" fmla="*/ 17817 w 577258"/>
                <a:gd name="connsiteY15" fmla="*/ 148056 h 577258"/>
                <a:gd name="connsiteX16" fmla="*/ 42461 w 577258"/>
                <a:gd name="connsiteY16" fmla="*/ 123412 h 577258"/>
                <a:gd name="connsiteX17" fmla="*/ 168367 w 577258"/>
                <a:gd name="connsiteY17" fmla="*/ 123412 h 577258"/>
                <a:gd name="connsiteX18" fmla="*/ 168367 w 577258"/>
                <a:gd name="connsiteY18" fmla="*/ 146089 h 577258"/>
                <a:gd name="connsiteX19" fmla="*/ 198477 w 577258"/>
                <a:gd name="connsiteY19" fmla="*/ 176206 h 577258"/>
                <a:gd name="connsiteX20" fmla="*/ 211255 w 577258"/>
                <a:gd name="connsiteY20" fmla="*/ 176206 h 577258"/>
                <a:gd name="connsiteX21" fmla="*/ 211255 w 577258"/>
                <a:gd name="connsiteY21" fmla="*/ 220092 h 577258"/>
                <a:gd name="connsiteX22" fmla="*/ 220159 w 577258"/>
                <a:gd name="connsiteY22" fmla="*/ 229005 h 577258"/>
                <a:gd name="connsiteX23" fmla="*/ 226841 w 577258"/>
                <a:gd name="connsiteY23" fmla="*/ 225993 h 577258"/>
                <a:gd name="connsiteX24" fmla="*/ 270891 w 577258"/>
                <a:gd name="connsiteY24" fmla="*/ 176206 h 577258"/>
                <a:gd name="connsiteX25" fmla="*/ 382345 w 577258"/>
                <a:gd name="connsiteY25" fmla="*/ 176206 h 577258"/>
                <a:gd name="connsiteX26" fmla="*/ 412469 w 577258"/>
                <a:gd name="connsiteY26" fmla="*/ 146082 h 577258"/>
                <a:gd name="connsiteX27" fmla="*/ 412469 w 577258"/>
                <a:gd name="connsiteY27" fmla="*/ 30117 h 577258"/>
                <a:gd name="connsiteX28" fmla="*/ 382345 w 577258"/>
                <a:gd name="connsiteY28" fmla="*/ 0 h 577258"/>
                <a:gd name="connsiteX29" fmla="*/ 198477 w 577258"/>
                <a:gd name="connsiteY29" fmla="*/ 0 h 577258"/>
                <a:gd name="connsiteX30" fmla="*/ 168353 w 577258"/>
                <a:gd name="connsiteY30" fmla="*/ 30124 h 577258"/>
                <a:gd name="connsiteX31" fmla="*/ 168353 w 577258"/>
                <a:gd name="connsiteY31" fmla="*/ 105596 h 577258"/>
                <a:gd name="connsiteX32" fmla="*/ 42461 w 577258"/>
                <a:gd name="connsiteY32" fmla="*/ 105596 h 577258"/>
                <a:gd name="connsiteX33" fmla="*/ 0 w 577258"/>
                <a:gd name="connsiteY33" fmla="*/ 148056 h 577258"/>
                <a:gd name="connsiteX34" fmla="*/ 0 w 577258"/>
                <a:gd name="connsiteY34" fmla="*/ 446784 h 577258"/>
                <a:gd name="connsiteX35" fmla="*/ 42461 w 577258"/>
                <a:gd name="connsiteY35" fmla="*/ 489244 h 577258"/>
                <a:gd name="connsiteX36" fmla="*/ 252996 w 577258"/>
                <a:gd name="connsiteY36" fmla="*/ 489244 h 577258"/>
                <a:gd name="connsiteX37" fmla="*/ 252996 w 577258"/>
                <a:gd name="connsiteY37" fmla="*/ 528441 h 577258"/>
                <a:gd name="connsiteX38" fmla="*/ 242662 w 577258"/>
                <a:gd name="connsiteY38" fmla="*/ 528441 h 577258"/>
                <a:gd name="connsiteX39" fmla="*/ 199311 w 577258"/>
                <a:gd name="connsiteY39" fmla="*/ 571800 h 577258"/>
                <a:gd name="connsiteX40" fmla="*/ 208219 w 577258"/>
                <a:gd name="connsiteY40" fmla="*/ 580708 h 577258"/>
                <a:gd name="connsiteX41" fmla="*/ 372588 w 577258"/>
                <a:gd name="connsiteY41" fmla="*/ 580708 h 577258"/>
                <a:gd name="connsiteX42" fmla="*/ 381497 w 577258"/>
                <a:gd name="connsiteY42" fmla="*/ 571800 h 577258"/>
                <a:gd name="connsiteX43" fmla="*/ 338159 w 577258"/>
                <a:gd name="connsiteY43" fmla="*/ 528441 h 577258"/>
                <a:gd name="connsiteX44" fmla="*/ 327826 w 577258"/>
                <a:gd name="connsiteY44" fmla="*/ 528441 h 577258"/>
                <a:gd name="connsiteX45" fmla="*/ 327826 w 577258"/>
                <a:gd name="connsiteY45" fmla="*/ 489244 h 577258"/>
                <a:gd name="connsiteX46" fmla="*/ 538361 w 577258"/>
                <a:gd name="connsiteY46" fmla="*/ 489244 h 577258"/>
                <a:gd name="connsiteX47" fmla="*/ 580822 w 577258"/>
                <a:gd name="connsiteY47" fmla="*/ 446784 h 577258"/>
                <a:gd name="connsiteX48" fmla="*/ 580822 w 577258"/>
                <a:gd name="connsiteY48" fmla="*/ 148056 h 577258"/>
                <a:gd name="connsiteX49" fmla="*/ 538361 w 577258"/>
                <a:gd name="connsiteY49" fmla="*/ 105596 h 577258"/>
                <a:gd name="connsiteX50" fmla="*/ 186184 w 577258"/>
                <a:gd name="connsiteY50" fmla="*/ 30117 h 577258"/>
                <a:gd name="connsiteX51" fmla="*/ 198477 w 577258"/>
                <a:gd name="connsiteY51" fmla="*/ 17817 h 577258"/>
                <a:gd name="connsiteX52" fmla="*/ 382345 w 577258"/>
                <a:gd name="connsiteY52" fmla="*/ 17817 h 577258"/>
                <a:gd name="connsiteX53" fmla="*/ 394652 w 577258"/>
                <a:gd name="connsiteY53" fmla="*/ 30124 h 577258"/>
                <a:gd name="connsiteX54" fmla="*/ 394652 w 577258"/>
                <a:gd name="connsiteY54" fmla="*/ 146082 h 577258"/>
                <a:gd name="connsiteX55" fmla="*/ 382345 w 577258"/>
                <a:gd name="connsiteY55" fmla="*/ 158390 h 577258"/>
                <a:gd name="connsiteX56" fmla="*/ 266893 w 577258"/>
                <a:gd name="connsiteY56" fmla="*/ 158390 h 577258"/>
                <a:gd name="connsiteX57" fmla="*/ 260222 w 577258"/>
                <a:gd name="connsiteY57" fmla="*/ 161397 h 577258"/>
                <a:gd name="connsiteX58" fmla="*/ 229100 w 577258"/>
                <a:gd name="connsiteY58" fmla="*/ 196581 h 577258"/>
                <a:gd name="connsiteX59" fmla="*/ 229100 w 577258"/>
                <a:gd name="connsiteY59" fmla="*/ 167298 h 577258"/>
                <a:gd name="connsiteX60" fmla="*/ 220192 w 577258"/>
                <a:gd name="connsiteY60" fmla="*/ 158390 h 577258"/>
                <a:gd name="connsiteX61" fmla="*/ 198477 w 577258"/>
                <a:gd name="connsiteY61" fmla="*/ 158390 h 577258"/>
                <a:gd name="connsiteX62" fmla="*/ 186169 w 577258"/>
                <a:gd name="connsiteY62" fmla="*/ 146082 h 577258"/>
                <a:gd name="connsiteX63" fmla="*/ 362084 w 577258"/>
                <a:gd name="connsiteY63" fmla="*/ 562884 h 577258"/>
                <a:gd name="connsiteX64" fmla="*/ 218738 w 577258"/>
                <a:gd name="connsiteY64" fmla="*/ 562884 h 577258"/>
                <a:gd name="connsiteX65" fmla="*/ 242662 w 577258"/>
                <a:gd name="connsiteY65" fmla="*/ 546258 h 577258"/>
                <a:gd name="connsiteX66" fmla="*/ 338159 w 577258"/>
                <a:gd name="connsiteY66" fmla="*/ 546258 h 577258"/>
                <a:gd name="connsiteX67" fmla="*/ 362084 w 577258"/>
                <a:gd name="connsiteY67" fmla="*/ 562884 h 577258"/>
                <a:gd name="connsiteX68" fmla="*/ 310009 w 577258"/>
                <a:gd name="connsiteY68" fmla="*/ 528441 h 577258"/>
                <a:gd name="connsiteX69" fmla="*/ 270813 w 577258"/>
                <a:gd name="connsiteY69" fmla="*/ 528441 h 577258"/>
                <a:gd name="connsiteX70" fmla="*/ 270813 w 577258"/>
                <a:gd name="connsiteY70" fmla="*/ 489244 h 577258"/>
                <a:gd name="connsiteX71" fmla="*/ 310009 w 577258"/>
                <a:gd name="connsiteY71" fmla="*/ 489244 h 57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577258" h="577258">
                  <a:moveTo>
                    <a:pt x="538361" y="105596"/>
                  </a:moveTo>
                  <a:lnTo>
                    <a:pt x="442444" y="105596"/>
                  </a:lnTo>
                  <a:cubicBezTo>
                    <a:pt x="437524" y="105596"/>
                    <a:pt x="433535" y="109584"/>
                    <a:pt x="433535" y="114504"/>
                  </a:cubicBezTo>
                  <a:cubicBezTo>
                    <a:pt x="433535" y="119424"/>
                    <a:pt x="437524" y="123412"/>
                    <a:pt x="442444" y="123412"/>
                  </a:cubicBezTo>
                  <a:lnTo>
                    <a:pt x="538361" y="123412"/>
                  </a:lnTo>
                  <a:cubicBezTo>
                    <a:pt x="551965" y="123428"/>
                    <a:pt x="562990" y="134452"/>
                    <a:pt x="563005" y="148056"/>
                  </a:cubicBezTo>
                  <a:lnTo>
                    <a:pt x="563005" y="404316"/>
                  </a:lnTo>
                  <a:lnTo>
                    <a:pt x="51668" y="404316"/>
                  </a:lnTo>
                  <a:cubicBezTo>
                    <a:pt x="46748" y="404316"/>
                    <a:pt x="42760" y="408305"/>
                    <a:pt x="42760" y="413224"/>
                  </a:cubicBezTo>
                  <a:cubicBezTo>
                    <a:pt x="42760" y="418144"/>
                    <a:pt x="46748" y="422133"/>
                    <a:pt x="51668" y="422133"/>
                  </a:cubicBezTo>
                  <a:lnTo>
                    <a:pt x="563005" y="422133"/>
                  </a:lnTo>
                  <a:lnTo>
                    <a:pt x="563005" y="446784"/>
                  </a:lnTo>
                  <a:cubicBezTo>
                    <a:pt x="562990" y="460388"/>
                    <a:pt x="551965" y="471412"/>
                    <a:pt x="538361" y="471428"/>
                  </a:cubicBezTo>
                  <a:lnTo>
                    <a:pt x="42461" y="471428"/>
                  </a:lnTo>
                  <a:cubicBezTo>
                    <a:pt x="28857" y="471412"/>
                    <a:pt x="17832" y="460388"/>
                    <a:pt x="17817" y="446784"/>
                  </a:cubicBezTo>
                  <a:lnTo>
                    <a:pt x="17817" y="148056"/>
                  </a:lnTo>
                  <a:cubicBezTo>
                    <a:pt x="17832" y="134452"/>
                    <a:pt x="28857" y="123428"/>
                    <a:pt x="42461" y="123412"/>
                  </a:cubicBezTo>
                  <a:lnTo>
                    <a:pt x="168367" y="123412"/>
                  </a:lnTo>
                  <a:lnTo>
                    <a:pt x="168367" y="146089"/>
                  </a:lnTo>
                  <a:cubicBezTo>
                    <a:pt x="168391" y="162710"/>
                    <a:pt x="181856" y="176179"/>
                    <a:pt x="198477" y="176206"/>
                  </a:cubicBezTo>
                  <a:lnTo>
                    <a:pt x="211255" y="176206"/>
                  </a:lnTo>
                  <a:lnTo>
                    <a:pt x="211255" y="220092"/>
                  </a:lnTo>
                  <a:cubicBezTo>
                    <a:pt x="211253" y="225012"/>
                    <a:pt x="215239" y="229003"/>
                    <a:pt x="220159" y="229005"/>
                  </a:cubicBezTo>
                  <a:cubicBezTo>
                    <a:pt x="222715" y="229006"/>
                    <a:pt x="225149" y="227909"/>
                    <a:pt x="226841" y="225993"/>
                  </a:cubicBezTo>
                  <a:lnTo>
                    <a:pt x="270891" y="176206"/>
                  </a:lnTo>
                  <a:lnTo>
                    <a:pt x="382345" y="176206"/>
                  </a:lnTo>
                  <a:cubicBezTo>
                    <a:pt x="398974" y="176187"/>
                    <a:pt x="412449" y="162711"/>
                    <a:pt x="412469" y="146082"/>
                  </a:cubicBezTo>
                  <a:lnTo>
                    <a:pt x="412469" y="30117"/>
                  </a:lnTo>
                  <a:cubicBezTo>
                    <a:pt x="412445" y="13491"/>
                    <a:pt x="398971" y="20"/>
                    <a:pt x="382345" y="0"/>
                  </a:cubicBezTo>
                  <a:lnTo>
                    <a:pt x="198477" y="0"/>
                  </a:lnTo>
                  <a:cubicBezTo>
                    <a:pt x="181848" y="20"/>
                    <a:pt x="168372" y="13495"/>
                    <a:pt x="168353" y="30124"/>
                  </a:cubicBezTo>
                  <a:lnTo>
                    <a:pt x="168353" y="105596"/>
                  </a:lnTo>
                  <a:lnTo>
                    <a:pt x="42461" y="105596"/>
                  </a:lnTo>
                  <a:cubicBezTo>
                    <a:pt x="19022" y="105623"/>
                    <a:pt x="27" y="124617"/>
                    <a:pt x="0" y="148056"/>
                  </a:cubicBezTo>
                  <a:lnTo>
                    <a:pt x="0" y="446784"/>
                  </a:lnTo>
                  <a:cubicBezTo>
                    <a:pt x="27" y="470223"/>
                    <a:pt x="19022" y="489217"/>
                    <a:pt x="42461" y="489244"/>
                  </a:cubicBezTo>
                  <a:lnTo>
                    <a:pt x="252996" y="489244"/>
                  </a:lnTo>
                  <a:lnTo>
                    <a:pt x="252996" y="528441"/>
                  </a:lnTo>
                  <a:lnTo>
                    <a:pt x="242662" y="528441"/>
                  </a:lnTo>
                  <a:cubicBezTo>
                    <a:pt x="218729" y="528469"/>
                    <a:pt x="199335" y="547866"/>
                    <a:pt x="199311" y="571800"/>
                  </a:cubicBezTo>
                  <a:cubicBezTo>
                    <a:pt x="199311" y="576719"/>
                    <a:pt x="203299" y="580708"/>
                    <a:pt x="208219" y="580708"/>
                  </a:cubicBezTo>
                  <a:lnTo>
                    <a:pt x="372588" y="580708"/>
                  </a:lnTo>
                  <a:cubicBezTo>
                    <a:pt x="377508" y="580708"/>
                    <a:pt x="381497" y="576719"/>
                    <a:pt x="381497" y="571800"/>
                  </a:cubicBezTo>
                  <a:cubicBezTo>
                    <a:pt x="381473" y="547871"/>
                    <a:pt x="362088" y="528476"/>
                    <a:pt x="338159" y="528441"/>
                  </a:cubicBezTo>
                  <a:lnTo>
                    <a:pt x="327826" y="528441"/>
                  </a:lnTo>
                  <a:lnTo>
                    <a:pt x="327826" y="489244"/>
                  </a:lnTo>
                  <a:lnTo>
                    <a:pt x="538361" y="489244"/>
                  </a:lnTo>
                  <a:cubicBezTo>
                    <a:pt x="561800" y="489217"/>
                    <a:pt x="580794" y="470223"/>
                    <a:pt x="580822" y="446784"/>
                  </a:cubicBezTo>
                  <a:lnTo>
                    <a:pt x="580822" y="148056"/>
                  </a:lnTo>
                  <a:cubicBezTo>
                    <a:pt x="580794" y="124617"/>
                    <a:pt x="561800" y="105623"/>
                    <a:pt x="538361" y="105596"/>
                  </a:cubicBezTo>
                  <a:close/>
                  <a:moveTo>
                    <a:pt x="186184" y="30117"/>
                  </a:moveTo>
                  <a:cubicBezTo>
                    <a:pt x="186192" y="23330"/>
                    <a:pt x="191690" y="17828"/>
                    <a:pt x="198477" y="17817"/>
                  </a:cubicBezTo>
                  <a:lnTo>
                    <a:pt x="382345" y="17817"/>
                  </a:lnTo>
                  <a:cubicBezTo>
                    <a:pt x="389140" y="17821"/>
                    <a:pt x="394649" y="23329"/>
                    <a:pt x="394652" y="30124"/>
                  </a:cubicBezTo>
                  <a:lnTo>
                    <a:pt x="394652" y="146082"/>
                  </a:lnTo>
                  <a:cubicBezTo>
                    <a:pt x="394649" y="152878"/>
                    <a:pt x="389140" y="158386"/>
                    <a:pt x="382345" y="158390"/>
                  </a:cubicBezTo>
                  <a:lnTo>
                    <a:pt x="266893" y="158390"/>
                  </a:lnTo>
                  <a:cubicBezTo>
                    <a:pt x="264342" y="158392"/>
                    <a:pt x="261913" y="159486"/>
                    <a:pt x="260222" y="161397"/>
                  </a:cubicBezTo>
                  <a:lnTo>
                    <a:pt x="229100" y="196581"/>
                  </a:lnTo>
                  <a:lnTo>
                    <a:pt x="229100" y="167298"/>
                  </a:lnTo>
                  <a:cubicBezTo>
                    <a:pt x="229100" y="162378"/>
                    <a:pt x="225112" y="158390"/>
                    <a:pt x="220192" y="158390"/>
                  </a:cubicBezTo>
                  <a:lnTo>
                    <a:pt x="198477" y="158390"/>
                  </a:lnTo>
                  <a:cubicBezTo>
                    <a:pt x="191681" y="158386"/>
                    <a:pt x="186173" y="152878"/>
                    <a:pt x="186169" y="146082"/>
                  </a:cubicBezTo>
                  <a:close/>
                  <a:moveTo>
                    <a:pt x="362084" y="562884"/>
                  </a:moveTo>
                  <a:lnTo>
                    <a:pt x="218738" y="562884"/>
                  </a:lnTo>
                  <a:cubicBezTo>
                    <a:pt x="222471" y="552899"/>
                    <a:pt x="232003" y="546275"/>
                    <a:pt x="242662" y="546258"/>
                  </a:cubicBezTo>
                  <a:lnTo>
                    <a:pt x="338159" y="546258"/>
                  </a:lnTo>
                  <a:cubicBezTo>
                    <a:pt x="348819" y="546275"/>
                    <a:pt x="358351" y="552899"/>
                    <a:pt x="362084" y="562884"/>
                  </a:cubicBezTo>
                  <a:close/>
                  <a:moveTo>
                    <a:pt x="310009" y="528441"/>
                  </a:moveTo>
                  <a:lnTo>
                    <a:pt x="270813" y="528441"/>
                  </a:lnTo>
                  <a:lnTo>
                    <a:pt x="270813" y="489244"/>
                  </a:lnTo>
                  <a:lnTo>
                    <a:pt x="310009" y="489244"/>
                  </a:ln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03" name="Group 242">
            <a:extLst>
              <a:ext uri="{FF2B5EF4-FFF2-40B4-BE49-F238E27FC236}">
                <a16:creationId xmlns:a16="http://schemas.microsoft.com/office/drawing/2014/main" id="{6DF0C881-1B08-2AB4-6A38-D22B44D37B98}"/>
              </a:ext>
            </a:extLst>
          </p:cNvPr>
          <p:cNvGrpSpPr/>
          <p:nvPr/>
        </p:nvGrpSpPr>
        <p:grpSpPr>
          <a:xfrm>
            <a:off x="10901086" y="4980425"/>
            <a:ext cx="521717" cy="580831"/>
            <a:chOff x="10901086" y="4980425"/>
            <a:chExt cx="521717" cy="580831"/>
          </a:xfrm>
        </p:grpSpPr>
        <p:sp>
          <p:nvSpPr>
            <p:cNvPr id="204" name="Freeform: Shape 178">
              <a:extLst>
                <a:ext uri="{FF2B5EF4-FFF2-40B4-BE49-F238E27FC236}">
                  <a16:creationId xmlns:a16="http://schemas.microsoft.com/office/drawing/2014/main" id="{6CF55F43-303F-5445-F11C-63EC130E5128}"/>
                </a:ext>
              </a:extLst>
            </p:cNvPr>
            <p:cNvSpPr/>
            <p:nvPr/>
          </p:nvSpPr>
          <p:spPr>
            <a:xfrm>
              <a:off x="10909991" y="5065424"/>
              <a:ext cx="402985" cy="410825"/>
            </a:xfrm>
            <a:custGeom>
              <a:avLst/>
              <a:gdLst>
                <a:gd name="connsiteX0" fmla="*/ 25136 w 402985"/>
                <a:gd name="connsiteY0" fmla="*/ 360530 h 410824"/>
                <a:gd name="connsiteX1" fmla="*/ 25143 w 402985"/>
                <a:gd name="connsiteY1" fmla="*/ 360530 h 410824"/>
                <a:gd name="connsiteX2" fmla="*/ 73476 w 402985"/>
                <a:gd name="connsiteY2" fmla="*/ 360530 h 410824"/>
                <a:gd name="connsiteX3" fmla="*/ 98626 w 402985"/>
                <a:gd name="connsiteY3" fmla="*/ 385681 h 410824"/>
                <a:gd name="connsiteX4" fmla="*/ 73483 w 402985"/>
                <a:gd name="connsiteY4" fmla="*/ 410824 h 410824"/>
                <a:gd name="connsiteX5" fmla="*/ 25157 w 402985"/>
                <a:gd name="connsiteY5" fmla="*/ 410824 h 410824"/>
                <a:gd name="connsiteX6" fmla="*/ 0 w 402985"/>
                <a:gd name="connsiteY6" fmla="*/ 385695 h 410824"/>
                <a:gd name="connsiteX7" fmla="*/ 0 w 402985"/>
                <a:gd name="connsiteY7" fmla="*/ 385681 h 410824"/>
                <a:gd name="connsiteX8" fmla="*/ 25136 w 402985"/>
                <a:gd name="connsiteY8" fmla="*/ 360530 h 410824"/>
                <a:gd name="connsiteX9" fmla="*/ 25114 w 402985"/>
                <a:gd name="connsiteY9" fmla="*/ 240332 h 410824"/>
                <a:gd name="connsiteX10" fmla="*/ 25157 w 402985"/>
                <a:gd name="connsiteY10" fmla="*/ 240332 h 410824"/>
                <a:gd name="connsiteX11" fmla="*/ 73490 w 402985"/>
                <a:gd name="connsiteY11" fmla="*/ 240332 h 410824"/>
                <a:gd name="connsiteX12" fmla="*/ 98640 w 402985"/>
                <a:gd name="connsiteY12" fmla="*/ 265482 h 410824"/>
                <a:gd name="connsiteX13" fmla="*/ 73504 w 402985"/>
                <a:gd name="connsiteY13" fmla="*/ 290647 h 410824"/>
                <a:gd name="connsiteX14" fmla="*/ 73483 w 402985"/>
                <a:gd name="connsiteY14" fmla="*/ 290647 h 410824"/>
                <a:gd name="connsiteX15" fmla="*/ 25157 w 402985"/>
                <a:gd name="connsiteY15" fmla="*/ 290647 h 410824"/>
                <a:gd name="connsiteX16" fmla="*/ 0 w 402985"/>
                <a:gd name="connsiteY16" fmla="*/ 265518 h 410824"/>
                <a:gd name="connsiteX17" fmla="*/ 0 w 402985"/>
                <a:gd name="connsiteY17" fmla="*/ 265503 h 410824"/>
                <a:gd name="connsiteX18" fmla="*/ 25114 w 402985"/>
                <a:gd name="connsiteY18" fmla="*/ 240332 h 410824"/>
                <a:gd name="connsiteX19" fmla="*/ 25143 w 402985"/>
                <a:gd name="connsiteY19" fmla="*/ 120177 h 410824"/>
                <a:gd name="connsiteX20" fmla="*/ 25157 w 402985"/>
                <a:gd name="connsiteY20" fmla="*/ 120177 h 410824"/>
                <a:gd name="connsiteX21" fmla="*/ 73490 w 402985"/>
                <a:gd name="connsiteY21" fmla="*/ 120177 h 410824"/>
                <a:gd name="connsiteX22" fmla="*/ 98640 w 402985"/>
                <a:gd name="connsiteY22" fmla="*/ 145320 h 410824"/>
                <a:gd name="connsiteX23" fmla="*/ 73511 w 402985"/>
                <a:gd name="connsiteY23" fmla="*/ 170492 h 410824"/>
                <a:gd name="connsiteX24" fmla="*/ 73483 w 402985"/>
                <a:gd name="connsiteY24" fmla="*/ 170492 h 410824"/>
                <a:gd name="connsiteX25" fmla="*/ 25157 w 402985"/>
                <a:gd name="connsiteY25" fmla="*/ 170492 h 410824"/>
                <a:gd name="connsiteX26" fmla="*/ 0 w 402985"/>
                <a:gd name="connsiteY26" fmla="*/ 145363 h 410824"/>
                <a:gd name="connsiteX27" fmla="*/ 0 w 402985"/>
                <a:gd name="connsiteY27" fmla="*/ 145320 h 410824"/>
                <a:gd name="connsiteX28" fmla="*/ 25143 w 402985"/>
                <a:gd name="connsiteY28" fmla="*/ 120177 h 410824"/>
                <a:gd name="connsiteX29" fmla="*/ 209174 w 402985"/>
                <a:gd name="connsiteY29" fmla="*/ 91888 h 410824"/>
                <a:gd name="connsiteX30" fmla="*/ 227005 w 402985"/>
                <a:gd name="connsiteY30" fmla="*/ 104640 h 410824"/>
                <a:gd name="connsiteX31" fmla="*/ 245470 w 402985"/>
                <a:gd name="connsiteY31" fmla="*/ 146231 h 410824"/>
                <a:gd name="connsiteX32" fmla="*/ 227803 w 402985"/>
                <a:gd name="connsiteY32" fmla="*/ 187737 h 410824"/>
                <a:gd name="connsiteX33" fmla="*/ 252946 w 402985"/>
                <a:gd name="connsiteY33" fmla="*/ 225508 h 410824"/>
                <a:gd name="connsiteX34" fmla="*/ 252918 w 402985"/>
                <a:gd name="connsiteY34" fmla="*/ 225537 h 410824"/>
                <a:gd name="connsiteX35" fmla="*/ 309218 w 402985"/>
                <a:gd name="connsiteY35" fmla="*/ 264078 h 410824"/>
                <a:gd name="connsiteX36" fmla="*/ 326992 w 402985"/>
                <a:gd name="connsiteY36" fmla="*/ 252276 h 410824"/>
                <a:gd name="connsiteX37" fmla="*/ 355841 w 402985"/>
                <a:gd name="connsiteY37" fmla="*/ 239320 h 410824"/>
                <a:gd name="connsiteX38" fmla="*/ 397382 w 402985"/>
                <a:gd name="connsiteY38" fmla="*/ 261591 h 410824"/>
                <a:gd name="connsiteX39" fmla="*/ 375760 w 402985"/>
                <a:gd name="connsiteY39" fmla="*/ 311334 h 410824"/>
                <a:gd name="connsiteX40" fmla="*/ 164733 w 402985"/>
                <a:gd name="connsiteY40" fmla="*/ 158268 h 410824"/>
                <a:gd name="connsiteX41" fmla="*/ 209174 w 402985"/>
                <a:gd name="connsiteY41" fmla="*/ 91888 h 410824"/>
                <a:gd name="connsiteX42" fmla="*/ 25143 w 402985"/>
                <a:gd name="connsiteY42" fmla="*/ 0 h 410824"/>
                <a:gd name="connsiteX43" fmla="*/ 73476 w 402985"/>
                <a:gd name="connsiteY43" fmla="*/ 0 h 410824"/>
                <a:gd name="connsiteX44" fmla="*/ 98626 w 402985"/>
                <a:gd name="connsiteY44" fmla="*/ 25136 h 410824"/>
                <a:gd name="connsiteX45" fmla="*/ 98626 w 402985"/>
                <a:gd name="connsiteY45" fmla="*/ 25143 h 410824"/>
                <a:gd name="connsiteX46" fmla="*/ 73483 w 402985"/>
                <a:gd name="connsiteY46" fmla="*/ 50294 h 410824"/>
                <a:gd name="connsiteX47" fmla="*/ 25157 w 402985"/>
                <a:gd name="connsiteY47" fmla="*/ 50294 h 410824"/>
                <a:gd name="connsiteX48" fmla="*/ 0 w 402985"/>
                <a:gd name="connsiteY48" fmla="*/ 25164 h 410824"/>
                <a:gd name="connsiteX49" fmla="*/ 0 w 402985"/>
                <a:gd name="connsiteY49" fmla="*/ 25143 h 410824"/>
                <a:gd name="connsiteX50" fmla="*/ 25143 w 402985"/>
                <a:gd name="connsiteY50" fmla="*/ 0 h 41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02985" h="410824">
                  <a:moveTo>
                    <a:pt x="25136" y="360530"/>
                  </a:moveTo>
                  <a:cubicBezTo>
                    <a:pt x="25138" y="360530"/>
                    <a:pt x="25140" y="360530"/>
                    <a:pt x="25143" y="360530"/>
                  </a:cubicBezTo>
                  <a:lnTo>
                    <a:pt x="73476" y="360530"/>
                  </a:lnTo>
                  <a:cubicBezTo>
                    <a:pt x="87366" y="360530"/>
                    <a:pt x="98626" y="371790"/>
                    <a:pt x="98626" y="385681"/>
                  </a:cubicBezTo>
                  <a:cubicBezTo>
                    <a:pt x="98626" y="399567"/>
                    <a:pt x="87369" y="410824"/>
                    <a:pt x="73483" y="410824"/>
                  </a:cubicBezTo>
                  <a:lnTo>
                    <a:pt x="25157" y="410824"/>
                  </a:lnTo>
                  <a:cubicBezTo>
                    <a:pt x="11271" y="410832"/>
                    <a:pt x="8" y="399581"/>
                    <a:pt x="0" y="385695"/>
                  </a:cubicBezTo>
                  <a:cubicBezTo>
                    <a:pt x="0" y="385690"/>
                    <a:pt x="0" y="385686"/>
                    <a:pt x="0" y="385681"/>
                  </a:cubicBezTo>
                  <a:cubicBezTo>
                    <a:pt x="-4" y="371794"/>
                    <a:pt x="11250" y="360534"/>
                    <a:pt x="25136" y="360530"/>
                  </a:cubicBezTo>
                  <a:close/>
                  <a:moveTo>
                    <a:pt x="25114" y="240332"/>
                  </a:moveTo>
                  <a:cubicBezTo>
                    <a:pt x="25129" y="240332"/>
                    <a:pt x="25143" y="240332"/>
                    <a:pt x="25157" y="240332"/>
                  </a:cubicBezTo>
                  <a:lnTo>
                    <a:pt x="73490" y="240332"/>
                  </a:lnTo>
                  <a:cubicBezTo>
                    <a:pt x="87380" y="240332"/>
                    <a:pt x="98640" y="251592"/>
                    <a:pt x="98640" y="265482"/>
                  </a:cubicBezTo>
                  <a:cubicBezTo>
                    <a:pt x="98648" y="279373"/>
                    <a:pt x="87394" y="290639"/>
                    <a:pt x="73504" y="290647"/>
                  </a:cubicBezTo>
                  <a:cubicBezTo>
                    <a:pt x="73497" y="290647"/>
                    <a:pt x="73490" y="290647"/>
                    <a:pt x="73483" y="290647"/>
                  </a:cubicBezTo>
                  <a:lnTo>
                    <a:pt x="25157" y="290647"/>
                  </a:lnTo>
                  <a:cubicBezTo>
                    <a:pt x="11271" y="290655"/>
                    <a:pt x="8" y="279405"/>
                    <a:pt x="0" y="265518"/>
                  </a:cubicBezTo>
                  <a:cubicBezTo>
                    <a:pt x="0" y="265513"/>
                    <a:pt x="0" y="265508"/>
                    <a:pt x="0" y="265503"/>
                  </a:cubicBezTo>
                  <a:cubicBezTo>
                    <a:pt x="-16" y="251617"/>
                    <a:pt x="11228" y="240348"/>
                    <a:pt x="25114" y="240332"/>
                  </a:cubicBezTo>
                  <a:close/>
                  <a:moveTo>
                    <a:pt x="25143" y="120177"/>
                  </a:moveTo>
                  <a:cubicBezTo>
                    <a:pt x="25148" y="120177"/>
                    <a:pt x="25152" y="120177"/>
                    <a:pt x="25157" y="120177"/>
                  </a:cubicBezTo>
                  <a:lnTo>
                    <a:pt x="73490" y="120177"/>
                  </a:lnTo>
                  <a:cubicBezTo>
                    <a:pt x="87377" y="120177"/>
                    <a:pt x="98636" y="131433"/>
                    <a:pt x="98640" y="145320"/>
                  </a:cubicBezTo>
                  <a:cubicBezTo>
                    <a:pt x="98652" y="159211"/>
                    <a:pt x="87401" y="170480"/>
                    <a:pt x="73511" y="170492"/>
                  </a:cubicBezTo>
                  <a:cubicBezTo>
                    <a:pt x="73502" y="170492"/>
                    <a:pt x="73492" y="170492"/>
                    <a:pt x="73483" y="170492"/>
                  </a:cubicBezTo>
                  <a:lnTo>
                    <a:pt x="25157" y="170492"/>
                  </a:lnTo>
                  <a:cubicBezTo>
                    <a:pt x="11271" y="170500"/>
                    <a:pt x="8" y="159250"/>
                    <a:pt x="0" y="145363"/>
                  </a:cubicBezTo>
                  <a:cubicBezTo>
                    <a:pt x="0" y="145348"/>
                    <a:pt x="0" y="145334"/>
                    <a:pt x="0" y="145320"/>
                  </a:cubicBezTo>
                  <a:cubicBezTo>
                    <a:pt x="0" y="131434"/>
                    <a:pt x="11257" y="120177"/>
                    <a:pt x="25143" y="120177"/>
                  </a:cubicBezTo>
                  <a:close/>
                  <a:moveTo>
                    <a:pt x="209174" y="91888"/>
                  </a:moveTo>
                  <a:cubicBezTo>
                    <a:pt x="216172" y="91074"/>
                    <a:pt x="222551" y="94606"/>
                    <a:pt x="227005" y="104640"/>
                  </a:cubicBezTo>
                  <a:lnTo>
                    <a:pt x="245470" y="146231"/>
                  </a:lnTo>
                  <a:cubicBezTo>
                    <a:pt x="254172" y="169393"/>
                    <a:pt x="227290" y="175436"/>
                    <a:pt x="227803" y="187737"/>
                  </a:cubicBezTo>
                  <a:cubicBezTo>
                    <a:pt x="228145" y="195769"/>
                    <a:pt x="248278" y="220313"/>
                    <a:pt x="252946" y="225508"/>
                  </a:cubicBezTo>
                  <a:lnTo>
                    <a:pt x="252918" y="225537"/>
                  </a:lnTo>
                  <a:cubicBezTo>
                    <a:pt x="262617" y="236284"/>
                    <a:pt x="293076" y="260130"/>
                    <a:pt x="309218" y="264078"/>
                  </a:cubicBezTo>
                  <a:cubicBezTo>
                    <a:pt x="316808" y="265938"/>
                    <a:pt x="323372" y="256131"/>
                    <a:pt x="326992" y="252276"/>
                  </a:cubicBezTo>
                  <a:cubicBezTo>
                    <a:pt x="341530" y="236797"/>
                    <a:pt x="341994" y="231894"/>
                    <a:pt x="355841" y="239320"/>
                  </a:cubicBezTo>
                  <a:lnTo>
                    <a:pt x="397382" y="261591"/>
                  </a:lnTo>
                  <a:cubicBezTo>
                    <a:pt x="413331" y="271283"/>
                    <a:pt x="391780" y="302554"/>
                    <a:pt x="375760" y="311334"/>
                  </a:cubicBezTo>
                  <a:cubicBezTo>
                    <a:pt x="304066" y="350631"/>
                    <a:pt x="174995" y="231851"/>
                    <a:pt x="164733" y="158268"/>
                  </a:cubicBezTo>
                  <a:cubicBezTo>
                    <a:pt x="161612" y="135878"/>
                    <a:pt x="188179" y="94330"/>
                    <a:pt x="209174" y="91888"/>
                  </a:cubicBezTo>
                  <a:close/>
                  <a:moveTo>
                    <a:pt x="25143" y="0"/>
                  </a:moveTo>
                  <a:lnTo>
                    <a:pt x="73476" y="0"/>
                  </a:lnTo>
                  <a:cubicBezTo>
                    <a:pt x="87362" y="-4"/>
                    <a:pt x="98622" y="11250"/>
                    <a:pt x="98626" y="25136"/>
                  </a:cubicBezTo>
                  <a:cubicBezTo>
                    <a:pt x="98626" y="25138"/>
                    <a:pt x="98626" y="25140"/>
                    <a:pt x="98626" y="25143"/>
                  </a:cubicBezTo>
                  <a:cubicBezTo>
                    <a:pt x="98626" y="39031"/>
                    <a:pt x="87370" y="50290"/>
                    <a:pt x="73483" y="50294"/>
                  </a:cubicBezTo>
                  <a:lnTo>
                    <a:pt x="25157" y="50294"/>
                  </a:lnTo>
                  <a:cubicBezTo>
                    <a:pt x="11271" y="50302"/>
                    <a:pt x="8" y="39051"/>
                    <a:pt x="0" y="25164"/>
                  </a:cubicBezTo>
                  <a:cubicBezTo>
                    <a:pt x="0" y="25157"/>
                    <a:pt x="0" y="25150"/>
                    <a:pt x="0" y="25143"/>
                  </a:cubicBezTo>
                  <a:cubicBezTo>
                    <a:pt x="0" y="11257"/>
                    <a:pt x="11257" y="0"/>
                    <a:pt x="25143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" name="Freeform: Shape 179">
              <a:extLst>
                <a:ext uri="{FF2B5EF4-FFF2-40B4-BE49-F238E27FC236}">
                  <a16:creationId xmlns:a16="http://schemas.microsoft.com/office/drawing/2014/main" id="{57D7D715-030D-1C17-82A1-A593ECE2C5DF}"/>
                </a:ext>
              </a:extLst>
            </p:cNvPr>
            <p:cNvSpPr/>
            <p:nvPr/>
          </p:nvSpPr>
          <p:spPr>
            <a:xfrm>
              <a:off x="10901086" y="4980425"/>
              <a:ext cx="521717" cy="580831"/>
            </a:xfrm>
            <a:custGeom>
              <a:avLst/>
              <a:gdLst>
                <a:gd name="connsiteX0" fmla="*/ 34055 w 521717"/>
                <a:gd name="connsiteY0" fmla="*/ 454446 h 580830"/>
                <a:gd name="connsiteX1" fmla="*/ 17820 w 521717"/>
                <a:gd name="connsiteY1" fmla="*/ 470680 h 580830"/>
                <a:gd name="connsiteX2" fmla="*/ 34055 w 521717"/>
                <a:gd name="connsiteY2" fmla="*/ 486922 h 580830"/>
                <a:gd name="connsiteX3" fmla="*/ 82388 w 521717"/>
                <a:gd name="connsiteY3" fmla="*/ 486922 h 580830"/>
                <a:gd name="connsiteX4" fmla="*/ 98626 w 521717"/>
                <a:gd name="connsiteY4" fmla="*/ 470684 h 580830"/>
                <a:gd name="connsiteX5" fmla="*/ 82388 w 521717"/>
                <a:gd name="connsiteY5" fmla="*/ 454446 h 580830"/>
                <a:gd name="connsiteX6" fmla="*/ 34055 w 521717"/>
                <a:gd name="connsiteY6" fmla="*/ 334261 h 580830"/>
                <a:gd name="connsiteX7" fmla="*/ 17817 w 521717"/>
                <a:gd name="connsiteY7" fmla="*/ 350499 h 580830"/>
                <a:gd name="connsiteX8" fmla="*/ 34055 w 521717"/>
                <a:gd name="connsiteY8" fmla="*/ 366737 h 580830"/>
                <a:gd name="connsiteX9" fmla="*/ 82388 w 521717"/>
                <a:gd name="connsiteY9" fmla="*/ 366737 h 580830"/>
                <a:gd name="connsiteX10" fmla="*/ 98626 w 521717"/>
                <a:gd name="connsiteY10" fmla="*/ 350499 h 580830"/>
                <a:gd name="connsiteX11" fmla="*/ 82388 w 521717"/>
                <a:gd name="connsiteY11" fmla="*/ 334261 h 580830"/>
                <a:gd name="connsiteX12" fmla="*/ 58228 w 521717"/>
                <a:gd name="connsiteY12" fmla="*/ 281502 h 580830"/>
                <a:gd name="connsiteX13" fmla="*/ 67137 w 521717"/>
                <a:gd name="connsiteY13" fmla="*/ 290410 h 580830"/>
                <a:gd name="connsiteX14" fmla="*/ 67137 w 521717"/>
                <a:gd name="connsiteY14" fmla="*/ 316444 h 580830"/>
                <a:gd name="connsiteX15" fmla="*/ 82388 w 521717"/>
                <a:gd name="connsiteY15" fmla="*/ 316444 h 580830"/>
                <a:gd name="connsiteX16" fmla="*/ 116442 w 521717"/>
                <a:gd name="connsiteY16" fmla="*/ 350499 h 580830"/>
                <a:gd name="connsiteX17" fmla="*/ 82388 w 521717"/>
                <a:gd name="connsiteY17" fmla="*/ 384553 h 580830"/>
                <a:gd name="connsiteX18" fmla="*/ 34055 w 521717"/>
                <a:gd name="connsiteY18" fmla="*/ 384553 h 580830"/>
                <a:gd name="connsiteX19" fmla="*/ 0 w 521717"/>
                <a:gd name="connsiteY19" fmla="*/ 350499 h 580830"/>
                <a:gd name="connsiteX20" fmla="*/ 34055 w 521717"/>
                <a:gd name="connsiteY20" fmla="*/ 316444 h 580830"/>
                <a:gd name="connsiteX21" fmla="*/ 49320 w 521717"/>
                <a:gd name="connsiteY21" fmla="*/ 316444 h 580830"/>
                <a:gd name="connsiteX22" fmla="*/ 49320 w 521717"/>
                <a:gd name="connsiteY22" fmla="*/ 290410 h 580830"/>
                <a:gd name="connsiteX23" fmla="*/ 58228 w 521717"/>
                <a:gd name="connsiteY23" fmla="*/ 281502 h 580830"/>
                <a:gd name="connsiteX24" fmla="*/ 34055 w 521717"/>
                <a:gd name="connsiteY24" fmla="*/ 214077 h 580830"/>
                <a:gd name="connsiteX25" fmla="*/ 17817 w 521717"/>
                <a:gd name="connsiteY25" fmla="*/ 230315 h 580830"/>
                <a:gd name="connsiteX26" fmla="*/ 34055 w 521717"/>
                <a:gd name="connsiteY26" fmla="*/ 246553 h 580830"/>
                <a:gd name="connsiteX27" fmla="*/ 82395 w 521717"/>
                <a:gd name="connsiteY27" fmla="*/ 246553 h 580830"/>
                <a:gd name="connsiteX28" fmla="*/ 98629 w 521717"/>
                <a:gd name="connsiteY28" fmla="*/ 230319 h 580830"/>
                <a:gd name="connsiteX29" fmla="*/ 82388 w 521717"/>
                <a:gd name="connsiteY29" fmla="*/ 214077 h 580830"/>
                <a:gd name="connsiteX30" fmla="*/ 212549 w 521717"/>
                <a:gd name="connsiteY30" fmla="*/ 168894 h 580830"/>
                <a:gd name="connsiteX31" fmla="*/ 244084 w 521717"/>
                <a:gd name="connsiteY31" fmla="*/ 185998 h 580830"/>
                <a:gd name="connsiteX32" fmla="*/ 262521 w 521717"/>
                <a:gd name="connsiteY32" fmla="*/ 227553 h 580830"/>
                <a:gd name="connsiteX33" fmla="*/ 251047 w 521717"/>
                <a:gd name="connsiteY33" fmla="*/ 266180 h 580830"/>
                <a:gd name="connsiteX34" fmla="*/ 245616 w 521717"/>
                <a:gd name="connsiteY34" fmla="*/ 272437 h 580830"/>
                <a:gd name="connsiteX35" fmla="*/ 268493 w 521717"/>
                <a:gd name="connsiteY35" fmla="*/ 304507 h 580830"/>
                <a:gd name="connsiteX36" fmla="*/ 320262 w 521717"/>
                <a:gd name="connsiteY36" fmla="*/ 340347 h 580830"/>
                <a:gd name="connsiteX37" fmla="*/ 327139 w 521717"/>
                <a:gd name="connsiteY37" fmla="*/ 333698 h 580830"/>
                <a:gd name="connsiteX38" fmla="*/ 329427 w 521717"/>
                <a:gd name="connsiteY38" fmla="*/ 331089 h 580830"/>
                <a:gd name="connsiteX39" fmla="*/ 335285 w 521717"/>
                <a:gd name="connsiteY39" fmla="*/ 324675 h 580830"/>
                <a:gd name="connsiteX40" fmla="*/ 368979 w 521717"/>
                <a:gd name="connsiteY40" fmla="*/ 316416 h 580830"/>
                <a:gd name="connsiteX41" fmla="*/ 410521 w 521717"/>
                <a:gd name="connsiteY41" fmla="*/ 338686 h 580830"/>
                <a:gd name="connsiteX42" fmla="*/ 420812 w 521717"/>
                <a:gd name="connsiteY42" fmla="*/ 357657 h 580830"/>
                <a:gd name="connsiteX43" fmla="*/ 388963 w 521717"/>
                <a:gd name="connsiteY43" fmla="*/ 404102 h 580830"/>
                <a:gd name="connsiteX44" fmla="*/ 352688 w 521717"/>
                <a:gd name="connsiteY44" fmla="*/ 412967 h 580830"/>
                <a:gd name="connsiteX45" fmla="*/ 338520 w 521717"/>
                <a:gd name="connsiteY45" fmla="*/ 411920 h 580830"/>
                <a:gd name="connsiteX46" fmla="*/ 330973 w 521717"/>
                <a:gd name="connsiteY46" fmla="*/ 401829 h 580830"/>
                <a:gd name="connsiteX47" fmla="*/ 341064 w 521717"/>
                <a:gd name="connsiteY47" fmla="*/ 394281 h 580830"/>
                <a:gd name="connsiteX48" fmla="*/ 380403 w 521717"/>
                <a:gd name="connsiteY48" fmla="*/ 388473 h 580830"/>
                <a:gd name="connsiteX49" fmla="*/ 403002 w 521717"/>
                <a:gd name="connsiteY49" fmla="*/ 357258 h 580830"/>
                <a:gd name="connsiteX50" fmla="*/ 401677 w 521717"/>
                <a:gd name="connsiteY50" fmla="*/ 354151 h 580830"/>
                <a:gd name="connsiteX51" fmla="*/ 360556 w 521717"/>
                <a:gd name="connsiteY51" fmla="*/ 332116 h 580830"/>
                <a:gd name="connsiteX52" fmla="*/ 354976 w 521717"/>
                <a:gd name="connsiteY52" fmla="*/ 329771 h 580830"/>
                <a:gd name="connsiteX53" fmla="*/ 348562 w 521717"/>
                <a:gd name="connsiteY53" fmla="*/ 336527 h 580830"/>
                <a:gd name="connsiteX54" fmla="*/ 342383 w 521717"/>
                <a:gd name="connsiteY54" fmla="*/ 343319 h 580830"/>
                <a:gd name="connsiteX55" fmla="*/ 340687 w 521717"/>
                <a:gd name="connsiteY55" fmla="*/ 345264 h 580830"/>
                <a:gd name="connsiteX56" fmla="*/ 316000 w 521717"/>
                <a:gd name="connsiteY56" fmla="*/ 357672 h 580830"/>
                <a:gd name="connsiteX57" fmla="*/ 255223 w 521717"/>
                <a:gd name="connsiteY57" fmla="*/ 316430 h 580830"/>
                <a:gd name="connsiteX58" fmla="*/ 227800 w 521717"/>
                <a:gd name="connsiteY58" fmla="*/ 273050 h 580830"/>
                <a:gd name="connsiteX59" fmla="*/ 238625 w 521717"/>
                <a:gd name="connsiteY59" fmla="*/ 253409 h 580830"/>
                <a:gd name="connsiteX60" fmla="*/ 246037 w 521717"/>
                <a:gd name="connsiteY60" fmla="*/ 234302 h 580830"/>
                <a:gd name="connsiteX61" fmla="*/ 227771 w 521717"/>
                <a:gd name="connsiteY61" fmla="*/ 193182 h 580830"/>
                <a:gd name="connsiteX62" fmla="*/ 217416 w 521717"/>
                <a:gd name="connsiteY62" fmla="*/ 186012 h 580830"/>
                <a:gd name="connsiteX63" fmla="*/ 182495 w 521717"/>
                <a:gd name="connsiteY63" fmla="*/ 241971 h 580830"/>
                <a:gd name="connsiteX64" fmla="*/ 306450 w 521717"/>
                <a:gd name="connsiteY64" fmla="*/ 383406 h 580830"/>
                <a:gd name="connsiteX65" fmla="*/ 310780 w 521717"/>
                <a:gd name="connsiteY65" fmla="*/ 395240 h 580830"/>
                <a:gd name="connsiteX66" fmla="*/ 298946 w 521717"/>
                <a:gd name="connsiteY66" fmla="*/ 399569 h 580830"/>
                <a:gd name="connsiteX67" fmla="*/ 164850 w 521717"/>
                <a:gd name="connsiteY67" fmla="*/ 244436 h 580830"/>
                <a:gd name="connsiteX68" fmla="*/ 212549 w 521717"/>
                <a:gd name="connsiteY68" fmla="*/ 168894 h 580830"/>
                <a:gd name="connsiteX69" fmla="*/ 58228 w 521717"/>
                <a:gd name="connsiteY69" fmla="*/ 162131 h 580830"/>
                <a:gd name="connsiteX70" fmla="*/ 67137 w 521717"/>
                <a:gd name="connsiteY70" fmla="*/ 171039 h 580830"/>
                <a:gd name="connsiteX71" fmla="*/ 67137 w 521717"/>
                <a:gd name="connsiteY71" fmla="*/ 196268 h 580830"/>
                <a:gd name="connsiteX72" fmla="*/ 82388 w 521717"/>
                <a:gd name="connsiteY72" fmla="*/ 196268 h 580830"/>
                <a:gd name="connsiteX73" fmla="*/ 116442 w 521717"/>
                <a:gd name="connsiteY73" fmla="*/ 230322 h 580830"/>
                <a:gd name="connsiteX74" fmla="*/ 82388 w 521717"/>
                <a:gd name="connsiteY74" fmla="*/ 264377 h 580830"/>
                <a:gd name="connsiteX75" fmla="*/ 34055 w 521717"/>
                <a:gd name="connsiteY75" fmla="*/ 264377 h 580830"/>
                <a:gd name="connsiteX76" fmla="*/ 0 w 521717"/>
                <a:gd name="connsiteY76" fmla="*/ 230322 h 580830"/>
                <a:gd name="connsiteX77" fmla="*/ 34055 w 521717"/>
                <a:gd name="connsiteY77" fmla="*/ 196268 h 580830"/>
                <a:gd name="connsiteX78" fmla="*/ 49320 w 521717"/>
                <a:gd name="connsiteY78" fmla="*/ 196268 h 580830"/>
                <a:gd name="connsiteX79" fmla="*/ 49320 w 521717"/>
                <a:gd name="connsiteY79" fmla="*/ 171039 h 580830"/>
                <a:gd name="connsiteX80" fmla="*/ 58228 w 521717"/>
                <a:gd name="connsiteY80" fmla="*/ 162131 h 580830"/>
                <a:gd name="connsiteX81" fmla="*/ 34055 w 521717"/>
                <a:gd name="connsiteY81" fmla="*/ 93901 h 580830"/>
                <a:gd name="connsiteX82" fmla="*/ 17817 w 521717"/>
                <a:gd name="connsiteY82" fmla="*/ 110139 h 580830"/>
                <a:gd name="connsiteX83" fmla="*/ 34055 w 521717"/>
                <a:gd name="connsiteY83" fmla="*/ 126377 h 580830"/>
                <a:gd name="connsiteX84" fmla="*/ 82395 w 521717"/>
                <a:gd name="connsiteY84" fmla="*/ 126377 h 580830"/>
                <a:gd name="connsiteX85" fmla="*/ 98629 w 521717"/>
                <a:gd name="connsiteY85" fmla="*/ 110142 h 580830"/>
                <a:gd name="connsiteX86" fmla="*/ 82388 w 521717"/>
                <a:gd name="connsiteY86" fmla="*/ 93901 h 580830"/>
                <a:gd name="connsiteX87" fmla="*/ 84340 w 521717"/>
                <a:gd name="connsiteY87" fmla="*/ 0 h 580830"/>
                <a:gd name="connsiteX88" fmla="*/ 486690 w 521717"/>
                <a:gd name="connsiteY88" fmla="*/ 0 h 580830"/>
                <a:gd name="connsiteX89" fmla="*/ 521717 w 521717"/>
                <a:gd name="connsiteY89" fmla="*/ 35027 h 580830"/>
                <a:gd name="connsiteX90" fmla="*/ 521717 w 521717"/>
                <a:gd name="connsiteY90" fmla="*/ 545803 h 580830"/>
                <a:gd name="connsiteX91" fmla="*/ 486690 w 521717"/>
                <a:gd name="connsiteY91" fmla="*/ 580830 h 580830"/>
                <a:gd name="connsiteX92" fmla="*/ 84340 w 521717"/>
                <a:gd name="connsiteY92" fmla="*/ 580830 h 580830"/>
                <a:gd name="connsiteX93" fmla="*/ 49320 w 521717"/>
                <a:gd name="connsiteY93" fmla="*/ 545803 h 580830"/>
                <a:gd name="connsiteX94" fmla="*/ 49320 w 521717"/>
                <a:gd name="connsiteY94" fmla="*/ 504739 h 580830"/>
                <a:gd name="connsiteX95" fmla="*/ 34055 w 521717"/>
                <a:gd name="connsiteY95" fmla="*/ 504739 h 580830"/>
                <a:gd name="connsiteX96" fmla="*/ 0 w 521717"/>
                <a:gd name="connsiteY96" fmla="*/ 470684 h 580830"/>
                <a:gd name="connsiteX97" fmla="*/ 34055 w 521717"/>
                <a:gd name="connsiteY97" fmla="*/ 436629 h 580830"/>
                <a:gd name="connsiteX98" fmla="*/ 49320 w 521717"/>
                <a:gd name="connsiteY98" fmla="*/ 436629 h 580830"/>
                <a:gd name="connsiteX99" fmla="*/ 49320 w 521717"/>
                <a:gd name="connsiteY99" fmla="*/ 410674 h 580830"/>
                <a:gd name="connsiteX100" fmla="*/ 58228 w 521717"/>
                <a:gd name="connsiteY100" fmla="*/ 401766 h 580830"/>
                <a:gd name="connsiteX101" fmla="*/ 67137 w 521717"/>
                <a:gd name="connsiteY101" fmla="*/ 410674 h 580830"/>
                <a:gd name="connsiteX102" fmla="*/ 67137 w 521717"/>
                <a:gd name="connsiteY102" fmla="*/ 436622 h 580830"/>
                <a:gd name="connsiteX103" fmla="*/ 82395 w 521717"/>
                <a:gd name="connsiteY103" fmla="*/ 436622 h 580830"/>
                <a:gd name="connsiteX104" fmla="*/ 116449 w 521717"/>
                <a:gd name="connsiteY104" fmla="*/ 470677 h 580830"/>
                <a:gd name="connsiteX105" fmla="*/ 82395 w 521717"/>
                <a:gd name="connsiteY105" fmla="*/ 504732 h 580830"/>
                <a:gd name="connsiteX106" fmla="*/ 67137 w 521717"/>
                <a:gd name="connsiteY106" fmla="*/ 504732 h 580830"/>
                <a:gd name="connsiteX107" fmla="*/ 67137 w 521717"/>
                <a:gd name="connsiteY107" fmla="*/ 545795 h 580830"/>
                <a:gd name="connsiteX108" fmla="*/ 84340 w 521717"/>
                <a:gd name="connsiteY108" fmla="*/ 563006 h 580830"/>
                <a:gd name="connsiteX109" fmla="*/ 486690 w 521717"/>
                <a:gd name="connsiteY109" fmla="*/ 563006 h 580830"/>
                <a:gd name="connsiteX110" fmla="*/ 503900 w 521717"/>
                <a:gd name="connsiteY110" fmla="*/ 545795 h 580830"/>
                <a:gd name="connsiteX111" fmla="*/ 503900 w 521717"/>
                <a:gd name="connsiteY111" fmla="*/ 35027 h 580830"/>
                <a:gd name="connsiteX112" fmla="*/ 486690 w 521717"/>
                <a:gd name="connsiteY112" fmla="*/ 17817 h 580830"/>
                <a:gd name="connsiteX113" fmla="*/ 84340 w 521717"/>
                <a:gd name="connsiteY113" fmla="*/ 17817 h 580830"/>
                <a:gd name="connsiteX114" fmla="*/ 67137 w 521717"/>
                <a:gd name="connsiteY114" fmla="*/ 35027 h 580830"/>
                <a:gd name="connsiteX115" fmla="*/ 67137 w 521717"/>
                <a:gd name="connsiteY115" fmla="*/ 76091 h 580830"/>
                <a:gd name="connsiteX116" fmla="*/ 82388 w 521717"/>
                <a:gd name="connsiteY116" fmla="*/ 76091 h 580830"/>
                <a:gd name="connsiteX117" fmla="*/ 116442 w 521717"/>
                <a:gd name="connsiteY117" fmla="*/ 110146 h 580830"/>
                <a:gd name="connsiteX118" fmla="*/ 82388 w 521717"/>
                <a:gd name="connsiteY118" fmla="*/ 144201 h 580830"/>
                <a:gd name="connsiteX119" fmla="*/ 34055 w 521717"/>
                <a:gd name="connsiteY119" fmla="*/ 144201 h 580830"/>
                <a:gd name="connsiteX120" fmla="*/ 0 w 521717"/>
                <a:gd name="connsiteY120" fmla="*/ 110146 h 580830"/>
                <a:gd name="connsiteX121" fmla="*/ 34055 w 521717"/>
                <a:gd name="connsiteY121" fmla="*/ 76091 h 580830"/>
                <a:gd name="connsiteX122" fmla="*/ 49320 w 521717"/>
                <a:gd name="connsiteY122" fmla="*/ 76091 h 580830"/>
                <a:gd name="connsiteX123" fmla="*/ 49320 w 521717"/>
                <a:gd name="connsiteY123" fmla="*/ 35027 h 580830"/>
                <a:gd name="connsiteX124" fmla="*/ 84340 w 521717"/>
                <a:gd name="connsiteY124" fmla="*/ 0 h 580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521717" h="580830">
                  <a:moveTo>
                    <a:pt x="34055" y="454446"/>
                  </a:moveTo>
                  <a:cubicBezTo>
                    <a:pt x="25094" y="454458"/>
                    <a:pt x="17832" y="461719"/>
                    <a:pt x="17820" y="470680"/>
                  </a:cubicBezTo>
                  <a:cubicBezTo>
                    <a:pt x="17828" y="479644"/>
                    <a:pt x="25091" y="486910"/>
                    <a:pt x="34055" y="486922"/>
                  </a:cubicBezTo>
                  <a:lnTo>
                    <a:pt x="82388" y="486922"/>
                  </a:lnTo>
                  <a:cubicBezTo>
                    <a:pt x="91356" y="486922"/>
                    <a:pt x="98626" y="479652"/>
                    <a:pt x="98626" y="470684"/>
                  </a:cubicBezTo>
                  <a:cubicBezTo>
                    <a:pt x="98626" y="461716"/>
                    <a:pt x="91356" y="454446"/>
                    <a:pt x="82388" y="454446"/>
                  </a:cubicBezTo>
                  <a:close/>
                  <a:moveTo>
                    <a:pt x="34055" y="334261"/>
                  </a:moveTo>
                  <a:cubicBezTo>
                    <a:pt x="25087" y="334261"/>
                    <a:pt x="17817" y="341531"/>
                    <a:pt x="17817" y="350499"/>
                  </a:cubicBezTo>
                  <a:cubicBezTo>
                    <a:pt x="17817" y="359467"/>
                    <a:pt x="25087" y="366737"/>
                    <a:pt x="34055" y="366737"/>
                  </a:cubicBezTo>
                  <a:lnTo>
                    <a:pt x="82388" y="366737"/>
                  </a:lnTo>
                  <a:cubicBezTo>
                    <a:pt x="91356" y="366737"/>
                    <a:pt x="98626" y="359467"/>
                    <a:pt x="98626" y="350499"/>
                  </a:cubicBezTo>
                  <a:cubicBezTo>
                    <a:pt x="98626" y="341531"/>
                    <a:pt x="91356" y="334261"/>
                    <a:pt x="82388" y="334261"/>
                  </a:cubicBezTo>
                  <a:close/>
                  <a:moveTo>
                    <a:pt x="58228" y="281502"/>
                  </a:moveTo>
                  <a:cubicBezTo>
                    <a:pt x="63148" y="281502"/>
                    <a:pt x="67137" y="285490"/>
                    <a:pt x="67137" y="290410"/>
                  </a:cubicBezTo>
                  <a:lnTo>
                    <a:pt x="67137" y="316444"/>
                  </a:lnTo>
                  <a:lnTo>
                    <a:pt x="82388" y="316444"/>
                  </a:lnTo>
                  <a:cubicBezTo>
                    <a:pt x="101196" y="316444"/>
                    <a:pt x="116442" y="331691"/>
                    <a:pt x="116442" y="350499"/>
                  </a:cubicBezTo>
                  <a:cubicBezTo>
                    <a:pt x="116442" y="369307"/>
                    <a:pt x="101196" y="384553"/>
                    <a:pt x="82388" y="384553"/>
                  </a:cubicBezTo>
                  <a:lnTo>
                    <a:pt x="34055" y="384553"/>
                  </a:lnTo>
                  <a:cubicBezTo>
                    <a:pt x="15247" y="384553"/>
                    <a:pt x="0" y="369307"/>
                    <a:pt x="0" y="350499"/>
                  </a:cubicBezTo>
                  <a:cubicBezTo>
                    <a:pt x="0" y="331691"/>
                    <a:pt x="15247" y="316444"/>
                    <a:pt x="34055" y="316444"/>
                  </a:cubicBezTo>
                  <a:lnTo>
                    <a:pt x="49320" y="316444"/>
                  </a:lnTo>
                  <a:lnTo>
                    <a:pt x="49320" y="290410"/>
                  </a:lnTo>
                  <a:cubicBezTo>
                    <a:pt x="49320" y="285490"/>
                    <a:pt x="53308" y="281502"/>
                    <a:pt x="58228" y="281502"/>
                  </a:cubicBezTo>
                  <a:close/>
                  <a:moveTo>
                    <a:pt x="34055" y="214077"/>
                  </a:moveTo>
                  <a:cubicBezTo>
                    <a:pt x="25087" y="214077"/>
                    <a:pt x="17817" y="221347"/>
                    <a:pt x="17817" y="230315"/>
                  </a:cubicBezTo>
                  <a:cubicBezTo>
                    <a:pt x="17817" y="239283"/>
                    <a:pt x="25087" y="246553"/>
                    <a:pt x="34055" y="246553"/>
                  </a:cubicBezTo>
                  <a:lnTo>
                    <a:pt x="82395" y="246553"/>
                  </a:lnTo>
                  <a:cubicBezTo>
                    <a:pt x="91356" y="246542"/>
                    <a:pt x="98617" y="239280"/>
                    <a:pt x="98629" y="230319"/>
                  </a:cubicBezTo>
                  <a:cubicBezTo>
                    <a:pt x="98621" y="221352"/>
                    <a:pt x="91354" y="214085"/>
                    <a:pt x="82388" y="214077"/>
                  </a:cubicBezTo>
                  <a:close/>
                  <a:moveTo>
                    <a:pt x="212549" y="168894"/>
                  </a:moveTo>
                  <a:cubicBezTo>
                    <a:pt x="218955" y="167098"/>
                    <a:pt x="234819" y="165124"/>
                    <a:pt x="244084" y="185998"/>
                  </a:cubicBezTo>
                  <a:lnTo>
                    <a:pt x="262521" y="227553"/>
                  </a:lnTo>
                  <a:cubicBezTo>
                    <a:pt x="270110" y="247651"/>
                    <a:pt x="258173" y="259246"/>
                    <a:pt x="251047" y="266180"/>
                  </a:cubicBezTo>
                  <a:cubicBezTo>
                    <a:pt x="248933" y="267982"/>
                    <a:pt x="247103" y="270091"/>
                    <a:pt x="245616" y="272437"/>
                  </a:cubicBezTo>
                  <a:cubicBezTo>
                    <a:pt x="251890" y="284029"/>
                    <a:pt x="259574" y="294801"/>
                    <a:pt x="268493" y="304507"/>
                  </a:cubicBezTo>
                  <a:cubicBezTo>
                    <a:pt x="277501" y="314541"/>
                    <a:pt x="306522" y="336976"/>
                    <a:pt x="320262" y="340347"/>
                  </a:cubicBezTo>
                  <a:cubicBezTo>
                    <a:pt x="321773" y="340012"/>
                    <a:pt x="325671" y="335422"/>
                    <a:pt x="327139" y="333698"/>
                  </a:cubicBezTo>
                  <a:cubicBezTo>
                    <a:pt x="328001" y="332707"/>
                    <a:pt x="328714" y="331802"/>
                    <a:pt x="329427" y="331089"/>
                  </a:cubicBezTo>
                  <a:cubicBezTo>
                    <a:pt x="331721" y="328709"/>
                    <a:pt x="333610" y="326557"/>
                    <a:pt x="335285" y="324675"/>
                  </a:cubicBezTo>
                  <a:cubicBezTo>
                    <a:pt x="345419" y="313294"/>
                    <a:pt x="351968" y="307308"/>
                    <a:pt x="368979" y="316416"/>
                  </a:cubicBezTo>
                  <a:lnTo>
                    <a:pt x="410521" y="338686"/>
                  </a:lnTo>
                  <a:cubicBezTo>
                    <a:pt x="417251" y="342566"/>
                    <a:pt x="421229" y="349900"/>
                    <a:pt x="420812" y="357657"/>
                  </a:cubicBezTo>
                  <a:cubicBezTo>
                    <a:pt x="420434" y="374455"/>
                    <a:pt x="403686" y="396027"/>
                    <a:pt x="388963" y="404102"/>
                  </a:cubicBezTo>
                  <a:cubicBezTo>
                    <a:pt x="377821" y="410091"/>
                    <a:pt x="365336" y="413142"/>
                    <a:pt x="352688" y="412967"/>
                  </a:cubicBezTo>
                  <a:cubicBezTo>
                    <a:pt x="347946" y="412958"/>
                    <a:pt x="343212" y="412608"/>
                    <a:pt x="338520" y="411920"/>
                  </a:cubicBezTo>
                  <a:cubicBezTo>
                    <a:pt x="333649" y="411217"/>
                    <a:pt x="330270" y="406699"/>
                    <a:pt x="330973" y="401829"/>
                  </a:cubicBezTo>
                  <a:cubicBezTo>
                    <a:pt x="331676" y="396958"/>
                    <a:pt x="336194" y="393579"/>
                    <a:pt x="341064" y="394281"/>
                  </a:cubicBezTo>
                  <a:cubicBezTo>
                    <a:pt x="354459" y="396729"/>
                    <a:pt x="368287" y="394687"/>
                    <a:pt x="380403" y="388473"/>
                  </a:cubicBezTo>
                  <a:cubicBezTo>
                    <a:pt x="390766" y="382800"/>
                    <a:pt x="402803" y="366167"/>
                    <a:pt x="403002" y="357258"/>
                  </a:cubicBezTo>
                  <a:cubicBezTo>
                    <a:pt x="403045" y="354985"/>
                    <a:pt x="402325" y="354543"/>
                    <a:pt x="401677" y="354151"/>
                  </a:cubicBezTo>
                  <a:lnTo>
                    <a:pt x="360556" y="332116"/>
                  </a:lnTo>
                  <a:cubicBezTo>
                    <a:pt x="358854" y="331001"/>
                    <a:pt x="356963" y="330206"/>
                    <a:pt x="354976" y="329771"/>
                  </a:cubicBezTo>
                  <a:cubicBezTo>
                    <a:pt x="352698" y="331886"/>
                    <a:pt x="350556" y="334142"/>
                    <a:pt x="348562" y="336527"/>
                  </a:cubicBezTo>
                  <a:cubicBezTo>
                    <a:pt x="346794" y="338508"/>
                    <a:pt x="344777" y="340775"/>
                    <a:pt x="342383" y="343319"/>
                  </a:cubicBezTo>
                  <a:cubicBezTo>
                    <a:pt x="341877" y="343839"/>
                    <a:pt x="341314" y="344552"/>
                    <a:pt x="340687" y="345264"/>
                  </a:cubicBezTo>
                  <a:cubicBezTo>
                    <a:pt x="336147" y="350609"/>
                    <a:pt x="327702" y="360579"/>
                    <a:pt x="316000" y="357672"/>
                  </a:cubicBezTo>
                  <a:cubicBezTo>
                    <a:pt x="297414" y="353118"/>
                    <a:pt x="265635" y="328032"/>
                    <a:pt x="255223" y="316430"/>
                  </a:cubicBezTo>
                  <a:cubicBezTo>
                    <a:pt x="254952" y="316131"/>
                    <a:pt x="228363" y="286391"/>
                    <a:pt x="227800" y="273050"/>
                  </a:cubicBezTo>
                  <a:cubicBezTo>
                    <a:pt x="228296" y="265216"/>
                    <a:pt x="232266" y="258013"/>
                    <a:pt x="238625" y="253409"/>
                  </a:cubicBezTo>
                  <a:cubicBezTo>
                    <a:pt x="245844" y="246375"/>
                    <a:pt x="249172" y="242633"/>
                    <a:pt x="246037" y="234302"/>
                  </a:cubicBezTo>
                  <a:lnTo>
                    <a:pt x="227771" y="193182"/>
                  </a:lnTo>
                  <a:cubicBezTo>
                    <a:pt x="223773" y="184173"/>
                    <a:pt x="219789" y="185342"/>
                    <a:pt x="217416" y="186012"/>
                  </a:cubicBezTo>
                  <a:cubicBezTo>
                    <a:pt x="201687" y="190516"/>
                    <a:pt x="180129" y="225031"/>
                    <a:pt x="182495" y="241971"/>
                  </a:cubicBezTo>
                  <a:cubicBezTo>
                    <a:pt x="189038" y="288914"/>
                    <a:pt x="248118" y="356325"/>
                    <a:pt x="306450" y="383406"/>
                  </a:cubicBezTo>
                  <a:cubicBezTo>
                    <a:pt x="310914" y="385478"/>
                    <a:pt x="312852" y="390777"/>
                    <a:pt x="310780" y="395240"/>
                  </a:cubicBezTo>
                  <a:cubicBezTo>
                    <a:pt x="308707" y="399703"/>
                    <a:pt x="303409" y="401642"/>
                    <a:pt x="298946" y="399569"/>
                  </a:cubicBezTo>
                  <a:cubicBezTo>
                    <a:pt x="234883" y="369830"/>
                    <a:pt x="172226" y="297338"/>
                    <a:pt x="164850" y="244436"/>
                  </a:cubicBezTo>
                  <a:cubicBezTo>
                    <a:pt x="161201" y="218282"/>
                    <a:pt x="187954" y="175914"/>
                    <a:pt x="212549" y="168894"/>
                  </a:cubicBezTo>
                  <a:close/>
                  <a:moveTo>
                    <a:pt x="58228" y="162131"/>
                  </a:moveTo>
                  <a:cubicBezTo>
                    <a:pt x="63148" y="162131"/>
                    <a:pt x="67137" y="166119"/>
                    <a:pt x="67137" y="171039"/>
                  </a:cubicBezTo>
                  <a:lnTo>
                    <a:pt x="67137" y="196268"/>
                  </a:lnTo>
                  <a:lnTo>
                    <a:pt x="82388" y="196268"/>
                  </a:lnTo>
                  <a:cubicBezTo>
                    <a:pt x="101196" y="196268"/>
                    <a:pt x="116442" y="211514"/>
                    <a:pt x="116442" y="230322"/>
                  </a:cubicBezTo>
                  <a:cubicBezTo>
                    <a:pt x="116442" y="249130"/>
                    <a:pt x="101196" y="264377"/>
                    <a:pt x="82388" y="264377"/>
                  </a:cubicBezTo>
                  <a:lnTo>
                    <a:pt x="34055" y="264377"/>
                  </a:lnTo>
                  <a:cubicBezTo>
                    <a:pt x="15247" y="264377"/>
                    <a:pt x="0" y="249130"/>
                    <a:pt x="0" y="230322"/>
                  </a:cubicBezTo>
                  <a:cubicBezTo>
                    <a:pt x="0" y="211514"/>
                    <a:pt x="15247" y="196268"/>
                    <a:pt x="34055" y="196268"/>
                  </a:cubicBezTo>
                  <a:lnTo>
                    <a:pt x="49320" y="196268"/>
                  </a:lnTo>
                  <a:lnTo>
                    <a:pt x="49320" y="171039"/>
                  </a:lnTo>
                  <a:cubicBezTo>
                    <a:pt x="49320" y="166119"/>
                    <a:pt x="53308" y="162131"/>
                    <a:pt x="58228" y="162131"/>
                  </a:cubicBezTo>
                  <a:close/>
                  <a:moveTo>
                    <a:pt x="34055" y="93901"/>
                  </a:moveTo>
                  <a:cubicBezTo>
                    <a:pt x="25087" y="93901"/>
                    <a:pt x="17817" y="101171"/>
                    <a:pt x="17817" y="110139"/>
                  </a:cubicBezTo>
                  <a:cubicBezTo>
                    <a:pt x="17817" y="119107"/>
                    <a:pt x="25087" y="126377"/>
                    <a:pt x="34055" y="126377"/>
                  </a:cubicBezTo>
                  <a:lnTo>
                    <a:pt x="82395" y="126377"/>
                  </a:lnTo>
                  <a:cubicBezTo>
                    <a:pt x="91356" y="126365"/>
                    <a:pt x="98617" y="119104"/>
                    <a:pt x="98629" y="110142"/>
                  </a:cubicBezTo>
                  <a:cubicBezTo>
                    <a:pt x="98621" y="101176"/>
                    <a:pt x="91354" y="93909"/>
                    <a:pt x="82388" y="93901"/>
                  </a:cubicBezTo>
                  <a:close/>
                  <a:moveTo>
                    <a:pt x="84340" y="0"/>
                  </a:moveTo>
                  <a:lnTo>
                    <a:pt x="486690" y="0"/>
                  </a:lnTo>
                  <a:cubicBezTo>
                    <a:pt x="506025" y="24"/>
                    <a:pt x="521693" y="15692"/>
                    <a:pt x="521717" y="35027"/>
                  </a:cubicBezTo>
                  <a:lnTo>
                    <a:pt x="521717" y="545803"/>
                  </a:lnTo>
                  <a:cubicBezTo>
                    <a:pt x="521693" y="565138"/>
                    <a:pt x="506025" y="580806"/>
                    <a:pt x="486690" y="580830"/>
                  </a:cubicBezTo>
                  <a:lnTo>
                    <a:pt x="84340" y="580830"/>
                  </a:lnTo>
                  <a:cubicBezTo>
                    <a:pt x="65006" y="580806"/>
                    <a:pt x="49340" y="565137"/>
                    <a:pt x="49320" y="545803"/>
                  </a:cubicBezTo>
                  <a:lnTo>
                    <a:pt x="49320" y="504739"/>
                  </a:lnTo>
                  <a:lnTo>
                    <a:pt x="34055" y="504739"/>
                  </a:lnTo>
                  <a:cubicBezTo>
                    <a:pt x="15247" y="504739"/>
                    <a:pt x="0" y="489492"/>
                    <a:pt x="0" y="470684"/>
                  </a:cubicBezTo>
                  <a:cubicBezTo>
                    <a:pt x="0" y="451876"/>
                    <a:pt x="15247" y="436629"/>
                    <a:pt x="34055" y="436629"/>
                  </a:cubicBezTo>
                  <a:lnTo>
                    <a:pt x="49320" y="436629"/>
                  </a:lnTo>
                  <a:lnTo>
                    <a:pt x="49320" y="410674"/>
                  </a:lnTo>
                  <a:cubicBezTo>
                    <a:pt x="49320" y="405754"/>
                    <a:pt x="53308" y="401766"/>
                    <a:pt x="58228" y="401766"/>
                  </a:cubicBezTo>
                  <a:cubicBezTo>
                    <a:pt x="63148" y="401766"/>
                    <a:pt x="67137" y="405754"/>
                    <a:pt x="67137" y="410674"/>
                  </a:cubicBezTo>
                  <a:lnTo>
                    <a:pt x="67137" y="436622"/>
                  </a:lnTo>
                  <a:lnTo>
                    <a:pt x="82395" y="436622"/>
                  </a:lnTo>
                  <a:cubicBezTo>
                    <a:pt x="101203" y="436622"/>
                    <a:pt x="116449" y="451869"/>
                    <a:pt x="116449" y="470677"/>
                  </a:cubicBezTo>
                  <a:cubicBezTo>
                    <a:pt x="116449" y="489485"/>
                    <a:pt x="101203" y="504732"/>
                    <a:pt x="82395" y="504732"/>
                  </a:cubicBezTo>
                  <a:lnTo>
                    <a:pt x="67137" y="504732"/>
                  </a:lnTo>
                  <a:lnTo>
                    <a:pt x="67137" y="545795"/>
                  </a:lnTo>
                  <a:cubicBezTo>
                    <a:pt x="67144" y="555295"/>
                    <a:pt x="74841" y="562994"/>
                    <a:pt x="84340" y="563006"/>
                  </a:cubicBezTo>
                  <a:lnTo>
                    <a:pt x="486690" y="563006"/>
                  </a:lnTo>
                  <a:cubicBezTo>
                    <a:pt x="496192" y="562998"/>
                    <a:pt x="503893" y="555297"/>
                    <a:pt x="503900" y="545795"/>
                  </a:cubicBezTo>
                  <a:lnTo>
                    <a:pt x="503900" y="35027"/>
                  </a:lnTo>
                  <a:cubicBezTo>
                    <a:pt x="503893" y="25525"/>
                    <a:pt x="496192" y="17824"/>
                    <a:pt x="486690" y="17817"/>
                  </a:cubicBezTo>
                  <a:lnTo>
                    <a:pt x="84340" y="17817"/>
                  </a:lnTo>
                  <a:cubicBezTo>
                    <a:pt x="74841" y="17828"/>
                    <a:pt x="67144" y="25528"/>
                    <a:pt x="67137" y="35027"/>
                  </a:cubicBezTo>
                  <a:lnTo>
                    <a:pt x="67137" y="76091"/>
                  </a:lnTo>
                  <a:lnTo>
                    <a:pt x="82388" y="76091"/>
                  </a:lnTo>
                  <a:cubicBezTo>
                    <a:pt x="101196" y="76091"/>
                    <a:pt x="116442" y="91338"/>
                    <a:pt x="116442" y="110146"/>
                  </a:cubicBezTo>
                  <a:cubicBezTo>
                    <a:pt x="116442" y="128954"/>
                    <a:pt x="101196" y="144201"/>
                    <a:pt x="82388" y="144201"/>
                  </a:cubicBezTo>
                  <a:lnTo>
                    <a:pt x="34055" y="144201"/>
                  </a:lnTo>
                  <a:cubicBezTo>
                    <a:pt x="15247" y="144201"/>
                    <a:pt x="0" y="128954"/>
                    <a:pt x="0" y="110146"/>
                  </a:cubicBezTo>
                  <a:cubicBezTo>
                    <a:pt x="0" y="91338"/>
                    <a:pt x="15247" y="76091"/>
                    <a:pt x="34055" y="76091"/>
                  </a:cubicBezTo>
                  <a:lnTo>
                    <a:pt x="49320" y="76091"/>
                  </a:lnTo>
                  <a:lnTo>
                    <a:pt x="49320" y="35027"/>
                  </a:lnTo>
                  <a:cubicBezTo>
                    <a:pt x="49340" y="15693"/>
                    <a:pt x="65006" y="24"/>
                    <a:pt x="84340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06" name="Group 241">
            <a:extLst>
              <a:ext uri="{FF2B5EF4-FFF2-40B4-BE49-F238E27FC236}">
                <a16:creationId xmlns:a16="http://schemas.microsoft.com/office/drawing/2014/main" id="{D0BC4857-EBE4-401C-DCB8-1DB6A57B0C1E}"/>
              </a:ext>
            </a:extLst>
          </p:cNvPr>
          <p:cNvGrpSpPr/>
          <p:nvPr/>
        </p:nvGrpSpPr>
        <p:grpSpPr>
          <a:xfrm>
            <a:off x="9909946" y="4980426"/>
            <a:ext cx="514189" cy="580825"/>
            <a:chOff x="9909946" y="4980426"/>
            <a:chExt cx="514189" cy="580825"/>
          </a:xfrm>
        </p:grpSpPr>
        <p:sp>
          <p:nvSpPr>
            <p:cNvPr id="207" name="Freeform: Shape 181">
              <a:extLst>
                <a:ext uri="{FF2B5EF4-FFF2-40B4-BE49-F238E27FC236}">
                  <a16:creationId xmlns:a16="http://schemas.microsoft.com/office/drawing/2014/main" id="{3FE98DFE-8AF1-D178-D009-648B7B6F811A}"/>
                </a:ext>
              </a:extLst>
            </p:cNvPr>
            <p:cNvSpPr/>
            <p:nvPr/>
          </p:nvSpPr>
          <p:spPr>
            <a:xfrm>
              <a:off x="9991246" y="5072679"/>
              <a:ext cx="349206" cy="334952"/>
            </a:xfrm>
            <a:custGeom>
              <a:avLst/>
              <a:gdLst>
                <a:gd name="connsiteX0" fmla="*/ 130397 w 349205"/>
                <a:gd name="connsiteY0" fmla="*/ 197159 h 334952"/>
                <a:gd name="connsiteX1" fmla="*/ 93338 w 349205"/>
                <a:gd name="connsiteY1" fmla="*/ 141436 h 334952"/>
                <a:gd name="connsiteX2" fmla="*/ 119386 w 349205"/>
                <a:gd name="connsiteY2" fmla="*/ 80247 h 334952"/>
                <a:gd name="connsiteX3" fmla="*/ 92169 w 349205"/>
                <a:gd name="connsiteY3" fmla="*/ 18958 h 334952"/>
                <a:gd name="connsiteX4" fmla="*/ 371 w 349205"/>
                <a:gd name="connsiteY4" fmla="*/ 98014 h 334952"/>
                <a:gd name="connsiteX5" fmla="*/ 311456 w 349205"/>
                <a:gd name="connsiteY5" fmla="*/ 323657 h 334952"/>
                <a:gd name="connsiteX6" fmla="*/ 343327 w 349205"/>
                <a:gd name="connsiteY6" fmla="*/ 250331 h 334952"/>
                <a:gd name="connsiteX7" fmla="*/ 282080 w 349205"/>
                <a:gd name="connsiteY7" fmla="*/ 217470 h 334952"/>
                <a:gd name="connsiteX8" fmla="*/ 239548 w 349205"/>
                <a:gd name="connsiteY8" fmla="*/ 236570 h 334952"/>
                <a:gd name="connsiteX9" fmla="*/ 213351 w 349205"/>
                <a:gd name="connsiteY9" fmla="*/ 253973 h 334952"/>
                <a:gd name="connsiteX10" fmla="*/ 130397 w 349205"/>
                <a:gd name="connsiteY10" fmla="*/ 197152 h 334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205" h="334952">
                  <a:moveTo>
                    <a:pt x="130397" y="197159"/>
                  </a:moveTo>
                  <a:cubicBezTo>
                    <a:pt x="123512" y="189498"/>
                    <a:pt x="93837" y="153316"/>
                    <a:pt x="93338" y="141436"/>
                  </a:cubicBezTo>
                  <a:cubicBezTo>
                    <a:pt x="92575" y="123306"/>
                    <a:pt x="132249" y="114391"/>
                    <a:pt x="119386" y="80247"/>
                  </a:cubicBezTo>
                  <a:lnTo>
                    <a:pt x="92169" y="18958"/>
                  </a:lnTo>
                  <a:cubicBezTo>
                    <a:pt x="65908" y="-40194"/>
                    <a:pt x="-5765" y="53999"/>
                    <a:pt x="371" y="98014"/>
                  </a:cubicBezTo>
                  <a:cubicBezTo>
                    <a:pt x="15494" y="206488"/>
                    <a:pt x="205768" y="381583"/>
                    <a:pt x="311456" y="323657"/>
                  </a:cubicBezTo>
                  <a:cubicBezTo>
                    <a:pt x="335074" y="310715"/>
                    <a:pt x="366845" y="264620"/>
                    <a:pt x="343327" y="250331"/>
                  </a:cubicBezTo>
                  <a:lnTo>
                    <a:pt x="282080" y="217470"/>
                  </a:lnTo>
                  <a:cubicBezTo>
                    <a:pt x="261669" y="206524"/>
                    <a:pt x="260992" y="213750"/>
                    <a:pt x="239548" y="236570"/>
                  </a:cubicBezTo>
                  <a:cubicBezTo>
                    <a:pt x="234210" y="242271"/>
                    <a:pt x="224540" y="256710"/>
                    <a:pt x="213351" y="253973"/>
                  </a:cubicBezTo>
                  <a:cubicBezTo>
                    <a:pt x="189555" y="248151"/>
                    <a:pt x="144650" y="213023"/>
                    <a:pt x="130397" y="197152"/>
                  </a:cubicBezTo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" name="Freeform: Shape 182">
              <a:extLst>
                <a:ext uri="{FF2B5EF4-FFF2-40B4-BE49-F238E27FC236}">
                  <a16:creationId xmlns:a16="http://schemas.microsoft.com/office/drawing/2014/main" id="{1EB171C6-ED00-DF73-F425-6697D9995852}"/>
                </a:ext>
              </a:extLst>
            </p:cNvPr>
            <p:cNvSpPr/>
            <p:nvPr/>
          </p:nvSpPr>
          <p:spPr>
            <a:xfrm>
              <a:off x="9909946" y="4980426"/>
              <a:ext cx="514189" cy="580825"/>
            </a:xfrm>
            <a:custGeom>
              <a:avLst/>
              <a:gdLst>
                <a:gd name="connsiteX0" fmla="*/ 269168 w 514189"/>
                <a:gd name="connsiteY0" fmla="*/ 125705 h 580825"/>
                <a:gd name="connsiteX1" fmla="*/ 394025 w 514189"/>
                <a:gd name="connsiteY1" fmla="*/ 250281 h 580825"/>
                <a:gd name="connsiteX2" fmla="*/ 385117 w 514189"/>
                <a:gd name="connsiteY2" fmla="*/ 259190 h 580825"/>
                <a:gd name="connsiteX3" fmla="*/ 376208 w 514189"/>
                <a:gd name="connsiteY3" fmla="*/ 250281 h 580825"/>
                <a:gd name="connsiteX4" fmla="*/ 372954 w 514189"/>
                <a:gd name="connsiteY4" fmla="*/ 224250 h 580825"/>
                <a:gd name="connsiteX5" fmla="*/ 243132 w 514189"/>
                <a:gd name="connsiteY5" fmla="*/ 146780 h 580825"/>
                <a:gd name="connsiteX6" fmla="*/ 232307 w 514189"/>
                <a:gd name="connsiteY6" fmla="*/ 140330 h 580825"/>
                <a:gd name="connsiteX7" fmla="*/ 238757 w 514189"/>
                <a:gd name="connsiteY7" fmla="*/ 129505 h 580825"/>
                <a:gd name="connsiteX8" fmla="*/ 269168 w 514189"/>
                <a:gd name="connsiteY8" fmla="*/ 125705 h 580825"/>
                <a:gd name="connsiteX9" fmla="*/ 140124 w 514189"/>
                <a:gd name="connsiteY9" fmla="*/ 84785 h 580825"/>
                <a:gd name="connsiteX10" fmla="*/ 181594 w 514189"/>
                <a:gd name="connsiteY10" fmla="*/ 107590 h 580825"/>
                <a:gd name="connsiteX11" fmla="*/ 208810 w 514189"/>
                <a:gd name="connsiteY11" fmla="*/ 168879 h 580825"/>
                <a:gd name="connsiteX12" fmla="*/ 192811 w 514189"/>
                <a:gd name="connsiteY12" fmla="*/ 221083 h 580825"/>
                <a:gd name="connsiteX13" fmla="*/ 183546 w 514189"/>
                <a:gd name="connsiteY13" fmla="*/ 233312 h 580825"/>
                <a:gd name="connsiteX14" fmla="*/ 218331 w 514189"/>
                <a:gd name="connsiteY14" fmla="*/ 283463 h 580825"/>
                <a:gd name="connsiteX15" fmla="*/ 296774 w 514189"/>
                <a:gd name="connsiteY15" fmla="*/ 337582 h 580825"/>
                <a:gd name="connsiteX16" fmla="*/ 311142 w 514189"/>
                <a:gd name="connsiteY16" fmla="*/ 326415 h 580825"/>
                <a:gd name="connsiteX17" fmla="*/ 314370 w 514189"/>
                <a:gd name="connsiteY17" fmla="*/ 322731 h 580825"/>
                <a:gd name="connsiteX18" fmla="*/ 323086 w 514189"/>
                <a:gd name="connsiteY18" fmla="*/ 313145 h 580825"/>
                <a:gd name="connsiteX19" fmla="*/ 367606 w 514189"/>
                <a:gd name="connsiteY19" fmla="*/ 301878 h 580825"/>
                <a:gd name="connsiteX20" fmla="*/ 428845 w 514189"/>
                <a:gd name="connsiteY20" fmla="*/ 334710 h 580825"/>
                <a:gd name="connsiteX21" fmla="*/ 441787 w 514189"/>
                <a:gd name="connsiteY21" fmla="*/ 358827 h 580825"/>
                <a:gd name="connsiteX22" fmla="*/ 397032 w 514189"/>
                <a:gd name="connsiteY22" fmla="*/ 423680 h 580825"/>
                <a:gd name="connsiteX23" fmla="*/ 345563 w 514189"/>
                <a:gd name="connsiteY23" fmla="*/ 436258 h 580825"/>
                <a:gd name="connsiteX24" fmla="*/ 329386 w 514189"/>
                <a:gd name="connsiteY24" fmla="*/ 435289 h 580825"/>
                <a:gd name="connsiteX25" fmla="*/ 321592 w 514189"/>
                <a:gd name="connsiteY25" fmla="*/ 425426 h 580825"/>
                <a:gd name="connsiteX26" fmla="*/ 331460 w 514189"/>
                <a:gd name="connsiteY26" fmla="*/ 417593 h 580825"/>
                <a:gd name="connsiteX27" fmla="*/ 388473 w 514189"/>
                <a:gd name="connsiteY27" fmla="*/ 408079 h 580825"/>
                <a:gd name="connsiteX28" fmla="*/ 423985 w 514189"/>
                <a:gd name="connsiteY28" fmla="*/ 358478 h 580825"/>
                <a:gd name="connsiteX29" fmla="*/ 420008 w 514189"/>
                <a:gd name="connsiteY29" fmla="*/ 350197 h 580825"/>
                <a:gd name="connsiteX30" fmla="*/ 359182 w 514189"/>
                <a:gd name="connsiteY30" fmla="*/ 317599 h 580825"/>
                <a:gd name="connsiteX31" fmla="*/ 336377 w 514189"/>
                <a:gd name="connsiteY31" fmla="*/ 325018 h 580825"/>
                <a:gd name="connsiteX32" fmla="*/ 327348 w 514189"/>
                <a:gd name="connsiteY32" fmla="*/ 334953 h 580825"/>
                <a:gd name="connsiteX33" fmla="*/ 324704 w 514189"/>
                <a:gd name="connsiteY33" fmla="*/ 337974 h 580825"/>
                <a:gd name="connsiteX34" fmla="*/ 292534 w 514189"/>
                <a:gd name="connsiteY34" fmla="*/ 354907 h 580825"/>
                <a:gd name="connsiteX35" fmla="*/ 205069 w 514189"/>
                <a:gd name="connsiteY35" fmla="*/ 295386 h 580825"/>
                <a:gd name="connsiteX36" fmla="*/ 165730 w 514189"/>
                <a:gd name="connsiteY36" fmla="*/ 234096 h 580825"/>
                <a:gd name="connsiteX37" fmla="*/ 180403 w 514189"/>
                <a:gd name="connsiteY37" fmla="*/ 208348 h 580825"/>
                <a:gd name="connsiteX38" fmla="*/ 192348 w 514189"/>
                <a:gd name="connsiteY38" fmla="*/ 175672 h 580825"/>
                <a:gd name="connsiteX39" fmla="*/ 165281 w 514189"/>
                <a:gd name="connsiteY39" fmla="*/ 114845 h 580825"/>
                <a:gd name="connsiteX40" fmla="*/ 144984 w 514189"/>
                <a:gd name="connsiteY40" fmla="*/ 101925 h 580825"/>
                <a:gd name="connsiteX41" fmla="*/ 90444 w 514189"/>
                <a:gd name="connsiteY41" fmla="*/ 189056 h 580825"/>
                <a:gd name="connsiteX42" fmla="*/ 288201 w 514189"/>
                <a:gd name="connsiteY42" fmla="*/ 406233 h 580825"/>
                <a:gd name="connsiteX43" fmla="*/ 293101 w 514189"/>
                <a:gd name="connsiteY43" fmla="*/ 417556 h 580825"/>
                <a:gd name="connsiteX44" fmla="*/ 281645 w 514189"/>
                <a:gd name="connsiteY44" fmla="*/ 422796 h 580825"/>
                <a:gd name="connsiteX45" fmla="*/ 72834 w 514189"/>
                <a:gd name="connsiteY45" fmla="*/ 191515 h 580825"/>
                <a:gd name="connsiteX46" fmla="*/ 140124 w 514189"/>
                <a:gd name="connsiteY46" fmla="*/ 84785 h 580825"/>
                <a:gd name="connsiteX47" fmla="*/ 269444 w 514189"/>
                <a:gd name="connsiteY47" fmla="*/ 77929 h 580825"/>
                <a:gd name="connsiteX48" fmla="*/ 441795 w 514189"/>
                <a:gd name="connsiteY48" fmla="*/ 250280 h 580825"/>
                <a:gd name="connsiteX49" fmla="*/ 432887 w 514189"/>
                <a:gd name="connsiteY49" fmla="*/ 259188 h 580825"/>
                <a:gd name="connsiteX50" fmla="*/ 423978 w 514189"/>
                <a:gd name="connsiteY50" fmla="*/ 250280 h 580825"/>
                <a:gd name="connsiteX51" fmla="*/ 418893 w 514189"/>
                <a:gd name="connsiteY51" fmla="*/ 211114 h 580825"/>
                <a:gd name="connsiteX52" fmla="*/ 229955 w 514189"/>
                <a:gd name="connsiteY52" fmla="*/ 100855 h 580825"/>
                <a:gd name="connsiteX53" fmla="*/ 219212 w 514189"/>
                <a:gd name="connsiteY53" fmla="*/ 94599 h 580825"/>
                <a:gd name="connsiteX54" fmla="*/ 225409 w 514189"/>
                <a:gd name="connsiteY54" fmla="*/ 83630 h 580825"/>
                <a:gd name="connsiteX55" fmla="*/ 269444 w 514189"/>
                <a:gd name="connsiteY55" fmla="*/ 77929 h 580825"/>
                <a:gd name="connsiteX56" fmla="*/ 58895 w 514189"/>
                <a:gd name="connsiteY56" fmla="*/ 0 h 580825"/>
                <a:gd name="connsiteX57" fmla="*/ 455294 w 514189"/>
                <a:gd name="connsiteY57" fmla="*/ 0 h 580825"/>
                <a:gd name="connsiteX58" fmla="*/ 514189 w 514189"/>
                <a:gd name="connsiteY58" fmla="*/ 58888 h 580825"/>
                <a:gd name="connsiteX59" fmla="*/ 514189 w 514189"/>
                <a:gd name="connsiteY59" fmla="*/ 80175 h 580825"/>
                <a:gd name="connsiteX60" fmla="*/ 505280 w 514189"/>
                <a:gd name="connsiteY60" fmla="*/ 89083 h 580825"/>
                <a:gd name="connsiteX61" fmla="*/ 496372 w 514189"/>
                <a:gd name="connsiteY61" fmla="*/ 80175 h 580825"/>
                <a:gd name="connsiteX62" fmla="*/ 496372 w 514189"/>
                <a:gd name="connsiteY62" fmla="*/ 58888 h 580825"/>
                <a:gd name="connsiteX63" fmla="*/ 455294 w 514189"/>
                <a:gd name="connsiteY63" fmla="*/ 17817 h 580825"/>
                <a:gd name="connsiteX64" fmla="*/ 58895 w 514189"/>
                <a:gd name="connsiteY64" fmla="*/ 17817 h 580825"/>
                <a:gd name="connsiteX65" fmla="*/ 17817 w 514189"/>
                <a:gd name="connsiteY65" fmla="*/ 58888 h 580825"/>
                <a:gd name="connsiteX66" fmla="*/ 17817 w 514189"/>
                <a:gd name="connsiteY66" fmla="*/ 455294 h 580825"/>
                <a:gd name="connsiteX67" fmla="*/ 58895 w 514189"/>
                <a:gd name="connsiteY67" fmla="*/ 496365 h 580825"/>
                <a:gd name="connsiteX68" fmla="*/ 69806 w 514189"/>
                <a:gd name="connsiteY68" fmla="*/ 496365 h 580825"/>
                <a:gd name="connsiteX69" fmla="*/ 78714 w 514189"/>
                <a:gd name="connsiteY69" fmla="*/ 505273 h 580825"/>
                <a:gd name="connsiteX70" fmla="*/ 78714 w 514189"/>
                <a:gd name="connsiteY70" fmla="*/ 550413 h 580825"/>
                <a:gd name="connsiteX71" fmla="*/ 130147 w 514189"/>
                <a:gd name="connsiteY71" fmla="*/ 498980 h 580825"/>
                <a:gd name="connsiteX72" fmla="*/ 136447 w 514189"/>
                <a:gd name="connsiteY72" fmla="*/ 496372 h 580825"/>
                <a:gd name="connsiteX73" fmla="*/ 455294 w 514189"/>
                <a:gd name="connsiteY73" fmla="*/ 496372 h 580825"/>
                <a:gd name="connsiteX74" fmla="*/ 496372 w 514189"/>
                <a:gd name="connsiteY74" fmla="*/ 455294 h 580825"/>
                <a:gd name="connsiteX75" fmla="*/ 496372 w 514189"/>
                <a:gd name="connsiteY75" fmla="*/ 124125 h 580825"/>
                <a:gd name="connsiteX76" fmla="*/ 505280 w 514189"/>
                <a:gd name="connsiteY76" fmla="*/ 115217 h 580825"/>
                <a:gd name="connsiteX77" fmla="*/ 514189 w 514189"/>
                <a:gd name="connsiteY77" fmla="*/ 124125 h 580825"/>
                <a:gd name="connsiteX78" fmla="*/ 514189 w 514189"/>
                <a:gd name="connsiteY78" fmla="*/ 455301 h 580825"/>
                <a:gd name="connsiteX79" fmla="*/ 455294 w 514189"/>
                <a:gd name="connsiteY79" fmla="*/ 514189 h 580825"/>
                <a:gd name="connsiteX80" fmla="*/ 140138 w 514189"/>
                <a:gd name="connsiteY80" fmla="*/ 514189 h 580825"/>
                <a:gd name="connsiteX81" fmla="*/ 76105 w 514189"/>
                <a:gd name="connsiteY81" fmla="*/ 578215 h 580825"/>
                <a:gd name="connsiteX82" fmla="*/ 69804 w 514189"/>
                <a:gd name="connsiteY82" fmla="*/ 580825 h 580825"/>
                <a:gd name="connsiteX83" fmla="*/ 60897 w 514189"/>
                <a:gd name="connsiteY83" fmla="*/ 571915 h 580825"/>
                <a:gd name="connsiteX84" fmla="*/ 60897 w 514189"/>
                <a:gd name="connsiteY84" fmla="*/ 514189 h 580825"/>
                <a:gd name="connsiteX85" fmla="*/ 58895 w 514189"/>
                <a:gd name="connsiteY85" fmla="*/ 514189 h 580825"/>
                <a:gd name="connsiteX86" fmla="*/ 0 w 514189"/>
                <a:gd name="connsiteY86" fmla="*/ 455294 h 580825"/>
                <a:gd name="connsiteX87" fmla="*/ 0 w 514189"/>
                <a:gd name="connsiteY87" fmla="*/ 58888 h 580825"/>
                <a:gd name="connsiteX88" fmla="*/ 58895 w 514189"/>
                <a:gd name="connsiteY88" fmla="*/ 0 h 58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514189" h="580825">
                  <a:moveTo>
                    <a:pt x="269168" y="125705"/>
                  </a:moveTo>
                  <a:cubicBezTo>
                    <a:pt x="338047" y="125627"/>
                    <a:pt x="393947" y="181403"/>
                    <a:pt x="394025" y="250281"/>
                  </a:cubicBezTo>
                  <a:cubicBezTo>
                    <a:pt x="394025" y="255201"/>
                    <a:pt x="390036" y="259190"/>
                    <a:pt x="385117" y="259190"/>
                  </a:cubicBezTo>
                  <a:cubicBezTo>
                    <a:pt x="380197" y="259190"/>
                    <a:pt x="376208" y="255201"/>
                    <a:pt x="376208" y="250281"/>
                  </a:cubicBezTo>
                  <a:cubicBezTo>
                    <a:pt x="376196" y="241504"/>
                    <a:pt x="375103" y="232761"/>
                    <a:pt x="372954" y="224250"/>
                  </a:cubicBezTo>
                  <a:cubicBezTo>
                    <a:pt x="358497" y="167008"/>
                    <a:pt x="300374" y="132323"/>
                    <a:pt x="243132" y="146780"/>
                  </a:cubicBezTo>
                  <a:cubicBezTo>
                    <a:pt x="238362" y="147988"/>
                    <a:pt x="233515" y="145101"/>
                    <a:pt x="232307" y="140330"/>
                  </a:cubicBezTo>
                  <a:cubicBezTo>
                    <a:pt x="231099" y="135560"/>
                    <a:pt x="233986" y="130713"/>
                    <a:pt x="238757" y="129505"/>
                  </a:cubicBezTo>
                  <a:cubicBezTo>
                    <a:pt x="248699" y="126993"/>
                    <a:pt x="258913" y="125717"/>
                    <a:pt x="269168" y="125705"/>
                  </a:cubicBezTo>
                  <a:close/>
                  <a:moveTo>
                    <a:pt x="140124" y="84785"/>
                  </a:moveTo>
                  <a:cubicBezTo>
                    <a:pt x="157826" y="79739"/>
                    <a:pt x="172913" y="88042"/>
                    <a:pt x="181594" y="107590"/>
                  </a:cubicBezTo>
                  <a:lnTo>
                    <a:pt x="208810" y="168879"/>
                  </a:lnTo>
                  <a:cubicBezTo>
                    <a:pt x="218930" y="195691"/>
                    <a:pt x="203209" y="210970"/>
                    <a:pt x="192811" y="221083"/>
                  </a:cubicBezTo>
                  <a:cubicBezTo>
                    <a:pt x="188207" y="225587"/>
                    <a:pt x="183418" y="230248"/>
                    <a:pt x="183546" y="233312"/>
                  </a:cubicBezTo>
                  <a:cubicBezTo>
                    <a:pt x="184188" y="240211"/>
                    <a:pt x="205375" y="269038"/>
                    <a:pt x="218331" y="283463"/>
                  </a:cubicBezTo>
                  <a:cubicBezTo>
                    <a:pt x="231744" y="298386"/>
                    <a:pt x="275081" y="332273"/>
                    <a:pt x="296774" y="337582"/>
                  </a:cubicBezTo>
                  <a:cubicBezTo>
                    <a:pt x="300758" y="338530"/>
                    <a:pt x="307785" y="330363"/>
                    <a:pt x="311142" y="326415"/>
                  </a:cubicBezTo>
                  <a:cubicBezTo>
                    <a:pt x="312332" y="325011"/>
                    <a:pt x="313415" y="323743"/>
                    <a:pt x="314370" y="322731"/>
                  </a:cubicBezTo>
                  <a:cubicBezTo>
                    <a:pt x="317748" y="319139"/>
                    <a:pt x="320592" y="315939"/>
                    <a:pt x="323086" y="313145"/>
                  </a:cubicBezTo>
                  <a:cubicBezTo>
                    <a:pt x="337781" y="296661"/>
                    <a:pt x="345214" y="289870"/>
                    <a:pt x="367606" y="301878"/>
                  </a:cubicBezTo>
                  <a:lnTo>
                    <a:pt x="428845" y="334710"/>
                  </a:lnTo>
                  <a:cubicBezTo>
                    <a:pt x="437342" y="339685"/>
                    <a:pt x="442340" y="348997"/>
                    <a:pt x="441787" y="358827"/>
                  </a:cubicBezTo>
                  <a:cubicBezTo>
                    <a:pt x="441274" y="381818"/>
                    <a:pt x="417307" y="412569"/>
                    <a:pt x="397032" y="423680"/>
                  </a:cubicBezTo>
                  <a:cubicBezTo>
                    <a:pt x="381223" y="432176"/>
                    <a:pt x="363510" y="436505"/>
                    <a:pt x="345563" y="436258"/>
                  </a:cubicBezTo>
                  <a:cubicBezTo>
                    <a:pt x="340157" y="436248"/>
                    <a:pt x="334755" y="435924"/>
                    <a:pt x="329386" y="435289"/>
                  </a:cubicBezTo>
                  <a:cubicBezTo>
                    <a:pt x="324516" y="434707"/>
                    <a:pt x="321032" y="430298"/>
                    <a:pt x="321592" y="425426"/>
                  </a:cubicBezTo>
                  <a:cubicBezTo>
                    <a:pt x="322154" y="420538"/>
                    <a:pt x="326572" y="417031"/>
                    <a:pt x="331460" y="417593"/>
                  </a:cubicBezTo>
                  <a:cubicBezTo>
                    <a:pt x="350992" y="420506"/>
                    <a:pt x="370945" y="417177"/>
                    <a:pt x="388473" y="408079"/>
                  </a:cubicBezTo>
                  <a:cubicBezTo>
                    <a:pt x="403674" y="399748"/>
                    <a:pt x="423622" y="374185"/>
                    <a:pt x="423985" y="358478"/>
                  </a:cubicBezTo>
                  <a:cubicBezTo>
                    <a:pt x="424479" y="355164"/>
                    <a:pt x="422903" y="351883"/>
                    <a:pt x="420008" y="350197"/>
                  </a:cubicBezTo>
                  <a:lnTo>
                    <a:pt x="359182" y="317599"/>
                  </a:lnTo>
                  <a:cubicBezTo>
                    <a:pt x="348222" y="311720"/>
                    <a:pt x="348222" y="311727"/>
                    <a:pt x="336377" y="325018"/>
                  </a:cubicBezTo>
                  <a:cubicBezTo>
                    <a:pt x="333797" y="327912"/>
                    <a:pt x="330847" y="331233"/>
                    <a:pt x="327348" y="334953"/>
                  </a:cubicBezTo>
                  <a:cubicBezTo>
                    <a:pt x="326564" y="335779"/>
                    <a:pt x="325680" y="336827"/>
                    <a:pt x="324704" y="337974"/>
                  </a:cubicBezTo>
                  <a:cubicBezTo>
                    <a:pt x="318190" y="345643"/>
                    <a:pt x="307229" y="358471"/>
                    <a:pt x="292534" y="354907"/>
                  </a:cubicBezTo>
                  <a:cubicBezTo>
                    <a:pt x="266935" y="348643"/>
                    <a:pt x="220491" y="312547"/>
                    <a:pt x="205069" y="295386"/>
                  </a:cubicBezTo>
                  <a:cubicBezTo>
                    <a:pt x="204684" y="294972"/>
                    <a:pt x="166442" y="251678"/>
                    <a:pt x="165730" y="234096"/>
                  </a:cubicBezTo>
                  <a:cubicBezTo>
                    <a:pt x="165266" y="223064"/>
                    <a:pt x="173277" y="215246"/>
                    <a:pt x="180403" y="208348"/>
                  </a:cubicBezTo>
                  <a:cubicBezTo>
                    <a:pt x="191414" y="197644"/>
                    <a:pt x="197878" y="190339"/>
                    <a:pt x="192348" y="175672"/>
                  </a:cubicBezTo>
                  <a:lnTo>
                    <a:pt x="165281" y="114845"/>
                  </a:lnTo>
                  <a:cubicBezTo>
                    <a:pt x="158753" y="100129"/>
                    <a:pt x="150999" y="100207"/>
                    <a:pt x="144984" y="101925"/>
                  </a:cubicBezTo>
                  <a:cubicBezTo>
                    <a:pt x="119214" y="109286"/>
                    <a:pt x="86588" y="161404"/>
                    <a:pt x="90444" y="189056"/>
                  </a:cubicBezTo>
                  <a:cubicBezTo>
                    <a:pt x="100770" y="263244"/>
                    <a:pt x="198740" y="370814"/>
                    <a:pt x="288201" y="406233"/>
                  </a:cubicBezTo>
                  <a:cubicBezTo>
                    <a:pt x="292607" y="408083"/>
                    <a:pt x="294769" y="413078"/>
                    <a:pt x="293101" y="417556"/>
                  </a:cubicBezTo>
                  <a:cubicBezTo>
                    <a:pt x="291385" y="422167"/>
                    <a:pt x="286255" y="424513"/>
                    <a:pt x="281645" y="422796"/>
                  </a:cubicBezTo>
                  <a:cubicBezTo>
                    <a:pt x="185599" y="384754"/>
                    <a:pt x="84101" y="272352"/>
                    <a:pt x="72834" y="191515"/>
                  </a:cubicBezTo>
                  <a:cubicBezTo>
                    <a:pt x="67788" y="155339"/>
                    <a:pt x="106151" y="94484"/>
                    <a:pt x="140124" y="84785"/>
                  </a:cubicBezTo>
                  <a:close/>
                  <a:moveTo>
                    <a:pt x="269444" y="77929"/>
                  </a:moveTo>
                  <a:cubicBezTo>
                    <a:pt x="364585" y="78039"/>
                    <a:pt x="441685" y="155139"/>
                    <a:pt x="441795" y="250280"/>
                  </a:cubicBezTo>
                  <a:cubicBezTo>
                    <a:pt x="441795" y="255200"/>
                    <a:pt x="437807" y="259188"/>
                    <a:pt x="432887" y="259188"/>
                  </a:cubicBezTo>
                  <a:cubicBezTo>
                    <a:pt x="427967" y="259188"/>
                    <a:pt x="423978" y="255200"/>
                    <a:pt x="423978" y="250280"/>
                  </a:cubicBezTo>
                  <a:cubicBezTo>
                    <a:pt x="423964" y="237061"/>
                    <a:pt x="422254" y="223898"/>
                    <a:pt x="418893" y="211114"/>
                  </a:cubicBezTo>
                  <a:cubicBezTo>
                    <a:pt x="397166" y="128494"/>
                    <a:pt x="312576" y="79129"/>
                    <a:pt x="229955" y="100855"/>
                  </a:cubicBezTo>
                  <a:cubicBezTo>
                    <a:pt x="225270" y="102027"/>
                    <a:pt x="220505" y="99252"/>
                    <a:pt x="219212" y="94599"/>
                  </a:cubicBezTo>
                  <a:cubicBezTo>
                    <a:pt x="217894" y="89859"/>
                    <a:pt x="220668" y="84948"/>
                    <a:pt x="225409" y="83630"/>
                  </a:cubicBezTo>
                  <a:cubicBezTo>
                    <a:pt x="239781" y="79844"/>
                    <a:pt x="254582" y="77928"/>
                    <a:pt x="269444" y="77929"/>
                  </a:cubicBezTo>
                  <a:close/>
                  <a:moveTo>
                    <a:pt x="58895" y="0"/>
                  </a:moveTo>
                  <a:lnTo>
                    <a:pt x="455294" y="0"/>
                  </a:lnTo>
                  <a:cubicBezTo>
                    <a:pt x="487803" y="35"/>
                    <a:pt x="514149" y="26378"/>
                    <a:pt x="514189" y="58888"/>
                  </a:cubicBezTo>
                  <a:lnTo>
                    <a:pt x="514189" y="80175"/>
                  </a:lnTo>
                  <a:cubicBezTo>
                    <a:pt x="514189" y="85095"/>
                    <a:pt x="510200" y="89083"/>
                    <a:pt x="505280" y="89083"/>
                  </a:cubicBezTo>
                  <a:cubicBezTo>
                    <a:pt x="500360" y="89083"/>
                    <a:pt x="496372" y="85095"/>
                    <a:pt x="496372" y="80175"/>
                  </a:cubicBezTo>
                  <a:lnTo>
                    <a:pt x="496372" y="58888"/>
                  </a:lnTo>
                  <a:cubicBezTo>
                    <a:pt x="496345" y="36213"/>
                    <a:pt x="477968" y="17840"/>
                    <a:pt x="455294" y="17817"/>
                  </a:cubicBezTo>
                  <a:lnTo>
                    <a:pt x="58895" y="17817"/>
                  </a:lnTo>
                  <a:cubicBezTo>
                    <a:pt x="36220" y="17840"/>
                    <a:pt x="17844" y="36213"/>
                    <a:pt x="17817" y="58888"/>
                  </a:cubicBezTo>
                  <a:lnTo>
                    <a:pt x="17817" y="455294"/>
                  </a:lnTo>
                  <a:cubicBezTo>
                    <a:pt x="17844" y="477968"/>
                    <a:pt x="36220" y="496341"/>
                    <a:pt x="58895" y="496365"/>
                  </a:cubicBezTo>
                  <a:lnTo>
                    <a:pt x="69806" y="496365"/>
                  </a:lnTo>
                  <a:cubicBezTo>
                    <a:pt x="74725" y="496365"/>
                    <a:pt x="78714" y="500353"/>
                    <a:pt x="78714" y="505273"/>
                  </a:cubicBezTo>
                  <a:lnTo>
                    <a:pt x="78714" y="550413"/>
                  </a:lnTo>
                  <a:lnTo>
                    <a:pt x="130147" y="498980"/>
                  </a:lnTo>
                  <a:cubicBezTo>
                    <a:pt x="131818" y="497310"/>
                    <a:pt x="134084" y="496372"/>
                    <a:pt x="136447" y="496372"/>
                  </a:cubicBezTo>
                  <a:lnTo>
                    <a:pt x="455294" y="496372"/>
                  </a:lnTo>
                  <a:cubicBezTo>
                    <a:pt x="477971" y="496349"/>
                    <a:pt x="496349" y="477971"/>
                    <a:pt x="496372" y="455294"/>
                  </a:cubicBezTo>
                  <a:lnTo>
                    <a:pt x="496372" y="124125"/>
                  </a:lnTo>
                  <a:cubicBezTo>
                    <a:pt x="496372" y="119205"/>
                    <a:pt x="500360" y="115217"/>
                    <a:pt x="505280" y="115217"/>
                  </a:cubicBezTo>
                  <a:cubicBezTo>
                    <a:pt x="510200" y="115217"/>
                    <a:pt x="514189" y="119205"/>
                    <a:pt x="514189" y="124125"/>
                  </a:cubicBezTo>
                  <a:lnTo>
                    <a:pt x="514189" y="455301"/>
                  </a:lnTo>
                  <a:cubicBezTo>
                    <a:pt x="514149" y="487810"/>
                    <a:pt x="487803" y="514153"/>
                    <a:pt x="455294" y="514189"/>
                  </a:cubicBezTo>
                  <a:lnTo>
                    <a:pt x="140138" y="514189"/>
                  </a:lnTo>
                  <a:lnTo>
                    <a:pt x="76105" y="578215"/>
                  </a:lnTo>
                  <a:cubicBezTo>
                    <a:pt x="74434" y="579886"/>
                    <a:pt x="72167" y="580825"/>
                    <a:pt x="69804" y="580825"/>
                  </a:cubicBezTo>
                  <a:cubicBezTo>
                    <a:pt x="64884" y="580824"/>
                    <a:pt x="60896" y="576834"/>
                    <a:pt x="60897" y="571915"/>
                  </a:cubicBezTo>
                  <a:lnTo>
                    <a:pt x="60897" y="514189"/>
                  </a:lnTo>
                  <a:lnTo>
                    <a:pt x="58895" y="514189"/>
                  </a:lnTo>
                  <a:cubicBezTo>
                    <a:pt x="26383" y="514153"/>
                    <a:pt x="35" y="487806"/>
                    <a:pt x="0" y="455294"/>
                  </a:cubicBezTo>
                  <a:lnTo>
                    <a:pt x="0" y="58888"/>
                  </a:lnTo>
                  <a:cubicBezTo>
                    <a:pt x="39" y="26378"/>
                    <a:pt x="26385" y="35"/>
                    <a:pt x="58895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09" name="Group 240">
            <a:extLst>
              <a:ext uri="{FF2B5EF4-FFF2-40B4-BE49-F238E27FC236}">
                <a16:creationId xmlns:a16="http://schemas.microsoft.com/office/drawing/2014/main" id="{96E4AB93-BB66-68A3-3C21-FE85D9B73EA0}"/>
              </a:ext>
            </a:extLst>
          </p:cNvPr>
          <p:cNvGrpSpPr/>
          <p:nvPr/>
        </p:nvGrpSpPr>
        <p:grpSpPr>
          <a:xfrm>
            <a:off x="8892619" y="4980426"/>
            <a:ext cx="514183" cy="580825"/>
            <a:chOff x="8892619" y="4980426"/>
            <a:chExt cx="514183" cy="580825"/>
          </a:xfrm>
        </p:grpSpPr>
        <p:sp>
          <p:nvSpPr>
            <p:cNvPr id="210" name="Freeform: Shape 184">
              <a:extLst>
                <a:ext uri="{FF2B5EF4-FFF2-40B4-BE49-F238E27FC236}">
                  <a16:creationId xmlns:a16="http://schemas.microsoft.com/office/drawing/2014/main" id="{CCE547DB-785D-05DA-1B3C-405101F34FE1}"/>
                </a:ext>
              </a:extLst>
            </p:cNvPr>
            <p:cNvSpPr/>
            <p:nvPr/>
          </p:nvSpPr>
          <p:spPr>
            <a:xfrm>
              <a:off x="9042813" y="5057876"/>
              <a:ext cx="213861" cy="372185"/>
            </a:xfrm>
            <a:custGeom>
              <a:avLst/>
              <a:gdLst>
                <a:gd name="connsiteX0" fmla="*/ 106901 w 213861"/>
                <a:gd name="connsiteY0" fmla="*/ 318164 h 372185"/>
                <a:gd name="connsiteX1" fmla="*/ 133911 w 213861"/>
                <a:gd name="connsiteY1" fmla="*/ 345175 h 372185"/>
                <a:gd name="connsiteX2" fmla="*/ 106901 w 213861"/>
                <a:gd name="connsiteY2" fmla="*/ 372185 h 372185"/>
                <a:gd name="connsiteX3" fmla="*/ 79890 w 213861"/>
                <a:gd name="connsiteY3" fmla="*/ 345175 h 372185"/>
                <a:gd name="connsiteX4" fmla="*/ 106901 w 213861"/>
                <a:gd name="connsiteY4" fmla="*/ 318164 h 372185"/>
                <a:gd name="connsiteX5" fmla="*/ 106919 w 213861"/>
                <a:gd name="connsiteY5" fmla="*/ 0 h 372185"/>
                <a:gd name="connsiteX6" fmla="*/ 111040 w 213861"/>
                <a:gd name="connsiteY6" fmla="*/ 80 h 372185"/>
                <a:gd name="connsiteX7" fmla="*/ 213782 w 213861"/>
                <a:gd name="connsiteY7" fmla="*/ 110983 h 372185"/>
                <a:gd name="connsiteX8" fmla="*/ 156651 w 213861"/>
                <a:gd name="connsiteY8" fmla="*/ 201551 h 372185"/>
                <a:gd name="connsiteX9" fmla="*/ 133945 w 213861"/>
                <a:gd name="connsiteY9" fmla="*/ 237554 h 372185"/>
                <a:gd name="connsiteX10" fmla="*/ 133945 w 213861"/>
                <a:gd name="connsiteY10" fmla="*/ 257146 h 372185"/>
                <a:gd name="connsiteX11" fmla="*/ 106907 w 213861"/>
                <a:gd name="connsiteY11" fmla="*/ 284127 h 372185"/>
                <a:gd name="connsiteX12" fmla="*/ 106900 w 213861"/>
                <a:gd name="connsiteY12" fmla="*/ 284127 h 372185"/>
                <a:gd name="connsiteX13" fmla="*/ 79897 w 213861"/>
                <a:gd name="connsiteY13" fmla="*/ 257117 h 372185"/>
                <a:gd name="connsiteX14" fmla="*/ 79897 w 213861"/>
                <a:gd name="connsiteY14" fmla="*/ 237554 h 372185"/>
                <a:gd name="connsiteX15" fmla="*/ 131472 w 213861"/>
                <a:gd name="connsiteY15" fmla="*/ 153745 h 372185"/>
                <a:gd name="connsiteX16" fmla="*/ 159751 w 213861"/>
                <a:gd name="connsiteY16" fmla="*/ 104806 h 372185"/>
                <a:gd name="connsiteX17" fmla="*/ 108981 w 213861"/>
                <a:gd name="connsiteY17" fmla="*/ 54036 h 372185"/>
                <a:gd name="connsiteX18" fmla="*/ 54054 w 213861"/>
                <a:gd name="connsiteY18" fmla="*/ 104801 h 372185"/>
                <a:gd name="connsiteX19" fmla="*/ 54013 w 213861"/>
                <a:gd name="connsiteY19" fmla="*/ 106880 h 372185"/>
                <a:gd name="connsiteX20" fmla="*/ 27006 w 213861"/>
                <a:gd name="connsiteY20" fmla="*/ 133887 h 372185"/>
                <a:gd name="connsiteX21" fmla="*/ 0 w 213861"/>
                <a:gd name="connsiteY21" fmla="*/ 106880 h 372185"/>
                <a:gd name="connsiteX22" fmla="*/ 106919 w 213861"/>
                <a:gd name="connsiteY22" fmla="*/ 0 h 372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3861" h="372185">
                  <a:moveTo>
                    <a:pt x="106901" y="318164"/>
                  </a:moveTo>
                  <a:cubicBezTo>
                    <a:pt x="121818" y="318164"/>
                    <a:pt x="133911" y="330257"/>
                    <a:pt x="133911" y="345175"/>
                  </a:cubicBezTo>
                  <a:cubicBezTo>
                    <a:pt x="133911" y="360092"/>
                    <a:pt x="121818" y="372185"/>
                    <a:pt x="106901" y="372185"/>
                  </a:cubicBezTo>
                  <a:cubicBezTo>
                    <a:pt x="91983" y="372185"/>
                    <a:pt x="79890" y="360092"/>
                    <a:pt x="79890" y="345175"/>
                  </a:cubicBezTo>
                  <a:cubicBezTo>
                    <a:pt x="79890" y="330257"/>
                    <a:pt x="91983" y="318164"/>
                    <a:pt x="106901" y="318164"/>
                  </a:cubicBezTo>
                  <a:close/>
                  <a:moveTo>
                    <a:pt x="106919" y="0"/>
                  </a:moveTo>
                  <a:cubicBezTo>
                    <a:pt x="108293" y="0"/>
                    <a:pt x="109667" y="27"/>
                    <a:pt x="111040" y="80"/>
                  </a:cubicBezTo>
                  <a:cubicBezTo>
                    <a:pt x="170036" y="2334"/>
                    <a:pt x="216035" y="51987"/>
                    <a:pt x="213782" y="110983"/>
                  </a:cubicBezTo>
                  <a:cubicBezTo>
                    <a:pt x="212321" y="149221"/>
                    <a:pt x="190532" y="183763"/>
                    <a:pt x="156651" y="201551"/>
                  </a:cubicBezTo>
                  <a:cubicBezTo>
                    <a:pt x="142973" y="208393"/>
                    <a:pt x="134226" y="222263"/>
                    <a:pt x="133945" y="237554"/>
                  </a:cubicBezTo>
                  <a:lnTo>
                    <a:pt x="133945" y="257146"/>
                  </a:lnTo>
                  <a:cubicBezTo>
                    <a:pt x="133930" y="272063"/>
                    <a:pt x="121824" y="284143"/>
                    <a:pt x="106907" y="284127"/>
                  </a:cubicBezTo>
                  <a:cubicBezTo>
                    <a:pt x="106905" y="284127"/>
                    <a:pt x="106902" y="284127"/>
                    <a:pt x="106900" y="284127"/>
                  </a:cubicBezTo>
                  <a:cubicBezTo>
                    <a:pt x="91985" y="284123"/>
                    <a:pt x="79897" y="272032"/>
                    <a:pt x="79897" y="257117"/>
                  </a:cubicBezTo>
                  <a:lnTo>
                    <a:pt x="79897" y="237554"/>
                  </a:lnTo>
                  <a:cubicBezTo>
                    <a:pt x="80144" y="202194"/>
                    <a:pt x="100018" y="169900"/>
                    <a:pt x="131472" y="153745"/>
                  </a:cubicBezTo>
                  <a:cubicBezTo>
                    <a:pt x="149605" y="144311"/>
                    <a:pt x="160632" y="125228"/>
                    <a:pt x="159751" y="104806"/>
                  </a:cubicBezTo>
                  <a:cubicBezTo>
                    <a:pt x="158292" y="77394"/>
                    <a:pt x="136393" y="55495"/>
                    <a:pt x="108981" y="54036"/>
                  </a:cubicBezTo>
                  <a:cubicBezTo>
                    <a:pt x="79795" y="52887"/>
                    <a:pt x="55203" y="75615"/>
                    <a:pt x="54054" y="104801"/>
                  </a:cubicBezTo>
                  <a:cubicBezTo>
                    <a:pt x="54027" y="105494"/>
                    <a:pt x="54013" y="106187"/>
                    <a:pt x="54013" y="106880"/>
                  </a:cubicBezTo>
                  <a:cubicBezTo>
                    <a:pt x="54013" y="121795"/>
                    <a:pt x="41922" y="133887"/>
                    <a:pt x="27006" y="133887"/>
                  </a:cubicBezTo>
                  <a:cubicBezTo>
                    <a:pt x="12091" y="133887"/>
                    <a:pt x="0" y="121795"/>
                    <a:pt x="0" y="106880"/>
                  </a:cubicBezTo>
                  <a:cubicBezTo>
                    <a:pt x="11" y="47841"/>
                    <a:pt x="47880" y="-11"/>
                    <a:pt x="106919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" name="Freeform: Shape 185">
              <a:extLst>
                <a:ext uri="{FF2B5EF4-FFF2-40B4-BE49-F238E27FC236}">
                  <a16:creationId xmlns:a16="http://schemas.microsoft.com/office/drawing/2014/main" id="{DAAD73C8-9E87-A96B-DBA2-D4EEBE4C5B48}"/>
                </a:ext>
              </a:extLst>
            </p:cNvPr>
            <p:cNvSpPr/>
            <p:nvPr/>
          </p:nvSpPr>
          <p:spPr>
            <a:xfrm>
              <a:off x="8892619" y="4980426"/>
              <a:ext cx="514183" cy="580825"/>
            </a:xfrm>
            <a:custGeom>
              <a:avLst/>
              <a:gdLst>
                <a:gd name="connsiteX0" fmla="*/ 257093 w 514182"/>
                <a:gd name="connsiteY0" fmla="*/ 404523 h 580825"/>
                <a:gd name="connsiteX1" fmla="*/ 238992 w 514182"/>
                <a:gd name="connsiteY1" fmla="*/ 422624 h 580825"/>
                <a:gd name="connsiteX2" fmla="*/ 257093 w 514182"/>
                <a:gd name="connsiteY2" fmla="*/ 440726 h 580825"/>
                <a:gd name="connsiteX3" fmla="*/ 275195 w 514182"/>
                <a:gd name="connsiteY3" fmla="*/ 422624 h 580825"/>
                <a:gd name="connsiteX4" fmla="*/ 257093 w 514182"/>
                <a:gd name="connsiteY4" fmla="*/ 404523 h 580825"/>
                <a:gd name="connsiteX5" fmla="*/ 257093 w 514182"/>
                <a:gd name="connsiteY5" fmla="*/ 386706 h 580825"/>
                <a:gd name="connsiteX6" fmla="*/ 293012 w 514182"/>
                <a:gd name="connsiteY6" fmla="*/ 422624 h 580825"/>
                <a:gd name="connsiteX7" fmla="*/ 257093 w 514182"/>
                <a:gd name="connsiteY7" fmla="*/ 458543 h 580825"/>
                <a:gd name="connsiteX8" fmla="*/ 221175 w 514182"/>
                <a:gd name="connsiteY8" fmla="*/ 422624 h 580825"/>
                <a:gd name="connsiteX9" fmla="*/ 257093 w 514182"/>
                <a:gd name="connsiteY9" fmla="*/ 386706 h 580825"/>
                <a:gd name="connsiteX10" fmla="*/ 265888 w 514182"/>
                <a:gd name="connsiteY10" fmla="*/ 68868 h 580825"/>
                <a:gd name="connsiteX11" fmla="*/ 359387 w 514182"/>
                <a:gd name="connsiteY11" fmla="*/ 130339 h 580825"/>
                <a:gd name="connsiteX12" fmla="*/ 310965 w 514182"/>
                <a:gd name="connsiteY12" fmla="*/ 286890 h 580825"/>
                <a:gd name="connsiteX13" fmla="*/ 293013 w 514182"/>
                <a:gd name="connsiteY13" fmla="*/ 315004 h 580825"/>
                <a:gd name="connsiteX14" fmla="*/ 293013 w 514182"/>
                <a:gd name="connsiteY14" fmla="*/ 334596 h 580825"/>
                <a:gd name="connsiteX15" fmla="*/ 293013 w 514182"/>
                <a:gd name="connsiteY15" fmla="*/ 335607 h 580825"/>
                <a:gd name="connsiteX16" fmla="*/ 256592 w 514182"/>
                <a:gd name="connsiteY16" fmla="*/ 371016 h 580825"/>
                <a:gd name="connsiteX17" fmla="*/ 221182 w 514182"/>
                <a:gd name="connsiteY17" fmla="*/ 334596 h 580825"/>
                <a:gd name="connsiteX18" fmla="*/ 221182 w 514182"/>
                <a:gd name="connsiteY18" fmla="*/ 315004 h 580825"/>
                <a:gd name="connsiteX19" fmla="*/ 277520 w 514182"/>
                <a:gd name="connsiteY19" fmla="*/ 223313 h 580825"/>
                <a:gd name="connsiteX20" fmla="*/ 301038 w 514182"/>
                <a:gd name="connsiteY20" fmla="*/ 182591 h 580825"/>
                <a:gd name="connsiteX21" fmla="*/ 258834 w 514182"/>
                <a:gd name="connsiteY21" fmla="*/ 140401 h 580825"/>
                <a:gd name="connsiteX22" fmla="*/ 257081 w 514182"/>
                <a:gd name="connsiteY22" fmla="*/ 140367 h 580825"/>
                <a:gd name="connsiteX23" fmla="*/ 213115 w 514182"/>
                <a:gd name="connsiteY23" fmla="*/ 184344 h 580825"/>
                <a:gd name="connsiteX24" fmla="*/ 213115 w 514182"/>
                <a:gd name="connsiteY24" fmla="*/ 185356 h 580825"/>
                <a:gd name="connsiteX25" fmla="*/ 176694 w 514182"/>
                <a:gd name="connsiteY25" fmla="*/ 220765 h 580825"/>
                <a:gd name="connsiteX26" fmla="*/ 141286 w 514182"/>
                <a:gd name="connsiteY26" fmla="*/ 184344 h 580825"/>
                <a:gd name="connsiteX27" fmla="*/ 176791 w 514182"/>
                <a:gd name="connsiteY27" fmla="*/ 100934 h 580825"/>
                <a:gd name="connsiteX28" fmla="*/ 177211 w 514182"/>
                <a:gd name="connsiteY28" fmla="*/ 100529 h 580825"/>
                <a:gd name="connsiteX29" fmla="*/ 189793 w 514182"/>
                <a:gd name="connsiteY29" fmla="*/ 101181 h 580825"/>
                <a:gd name="connsiteX30" fmla="*/ 189141 w 514182"/>
                <a:gd name="connsiteY30" fmla="*/ 113762 h 580825"/>
                <a:gd name="connsiteX31" fmla="*/ 159102 w 514182"/>
                <a:gd name="connsiteY31" fmla="*/ 184366 h 580825"/>
                <a:gd name="connsiteX32" fmla="*/ 159102 w 514182"/>
                <a:gd name="connsiteY32" fmla="*/ 185084 h 580825"/>
                <a:gd name="connsiteX33" fmla="*/ 177560 w 514182"/>
                <a:gd name="connsiteY33" fmla="*/ 202823 h 580825"/>
                <a:gd name="connsiteX34" fmla="*/ 195298 w 514182"/>
                <a:gd name="connsiteY34" fmla="*/ 184366 h 580825"/>
                <a:gd name="connsiteX35" fmla="*/ 195346 w 514182"/>
                <a:gd name="connsiteY35" fmla="*/ 181931 h 580825"/>
                <a:gd name="connsiteX36" fmla="*/ 259518 w 514182"/>
                <a:gd name="connsiteY36" fmla="*/ 122621 h 580825"/>
                <a:gd name="connsiteX37" fmla="*/ 318847 w 514182"/>
                <a:gd name="connsiteY37" fmla="*/ 181936 h 580825"/>
                <a:gd name="connsiteX38" fmla="*/ 285815 w 514182"/>
                <a:gd name="connsiteY38" fmla="*/ 239098 h 580825"/>
                <a:gd name="connsiteX39" fmla="*/ 239006 w 514182"/>
                <a:gd name="connsiteY39" fmla="*/ 315004 h 580825"/>
                <a:gd name="connsiteX40" fmla="*/ 239006 w 514182"/>
                <a:gd name="connsiteY40" fmla="*/ 334596 h 580825"/>
                <a:gd name="connsiteX41" fmla="*/ 239006 w 514182"/>
                <a:gd name="connsiteY41" fmla="*/ 335314 h 580825"/>
                <a:gd name="connsiteX42" fmla="*/ 257464 w 514182"/>
                <a:gd name="connsiteY42" fmla="*/ 353053 h 580825"/>
                <a:gd name="connsiteX43" fmla="*/ 275203 w 514182"/>
                <a:gd name="connsiteY43" fmla="*/ 334596 h 580825"/>
                <a:gd name="connsiteX44" fmla="*/ 275203 w 514182"/>
                <a:gd name="connsiteY44" fmla="*/ 315004 h 580825"/>
                <a:gd name="connsiteX45" fmla="*/ 302670 w 514182"/>
                <a:gd name="connsiteY45" fmla="*/ 271118 h 580825"/>
                <a:gd name="connsiteX46" fmla="*/ 351638 w 514182"/>
                <a:gd name="connsiteY46" fmla="*/ 158583 h 580825"/>
                <a:gd name="connsiteX47" fmla="*/ 231281 w 514182"/>
                <a:gd name="connsiteY47" fmla="*/ 89745 h 580825"/>
                <a:gd name="connsiteX48" fmla="*/ 230755 w 514182"/>
                <a:gd name="connsiteY48" fmla="*/ 89888 h 580825"/>
                <a:gd name="connsiteX49" fmla="*/ 220025 w 514182"/>
                <a:gd name="connsiteY49" fmla="*/ 83286 h 580825"/>
                <a:gd name="connsiteX50" fmla="*/ 226627 w 514182"/>
                <a:gd name="connsiteY50" fmla="*/ 72556 h 580825"/>
                <a:gd name="connsiteX51" fmla="*/ 265888 w 514182"/>
                <a:gd name="connsiteY51" fmla="*/ 68868 h 580825"/>
                <a:gd name="connsiteX52" fmla="*/ 58895 w 514182"/>
                <a:gd name="connsiteY52" fmla="*/ 0 h 580825"/>
                <a:gd name="connsiteX53" fmla="*/ 455294 w 514182"/>
                <a:gd name="connsiteY53" fmla="*/ 0 h 580825"/>
                <a:gd name="connsiteX54" fmla="*/ 514182 w 514182"/>
                <a:gd name="connsiteY54" fmla="*/ 58895 h 580825"/>
                <a:gd name="connsiteX55" fmla="*/ 514182 w 514182"/>
                <a:gd name="connsiteY55" fmla="*/ 89083 h 580825"/>
                <a:gd name="connsiteX56" fmla="*/ 505273 w 514182"/>
                <a:gd name="connsiteY56" fmla="*/ 97991 h 580825"/>
                <a:gd name="connsiteX57" fmla="*/ 496365 w 514182"/>
                <a:gd name="connsiteY57" fmla="*/ 89083 h 580825"/>
                <a:gd name="connsiteX58" fmla="*/ 496365 w 514182"/>
                <a:gd name="connsiteY58" fmla="*/ 58895 h 580825"/>
                <a:gd name="connsiteX59" fmla="*/ 455294 w 514182"/>
                <a:gd name="connsiteY59" fmla="*/ 17817 h 580825"/>
                <a:gd name="connsiteX60" fmla="*/ 58895 w 514182"/>
                <a:gd name="connsiteY60" fmla="*/ 17817 h 580825"/>
                <a:gd name="connsiteX61" fmla="*/ 17817 w 514182"/>
                <a:gd name="connsiteY61" fmla="*/ 58895 h 580825"/>
                <a:gd name="connsiteX62" fmla="*/ 17817 w 514182"/>
                <a:gd name="connsiteY62" fmla="*/ 455287 h 580825"/>
                <a:gd name="connsiteX63" fmla="*/ 58895 w 514182"/>
                <a:gd name="connsiteY63" fmla="*/ 496365 h 580825"/>
                <a:gd name="connsiteX64" fmla="*/ 69806 w 514182"/>
                <a:gd name="connsiteY64" fmla="*/ 496365 h 580825"/>
                <a:gd name="connsiteX65" fmla="*/ 78714 w 514182"/>
                <a:gd name="connsiteY65" fmla="*/ 505273 h 580825"/>
                <a:gd name="connsiteX66" fmla="*/ 78714 w 514182"/>
                <a:gd name="connsiteY66" fmla="*/ 550413 h 580825"/>
                <a:gd name="connsiteX67" fmla="*/ 130147 w 514182"/>
                <a:gd name="connsiteY67" fmla="*/ 498980 h 580825"/>
                <a:gd name="connsiteX68" fmla="*/ 136447 w 514182"/>
                <a:gd name="connsiteY68" fmla="*/ 496372 h 580825"/>
                <a:gd name="connsiteX69" fmla="*/ 455294 w 514182"/>
                <a:gd name="connsiteY69" fmla="*/ 496372 h 580825"/>
                <a:gd name="connsiteX70" fmla="*/ 496365 w 514182"/>
                <a:gd name="connsiteY70" fmla="*/ 455294 h 580825"/>
                <a:gd name="connsiteX71" fmla="*/ 496365 w 514182"/>
                <a:gd name="connsiteY71" fmla="*/ 134515 h 580825"/>
                <a:gd name="connsiteX72" fmla="*/ 505273 w 514182"/>
                <a:gd name="connsiteY72" fmla="*/ 125607 h 580825"/>
                <a:gd name="connsiteX73" fmla="*/ 514182 w 514182"/>
                <a:gd name="connsiteY73" fmla="*/ 134515 h 580825"/>
                <a:gd name="connsiteX74" fmla="*/ 514182 w 514182"/>
                <a:gd name="connsiteY74" fmla="*/ 455294 h 580825"/>
                <a:gd name="connsiteX75" fmla="*/ 455294 w 514182"/>
                <a:gd name="connsiteY75" fmla="*/ 514189 h 580825"/>
                <a:gd name="connsiteX76" fmla="*/ 140138 w 514182"/>
                <a:gd name="connsiteY76" fmla="*/ 514189 h 580825"/>
                <a:gd name="connsiteX77" fmla="*/ 76105 w 514182"/>
                <a:gd name="connsiteY77" fmla="*/ 578215 h 580825"/>
                <a:gd name="connsiteX78" fmla="*/ 69804 w 514182"/>
                <a:gd name="connsiteY78" fmla="*/ 580825 h 580825"/>
                <a:gd name="connsiteX79" fmla="*/ 60897 w 514182"/>
                <a:gd name="connsiteY79" fmla="*/ 571915 h 580825"/>
                <a:gd name="connsiteX80" fmla="*/ 60897 w 514182"/>
                <a:gd name="connsiteY80" fmla="*/ 514189 h 580825"/>
                <a:gd name="connsiteX81" fmla="*/ 58895 w 514182"/>
                <a:gd name="connsiteY81" fmla="*/ 514189 h 580825"/>
                <a:gd name="connsiteX82" fmla="*/ 0 w 514182"/>
                <a:gd name="connsiteY82" fmla="*/ 455294 h 580825"/>
                <a:gd name="connsiteX83" fmla="*/ 0 w 514182"/>
                <a:gd name="connsiteY83" fmla="*/ 58895 h 580825"/>
                <a:gd name="connsiteX84" fmla="*/ 58895 w 514182"/>
                <a:gd name="connsiteY84" fmla="*/ 0 h 58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514182" h="580825">
                  <a:moveTo>
                    <a:pt x="257093" y="404523"/>
                  </a:moveTo>
                  <a:cubicBezTo>
                    <a:pt x="247096" y="404523"/>
                    <a:pt x="238992" y="412627"/>
                    <a:pt x="238992" y="422624"/>
                  </a:cubicBezTo>
                  <a:cubicBezTo>
                    <a:pt x="238992" y="432622"/>
                    <a:pt x="247096" y="440726"/>
                    <a:pt x="257093" y="440726"/>
                  </a:cubicBezTo>
                  <a:cubicBezTo>
                    <a:pt x="267086" y="440714"/>
                    <a:pt x="275183" y="432617"/>
                    <a:pt x="275195" y="422624"/>
                  </a:cubicBezTo>
                  <a:cubicBezTo>
                    <a:pt x="275195" y="412627"/>
                    <a:pt x="267091" y="404523"/>
                    <a:pt x="257093" y="404523"/>
                  </a:cubicBezTo>
                  <a:close/>
                  <a:moveTo>
                    <a:pt x="257093" y="386706"/>
                  </a:moveTo>
                  <a:cubicBezTo>
                    <a:pt x="276922" y="386726"/>
                    <a:pt x="292992" y="402795"/>
                    <a:pt x="293012" y="422624"/>
                  </a:cubicBezTo>
                  <a:cubicBezTo>
                    <a:pt x="293012" y="442461"/>
                    <a:pt x="276930" y="458543"/>
                    <a:pt x="257093" y="458543"/>
                  </a:cubicBezTo>
                  <a:cubicBezTo>
                    <a:pt x="237256" y="458543"/>
                    <a:pt x="221175" y="442461"/>
                    <a:pt x="221175" y="422624"/>
                  </a:cubicBezTo>
                  <a:cubicBezTo>
                    <a:pt x="221175" y="402787"/>
                    <a:pt x="237256" y="386706"/>
                    <a:pt x="257093" y="386706"/>
                  </a:cubicBezTo>
                  <a:close/>
                  <a:moveTo>
                    <a:pt x="265888" y="68868"/>
                  </a:moveTo>
                  <a:cubicBezTo>
                    <a:pt x="304656" y="71892"/>
                    <a:pt x="340419" y="94383"/>
                    <a:pt x="359387" y="130339"/>
                  </a:cubicBezTo>
                  <a:cubicBezTo>
                    <a:pt x="389246" y="186941"/>
                    <a:pt x="367566" y="257031"/>
                    <a:pt x="310965" y="286890"/>
                  </a:cubicBezTo>
                  <a:cubicBezTo>
                    <a:pt x="300219" y="292194"/>
                    <a:pt x="293304" y="303024"/>
                    <a:pt x="293013" y="315004"/>
                  </a:cubicBezTo>
                  <a:lnTo>
                    <a:pt x="293013" y="334596"/>
                  </a:lnTo>
                  <a:cubicBezTo>
                    <a:pt x="293018" y="334933"/>
                    <a:pt x="293018" y="335270"/>
                    <a:pt x="293013" y="335607"/>
                  </a:cubicBezTo>
                  <a:cubicBezTo>
                    <a:pt x="292734" y="355443"/>
                    <a:pt x="276427" y="371296"/>
                    <a:pt x="256592" y="371016"/>
                  </a:cubicBezTo>
                  <a:cubicBezTo>
                    <a:pt x="236756" y="370737"/>
                    <a:pt x="220903" y="354431"/>
                    <a:pt x="221182" y="334596"/>
                  </a:cubicBezTo>
                  <a:lnTo>
                    <a:pt x="221182" y="315004"/>
                  </a:lnTo>
                  <a:cubicBezTo>
                    <a:pt x="221427" y="276336"/>
                    <a:pt x="243134" y="241006"/>
                    <a:pt x="277520" y="223313"/>
                  </a:cubicBezTo>
                  <a:cubicBezTo>
                    <a:pt x="292606" y="215463"/>
                    <a:pt x="301778" y="199582"/>
                    <a:pt x="301038" y="182591"/>
                  </a:cubicBezTo>
                  <a:cubicBezTo>
                    <a:pt x="299817" y="159810"/>
                    <a:pt x="281615" y="141614"/>
                    <a:pt x="258834" y="140401"/>
                  </a:cubicBezTo>
                  <a:cubicBezTo>
                    <a:pt x="258250" y="140378"/>
                    <a:pt x="257666" y="140367"/>
                    <a:pt x="257081" y="140367"/>
                  </a:cubicBezTo>
                  <a:cubicBezTo>
                    <a:pt x="232796" y="140370"/>
                    <a:pt x="213112" y="160060"/>
                    <a:pt x="213115" y="184344"/>
                  </a:cubicBezTo>
                  <a:cubicBezTo>
                    <a:pt x="213120" y="184682"/>
                    <a:pt x="213120" y="185019"/>
                    <a:pt x="213115" y="185356"/>
                  </a:cubicBezTo>
                  <a:cubicBezTo>
                    <a:pt x="212836" y="205191"/>
                    <a:pt x="196530" y="221045"/>
                    <a:pt x="176694" y="220765"/>
                  </a:cubicBezTo>
                  <a:cubicBezTo>
                    <a:pt x="156859" y="220486"/>
                    <a:pt x="141006" y="204180"/>
                    <a:pt x="141286" y="184344"/>
                  </a:cubicBezTo>
                  <a:cubicBezTo>
                    <a:pt x="141178" y="152848"/>
                    <a:pt x="154015" y="122690"/>
                    <a:pt x="176791" y="100934"/>
                  </a:cubicBezTo>
                  <a:cubicBezTo>
                    <a:pt x="176926" y="100795"/>
                    <a:pt x="177067" y="100660"/>
                    <a:pt x="177211" y="100529"/>
                  </a:cubicBezTo>
                  <a:cubicBezTo>
                    <a:pt x="180865" y="97235"/>
                    <a:pt x="186498" y="97527"/>
                    <a:pt x="189793" y="101181"/>
                  </a:cubicBezTo>
                  <a:cubicBezTo>
                    <a:pt x="193087" y="104835"/>
                    <a:pt x="192795" y="110468"/>
                    <a:pt x="189141" y="113762"/>
                  </a:cubicBezTo>
                  <a:cubicBezTo>
                    <a:pt x="169867" y="132180"/>
                    <a:pt x="159006" y="157707"/>
                    <a:pt x="159102" y="184366"/>
                  </a:cubicBezTo>
                  <a:cubicBezTo>
                    <a:pt x="159097" y="184605"/>
                    <a:pt x="159097" y="184845"/>
                    <a:pt x="159102" y="185084"/>
                  </a:cubicBezTo>
                  <a:cubicBezTo>
                    <a:pt x="159301" y="195079"/>
                    <a:pt x="167564" y="203021"/>
                    <a:pt x="177560" y="202823"/>
                  </a:cubicBezTo>
                  <a:cubicBezTo>
                    <a:pt x="187555" y="202625"/>
                    <a:pt x="195497" y="194361"/>
                    <a:pt x="195298" y="184366"/>
                  </a:cubicBezTo>
                  <a:cubicBezTo>
                    <a:pt x="195298" y="183554"/>
                    <a:pt x="195314" y="182742"/>
                    <a:pt x="195346" y="181931"/>
                  </a:cubicBezTo>
                  <a:cubicBezTo>
                    <a:pt x="196688" y="147832"/>
                    <a:pt x="225419" y="121278"/>
                    <a:pt x="259518" y="122621"/>
                  </a:cubicBezTo>
                  <a:cubicBezTo>
                    <a:pt x="291546" y="124327"/>
                    <a:pt x="317133" y="149908"/>
                    <a:pt x="318847" y="181936"/>
                  </a:cubicBezTo>
                  <a:cubicBezTo>
                    <a:pt x="319877" y="205789"/>
                    <a:pt x="306996" y="228080"/>
                    <a:pt x="285815" y="239098"/>
                  </a:cubicBezTo>
                  <a:cubicBezTo>
                    <a:pt x="257301" y="253717"/>
                    <a:pt x="239266" y="282963"/>
                    <a:pt x="239006" y="315004"/>
                  </a:cubicBezTo>
                  <a:lnTo>
                    <a:pt x="239006" y="334596"/>
                  </a:lnTo>
                  <a:cubicBezTo>
                    <a:pt x="239001" y="334835"/>
                    <a:pt x="239001" y="335074"/>
                    <a:pt x="239006" y="335314"/>
                  </a:cubicBezTo>
                  <a:cubicBezTo>
                    <a:pt x="239205" y="345309"/>
                    <a:pt x="247468" y="353251"/>
                    <a:pt x="257464" y="353053"/>
                  </a:cubicBezTo>
                  <a:cubicBezTo>
                    <a:pt x="267460" y="352855"/>
                    <a:pt x="275402" y="344591"/>
                    <a:pt x="275203" y="334596"/>
                  </a:cubicBezTo>
                  <a:lnTo>
                    <a:pt x="275203" y="315004"/>
                  </a:lnTo>
                  <a:cubicBezTo>
                    <a:pt x="275477" y="296404"/>
                    <a:pt x="286059" y="279495"/>
                    <a:pt x="302670" y="271118"/>
                  </a:cubicBezTo>
                  <a:cubicBezTo>
                    <a:pt x="343356" y="249725"/>
                    <a:pt x="363715" y="202936"/>
                    <a:pt x="351638" y="158583"/>
                  </a:cubicBezTo>
                  <a:cubicBezTo>
                    <a:pt x="337412" y="106339"/>
                    <a:pt x="283526" y="75519"/>
                    <a:pt x="231281" y="89745"/>
                  </a:cubicBezTo>
                  <a:cubicBezTo>
                    <a:pt x="231107" y="89798"/>
                    <a:pt x="230932" y="89846"/>
                    <a:pt x="230755" y="89888"/>
                  </a:cubicBezTo>
                  <a:cubicBezTo>
                    <a:pt x="225969" y="91028"/>
                    <a:pt x="221165" y="88072"/>
                    <a:pt x="220025" y="83286"/>
                  </a:cubicBezTo>
                  <a:cubicBezTo>
                    <a:pt x="218885" y="78500"/>
                    <a:pt x="221841" y="73696"/>
                    <a:pt x="226627" y="72556"/>
                  </a:cubicBezTo>
                  <a:cubicBezTo>
                    <a:pt x="239708" y="69016"/>
                    <a:pt x="252965" y="67861"/>
                    <a:pt x="265888" y="68868"/>
                  </a:cubicBezTo>
                  <a:close/>
                  <a:moveTo>
                    <a:pt x="58895" y="0"/>
                  </a:moveTo>
                  <a:lnTo>
                    <a:pt x="455294" y="0"/>
                  </a:lnTo>
                  <a:cubicBezTo>
                    <a:pt x="487803" y="39"/>
                    <a:pt x="514146" y="26385"/>
                    <a:pt x="514182" y="58895"/>
                  </a:cubicBezTo>
                  <a:lnTo>
                    <a:pt x="514182" y="89083"/>
                  </a:lnTo>
                  <a:cubicBezTo>
                    <a:pt x="514182" y="94003"/>
                    <a:pt x="510193" y="97991"/>
                    <a:pt x="505273" y="97991"/>
                  </a:cubicBezTo>
                  <a:cubicBezTo>
                    <a:pt x="500353" y="97991"/>
                    <a:pt x="496365" y="94003"/>
                    <a:pt x="496365" y="89083"/>
                  </a:cubicBezTo>
                  <a:lnTo>
                    <a:pt x="496365" y="58895"/>
                  </a:lnTo>
                  <a:cubicBezTo>
                    <a:pt x="496341" y="36220"/>
                    <a:pt x="477968" y="17844"/>
                    <a:pt x="455294" y="17817"/>
                  </a:cubicBezTo>
                  <a:lnTo>
                    <a:pt x="58895" y="17817"/>
                  </a:lnTo>
                  <a:cubicBezTo>
                    <a:pt x="36218" y="17840"/>
                    <a:pt x="17840" y="36218"/>
                    <a:pt x="17817" y="58895"/>
                  </a:cubicBezTo>
                  <a:lnTo>
                    <a:pt x="17817" y="455287"/>
                  </a:lnTo>
                  <a:cubicBezTo>
                    <a:pt x="17840" y="477964"/>
                    <a:pt x="36218" y="496341"/>
                    <a:pt x="58895" y="496365"/>
                  </a:cubicBezTo>
                  <a:lnTo>
                    <a:pt x="69806" y="496365"/>
                  </a:lnTo>
                  <a:cubicBezTo>
                    <a:pt x="74725" y="496365"/>
                    <a:pt x="78714" y="500353"/>
                    <a:pt x="78714" y="505273"/>
                  </a:cubicBezTo>
                  <a:lnTo>
                    <a:pt x="78714" y="550413"/>
                  </a:lnTo>
                  <a:lnTo>
                    <a:pt x="130147" y="498980"/>
                  </a:lnTo>
                  <a:cubicBezTo>
                    <a:pt x="131818" y="497310"/>
                    <a:pt x="134084" y="496372"/>
                    <a:pt x="136447" y="496372"/>
                  </a:cubicBezTo>
                  <a:lnTo>
                    <a:pt x="455294" y="496372"/>
                  </a:lnTo>
                  <a:cubicBezTo>
                    <a:pt x="477968" y="496345"/>
                    <a:pt x="496341" y="477968"/>
                    <a:pt x="496365" y="455294"/>
                  </a:cubicBezTo>
                  <a:lnTo>
                    <a:pt x="496365" y="134515"/>
                  </a:lnTo>
                  <a:cubicBezTo>
                    <a:pt x="496365" y="129596"/>
                    <a:pt x="500353" y="125607"/>
                    <a:pt x="505273" y="125607"/>
                  </a:cubicBezTo>
                  <a:cubicBezTo>
                    <a:pt x="510193" y="125607"/>
                    <a:pt x="514182" y="129596"/>
                    <a:pt x="514182" y="134515"/>
                  </a:cubicBezTo>
                  <a:lnTo>
                    <a:pt x="514182" y="455294"/>
                  </a:lnTo>
                  <a:cubicBezTo>
                    <a:pt x="514146" y="487803"/>
                    <a:pt x="487803" y="514149"/>
                    <a:pt x="455294" y="514189"/>
                  </a:cubicBezTo>
                  <a:lnTo>
                    <a:pt x="140138" y="514189"/>
                  </a:lnTo>
                  <a:lnTo>
                    <a:pt x="76105" y="578215"/>
                  </a:lnTo>
                  <a:cubicBezTo>
                    <a:pt x="74434" y="579886"/>
                    <a:pt x="72167" y="580825"/>
                    <a:pt x="69804" y="580825"/>
                  </a:cubicBezTo>
                  <a:cubicBezTo>
                    <a:pt x="64884" y="580824"/>
                    <a:pt x="60896" y="576834"/>
                    <a:pt x="60897" y="571915"/>
                  </a:cubicBezTo>
                  <a:lnTo>
                    <a:pt x="60897" y="514189"/>
                  </a:lnTo>
                  <a:lnTo>
                    <a:pt x="58895" y="514189"/>
                  </a:lnTo>
                  <a:cubicBezTo>
                    <a:pt x="26383" y="514153"/>
                    <a:pt x="35" y="487806"/>
                    <a:pt x="0" y="455294"/>
                  </a:cubicBezTo>
                  <a:lnTo>
                    <a:pt x="0" y="58895"/>
                  </a:lnTo>
                  <a:cubicBezTo>
                    <a:pt x="35" y="26383"/>
                    <a:pt x="26383" y="35"/>
                    <a:pt x="58895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12" name="Group 239">
            <a:extLst>
              <a:ext uri="{FF2B5EF4-FFF2-40B4-BE49-F238E27FC236}">
                <a16:creationId xmlns:a16="http://schemas.microsoft.com/office/drawing/2014/main" id="{EA647CBC-7EC5-4B15-28B0-2C5266AECA98}"/>
              </a:ext>
            </a:extLst>
          </p:cNvPr>
          <p:cNvGrpSpPr/>
          <p:nvPr/>
        </p:nvGrpSpPr>
        <p:grpSpPr>
          <a:xfrm>
            <a:off x="7845539" y="4980435"/>
            <a:ext cx="573659" cy="580812"/>
            <a:chOff x="7845539" y="4980435"/>
            <a:chExt cx="573659" cy="580812"/>
          </a:xfrm>
        </p:grpSpPr>
        <p:sp>
          <p:nvSpPr>
            <p:cNvPr id="213" name="Freeform: Shape 187">
              <a:extLst>
                <a:ext uri="{FF2B5EF4-FFF2-40B4-BE49-F238E27FC236}">
                  <a16:creationId xmlns:a16="http://schemas.microsoft.com/office/drawing/2014/main" id="{BD87A0B1-B40D-0B0A-ADBC-F52BB41D09F6}"/>
                </a:ext>
              </a:extLst>
            </p:cNvPr>
            <p:cNvSpPr/>
            <p:nvPr/>
          </p:nvSpPr>
          <p:spPr>
            <a:xfrm>
              <a:off x="7854447" y="5152968"/>
              <a:ext cx="399434" cy="399370"/>
            </a:xfrm>
            <a:custGeom>
              <a:avLst/>
              <a:gdLst>
                <a:gd name="connsiteX0" fmla="*/ 199731 w 399434"/>
                <a:gd name="connsiteY0" fmla="*/ 115081 h 399370"/>
                <a:gd name="connsiteX1" fmla="*/ 115145 w 399434"/>
                <a:gd name="connsiteY1" fmla="*/ 199667 h 399370"/>
                <a:gd name="connsiteX2" fmla="*/ 199731 w 399434"/>
                <a:gd name="connsiteY2" fmla="*/ 284254 h 399370"/>
                <a:gd name="connsiteX3" fmla="*/ 284318 w 399434"/>
                <a:gd name="connsiteY3" fmla="*/ 199667 h 399370"/>
                <a:gd name="connsiteX4" fmla="*/ 199731 w 399434"/>
                <a:gd name="connsiteY4" fmla="*/ 115081 h 399370"/>
                <a:gd name="connsiteX5" fmla="*/ 165253 w 399434"/>
                <a:gd name="connsiteY5" fmla="*/ 0 h 399370"/>
                <a:gd name="connsiteX6" fmla="*/ 234246 w 399434"/>
                <a:gd name="connsiteY6" fmla="*/ 0 h 399370"/>
                <a:gd name="connsiteX7" fmla="*/ 234246 w 399434"/>
                <a:gd name="connsiteY7" fmla="*/ 44185 h 399370"/>
                <a:gd name="connsiteX8" fmla="*/ 253238 w 399434"/>
                <a:gd name="connsiteY8" fmla="*/ 52074 h 399370"/>
                <a:gd name="connsiteX9" fmla="*/ 264705 w 399434"/>
                <a:gd name="connsiteY9" fmla="*/ 79228 h 399370"/>
                <a:gd name="connsiteX10" fmla="*/ 296925 w 399434"/>
                <a:gd name="connsiteY10" fmla="*/ 65616 h 399370"/>
                <a:gd name="connsiteX11" fmla="*/ 327984 w 399434"/>
                <a:gd name="connsiteY11" fmla="*/ 96303 h 399370"/>
                <a:gd name="connsiteX12" fmla="*/ 314834 w 399434"/>
                <a:gd name="connsiteY12" fmla="*/ 128701 h 399370"/>
                <a:gd name="connsiteX13" fmla="*/ 345226 w 399434"/>
                <a:gd name="connsiteY13" fmla="*/ 141061 h 399370"/>
                <a:gd name="connsiteX14" fmla="*/ 355249 w 399434"/>
                <a:gd name="connsiteY14" fmla="*/ 165189 h 399370"/>
                <a:gd name="connsiteX15" fmla="*/ 399434 w 399434"/>
                <a:gd name="connsiteY15" fmla="*/ 165189 h 399370"/>
                <a:gd name="connsiteX16" fmla="*/ 399434 w 399434"/>
                <a:gd name="connsiteY16" fmla="*/ 234153 h 399370"/>
                <a:gd name="connsiteX17" fmla="*/ 355221 w 399434"/>
                <a:gd name="connsiteY17" fmla="*/ 234182 h 399370"/>
                <a:gd name="connsiteX18" fmla="*/ 334019 w 399434"/>
                <a:gd name="connsiteY18" fmla="*/ 285223 h 399370"/>
                <a:gd name="connsiteX19" fmla="*/ 365326 w 399434"/>
                <a:gd name="connsiteY19" fmla="*/ 316530 h 399370"/>
                <a:gd name="connsiteX20" fmla="*/ 316566 w 399434"/>
                <a:gd name="connsiteY20" fmla="*/ 365291 h 399370"/>
                <a:gd name="connsiteX21" fmla="*/ 285258 w 399434"/>
                <a:gd name="connsiteY21" fmla="*/ 333983 h 399370"/>
                <a:gd name="connsiteX22" fmla="*/ 234217 w 399434"/>
                <a:gd name="connsiteY22" fmla="*/ 355185 h 399370"/>
                <a:gd name="connsiteX23" fmla="*/ 234217 w 399434"/>
                <a:gd name="connsiteY23" fmla="*/ 399370 h 399370"/>
                <a:gd name="connsiteX24" fmla="*/ 165253 w 399434"/>
                <a:gd name="connsiteY24" fmla="*/ 399370 h 399370"/>
                <a:gd name="connsiteX25" fmla="*/ 165253 w 399434"/>
                <a:gd name="connsiteY25" fmla="*/ 355185 h 399370"/>
                <a:gd name="connsiteX26" fmla="*/ 114205 w 399434"/>
                <a:gd name="connsiteY26" fmla="*/ 333948 h 399370"/>
                <a:gd name="connsiteX27" fmla="*/ 82897 w 399434"/>
                <a:gd name="connsiteY27" fmla="*/ 365255 h 399370"/>
                <a:gd name="connsiteX28" fmla="*/ 34137 w 399434"/>
                <a:gd name="connsiteY28" fmla="*/ 316494 h 399370"/>
                <a:gd name="connsiteX29" fmla="*/ 65387 w 399434"/>
                <a:gd name="connsiteY29" fmla="*/ 285194 h 399370"/>
                <a:gd name="connsiteX30" fmla="*/ 44185 w 399434"/>
                <a:gd name="connsiteY30" fmla="*/ 234153 h 399370"/>
                <a:gd name="connsiteX31" fmla="*/ 0 w 399434"/>
                <a:gd name="connsiteY31" fmla="*/ 234153 h 399370"/>
                <a:gd name="connsiteX32" fmla="*/ 0 w 399434"/>
                <a:gd name="connsiteY32" fmla="*/ 165189 h 399370"/>
                <a:gd name="connsiteX33" fmla="*/ 44242 w 399434"/>
                <a:gd name="connsiteY33" fmla="*/ 165189 h 399370"/>
                <a:gd name="connsiteX34" fmla="*/ 65444 w 399434"/>
                <a:gd name="connsiteY34" fmla="*/ 114148 h 399370"/>
                <a:gd name="connsiteX35" fmla="*/ 34137 w 399434"/>
                <a:gd name="connsiteY35" fmla="*/ 82840 h 399370"/>
                <a:gd name="connsiteX36" fmla="*/ 82904 w 399434"/>
                <a:gd name="connsiteY36" fmla="*/ 34080 h 399370"/>
                <a:gd name="connsiteX37" fmla="*/ 114212 w 399434"/>
                <a:gd name="connsiteY37" fmla="*/ 65387 h 399370"/>
                <a:gd name="connsiteX38" fmla="*/ 165253 w 399434"/>
                <a:gd name="connsiteY38" fmla="*/ 44185 h 39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99434" h="399370">
                  <a:moveTo>
                    <a:pt x="199731" y="115081"/>
                  </a:moveTo>
                  <a:cubicBezTo>
                    <a:pt x="153016" y="115081"/>
                    <a:pt x="115145" y="152952"/>
                    <a:pt x="115145" y="199667"/>
                  </a:cubicBezTo>
                  <a:cubicBezTo>
                    <a:pt x="115145" y="246383"/>
                    <a:pt x="153016" y="284254"/>
                    <a:pt x="199731" y="284254"/>
                  </a:cubicBezTo>
                  <a:cubicBezTo>
                    <a:pt x="246447" y="284254"/>
                    <a:pt x="284318" y="246383"/>
                    <a:pt x="284318" y="199667"/>
                  </a:cubicBezTo>
                  <a:cubicBezTo>
                    <a:pt x="284318" y="152952"/>
                    <a:pt x="246447" y="115081"/>
                    <a:pt x="199731" y="115081"/>
                  </a:cubicBezTo>
                  <a:close/>
                  <a:moveTo>
                    <a:pt x="165253" y="0"/>
                  </a:moveTo>
                  <a:lnTo>
                    <a:pt x="234246" y="0"/>
                  </a:lnTo>
                  <a:lnTo>
                    <a:pt x="234246" y="44185"/>
                  </a:lnTo>
                  <a:lnTo>
                    <a:pt x="253238" y="52074"/>
                  </a:lnTo>
                  <a:lnTo>
                    <a:pt x="264705" y="79228"/>
                  </a:lnTo>
                  <a:lnTo>
                    <a:pt x="296925" y="65616"/>
                  </a:lnTo>
                  <a:cubicBezTo>
                    <a:pt x="305397" y="77588"/>
                    <a:pt x="315910" y="87975"/>
                    <a:pt x="327984" y="96303"/>
                  </a:cubicBezTo>
                  <a:lnTo>
                    <a:pt x="314834" y="128701"/>
                  </a:lnTo>
                  <a:lnTo>
                    <a:pt x="345226" y="141061"/>
                  </a:lnTo>
                  <a:lnTo>
                    <a:pt x="355249" y="165189"/>
                  </a:lnTo>
                  <a:lnTo>
                    <a:pt x="399434" y="165189"/>
                  </a:lnTo>
                  <a:lnTo>
                    <a:pt x="399434" y="234153"/>
                  </a:lnTo>
                  <a:lnTo>
                    <a:pt x="355221" y="234182"/>
                  </a:lnTo>
                  <a:cubicBezTo>
                    <a:pt x="351203" y="252308"/>
                    <a:pt x="344026" y="269585"/>
                    <a:pt x="334019" y="285223"/>
                  </a:cubicBezTo>
                  <a:lnTo>
                    <a:pt x="365326" y="316530"/>
                  </a:lnTo>
                  <a:lnTo>
                    <a:pt x="316566" y="365291"/>
                  </a:lnTo>
                  <a:lnTo>
                    <a:pt x="285258" y="333983"/>
                  </a:lnTo>
                  <a:cubicBezTo>
                    <a:pt x="269620" y="343991"/>
                    <a:pt x="252343" y="351167"/>
                    <a:pt x="234217" y="355185"/>
                  </a:cubicBezTo>
                  <a:lnTo>
                    <a:pt x="234217" y="399370"/>
                  </a:lnTo>
                  <a:lnTo>
                    <a:pt x="165253" y="399370"/>
                  </a:lnTo>
                  <a:lnTo>
                    <a:pt x="165253" y="355185"/>
                  </a:lnTo>
                  <a:cubicBezTo>
                    <a:pt x="147122" y="351157"/>
                    <a:pt x="129842" y="343968"/>
                    <a:pt x="114205" y="333948"/>
                  </a:cubicBezTo>
                  <a:lnTo>
                    <a:pt x="82897" y="365255"/>
                  </a:lnTo>
                  <a:lnTo>
                    <a:pt x="34137" y="316494"/>
                  </a:lnTo>
                  <a:lnTo>
                    <a:pt x="65387" y="285194"/>
                  </a:lnTo>
                  <a:cubicBezTo>
                    <a:pt x="55380" y="269556"/>
                    <a:pt x="48203" y="252279"/>
                    <a:pt x="44185" y="234153"/>
                  </a:cubicBezTo>
                  <a:lnTo>
                    <a:pt x="0" y="234153"/>
                  </a:lnTo>
                  <a:lnTo>
                    <a:pt x="0" y="165189"/>
                  </a:lnTo>
                  <a:lnTo>
                    <a:pt x="44242" y="165189"/>
                  </a:lnTo>
                  <a:cubicBezTo>
                    <a:pt x="48260" y="147063"/>
                    <a:pt x="55437" y="129785"/>
                    <a:pt x="65444" y="114148"/>
                  </a:cubicBezTo>
                  <a:lnTo>
                    <a:pt x="34137" y="82840"/>
                  </a:lnTo>
                  <a:lnTo>
                    <a:pt x="82904" y="34080"/>
                  </a:lnTo>
                  <a:lnTo>
                    <a:pt x="114212" y="65387"/>
                  </a:lnTo>
                  <a:cubicBezTo>
                    <a:pt x="129850" y="55380"/>
                    <a:pt x="147127" y="48203"/>
                    <a:pt x="165253" y="44185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" name="Freeform: Shape 188">
              <a:extLst>
                <a:ext uri="{FF2B5EF4-FFF2-40B4-BE49-F238E27FC236}">
                  <a16:creationId xmlns:a16="http://schemas.microsoft.com/office/drawing/2014/main" id="{F251917B-9182-C5E8-806E-386C4E1835BC}"/>
                </a:ext>
              </a:extLst>
            </p:cNvPr>
            <p:cNvSpPr/>
            <p:nvPr/>
          </p:nvSpPr>
          <p:spPr>
            <a:xfrm>
              <a:off x="7845539" y="4980435"/>
              <a:ext cx="573659" cy="580812"/>
            </a:xfrm>
            <a:custGeom>
              <a:avLst/>
              <a:gdLst>
                <a:gd name="connsiteX0" fmla="*/ 208640 w 573659"/>
                <a:gd name="connsiteY0" fmla="*/ 296522 h 580812"/>
                <a:gd name="connsiteX1" fmla="*/ 132962 w 573659"/>
                <a:gd name="connsiteY1" fmla="*/ 372201 h 580812"/>
                <a:gd name="connsiteX2" fmla="*/ 208640 w 573659"/>
                <a:gd name="connsiteY2" fmla="*/ 447878 h 580812"/>
                <a:gd name="connsiteX3" fmla="*/ 284318 w 573659"/>
                <a:gd name="connsiteY3" fmla="*/ 372201 h 580812"/>
                <a:gd name="connsiteX4" fmla="*/ 208640 w 573659"/>
                <a:gd name="connsiteY4" fmla="*/ 296522 h 580812"/>
                <a:gd name="connsiteX5" fmla="*/ 208640 w 573659"/>
                <a:gd name="connsiteY5" fmla="*/ 278705 h 580812"/>
                <a:gd name="connsiteX6" fmla="*/ 302135 w 573659"/>
                <a:gd name="connsiteY6" fmla="*/ 372201 h 580812"/>
                <a:gd name="connsiteX7" fmla="*/ 208640 w 573659"/>
                <a:gd name="connsiteY7" fmla="*/ 465695 h 580812"/>
                <a:gd name="connsiteX8" fmla="*/ 115145 w 573659"/>
                <a:gd name="connsiteY8" fmla="*/ 372201 h 580812"/>
                <a:gd name="connsiteX9" fmla="*/ 208640 w 573659"/>
                <a:gd name="connsiteY9" fmla="*/ 278705 h 580812"/>
                <a:gd name="connsiteX10" fmla="*/ 174154 w 573659"/>
                <a:gd name="connsiteY10" fmla="*/ 163588 h 580812"/>
                <a:gd name="connsiteX11" fmla="*/ 243126 w 573659"/>
                <a:gd name="connsiteY11" fmla="*/ 163588 h 580812"/>
                <a:gd name="connsiteX12" fmla="*/ 252034 w 573659"/>
                <a:gd name="connsiteY12" fmla="*/ 172496 h 580812"/>
                <a:gd name="connsiteX13" fmla="*/ 243126 w 573659"/>
                <a:gd name="connsiteY13" fmla="*/ 181405 h 580812"/>
                <a:gd name="connsiteX14" fmla="*/ 183069 w 573659"/>
                <a:gd name="connsiteY14" fmla="*/ 181405 h 580812"/>
                <a:gd name="connsiteX15" fmla="*/ 183069 w 573659"/>
                <a:gd name="connsiteY15" fmla="*/ 216717 h 580812"/>
                <a:gd name="connsiteX16" fmla="*/ 176085 w 573659"/>
                <a:gd name="connsiteY16" fmla="*/ 225419 h 580812"/>
                <a:gd name="connsiteX17" fmla="*/ 127916 w 573659"/>
                <a:gd name="connsiteY17" fmla="*/ 245430 h 580812"/>
                <a:gd name="connsiteX18" fmla="*/ 116827 w 573659"/>
                <a:gd name="connsiteY18" fmla="*/ 244219 h 580812"/>
                <a:gd name="connsiteX19" fmla="*/ 91820 w 573659"/>
                <a:gd name="connsiteY19" fmla="*/ 219211 h 580812"/>
                <a:gd name="connsiteX20" fmla="*/ 55652 w 573659"/>
                <a:gd name="connsiteY20" fmla="*/ 255379 h 580812"/>
                <a:gd name="connsiteX21" fmla="*/ 80659 w 573659"/>
                <a:gd name="connsiteY21" fmla="*/ 280388 h 580812"/>
                <a:gd name="connsiteX22" fmla="*/ 81871 w 573659"/>
                <a:gd name="connsiteY22" fmla="*/ 291477 h 580812"/>
                <a:gd name="connsiteX23" fmla="*/ 61859 w 573659"/>
                <a:gd name="connsiteY23" fmla="*/ 339646 h 580812"/>
                <a:gd name="connsiteX24" fmla="*/ 53158 w 573659"/>
                <a:gd name="connsiteY24" fmla="*/ 346630 h 580812"/>
                <a:gd name="connsiteX25" fmla="*/ 17845 w 573659"/>
                <a:gd name="connsiteY25" fmla="*/ 346630 h 580812"/>
                <a:gd name="connsiteX26" fmla="*/ 17845 w 573659"/>
                <a:gd name="connsiteY26" fmla="*/ 397771 h 580812"/>
                <a:gd name="connsiteX27" fmla="*/ 53172 w 573659"/>
                <a:gd name="connsiteY27" fmla="*/ 397771 h 580812"/>
                <a:gd name="connsiteX28" fmla="*/ 61874 w 573659"/>
                <a:gd name="connsiteY28" fmla="*/ 404755 h 580812"/>
                <a:gd name="connsiteX29" fmla="*/ 81885 w 573659"/>
                <a:gd name="connsiteY29" fmla="*/ 452924 h 580812"/>
                <a:gd name="connsiteX30" fmla="*/ 80674 w 573659"/>
                <a:gd name="connsiteY30" fmla="*/ 464013 h 580812"/>
                <a:gd name="connsiteX31" fmla="*/ 55659 w 573659"/>
                <a:gd name="connsiteY31" fmla="*/ 489027 h 580812"/>
                <a:gd name="connsiteX32" fmla="*/ 91827 w 573659"/>
                <a:gd name="connsiteY32" fmla="*/ 525195 h 580812"/>
                <a:gd name="connsiteX33" fmla="*/ 116834 w 573659"/>
                <a:gd name="connsiteY33" fmla="*/ 500188 h 580812"/>
                <a:gd name="connsiteX34" fmla="*/ 127923 w 573659"/>
                <a:gd name="connsiteY34" fmla="*/ 498976 h 580812"/>
                <a:gd name="connsiteX35" fmla="*/ 176078 w 573659"/>
                <a:gd name="connsiteY35" fmla="*/ 519016 h 580812"/>
                <a:gd name="connsiteX36" fmla="*/ 183062 w 573659"/>
                <a:gd name="connsiteY36" fmla="*/ 527718 h 580812"/>
                <a:gd name="connsiteX37" fmla="*/ 183062 w 573659"/>
                <a:gd name="connsiteY37" fmla="*/ 563002 h 580812"/>
                <a:gd name="connsiteX38" fmla="*/ 234217 w 573659"/>
                <a:gd name="connsiteY38" fmla="*/ 563002 h 580812"/>
                <a:gd name="connsiteX39" fmla="*/ 234217 w 573659"/>
                <a:gd name="connsiteY39" fmla="*/ 527689 h 580812"/>
                <a:gd name="connsiteX40" fmla="*/ 241201 w 573659"/>
                <a:gd name="connsiteY40" fmla="*/ 518988 h 580812"/>
                <a:gd name="connsiteX41" fmla="*/ 289370 w 573659"/>
                <a:gd name="connsiteY41" fmla="*/ 498976 h 580812"/>
                <a:gd name="connsiteX42" fmla="*/ 300460 w 573659"/>
                <a:gd name="connsiteY42" fmla="*/ 500188 h 580812"/>
                <a:gd name="connsiteX43" fmla="*/ 325468 w 573659"/>
                <a:gd name="connsiteY43" fmla="*/ 525202 h 580812"/>
                <a:gd name="connsiteX44" fmla="*/ 361636 w 573659"/>
                <a:gd name="connsiteY44" fmla="*/ 489035 h 580812"/>
                <a:gd name="connsiteX45" fmla="*/ 336621 w 573659"/>
                <a:gd name="connsiteY45" fmla="*/ 464020 h 580812"/>
                <a:gd name="connsiteX46" fmla="*/ 335410 w 573659"/>
                <a:gd name="connsiteY46" fmla="*/ 452931 h 580812"/>
                <a:gd name="connsiteX47" fmla="*/ 355421 w 573659"/>
                <a:gd name="connsiteY47" fmla="*/ 404762 h 580812"/>
                <a:gd name="connsiteX48" fmla="*/ 364123 w 573659"/>
                <a:gd name="connsiteY48" fmla="*/ 397778 h 580812"/>
                <a:gd name="connsiteX49" fmla="*/ 399435 w 573659"/>
                <a:gd name="connsiteY49" fmla="*/ 397778 h 580812"/>
                <a:gd name="connsiteX50" fmla="*/ 399435 w 573659"/>
                <a:gd name="connsiteY50" fmla="*/ 337722 h 580812"/>
                <a:gd name="connsiteX51" fmla="*/ 408344 w 573659"/>
                <a:gd name="connsiteY51" fmla="*/ 328813 h 580812"/>
                <a:gd name="connsiteX52" fmla="*/ 417245 w 573659"/>
                <a:gd name="connsiteY52" fmla="*/ 337722 h 580812"/>
                <a:gd name="connsiteX53" fmla="*/ 417245 w 573659"/>
                <a:gd name="connsiteY53" fmla="*/ 406686 h 580812"/>
                <a:gd name="connsiteX54" fmla="*/ 408337 w 573659"/>
                <a:gd name="connsiteY54" fmla="*/ 415594 h 580812"/>
                <a:gd name="connsiteX55" fmla="*/ 371114 w 573659"/>
                <a:gd name="connsiteY55" fmla="*/ 415594 h 580812"/>
                <a:gd name="connsiteX56" fmla="*/ 354167 w 573659"/>
                <a:gd name="connsiteY56" fmla="*/ 456380 h 580812"/>
                <a:gd name="connsiteX57" fmla="*/ 380536 w 573659"/>
                <a:gd name="connsiteY57" fmla="*/ 482749 h 580812"/>
                <a:gd name="connsiteX58" fmla="*/ 380537 w 573659"/>
                <a:gd name="connsiteY58" fmla="*/ 482751 h 580812"/>
                <a:gd name="connsiteX59" fmla="*/ 380536 w 573659"/>
                <a:gd name="connsiteY59" fmla="*/ 495349 h 580812"/>
                <a:gd name="connsiteX60" fmla="*/ 331768 w 573659"/>
                <a:gd name="connsiteY60" fmla="*/ 544109 h 580812"/>
                <a:gd name="connsiteX61" fmla="*/ 319175 w 573659"/>
                <a:gd name="connsiteY61" fmla="*/ 544109 h 580812"/>
                <a:gd name="connsiteX62" fmla="*/ 292805 w 573659"/>
                <a:gd name="connsiteY62" fmla="*/ 517741 h 580812"/>
                <a:gd name="connsiteX63" fmla="*/ 252041 w 573659"/>
                <a:gd name="connsiteY63" fmla="*/ 534681 h 580812"/>
                <a:gd name="connsiteX64" fmla="*/ 252041 w 573659"/>
                <a:gd name="connsiteY64" fmla="*/ 571903 h 580812"/>
                <a:gd name="connsiteX65" fmla="*/ 243133 w 573659"/>
                <a:gd name="connsiteY65" fmla="*/ 580812 h 580812"/>
                <a:gd name="connsiteX66" fmla="*/ 174168 w 573659"/>
                <a:gd name="connsiteY66" fmla="*/ 580812 h 580812"/>
                <a:gd name="connsiteX67" fmla="*/ 165260 w 573659"/>
                <a:gd name="connsiteY67" fmla="*/ 571903 h 580812"/>
                <a:gd name="connsiteX68" fmla="*/ 165260 w 573659"/>
                <a:gd name="connsiteY68" fmla="*/ 534681 h 580812"/>
                <a:gd name="connsiteX69" fmla="*/ 124481 w 573659"/>
                <a:gd name="connsiteY69" fmla="*/ 517741 h 580812"/>
                <a:gd name="connsiteX70" fmla="*/ 98113 w 573659"/>
                <a:gd name="connsiteY70" fmla="*/ 544109 h 580812"/>
                <a:gd name="connsiteX71" fmla="*/ 98111 w 573659"/>
                <a:gd name="connsiteY71" fmla="*/ 544111 h 580812"/>
                <a:gd name="connsiteX72" fmla="*/ 85513 w 573659"/>
                <a:gd name="connsiteY72" fmla="*/ 544109 h 580812"/>
                <a:gd name="connsiteX73" fmla="*/ 36702 w 573659"/>
                <a:gd name="connsiteY73" fmla="*/ 495342 h 580812"/>
                <a:gd name="connsiteX74" fmla="*/ 36690 w 573659"/>
                <a:gd name="connsiteY74" fmla="*/ 495330 h 580812"/>
                <a:gd name="connsiteX75" fmla="*/ 36702 w 573659"/>
                <a:gd name="connsiteY75" fmla="*/ 482742 h 580812"/>
                <a:gd name="connsiteX76" fmla="*/ 63071 w 573659"/>
                <a:gd name="connsiteY76" fmla="*/ 456373 h 580812"/>
                <a:gd name="connsiteX77" fmla="*/ 46131 w 573659"/>
                <a:gd name="connsiteY77" fmla="*/ 415587 h 580812"/>
                <a:gd name="connsiteX78" fmla="*/ 8908 w 573659"/>
                <a:gd name="connsiteY78" fmla="*/ 415587 h 580812"/>
                <a:gd name="connsiteX79" fmla="*/ 0 w 573659"/>
                <a:gd name="connsiteY79" fmla="*/ 406686 h 580812"/>
                <a:gd name="connsiteX80" fmla="*/ 0 w 573659"/>
                <a:gd name="connsiteY80" fmla="*/ 337722 h 580812"/>
                <a:gd name="connsiteX81" fmla="*/ 8908 w 573659"/>
                <a:gd name="connsiteY81" fmla="*/ 328813 h 580812"/>
                <a:gd name="connsiteX82" fmla="*/ 46166 w 573659"/>
                <a:gd name="connsiteY82" fmla="*/ 328813 h 580812"/>
                <a:gd name="connsiteX83" fmla="*/ 63114 w 573659"/>
                <a:gd name="connsiteY83" fmla="*/ 288035 h 580812"/>
                <a:gd name="connsiteX84" fmla="*/ 36745 w 573659"/>
                <a:gd name="connsiteY84" fmla="*/ 261665 h 580812"/>
                <a:gd name="connsiteX85" fmla="*/ 36733 w 573659"/>
                <a:gd name="connsiteY85" fmla="*/ 261653 h 580812"/>
                <a:gd name="connsiteX86" fmla="*/ 36745 w 573659"/>
                <a:gd name="connsiteY86" fmla="*/ 249065 h 580812"/>
                <a:gd name="connsiteX87" fmla="*/ 85491 w 573659"/>
                <a:gd name="connsiteY87" fmla="*/ 200297 h 580812"/>
                <a:gd name="connsiteX88" fmla="*/ 85493 w 573659"/>
                <a:gd name="connsiteY88" fmla="*/ 200296 h 580812"/>
                <a:gd name="connsiteX89" fmla="*/ 98091 w 573659"/>
                <a:gd name="connsiteY89" fmla="*/ 200297 h 580812"/>
                <a:gd name="connsiteX90" fmla="*/ 124460 w 573659"/>
                <a:gd name="connsiteY90" fmla="*/ 226666 h 580812"/>
                <a:gd name="connsiteX91" fmla="*/ 165246 w 573659"/>
                <a:gd name="connsiteY91" fmla="*/ 209719 h 580812"/>
                <a:gd name="connsiteX92" fmla="*/ 165246 w 573659"/>
                <a:gd name="connsiteY92" fmla="*/ 172496 h 580812"/>
                <a:gd name="connsiteX93" fmla="*/ 174154 w 573659"/>
                <a:gd name="connsiteY93" fmla="*/ 163588 h 580812"/>
                <a:gd name="connsiteX94" fmla="*/ 384426 w 573659"/>
                <a:gd name="connsiteY94" fmla="*/ 93433 h 580812"/>
                <a:gd name="connsiteX95" fmla="*/ 395694 w 573659"/>
                <a:gd name="connsiteY95" fmla="*/ 99070 h 580812"/>
                <a:gd name="connsiteX96" fmla="*/ 390056 w 573659"/>
                <a:gd name="connsiteY96" fmla="*/ 110337 h 580812"/>
                <a:gd name="connsiteX97" fmla="*/ 354678 w 573659"/>
                <a:gd name="connsiteY97" fmla="*/ 143498 h 580812"/>
                <a:gd name="connsiteX98" fmla="*/ 386541 w 573659"/>
                <a:gd name="connsiteY98" fmla="*/ 218955 h 580812"/>
                <a:gd name="connsiteX99" fmla="*/ 461999 w 573659"/>
                <a:gd name="connsiteY99" fmla="*/ 187093 h 580812"/>
                <a:gd name="connsiteX100" fmla="*/ 430137 w 573659"/>
                <a:gd name="connsiteY100" fmla="*/ 111634 h 580812"/>
                <a:gd name="connsiteX101" fmla="*/ 425333 w 573659"/>
                <a:gd name="connsiteY101" fmla="*/ 100266 h 580812"/>
                <a:gd name="connsiteX102" fmla="*/ 436836 w 573659"/>
                <a:gd name="connsiteY102" fmla="*/ 95129 h 580812"/>
                <a:gd name="connsiteX103" fmla="*/ 436836 w 573659"/>
                <a:gd name="connsiteY103" fmla="*/ 95122 h 580812"/>
                <a:gd name="connsiteX104" fmla="*/ 480202 w 573659"/>
                <a:gd name="connsiteY104" fmla="*/ 141377 h 580812"/>
                <a:gd name="connsiteX105" fmla="*/ 432258 w 573659"/>
                <a:gd name="connsiteY105" fmla="*/ 237153 h 580812"/>
                <a:gd name="connsiteX106" fmla="*/ 336482 w 573659"/>
                <a:gd name="connsiteY106" fmla="*/ 189209 h 580812"/>
                <a:gd name="connsiteX107" fmla="*/ 384426 w 573659"/>
                <a:gd name="connsiteY107" fmla="*/ 93433 h 580812"/>
                <a:gd name="connsiteX108" fmla="*/ 447348 w 573659"/>
                <a:gd name="connsiteY108" fmla="*/ 20520 h 580812"/>
                <a:gd name="connsiteX109" fmla="*/ 437556 w 573659"/>
                <a:gd name="connsiteY109" fmla="*/ 44630 h 580812"/>
                <a:gd name="connsiteX110" fmla="*/ 427807 w 573659"/>
                <a:gd name="connsiteY110" fmla="*/ 50060 h 580812"/>
                <a:gd name="connsiteX111" fmla="*/ 387263 w 573659"/>
                <a:gd name="connsiteY111" fmla="*/ 50381 h 580812"/>
                <a:gd name="connsiteX112" fmla="*/ 377443 w 573659"/>
                <a:gd name="connsiteY112" fmla="*/ 45086 h 580812"/>
                <a:gd name="connsiteX113" fmla="*/ 367302 w 573659"/>
                <a:gd name="connsiteY113" fmla="*/ 21069 h 580812"/>
                <a:gd name="connsiteX114" fmla="*/ 333529 w 573659"/>
                <a:gd name="connsiteY114" fmla="*/ 35322 h 580812"/>
                <a:gd name="connsiteX115" fmla="*/ 343670 w 573659"/>
                <a:gd name="connsiteY115" fmla="*/ 59339 h 580812"/>
                <a:gd name="connsiteX116" fmla="*/ 340620 w 573659"/>
                <a:gd name="connsiteY116" fmla="*/ 70072 h 580812"/>
                <a:gd name="connsiteX117" fmla="*/ 312112 w 573659"/>
                <a:gd name="connsiteY117" fmla="*/ 98915 h 580812"/>
                <a:gd name="connsiteX118" fmla="*/ 301422 w 573659"/>
                <a:gd name="connsiteY118" fmla="*/ 102114 h 580812"/>
                <a:gd name="connsiteX119" fmla="*/ 277313 w 573659"/>
                <a:gd name="connsiteY119" fmla="*/ 92314 h 580812"/>
                <a:gd name="connsiteX120" fmla="*/ 263515 w 573659"/>
                <a:gd name="connsiteY120" fmla="*/ 126288 h 580812"/>
                <a:gd name="connsiteX121" fmla="*/ 287625 w 573659"/>
                <a:gd name="connsiteY121" fmla="*/ 136080 h 580812"/>
                <a:gd name="connsiteX122" fmla="*/ 293055 w 573659"/>
                <a:gd name="connsiteY122" fmla="*/ 145829 h 580812"/>
                <a:gd name="connsiteX123" fmla="*/ 293383 w 573659"/>
                <a:gd name="connsiteY123" fmla="*/ 186380 h 580812"/>
                <a:gd name="connsiteX124" fmla="*/ 288088 w 573659"/>
                <a:gd name="connsiteY124" fmla="*/ 196200 h 580812"/>
                <a:gd name="connsiteX125" fmla="*/ 264071 w 573659"/>
                <a:gd name="connsiteY125" fmla="*/ 206342 h 580812"/>
                <a:gd name="connsiteX126" fmla="*/ 278325 w 573659"/>
                <a:gd name="connsiteY126" fmla="*/ 240115 h 580812"/>
                <a:gd name="connsiteX127" fmla="*/ 302341 w 573659"/>
                <a:gd name="connsiteY127" fmla="*/ 229974 h 580812"/>
                <a:gd name="connsiteX128" fmla="*/ 313074 w 573659"/>
                <a:gd name="connsiteY128" fmla="*/ 233024 h 580812"/>
                <a:gd name="connsiteX129" fmla="*/ 341917 w 573659"/>
                <a:gd name="connsiteY129" fmla="*/ 261530 h 580812"/>
                <a:gd name="connsiteX130" fmla="*/ 345116 w 573659"/>
                <a:gd name="connsiteY130" fmla="*/ 272220 h 580812"/>
                <a:gd name="connsiteX131" fmla="*/ 335324 w 573659"/>
                <a:gd name="connsiteY131" fmla="*/ 296330 h 580812"/>
                <a:gd name="connsiteX132" fmla="*/ 369290 w 573659"/>
                <a:gd name="connsiteY132" fmla="*/ 310127 h 580812"/>
                <a:gd name="connsiteX133" fmla="*/ 379082 w 573659"/>
                <a:gd name="connsiteY133" fmla="*/ 286018 h 580812"/>
                <a:gd name="connsiteX134" fmla="*/ 388831 w 573659"/>
                <a:gd name="connsiteY134" fmla="*/ 280587 h 580812"/>
                <a:gd name="connsiteX135" fmla="*/ 429382 w 573659"/>
                <a:gd name="connsiteY135" fmla="*/ 280259 h 580812"/>
                <a:gd name="connsiteX136" fmla="*/ 439224 w 573659"/>
                <a:gd name="connsiteY136" fmla="*/ 285547 h 580812"/>
                <a:gd name="connsiteX137" fmla="*/ 449365 w 573659"/>
                <a:gd name="connsiteY137" fmla="*/ 309564 h 580812"/>
                <a:gd name="connsiteX138" fmla="*/ 483138 w 573659"/>
                <a:gd name="connsiteY138" fmla="*/ 295311 h 580812"/>
                <a:gd name="connsiteX139" fmla="*/ 472997 w 573659"/>
                <a:gd name="connsiteY139" fmla="*/ 271294 h 580812"/>
                <a:gd name="connsiteX140" fmla="*/ 476047 w 573659"/>
                <a:gd name="connsiteY140" fmla="*/ 260561 h 580812"/>
                <a:gd name="connsiteX141" fmla="*/ 504554 w 573659"/>
                <a:gd name="connsiteY141" fmla="*/ 231720 h 580812"/>
                <a:gd name="connsiteX142" fmla="*/ 515244 w 573659"/>
                <a:gd name="connsiteY142" fmla="*/ 228520 h 580812"/>
                <a:gd name="connsiteX143" fmla="*/ 539353 w 573659"/>
                <a:gd name="connsiteY143" fmla="*/ 238312 h 580812"/>
                <a:gd name="connsiteX144" fmla="*/ 553122 w 573659"/>
                <a:gd name="connsiteY144" fmla="*/ 204360 h 580812"/>
                <a:gd name="connsiteX145" fmla="*/ 529013 w 573659"/>
                <a:gd name="connsiteY145" fmla="*/ 194568 h 580812"/>
                <a:gd name="connsiteX146" fmla="*/ 523582 w 573659"/>
                <a:gd name="connsiteY146" fmla="*/ 184819 h 580812"/>
                <a:gd name="connsiteX147" fmla="*/ 523261 w 573659"/>
                <a:gd name="connsiteY147" fmla="*/ 144269 h 580812"/>
                <a:gd name="connsiteX148" fmla="*/ 528556 w 573659"/>
                <a:gd name="connsiteY148" fmla="*/ 134448 h 580812"/>
                <a:gd name="connsiteX149" fmla="*/ 552573 w 573659"/>
                <a:gd name="connsiteY149" fmla="*/ 124307 h 580812"/>
                <a:gd name="connsiteX150" fmla="*/ 538320 w 573659"/>
                <a:gd name="connsiteY150" fmla="*/ 90533 h 580812"/>
                <a:gd name="connsiteX151" fmla="*/ 514303 w 573659"/>
                <a:gd name="connsiteY151" fmla="*/ 100675 h 580812"/>
                <a:gd name="connsiteX152" fmla="*/ 503570 w 573659"/>
                <a:gd name="connsiteY152" fmla="*/ 97625 h 580812"/>
                <a:gd name="connsiteX153" fmla="*/ 474729 w 573659"/>
                <a:gd name="connsiteY153" fmla="*/ 69117 h 580812"/>
                <a:gd name="connsiteX154" fmla="*/ 471529 w 573659"/>
                <a:gd name="connsiteY154" fmla="*/ 58427 h 580812"/>
                <a:gd name="connsiteX155" fmla="*/ 481321 w 573659"/>
                <a:gd name="connsiteY155" fmla="*/ 34318 h 580812"/>
                <a:gd name="connsiteX156" fmla="*/ 445816 w 573659"/>
                <a:gd name="connsiteY156" fmla="*/ 651 h 580812"/>
                <a:gd name="connsiteX157" fmla="*/ 496294 w 573659"/>
                <a:gd name="connsiteY157" fmla="*/ 21148 h 580812"/>
                <a:gd name="connsiteX158" fmla="*/ 501197 w 573659"/>
                <a:gd name="connsiteY158" fmla="*/ 32750 h 580812"/>
                <a:gd name="connsiteX159" fmla="*/ 490671 w 573659"/>
                <a:gd name="connsiteY159" fmla="*/ 58669 h 580812"/>
                <a:gd name="connsiteX160" fmla="*/ 513804 w 573659"/>
                <a:gd name="connsiteY160" fmla="*/ 81517 h 580812"/>
                <a:gd name="connsiteX161" fmla="*/ 539617 w 573659"/>
                <a:gd name="connsiteY161" fmla="*/ 70621 h 580812"/>
                <a:gd name="connsiteX162" fmla="*/ 539618 w 573659"/>
                <a:gd name="connsiteY162" fmla="*/ 70620 h 580812"/>
                <a:gd name="connsiteX163" fmla="*/ 551290 w 573659"/>
                <a:gd name="connsiteY163" fmla="*/ 75360 h 580812"/>
                <a:gd name="connsiteX164" fmla="*/ 572485 w 573659"/>
                <a:gd name="connsiteY164" fmla="*/ 125547 h 580812"/>
                <a:gd name="connsiteX165" fmla="*/ 572485 w 573659"/>
                <a:gd name="connsiteY165" fmla="*/ 125548 h 580812"/>
                <a:gd name="connsiteX166" fmla="*/ 567746 w 573659"/>
                <a:gd name="connsiteY166" fmla="*/ 137220 h 580812"/>
                <a:gd name="connsiteX167" fmla="*/ 541933 w 573659"/>
                <a:gd name="connsiteY167" fmla="*/ 148124 h 580812"/>
                <a:gd name="connsiteX168" fmla="*/ 542197 w 573659"/>
                <a:gd name="connsiteY168" fmla="*/ 180650 h 580812"/>
                <a:gd name="connsiteX169" fmla="*/ 568109 w 573659"/>
                <a:gd name="connsiteY169" fmla="*/ 191190 h 580812"/>
                <a:gd name="connsiteX170" fmla="*/ 572963 w 573659"/>
                <a:gd name="connsiteY170" fmla="*/ 195980 h 580812"/>
                <a:gd name="connsiteX171" fmla="*/ 573005 w 573659"/>
                <a:gd name="connsiteY171" fmla="*/ 202785 h 580812"/>
                <a:gd name="connsiteX172" fmla="*/ 552509 w 573659"/>
                <a:gd name="connsiteY172" fmla="*/ 253264 h 580812"/>
                <a:gd name="connsiteX173" fmla="*/ 552505 w 573659"/>
                <a:gd name="connsiteY173" fmla="*/ 253273 h 580812"/>
                <a:gd name="connsiteX174" fmla="*/ 540907 w 573659"/>
                <a:gd name="connsiteY174" fmla="*/ 258167 h 580812"/>
                <a:gd name="connsiteX175" fmla="*/ 514987 w 573659"/>
                <a:gd name="connsiteY175" fmla="*/ 247641 h 580812"/>
                <a:gd name="connsiteX176" fmla="*/ 492096 w 573659"/>
                <a:gd name="connsiteY176" fmla="*/ 270774 h 580812"/>
                <a:gd name="connsiteX177" fmla="*/ 503029 w 573659"/>
                <a:gd name="connsiteY177" fmla="*/ 296579 h 580812"/>
                <a:gd name="connsiteX178" fmla="*/ 503029 w 573659"/>
                <a:gd name="connsiteY178" fmla="*/ 296580 h 580812"/>
                <a:gd name="connsiteX179" fmla="*/ 498290 w 573659"/>
                <a:gd name="connsiteY179" fmla="*/ 308253 h 580812"/>
                <a:gd name="connsiteX180" fmla="*/ 448104 w 573659"/>
                <a:gd name="connsiteY180" fmla="*/ 329447 h 580812"/>
                <a:gd name="connsiteX181" fmla="*/ 448090 w 573659"/>
                <a:gd name="connsiteY181" fmla="*/ 329453 h 580812"/>
                <a:gd name="connsiteX182" fmla="*/ 436430 w 573659"/>
                <a:gd name="connsiteY182" fmla="*/ 324708 h 580812"/>
                <a:gd name="connsiteX183" fmla="*/ 425526 w 573659"/>
                <a:gd name="connsiteY183" fmla="*/ 298895 h 580812"/>
                <a:gd name="connsiteX184" fmla="*/ 393000 w 573659"/>
                <a:gd name="connsiteY184" fmla="*/ 299159 h 580812"/>
                <a:gd name="connsiteX185" fmla="*/ 382474 w 573659"/>
                <a:gd name="connsiteY185" fmla="*/ 325079 h 580812"/>
                <a:gd name="connsiteX186" fmla="*/ 370872 w 573659"/>
                <a:gd name="connsiteY186" fmla="*/ 329982 h 580812"/>
                <a:gd name="connsiteX187" fmla="*/ 320393 w 573659"/>
                <a:gd name="connsiteY187" fmla="*/ 309486 h 580812"/>
                <a:gd name="connsiteX188" fmla="*/ 315490 w 573659"/>
                <a:gd name="connsiteY188" fmla="*/ 297883 h 580812"/>
                <a:gd name="connsiteX189" fmla="*/ 326045 w 573659"/>
                <a:gd name="connsiteY189" fmla="*/ 271964 h 580812"/>
                <a:gd name="connsiteX190" fmla="*/ 302883 w 573659"/>
                <a:gd name="connsiteY190" fmla="*/ 249066 h 580812"/>
                <a:gd name="connsiteX191" fmla="*/ 277070 w 573659"/>
                <a:gd name="connsiteY191" fmla="*/ 259998 h 580812"/>
                <a:gd name="connsiteX192" fmla="*/ 265397 w 573659"/>
                <a:gd name="connsiteY192" fmla="*/ 255259 h 580812"/>
                <a:gd name="connsiteX193" fmla="*/ 244202 w 573659"/>
                <a:gd name="connsiteY193" fmla="*/ 205073 h 580812"/>
                <a:gd name="connsiteX194" fmla="*/ 244202 w 573659"/>
                <a:gd name="connsiteY194" fmla="*/ 205072 h 580812"/>
                <a:gd name="connsiteX195" fmla="*/ 248941 w 573659"/>
                <a:gd name="connsiteY195" fmla="*/ 193400 h 580812"/>
                <a:gd name="connsiteX196" fmla="*/ 274754 w 573659"/>
                <a:gd name="connsiteY196" fmla="*/ 182496 h 580812"/>
                <a:gd name="connsiteX197" fmla="*/ 274490 w 573659"/>
                <a:gd name="connsiteY197" fmla="*/ 149970 h 580812"/>
                <a:gd name="connsiteX198" fmla="*/ 248571 w 573659"/>
                <a:gd name="connsiteY198" fmla="*/ 139444 h 580812"/>
                <a:gd name="connsiteX199" fmla="*/ 243668 w 573659"/>
                <a:gd name="connsiteY199" fmla="*/ 127842 h 580812"/>
                <a:gd name="connsiteX200" fmla="*/ 264171 w 573659"/>
                <a:gd name="connsiteY200" fmla="*/ 77384 h 580812"/>
                <a:gd name="connsiteX201" fmla="*/ 275773 w 573659"/>
                <a:gd name="connsiteY201" fmla="*/ 72481 h 580812"/>
                <a:gd name="connsiteX202" fmla="*/ 301693 w 573659"/>
                <a:gd name="connsiteY202" fmla="*/ 83014 h 580812"/>
                <a:gd name="connsiteX203" fmla="*/ 324548 w 573659"/>
                <a:gd name="connsiteY203" fmla="*/ 59860 h 580812"/>
                <a:gd name="connsiteX204" fmla="*/ 313651 w 573659"/>
                <a:gd name="connsiteY204" fmla="*/ 34047 h 580812"/>
                <a:gd name="connsiteX205" fmla="*/ 313651 w 573659"/>
                <a:gd name="connsiteY205" fmla="*/ 34046 h 580812"/>
                <a:gd name="connsiteX206" fmla="*/ 318391 w 573659"/>
                <a:gd name="connsiteY206" fmla="*/ 22373 h 580812"/>
                <a:gd name="connsiteX207" fmla="*/ 368577 w 573659"/>
                <a:gd name="connsiteY207" fmla="*/ 1179 h 580812"/>
                <a:gd name="connsiteX208" fmla="*/ 368591 w 573659"/>
                <a:gd name="connsiteY208" fmla="*/ 1173 h 580812"/>
                <a:gd name="connsiteX209" fmla="*/ 380251 w 573659"/>
                <a:gd name="connsiteY209" fmla="*/ 5918 h 580812"/>
                <a:gd name="connsiteX210" fmla="*/ 391155 w 573659"/>
                <a:gd name="connsiteY210" fmla="*/ 31731 h 580812"/>
                <a:gd name="connsiteX211" fmla="*/ 423681 w 573659"/>
                <a:gd name="connsiteY211" fmla="*/ 31467 h 580812"/>
                <a:gd name="connsiteX212" fmla="*/ 434214 w 573659"/>
                <a:gd name="connsiteY212" fmla="*/ 5554 h 580812"/>
                <a:gd name="connsiteX213" fmla="*/ 445816 w 573659"/>
                <a:gd name="connsiteY213" fmla="*/ 651 h 58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573659" h="580812">
                  <a:moveTo>
                    <a:pt x="208640" y="296522"/>
                  </a:moveTo>
                  <a:cubicBezTo>
                    <a:pt x="166863" y="296569"/>
                    <a:pt x="133009" y="330424"/>
                    <a:pt x="132962" y="372201"/>
                  </a:cubicBezTo>
                  <a:cubicBezTo>
                    <a:pt x="132962" y="413996"/>
                    <a:pt x="166844" y="447878"/>
                    <a:pt x="208640" y="447878"/>
                  </a:cubicBezTo>
                  <a:cubicBezTo>
                    <a:pt x="250435" y="447878"/>
                    <a:pt x="284318" y="413996"/>
                    <a:pt x="284318" y="372201"/>
                  </a:cubicBezTo>
                  <a:cubicBezTo>
                    <a:pt x="284318" y="330405"/>
                    <a:pt x="250435" y="296522"/>
                    <a:pt x="208640" y="296522"/>
                  </a:cubicBezTo>
                  <a:close/>
                  <a:moveTo>
                    <a:pt x="208640" y="278705"/>
                  </a:moveTo>
                  <a:cubicBezTo>
                    <a:pt x="260276" y="278705"/>
                    <a:pt x="302135" y="320564"/>
                    <a:pt x="302135" y="372201"/>
                  </a:cubicBezTo>
                  <a:cubicBezTo>
                    <a:pt x="302135" y="423836"/>
                    <a:pt x="260276" y="465695"/>
                    <a:pt x="208640" y="465695"/>
                  </a:cubicBezTo>
                  <a:cubicBezTo>
                    <a:pt x="157004" y="465695"/>
                    <a:pt x="115145" y="423836"/>
                    <a:pt x="115145" y="372201"/>
                  </a:cubicBezTo>
                  <a:cubicBezTo>
                    <a:pt x="115204" y="320588"/>
                    <a:pt x="157028" y="278764"/>
                    <a:pt x="208640" y="278705"/>
                  </a:cubicBezTo>
                  <a:close/>
                  <a:moveTo>
                    <a:pt x="174154" y="163588"/>
                  </a:moveTo>
                  <a:lnTo>
                    <a:pt x="243126" y="163588"/>
                  </a:lnTo>
                  <a:cubicBezTo>
                    <a:pt x="248046" y="163588"/>
                    <a:pt x="252034" y="167576"/>
                    <a:pt x="252034" y="172496"/>
                  </a:cubicBezTo>
                  <a:cubicBezTo>
                    <a:pt x="252034" y="177416"/>
                    <a:pt x="248046" y="181405"/>
                    <a:pt x="243126" y="181405"/>
                  </a:cubicBezTo>
                  <a:lnTo>
                    <a:pt x="183069" y="181405"/>
                  </a:lnTo>
                  <a:lnTo>
                    <a:pt x="183069" y="216717"/>
                  </a:lnTo>
                  <a:cubicBezTo>
                    <a:pt x="183071" y="220897"/>
                    <a:pt x="180166" y="224516"/>
                    <a:pt x="176085" y="225419"/>
                  </a:cubicBezTo>
                  <a:cubicBezTo>
                    <a:pt x="158978" y="229207"/>
                    <a:pt x="142672" y="235981"/>
                    <a:pt x="127916" y="245430"/>
                  </a:cubicBezTo>
                  <a:cubicBezTo>
                    <a:pt x="124394" y="247680"/>
                    <a:pt x="119781" y="247176"/>
                    <a:pt x="116827" y="244219"/>
                  </a:cubicBezTo>
                  <a:lnTo>
                    <a:pt x="91820" y="219211"/>
                  </a:lnTo>
                  <a:lnTo>
                    <a:pt x="55652" y="255379"/>
                  </a:lnTo>
                  <a:lnTo>
                    <a:pt x="80659" y="280388"/>
                  </a:lnTo>
                  <a:cubicBezTo>
                    <a:pt x="83614" y="283342"/>
                    <a:pt x="84118" y="287954"/>
                    <a:pt x="81871" y="291477"/>
                  </a:cubicBezTo>
                  <a:cubicBezTo>
                    <a:pt x="72421" y="306232"/>
                    <a:pt x="65647" y="322538"/>
                    <a:pt x="61859" y="339646"/>
                  </a:cubicBezTo>
                  <a:cubicBezTo>
                    <a:pt x="60956" y="343727"/>
                    <a:pt x="57338" y="346632"/>
                    <a:pt x="53158" y="346630"/>
                  </a:cubicBezTo>
                  <a:lnTo>
                    <a:pt x="17845" y="346630"/>
                  </a:lnTo>
                  <a:lnTo>
                    <a:pt x="17845" y="397771"/>
                  </a:lnTo>
                  <a:lnTo>
                    <a:pt x="53172" y="397771"/>
                  </a:lnTo>
                  <a:cubicBezTo>
                    <a:pt x="57352" y="397769"/>
                    <a:pt x="60971" y="400674"/>
                    <a:pt x="61874" y="404755"/>
                  </a:cubicBezTo>
                  <a:cubicBezTo>
                    <a:pt x="65661" y="421862"/>
                    <a:pt x="72435" y="438168"/>
                    <a:pt x="81885" y="452924"/>
                  </a:cubicBezTo>
                  <a:cubicBezTo>
                    <a:pt x="84135" y="456446"/>
                    <a:pt x="83631" y="461059"/>
                    <a:pt x="80674" y="464013"/>
                  </a:cubicBezTo>
                  <a:lnTo>
                    <a:pt x="55659" y="489027"/>
                  </a:lnTo>
                  <a:lnTo>
                    <a:pt x="91827" y="525195"/>
                  </a:lnTo>
                  <a:lnTo>
                    <a:pt x="116834" y="500188"/>
                  </a:lnTo>
                  <a:cubicBezTo>
                    <a:pt x="119789" y="497233"/>
                    <a:pt x="124400" y="496729"/>
                    <a:pt x="127923" y="498976"/>
                  </a:cubicBezTo>
                  <a:cubicBezTo>
                    <a:pt x="142674" y="508432"/>
                    <a:pt x="158974" y="515216"/>
                    <a:pt x="176078" y="519016"/>
                  </a:cubicBezTo>
                  <a:cubicBezTo>
                    <a:pt x="180159" y="519919"/>
                    <a:pt x="183064" y="523538"/>
                    <a:pt x="183062" y="527718"/>
                  </a:cubicBezTo>
                  <a:lnTo>
                    <a:pt x="183062" y="563002"/>
                  </a:lnTo>
                  <a:lnTo>
                    <a:pt x="234217" y="563002"/>
                  </a:lnTo>
                  <a:lnTo>
                    <a:pt x="234217" y="527689"/>
                  </a:lnTo>
                  <a:cubicBezTo>
                    <a:pt x="234216" y="523510"/>
                    <a:pt x="237120" y="519891"/>
                    <a:pt x="241201" y="518988"/>
                  </a:cubicBezTo>
                  <a:cubicBezTo>
                    <a:pt x="258308" y="515198"/>
                    <a:pt x="274614" y="508424"/>
                    <a:pt x="289370" y="498976"/>
                  </a:cubicBezTo>
                  <a:cubicBezTo>
                    <a:pt x="292894" y="496729"/>
                    <a:pt x="297505" y="497233"/>
                    <a:pt x="300460" y="500188"/>
                  </a:cubicBezTo>
                  <a:lnTo>
                    <a:pt x="325468" y="525202"/>
                  </a:lnTo>
                  <a:lnTo>
                    <a:pt x="361636" y="489035"/>
                  </a:lnTo>
                  <a:lnTo>
                    <a:pt x="336621" y="464020"/>
                  </a:lnTo>
                  <a:cubicBezTo>
                    <a:pt x="333664" y="461067"/>
                    <a:pt x="333160" y="456453"/>
                    <a:pt x="335410" y="452931"/>
                  </a:cubicBezTo>
                  <a:cubicBezTo>
                    <a:pt x="344859" y="438175"/>
                    <a:pt x="351633" y="421870"/>
                    <a:pt x="355421" y="404762"/>
                  </a:cubicBezTo>
                  <a:cubicBezTo>
                    <a:pt x="356324" y="400681"/>
                    <a:pt x="359943" y="397776"/>
                    <a:pt x="364123" y="397778"/>
                  </a:cubicBezTo>
                  <a:lnTo>
                    <a:pt x="399435" y="397778"/>
                  </a:lnTo>
                  <a:lnTo>
                    <a:pt x="399435" y="337722"/>
                  </a:lnTo>
                  <a:cubicBezTo>
                    <a:pt x="399435" y="332802"/>
                    <a:pt x="403424" y="328813"/>
                    <a:pt x="408344" y="328813"/>
                  </a:cubicBezTo>
                  <a:cubicBezTo>
                    <a:pt x="413261" y="328817"/>
                    <a:pt x="417245" y="332804"/>
                    <a:pt x="417245" y="337722"/>
                  </a:cubicBezTo>
                  <a:lnTo>
                    <a:pt x="417245" y="406686"/>
                  </a:lnTo>
                  <a:cubicBezTo>
                    <a:pt x="417245" y="411606"/>
                    <a:pt x="413256" y="415594"/>
                    <a:pt x="408337" y="415594"/>
                  </a:cubicBezTo>
                  <a:lnTo>
                    <a:pt x="371114" y="415594"/>
                  </a:lnTo>
                  <a:cubicBezTo>
                    <a:pt x="367301" y="429882"/>
                    <a:pt x="361601" y="443598"/>
                    <a:pt x="354167" y="456380"/>
                  </a:cubicBezTo>
                  <a:lnTo>
                    <a:pt x="380536" y="482749"/>
                  </a:lnTo>
                  <a:cubicBezTo>
                    <a:pt x="380536" y="482749"/>
                    <a:pt x="380537" y="482750"/>
                    <a:pt x="380537" y="482751"/>
                  </a:cubicBezTo>
                  <a:cubicBezTo>
                    <a:pt x="384016" y="486230"/>
                    <a:pt x="384015" y="491870"/>
                    <a:pt x="380536" y="495349"/>
                  </a:cubicBezTo>
                  <a:lnTo>
                    <a:pt x="331768" y="544109"/>
                  </a:lnTo>
                  <a:cubicBezTo>
                    <a:pt x="328290" y="547585"/>
                    <a:pt x="322653" y="547585"/>
                    <a:pt x="319175" y="544109"/>
                  </a:cubicBezTo>
                  <a:lnTo>
                    <a:pt x="292805" y="517741"/>
                  </a:lnTo>
                  <a:cubicBezTo>
                    <a:pt x="280029" y="525170"/>
                    <a:pt x="266320" y="530867"/>
                    <a:pt x="252041" y="534681"/>
                  </a:cubicBezTo>
                  <a:lnTo>
                    <a:pt x="252041" y="571903"/>
                  </a:lnTo>
                  <a:cubicBezTo>
                    <a:pt x="252041" y="576823"/>
                    <a:pt x="248053" y="580812"/>
                    <a:pt x="243133" y="580812"/>
                  </a:cubicBezTo>
                  <a:lnTo>
                    <a:pt x="174168" y="580812"/>
                  </a:lnTo>
                  <a:cubicBezTo>
                    <a:pt x="169248" y="580812"/>
                    <a:pt x="165260" y="576823"/>
                    <a:pt x="165260" y="571903"/>
                  </a:cubicBezTo>
                  <a:lnTo>
                    <a:pt x="165260" y="534681"/>
                  </a:lnTo>
                  <a:cubicBezTo>
                    <a:pt x="150976" y="530868"/>
                    <a:pt x="137262" y="525171"/>
                    <a:pt x="124481" y="517741"/>
                  </a:cubicBezTo>
                  <a:lnTo>
                    <a:pt x="98113" y="544109"/>
                  </a:lnTo>
                  <a:cubicBezTo>
                    <a:pt x="98112" y="544110"/>
                    <a:pt x="98111" y="544110"/>
                    <a:pt x="98111" y="544111"/>
                  </a:cubicBezTo>
                  <a:cubicBezTo>
                    <a:pt x="94632" y="547589"/>
                    <a:pt x="88991" y="547589"/>
                    <a:pt x="85513" y="544109"/>
                  </a:cubicBezTo>
                  <a:lnTo>
                    <a:pt x="36702" y="495342"/>
                  </a:lnTo>
                  <a:cubicBezTo>
                    <a:pt x="36698" y="495338"/>
                    <a:pt x="36694" y="495334"/>
                    <a:pt x="36690" y="495330"/>
                  </a:cubicBezTo>
                  <a:cubicBezTo>
                    <a:pt x="33218" y="491850"/>
                    <a:pt x="33223" y="486215"/>
                    <a:pt x="36702" y="482742"/>
                  </a:cubicBezTo>
                  <a:lnTo>
                    <a:pt x="63071" y="456373"/>
                  </a:lnTo>
                  <a:cubicBezTo>
                    <a:pt x="55639" y="443590"/>
                    <a:pt x="49942" y="429874"/>
                    <a:pt x="46131" y="415587"/>
                  </a:cubicBezTo>
                  <a:lnTo>
                    <a:pt x="8908" y="415587"/>
                  </a:lnTo>
                  <a:cubicBezTo>
                    <a:pt x="3991" y="415587"/>
                    <a:pt x="4" y="411603"/>
                    <a:pt x="0" y="406686"/>
                  </a:cubicBezTo>
                  <a:lnTo>
                    <a:pt x="0" y="337722"/>
                  </a:lnTo>
                  <a:cubicBezTo>
                    <a:pt x="0" y="332802"/>
                    <a:pt x="3988" y="328813"/>
                    <a:pt x="8908" y="328813"/>
                  </a:cubicBezTo>
                  <a:lnTo>
                    <a:pt x="46166" y="328813"/>
                  </a:lnTo>
                  <a:cubicBezTo>
                    <a:pt x="49979" y="314528"/>
                    <a:pt x="55678" y="300814"/>
                    <a:pt x="63114" y="288035"/>
                  </a:cubicBezTo>
                  <a:lnTo>
                    <a:pt x="36745" y="261665"/>
                  </a:lnTo>
                  <a:cubicBezTo>
                    <a:pt x="36741" y="261661"/>
                    <a:pt x="36737" y="261657"/>
                    <a:pt x="36733" y="261653"/>
                  </a:cubicBezTo>
                  <a:cubicBezTo>
                    <a:pt x="33260" y="258174"/>
                    <a:pt x="33266" y="252538"/>
                    <a:pt x="36745" y="249065"/>
                  </a:cubicBezTo>
                  <a:lnTo>
                    <a:pt x="85491" y="200297"/>
                  </a:lnTo>
                  <a:cubicBezTo>
                    <a:pt x="85492" y="200297"/>
                    <a:pt x="85492" y="200296"/>
                    <a:pt x="85493" y="200296"/>
                  </a:cubicBezTo>
                  <a:cubicBezTo>
                    <a:pt x="88972" y="196817"/>
                    <a:pt x="94613" y="196818"/>
                    <a:pt x="98091" y="200297"/>
                  </a:cubicBezTo>
                  <a:lnTo>
                    <a:pt x="124460" y="226666"/>
                  </a:lnTo>
                  <a:cubicBezTo>
                    <a:pt x="137243" y="219231"/>
                    <a:pt x="150958" y="213532"/>
                    <a:pt x="165246" y="209719"/>
                  </a:cubicBezTo>
                  <a:lnTo>
                    <a:pt x="165246" y="172496"/>
                  </a:lnTo>
                  <a:cubicBezTo>
                    <a:pt x="165246" y="167576"/>
                    <a:pt x="169234" y="163588"/>
                    <a:pt x="174154" y="163588"/>
                  </a:cubicBezTo>
                  <a:close/>
                  <a:moveTo>
                    <a:pt x="384426" y="93433"/>
                  </a:moveTo>
                  <a:cubicBezTo>
                    <a:pt x="389094" y="91878"/>
                    <a:pt x="394139" y="94402"/>
                    <a:pt x="395694" y="99070"/>
                  </a:cubicBezTo>
                  <a:cubicBezTo>
                    <a:pt x="397248" y="103738"/>
                    <a:pt x="394724" y="108783"/>
                    <a:pt x="390056" y="110337"/>
                  </a:cubicBezTo>
                  <a:cubicBezTo>
                    <a:pt x="373982" y="115685"/>
                    <a:pt x="361054" y="127802"/>
                    <a:pt x="354678" y="143498"/>
                  </a:cubicBezTo>
                  <a:cubicBezTo>
                    <a:pt x="342640" y="173133"/>
                    <a:pt x="356905" y="206917"/>
                    <a:pt x="386541" y="218955"/>
                  </a:cubicBezTo>
                  <a:cubicBezTo>
                    <a:pt x="416177" y="230994"/>
                    <a:pt x="449961" y="216728"/>
                    <a:pt x="461999" y="187093"/>
                  </a:cubicBezTo>
                  <a:cubicBezTo>
                    <a:pt x="474038" y="157457"/>
                    <a:pt x="459772" y="123673"/>
                    <a:pt x="430137" y="111634"/>
                  </a:cubicBezTo>
                  <a:cubicBezTo>
                    <a:pt x="425745" y="109748"/>
                    <a:pt x="423625" y="104731"/>
                    <a:pt x="425333" y="100266"/>
                  </a:cubicBezTo>
                  <a:cubicBezTo>
                    <a:pt x="427090" y="95671"/>
                    <a:pt x="432241" y="93371"/>
                    <a:pt x="436836" y="95129"/>
                  </a:cubicBezTo>
                  <a:lnTo>
                    <a:pt x="436836" y="95122"/>
                  </a:lnTo>
                  <a:cubicBezTo>
                    <a:pt x="457360" y="103456"/>
                    <a:pt x="473207" y="120358"/>
                    <a:pt x="480202" y="141377"/>
                  </a:cubicBezTo>
                  <a:cubicBezTo>
                    <a:pt x="493410" y="181064"/>
                    <a:pt x="471945" y="223945"/>
                    <a:pt x="432258" y="237153"/>
                  </a:cubicBezTo>
                  <a:cubicBezTo>
                    <a:pt x="392572" y="250361"/>
                    <a:pt x="349690" y="228896"/>
                    <a:pt x="336482" y="189209"/>
                  </a:cubicBezTo>
                  <a:cubicBezTo>
                    <a:pt x="323273" y="149523"/>
                    <a:pt x="344738" y="106641"/>
                    <a:pt x="384426" y="93433"/>
                  </a:cubicBezTo>
                  <a:close/>
                  <a:moveTo>
                    <a:pt x="447348" y="20520"/>
                  </a:moveTo>
                  <a:lnTo>
                    <a:pt x="437556" y="44630"/>
                  </a:lnTo>
                  <a:cubicBezTo>
                    <a:pt x="435988" y="48507"/>
                    <a:pt x="431929" y="50768"/>
                    <a:pt x="427807" y="50060"/>
                  </a:cubicBezTo>
                  <a:cubicBezTo>
                    <a:pt x="414379" y="47782"/>
                    <a:pt x="400654" y="47891"/>
                    <a:pt x="387263" y="50381"/>
                  </a:cubicBezTo>
                  <a:cubicBezTo>
                    <a:pt x="383153" y="51138"/>
                    <a:pt x="379069" y="48936"/>
                    <a:pt x="377443" y="45086"/>
                  </a:cubicBezTo>
                  <a:lnTo>
                    <a:pt x="367302" y="21069"/>
                  </a:lnTo>
                  <a:lnTo>
                    <a:pt x="333529" y="35322"/>
                  </a:lnTo>
                  <a:lnTo>
                    <a:pt x="343670" y="59339"/>
                  </a:lnTo>
                  <a:cubicBezTo>
                    <a:pt x="345300" y="63189"/>
                    <a:pt x="344031" y="67655"/>
                    <a:pt x="340620" y="70072"/>
                  </a:cubicBezTo>
                  <a:cubicBezTo>
                    <a:pt x="329496" y="77936"/>
                    <a:pt x="319846" y="87699"/>
                    <a:pt x="312112" y="98915"/>
                  </a:cubicBezTo>
                  <a:cubicBezTo>
                    <a:pt x="309744" y="102362"/>
                    <a:pt x="305294" y="103694"/>
                    <a:pt x="301422" y="102114"/>
                  </a:cubicBezTo>
                  <a:lnTo>
                    <a:pt x="277313" y="92314"/>
                  </a:lnTo>
                  <a:lnTo>
                    <a:pt x="263515" y="126288"/>
                  </a:lnTo>
                  <a:lnTo>
                    <a:pt x="287625" y="136080"/>
                  </a:lnTo>
                  <a:cubicBezTo>
                    <a:pt x="291498" y="137653"/>
                    <a:pt x="293757" y="141708"/>
                    <a:pt x="293055" y="145829"/>
                  </a:cubicBezTo>
                  <a:cubicBezTo>
                    <a:pt x="290779" y="159260"/>
                    <a:pt x="290890" y="172988"/>
                    <a:pt x="293383" y="186380"/>
                  </a:cubicBezTo>
                  <a:cubicBezTo>
                    <a:pt x="294140" y="190490"/>
                    <a:pt x="291938" y="194574"/>
                    <a:pt x="288088" y="196200"/>
                  </a:cubicBezTo>
                  <a:lnTo>
                    <a:pt x="264071" y="206342"/>
                  </a:lnTo>
                  <a:lnTo>
                    <a:pt x="278325" y="240115"/>
                  </a:lnTo>
                  <a:lnTo>
                    <a:pt x="302341" y="229974"/>
                  </a:lnTo>
                  <a:cubicBezTo>
                    <a:pt x="306191" y="228344"/>
                    <a:pt x="310657" y="229613"/>
                    <a:pt x="313074" y="233024"/>
                  </a:cubicBezTo>
                  <a:cubicBezTo>
                    <a:pt x="320939" y="244146"/>
                    <a:pt x="330702" y="253796"/>
                    <a:pt x="341917" y="261530"/>
                  </a:cubicBezTo>
                  <a:cubicBezTo>
                    <a:pt x="345359" y="263902"/>
                    <a:pt x="346690" y="268348"/>
                    <a:pt x="345116" y="272220"/>
                  </a:cubicBezTo>
                  <a:lnTo>
                    <a:pt x="335324" y="296330"/>
                  </a:lnTo>
                  <a:lnTo>
                    <a:pt x="369290" y="310127"/>
                  </a:lnTo>
                  <a:lnTo>
                    <a:pt x="379082" y="286018"/>
                  </a:lnTo>
                  <a:cubicBezTo>
                    <a:pt x="380661" y="282150"/>
                    <a:pt x="384711" y="279894"/>
                    <a:pt x="388831" y="280587"/>
                  </a:cubicBezTo>
                  <a:cubicBezTo>
                    <a:pt x="402262" y="282861"/>
                    <a:pt x="415989" y="282750"/>
                    <a:pt x="429382" y="280259"/>
                  </a:cubicBezTo>
                  <a:cubicBezTo>
                    <a:pt x="433496" y="279498"/>
                    <a:pt x="437587" y="281696"/>
                    <a:pt x="439224" y="285547"/>
                  </a:cubicBezTo>
                  <a:lnTo>
                    <a:pt x="449365" y="309564"/>
                  </a:lnTo>
                  <a:lnTo>
                    <a:pt x="483138" y="295311"/>
                  </a:lnTo>
                  <a:lnTo>
                    <a:pt x="472997" y="271294"/>
                  </a:lnTo>
                  <a:cubicBezTo>
                    <a:pt x="471367" y="267444"/>
                    <a:pt x="472636" y="262979"/>
                    <a:pt x="476047" y="260561"/>
                  </a:cubicBezTo>
                  <a:cubicBezTo>
                    <a:pt x="487171" y="252698"/>
                    <a:pt x="496821" y="242935"/>
                    <a:pt x="504554" y="231720"/>
                  </a:cubicBezTo>
                  <a:cubicBezTo>
                    <a:pt x="506922" y="228272"/>
                    <a:pt x="511371" y="226940"/>
                    <a:pt x="515244" y="228520"/>
                  </a:cubicBezTo>
                  <a:lnTo>
                    <a:pt x="539353" y="238312"/>
                  </a:lnTo>
                  <a:lnTo>
                    <a:pt x="553122" y="204360"/>
                  </a:lnTo>
                  <a:lnTo>
                    <a:pt x="529013" y="194568"/>
                  </a:lnTo>
                  <a:cubicBezTo>
                    <a:pt x="525139" y="192996"/>
                    <a:pt x="522880" y="188941"/>
                    <a:pt x="523582" y="184819"/>
                  </a:cubicBezTo>
                  <a:cubicBezTo>
                    <a:pt x="525862" y="171389"/>
                    <a:pt x="525753" y="157661"/>
                    <a:pt x="523261" y="144269"/>
                  </a:cubicBezTo>
                  <a:cubicBezTo>
                    <a:pt x="522504" y="140158"/>
                    <a:pt x="524706" y="136074"/>
                    <a:pt x="528556" y="134448"/>
                  </a:cubicBezTo>
                  <a:lnTo>
                    <a:pt x="552573" y="124307"/>
                  </a:lnTo>
                  <a:lnTo>
                    <a:pt x="538320" y="90533"/>
                  </a:lnTo>
                  <a:lnTo>
                    <a:pt x="514303" y="100675"/>
                  </a:lnTo>
                  <a:cubicBezTo>
                    <a:pt x="510453" y="102305"/>
                    <a:pt x="505988" y="101036"/>
                    <a:pt x="503570" y="97625"/>
                  </a:cubicBezTo>
                  <a:cubicBezTo>
                    <a:pt x="495707" y="86500"/>
                    <a:pt x="485944" y="76850"/>
                    <a:pt x="474729" y="69117"/>
                  </a:cubicBezTo>
                  <a:cubicBezTo>
                    <a:pt x="471286" y="66746"/>
                    <a:pt x="469955" y="62300"/>
                    <a:pt x="471529" y="58427"/>
                  </a:cubicBezTo>
                  <a:lnTo>
                    <a:pt x="481321" y="34318"/>
                  </a:lnTo>
                  <a:close/>
                  <a:moveTo>
                    <a:pt x="445816" y="651"/>
                  </a:moveTo>
                  <a:lnTo>
                    <a:pt x="496294" y="21148"/>
                  </a:lnTo>
                  <a:cubicBezTo>
                    <a:pt x="500851" y="22998"/>
                    <a:pt x="503046" y="28192"/>
                    <a:pt x="501197" y="32750"/>
                  </a:cubicBezTo>
                  <a:lnTo>
                    <a:pt x="490671" y="58669"/>
                  </a:lnTo>
                  <a:cubicBezTo>
                    <a:pt x="499284" y="65315"/>
                    <a:pt x="507053" y="72987"/>
                    <a:pt x="513804" y="81517"/>
                  </a:cubicBezTo>
                  <a:lnTo>
                    <a:pt x="539617" y="70621"/>
                  </a:lnTo>
                  <a:cubicBezTo>
                    <a:pt x="539617" y="70621"/>
                    <a:pt x="539617" y="70621"/>
                    <a:pt x="539618" y="70620"/>
                  </a:cubicBezTo>
                  <a:cubicBezTo>
                    <a:pt x="544150" y="68706"/>
                    <a:pt x="549376" y="70828"/>
                    <a:pt x="551290" y="75360"/>
                  </a:cubicBezTo>
                  <a:lnTo>
                    <a:pt x="572485" y="125547"/>
                  </a:lnTo>
                  <a:cubicBezTo>
                    <a:pt x="572485" y="125547"/>
                    <a:pt x="572485" y="125547"/>
                    <a:pt x="572485" y="125548"/>
                  </a:cubicBezTo>
                  <a:cubicBezTo>
                    <a:pt x="574400" y="130080"/>
                    <a:pt x="572278" y="135306"/>
                    <a:pt x="567746" y="137220"/>
                  </a:cubicBezTo>
                  <a:lnTo>
                    <a:pt x="541933" y="148124"/>
                  </a:lnTo>
                  <a:cubicBezTo>
                    <a:pt x="543348" y="158915"/>
                    <a:pt x="543436" y="169838"/>
                    <a:pt x="542197" y="180650"/>
                  </a:cubicBezTo>
                  <a:lnTo>
                    <a:pt x="568109" y="191190"/>
                  </a:lnTo>
                  <a:cubicBezTo>
                    <a:pt x="570298" y="192080"/>
                    <a:pt x="572044" y="193803"/>
                    <a:pt x="572963" y="195980"/>
                  </a:cubicBezTo>
                  <a:cubicBezTo>
                    <a:pt x="573876" y="198153"/>
                    <a:pt x="573892" y="200600"/>
                    <a:pt x="573005" y="202785"/>
                  </a:cubicBezTo>
                  <a:lnTo>
                    <a:pt x="552509" y="253264"/>
                  </a:lnTo>
                  <a:cubicBezTo>
                    <a:pt x="552508" y="253267"/>
                    <a:pt x="552506" y="253270"/>
                    <a:pt x="552505" y="253273"/>
                  </a:cubicBezTo>
                  <a:cubicBezTo>
                    <a:pt x="550654" y="257827"/>
                    <a:pt x="545461" y="260018"/>
                    <a:pt x="540907" y="258167"/>
                  </a:cubicBezTo>
                  <a:lnTo>
                    <a:pt x="514987" y="247641"/>
                  </a:lnTo>
                  <a:cubicBezTo>
                    <a:pt x="508329" y="256256"/>
                    <a:pt x="500641" y="264025"/>
                    <a:pt x="492096" y="270774"/>
                  </a:cubicBezTo>
                  <a:lnTo>
                    <a:pt x="503029" y="296579"/>
                  </a:lnTo>
                  <a:cubicBezTo>
                    <a:pt x="503029" y="296579"/>
                    <a:pt x="503029" y="296580"/>
                    <a:pt x="503029" y="296580"/>
                  </a:cubicBezTo>
                  <a:cubicBezTo>
                    <a:pt x="504944" y="301112"/>
                    <a:pt x="502822" y="306338"/>
                    <a:pt x="498290" y="308253"/>
                  </a:cubicBezTo>
                  <a:lnTo>
                    <a:pt x="448104" y="329447"/>
                  </a:lnTo>
                  <a:cubicBezTo>
                    <a:pt x="448099" y="329449"/>
                    <a:pt x="448094" y="329451"/>
                    <a:pt x="448090" y="329453"/>
                  </a:cubicBezTo>
                  <a:cubicBezTo>
                    <a:pt x="443560" y="331363"/>
                    <a:pt x="438340" y="329238"/>
                    <a:pt x="436430" y="324708"/>
                  </a:cubicBezTo>
                  <a:lnTo>
                    <a:pt x="425526" y="298895"/>
                  </a:lnTo>
                  <a:cubicBezTo>
                    <a:pt x="414736" y="300310"/>
                    <a:pt x="403813" y="300399"/>
                    <a:pt x="393000" y="299159"/>
                  </a:cubicBezTo>
                  <a:lnTo>
                    <a:pt x="382474" y="325079"/>
                  </a:lnTo>
                  <a:cubicBezTo>
                    <a:pt x="380624" y="329636"/>
                    <a:pt x="375430" y="331831"/>
                    <a:pt x="370872" y="329982"/>
                  </a:cubicBezTo>
                  <a:lnTo>
                    <a:pt x="320393" y="309486"/>
                  </a:lnTo>
                  <a:cubicBezTo>
                    <a:pt x="315836" y="307635"/>
                    <a:pt x="313641" y="302441"/>
                    <a:pt x="315490" y="297883"/>
                  </a:cubicBezTo>
                  <a:lnTo>
                    <a:pt x="326045" y="271964"/>
                  </a:lnTo>
                  <a:cubicBezTo>
                    <a:pt x="317418" y="265306"/>
                    <a:pt x="309640" y="257616"/>
                    <a:pt x="302883" y="249066"/>
                  </a:cubicBezTo>
                  <a:lnTo>
                    <a:pt x="277070" y="259998"/>
                  </a:lnTo>
                  <a:cubicBezTo>
                    <a:pt x="272537" y="261913"/>
                    <a:pt x="267311" y="259791"/>
                    <a:pt x="265397" y="255259"/>
                  </a:cubicBezTo>
                  <a:lnTo>
                    <a:pt x="244202" y="205073"/>
                  </a:lnTo>
                  <a:cubicBezTo>
                    <a:pt x="244202" y="205073"/>
                    <a:pt x="244202" y="205073"/>
                    <a:pt x="244202" y="205072"/>
                  </a:cubicBezTo>
                  <a:cubicBezTo>
                    <a:pt x="242287" y="200540"/>
                    <a:pt x="244409" y="195314"/>
                    <a:pt x="248941" y="193400"/>
                  </a:cubicBezTo>
                  <a:lnTo>
                    <a:pt x="274754" y="182496"/>
                  </a:lnTo>
                  <a:cubicBezTo>
                    <a:pt x="273339" y="171705"/>
                    <a:pt x="273251" y="160782"/>
                    <a:pt x="274490" y="149970"/>
                  </a:cubicBezTo>
                  <a:lnTo>
                    <a:pt x="248571" y="139444"/>
                  </a:lnTo>
                  <a:cubicBezTo>
                    <a:pt x="244014" y="137593"/>
                    <a:pt x="241819" y="132399"/>
                    <a:pt x="243668" y="127842"/>
                  </a:cubicBezTo>
                  <a:lnTo>
                    <a:pt x="264171" y="77384"/>
                  </a:lnTo>
                  <a:cubicBezTo>
                    <a:pt x="266022" y="72827"/>
                    <a:pt x="271215" y="70632"/>
                    <a:pt x="275773" y="72481"/>
                  </a:cubicBezTo>
                  <a:lnTo>
                    <a:pt x="301693" y="83014"/>
                  </a:lnTo>
                  <a:cubicBezTo>
                    <a:pt x="308339" y="74393"/>
                    <a:pt x="316014" y="66617"/>
                    <a:pt x="324548" y="59860"/>
                  </a:cubicBezTo>
                  <a:lnTo>
                    <a:pt x="313651" y="34047"/>
                  </a:lnTo>
                  <a:cubicBezTo>
                    <a:pt x="313651" y="34047"/>
                    <a:pt x="313651" y="34046"/>
                    <a:pt x="313651" y="34046"/>
                  </a:cubicBezTo>
                  <a:cubicBezTo>
                    <a:pt x="311736" y="29514"/>
                    <a:pt x="313858" y="24288"/>
                    <a:pt x="318391" y="22373"/>
                  </a:cubicBezTo>
                  <a:lnTo>
                    <a:pt x="368577" y="1179"/>
                  </a:lnTo>
                  <a:cubicBezTo>
                    <a:pt x="368582" y="1177"/>
                    <a:pt x="368587" y="1175"/>
                    <a:pt x="368591" y="1173"/>
                  </a:cubicBezTo>
                  <a:cubicBezTo>
                    <a:pt x="373121" y="-737"/>
                    <a:pt x="378341" y="1388"/>
                    <a:pt x="380251" y="5918"/>
                  </a:cubicBezTo>
                  <a:lnTo>
                    <a:pt x="391155" y="31731"/>
                  </a:lnTo>
                  <a:cubicBezTo>
                    <a:pt x="401946" y="30321"/>
                    <a:pt x="412868" y="30233"/>
                    <a:pt x="423681" y="31467"/>
                  </a:cubicBezTo>
                  <a:lnTo>
                    <a:pt x="434214" y="5554"/>
                  </a:lnTo>
                  <a:cubicBezTo>
                    <a:pt x="436071" y="1003"/>
                    <a:pt x="441258" y="-1189"/>
                    <a:pt x="445816" y="651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15" name="Group 238">
            <a:extLst>
              <a:ext uri="{FF2B5EF4-FFF2-40B4-BE49-F238E27FC236}">
                <a16:creationId xmlns:a16="http://schemas.microsoft.com/office/drawing/2014/main" id="{59BF39D4-FD6D-6981-EE39-AC475657F893}"/>
              </a:ext>
            </a:extLst>
          </p:cNvPr>
          <p:cNvGrpSpPr/>
          <p:nvPr/>
        </p:nvGrpSpPr>
        <p:grpSpPr>
          <a:xfrm>
            <a:off x="6834699" y="4990496"/>
            <a:ext cx="560700" cy="560755"/>
            <a:chOff x="6834699" y="4990496"/>
            <a:chExt cx="560700" cy="560755"/>
          </a:xfrm>
        </p:grpSpPr>
        <p:sp>
          <p:nvSpPr>
            <p:cNvPr id="216" name="Freeform: Shape 190">
              <a:extLst>
                <a:ext uri="{FF2B5EF4-FFF2-40B4-BE49-F238E27FC236}">
                  <a16:creationId xmlns:a16="http://schemas.microsoft.com/office/drawing/2014/main" id="{BC67C9BF-4B49-D43B-1C94-BB52FFCCD408}"/>
                </a:ext>
              </a:extLst>
            </p:cNvPr>
            <p:cNvSpPr/>
            <p:nvPr/>
          </p:nvSpPr>
          <p:spPr>
            <a:xfrm>
              <a:off x="6843588" y="5106180"/>
              <a:ext cx="434726" cy="434726"/>
            </a:xfrm>
            <a:custGeom>
              <a:avLst/>
              <a:gdLst>
                <a:gd name="connsiteX0" fmla="*/ 322918 w 434725"/>
                <a:gd name="connsiteY0" fmla="*/ 168063 h 434725"/>
                <a:gd name="connsiteX1" fmla="*/ 190591 w 434725"/>
                <a:gd name="connsiteY1" fmla="*/ 300391 h 434725"/>
                <a:gd name="connsiteX2" fmla="*/ 135687 w 434725"/>
                <a:gd name="connsiteY2" fmla="*/ 428981 h 434725"/>
                <a:gd name="connsiteX3" fmla="*/ 61762 w 434725"/>
                <a:gd name="connsiteY3" fmla="*/ 428884 h 434725"/>
                <a:gd name="connsiteX4" fmla="*/ 126130 w 434725"/>
                <a:gd name="connsiteY4" fmla="*/ 364517 h 434725"/>
                <a:gd name="connsiteX5" fmla="*/ 71611 w 434725"/>
                <a:gd name="connsiteY5" fmla="*/ 309998 h 434725"/>
                <a:gd name="connsiteX6" fmla="*/ 7244 w 434725"/>
                <a:gd name="connsiteY6" fmla="*/ 374366 h 434725"/>
                <a:gd name="connsiteX7" fmla="*/ 61813 w 434725"/>
                <a:gd name="connsiteY7" fmla="*/ 245633 h 434725"/>
                <a:gd name="connsiteX8" fmla="*/ 135737 w 434725"/>
                <a:gd name="connsiteY8" fmla="*/ 245537 h 434725"/>
                <a:gd name="connsiteX9" fmla="*/ 268065 w 434725"/>
                <a:gd name="connsiteY9" fmla="*/ 113210 h 434725"/>
                <a:gd name="connsiteX10" fmla="*/ 322873 w 434725"/>
                <a:gd name="connsiteY10" fmla="*/ 4348 h 434725"/>
                <a:gd name="connsiteX11" fmla="*/ 382269 w 434725"/>
                <a:gd name="connsiteY11" fmla="*/ 6310 h 434725"/>
                <a:gd name="connsiteX12" fmla="*/ 326111 w 434725"/>
                <a:gd name="connsiteY12" fmla="*/ 62468 h 434725"/>
                <a:gd name="connsiteX13" fmla="*/ 373674 w 434725"/>
                <a:gd name="connsiteY13" fmla="*/ 110031 h 434725"/>
                <a:gd name="connsiteX14" fmla="*/ 429832 w 434725"/>
                <a:gd name="connsiteY14" fmla="*/ 53873 h 434725"/>
                <a:gd name="connsiteX15" fmla="*/ 382329 w 434725"/>
                <a:gd name="connsiteY15" fmla="*/ 166115 h 434725"/>
                <a:gd name="connsiteX16" fmla="*/ 322933 w 434725"/>
                <a:gd name="connsiteY16" fmla="*/ 168078 h 43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34725" h="434725">
                  <a:moveTo>
                    <a:pt x="322918" y="168063"/>
                  </a:moveTo>
                  <a:lnTo>
                    <a:pt x="190591" y="300391"/>
                  </a:lnTo>
                  <a:cubicBezTo>
                    <a:pt x="210939" y="351061"/>
                    <a:pt x="186357" y="408633"/>
                    <a:pt x="135687" y="428981"/>
                  </a:cubicBezTo>
                  <a:cubicBezTo>
                    <a:pt x="111960" y="438509"/>
                    <a:pt x="85464" y="438474"/>
                    <a:pt x="61762" y="428884"/>
                  </a:cubicBezTo>
                  <a:lnTo>
                    <a:pt x="126130" y="364517"/>
                  </a:lnTo>
                  <a:lnTo>
                    <a:pt x="71611" y="309998"/>
                  </a:lnTo>
                  <a:lnTo>
                    <a:pt x="7244" y="374366"/>
                  </a:lnTo>
                  <a:cubicBezTo>
                    <a:pt x="-13236" y="323748"/>
                    <a:pt x="11195" y="266113"/>
                    <a:pt x="61813" y="245633"/>
                  </a:cubicBezTo>
                  <a:cubicBezTo>
                    <a:pt x="85515" y="236044"/>
                    <a:pt x="112010" y="236009"/>
                    <a:pt x="135737" y="245537"/>
                  </a:cubicBezTo>
                  <a:lnTo>
                    <a:pt x="268065" y="113210"/>
                  </a:lnTo>
                  <a:cubicBezTo>
                    <a:pt x="253138" y="68013"/>
                    <a:pt x="277676" y="19274"/>
                    <a:pt x="322873" y="4348"/>
                  </a:cubicBezTo>
                  <a:cubicBezTo>
                    <a:pt x="342278" y="-2061"/>
                    <a:pt x="363329" y="-1366"/>
                    <a:pt x="382269" y="6310"/>
                  </a:cubicBezTo>
                  <a:lnTo>
                    <a:pt x="326111" y="62468"/>
                  </a:lnTo>
                  <a:lnTo>
                    <a:pt x="373674" y="110031"/>
                  </a:lnTo>
                  <a:lnTo>
                    <a:pt x="429832" y="53873"/>
                  </a:lnTo>
                  <a:cubicBezTo>
                    <a:pt x="447710" y="97986"/>
                    <a:pt x="426442" y="148238"/>
                    <a:pt x="382329" y="166115"/>
                  </a:cubicBezTo>
                  <a:cubicBezTo>
                    <a:pt x="363389" y="173791"/>
                    <a:pt x="342338" y="174487"/>
                    <a:pt x="322933" y="168078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" name="Freeform: Shape 191">
              <a:extLst>
                <a:ext uri="{FF2B5EF4-FFF2-40B4-BE49-F238E27FC236}">
                  <a16:creationId xmlns:a16="http://schemas.microsoft.com/office/drawing/2014/main" id="{F1919F9E-38F2-6E1D-557B-E19E557C4CB0}"/>
                </a:ext>
              </a:extLst>
            </p:cNvPr>
            <p:cNvSpPr/>
            <p:nvPr/>
          </p:nvSpPr>
          <p:spPr>
            <a:xfrm>
              <a:off x="6834699" y="4990496"/>
              <a:ext cx="560700" cy="560755"/>
            </a:xfrm>
            <a:custGeom>
              <a:avLst/>
              <a:gdLst>
                <a:gd name="connsiteX0" fmla="*/ 357373 w 560700"/>
                <a:gd name="connsiteY0" fmla="*/ 106782 h 560755"/>
                <a:gd name="connsiteX1" fmla="*/ 394486 w 560700"/>
                <a:gd name="connsiteY1" fmla="*/ 113741 h 560755"/>
                <a:gd name="connsiteX2" fmla="*/ 397448 w 560700"/>
                <a:gd name="connsiteY2" fmla="*/ 115702 h 560755"/>
                <a:gd name="connsiteX3" fmla="*/ 397444 w 560700"/>
                <a:gd name="connsiteY3" fmla="*/ 128301 h 560755"/>
                <a:gd name="connsiteX4" fmla="*/ 347557 w 560700"/>
                <a:gd name="connsiteY4" fmla="*/ 178187 h 560755"/>
                <a:gd name="connsiteX5" fmla="*/ 382528 w 560700"/>
                <a:gd name="connsiteY5" fmla="*/ 213158 h 560755"/>
                <a:gd name="connsiteX6" fmla="*/ 432414 w 560700"/>
                <a:gd name="connsiteY6" fmla="*/ 163271 h 560755"/>
                <a:gd name="connsiteX7" fmla="*/ 435366 w 560700"/>
                <a:gd name="connsiteY7" fmla="*/ 161317 h 560755"/>
                <a:gd name="connsiteX8" fmla="*/ 446967 w 560700"/>
                <a:gd name="connsiteY8" fmla="*/ 166229 h 560755"/>
                <a:gd name="connsiteX9" fmla="*/ 450714 w 560700"/>
                <a:gd name="connsiteY9" fmla="*/ 226360 h 560755"/>
                <a:gd name="connsiteX10" fmla="*/ 334366 w 560700"/>
                <a:gd name="connsiteY10" fmla="*/ 293797 h 560755"/>
                <a:gd name="connsiteX11" fmla="*/ 209842 w 560700"/>
                <a:gd name="connsiteY11" fmla="*/ 418349 h 560755"/>
                <a:gd name="connsiteX12" fmla="*/ 207664 w 560700"/>
                <a:gd name="connsiteY12" fmla="*/ 493412 h 560755"/>
                <a:gd name="connsiteX13" fmla="*/ 67308 w 560700"/>
                <a:gd name="connsiteY13" fmla="*/ 552843 h 560755"/>
                <a:gd name="connsiteX14" fmla="*/ 64346 w 560700"/>
                <a:gd name="connsiteY14" fmla="*/ 550882 h 560755"/>
                <a:gd name="connsiteX15" fmla="*/ 64350 w 560700"/>
                <a:gd name="connsiteY15" fmla="*/ 538283 h 560755"/>
                <a:gd name="connsiteX16" fmla="*/ 122419 w 560700"/>
                <a:gd name="connsiteY16" fmla="*/ 480208 h 560755"/>
                <a:gd name="connsiteX17" fmla="*/ 80499 w 560700"/>
                <a:gd name="connsiteY17" fmla="*/ 438282 h 560755"/>
                <a:gd name="connsiteX18" fmla="*/ 22424 w 560700"/>
                <a:gd name="connsiteY18" fmla="*/ 496350 h 560755"/>
                <a:gd name="connsiteX19" fmla="*/ 19473 w 560700"/>
                <a:gd name="connsiteY19" fmla="*/ 498305 h 560755"/>
                <a:gd name="connsiteX20" fmla="*/ 7872 w 560700"/>
                <a:gd name="connsiteY20" fmla="*/ 493393 h 560755"/>
                <a:gd name="connsiteX21" fmla="*/ 7771 w 560700"/>
                <a:gd name="connsiteY21" fmla="*/ 412776 h 560755"/>
                <a:gd name="connsiteX22" fmla="*/ 147961 w 560700"/>
                <a:gd name="connsiteY22" fmla="*/ 352955 h 560755"/>
                <a:gd name="connsiteX23" fmla="*/ 152907 w 560700"/>
                <a:gd name="connsiteY23" fmla="*/ 364543 h 560755"/>
                <a:gd name="connsiteX24" fmla="*/ 141319 w 560700"/>
                <a:gd name="connsiteY24" fmla="*/ 369489 h 560755"/>
                <a:gd name="connsiteX25" fmla="*/ 87309 w 560700"/>
                <a:gd name="connsiteY25" fmla="*/ 365355 h 560755"/>
                <a:gd name="connsiteX26" fmla="*/ 20165 w 560700"/>
                <a:gd name="connsiteY26" fmla="*/ 473417 h 560755"/>
                <a:gd name="connsiteX27" fmla="*/ 74214 w 560700"/>
                <a:gd name="connsiteY27" fmla="*/ 419404 h 560755"/>
                <a:gd name="connsiteX28" fmla="*/ 74218 w 560700"/>
                <a:gd name="connsiteY28" fmla="*/ 419399 h 560755"/>
                <a:gd name="connsiteX29" fmla="*/ 86807 w 560700"/>
                <a:gd name="connsiteY29" fmla="*/ 419404 h 560755"/>
                <a:gd name="connsiteX30" fmla="*/ 141326 w 560700"/>
                <a:gd name="connsiteY30" fmla="*/ 473923 h 560755"/>
                <a:gd name="connsiteX31" fmla="*/ 141331 w 560700"/>
                <a:gd name="connsiteY31" fmla="*/ 473927 h 560755"/>
                <a:gd name="connsiteX32" fmla="*/ 141326 w 560700"/>
                <a:gd name="connsiteY32" fmla="*/ 486515 h 560755"/>
                <a:gd name="connsiteX33" fmla="*/ 87298 w 560700"/>
                <a:gd name="connsiteY33" fmla="*/ 540550 h 560755"/>
                <a:gd name="connsiteX34" fmla="*/ 141299 w 560700"/>
                <a:gd name="connsiteY34" fmla="*/ 536415 h 560755"/>
                <a:gd name="connsiteX35" fmla="*/ 191220 w 560700"/>
                <a:gd name="connsiteY35" fmla="*/ 419397 h 560755"/>
                <a:gd name="connsiteX36" fmla="*/ 193187 w 560700"/>
                <a:gd name="connsiteY36" fmla="*/ 409776 h 560755"/>
                <a:gd name="connsiteX37" fmla="*/ 325515 w 560700"/>
                <a:gd name="connsiteY37" fmla="*/ 277419 h 560755"/>
                <a:gd name="connsiteX38" fmla="*/ 334594 w 560700"/>
                <a:gd name="connsiteY38" fmla="*/ 275282 h 560755"/>
                <a:gd name="connsiteX39" fmla="*/ 374439 w 560700"/>
                <a:gd name="connsiteY39" fmla="*/ 277600 h 560755"/>
                <a:gd name="connsiteX40" fmla="*/ 434538 w 560700"/>
                <a:gd name="connsiteY40" fmla="*/ 186326 h 560755"/>
                <a:gd name="connsiteX41" fmla="*/ 388863 w 560700"/>
                <a:gd name="connsiteY41" fmla="*/ 232001 h 560755"/>
                <a:gd name="connsiteX42" fmla="*/ 376263 w 560700"/>
                <a:gd name="connsiteY42" fmla="*/ 232001 h 560755"/>
                <a:gd name="connsiteX43" fmla="*/ 328700 w 560700"/>
                <a:gd name="connsiteY43" fmla="*/ 184430 h 560755"/>
                <a:gd name="connsiteX44" fmla="*/ 328699 w 560700"/>
                <a:gd name="connsiteY44" fmla="*/ 184428 h 560755"/>
                <a:gd name="connsiteX45" fmla="*/ 328700 w 560700"/>
                <a:gd name="connsiteY45" fmla="*/ 171830 h 560755"/>
                <a:gd name="connsiteX46" fmla="*/ 374375 w 560700"/>
                <a:gd name="connsiteY46" fmla="*/ 126155 h 560755"/>
                <a:gd name="connsiteX47" fmla="*/ 334483 w 560700"/>
                <a:gd name="connsiteY47" fmla="*/ 128471 h 560755"/>
                <a:gd name="connsiteX48" fmla="*/ 285392 w 560700"/>
                <a:gd name="connsiteY48" fmla="*/ 226108 h 560755"/>
                <a:gd name="connsiteX49" fmla="*/ 283254 w 560700"/>
                <a:gd name="connsiteY49" fmla="*/ 235187 h 560755"/>
                <a:gd name="connsiteX50" fmla="*/ 182326 w 560700"/>
                <a:gd name="connsiteY50" fmla="*/ 336122 h 560755"/>
                <a:gd name="connsiteX51" fmla="*/ 182107 w 560700"/>
                <a:gd name="connsiteY51" fmla="*/ 336341 h 560755"/>
                <a:gd name="connsiteX52" fmla="*/ 169511 w 560700"/>
                <a:gd name="connsiteY52" fmla="*/ 336125 h 560755"/>
                <a:gd name="connsiteX53" fmla="*/ 169726 w 560700"/>
                <a:gd name="connsiteY53" fmla="*/ 323529 h 560755"/>
                <a:gd name="connsiteX54" fmla="*/ 266919 w 560700"/>
                <a:gd name="connsiteY54" fmla="*/ 226343 h 560755"/>
                <a:gd name="connsiteX55" fmla="*/ 270666 w 560700"/>
                <a:gd name="connsiteY55" fmla="*/ 166211 h 560755"/>
                <a:gd name="connsiteX56" fmla="*/ 357373 w 560700"/>
                <a:gd name="connsiteY56" fmla="*/ 106782 h 560755"/>
                <a:gd name="connsiteX57" fmla="*/ 324295 w 560700"/>
                <a:gd name="connsiteY57" fmla="*/ 0 h 560755"/>
                <a:gd name="connsiteX58" fmla="*/ 391286 w 560700"/>
                <a:gd name="connsiteY58" fmla="*/ 0 h 560755"/>
                <a:gd name="connsiteX59" fmla="*/ 400194 w 560700"/>
                <a:gd name="connsiteY59" fmla="*/ 8908 h 560755"/>
                <a:gd name="connsiteX60" fmla="*/ 400194 w 560700"/>
                <a:gd name="connsiteY60" fmla="*/ 44926 h 560755"/>
                <a:gd name="connsiteX61" fmla="*/ 439554 w 560700"/>
                <a:gd name="connsiteY61" fmla="*/ 61175 h 560755"/>
                <a:gd name="connsiteX62" fmla="*/ 464989 w 560700"/>
                <a:gd name="connsiteY62" fmla="*/ 35747 h 560755"/>
                <a:gd name="connsiteX63" fmla="*/ 464994 w 560700"/>
                <a:gd name="connsiteY63" fmla="*/ 35743 h 560755"/>
                <a:gd name="connsiteX64" fmla="*/ 477582 w 560700"/>
                <a:gd name="connsiteY64" fmla="*/ 35747 h 560755"/>
                <a:gd name="connsiteX65" fmla="*/ 524953 w 560700"/>
                <a:gd name="connsiteY65" fmla="*/ 83125 h 560755"/>
                <a:gd name="connsiteX66" fmla="*/ 524955 w 560700"/>
                <a:gd name="connsiteY66" fmla="*/ 83127 h 560755"/>
                <a:gd name="connsiteX67" fmla="*/ 524953 w 560700"/>
                <a:gd name="connsiteY67" fmla="*/ 95725 h 560755"/>
                <a:gd name="connsiteX68" fmla="*/ 499525 w 560700"/>
                <a:gd name="connsiteY68" fmla="*/ 121160 h 560755"/>
                <a:gd name="connsiteX69" fmla="*/ 515774 w 560700"/>
                <a:gd name="connsiteY69" fmla="*/ 160514 h 560755"/>
                <a:gd name="connsiteX70" fmla="*/ 551792 w 560700"/>
                <a:gd name="connsiteY70" fmla="*/ 160514 h 560755"/>
                <a:gd name="connsiteX71" fmla="*/ 551799 w 560700"/>
                <a:gd name="connsiteY71" fmla="*/ 160514 h 560755"/>
                <a:gd name="connsiteX72" fmla="*/ 560700 w 560700"/>
                <a:gd name="connsiteY72" fmla="*/ 169429 h 560755"/>
                <a:gd name="connsiteX73" fmla="*/ 560700 w 560700"/>
                <a:gd name="connsiteY73" fmla="*/ 236419 h 560755"/>
                <a:gd name="connsiteX74" fmla="*/ 551792 w 560700"/>
                <a:gd name="connsiteY74" fmla="*/ 245328 h 560755"/>
                <a:gd name="connsiteX75" fmla="*/ 515774 w 560700"/>
                <a:gd name="connsiteY75" fmla="*/ 245328 h 560755"/>
                <a:gd name="connsiteX76" fmla="*/ 499525 w 560700"/>
                <a:gd name="connsiteY76" fmla="*/ 284688 h 560755"/>
                <a:gd name="connsiteX77" fmla="*/ 524946 w 560700"/>
                <a:gd name="connsiteY77" fmla="*/ 310116 h 560755"/>
                <a:gd name="connsiteX78" fmla="*/ 524948 w 560700"/>
                <a:gd name="connsiteY78" fmla="*/ 310118 h 560755"/>
                <a:gd name="connsiteX79" fmla="*/ 524946 w 560700"/>
                <a:gd name="connsiteY79" fmla="*/ 322716 h 560755"/>
                <a:gd name="connsiteX80" fmla="*/ 477575 w 560700"/>
                <a:gd name="connsiteY80" fmla="*/ 370094 h 560755"/>
                <a:gd name="connsiteX81" fmla="*/ 464982 w 560700"/>
                <a:gd name="connsiteY81" fmla="*/ 370094 h 560755"/>
                <a:gd name="connsiteX82" fmla="*/ 439547 w 560700"/>
                <a:gd name="connsiteY82" fmla="*/ 344666 h 560755"/>
                <a:gd name="connsiteX83" fmla="*/ 400187 w 560700"/>
                <a:gd name="connsiteY83" fmla="*/ 360915 h 560755"/>
                <a:gd name="connsiteX84" fmla="*/ 400187 w 560700"/>
                <a:gd name="connsiteY84" fmla="*/ 396933 h 560755"/>
                <a:gd name="connsiteX85" fmla="*/ 391278 w 560700"/>
                <a:gd name="connsiteY85" fmla="*/ 405841 h 560755"/>
                <a:gd name="connsiteX86" fmla="*/ 324288 w 560700"/>
                <a:gd name="connsiteY86" fmla="*/ 405841 h 560755"/>
                <a:gd name="connsiteX87" fmla="*/ 315380 w 560700"/>
                <a:gd name="connsiteY87" fmla="*/ 396933 h 560755"/>
                <a:gd name="connsiteX88" fmla="*/ 315380 w 560700"/>
                <a:gd name="connsiteY88" fmla="*/ 353916 h 560755"/>
                <a:gd name="connsiteX89" fmla="*/ 324288 w 560700"/>
                <a:gd name="connsiteY89" fmla="*/ 345008 h 560755"/>
                <a:gd name="connsiteX90" fmla="*/ 333196 w 560700"/>
                <a:gd name="connsiteY90" fmla="*/ 353916 h 560755"/>
                <a:gd name="connsiteX91" fmla="*/ 333196 w 560700"/>
                <a:gd name="connsiteY91" fmla="*/ 388025 h 560755"/>
                <a:gd name="connsiteX92" fmla="*/ 382370 w 560700"/>
                <a:gd name="connsiteY92" fmla="*/ 388025 h 560755"/>
                <a:gd name="connsiteX93" fmla="*/ 382370 w 560700"/>
                <a:gd name="connsiteY93" fmla="*/ 353895 h 560755"/>
                <a:gd name="connsiteX94" fmla="*/ 389354 w 560700"/>
                <a:gd name="connsiteY94" fmla="*/ 345194 h 560755"/>
                <a:gd name="connsiteX95" fmla="*/ 436105 w 560700"/>
                <a:gd name="connsiteY95" fmla="*/ 325909 h 560755"/>
                <a:gd name="connsiteX96" fmla="*/ 447194 w 560700"/>
                <a:gd name="connsiteY96" fmla="*/ 327120 h 560755"/>
                <a:gd name="connsiteX97" fmla="*/ 471275 w 560700"/>
                <a:gd name="connsiteY97" fmla="*/ 351194 h 560755"/>
                <a:gd name="connsiteX98" fmla="*/ 506053 w 560700"/>
                <a:gd name="connsiteY98" fmla="*/ 316416 h 560755"/>
                <a:gd name="connsiteX99" fmla="*/ 481979 w 560700"/>
                <a:gd name="connsiteY99" fmla="*/ 292342 h 560755"/>
                <a:gd name="connsiteX100" fmla="*/ 480768 w 560700"/>
                <a:gd name="connsiteY100" fmla="*/ 281253 h 560755"/>
                <a:gd name="connsiteX101" fmla="*/ 500074 w 560700"/>
                <a:gd name="connsiteY101" fmla="*/ 234488 h 560755"/>
                <a:gd name="connsiteX102" fmla="*/ 508776 w 560700"/>
                <a:gd name="connsiteY102" fmla="*/ 227504 h 560755"/>
                <a:gd name="connsiteX103" fmla="*/ 542891 w 560700"/>
                <a:gd name="connsiteY103" fmla="*/ 227504 h 560755"/>
                <a:gd name="connsiteX104" fmla="*/ 542891 w 560700"/>
                <a:gd name="connsiteY104" fmla="*/ 178330 h 560755"/>
                <a:gd name="connsiteX105" fmla="*/ 508783 w 560700"/>
                <a:gd name="connsiteY105" fmla="*/ 178330 h 560755"/>
                <a:gd name="connsiteX106" fmla="*/ 500081 w 560700"/>
                <a:gd name="connsiteY106" fmla="*/ 171346 h 560755"/>
                <a:gd name="connsiteX107" fmla="*/ 480775 w 560700"/>
                <a:gd name="connsiteY107" fmla="*/ 124588 h 560755"/>
                <a:gd name="connsiteX108" fmla="*/ 481986 w 560700"/>
                <a:gd name="connsiteY108" fmla="*/ 113499 h 560755"/>
                <a:gd name="connsiteX109" fmla="*/ 506060 w 560700"/>
                <a:gd name="connsiteY109" fmla="*/ 89418 h 560755"/>
                <a:gd name="connsiteX110" fmla="*/ 471282 w 560700"/>
                <a:gd name="connsiteY110" fmla="*/ 54640 h 560755"/>
                <a:gd name="connsiteX111" fmla="*/ 447194 w 560700"/>
                <a:gd name="connsiteY111" fmla="*/ 78721 h 560755"/>
                <a:gd name="connsiteX112" fmla="*/ 436098 w 560700"/>
                <a:gd name="connsiteY112" fmla="*/ 79932 h 560755"/>
                <a:gd name="connsiteX113" fmla="*/ 389347 w 560700"/>
                <a:gd name="connsiteY113" fmla="*/ 60619 h 560755"/>
                <a:gd name="connsiteX114" fmla="*/ 382363 w 560700"/>
                <a:gd name="connsiteY114" fmla="*/ 51918 h 560755"/>
                <a:gd name="connsiteX115" fmla="*/ 382363 w 560700"/>
                <a:gd name="connsiteY115" fmla="*/ 17817 h 560755"/>
                <a:gd name="connsiteX116" fmla="*/ 333189 w 560700"/>
                <a:gd name="connsiteY116" fmla="*/ 17817 h 560755"/>
                <a:gd name="connsiteX117" fmla="*/ 333189 w 560700"/>
                <a:gd name="connsiteY117" fmla="*/ 51918 h 560755"/>
                <a:gd name="connsiteX118" fmla="*/ 326205 w 560700"/>
                <a:gd name="connsiteY118" fmla="*/ 60619 h 560755"/>
                <a:gd name="connsiteX119" fmla="*/ 279454 w 560700"/>
                <a:gd name="connsiteY119" fmla="*/ 79932 h 560755"/>
                <a:gd name="connsiteX120" fmla="*/ 268358 w 560700"/>
                <a:gd name="connsiteY120" fmla="*/ 78721 h 560755"/>
                <a:gd name="connsiteX121" fmla="*/ 244284 w 560700"/>
                <a:gd name="connsiteY121" fmla="*/ 54640 h 560755"/>
                <a:gd name="connsiteX122" fmla="*/ 209506 w 560700"/>
                <a:gd name="connsiteY122" fmla="*/ 89418 h 560755"/>
                <a:gd name="connsiteX123" fmla="*/ 233587 w 560700"/>
                <a:gd name="connsiteY123" fmla="*/ 113499 h 560755"/>
                <a:gd name="connsiteX124" fmla="*/ 234799 w 560700"/>
                <a:gd name="connsiteY124" fmla="*/ 124595 h 560755"/>
                <a:gd name="connsiteX125" fmla="*/ 215485 w 560700"/>
                <a:gd name="connsiteY125" fmla="*/ 171346 h 560755"/>
                <a:gd name="connsiteX126" fmla="*/ 206784 w 560700"/>
                <a:gd name="connsiteY126" fmla="*/ 178330 h 560755"/>
                <a:gd name="connsiteX127" fmla="*/ 172676 w 560700"/>
                <a:gd name="connsiteY127" fmla="*/ 178330 h 560755"/>
                <a:gd name="connsiteX128" fmla="*/ 172676 w 560700"/>
                <a:gd name="connsiteY128" fmla="*/ 227504 h 560755"/>
                <a:gd name="connsiteX129" fmla="*/ 206784 w 560700"/>
                <a:gd name="connsiteY129" fmla="*/ 227504 h 560755"/>
                <a:gd name="connsiteX130" fmla="*/ 215692 w 560700"/>
                <a:gd name="connsiteY130" fmla="*/ 236412 h 560755"/>
                <a:gd name="connsiteX131" fmla="*/ 206784 w 560700"/>
                <a:gd name="connsiteY131" fmla="*/ 245321 h 560755"/>
                <a:gd name="connsiteX132" fmla="*/ 163767 w 560700"/>
                <a:gd name="connsiteY132" fmla="*/ 245321 h 560755"/>
                <a:gd name="connsiteX133" fmla="*/ 154859 w 560700"/>
                <a:gd name="connsiteY133" fmla="*/ 236412 h 560755"/>
                <a:gd name="connsiteX134" fmla="*/ 154859 w 560700"/>
                <a:gd name="connsiteY134" fmla="*/ 169422 h 560755"/>
                <a:gd name="connsiteX135" fmla="*/ 163767 w 560700"/>
                <a:gd name="connsiteY135" fmla="*/ 160514 h 560755"/>
                <a:gd name="connsiteX136" fmla="*/ 199800 w 560700"/>
                <a:gd name="connsiteY136" fmla="*/ 160514 h 560755"/>
                <a:gd name="connsiteX137" fmla="*/ 216056 w 560700"/>
                <a:gd name="connsiteY137" fmla="*/ 121160 h 560755"/>
                <a:gd name="connsiteX138" fmla="*/ 190628 w 560700"/>
                <a:gd name="connsiteY138" fmla="*/ 95725 h 560755"/>
                <a:gd name="connsiteX139" fmla="*/ 190626 w 560700"/>
                <a:gd name="connsiteY139" fmla="*/ 95723 h 560755"/>
                <a:gd name="connsiteX140" fmla="*/ 190628 w 560700"/>
                <a:gd name="connsiteY140" fmla="*/ 83125 h 560755"/>
                <a:gd name="connsiteX141" fmla="*/ 237999 w 560700"/>
                <a:gd name="connsiteY141" fmla="*/ 35747 h 560755"/>
                <a:gd name="connsiteX142" fmla="*/ 238000 w 560700"/>
                <a:gd name="connsiteY142" fmla="*/ 35746 h 560755"/>
                <a:gd name="connsiteX143" fmla="*/ 250598 w 560700"/>
                <a:gd name="connsiteY143" fmla="*/ 35747 h 560755"/>
                <a:gd name="connsiteX144" fmla="*/ 276026 w 560700"/>
                <a:gd name="connsiteY144" fmla="*/ 61175 h 560755"/>
                <a:gd name="connsiteX145" fmla="*/ 315387 w 560700"/>
                <a:gd name="connsiteY145" fmla="*/ 44926 h 560755"/>
                <a:gd name="connsiteX146" fmla="*/ 315387 w 560700"/>
                <a:gd name="connsiteY146" fmla="*/ 8908 h 560755"/>
                <a:gd name="connsiteX147" fmla="*/ 324295 w 560700"/>
                <a:gd name="connsiteY147" fmla="*/ 0 h 560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560700" h="560755">
                  <a:moveTo>
                    <a:pt x="357373" y="106782"/>
                  </a:moveTo>
                  <a:cubicBezTo>
                    <a:pt x="369724" y="106589"/>
                    <a:pt x="382316" y="108816"/>
                    <a:pt x="394486" y="113741"/>
                  </a:cubicBezTo>
                  <a:cubicBezTo>
                    <a:pt x="395595" y="114189"/>
                    <a:pt x="396602" y="114856"/>
                    <a:pt x="397448" y="115702"/>
                  </a:cubicBezTo>
                  <a:cubicBezTo>
                    <a:pt x="400926" y="119182"/>
                    <a:pt x="400924" y="124823"/>
                    <a:pt x="397444" y="128301"/>
                  </a:cubicBezTo>
                  <a:lnTo>
                    <a:pt x="347557" y="178187"/>
                  </a:lnTo>
                  <a:lnTo>
                    <a:pt x="382528" y="213158"/>
                  </a:lnTo>
                  <a:lnTo>
                    <a:pt x="432414" y="163271"/>
                  </a:lnTo>
                  <a:cubicBezTo>
                    <a:pt x="433258" y="162429"/>
                    <a:pt x="434261" y="161764"/>
                    <a:pt x="435366" y="161317"/>
                  </a:cubicBezTo>
                  <a:cubicBezTo>
                    <a:pt x="439926" y="159469"/>
                    <a:pt x="445120" y="161669"/>
                    <a:pt x="446967" y="166229"/>
                  </a:cubicBezTo>
                  <a:cubicBezTo>
                    <a:pt x="454700" y="185336"/>
                    <a:pt x="456015" y="206439"/>
                    <a:pt x="450714" y="226360"/>
                  </a:cubicBezTo>
                  <a:cubicBezTo>
                    <a:pt x="437207" y="277111"/>
                    <a:pt x="385117" y="307303"/>
                    <a:pt x="334366" y="293797"/>
                  </a:cubicBezTo>
                  <a:lnTo>
                    <a:pt x="209842" y="418349"/>
                  </a:lnTo>
                  <a:cubicBezTo>
                    <a:pt x="218138" y="442822"/>
                    <a:pt x="217365" y="469462"/>
                    <a:pt x="207664" y="493412"/>
                  </a:cubicBezTo>
                  <a:cubicBezTo>
                    <a:pt x="185317" y="548582"/>
                    <a:pt x="122478" y="575190"/>
                    <a:pt x="67308" y="552843"/>
                  </a:cubicBezTo>
                  <a:cubicBezTo>
                    <a:pt x="66199" y="552395"/>
                    <a:pt x="65192" y="551728"/>
                    <a:pt x="64346" y="550882"/>
                  </a:cubicBezTo>
                  <a:cubicBezTo>
                    <a:pt x="60869" y="547402"/>
                    <a:pt x="60870" y="541761"/>
                    <a:pt x="64350" y="538283"/>
                  </a:cubicBezTo>
                  <a:lnTo>
                    <a:pt x="122419" y="480208"/>
                  </a:lnTo>
                  <a:lnTo>
                    <a:pt x="80499" y="438282"/>
                  </a:lnTo>
                  <a:lnTo>
                    <a:pt x="22424" y="496350"/>
                  </a:lnTo>
                  <a:cubicBezTo>
                    <a:pt x="21581" y="497193"/>
                    <a:pt x="20578" y="497857"/>
                    <a:pt x="19473" y="498305"/>
                  </a:cubicBezTo>
                  <a:cubicBezTo>
                    <a:pt x="14913" y="500152"/>
                    <a:pt x="9719" y="497953"/>
                    <a:pt x="7872" y="493393"/>
                  </a:cubicBezTo>
                  <a:cubicBezTo>
                    <a:pt x="-2589" y="467545"/>
                    <a:pt x="-2625" y="438649"/>
                    <a:pt x="7771" y="412776"/>
                  </a:cubicBezTo>
                  <a:cubicBezTo>
                    <a:pt x="29964" y="357545"/>
                    <a:pt x="92729" y="330762"/>
                    <a:pt x="147961" y="352955"/>
                  </a:cubicBezTo>
                  <a:cubicBezTo>
                    <a:pt x="152527" y="354789"/>
                    <a:pt x="154741" y="359977"/>
                    <a:pt x="152907" y="364543"/>
                  </a:cubicBezTo>
                  <a:cubicBezTo>
                    <a:pt x="151073" y="369108"/>
                    <a:pt x="145885" y="371323"/>
                    <a:pt x="141319" y="369489"/>
                  </a:cubicBezTo>
                  <a:cubicBezTo>
                    <a:pt x="124168" y="362595"/>
                    <a:pt x="105309" y="361152"/>
                    <a:pt x="87309" y="365355"/>
                  </a:cubicBezTo>
                  <a:cubicBezTo>
                    <a:pt x="38927" y="376655"/>
                    <a:pt x="8866" y="425035"/>
                    <a:pt x="20165" y="473417"/>
                  </a:cubicBezTo>
                  <a:lnTo>
                    <a:pt x="74214" y="419404"/>
                  </a:lnTo>
                  <a:cubicBezTo>
                    <a:pt x="74215" y="419402"/>
                    <a:pt x="74217" y="419401"/>
                    <a:pt x="74218" y="419399"/>
                  </a:cubicBezTo>
                  <a:cubicBezTo>
                    <a:pt x="77696" y="415924"/>
                    <a:pt x="83332" y="415926"/>
                    <a:pt x="86807" y="419404"/>
                  </a:cubicBezTo>
                  <a:lnTo>
                    <a:pt x="141326" y="473923"/>
                  </a:lnTo>
                  <a:cubicBezTo>
                    <a:pt x="141328" y="473924"/>
                    <a:pt x="141329" y="473926"/>
                    <a:pt x="141331" y="473927"/>
                  </a:cubicBezTo>
                  <a:cubicBezTo>
                    <a:pt x="144806" y="477405"/>
                    <a:pt x="144804" y="483041"/>
                    <a:pt x="141326" y="486515"/>
                  </a:cubicBezTo>
                  <a:lnTo>
                    <a:pt x="87298" y="540550"/>
                  </a:lnTo>
                  <a:cubicBezTo>
                    <a:pt x="105295" y="544751"/>
                    <a:pt x="124151" y="543308"/>
                    <a:pt x="141299" y="536415"/>
                  </a:cubicBezTo>
                  <a:cubicBezTo>
                    <a:pt x="187398" y="517887"/>
                    <a:pt x="209749" y="465496"/>
                    <a:pt x="191220" y="419397"/>
                  </a:cubicBezTo>
                  <a:cubicBezTo>
                    <a:pt x="189889" y="416085"/>
                    <a:pt x="190663" y="412299"/>
                    <a:pt x="193187" y="409776"/>
                  </a:cubicBezTo>
                  <a:lnTo>
                    <a:pt x="325515" y="277419"/>
                  </a:lnTo>
                  <a:cubicBezTo>
                    <a:pt x="327897" y="275054"/>
                    <a:pt x="331406" y="274228"/>
                    <a:pt x="334594" y="275282"/>
                  </a:cubicBezTo>
                  <a:cubicBezTo>
                    <a:pt x="347444" y="279530"/>
                    <a:pt x="361184" y="280329"/>
                    <a:pt x="374439" y="277600"/>
                  </a:cubicBezTo>
                  <a:cubicBezTo>
                    <a:pt x="416239" y="268991"/>
                    <a:pt x="443146" y="228127"/>
                    <a:pt x="434538" y="186326"/>
                  </a:cubicBezTo>
                  <a:lnTo>
                    <a:pt x="388863" y="232001"/>
                  </a:lnTo>
                  <a:cubicBezTo>
                    <a:pt x="385328" y="235343"/>
                    <a:pt x="379799" y="235343"/>
                    <a:pt x="376263" y="232001"/>
                  </a:cubicBezTo>
                  <a:lnTo>
                    <a:pt x="328700" y="184430"/>
                  </a:lnTo>
                  <a:cubicBezTo>
                    <a:pt x="328700" y="184429"/>
                    <a:pt x="328699" y="184429"/>
                    <a:pt x="328699" y="184428"/>
                  </a:cubicBezTo>
                  <a:cubicBezTo>
                    <a:pt x="325220" y="180949"/>
                    <a:pt x="325221" y="175309"/>
                    <a:pt x="328700" y="171830"/>
                  </a:cubicBezTo>
                  <a:lnTo>
                    <a:pt x="374375" y="126155"/>
                  </a:lnTo>
                  <a:cubicBezTo>
                    <a:pt x="361104" y="123416"/>
                    <a:pt x="347347" y="124215"/>
                    <a:pt x="334483" y="128471"/>
                  </a:cubicBezTo>
                  <a:cubicBezTo>
                    <a:pt x="293965" y="141876"/>
                    <a:pt x="271986" y="185589"/>
                    <a:pt x="285392" y="226108"/>
                  </a:cubicBezTo>
                  <a:cubicBezTo>
                    <a:pt x="286447" y="229295"/>
                    <a:pt x="285620" y="232805"/>
                    <a:pt x="283254" y="235187"/>
                  </a:cubicBezTo>
                  <a:lnTo>
                    <a:pt x="182326" y="336122"/>
                  </a:lnTo>
                  <a:cubicBezTo>
                    <a:pt x="182254" y="336196"/>
                    <a:pt x="182181" y="336269"/>
                    <a:pt x="182107" y="336341"/>
                  </a:cubicBezTo>
                  <a:cubicBezTo>
                    <a:pt x="178569" y="339760"/>
                    <a:pt x="172930" y="339663"/>
                    <a:pt x="169511" y="336125"/>
                  </a:cubicBezTo>
                  <a:cubicBezTo>
                    <a:pt x="166092" y="332587"/>
                    <a:pt x="166188" y="326948"/>
                    <a:pt x="169726" y="323529"/>
                  </a:cubicBezTo>
                  <a:lnTo>
                    <a:pt x="266919" y="226343"/>
                  </a:lnTo>
                  <a:cubicBezTo>
                    <a:pt x="261618" y="206422"/>
                    <a:pt x="262933" y="185319"/>
                    <a:pt x="270666" y="166211"/>
                  </a:cubicBezTo>
                  <a:cubicBezTo>
                    <a:pt x="285443" y="129701"/>
                    <a:pt x="320320" y="107359"/>
                    <a:pt x="357373" y="106782"/>
                  </a:cubicBezTo>
                  <a:close/>
                  <a:moveTo>
                    <a:pt x="324295" y="0"/>
                  </a:moveTo>
                  <a:lnTo>
                    <a:pt x="391286" y="0"/>
                  </a:lnTo>
                  <a:cubicBezTo>
                    <a:pt x="396205" y="0"/>
                    <a:pt x="400194" y="3988"/>
                    <a:pt x="400194" y="8908"/>
                  </a:cubicBezTo>
                  <a:lnTo>
                    <a:pt x="400194" y="44926"/>
                  </a:lnTo>
                  <a:cubicBezTo>
                    <a:pt x="413971" y="48590"/>
                    <a:pt x="427205" y="54053"/>
                    <a:pt x="439554" y="61175"/>
                  </a:cubicBezTo>
                  <a:lnTo>
                    <a:pt x="464989" y="35747"/>
                  </a:lnTo>
                  <a:cubicBezTo>
                    <a:pt x="464991" y="35746"/>
                    <a:pt x="464993" y="35744"/>
                    <a:pt x="464994" y="35743"/>
                  </a:cubicBezTo>
                  <a:cubicBezTo>
                    <a:pt x="468471" y="32268"/>
                    <a:pt x="474107" y="32270"/>
                    <a:pt x="477582" y="35747"/>
                  </a:cubicBezTo>
                  <a:lnTo>
                    <a:pt x="524953" y="83125"/>
                  </a:lnTo>
                  <a:cubicBezTo>
                    <a:pt x="524954" y="83126"/>
                    <a:pt x="524954" y="83126"/>
                    <a:pt x="524955" y="83127"/>
                  </a:cubicBezTo>
                  <a:cubicBezTo>
                    <a:pt x="528433" y="86606"/>
                    <a:pt x="528432" y="92247"/>
                    <a:pt x="524953" y="95725"/>
                  </a:cubicBezTo>
                  <a:lnTo>
                    <a:pt x="499525" y="121160"/>
                  </a:lnTo>
                  <a:cubicBezTo>
                    <a:pt x="506646" y="133508"/>
                    <a:pt x="512109" y="146739"/>
                    <a:pt x="515774" y="160514"/>
                  </a:cubicBezTo>
                  <a:lnTo>
                    <a:pt x="551792" y="160514"/>
                  </a:lnTo>
                  <a:cubicBezTo>
                    <a:pt x="551794" y="160514"/>
                    <a:pt x="551797" y="160514"/>
                    <a:pt x="551799" y="160514"/>
                  </a:cubicBezTo>
                  <a:cubicBezTo>
                    <a:pt x="556719" y="160517"/>
                    <a:pt x="560704" y="164509"/>
                    <a:pt x="560700" y="169429"/>
                  </a:cubicBezTo>
                  <a:lnTo>
                    <a:pt x="560700" y="236419"/>
                  </a:lnTo>
                  <a:cubicBezTo>
                    <a:pt x="560700" y="241339"/>
                    <a:pt x="556712" y="245328"/>
                    <a:pt x="551792" y="245328"/>
                  </a:cubicBezTo>
                  <a:lnTo>
                    <a:pt x="515774" y="245328"/>
                  </a:lnTo>
                  <a:cubicBezTo>
                    <a:pt x="512112" y="259105"/>
                    <a:pt x="506649" y="272340"/>
                    <a:pt x="499525" y="284688"/>
                  </a:cubicBezTo>
                  <a:lnTo>
                    <a:pt x="524946" y="310116"/>
                  </a:lnTo>
                  <a:cubicBezTo>
                    <a:pt x="524946" y="310117"/>
                    <a:pt x="524947" y="310117"/>
                    <a:pt x="524948" y="310118"/>
                  </a:cubicBezTo>
                  <a:cubicBezTo>
                    <a:pt x="528426" y="313597"/>
                    <a:pt x="528425" y="319238"/>
                    <a:pt x="524946" y="322716"/>
                  </a:cubicBezTo>
                  <a:lnTo>
                    <a:pt x="477575" y="370094"/>
                  </a:lnTo>
                  <a:cubicBezTo>
                    <a:pt x="474097" y="373569"/>
                    <a:pt x="468461" y="373569"/>
                    <a:pt x="464982" y="370094"/>
                  </a:cubicBezTo>
                  <a:lnTo>
                    <a:pt x="439547" y="344666"/>
                  </a:lnTo>
                  <a:cubicBezTo>
                    <a:pt x="427199" y="351790"/>
                    <a:pt x="413964" y="357253"/>
                    <a:pt x="400187" y="360915"/>
                  </a:cubicBezTo>
                  <a:lnTo>
                    <a:pt x="400187" y="396933"/>
                  </a:lnTo>
                  <a:cubicBezTo>
                    <a:pt x="400187" y="401853"/>
                    <a:pt x="396198" y="405841"/>
                    <a:pt x="391278" y="405841"/>
                  </a:cubicBezTo>
                  <a:lnTo>
                    <a:pt x="324288" y="405841"/>
                  </a:lnTo>
                  <a:cubicBezTo>
                    <a:pt x="319368" y="405841"/>
                    <a:pt x="315380" y="401853"/>
                    <a:pt x="315380" y="396933"/>
                  </a:cubicBezTo>
                  <a:lnTo>
                    <a:pt x="315380" y="353916"/>
                  </a:lnTo>
                  <a:cubicBezTo>
                    <a:pt x="315380" y="348997"/>
                    <a:pt x="319368" y="345008"/>
                    <a:pt x="324288" y="345008"/>
                  </a:cubicBezTo>
                  <a:cubicBezTo>
                    <a:pt x="329208" y="345008"/>
                    <a:pt x="333196" y="348997"/>
                    <a:pt x="333196" y="353916"/>
                  </a:cubicBezTo>
                  <a:lnTo>
                    <a:pt x="333196" y="388025"/>
                  </a:lnTo>
                  <a:lnTo>
                    <a:pt x="382370" y="388025"/>
                  </a:lnTo>
                  <a:lnTo>
                    <a:pt x="382370" y="353895"/>
                  </a:lnTo>
                  <a:cubicBezTo>
                    <a:pt x="382368" y="349715"/>
                    <a:pt x="385273" y="346096"/>
                    <a:pt x="389354" y="345194"/>
                  </a:cubicBezTo>
                  <a:cubicBezTo>
                    <a:pt x="405950" y="341563"/>
                    <a:pt x="421776" y="335035"/>
                    <a:pt x="436105" y="325909"/>
                  </a:cubicBezTo>
                  <a:cubicBezTo>
                    <a:pt x="439629" y="323667"/>
                    <a:pt x="444237" y="324171"/>
                    <a:pt x="447194" y="327120"/>
                  </a:cubicBezTo>
                  <a:lnTo>
                    <a:pt x="471275" y="351194"/>
                  </a:lnTo>
                  <a:lnTo>
                    <a:pt x="506053" y="316416"/>
                  </a:lnTo>
                  <a:lnTo>
                    <a:pt x="481979" y="292342"/>
                  </a:lnTo>
                  <a:cubicBezTo>
                    <a:pt x="479022" y="289389"/>
                    <a:pt x="478518" y="284776"/>
                    <a:pt x="480768" y="281253"/>
                  </a:cubicBezTo>
                  <a:cubicBezTo>
                    <a:pt x="489902" y="266921"/>
                    <a:pt x="496437" y="251090"/>
                    <a:pt x="500074" y="234488"/>
                  </a:cubicBezTo>
                  <a:cubicBezTo>
                    <a:pt x="500979" y="230408"/>
                    <a:pt x="504597" y="227505"/>
                    <a:pt x="508776" y="227504"/>
                  </a:cubicBezTo>
                  <a:lnTo>
                    <a:pt x="542891" y="227504"/>
                  </a:lnTo>
                  <a:lnTo>
                    <a:pt x="542891" y="178330"/>
                  </a:lnTo>
                  <a:lnTo>
                    <a:pt x="508783" y="178330"/>
                  </a:lnTo>
                  <a:cubicBezTo>
                    <a:pt x="504602" y="178335"/>
                    <a:pt x="500981" y="175429"/>
                    <a:pt x="500081" y="171346"/>
                  </a:cubicBezTo>
                  <a:cubicBezTo>
                    <a:pt x="496442" y="154747"/>
                    <a:pt x="489906" y="138919"/>
                    <a:pt x="480775" y="124588"/>
                  </a:cubicBezTo>
                  <a:cubicBezTo>
                    <a:pt x="478525" y="121066"/>
                    <a:pt x="479029" y="116453"/>
                    <a:pt x="481986" y="113499"/>
                  </a:cubicBezTo>
                  <a:lnTo>
                    <a:pt x="506060" y="89418"/>
                  </a:lnTo>
                  <a:lnTo>
                    <a:pt x="471282" y="54640"/>
                  </a:lnTo>
                  <a:lnTo>
                    <a:pt x="447194" y="78721"/>
                  </a:lnTo>
                  <a:cubicBezTo>
                    <a:pt x="444238" y="81679"/>
                    <a:pt x="439623" y="82183"/>
                    <a:pt x="436098" y="79932"/>
                  </a:cubicBezTo>
                  <a:cubicBezTo>
                    <a:pt x="421772" y="70795"/>
                    <a:pt x="405945" y="64257"/>
                    <a:pt x="389347" y="60619"/>
                  </a:cubicBezTo>
                  <a:cubicBezTo>
                    <a:pt x="385266" y="59716"/>
                    <a:pt x="382361" y="56097"/>
                    <a:pt x="382363" y="51918"/>
                  </a:cubicBezTo>
                  <a:lnTo>
                    <a:pt x="382363" y="17817"/>
                  </a:lnTo>
                  <a:lnTo>
                    <a:pt x="333189" y="17817"/>
                  </a:lnTo>
                  <a:lnTo>
                    <a:pt x="333189" y="51918"/>
                  </a:lnTo>
                  <a:cubicBezTo>
                    <a:pt x="333191" y="56097"/>
                    <a:pt x="330286" y="59716"/>
                    <a:pt x="326205" y="60619"/>
                  </a:cubicBezTo>
                  <a:cubicBezTo>
                    <a:pt x="309606" y="64256"/>
                    <a:pt x="293780" y="70794"/>
                    <a:pt x="279454" y="79932"/>
                  </a:cubicBezTo>
                  <a:cubicBezTo>
                    <a:pt x="275930" y="82183"/>
                    <a:pt x="271314" y="81679"/>
                    <a:pt x="268358" y="78721"/>
                  </a:cubicBezTo>
                  <a:lnTo>
                    <a:pt x="244284" y="54640"/>
                  </a:lnTo>
                  <a:lnTo>
                    <a:pt x="209506" y="89418"/>
                  </a:lnTo>
                  <a:lnTo>
                    <a:pt x="233587" y="113499"/>
                  </a:lnTo>
                  <a:cubicBezTo>
                    <a:pt x="236545" y="116455"/>
                    <a:pt x="237049" y="121071"/>
                    <a:pt x="234799" y="124595"/>
                  </a:cubicBezTo>
                  <a:cubicBezTo>
                    <a:pt x="225664" y="138923"/>
                    <a:pt x="219126" y="154749"/>
                    <a:pt x="215485" y="171346"/>
                  </a:cubicBezTo>
                  <a:cubicBezTo>
                    <a:pt x="214583" y="175427"/>
                    <a:pt x="210964" y="178332"/>
                    <a:pt x="206784" y="178330"/>
                  </a:cubicBezTo>
                  <a:lnTo>
                    <a:pt x="172676" y="178330"/>
                  </a:lnTo>
                  <a:lnTo>
                    <a:pt x="172676" y="227504"/>
                  </a:lnTo>
                  <a:lnTo>
                    <a:pt x="206784" y="227504"/>
                  </a:lnTo>
                  <a:cubicBezTo>
                    <a:pt x="211704" y="227504"/>
                    <a:pt x="215692" y="231492"/>
                    <a:pt x="215692" y="236412"/>
                  </a:cubicBezTo>
                  <a:cubicBezTo>
                    <a:pt x="215692" y="241332"/>
                    <a:pt x="211704" y="245321"/>
                    <a:pt x="206784" y="245321"/>
                  </a:cubicBezTo>
                  <a:lnTo>
                    <a:pt x="163767" y="245321"/>
                  </a:lnTo>
                  <a:cubicBezTo>
                    <a:pt x="158847" y="245321"/>
                    <a:pt x="154859" y="241332"/>
                    <a:pt x="154859" y="236412"/>
                  </a:cubicBezTo>
                  <a:lnTo>
                    <a:pt x="154859" y="169422"/>
                  </a:lnTo>
                  <a:cubicBezTo>
                    <a:pt x="154859" y="164502"/>
                    <a:pt x="158847" y="160514"/>
                    <a:pt x="163767" y="160514"/>
                  </a:cubicBezTo>
                  <a:lnTo>
                    <a:pt x="199800" y="160514"/>
                  </a:lnTo>
                  <a:cubicBezTo>
                    <a:pt x="203463" y="146738"/>
                    <a:pt x="208929" y="133505"/>
                    <a:pt x="216056" y="121160"/>
                  </a:cubicBezTo>
                  <a:lnTo>
                    <a:pt x="190628" y="95725"/>
                  </a:lnTo>
                  <a:cubicBezTo>
                    <a:pt x="190627" y="95725"/>
                    <a:pt x="190627" y="95724"/>
                    <a:pt x="190626" y="95723"/>
                  </a:cubicBezTo>
                  <a:cubicBezTo>
                    <a:pt x="187148" y="92244"/>
                    <a:pt x="187148" y="86604"/>
                    <a:pt x="190628" y="83125"/>
                  </a:cubicBezTo>
                  <a:lnTo>
                    <a:pt x="237999" y="35747"/>
                  </a:lnTo>
                  <a:cubicBezTo>
                    <a:pt x="237999" y="35747"/>
                    <a:pt x="238000" y="35746"/>
                    <a:pt x="238000" y="35746"/>
                  </a:cubicBezTo>
                  <a:cubicBezTo>
                    <a:pt x="241480" y="32267"/>
                    <a:pt x="247120" y="32268"/>
                    <a:pt x="250598" y="35747"/>
                  </a:cubicBezTo>
                  <a:lnTo>
                    <a:pt x="276026" y="61175"/>
                  </a:lnTo>
                  <a:cubicBezTo>
                    <a:pt x="288375" y="54052"/>
                    <a:pt x="301609" y="48588"/>
                    <a:pt x="315387" y="44926"/>
                  </a:cubicBezTo>
                  <a:lnTo>
                    <a:pt x="315387" y="8908"/>
                  </a:lnTo>
                  <a:cubicBezTo>
                    <a:pt x="315387" y="3988"/>
                    <a:pt x="319375" y="0"/>
                    <a:pt x="324295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18" name="Group 237">
            <a:extLst>
              <a:ext uri="{FF2B5EF4-FFF2-40B4-BE49-F238E27FC236}">
                <a16:creationId xmlns:a16="http://schemas.microsoft.com/office/drawing/2014/main" id="{BBF5536D-DB38-B7FA-0005-BA34E7A78BFA}"/>
              </a:ext>
            </a:extLst>
          </p:cNvPr>
          <p:cNvGrpSpPr/>
          <p:nvPr/>
        </p:nvGrpSpPr>
        <p:grpSpPr>
          <a:xfrm>
            <a:off x="5840638" y="4980426"/>
            <a:ext cx="514183" cy="580825"/>
            <a:chOff x="5840638" y="4980426"/>
            <a:chExt cx="514183" cy="580825"/>
          </a:xfrm>
        </p:grpSpPr>
        <p:sp>
          <p:nvSpPr>
            <p:cNvPr id="219" name="Freeform: Shape 193">
              <a:extLst>
                <a:ext uri="{FF2B5EF4-FFF2-40B4-BE49-F238E27FC236}">
                  <a16:creationId xmlns:a16="http://schemas.microsoft.com/office/drawing/2014/main" id="{35A86089-C37E-8D52-1887-5168DE69B0D3}"/>
                </a:ext>
              </a:extLst>
            </p:cNvPr>
            <p:cNvSpPr/>
            <p:nvPr/>
          </p:nvSpPr>
          <p:spPr>
            <a:xfrm>
              <a:off x="5926693" y="5064164"/>
              <a:ext cx="342080" cy="342079"/>
            </a:xfrm>
            <a:custGeom>
              <a:avLst/>
              <a:gdLst>
                <a:gd name="connsiteX0" fmla="*/ 342079 w 342079"/>
                <a:gd name="connsiteY0" fmla="*/ 200572 h 342079"/>
                <a:gd name="connsiteX1" fmla="*/ 342079 w 342079"/>
                <a:gd name="connsiteY1" fmla="*/ 141507 h 342079"/>
                <a:gd name="connsiteX2" fmla="*/ 304208 w 342079"/>
                <a:gd name="connsiteY2" fmla="*/ 141507 h 342079"/>
                <a:gd name="connsiteX3" fmla="*/ 286049 w 342079"/>
                <a:gd name="connsiteY3" fmla="*/ 97792 h 342079"/>
                <a:gd name="connsiteX4" fmla="*/ 312860 w 342079"/>
                <a:gd name="connsiteY4" fmla="*/ 70981 h 342079"/>
                <a:gd name="connsiteX5" fmla="*/ 271098 w 342079"/>
                <a:gd name="connsiteY5" fmla="*/ 29219 h 342079"/>
                <a:gd name="connsiteX6" fmla="*/ 244280 w 342079"/>
                <a:gd name="connsiteY6" fmla="*/ 56037 h 342079"/>
                <a:gd name="connsiteX7" fmla="*/ 200565 w 342079"/>
                <a:gd name="connsiteY7" fmla="*/ 37878 h 342079"/>
                <a:gd name="connsiteX8" fmla="*/ 200565 w 342079"/>
                <a:gd name="connsiteY8" fmla="*/ 0 h 342079"/>
                <a:gd name="connsiteX9" fmla="*/ 141507 w 342079"/>
                <a:gd name="connsiteY9" fmla="*/ 0 h 342079"/>
                <a:gd name="connsiteX10" fmla="*/ 141507 w 342079"/>
                <a:gd name="connsiteY10" fmla="*/ 37871 h 342079"/>
                <a:gd name="connsiteX11" fmla="*/ 97792 w 342079"/>
                <a:gd name="connsiteY11" fmla="*/ 56030 h 342079"/>
                <a:gd name="connsiteX12" fmla="*/ 70981 w 342079"/>
                <a:gd name="connsiteY12" fmla="*/ 29219 h 342079"/>
                <a:gd name="connsiteX13" fmla="*/ 29219 w 342079"/>
                <a:gd name="connsiteY13" fmla="*/ 70981 h 342079"/>
                <a:gd name="connsiteX14" fmla="*/ 56037 w 342079"/>
                <a:gd name="connsiteY14" fmla="*/ 97799 h 342079"/>
                <a:gd name="connsiteX15" fmla="*/ 37878 w 342079"/>
                <a:gd name="connsiteY15" fmla="*/ 141514 h 342079"/>
                <a:gd name="connsiteX16" fmla="*/ 0 w 342079"/>
                <a:gd name="connsiteY16" fmla="*/ 141514 h 342079"/>
                <a:gd name="connsiteX17" fmla="*/ 0 w 342079"/>
                <a:gd name="connsiteY17" fmla="*/ 200580 h 342079"/>
                <a:gd name="connsiteX18" fmla="*/ 37871 w 342079"/>
                <a:gd name="connsiteY18" fmla="*/ 200580 h 342079"/>
                <a:gd name="connsiteX19" fmla="*/ 56030 w 342079"/>
                <a:gd name="connsiteY19" fmla="*/ 244294 h 342079"/>
                <a:gd name="connsiteX20" fmla="*/ 29219 w 342079"/>
                <a:gd name="connsiteY20" fmla="*/ 271098 h 342079"/>
                <a:gd name="connsiteX21" fmla="*/ 70981 w 342079"/>
                <a:gd name="connsiteY21" fmla="*/ 312860 h 342079"/>
                <a:gd name="connsiteX22" fmla="*/ 97799 w 342079"/>
                <a:gd name="connsiteY22" fmla="*/ 286042 h 342079"/>
                <a:gd name="connsiteX23" fmla="*/ 141514 w 342079"/>
                <a:gd name="connsiteY23" fmla="*/ 304201 h 342079"/>
                <a:gd name="connsiteX24" fmla="*/ 141514 w 342079"/>
                <a:gd name="connsiteY24" fmla="*/ 342079 h 342079"/>
                <a:gd name="connsiteX25" fmla="*/ 200580 w 342079"/>
                <a:gd name="connsiteY25" fmla="*/ 342079 h 342079"/>
                <a:gd name="connsiteX26" fmla="*/ 200580 w 342079"/>
                <a:gd name="connsiteY26" fmla="*/ 304208 h 342079"/>
                <a:gd name="connsiteX27" fmla="*/ 244294 w 342079"/>
                <a:gd name="connsiteY27" fmla="*/ 286049 h 342079"/>
                <a:gd name="connsiteX28" fmla="*/ 271098 w 342079"/>
                <a:gd name="connsiteY28" fmla="*/ 312860 h 342079"/>
                <a:gd name="connsiteX29" fmla="*/ 312860 w 342079"/>
                <a:gd name="connsiteY29" fmla="*/ 271098 h 342079"/>
                <a:gd name="connsiteX30" fmla="*/ 286042 w 342079"/>
                <a:gd name="connsiteY30" fmla="*/ 244280 h 342079"/>
                <a:gd name="connsiteX31" fmla="*/ 304201 w 342079"/>
                <a:gd name="connsiteY31" fmla="*/ 200565 h 342079"/>
                <a:gd name="connsiteX32" fmla="*/ 171040 w 342079"/>
                <a:gd name="connsiteY32" fmla="*/ 229079 h 342079"/>
                <a:gd name="connsiteX33" fmla="*/ 113007 w 342079"/>
                <a:gd name="connsiteY33" fmla="*/ 171047 h 342079"/>
                <a:gd name="connsiteX34" fmla="*/ 171040 w 342079"/>
                <a:gd name="connsiteY34" fmla="*/ 113014 h 342079"/>
                <a:gd name="connsiteX35" fmla="*/ 229072 w 342079"/>
                <a:gd name="connsiteY35" fmla="*/ 171040 h 342079"/>
                <a:gd name="connsiteX36" fmla="*/ 171040 w 342079"/>
                <a:gd name="connsiteY36" fmla="*/ 229072 h 342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42079" h="342079">
                  <a:moveTo>
                    <a:pt x="342079" y="200572"/>
                  </a:moveTo>
                  <a:lnTo>
                    <a:pt x="342079" y="141507"/>
                  </a:lnTo>
                  <a:lnTo>
                    <a:pt x="304208" y="141507"/>
                  </a:lnTo>
                  <a:cubicBezTo>
                    <a:pt x="300767" y="125983"/>
                    <a:pt x="294620" y="111185"/>
                    <a:pt x="286049" y="97792"/>
                  </a:cubicBezTo>
                  <a:lnTo>
                    <a:pt x="312860" y="70981"/>
                  </a:lnTo>
                  <a:lnTo>
                    <a:pt x="271098" y="29219"/>
                  </a:lnTo>
                  <a:lnTo>
                    <a:pt x="244280" y="56037"/>
                  </a:lnTo>
                  <a:cubicBezTo>
                    <a:pt x="230886" y="47467"/>
                    <a:pt x="216089" y="41320"/>
                    <a:pt x="200565" y="37878"/>
                  </a:cubicBezTo>
                  <a:lnTo>
                    <a:pt x="200565" y="0"/>
                  </a:lnTo>
                  <a:lnTo>
                    <a:pt x="141507" y="0"/>
                  </a:lnTo>
                  <a:lnTo>
                    <a:pt x="141507" y="37871"/>
                  </a:lnTo>
                  <a:cubicBezTo>
                    <a:pt x="125983" y="41313"/>
                    <a:pt x="111186" y="47460"/>
                    <a:pt x="97792" y="56030"/>
                  </a:cubicBezTo>
                  <a:lnTo>
                    <a:pt x="70981" y="29219"/>
                  </a:lnTo>
                  <a:lnTo>
                    <a:pt x="29219" y="70981"/>
                  </a:lnTo>
                  <a:lnTo>
                    <a:pt x="56037" y="97799"/>
                  </a:lnTo>
                  <a:cubicBezTo>
                    <a:pt x="47466" y="111192"/>
                    <a:pt x="41319" y="125990"/>
                    <a:pt x="37878" y="141514"/>
                  </a:cubicBezTo>
                  <a:lnTo>
                    <a:pt x="0" y="141514"/>
                  </a:lnTo>
                  <a:lnTo>
                    <a:pt x="0" y="200580"/>
                  </a:lnTo>
                  <a:lnTo>
                    <a:pt x="37871" y="200580"/>
                  </a:lnTo>
                  <a:cubicBezTo>
                    <a:pt x="41312" y="216104"/>
                    <a:pt x="47458" y="230901"/>
                    <a:pt x="56030" y="244294"/>
                  </a:cubicBezTo>
                  <a:lnTo>
                    <a:pt x="29219" y="271098"/>
                  </a:lnTo>
                  <a:lnTo>
                    <a:pt x="70981" y="312860"/>
                  </a:lnTo>
                  <a:lnTo>
                    <a:pt x="97799" y="286042"/>
                  </a:lnTo>
                  <a:cubicBezTo>
                    <a:pt x="111192" y="294613"/>
                    <a:pt x="125990" y="300760"/>
                    <a:pt x="141514" y="304201"/>
                  </a:cubicBezTo>
                  <a:lnTo>
                    <a:pt x="141514" y="342079"/>
                  </a:lnTo>
                  <a:lnTo>
                    <a:pt x="200580" y="342079"/>
                  </a:lnTo>
                  <a:lnTo>
                    <a:pt x="200580" y="304208"/>
                  </a:lnTo>
                  <a:cubicBezTo>
                    <a:pt x="216104" y="300767"/>
                    <a:pt x="230901" y="294620"/>
                    <a:pt x="244294" y="286049"/>
                  </a:cubicBezTo>
                  <a:lnTo>
                    <a:pt x="271098" y="312860"/>
                  </a:lnTo>
                  <a:lnTo>
                    <a:pt x="312860" y="271098"/>
                  </a:lnTo>
                  <a:lnTo>
                    <a:pt x="286042" y="244280"/>
                  </a:lnTo>
                  <a:cubicBezTo>
                    <a:pt x="294613" y="230887"/>
                    <a:pt x="300760" y="216089"/>
                    <a:pt x="304201" y="200565"/>
                  </a:cubicBezTo>
                  <a:close/>
                  <a:moveTo>
                    <a:pt x="171040" y="229079"/>
                  </a:moveTo>
                  <a:cubicBezTo>
                    <a:pt x="138989" y="229079"/>
                    <a:pt x="113007" y="203097"/>
                    <a:pt x="113007" y="171047"/>
                  </a:cubicBezTo>
                  <a:cubicBezTo>
                    <a:pt x="113007" y="138996"/>
                    <a:pt x="138989" y="113014"/>
                    <a:pt x="171040" y="113014"/>
                  </a:cubicBezTo>
                  <a:cubicBezTo>
                    <a:pt x="203087" y="113014"/>
                    <a:pt x="229068" y="138992"/>
                    <a:pt x="229072" y="171040"/>
                  </a:cubicBezTo>
                  <a:cubicBezTo>
                    <a:pt x="229072" y="203090"/>
                    <a:pt x="203090" y="229072"/>
                    <a:pt x="171040" y="229072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" name="Freeform: Shape 194">
              <a:extLst>
                <a:ext uri="{FF2B5EF4-FFF2-40B4-BE49-F238E27FC236}">
                  <a16:creationId xmlns:a16="http://schemas.microsoft.com/office/drawing/2014/main" id="{F1CC5F5F-2887-5F51-2121-169511D485B8}"/>
                </a:ext>
              </a:extLst>
            </p:cNvPr>
            <p:cNvSpPr/>
            <p:nvPr/>
          </p:nvSpPr>
          <p:spPr>
            <a:xfrm>
              <a:off x="5840638" y="4980426"/>
              <a:ext cx="514183" cy="580825"/>
            </a:xfrm>
            <a:custGeom>
              <a:avLst/>
              <a:gdLst>
                <a:gd name="connsiteX0" fmla="*/ 257095 w 514182"/>
                <a:gd name="connsiteY0" fmla="*/ 187837 h 580825"/>
                <a:gd name="connsiteX1" fmla="*/ 302287 w 514182"/>
                <a:gd name="connsiteY1" fmla="*/ 205395 h 580825"/>
                <a:gd name="connsiteX2" fmla="*/ 306472 w 514182"/>
                <a:gd name="connsiteY2" fmla="*/ 299962 h 580825"/>
                <a:gd name="connsiteX3" fmla="*/ 211906 w 514182"/>
                <a:gd name="connsiteY3" fmla="*/ 304147 h 580825"/>
                <a:gd name="connsiteX4" fmla="*/ 207720 w 514182"/>
                <a:gd name="connsiteY4" fmla="*/ 209580 h 580825"/>
                <a:gd name="connsiteX5" fmla="*/ 207806 w 514182"/>
                <a:gd name="connsiteY5" fmla="*/ 209486 h 580825"/>
                <a:gd name="connsiteX6" fmla="*/ 220396 w 514182"/>
                <a:gd name="connsiteY6" fmla="*/ 209021 h 580825"/>
                <a:gd name="connsiteX7" fmla="*/ 220862 w 514182"/>
                <a:gd name="connsiteY7" fmla="*/ 221611 h 580825"/>
                <a:gd name="connsiteX8" fmla="*/ 207974 w 514182"/>
                <a:gd name="connsiteY8" fmla="*/ 254783 h 580825"/>
                <a:gd name="connsiteX9" fmla="*/ 257104 w 514182"/>
                <a:gd name="connsiteY9" fmla="*/ 303903 h 580825"/>
                <a:gd name="connsiteX10" fmla="*/ 306223 w 514182"/>
                <a:gd name="connsiteY10" fmla="*/ 254774 h 580825"/>
                <a:gd name="connsiteX11" fmla="*/ 257095 w 514182"/>
                <a:gd name="connsiteY11" fmla="*/ 205654 h 580825"/>
                <a:gd name="connsiteX12" fmla="*/ 248186 w 514182"/>
                <a:gd name="connsiteY12" fmla="*/ 196745 h 580825"/>
                <a:gd name="connsiteX13" fmla="*/ 257095 w 514182"/>
                <a:gd name="connsiteY13" fmla="*/ 187837 h 580825"/>
                <a:gd name="connsiteX14" fmla="*/ 236476 w 514182"/>
                <a:gd name="connsiteY14" fmla="*/ 92646 h 580825"/>
                <a:gd name="connsiteX15" fmla="*/ 236476 w 514182"/>
                <a:gd name="connsiteY15" fmla="*/ 121608 h 580825"/>
                <a:gd name="connsiteX16" fmla="*/ 229492 w 514182"/>
                <a:gd name="connsiteY16" fmla="*/ 130310 h 580825"/>
                <a:gd name="connsiteX17" fmla="*/ 188650 w 514182"/>
                <a:gd name="connsiteY17" fmla="*/ 147278 h 580825"/>
                <a:gd name="connsiteX18" fmla="*/ 177553 w 514182"/>
                <a:gd name="connsiteY18" fmla="*/ 146067 h 580825"/>
                <a:gd name="connsiteX19" fmla="*/ 157036 w 514182"/>
                <a:gd name="connsiteY19" fmla="*/ 125549 h 580825"/>
                <a:gd name="connsiteX20" fmla="*/ 127866 w 514182"/>
                <a:gd name="connsiteY20" fmla="*/ 154719 h 580825"/>
                <a:gd name="connsiteX21" fmla="*/ 148384 w 514182"/>
                <a:gd name="connsiteY21" fmla="*/ 175236 h 580825"/>
                <a:gd name="connsiteX22" fmla="*/ 149596 w 514182"/>
                <a:gd name="connsiteY22" fmla="*/ 186333 h 580825"/>
                <a:gd name="connsiteX23" fmla="*/ 132627 w 514182"/>
                <a:gd name="connsiteY23" fmla="*/ 227168 h 580825"/>
                <a:gd name="connsiteX24" fmla="*/ 123925 w 514182"/>
                <a:gd name="connsiteY24" fmla="*/ 234152 h 580825"/>
                <a:gd name="connsiteX25" fmla="*/ 94963 w 514182"/>
                <a:gd name="connsiteY25" fmla="*/ 234152 h 580825"/>
                <a:gd name="connsiteX26" fmla="*/ 94963 w 514182"/>
                <a:gd name="connsiteY26" fmla="*/ 275401 h 580825"/>
                <a:gd name="connsiteX27" fmla="*/ 123925 w 514182"/>
                <a:gd name="connsiteY27" fmla="*/ 275401 h 580825"/>
                <a:gd name="connsiteX28" fmla="*/ 132627 w 514182"/>
                <a:gd name="connsiteY28" fmla="*/ 282386 h 580825"/>
                <a:gd name="connsiteX29" fmla="*/ 149595 w 514182"/>
                <a:gd name="connsiteY29" fmla="*/ 323221 h 580825"/>
                <a:gd name="connsiteX30" fmla="*/ 148384 w 514182"/>
                <a:gd name="connsiteY30" fmla="*/ 334317 h 580825"/>
                <a:gd name="connsiteX31" fmla="*/ 127866 w 514182"/>
                <a:gd name="connsiteY31" fmla="*/ 354835 h 580825"/>
                <a:gd name="connsiteX32" fmla="*/ 157036 w 514182"/>
                <a:gd name="connsiteY32" fmla="*/ 384004 h 580825"/>
                <a:gd name="connsiteX33" fmla="*/ 177582 w 514182"/>
                <a:gd name="connsiteY33" fmla="*/ 363487 h 580825"/>
                <a:gd name="connsiteX34" fmla="*/ 188678 w 514182"/>
                <a:gd name="connsiteY34" fmla="*/ 362275 h 580825"/>
                <a:gd name="connsiteX35" fmla="*/ 229485 w 514182"/>
                <a:gd name="connsiteY35" fmla="*/ 379244 h 580825"/>
                <a:gd name="connsiteX36" fmla="*/ 236469 w 514182"/>
                <a:gd name="connsiteY36" fmla="*/ 387945 h 580825"/>
                <a:gd name="connsiteX37" fmla="*/ 236469 w 514182"/>
                <a:gd name="connsiteY37" fmla="*/ 416908 h 580825"/>
                <a:gd name="connsiteX38" fmla="*/ 277718 w 514182"/>
                <a:gd name="connsiteY38" fmla="*/ 416908 h 580825"/>
                <a:gd name="connsiteX39" fmla="*/ 277718 w 514182"/>
                <a:gd name="connsiteY39" fmla="*/ 387945 h 580825"/>
                <a:gd name="connsiteX40" fmla="*/ 284703 w 514182"/>
                <a:gd name="connsiteY40" fmla="*/ 379244 h 580825"/>
                <a:gd name="connsiteX41" fmla="*/ 325538 w 514182"/>
                <a:gd name="connsiteY41" fmla="*/ 362275 h 580825"/>
                <a:gd name="connsiteX42" fmla="*/ 336634 w 514182"/>
                <a:gd name="connsiteY42" fmla="*/ 363487 h 580825"/>
                <a:gd name="connsiteX43" fmla="*/ 357152 w 514182"/>
                <a:gd name="connsiteY43" fmla="*/ 384004 h 580825"/>
                <a:gd name="connsiteX44" fmla="*/ 386321 w 514182"/>
                <a:gd name="connsiteY44" fmla="*/ 354835 h 580825"/>
                <a:gd name="connsiteX45" fmla="*/ 365804 w 514182"/>
                <a:gd name="connsiteY45" fmla="*/ 334317 h 580825"/>
                <a:gd name="connsiteX46" fmla="*/ 364592 w 514182"/>
                <a:gd name="connsiteY46" fmla="*/ 323221 h 580825"/>
                <a:gd name="connsiteX47" fmla="*/ 381561 w 514182"/>
                <a:gd name="connsiteY47" fmla="*/ 282386 h 580825"/>
                <a:gd name="connsiteX48" fmla="*/ 381561 w 514182"/>
                <a:gd name="connsiteY48" fmla="*/ 282393 h 580825"/>
                <a:gd name="connsiteX49" fmla="*/ 390255 w 514182"/>
                <a:gd name="connsiteY49" fmla="*/ 275401 h 580825"/>
                <a:gd name="connsiteX50" fmla="*/ 419225 w 514182"/>
                <a:gd name="connsiteY50" fmla="*/ 275401 h 580825"/>
                <a:gd name="connsiteX51" fmla="*/ 419225 w 514182"/>
                <a:gd name="connsiteY51" fmla="*/ 234152 h 580825"/>
                <a:gd name="connsiteX52" fmla="*/ 390262 w 514182"/>
                <a:gd name="connsiteY52" fmla="*/ 234152 h 580825"/>
                <a:gd name="connsiteX53" fmla="*/ 381561 w 514182"/>
                <a:gd name="connsiteY53" fmla="*/ 227168 h 580825"/>
                <a:gd name="connsiteX54" fmla="*/ 364592 w 514182"/>
                <a:gd name="connsiteY54" fmla="*/ 186333 h 580825"/>
                <a:gd name="connsiteX55" fmla="*/ 365804 w 514182"/>
                <a:gd name="connsiteY55" fmla="*/ 175236 h 580825"/>
                <a:gd name="connsiteX56" fmla="*/ 386321 w 514182"/>
                <a:gd name="connsiteY56" fmla="*/ 154719 h 580825"/>
                <a:gd name="connsiteX57" fmla="*/ 357152 w 514182"/>
                <a:gd name="connsiteY57" fmla="*/ 125549 h 580825"/>
                <a:gd name="connsiteX58" fmla="*/ 336634 w 514182"/>
                <a:gd name="connsiteY58" fmla="*/ 146067 h 580825"/>
                <a:gd name="connsiteX59" fmla="*/ 325538 w 514182"/>
                <a:gd name="connsiteY59" fmla="*/ 147279 h 580825"/>
                <a:gd name="connsiteX60" fmla="*/ 284703 w 514182"/>
                <a:gd name="connsiteY60" fmla="*/ 130310 h 580825"/>
                <a:gd name="connsiteX61" fmla="*/ 277718 w 514182"/>
                <a:gd name="connsiteY61" fmla="*/ 121608 h 580825"/>
                <a:gd name="connsiteX62" fmla="*/ 277718 w 514182"/>
                <a:gd name="connsiteY62" fmla="*/ 92646 h 580825"/>
                <a:gd name="connsiteX63" fmla="*/ 227561 w 514182"/>
                <a:gd name="connsiteY63" fmla="*/ 74829 h 580825"/>
                <a:gd name="connsiteX64" fmla="*/ 286634 w 514182"/>
                <a:gd name="connsiteY64" fmla="*/ 74829 h 580825"/>
                <a:gd name="connsiteX65" fmla="*/ 295542 w 514182"/>
                <a:gd name="connsiteY65" fmla="*/ 83737 h 580825"/>
                <a:gd name="connsiteX66" fmla="*/ 295542 w 514182"/>
                <a:gd name="connsiteY66" fmla="*/ 114638 h 580825"/>
                <a:gd name="connsiteX67" fmla="*/ 328980 w 514182"/>
                <a:gd name="connsiteY67" fmla="*/ 128535 h 580825"/>
                <a:gd name="connsiteX68" fmla="*/ 350859 w 514182"/>
                <a:gd name="connsiteY68" fmla="*/ 106657 h 580825"/>
                <a:gd name="connsiteX69" fmla="*/ 363452 w 514182"/>
                <a:gd name="connsiteY69" fmla="*/ 106657 h 580825"/>
                <a:gd name="connsiteX70" fmla="*/ 405214 w 514182"/>
                <a:gd name="connsiteY70" fmla="*/ 148419 h 580825"/>
                <a:gd name="connsiteX71" fmla="*/ 405216 w 514182"/>
                <a:gd name="connsiteY71" fmla="*/ 148420 h 580825"/>
                <a:gd name="connsiteX72" fmla="*/ 405214 w 514182"/>
                <a:gd name="connsiteY72" fmla="*/ 161019 h 580825"/>
                <a:gd name="connsiteX73" fmla="*/ 383335 w 514182"/>
                <a:gd name="connsiteY73" fmla="*/ 182897 h 580825"/>
                <a:gd name="connsiteX74" fmla="*/ 397232 w 514182"/>
                <a:gd name="connsiteY74" fmla="*/ 216336 h 580825"/>
                <a:gd name="connsiteX75" fmla="*/ 428133 w 514182"/>
                <a:gd name="connsiteY75" fmla="*/ 216336 h 580825"/>
                <a:gd name="connsiteX76" fmla="*/ 437042 w 514182"/>
                <a:gd name="connsiteY76" fmla="*/ 225244 h 580825"/>
                <a:gd name="connsiteX77" fmla="*/ 437042 w 514182"/>
                <a:gd name="connsiteY77" fmla="*/ 284310 h 580825"/>
                <a:gd name="connsiteX78" fmla="*/ 428133 w 514182"/>
                <a:gd name="connsiteY78" fmla="*/ 293218 h 580825"/>
                <a:gd name="connsiteX79" fmla="*/ 397225 w 514182"/>
                <a:gd name="connsiteY79" fmla="*/ 293225 h 580825"/>
                <a:gd name="connsiteX80" fmla="*/ 383328 w 514182"/>
                <a:gd name="connsiteY80" fmla="*/ 326663 h 580825"/>
                <a:gd name="connsiteX81" fmla="*/ 405207 w 514182"/>
                <a:gd name="connsiteY81" fmla="*/ 348542 h 580825"/>
                <a:gd name="connsiteX82" fmla="*/ 405212 w 514182"/>
                <a:gd name="connsiteY82" fmla="*/ 348547 h 580825"/>
                <a:gd name="connsiteX83" fmla="*/ 405207 w 514182"/>
                <a:gd name="connsiteY83" fmla="*/ 361135 h 580825"/>
                <a:gd name="connsiteX84" fmla="*/ 363445 w 514182"/>
                <a:gd name="connsiteY84" fmla="*/ 402897 h 580825"/>
                <a:gd name="connsiteX85" fmla="*/ 363440 w 514182"/>
                <a:gd name="connsiteY85" fmla="*/ 402902 h 580825"/>
                <a:gd name="connsiteX86" fmla="*/ 350852 w 514182"/>
                <a:gd name="connsiteY86" fmla="*/ 402897 h 580825"/>
                <a:gd name="connsiteX87" fmla="*/ 328973 w 514182"/>
                <a:gd name="connsiteY87" fmla="*/ 381018 h 580825"/>
                <a:gd name="connsiteX88" fmla="*/ 295535 w 514182"/>
                <a:gd name="connsiteY88" fmla="*/ 394915 h 580825"/>
                <a:gd name="connsiteX89" fmla="*/ 295535 w 514182"/>
                <a:gd name="connsiteY89" fmla="*/ 425816 h 580825"/>
                <a:gd name="connsiteX90" fmla="*/ 295535 w 514182"/>
                <a:gd name="connsiteY90" fmla="*/ 425824 h 580825"/>
                <a:gd name="connsiteX91" fmla="*/ 286620 w 514182"/>
                <a:gd name="connsiteY91" fmla="*/ 434725 h 580825"/>
                <a:gd name="connsiteX92" fmla="*/ 227561 w 514182"/>
                <a:gd name="connsiteY92" fmla="*/ 434725 h 580825"/>
                <a:gd name="connsiteX93" fmla="*/ 218653 w 514182"/>
                <a:gd name="connsiteY93" fmla="*/ 425816 h 580825"/>
                <a:gd name="connsiteX94" fmla="*/ 218653 w 514182"/>
                <a:gd name="connsiteY94" fmla="*/ 394908 h 580825"/>
                <a:gd name="connsiteX95" fmla="*/ 185215 w 514182"/>
                <a:gd name="connsiteY95" fmla="*/ 381011 h 580825"/>
                <a:gd name="connsiteX96" fmla="*/ 163336 w 514182"/>
                <a:gd name="connsiteY96" fmla="*/ 402890 h 580825"/>
                <a:gd name="connsiteX97" fmla="*/ 163334 w 514182"/>
                <a:gd name="connsiteY97" fmla="*/ 402892 h 580825"/>
                <a:gd name="connsiteX98" fmla="*/ 150736 w 514182"/>
                <a:gd name="connsiteY98" fmla="*/ 402890 h 580825"/>
                <a:gd name="connsiteX99" fmla="*/ 108974 w 514182"/>
                <a:gd name="connsiteY99" fmla="*/ 361128 h 580825"/>
                <a:gd name="connsiteX100" fmla="*/ 108969 w 514182"/>
                <a:gd name="connsiteY100" fmla="*/ 361123 h 580825"/>
                <a:gd name="connsiteX101" fmla="*/ 108974 w 514182"/>
                <a:gd name="connsiteY101" fmla="*/ 348535 h 580825"/>
                <a:gd name="connsiteX102" fmla="*/ 130852 w 514182"/>
                <a:gd name="connsiteY102" fmla="*/ 326656 h 580825"/>
                <a:gd name="connsiteX103" fmla="*/ 116955 w 514182"/>
                <a:gd name="connsiteY103" fmla="*/ 293218 h 580825"/>
                <a:gd name="connsiteX104" fmla="*/ 86054 w 514182"/>
                <a:gd name="connsiteY104" fmla="*/ 293218 h 580825"/>
                <a:gd name="connsiteX105" fmla="*/ 77146 w 514182"/>
                <a:gd name="connsiteY105" fmla="*/ 284310 h 580825"/>
                <a:gd name="connsiteX106" fmla="*/ 77146 w 514182"/>
                <a:gd name="connsiteY106" fmla="*/ 225244 h 580825"/>
                <a:gd name="connsiteX107" fmla="*/ 86054 w 514182"/>
                <a:gd name="connsiteY107" fmla="*/ 216336 h 580825"/>
                <a:gd name="connsiteX108" fmla="*/ 116955 w 514182"/>
                <a:gd name="connsiteY108" fmla="*/ 216336 h 580825"/>
                <a:gd name="connsiteX109" fmla="*/ 130852 w 514182"/>
                <a:gd name="connsiteY109" fmla="*/ 182898 h 580825"/>
                <a:gd name="connsiteX110" fmla="*/ 108974 w 514182"/>
                <a:gd name="connsiteY110" fmla="*/ 161019 h 580825"/>
                <a:gd name="connsiteX111" fmla="*/ 108972 w 514182"/>
                <a:gd name="connsiteY111" fmla="*/ 161017 h 580825"/>
                <a:gd name="connsiteX112" fmla="*/ 108974 w 514182"/>
                <a:gd name="connsiteY112" fmla="*/ 148419 h 580825"/>
                <a:gd name="connsiteX113" fmla="*/ 150736 w 514182"/>
                <a:gd name="connsiteY113" fmla="*/ 106657 h 580825"/>
                <a:gd name="connsiteX114" fmla="*/ 150737 w 514182"/>
                <a:gd name="connsiteY114" fmla="*/ 106655 h 580825"/>
                <a:gd name="connsiteX115" fmla="*/ 163336 w 514182"/>
                <a:gd name="connsiteY115" fmla="*/ 106657 h 580825"/>
                <a:gd name="connsiteX116" fmla="*/ 185214 w 514182"/>
                <a:gd name="connsiteY116" fmla="*/ 128535 h 580825"/>
                <a:gd name="connsiteX117" fmla="*/ 218653 w 514182"/>
                <a:gd name="connsiteY117" fmla="*/ 114638 h 580825"/>
                <a:gd name="connsiteX118" fmla="*/ 218653 w 514182"/>
                <a:gd name="connsiteY118" fmla="*/ 83737 h 580825"/>
                <a:gd name="connsiteX119" fmla="*/ 227561 w 514182"/>
                <a:gd name="connsiteY119" fmla="*/ 74829 h 580825"/>
                <a:gd name="connsiteX120" fmla="*/ 58888 w 514182"/>
                <a:gd name="connsiteY120" fmla="*/ 0 h 580825"/>
                <a:gd name="connsiteX121" fmla="*/ 455294 w 514182"/>
                <a:gd name="connsiteY121" fmla="*/ 0 h 580825"/>
                <a:gd name="connsiteX122" fmla="*/ 514182 w 514182"/>
                <a:gd name="connsiteY122" fmla="*/ 58888 h 580825"/>
                <a:gd name="connsiteX123" fmla="*/ 514182 w 514182"/>
                <a:gd name="connsiteY123" fmla="*/ 83738 h 580825"/>
                <a:gd name="connsiteX124" fmla="*/ 505273 w 514182"/>
                <a:gd name="connsiteY124" fmla="*/ 92646 h 580825"/>
                <a:gd name="connsiteX125" fmla="*/ 496365 w 514182"/>
                <a:gd name="connsiteY125" fmla="*/ 83738 h 580825"/>
                <a:gd name="connsiteX126" fmla="*/ 496365 w 514182"/>
                <a:gd name="connsiteY126" fmla="*/ 58888 h 580825"/>
                <a:gd name="connsiteX127" fmla="*/ 455294 w 514182"/>
                <a:gd name="connsiteY127" fmla="*/ 17817 h 580825"/>
                <a:gd name="connsiteX128" fmla="*/ 58888 w 514182"/>
                <a:gd name="connsiteY128" fmla="*/ 17817 h 580825"/>
                <a:gd name="connsiteX129" fmla="*/ 17817 w 514182"/>
                <a:gd name="connsiteY129" fmla="*/ 58888 h 580825"/>
                <a:gd name="connsiteX130" fmla="*/ 17817 w 514182"/>
                <a:gd name="connsiteY130" fmla="*/ 455287 h 580825"/>
                <a:gd name="connsiteX131" fmla="*/ 58888 w 514182"/>
                <a:gd name="connsiteY131" fmla="*/ 496365 h 580825"/>
                <a:gd name="connsiteX132" fmla="*/ 69806 w 514182"/>
                <a:gd name="connsiteY132" fmla="*/ 496365 h 580825"/>
                <a:gd name="connsiteX133" fmla="*/ 78714 w 514182"/>
                <a:gd name="connsiteY133" fmla="*/ 505273 h 580825"/>
                <a:gd name="connsiteX134" fmla="*/ 78714 w 514182"/>
                <a:gd name="connsiteY134" fmla="*/ 550413 h 580825"/>
                <a:gd name="connsiteX135" fmla="*/ 130147 w 514182"/>
                <a:gd name="connsiteY135" fmla="*/ 498980 h 580825"/>
                <a:gd name="connsiteX136" fmla="*/ 136448 w 514182"/>
                <a:gd name="connsiteY136" fmla="*/ 496372 h 580825"/>
                <a:gd name="connsiteX137" fmla="*/ 455294 w 514182"/>
                <a:gd name="connsiteY137" fmla="*/ 496372 h 580825"/>
                <a:gd name="connsiteX138" fmla="*/ 496365 w 514182"/>
                <a:gd name="connsiteY138" fmla="*/ 455294 h 580825"/>
                <a:gd name="connsiteX139" fmla="*/ 496365 w 514182"/>
                <a:gd name="connsiteY139" fmla="*/ 127389 h 580825"/>
                <a:gd name="connsiteX140" fmla="*/ 505273 w 514182"/>
                <a:gd name="connsiteY140" fmla="*/ 118481 h 580825"/>
                <a:gd name="connsiteX141" fmla="*/ 514182 w 514182"/>
                <a:gd name="connsiteY141" fmla="*/ 127389 h 580825"/>
                <a:gd name="connsiteX142" fmla="*/ 514182 w 514182"/>
                <a:gd name="connsiteY142" fmla="*/ 455294 h 580825"/>
                <a:gd name="connsiteX143" fmla="*/ 455294 w 514182"/>
                <a:gd name="connsiteY143" fmla="*/ 514189 h 580825"/>
                <a:gd name="connsiteX144" fmla="*/ 140139 w 514182"/>
                <a:gd name="connsiteY144" fmla="*/ 514189 h 580825"/>
                <a:gd name="connsiteX145" fmla="*/ 76105 w 514182"/>
                <a:gd name="connsiteY145" fmla="*/ 578215 h 580825"/>
                <a:gd name="connsiteX146" fmla="*/ 69804 w 514182"/>
                <a:gd name="connsiteY146" fmla="*/ 580825 h 580825"/>
                <a:gd name="connsiteX147" fmla="*/ 60897 w 514182"/>
                <a:gd name="connsiteY147" fmla="*/ 571915 h 580825"/>
                <a:gd name="connsiteX148" fmla="*/ 60897 w 514182"/>
                <a:gd name="connsiteY148" fmla="*/ 514189 h 580825"/>
                <a:gd name="connsiteX149" fmla="*/ 58888 w 514182"/>
                <a:gd name="connsiteY149" fmla="*/ 514189 h 580825"/>
                <a:gd name="connsiteX150" fmla="*/ 0 w 514182"/>
                <a:gd name="connsiteY150" fmla="*/ 455294 h 580825"/>
                <a:gd name="connsiteX151" fmla="*/ 0 w 514182"/>
                <a:gd name="connsiteY151" fmla="*/ 58888 h 580825"/>
                <a:gd name="connsiteX152" fmla="*/ 58888 w 514182"/>
                <a:gd name="connsiteY152" fmla="*/ 0 h 58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514182" h="580825">
                  <a:moveTo>
                    <a:pt x="257095" y="187837"/>
                  </a:moveTo>
                  <a:cubicBezTo>
                    <a:pt x="273824" y="187837"/>
                    <a:pt x="289946" y="194100"/>
                    <a:pt x="302287" y="205395"/>
                  </a:cubicBezTo>
                  <a:cubicBezTo>
                    <a:pt x="329556" y="230354"/>
                    <a:pt x="331430" y="272692"/>
                    <a:pt x="306472" y="299962"/>
                  </a:cubicBezTo>
                  <a:cubicBezTo>
                    <a:pt x="281515" y="327231"/>
                    <a:pt x="239176" y="329105"/>
                    <a:pt x="211906" y="304147"/>
                  </a:cubicBezTo>
                  <a:cubicBezTo>
                    <a:pt x="184636" y="279189"/>
                    <a:pt x="182763" y="236851"/>
                    <a:pt x="207720" y="209580"/>
                  </a:cubicBezTo>
                  <a:cubicBezTo>
                    <a:pt x="207749" y="209549"/>
                    <a:pt x="207777" y="209518"/>
                    <a:pt x="207806" y="209486"/>
                  </a:cubicBezTo>
                  <a:cubicBezTo>
                    <a:pt x="211154" y="205881"/>
                    <a:pt x="216791" y="205673"/>
                    <a:pt x="220396" y="209021"/>
                  </a:cubicBezTo>
                  <a:cubicBezTo>
                    <a:pt x="224002" y="212368"/>
                    <a:pt x="224211" y="218005"/>
                    <a:pt x="220862" y="221611"/>
                  </a:cubicBezTo>
                  <a:cubicBezTo>
                    <a:pt x="212571" y="230669"/>
                    <a:pt x="207973" y="242504"/>
                    <a:pt x="207974" y="254783"/>
                  </a:cubicBezTo>
                  <a:cubicBezTo>
                    <a:pt x="207977" y="281914"/>
                    <a:pt x="229974" y="303905"/>
                    <a:pt x="257104" y="303903"/>
                  </a:cubicBezTo>
                  <a:cubicBezTo>
                    <a:pt x="284235" y="303900"/>
                    <a:pt x="306226" y="281904"/>
                    <a:pt x="306223" y="254774"/>
                  </a:cubicBezTo>
                  <a:cubicBezTo>
                    <a:pt x="306221" y="227644"/>
                    <a:pt x="284225" y="205651"/>
                    <a:pt x="257095" y="205654"/>
                  </a:cubicBezTo>
                  <a:cubicBezTo>
                    <a:pt x="252175" y="205654"/>
                    <a:pt x="248186" y="201665"/>
                    <a:pt x="248186" y="196745"/>
                  </a:cubicBezTo>
                  <a:cubicBezTo>
                    <a:pt x="248186" y="191825"/>
                    <a:pt x="252175" y="187837"/>
                    <a:pt x="257095" y="187837"/>
                  </a:cubicBezTo>
                  <a:close/>
                  <a:moveTo>
                    <a:pt x="236476" y="92646"/>
                  </a:moveTo>
                  <a:lnTo>
                    <a:pt x="236476" y="121608"/>
                  </a:lnTo>
                  <a:cubicBezTo>
                    <a:pt x="236475" y="125787"/>
                    <a:pt x="233572" y="129405"/>
                    <a:pt x="229492" y="130310"/>
                  </a:cubicBezTo>
                  <a:cubicBezTo>
                    <a:pt x="214986" y="133520"/>
                    <a:pt x="201160" y="139265"/>
                    <a:pt x="188650" y="147278"/>
                  </a:cubicBezTo>
                  <a:cubicBezTo>
                    <a:pt x="185126" y="149532"/>
                    <a:pt x="180508" y="149028"/>
                    <a:pt x="177553" y="146067"/>
                  </a:cubicBezTo>
                  <a:lnTo>
                    <a:pt x="157036" y="125549"/>
                  </a:lnTo>
                  <a:lnTo>
                    <a:pt x="127866" y="154719"/>
                  </a:lnTo>
                  <a:lnTo>
                    <a:pt x="148384" y="175236"/>
                  </a:lnTo>
                  <a:cubicBezTo>
                    <a:pt x="151342" y="178192"/>
                    <a:pt x="151846" y="182808"/>
                    <a:pt x="149596" y="186333"/>
                  </a:cubicBezTo>
                  <a:cubicBezTo>
                    <a:pt x="141581" y="198840"/>
                    <a:pt x="135836" y="212664"/>
                    <a:pt x="132627" y="227168"/>
                  </a:cubicBezTo>
                  <a:cubicBezTo>
                    <a:pt x="131724" y="231249"/>
                    <a:pt x="128105" y="234154"/>
                    <a:pt x="123925" y="234152"/>
                  </a:cubicBezTo>
                  <a:lnTo>
                    <a:pt x="94963" y="234152"/>
                  </a:lnTo>
                  <a:lnTo>
                    <a:pt x="94963" y="275401"/>
                  </a:lnTo>
                  <a:lnTo>
                    <a:pt x="123925" y="275401"/>
                  </a:lnTo>
                  <a:cubicBezTo>
                    <a:pt x="128105" y="275400"/>
                    <a:pt x="131724" y="278304"/>
                    <a:pt x="132627" y="282386"/>
                  </a:cubicBezTo>
                  <a:cubicBezTo>
                    <a:pt x="135837" y="296889"/>
                    <a:pt x="141582" y="310713"/>
                    <a:pt x="149595" y="323221"/>
                  </a:cubicBezTo>
                  <a:cubicBezTo>
                    <a:pt x="151846" y="326746"/>
                    <a:pt x="151342" y="331362"/>
                    <a:pt x="148384" y="334317"/>
                  </a:cubicBezTo>
                  <a:lnTo>
                    <a:pt x="127866" y="354835"/>
                  </a:lnTo>
                  <a:lnTo>
                    <a:pt x="157036" y="384004"/>
                  </a:lnTo>
                  <a:lnTo>
                    <a:pt x="177582" y="363487"/>
                  </a:lnTo>
                  <a:cubicBezTo>
                    <a:pt x="180538" y="360528"/>
                    <a:pt x="185153" y="360025"/>
                    <a:pt x="188678" y="362275"/>
                  </a:cubicBezTo>
                  <a:cubicBezTo>
                    <a:pt x="201175" y="370290"/>
                    <a:pt x="214990" y="376035"/>
                    <a:pt x="229485" y="379244"/>
                  </a:cubicBezTo>
                  <a:cubicBezTo>
                    <a:pt x="233566" y="380147"/>
                    <a:pt x="236471" y="383766"/>
                    <a:pt x="236469" y="387945"/>
                  </a:cubicBezTo>
                  <a:lnTo>
                    <a:pt x="236469" y="416908"/>
                  </a:lnTo>
                  <a:lnTo>
                    <a:pt x="277718" y="416908"/>
                  </a:lnTo>
                  <a:lnTo>
                    <a:pt x="277718" y="387945"/>
                  </a:lnTo>
                  <a:cubicBezTo>
                    <a:pt x="277717" y="383766"/>
                    <a:pt x="280621" y="380147"/>
                    <a:pt x="284703" y="379244"/>
                  </a:cubicBezTo>
                  <a:cubicBezTo>
                    <a:pt x="299208" y="376038"/>
                    <a:pt x="313033" y="370293"/>
                    <a:pt x="325538" y="362275"/>
                  </a:cubicBezTo>
                  <a:cubicBezTo>
                    <a:pt x="329064" y="360030"/>
                    <a:pt x="333676" y="360534"/>
                    <a:pt x="336634" y="363487"/>
                  </a:cubicBezTo>
                  <a:lnTo>
                    <a:pt x="357152" y="384004"/>
                  </a:lnTo>
                  <a:lnTo>
                    <a:pt x="386321" y="354835"/>
                  </a:lnTo>
                  <a:lnTo>
                    <a:pt x="365804" y="334317"/>
                  </a:lnTo>
                  <a:cubicBezTo>
                    <a:pt x="362845" y="331362"/>
                    <a:pt x="362342" y="326746"/>
                    <a:pt x="364592" y="323221"/>
                  </a:cubicBezTo>
                  <a:cubicBezTo>
                    <a:pt x="372606" y="310713"/>
                    <a:pt x="378350" y="296889"/>
                    <a:pt x="381561" y="282386"/>
                  </a:cubicBezTo>
                  <a:lnTo>
                    <a:pt x="381561" y="282393"/>
                  </a:lnTo>
                  <a:cubicBezTo>
                    <a:pt x="382460" y="278311"/>
                    <a:pt x="386076" y="275404"/>
                    <a:pt x="390255" y="275401"/>
                  </a:cubicBezTo>
                  <a:lnTo>
                    <a:pt x="419225" y="275401"/>
                  </a:lnTo>
                  <a:lnTo>
                    <a:pt x="419225" y="234152"/>
                  </a:lnTo>
                  <a:lnTo>
                    <a:pt x="390262" y="234152"/>
                  </a:lnTo>
                  <a:cubicBezTo>
                    <a:pt x="386083" y="234154"/>
                    <a:pt x="382464" y="231249"/>
                    <a:pt x="381561" y="227168"/>
                  </a:cubicBezTo>
                  <a:cubicBezTo>
                    <a:pt x="378351" y="212664"/>
                    <a:pt x="372607" y="198840"/>
                    <a:pt x="364592" y="186333"/>
                  </a:cubicBezTo>
                  <a:cubicBezTo>
                    <a:pt x="362342" y="182808"/>
                    <a:pt x="362845" y="178192"/>
                    <a:pt x="365804" y="175236"/>
                  </a:cubicBezTo>
                  <a:lnTo>
                    <a:pt x="386321" y="154719"/>
                  </a:lnTo>
                  <a:lnTo>
                    <a:pt x="357152" y="125549"/>
                  </a:lnTo>
                  <a:lnTo>
                    <a:pt x="336634" y="146067"/>
                  </a:lnTo>
                  <a:cubicBezTo>
                    <a:pt x="333677" y="149023"/>
                    <a:pt x="329064" y="149526"/>
                    <a:pt x="325538" y="147279"/>
                  </a:cubicBezTo>
                  <a:cubicBezTo>
                    <a:pt x="313030" y="139265"/>
                    <a:pt x="299206" y="133521"/>
                    <a:pt x="284703" y="130310"/>
                  </a:cubicBezTo>
                  <a:cubicBezTo>
                    <a:pt x="280623" y="129405"/>
                    <a:pt x="277719" y="125787"/>
                    <a:pt x="277718" y="121608"/>
                  </a:cubicBezTo>
                  <a:lnTo>
                    <a:pt x="277718" y="92646"/>
                  </a:lnTo>
                  <a:close/>
                  <a:moveTo>
                    <a:pt x="227561" y="74829"/>
                  </a:moveTo>
                  <a:lnTo>
                    <a:pt x="286634" y="74829"/>
                  </a:lnTo>
                  <a:cubicBezTo>
                    <a:pt x="291554" y="74829"/>
                    <a:pt x="295542" y="78817"/>
                    <a:pt x="295542" y="83737"/>
                  </a:cubicBezTo>
                  <a:lnTo>
                    <a:pt x="295542" y="114638"/>
                  </a:lnTo>
                  <a:cubicBezTo>
                    <a:pt x="307229" y="117845"/>
                    <a:pt x="318464" y="122514"/>
                    <a:pt x="328980" y="128535"/>
                  </a:cubicBezTo>
                  <a:lnTo>
                    <a:pt x="350859" y="106657"/>
                  </a:lnTo>
                  <a:cubicBezTo>
                    <a:pt x="354338" y="103181"/>
                    <a:pt x="359974" y="103181"/>
                    <a:pt x="363452" y="106657"/>
                  </a:cubicBezTo>
                  <a:lnTo>
                    <a:pt x="405214" y="148419"/>
                  </a:lnTo>
                  <a:cubicBezTo>
                    <a:pt x="405215" y="148419"/>
                    <a:pt x="405215" y="148420"/>
                    <a:pt x="405216" y="148420"/>
                  </a:cubicBezTo>
                  <a:cubicBezTo>
                    <a:pt x="408694" y="151900"/>
                    <a:pt x="408693" y="157540"/>
                    <a:pt x="405214" y="161019"/>
                  </a:cubicBezTo>
                  <a:lnTo>
                    <a:pt x="383335" y="182897"/>
                  </a:lnTo>
                  <a:cubicBezTo>
                    <a:pt x="389357" y="193414"/>
                    <a:pt x="394026" y="204649"/>
                    <a:pt x="397232" y="216336"/>
                  </a:cubicBezTo>
                  <a:lnTo>
                    <a:pt x="428133" y="216336"/>
                  </a:lnTo>
                  <a:cubicBezTo>
                    <a:pt x="433053" y="216336"/>
                    <a:pt x="437042" y="220324"/>
                    <a:pt x="437042" y="225244"/>
                  </a:cubicBezTo>
                  <a:lnTo>
                    <a:pt x="437042" y="284310"/>
                  </a:lnTo>
                  <a:cubicBezTo>
                    <a:pt x="437042" y="289230"/>
                    <a:pt x="433053" y="293218"/>
                    <a:pt x="428133" y="293218"/>
                  </a:cubicBezTo>
                  <a:lnTo>
                    <a:pt x="397225" y="293225"/>
                  </a:lnTo>
                  <a:cubicBezTo>
                    <a:pt x="394019" y="304912"/>
                    <a:pt x="389349" y="316147"/>
                    <a:pt x="383328" y="326663"/>
                  </a:cubicBezTo>
                  <a:lnTo>
                    <a:pt x="405207" y="348542"/>
                  </a:lnTo>
                  <a:cubicBezTo>
                    <a:pt x="405209" y="348544"/>
                    <a:pt x="405210" y="348545"/>
                    <a:pt x="405212" y="348547"/>
                  </a:cubicBezTo>
                  <a:cubicBezTo>
                    <a:pt x="408686" y="352024"/>
                    <a:pt x="408684" y="357660"/>
                    <a:pt x="405207" y="361135"/>
                  </a:cubicBezTo>
                  <a:lnTo>
                    <a:pt x="363445" y="402897"/>
                  </a:lnTo>
                  <a:cubicBezTo>
                    <a:pt x="363443" y="402899"/>
                    <a:pt x="363442" y="402900"/>
                    <a:pt x="363440" y="402902"/>
                  </a:cubicBezTo>
                  <a:cubicBezTo>
                    <a:pt x="359963" y="406377"/>
                    <a:pt x="354327" y="406375"/>
                    <a:pt x="350852" y="402897"/>
                  </a:cubicBezTo>
                  <a:lnTo>
                    <a:pt x="328973" y="381018"/>
                  </a:lnTo>
                  <a:cubicBezTo>
                    <a:pt x="318457" y="387040"/>
                    <a:pt x="307222" y="391709"/>
                    <a:pt x="295535" y="394915"/>
                  </a:cubicBezTo>
                  <a:lnTo>
                    <a:pt x="295535" y="425816"/>
                  </a:lnTo>
                  <a:cubicBezTo>
                    <a:pt x="295535" y="425819"/>
                    <a:pt x="295535" y="425821"/>
                    <a:pt x="295535" y="425824"/>
                  </a:cubicBezTo>
                  <a:cubicBezTo>
                    <a:pt x="295531" y="430743"/>
                    <a:pt x="291539" y="434729"/>
                    <a:pt x="286620" y="434725"/>
                  </a:cubicBezTo>
                  <a:lnTo>
                    <a:pt x="227561" y="434725"/>
                  </a:lnTo>
                  <a:cubicBezTo>
                    <a:pt x="222641" y="434725"/>
                    <a:pt x="218653" y="430736"/>
                    <a:pt x="218653" y="425816"/>
                  </a:cubicBezTo>
                  <a:lnTo>
                    <a:pt x="218653" y="394908"/>
                  </a:lnTo>
                  <a:cubicBezTo>
                    <a:pt x="206966" y="391702"/>
                    <a:pt x="195731" y="387032"/>
                    <a:pt x="185215" y="381011"/>
                  </a:cubicBezTo>
                  <a:lnTo>
                    <a:pt x="163336" y="402890"/>
                  </a:lnTo>
                  <a:cubicBezTo>
                    <a:pt x="163335" y="402891"/>
                    <a:pt x="163335" y="402891"/>
                    <a:pt x="163334" y="402892"/>
                  </a:cubicBezTo>
                  <a:cubicBezTo>
                    <a:pt x="159855" y="406370"/>
                    <a:pt x="154214" y="406369"/>
                    <a:pt x="150736" y="402890"/>
                  </a:cubicBezTo>
                  <a:lnTo>
                    <a:pt x="108974" y="361128"/>
                  </a:lnTo>
                  <a:cubicBezTo>
                    <a:pt x="108972" y="361126"/>
                    <a:pt x="108971" y="361125"/>
                    <a:pt x="108969" y="361123"/>
                  </a:cubicBezTo>
                  <a:cubicBezTo>
                    <a:pt x="105494" y="357646"/>
                    <a:pt x="105496" y="352010"/>
                    <a:pt x="108974" y="348535"/>
                  </a:cubicBezTo>
                  <a:lnTo>
                    <a:pt x="130852" y="326656"/>
                  </a:lnTo>
                  <a:cubicBezTo>
                    <a:pt x="124831" y="316140"/>
                    <a:pt x="120162" y="304905"/>
                    <a:pt x="116955" y="293218"/>
                  </a:cubicBezTo>
                  <a:lnTo>
                    <a:pt x="86054" y="293218"/>
                  </a:lnTo>
                  <a:cubicBezTo>
                    <a:pt x="81134" y="293218"/>
                    <a:pt x="77146" y="289230"/>
                    <a:pt x="77146" y="284310"/>
                  </a:cubicBezTo>
                  <a:lnTo>
                    <a:pt x="77146" y="225244"/>
                  </a:lnTo>
                  <a:cubicBezTo>
                    <a:pt x="77146" y="220324"/>
                    <a:pt x="81134" y="216336"/>
                    <a:pt x="86054" y="216336"/>
                  </a:cubicBezTo>
                  <a:lnTo>
                    <a:pt x="116955" y="216336"/>
                  </a:lnTo>
                  <a:cubicBezTo>
                    <a:pt x="120162" y="204649"/>
                    <a:pt x="124831" y="193414"/>
                    <a:pt x="130852" y="182898"/>
                  </a:cubicBezTo>
                  <a:lnTo>
                    <a:pt x="108974" y="161019"/>
                  </a:lnTo>
                  <a:cubicBezTo>
                    <a:pt x="108973" y="161018"/>
                    <a:pt x="108972" y="161018"/>
                    <a:pt x="108972" y="161017"/>
                  </a:cubicBezTo>
                  <a:cubicBezTo>
                    <a:pt x="105494" y="157538"/>
                    <a:pt x="105494" y="151897"/>
                    <a:pt x="108974" y="148419"/>
                  </a:cubicBezTo>
                  <a:lnTo>
                    <a:pt x="150736" y="106657"/>
                  </a:lnTo>
                  <a:cubicBezTo>
                    <a:pt x="150736" y="106656"/>
                    <a:pt x="150737" y="106655"/>
                    <a:pt x="150737" y="106655"/>
                  </a:cubicBezTo>
                  <a:cubicBezTo>
                    <a:pt x="154217" y="103177"/>
                    <a:pt x="159857" y="103177"/>
                    <a:pt x="163336" y="106657"/>
                  </a:cubicBezTo>
                  <a:lnTo>
                    <a:pt x="185214" y="128535"/>
                  </a:lnTo>
                  <a:cubicBezTo>
                    <a:pt x="195731" y="122514"/>
                    <a:pt x="206966" y="117845"/>
                    <a:pt x="218653" y="114638"/>
                  </a:cubicBezTo>
                  <a:lnTo>
                    <a:pt x="218653" y="83737"/>
                  </a:lnTo>
                  <a:cubicBezTo>
                    <a:pt x="218653" y="78817"/>
                    <a:pt x="222641" y="74829"/>
                    <a:pt x="227561" y="74829"/>
                  </a:cubicBezTo>
                  <a:close/>
                  <a:moveTo>
                    <a:pt x="58888" y="0"/>
                  </a:moveTo>
                  <a:lnTo>
                    <a:pt x="455294" y="0"/>
                  </a:lnTo>
                  <a:cubicBezTo>
                    <a:pt x="487800" y="39"/>
                    <a:pt x="514142" y="26381"/>
                    <a:pt x="514182" y="58888"/>
                  </a:cubicBezTo>
                  <a:lnTo>
                    <a:pt x="514182" y="83738"/>
                  </a:lnTo>
                  <a:cubicBezTo>
                    <a:pt x="514182" y="88658"/>
                    <a:pt x="510193" y="92646"/>
                    <a:pt x="505273" y="92646"/>
                  </a:cubicBezTo>
                  <a:cubicBezTo>
                    <a:pt x="500353" y="92646"/>
                    <a:pt x="496365" y="88658"/>
                    <a:pt x="496365" y="83738"/>
                  </a:cubicBezTo>
                  <a:lnTo>
                    <a:pt x="496365" y="58888"/>
                  </a:lnTo>
                  <a:cubicBezTo>
                    <a:pt x="496341" y="36214"/>
                    <a:pt x="477967" y="17840"/>
                    <a:pt x="455294" y="17817"/>
                  </a:cubicBezTo>
                  <a:lnTo>
                    <a:pt x="58888" y="17817"/>
                  </a:lnTo>
                  <a:cubicBezTo>
                    <a:pt x="36214" y="17840"/>
                    <a:pt x="17840" y="36214"/>
                    <a:pt x="17817" y="58888"/>
                  </a:cubicBezTo>
                  <a:lnTo>
                    <a:pt x="17817" y="455287"/>
                  </a:lnTo>
                  <a:cubicBezTo>
                    <a:pt x="17840" y="477961"/>
                    <a:pt x="36213" y="496337"/>
                    <a:pt x="58888" y="496365"/>
                  </a:cubicBezTo>
                  <a:lnTo>
                    <a:pt x="69806" y="496365"/>
                  </a:lnTo>
                  <a:cubicBezTo>
                    <a:pt x="74725" y="496365"/>
                    <a:pt x="78714" y="500353"/>
                    <a:pt x="78714" y="505273"/>
                  </a:cubicBezTo>
                  <a:lnTo>
                    <a:pt x="78714" y="550413"/>
                  </a:lnTo>
                  <a:lnTo>
                    <a:pt x="130147" y="498980"/>
                  </a:lnTo>
                  <a:cubicBezTo>
                    <a:pt x="131818" y="497311"/>
                    <a:pt x="134085" y="496372"/>
                    <a:pt x="136448" y="496372"/>
                  </a:cubicBezTo>
                  <a:lnTo>
                    <a:pt x="455294" y="496372"/>
                  </a:lnTo>
                  <a:cubicBezTo>
                    <a:pt x="477968" y="496345"/>
                    <a:pt x="496341" y="477968"/>
                    <a:pt x="496365" y="455294"/>
                  </a:cubicBezTo>
                  <a:lnTo>
                    <a:pt x="496365" y="127389"/>
                  </a:lnTo>
                  <a:cubicBezTo>
                    <a:pt x="496365" y="122469"/>
                    <a:pt x="500353" y="118481"/>
                    <a:pt x="505273" y="118481"/>
                  </a:cubicBezTo>
                  <a:cubicBezTo>
                    <a:pt x="510193" y="118481"/>
                    <a:pt x="514182" y="122469"/>
                    <a:pt x="514182" y="127389"/>
                  </a:cubicBezTo>
                  <a:lnTo>
                    <a:pt x="514182" y="455294"/>
                  </a:lnTo>
                  <a:cubicBezTo>
                    <a:pt x="514146" y="487803"/>
                    <a:pt x="487803" y="514149"/>
                    <a:pt x="455294" y="514189"/>
                  </a:cubicBezTo>
                  <a:lnTo>
                    <a:pt x="140139" y="514189"/>
                  </a:lnTo>
                  <a:lnTo>
                    <a:pt x="76105" y="578215"/>
                  </a:lnTo>
                  <a:cubicBezTo>
                    <a:pt x="74434" y="579886"/>
                    <a:pt x="72167" y="580825"/>
                    <a:pt x="69804" y="580825"/>
                  </a:cubicBezTo>
                  <a:cubicBezTo>
                    <a:pt x="64884" y="580824"/>
                    <a:pt x="60896" y="576834"/>
                    <a:pt x="60897" y="571915"/>
                  </a:cubicBezTo>
                  <a:lnTo>
                    <a:pt x="60897" y="514189"/>
                  </a:lnTo>
                  <a:lnTo>
                    <a:pt x="58888" y="514189"/>
                  </a:lnTo>
                  <a:cubicBezTo>
                    <a:pt x="26378" y="514149"/>
                    <a:pt x="35" y="487803"/>
                    <a:pt x="0" y="455294"/>
                  </a:cubicBezTo>
                  <a:lnTo>
                    <a:pt x="0" y="58888"/>
                  </a:lnTo>
                  <a:cubicBezTo>
                    <a:pt x="39" y="26381"/>
                    <a:pt x="26381" y="39"/>
                    <a:pt x="58888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21" name="Group 236">
            <a:extLst>
              <a:ext uri="{FF2B5EF4-FFF2-40B4-BE49-F238E27FC236}">
                <a16:creationId xmlns:a16="http://schemas.microsoft.com/office/drawing/2014/main" id="{D16E7688-93D6-DD8D-8CD2-666D1B4A5067}"/>
              </a:ext>
            </a:extLst>
          </p:cNvPr>
          <p:cNvGrpSpPr/>
          <p:nvPr/>
        </p:nvGrpSpPr>
        <p:grpSpPr>
          <a:xfrm>
            <a:off x="4805409" y="4995819"/>
            <a:ext cx="549979" cy="550028"/>
            <a:chOff x="4805409" y="4995819"/>
            <a:chExt cx="549979" cy="550028"/>
          </a:xfrm>
        </p:grpSpPr>
        <p:sp>
          <p:nvSpPr>
            <p:cNvPr id="222" name="Freeform: Shape 196">
              <a:extLst>
                <a:ext uri="{FF2B5EF4-FFF2-40B4-BE49-F238E27FC236}">
                  <a16:creationId xmlns:a16="http://schemas.microsoft.com/office/drawing/2014/main" id="{38E62992-AE62-519E-36DF-C002C5DA7B79}"/>
                </a:ext>
              </a:extLst>
            </p:cNvPr>
            <p:cNvSpPr/>
            <p:nvPr/>
          </p:nvSpPr>
          <p:spPr>
            <a:xfrm>
              <a:off x="4814317" y="5004723"/>
              <a:ext cx="527372" cy="527372"/>
            </a:xfrm>
            <a:custGeom>
              <a:avLst/>
              <a:gdLst>
                <a:gd name="connsiteX0" fmla="*/ 173293 w 527371"/>
                <a:gd name="connsiteY0" fmla="*/ 415467 h 527371"/>
                <a:gd name="connsiteX1" fmla="*/ 392231 w 527371"/>
                <a:gd name="connsiteY1" fmla="*/ 196522 h 527371"/>
                <a:gd name="connsiteX2" fmla="*/ 524812 w 527371"/>
                <a:gd name="connsiteY2" fmla="*/ 140008 h 527371"/>
                <a:gd name="connsiteX3" fmla="*/ 524722 w 527371"/>
                <a:gd name="connsiteY3" fmla="*/ 63717 h 527371"/>
                <a:gd name="connsiteX4" fmla="*/ 458352 w 527371"/>
                <a:gd name="connsiteY4" fmla="*/ 130066 h 527371"/>
                <a:gd name="connsiteX5" fmla="*/ 402137 w 527371"/>
                <a:gd name="connsiteY5" fmla="*/ 73851 h 527371"/>
                <a:gd name="connsiteX6" fmla="*/ 468486 w 527371"/>
                <a:gd name="connsiteY6" fmla="*/ 7480 h 527371"/>
                <a:gd name="connsiteX7" fmla="*/ 335771 w 527371"/>
                <a:gd name="connsiteY7" fmla="*/ 63681 h 527371"/>
                <a:gd name="connsiteX8" fmla="*/ 335681 w 527371"/>
                <a:gd name="connsiteY8" fmla="*/ 139972 h 527371"/>
                <a:gd name="connsiteX9" fmla="*/ 116736 w 527371"/>
                <a:gd name="connsiteY9" fmla="*/ 358910 h 527371"/>
                <a:gd name="connsiteX10" fmla="*/ 4487 w 527371"/>
                <a:gd name="connsiteY10" fmla="*/ 415397 h 527371"/>
                <a:gd name="connsiteX11" fmla="*/ 6508 w 527371"/>
                <a:gd name="connsiteY11" fmla="*/ 476656 h 527371"/>
                <a:gd name="connsiteX12" fmla="*/ 64405 w 527371"/>
                <a:gd name="connsiteY12" fmla="*/ 418752 h 527371"/>
                <a:gd name="connsiteX13" fmla="*/ 113450 w 527371"/>
                <a:gd name="connsiteY13" fmla="*/ 467798 h 527371"/>
                <a:gd name="connsiteX14" fmla="*/ 55553 w 527371"/>
                <a:gd name="connsiteY14" fmla="*/ 525695 h 527371"/>
                <a:gd name="connsiteX15" fmla="*/ 171275 w 527371"/>
                <a:gd name="connsiteY15" fmla="*/ 476715 h 527371"/>
                <a:gd name="connsiteX16" fmla="*/ 173293 w 527371"/>
                <a:gd name="connsiteY16" fmla="*/ 415467 h 52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7371" h="527371">
                  <a:moveTo>
                    <a:pt x="173293" y="415467"/>
                  </a:moveTo>
                  <a:lnTo>
                    <a:pt x="392231" y="196522"/>
                  </a:lnTo>
                  <a:cubicBezTo>
                    <a:pt x="444448" y="217527"/>
                    <a:pt x="503807" y="192225"/>
                    <a:pt x="524812" y="140008"/>
                  </a:cubicBezTo>
                  <a:cubicBezTo>
                    <a:pt x="534661" y="115525"/>
                    <a:pt x="534629" y="88176"/>
                    <a:pt x="524722" y="63717"/>
                  </a:cubicBezTo>
                  <a:lnTo>
                    <a:pt x="458352" y="130066"/>
                  </a:lnTo>
                  <a:lnTo>
                    <a:pt x="402137" y="73851"/>
                  </a:lnTo>
                  <a:lnTo>
                    <a:pt x="468486" y="7480"/>
                  </a:lnTo>
                  <a:cubicBezTo>
                    <a:pt x="416318" y="-13649"/>
                    <a:pt x="356900" y="11513"/>
                    <a:pt x="335771" y="63681"/>
                  </a:cubicBezTo>
                  <a:cubicBezTo>
                    <a:pt x="325864" y="88140"/>
                    <a:pt x="325832" y="115489"/>
                    <a:pt x="335681" y="139972"/>
                  </a:cubicBezTo>
                  <a:lnTo>
                    <a:pt x="116736" y="358910"/>
                  </a:lnTo>
                  <a:cubicBezTo>
                    <a:pt x="70141" y="343512"/>
                    <a:pt x="19886" y="368802"/>
                    <a:pt x="4487" y="415397"/>
                  </a:cubicBezTo>
                  <a:cubicBezTo>
                    <a:pt x="-2126" y="435410"/>
                    <a:pt x="-1410" y="457122"/>
                    <a:pt x="6508" y="476656"/>
                  </a:cubicBezTo>
                  <a:lnTo>
                    <a:pt x="64405" y="418752"/>
                  </a:lnTo>
                  <a:lnTo>
                    <a:pt x="113450" y="467798"/>
                  </a:lnTo>
                  <a:lnTo>
                    <a:pt x="55553" y="525695"/>
                  </a:lnTo>
                  <a:cubicBezTo>
                    <a:pt x="101034" y="544125"/>
                    <a:pt x="152845" y="522196"/>
                    <a:pt x="171275" y="476715"/>
                  </a:cubicBezTo>
                  <a:cubicBezTo>
                    <a:pt x="179189" y="457184"/>
                    <a:pt x="179904" y="435476"/>
                    <a:pt x="173293" y="415467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" name="Freeform: Shape 197">
              <a:extLst>
                <a:ext uri="{FF2B5EF4-FFF2-40B4-BE49-F238E27FC236}">
                  <a16:creationId xmlns:a16="http://schemas.microsoft.com/office/drawing/2014/main" id="{BA9A2D3E-ABD8-BA15-26F8-4D8B5A7FC924}"/>
                </a:ext>
              </a:extLst>
            </p:cNvPr>
            <p:cNvSpPr/>
            <p:nvPr/>
          </p:nvSpPr>
          <p:spPr>
            <a:xfrm>
              <a:off x="4805409" y="4995819"/>
              <a:ext cx="549979" cy="550028"/>
            </a:xfrm>
            <a:custGeom>
              <a:avLst/>
              <a:gdLst>
                <a:gd name="connsiteX0" fmla="*/ 366776 w 549979"/>
                <a:gd name="connsiteY0" fmla="*/ 227214 h 550028"/>
                <a:gd name="connsiteX1" fmla="*/ 379352 w 549979"/>
                <a:gd name="connsiteY1" fmla="*/ 227969 h 550028"/>
                <a:gd name="connsiteX2" fmla="*/ 378597 w 549979"/>
                <a:gd name="connsiteY2" fmla="*/ 240545 h 550028"/>
                <a:gd name="connsiteX3" fmla="*/ 192242 w 549979"/>
                <a:gd name="connsiteY3" fmla="*/ 426906 h 550028"/>
                <a:gd name="connsiteX4" fmla="*/ 188429 w 549979"/>
                <a:gd name="connsiteY4" fmla="*/ 488945 h 550028"/>
                <a:gd name="connsiteX5" fmla="*/ 61112 w 549979"/>
                <a:gd name="connsiteY5" fmla="*/ 542850 h 550028"/>
                <a:gd name="connsiteX6" fmla="*/ 58161 w 549979"/>
                <a:gd name="connsiteY6" fmla="*/ 540896 h 550028"/>
                <a:gd name="connsiteX7" fmla="*/ 58154 w 549979"/>
                <a:gd name="connsiteY7" fmla="*/ 528297 h 550028"/>
                <a:gd name="connsiteX8" fmla="*/ 109758 w 549979"/>
                <a:gd name="connsiteY8" fmla="*/ 476700 h 550028"/>
                <a:gd name="connsiteX9" fmla="*/ 73313 w 549979"/>
                <a:gd name="connsiteY9" fmla="*/ 440255 h 550028"/>
                <a:gd name="connsiteX10" fmla="*/ 21716 w 549979"/>
                <a:gd name="connsiteY10" fmla="*/ 491859 h 550028"/>
                <a:gd name="connsiteX11" fmla="*/ 18754 w 549979"/>
                <a:gd name="connsiteY11" fmla="*/ 493820 h 550028"/>
                <a:gd name="connsiteX12" fmla="*/ 7156 w 549979"/>
                <a:gd name="connsiteY12" fmla="*/ 488901 h 550028"/>
                <a:gd name="connsiteX13" fmla="*/ 4962 w 549979"/>
                <a:gd name="connsiteY13" fmla="*/ 421429 h 550028"/>
                <a:gd name="connsiteX14" fmla="*/ 128523 w 549979"/>
                <a:gd name="connsiteY14" fmla="*/ 359374 h 550028"/>
                <a:gd name="connsiteX15" fmla="*/ 134203 w 549979"/>
                <a:gd name="connsiteY15" fmla="*/ 370620 h 550028"/>
                <a:gd name="connsiteX16" fmla="*/ 122957 w 549979"/>
                <a:gd name="connsiteY16" fmla="*/ 376300 h 550028"/>
                <a:gd name="connsiteX17" fmla="*/ 81186 w 549979"/>
                <a:gd name="connsiteY17" fmla="*/ 373998 h 550028"/>
                <a:gd name="connsiteX18" fmla="*/ 19621 w 549979"/>
                <a:gd name="connsiteY18" fmla="*/ 468840 h 550028"/>
                <a:gd name="connsiteX19" fmla="*/ 67070 w 549979"/>
                <a:gd name="connsiteY19" fmla="*/ 421390 h 550028"/>
                <a:gd name="connsiteX20" fmla="*/ 67072 w 549979"/>
                <a:gd name="connsiteY20" fmla="*/ 421389 h 550028"/>
                <a:gd name="connsiteX21" fmla="*/ 79670 w 549979"/>
                <a:gd name="connsiteY21" fmla="*/ 421390 h 550028"/>
                <a:gd name="connsiteX22" fmla="*/ 128715 w 549979"/>
                <a:gd name="connsiteY22" fmla="*/ 470429 h 550028"/>
                <a:gd name="connsiteX23" fmla="*/ 128717 w 549979"/>
                <a:gd name="connsiteY23" fmla="*/ 470431 h 550028"/>
                <a:gd name="connsiteX24" fmla="*/ 128715 w 549979"/>
                <a:gd name="connsiteY24" fmla="*/ 483029 h 550028"/>
                <a:gd name="connsiteX25" fmla="*/ 81259 w 549979"/>
                <a:gd name="connsiteY25" fmla="*/ 530485 h 550028"/>
                <a:gd name="connsiteX26" fmla="*/ 123031 w 549979"/>
                <a:gd name="connsiteY26" fmla="*/ 528183 h 550028"/>
                <a:gd name="connsiteX27" fmla="*/ 173799 w 549979"/>
                <a:gd name="connsiteY27" fmla="*/ 427149 h 550028"/>
                <a:gd name="connsiteX28" fmla="*/ 175937 w 549979"/>
                <a:gd name="connsiteY28" fmla="*/ 418069 h 550028"/>
                <a:gd name="connsiteX29" fmla="*/ 366011 w 549979"/>
                <a:gd name="connsiteY29" fmla="*/ 227980 h 550028"/>
                <a:gd name="connsiteX30" fmla="*/ 366776 w 549979"/>
                <a:gd name="connsiteY30" fmla="*/ 227214 h 550028"/>
                <a:gd name="connsiteX31" fmla="*/ 437496 w 549979"/>
                <a:gd name="connsiteY31" fmla="*/ 14 h 550028"/>
                <a:gd name="connsiteX32" fmla="*/ 480757 w 549979"/>
                <a:gd name="connsiteY32" fmla="*/ 8124 h 550028"/>
                <a:gd name="connsiteX33" fmla="*/ 483718 w 549979"/>
                <a:gd name="connsiteY33" fmla="*/ 10085 h 550028"/>
                <a:gd name="connsiteX34" fmla="*/ 483714 w 549979"/>
                <a:gd name="connsiteY34" fmla="*/ 22683 h 550028"/>
                <a:gd name="connsiteX35" fmla="*/ 423644 w 549979"/>
                <a:gd name="connsiteY35" fmla="*/ 82754 h 550028"/>
                <a:gd name="connsiteX36" fmla="*/ 467259 w 549979"/>
                <a:gd name="connsiteY36" fmla="*/ 126369 h 550028"/>
                <a:gd name="connsiteX37" fmla="*/ 527329 w 549979"/>
                <a:gd name="connsiteY37" fmla="*/ 66298 h 550028"/>
                <a:gd name="connsiteX38" fmla="*/ 530291 w 549979"/>
                <a:gd name="connsiteY38" fmla="*/ 64337 h 550028"/>
                <a:gd name="connsiteX39" fmla="*/ 541889 w 549979"/>
                <a:gd name="connsiteY39" fmla="*/ 69256 h 550028"/>
                <a:gd name="connsiteX40" fmla="*/ 541996 w 549979"/>
                <a:gd name="connsiteY40" fmla="*/ 152137 h 550028"/>
                <a:gd name="connsiteX41" fmla="*/ 397824 w 549979"/>
                <a:gd name="connsiteY41" fmla="*/ 213692 h 550028"/>
                <a:gd name="connsiteX42" fmla="*/ 392878 w 549979"/>
                <a:gd name="connsiteY42" fmla="*/ 202104 h 550028"/>
                <a:gd name="connsiteX43" fmla="*/ 404466 w 549979"/>
                <a:gd name="connsiteY43" fmla="*/ 197158 h 550028"/>
                <a:gd name="connsiteX44" fmla="*/ 460759 w 549979"/>
                <a:gd name="connsiteY44" fmla="*/ 201314 h 550028"/>
                <a:gd name="connsiteX45" fmla="*/ 529624 w 549979"/>
                <a:gd name="connsiteY45" fmla="*/ 89211 h 550028"/>
                <a:gd name="connsiteX46" fmla="*/ 473566 w 549979"/>
                <a:gd name="connsiteY46" fmla="*/ 145276 h 550028"/>
                <a:gd name="connsiteX47" fmla="*/ 460966 w 549979"/>
                <a:gd name="connsiteY47" fmla="*/ 145276 h 550028"/>
                <a:gd name="connsiteX48" fmla="*/ 404751 w 549979"/>
                <a:gd name="connsiteY48" fmla="*/ 89061 h 550028"/>
                <a:gd name="connsiteX49" fmla="*/ 404750 w 549979"/>
                <a:gd name="connsiteY49" fmla="*/ 89059 h 550028"/>
                <a:gd name="connsiteX50" fmla="*/ 404751 w 549979"/>
                <a:gd name="connsiteY50" fmla="*/ 76461 h 550028"/>
                <a:gd name="connsiteX51" fmla="*/ 460809 w 549979"/>
                <a:gd name="connsiteY51" fmla="*/ 20396 h 550028"/>
                <a:gd name="connsiteX52" fmla="*/ 404496 w 549979"/>
                <a:gd name="connsiteY52" fmla="*/ 24550 h 550028"/>
                <a:gd name="connsiteX53" fmla="*/ 352855 w 549979"/>
                <a:gd name="connsiteY53" fmla="*/ 145547 h 550028"/>
                <a:gd name="connsiteX54" fmla="*/ 350888 w 549979"/>
                <a:gd name="connsiteY54" fmla="*/ 155168 h 550028"/>
                <a:gd name="connsiteX55" fmla="*/ 162744 w 549979"/>
                <a:gd name="connsiteY55" fmla="*/ 343311 h 550028"/>
                <a:gd name="connsiteX56" fmla="*/ 150145 w 549979"/>
                <a:gd name="connsiteY56" fmla="*/ 343311 h 550028"/>
                <a:gd name="connsiteX57" fmla="*/ 150145 w 549979"/>
                <a:gd name="connsiteY57" fmla="*/ 330711 h 550028"/>
                <a:gd name="connsiteX58" fmla="*/ 334254 w 549979"/>
                <a:gd name="connsiteY58" fmla="*/ 146601 h 550028"/>
                <a:gd name="connsiteX59" fmla="*/ 336431 w 549979"/>
                <a:gd name="connsiteY59" fmla="*/ 69291 h 550028"/>
                <a:gd name="connsiteX60" fmla="*/ 437496 w 549979"/>
                <a:gd name="connsiteY60" fmla="*/ 14 h 550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49979" h="550028">
                  <a:moveTo>
                    <a:pt x="366776" y="227214"/>
                  </a:moveTo>
                  <a:cubicBezTo>
                    <a:pt x="370457" y="223950"/>
                    <a:pt x="376088" y="224288"/>
                    <a:pt x="379352" y="227969"/>
                  </a:cubicBezTo>
                  <a:cubicBezTo>
                    <a:pt x="382616" y="231650"/>
                    <a:pt x="382278" y="237280"/>
                    <a:pt x="378597" y="240545"/>
                  </a:cubicBezTo>
                  <a:lnTo>
                    <a:pt x="192242" y="426906"/>
                  </a:lnTo>
                  <a:cubicBezTo>
                    <a:pt x="197754" y="447450"/>
                    <a:pt x="196415" y="469231"/>
                    <a:pt x="188429" y="488945"/>
                  </a:cubicBezTo>
                  <a:cubicBezTo>
                    <a:pt x="168157" y="538988"/>
                    <a:pt x="111155" y="563122"/>
                    <a:pt x="61112" y="542850"/>
                  </a:cubicBezTo>
                  <a:cubicBezTo>
                    <a:pt x="60007" y="542403"/>
                    <a:pt x="59004" y="541738"/>
                    <a:pt x="58161" y="540896"/>
                  </a:cubicBezTo>
                  <a:cubicBezTo>
                    <a:pt x="54680" y="537418"/>
                    <a:pt x="54677" y="531778"/>
                    <a:pt x="58154" y="528297"/>
                  </a:cubicBezTo>
                  <a:lnTo>
                    <a:pt x="109758" y="476700"/>
                  </a:lnTo>
                  <a:lnTo>
                    <a:pt x="73313" y="440255"/>
                  </a:lnTo>
                  <a:lnTo>
                    <a:pt x="21716" y="491859"/>
                  </a:lnTo>
                  <a:cubicBezTo>
                    <a:pt x="20870" y="492705"/>
                    <a:pt x="19863" y="493372"/>
                    <a:pt x="18754" y="493820"/>
                  </a:cubicBezTo>
                  <a:cubicBezTo>
                    <a:pt x="14193" y="495665"/>
                    <a:pt x="9001" y="493462"/>
                    <a:pt x="7156" y="488901"/>
                  </a:cubicBezTo>
                  <a:cubicBezTo>
                    <a:pt x="-1563" y="467384"/>
                    <a:pt x="-2341" y="443467"/>
                    <a:pt x="4962" y="421429"/>
                  </a:cubicBezTo>
                  <a:cubicBezTo>
                    <a:pt x="21946" y="370172"/>
                    <a:pt x="77267" y="342390"/>
                    <a:pt x="128523" y="359374"/>
                  </a:cubicBezTo>
                  <a:cubicBezTo>
                    <a:pt x="133197" y="360911"/>
                    <a:pt x="135740" y="365946"/>
                    <a:pt x="134203" y="370620"/>
                  </a:cubicBezTo>
                  <a:cubicBezTo>
                    <a:pt x="132666" y="375294"/>
                    <a:pt x="127631" y="377837"/>
                    <a:pt x="122957" y="376300"/>
                  </a:cubicBezTo>
                  <a:cubicBezTo>
                    <a:pt x="109484" y="371839"/>
                    <a:pt x="95067" y="371044"/>
                    <a:pt x="81186" y="373998"/>
                  </a:cubicBezTo>
                  <a:cubicBezTo>
                    <a:pt x="37995" y="383187"/>
                    <a:pt x="10431" y="425649"/>
                    <a:pt x="19621" y="468840"/>
                  </a:cubicBezTo>
                  <a:lnTo>
                    <a:pt x="67070" y="421390"/>
                  </a:lnTo>
                  <a:cubicBezTo>
                    <a:pt x="67070" y="421390"/>
                    <a:pt x="67071" y="421389"/>
                    <a:pt x="67072" y="421389"/>
                  </a:cubicBezTo>
                  <a:cubicBezTo>
                    <a:pt x="70551" y="417910"/>
                    <a:pt x="76191" y="417911"/>
                    <a:pt x="79670" y="421390"/>
                  </a:cubicBezTo>
                  <a:lnTo>
                    <a:pt x="128715" y="470429"/>
                  </a:lnTo>
                  <a:cubicBezTo>
                    <a:pt x="128716" y="470430"/>
                    <a:pt x="128716" y="470430"/>
                    <a:pt x="128717" y="470431"/>
                  </a:cubicBezTo>
                  <a:cubicBezTo>
                    <a:pt x="132195" y="473910"/>
                    <a:pt x="132195" y="479550"/>
                    <a:pt x="128715" y="483029"/>
                  </a:cubicBezTo>
                  <a:lnTo>
                    <a:pt x="81259" y="530485"/>
                  </a:lnTo>
                  <a:cubicBezTo>
                    <a:pt x="95140" y="533439"/>
                    <a:pt x="109558" y="532644"/>
                    <a:pt x="123031" y="528183"/>
                  </a:cubicBezTo>
                  <a:cubicBezTo>
                    <a:pt x="164949" y="514302"/>
                    <a:pt x="187679" y="469068"/>
                    <a:pt x="173799" y="427149"/>
                  </a:cubicBezTo>
                  <a:cubicBezTo>
                    <a:pt x="172740" y="423961"/>
                    <a:pt x="173567" y="420449"/>
                    <a:pt x="175937" y="418069"/>
                  </a:cubicBezTo>
                  <a:lnTo>
                    <a:pt x="366011" y="227980"/>
                  </a:lnTo>
                  <a:cubicBezTo>
                    <a:pt x="366251" y="227710"/>
                    <a:pt x="366506" y="227454"/>
                    <a:pt x="366776" y="227214"/>
                  </a:cubicBezTo>
                  <a:close/>
                  <a:moveTo>
                    <a:pt x="437496" y="14"/>
                  </a:moveTo>
                  <a:cubicBezTo>
                    <a:pt x="451893" y="-211"/>
                    <a:pt x="466571" y="2383"/>
                    <a:pt x="480757" y="8124"/>
                  </a:cubicBezTo>
                  <a:cubicBezTo>
                    <a:pt x="481866" y="8572"/>
                    <a:pt x="482873" y="9239"/>
                    <a:pt x="483718" y="10085"/>
                  </a:cubicBezTo>
                  <a:cubicBezTo>
                    <a:pt x="487196" y="13565"/>
                    <a:pt x="487195" y="19205"/>
                    <a:pt x="483714" y="22683"/>
                  </a:cubicBezTo>
                  <a:lnTo>
                    <a:pt x="423644" y="82754"/>
                  </a:lnTo>
                  <a:lnTo>
                    <a:pt x="467259" y="126369"/>
                  </a:lnTo>
                  <a:lnTo>
                    <a:pt x="527329" y="66298"/>
                  </a:lnTo>
                  <a:cubicBezTo>
                    <a:pt x="528175" y="65452"/>
                    <a:pt x="529182" y="64785"/>
                    <a:pt x="530291" y="64337"/>
                  </a:cubicBezTo>
                  <a:cubicBezTo>
                    <a:pt x="534852" y="62492"/>
                    <a:pt x="540045" y="64695"/>
                    <a:pt x="541889" y="69256"/>
                  </a:cubicBezTo>
                  <a:cubicBezTo>
                    <a:pt x="552640" y="95830"/>
                    <a:pt x="552678" y="125535"/>
                    <a:pt x="541996" y="152137"/>
                  </a:cubicBezTo>
                  <a:cubicBezTo>
                    <a:pt x="519182" y="208946"/>
                    <a:pt x="454634" y="236506"/>
                    <a:pt x="397824" y="213692"/>
                  </a:cubicBezTo>
                  <a:cubicBezTo>
                    <a:pt x="393258" y="211858"/>
                    <a:pt x="391044" y="206669"/>
                    <a:pt x="392878" y="202104"/>
                  </a:cubicBezTo>
                  <a:cubicBezTo>
                    <a:pt x="394712" y="197538"/>
                    <a:pt x="399900" y="195324"/>
                    <a:pt x="404466" y="197158"/>
                  </a:cubicBezTo>
                  <a:cubicBezTo>
                    <a:pt x="422347" y="204340"/>
                    <a:pt x="442017" y="205792"/>
                    <a:pt x="460759" y="201314"/>
                  </a:cubicBezTo>
                  <a:cubicBezTo>
                    <a:pt x="510732" y="189374"/>
                    <a:pt x="541564" y="139184"/>
                    <a:pt x="529624" y="89211"/>
                  </a:cubicBezTo>
                  <a:lnTo>
                    <a:pt x="473566" y="145276"/>
                  </a:lnTo>
                  <a:cubicBezTo>
                    <a:pt x="470032" y="148621"/>
                    <a:pt x="464500" y="148621"/>
                    <a:pt x="460966" y="145276"/>
                  </a:cubicBezTo>
                  <a:lnTo>
                    <a:pt x="404751" y="89061"/>
                  </a:lnTo>
                  <a:cubicBezTo>
                    <a:pt x="404751" y="89060"/>
                    <a:pt x="404750" y="89060"/>
                    <a:pt x="404750" y="89059"/>
                  </a:cubicBezTo>
                  <a:cubicBezTo>
                    <a:pt x="401271" y="85580"/>
                    <a:pt x="401272" y="79939"/>
                    <a:pt x="404751" y="76461"/>
                  </a:cubicBezTo>
                  <a:lnTo>
                    <a:pt x="460809" y="20396"/>
                  </a:lnTo>
                  <a:cubicBezTo>
                    <a:pt x="442061" y="15912"/>
                    <a:pt x="422383" y="17364"/>
                    <a:pt x="404496" y="24550"/>
                  </a:cubicBezTo>
                  <a:cubicBezTo>
                    <a:pt x="356823" y="43702"/>
                    <a:pt x="333703" y="97874"/>
                    <a:pt x="352855" y="145547"/>
                  </a:cubicBezTo>
                  <a:cubicBezTo>
                    <a:pt x="354188" y="148858"/>
                    <a:pt x="353413" y="152645"/>
                    <a:pt x="350888" y="155168"/>
                  </a:cubicBezTo>
                  <a:lnTo>
                    <a:pt x="162744" y="343311"/>
                  </a:lnTo>
                  <a:cubicBezTo>
                    <a:pt x="159265" y="346791"/>
                    <a:pt x="153624" y="346791"/>
                    <a:pt x="150145" y="343311"/>
                  </a:cubicBezTo>
                  <a:cubicBezTo>
                    <a:pt x="146665" y="339832"/>
                    <a:pt x="146665" y="334191"/>
                    <a:pt x="150145" y="330711"/>
                  </a:cubicBezTo>
                  <a:lnTo>
                    <a:pt x="334254" y="146601"/>
                  </a:lnTo>
                  <a:cubicBezTo>
                    <a:pt x="325674" y="121406"/>
                    <a:pt x="326447" y="93964"/>
                    <a:pt x="336431" y="69291"/>
                  </a:cubicBezTo>
                  <a:cubicBezTo>
                    <a:pt x="353654" y="26733"/>
                    <a:pt x="394307" y="688"/>
                    <a:pt x="437496" y="14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224" name="Freeform: Shape 198">
            <a:extLst>
              <a:ext uri="{FF2B5EF4-FFF2-40B4-BE49-F238E27FC236}">
                <a16:creationId xmlns:a16="http://schemas.microsoft.com/office/drawing/2014/main" id="{D986B23B-1EA6-F39A-439D-44503F252C6B}"/>
              </a:ext>
            </a:extLst>
          </p:cNvPr>
          <p:cNvSpPr/>
          <p:nvPr/>
        </p:nvSpPr>
        <p:spPr>
          <a:xfrm>
            <a:off x="3816024" y="4980421"/>
            <a:ext cx="494115" cy="580811"/>
          </a:xfrm>
          <a:custGeom>
            <a:avLst/>
            <a:gdLst>
              <a:gd name="connsiteX0" fmla="*/ 243356 w 494115"/>
              <a:gd name="connsiteY0" fmla="*/ 267018 h 580811"/>
              <a:gd name="connsiteX1" fmla="*/ 217662 w 494115"/>
              <a:gd name="connsiteY1" fmla="*/ 305218 h 580811"/>
              <a:gd name="connsiteX2" fmla="*/ 242473 w 494115"/>
              <a:gd name="connsiteY2" fmla="*/ 305246 h 580811"/>
              <a:gd name="connsiteX3" fmla="*/ 243356 w 494115"/>
              <a:gd name="connsiteY3" fmla="*/ 305246 h 580811"/>
              <a:gd name="connsiteX4" fmla="*/ 293028 w 494115"/>
              <a:gd name="connsiteY4" fmla="*/ 234691 h 580811"/>
              <a:gd name="connsiteX5" fmla="*/ 315612 w 494115"/>
              <a:gd name="connsiteY5" fmla="*/ 234691 h 580811"/>
              <a:gd name="connsiteX6" fmla="*/ 315612 w 494115"/>
              <a:gd name="connsiteY6" fmla="*/ 234713 h 580811"/>
              <a:gd name="connsiteX7" fmla="*/ 315612 w 494115"/>
              <a:gd name="connsiteY7" fmla="*/ 278720 h 580811"/>
              <a:gd name="connsiteX8" fmla="*/ 359870 w 494115"/>
              <a:gd name="connsiteY8" fmla="*/ 278720 h 580811"/>
              <a:gd name="connsiteX9" fmla="*/ 359870 w 494115"/>
              <a:gd name="connsiteY9" fmla="*/ 234712 h 580811"/>
              <a:gd name="connsiteX10" fmla="*/ 382461 w 494115"/>
              <a:gd name="connsiteY10" fmla="*/ 234712 h 580811"/>
              <a:gd name="connsiteX11" fmla="*/ 382461 w 494115"/>
              <a:gd name="connsiteY11" fmla="*/ 234713 h 580811"/>
              <a:gd name="connsiteX12" fmla="*/ 382461 w 494115"/>
              <a:gd name="connsiteY12" fmla="*/ 346581 h 580811"/>
              <a:gd name="connsiteX13" fmla="*/ 382461 w 494115"/>
              <a:gd name="connsiteY13" fmla="*/ 346602 h 580811"/>
              <a:gd name="connsiteX14" fmla="*/ 359877 w 494115"/>
              <a:gd name="connsiteY14" fmla="*/ 346602 h 580811"/>
              <a:gd name="connsiteX15" fmla="*/ 359877 w 494115"/>
              <a:gd name="connsiteY15" fmla="*/ 346581 h 580811"/>
              <a:gd name="connsiteX16" fmla="*/ 359877 w 494115"/>
              <a:gd name="connsiteY16" fmla="*/ 297664 h 580811"/>
              <a:gd name="connsiteX17" fmla="*/ 315612 w 494115"/>
              <a:gd name="connsiteY17" fmla="*/ 297664 h 580811"/>
              <a:gd name="connsiteX18" fmla="*/ 315612 w 494115"/>
              <a:gd name="connsiteY18" fmla="*/ 346573 h 580811"/>
              <a:gd name="connsiteX19" fmla="*/ 315612 w 494115"/>
              <a:gd name="connsiteY19" fmla="*/ 346581 h 580811"/>
              <a:gd name="connsiteX20" fmla="*/ 293028 w 494115"/>
              <a:gd name="connsiteY20" fmla="*/ 346581 h 580811"/>
              <a:gd name="connsiteX21" fmla="*/ 293028 w 494115"/>
              <a:gd name="connsiteY21" fmla="*/ 346580 h 580811"/>
              <a:gd name="connsiteX22" fmla="*/ 293028 w 494115"/>
              <a:gd name="connsiteY22" fmla="*/ 234713 h 580811"/>
              <a:gd name="connsiteX23" fmla="*/ 246099 w 494115"/>
              <a:gd name="connsiteY23" fmla="*/ 234249 h 580811"/>
              <a:gd name="connsiteX24" fmla="*/ 264109 w 494115"/>
              <a:gd name="connsiteY24" fmla="*/ 234249 h 580811"/>
              <a:gd name="connsiteX25" fmla="*/ 264109 w 494115"/>
              <a:gd name="connsiteY25" fmla="*/ 234257 h 580811"/>
              <a:gd name="connsiteX26" fmla="*/ 264109 w 494115"/>
              <a:gd name="connsiteY26" fmla="*/ 305217 h 580811"/>
              <a:gd name="connsiteX27" fmla="*/ 277998 w 494115"/>
              <a:gd name="connsiteY27" fmla="*/ 305217 h 580811"/>
              <a:gd name="connsiteX28" fmla="*/ 277998 w 494115"/>
              <a:gd name="connsiteY28" fmla="*/ 305225 h 580811"/>
              <a:gd name="connsiteX29" fmla="*/ 277998 w 494115"/>
              <a:gd name="connsiteY29" fmla="*/ 324067 h 580811"/>
              <a:gd name="connsiteX30" fmla="*/ 277998 w 494115"/>
              <a:gd name="connsiteY30" fmla="*/ 324075 h 580811"/>
              <a:gd name="connsiteX31" fmla="*/ 264109 w 494115"/>
              <a:gd name="connsiteY31" fmla="*/ 324075 h 580811"/>
              <a:gd name="connsiteX32" fmla="*/ 264109 w 494115"/>
              <a:gd name="connsiteY32" fmla="*/ 346580 h 580811"/>
              <a:gd name="connsiteX33" fmla="*/ 264109 w 494115"/>
              <a:gd name="connsiteY33" fmla="*/ 346588 h 580811"/>
              <a:gd name="connsiteX34" fmla="*/ 243356 w 494115"/>
              <a:gd name="connsiteY34" fmla="*/ 346581 h 580811"/>
              <a:gd name="connsiteX35" fmla="*/ 243356 w 494115"/>
              <a:gd name="connsiteY35" fmla="*/ 346580 h 580811"/>
              <a:gd name="connsiteX36" fmla="*/ 243349 w 494115"/>
              <a:gd name="connsiteY36" fmla="*/ 324068 h 580811"/>
              <a:gd name="connsiteX37" fmla="*/ 197567 w 494115"/>
              <a:gd name="connsiteY37" fmla="*/ 324068 h 580811"/>
              <a:gd name="connsiteX38" fmla="*/ 197567 w 494115"/>
              <a:gd name="connsiteY38" fmla="*/ 324067 h 580811"/>
              <a:gd name="connsiteX39" fmla="*/ 197567 w 494115"/>
              <a:gd name="connsiteY39" fmla="*/ 305296 h 580811"/>
              <a:gd name="connsiteX40" fmla="*/ 151322 w 494115"/>
              <a:gd name="connsiteY40" fmla="*/ 234249 h 580811"/>
              <a:gd name="connsiteX41" fmla="*/ 177341 w 494115"/>
              <a:gd name="connsiteY41" fmla="*/ 243179 h 580811"/>
              <a:gd name="connsiteX42" fmla="*/ 186806 w 494115"/>
              <a:gd name="connsiteY42" fmla="*/ 265386 h 580811"/>
              <a:gd name="connsiteX43" fmla="*/ 184098 w 494115"/>
              <a:gd name="connsiteY43" fmla="*/ 279768 h 580811"/>
              <a:gd name="connsiteX44" fmla="*/ 175546 w 494115"/>
              <a:gd name="connsiteY44" fmla="*/ 294078 h 580811"/>
              <a:gd name="connsiteX45" fmla="*/ 161506 w 494115"/>
              <a:gd name="connsiteY45" fmla="*/ 308332 h 580811"/>
              <a:gd name="connsiteX46" fmla="*/ 148678 w 494115"/>
              <a:gd name="connsiteY46" fmla="*/ 320696 h 580811"/>
              <a:gd name="connsiteX47" fmla="*/ 144288 w 494115"/>
              <a:gd name="connsiteY47" fmla="*/ 326647 h 580811"/>
              <a:gd name="connsiteX48" fmla="*/ 186813 w 494115"/>
              <a:gd name="connsiteY48" fmla="*/ 326661 h 580811"/>
              <a:gd name="connsiteX49" fmla="*/ 186813 w 494115"/>
              <a:gd name="connsiteY49" fmla="*/ 346580 h 580811"/>
              <a:gd name="connsiteX50" fmla="*/ 111648 w 494115"/>
              <a:gd name="connsiteY50" fmla="*/ 346580 h 580811"/>
              <a:gd name="connsiteX51" fmla="*/ 118974 w 494115"/>
              <a:gd name="connsiteY51" fmla="*/ 325200 h 580811"/>
              <a:gd name="connsiteX52" fmla="*/ 118981 w 494115"/>
              <a:gd name="connsiteY52" fmla="*/ 325192 h 580811"/>
              <a:gd name="connsiteX53" fmla="*/ 118988 w 494115"/>
              <a:gd name="connsiteY53" fmla="*/ 325172 h 580811"/>
              <a:gd name="connsiteX54" fmla="*/ 143098 w 494115"/>
              <a:gd name="connsiteY54" fmla="*/ 298347 h 580811"/>
              <a:gd name="connsiteX55" fmla="*/ 160876 w 494115"/>
              <a:gd name="connsiteY55" fmla="*/ 280035 h 580811"/>
              <a:gd name="connsiteX56" fmla="*/ 165290 w 494115"/>
              <a:gd name="connsiteY56" fmla="*/ 266940 h 580811"/>
              <a:gd name="connsiteX57" fmla="*/ 161435 w 494115"/>
              <a:gd name="connsiteY57" fmla="*/ 255914 h 580811"/>
              <a:gd name="connsiteX58" fmla="*/ 140107 w 494115"/>
              <a:gd name="connsiteY58" fmla="*/ 256106 h 580811"/>
              <a:gd name="connsiteX59" fmla="*/ 135543 w 494115"/>
              <a:gd name="connsiteY59" fmla="*/ 269506 h 580811"/>
              <a:gd name="connsiteX60" fmla="*/ 135541 w 494115"/>
              <a:gd name="connsiteY60" fmla="*/ 269506 h 580811"/>
              <a:gd name="connsiteX61" fmla="*/ 135529 w 494115"/>
              <a:gd name="connsiteY61" fmla="*/ 269541 h 580811"/>
              <a:gd name="connsiteX62" fmla="*/ 114149 w 494115"/>
              <a:gd name="connsiteY62" fmla="*/ 267403 h 580811"/>
              <a:gd name="connsiteX63" fmla="*/ 114166 w 494115"/>
              <a:gd name="connsiteY63" fmla="*/ 267367 h 580811"/>
              <a:gd name="connsiteX64" fmla="*/ 114163 w 494115"/>
              <a:gd name="connsiteY64" fmla="*/ 267367 h 580811"/>
              <a:gd name="connsiteX65" fmla="*/ 126143 w 494115"/>
              <a:gd name="connsiteY65" fmla="*/ 241953 h 580811"/>
              <a:gd name="connsiteX66" fmla="*/ 127562 w 494115"/>
              <a:gd name="connsiteY66" fmla="*/ 241519 h 580811"/>
              <a:gd name="connsiteX67" fmla="*/ 313468 w 494115"/>
              <a:gd name="connsiteY67" fmla="*/ 52384 h 580811"/>
              <a:gd name="connsiteX68" fmla="*/ 494115 w 494115"/>
              <a:gd name="connsiteY68" fmla="*/ 290415 h 580811"/>
              <a:gd name="connsiteX69" fmla="*/ 271570 w 494115"/>
              <a:gd name="connsiteY69" fmla="*/ 536228 h 580811"/>
              <a:gd name="connsiteX70" fmla="*/ 308629 w 494115"/>
              <a:gd name="connsiteY70" fmla="*/ 564848 h 580811"/>
              <a:gd name="connsiteX71" fmla="*/ 310232 w 494115"/>
              <a:gd name="connsiteY71" fmla="*/ 577348 h 580811"/>
              <a:gd name="connsiteX72" fmla="*/ 297732 w 494115"/>
              <a:gd name="connsiteY72" fmla="*/ 578952 h 580811"/>
              <a:gd name="connsiteX73" fmla="*/ 241610 w 494115"/>
              <a:gd name="connsiteY73" fmla="*/ 535593 h 580811"/>
              <a:gd name="connsiteX74" fmla="*/ 241239 w 494115"/>
              <a:gd name="connsiteY74" fmla="*/ 535166 h 580811"/>
              <a:gd name="connsiteX75" fmla="*/ 238609 w 494115"/>
              <a:gd name="connsiteY75" fmla="*/ 530833 h 580811"/>
              <a:gd name="connsiteX76" fmla="*/ 238217 w 494115"/>
              <a:gd name="connsiteY76" fmla="*/ 529671 h 580811"/>
              <a:gd name="connsiteX77" fmla="*/ 238260 w 494115"/>
              <a:gd name="connsiteY77" fmla="*/ 529101 h 580811"/>
              <a:gd name="connsiteX78" fmla="*/ 238146 w 494115"/>
              <a:gd name="connsiteY78" fmla="*/ 528545 h 580811"/>
              <a:gd name="connsiteX79" fmla="*/ 238374 w 494115"/>
              <a:gd name="connsiteY79" fmla="*/ 527412 h 580811"/>
              <a:gd name="connsiteX80" fmla="*/ 238723 w 494115"/>
              <a:gd name="connsiteY80" fmla="*/ 525673 h 580811"/>
              <a:gd name="connsiteX81" fmla="*/ 240006 w 494115"/>
              <a:gd name="connsiteY81" fmla="*/ 523100 h 580811"/>
              <a:gd name="connsiteX82" fmla="*/ 283657 w 494115"/>
              <a:gd name="connsiteY82" fmla="*/ 466686 h 580811"/>
              <a:gd name="connsiteX83" fmla="*/ 283761 w 494115"/>
              <a:gd name="connsiteY83" fmla="*/ 466551 h 580811"/>
              <a:gd name="connsiteX84" fmla="*/ 296273 w 494115"/>
              <a:gd name="connsiteY84" fmla="*/ 465078 h 580811"/>
              <a:gd name="connsiteX85" fmla="*/ 297746 w 494115"/>
              <a:gd name="connsiteY85" fmla="*/ 477590 h 580811"/>
              <a:gd name="connsiteX86" fmla="*/ 265854 w 494115"/>
              <a:gd name="connsiteY86" fmla="*/ 518810 h 580811"/>
              <a:gd name="connsiteX87" fmla="*/ 467873 w 494115"/>
              <a:gd name="connsiteY87" fmla="*/ 351964 h 580811"/>
              <a:gd name="connsiteX88" fmla="*/ 308693 w 494115"/>
              <a:gd name="connsiteY88" fmla="*/ 69545 h 580811"/>
              <a:gd name="connsiteX89" fmla="*/ 308340 w 494115"/>
              <a:gd name="connsiteY89" fmla="*/ 69447 h 580811"/>
              <a:gd name="connsiteX90" fmla="*/ 302372 w 494115"/>
              <a:gd name="connsiteY90" fmla="*/ 58352 h 580811"/>
              <a:gd name="connsiteX91" fmla="*/ 313468 w 494115"/>
              <a:gd name="connsiteY91" fmla="*/ 52384 h 580811"/>
              <a:gd name="connsiteX92" fmla="*/ 196378 w 494115"/>
              <a:gd name="connsiteY92" fmla="*/ 1857 h 580811"/>
              <a:gd name="connsiteX93" fmla="*/ 252500 w 494115"/>
              <a:gd name="connsiteY93" fmla="*/ 45215 h 580811"/>
              <a:gd name="connsiteX94" fmla="*/ 252871 w 494115"/>
              <a:gd name="connsiteY94" fmla="*/ 45643 h 580811"/>
              <a:gd name="connsiteX95" fmla="*/ 254952 w 494115"/>
              <a:gd name="connsiteY95" fmla="*/ 48344 h 580811"/>
              <a:gd name="connsiteX96" fmla="*/ 255893 w 494115"/>
              <a:gd name="connsiteY96" fmla="*/ 51138 h 580811"/>
              <a:gd name="connsiteX97" fmla="*/ 255850 w 494115"/>
              <a:gd name="connsiteY97" fmla="*/ 51722 h 580811"/>
              <a:gd name="connsiteX98" fmla="*/ 255964 w 494115"/>
              <a:gd name="connsiteY98" fmla="*/ 52271 h 580811"/>
              <a:gd name="connsiteX99" fmla="*/ 255736 w 494115"/>
              <a:gd name="connsiteY99" fmla="*/ 53397 h 580811"/>
              <a:gd name="connsiteX100" fmla="*/ 254603 w 494115"/>
              <a:gd name="connsiteY100" fmla="*/ 56725 h 580811"/>
              <a:gd name="connsiteX101" fmla="*/ 254104 w 494115"/>
              <a:gd name="connsiteY101" fmla="*/ 57723 h 580811"/>
              <a:gd name="connsiteX102" fmla="*/ 210453 w 494115"/>
              <a:gd name="connsiteY102" fmla="*/ 114137 h 580811"/>
              <a:gd name="connsiteX103" fmla="*/ 197953 w 494115"/>
              <a:gd name="connsiteY103" fmla="*/ 115734 h 580811"/>
              <a:gd name="connsiteX104" fmla="*/ 196371 w 494115"/>
              <a:gd name="connsiteY104" fmla="*/ 103233 h 580811"/>
              <a:gd name="connsiteX105" fmla="*/ 228270 w 494115"/>
              <a:gd name="connsiteY105" fmla="*/ 62013 h 580811"/>
              <a:gd name="connsiteX106" fmla="*/ 26575 w 494115"/>
              <a:gd name="connsiteY106" fmla="*/ 227809 h 580811"/>
              <a:gd name="connsiteX107" fmla="*/ 184412 w 494115"/>
              <a:gd name="connsiteY107" fmla="*/ 510993 h 580811"/>
              <a:gd name="connsiteX108" fmla="*/ 190480 w 494115"/>
              <a:gd name="connsiteY108" fmla="*/ 521864 h 580811"/>
              <a:gd name="connsiteX109" fmla="*/ 179552 w 494115"/>
              <a:gd name="connsiteY109" fmla="*/ 528132 h 580811"/>
              <a:gd name="connsiteX110" fmla="*/ 1242 w 494115"/>
              <a:gd name="connsiteY110" fmla="*/ 315019 h 580811"/>
              <a:gd name="connsiteX111" fmla="*/ 222547 w 494115"/>
              <a:gd name="connsiteY111" fmla="*/ 44581 h 580811"/>
              <a:gd name="connsiteX112" fmla="*/ 185489 w 494115"/>
              <a:gd name="connsiteY112" fmla="*/ 15960 h 580811"/>
              <a:gd name="connsiteX113" fmla="*/ 183882 w 494115"/>
              <a:gd name="connsiteY113" fmla="*/ 3464 h 580811"/>
              <a:gd name="connsiteX114" fmla="*/ 196378 w 494115"/>
              <a:gd name="connsiteY114" fmla="*/ 1857 h 580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494115" h="580811">
                <a:moveTo>
                  <a:pt x="243356" y="267018"/>
                </a:moveTo>
                <a:lnTo>
                  <a:pt x="217662" y="305218"/>
                </a:lnTo>
                <a:lnTo>
                  <a:pt x="242473" y="305246"/>
                </a:lnTo>
                <a:lnTo>
                  <a:pt x="243356" y="305246"/>
                </a:lnTo>
                <a:close/>
                <a:moveTo>
                  <a:pt x="293028" y="234691"/>
                </a:moveTo>
                <a:lnTo>
                  <a:pt x="315612" y="234691"/>
                </a:lnTo>
                <a:lnTo>
                  <a:pt x="315612" y="234713"/>
                </a:lnTo>
                <a:lnTo>
                  <a:pt x="315612" y="278720"/>
                </a:lnTo>
                <a:lnTo>
                  <a:pt x="359870" y="278720"/>
                </a:lnTo>
                <a:lnTo>
                  <a:pt x="359870" y="234712"/>
                </a:lnTo>
                <a:lnTo>
                  <a:pt x="382461" y="234712"/>
                </a:lnTo>
                <a:lnTo>
                  <a:pt x="382461" y="234713"/>
                </a:lnTo>
                <a:lnTo>
                  <a:pt x="382461" y="346581"/>
                </a:lnTo>
                <a:lnTo>
                  <a:pt x="382461" y="346602"/>
                </a:lnTo>
                <a:lnTo>
                  <a:pt x="359877" y="346602"/>
                </a:lnTo>
                <a:lnTo>
                  <a:pt x="359877" y="346581"/>
                </a:lnTo>
                <a:lnTo>
                  <a:pt x="359877" y="297664"/>
                </a:lnTo>
                <a:lnTo>
                  <a:pt x="315612" y="297664"/>
                </a:lnTo>
                <a:lnTo>
                  <a:pt x="315612" y="346573"/>
                </a:lnTo>
                <a:lnTo>
                  <a:pt x="315612" y="346581"/>
                </a:lnTo>
                <a:lnTo>
                  <a:pt x="293028" y="346581"/>
                </a:lnTo>
                <a:lnTo>
                  <a:pt x="293028" y="346580"/>
                </a:lnTo>
                <a:lnTo>
                  <a:pt x="293028" y="234713"/>
                </a:lnTo>
                <a:close/>
                <a:moveTo>
                  <a:pt x="246099" y="234249"/>
                </a:moveTo>
                <a:lnTo>
                  <a:pt x="264109" y="234249"/>
                </a:lnTo>
                <a:lnTo>
                  <a:pt x="264109" y="234257"/>
                </a:lnTo>
                <a:lnTo>
                  <a:pt x="264109" y="305217"/>
                </a:lnTo>
                <a:lnTo>
                  <a:pt x="277998" y="305217"/>
                </a:lnTo>
                <a:lnTo>
                  <a:pt x="277998" y="305225"/>
                </a:lnTo>
                <a:lnTo>
                  <a:pt x="277998" y="324067"/>
                </a:lnTo>
                <a:lnTo>
                  <a:pt x="277998" y="324075"/>
                </a:lnTo>
                <a:lnTo>
                  <a:pt x="264109" y="324075"/>
                </a:lnTo>
                <a:lnTo>
                  <a:pt x="264109" y="346580"/>
                </a:lnTo>
                <a:lnTo>
                  <a:pt x="264109" y="346588"/>
                </a:lnTo>
                <a:lnTo>
                  <a:pt x="243356" y="346581"/>
                </a:lnTo>
                <a:lnTo>
                  <a:pt x="243356" y="346580"/>
                </a:lnTo>
                <a:lnTo>
                  <a:pt x="243349" y="324068"/>
                </a:lnTo>
                <a:lnTo>
                  <a:pt x="197567" y="324068"/>
                </a:lnTo>
                <a:lnTo>
                  <a:pt x="197567" y="324067"/>
                </a:lnTo>
                <a:lnTo>
                  <a:pt x="197567" y="305296"/>
                </a:lnTo>
                <a:close/>
                <a:moveTo>
                  <a:pt x="151322" y="234249"/>
                </a:moveTo>
                <a:cubicBezTo>
                  <a:pt x="160829" y="233707"/>
                  <a:pt x="170171" y="236913"/>
                  <a:pt x="177341" y="243179"/>
                </a:cubicBezTo>
                <a:cubicBezTo>
                  <a:pt x="183542" y="248876"/>
                  <a:pt x="186991" y="256967"/>
                  <a:pt x="186806" y="265386"/>
                </a:cubicBezTo>
                <a:cubicBezTo>
                  <a:pt x="186827" y="270309"/>
                  <a:pt x="185908" y="275190"/>
                  <a:pt x="184098" y="279768"/>
                </a:cubicBezTo>
                <a:cubicBezTo>
                  <a:pt x="181945" y="284922"/>
                  <a:pt x="179065" y="289741"/>
                  <a:pt x="175546" y="294078"/>
                </a:cubicBezTo>
                <a:cubicBezTo>
                  <a:pt x="171218" y="299164"/>
                  <a:pt x="166526" y="303928"/>
                  <a:pt x="161506" y="308332"/>
                </a:cubicBezTo>
                <a:cubicBezTo>
                  <a:pt x="154740" y="314536"/>
                  <a:pt x="150464" y="318658"/>
                  <a:pt x="148678" y="320696"/>
                </a:cubicBezTo>
                <a:cubicBezTo>
                  <a:pt x="147020" y="322528"/>
                  <a:pt x="145549" y="324522"/>
                  <a:pt x="144288" y="326647"/>
                </a:cubicBezTo>
                <a:lnTo>
                  <a:pt x="186813" y="326661"/>
                </a:lnTo>
                <a:lnTo>
                  <a:pt x="186813" y="346580"/>
                </a:lnTo>
                <a:lnTo>
                  <a:pt x="111648" y="346580"/>
                </a:lnTo>
                <a:cubicBezTo>
                  <a:pt x="112485" y="339001"/>
                  <a:pt x="114987" y="331700"/>
                  <a:pt x="118974" y="325200"/>
                </a:cubicBezTo>
                <a:lnTo>
                  <a:pt x="118981" y="325192"/>
                </a:lnTo>
                <a:lnTo>
                  <a:pt x="118988" y="325172"/>
                </a:lnTo>
                <a:cubicBezTo>
                  <a:pt x="125856" y="315245"/>
                  <a:pt x="133957" y="306231"/>
                  <a:pt x="143098" y="298347"/>
                </a:cubicBezTo>
                <a:lnTo>
                  <a:pt x="160876" y="280035"/>
                </a:lnTo>
                <a:lnTo>
                  <a:pt x="165290" y="266940"/>
                </a:lnTo>
                <a:cubicBezTo>
                  <a:pt x="165557" y="262894"/>
                  <a:pt x="164165" y="258912"/>
                  <a:pt x="161435" y="255914"/>
                </a:cubicBezTo>
                <a:lnTo>
                  <a:pt x="140107" y="256106"/>
                </a:lnTo>
                <a:lnTo>
                  <a:pt x="135543" y="269506"/>
                </a:lnTo>
                <a:lnTo>
                  <a:pt x="135541" y="269506"/>
                </a:lnTo>
                <a:lnTo>
                  <a:pt x="135529" y="269541"/>
                </a:lnTo>
                <a:lnTo>
                  <a:pt x="114149" y="267403"/>
                </a:lnTo>
                <a:lnTo>
                  <a:pt x="114166" y="267367"/>
                </a:lnTo>
                <a:lnTo>
                  <a:pt x="114163" y="267367"/>
                </a:lnTo>
                <a:cubicBezTo>
                  <a:pt x="114436" y="257595"/>
                  <a:pt x="118779" y="248381"/>
                  <a:pt x="126143" y="241953"/>
                </a:cubicBezTo>
                <a:lnTo>
                  <a:pt x="127562" y="241519"/>
                </a:lnTo>
                <a:close/>
                <a:moveTo>
                  <a:pt x="313468" y="52384"/>
                </a:moveTo>
                <a:cubicBezTo>
                  <a:pt x="420140" y="82401"/>
                  <a:pt x="493907" y="179601"/>
                  <a:pt x="494115" y="290415"/>
                </a:cubicBezTo>
                <a:cubicBezTo>
                  <a:pt x="493945" y="417298"/>
                  <a:pt x="397812" y="523482"/>
                  <a:pt x="271570" y="536228"/>
                </a:cubicBezTo>
                <a:lnTo>
                  <a:pt x="308629" y="564848"/>
                </a:lnTo>
                <a:cubicBezTo>
                  <a:pt x="312523" y="567857"/>
                  <a:pt x="313241" y="573454"/>
                  <a:pt x="310232" y="577348"/>
                </a:cubicBezTo>
                <a:cubicBezTo>
                  <a:pt x="307223" y="581243"/>
                  <a:pt x="301627" y="581961"/>
                  <a:pt x="297732" y="578952"/>
                </a:cubicBezTo>
                <a:lnTo>
                  <a:pt x="241610" y="535593"/>
                </a:lnTo>
                <a:cubicBezTo>
                  <a:pt x="241460" y="535472"/>
                  <a:pt x="241381" y="535294"/>
                  <a:pt x="241239" y="535166"/>
                </a:cubicBezTo>
                <a:cubicBezTo>
                  <a:pt x="239998" y="533977"/>
                  <a:pt x="239091" y="532483"/>
                  <a:pt x="238609" y="530833"/>
                </a:cubicBezTo>
                <a:cubicBezTo>
                  <a:pt x="238451" y="530455"/>
                  <a:pt x="238320" y="530067"/>
                  <a:pt x="238217" y="529671"/>
                </a:cubicBezTo>
                <a:cubicBezTo>
                  <a:pt x="238196" y="529479"/>
                  <a:pt x="238274" y="529293"/>
                  <a:pt x="238260" y="529101"/>
                </a:cubicBezTo>
                <a:cubicBezTo>
                  <a:pt x="238246" y="528909"/>
                  <a:pt x="238146" y="528745"/>
                  <a:pt x="238146" y="528545"/>
                </a:cubicBezTo>
                <a:cubicBezTo>
                  <a:pt x="238196" y="528163"/>
                  <a:pt x="238272" y="527784"/>
                  <a:pt x="238374" y="527412"/>
                </a:cubicBezTo>
                <a:cubicBezTo>
                  <a:pt x="238431" y="526822"/>
                  <a:pt x="238548" y="526239"/>
                  <a:pt x="238723" y="525673"/>
                </a:cubicBezTo>
                <a:cubicBezTo>
                  <a:pt x="239151" y="524816"/>
                  <a:pt x="239579" y="523958"/>
                  <a:pt x="240006" y="523100"/>
                </a:cubicBezTo>
                <a:lnTo>
                  <a:pt x="283657" y="466686"/>
                </a:lnTo>
                <a:cubicBezTo>
                  <a:pt x="283691" y="466641"/>
                  <a:pt x="283726" y="466596"/>
                  <a:pt x="283761" y="466551"/>
                </a:cubicBezTo>
                <a:cubicBezTo>
                  <a:pt x="286809" y="462689"/>
                  <a:pt x="292411" y="462030"/>
                  <a:pt x="296273" y="465078"/>
                </a:cubicBezTo>
                <a:cubicBezTo>
                  <a:pt x="300135" y="468126"/>
                  <a:pt x="300794" y="473728"/>
                  <a:pt x="297746" y="477590"/>
                </a:cubicBezTo>
                <a:lnTo>
                  <a:pt x="265854" y="518810"/>
                </a:lnTo>
                <a:cubicBezTo>
                  <a:pt x="361475" y="510950"/>
                  <a:pt x="442084" y="444375"/>
                  <a:pt x="467873" y="351964"/>
                </a:cubicBezTo>
                <a:cubicBezTo>
                  <a:pt x="501905" y="230019"/>
                  <a:pt x="430638" y="103577"/>
                  <a:pt x="308693" y="69545"/>
                </a:cubicBezTo>
                <a:cubicBezTo>
                  <a:pt x="308575" y="69515"/>
                  <a:pt x="308457" y="69482"/>
                  <a:pt x="308340" y="69447"/>
                </a:cubicBezTo>
                <a:cubicBezTo>
                  <a:pt x="303628" y="68031"/>
                  <a:pt x="300957" y="63064"/>
                  <a:pt x="302372" y="58352"/>
                </a:cubicBezTo>
                <a:cubicBezTo>
                  <a:pt x="303788" y="53640"/>
                  <a:pt x="308756" y="50968"/>
                  <a:pt x="313468" y="52384"/>
                </a:cubicBezTo>
                <a:close/>
                <a:moveTo>
                  <a:pt x="196378" y="1857"/>
                </a:moveTo>
                <a:lnTo>
                  <a:pt x="252500" y="45215"/>
                </a:lnTo>
                <a:cubicBezTo>
                  <a:pt x="252650" y="45336"/>
                  <a:pt x="252728" y="45515"/>
                  <a:pt x="252871" y="45643"/>
                </a:cubicBezTo>
                <a:cubicBezTo>
                  <a:pt x="253673" y="46454"/>
                  <a:pt x="254372" y="47361"/>
                  <a:pt x="254952" y="48344"/>
                </a:cubicBezTo>
                <a:cubicBezTo>
                  <a:pt x="255265" y="49275"/>
                  <a:pt x="255578" y="50207"/>
                  <a:pt x="255893" y="51138"/>
                </a:cubicBezTo>
                <a:cubicBezTo>
                  <a:pt x="255914" y="51337"/>
                  <a:pt x="255836" y="51530"/>
                  <a:pt x="255850" y="51722"/>
                </a:cubicBezTo>
                <a:cubicBezTo>
                  <a:pt x="255864" y="51914"/>
                  <a:pt x="255964" y="52078"/>
                  <a:pt x="255964" y="52271"/>
                </a:cubicBezTo>
                <a:cubicBezTo>
                  <a:pt x="255914" y="52651"/>
                  <a:pt x="255838" y="53027"/>
                  <a:pt x="255736" y="53397"/>
                </a:cubicBezTo>
                <a:cubicBezTo>
                  <a:pt x="255658" y="54587"/>
                  <a:pt x="255267" y="55735"/>
                  <a:pt x="254603" y="56725"/>
                </a:cubicBezTo>
                <a:cubicBezTo>
                  <a:pt x="254458" y="57068"/>
                  <a:pt x="254291" y="57401"/>
                  <a:pt x="254104" y="57723"/>
                </a:cubicBezTo>
                <a:lnTo>
                  <a:pt x="210453" y="114137"/>
                </a:lnTo>
                <a:cubicBezTo>
                  <a:pt x="207441" y="118027"/>
                  <a:pt x="201846" y="118742"/>
                  <a:pt x="197953" y="115734"/>
                </a:cubicBezTo>
                <a:cubicBezTo>
                  <a:pt x="194067" y="112717"/>
                  <a:pt x="193359" y="107123"/>
                  <a:pt x="196371" y="103233"/>
                </a:cubicBezTo>
                <a:lnTo>
                  <a:pt x="228270" y="62013"/>
                </a:lnTo>
                <a:cubicBezTo>
                  <a:pt x="133059" y="69854"/>
                  <a:pt x="52693" y="135917"/>
                  <a:pt x="26575" y="227809"/>
                </a:cubicBezTo>
                <a:cubicBezTo>
                  <a:pt x="-8038" y="349594"/>
                  <a:pt x="62627" y="476379"/>
                  <a:pt x="184412" y="510993"/>
                </a:cubicBezTo>
                <a:cubicBezTo>
                  <a:pt x="189052" y="512367"/>
                  <a:pt x="191746" y="517194"/>
                  <a:pt x="190480" y="521864"/>
                </a:cubicBezTo>
                <a:cubicBezTo>
                  <a:pt x="189193" y="526613"/>
                  <a:pt x="184301" y="529419"/>
                  <a:pt x="179552" y="528132"/>
                </a:cubicBezTo>
                <a:cubicBezTo>
                  <a:pt x="82019" y="500408"/>
                  <a:pt x="11323" y="415913"/>
                  <a:pt x="1242" y="315019"/>
                </a:cubicBezTo>
                <a:cubicBezTo>
                  <a:pt x="-12326" y="179228"/>
                  <a:pt x="86755" y="58149"/>
                  <a:pt x="222547" y="44581"/>
                </a:cubicBezTo>
                <a:lnTo>
                  <a:pt x="185489" y="15960"/>
                </a:lnTo>
                <a:cubicBezTo>
                  <a:pt x="181594" y="12953"/>
                  <a:pt x="180874" y="7358"/>
                  <a:pt x="183882" y="3464"/>
                </a:cubicBezTo>
                <a:cubicBezTo>
                  <a:pt x="186889" y="-431"/>
                  <a:pt x="192483" y="-1150"/>
                  <a:pt x="196378" y="1857"/>
                </a:cubicBezTo>
                <a:close/>
              </a:path>
            </a:pathLst>
          </a:custGeom>
          <a:solidFill>
            <a:schemeClr val="accent1"/>
          </a:solidFill>
          <a:ln w="706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225" name="Group 235">
            <a:extLst>
              <a:ext uri="{FF2B5EF4-FFF2-40B4-BE49-F238E27FC236}">
                <a16:creationId xmlns:a16="http://schemas.microsoft.com/office/drawing/2014/main" id="{731D64FD-84AA-B475-92F8-30333F55CA75}"/>
              </a:ext>
            </a:extLst>
          </p:cNvPr>
          <p:cNvGrpSpPr/>
          <p:nvPr/>
        </p:nvGrpSpPr>
        <p:grpSpPr>
          <a:xfrm>
            <a:off x="2753839" y="5002354"/>
            <a:ext cx="568507" cy="537519"/>
            <a:chOff x="2753839" y="5002354"/>
            <a:chExt cx="568507" cy="537519"/>
          </a:xfrm>
        </p:grpSpPr>
        <p:sp>
          <p:nvSpPr>
            <p:cNvPr id="226" name="Freeform: Shape 200">
              <a:extLst>
                <a:ext uri="{FF2B5EF4-FFF2-40B4-BE49-F238E27FC236}">
                  <a16:creationId xmlns:a16="http://schemas.microsoft.com/office/drawing/2014/main" id="{CC8C3575-CB2F-666D-713E-78728DB06B95}"/>
                </a:ext>
              </a:extLst>
            </p:cNvPr>
            <p:cNvSpPr/>
            <p:nvPr/>
          </p:nvSpPr>
          <p:spPr>
            <a:xfrm>
              <a:off x="2762234" y="5010715"/>
              <a:ext cx="520245" cy="520245"/>
            </a:xfrm>
            <a:custGeom>
              <a:avLst/>
              <a:gdLst>
                <a:gd name="connsiteX0" fmla="*/ 260124 w 520245"/>
                <a:gd name="connsiteY0" fmla="*/ 55431 h 520245"/>
                <a:gd name="connsiteX1" fmla="*/ 55431 w 520245"/>
                <a:gd name="connsiteY1" fmla="*/ 260124 h 520245"/>
                <a:gd name="connsiteX2" fmla="*/ 260124 w 520245"/>
                <a:gd name="connsiteY2" fmla="*/ 464815 h 520245"/>
                <a:gd name="connsiteX3" fmla="*/ 464815 w 520245"/>
                <a:gd name="connsiteY3" fmla="*/ 260124 h 520245"/>
                <a:gd name="connsiteX4" fmla="*/ 260124 w 520245"/>
                <a:gd name="connsiteY4" fmla="*/ 55431 h 520245"/>
                <a:gd name="connsiteX5" fmla="*/ 260123 w 520245"/>
                <a:gd name="connsiteY5" fmla="*/ 0 h 520245"/>
                <a:gd name="connsiteX6" fmla="*/ 520245 w 520245"/>
                <a:gd name="connsiteY6" fmla="*/ 260123 h 520245"/>
                <a:gd name="connsiteX7" fmla="*/ 260123 w 520245"/>
                <a:gd name="connsiteY7" fmla="*/ 520245 h 520245"/>
                <a:gd name="connsiteX8" fmla="*/ 0 w 520245"/>
                <a:gd name="connsiteY8" fmla="*/ 260123 h 520245"/>
                <a:gd name="connsiteX9" fmla="*/ 260123 w 520245"/>
                <a:gd name="connsiteY9" fmla="*/ 0 h 52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20245" h="520245">
                  <a:moveTo>
                    <a:pt x="260124" y="55431"/>
                  </a:moveTo>
                  <a:cubicBezTo>
                    <a:pt x="147075" y="55431"/>
                    <a:pt x="55431" y="147075"/>
                    <a:pt x="55431" y="260124"/>
                  </a:cubicBezTo>
                  <a:cubicBezTo>
                    <a:pt x="55431" y="373172"/>
                    <a:pt x="147075" y="464815"/>
                    <a:pt x="260124" y="464815"/>
                  </a:cubicBezTo>
                  <a:cubicBezTo>
                    <a:pt x="373172" y="464815"/>
                    <a:pt x="464815" y="373172"/>
                    <a:pt x="464815" y="260124"/>
                  </a:cubicBezTo>
                  <a:cubicBezTo>
                    <a:pt x="464815" y="147075"/>
                    <a:pt x="373172" y="55431"/>
                    <a:pt x="260124" y="55431"/>
                  </a:cubicBezTo>
                  <a:close/>
                  <a:moveTo>
                    <a:pt x="260123" y="0"/>
                  </a:moveTo>
                  <a:cubicBezTo>
                    <a:pt x="403784" y="0"/>
                    <a:pt x="520245" y="116461"/>
                    <a:pt x="520245" y="260123"/>
                  </a:cubicBezTo>
                  <a:cubicBezTo>
                    <a:pt x="520245" y="403784"/>
                    <a:pt x="403784" y="520245"/>
                    <a:pt x="260123" y="520245"/>
                  </a:cubicBezTo>
                  <a:cubicBezTo>
                    <a:pt x="116461" y="520245"/>
                    <a:pt x="0" y="403784"/>
                    <a:pt x="0" y="260123"/>
                  </a:cubicBezTo>
                  <a:cubicBezTo>
                    <a:pt x="0" y="116461"/>
                    <a:pt x="116461" y="0"/>
                    <a:pt x="260123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" name="Freeform: Shape 201">
              <a:extLst>
                <a:ext uri="{FF2B5EF4-FFF2-40B4-BE49-F238E27FC236}">
                  <a16:creationId xmlns:a16="http://schemas.microsoft.com/office/drawing/2014/main" id="{B11E6310-A194-8EF9-3B81-CB35503E6018}"/>
                </a:ext>
              </a:extLst>
            </p:cNvPr>
            <p:cNvSpPr/>
            <p:nvPr/>
          </p:nvSpPr>
          <p:spPr>
            <a:xfrm>
              <a:off x="2753839" y="5002354"/>
              <a:ext cx="568507" cy="537519"/>
            </a:xfrm>
            <a:custGeom>
              <a:avLst/>
              <a:gdLst>
                <a:gd name="connsiteX0" fmla="*/ 329779 w 568507"/>
                <a:gd name="connsiteY0" fmla="*/ 512173 h 537519"/>
                <a:gd name="connsiteX1" fmla="*/ 329787 w 568507"/>
                <a:gd name="connsiteY1" fmla="*/ 512173 h 537519"/>
                <a:gd name="connsiteX2" fmla="*/ 329780 w 568507"/>
                <a:gd name="connsiteY2" fmla="*/ 512174 h 537519"/>
                <a:gd name="connsiteX3" fmla="*/ 420295 w 568507"/>
                <a:gd name="connsiteY3" fmla="*/ 407781 h 537519"/>
                <a:gd name="connsiteX4" fmla="*/ 392856 w 568507"/>
                <a:gd name="connsiteY4" fmla="*/ 448517 h 537519"/>
                <a:gd name="connsiteX5" fmla="*/ 420295 w 568507"/>
                <a:gd name="connsiteY5" fmla="*/ 448517 h 537519"/>
                <a:gd name="connsiteX6" fmla="*/ 473202 w 568507"/>
                <a:gd name="connsiteY6" fmla="*/ 373381 h 537519"/>
                <a:gd name="connsiteX7" fmla="*/ 497276 w 568507"/>
                <a:gd name="connsiteY7" fmla="*/ 373381 h 537519"/>
                <a:gd name="connsiteX8" fmla="*/ 497276 w 568507"/>
                <a:gd name="connsiteY8" fmla="*/ 420303 h 537519"/>
                <a:gd name="connsiteX9" fmla="*/ 544440 w 568507"/>
                <a:gd name="connsiteY9" fmla="*/ 420303 h 537519"/>
                <a:gd name="connsiteX10" fmla="*/ 544440 w 568507"/>
                <a:gd name="connsiteY10" fmla="*/ 373381 h 537519"/>
                <a:gd name="connsiteX11" fmla="*/ 568507 w 568507"/>
                <a:gd name="connsiteY11" fmla="*/ 373381 h 537519"/>
                <a:gd name="connsiteX12" fmla="*/ 568507 w 568507"/>
                <a:gd name="connsiteY12" fmla="*/ 492596 h 537519"/>
                <a:gd name="connsiteX13" fmla="*/ 544440 w 568507"/>
                <a:gd name="connsiteY13" fmla="*/ 492596 h 537519"/>
                <a:gd name="connsiteX14" fmla="*/ 544440 w 568507"/>
                <a:gd name="connsiteY14" fmla="*/ 440471 h 537519"/>
                <a:gd name="connsiteX15" fmla="*/ 497276 w 568507"/>
                <a:gd name="connsiteY15" fmla="*/ 440471 h 537519"/>
                <a:gd name="connsiteX16" fmla="*/ 497276 w 568507"/>
                <a:gd name="connsiteY16" fmla="*/ 492596 h 537519"/>
                <a:gd name="connsiteX17" fmla="*/ 473202 w 568507"/>
                <a:gd name="connsiteY17" fmla="*/ 492596 h 537519"/>
                <a:gd name="connsiteX18" fmla="*/ 322195 w 568507"/>
                <a:gd name="connsiteY18" fmla="*/ 372896 h 537519"/>
                <a:gd name="connsiteX19" fmla="*/ 349924 w 568507"/>
                <a:gd name="connsiteY19" fmla="*/ 382410 h 537519"/>
                <a:gd name="connsiteX20" fmla="*/ 360009 w 568507"/>
                <a:gd name="connsiteY20" fmla="*/ 406071 h 537519"/>
                <a:gd name="connsiteX21" fmla="*/ 357122 w 568507"/>
                <a:gd name="connsiteY21" fmla="*/ 421400 h 537519"/>
                <a:gd name="connsiteX22" fmla="*/ 347972 w 568507"/>
                <a:gd name="connsiteY22" fmla="*/ 436644 h 537519"/>
                <a:gd name="connsiteX23" fmla="*/ 333006 w 568507"/>
                <a:gd name="connsiteY23" fmla="*/ 451852 h 537519"/>
                <a:gd name="connsiteX24" fmla="*/ 319301 w 568507"/>
                <a:gd name="connsiteY24" fmla="*/ 465030 h 537519"/>
                <a:gd name="connsiteX25" fmla="*/ 314626 w 568507"/>
                <a:gd name="connsiteY25" fmla="*/ 471372 h 537519"/>
                <a:gd name="connsiteX26" fmla="*/ 360009 w 568507"/>
                <a:gd name="connsiteY26" fmla="*/ 471372 h 537519"/>
                <a:gd name="connsiteX27" fmla="*/ 360009 w 568507"/>
                <a:gd name="connsiteY27" fmla="*/ 492588 h 537519"/>
                <a:gd name="connsiteX28" fmla="*/ 279898 w 568507"/>
                <a:gd name="connsiteY28" fmla="*/ 492588 h 537519"/>
                <a:gd name="connsiteX29" fmla="*/ 287737 w 568507"/>
                <a:gd name="connsiteY29" fmla="*/ 469783 h 537519"/>
                <a:gd name="connsiteX30" fmla="*/ 313393 w 568507"/>
                <a:gd name="connsiteY30" fmla="*/ 441198 h 537519"/>
                <a:gd name="connsiteX31" fmla="*/ 332357 w 568507"/>
                <a:gd name="connsiteY31" fmla="*/ 421678 h 537519"/>
                <a:gd name="connsiteX32" fmla="*/ 337075 w 568507"/>
                <a:gd name="connsiteY32" fmla="*/ 407688 h 537519"/>
                <a:gd name="connsiteX33" fmla="*/ 332970 w 568507"/>
                <a:gd name="connsiteY33" fmla="*/ 395937 h 537519"/>
                <a:gd name="connsiteX34" fmla="*/ 310243 w 568507"/>
                <a:gd name="connsiteY34" fmla="*/ 396136 h 537519"/>
                <a:gd name="connsiteX35" fmla="*/ 305362 w 568507"/>
                <a:gd name="connsiteY35" fmla="*/ 410446 h 537519"/>
                <a:gd name="connsiteX36" fmla="*/ 282592 w 568507"/>
                <a:gd name="connsiteY36" fmla="*/ 408166 h 537519"/>
                <a:gd name="connsiteX37" fmla="*/ 295356 w 568507"/>
                <a:gd name="connsiteY37" fmla="*/ 381085 h 537519"/>
                <a:gd name="connsiteX38" fmla="*/ 322195 w 568507"/>
                <a:gd name="connsiteY38" fmla="*/ 372896 h 537519"/>
                <a:gd name="connsiteX39" fmla="*/ 423195 w 568507"/>
                <a:gd name="connsiteY39" fmla="*/ 372889 h 537519"/>
                <a:gd name="connsiteX40" fmla="*/ 442387 w 568507"/>
                <a:gd name="connsiteY40" fmla="*/ 372889 h 537519"/>
                <a:gd name="connsiteX41" fmla="*/ 442387 w 568507"/>
                <a:gd name="connsiteY41" fmla="*/ 448517 h 537519"/>
                <a:gd name="connsiteX42" fmla="*/ 457189 w 568507"/>
                <a:gd name="connsiteY42" fmla="*/ 448517 h 537519"/>
                <a:gd name="connsiteX43" fmla="*/ 457189 w 568507"/>
                <a:gd name="connsiteY43" fmla="*/ 468607 h 537519"/>
                <a:gd name="connsiteX44" fmla="*/ 442387 w 568507"/>
                <a:gd name="connsiteY44" fmla="*/ 468607 h 537519"/>
                <a:gd name="connsiteX45" fmla="*/ 442387 w 568507"/>
                <a:gd name="connsiteY45" fmla="*/ 492595 h 537519"/>
                <a:gd name="connsiteX46" fmla="*/ 420295 w 568507"/>
                <a:gd name="connsiteY46" fmla="*/ 492595 h 537519"/>
                <a:gd name="connsiteX47" fmla="*/ 420295 w 568507"/>
                <a:gd name="connsiteY47" fmla="*/ 468607 h 537519"/>
                <a:gd name="connsiteX48" fmla="*/ 371469 w 568507"/>
                <a:gd name="connsiteY48" fmla="*/ 468607 h 537519"/>
                <a:gd name="connsiteX49" fmla="*/ 371469 w 568507"/>
                <a:gd name="connsiteY49" fmla="*/ 448603 h 537519"/>
                <a:gd name="connsiteX50" fmla="*/ 268511 w 568507"/>
                <a:gd name="connsiteY50" fmla="*/ 139327 h 537519"/>
                <a:gd name="connsiteX51" fmla="*/ 277420 w 568507"/>
                <a:gd name="connsiteY51" fmla="*/ 148235 h 537519"/>
                <a:gd name="connsiteX52" fmla="*/ 277420 w 568507"/>
                <a:gd name="connsiteY52" fmla="*/ 268483 h 537519"/>
                <a:gd name="connsiteX53" fmla="*/ 274726 w 568507"/>
                <a:gd name="connsiteY53" fmla="*/ 274897 h 537519"/>
                <a:gd name="connsiteX54" fmla="*/ 227874 w 568507"/>
                <a:gd name="connsiteY54" fmla="*/ 320437 h 537519"/>
                <a:gd name="connsiteX55" fmla="*/ 227252 w 568507"/>
                <a:gd name="connsiteY55" fmla="*/ 321041 h 537519"/>
                <a:gd name="connsiteX56" fmla="*/ 214679 w 568507"/>
                <a:gd name="connsiteY56" fmla="*/ 320253 h 537519"/>
                <a:gd name="connsiteX57" fmla="*/ 215467 w 568507"/>
                <a:gd name="connsiteY57" fmla="*/ 307680 h 537519"/>
                <a:gd name="connsiteX58" fmla="*/ 259603 w 568507"/>
                <a:gd name="connsiteY58" fmla="*/ 264728 h 537519"/>
                <a:gd name="connsiteX59" fmla="*/ 259603 w 568507"/>
                <a:gd name="connsiteY59" fmla="*/ 148235 h 537519"/>
                <a:gd name="connsiteX60" fmla="*/ 268511 w 568507"/>
                <a:gd name="connsiteY60" fmla="*/ 139327 h 537519"/>
                <a:gd name="connsiteX61" fmla="*/ 268496 w 568507"/>
                <a:gd name="connsiteY61" fmla="*/ 54884 h 537519"/>
                <a:gd name="connsiteX62" fmla="*/ 347304 w 568507"/>
                <a:gd name="connsiteY62" fmla="*/ 69994 h 537519"/>
                <a:gd name="connsiteX63" fmla="*/ 466994 w 568507"/>
                <a:gd name="connsiteY63" fmla="*/ 347554 h 537519"/>
                <a:gd name="connsiteX64" fmla="*/ 466918 w 568507"/>
                <a:gd name="connsiteY64" fmla="*/ 347746 h 537519"/>
                <a:gd name="connsiteX65" fmla="*/ 455287 w 568507"/>
                <a:gd name="connsiteY65" fmla="*/ 352586 h 537519"/>
                <a:gd name="connsiteX66" fmla="*/ 450446 w 568507"/>
                <a:gd name="connsiteY66" fmla="*/ 340955 h 537519"/>
                <a:gd name="connsiteX67" fmla="*/ 462984 w 568507"/>
                <a:gd name="connsiteY67" fmla="*/ 291238 h 537519"/>
                <a:gd name="connsiteX68" fmla="*/ 291223 w 568507"/>
                <a:gd name="connsiteY68" fmla="*/ 74343 h 537519"/>
                <a:gd name="connsiteX69" fmla="*/ 74329 w 568507"/>
                <a:gd name="connsiteY69" fmla="*/ 246104 h 537519"/>
                <a:gd name="connsiteX70" fmla="*/ 246090 w 568507"/>
                <a:gd name="connsiteY70" fmla="*/ 462999 h 537519"/>
                <a:gd name="connsiteX71" fmla="*/ 253992 w 568507"/>
                <a:gd name="connsiteY71" fmla="*/ 471842 h 537519"/>
                <a:gd name="connsiteX72" fmla="*/ 245092 w 568507"/>
                <a:gd name="connsiteY72" fmla="*/ 480758 h 537519"/>
                <a:gd name="connsiteX73" fmla="*/ 244066 w 568507"/>
                <a:gd name="connsiteY73" fmla="*/ 480701 h 537519"/>
                <a:gd name="connsiteX74" fmla="*/ 54847 w 568507"/>
                <a:gd name="connsiteY74" fmla="*/ 268449 h 537519"/>
                <a:gd name="connsiteX75" fmla="*/ 268496 w 568507"/>
                <a:gd name="connsiteY75" fmla="*/ 54884 h 537519"/>
                <a:gd name="connsiteX76" fmla="*/ 289612 w 568507"/>
                <a:gd name="connsiteY76" fmla="*/ 823 h 537519"/>
                <a:gd name="connsiteX77" fmla="*/ 343165 w 568507"/>
                <a:gd name="connsiteY77" fmla="*/ 10565 h 537519"/>
                <a:gd name="connsiteX78" fmla="*/ 527024 w 568507"/>
                <a:gd name="connsiteY78" fmla="*/ 343165 h 537519"/>
                <a:gd name="connsiteX79" fmla="*/ 526828 w 568507"/>
                <a:gd name="connsiteY79" fmla="*/ 343841 h 537519"/>
                <a:gd name="connsiteX80" fmla="*/ 515567 w 568507"/>
                <a:gd name="connsiteY80" fmla="*/ 349488 h 537519"/>
                <a:gd name="connsiteX81" fmla="*/ 509920 w 568507"/>
                <a:gd name="connsiteY81" fmla="*/ 338226 h 537519"/>
                <a:gd name="connsiteX82" fmla="*/ 512199 w 568507"/>
                <a:gd name="connsiteY82" fmla="*/ 207766 h 537519"/>
                <a:gd name="connsiteX83" fmla="*/ 207790 w 568507"/>
                <a:gd name="connsiteY83" fmla="*/ 25352 h 537519"/>
                <a:gd name="connsiteX84" fmla="*/ 25378 w 568507"/>
                <a:gd name="connsiteY84" fmla="*/ 329761 h 537519"/>
                <a:gd name="connsiteX85" fmla="*/ 279492 w 568507"/>
                <a:gd name="connsiteY85" fmla="*/ 519521 h 537519"/>
                <a:gd name="connsiteX86" fmla="*/ 329780 w 568507"/>
                <a:gd name="connsiteY86" fmla="*/ 512174 h 537519"/>
                <a:gd name="connsiteX87" fmla="*/ 340587 w 568507"/>
                <a:gd name="connsiteY87" fmla="*/ 518655 h 537519"/>
                <a:gd name="connsiteX88" fmla="*/ 334105 w 568507"/>
                <a:gd name="connsiteY88" fmla="*/ 529462 h 537519"/>
                <a:gd name="connsiteX89" fmla="*/ 194424 w 568507"/>
                <a:gd name="connsiteY89" fmla="*/ 527024 h 537519"/>
                <a:gd name="connsiteX90" fmla="*/ 10565 w 568507"/>
                <a:gd name="connsiteY90" fmla="*/ 194425 h 537519"/>
                <a:gd name="connsiteX91" fmla="*/ 289612 w 568507"/>
                <a:gd name="connsiteY91" fmla="*/ 823 h 5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568507" h="537519">
                  <a:moveTo>
                    <a:pt x="329779" y="512173"/>
                  </a:moveTo>
                  <a:lnTo>
                    <a:pt x="329787" y="512173"/>
                  </a:lnTo>
                  <a:lnTo>
                    <a:pt x="329780" y="512174"/>
                  </a:lnTo>
                  <a:close/>
                  <a:moveTo>
                    <a:pt x="420295" y="407781"/>
                  </a:moveTo>
                  <a:lnTo>
                    <a:pt x="392856" y="448517"/>
                  </a:lnTo>
                  <a:lnTo>
                    <a:pt x="420295" y="448517"/>
                  </a:lnTo>
                  <a:close/>
                  <a:moveTo>
                    <a:pt x="473202" y="373381"/>
                  </a:moveTo>
                  <a:lnTo>
                    <a:pt x="497276" y="373381"/>
                  </a:lnTo>
                  <a:lnTo>
                    <a:pt x="497276" y="420303"/>
                  </a:lnTo>
                  <a:lnTo>
                    <a:pt x="544440" y="420303"/>
                  </a:lnTo>
                  <a:lnTo>
                    <a:pt x="544440" y="373381"/>
                  </a:lnTo>
                  <a:lnTo>
                    <a:pt x="568507" y="373381"/>
                  </a:lnTo>
                  <a:lnTo>
                    <a:pt x="568507" y="492596"/>
                  </a:lnTo>
                  <a:lnTo>
                    <a:pt x="544440" y="492596"/>
                  </a:lnTo>
                  <a:lnTo>
                    <a:pt x="544440" y="440471"/>
                  </a:lnTo>
                  <a:lnTo>
                    <a:pt x="497276" y="440471"/>
                  </a:lnTo>
                  <a:lnTo>
                    <a:pt x="497276" y="492596"/>
                  </a:lnTo>
                  <a:lnTo>
                    <a:pt x="473202" y="492596"/>
                  </a:lnTo>
                  <a:close/>
                  <a:moveTo>
                    <a:pt x="322195" y="372896"/>
                  </a:moveTo>
                  <a:cubicBezTo>
                    <a:pt x="332327" y="372317"/>
                    <a:pt x="342282" y="375733"/>
                    <a:pt x="349924" y="382410"/>
                  </a:cubicBezTo>
                  <a:cubicBezTo>
                    <a:pt x="356531" y="388481"/>
                    <a:pt x="360205" y="397101"/>
                    <a:pt x="360009" y="406071"/>
                  </a:cubicBezTo>
                  <a:cubicBezTo>
                    <a:pt x="360031" y="411318"/>
                    <a:pt x="359052" y="416521"/>
                    <a:pt x="357122" y="421400"/>
                  </a:cubicBezTo>
                  <a:cubicBezTo>
                    <a:pt x="354816" y="426893"/>
                    <a:pt x="351735" y="432026"/>
                    <a:pt x="347972" y="436644"/>
                  </a:cubicBezTo>
                  <a:cubicBezTo>
                    <a:pt x="343360" y="442071"/>
                    <a:pt x="338358" y="447154"/>
                    <a:pt x="333006" y="451852"/>
                  </a:cubicBezTo>
                  <a:cubicBezTo>
                    <a:pt x="325798" y="458466"/>
                    <a:pt x="321230" y="462858"/>
                    <a:pt x="319301" y="465030"/>
                  </a:cubicBezTo>
                  <a:cubicBezTo>
                    <a:pt x="317535" y="466983"/>
                    <a:pt x="315969" y="469107"/>
                    <a:pt x="314626" y="471372"/>
                  </a:cubicBezTo>
                  <a:lnTo>
                    <a:pt x="360009" y="471372"/>
                  </a:lnTo>
                  <a:lnTo>
                    <a:pt x="360009" y="492588"/>
                  </a:lnTo>
                  <a:lnTo>
                    <a:pt x="279898" y="492588"/>
                  </a:lnTo>
                  <a:cubicBezTo>
                    <a:pt x="280797" y="484501"/>
                    <a:pt x="283474" y="476714"/>
                    <a:pt x="287737" y="469783"/>
                  </a:cubicBezTo>
                  <a:cubicBezTo>
                    <a:pt x="295044" y="459207"/>
                    <a:pt x="303665" y="449602"/>
                    <a:pt x="313393" y="441198"/>
                  </a:cubicBezTo>
                  <a:cubicBezTo>
                    <a:pt x="320252" y="435236"/>
                    <a:pt x="326596" y="428706"/>
                    <a:pt x="332357" y="421678"/>
                  </a:cubicBezTo>
                  <a:cubicBezTo>
                    <a:pt x="335295" y="417592"/>
                    <a:pt x="336938" y="412719"/>
                    <a:pt x="337075" y="407688"/>
                  </a:cubicBezTo>
                  <a:cubicBezTo>
                    <a:pt x="337361" y="403376"/>
                    <a:pt x="335879" y="399133"/>
                    <a:pt x="332970" y="395937"/>
                  </a:cubicBezTo>
                  <a:cubicBezTo>
                    <a:pt x="326384" y="390383"/>
                    <a:pt x="316731" y="390467"/>
                    <a:pt x="310243" y="396136"/>
                  </a:cubicBezTo>
                  <a:cubicBezTo>
                    <a:pt x="306987" y="400185"/>
                    <a:pt x="305259" y="405251"/>
                    <a:pt x="305362" y="410446"/>
                  </a:cubicBezTo>
                  <a:lnTo>
                    <a:pt x="282592" y="408166"/>
                  </a:lnTo>
                  <a:cubicBezTo>
                    <a:pt x="282882" y="397753"/>
                    <a:pt x="287509" y="387936"/>
                    <a:pt x="295356" y="381085"/>
                  </a:cubicBezTo>
                  <a:cubicBezTo>
                    <a:pt x="303130" y="375422"/>
                    <a:pt x="312583" y="372538"/>
                    <a:pt x="322195" y="372896"/>
                  </a:cubicBezTo>
                  <a:close/>
                  <a:moveTo>
                    <a:pt x="423195" y="372889"/>
                  </a:moveTo>
                  <a:lnTo>
                    <a:pt x="442387" y="372889"/>
                  </a:lnTo>
                  <a:lnTo>
                    <a:pt x="442387" y="448517"/>
                  </a:lnTo>
                  <a:lnTo>
                    <a:pt x="457189" y="448517"/>
                  </a:lnTo>
                  <a:lnTo>
                    <a:pt x="457189" y="468607"/>
                  </a:lnTo>
                  <a:lnTo>
                    <a:pt x="442387" y="468607"/>
                  </a:lnTo>
                  <a:lnTo>
                    <a:pt x="442387" y="492595"/>
                  </a:lnTo>
                  <a:lnTo>
                    <a:pt x="420295" y="492595"/>
                  </a:lnTo>
                  <a:lnTo>
                    <a:pt x="420295" y="468607"/>
                  </a:lnTo>
                  <a:lnTo>
                    <a:pt x="371469" y="468607"/>
                  </a:lnTo>
                  <a:lnTo>
                    <a:pt x="371469" y="448603"/>
                  </a:lnTo>
                  <a:close/>
                  <a:moveTo>
                    <a:pt x="268511" y="139327"/>
                  </a:moveTo>
                  <a:cubicBezTo>
                    <a:pt x="273431" y="139327"/>
                    <a:pt x="277420" y="143315"/>
                    <a:pt x="277420" y="148235"/>
                  </a:cubicBezTo>
                  <a:lnTo>
                    <a:pt x="277420" y="268483"/>
                  </a:lnTo>
                  <a:cubicBezTo>
                    <a:pt x="277427" y="270898"/>
                    <a:pt x="276455" y="273212"/>
                    <a:pt x="274726" y="274897"/>
                  </a:cubicBezTo>
                  <a:lnTo>
                    <a:pt x="227874" y="320437"/>
                  </a:lnTo>
                  <a:cubicBezTo>
                    <a:pt x="227677" y="320648"/>
                    <a:pt x="227469" y="320850"/>
                    <a:pt x="227252" y="321041"/>
                  </a:cubicBezTo>
                  <a:cubicBezTo>
                    <a:pt x="223563" y="324296"/>
                    <a:pt x="217933" y="323943"/>
                    <a:pt x="214679" y="320253"/>
                  </a:cubicBezTo>
                  <a:cubicBezTo>
                    <a:pt x="211424" y="316564"/>
                    <a:pt x="211777" y="310934"/>
                    <a:pt x="215467" y="307680"/>
                  </a:cubicBezTo>
                  <a:lnTo>
                    <a:pt x="259603" y="264728"/>
                  </a:lnTo>
                  <a:lnTo>
                    <a:pt x="259603" y="148235"/>
                  </a:lnTo>
                  <a:cubicBezTo>
                    <a:pt x="259603" y="143315"/>
                    <a:pt x="263591" y="139327"/>
                    <a:pt x="268511" y="139327"/>
                  </a:cubicBezTo>
                  <a:close/>
                  <a:moveTo>
                    <a:pt x="268496" y="54884"/>
                  </a:moveTo>
                  <a:cubicBezTo>
                    <a:pt x="295483" y="54900"/>
                    <a:pt x="322224" y="60027"/>
                    <a:pt x="347304" y="69994"/>
                  </a:cubicBezTo>
                  <a:cubicBezTo>
                    <a:pt x="457002" y="113588"/>
                    <a:pt x="510589" y="237856"/>
                    <a:pt x="466994" y="347554"/>
                  </a:cubicBezTo>
                  <a:cubicBezTo>
                    <a:pt x="466970" y="347618"/>
                    <a:pt x="466944" y="347682"/>
                    <a:pt x="466918" y="347746"/>
                  </a:cubicBezTo>
                  <a:cubicBezTo>
                    <a:pt x="465043" y="352294"/>
                    <a:pt x="459835" y="354462"/>
                    <a:pt x="455287" y="352586"/>
                  </a:cubicBezTo>
                  <a:cubicBezTo>
                    <a:pt x="450738" y="350711"/>
                    <a:pt x="448571" y="345503"/>
                    <a:pt x="450446" y="340955"/>
                  </a:cubicBezTo>
                  <a:cubicBezTo>
                    <a:pt x="456789" y="325004"/>
                    <a:pt x="461004" y="308288"/>
                    <a:pt x="462984" y="291238"/>
                  </a:cubicBezTo>
                  <a:cubicBezTo>
                    <a:pt x="475447" y="183914"/>
                    <a:pt x="398547" y="86807"/>
                    <a:pt x="291223" y="74343"/>
                  </a:cubicBezTo>
                  <a:cubicBezTo>
                    <a:pt x="183899" y="61880"/>
                    <a:pt x="86792" y="138780"/>
                    <a:pt x="74329" y="246104"/>
                  </a:cubicBezTo>
                  <a:cubicBezTo>
                    <a:pt x="61865" y="353428"/>
                    <a:pt x="138765" y="450535"/>
                    <a:pt x="246090" y="462999"/>
                  </a:cubicBezTo>
                  <a:cubicBezTo>
                    <a:pt x="250588" y="463510"/>
                    <a:pt x="253987" y="467314"/>
                    <a:pt x="253992" y="471842"/>
                  </a:cubicBezTo>
                  <a:cubicBezTo>
                    <a:pt x="253996" y="476761"/>
                    <a:pt x="250012" y="480754"/>
                    <a:pt x="245092" y="480758"/>
                  </a:cubicBezTo>
                  <a:cubicBezTo>
                    <a:pt x="244749" y="480757"/>
                    <a:pt x="244407" y="480738"/>
                    <a:pt x="244066" y="480701"/>
                  </a:cubicBezTo>
                  <a:cubicBezTo>
                    <a:pt x="136224" y="468308"/>
                    <a:pt x="54826" y="377001"/>
                    <a:pt x="54847" y="268449"/>
                  </a:cubicBezTo>
                  <a:cubicBezTo>
                    <a:pt x="54870" y="150477"/>
                    <a:pt x="150524" y="54861"/>
                    <a:pt x="268496" y="54884"/>
                  </a:cubicBezTo>
                  <a:close/>
                  <a:moveTo>
                    <a:pt x="289612" y="823"/>
                  </a:moveTo>
                  <a:cubicBezTo>
                    <a:pt x="307412" y="2224"/>
                    <a:pt x="325338" y="5431"/>
                    <a:pt x="343165" y="10565"/>
                  </a:cubicBezTo>
                  <a:cubicBezTo>
                    <a:pt x="485780" y="51639"/>
                    <a:pt x="568097" y="200549"/>
                    <a:pt x="527024" y="343165"/>
                  </a:cubicBezTo>
                  <a:cubicBezTo>
                    <a:pt x="526968" y="343392"/>
                    <a:pt x="526902" y="343618"/>
                    <a:pt x="526828" y="343841"/>
                  </a:cubicBezTo>
                  <a:cubicBezTo>
                    <a:pt x="525278" y="348510"/>
                    <a:pt x="520236" y="351038"/>
                    <a:pt x="515567" y="349488"/>
                  </a:cubicBezTo>
                  <a:cubicBezTo>
                    <a:pt x="510897" y="347937"/>
                    <a:pt x="508369" y="342895"/>
                    <a:pt x="509920" y="338226"/>
                  </a:cubicBezTo>
                  <a:cubicBezTo>
                    <a:pt x="522170" y="295701"/>
                    <a:pt x="522956" y="250692"/>
                    <a:pt x="512199" y="207766"/>
                  </a:cubicBezTo>
                  <a:cubicBezTo>
                    <a:pt x="478511" y="73333"/>
                    <a:pt x="342223" y="-8336"/>
                    <a:pt x="207790" y="25352"/>
                  </a:cubicBezTo>
                  <a:cubicBezTo>
                    <a:pt x="73359" y="59040"/>
                    <a:pt x="-8310" y="195329"/>
                    <a:pt x="25378" y="329761"/>
                  </a:cubicBezTo>
                  <a:cubicBezTo>
                    <a:pt x="54855" y="447388"/>
                    <a:pt x="162885" y="524620"/>
                    <a:pt x="279492" y="519521"/>
                  </a:cubicBezTo>
                  <a:lnTo>
                    <a:pt x="329780" y="512174"/>
                  </a:lnTo>
                  <a:lnTo>
                    <a:pt x="340587" y="518655"/>
                  </a:lnTo>
                  <a:cubicBezTo>
                    <a:pt x="341782" y="523429"/>
                    <a:pt x="338880" y="528268"/>
                    <a:pt x="334105" y="529462"/>
                  </a:cubicBezTo>
                  <a:cubicBezTo>
                    <a:pt x="288145" y="540978"/>
                    <a:pt x="239956" y="540136"/>
                    <a:pt x="194424" y="527024"/>
                  </a:cubicBezTo>
                  <a:cubicBezTo>
                    <a:pt x="51809" y="485950"/>
                    <a:pt x="-30508" y="337041"/>
                    <a:pt x="10565" y="194425"/>
                  </a:cubicBezTo>
                  <a:cubicBezTo>
                    <a:pt x="46505" y="69636"/>
                    <a:pt x="165006" y="-8987"/>
                    <a:pt x="289612" y="823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28" name="Group 234">
            <a:extLst>
              <a:ext uri="{FF2B5EF4-FFF2-40B4-BE49-F238E27FC236}">
                <a16:creationId xmlns:a16="http://schemas.microsoft.com/office/drawing/2014/main" id="{67576678-8BE2-50C7-0448-807E05D74DE2}"/>
              </a:ext>
            </a:extLst>
          </p:cNvPr>
          <p:cNvGrpSpPr/>
          <p:nvPr/>
        </p:nvGrpSpPr>
        <p:grpSpPr>
          <a:xfrm>
            <a:off x="1774445" y="4980425"/>
            <a:ext cx="494116" cy="580779"/>
            <a:chOff x="1774445" y="4980425"/>
            <a:chExt cx="494116" cy="580779"/>
          </a:xfrm>
        </p:grpSpPr>
        <p:sp>
          <p:nvSpPr>
            <p:cNvPr id="229" name="Freeform: Shape 203">
              <a:extLst>
                <a:ext uri="{FF2B5EF4-FFF2-40B4-BE49-F238E27FC236}">
                  <a16:creationId xmlns:a16="http://schemas.microsoft.com/office/drawing/2014/main" id="{A473EBD8-0E54-16A0-0F2C-3BA2B17DB442}"/>
                </a:ext>
              </a:extLst>
            </p:cNvPr>
            <p:cNvSpPr/>
            <p:nvPr/>
          </p:nvSpPr>
          <p:spPr>
            <a:xfrm>
              <a:off x="1889665" y="5145165"/>
              <a:ext cx="256559" cy="249433"/>
            </a:xfrm>
            <a:custGeom>
              <a:avLst/>
              <a:gdLst>
                <a:gd name="connsiteX0" fmla="*/ 97792 w 256559"/>
                <a:gd name="connsiteY0" fmla="*/ 147891 h 249432"/>
                <a:gd name="connsiteX1" fmla="*/ 69998 w 256559"/>
                <a:gd name="connsiteY1" fmla="*/ 106101 h 249432"/>
                <a:gd name="connsiteX2" fmla="*/ 89533 w 256559"/>
                <a:gd name="connsiteY2" fmla="*/ 60212 h 249432"/>
                <a:gd name="connsiteX3" fmla="*/ 69122 w 256559"/>
                <a:gd name="connsiteY3" fmla="*/ 14224 h 249432"/>
                <a:gd name="connsiteX4" fmla="*/ 278 w 256559"/>
                <a:gd name="connsiteY4" fmla="*/ 73517 h 249432"/>
                <a:gd name="connsiteX5" fmla="*/ 233576 w 256559"/>
                <a:gd name="connsiteY5" fmla="*/ 242747 h 249432"/>
                <a:gd name="connsiteX6" fmla="*/ 257479 w 256559"/>
                <a:gd name="connsiteY6" fmla="*/ 187751 h 249432"/>
                <a:gd name="connsiteX7" fmla="*/ 211548 w 256559"/>
                <a:gd name="connsiteY7" fmla="*/ 163121 h 249432"/>
                <a:gd name="connsiteX8" fmla="*/ 179649 w 256559"/>
                <a:gd name="connsiteY8" fmla="*/ 177445 h 249432"/>
                <a:gd name="connsiteX9" fmla="*/ 160001 w 256559"/>
                <a:gd name="connsiteY9" fmla="*/ 190494 h 249432"/>
                <a:gd name="connsiteX10" fmla="*/ 97785 w 256559"/>
                <a:gd name="connsiteY10" fmla="*/ 147884 h 249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559" h="249432">
                  <a:moveTo>
                    <a:pt x="97792" y="147891"/>
                  </a:moveTo>
                  <a:cubicBezTo>
                    <a:pt x="92633" y="142147"/>
                    <a:pt x="70369" y="115009"/>
                    <a:pt x="69998" y="106101"/>
                  </a:cubicBezTo>
                  <a:cubicBezTo>
                    <a:pt x="69428" y="92503"/>
                    <a:pt x="99218" y="85818"/>
                    <a:pt x="89533" y="60212"/>
                  </a:cubicBezTo>
                  <a:lnTo>
                    <a:pt x="69122" y="14224"/>
                  </a:lnTo>
                  <a:cubicBezTo>
                    <a:pt x="49424" y="-30154"/>
                    <a:pt x="-4325" y="40507"/>
                    <a:pt x="278" y="73517"/>
                  </a:cubicBezTo>
                  <a:cubicBezTo>
                    <a:pt x="11617" y="154890"/>
                    <a:pt x="154314" y="286191"/>
                    <a:pt x="233576" y="242747"/>
                  </a:cubicBezTo>
                  <a:cubicBezTo>
                    <a:pt x="251293" y="233040"/>
                    <a:pt x="275118" y="198469"/>
                    <a:pt x="257479" y="187751"/>
                  </a:cubicBezTo>
                  <a:lnTo>
                    <a:pt x="211548" y="163121"/>
                  </a:lnTo>
                  <a:cubicBezTo>
                    <a:pt x="196240" y="154911"/>
                    <a:pt x="195727" y="160327"/>
                    <a:pt x="179649" y="177445"/>
                  </a:cubicBezTo>
                  <a:cubicBezTo>
                    <a:pt x="175651" y="181721"/>
                    <a:pt x="168389" y="192547"/>
                    <a:pt x="160001" y="190494"/>
                  </a:cubicBezTo>
                  <a:cubicBezTo>
                    <a:pt x="142184" y="186126"/>
                    <a:pt x="108475" y="159786"/>
                    <a:pt x="97785" y="147884"/>
                  </a:cubicBezTo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" name="Freeform: Shape 204">
              <a:extLst>
                <a:ext uri="{FF2B5EF4-FFF2-40B4-BE49-F238E27FC236}">
                  <a16:creationId xmlns:a16="http://schemas.microsoft.com/office/drawing/2014/main" id="{A760D9F4-9097-93BE-2474-CF04330EBCB3}"/>
                </a:ext>
              </a:extLst>
            </p:cNvPr>
            <p:cNvSpPr/>
            <p:nvPr/>
          </p:nvSpPr>
          <p:spPr>
            <a:xfrm>
              <a:off x="1774445" y="4980425"/>
              <a:ext cx="494116" cy="580779"/>
            </a:xfrm>
            <a:custGeom>
              <a:avLst/>
              <a:gdLst>
                <a:gd name="connsiteX0" fmla="*/ 158742 w 494116"/>
                <a:gd name="connsiteY0" fmla="*/ 157000 h 580779"/>
                <a:gd name="connsiteX1" fmla="*/ 192487 w 494116"/>
                <a:gd name="connsiteY1" fmla="*/ 175351 h 580779"/>
                <a:gd name="connsiteX2" fmla="*/ 212905 w 494116"/>
                <a:gd name="connsiteY2" fmla="*/ 221332 h 580779"/>
                <a:gd name="connsiteX3" fmla="*/ 200419 w 494116"/>
                <a:gd name="connsiteY3" fmla="*/ 262988 h 580779"/>
                <a:gd name="connsiteX4" fmla="*/ 194119 w 494116"/>
                <a:gd name="connsiteY4" fmla="*/ 270471 h 580779"/>
                <a:gd name="connsiteX5" fmla="*/ 219646 w 494116"/>
                <a:gd name="connsiteY5" fmla="*/ 306689 h 580779"/>
                <a:gd name="connsiteX6" fmla="*/ 277365 w 494116"/>
                <a:gd name="connsiteY6" fmla="*/ 346548 h 580779"/>
                <a:gd name="connsiteX7" fmla="*/ 285917 w 494116"/>
                <a:gd name="connsiteY7" fmla="*/ 338887 h 580779"/>
                <a:gd name="connsiteX8" fmla="*/ 288404 w 494116"/>
                <a:gd name="connsiteY8" fmla="*/ 336037 h 580779"/>
                <a:gd name="connsiteX9" fmla="*/ 294897 w 494116"/>
                <a:gd name="connsiteY9" fmla="*/ 328910 h 580779"/>
                <a:gd name="connsiteX10" fmla="*/ 331000 w 494116"/>
                <a:gd name="connsiteY10" fmla="*/ 319980 h 580779"/>
                <a:gd name="connsiteX11" fmla="*/ 376932 w 494116"/>
                <a:gd name="connsiteY11" fmla="*/ 344610 h 580779"/>
                <a:gd name="connsiteX12" fmla="*/ 387814 w 494116"/>
                <a:gd name="connsiteY12" fmla="*/ 364728 h 580779"/>
                <a:gd name="connsiteX13" fmla="*/ 353093 w 494116"/>
                <a:gd name="connsiteY13" fmla="*/ 415271 h 580779"/>
                <a:gd name="connsiteX14" fmla="*/ 313362 w 494116"/>
                <a:gd name="connsiteY14" fmla="*/ 424963 h 580779"/>
                <a:gd name="connsiteX15" fmla="*/ 310354 w 494116"/>
                <a:gd name="connsiteY15" fmla="*/ 424920 h 580779"/>
                <a:gd name="connsiteX16" fmla="*/ 301717 w 494116"/>
                <a:gd name="connsiteY16" fmla="*/ 415748 h 580779"/>
                <a:gd name="connsiteX17" fmla="*/ 301728 w 494116"/>
                <a:gd name="connsiteY17" fmla="*/ 415380 h 580779"/>
                <a:gd name="connsiteX18" fmla="*/ 310882 w 494116"/>
                <a:gd name="connsiteY18" fmla="*/ 407111 h 580779"/>
                <a:gd name="connsiteX19" fmla="*/ 344534 w 494116"/>
                <a:gd name="connsiteY19" fmla="*/ 399649 h 580779"/>
                <a:gd name="connsiteX20" fmla="*/ 370004 w 494116"/>
                <a:gd name="connsiteY20" fmla="*/ 364336 h 580779"/>
                <a:gd name="connsiteX21" fmla="*/ 368087 w 494116"/>
                <a:gd name="connsiteY21" fmla="*/ 360060 h 580779"/>
                <a:gd name="connsiteX22" fmla="*/ 322570 w 494116"/>
                <a:gd name="connsiteY22" fmla="*/ 335673 h 580779"/>
                <a:gd name="connsiteX23" fmla="*/ 315942 w 494116"/>
                <a:gd name="connsiteY23" fmla="*/ 332972 h 580779"/>
                <a:gd name="connsiteX24" fmla="*/ 308188 w 494116"/>
                <a:gd name="connsiteY24" fmla="*/ 340762 h 580779"/>
                <a:gd name="connsiteX25" fmla="*/ 301375 w 494116"/>
                <a:gd name="connsiteY25" fmla="*/ 348252 h 580779"/>
                <a:gd name="connsiteX26" fmla="*/ 299472 w 494116"/>
                <a:gd name="connsiteY26" fmla="*/ 350425 h 580779"/>
                <a:gd name="connsiteX27" fmla="*/ 273103 w 494116"/>
                <a:gd name="connsiteY27" fmla="*/ 363859 h 580779"/>
                <a:gd name="connsiteX28" fmla="*/ 206377 w 494116"/>
                <a:gd name="connsiteY28" fmla="*/ 318548 h 580779"/>
                <a:gd name="connsiteX29" fmla="*/ 176309 w 494116"/>
                <a:gd name="connsiteY29" fmla="*/ 271184 h 580779"/>
                <a:gd name="connsiteX30" fmla="*/ 187990 w 494116"/>
                <a:gd name="connsiteY30" fmla="*/ 250182 h 580779"/>
                <a:gd name="connsiteX31" fmla="*/ 196421 w 494116"/>
                <a:gd name="connsiteY31" fmla="*/ 228089 h 580779"/>
                <a:gd name="connsiteX32" fmla="*/ 176195 w 494116"/>
                <a:gd name="connsiteY32" fmla="*/ 182585 h 580779"/>
                <a:gd name="connsiteX33" fmla="*/ 163624 w 494116"/>
                <a:gd name="connsiteY33" fmla="*/ 174132 h 580779"/>
                <a:gd name="connsiteX34" fmla="*/ 124313 w 494116"/>
                <a:gd name="connsiteY34" fmla="*/ 237033 h 580779"/>
                <a:gd name="connsiteX35" fmla="*/ 271956 w 494116"/>
                <a:gd name="connsiteY35" fmla="*/ 398416 h 580779"/>
                <a:gd name="connsiteX36" fmla="*/ 277012 w 494116"/>
                <a:gd name="connsiteY36" fmla="*/ 409958 h 580779"/>
                <a:gd name="connsiteX37" fmla="*/ 265471 w 494116"/>
                <a:gd name="connsiteY37" fmla="*/ 415014 h 580779"/>
                <a:gd name="connsiteX38" fmla="*/ 106675 w 494116"/>
                <a:gd name="connsiteY38" fmla="*/ 239492 h 580779"/>
                <a:gd name="connsiteX39" fmla="*/ 158742 w 494116"/>
                <a:gd name="connsiteY39" fmla="*/ 157000 h 580779"/>
                <a:gd name="connsiteX40" fmla="*/ 313469 w 494116"/>
                <a:gd name="connsiteY40" fmla="*/ 52380 h 580779"/>
                <a:gd name="connsiteX41" fmla="*/ 494116 w 494116"/>
                <a:gd name="connsiteY41" fmla="*/ 290411 h 580779"/>
                <a:gd name="connsiteX42" fmla="*/ 271557 w 494116"/>
                <a:gd name="connsiteY42" fmla="*/ 536195 h 580779"/>
                <a:gd name="connsiteX43" fmla="*/ 308615 w 494116"/>
                <a:gd name="connsiteY43" fmla="*/ 564816 h 580779"/>
                <a:gd name="connsiteX44" fmla="*/ 310219 w 494116"/>
                <a:gd name="connsiteY44" fmla="*/ 577316 h 580779"/>
                <a:gd name="connsiteX45" fmla="*/ 297719 w 494116"/>
                <a:gd name="connsiteY45" fmla="*/ 578919 h 580779"/>
                <a:gd name="connsiteX46" fmla="*/ 241596 w 494116"/>
                <a:gd name="connsiteY46" fmla="*/ 535561 h 580779"/>
                <a:gd name="connsiteX47" fmla="*/ 241219 w 494116"/>
                <a:gd name="connsiteY47" fmla="*/ 535133 h 580779"/>
                <a:gd name="connsiteX48" fmla="*/ 238603 w 494116"/>
                <a:gd name="connsiteY48" fmla="*/ 530857 h 580779"/>
                <a:gd name="connsiteX49" fmla="*/ 238204 w 494116"/>
                <a:gd name="connsiteY49" fmla="*/ 529674 h 580779"/>
                <a:gd name="connsiteX50" fmla="*/ 238247 w 494116"/>
                <a:gd name="connsiteY50" fmla="*/ 529090 h 580779"/>
                <a:gd name="connsiteX51" fmla="*/ 238140 w 494116"/>
                <a:gd name="connsiteY51" fmla="*/ 528541 h 580779"/>
                <a:gd name="connsiteX52" fmla="*/ 238368 w 494116"/>
                <a:gd name="connsiteY52" fmla="*/ 527415 h 580779"/>
                <a:gd name="connsiteX53" fmla="*/ 238724 w 494116"/>
                <a:gd name="connsiteY53" fmla="*/ 525669 h 580779"/>
                <a:gd name="connsiteX54" fmla="*/ 239515 w 494116"/>
                <a:gd name="connsiteY54" fmla="*/ 524080 h 580779"/>
                <a:gd name="connsiteX55" fmla="*/ 240007 w 494116"/>
                <a:gd name="connsiteY55" fmla="*/ 523096 h 580779"/>
                <a:gd name="connsiteX56" fmla="*/ 283658 w 494116"/>
                <a:gd name="connsiteY56" fmla="*/ 466682 h 580779"/>
                <a:gd name="connsiteX57" fmla="*/ 283762 w 494116"/>
                <a:gd name="connsiteY57" fmla="*/ 466547 h 580779"/>
                <a:gd name="connsiteX58" fmla="*/ 296274 w 494116"/>
                <a:gd name="connsiteY58" fmla="*/ 465074 h 580779"/>
                <a:gd name="connsiteX59" fmla="*/ 297747 w 494116"/>
                <a:gd name="connsiteY59" fmla="*/ 477586 h 580779"/>
                <a:gd name="connsiteX60" fmla="*/ 265856 w 494116"/>
                <a:gd name="connsiteY60" fmla="*/ 518806 h 580779"/>
                <a:gd name="connsiteX61" fmla="*/ 467874 w 494116"/>
                <a:gd name="connsiteY61" fmla="*/ 351960 h 580779"/>
                <a:gd name="connsiteX62" fmla="*/ 308694 w 494116"/>
                <a:gd name="connsiteY62" fmla="*/ 69541 h 580779"/>
                <a:gd name="connsiteX63" fmla="*/ 308341 w 494116"/>
                <a:gd name="connsiteY63" fmla="*/ 69443 h 580779"/>
                <a:gd name="connsiteX64" fmla="*/ 302374 w 494116"/>
                <a:gd name="connsiteY64" fmla="*/ 58348 h 580779"/>
                <a:gd name="connsiteX65" fmla="*/ 313469 w 494116"/>
                <a:gd name="connsiteY65" fmla="*/ 52380 h 580779"/>
                <a:gd name="connsiteX66" fmla="*/ 196386 w 494116"/>
                <a:gd name="connsiteY66" fmla="*/ 1860 h 580779"/>
                <a:gd name="connsiteX67" fmla="*/ 252509 w 494116"/>
                <a:gd name="connsiteY67" fmla="*/ 45254 h 580779"/>
                <a:gd name="connsiteX68" fmla="*/ 252886 w 494116"/>
                <a:gd name="connsiteY68" fmla="*/ 45682 h 580779"/>
                <a:gd name="connsiteX69" fmla="*/ 255502 w 494116"/>
                <a:gd name="connsiteY69" fmla="*/ 49958 h 580779"/>
                <a:gd name="connsiteX70" fmla="*/ 255901 w 494116"/>
                <a:gd name="connsiteY70" fmla="*/ 51141 h 580779"/>
                <a:gd name="connsiteX71" fmla="*/ 255858 w 494116"/>
                <a:gd name="connsiteY71" fmla="*/ 51725 h 580779"/>
                <a:gd name="connsiteX72" fmla="*/ 255972 w 494116"/>
                <a:gd name="connsiteY72" fmla="*/ 52274 h 580779"/>
                <a:gd name="connsiteX73" fmla="*/ 255744 w 494116"/>
                <a:gd name="connsiteY73" fmla="*/ 53400 h 580779"/>
                <a:gd name="connsiteX74" fmla="*/ 255388 w 494116"/>
                <a:gd name="connsiteY74" fmla="*/ 55146 h 580779"/>
                <a:gd name="connsiteX75" fmla="*/ 254597 w 494116"/>
                <a:gd name="connsiteY75" fmla="*/ 56735 h 580779"/>
                <a:gd name="connsiteX76" fmla="*/ 254105 w 494116"/>
                <a:gd name="connsiteY76" fmla="*/ 57719 h 580779"/>
                <a:gd name="connsiteX77" fmla="*/ 210454 w 494116"/>
                <a:gd name="connsiteY77" fmla="*/ 114133 h 580779"/>
                <a:gd name="connsiteX78" fmla="*/ 210350 w 494116"/>
                <a:gd name="connsiteY78" fmla="*/ 114268 h 580779"/>
                <a:gd name="connsiteX79" fmla="*/ 197838 w 494116"/>
                <a:gd name="connsiteY79" fmla="*/ 115741 h 580779"/>
                <a:gd name="connsiteX80" fmla="*/ 196365 w 494116"/>
                <a:gd name="connsiteY80" fmla="*/ 103229 h 580779"/>
                <a:gd name="connsiteX81" fmla="*/ 228257 w 494116"/>
                <a:gd name="connsiteY81" fmla="*/ 62009 h 580779"/>
                <a:gd name="connsiteX82" fmla="*/ 26562 w 494116"/>
                <a:gd name="connsiteY82" fmla="*/ 227806 h 580779"/>
                <a:gd name="connsiteX83" fmla="*/ 184399 w 494116"/>
                <a:gd name="connsiteY83" fmla="*/ 510989 h 580779"/>
                <a:gd name="connsiteX84" fmla="*/ 184413 w 494116"/>
                <a:gd name="connsiteY84" fmla="*/ 510996 h 580779"/>
                <a:gd name="connsiteX85" fmla="*/ 190481 w 494116"/>
                <a:gd name="connsiteY85" fmla="*/ 521868 h 580779"/>
                <a:gd name="connsiteX86" fmla="*/ 179553 w 494116"/>
                <a:gd name="connsiteY86" fmla="*/ 528136 h 580779"/>
                <a:gd name="connsiteX87" fmla="*/ 1243 w 494116"/>
                <a:gd name="connsiteY87" fmla="*/ 315023 h 580779"/>
                <a:gd name="connsiteX88" fmla="*/ 222548 w 494116"/>
                <a:gd name="connsiteY88" fmla="*/ 44584 h 580779"/>
                <a:gd name="connsiteX89" fmla="*/ 185490 w 494116"/>
                <a:gd name="connsiteY89" fmla="*/ 15964 h 580779"/>
                <a:gd name="connsiteX90" fmla="*/ 183886 w 494116"/>
                <a:gd name="connsiteY90" fmla="*/ 3463 h 580779"/>
                <a:gd name="connsiteX91" fmla="*/ 196386 w 494116"/>
                <a:gd name="connsiteY91" fmla="*/ 1860 h 58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94116" h="580779">
                  <a:moveTo>
                    <a:pt x="158742" y="157000"/>
                  </a:moveTo>
                  <a:cubicBezTo>
                    <a:pt x="165591" y="155047"/>
                    <a:pt x="182509" y="152931"/>
                    <a:pt x="192487" y="175351"/>
                  </a:cubicBezTo>
                  <a:lnTo>
                    <a:pt x="212905" y="221332"/>
                  </a:lnTo>
                  <a:cubicBezTo>
                    <a:pt x="221086" y="242927"/>
                    <a:pt x="208137" y="255484"/>
                    <a:pt x="200419" y="262988"/>
                  </a:cubicBezTo>
                  <a:cubicBezTo>
                    <a:pt x="198195" y="265148"/>
                    <a:pt x="194062" y="269167"/>
                    <a:pt x="194119" y="270471"/>
                  </a:cubicBezTo>
                  <a:cubicBezTo>
                    <a:pt x="195024" y="275603"/>
                    <a:pt x="210446" y="296448"/>
                    <a:pt x="219646" y="306689"/>
                  </a:cubicBezTo>
                  <a:cubicBezTo>
                    <a:pt x="229702" y="317871"/>
                    <a:pt x="262021" y="342843"/>
                    <a:pt x="277365" y="346548"/>
                  </a:cubicBezTo>
                  <a:cubicBezTo>
                    <a:pt x="278719" y="346548"/>
                    <a:pt x="281598" y="343968"/>
                    <a:pt x="285917" y="338887"/>
                  </a:cubicBezTo>
                  <a:cubicBezTo>
                    <a:pt x="286836" y="337790"/>
                    <a:pt x="287692" y="336813"/>
                    <a:pt x="288404" y="336037"/>
                  </a:cubicBezTo>
                  <a:cubicBezTo>
                    <a:pt x="290913" y="333378"/>
                    <a:pt x="293044" y="330991"/>
                    <a:pt x="294897" y="328910"/>
                  </a:cubicBezTo>
                  <a:cubicBezTo>
                    <a:pt x="306107" y="316331"/>
                    <a:pt x="312799" y="310231"/>
                    <a:pt x="331000" y="319980"/>
                  </a:cubicBezTo>
                  <a:lnTo>
                    <a:pt x="376932" y="344610"/>
                  </a:lnTo>
                  <a:cubicBezTo>
                    <a:pt x="384060" y="348730"/>
                    <a:pt x="388267" y="356508"/>
                    <a:pt x="387814" y="364728"/>
                  </a:cubicBezTo>
                  <a:cubicBezTo>
                    <a:pt x="387415" y="382695"/>
                    <a:pt x="368821" y="406654"/>
                    <a:pt x="353093" y="415271"/>
                  </a:cubicBezTo>
                  <a:cubicBezTo>
                    <a:pt x="340886" y="421821"/>
                    <a:pt x="327213" y="425156"/>
                    <a:pt x="313362" y="424963"/>
                  </a:cubicBezTo>
                  <a:cubicBezTo>
                    <a:pt x="312364" y="424968"/>
                    <a:pt x="311362" y="424953"/>
                    <a:pt x="310354" y="424920"/>
                  </a:cubicBezTo>
                  <a:cubicBezTo>
                    <a:pt x="305436" y="424772"/>
                    <a:pt x="301569" y="420666"/>
                    <a:pt x="301717" y="415748"/>
                  </a:cubicBezTo>
                  <a:cubicBezTo>
                    <a:pt x="301718" y="415625"/>
                    <a:pt x="301722" y="415503"/>
                    <a:pt x="301728" y="415380"/>
                  </a:cubicBezTo>
                  <a:cubicBezTo>
                    <a:pt x="301972" y="410569"/>
                    <a:pt x="306070" y="406866"/>
                    <a:pt x="310882" y="407111"/>
                  </a:cubicBezTo>
                  <a:cubicBezTo>
                    <a:pt x="322565" y="407687"/>
                    <a:pt x="334189" y="405110"/>
                    <a:pt x="344534" y="399649"/>
                  </a:cubicBezTo>
                  <a:cubicBezTo>
                    <a:pt x="355210" y="393798"/>
                    <a:pt x="369762" y="375262"/>
                    <a:pt x="370004" y="364336"/>
                  </a:cubicBezTo>
                  <a:cubicBezTo>
                    <a:pt x="370062" y="361486"/>
                    <a:pt x="369092" y="360666"/>
                    <a:pt x="368087" y="360060"/>
                  </a:cubicBezTo>
                  <a:lnTo>
                    <a:pt x="322570" y="335673"/>
                  </a:lnTo>
                  <a:cubicBezTo>
                    <a:pt x="317581" y="332972"/>
                    <a:pt x="316148" y="332929"/>
                    <a:pt x="315942" y="332972"/>
                  </a:cubicBezTo>
                  <a:cubicBezTo>
                    <a:pt x="313064" y="335259"/>
                    <a:pt x="310462" y="337873"/>
                    <a:pt x="308188" y="340762"/>
                  </a:cubicBezTo>
                  <a:cubicBezTo>
                    <a:pt x="306242" y="342942"/>
                    <a:pt x="304012" y="345444"/>
                    <a:pt x="301375" y="348252"/>
                  </a:cubicBezTo>
                  <a:cubicBezTo>
                    <a:pt x="300812" y="348843"/>
                    <a:pt x="300185" y="349599"/>
                    <a:pt x="299472" y="350425"/>
                  </a:cubicBezTo>
                  <a:cubicBezTo>
                    <a:pt x="294576" y="356176"/>
                    <a:pt x="285490" y="366881"/>
                    <a:pt x="273103" y="363859"/>
                  </a:cubicBezTo>
                  <a:cubicBezTo>
                    <a:pt x="252743" y="358877"/>
                    <a:pt x="217843" y="331304"/>
                    <a:pt x="206377" y="318548"/>
                  </a:cubicBezTo>
                  <a:cubicBezTo>
                    <a:pt x="206084" y="318220"/>
                    <a:pt x="176908" y="285345"/>
                    <a:pt x="176309" y="271184"/>
                  </a:cubicBezTo>
                  <a:cubicBezTo>
                    <a:pt x="176901" y="262799"/>
                    <a:pt x="181179" y="255108"/>
                    <a:pt x="187990" y="250182"/>
                  </a:cubicBezTo>
                  <a:cubicBezTo>
                    <a:pt x="196050" y="242342"/>
                    <a:pt x="200091" y="237831"/>
                    <a:pt x="196421" y="228089"/>
                  </a:cubicBezTo>
                  <a:lnTo>
                    <a:pt x="176195" y="182585"/>
                  </a:lnTo>
                  <a:cubicBezTo>
                    <a:pt x="171463" y="171902"/>
                    <a:pt x="166368" y="173348"/>
                    <a:pt x="163624" y="174132"/>
                  </a:cubicBezTo>
                  <a:cubicBezTo>
                    <a:pt x="145472" y="179306"/>
                    <a:pt x="121591" y="217526"/>
                    <a:pt x="124313" y="237033"/>
                  </a:cubicBezTo>
                  <a:cubicBezTo>
                    <a:pt x="132031" y="292393"/>
                    <a:pt x="205158" y="372368"/>
                    <a:pt x="271956" y="398416"/>
                  </a:cubicBezTo>
                  <a:cubicBezTo>
                    <a:pt x="276539" y="400207"/>
                    <a:pt x="278803" y="405374"/>
                    <a:pt x="277012" y="409958"/>
                  </a:cubicBezTo>
                  <a:cubicBezTo>
                    <a:pt x="275222" y="414541"/>
                    <a:pt x="270054" y="416805"/>
                    <a:pt x="265471" y="415014"/>
                  </a:cubicBezTo>
                  <a:cubicBezTo>
                    <a:pt x="192451" y="386493"/>
                    <a:pt x="115284" y="301194"/>
                    <a:pt x="106675" y="239492"/>
                  </a:cubicBezTo>
                  <a:cubicBezTo>
                    <a:pt x="102784" y="211526"/>
                    <a:pt x="132466" y="164504"/>
                    <a:pt x="158742" y="157000"/>
                  </a:cubicBezTo>
                  <a:close/>
                  <a:moveTo>
                    <a:pt x="313469" y="52380"/>
                  </a:moveTo>
                  <a:cubicBezTo>
                    <a:pt x="420141" y="82397"/>
                    <a:pt x="493908" y="179597"/>
                    <a:pt x="494116" y="290411"/>
                  </a:cubicBezTo>
                  <a:cubicBezTo>
                    <a:pt x="493931" y="417288"/>
                    <a:pt x="397794" y="523458"/>
                    <a:pt x="271557" y="536195"/>
                  </a:cubicBezTo>
                  <a:lnTo>
                    <a:pt x="308615" y="564816"/>
                  </a:lnTo>
                  <a:cubicBezTo>
                    <a:pt x="312510" y="567825"/>
                    <a:pt x="313228" y="573421"/>
                    <a:pt x="310219" y="577316"/>
                  </a:cubicBezTo>
                  <a:cubicBezTo>
                    <a:pt x="307210" y="581211"/>
                    <a:pt x="301613" y="581928"/>
                    <a:pt x="297719" y="578919"/>
                  </a:cubicBezTo>
                  <a:lnTo>
                    <a:pt x="241596" y="535561"/>
                  </a:lnTo>
                  <a:cubicBezTo>
                    <a:pt x="241440" y="535447"/>
                    <a:pt x="241361" y="535262"/>
                    <a:pt x="241219" y="535133"/>
                  </a:cubicBezTo>
                  <a:cubicBezTo>
                    <a:pt x="239992" y="533958"/>
                    <a:pt x="239091" y="532485"/>
                    <a:pt x="238603" y="530857"/>
                  </a:cubicBezTo>
                  <a:cubicBezTo>
                    <a:pt x="238442" y="530473"/>
                    <a:pt x="238308" y="530078"/>
                    <a:pt x="238204" y="529674"/>
                  </a:cubicBezTo>
                  <a:cubicBezTo>
                    <a:pt x="238183" y="529475"/>
                    <a:pt x="238254" y="529282"/>
                    <a:pt x="238247" y="529090"/>
                  </a:cubicBezTo>
                  <a:cubicBezTo>
                    <a:pt x="238240" y="528897"/>
                    <a:pt x="238140" y="528734"/>
                    <a:pt x="238140" y="528541"/>
                  </a:cubicBezTo>
                  <a:cubicBezTo>
                    <a:pt x="238190" y="528161"/>
                    <a:pt x="238267" y="527785"/>
                    <a:pt x="238368" y="527415"/>
                  </a:cubicBezTo>
                  <a:cubicBezTo>
                    <a:pt x="238426" y="526822"/>
                    <a:pt x="238546" y="526237"/>
                    <a:pt x="238724" y="525669"/>
                  </a:cubicBezTo>
                  <a:cubicBezTo>
                    <a:pt x="238932" y="525113"/>
                    <a:pt x="239197" y="524581"/>
                    <a:pt x="239515" y="524080"/>
                  </a:cubicBezTo>
                  <a:cubicBezTo>
                    <a:pt x="239659" y="523742"/>
                    <a:pt x="239823" y="523414"/>
                    <a:pt x="240007" y="523096"/>
                  </a:cubicBezTo>
                  <a:lnTo>
                    <a:pt x="283658" y="466682"/>
                  </a:lnTo>
                  <a:cubicBezTo>
                    <a:pt x="283692" y="466637"/>
                    <a:pt x="283727" y="466592"/>
                    <a:pt x="283762" y="466547"/>
                  </a:cubicBezTo>
                  <a:cubicBezTo>
                    <a:pt x="286810" y="462685"/>
                    <a:pt x="292412" y="462026"/>
                    <a:pt x="296274" y="465074"/>
                  </a:cubicBezTo>
                  <a:cubicBezTo>
                    <a:pt x="300136" y="468122"/>
                    <a:pt x="300795" y="473724"/>
                    <a:pt x="297747" y="477586"/>
                  </a:cubicBezTo>
                  <a:lnTo>
                    <a:pt x="265856" y="518806"/>
                  </a:lnTo>
                  <a:cubicBezTo>
                    <a:pt x="361476" y="510946"/>
                    <a:pt x="442085" y="444371"/>
                    <a:pt x="467874" y="351960"/>
                  </a:cubicBezTo>
                  <a:cubicBezTo>
                    <a:pt x="501906" y="230016"/>
                    <a:pt x="430639" y="103573"/>
                    <a:pt x="308694" y="69541"/>
                  </a:cubicBezTo>
                  <a:cubicBezTo>
                    <a:pt x="308576" y="69511"/>
                    <a:pt x="308458" y="69478"/>
                    <a:pt x="308341" y="69443"/>
                  </a:cubicBezTo>
                  <a:cubicBezTo>
                    <a:pt x="303630" y="68027"/>
                    <a:pt x="300958" y="63060"/>
                    <a:pt x="302374" y="58348"/>
                  </a:cubicBezTo>
                  <a:cubicBezTo>
                    <a:pt x="303789" y="53636"/>
                    <a:pt x="308757" y="50964"/>
                    <a:pt x="313469" y="52380"/>
                  </a:cubicBezTo>
                  <a:close/>
                  <a:moveTo>
                    <a:pt x="196386" y="1860"/>
                  </a:moveTo>
                  <a:lnTo>
                    <a:pt x="252509" y="45254"/>
                  </a:lnTo>
                  <a:cubicBezTo>
                    <a:pt x="252665" y="45368"/>
                    <a:pt x="252744" y="45553"/>
                    <a:pt x="252886" y="45682"/>
                  </a:cubicBezTo>
                  <a:cubicBezTo>
                    <a:pt x="254113" y="46857"/>
                    <a:pt x="255014" y="48330"/>
                    <a:pt x="255502" y="49958"/>
                  </a:cubicBezTo>
                  <a:cubicBezTo>
                    <a:pt x="255663" y="50342"/>
                    <a:pt x="255797" y="50737"/>
                    <a:pt x="255901" y="51141"/>
                  </a:cubicBezTo>
                  <a:cubicBezTo>
                    <a:pt x="255922" y="51340"/>
                    <a:pt x="255844" y="51533"/>
                    <a:pt x="255858" y="51725"/>
                  </a:cubicBezTo>
                  <a:cubicBezTo>
                    <a:pt x="255872" y="51918"/>
                    <a:pt x="255972" y="52081"/>
                    <a:pt x="255972" y="52274"/>
                  </a:cubicBezTo>
                  <a:cubicBezTo>
                    <a:pt x="255922" y="52654"/>
                    <a:pt x="255846" y="53030"/>
                    <a:pt x="255744" y="53400"/>
                  </a:cubicBezTo>
                  <a:cubicBezTo>
                    <a:pt x="255686" y="53993"/>
                    <a:pt x="255567" y="54578"/>
                    <a:pt x="255388" y="55146"/>
                  </a:cubicBezTo>
                  <a:cubicBezTo>
                    <a:pt x="255180" y="55702"/>
                    <a:pt x="254915" y="56234"/>
                    <a:pt x="254597" y="56735"/>
                  </a:cubicBezTo>
                  <a:cubicBezTo>
                    <a:pt x="254454" y="57073"/>
                    <a:pt x="254289" y="57401"/>
                    <a:pt x="254105" y="57719"/>
                  </a:cubicBezTo>
                  <a:lnTo>
                    <a:pt x="210454" y="114133"/>
                  </a:lnTo>
                  <a:cubicBezTo>
                    <a:pt x="210420" y="114178"/>
                    <a:pt x="210385" y="114223"/>
                    <a:pt x="210350" y="114268"/>
                  </a:cubicBezTo>
                  <a:cubicBezTo>
                    <a:pt x="207302" y="118130"/>
                    <a:pt x="201700" y="118789"/>
                    <a:pt x="197838" y="115741"/>
                  </a:cubicBezTo>
                  <a:cubicBezTo>
                    <a:pt x="193976" y="112693"/>
                    <a:pt x="193317" y="107091"/>
                    <a:pt x="196365" y="103229"/>
                  </a:cubicBezTo>
                  <a:lnTo>
                    <a:pt x="228257" y="62009"/>
                  </a:lnTo>
                  <a:cubicBezTo>
                    <a:pt x="133047" y="69850"/>
                    <a:pt x="52679" y="135913"/>
                    <a:pt x="26562" y="227806"/>
                  </a:cubicBezTo>
                  <a:cubicBezTo>
                    <a:pt x="-8052" y="349590"/>
                    <a:pt x="62614" y="476375"/>
                    <a:pt x="184399" y="510989"/>
                  </a:cubicBezTo>
                  <a:lnTo>
                    <a:pt x="184413" y="510996"/>
                  </a:lnTo>
                  <a:cubicBezTo>
                    <a:pt x="189053" y="512370"/>
                    <a:pt x="191747" y="517197"/>
                    <a:pt x="190481" y="521868"/>
                  </a:cubicBezTo>
                  <a:cubicBezTo>
                    <a:pt x="189194" y="526616"/>
                    <a:pt x="184302" y="529422"/>
                    <a:pt x="179553" y="528136"/>
                  </a:cubicBezTo>
                  <a:cubicBezTo>
                    <a:pt x="82020" y="500411"/>
                    <a:pt x="11324" y="415917"/>
                    <a:pt x="1243" y="315023"/>
                  </a:cubicBezTo>
                  <a:cubicBezTo>
                    <a:pt x="-12325" y="179232"/>
                    <a:pt x="86756" y="58152"/>
                    <a:pt x="222548" y="44584"/>
                  </a:cubicBezTo>
                  <a:lnTo>
                    <a:pt x="185490" y="15964"/>
                  </a:lnTo>
                  <a:cubicBezTo>
                    <a:pt x="181595" y="12955"/>
                    <a:pt x="180877" y="7358"/>
                    <a:pt x="183886" y="3463"/>
                  </a:cubicBezTo>
                  <a:cubicBezTo>
                    <a:pt x="186895" y="-431"/>
                    <a:pt x="192492" y="-1149"/>
                    <a:pt x="196386" y="186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31" name="Group 233">
            <a:extLst>
              <a:ext uri="{FF2B5EF4-FFF2-40B4-BE49-F238E27FC236}">
                <a16:creationId xmlns:a16="http://schemas.microsoft.com/office/drawing/2014/main" id="{92223FA7-AED4-82F0-4420-00B01C30476C}"/>
              </a:ext>
            </a:extLst>
          </p:cNvPr>
          <p:cNvGrpSpPr/>
          <p:nvPr/>
        </p:nvGrpSpPr>
        <p:grpSpPr>
          <a:xfrm>
            <a:off x="717226" y="5027359"/>
            <a:ext cx="580823" cy="487075"/>
            <a:chOff x="717226" y="5027359"/>
            <a:chExt cx="580823" cy="487075"/>
          </a:xfrm>
        </p:grpSpPr>
        <p:sp>
          <p:nvSpPr>
            <p:cNvPr id="232" name="Freeform: Shape 206">
              <a:extLst>
                <a:ext uri="{FF2B5EF4-FFF2-40B4-BE49-F238E27FC236}">
                  <a16:creationId xmlns:a16="http://schemas.microsoft.com/office/drawing/2014/main" id="{57DD88E2-3288-8ADE-7CC1-A497C32AEF6F}"/>
                </a:ext>
              </a:extLst>
            </p:cNvPr>
            <p:cNvSpPr/>
            <p:nvPr/>
          </p:nvSpPr>
          <p:spPr>
            <a:xfrm>
              <a:off x="726134" y="5102176"/>
              <a:ext cx="563005" cy="403349"/>
            </a:xfrm>
            <a:custGeom>
              <a:avLst/>
              <a:gdLst>
                <a:gd name="connsiteX0" fmla="*/ 26810 w 563005"/>
                <a:gd name="connsiteY0" fmla="*/ 247815 h 403348"/>
                <a:gd name="connsiteX1" fmla="*/ 536195 w 563005"/>
                <a:gd name="connsiteY1" fmla="*/ 247815 h 403348"/>
                <a:gd name="connsiteX2" fmla="*/ 563005 w 563005"/>
                <a:gd name="connsiteY2" fmla="*/ 274625 h 403348"/>
                <a:gd name="connsiteX3" fmla="*/ 563005 w 563005"/>
                <a:gd name="connsiteY3" fmla="*/ 376538 h 403348"/>
                <a:gd name="connsiteX4" fmla="*/ 536195 w 563005"/>
                <a:gd name="connsiteY4" fmla="*/ 403348 h 403348"/>
                <a:gd name="connsiteX5" fmla="*/ 26810 w 563005"/>
                <a:gd name="connsiteY5" fmla="*/ 403348 h 403348"/>
                <a:gd name="connsiteX6" fmla="*/ 0 w 563005"/>
                <a:gd name="connsiteY6" fmla="*/ 376538 h 403348"/>
                <a:gd name="connsiteX7" fmla="*/ 0 w 563005"/>
                <a:gd name="connsiteY7" fmla="*/ 274625 h 403348"/>
                <a:gd name="connsiteX8" fmla="*/ 26810 w 563005"/>
                <a:gd name="connsiteY8" fmla="*/ 247815 h 403348"/>
                <a:gd name="connsiteX9" fmla="*/ 281504 w 563005"/>
                <a:gd name="connsiteY9" fmla="*/ 0 h 403348"/>
                <a:gd name="connsiteX10" fmla="*/ 305000 w 563005"/>
                <a:gd name="connsiteY10" fmla="*/ 23498 h 403348"/>
                <a:gd name="connsiteX11" fmla="*/ 281504 w 563005"/>
                <a:gd name="connsiteY11" fmla="*/ 46994 h 403348"/>
                <a:gd name="connsiteX12" fmla="*/ 258006 w 563005"/>
                <a:gd name="connsiteY12" fmla="*/ 23498 h 403348"/>
                <a:gd name="connsiteX13" fmla="*/ 281504 w 563005"/>
                <a:gd name="connsiteY13" fmla="*/ 0 h 40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3005" h="403348">
                  <a:moveTo>
                    <a:pt x="26810" y="247815"/>
                  </a:moveTo>
                  <a:lnTo>
                    <a:pt x="536195" y="247815"/>
                  </a:lnTo>
                  <a:cubicBezTo>
                    <a:pt x="551002" y="247815"/>
                    <a:pt x="563005" y="259818"/>
                    <a:pt x="563005" y="274625"/>
                  </a:cubicBezTo>
                  <a:lnTo>
                    <a:pt x="563005" y="376538"/>
                  </a:lnTo>
                  <a:cubicBezTo>
                    <a:pt x="563005" y="391345"/>
                    <a:pt x="551002" y="403348"/>
                    <a:pt x="536195" y="403348"/>
                  </a:cubicBezTo>
                  <a:lnTo>
                    <a:pt x="26810" y="403348"/>
                  </a:lnTo>
                  <a:cubicBezTo>
                    <a:pt x="12003" y="403348"/>
                    <a:pt x="0" y="391345"/>
                    <a:pt x="0" y="376538"/>
                  </a:cubicBezTo>
                  <a:lnTo>
                    <a:pt x="0" y="274625"/>
                  </a:lnTo>
                  <a:cubicBezTo>
                    <a:pt x="0" y="259818"/>
                    <a:pt x="12003" y="247815"/>
                    <a:pt x="26810" y="247815"/>
                  </a:cubicBezTo>
                  <a:close/>
                  <a:moveTo>
                    <a:pt x="281504" y="0"/>
                  </a:moveTo>
                  <a:cubicBezTo>
                    <a:pt x="294480" y="0"/>
                    <a:pt x="305000" y="10520"/>
                    <a:pt x="305000" y="23498"/>
                  </a:cubicBezTo>
                  <a:cubicBezTo>
                    <a:pt x="305000" y="36474"/>
                    <a:pt x="294480" y="46994"/>
                    <a:pt x="281504" y="46994"/>
                  </a:cubicBezTo>
                  <a:cubicBezTo>
                    <a:pt x="268526" y="46994"/>
                    <a:pt x="258006" y="36474"/>
                    <a:pt x="258006" y="23498"/>
                  </a:cubicBezTo>
                  <a:cubicBezTo>
                    <a:pt x="258006" y="10520"/>
                    <a:pt x="268526" y="0"/>
                    <a:pt x="281504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" name="Freeform: Shape 207">
              <a:extLst>
                <a:ext uri="{FF2B5EF4-FFF2-40B4-BE49-F238E27FC236}">
                  <a16:creationId xmlns:a16="http://schemas.microsoft.com/office/drawing/2014/main" id="{CB523AB0-3474-E426-5588-3F2C0363DAE5}"/>
                </a:ext>
              </a:extLst>
            </p:cNvPr>
            <p:cNvSpPr/>
            <p:nvPr/>
          </p:nvSpPr>
          <p:spPr>
            <a:xfrm>
              <a:off x="717226" y="5027359"/>
              <a:ext cx="580823" cy="487075"/>
            </a:xfrm>
            <a:custGeom>
              <a:avLst/>
              <a:gdLst>
                <a:gd name="connsiteX0" fmla="*/ 254521 w 580823"/>
                <a:gd name="connsiteY0" fmla="*/ 294511 h 487074"/>
                <a:gd name="connsiteX1" fmla="*/ 241779 w 580823"/>
                <a:gd name="connsiteY1" fmla="*/ 307253 h 487074"/>
                <a:gd name="connsiteX2" fmla="*/ 241779 w 580823"/>
                <a:gd name="connsiteY2" fmla="*/ 313724 h 487074"/>
                <a:gd name="connsiteX3" fmla="*/ 339044 w 580823"/>
                <a:gd name="connsiteY3" fmla="*/ 313724 h 487074"/>
                <a:gd name="connsiteX4" fmla="*/ 339044 w 580823"/>
                <a:gd name="connsiteY4" fmla="*/ 307253 h 487074"/>
                <a:gd name="connsiteX5" fmla="*/ 326302 w 580823"/>
                <a:gd name="connsiteY5" fmla="*/ 294511 h 487074"/>
                <a:gd name="connsiteX6" fmla="*/ 254521 w 580823"/>
                <a:gd name="connsiteY6" fmla="*/ 276694 h 487074"/>
                <a:gd name="connsiteX7" fmla="*/ 326302 w 580823"/>
                <a:gd name="connsiteY7" fmla="*/ 276694 h 487074"/>
                <a:gd name="connsiteX8" fmla="*/ 356861 w 580823"/>
                <a:gd name="connsiteY8" fmla="*/ 307253 h 487074"/>
                <a:gd name="connsiteX9" fmla="*/ 356861 w 580823"/>
                <a:gd name="connsiteY9" fmla="*/ 313724 h 487074"/>
                <a:gd name="connsiteX10" fmla="*/ 545104 w 580823"/>
                <a:gd name="connsiteY10" fmla="*/ 313724 h 487074"/>
                <a:gd name="connsiteX11" fmla="*/ 580823 w 580823"/>
                <a:gd name="connsiteY11" fmla="*/ 349444 h 487074"/>
                <a:gd name="connsiteX12" fmla="*/ 580823 w 580823"/>
                <a:gd name="connsiteY12" fmla="*/ 364039 h 487074"/>
                <a:gd name="connsiteX13" fmla="*/ 571915 w 580823"/>
                <a:gd name="connsiteY13" fmla="*/ 372948 h 487074"/>
                <a:gd name="connsiteX14" fmla="*/ 563006 w 580823"/>
                <a:gd name="connsiteY14" fmla="*/ 364039 h 487074"/>
                <a:gd name="connsiteX15" fmla="*/ 563006 w 580823"/>
                <a:gd name="connsiteY15" fmla="*/ 349444 h 487074"/>
                <a:gd name="connsiteX16" fmla="*/ 545104 w 580823"/>
                <a:gd name="connsiteY16" fmla="*/ 331542 h 487074"/>
                <a:gd name="connsiteX17" fmla="*/ 35719 w 580823"/>
                <a:gd name="connsiteY17" fmla="*/ 331542 h 487074"/>
                <a:gd name="connsiteX18" fmla="*/ 17817 w 580823"/>
                <a:gd name="connsiteY18" fmla="*/ 349444 h 487074"/>
                <a:gd name="connsiteX19" fmla="*/ 17817 w 580823"/>
                <a:gd name="connsiteY19" fmla="*/ 391491 h 487074"/>
                <a:gd name="connsiteX20" fmla="*/ 454325 w 580823"/>
                <a:gd name="connsiteY20" fmla="*/ 391491 h 487074"/>
                <a:gd name="connsiteX21" fmla="*/ 463233 w 580823"/>
                <a:gd name="connsiteY21" fmla="*/ 400399 h 487074"/>
                <a:gd name="connsiteX22" fmla="*/ 454325 w 580823"/>
                <a:gd name="connsiteY22" fmla="*/ 409308 h 487074"/>
                <a:gd name="connsiteX23" fmla="*/ 17817 w 580823"/>
                <a:gd name="connsiteY23" fmla="*/ 409308 h 487074"/>
                <a:gd name="connsiteX24" fmla="*/ 17817 w 580823"/>
                <a:gd name="connsiteY24" fmla="*/ 451355 h 487074"/>
                <a:gd name="connsiteX25" fmla="*/ 35719 w 580823"/>
                <a:gd name="connsiteY25" fmla="*/ 469257 h 487074"/>
                <a:gd name="connsiteX26" fmla="*/ 545104 w 580823"/>
                <a:gd name="connsiteY26" fmla="*/ 469257 h 487074"/>
                <a:gd name="connsiteX27" fmla="*/ 563006 w 580823"/>
                <a:gd name="connsiteY27" fmla="*/ 451355 h 487074"/>
                <a:gd name="connsiteX28" fmla="*/ 563006 w 580823"/>
                <a:gd name="connsiteY28" fmla="*/ 400399 h 487074"/>
                <a:gd name="connsiteX29" fmla="*/ 571915 w 580823"/>
                <a:gd name="connsiteY29" fmla="*/ 391491 h 487074"/>
                <a:gd name="connsiteX30" fmla="*/ 580823 w 580823"/>
                <a:gd name="connsiteY30" fmla="*/ 400399 h 487074"/>
                <a:gd name="connsiteX31" fmla="*/ 580823 w 580823"/>
                <a:gd name="connsiteY31" fmla="*/ 451355 h 487074"/>
                <a:gd name="connsiteX32" fmla="*/ 545104 w 580823"/>
                <a:gd name="connsiteY32" fmla="*/ 487074 h 487074"/>
                <a:gd name="connsiteX33" fmla="*/ 35719 w 580823"/>
                <a:gd name="connsiteY33" fmla="*/ 487074 h 487074"/>
                <a:gd name="connsiteX34" fmla="*/ 0 w 580823"/>
                <a:gd name="connsiteY34" fmla="*/ 451355 h 487074"/>
                <a:gd name="connsiteX35" fmla="*/ 0 w 580823"/>
                <a:gd name="connsiteY35" fmla="*/ 349444 h 487074"/>
                <a:gd name="connsiteX36" fmla="*/ 35719 w 580823"/>
                <a:gd name="connsiteY36" fmla="*/ 313724 h 487074"/>
                <a:gd name="connsiteX37" fmla="*/ 223962 w 580823"/>
                <a:gd name="connsiteY37" fmla="*/ 313724 h 487074"/>
                <a:gd name="connsiteX38" fmla="*/ 223962 w 580823"/>
                <a:gd name="connsiteY38" fmla="*/ 307253 h 487074"/>
                <a:gd name="connsiteX39" fmla="*/ 254521 w 580823"/>
                <a:gd name="connsiteY39" fmla="*/ 276694 h 487074"/>
                <a:gd name="connsiteX40" fmla="*/ 290411 w 580823"/>
                <a:gd name="connsiteY40" fmla="*/ 83718 h 487074"/>
                <a:gd name="connsiteX41" fmla="*/ 275815 w 580823"/>
                <a:gd name="connsiteY41" fmla="*/ 98314 h 487074"/>
                <a:gd name="connsiteX42" fmla="*/ 290397 w 580823"/>
                <a:gd name="connsiteY42" fmla="*/ 112895 h 487074"/>
                <a:gd name="connsiteX43" fmla="*/ 304992 w 580823"/>
                <a:gd name="connsiteY43" fmla="*/ 98314 h 487074"/>
                <a:gd name="connsiteX44" fmla="*/ 290411 w 580823"/>
                <a:gd name="connsiteY44" fmla="*/ 83718 h 487074"/>
                <a:gd name="connsiteX45" fmla="*/ 281573 w 580823"/>
                <a:gd name="connsiteY45" fmla="*/ 67108 h 487074"/>
                <a:gd name="connsiteX46" fmla="*/ 321482 w 580823"/>
                <a:gd name="connsiteY46" fmla="*/ 89470 h 487074"/>
                <a:gd name="connsiteX47" fmla="*/ 299120 w 580823"/>
                <a:gd name="connsiteY47" fmla="*/ 129380 h 487074"/>
                <a:gd name="connsiteX48" fmla="*/ 299319 w 580823"/>
                <a:gd name="connsiteY48" fmla="*/ 130356 h 487074"/>
                <a:gd name="connsiteX49" fmla="*/ 299319 w 580823"/>
                <a:gd name="connsiteY49" fmla="*/ 249970 h 487074"/>
                <a:gd name="connsiteX50" fmla="*/ 290411 w 580823"/>
                <a:gd name="connsiteY50" fmla="*/ 258878 h 487074"/>
                <a:gd name="connsiteX51" fmla="*/ 281502 w 580823"/>
                <a:gd name="connsiteY51" fmla="*/ 249970 h 487074"/>
                <a:gd name="connsiteX52" fmla="*/ 281502 w 580823"/>
                <a:gd name="connsiteY52" fmla="*/ 130356 h 487074"/>
                <a:gd name="connsiteX53" fmla="*/ 281701 w 580823"/>
                <a:gd name="connsiteY53" fmla="*/ 129380 h 487074"/>
                <a:gd name="connsiteX54" fmla="*/ 257998 w 580823"/>
                <a:gd name="connsiteY54" fmla="*/ 98314 h 487074"/>
                <a:gd name="connsiteX55" fmla="*/ 281573 w 580823"/>
                <a:gd name="connsiteY55" fmla="*/ 67108 h 487074"/>
                <a:gd name="connsiteX56" fmla="*/ 259710 w 580823"/>
                <a:gd name="connsiteY56" fmla="*/ 30568 h 487074"/>
                <a:gd name="connsiteX57" fmla="*/ 271497 w 580823"/>
                <a:gd name="connsiteY57" fmla="*/ 34993 h 487074"/>
                <a:gd name="connsiteX58" fmla="*/ 267071 w 580823"/>
                <a:gd name="connsiteY58" fmla="*/ 46781 h 487074"/>
                <a:gd name="connsiteX59" fmla="*/ 239006 w 580823"/>
                <a:gd name="connsiteY59" fmla="*/ 74718 h 487074"/>
                <a:gd name="connsiteX60" fmla="*/ 266836 w 580823"/>
                <a:gd name="connsiteY60" fmla="*/ 149704 h 487074"/>
                <a:gd name="connsiteX61" fmla="*/ 272028 w 580823"/>
                <a:gd name="connsiteY61" fmla="*/ 157803 h 487074"/>
                <a:gd name="connsiteX62" fmla="*/ 263116 w 580823"/>
                <a:gd name="connsiteY62" fmla="*/ 166708 h 487074"/>
                <a:gd name="connsiteX63" fmla="*/ 259410 w 580823"/>
                <a:gd name="connsiteY63" fmla="*/ 165896 h 487074"/>
                <a:gd name="connsiteX64" fmla="*/ 216065 w 580823"/>
                <a:gd name="connsiteY64" fmla="*/ 98314 h 487074"/>
                <a:gd name="connsiteX65" fmla="*/ 259710 w 580823"/>
                <a:gd name="connsiteY65" fmla="*/ 30568 h 487074"/>
                <a:gd name="connsiteX66" fmla="*/ 320741 w 580823"/>
                <a:gd name="connsiteY66" fmla="*/ 30390 h 487074"/>
                <a:gd name="connsiteX67" fmla="*/ 358167 w 580823"/>
                <a:gd name="connsiteY67" fmla="*/ 67615 h 487074"/>
                <a:gd name="connsiteX68" fmla="*/ 321105 w 580823"/>
                <a:gd name="connsiteY68" fmla="*/ 166039 h 487074"/>
                <a:gd name="connsiteX69" fmla="*/ 309310 w 580823"/>
                <a:gd name="connsiteY69" fmla="*/ 161606 h 487074"/>
                <a:gd name="connsiteX70" fmla="*/ 313743 w 580823"/>
                <a:gd name="connsiteY70" fmla="*/ 149811 h 487074"/>
                <a:gd name="connsiteX71" fmla="*/ 342015 w 580823"/>
                <a:gd name="connsiteY71" fmla="*/ 121383 h 487074"/>
                <a:gd name="connsiteX72" fmla="*/ 313458 w 580823"/>
                <a:gd name="connsiteY72" fmla="*/ 46682 h 487074"/>
                <a:gd name="connsiteX73" fmla="*/ 313465 w 580823"/>
                <a:gd name="connsiteY73" fmla="*/ 46646 h 487074"/>
                <a:gd name="connsiteX74" fmla="*/ 313024 w 580823"/>
                <a:gd name="connsiteY74" fmla="*/ 46449 h 487074"/>
                <a:gd name="connsiteX75" fmla="*/ 308853 w 580823"/>
                <a:gd name="connsiteY75" fmla="*/ 34561 h 487074"/>
                <a:gd name="connsiteX76" fmla="*/ 320741 w 580823"/>
                <a:gd name="connsiteY76" fmla="*/ 30390 h 487074"/>
                <a:gd name="connsiteX77" fmla="*/ 233548 w 580823"/>
                <a:gd name="connsiteY77" fmla="*/ 1120 h 487074"/>
                <a:gd name="connsiteX78" fmla="*/ 245427 w 580823"/>
                <a:gd name="connsiteY78" fmla="*/ 4219 h 487074"/>
                <a:gd name="connsiteX79" fmla="*/ 242556 w 580823"/>
                <a:gd name="connsiteY79" fmla="*/ 16486 h 487074"/>
                <a:gd name="connsiteX80" fmla="*/ 208552 w 580823"/>
                <a:gd name="connsiteY80" fmla="*/ 50489 h 487074"/>
                <a:gd name="connsiteX81" fmla="*/ 242556 w 580823"/>
                <a:gd name="connsiteY81" fmla="*/ 180150 h 487074"/>
                <a:gd name="connsiteX82" fmla="*/ 245654 w 580823"/>
                <a:gd name="connsiteY82" fmla="*/ 192029 h 487074"/>
                <a:gd name="connsiteX83" fmla="*/ 233548 w 580823"/>
                <a:gd name="connsiteY83" fmla="*/ 195515 h 487074"/>
                <a:gd name="connsiteX84" fmla="*/ 193198 w 580823"/>
                <a:gd name="connsiteY84" fmla="*/ 155167 h 487074"/>
                <a:gd name="connsiteX85" fmla="*/ 233548 w 580823"/>
                <a:gd name="connsiteY85" fmla="*/ 1120 h 487074"/>
                <a:gd name="connsiteX86" fmla="*/ 347267 w 580823"/>
                <a:gd name="connsiteY86" fmla="*/ 1114 h 487074"/>
                <a:gd name="connsiteX87" fmla="*/ 387636 w 580823"/>
                <a:gd name="connsiteY87" fmla="*/ 41481 h 487074"/>
                <a:gd name="connsiteX88" fmla="*/ 347267 w 580823"/>
                <a:gd name="connsiteY88" fmla="*/ 195523 h 487074"/>
                <a:gd name="connsiteX89" fmla="*/ 342770 w 580823"/>
                <a:gd name="connsiteY89" fmla="*/ 196749 h 487074"/>
                <a:gd name="connsiteX90" fmla="*/ 335086 w 580823"/>
                <a:gd name="connsiteY90" fmla="*/ 192350 h 487074"/>
                <a:gd name="connsiteX91" fmla="*/ 338259 w 580823"/>
                <a:gd name="connsiteY91" fmla="*/ 180158 h 487074"/>
                <a:gd name="connsiteX92" fmla="*/ 372211 w 580823"/>
                <a:gd name="connsiteY92" fmla="*/ 146207 h 487074"/>
                <a:gd name="connsiteX93" fmla="*/ 338259 w 580823"/>
                <a:gd name="connsiteY93" fmla="*/ 16479 h 487074"/>
                <a:gd name="connsiteX94" fmla="*/ 335161 w 580823"/>
                <a:gd name="connsiteY94" fmla="*/ 4600 h 487074"/>
                <a:gd name="connsiteX95" fmla="*/ 347267 w 580823"/>
                <a:gd name="connsiteY95" fmla="*/ 1114 h 48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580823" h="487074">
                  <a:moveTo>
                    <a:pt x="254521" y="294511"/>
                  </a:moveTo>
                  <a:cubicBezTo>
                    <a:pt x="247487" y="294519"/>
                    <a:pt x="241787" y="300219"/>
                    <a:pt x="241779" y="307253"/>
                  </a:cubicBezTo>
                  <a:lnTo>
                    <a:pt x="241779" y="313724"/>
                  </a:lnTo>
                  <a:lnTo>
                    <a:pt x="339044" y="313724"/>
                  </a:lnTo>
                  <a:lnTo>
                    <a:pt x="339044" y="307253"/>
                  </a:lnTo>
                  <a:cubicBezTo>
                    <a:pt x="339036" y="300219"/>
                    <a:pt x="333336" y="294519"/>
                    <a:pt x="326302" y="294511"/>
                  </a:cubicBezTo>
                  <a:close/>
                  <a:moveTo>
                    <a:pt x="254521" y="276694"/>
                  </a:moveTo>
                  <a:lnTo>
                    <a:pt x="326302" y="276694"/>
                  </a:lnTo>
                  <a:cubicBezTo>
                    <a:pt x="343171" y="276714"/>
                    <a:pt x="356841" y="290384"/>
                    <a:pt x="356861" y="307253"/>
                  </a:cubicBezTo>
                  <a:lnTo>
                    <a:pt x="356861" y="313724"/>
                  </a:lnTo>
                  <a:lnTo>
                    <a:pt x="545104" y="313724"/>
                  </a:lnTo>
                  <a:cubicBezTo>
                    <a:pt x="564823" y="313744"/>
                    <a:pt x="580803" y="329725"/>
                    <a:pt x="580823" y="349444"/>
                  </a:cubicBezTo>
                  <a:lnTo>
                    <a:pt x="580823" y="364039"/>
                  </a:lnTo>
                  <a:cubicBezTo>
                    <a:pt x="580823" y="368959"/>
                    <a:pt x="576834" y="372948"/>
                    <a:pt x="571915" y="372948"/>
                  </a:cubicBezTo>
                  <a:cubicBezTo>
                    <a:pt x="566995" y="372948"/>
                    <a:pt x="563006" y="368959"/>
                    <a:pt x="563006" y="364039"/>
                  </a:cubicBezTo>
                  <a:lnTo>
                    <a:pt x="563006" y="349444"/>
                  </a:lnTo>
                  <a:cubicBezTo>
                    <a:pt x="562994" y="339562"/>
                    <a:pt x="554986" y="331554"/>
                    <a:pt x="545104" y="331542"/>
                  </a:cubicBezTo>
                  <a:lnTo>
                    <a:pt x="35719" y="331542"/>
                  </a:lnTo>
                  <a:cubicBezTo>
                    <a:pt x="25837" y="331554"/>
                    <a:pt x="17828" y="339562"/>
                    <a:pt x="17817" y="349444"/>
                  </a:cubicBezTo>
                  <a:lnTo>
                    <a:pt x="17817" y="391491"/>
                  </a:lnTo>
                  <a:lnTo>
                    <a:pt x="454325" y="391491"/>
                  </a:lnTo>
                  <a:cubicBezTo>
                    <a:pt x="459245" y="391491"/>
                    <a:pt x="463233" y="395479"/>
                    <a:pt x="463233" y="400399"/>
                  </a:cubicBezTo>
                  <a:cubicBezTo>
                    <a:pt x="463233" y="405319"/>
                    <a:pt x="459245" y="409308"/>
                    <a:pt x="454325" y="409308"/>
                  </a:cubicBezTo>
                  <a:lnTo>
                    <a:pt x="17817" y="409308"/>
                  </a:lnTo>
                  <a:lnTo>
                    <a:pt x="17817" y="451355"/>
                  </a:lnTo>
                  <a:cubicBezTo>
                    <a:pt x="17828" y="461237"/>
                    <a:pt x="25837" y="469245"/>
                    <a:pt x="35719" y="469257"/>
                  </a:cubicBezTo>
                  <a:lnTo>
                    <a:pt x="545104" y="469257"/>
                  </a:lnTo>
                  <a:cubicBezTo>
                    <a:pt x="554986" y="469245"/>
                    <a:pt x="562994" y="461237"/>
                    <a:pt x="563006" y="451355"/>
                  </a:cubicBezTo>
                  <a:lnTo>
                    <a:pt x="563006" y="400399"/>
                  </a:lnTo>
                  <a:cubicBezTo>
                    <a:pt x="563006" y="395479"/>
                    <a:pt x="566995" y="391491"/>
                    <a:pt x="571915" y="391491"/>
                  </a:cubicBezTo>
                  <a:cubicBezTo>
                    <a:pt x="576834" y="391491"/>
                    <a:pt x="580823" y="395479"/>
                    <a:pt x="580823" y="400399"/>
                  </a:cubicBezTo>
                  <a:lnTo>
                    <a:pt x="580823" y="451355"/>
                  </a:lnTo>
                  <a:cubicBezTo>
                    <a:pt x="580803" y="471074"/>
                    <a:pt x="564823" y="487054"/>
                    <a:pt x="545104" y="487074"/>
                  </a:cubicBezTo>
                  <a:lnTo>
                    <a:pt x="35719" y="487074"/>
                  </a:lnTo>
                  <a:cubicBezTo>
                    <a:pt x="16000" y="487054"/>
                    <a:pt x="20" y="471074"/>
                    <a:pt x="0" y="451355"/>
                  </a:cubicBezTo>
                  <a:lnTo>
                    <a:pt x="0" y="349444"/>
                  </a:lnTo>
                  <a:cubicBezTo>
                    <a:pt x="20" y="329725"/>
                    <a:pt x="16000" y="313744"/>
                    <a:pt x="35719" y="313724"/>
                  </a:cubicBezTo>
                  <a:lnTo>
                    <a:pt x="223962" y="313724"/>
                  </a:lnTo>
                  <a:lnTo>
                    <a:pt x="223962" y="307253"/>
                  </a:lnTo>
                  <a:cubicBezTo>
                    <a:pt x="223982" y="290384"/>
                    <a:pt x="237652" y="276714"/>
                    <a:pt x="254521" y="276694"/>
                  </a:cubicBezTo>
                  <a:close/>
                  <a:moveTo>
                    <a:pt x="290411" y="83718"/>
                  </a:moveTo>
                  <a:cubicBezTo>
                    <a:pt x="282354" y="83730"/>
                    <a:pt x="275826" y="90258"/>
                    <a:pt x="275815" y="98314"/>
                  </a:cubicBezTo>
                  <a:cubicBezTo>
                    <a:pt x="275819" y="106365"/>
                    <a:pt x="282345" y="112891"/>
                    <a:pt x="290397" y="112895"/>
                  </a:cubicBezTo>
                  <a:cubicBezTo>
                    <a:pt x="298454" y="112899"/>
                    <a:pt x="304988" y="106370"/>
                    <a:pt x="304992" y="98314"/>
                  </a:cubicBezTo>
                  <a:cubicBezTo>
                    <a:pt x="304996" y="90257"/>
                    <a:pt x="298468" y="83722"/>
                    <a:pt x="290411" y="83718"/>
                  </a:cubicBezTo>
                  <a:close/>
                  <a:moveTo>
                    <a:pt x="281573" y="67108"/>
                  </a:moveTo>
                  <a:cubicBezTo>
                    <a:pt x="298770" y="62262"/>
                    <a:pt x="316637" y="72274"/>
                    <a:pt x="321482" y="89470"/>
                  </a:cubicBezTo>
                  <a:cubicBezTo>
                    <a:pt x="326328" y="106666"/>
                    <a:pt x="316315" y="124534"/>
                    <a:pt x="299120" y="129380"/>
                  </a:cubicBezTo>
                  <a:cubicBezTo>
                    <a:pt x="299206" y="129701"/>
                    <a:pt x="299272" y="130027"/>
                    <a:pt x="299319" y="130356"/>
                  </a:cubicBezTo>
                  <a:lnTo>
                    <a:pt x="299319" y="249970"/>
                  </a:lnTo>
                  <a:cubicBezTo>
                    <a:pt x="299319" y="254890"/>
                    <a:pt x="295331" y="258878"/>
                    <a:pt x="290411" y="258878"/>
                  </a:cubicBezTo>
                  <a:cubicBezTo>
                    <a:pt x="285490" y="258878"/>
                    <a:pt x="281502" y="254890"/>
                    <a:pt x="281502" y="249970"/>
                  </a:cubicBezTo>
                  <a:lnTo>
                    <a:pt x="281502" y="130356"/>
                  </a:lnTo>
                  <a:cubicBezTo>
                    <a:pt x="281549" y="130027"/>
                    <a:pt x="281615" y="129701"/>
                    <a:pt x="281701" y="129380"/>
                  </a:cubicBezTo>
                  <a:cubicBezTo>
                    <a:pt x="267733" y="125504"/>
                    <a:pt x="258048" y="112809"/>
                    <a:pt x="257998" y="98314"/>
                  </a:cubicBezTo>
                  <a:cubicBezTo>
                    <a:pt x="257966" y="83801"/>
                    <a:pt x="267604" y="71044"/>
                    <a:pt x="281573" y="67108"/>
                  </a:cubicBezTo>
                  <a:close/>
                  <a:moveTo>
                    <a:pt x="259710" y="30568"/>
                  </a:moveTo>
                  <a:cubicBezTo>
                    <a:pt x="264187" y="28535"/>
                    <a:pt x="269464" y="30516"/>
                    <a:pt x="271497" y="34993"/>
                  </a:cubicBezTo>
                  <a:cubicBezTo>
                    <a:pt x="273530" y="39471"/>
                    <a:pt x="271549" y="44748"/>
                    <a:pt x="267071" y="46781"/>
                  </a:cubicBezTo>
                  <a:cubicBezTo>
                    <a:pt x="254656" y="52407"/>
                    <a:pt x="244689" y="62328"/>
                    <a:pt x="239006" y="74718"/>
                  </a:cubicBezTo>
                  <a:cubicBezTo>
                    <a:pt x="225984" y="103110"/>
                    <a:pt x="238443" y="136682"/>
                    <a:pt x="266836" y="149704"/>
                  </a:cubicBezTo>
                  <a:cubicBezTo>
                    <a:pt x="270001" y="151157"/>
                    <a:pt x="272029" y="154321"/>
                    <a:pt x="272028" y="157803"/>
                  </a:cubicBezTo>
                  <a:cubicBezTo>
                    <a:pt x="272026" y="162723"/>
                    <a:pt x="268036" y="166710"/>
                    <a:pt x="263116" y="166708"/>
                  </a:cubicBezTo>
                  <a:cubicBezTo>
                    <a:pt x="261836" y="166710"/>
                    <a:pt x="260572" y="166433"/>
                    <a:pt x="259410" y="165896"/>
                  </a:cubicBezTo>
                  <a:cubicBezTo>
                    <a:pt x="233036" y="153728"/>
                    <a:pt x="216124" y="127358"/>
                    <a:pt x="216065" y="98314"/>
                  </a:cubicBezTo>
                  <a:cubicBezTo>
                    <a:pt x="216096" y="69135"/>
                    <a:pt x="233153" y="42658"/>
                    <a:pt x="259710" y="30568"/>
                  </a:cubicBezTo>
                  <a:close/>
                  <a:moveTo>
                    <a:pt x="320741" y="30390"/>
                  </a:moveTo>
                  <a:cubicBezTo>
                    <a:pt x="337349" y="37805"/>
                    <a:pt x="350664" y="51048"/>
                    <a:pt x="358167" y="67615"/>
                  </a:cubicBezTo>
                  <a:cubicBezTo>
                    <a:pt x="375112" y="105028"/>
                    <a:pt x="358519" y="149094"/>
                    <a:pt x="321105" y="166039"/>
                  </a:cubicBezTo>
                  <a:cubicBezTo>
                    <a:pt x="316623" y="168072"/>
                    <a:pt x="311343" y="166087"/>
                    <a:pt x="309310" y="161606"/>
                  </a:cubicBezTo>
                  <a:cubicBezTo>
                    <a:pt x="307277" y="157125"/>
                    <a:pt x="309262" y="151844"/>
                    <a:pt x="313743" y="149811"/>
                  </a:cubicBezTo>
                  <a:cubicBezTo>
                    <a:pt x="326322" y="144106"/>
                    <a:pt x="336380" y="133994"/>
                    <a:pt x="342015" y="121383"/>
                  </a:cubicBezTo>
                  <a:cubicBezTo>
                    <a:pt x="354758" y="92869"/>
                    <a:pt x="341973" y="59424"/>
                    <a:pt x="313458" y="46682"/>
                  </a:cubicBezTo>
                  <a:lnTo>
                    <a:pt x="313465" y="46646"/>
                  </a:lnTo>
                  <a:cubicBezTo>
                    <a:pt x="313316" y="46584"/>
                    <a:pt x="313169" y="46518"/>
                    <a:pt x="313024" y="46449"/>
                  </a:cubicBezTo>
                  <a:cubicBezTo>
                    <a:pt x="308589" y="44317"/>
                    <a:pt x="306722" y="38995"/>
                    <a:pt x="308853" y="34561"/>
                  </a:cubicBezTo>
                  <a:cubicBezTo>
                    <a:pt x="310984" y="30126"/>
                    <a:pt x="316307" y="28259"/>
                    <a:pt x="320741" y="30390"/>
                  </a:cubicBezTo>
                  <a:close/>
                  <a:moveTo>
                    <a:pt x="233548" y="1120"/>
                  </a:moveTo>
                  <a:cubicBezTo>
                    <a:pt x="237701" y="-1176"/>
                    <a:pt x="242924" y="187"/>
                    <a:pt x="245427" y="4219"/>
                  </a:cubicBezTo>
                  <a:cubicBezTo>
                    <a:pt x="248021" y="8399"/>
                    <a:pt x="246736" y="13891"/>
                    <a:pt x="242556" y="16486"/>
                  </a:cubicBezTo>
                  <a:cubicBezTo>
                    <a:pt x="228487" y="24708"/>
                    <a:pt x="216776" y="36419"/>
                    <a:pt x="208552" y="50489"/>
                  </a:cubicBezTo>
                  <a:cubicBezTo>
                    <a:pt x="182137" y="95683"/>
                    <a:pt x="197360" y="153735"/>
                    <a:pt x="242556" y="180150"/>
                  </a:cubicBezTo>
                  <a:cubicBezTo>
                    <a:pt x="246588" y="182653"/>
                    <a:pt x="247950" y="187876"/>
                    <a:pt x="245654" y="192029"/>
                  </a:cubicBezTo>
                  <a:cubicBezTo>
                    <a:pt x="243273" y="196335"/>
                    <a:pt x="237853" y="197896"/>
                    <a:pt x="233548" y="195515"/>
                  </a:cubicBezTo>
                  <a:cubicBezTo>
                    <a:pt x="216857" y="185753"/>
                    <a:pt x="202960" y="171858"/>
                    <a:pt x="193198" y="155167"/>
                  </a:cubicBezTo>
                  <a:cubicBezTo>
                    <a:pt x="161802" y="101487"/>
                    <a:pt x="179866" y="32517"/>
                    <a:pt x="233548" y="1120"/>
                  </a:cubicBezTo>
                  <a:close/>
                  <a:moveTo>
                    <a:pt x="347267" y="1114"/>
                  </a:moveTo>
                  <a:cubicBezTo>
                    <a:pt x="363968" y="10879"/>
                    <a:pt x="377871" y="24781"/>
                    <a:pt x="387636" y="41481"/>
                  </a:cubicBezTo>
                  <a:cubicBezTo>
                    <a:pt x="419026" y="95167"/>
                    <a:pt x="400952" y="164133"/>
                    <a:pt x="347267" y="195523"/>
                  </a:cubicBezTo>
                  <a:cubicBezTo>
                    <a:pt x="345906" y="196328"/>
                    <a:pt x="344352" y="196751"/>
                    <a:pt x="342770" y="196749"/>
                  </a:cubicBezTo>
                  <a:cubicBezTo>
                    <a:pt x="339610" y="196749"/>
                    <a:pt x="336686" y="195075"/>
                    <a:pt x="335086" y="192350"/>
                  </a:cubicBezTo>
                  <a:cubicBezTo>
                    <a:pt x="332596" y="188107"/>
                    <a:pt x="334016" y="182648"/>
                    <a:pt x="338259" y="180158"/>
                  </a:cubicBezTo>
                  <a:cubicBezTo>
                    <a:pt x="352301" y="171941"/>
                    <a:pt x="363994" y="160249"/>
                    <a:pt x="372211" y="146207"/>
                  </a:cubicBezTo>
                  <a:cubicBezTo>
                    <a:pt x="398659" y="101008"/>
                    <a:pt x="383458" y="42927"/>
                    <a:pt x="338259" y="16479"/>
                  </a:cubicBezTo>
                  <a:cubicBezTo>
                    <a:pt x="334227" y="13976"/>
                    <a:pt x="332865" y="8753"/>
                    <a:pt x="335161" y="4600"/>
                  </a:cubicBezTo>
                  <a:cubicBezTo>
                    <a:pt x="337541" y="294"/>
                    <a:pt x="342962" y="-1267"/>
                    <a:pt x="347267" y="1114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34" name="Group 243">
            <a:extLst>
              <a:ext uri="{FF2B5EF4-FFF2-40B4-BE49-F238E27FC236}">
                <a16:creationId xmlns:a16="http://schemas.microsoft.com/office/drawing/2014/main" id="{405E0ECC-89BD-F0D4-E0D2-A53D799C060E}"/>
              </a:ext>
            </a:extLst>
          </p:cNvPr>
          <p:cNvGrpSpPr/>
          <p:nvPr/>
        </p:nvGrpSpPr>
        <p:grpSpPr>
          <a:xfrm>
            <a:off x="10893953" y="4029971"/>
            <a:ext cx="580825" cy="575701"/>
            <a:chOff x="10893953" y="4029971"/>
            <a:chExt cx="580825" cy="575701"/>
          </a:xfrm>
        </p:grpSpPr>
        <p:sp>
          <p:nvSpPr>
            <p:cNvPr id="235" name="Freeform: Shape 209">
              <a:extLst>
                <a:ext uri="{FF2B5EF4-FFF2-40B4-BE49-F238E27FC236}">
                  <a16:creationId xmlns:a16="http://schemas.microsoft.com/office/drawing/2014/main" id="{1CEA34D2-383E-7D58-76E6-6B00D6939651}"/>
                </a:ext>
              </a:extLst>
            </p:cNvPr>
            <p:cNvSpPr/>
            <p:nvPr/>
          </p:nvSpPr>
          <p:spPr>
            <a:xfrm>
              <a:off x="10902864" y="4229604"/>
              <a:ext cx="384839" cy="363459"/>
            </a:xfrm>
            <a:custGeom>
              <a:avLst/>
              <a:gdLst>
                <a:gd name="connsiteX0" fmla="*/ 142846 w 384839"/>
                <a:gd name="connsiteY0" fmla="*/ 216007 h 363459"/>
                <a:gd name="connsiteX1" fmla="*/ 102225 w 384839"/>
                <a:gd name="connsiteY1" fmla="*/ 154967 h 363459"/>
                <a:gd name="connsiteX2" fmla="*/ 130731 w 384839"/>
                <a:gd name="connsiteY2" fmla="*/ 87934 h 363459"/>
                <a:gd name="connsiteX3" fmla="*/ 100963 w 384839"/>
                <a:gd name="connsiteY3" fmla="*/ 20772 h 363459"/>
                <a:gd name="connsiteX4" fmla="*/ 406 w 384839"/>
                <a:gd name="connsiteY4" fmla="*/ 107376 h 363459"/>
                <a:gd name="connsiteX5" fmla="*/ 341174 w 384839"/>
                <a:gd name="connsiteY5" fmla="*/ 354556 h 363459"/>
                <a:gd name="connsiteX6" fmla="*/ 376087 w 384839"/>
                <a:gd name="connsiteY6" fmla="*/ 274196 h 363459"/>
                <a:gd name="connsiteX7" fmla="*/ 309004 w 384839"/>
                <a:gd name="connsiteY7" fmla="*/ 238228 h 363459"/>
                <a:gd name="connsiteX8" fmla="*/ 262417 w 384839"/>
                <a:gd name="connsiteY8" fmla="*/ 259152 h 363459"/>
                <a:gd name="connsiteX9" fmla="*/ 233718 w 384839"/>
                <a:gd name="connsiteY9" fmla="*/ 278216 h 363459"/>
                <a:gd name="connsiteX10" fmla="*/ 142846 w 384839"/>
                <a:gd name="connsiteY10" fmla="*/ 215978 h 36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9" h="363459">
                  <a:moveTo>
                    <a:pt x="142846" y="216007"/>
                  </a:moveTo>
                  <a:cubicBezTo>
                    <a:pt x="135306" y="207612"/>
                    <a:pt x="102795" y="167981"/>
                    <a:pt x="102225" y="154967"/>
                  </a:cubicBezTo>
                  <a:cubicBezTo>
                    <a:pt x="101391" y="135105"/>
                    <a:pt x="144849" y="125342"/>
                    <a:pt x="130731" y="87934"/>
                  </a:cubicBezTo>
                  <a:lnTo>
                    <a:pt x="100963" y="20772"/>
                  </a:lnTo>
                  <a:cubicBezTo>
                    <a:pt x="72193" y="-44037"/>
                    <a:pt x="-6314" y="59157"/>
                    <a:pt x="406" y="107376"/>
                  </a:cubicBezTo>
                  <a:cubicBezTo>
                    <a:pt x="16976" y="226205"/>
                    <a:pt x="225409" y="418005"/>
                    <a:pt x="341174" y="354556"/>
                  </a:cubicBezTo>
                  <a:cubicBezTo>
                    <a:pt x="367022" y="340374"/>
                    <a:pt x="401850" y="289875"/>
                    <a:pt x="376087" y="274196"/>
                  </a:cubicBezTo>
                  <a:lnTo>
                    <a:pt x="309004" y="238228"/>
                  </a:lnTo>
                  <a:cubicBezTo>
                    <a:pt x="286648" y="226241"/>
                    <a:pt x="285900" y="234151"/>
                    <a:pt x="262417" y="259152"/>
                  </a:cubicBezTo>
                  <a:cubicBezTo>
                    <a:pt x="256574" y="265373"/>
                    <a:pt x="245976" y="281244"/>
                    <a:pt x="233718" y="278216"/>
                  </a:cubicBezTo>
                  <a:cubicBezTo>
                    <a:pt x="207649" y="271837"/>
                    <a:pt x="158461" y="233360"/>
                    <a:pt x="142846" y="215978"/>
                  </a:cubicBezTo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" name="Freeform: Shape 210">
              <a:extLst>
                <a:ext uri="{FF2B5EF4-FFF2-40B4-BE49-F238E27FC236}">
                  <a16:creationId xmlns:a16="http://schemas.microsoft.com/office/drawing/2014/main" id="{4774470D-D2F1-92A3-261D-E8311F4E4DD1}"/>
                </a:ext>
              </a:extLst>
            </p:cNvPr>
            <p:cNvSpPr/>
            <p:nvPr/>
          </p:nvSpPr>
          <p:spPr>
            <a:xfrm>
              <a:off x="10893953" y="4029971"/>
              <a:ext cx="580825" cy="575701"/>
            </a:xfrm>
            <a:custGeom>
              <a:avLst/>
              <a:gdLst>
                <a:gd name="connsiteX0" fmla="*/ 73606 w 580825"/>
                <a:gd name="connsiteY0" fmla="*/ 192276 h 575701"/>
                <a:gd name="connsiteX1" fmla="*/ 118020 w 580825"/>
                <a:gd name="connsiteY1" fmla="*/ 216792 h 575701"/>
                <a:gd name="connsiteX2" fmla="*/ 147859 w 580825"/>
                <a:gd name="connsiteY2" fmla="*/ 283968 h 575701"/>
                <a:gd name="connsiteX3" fmla="*/ 130513 w 580825"/>
                <a:gd name="connsiteY3" fmla="*/ 340197 h 575701"/>
                <a:gd name="connsiteX4" fmla="*/ 120079 w 580825"/>
                <a:gd name="connsiteY4" fmla="*/ 354243 h 575701"/>
                <a:gd name="connsiteX5" fmla="*/ 158385 w 580825"/>
                <a:gd name="connsiteY5" fmla="*/ 409689 h 575701"/>
                <a:gd name="connsiteX6" fmla="*/ 244724 w 580825"/>
                <a:gd name="connsiteY6" fmla="*/ 469203 h 575701"/>
                <a:gd name="connsiteX7" fmla="*/ 261308 w 580825"/>
                <a:gd name="connsiteY7" fmla="*/ 456682 h 575701"/>
                <a:gd name="connsiteX8" fmla="*/ 264807 w 580825"/>
                <a:gd name="connsiteY8" fmla="*/ 452684 h 575701"/>
                <a:gd name="connsiteX9" fmla="*/ 274378 w 580825"/>
                <a:gd name="connsiteY9" fmla="*/ 442158 h 575701"/>
                <a:gd name="connsiteX10" fmla="*/ 322127 w 580825"/>
                <a:gd name="connsiteY10" fmla="*/ 430042 h 575701"/>
                <a:gd name="connsiteX11" fmla="*/ 389210 w 580825"/>
                <a:gd name="connsiteY11" fmla="*/ 465989 h 575701"/>
                <a:gd name="connsiteX12" fmla="*/ 402950 w 580825"/>
                <a:gd name="connsiteY12" fmla="*/ 491716 h 575701"/>
                <a:gd name="connsiteX13" fmla="*/ 354368 w 580825"/>
                <a:gd name="connsiteY13" fmla="*/ 562028 h 575701"/>
                <a:gd name="connsiteX14" fmla="*/ 298417 w 580825"/>
                <a:gd name="connsiteY14" fmla="*/ 575690 h 575701"/>
                <a:gd name="connsiteX15" fmla="*/ 271065 w 580825"/>
                <a:gd name="connsiteY15" fmla="*/ 573203 h 575701"/>
                <a:gd name="connsiteX16" fmla="*/ 263827 w 580825"/>
                <a:gd name="connsiteY16" fmla="*/ 562887 h 575701"/>
                <a:gd name="connsiteX17" fmla="*/ 274143 w 580825"/>
                <a:gd name="connsiteY17" fmla="*/ 555650 h 575701"/>
                <a:gd name="connsiteX18" fmla="*/ 345809 w 580825"/>
                <a:gd name="connsiteY18" fmla="*/ 546385 h 575701"/>
                <a:gd name="connsiteX19" fmla="*/ 385148 w 580825"/>
                <a:gd name="connsiteY19" fmla="*/ 491296 h 575701"/>
                <a:gd name="connsiteX20" fmla="*/ 380380 w 580825"/>
                <a:gd name="connsiteY20" fmla="*/ 481483 h 575701"/>
                <a:gd name="connsiteX21" fmla="*/ 313717 w 580825"/>
                <a:gd name="connsiteY21" fmla="*/ 445750 h 575701"/>
                <a:gd name="connsiteX22" fmla="*/ 287712 w 580825"/>
                <a:gd name="connsiteY22" fmla="*/ 454052 h 575701"/>
                <a:gd name="connsiteX23" fmla="*/ 277828 w 580825"/>
                <a:gd name="connsiteY23" fmla="*/ 464913 h 575701"/>
                <a:gd name="connsiteX24" fmla="*/ 274920 w 580825"/>
                <a:gd name="connsiteY24" fmla="*/ 468248 h 575701"/>
                <a:gd name="connsiteX25" fmla="*/ 240527 w 580825"/>
                <a:gd name="connsiteY25" fmla="*/ 486535 h 575701"/>
                <a:gd name="connsiteX26" fmla="*/ 145122 w 580825"/>
                <a:gd name="connsiteY26" fmla="*/ 421604 h 575701"/>
                <a:gd name="connsiteX27" fmla="*/ 102256 w 580825"/>
                <a:gd name="connsiteY27" fmla="*/ 354999 h 575701"/>
                <a:gd name="connsiteX28" fmla="*/ 118077 w 580825"/>
                <a:gd name="connsiteY28" fmla="*/ 327433 h 575701"/>
                <a:gd name="connsiteX29" fmla="*/ 131354 w 580825"/>
                <a:gd name="connsiteY29" fmla="*/ 290738 h 575701"/>
                <a:gd name="connsiteX30" fmla="*/ 101735 w 580825"/>
                <a:gd name="connsiteY30" fmla="*/ 224047 h 575701"/>
                <a:gd name="connsiteX31" fmla="*/ 78495 w 580825"/>
                <a:gd name="connsiteY31" fmla="*/ 209430 h 575701"/>
                <a:gd name="connsiteX32" fmla="*/ 18140 w 580825"/>
                <a:gd name="connsiteY32" fmla="*/ 305782 h 575701"/>
                <a:gd name="connsiteX33" fmla="*/ 232887 w 580825"/>
                <a:gd name="connsiteY33" fmla="*/ 543392 h 575701"/>
                <a:gd name="connsiteX34" fmla="*/ 233209 w 580825"/>
                <a:gd name="connsiteY34" fmla="*/ 543523 h 575701"/>
                <a:gd name="connsiteX35" fmla="*/ 237860 w 580825"/>
                <a:gd name="connsiteY35" fmla="*/ 555231 h 575701"/>
                <a:gd name="connsiteX36" fmla="*/ 226152 w 580825"/>
                <a:gd name="connsiteY36" fmla="*/ 559883 h 575701"/>
                <a:gd name="connsiteX37" fmla="*/ 487 w 580825"/>
                <a:gd name="connsiteY37" fmla="*/ 308241 h 575701"/>
                <a:gd name="connsiteX38" fmla="*/ 73606 w 580825"/>
                <a:gd name="connsiteY38" fmla="*/ 192276 h 575701"/>
                <a:gd name="connsiteX39" fmla="*/ 479527 w 580825"/>
                <a:gd name="connsiteY39" fmla="*/ 115957 h 575701"/>
                <a:gd name="connsiteX40" fmla="*/ 506245 w 580825"/>
                <a:gd name="connsiteY40" fmla="*/ 142675 h 575701"/>
                <a:gd name="connsiteX41" fmla="*/ 479527 w 580825"/>
                <a:gd name="connsiteY41" fmla="*/ 169394 h 575701"/>
                <a:gd name="connsiteX42" fmla="*/ 452808 w 580825"/>
                <a:gd name="connsiteY42" fmla="*/ 142675 h 575701"/>
                <a:gd name="connsiteX43" fmla="*/ 479527 w 580825"/>
                <a:gd name="connsiteY43" fmla="*/ 115957 h 575701"/>
                <a:gd name="connsiteX44" fmla="*/ 385199 w 580825"/>
                <a:gd name="connsiteY44" fmla="*/ 115957 h 575701"/>
                <a:gd name="connsiteX45" fmla="*/ 411917 w 580825"/>
                <a:gd name="connsiteY45" fmla="*/ 142675 h 575701"/>
                <a:gd name="connsiteX46" fmla="*/ 385199 w 580825"/>
                <a:gd name="connsiteY46" fmla="*/ 169394 h 575701"/>
                <a:gd name="connsiteX47" fmla="*/ 358480 w 580825"/>
                <a:gd name="connsiteY47" fmla="*/ 142675 h 575701"/>
                <a:gd name="connsiteX48" fmla="*/ 385199 w 580825"/>
                <a:gd name="connsiteY48" fmla="*/ 115957 h 575701"/>
                <a:gd name="connsiteX49" fmla="*/ 290864 w 580825"/>
                <a:gd name="connsiteY49" fmla="*/ 115957 h 575701"/>
                <a:gd name="connsiteX50" fmla="*/ 317582 w 580825"/>
                <a:gd name="connsiteY50" fmla="*/ 142675 h 575701"/>
                <a:gd name="connsiteX51" fmla="*/ 290864 w 580825"/>
                <a:gd name="connsiteY51" fmla="*/ 169394 h 575701"/>
                <a:gd name="connsiteX52" fmla="*/ 264145 w 580825"/>
                <a:gd name="connsiteY52" fmla="*/ 142675 h 575701"/>
                <a:gd name="connsiteX53" fmla="*/ 290864 w 580825"/>
                <a:gd name="connsiteY53" fmla="*/ 115957 h 575701"/>
                <a:gd name="connsiteX54" fmla="*/ 233493 w 580825"/>
                <a:gd name="connsiteY54" fmla="*/ 0 h 575701"/>
                <a:gd name="connsiteX55" fmla="*/ 536910 w 580825"/>
                <a:gd name="connsiteY55" fmla="*/ 0 h 575701"/>
                <a:gd name="connsiteX56" fmla="*/ 580825 w 580825"/>
                <a:gd name="connsiteY56" fmla="*/ 43914 h 575701"/>
                <a:gd name="connsiteX57" fmla="*/ 580825 w 580825"/>
                <a:gd name="connsiteY57" fmla="*/ 235301 h 575701"/>
                <a:gd name="connsiteX58" fmla="*/ 536910 w 580825"/>
                <a:gd name="connsiteY58" fmla="*/ 279222 h 575701"/>
                <a:gd name="connsiteX59" fmla="*/ 346365 w 580825"/>
                <a:gd name="connsiteY59" fmla="*/ 279222 h 575701"/>
                <a:gd name="connsiteX60" fmla="*/ 337457 w 580825"/>
                <a:gd name="connsiteY60" fmla="*/ 270314 h 575701"/>
                <a:gd name="connsiteX61" fmla="*/ 346365 w 580825"/>
                <a:gd name="connsiteY61" fmla="*/ 261405 h 575701"/>
                <a:gd name="connsiteX62" fmla="*/ 536910 w 580825"/>
                <a:gd name="connsiteY62" fmla="*/ 261405 h 575701"/>
                <a:gd name="connsiteX63" fmla="*/ 563008 w 580825"/>
                <a:gd name="connsiteY63" fmla="*/ 235301 h 575701"/>
                <a:gd name="connsiteX64" fmla="*/ 563008 w 580825"/>
                <a:gd name="connsiteY64" fmla="*/ 43914 h 575701"/>
                <a:gd name="connsiteX65" fmla="*/ 536910 w 580825"/>
                <a:gd name="connsiteY65" fmla="*/ 17809 h 575701"/>
                <a:gd name="connsiteX66" fmla="*/ 233493 w 580825"/>
                <a:gd name="connsiteY66" fmla="*/ 17809 h 575701"/>
                <a:gd name="connsiteX67" fmla="*/ 207396 w 580825"/>
                <a:gd name="connsiteY67" fmla="*/ 43914 h 575701"/>
                <a:gd name="connsiteX68" fmla="*/ 207396 w 580825"/>
                <a:gd name="connsiteY68" fmla="*/ 235301 h 575701"/>
                <a:gd name="connsiteX69" fmla="*/ 233493 w 580825"/>
                <a:gd name="connsiteY69" fmla="*/ 261405 h 575701"/>
                <a:gd name="connsiteX70" fmla="*/ 269276 w 580825"/>
                <a:gd name="connsiteY70" fmla="*/ 261405 h 575701"/>
                <a:gd name="connsiteX71" fmla="*/ 278185 w 580825"/>
                <a:gd name="connsiteY71" fmla="*/ 270314 h 575701"/>
                <a:gd name="connsiteX72" fmla="*/ 278185 w 580825"/>
                <a:gd name="connsiteY72" fmla="*/ 333933 h 575701"/>
                <a:gd name="connsiteX73" fmla="*/ 306869 w 580825"/>
                <a:gd name="connsiteY73" fmla="*/ 301500 h 575701"/>
                <a:gd name="connsiteX74" fmla="*/ 319444 w 580825"/>
                <a:gd name="connsiteY74" fmla="*/ 300727 h 575701"/>
                <a:gd name="connsiteX75" fmla="*/ 320218 w 580825"/>
                <a:gd name="connsiteY75" fmla="*/ 313302 h 575701"/>
                <a:gd name="connsiteX76" fmla="*/ 275947 w 580825"/>
                <a:gd name="connsiteY76" fmla="*/ 363352 h 575701"/>
                <a:gd name="connsiteX77" fmla="*/ 269280 w 580825"/>
                <a:gd name="connsiteY77" fmla="*/ 366356 h 575701"/>
                <a:gd name="connsiteX78" fmla="*/ 260368 w 580825"/>
                <a:gd name="connsiteY78" fmla="*/ 357451 h 575701"/>
                <a:gd name="connsiteX79" fmla="*/ 260368 w 580825"/>
                <a:gd name="connsiteY79" fmla="*/ 279222 h 575701"/>
                <a:gd name="connsiteX80" fmla="*/ 233493 w 580825"/>
                <a:gd name="connsiteY80" fmla="*/ 279222 h 575701"/>
                <a:gd name="connsiteX81" fmla="*/ 189579 w 580825"/>
                <a:gd name="connsiteY81" fmla="*/ 235301 h 575701"/>
                <a:gd name="connsiteX82" fmla="*/ 189579 w 580825"/>
                <a:gd name="connsiteY82" fmla="*/ 43922 h 575701"/>
                <a:gd name="connsiteX83" fmla="*/ 233493 w 580825"/>
                <a:gd name="connsiteY83" fmla="*/ 0 h 575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80825" h="575701">
                  <a:moveTo>
                    <a:pt x="73606" y="192276"/>
                  </a:moveTo>
                  <a:cubicBezTo>
                    <a:pt x="92521" y="186860"/>
                    <a:pt x="108698" y="195804"/>
                    <a:pt x="118020" y="216792"/>
                  </a:cubicBezTo>
                  <a:lnTo>
                    <a:pt x="147859" y="283968"/>
                  </a:lnTo>
                  <a:cubicBezTo>
                    <a:pt x="158720" y="312766"/>
                    <a:pt x="141744" y="329279"/>
                    <a:pt x="130513" y="340197"/>
                  </a:cubicBezTo>
                  <a:cubicBezTo>
                    <a:pt x="125068" y="345499"/>
                    <a:pt x="119915" y="350509"/>
                    <a:pt x="120079" y="354243"/>
                  </a:cubicBezTo>
                  <a:cubicBezTo>
                    <a:pt x="120571" y="361719"/>
                    <a:pt x="143954" y="393604"/>
                    <a:pt x="158385" y="409689"/>
                  </a:cubicBezTo>
                  <a:cubicBezTo>
                    <a:pt x="173137" y="426080"/>
                    <a:pt x="220836" y="463381"/>
                    <a:pt x="244724" y="469203"/>
                  </a:cubicBezTo>
                  <a:cubicBezTo>
                    <a:pt x="249706" y="470329"/>
                    <a:pt x="257239" y="461471"/>
                    <a:pt x="261308" y="456682"/>
                  </a:cubicBezTo>
                  <a:cubicBezTo>
                    <a:pt x="262598" y="455157"/>
                    <a:pt x="263767" y="453781"/>
                    <a:pt x="264807" y="452684"/>
                  </a:cubicBezTo>
                  <a:cubicBezTo>
                    <a:pt x="268513" y="448736"/>
                    <a:pt x="271642" y="445229"/>
                    <a:pt x="274378" y="442158"/>
                  </a:cubicBezTo>
                  <a:cubicBezTo>
                    <a:pt x="290192" y="424484"/>
                    <a:pt x="298189" y="417214"/>
                    <a:pt x="322127" y="430042"/>
                  </a:cubicBezTo>
                  <a:lnTo>
                    <a:pt x="389210" y="465989"/>
                  </a:lnTo>
                  <a:cubicBezTo>
                    <a:pt x="398265" y="471298"/>
                    <a:pt x="403574" y="481239"/>
                    <a:pt x="402950" y="491716"/>
                  </a:cubicBezTo>
                  <a:cubicBezTo>
                    <a:pt x="402394" y="516624"/>
                    <a:pt x="376382" y="549970"/>
                    <a:pt x="354368" y="562028"/>
                  </a:cubicBezTo>
                  <a:cubicBezTo>
                    <a:pt x="337184" y="571268"/>
                    <a:pt x="317926" y="575970"/>
                    <a:pt x="298417" y="575690"/>
                  </a:cubicBezTo>
                  <a:cubicBezTo>
                    <a:pt x="289244" y="575655"/>
                    <a:pt x="280093" y="574822"/>
                    <a:pt x="271065" y="573203"/>
                  </a:cubicBezTo>
                  <a:cubicBezTo>
                    <a:pt x="266217" y="572352"/>
                    <a:pt x="262977" y="567734"/>
                    <a:pt x="263827" y="562887"/>
                  </a:cubicBezTo>
                  <a:cubicBezTo>
                    <a:pt x="264678" y="558040"/>
                    <a:pt x="269296" y="554799"/>
                    <a:pt x="274143" y="555650"/>
                  </a:cubicBezTo>
                  <a:cubicBezTo>
                    <a:pt x="298385" y="560937"/>
                    <a:pt x="323709" y="557663"/>
                    <a:pt x="345809" y="546385"/>
                  </a:cubicBezTo>
                  <a:cubicBezTo>
                    <a:pt x="362813" y="537063"/>
                    <a:pt x="384742" y="509255"/>
                    <a:pt x="385148" y="491296"/>
                  </a:cubicBezTo>
                  <a:cubicBezTo>
                    <a:pt x="385683" y="487363"/>
                    <a:pt x="383803" y="483493"/>
                    <a:pt x="380380" y="481483"/>
                  </a:cubicBezTo>
                  <a:lnTo>
                    <a:pt x="313717" y="445750"/>
                  </a:lnTo>
                  <a:cubicBezTo>
                    <a:pt x="301153" y="439008"/>
                    <a:pt x="301146" y="438993"/>
                    <a:pt x="287712" y="454052"/>
                  </a:cubicBezTo>
                  <a:cubicBezTo>
                    <a:pt x="284883" y="457216"/>
                    <a:pt x="281655" y="460844"/>
                    <a:pt x="277828" y="464913"/>
                  </a:cubicBezTo>
                  <a:cubicBezTo>
                    <a:pt x="276972" y="465832"/>
                    <a:pt x="275996" y="466980"/>
                    <a:pt x="274920" y="468248"/>
                  </a:cubicBezTo>
                  <a:cubicBezTo>
                    <a:pt x="267900" y="476515"/>
                    <a:pt x="256205" y="490405"/>
                    <a:pt x="240527" y="486535"/>
                  </a:cubicBezTo>
                  <a:cubicBezTo>
                    <a:pt x="212619" y="479708"/>
                    <a:pt x="161963" y="440333"/>
                    <a:pt x="145122" y="421604"/>
                  </a:cubicBezTo>
                  <a:cubicBezTo>
                    <a:pt x="144581" y="421006"/>
                    <a:pt x="103054" y="373927"/>
                    <a:pt x="102256" y="354999"/>
                  </a:cubicBezTo>
                  <a:cubicBezTo>
                    <a:pt x="101764" y="343297"/>
                    <a:pt x="110059" y="335237"/>
                    <a:pt x="118077" y="327433"/>
                  </a:cubicBezTo>
                  <a:cubicBezTo>
                    <a:pt x="128717" y="317106"/>
                    <a:pt x="137910" y="308134"/>
                    <a:pt x="131354" y="290738"/>
                  </a:cubicBezTo>
                  <a:lnTo>
                    <a:pt x="101735" y="224047"/>
                  </a:lnTo>
                  <a:cubicBezTo>
                    <a:pt x="94224" y="207142"/>
                    <a:pt x="84859" y="207605"/>
                    <a:pt x="78495" y="209430"/>
                  </a:cubicBezTo>
                  <a:cubicBezTo>
                    <a:pt x="49974" y="217547"/>
                    <a:pt x="13899" y="275195"/>
                    <a:pt x="18140" y="305782"/>
                  </a:cubicBezTo>
                  <a:cubicBezTo>
                    <a:pt x="29535" y="387518"/>
                    <a:pt x="133905" y="502991"/>
                    <a:pt x="232887" y="543392"/>
                  </a:cubicBezTo>
                  <a:cubicBezTo>
                    <a:pt x="232995" y="543433"/>
                    <a:pt x="233102" y="543477"/>
                    <a:pt x="233209" y="543523"/>
                  </a:cubicBezTo>
                  <a:cubicBezTo>
                    <a:pt x="237726" y="545472"/>
                    <a:pt x="239809" y="550714"/>
                    <a:pt x="237860" y="555231"/>
                  </a:cubicBezTo>
                  <a:cubicBezTo>
                    <a:pt x="235912" y="559749"/>
                    <a:pt x="230670" y="561831"/>
                    <a:pt x="226152" y="559883"/>
                  </a:cubicBezTo>
                  <a:cubicBezTo>
                    <a:pt x="122289" y="517494"/>
                    <a:pt x="12602" y="395186"/>
                    <a:pt x="487" y="308241"/>
                  </a:cubicBezTo>
                  <a:cubicBezTo>
                    <a:pt x="-4986" y="268923"/>
                    <a:pt x="36705" y="202809"/>
                    <a:pt x="73606" y="192276"/>
                  </a:cubicBezTo>
                  <a:close/>
                  <a:moveTo>
                    <a:pt x="479527" y="115957"/>
                  </a:moveTo>
                  <a:cubicBezTo>
                    <a:pt x="494283" y="115957"/>
                    <a:pt x="506245" y="127919"/>
                    <a:pt x="506245" y="142675"/>
                  </a:cubicBezTo>
                  <a:cubicBezTo>
                    <a:pt x="506229" y="157425"/>
                    <a:pt x="494276" y="169378"/>
                    <a:pt x="479527" y="169394"/>
                  </a:cubicBezTo>
                  <a:cubicBezTo>
                    <a:pt x="464770" y="169394"/>
                    <a:pt x="452808" y="157432"/>
                    <a:pt x="452808" y="142675"/>
                  </a:cubicBezTo>
                  <a:cubicBezTo>
                    <a:pt x="452808" y="127919"/>
                    <a:pt x="464770" y="115957"/>
                    <a:pt x="479527" y="115957"/>
                  </a:cubicBezTo>
                  <a:close/>
                  <a:moveTo>
                    <a:pt x="385199" y="115957"/>
                  </a:moveTo>
                  <a:cubicBezTo>
                    <a:pt x="399955" y="115957"/>
                    <a:pt x="411917" y="127919"/>
                    <a:pt x="411917" y="142675"/>
                  </a:cubicBezTo>
                  <a:cubicBezTo>
                    <a:pt x="411901" y="157425"/>
                    <a:pt x="399948" y="169378"/>
                    <a:pt x="385199" y="169394"/>
                  </a:cubicBezTo>
                  <a:cubicBezTo>
                    <a:pt x="370442" y="169394"/>
                    <a:pt x="358480" y="157432"/>
                    <a:pt x="358480" y="142675"/>
                  </a:cubicBezTo>
                  <a:cubicBezTo>
                    <a:pt x="358480" y="127919"/>
                    <a:pt x="370442" y="115957"/>
                    <a:pt x="385199" y="115957"/>
                  </a:cubicBezTo>
                  <a:close/>
                  <a:moveTo>
                    <a:pt x="290864" y="115957"/>
                  </a:moveTo>
                  <a:cubicBezTo>
                    <a:pt x="305620" y="115957"/>
                    <a:pt x="317582" y="127919"/>
                    <a:pt x="317582" y="142675"/>
                  </a:cubicBezTo>
                  <a:cubicBezTo>
                    <a:pt x="317582" y="157432"/>
                    <a:pt x="305620" y="169394"/>
                    <a:pt x="290864" y="169394"/>
                  </a:cubicBezTo>
                  <a:cubicBezTo>
                    <a:pt x="276107" y="169394"/>
                    <a:pt x="264145" y="157432"/>
                    <a:pt x="264145" y="142675"/>
                  </a:cubicBezTo>
                  <a:cubicBezTo>
                    <a:pt x="264161" y="127925"/>
                    <a:pt x="276113" y="115973"/>
                    <a:pt x="290864" y="115957"/>
                  </a:cubicBezTo>
                  <a:close/>
                  <a:moveTo>
                    <a:pt x="233493" y="0"/>
                  </a:moveTo>
                  <a:lnTo>
                    <a:pt x="536910" y="0"/>
                  </a:lnTo>
                  <a:cubicBezTo>
                    <a:pt x="561151" y="31"/>
                    <a:pt x="580793" y="19674"/>
                    <a:pt x="580825" y="43914"/>
                  </a:cubicBezTo>
                  <a:lnTo>
                    <a:pt x="580825" y="235301"/>
                  </a:lnTo>
                  <a:cubicBezTo>
                    <a:pt x="580797" y="259544"/>
                    <a:pt x="561153" y="279191"/>
                    <a:pt x="536910" y="279222"/>
                  </a:cubicBezTo>
                  <a:lnTo>
                    <a:pt x="346365" y="279222"/>
                  </a:lnTo>
                  <a:cubicBezTo>
                    <a:pt x="341445" y="279222"/>
                    <a:pt x="337457" y="275234"/>
                    <a:pt x="337457" y="270314"/>
                  </a:cubicBezTo>
                  <a:cubicBezTo>
                    <a:pt x="337457" y="265394"/>
                    <a:pt x="341445" y="261405"/>
                    <a:pt x="346365" y="261405"/>
                  </a:cubicBezTo>
                  <a:lnTo>
                    <a:pt x="536910" y="261405"/>
                  </a:lnTo>
                  <a:cubicBezTo>
                    <a:pt x="551320" y="261390"/>
                    <a:pt x="562996" y="249710"/>
                    <a:pt x="563008" y="235301"/>
                  </a:cubicBezTo>
                  <a:lnTo>
                    <a:pt x="563008" y="43914"/>
                  </a:lnTo>
                  <a:cubicBezTo>
                    <a:pt x="562996" y="29505"/>
                    <a:pt x="551320" y="17825"/>
                    <a:pt x="536910" y="17809"/>
                  </a:cubicBezTo>
                  <a:lnTo>
                    <a:pt x="233493" y="17809"/>
                  </a:lnTo>
                  <a:cubicBezTo>
                    <a:pt x="219084" y="17825"/>
                    <a:pt x="207407" y="29505"/>
                    <a:pt x="207396" y="43914"/>
                  </a:cubicBezTo>
                  <a:lnTo>
                    <a:pt x="207396" y="235301"/>
                  </a:lnTo>
                  <a:cubicBezTo>
                    <a:pt x="207407" y="249710"/>
                    <a:pt x="219084" y="261390"/>
                    <a:pt x="233493" y="261405"/>
                  </a:cubicBezTo>
                  <a:lnTo>
                    <a:pt x="269276" y="261405"/>
                  </a:lnTo>
                  <a:cubicBezTo>
                    <a:pt x="274196" y="261405"/>
                    <a:pt x="278185" y="265394"/>
                    <a:pt x="278185" y="270314"/>
                  </a:cubicBezTo>
                  <a:lnTo>
                    <a:pt x="278185" y="333933"/>
                  </a:lnTo>
                  <a:lnTo>
                    <a:pt x="306869" y="301500"/>
                  </a:lnTo>
                  <a:cubicBezTo>
                    <a:pt x="310128" y="297814"/>
                    <a:pt x="315758" y="297468"/>
                    <a:pt x="319444" y="300727"/>
                  </a:cubicBezTo>
                  <a:cubicBezTo>
                    <a:pt x="323130" y="303986"/>
                    <a:pt x="323477" y="309616"/>
                    <a:pt x="320218" y="313302"/>
                  </a:cubicBezTo>
                  <a:lnTo>
                    <a:pt x="275947" y="363352"/>
                  </a:lnTo>
                  <a:cubicBezTo>
                    <a:pt x="274257" y="365261"/>
                    <a:pt x="271830" y="366355"/>
                    <a:pt x="269280" y="366356"/>
                  </a:cubicBezTo>
                  <a:cubicBezTo>
                    <a:pt x="264360" y="366358"/>
                    <a:pt x="260370" y="362371"/>
                    <a:pt x="260368" y="357451"/>
                  </a:cubicBezTo>
                  <a:lnTo>
                    <a:pt x="260368" y="279222"/>
                  </a:lnTo>
                  <a:lnTo>
                    <a:pt x="233493" y="279222"/>
                  </a:lnTo>
                  <a:cubicBezTo>
                    <a:pt x="209250" y="279191"/>
                    <a:pt x="189606" y="259544"/>
                    <a:pt x="189579" y="235301"/>
                  </a:cubicBezTo>
                  <a:lnTo>
                    <a:pt x="189579" y="43922"/>
                  </a:lnTo>
                  <a:cubicBezTo>
                    <a:pt x="189606" y="19679"/>
                    <a:pt x="209250" y="31"/>
                    <a:pt x="233493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37" name="Group 244">
            <a:extLst>
              <a:ext uri="{FF2B5EF4-FFF2-40B4-BE49-F238E27FC236}">
                <a16:creationId xmlns:a16="http://schemas.microsoft.com/office/drawing/2014/main" id="{B556E312-13F1-F543-91D8-2826D64C203B}"/>
              </a:ext>
            </a:extLst>
          </p:cNvPr>
          <p:cNvGrpSpPr/>
          <p:nvPr/>
        </p:nvGrpSpPr>
        <p:grpSpPr>
          <a:xfrm>
            <a:off x="9876629" y="4090209"/>
            <a:ext cx="580851" cy="455163"/>
            <a:chOff x="9876629" y="4090209"/>
            <a:chExt cx="580851" cy="455163"/>
          </a:xfrm>
        </p:grpSpPr>
        <p:sp>
          <p:nvSpPr>
            <p:cNvPr id="238" name="Freeform: Shape 212">
              <a:extLst>
                <a:ext uri="{FF2B5EF4-FFF2-40B4-BE49-F238E27FC236}">
                  <a16:creationId xmlns:a16="http://schemas.microsoft.com/office/drawing/2014/main" id="{E724B52D-A0A1-7463-A091-5CB8E31E1D28}"/>
                </a:ext>
              </a:extLst>
            </p:cNvPr>
            <p:cNvSpPr/>
            <p:nvPr/>
          </p:nvSpPr>
          <p:spPr>
            <a:xfrm>
              <a:off x="9885536" y="4099117"/>
              <a:ext cx="298130" cy="278261"/>
            </a:xfrm>
            <a:custGeom>
              <a:avLst/>
              <a:gdLst>
                <a:gd name="connsiteX0" fmla="*/ 27951 w 298130"/>
                <a:gd name="connsiteY0" fmla="*/ 0 h 278260"/>
                <a:gd name="connsiteX1" fmla="*/ 270179 w 298130"/>
                <a:gd name="connsiteY1" fmla="*/ 0 h 278260"/>
                <a:gd name="connsiteX2" fmla="*/ 298130 w 298130"/>
                <a:gd name="connsiteY2" fmla="*/ 27951 h 278260"/>
                <a:gd name="connsiteX3" fmla="*/ 298130 w 298130"/>
                <a:gd name="connsiteY3" fmla="*/ 119172 h 278260"/>
                <a:gd name="connsiteX4" fmla="*/ 254058 w 298130"/>
                <a:gd name="connsiteY4" fmla="*/ 119172 h 278260"/>
                <a:gd name="connsiteX5" fmla="*/ 222102 w 298130"/>
                <a:gd name="connsiteY5" fmla="*/ 151128 h 278260"/>
                <a:gd name="connsiteX6" fmla="*/ 222102 w 298130"/>
                <a:gd name="connsiteY6" fmla="*/ 208697 h 278260"/>
                <a:gd name="connsiteX7" fmla="*/ 118060 w 298130"/>
                <a:gd name="connsiteY7" fmla="*/ 208697 h 278260"/>
                <a:gd name="connsiteX8" fmla="*/ 56521 w 298130"/>
                <a:gd name="connsiteY8" fmla="*/ 278260 h 278260"/>
                <a:gd name="connsiteX9" fmla="*/ 56521 w 298130"/>
                <a:gd name="connsiteY9" fmla="*/ 208697 h 278260"/>
                <a:gd name="connsiteX10" fmla="*/ 27951 w 298130"/>
                <a:gd name="connsiteY10" fmla="*/ 208697 h 278260"/>
                <a:gd name="connsiteX11" fmla="*/ 0 w 298130"/>
                <a:gd name="connsiteY11" fmla="*/ 180746 h 278260"/>
                <a:gd name="connsiteX12" fmla="*/ 0 w 298130"/>
                <a:gd name="connsiteY12" fmla="*/ 27951 h 278260"/>
                <a:gd name="connsiteX13" fmla="*/ 27951 w 298130"/>
                <a:gd name="connsiteY13" fmla="*/ 0 h 27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8130" h="278260">
                  <a:moveTo>
                    <a:pt x="27951" y="0"/>
                  </a:moveTo>
                  <a:lnTo>
                    <a:pt x="270179" y="0"/>
                  </a:lnTo>
                  <a:cubicBezTo>
                    <a:pt x="285616" y="0"/>
                    <a:pt x="298130" y="12514"/>
                    <a:pt x="298130" y="27951"/>
                  </a:cubicBezTo>
                  <a:lnTo>
                    <a:pt x="298130" y="119172"/>
                  </a:lnTo>
                  <a:lnTo>
                    <a:pt x="254058" y="119172"/>
                  </a:lnTo>
                  <a:cubicBezTo>
                    <a:pt x="236409" y="119172"/>
                    <a:pt x="222102" y="133479"/>
                    <a:pt x="222102" y="151128"/>
                  </a:cubicBezTo>
                  <a:lnTo>
                    <a:pt x="222102" y="208697"/>
                  </a:lnTo>
                  <a:lnTo>
                    <a:pt x="118060" y="208697"/>
                  </a:lnTo>
                  <a:lnTo>
                    <a:pt x="56521" y="278260"/>
                  </a:lnTo>
                  <a:lnTo>
                    <a:pt x="56521" y="208697"/>
                  </a:lnTo>
                  <a:lnTo>
                    <a:pt x="27951" y="208697"/>
                  </a:lnTo>
                  <a:cubicBezTo>
                    <a:pt x="12514" y="208697"/>
                    <a:pt x="0" y="196183"/>
                    <a:pt x="0" y="180746"/>
                  </a:cubicBezTo>
                  <a:lnTo>
                    <a:pt x="0" y="27951"/>
                  </a:lnTo>
                  <a:cubicBezTo>
                    <a:pt x="0" y="12514"/>
                    <a:pt x="12514" y="0"/>
                    <a:pt x="27951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" name="Freeform: Shape 213">
              <a:extLst>
                <a:ext uri="{FF2B5EF4-FFF2-40B4-BE49-F238E27FC236}">
                  <a16:creationId xmlns:a16="http://schemas.microsoft.com/office/drawing/2014/main" id="{5DAC55FC-C296-71D0-5D26-244163CEED23}"/>
                </a:ext>
              </a:extLst>
            </p:cNvPr>
            <p:cNvSpPr/>
            <p:nvPr/>
          </p:nvSpPr>
          <p:spPr>
            <a:xfrm>
              <a:off x="9876629" y="4090209"/>
              <a:ext cx="580851" cy="455163"/>
            </a:xfrm>
            <a:custGeom>
              <a:avLst/>
              <a:gdLst>
                <a:gd name="connsiteX0" fmla="*/ 401459 w 580851"/>
                <a:gd name="connsiteY0" fmla="*/ 225031 h 455162"/>
                <a:gd name="connsiteX1" fmla="*/ 426623 w 580851"/>
                <a:gd name="connsiteY1" fmla="*/ 250196 h 455162"/>
                <a:gd name="connsiteX2" fmla="*/ 401459 w 580851"/>
                <a:gd name="connsiteY2" fmla="*/ 275360 h 455162"/>
                <a:gd name="connsiteX3" fmla="*/ 376294 w 580851"/>
                <a:gd name="connsiteY3" fmla="*/ 250196 h 455162"/>
                <a:gd name="connsiteX4" fmla="*/ 401459 w 580851"/>
                <a:gd name="connsiteY4" fmla="*/ 225031 h 455162"/>
                <a:gd name="connsiteX5" fmla="*/ 315354 w 580851"/>
                <a:gd name="connsiteY5" fmla="*/ 225031 h 455162"/>
                <a:gd name="connsiteX6" fmla="*/ 340511 w 580851"/>
                <a:gd name="connsiteY6" fmla="*/ 250196 h 455162"/>
                <a:gd name="connsiteX7" fmla="*/ 315347 w 580851"/>
                <a:gd name="connsiteY7" fmla="*/ 275360 h 455162"/>
                <a:gd name="connsiteX8" fmla="*/ 290182 w 580851"/>
                <a:gd name="connsiteY8" fmla="*/ 250196 h 455162"/>
                <a:gd name="connsiteX9" fmla="*/ 315354 w 580851"/>
                <a:gd name="connsiteY9" fmla="*/ 225031 h 455162"/>
                <a:gd name="connsiteX10" fmla="*/ 487577 w 580851"/>
                <a:gd name="connsiteY10" fmla="*/ 225003 h 455162"/>
                <a:gd name="connsiteX11" fmla="*/ 512741 w 580851"/>
                <a:gd name="connsiteY11" fmla="*/ 250168 h 455162"/>
                <a:gd name="connsiteX12" fmla="*/ 487577 w 580851"/>
                <a:gd name="connsiteY12" fmla="*/ 275332 h 455162"/>
                <a:gd name="connsiteX13" fmla="*/ 462412 w 580851"/>
                <a:gd name="connsiteY13" fmla="*/ 250168 h 455162"/>
                <a:gd name="connsiteX14" fmla="*/ 487577 w 580851"/>
                <a:gd name="connsiteY14" fmla="*/ 225003 h 455162"/>
                <a:gd name="connsiteX15" fmla="*/ 36859 w 580851"/>
                <a:gd name="connsiteY15" fmla="*/ 0 h 455162"/>
                <a:gd name="connsiteX16" fmla="*/ 279087 w 580851"/>
                <a:gd name="connsiteY16" fmla="*/ 0 h 455162"/>
                <a:gd name="connsiteX17" fmla="*/ 315947 w 580851"/>
                <a:gd name="connsiteY17" fmla="*/ 36859 h 455162"/>
                <a:gd name="connsiteX18" fmla="*/ 315947 w 580851"/>
                <a:gd name="connsiteY18" fmla="*/ 86232 h 455162"/>
                <a:gd name="connsiteX19" fmla="*/ 307038 w 580851"/>
                <a:gd name="connsiteY19" fmla="*/ 95141 h 455162"/>
                <a:gd name="connsiteX20" fmla="*/ 298130 w 580851"/>
                <a:gd name="connsiteY20" fmla="*/ 86232 h 455162"/>
                <a:gd name="connsiteX21" fmla="*/ 298130 w 580851"/>
                <a:gd name="connsiteY21" fmla="*/ 36859 h 455162"/>
                <a:gd name="connsiteX22" fmla="*/ 279087 w 580851"/>
                <a:gd name="connsiteY22" fmla="*/ 17817 h 455162"/>
                <a:gd name="connsiteX23" fmla="*/ 36859 w 580851"/>
                <a:gd name="connsiteY23" fmla="*/ 17817 h 455162"/>
                <a:gd name="connsiteX24" fmla="*/ 17817 w 580851"/>
                <a:gd name="connsiteY24" fmla="*/ 36859 h 455162"/>
                <a:gd name="connsiteX25" fmla="*/ 17817 w 580851"/>
                <a:gd name="connsiteY25" fmla="*/ 189654 h 455162"/>
                <a:gd name="connsiteX26" fmla="*/ 36859 w 580851"/>
                <a:gd name="connsiteY26" fmla="*/ 208697 h 455162"/>
                <a:gd name="connsiteX27" fmla="*/ 65430 w 580851"/>
                <a:gd name="connsiteY27" fmla="*/ 208697 h 455162"/>
                <a:gd name="connsiteX28" fmla="*/ 74338 w 580851"/>
                <a:gd name="connsiteY28" fmla="*/ 217605 h 455162"/>
                <a:gd name="connsiteX29" fmla="*/ 74338 w 580851"/>
                <a:gd name="connsiteY29" fmla="*/ 263658 h 455162"/>
                <a:gd name="connsiteX30" fmla="*/ 120291 w 580851"/>
                <a:gd name="connsiteY30" fmla="*/ 211704 h 455162"/>
                <a:gd name="connsiteX31" fmla="*/ 126961 w 580851"/>
                <a:gd name="connsiteY31" fmla="*/ 208697 h 455162"/>
                <a:gd name="connsiteX32" fmla="*/ 222102 w 580851"/>
                <a:gd name="connsiteY32" fmla="*/ 208697 h 455162"/>
                <a:gd name="connsiteX33" fmla="*/ 222102 w 580851"/>
                <a:gd name="connsiteY33" fmla="*/ 160036 h 455162"/>
                <a:gd name="connsiteX34" fmla="*/ 262966 w 580851"/>
                <a:gd name="connsiteY34" fmla="*/ 119172 h 455162"/>
                <a:gd name="connsiteX35" fmla="*/ 539959 w 580851"/>
                <a:gd name="connsiteY35" fmla="*/ 119172 h 455162"/>
                <a:gd name="connsiteX36" fmla="*/ 580851 w 580851"/>
                <a:gd name="connsiteY36" fmla="*/ 160036 h 455162"/>
                <a:gd name="connsiteX37" fmla="*/ 580851 w 580851"/>
                <a:gd name="connsiteY37" fmla="*/ 334754 h 455162"/>
                <a:gd name="connsiteX38" fmla="*/ 539987 w 580851"/>
                <a:gd name="connsiteY38" fmla="*/ 375625 h 455162"/>
                <a:gd name="connsiteX39" fmla="*/ 516227 w 580851"/>
                <a:gd name="connsiteY39" fmla="*/ 375625 h 455162"/>
                <a:gd name="connsiteX40" fmla="*/ 516227 w 580851"/>
                <a:gd name="connsiteY40" fmla="*/ 446257 h 455162"/>
                <a:gd name="connsiteX41" fmla="*/ 513223 w 580851"/>
                <a:gd name="connsiteY41" fmla="*/ 452925 h 455162"/>
                <a:gd name="connsiteX42" fmla="*/ 500648 w 580851"/>
                <a:gd name="connsiteY42" fmla="*/ 452158 h 455162"/>
                <a:gd name="connsiteX43" fmla="*/ 461751 w 580851"/>
                <a:gd name="connsiteY43" fmla="*/ 408230 h 455162"/>
                <a:gd name="connsiteX44" fmla="*/ 462524 w 580851"/>
                <a:gd name="connsiteY44" fmla="*/ 395655 h 455162"/>
                <a:gd name="connsiteX45" fmla="*/ 475099 w 580851"/>
                <a:gd name="connsiteY45" fmla="*/ 396428 h 455162"/>
                <a:gd name="connsiteX46" fmla="*/ 498382 w 580851"/>
                <a:gd name="connsiteY46" fmla="*/ 422747 h 455162"/>
                <a:gd name="connsiteX47" fmla="*/ 498382 w 580851"/>
                <a:gd name="connsiteY47" fmla="*/ 366717 h 455162"/>
                <a:gd name="connsiteX48" fmla="*/ 507290 w 580851"/>
                <a:gd name="connsiteY48" fmla="*/ 357809 h 455162"/>
                <a:gd name="connsiteX49" fmla="*/ 539959 w 580851"/>
                <a:gd name="connsiteY49" fmla="*/ 357809 h 455162"/>
                <a:gd name="connsiteX50" fmla="*/ 563006 w 580851"/>
                <a:gd name="connsiteY50" fmla="*/ 334754 h 455162"/>
                <a:gd name="connsiteX51" fmla="*/ 563006 w 580851"/>
                <a:gd name="connsiteY51" fmla="*/ 160036 h 455162"/>
                <a:gd name="connsiteX52" fmla="*/ 539959 w 580851"/>
                <a:gd name="connsiteY52" fmla="*/ 136988 h 455162"/>
                <a:gd name="connsiteX53" fmla="*/ 262966 w 580851"/>
                <a:gd name="connsiteY53" fmla="*/ 136988 h 455162"/>
                <a:gd name="connsiteX54" fmla="*/ 239919 w 580851"/>
                <a:gd name="connsiteY54" fmla="*/ 160036 h 455162"/>
                <a:gd name="connsiteX55" fmla="*/ 239919 w 580851"/>
                <a:gd name="connsiteY55" fmla="*/ 334754 h 455162"/>
                <a:gd name="connsiteX56" fmla="*/ 262966 w 580851"/>
                <a:gd name="connsiteY56" fmla="*/ 357809 h 455162"/>
                <a:gd name="connsiteX57" fmla="*/ 436922 w 580851"/>
                <a:gd name="connsiteY57" fmla="*/ 357809 h 455162"/>
                <a:gd name="connsiteX58" fmla="*/ 445830 w 580851"/>
                <a:gd name="connsiteY58" fmla="*/ 366717 h 455162"/>
                <a:gd name="connsiteX59" fmla="*/ 436922 w 580851"/>
                <a:gd name="connsiteY59" fmla="*/ 375625 h 455162"/>
                <a:gd name="connsiteX60" fmla="*/ 262966 w 580851"/>
                <a:gd name="connsiteY60" fmla="*/ 375625 h 455162"/>
                <a:gd name="connsiteX61" fmla="*/ 222102 w 580851"/>
                <a:gd name="connsiteY61" fmla="*/ 334754 h 455162"/>
                <a:gd name="connsiteX62" fmla="*/ 222102 w 580851"/>
                <a:gd name="connsiteY62" fmla="*/ 226514 h 455162"/>
                <a:gd name="connsiteX63" fmla="*/ 130981 w 580851"/>
                <a:gd name="connsiteY63" fmla="*/ 226514 h 455162"/>
                <a:gd name="connsiteX64" fmla="*/ 72100 w 580851"/>
                <a:gd name="connsiteY64" fmla="*/ 293070 h 455162"/>
                <a:gd name="connsiteX65" fmla="*/ 65433 w 580851"/>
                <a:gd name="connsiteY65" fmla="*/ 296074 h 455162"/>
                <a:gd name="connsiteX66" fmla="*/ 56521 w 580851"/>
                <a:gd name="connsiteY66" fmla="*/ 287169 h 455162"/>
                <a:gd name="connsiteX67" fmla="*/ 56521 w 580851"/>
                <a:gd name="connsiteY67" fmla="*/ 226514 h 455162"/>
                <a:gd name="connsiteX68" fmla="*/ 36859 w 580851"/>
                <a:gd name="connsiteY68" fmla="*/ 226514 h 455162"/>
                <a:gd name="connsiteX69" fmla="*/ 0 w 580851"/>
                <a:gd name="connsiteY69" fmla="*/ 189654 h 455162"/>
                <a:gd name="connsiteX70" fmla="*/ 0 w 580851"/>
                <a:gd name="connsiteY70" fmla="*/ 36859 h 455162"/>
                <a:gd name="connsiteX71" fmla="*/ 36859 w 580851"/>
                <a:gd name="connsiteY71" fmla="*/ 0 h 455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580851" h="455162">
                  <a:moveTo>
                    <a:pt x="401459" y="225031"/>
                  </a:moveTo>
                  <a:cubicBezTo>
                    <a:pt x="415357" y="225031"/>
                    <a:pt x="426623" y="236297"/>
                    <a:pt x="426623" y="250196"/>
                  </a:cubicBezTo>
                  <a:cubicBezTo>
                    <a:pt x="426623" y="264094"/>
                    <a:pt x="415357" y="275360"/>
                    <a:pt x="401459" y="275360"/>
                  </a:cubicBezTo>
                  <a:cubicBezTo>
                    <a:pt x="387560" y="275360"/>
                    <a:pt x="376294" y="264094"/>
                    <a:pt x="376294" y="250196"/>
                  </a:cubicBezTo>
                  <a:cubicBezTo>
                    <a:pt x="376310" y="236304"/>
                    <a:pt x="387567" y="225047"/>
                    <a:pt x="401459" y="225031"/>
                  </a:cubicBezTo>
                  <a:close/>
                  <a:moveTo>
                    <a:pt x="315354" y="225031"/>
                  </a:moveTo>
                  <a:cubicBezTo>
                    <a:pt x="329249" y="225035"/>
                    <a:pt x="340511" y="236300"/>
                    <a:pt x="340511" y="250196"/>
                  </a:cubicBezTo>
                  <a:cubicBezTo>
                    <a:pt x="340511" y="264094"/>
                    <a:pt x="329245" y="275360"/>
                    <a:pt x="315347" y="275360"/>
                  </a:cubicBezTo>
                  <a:cubicBezTo>
                    <a:pt x="301448" y="275360"/>
                    <a:pt x="290182" y="264094"/>
                    <a:pt x="290182" y="250196"/>
                  </a:cubicBezTo>
                  <a:cubicBezTo>
                    <a:pt x="290198" y="236301"/>
                    <a:pt x="301459" y="225043"/>
                    <a:pt x="315354" y="225031"/>
                  </a:cubicBezTo>
                  <a:close/>
                  <a:moveTo>
                    <a:pt x="487577" y="225003"/>
                  </a:moveTo>
                  <a:cubicBezTo>
                    <a:pt x="501475" y="225003"/>
                    <a:pt x="512741" y="236269"/>
                    <a:pt x="512741" y="250168"/>
                  </a:cubicBezTo>
                  <a:cubicBezTo>
                    <a:pt x="512741" y="264066"/>
                    <a:pt x="501475" y="275332"/>
                    <a:pt x="487577" y="275332"/>
                  </a:cubicBezTo>
                  <a:cubicBezTo>
                    <a:pt x="473685" y="275317"/>
                    <a:pt x="462428" y="264059"/>
                    <a:pt x="462412" y="250168"/>
                  </a:cubicBezTo>
                  <a:cubicBezTo>
                    <a:pt x="462412" y="236269"/>
                    <a:pt x="473678" y="225003"/>
                    <a:pt x="487577" y="225003"/>
                  </a:cubicBezTo>
                  <a:close/>
                  <a:moveTo>
                    <a:pt x="36859" y="0"/>
                  </a:moveTo>
                  <a:lnTo>
                    <a:pt x="279087" y="0"/>
                  </a:lnTo>
                  <a:cubicBezTo>
                    <a:pt x="299435" y="24"/>
                    <a:pt x="315923" y="16512"/>
                    <a:pt x="315947" y="36859"/>
                  </a:cubicBezTo>
                  <a:lnTo>
                    <a:pt x="315947" y="86232"/>
                  </a:lnTo>
                  <a:cubicBezTo>
                    <a:pt x="315947" y="91152"/>
                    <a:pt x="311958" y="95141"/>
                    <a:pt x="307038" y="95141"/>
                  </a:cubicBezTo>
                  <a:cubicBezTo>
                    <a:pt x="302119" y="95141"/>
                    <a:pt x="298130" y="91152"/>
                    <a:pt x="298130" y="86232"/>
                  </a:cubicBezTo>
                  <a:lnTo>
                    <a:pt x="298130" y="36859"/>
                  </a:lnTo>
                  <a:cubicBezTo>
                    <a:pt x="298118" y="26347"/>
                    <a:pt x="289600" y="17828"/>
                    <a:pt x="279087" y="17817"/>
                  </a:cubicBezTo>
                  <a:lnTo>
                    <a:pt x="36859" y="17817"/>
                  </a:lnTo>
                  <a:cubicBezTo>
                    <a:pt x="26347" y="17828"/>
                    <a:pt x="17828" y="26347"/>
                    <a:pt x="17817" y="36859"/>
                  </a:cubicBezTo>
                  <a:lnTo>
                    <a:pt x="17817" y="189654"/>
                  </a:lnTo>
                  <a:cubicBezTo>
                    <a:pt x="17828" y="200166"/>
                    <a:pt x="26347" y="208685"/>
                    <a:pt x="36859" y="208697"/>
                  </a:cubicBezTo>
                  <a:lnTo>
                    <a:pt x="65430" y="208697"/>
                  </a:lnTo>
                  <a:cubicBezTo>
                    <a:pt x="70350" y="208697"/>
                    <a:pt x="74338" y="212685"/>
                    <a:pt x="74338" y="217605"/>
                  </a:cubicBezTo>
                  <a:lnTo>
                    <a:pt x="74338" y="263658"/>
                  </a:lnTo>
                  <a:lnTo>
                    <a:pt x="120291" y="211704"/>
                  </a:lnTo>
                  <a:cubicBezTo>
                    <a:pt x="121981" y="209793"/>
                    <a:pt x="124410" y="208699"/>
                    <a:pt x="126961" y="208697"/>
                  </a:cubicBezTo>
                  <a:lnTo>
                    <a:pt x="222102" y="208697"/>
                  </a:lnTo>
                  <a:lnTo>
                    <a:pt x="222102" y="160036"/>
                  </a:lnTo>
                  <a:cubicBezTo>
                    <a:pt x="222129" y="137479"/>
                    <a:pt x="240409" y="119199"/>
                    <a:pt x="262966" y="119172"/>
                  </a:cubicBezTo>
                  <a:lnTo>
                    <a:pt x="539959" y="119172"/>
                  </a:lnTo>
                  <a:cubicBezTo>
                    <a:pt x="562527" y="119184"/>
                    <a:pt x="580824" y="137468"/>
                    <a:pt x="580851" y="160036"/>
                  </a:cubicBezTo>
                  <a:lnTo>
                    <a:pt x="580851" y="334754"/>
                  </a:lnTo>
                  <a:cubicBezTo>
                    <a:pt x="580828" y="357314"/>
                    <a:pt x="562547" y="375598"/>
                    <a:pt x="539987" y="375625"/>
                  </a:cubicBezTo>
                  <a:lnTo>
                    <a:pt x="516227" y="375625"/>
                  </a:lnTo>
                  <a:lnTo>
                    <a:pt x="516227" y="446257"/>
                  </a:lnTo>
                  <a:cubicBezTo>
                    <a:pt x="516226" y="448807"/>
                    <a:pt x="515132" y="451235"/>
                    <a:pt x="513223" y="452925"/>
                  </a:cubicBezTo>
                  <a:cubicBezTo>
                    <a:pt x="509539" y="456185"/>
                    <a:pt x="503909" y="455842"/>
                    <a:pt x="500648" y="452158"/>
                  </a:cubicBezTo>
                  <a:lnTo>
                    <a:pt x="461751" y="408230"/>
                  </a:lnTo>
                  <a:cubicBezTo>
                    <a:pt x="458492" y="404544"/>
                    <a:pt x="458838" y="398914"/>
                    <a:pt x="462524" y="395655"/>
                  </a:cubicBezTo>
                  <a:cubicBezTo>
                    <a:pt x="466210" y="392396"/>
                    <a:pt x="471840" y="392742"/>
                    <a:pt x="475099" y="396428"/>
                  </a:cubicBezTo>
                  <a:lnTo>
                    <a:pt x="498382" y="422747"/>
                  </a:lnTo>
                  <a:lnTo>
                    <a:pt x="498382" y="366717"/>
                  </a:lnTo>
                  <a:cubicBezTo>
                    <a:pt x="498382" y="361797"/>
                    <a:pt x="502370" y="357809"/>
                    <a:pt x="507290" y="357809"/>
                  </a:cubicBezTo>
                  <a:lnTo>
                    <a:pt x="539959" y="357809"/>
                  </a:lnTo>
                  <a:cubicBezTo>
                    <a:pt x="552682" y="357789"/>
                    <a:pt x="562991" y="347477"/>
                    <a:pt x="563006" y="334754"/>
                  </a:cubicBezTo>
                  <a:lnTo>
                    <a:pt x="563006" y="160036"/>
                  </a:lnTo>
                  <a:cubicBezTo>
                    <a:pt x="562991" y="147314"/>
                    <a:pt x="552681" y="137004"/>
                    <a:pt x="539959" y="136988"/>
                  </a:cubicBezTo>
                  <a:lnTo>
                    <a:pt x="262966" y="136988"/>
                  </a:lnTo>
                  <a:cubicBezTo>
                    <a:pt x="250244" y="137004"/>
                    <a:pt x="239934" y="147314"/>
                    <a:pt x="239919" y="160036"/>
                  </a:cubicBezTo>
                  <a:lnTo>
                    <a:pt x="239919" y="334754"/>
                  </a:lnTo>
                  <a:cubicBezTo>
                    <a:pt x="239930" y="347479"/>
                    <a:pt x="250241" y="357793"/>
                    <a:pt x="262966" y="357809"/>
                  </a:cubicBezTo>
                  <a:lnTo>
                    <a:pt x="436922" y="357809"/>
                  </a:lnTo>
                  <a:cubicBezTo>
                    <a:pt x="441841" y="357809"/>
                    <a:pt x="445830" y="361797"/>
                    <a:pt x="445830" y="366717"/>
                  </a:cubicBezTo>
                  <a:cubicBezTo>
                    <a:pt x="445830" y="371637"/>
                    <a:pt x="441841" y="375625"/>
                    <a:pt x="436922" y="375625"/>
                  </a:cubicBezTo>
                  <a:lnTo>
                    <a:pt x="262966" y="375625"/>
                  </a:lnTo>
                  <a:cubicBezTo>
                    <a:pt x="240406" y="375598"/>
                    <a:pt x="222126" y="357314"/>
                    <a:pt x="222102" y="334754"/>
                  </a:cubicBezTo>
                  <a:lnTo>
                    <a:pt x="222102" y="226514"/>
                  </a:lnTo>
                  <a:lnTo>
                    <a:pt x="130981" y="226514"/>
                  </a:lnTo>
                  <a:lnTo>
                    <a:pt x="72100" y="293070"/>
                  </a:lnTo>
                  <a:cubicBezTo>
                    <a:pt x="70410" y="294979"/>
                    <a:pt x="67983" y="296073"/>
                    <a:pt x="65433" y="296074"/>
                  </a:cubicBezTo>
                  <a:cubicBezTo>
                    <a:pt x="60513" y="296076"/>
                    <a:pt x="56523" y="292089"/>
                    <a:pt x="56521" y="287169"/>
                  </a:cubicBezTo>
                  <a:lnTo>
                    <a:pt x="56521" y="226514"/>
                  </a:lnTo>
                  <a:lnTo>
                    <a:pt x="36859" y="226514"/>
                  </a:lnTo>
                  <a:cubicBezTo>
                    <a:pt x="16512" y="226491"/>
                    <a:pt x="24" y="210001"/>
                    <a:pt x="0" y="189654"/>
                  </a:cubicBezTo>
                  <a:lnTo>
                    <a:pt x="0" y="36859"/>
                  </a:lnTo>
                  <a:cubicBezTo>
                    <a:pt x="24" y="16512"/>
                    <a:pt x="16512" y="24"/>
                    <a:pt x="36859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40" name="Group 245">
            <a:extLst>
              <a:ext uri="{FF2B5EF4-FFF2-40B4-BE49-F238E27FC236}">
                <a16:creationId xmlns:a16="http://schemas.microsoft.com/office/drawing/2014/main" id="{16C07153-17AF-C0C8-9BC2-6649623B06ED}"/>
              </a:ext>
            </a:extLst>
          </p:cNvPr>
          <p:cNvGrpSpPr/>
          <p:nvPr/>
        </p:nvGrpSpPr>
        <p:grpSpPr>
          <a:xfrm>
            <a:off x="8855737" y="4027383"/>
            <a:ext cx="585176" cy="580823"/>
            <a:chOff x="8855737" y="4027383"/>
            <a:chExt cx="585176" cy="580823"/>
          </a:xfrm>
        </p:grpSpPr>
        <p:sp>
          <p:nvSpPr>
            <p:cNvPr id="241" name="Freeform: Shape 215">
              <a:extLst>
                <a:ext uri="{FF2B5EF4-FFF2-40B4-BE49-F238E27FC236}">
                  <a16:creationId xmlns:a16="http://schemas.microsoft.com/office/drawing/2014/main" id="{92C1B3AB-FBA3-0956-B3DA-ABD43E817106}"/>
                </a:ext>
              </a:extLst>
            </p:cNvPr>
            <p:cNvSpPr/>
            <p:nvPr/>
          </p:nvSpPr>
          <p:spPr>
            <a:xfrm>
              <a:off x="8864647" y="4257709"/>
              <a:ext cx="285067" cy="341589"/>
            </a:xfrm>
            <a:custGeom>
              <a:avLst/>
              <a:gdLst>
                <a:gd name="connsiteX0" fmla="*/ 142533 w 285067"/>
                <a:gd name="connsiteY0" fmla="*/ 0 h 341588"/>
                <a:gd name="connsiteX1" fmla="*/ 228403 w 285067"/>
                <a:gd name="connsiteY1" fmla="*/ 85870 h 341588"/>
                <a:gd name="connsiteX2" fmla="*/ 175958 w 285067"/>
                <a:gd name="connsiteY2" fmla="*/ 164991 h 341588"/>
                <a:gd name="connsiteX3" fmla="*/ 142538 w 285067"/>
                <a:gd name="connsiteY3" fmla="*/ 171738 h 341588"/>
                <a:gd name="connsiteX4" fmla="*/ 211719 w 285067"/>
                <a:gd name="connsiteY4" fmla="*/ 171738 h 341588"/>
                <a:gd name="connsiteX5" fmla="*/ 285067 w 285067"/>
                <a:gd name="connsiteY5" fmla="*/ 245079 h 341588"/>
                <a:gd name="connsiteX6" fmla="*/ 285067 w 285067"/>
                <a:gd name="connsiteY6" fmla="*/ 341588 h 341588"/>
                <a:gd name="connsiteX7" fmla="*/ 0 w 285067"/>
                <a:gd name="connsiteY7" fmla="*/ 341588 h 341588"/>
                <a:gd name="connsiteX8" fmla="*/ 0 w 285067"/>
                <a:gd name="connsiteY8" fmla="*/ 245079 h 341588"/>
                <a:gd name="connsiteX9" fmla="*/ 73347 w 285067"/>
                <a:gd name="connsiteY9" fmla="*/ 171738 h 341588"/>
                <a:gd name="connsiteX10" fmla="*/ 142528 w 285067"/>
                <a:gd name="connsiteY10" fmla="*/ 171738 h 341588"/>
                <a:gd name="connsiteX11" fmla="*/ 109109 w 285067"/>
                <a:gd name="connsiteY11" fmla="*/ 164991 h 341588"/>
                <a:gd name="connsiteX12" fmla="*/ 56664 w 285067"/>
                <a:gd name="connsiteY12" fmla="*/ 85870 h 341588"/>
                <a:gd name="connsiteX13" fmla="*/ 142533 w 285067"/>
                <a:gd name="connsiteY13" fmla="*/ 0 h 34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067" h="341588">
                  <a:moveTo>
                    <a:pt x="142533" y="0"/>
                  </a:moveTo>
                  <a:cubicBezTo>
                    <a:pt x="189958" y="0"/>
                    <a:pt x="228403" y="38445"/>
                    <a:pt x="228403" y="85870"/>
                  </a:cubicBezTo>
                  <a:cubicBezTo>
                    <a:pt x="228403" y="121438"/>
                    <a:pt x="206778" y="151956"/>
                    <a:pt x="175958" y="164991"/>
                  </a:cubicBezTo>
                  <a:lnTo>
                    <a:pt x="142538" y="171738"/>
                  </a:lnTo>
                  <a:lnTo>
                    <a:pt x="211719" y="171738"/>
                  </a:lnTo>
                  <a:cubicBezTo>
                    <a:pt x="252225" y="171738"/>
                    <a:pt x="285063" y="204572"/>
                    <a:pt x="285067" y="245079"/>
                  </a:cubicBezTo>
                  <a:lnTo>
                    <a:pt x="285067" y="341588"/>
                  </a:lnTo>
                  <a:lnTo>
                    <a:pt x="0" y="341588"/>
                  </a:lnTo>
                  <a:lnTo>
                    <a:pt x="0" y="245079"/>
                  </a:lnTo>
                  <a:cubicBezTo>
                    <a:pt x="4" y="204572"/>
                    <a:pt x="32842" y="171738"/>
                    <a:pt x="73347" y="171738"/>
                  </a:cubicBezTo>
                  <a:lnTo>
                    <a:pt x="142528" y="171738"/>
                  </a:lnTo>
                  <a:lnTo>
                    <a:pt x="109109" y="164991"/>
                  </a:lnTo>
                  <a:cubicBezTo>
                    <a:pt x="78289" y="151956"/>
                    <a:pt x="56664" y="121438"/>
                    <a:pt x="56664" y="85870"/>
                  </a:cubicBezTo>
                  <a:cubicBezTo>
                    <a:pt x="56664" y="38445"/>
                    <a:pt x="95109" y="0"/>
                    <a:pt x="142533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" name="Freeform: Shape 216">
              <a:extLst>
                <a:ext uri="{FF2B5EF4-FFF2-40B4-BE49-F238E27FC236}">
                  <a16:creationId xmlns:a16="http://schemas.microsoft.com/office/drawing/2014/main" id="{78D3F8F7-DA23-E1B4-67D1-4351C5A7F04D}"/>
                </a:ext>
              </a:extLst>
            </p:cNvPr>
            <p:cNvSpPr/>
            <p:nvPr/>
          </p:nvSpPr>
          <p:spPr>
            <a:xfrm>
              <a:off x="8855737" y="4027383"/>
              <a:ext cx="585176" cy="580823"/>
            </a:xfrm>
            <a:custGeom>
              <a:avLst/>
              <a:gdLst>
                <a:gd name="connsiteX0" fmla="*/ 151441 w 585176"/>
                <a:gd name="connsiteY0" fmla="*/ 239220 h 580822"/>
                <a:gd name="connsiteX1" fmla="*/ 74473 w 585176"/>
                <a:gd name="connsiteY1" fmla="*/ 316188 h 580822"/>
                <a:gd name="connsiteX2" fmla="*/ 151441 w 585176"/>
                <a:gd name="connsiteY2" fmla="*/ 393156 h 580822"/>
                <a:gd name="connsiteX3" fmla="*/ 228409 w 585176"/>
                <a:gd name="connsiteY3" fmla="*/ 316188 h 580822"/>
                <a:gd name="connsiteX4" fmla="*/ 151441 w 585176"/>
                <a:gd name="connsiteY4" fmla="*/ 239220 h 580822"/>
                <a:gd name="connsiteX5" fmla="*/ 167003 w 585176"/>
                <a:gd name="connsiteY5" fmla="*/ 222539 h 580822"/>
                <a:gd name="connsiteX6" fmla="*/ 228557 w 585176"/>
                <a:gd name="connsiteY6" fmla="*/ 260930 h 580822"/>
                <a:gd name="connsiteX7" fmla="*/ 206545 w 585176"/>
                <a:gd name="connsiteY7" fmla="*/ 393156 h 580822"/>
                <a:gd name="connsiteX8" fmla="*/ 220627 w 585176"/>
                <a:gd name="connsiteY8" fmla="*/ 393156 h 580822"/>
                <a:gd name="connsiteX9" fmla="*/ 302883 w 585176"/>
                <a:gd name="connsiteY9" fmla="*/ 475404 h 580822"/>
                <a:gd name="connsiteX10" fmla="*/ 302883 w 585176"/>
                <a:gd name="connsiteY10" fmla="*/ 571913 h 580822"/>
                <a:gd name="connsiteX11" fmla="*/ 293974 w 585176"/>
                <a:gd name="connsiteY11" fmla="*/ 580822 h 580822"/>
                <a:gd name="connsiteX12" fmla="*/ 285066 w 585176"/>
                <a:gd name="connsiteY12" fmla="*/ 571913 h 580822"/>
                <a:gd name="connsiteX13" fmla="*/ 285066 w 585176"/>
                <a:gd name="connsiteY13" fmla="*/ 475404 h 580822"/>
                <a:gd name="connsiteX14" fmla="*/ 220627 w 585176"/>
                <a:gd name="connsiteY14" fmla="*/ 410972 h 580822"/>
                <a:gd name="connsiteX15" fmla="*/ 82249 w 585176"/>
                <a:gd name="connsiteY15" fmla="*/ 410972 h 580822"/>
                <a:gd name="connsiteX16" fmla="*/ 17817 w 585176"/>
                <a:gd name="connsiteY16" fmla="*/ 475404 h 580822"/>
                <a:gd name="connsiteX17" fmla="*/ 17817 w 585176"/>
                <a:gd name="connsiteY17" fmla="*/ 571913 h 580822"/>
                <a:gd name="connsiteX18" fmla="*/ 8908 w 585176"/>
                <a:gd name="connsiteY18" fmla="*/ 580822 h 580822"/>
                <a:gd name="connsiteX19" fmla="*/ 0 w 585176"/>
                <a:gd name="connsiteY19" fmla="*/ 571913 h 580822"/>
                <a:gd name="connsiteX20" fmla="*/ 0 w 585176"/>
                <a:gd name="connsiteY20" fmla="*/ 475404 h 580822"/>
                <a:gd name="connsiteX21" fmla="*/ 82249 w 585176"/>
                <a:gd name="connsiteY21" fmla="*/ 393156 h 580822"/>
                <a:gd name="connsiteX22" fmla="*/ 96331 w 585176"/>
                <a:gd name="connsiteY22" fmla="*/ 393156 h 580822"/>
                <a:gd name="connsiteX23" fmla="*/ 74319 w 585176"/>
                <a:gd name="connsiteY23" fmla="*/ 371144 h 580822"/>
                <a:gd name="connsiteX24" fmla="*/ 96331 w 585176"/>
                <a:gd name="connsiteY24" fmla="*/ 238918 h 580822"/>
                <a:gd name="connsiteX25" fmla="*/ 167003 w 585176"/>
                <a:gd name="connsiteY25" fmla="*/ 222539 h 580822"/>
                <a:gd name="connsiteX26" fmla="*/ 496500 w 585176"/>
                <a:gd name="connsiteY26" fmla="*/ 100129 h 580822"/>
                <a:gd name="connsiteX27" fmla="*/ 520788 w 585176"/>
                <a:gd name="connsiteY27" fmla="*/ 124402 h 580822"/>
                <a:gd name="connsiteX28" fmla="*/ 496507 w 585176"/>
                <a:gd name="connsiteY28" fmla="*/ 148691 h 580822"/>
                <a:gd name="connsiteX29" fmla="*/ 472226 w 585176"/>
                <a:gd name="connsiteY29" fmla="*/ 124417 h 580822"/>
                <a:gd name="connsiteX30" fmla="*/ 496500 w 585176"/>
                <a:gd name="connsiteY30" fmla="*/ 100129 h 580822"/>
                <a:gd name="connsiteX31" fmla="*/ 333614 w 585176"/>
                <a:gd name="connsiteY31" fmla="*/ 100129 h 580822"/>
                <a:gd name="connsiteX32" fmla="*/ 333628 w 585176"/>
                <a:gd name="connsiteY32" fmla="*/ 100129 h 580822"/>
                <a:gd name="connsiteX33" fmla="*/ 357901 w 585176"/>
                <a:gd name="connsiteY33" fmla="*/ 124431 h 580822"/>
                <a:gd name="connsiteX34" fmla="*/ 333599 w 585176"/>
                <a:gd name="connsiteY34" fmla="*/ 148705 h 580822"/>
                <a:gd name="connsiteX35" fmla="*/ 309325 w 585176"/>
                <a:gd name="connsiteY35" fmla="*/ 124402 h 580822"/>
                <a:gd name="connsiteX36" fmla="*/ 333614 w 585176"/>
                <a:gd name="connsiteY36" fmla="*/ 100129 h 580822"/>
                <a:gd name="connsiteX37" fmla="*/ 415072 w 585176"/>
                <a:gd name="connsiteY37" fmla="*/ 100115 h 580822"/>
                <a:gd name="connsiteX38" fmla="*/ 439359 w 585176"/>
                <a:gd name="connsiteY38" fmla="*/ 124403 h 580822"/>
                <a:gd name="connsiteX39" fmla="*/ 415072 w 585176"/>
                <a:gd name="connsiteY39" fmla="*/ 148691 h 580822"/>
                <a:gd name="connsiteX40" fmla="*/ 390783 w 585176"/>
                <a:gd name="connsiteY40" fmla="*/ 124403 h 580822"/>
                <a:gd name="connsiteX41" fmla="*/ 415072 w 585176"/>
                <a:gd name="connsiteY41" fmla="*/ 100115 h 580822"/>
                <a:gd name="connsiteX42" fmla="*/ 284076 w 585176"/>
                <a:gd name="connsiteY42" fmla="*/ 0 h 580822"/>
                <a:gd name="connsiteX43" fmla="*/ 546044 w 585176"/>
                <a:gd name="connsiteY43" fmla="*/ 0 h 580822"/>
                <a:gd name="connsiteX44" fmla="*/ 585176 w 585176"/>
                <a:gd name="connsiteY44" fmla="*/ 39132 h 580822"/>
                <a:gd name="connsiteX45" fmla="*/ 585176 w 585176"/>
                <a:gd name="connsiteY45" fmla="*/ 204385 h 580822"/>
                <a:gd name="connsiteX46" fmla="*/ 546044 w 585176"/>
                <a:gd name="connsiteY46" fmla="*/ 243519 h 580822"/>
                <a:gd name="connsiteX47" fmla="*/ 381525 w 585176"/>
                <a:gd name="connsiteY47" fmla="*/ 243519 h 580822"/>
                <a:gd name="connsiteX48" fmla="*/ 372617 w 585176"/>
                <a:gd name="connsiteY48" fmla="*/ 234610 h 580822"/>
                <a:gd name="connsiteX49" fmla="*/ 381525 w 585176"/>
                <a:gd name="connsiteY49" fmla="*/ 225702 h 580822"/>
                <a:gd name="connsiteX50" fmla="*/ 546044 w 585176"/>
                <a:gd name="connsiteY50" fmla="*/ 225702 h 580822"/>
                <a:gd name="connsiteX51" fmla="*/ 567360 w 585176"/>
                <a:gd name="connsiteY51" fmla="*/ 204385 h 580822"/>
                <a:gd name="connsiteX52" fmla="*/ 567360 w 585176"/>
                <a:gd name="connsiteY52" fmla="*/ 39132 h 580822"/>
                <a:gd name="connsiteX53" fmla="*/ 546044 w 585176"/>
                <a:gd name="connsiteY53" fmla="*/ 17817 h 580822"/>
                <a:gd name="connsiteX54" fmla="*/ 284076 w 585176"/>
                <a:gd name="connsiteY54" fmla="*/ 17817 h 580822"/>
                <a:gd name="connsiteX55" fmla="*/ 262753 w 585176"/>
                <a:gd name="connsiteY55" fmla="*/ 39132 h 580822"/>
                <a:gd name="connsiteX56" fmla="*/ 262753 w 585176"/>
                <a:gd name="connsiteY56" fmla="*/ 204385 h 580822"/>
                <a:gd name="connsiteX57" fmla="*/ 284076 w 585176"/>
                <a:gd name="connsiteY57" fmla="*/ 225702 h 580822"/>
                <a:gd name="connsiteX58" fmla="*/ 314998 w 585176"/>
                <a:gd name="connsiteY58" fmla="*/ 225702 h 580822"/>
                <a:gd name="connsiteX59" fmla="*/ 323906 w 585176"/>
                <a:gd name="connsiteY59" fmla="*/ 234610 h 580822"/>
                <a:gd name="connsiteX60" fmla="*/ 323906 w 585176"/>
                <a:gd name="connsiteY60" fmla="*/ 286328 h 580822"/>
                <a:gd name="connsiteX61" fmla="*/ 345757 w 585176"/>
                <a:gd name="connsiteY61" fmla="*/ 261627 h 580822"/>
                <a:gd name="connsiteX62" fmla="*/ 358332 w 585176"/>
                <a:gd name="connsiteY62" fmla="*/ 260854 h 580822"/>
                <a:gd name="connsiteX63" fmla="*/ 359105 w 585176"/>
                <a:gd name="connsiteY63" fmla="*/ 273429 h 580822"/>
                <a:gd name="connsiteX64" fmla="*/ 321669 w 585176"/>
                <a:gd name="connsiteY64" fmla="*/ 315747 h 580822"/>
                <a:gd name="connsiteX65" fmla="*/ 315002 w 585176"/>
                <a:gd name="connsiteY65" fmla="*/ 318751 h 580822"/>
                <a:gd name="connsiteX66" fmla="*/ 306090 w 585176"/>
                <a:gd name="connsiteY66" fmla="*/ 309846 h 580822"/>
                <a:gd name="connsiteX67" fmla="*/ 306090 w 585176"/>
                <a:gd name="connsiteY67" fmla="*/ 243519 h 580822"/>
                <a:gd name="connsiteX68" fmla="*/ 284076 w 585176"/>
                <a:gd name="connsiteY68" fmla="*/ 243519 h 580822"/>
                <a:gd name="connsiteX69" fmla="*/ 244936 w 585176"/>
                <a:gd name="connsiteY69" fmla="*/ 204385 h 580822"/>
                <a:gd name="connsiteX70" fmla="*/ 244936 w 585176"/>
                <a:gd name="connsiteY70" fmla="*/ 39132 h 580822"/>
                <a:gd name="connsiteX71" fmla="*/ 284076 w 585176"/>
                <a:gd name="connsiteY71" fmla="*/ 0 h 58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585176" h="580822">
                  <a:moveTo>
                    <a:pt x="151441" y="239220"/>
                  </a:moveTo>
                  <a:cubicBezTo>
                    <a:pt x="108933" y="239220"/>
                    <a:pt x="74473" y="273680"/>
                    <a:pt x="74473" y="316188"/>
                  </a:cubicBezTo>
                  <a:cubicBezTo>
                    <a:pt x="74521" y="358676"/>
                    <a:pt x="108953" y="393109"/>
                    <a:pt x="151441" y="393156"/>
                  </a:cubicBezTo>
                  <a:cubicBezTo>
                    <a:pt x="193949" y="393156"/>
                    <a:pt x="228409" y="358696"/>
                    <a:pt x="228409" y="316188"/>
                  </a:cubicBezTo>
                  <a:cubicBezTo>
                    <a:pt x="228409" y="273680"/>
                    <a:pt x="193949" y="239220"/>
                    <a:pt x="151441" y="239220"/>
                  </a:cubicBezTo>
                  <a:close/>
                  <a:moveTo>
                    <a:pt x="167003" y="222539"/>
                  </a:moveTo>
                  <a:cubicBezTo>
                    <a:pt x="190931" y="226523"/>
                    <a:pt x="213340" y="239634"/>
                    <a:pt x="228557" y="260930"/>
                  </a:cubicBezTo>
                  <a:cubicBezTo>
                    <a:pt x="258991" y="303522"/>
                    <a:pt x="249136" y="362721"/>
                    <a:pt x="206545" y="393156"/>
                  </a:cubicBezTo>
                  <a:lnTo>
                    <a:pt x="220627" y="393156"/>
                  </a:lnTo>
                  <a:cubicBezTo>
                    <a:pt x="266031" y="393207"/>
                    <a:pt x="302828" y="430000"/>
                    <a:pt x="302883" y="475404"/>
                  </a:cubicBezTo>
                  <a:lnTo>
                    <a:pt x="302883" y="571913"/>
                  </a:lnTo>
                  <a:cubicBezTo>
                    <a:pt x="302883" y="576833"/>
                    <a:pt x="298894" y="580822"/>
                    <a:pt x="293974" y="580822"/>
                  </a:cubicBezTo>
                  <a:cubicBezTo>
                    <a:pt x="289054" y="580822"/>
                    <a:pt x="285066" y="576833"/>
                    <a:pt x="285066" y="571913"/>
                  </a:cubicBezTo>
                  <a:lnTo>
                    <a:pt x="285066" y="475404"/>
                  </a:lnTo>
                  <a:cubicBezTo>
                    <a:pt x="285023" y="439835"/>
                    <a:pt x="256196" y="411012"/>
                    <a:pt x="220627" y="410972"/>
                  </a:cubicBezTo>
                  <a:lnTo>
                    <a:pt x="82249" y="410972"/>
                  </a:lnTo>
                  <a:cubicBezTo>
                    <a:pt x="46682" y="411015"/>
                    <a:pt x="17860" y="439837"/>
                    <a:pt x="17817" y="475404"/>
                  </a:cubicBezTo>
                  <a:lnTo>
                    <a:pt x="17817" y="571913"/>
                  </a:lnTo>
                  <a:cubicBezTo>
                    <a:pt x="17817" y="576833"/>
                    <a:pt x="13828" y="580822"/>
                    <a:pt x="8908" y="580822"/>
                  </a:cubicBezTo>
                  <a:cubicBezTo>
                    <a:pt x="3988" y="580822"/>
                    <a:pt x="0" y="576833"/>
                    <a:pt x="0" y="571913"/>
                  </a:cubicBezTo>
                  <a:lnTo>
                    <a:pt x="0" y="475404"/>
                  </a:lnTo>
                  <a:cubicBezTo>
                    <a:pt x="55" y="430002"/>
                    <a:pt x="36847" y="393211"/>
                    <a:pt x="82249" y="393156"/>
                  </a:cubicBezTo>
                  <a:lnTo>
                    <a:pt x="96331" y="393156"/>
                  </a:lnTo>
                  <a:cubicBezTo>
                    <a:pt x="87831" y="387082"/>
                    <a:pt x="80393" y="379644"/>
                    <a:pt x="74319" y="371144"/>
                  </a:cubicBezTo>
                  <a:cubicBezTo>
                    <a:pt x="43884" y="328552"/>
                    <a:pt x="53739" y="269353"/>
                    <a:pt x="96331" y="238918"/>
                  </a:cubicBezTo>
                  <a:cubicBezTo>
                    <a:pt x="117627" y="223701"/>
                    <a:pt x="143075" y="218555"/>
                    <a:pt x="167003" y="222539"/>
                  </a:cubicBezTo>
                  <a:close/>
                  <a:moveTo>
                    <a:pt x="496500" y="100129"/>
                  </a:moveTo>
                  <a:cubicBezTo>
                    <a:pt x="509910" y="100125"/>
                    <a:pt x="520784" y="110993"/>
                    <a:pt x="520788" y="124402"/>
                  </a:cubicBezTo>
                  <a:cubicBezTo>
                    <a:pt x="520776" y="137809"/>
                    <a:pt x="509913" y="148675"/>
                    <a:pt x="496507" y="148691"/>
                  </a:cubicBezTo>
                  <a:cubicBezTo>
                    <a:pt x="483100" y="148691"/>
                    <a:pt x="472230" y="137825"/>
                    <a:pt x="472226" y="124417"/>
                  </a:cubicBezTo>
                  <a:cubicBezTo>
                    <a:pt x="472222" y="111007"/>
                    <a:pt x="483090" y="100133"/>
                    <a:pt x="496500" y="100129"/>
                  </a:cubicBezTo>
                  <a:close/>
                  <a:moveTo>
                    <a:pt x="333614" y="100129"/>
                  </a:moveTo>
                  <a:cubicBezTo>
                    <a:pt x="333618" y="100129"/>
                    <a:pt x="333623" y="100129"/>
                    <a:pt x="333628" y="100129"/>
                  </a:cubicBezTo>
                  <a:cubicBezTo>
                    <a:pt x="347042" y="100137"/>
                    <a:pt x="357909" y="111017"/>
                    <a:pt x="357901" y="124431"/>
                  </a:cubicBezTo>
                  <a:cubicBezTo>
                    <a:pt x="357893" y="137846"/>
                    <a:pt x="347013" y="148713"/>
                    <a:pt x="333599" y="148705"/>
                  </a:cubicBezTo>
                  <a:cubicBezTo>
                    <a:pt x="320185" y="148697"/>
                    <a:pt x="309317" y="137817"/>
                    <a:pt x="309325" y="124402"/>
                  </a:cubicBezTo>
                  <a:cubicBezTo>
                    <a:pt x="309352" y="111002"/>
                    <a:pt x="320213" y="100149"/>
                    <a:pt x="333614" y="100129"/>
                  </a:cubicBezTo>
                  <a:close/>
                  <a:moveTo>
                    <a:pt x="415072" y="100115"/>
                  </a:moveTo>
                  <a:cubicBezTo>
                    <a:pt x="428485" y="100115"/>
                    <a:pt x="439359" y="110989"/>
                    <a:pt x="439359" y="124403"/>
                  </a:cubicBezTo>
                  <a:cubicBezTo>
                    <a:pt x="439343" y="137811"/>
                    <a:pt x="428479" y="148676"/>
                    <a:pt x="415072" y="148691"/>
                  </a:cubicBezTo>
                  <a:cubicBezTo>
                    <a:pt x="401657" y="148691"/>
                    <a:pt x="390783" y="137817"/>
                    <a:pt x="390783" y="124403"/>
                  </a:cubicBezTo>
                  <a:cubicBezTo>
                    <a:pt x="390783" y="110989"/>
                    <a:pt x="401657" y="100115"/>
                    <a:pt x="415072" y="100115"/>
                  </a:cubicBezTo>
                  <a:close/>
                  <a:moveTo>
                    <a:pt x="284076" y="0"/>
                  </a:moveTo>
                  <a:lnTo>
                    <a:pt x="546044" y="0"/>
                  </a:lnTo>
                  <a:cubicBezTo>
                    <a:pt x="567642" y="35"/>
                    <a:pt x="585141" y="17535"/>
                    <a:pt x="585176" y="39132"/>
                  </a:cubicBezTo>
                  <a:lnTo>
                    <a:pt x="585176" y="204385"/>
                  </a:lnTo>
                  <a:cubicBezTo>
                    <a:pt x="585141" y="225984"/>
                    <a:pt x="567642" y="243483"/>
                    <a:pt x="546044" y="243519"/>
                  </a:cubicBezTo>
                  <a:lnTo>
                    <a:pt x="381525" y="243519"/>
                  </a:lnTo>
                  <a:cubicBezTo>
                    <a:pt x="376605" y="243519"/>
                    <a:pt x="372617" y="239530"/>
                    <a:pt x="372617" y="234610"/>
                  </a:cubicBezTo>
                  <a:cubicBezTo>
                    <a:pt x="372617" y="229690"/>
                    <a:pt x="376605" y="225702"/>
                    <a:pt x="381525" y="225702"/>
                  </a:cubicBezTo>
                  <a:lnTo>
                    <a:pt x="546044" y="225702"/>
                  </a:lnTo>
                  <a:cubicBezTo>
                    <a:pt x="557802" y="225667"/>
                    <a:pt x="567325" y="216143"/>
                    <a:pt x="567360" y="204385"/>
                  </a:cubicBezTo>
                  <a:lnTo>
                    <a:pt x="567360" y="39132"/>
                  </a:lnTo>
                  <a:cubicBezTo>
                    <a:pt x="567325" y="27375"/>
                    <a:pt x="557802" y="17852"/>
                    <a:pt x="546044" y="17817"/>
                  </a:cubicBezTo>
                  <a:lnTo>
                    <a:pt x="284076" y="17817"/>
                  </a:lnTo>
                  <a:cubicBezTo>
                    <a:pt x="272315" y="17848"/>
                    <a:pt x="262788" y="27372"/>
                    <a:pt x="262753" y="39132"/>
                  </a:cubicBezTo>
                  <a:lnTo>
                    <a:pt x="262753" y="204385"/>
                  </a:lnTo>
                  <a:cubicBezTo>
                    <a:pt x="262788" y="216146"/>
                    <a:pt x="272315" y="225671"/>
                    <a:pt x="284076" y="225702"/>
                  </a:cubicBezTo>
                  <a:lnTo>
                    <a:pt x="314998" y="225702"/>
                  </a:lnTo>
                  <a:cubicBezTo>
                    <a:pt x="319918" y="225702"/>
                    <a:pt x="323906" y="229690"/>
                    <a:pt x="323906" y="234610"/>
                  </a:cubicBezTo>
                  <a:lnTo>
                    <a:pt x="323906" y="286328"/>
                  </a:lnTo>
                  <a:lnTo>
                    <a:pt x="345757" y="261627"/>
                  </a:lnTo>
                  <a:cubicBezTo>
                    <a:pt x="349016" y="257941"/>
                    <a:pt x="354646" y="257595"/>
                    <a:pt x="358332" y="260854"/>
                  </a:cubicBezTo>
                  <a:cubicBezTo>
                    <a:pt x="362018" y="264113"/>
                    <a:pt x="362364" y="269743"/>
                    <a:pt x="359105" y="273429"/>
                  </a:cubicBezTo>
                  <a:lnTo>
                    <a:pt x="321669" y="315747"/>
                  </a:lnTo>
                  <a:cubicBezTo>
                    <a:pt x="319979" y="317656"/>
                    <a:pt x="317551" y="318750"/>
                    <a:pt x="315002" y="318751"/>
                  </a:cubicBezTo>
                  <a:cubicBezTo>
                    <a:pt x="310082" y="318753"/>
                    <a:pt x="306092" y="314766"/>
                    <a:pt x="306090" y="309846"/>
                  </a:cubicBezTo>
                  <a:lnTo>
                    <a:pt x="306090" y="243519"/>
                  </a:lnTo>
                  <a:lnTo>
                    <a:pt x="284076" y="243519"/>
                  </a:lnTo>
                  <a:cubicBezTo>
                    <a:pt x="262475" y="243487"/>
                    <a:pt x="244971" y="225987"/>
                    <a:pt x="244936" y="204385"/>
                  </a:cubicBezTo>
                  <a:lnTo>
                    <a:pt x="244936" y="39132"/>
                  </a:lnTo>
                  <a:cubicBezTo>
                    <a:pt x="244971" y="17532"/>
                    <a:pt x="262475" y="31"/>
                    <a:pt x="284076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43" name="Group 246">
            <a:extLst>
              <a:ext uri="{FF2B5EF4-FFF2-40B4-BE49-F238E27FC236}">
                <a16:creationId xmlns:a16="http://schemas.microsoft.com/office/drawing/2014/main" id="{13F09508-A1BF-2F2C-3190-F4E539ADEEB3}"/>
              </a:ext>
            </a:extLst>
          </p:cNvPr>
          <p:cNvGrpSpPr/>
          <p:nvPr/>
        </p:nvGrpSpPr>
        <p:grpSpPr>
          <a:xfrm>
            <a:off x="7882098" y="4027426"/>
            <a:ext cx="500591" cy="580775"/>
            <a:chOff x="7882098" y="4027426"/>
            <a:chExt cx="500591" cy="580775"/>
          </a:xfrm>
        </p:grpSpPr>
        <p:sp>
          <p:nvSpPr>
            <p:cNvPr id="244" name="Freeform: Shape 218">
              <a:extLst>
                <a:ext uri="{FF2B5EF4-FFF2-40B4-BE49-F238E27FC236}">
                  <a16:creationId xmlns:a16="http://schemas.microsoft.com/office/drawing/2014/main" id="{5700735F-6959-02C6-CF1E-B94C9036CA9C}"/>
                </a:ext>
              </a:extLst>
            </p:cNvPr>
            <p:cNvSpPr/>
            <p:nvPr/>
          </p:nvSpPr>
          <p:spPr>
            <a:xfrm>
              <a:off x="7995021" y="4036281"/>
              <a:ext cx="274147" cy="563017"/>
            </a:xfrm>
            <a:custGeom>
              <a:avLst/>
              <a:gdLst>
                <a:gd name="connsiteX0" fmla="*/ 124301 w 274146"/>
                <a:gd name="connsiteY0" fmla="*/ 527384 h 563017"/>
                <a:gd name="connsiteX1" fmla="*/ 150427 w 274146"/>
                <a:gd name="connsiteY1" fmla="*/ 527384 h 563017"/>
                <a:gd name="connsiteX2" fmla="*/ 150434 w 274146"/>
                <a:gd name="connsiteY2" fmla="*/ 527384 h 563017"/>
                <a:gd name="connsiteX3" fmla="*/ 168251 w 274146"/>
                <a:gd name="connsiteY3" fmla="*/ 545201 h 563017"/>
                <a:gd name="connsiteX4" fmla="*/ 150434 w 274146"/>
                <a:gd name="connsiteY4" fmla="*/ 563017 h 563017"/>
                <a:gd name="connsiteX5" fmla="*/ 124301 w 274146"/>
                <a:gd name="connsiteY5" fmla="*/ 563017 h 563017"/>
                <a:gd name="connsiteX6" fmla="*/ 106484 w 274146"/>
                <a:gd name="connsiteY6" fmla="*/ 545201 h 563017"/>
                <a:gd name="connsiteX7" fmla="*/ 124301 w 274146"/>
                <a:gd name="connsiteY7" fmla="*/ 527384 h 563017"/>
                <a:gd name="connsiteX8" fmla="*/ 252709 w 274146"/>
                <a:gd name="connsiteY8" fmla="*/ 291492 h 563017"/>
                <a:gd name="connsiteX9" fmla="*/ 252730 w 274146"/>
                <a:gd name="connsiteY9" fmla="*/ 291492 h 563017"/>
                <a:gd name="connsiteX10" fmla="*/ 274146 w 274146"/>
                <a:gd name="connsiteY10" fmla="*/ 312950 h 563017"/>
                <a:gd name="connsiteX11" fmla="*/ 274146 w 274146"/>
                <a:gd name="connsiteY11" fmla="*/ 481853 h 563017"/>
                <a:gd name="connsiteX12" fmla="*/ 252709 w 274146"/>
                <a:gd name="connsiteY12" fmla="*/ 503290 h 563017"/>
                <a:gd name="connsiteX13" fmla="*/ 252673 w 274146"/>
                <a:gd name="connsiteY13" fmla="*/ 503290 h 563017"/>
                <a:gd name="connsiteX14" fmla="*/ 231278 w 274146"/>
                <a:gd name="connsiteY14" fmla="*/ 481824 h 563017"/>
                <a:gd name="connsiteX15" fmla="*/ 231278 w 274146"/>
                <a:gd name="connsiteY15" fmla="*/ 312922 h 563017"/>
                <a:gd name="connsiteX16" fmla="*/ 252709 w 274146"/>
                <a:gd name="connsiteY16" fmla="*/ 291492 h 563017"/>
                <a:gd name="connsiteX17" fmla="*/ 23943 w 274146"/>
                <a:gd name="connsiteY17" fmla="*/ 291492 h 563017"/>
                <a:gd name="connsiteX18" fmla="*/ 23972 w 274146"/>
                <a:gd name="connsiteY18" fmla="*/ 291492 h 563017"/>
                <a:gd name="connsiteX19" fmla="*/ 45431 w 274146"/>
                <a:gd name="connsiteY19" fmla="*/ 312893 h 563017"/>
                <a:gd name="connsiteX20" fmla="*/ 45431 w 274146"/>
                <a:gd name="connsiteY20" fmla="*/ 312950 h 563017"/>
                <a:gd name="connsiteX21" fmla="*/ 45431 w 274146"/>
                <a:gd name="connsiteY21" fmla="*/ 481853 h 563017"/>
                <a:gd name="connsiteX22" fmla="*/ 24007 w 274146"/>
                <a:gd name="connsiteY22" fmla="*/ 503290 h 563017"/>
                <a:gd name="connsiteX23" fmla="*/ 23972 w 274146"/>
                <a:gd name="connsiteY23" fmla="*/ 503290 h 563017"/>
                <a:gd name="connsiteX24" fmla="*/ 2542 w 274146"/>
                <a:gd name="connsiteY24" fmla="*/ 481860 h 563017"/>
                <a:gd name="connsiteX25" fmla="*/ 2542 w 274146"/>
                <a:gd name="connsiteY25" fmla="*/ 481853 h 563017"/>
                <a:gd name="connsiteX26" fmla="*/ 2542 w 274146"/>
                <a:gd name="connsiteY26" fmla="*/ 312950 h 563017"/>
                <a:gd name="connsiteX27" fmla="*/ 23943 w 274146"/>
                <a:gd name="connsiteY27" fmla="*/ 291492 h 563017"/>
                <a:gd name="connsiteX28" fmla="*/ 136263 w 274146"/>
                <a:gd name="connsiteY28" fmla="*/ 2 h 563017"/>
                <a:gd name="connsiteX29" fmla="*/ 262181 w 274146"/>
                <a:gd name="connsiteY29" fmla="*/ 31619 h 563017"/>
                <a:gd name="connsiteX30" fmla="*/ 270451 w 274146"/>
                <a:gd name="connsiteY30" fmla="*/ 59446 h 563017"/>
                <a:gd name="connsiteX31" fmla="*/ 242625 w 274146"/>
                <a:gd name="connsiteY31" fmla="*/ 67716 h 563017"/>
                <a:gd name="connsiteX32" fmla="*/ 30514 w 274146"/>
                <a:gd name="connsiteY32" fmla="*/ 68586 h 563017"/>
                <a:gd name="connsiteX33" fmla="*/ 20586 w 274146"/>
                <a:gd name="connsiteY33" fmla="*/ 71137 h 563017"/>
                <a:gd name="connsiteX34" fmla="*/ 0 w 274146"/>
                <a:gd name="connsiteY34" fmla="*/ 50688 h 563017"/>
                <a:gd name="connsiteX35" fmla="*/ 10609 w 274146"/>
                <a:gd name="connsiteY35" fmla="*/ 32652 h 563017"/>
                <a:gd name="connsiteX36" fmla="*/ 136263 w 274146"/>
                <a:gd name="connsiteY36" fmla="*/ 2 h 56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74146" h="563017">
                  <a:moveTo>
                    <a:pt x="124301" y="527384"/>
                  </a:moveTo>
                  <a:lnTo>
                    <a:pt x="150427" y="527384"/>
                  </a:lnTo>
                  <a:cubicBezTo>
                    <a:pt x="150429" y="527384"/>
                    <a:pt x="150432" y="527384"/>
                    <a:pt x="150434" y="527384"/>
                  </a:cubicBezTo>
                  <a:cubicBezTo>
                    <a:pt x="160274" y="527384"/>
                    <a:pt x="168251" y="535361"/>
                    <a:pt x="168251" y="545201"/>
                  </a:cubicBezTo>
                  <a:cubicBezTo>
                    <a:pt x="168251" y="555040"/>
                    <a:pt x="160274" y="563017"/>
                    <a:pt x="150434" y="563017"/>
                  </a:cubicBezTo>
                  <a:lnTo>
                    <a:pt x="124301" y="563017"/>
                  </a:lnTo>
                  <a:cubicBezTo>
                    <a:pt x="114461" y="563017"/>
                    <a:pt x="106484" y="555040"/>
                    <a:pt x="106484" y="545201"/>
                  </a:cubicBezTo>
                  <a:cubicBezTo>
                    <a:pt x="106484" y="535361"/>
                    <a:pt x="114461" y="527384"/>
                    <a:pt x="124301" y="527384"/>
                  </a:cubicBezTo>
                  <a:close/>
                  <a:moveTo>
                    <a:pt x="252709" y="291492"/>
                  </a:moveTo>
                  <a:cubicBezTo>
                    <a:pt x="252716" y="291492"/>
                    <a:pt x="252723" y="291492"/>
                    <a:pt x="252730" y="291492"/>
                  </a:cubicBezTo>
                  <a:cubicBezTo>
                    <a:pt x="264570" y="291504"/>
                    <a:pt x="274158" y="301111"/>
                    <a:pt x="274146" y="312950"/>
                  </a:cubicBezTo>
                  <a:lnTo>
                    <a:pt x="274146" y="481853"/>
                  </a:lnTo>
                  <a:cubicBezTo>
                    <a:pt x="274146" y="493692"/>
                    <a:pt x="264548" y="503290"/>
                    <a:pt x="252709" y="503290"/>
                  </a:cubicBezTo>
                  <a:cubicBezTo>
                    <a:pt x="252697" y="503290"/>
                    <a:pt x="252685" y="503290"/>
                    <a:pt x="252673" y="503290"/>
                  </a:cubicBezTo>
                  <a:cubicBezTo>
                    <a:pt x="240837" y="503270"/>
                    <a:pt x="231258" y="493660"/>
                    <a:pt x="231278" y="481824"/>
                  </a:cubicBezTo>
                  <a:lnTo>
                    <a:pt x="231278" y="312922"/>
                  </a:lnTo>
                  <a:cubicBezTo>
                    <a:pt x="231278" y="301086"/>
                    <a:pt x="240872" y="291492"/>
                    <a:pt x="252709" y="291492"/>
                  </a:cubicBezTo>
                  <a:close/>
                  <a:moveTo>
                    <a:pt x="23943" y="291492"/>
                  </a:moveTo>
                  <a:cubicBezTo>
                    <a:pt x="23953" y="291492"/>
                    <a:pt x="23962" y="291492"/>
                    <a:pt x="23972" y="291492"/>
                  </a:cubicBezTo>
                  <a:cubicBezTo>
                    <a:pt x="35808" y="291476"/>
                    <a:pt x="45415" y="301058"/>
                    <a:pt x="45431" y="312893"/>
                  </a:cubicBezTo>
                  <a:cubicBezTo>
                    <a:pt x="45431" y="312912"/>
                    <a:pt x="45431" y="312931"/>
                    <a:pt x="45431" y="312950"/>
                  </a:cubicBezTo>
                  <a:lnTo>
                    <a:pt x="45431" y="481853"/>
                  </a:lnTo>
                  <a:cubicBezTo>
                    <a:pt x="45435" y="493688"/>
                    <a:pt x="35844" y="503286"/>
                    <a:pt x="24007" y="503290"/>
                  </a:cubicBezTo>
                  <a:cubicBezTo>
                    <a:pt x="23996" y="503290"/>
                    <a:pt x="23984" y="503290"/>
                    <a:pt x="23972" y="503290"/>
                  </a:cubicBezTo>
                  <a:cubicBezTo>
                    <a:pt x="12136" y="503290"/>
                    <a:pt x="2542" y="493695"/>
                    <a:pt x="2542" y="481860"/>
                  </a:cubicBezTo>
                  <a:cubicBezTo>
                    <a:pt x="2542" y="481858"/>
                    <a:pt x="2542" y="481855"/>
                    <a:pt x="2542" y="481853"/>
                  </a:cubicBezTo>
                  <a:lnTo>
                    <a:pt x="2542" y="312950"/>
                  </a:lnTo>
                  <a:cubicBezTo>
                    <a:pt x="2526" y="301115"/>
                    <a:pt x="12108" y="291508"/>
                    <a:pt x="23943" y="291492"/>
                  </a:cubicBezTo>
                  <a:close/>
                  <a:moveTo>
                    <a:pt x="136263" y="2"/>
                  </a:moveTo>
                  <a:cubicBezTo>
                    <a:pt x="179560" y="-176"/>
                    <a:pt x="222901" y="10358"/>
                    <a:pt x="262181" y="31619"/>
                  </a:cubicBezTo>
                  <a:cubicBezTo>
                    <a:pt x="272148" y="37019"/>
                    <a:pt x="275851" y="49478"/>
                    <a:pt x="270451" y="59446"/>
                  </a:cubicBezTo>
                  <a:cubicBezTo>
                    <a:pt x="265051" y="69414"/>
                    <a:pt x="252593" y="73117"/>
                    <a:pt x="242625" y="67716"/>
                  </a:cubicBezTo>
                  <a:cubicBezTo>
                    <a:pt x="176382" y="31884"/>
                    <a:pt x="96461" y="32211"/>
                    <a:pt x="30514" y="68586"/>
                  </a:cubicBezTo>
                  <a:cubicBezTo>
                    <a:pt x="27475" y="70267"/>
                    <a:pt x="24059" y="71145"/>
                    <a:pt x="20586" y="71137"/>
                  </a:cubicBezTo>
                  <a:cubicBezTo>
                    <a:pt x="9255" y="71175"/>
                    <a:pt x="38" y="62020"/>
                    <a:pt x="0" y="50688"/>
                  </a:cubicBezTo>
                  <a:cubicBezTo>
                    <a:pt x="-25" y="43190"/>
                    <a:pt x="4043" y="36274"/>
                    <a:pt x="10609" y="32652"/>
                  </a:cubicBezTo>
                  <a:cubicBezTo>
                    <a:pt x="49713" y="11069"/>
                    <a:pt x="92966" y="180"/>
                    <a:pt x="136263" y="2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" name="Freeform: Shape 219">
              <a:extLst>
                <a:ext uri="{FF2B5EF4-FFF2-40B4-BE49-F238E27FC236}">
                  <a16:creationId xmlns:a16="http://schemas.microsoft.com/office/drawing/2014/main" id="{4D101424-15F4-2406-FB3F-54534EA66694}"/>
                </a:ext>
              </a:extLst>
            </p:cNvPr>
            <p:cNvSpPr/>
            <p:nvPr/>
          </p:nvSpPr>
          <p:spPr>
            <a:xfrm>
              <a:off x="7882098" y="4027426"/>
              <a:ext cx="500591" cy="580775"/>
            </a:xfrm>
            <a:custGeom>
              <a:avLst/>
              <a:gdLst>
                <a:gd name="connsiteX0" fmla="*/ 237217 w 500590"/>
                <a:gd name="connsiteY0" fmla="*/ 545149 h 580775"/>
                <a:gd name="connsiteX1" fmla="*/ 228309 w 500590"/>
                <a:gd name="connsiteY1" fmla="*/ 554057 h 580775"/>
                <a:gd name="connsiteX2" fmla="*/ 237217 w 500590"/>
                <a:gd name="connsiteY2" fmla="*/ 562965 h 580775"/>
                <a:gd name="connsiteX3" fmla="*/ 263350 w 500590"/>
                <a:gd name="connsiteY3" fmla="*/ 562965 h 580775"/>
                <a:gd name="connsiteX4" fmla="*/ 272259 w 500590"/>
                <a:gd name="connsiteY4" fmla="*/ 554057 h 580775"/>
                <a:gd name="connsiteX5" fmla="*/ 263350 w 500590"/>
                <a:gd name="connsiteY5" fmla="*/ 545149 h 580775"/>
                <a:gd name="connsiteX6" fmla="*/ 137199 w 500590"/>
                <a:gd name="connsiteY6" fmla="*/ 309600 h 580775"/>
                <a:gd name="connsiteX7" fmla="*/ 124375 w 500590"/>
                <a:gd name="connsiteY7" fmla="*/ 321826 h 580775"/>
                <a:gd name="connsiteX8" fmla="*/ 124375 w 500590"/>
                <a:gd name="connsiteY8" fmla="*/ 490728 h 580775"/>
                <a:gd name="connsiteX9" fmla="*/ 136602 w 500590"/>
                <a:gd name="connsiteY9" fmla="*/ 502954 h 580775"/>
                <a:gd name="connsiteX10" fmla="*/ 149425 w 500590"/>
                <a:gd name="connsiteY10" fmla="*/ 490728 h 580775"/>
                <a:gd name="connsiteX11" fmla="*/ 149425 w 500590"/>
                <a:gd name="connsiteY11" fmla="*/ 321826 h 580775"/>
                <a:gd name="connsiteX12" fmla="*/ 137199 w 500590"/>
                <a:gd name="connsiteY12" fmla="*/ 309600 h 580775"/>
                <a:gd name="connsiteX13" fmla="*/ 365637 w 500590"/>
                <a:gd name="connsiteY13" fmla="*/ 309260 h 580775"/>
                <a:gd name="connsiteX14" fmla="*/ 353112 w 500590"/>
                <a:gd name="connsiteY14" fmla="*/ 321785 h 580775"/>
                <a:gd name="connsiteX15" fmla="*/ 353112 w 500590"/>
                <a:gd name="connsiteY15" fmla="*/ 490687 h 580775"/>
                <a:gd name="connsiteX16" fmla="*/ 365637 w 500590"/>
                <a:gd name="connsiteY16" fmla="*/ 503212 h 580775"/>
                <a:gd name="connsiteX17" fmla="*/ 378162 w 500590"/>
                <a:gd name="connsiteY17" fmla="*/ 490687 h 580775"/>
                <a:gd name="connsiteX18" fmla="*/ 378162 w 500590"/>
                <a:gd name="connsiteY18" fmla="*/ 461981 h 580775"/>
                <a:gd name="connsiteX19" fmla="*/ 387070 w 500590"/>
                <a:gd name="connsiteY19" fmla="*/ 453072 h 580775"/>
                <a:gd name="connsiteX20" fmla="*/ 395978 w 500590"/>
                <a:gd name="connsiteY20" fmla="*/ 461981 h 580775"/>
                <a:gd name="connsiteX21" fmla="*/ 395978 w 500590"/>
                <a:gd name="connsiteY21" fmla="*/ 481223 h 580775"/>
                <a:gd name="connsiteX22" fmla="*/ 400083 w 500590"/>
                <a:gd name="connsiteY22" fmla="*/ 481223 h 580775"/>
                <a:gd name="connsiteX23" fmla="*/ 444475 w 500590"/>
                <a:gd name="connsiteY23" fmla="*/ 436824 h 580775"/>
                <a:gd name="connsiteX24" fmla="*/ 444475 w 500590"/>
                <a:gd name="connsiteY24" fmla="*/ 375663 h 580775"/>
                <a:gd name="connsiteX25" fmla="*/ 400083 w 500590"/>
                <a:gd name="connsiteY25" fmla="*/ 331264 h 580775"/>
                <a:gd name="connsiteX26" fmla="*/ 395978 w 500590"/>
                <a:gd name="connsiteY26" fmla="*/ 331264 h 580775"/>
                <a:gd name="connsiteX27" fmla="*/ 395978 w 500590"/>
                <a:gd name="connsiteY27" fmla="*/ 423404 h 580775"/>
                <a:gd name="connsiteX28" fmla="*/ 387070 w 500590"/>
                <a:gd name="connsiteY28" fmla="*/ 432312 h 580775"/>
                <a:gd name="connsiteX29" fmla="*/ 378162 w 500590"/>
                <a:gd name="connsiteY29" fmla="*/ 423404 h 580775"/>
                <a:gd name="connsiteX30" fmla="*/ 378162 w 500590"/>
                <a:gd name="connsiteY30" fmla="*/ 321785 h 580775"/>
                <a:gd name="connsiteX31" fmla="*/ 365637 w 500590"/>
                <a:gd name="connsiteY31" fmla="*/ 309260 h 580775"/>
                <a:gd name="connsiteX32" fmla="*/ 420394 w 500590"/>
                <a:gd name="connsiteY32" fmla="*/ 87161 h 580775"/>
                <a:gd name="connsiteX33" fmla="*/ 500590 w 500590"/>
                <a:gd name="connsiteY33" fmla="*/ 270766 h 580775"/>
                <a:gd name="connsiteX34" fmla="*/ 500590 w 500590"/>
                <a:gd name="connsiteY34" fmla="*/ 367973 h 580775"/>
                <a:gd name="connsiteX35" fmla="*/ 462306 w 500590"/>
                <a:gd name="connsiteY35" fmla="*/ 414296 h 580775"/>
                <a:gd name="connsiteX36" fmla="*/ 462306 w 500590"/>
                <a:gd name="connsiteY36" fmla="*/ 436852 h 580775"/>
                <a:gd name="connsiteX37" fmla="*/ 426381 w 500590"/>
                <a:gd name="connsiteY37" fmla="*/ 493153 h 580775"/>
                <a:gd name="connsiteX38" fmla="*/ 350838 w 500590"/>
                <a:gd name="connsiteY38" fmla="*/ 562958 h 580775"/>
                <a:gd name="connsiteX39" fmla="*/ 288437 w 500590"/>
                <a:gd name="connsiteY39" fmla="*/ 562958 h 580775"/>
                <a:gd name="connsiteX40" fmla="*/ 263350 w 500590"/>
                <a:gd name="connsiteY40" fmla="*/ 580775 h 580775"/>
                <a:gd name="connsiteX41" fmla="*/ 237217 w 500590"/>
                <a:gd name="connsiteY41" fmla="*/ 580775 h 580775"/>
                <a:gd name="connsiteX42" fmla="*/ 210492 w 500590"/>
                <a:gd name="connsiteY42" fmla="*/ 554050 h 580775"/>
                <a:gd name="connsiteX43" fmla="*/ 237217 w 500590"/>
                <a:gd name="connsiteY43" fmla="*/ 527325 h 580775"/>
                <a:gd name="connsiteX44" fmla="*/ 263350 w 500590"/>
                <a:gd name="connsiteY44" fmla="*/ 527325 h 580775"/>
                <a:gd name="connsiteX45" fmla="*/ 288437 w 500590"/>
                <a:gd name="connsiteY45" fmla="*/ 545142 h 580775"/>
                <a:gd name="connsiteX46" fmla="*/ 350845 w 500590"/>
                <a:gd name="connsiteY46" fmla="*/ 545142 h 580775"/>
                <a:gd name="connsiteX47" fmla="*/ 407716 w 500590"/>
                <a:gd name="connsiteY47" fmla="*/ 498548 h 580775"/>
                <a:gd name="connsiteX48" fmla="*/ 400083 w 500590"/>
                <a:gd name="connsiteY48" fmla="*/ 499068 h 580775"/>
                <a:gd name="connsiteX49" fmla="*/ 394660 w 500590"/>
                <a:gd name="connsiteY49" fmla="*/ 499068 h 580775"/>
                <a:gd name="connsiteX50" fmla="*/ 365473 w 500590"/>
                <a:gd name="connsiteY50" fmla="*/ 521049 h 580775"/>
                <a:gd name="connsiteX51" fmla="*/ 335295 w 500590"/>
                <a:gd name="connsiteY51" fmla="*/ 490708 h 580775"/>
                <a:gd name="connsiteX52" fmla="*/ 335295 w 500590"/>
                <a:gd name="connsiteY52" fmla="*/ 321807 h 580775"/>
                <a:gd name="connsiteX53" fmla="*/ 357276 w 500590"/>
                <a:gd name="connsiteY53" fmla="*/ 292620 h 580775"/>
                <a:gd name="connsiteX54" fmla="*/ 394660 w 500590"/>
                <a:gd name="connsiteY54" fmla="*/ 313447 h 580775"/>
                <a:gd name="connsiteX55" fmla="*/ 400083 w 500590"/>
                <a:gd name="connsiteY55" fmla="*/ 313447 h 580775"/>
                <a:gd name="connsiteX56" fmla="*/ 462292 w 500590"/>
                <a:gd name="connsiteY56" fmla="*/ 375663 h 580775"/>
                <a:gd name="connsiteX57" fmla="*/ 462292 w 500590"/>
                <a:gd name="connsiteY57" fmla="*/ 395845 h 580775"/>
                <a:gd name="connsiteX58" fmla="*/ 482760 w 500590"/>
                <a:gd name="connsiteY58" fmla="*/ 367980 h 580775"/>
                <a:gd name="connsiteX59" fmla="*/ 482760 w 500590"/>
                <a:gd name="connsiteY59" fmla="*/ 270766 h 580775"/>
                <a:gd name="connsiteX60" fmla="*/ 408279 w 500590"/>
                <a:gd name="connsiteY60" fmla="*/ 100231 h 580775"/>
                <a:gd name="connsiteX61" fmla="*/ 407801 w 500590"/>
                <a:gd name="connsiteY61" fmla="*/ 87638 h 580775"/>
                <a:gd name="connsiteX62" fmla="*/ 420394 w 500590"/>
                <a:gd name="connsiteY62" fmla="*/ 87161 h 580775"/>
                <a:gd name="connsiteX63" fmla="*/ 249256 w 500590"/>
                <a:gd name="connsiteY63" fmla="*/ 17794 h 580775"/>
                <a:gd name="connsiteX64" fmla="*/ 127874 w 500590"/>
                <a:gd name="connsiteY64" fmla="*/ 49332 h 580775"/>
                <a:gd name="connsiteX65" fmla="*/ 122344 w 500590"/>
                <a:gd name="connsiteY65" fmla="*/ 56287 h 580775"/>
                <a:gd name="connsiteX66" fmla="*/ 122337 w 500590"/>
                <a:gd name="connsiteY66" fmla="*/ 56266 h 580775"/>
                <a:gd name="connsiteX67" fmla="*/ 123349 w 500590"/>
                <a:gd name="connsiteY67" fmla="*/ 65103 h 580775"/>
                <a:gd name="connsiteX68" fmla="*/ 139127 w 500590"/>
                <a:gd name="connsiteY68" fmla="*/ 69635 h 580775"/>
                <a:gd name="connsiteX69" fmla="*/ 359804 w 500590"/>
                <a:gd name="connsiteY69" fmla="*/ 68730 h 580775"/>
                <a:gd name="connsiteX70" fmla="*/ 360110 w 500590"/>
                <a:gd name="connsiteY70" fmla="*/ 68897 h 580775"/>
                <a:gd name="connsiteX71" fmla="*/ 375783 w 500590"/>
                <a:gd name="connsiteY71" fmla="*/ 64007 h 580775"/>
                <a:gd name="connsiteX72" fmla="*/ 370893 w 500590"/>
                <a:gd name="connsiteY72" fmla="*/ 48334 h 580775"/>
                <a:gd name="connsiteX73" fmla="*/ 249256 w 500590"/>
                <a:gd name="connsiteY73" fmla="*/ 17794 h 580775"/>
                <a:gd name="connsiteX74" fmla="*/ 249191 w 500590"/>
                <a:gd name="connsiteY74" fmla="*/ 3 h 580775"/>
                <a:gd name="connsiteX75" fmla="*/ 379388 w 500590"/>
                <a:gd name="connsiteY75" fmla="*/ 32698 h 580775"/>
                <a:gd name="connsiteX76" fmla="*/ 380117 w 500590"/>
                <a:gd name="connsiteY76" fmla="*/ 33094 h 580775"/>
                <a:gd name="connsiteX77" fmla="*/ 391367 w 500590"/>
                <a:gd name="connsiteY77" fmla="*/ 73159 h 580775"/>
                <a:gd name="connsiteX78" fmla="*/ 351302 w 500590"/>
                <a:gd name="connsiteY78" fmla="*/ 84409 h 580775"/>
                <a:gd name="connsiteX79" fmla="*/ 147751 w 500590"/>
                <a:gd name="connsiteY79" fmla="*/ 85214 h 580775"/>
                <a:gd name="connsiteX80" fmla="*/ 114697 w 500590"/>
                <a:gd name="connsiteY80" fmla="*/ 82050 h 580775"/>
                <a:gd name="connsiteX81" fmla="*/ 17817 w 500590"/>
                <a:gd name="connsiteY81" fmla="*/ 270764 h 580775"/>
                <a:gd name="connsiteX82" fmla="*/ 17817 w 500590"/>
                <a:gd name="connsiteY82" fmla="*/ 367978 h 580775"/>
                <a:gd name="connsiteX83" fmla="*/ 40237 w 500590"/>
                <a:gd name="connsiteY83" fmla="*/ 396442 h 580775"/>
                <a:gd name="connsiteX84" fmla="*/ 40237 w 500590"/>
                <a:gd name="connsiteY84" fmla="*/ 375682 h 580775"/>
                <a:gd name="connsiteX85" fmla="*/ 78229 w 500590"/>
                <a:gd name="connsiteY85" fmla="*/ 318363 h 580775"/>
                <a:gd name="connsiteX86" fmla="*/ 78928 w 500590"/>
                <a:gd name="connsiteY86" fmla="*/ 318067 h 580775"/>
                <a:gd name="connsiteX87" fmla="*/ 90393 w 500590"/>
                <a:gd name="connsiteY87" fmla="*/ 323289 h 580775"/>
                <a:gd name="connsiteX88" fmla="*/ 85171 w 500590"/>
                <a:gd name="connsiteY88" fmla="*/ 334754 h 580775"/>
                <a:gd name="connsiteX89" fmla="*/ 58054 w 500590"/>
                <a:gd name="connsiteY89" fmla="*/ 375661 h 580775"/>
                <a:gd name="connsiteX90" fmla="*/ 58054 w 500590"/>
                <a:gd name="connsiteY90" fmla="*/ 436850 h 580775"/>
                <a:gd name="connsiteX91" fmla="*/ 102447 w 500590"/>
                <a:gd name="connsiteY91" fmla="*/ 481249 h 580775"/>
                <a:gd name="connsiteX92" fmla="*/ 106552 w 500590"/>
                <a:gd name="connsiteY92" fmla="*/ 481249 h 580775"/>
                <a:gd name="connsiteX93" fmla="*/ 106552 w 500590"/>
                <a:gd name="connsiteY93" fmla="*/ 321805 h 580775"/>
                <a:gd name="connsiteX94" fmla="*/ 136897 w 500590"/>
                <a:gd name="connsiteY94" fmla="*/ 291467 h 580775"/>
                <a:gd name="connsiteX95" fmla="*/ 167235 w 500590"/>
                <a:gd name="connsiteY95" fmla="*/ 321812 h 580775"/>
                <a:gd name="connsiteX96" fmla="*/ 167235 w 500590"/>
                <a:gd name="connsiteY96" fmla="*/ 490714 h 580775"/>
                <a:gd name="connsiteX97" fmla="*/ 145254 w 500590"/>
                <a:gd name="connsiteY97" fmla="*/ 519900 h 580775"/>
                <a:gd name="connsiteX98" fmla="*/ 107870 w 500590"/>
                <a:gd name="connsiteY98" fmla="*/ 499073 h 580775"/>
                <a:gd name="connsiteX99" fmla="*/ 102447 w 500590"/>
                <a:gd name="connsiteY99" fmla="*/ 499073 h 580775"/>
                <a:gd name="connsiteX100" fmla="*/ 40237 w 500590"/>
                <a:gd name="connsiteY100" fmla="*/ 436857 h 580775"/>
                <a:gd name="connsiteX101" fmla="*/ 40237 w 500590"/>
                <a:gd name="connsiteY101" fmla="*/ 414594 h 580775"/>
                <a:gd name="connsiteX102" fmla="*/ 0 w 500590"/>
                <a:gd name="connsiteY102" fmla="*/ 367978 h 580775"/>
                <a:gd name="connsiteX103" fmla="*/ 0 w 500590"/>
                <a:gd name="connsiteY103" fmla="*/ 270764 h 580775"/>
                <a:gd name="connsiteX104" fmla="*/ 105169 w 500590"/>
                <a:gd name="connsiteY104" fmla="*/ 67013 h 580775"/>
                <a:gd name="connsiteX105" fmla="*/ 119265 w 500590"/>
                <a:gd name="connsiteY105" fmla="*/ 33760 h 580775"/>
                <a:gd name="connsiteX106" fmla="*/ 249191 w 500590"/>
                <a:gd name="connsiteY106" fmla="*/ 3 h 580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500590" h="580775">
                  <a:moveTo>
                    <a:pt x="237217" y="545149"/>
                  </a:moveTo>
                  <a:cubicBezTo>
                    <a:pt x="232297" y="545149"/>
                    <a:pt x="228309" y="549137"/>
                    <a:pt x="228309" y="554057"/>
                  </a:cubicBezTo>
                  <a:cubicBezTo>
                    <a:pt x="228309" y="558977"/>
                    <a:pt x="232297" y="562965"/>
                    <a:pt x="237217" y="562965"/>
                  </a:cubicBezTo>
                  <a:lnTo>
                    <a:pt x="263350" y="562965"/>
                  </a:lnTo>
                  <a:cubicBezTo>
                    <a:pt x="268270" y="562965"/>
                    <a:pt x="272259" y="558977"/>
                    <a:pt x="272259" y="554057"/>
                  </a:cubicBezTo>
                  <a:cubicBezTo>
                    <a:pt x="272259" y="549137"/>
                    <a:pt x="268270" y="545149"/>
                    <a:pt x="263350" y="545149"/>
                  </a:cubicBezTo>
                  <a:close/>
                  <a:moveTo>
                    <a:pt x="137199" y="309600"/>
                  </a:moveTo>
                  <a:cubicBezTo>
                    <a:pt x="130282" y="309435"/>
                    <a:pt x="124540" y="314909"/>
                    <a:pt x="124375" y="321826"/>
                  </a:cubicBezTo>
                  <a:lnTo>
                    <a:pt x="124375" y="490728"/>
                  </a:lnTo>
                  <a:cubicBezTo>
                    <a:pt x="124535" y="497413"/>
                    <a:pt x="129916" y="502795"/>
                    <a:pt x="136602" y="502954"/>
                  </a:cubicBezTo>
                  <a:cubicBezTo>
                    <a:pt x="143519" y="503119"/>
                    <a:pt x="149260" y="497645"/>
                    <a:pt x="149425" y="490728"/>
                  </a:cubicBezTo>
                  <a:lnTo>
                    <a:pt x="149425" y="321826"/>
                  </a:lnTo>
                  <a:cubicBezTo>
                    <a:pt x="149266" y="315141"/>
                    <a:pt x="143884" y="309759"/>
                    <a:pt x="137199" y="309600"/>
                  </a:cubicBezTo>
                  <a:close/>
                  <a:moveTo>
                    <a:pt x="365637" y="309260"/>
                  </a:moveTo>
                  <a:cubicBezTo>
                    <a:pt x="358719" y="309260"/>
                    <a:pt x="353112" y="314868"/>
                    <a:pt x="353112" y="321785"/>
                  </a:cubicBezTo>
                  <a:lnTo>
                    <a:pt x="353112" y="490687"/>
                  </a:lnTo>
                  <a:cubicBezTo>
                    <a:pt x="353112" y="497604"/>
                    <a:pt x="358719" y="503212"/>
                    <a:pt x="365637" y="503212"/>
                  </a:cubicBezTo>
                  <a:cubicBezTo>
                    <a:pt x="372554" y="503212"/>
                    <a:pt x="378162" y="497604"/>
                    <a:pt x="378162" y="490687"/>
                  </a:cubicBezTo>
                  <a:lnTo>
                    <a:pt x="378162" y="461981"/>
                  </a:lnTo>
                  <a:cubicBezTo>
                    <a:pt x="378162" y="457061"/>
                    <a:pt x="382150" y="453072"/>
                    <a:pt x="387070" y="453072"/>
                  </a:cubicBezTo>
                  <a:cubicBezTo>
                    <a:pt x="391990" y="453072"/>
                    <a:pt x="395978" y="457061"/>
                    <a:pt x="395978" y="461981"/>
                  </a:cubicBezTo>
                  <a:lnTo>
                    <a:pt x="395978" y="481223"/>
                  </a:lnTo>
                  <a:lnTo>
                    <a:pt x="400083" y="481223"/>
                  </a:lnTo>
                  <a:cubicBezTo>
                    <a:pt x="424590" y="481191"/>
                    <a:pt x="444448" y="461330"/>
                    <a:pt x="444475" y="436824"/>
                  </a:cubicBezTo>
                  <a:lnTo>
                    <a:pt x="444475" y="375663"/>
                  </a:lnTo>
                  <a:cubicBezTo>
                    <a:pt x="444448" y="351156"/>
                    <a:pt x="424590" y="331295"/>
                    <a:pt x="400083" y="331264"/>
                  </a:cubicBezTo>
                  <a:lnTo>
                    <a:pt x="395978" y="331264"/>
                  </a:lnTo>
                  <a:lnTo>
                    <a:pt x="395978" y="423404"/>
                  </a:lnTo>
                  <a:cubicBezTo>
                    <a:pt x="395978" y="428324"/>
                    <a:pt x="391990" y="432312"/>
                    <a:pt x="387070" y="432312"/>
                  </a:cubicBezTo>
                  <a:cubicBezTo>
                    <a:pt x="382150" y="432312"/>
                    <a:pt x="378162" y="428324"/>
                    <a:pt x="378162" y="423404"/>
                  </a:cubicBezTo>
                  <a:lnTo>
                    <a:pt x="378162" y="321785"/>
                  </a:lnTo>
                  <a:cubicBezTo>
                    <a:pt x="378162" y="314868"/>
                    <a:pt x="372554" y="309260"/>
                    <a:pt x="365637" y="309260"/>
                  </a:cubicBezTo>
                  <a:close/>
                  <a:moveTo>
                    <a:pt x="420394" y="87161"/>
                  </a:moveTo>
                  <a:cubicBezTo>
                    <a:pt x="471441" y="134586"/>
                    <a:pt x="500488" y="201088"/>
                    <a:pt x="500590" y="270766"/>
                  </a:cubicBezTo>
                  <a:lnTo>
                    <a:pt x="500590" y="367973"/>
                  </a:lnTo>
                  <a:cubicBezTo>
                    <a:pt x="500561" y="390587"/>
                    <a:pt x="484510" y="410008"/>
                    <a:pt x="462306" y="414296"/>
                  </a:cubicBezTo>
                  <a:lnTo>
                    <a:pt x="462306" y="436852"/>
                  </a:lnTo>
                  <a:cubicBezTo>
                    <a:pt x="462267" y="460999"/>
                    <a:pt x="448264" y="482944"/>
                    <a:pt x="426381" y="493153"/>
                  </a:cubicBezTo>
                  <a:cubicBezTo>
                    <a:pt x="423212" y="532539"/>
                    <a:pt x="390352" y="562904"/>
                    <a:pt x="350838" y="562958"/>
                  </a:cubicBezTo>
                  <a:lnTo>
                    <a:pt x="288437" y="562958"/>
                  </a:lnTo>
                  <a:cubicBezTo>
                    <a:pt x="284686" y="573606"/>
                    <a:pt x="274639" y="580741"/>
                    <a:pt x="263350" y="580775"/>
                  </a:cubicBezTo>
                  <a:lnTo>
                    <a:pt x="237217" y="580775"/>
                  </a:lnTo>
                  <a:cubicBezTo>
                    <a:pt x="222457" y="580775"/>
                    <a:pt x="210492" y="568810"/>
                    <a:pt x="210492" y="554050"/>
                  </a:cubicBezTo>
                  <a:cubicBezTo>
                    <a:pt x="210492" y="539290"/>
                    <a:pt x="222457" y="527325"/>
                    <a:pt x="237217" y="527325"/>
                  </a:cubicBezTo>
                  <a:lnTo>
                    <a:pt x="263350" y="527325"/>
                  </a:lnTo>
                  <a:cubicBezTo>
                    <a:pt x="274639" y="527359"/>
                    <a:pt x="284686" y="534494"/>
                    <a:pt x="288437" y="545142"/>
                  </a:cubicBezTo>
                  <a:lnTo>
                    <a:pt x="350845" y="545142"/>
                  </a:lnTo>
                  <a:cubicBezTo>
                    <a:pt x="378468" y="545103"/>
                    <a:pt x="402244" y="525623"/>
                    <a:pt x="407716" y="498548"/>
                  </a:cubicBezTo>
                  <a:cubicBezTo>
                    <a:pt x="405185" y="498878"/>
                    <a:pt x="402636" y="499051"/>
                    <a:pt x="400083" y="499068"/>
                  </a:cubicBezTo>
                  <a:lnTo>
                    <a:pt x="394660" y="499068"/>
                  </a:lnTo>
                  <a:cubicBezTo>
                    <a:pt x="390952" y="512105"/>
                    <a:pt x="379027" y="521085"/>
                    <a:pt x="365473" y="521049"/>
                  </a:cubicBezTo>
                  <a:cubicBezTo>
                    <a:pt x="348761" y="521004"/>
                    <a:pt x="335250" y="507420"/>
                    <a:pt x="335295" y="490708"/>
                  </a:cubicBezTo>
                  <a:lnTo>
                    <a:pt x="335295" y="321807"/>
                  </a:lnTo>
                  <a:cubicBezTo>
                    <a:pt x="335259" y="308253"/>
                    <a:pt x="344239" y="296328"/>
                    <a:pt x="357276" y="292620"/>
                  </a:cubicBezTo>
                  <a:cubicBezTo>
                    <a:pt x="373351" y="288048"/>
                    <a:pt x="390088" y="297373"/>
                    <a:pt x="394660" y="313447"/>
                  </a:cubicBezTo>
                  <a:lnTo>
                    <a:pt x="400083" y="313447"/>
                  </a:lnTo>
                  <a:cubicBezTo>
                    <a:pt x="434427" y="313486"/>
                    <a:pt x="462256" y="341319"/>
                    <a:pt x="462292" y="375663"/>
                  </a:cubicBezTo>
                  <a:lnTo>
                    <a:pt x="462292" y="395845"/>
                  </a:lnTo>
                  <a:cubicBezTo>
                    <a:pt x="474449" y="391998"/>
                    <a:pt x="482724" y="380732"/>
                    <a:pt x="482760" y="367980"/>
                  </a:cubicBezTo>
                  <a:lnTo>
                    <a:pt x="482760" y="270766"/>
                  </a:lnTo>
                  <a:cubicBezTo>
                    <a:pt x="482667" y="206049"/>
                    <a:pt x="455690" y="144281"/>
                    <a:pt x="408279" y="100231"/>
                  </a:cubicBezTo>
                  <a:cubicBezTo>
                    <a:pt x="404670" y="96885"/>
                    <a:pt x="404456" y="91248"/>
                    <a:pt x="407801" y="87638"/>
                  </a:cubicBezTo>
                  <a:cubicBezTo>
                    <a:pt x="411147" y="84029"/>
                    <a:pt x="416785" y="83815"/>
                    <a:pt x="420394" y="87161"/>
                  </a:cubicBezTo>
                  <a:close/>
                  <a:moveTo>
                    <a:pt x="249256" y="17794"/>
                  </a:moveTo>
                  <a:cubicBezTo>
                    <a:pt x="207432" y="17965"/>
                    <a:pt x="165649" y="28484"/>
                    <a:pt x="127874" y="49332"/>
                  </a:cubicBezTo>
                  <a:cubicBezTo>
                    <a:pt x="125174" y="50816"/>
                    <a:pt x="123182" y="53322"/>
                    <a:pt x="122344" y="56287"/>
                  </a:cubicBezTo>
                  <a:lnTo>
                    <a:pt x="122337" y="56266"/>
                  </a:lnTo>
                  <a:cubicBezTo>
                    <a:pt x="121478" y="59228"/>
                    <a:pt x="121843" y="62411"/>
                    <a:pt x="123349" y="65103"/>
                  </a:cubicBezTo>
                  <a:cubicBezTo>
                    <a:pt x="126536" y="70608"/>
                    <a:pt x="133504" y="72609"/>
                    <a:pt x="139127" y="69635"/>
                  </a:cubicBezTo>
                  <a:cubicBezTo>
                    <a:pt x="207736" y="31787"/>
                    <a:pt x="290888" y="31446"/>
                    <a:pt x="359804" y="68730"/>
                  </a:cubicBezTo>
                  <a:cubicBezTo>
                    <a:pt x="359905" y="68787"/>
                    <a:pt x="360007" y="68843"/>
                    <a:pt x="360110" y="68897"/>
                  </a:cubicBezTo>
                  <a:cubicBezTo>
                    <a:pt x="365788" y="71874"/>
                    <a:pt x="372805" y="69685"/>
                    <a:pt x="375783" y="64007"/>
                  </a:cubicBezTo>
                  <a:cubicBezTo>
                    <a:pt x="378761" y="58329"/>
                    <a:pt x="376571" y="51312"/>
                    <a:pt x="370893" y="48334"/>
                  </a:cubicBezTo>
                  <a:cubicBezTo>
                    <a:pt x="332948" y="27797"/>
                    <a:pt x="291081" y="17622"/>
                    <a:pt x="249256" y="17794"/>
                  </a:cubicBezTo>
                  <a:close/>
                  <a:moveTo>
                    <a:pt x="249191" y="3"/>
                  </a:moveTo>
                  <a:cubicBezTo>
                    <a:pt x="293960" y="-180"/>
                    <a:pt x="338774" y="10713"/>
                    <a:pt x="379388" y="32698"/>
                  </a:cubicBezTo>
                  <a:cubicBezTo>
                    <a:pt x="379633" y="32827"/>
                    <a:pt x="379876" y="32959"/>
                    <a:pt x="380117" y="33094"/>
                  </a:cubicBezTo>
                  <a:cubicBezTo>
                    <a:pt x="394287" y="41051"/>
                    <a:pt x="399324" y="58989"/>
                    <a:pt x="391367" y="73159"/>
                  </a:cubicBezTo>
                  <a:cubicBezTo>
                    <a:pt x="383410" y="87329"/>
                    <a:pt x="365472" y="92366"/>
                    <a:pt x="351302" y="84409"/>
                  </a:cubicBezTo>
                  <a:cubicBezTo>
                    <a:pt x="287736" y="50018"/>
                    <a:pt x="211042" y="50321"/>
                    <a:pt x="147751" y="85214"/>
                  </a:cubicBezTo>
                  <a:cubicBezTo>
                    <a:pt x="137141" y="91110"/>
                    <a:pt x="123995" y="89851"/>
                    <a:pt x="114697" y="82050"/>
                  </a:cubicBezTo>
                  <a:cubicBezTo>
                    <a:pt x="53877" y="125665"/>
                    <a:pt x="17809" y="195922"/>
                    <a:pt x="17817" y="270764"/>
                  </a:cubicBezTo>
                  <a:lnTo>
                    <a:pt x="17817" y="367978"/>
                  </a:lnTo>
                  <a:cubicBezTo>
                    <a:pt x="17847" y="381496"/>
                    <a:pt x="27102" y="393247"/>
                    <a:pt x="40237" y="396442"/>
                  </a:cubicBezTo>
                  <a:lnTo>
                    <a:pt x="40237" y="375682"/>
                  </a:lnTo>
                  <a:cubicBezTo>
                    <a:pt x="40209" y="350670"/>
                    <a:pt x="55182" y="328080"/>
                    <a:pt x="78229" y="318363"/>
                  </a:cubicBezTo>
                  <a:cubicBezTo>
                    <a:pt x="78458" y="318254"/>
                    <a:pt x="78691" y="318156"/>
                    <a:pt x="78928" y="318067"/>
                  </a:cubicBezTo>
                  <a:cubicBezTo>
                    <a:pt x="83536" y="316343"/>
                    <a:pt x="88669" y="318681"/>
                    <a:pt x="90393" y="323289"/>
                  </a:cubicBezTo>
                  <a:cubicBezTo>
                    <a:pt x="92117" y="327897"/>
                    <a:pt x="89779" y="333030"/>
                    <a:pt x="85171" y="334754"/>
                  </a:cubicBezTo>
                  <a:cubicBezTo>
                    <a:pt x="68722" y="341688"/>
                    <a:pt x="58035" y="357810"/>
                    <a:pt x="58054" y="375661"/>
                  </a:cubicBezTo>
                  <a:lnTo>
                    <a:pt x="58054" y="436850"/>
                  </a:lnTo>
                  <a:cubicBezTo>
                    <a:pt x="58081" y="461357"/>
                    <a:pt x="77939" y="481218"/>
                    <a:pt x="102447" y="481249"/>
                  </a:cubicBezTo>
                  <a:lnTo>
                    <a:pt x="106552" y="481249"/>
                  </a:lnTo>
                  <a:lnTo>
                    <a:pt x="106552" y="321805"/>
                  </a:lnTo>
                  <a:cubicBezTo>
                    <a:pt x="106571" y="305055"/>
                    <a:pt x="120147" y="291482"/>
                    <a:pt x="136897" y="291467"/>
                  </a:cubicBezTo>
                  <a:cubicBezTo>
                    <a:pt x="153647" y="291486"/>
                    <a:pt x="167219" y="305062"/>
                    <a:pt x="167235" y="321812"/>
                  </a:cubicBezTo>
                  <a:lnTo>
                    <a:pt x="167235" y="490714"/>
                  </a:lnTo>
                  <a:cubicBezTo>
                    <a:pt x="167271" y="504267"/>
                    <a:pt x="158290" y="516192"/>
                    <a:pt x="145254" y="519900"/>
                  </a:cubicBezTo>
                  <a:cubicBezTo>
                    <a:pt x="129179" y="524472"/>
                    <a:pt x="112442" y="515148"/>
                    <a:pt x="107870" y="499073"/>
                  </a:cubicBezTo>
                  <a:lnTo>
                    <a:pt x="102447" y="499073"/>
                  </a:lnTo>
                  <a:cubicBezTo>
                    <a:pt x="68102" y="499034"/>
                    <a:pt x="40272" y="471201"/>
                    <a:pt x="40237" y="436857"/>
                  </a:cubicBezTo>
                  <a:lnTo>
                    <a:pt x="40237" y="414594"/>
                  </a:lnTo>
                  <a:cubicBezTo>
                    <a:pt x="17144" y="411140"/>
                    <a:pt x="43" y="391328"/>
                    <a:pt x="0" y="367978"/>
                  </a:cubicBezTo>
                  <a:lnTo>
                    <a:pt x="0" y="270764"/>
                  </a:lnTo>
                  <a:cubicBezTo>
                    <a:pt x="3" y="189826"/>
                    <a:pt x="39194" y="113899"/>
                    <a:pt x="105169" y="67013"/>
                  </a:cubicBezTo>
                  <a:cubicBezTo>
                    <a:pt x="101607" y="54002"/>
                    <a:pt x="107438" y="40247"/>
                    <a:pt x="119265" y="33760"/>
                  </a:cubicBezTo>
                  <a:cubicBezTo>
                    <a:pt x="159699" y="11444"/>
                    <a:pt x="204422" y="185"/>
                    <a:pt x="249191" y="3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46" name="Group 247">
            <a:extLst>
              <a:ext uri="{FF2B5EF4-FFF2-40B4-BE49-F238E27FC236}">
                <a16:creationId xmlns:a16="http://schemas.microsoft.com/office/drawing/2014/main" id="{E594F6D3-0AFF-20D4-4450-66004D18468D}"/>
              </a:ext>
            </a:extLst>
          </p:cNvPr>
          <p:cNvGrpSpPr/>
          <p:nvPr/>
        </p:nvGrpSpPr>
        <p:grpSpPr>
          <a:xfrm>
            <a:off x="6831774" y="4086178"/>
            <a:ext cx="566604" cy="463233"/>
            <a:chOff x="6831774" y="4086178"/>
            <a:chExt cx="566604" cy="463233"/>
          </a:xfrm>
        </p:grpSpPr>
        <p:sp>
          <p:nvSpPr>
            <p:cNvPr id="247" name="Freeform: Shape 221">
              <a:extLst>
                <a:ext uri="{FF2B5EF4-FFF2-40B4-BE49-F238E27FC236}">
                  <a16:creationId xmlns:a16="http://schemas.microsoft.com/office/drawing/2014/main" id="{6C1AC290-651E-9E73-7278-63EBE4F9B6C7}"/>
                </a:ext>
              </a:extLst>
            </p:cNvPr>
            <p:cNvSpPr/>
            <p:nvPr/>
          </p:nvSpPr>
          <p:spPr>
            <a:xfrm>
              <a:off x="6840684" y="4095087"/>
              <a:ext cx="548753" cy="445415"/>
            </a:xfrm>
            <a:custGeom>
              <a:avLst/>
              <a:gdLst>
                <a:gd name="connsiteX0" fmla="*/ 0 w 548753"/>
                <a:gd name="connsiteY0" fmla="*/ 386620 h 445415"/>
                <a:gd name="connsiteX1" fmla="*/ 548753 w 548753"/>
                <a:gd name="connsiteY1" fmla="*/ 386620 h 445415"/>
                <a:gd name="connsiteX2" fmla="*/ 548753 w 548753"/>
                <a:gd name="connsiteY2" fmla="*/ 387368 h 445415"/>
                <a:gd name="connsiteX3" fmla="*/ 490706 w 548753"/>
                <a:gd name="connsiteY3" fmla="*/ 445415 h 445415"/>
                <a:gd name="connsiteX4" fmla="*/ 58047 w 548753"/>
                <a:gd name="connsiteY4" fmla="*/ 445415 h 445415"/>
                <a:gd name="connsiteX5" fmla="*/ 0 w 548753"/>
                <a:gd name="connsiteY5" fmla="*/ 387368 h 445415"/>
                <a:gd name="connsiteX6" fmla="*/ 182442 w 548753"/>
                <a:gd name="connsiteY6" fmla="*/ 0 h 445415"/>
                <a:gd name="connsiteX7" fmla="*/ 366310 w 548753"/>
                <a:gd name="connsiteY7" fmla="*/ 0 h 445415"/>
                <a:gd name="connsiteX8" fmla="*/ 387511 w 548753"/>
                <a:gd name="connsiteY8" fmla="*/ 21216 h 445415"/>
                <a:gd name="connsiteX9" fmla="*/ 387511 w 548753"/>
                <a:gd name="connsiteY9" fmla="*/ 137189 h 445415"/>
                <a:gd name="connsiteX10" fmla="*/ 366310 w 548753"/>
                <a:gd name="connsiteY10" fmla="*/ 158391 h 445415"/>
                <a:gd name="connsiteX11" fmla="*/ 250858 w 548753"/>
                <a:gd name="connsiteY11" fmla="*/ 158391 h 445415"/>
                <a:gd name="connsiteX12" fmla="*/ 204128 w 548753"/>
                <a:gd name="connsiteY12" fmla="*/ 211185 h 445415"/>
                <a:gd name="connsiteX13" fmla="*/ 204128 w 548753"/>
                <a:gd name="connsiteY13" fmla="*/ 158391 h 445415"/>
                <a:gd name="connsiteX14" fmla="*/ 182442 w 548753"/>
                <a:gd name="connsiteY14" fmla="*/ 158391 h 445415"/>
                <a:gd name="connsiteX15" fmla="*/ 161226 w 548753"/>
                <a:gd name="connsiteY15" fmla="*/ 137189 h 445415"/>
                <a:gd name="connsiteX16" fmla="*/ 161226 w 548753"/>
                <a:gd name="connsiteY16" fmla="*/ 21216 h 445415"/>
                <a:gd name="connsiteX17" fmla="*/ 182442 w 548753"/>
                <a:gd name="connsiteY17" fmla="*/ 0 h 445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8753" h="445415">
                  <a:moveTo>
                    <a:pt x="0" y="386620"/>
                  </a:moveTo>
                  <a:lnTo>
                    <a:pt x="548753" y="386620"/>
                  </a:lnTo>
                  <a:lnTo>
                    <a:pt x="548753" y="387368"/>
                  </a:lnTo>
                  <a:cubicBezTo>
                    <a:pt x="548753" y="419427"/>
                    <a:pt x="522765" y="445415"/>
                    <a:pt x="490706" y="445415"/>
                  </a:cubicBezTo>
                  <a:lnTo>
                    <a:pt x="58047" y="445415"/>
                  </a:lnTo>
                  <a:cubicBezTo>
                    <a:pt x="25988" y="445415"/>
                    <a:pt x="0" y="419427"/>
                    <a:pt x="0" y="387368"/>
                  </a:cubicBezTo>
                  <a:close/>
                  <a:moveTo>
                    <a:pt x="182442" y="0"/>
                  </a:moveTo>
                  <a:lnTo>
                    <a:pt x="366310" y="0"/>
                  </a:lnTo>
                  <a:cubicBezTo>
                    <a:pt x="378021" y="8"/>
                    <a:pt x="387511" y="9504"/>
                    <a:pt x="387511" y="21216"/>
                  </a:cubicBezTo>
                  <a:lnTo>
                    <a:pt x="387511" y="137189"/>
                  </a:lnTo>
                  <a:cubicBezTo>
                    <a:pt x="387504" y="148895"/>
                    <a:pt x="378016" y="158383"/>
                    <a:pt x="366310" y="158391"/>
                  </a:cubicBezTo>
                  <a:lnTo>
                    <a:pt x="250858" y="158391"/>
                  </a:lnTo>
                  <a:lnTo>
                    <a:pt x="204128" y="211185"/>
                  </a:lnTo>
                  <a:lnTo>
                    <a:pt x="204128" y="158391"/>
                  </a:lnTo>
                  <a:lnTo>
                    <a:pt x="182442" y="158391"/>
                  </a:lnTo>
                  <a:cubicBezTo>
                    <a:pt x="170730" y="158391"/>
                    <a:pt x="161234" y="148901"/>
                    <a:pt x="161226" y="137189"/>
                  </a:cubicBezTo>
                  <a:lnTo>
                    <a:pt x="161226" y="21216"/>
                  </a:lnTo>
                  <a:cubicBezTo>
                    <a:pt x="161226" y="9499"/>
                    <a:pt x="170725" y="0"/>
                    <a:pt x="182442" y="0"/>
                  </a:cubicBezTo>
                  <a:close/>
                </a:path>
              </a:pathLst>
            </a:custGeom>
            <a:solidFill>
              <a:schemeClr val="accent1">
                <a:alpha val="15000"/>
              </a:schemeClr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" name="Freeform: Shape 222">
              <a:extLst>
                <a:ext uri="{FF2B5EF4-FFF2-40B4-BE49-F238E27FC236}">
                  <a16:creationId xmlns:a16="http://schemas.microsoft.com/office/drawing/2014/main" id="{F04477C8-68D0-97DA-E181-573437F91256}"/>
                </a:ext>
              </a:extLst>
            </p:cNvPr>
            <p:cNvSpPr/>
            <p:nvPr/>
          </p:nvSpPr>
          <p:spPr>
            <a:xfrm>
              <a:off x="6831774" y="4086178"/>
              <a:ext cx="566604" cy="463233"/>
            </a:xfrm>
            <a:custGeom>
              <a:avLst/>
              <a:gdLst>
                <a:gd name="connsiteX0" fmla="*/ 250765 w 566604"/>
                <a:gd name="connsiteY0" fmla="*/ 416019 h 463233"/>
                <a:gd name="connsiteX1" fmla="*/ 315796 w 566604"/>
                <a:gd name="connsiteY1" fmla="*/ 416019 h 463233"/>
                <a:gd name="connsiteX2" fmla="*/ 324704 w 566604"/>
                <a:gd name="connsiteY2" fmla="*/ 424927 h 463233"/>
                <a:gd name="connsiteX3" fmla="*/ 315796 w 566604"/>
                <a:gd name="connsiteY3" fmla="*/ 433836 h 463233"/>
                <a:gd name="connsiteX4" fmla="*/ 250765 w 566604"/>
                <a:gd name="connsiteY4" fmla="*/ 433836 h 463233"/>
                <a:gd name="connsiteX5" fmla="*/ 241857 w 566604"/>
                <a:gd name="connsiteY5" fmla="*/ 424927 h 463233"/>
                <a:gd name="connsiteX6" fmla="*/ 250765 w 566604"/>
                <a:gd name="connsiteY6" fmla="*/ 416019 h 463233"/>
                <a:gd name="connsiteX7" fmla="*/ 18494 w 566604"/>
                <a:gd name="connsiteY7" fmla="*/ 404438 h 463233"/>
                <a:gd name="connsiteX8" fmla="*/ 66955 w 566604"/>
                <a:gd name="connsiteY8" fmla="*/ 445416 h 463233"/>
                <a:gd name="connsiteX9" fmla="*/ 499614 w 566604"/>
                <a:gd name="connsiteY9" fmla="*/ 445416 h 463233"/>
                <a:gd name="connsiteX10" fmla="*/ 548075 w 566604"/>
                <a:gd name="connsiteY10" fmla="*/ 404438 h 463233"/>
                <a:gd name="connsiteX11" fmla="*/ 431754 w 566604"/>
                <a:gd name="connsiteY11" fmla="*/ 105596 h 463233"/>
                <a:gd name="connsiteX12" fmla="*/ 484106 w 566604"/>
                <a:gd name="connsiteY12" fmla="*/ 105596 h 463233"/>
                <a:gd name="connsiteX13" fmla="*/ 530045 w 566604"/>
                <a:gd name="connsiteY13" fmla="*/ 151534 h 463233"/>
                <a:gd name="connsiteX14" fmla="*/ 530045 w 566604"/>
                <a:gd name="connsiteY14" fmla="*/ 386621 h 463233"/>
                <a:gd name="connsiteX15" fmla="*/ 557660 w 566604"/>
                <a:gd name="connsiteY15" fmla="*/ 386621 h 463233"/>
                <a:gd name="connsiteX16" fmla="*/ 557696 w 566604"/>
                <a:gd name="connsiteY16" fmla="*/ 386621 h 463233"/>
                <a:gd name="connsiteX17" fmla="*/ 566604 w 566604"/>
                <a:gd name="connsiteY17" fmla="*/ 395529 h 463233"/>
                <a:gd name="connsiteX18" fmla="*/ 566604 w 566604"/>
                <a:gd name="connsiteY18" fmla="*/ 396285 h 463233"/>
                <a:gd name="connsiteX19" fmla="*/ 499649 w 566604"/>
                <a:gd name="connsiteY19" fmla="*/ 463233 h 463233"/>
                <a:gd name="connsiteX20" fmla="*/ 66991 w 566604"/>
                <a:gd name="connsiteY20" fmla="*/ 463233 h 463233"/>
                <a:gd name="connsiteX21" fmla="*/ 0 w 566604"/>
                <a:gd name="connsiteY21" fmla="*/ 396285 h 463233"/>
                <a:gd name="connsiteX22" fmla="*/ 0 w 566604"/>
                <a:gd name="connsiteY22" fmla="*/ 395529 h 463233"/>
                <a:gd name="connsiteX23" fmla="*/ 8908 w 566604"/>
                <a:gd name="connsiteY23" fmla="*/ 386621 h 463233"/>
                <a:gd name="connsiteX24" fmla="*/ 512228 w 566604"/>
                <a:gd name="connsiteY24" fmla="*/ 386621 h 463233"/>
                <a:gd name="connsiteX25" fmla="*/ 512228 w 566604"/>
                <a:gd name="connsiteY25" fmla="*/ 151534 h 463233"/>
                <a:gd name="connsiteX26" fmla="*/ 484106 w 566604"/>
                <a:gd name="connsiteY26" fmla="*/ 123413 h 463233"/>
                <a:gd name="connsiteX27" fmla="*/ 431754 w 566604"/>
                <a:gd name="connsiteY27" fmla="*/ 123413 h 463233"/>
                <a:gd name="connsiteX28" fmla="*/ 422845 w 566604"/>
                <a:gd name="connsiteY28" fmla="*/ 114504 h 463233"/>
                <a:gd name="connsiteX29" fmla="*/ 431754 w 566604"/>
                <a:gd name="connsiteY29" fmla="*/ 105596 h 463233"/>
                <a:gd name="connsiteX30" fmla="*/ 191350 w 566604"/>
                <a:gd name="connsiteY30" fmla="*/ 17817 h 463233"/>
                <a:gd name="connsiteX31" fmla="*/ 179057 w 566604"/>
                <a:gd name="connsiteY31" fmla="*/ 30124 h 463233"/>
                <a:gd name="connsiteX32" fmla="*/ 179057 w 566604"/>
                <a:gd name="connsiteY32" fmla="*/ 146096 h 463233"/>
                <a:gd name="connsiteX33" fmla="*/ 191350 w 566604"/>
                <a:gd name="connsiteY33" fmla="*/ 158390 h 463233"/>
                <a:gd name="connsiteX34" fmla="*/ 213058 w 566604"/>
                <a:gd name="connsiteY34" fmla="*/ 158390 h 463233"/>
                <a:gd name="connsiteX35" fmla="*/ 221967 w 566604"/>
                <a:gd name="connsiteY35" fmla="*/ 167298 h 463233"/>
                <a:gd name="connsiteX36" fmla="*/ 221967 w 566604"/>
                <a:gd name="connsiteY36" fmla="*/ 196581 h 463233"/>
                <a:gd name="connsiteX37" fmla="*/ 253096 w 566604"/>
                <a:gd name="connsiteY37" fmla="*/ 161397 h 463233"/>
                <a:gd name="connsiteX38" fmla="*/ 259766 w 566604"/>
                <a:gd name="connsiteY38" fmla="*/ 158390 h 463233"/>
                <a:gd name="connsiteX39" fmla="*/ 375218 w 566604"/>
                <a:gd name="connsiteY39" fmla="*/ 158390 h 463233"/>
                <a:gd name="connsiteX40" fmla="*/ 387526 w 566604"/>
                <a:gd name="connsiteY40" fmla="*/ 146096 h 463233"/>
                <a:gd name="connsiteX41" fmla="*/ 387526 w 566604"/>
                <a:gd name="connsiteY41" fmla="*/ 30124 h 463233"/>
                <a:gd name="connsiteX42" fmla="*/ 375218 w 566604"/>
                <a:gd name="connsiteY42" fmla="*/ 17817 h 463233"/>
                <a:gd name="connsiteX43" fmla="*/ 191350 w 566604"/>
                <a:gd name="connsiteY43" fmla="*/ 0 h 463233"/>
                <a:gd name="connsiteX44" fmla="*/ 375218 w 566604"/>
                <a:gd name="connsiteY44" fmla="*/ 0 h 463233"/>
                <a:gd name="connsiteX45" fmla="*/ 405328 w 566604"/>
                <a:gd name="connsiteY45" fmla="*/ 30124 h 463233"/>
                <a:gd name="connsiteX46" fmla="*/ 405328 w 566604"/>
                <a:gd name="connsiteY46" fmla="*/ 146096 h 463233"/>
                <a:gd name="connsiteX47" fmla="*/ 375218 w 566604"/>
                <a:gd name="connsiteY47" fmla="*/ 176206 h 463233"/>
                <a:gd name="connsiteX48" fmla="*/ 263750 w 566604"/>
                <a:gd name="connsiteY48" fmla="*/ 176206 h 463233"/>
                <a:gd name="connsiteX49" fmla="*/ 219700 w 566604"/>
                <a:gd name="connsiteY49" fmla="*/ 225993 h 463233"/>
                <a:gd name="connsiteX50" fmla="*/ 213033 w 566604"/>
                <a:gd name="connsiteY50" fmla="*/ 228997 h 463233"/>
                <a:gd name="connsiteX51" fmla="*/ 204121 w 566604"/>
                <a:gd name="connsiteY51" fmla="*/ 220092 h 463233"/>
                <a:gd name="connsiteX52" fmla="*/ 204121 w 566604"/>
                <a:gd name="connsiteY52" fmla="*/ 176206 h 463233"/>
                <a:gd name="connsiteX53" fmla="*/ 191350 w 566604"/>
                <a:gd name="connsiteY53" fmla="*/ 176206 h 463233"/>
                <a:gd name="connsiteX54" fmla="*/ 161240 w 566604"/>
                <a:gd name="connsiteY54" fmla="*/ 146096 h 463233"/>
                <a:gd name="connsiteX55" fmla="*/ 161240 w 566604"/>
                <a:gd name="connsiteY55" fmla="*/ 123441 h 463233"/>
                <a:gd name="connsiteX56" fmla="*/ 82462 w 566604"/>
                <a:gd name="connsiteY56" fmla="*/ 123441 h 463233"/>
                <a:gd name="connsiteX57" fmla="*/ 54341 w 566604"/>
                <a:gd name="connsiteY57" fmla="*/ 151562 h 463233"/>
                <a:gd name="connsiteX58" fmla="*/ 54341 w 566604"/>
                <a:gd name="connsiteY58" fmla="*/ 357523 h 463233"/>
                <a:gd name="connsiteX59" fmla="*/ 45432 w 566604"/>
                <a:gd name="connsiteY59" fmla="*/ 366431 h 463233"/>
                <a:gd name="connsiteX60" fmla="*/ 45404 w 566604"/>
                <a:gd name="connsiteY60" fmla="*/ 366431 h 463233"/>
                <a:gd name="connsiteX61" fmla="*/ 36524 w 566604"/>
                <a:gd name="connsiteY61" fmla="*/ 357494 h 463233"/>
                <a:gd name="connsiteX62" fmla="*/ 36524 w 566604"/>
                <a:gd name="connsiteY62" fmla="*/ 151534 h 463233"/>
                <a:gd name="connsiteX63" fmla="*/ 82462 w 566604"/>
                <a:gd name="connsiteY63" fmla="*/ 105596 h 463233"/>
                <a:gd name="connsiteX64" fmla="*/ 161226 w 566604"/>
                <a:gd name="connsiteY64" fmla="*/ 105596 h 463233"/>
                <a:gd name="connsiteX65" fmla="*/ 161226 w 566604"/>
                <a:gd name="connsiteY65" fmla="*/ 30124 h 463233"/>
                <a:gd name="connsiteX66" fmla="*/ 191350 w 566604"/>
                <a:gd name="connsiteY66" fmla="*/ 0 h 46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66604" h="463233">
                  <a:moveTo>
                    <a:pt x="250765" y="416019"/>
                  </a:moveTo>
                  <a:lnTo>
                    <a:pt x="315796" y="416019"/>
                  </a:lnTo>
                  <a:cubicBezTo>
                    <a:pt x="320716" y="416019"/>
                    <a:pt x="324704" y="420007"/>
                    <a:pt x="324704" y="424927"/>
                  </a:cubicBezTo>
                  <a:cubicBezTo>
                    <a:pt x="324704" y="429847"/>
                    <a:pt x="320716" y="433836"/>
                    <a:pt x="315796" y="433836"/>
                  </a:cubicBezTo>
                  <a:lnTo>
                    <a:pt x="250765" y="433836"/>
                  </a:lnTo>
                  <a:cubicBezTo>
                    <a:pt x="245845" y="433836"/>
                    <a:pt x="241857" y="429847"/>
                    <a:pt x="241857" y="424927"/>
                  </a:cubicBezTo>
                  <a:cubicBezTo>
                    <a:pt x="241857" y="420007"/>
                    <a:pt x="245845" y="416019"/>
                    <a:pt x="250765" y="416019"/>
                  </a:cubicBezTo>
                  <a:close/>
                  <a:moveTo>
                    <a:pt x="18494" y="404438"/>
                  </a:moveTo>
                  <a:cubicBezTo>
                    <a:pt x="22508" y="428079"/>
                    <a:pt x="42975" y="445386"/>
                    <a:pt x="66955" y="445416"/>
                  </a:cubicBezTo>
                  <a:lnTo>
                    <a:pt x="499614" y="445416"/>
                  </a:lnTo>
                  <a:cubicBezTo>
                    <a:pt x="523593" y="445386"/>
                    <a:pt x="544061" y="428079"/>
                    <a:pt x="548075" y="404438"/>
                  </a:cubicBezTo>
                  <a:close/>
                  <a:moveTo>
                    <a:pt x="431754" y="105596"/>
                  </a:moveTo>
                  <a:lnTo>
                    <a:pt x="484106" y="105596"/>
                  </a:lnTo>
                  <a:cubicBezTo>
                    <a:pt x="509466" y="105623"/>
                    <a:pt x="530017" y="126175"/>
                    <a:pt x="530045" y="151534"/>
                  </a:cubicBezTo>
                  <a:lnTo>
                    <a:pt x="530045" y="386621"/>
                  </a:lnTo>
                  <a:lnTo>
                    <a:pt x="557660" y="386621"/>
                  </a:lnTo>
                  <a:cubicBezTo>
                    <a:pt x="557672" y="386621"/>
                    <a:pt x="557684" y="386621"/>
                    <a:pt x="557696" y="386621"/>
                  </a:cubicBezTo>
                  <a:cubicBezTo>
                    <a:pt x="562616" y="386621"/>
                    <a:pt x="566604" y="390610"/>
                    <a:pt x="566604" y="395529"/>
                  </a:cubicBezTo>
                  <a:lnTo>
                    <a:pt x="566604" y="396285"/>
                  </a:lnTo>
                  <a:cubicBezTo>
                    <a:pt x="566557" y="433242"/>
                    <a:pt x="536607" y="463189"/>
                    <a:pt x="499649" y="463233"/>
                  </a:cubicBezTo>
                  <a:lnTo>
                    <a:pt x="66991" y="463233"/>
                  </a:lnTo>
                  <a:cubicBezTo>
                    <a:pt x="30019" y="463209"/>
                    <a:pt x="47" y="433256"/>
                    <a:pt x="0" y="396285"/>
                  </a:cubicBezTo>
                  <a:lnTo>
                    <a:pt x="0" y="395529"/>
                  </a:lnTo>
                  <a:cubicBezTo>
                    <a:pt x="0" y="390610"/>
                    <a:pt x="3988" y="386621"/>
                    <a:pt x="8908" y="386621"/>
                  </a:cubicBezTo>
                  <a:lnTo>
                    <a:pt x="512228" y="386621"/>
                  </a:lnTo>
                  <a:lnTo>
                    <a:pt x="512228" y="151534"/>
                  </a:lnTo>
                  <a:cubicBezTo>
                    <a:pt x="512208" y="136011"/>
                    <a:pt x="499629" y="123432"/>
                    <a:pt x="484106" y="123413"/>
                  </a:cubicBezTo>
                  <a:lnTo>
                    <a:pt x="431754" y="123413"/>
                  </a:lnTo>
                  <a:cubicBezTo>
                    <a:pt x="426834" y="123413"/>
                    <a:pt x="422845" y="119424"/>
                    <a:pt x="422845" y="114504"/>
                  </a:cubicBezTo>
                  <a:cubicBezTo>
                    <a:pt x="422845" y="109584"/>
                    <a:pt x="426834" y="105596"/>
                    <a:pt x="431754" y="105596"/>
                  </a:cubicBezTo>
                  <a:close/>
                  <a:moveTo>
                    <a:pt x="191350" y="17817"/>
                  </a:moveTo>
                  <a:cubicBezTo>
                    <a:pt x="184560" y="17828"/>
                    <a:pt x="179061" y="23334"/>
                    <a:pt x="179057" y="30124"/>
                  </a:cubicBezTo>
                  <a:lnTo>
                    <a:pt x="179057" y="146096"/>
                  </a:lnTo>
                  <a:cubicBezTo>
                    <a:pt x="179069" y="152881"/>
                    <a:pt x="184566" y="158378"/>
                    <a:pt x="191350" y="158390"/>
                  </a:cubicBezTo>
                  <a:lnTo>
                    <a:pt x="213058" y="158390"/>
                  </a:lnTo>
                  <a:cubicBezTo>
                    <a:pt x="217978" y="158390"/>
                    <a:pt x="221967" y="162378"/>
                    <a:pt x="221967" y="167298"/>
                  </a:cubicBezTo>
                  <a:lnTo>
                    <a:pt x="221967" y="196581"/>
                  </a:lnTo>
                  <a:lnTo>
                    <a:pt x="253096" y="161397"/>
                  </a:lnTo>
                  <a:cubicBezTo>
                    <a:pt x="254786" y="159486"/>
                    <a:pt x="257215" y="158391"/>
                    <a:pt x="259766" y="158390"/>
                  </a:cubicBezTo>
                  <a:lnTo>
                    <a:pt x="375218" y="158390"/>
                  </a:lnTo>
                  <a:cubicBezTo>
                    <a:pt x="382008" y="158386"/>
                    <a:pt x="387514" y="152886"/>
                    <a:pt x="387526" y="146096"/>
                  </a:cubicBezTo>
                  <a:lnTo>
                    <a:pt x="387526" y="30124"/>
                  </a:lnTo>
                  <a:cubicBezTo>
                    <a:pt x="387522" y="23329"/>
                    <a:pt x="382014" y="17821"/>
                    <a:pt x="375218" y="17817"/>
                  </a:cubicBezTo>
                  <a:close/>
                  <a:moveTo>
                    <a:pt x="191350" y="0"/>
                  </a:moveTo>
                  <a:lnTo>
                    <a:pt x="375218" y="0"/>
                  </a:lnTo>
                  <a:cubicBezTo>
                    <a:pt x="391842" y="27"/>
                    <a:pt x="405308" y="13501"/>
                    <a:pt x="405328" y="30124"/>
                  </a:cubicBezTo>
                  <a:lnTo>
                    <a:pt x="405328" y="146096"/>
                  </a:lnTo>
                  <a:cubicBezTo>
                    <a:pt x="405301" y="162714"/>
                    <a:pt x="391836" y="176179"/>
                    <a:pt x="375218" y="176206"/>
                  </a:cubicBezTo>
                  <a:lnTo>
                    <a:pt x="263750" y="176206"/>
                  </a:lnTo>
                  <a:lnTo>
                    <a:pt x="219700" y="225993"/>
                  </a:lnTo>
                  <a:cubicBezTo>
                    <a:pt x="218010" y="227902"/>
                    <a:pt x="215583" y="228996"/>
                    <a:pt x="213033" y="228997"/>
                  </a:cubicBezTo>
                  <a:cubicBezTo>
                    <a:pt x="208113" y="228999"/>
                    <a:pt x="204123" y="225012"/>
                    <a:pt x="204121" y="220092"/>
                  </a:cubicBezTo>
                  <a:lnTo>
                    <a:pt x="204121" y="176206"/>
                  </a:lnTo>
                  <a:lnTo>
                    <a:pt x="191350" y="176206"/>
                  </a:lnTo>
                  <a:cubicBezTo>
                    <a:pt x="174731" y="176183"/>
                    <a:pt x="161264" y="162716"/>
                    <a:pt x="161240" y="146096"/>
                  </a:cubicBezTo>
                  <a:lnTo>
                    <a:pt x="161240" y="123441"/>
                  </a:lnTo>
                  <a:lnTo>
                    <a:pt x="82462" y="123441"/>
                  </a:lnTo>
                  <a:cubicBezTo>
                    <a:pt x="66938" y="123456"/>
                    <a:pt x="54356" y="136038"/>
                    <a:pt x="54341" y="151562"/>
                  </a:cubicBezTo>
                  <a:lnTo>
                    <a:pt x="54341" y="357523"/>
                  </a:lnTo>
                  <a:cubicBezTo>
                    <a:pt x="54341" y="362442"/>
                    <a:pt x="50352" y="366431"/>
                    <a:pt x="45432" y="366431"/>
                  </a:cubicBezTo>
                  <a:cubicBezTo>
                    <a:pt x="45423" y="366431"/>
                    <a:pt x="45413" y="366431"/>
                    <a:pt x="45404" y="366431"/>
                  </a:cubicBezTo>
                  <a:cubicBezTo>
                    <a:pt x="40484" y="366415"/>
                    <a:pt x="36508" y="362414"/>
                    <a:pt x="36524" y="357494"/>
                  </a:cubicBezTo>
                  <a:lnTo>
                    <a:pt x="36524" y="151534"/>
                  </a:lnTo>
                  <a:cubicBezTo>
                    <a:pt x="36552" y="126174"/>
                    <a:pt x="57103" y="105623"/>
                    <a:pt x="82462" y="105596"/>
                  </a:cubicBezTo>
                  <a:lnTo>
                    <a:pt x="161226" y="105596"/>
                  </a:lnTo>
                  <a:lnTo>
                    <a:pt x="161226" y="30124"/>
                  </a:lnTo>
                  <a:cubicBezTo>
                    <a:pt x="161242" y="13494"/>
                    <a:pt x="174720" y="16"/>
                    <a:pt x="191350" y="0"/>
                  </a:cubicBezTo>
                  <a:close/>
                </a:path>
              </a:pathLst>
            </a:custGeom>
            <a:solidFill>
              <a:schemeClr val="accent1"/>
            </a:solidFill>
            <a:ln w="70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249" name="文本框 248">
            <a:extLst>
              <a:ext uri="{FF2B5EF4-FFF2-40B4-BE49-F238E27FC236}">
                <a16:creationId xmlns:a16="http://schemas.microsoft.com/office/drawing/2014/main" id="{4F729333-883B-26FB-E5F1-E24ECC961B17}"/>
              </a:ext>
            </a:extLst>
          </p:cNvPr>
          <p:cNvSpPr txBox="1"/>
          <p:nvPr/>
        </p:nvSpPr>
        <p:spPr>
          <a:xfrm>
            <a:off x="92224" y="2698441"/>
            <a:ext cx="492443" cy="3102533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000" spc="6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参考矢量图标</a:t>
            </a:r>
          </a:p>
        </p:txBody>
      </p:sp>
      <p:cxnSp>
        <p:nvCxnSpPr>
          <p:cNvPr id="251" name="直接连接符 250">
            <a:extLst>
              <a:ext uri="{FF2B5EF4-FFF2-40B4-BE49-F238E27FC236}">
                <a16:creationId xmlns:a16="http://schemas.microsoft.com/office/drawing/2014/main" id="{8E4F0AA3-5F30-BB65-7750-79259ACA71DD}"/>
              </a:ext>
            </a:extLst>
          </p:cNvPr>
          <p:cNvCxnSpPr>
            <a:cxnSpLocks/>
          </p:cNvCxnSpPr>
          <p:nvPr/>
        </p:nvCxnSpPr>
        <p:spPr>
          <a:xfrm>
            <a:off x="584666" y="2743032"/>
            <a:ext cx="0" cy="197048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7543171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 294">
            <a:extLst>
              <a:ext uri="{FF2B5EF4-FFF2-40B4-BE49-F238E27FC236}">
                <a16:creationId xmlns:a16="http://schemas.microsoft.com/office/drawing/2014/main" id="{189D88A0-C687-43D1-AADC-7623DFD7DEFF}"/>
              </a:ext>
            </a:extLst>
          </p:cNvPr>
          <p:cNvGrpSpPr/>
          <p:nvPr/>
        </p:nvGrpSpPr>
        <p:grpSpPr>
          <a:xfrm>
            <a:off x="3830675" y="442553"/>
            <a:ext cx="462724" cy="462724"/>
            <a:chOff x="3830675" y="442553"/>
            <a:chExt cx="462724" cy="462724"/>
          </a:xfrm>
          <a:noFill/>
        </p:grpSpPr>
        <p:sp>
          <p:nvSpPr>
            <p:cNvPr id="27" name="Freeform: Shape 3">
              <a:extLst>
                <a:ext uri="{FF2B5EF4-FFF2-40B4-BE49-F238E27FC236}">
                  <a16:creationId xmlns:a16="http://schemas.microsoft.com/office/drawing/2014/main" id="{B0499704-2753-1B47-C17A-F5EEDAB3D730}"/>
                </a:ext>
              </a:extLst>
            </p:cNvPr>
            <p:cNvSpPr/>
            <p:nvPr/>
          </p:nvSpPr>
          <p:spPr>
            <a:xfrm>
              <a:off x="3839573" y="451452"/>
              <a:ext cx="441368" cy="441368"/>
            </a:xfrm>
            <a:custGeom>
              <a:avLst/>
              <a:gdLst>
                <a:gd name="connsiteX0" fmla="*/ 446009 w 441367"/>
                <a:gd name="connsiteY0" fmla="*/ 223005 h 441367"/>
                <a:gd name="connsiteX1" fmla="*/ 223005 w 441367"/>
                <a:gd name="connsiteY1" fmla="*/ 446009 h 441367"/>
                <a:gd name="connsiteX2" fmla="*/ 0 w 441367"/>
                <a:gd name="connsiteY2" fmla="*/ 223005 h 441367"/>
                <a:gd name="connsiteX3" fmla="*/ 223005 w 441367"/>
                <a:gd name="connsiteY3" fmla="*/ 0 h 441367"/>
                <a:gd name="connsiteX4" fmla="*/ 446009 w 441367"/>
                <a:gd name="connsiteY4" fmla="*/ 223005 h 44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1367" h="441367">
                  <a:moveTo>
                    <a:pt x="446009" y="223005"/>
                  </a:moveTo>
                  <a:cubicBezTo>
                    <a:pt x="446009" y="346167"/>
                    <a:pt x="346167" y="446009"/>
                    <a:pt x="223005" y="446009"/>
                  </a:cubicBezTo>
                  <a:cubicBezTo>
                    <a:pt x="99843" y="446009"/>
                    <a:pt x="0" y="346167"/>
                    <a:pt x="0" y="223005"/>
                  </a:cubicBezTo>
                  <a:cubicBezTo>
                    <a:pt x="0" y="99843"/>
                    <a:pt x="99843" y="0"/>
                    <a:pt x="223005" y="0"/>
                  </a:cubicBezTo>
                  <a:cubicBezTo>
                    <a:pt x="346167" y="0"/>
                    <a:pt x="446009" y="99843"/>
                    <a:pt x="446009" y="223005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" name="Freeform: Shape 4">
              <a:extLst>
                <a:ext uri="{FF2B5EF4-FFF2-40B4-BE49-F238E27FC236}">
                  <a16:creationId xmlns:a16="http://schemas.microsoft.com/office/drawing/2014/main" id="{997FD989-B691-0AE7-E882-9791F4533ABA}"/>
                </a:ext>
              </a:extLst>
            </p:cNvPr>
            <p:cNvSpPr/>
            <p:nvPr/>
          </p:nvSpPr>
          <p:spPr>
            <a:xfrm>
              <a:off x="3830675" y="442553"/>
              <a:ext cx="462724" cy="462724"/>
            </a:xfrm>
            <a:custGeom>
              <a:avLst/>
              <a:gdLst>
                <a:gd name="connsiteX0" fmla="*/ 231903 w 462724"/>
                <a:gd name="connsiteY0" fmla="*/ 0 h 462724"/>
                <a:gd name="connsiteX1" fmla="*/ 0 w 462724"/>
                <a:gd name="connsiteY1" fmla="*/ 231576 h 462724"/>
                <a:gd name="connsiteX2" fmla="*/ 47632 w 462724"/>
                <a:gd name="connsiteY2" fmla="*/ 372479 h 462724"/>
                <a:gd name="connsiteX3" fmla="*/ 47632 w 462724"/>
                <a:gd name="connsiteY3" fmla="*/ 372479 h 462724"/>
                <a:gd name="connsiteX4" fmla="*/ 49348 w 462724"/>
                <a:gd name="connsiteY4" fmla="*/ 374657 h 462724"/>
                <a:gd name="connsiteX5" fmla="*/ 374792 w 462724"/>
                <a:gd name="connsiteY5" fmla="*/ 414466 h 462724"/>
                <a:gd name="connsiteX6" fmla="*/ 414600 w 462724"/>
                <a:gd name="connsiteY6" fmla="*/ 89021 h 462724"/>
                <a:gd name="connsiteX7" fmla="*/ 231903 w 462724"/>
                <a:gd name="connsiteY7" fmla="*/ 0 h 462724"/>
                <a:gd name="connsiteX8" fmla="*/ 405603 w 462724"/>
                <a:gd name="connsiteY8" fmla="*/ 356825 h 462724"/>
                <a:gd name="connsiteX9" fmla="*/ 325217 w 462724"/>
                <a:gd name="connsiteY9" fmla="*/ 331254 h 462724"/>
                <a:gd name="connsiteX10" fmla="*/ 332898 w 462724"/>
                <a:gd name="connsiteY10" fmla="*/ 277613 h 462724"/>
                <a:gd name="connsiteX11" fmla="*/ 324797 w 462724"/>
                <a:gd name="connsiteY11" fmla="*/ 267981 h 462724"/>
                <a:gd name="connsiteX12" fmla="*/ 315165 w 462724"/>
                <a:gd name="connsiteY12" fmla="*/ 276083 h 462724"/>
                <a:gd name="connsiteX13" fmla="*/ 307619 w 462724"/>
                <a:gd name="connsiteY13" fmla="*/ 328250 h 462724"/>
                <a:gd name="connsiteX14" fmla="*/ 240780 w 462724"/>
                <a:gd name="connsiteY14" fmla="*/ 322903 h 462724"/>
                <a:gd name="connsiteX15" fmla="*/ 240780 w 462724"/>
                <a:gd name="connsiteY15" fmla="*/ 240802 h 462724"/>
                <a:gd name="connsiteX16" fmla="*/ 445781 w 462724"/>
                <a:gd name="connsiteY16" fmla="*/ 240802 h 462724"/>
                <a:gd name="connsiteX17" fmla="*/ 405603 w 462724"/>
                <a:gd name="connsiteY17" fmla="*/ 356825 h 462724"/>
                <a:gd name="connsiteX18" fmla="*/ 240802 w 462724"/>
                <a:gd name="connsiteY18" fmla="*/ 140896 h 462724"/>
                <a:gd name="connsiteX19" fmla="*/ 307804 w 462724"/>
                <a:gd name="connsiteY19" fmla="*/ 135528 h 462724"/>
                <a:gd name="connsiteX20" fmla="*/ 316973 w 462724"/>
                <a:gd name="connsiteY20" fmla="*/ 223005 h 462724"/>
                <a:gd name="connsiteX21" fmla="*/ 240802 w 462724"/>
                <a:gd name="connsiteY21" fmla="*/ 223005 h 462724"/>
                <a:gd name="connsiteX22" fmla="*/ 240802 w 462724"/>
                <a:gd name="connsiteY22" fmla="*/ 123099 h 462724"/>
                <a:gd name="connsiteX23" fmla="*/ 240802 w 462724"/>
                <a:gd name="connsiteY23" fmla="*/ 19164 h 462724"/>
                <a:gd name="connsiteX24" fmla="*/ 303775 w 462724"/>
                <a:gd name="connsiteY24" fmla="*/ 118151 h 462724"/>
                <a:gd name="connsiteX25" fmla="*/ 240802 w 462724"/>
                <a:gd name="connsiteY25" fmla="*/ 123106 h 462724"/>
                <a:gd name="connsiteX26" fmla="*/ 223004 w 462724"/>
                <a:gd name="connsiteY26" fmla="*/ 19164 h 462724"/>
                <a:gd name="connsiteX27" fmla="*/ 223004 w 462724"/>
                <a:gd name="connsiteY27" fmla="*/ 123099 h 462724"/>
                <a:gd name="connsiteX28" fmla="*/ 160031 w 462724"/>
                <a:gd name="connsiteY28" fmla="*/ 118116 h 462724"/>
                <a:gd name="connsiteX29" fmla="*/ 223004 w 462724"/>
                <a:gd name="connsiteY29" fmla="*/ 19164 h 462724"/>
                <a:gd name="connsiteX30" fmla="*/ 223004 w 462724"/>
                <a:gd name="connsiteY30" fmla="*/ 140896 h 462724"/>
                <a:gd name="connsiteX31" fmla="*/ 223004 w 462724"/>
                <a:gd name="connsiteY31" fmla="*/ 223005 h 462724"/>
                <a:gd name="connsiteX32" fmla="*/ 146833 w 462724"/>
                <a:gd name="connsiteY32" fmla="*/ 223005 h 462724"/>
                <a:gd name="connsiteX33" fmla="*/ 156002 w 462724"/>
                <a:gd name="connsiteY33" fmla="*/ 135528 h 462724"/>
                <a:gd name="connsiteX34" fmla="*/ 223004 w 462724"/>
                <a:gd name="connsiteY34" fmla="*/ 140896 h 462724"/>
                <a:gd name="connsiteX35" fmla="*/ 223004 w 462724"/>
                <a:gd name="connsiteY35" fmla="*/ 240802 h 462724"/>
                <a:gd name="connsiteX36" fmla="*/ 223004 w 462724"/>
                <a:gd name="connsiteY36" fmla="*/ 322910 h 462724"/>
                <a:gd name="connsiteX37" fmla="*/ 156002 w 462724"/>
                <a:gd name="connsiteY37" fmla="*/ 328278 h 462724"/>
                <a:gd name="connsiteX38" fmla="*/ 146833 w 462724"/>
                <a:gd name="connsiteY38" fmla="*/ 240802 h 462724"/>
                <a:gd name="connsiteX39" fmla="*/ 223004 w 462724"/>
                <a:gd name="connsiteY39" fmla="*/ 340700 h 462724"/>
                <a:gd name="connsiteX40" fmla="*/ 223004 w 462724"/>
                <a:gd name="connsiteY40" fmla="*/ 444635 h 462724"/>
                <a:gd name="connsiteX41" fmla="*/ 160031 w 462724"/>
                <a:gd name="connsiteY41" fmla="*/ 345641 h 462724"/>
                <a:gd name="connsiteX42" fmla="*/ 223004 w 462724"/>
                <a:gd name="connsiteY42" fmla="*/ 340700 h 462724"/>
                <a:gd name="connsiteX43" fmla="*/ 240802 w 462724"/>
                <a:gd name="connsiteY43" fmla="*/ 444700 h 462724"/>
                <a:gd name="connsiteX44" fmla="*/ 240802 w 462724"/>
                <a:gd name="connsiteY44" fmla="*/ 340700 h 462724"/>
                <a:gd name="connsiteX45" fmla="*/ 303590 w 462724"/>
                <a:gd name="connsiteY45" fmla="*/ 345627 h 462724"/>
                <a:gd name="connsiteX46" fmla="*/ 240802 w 462724"/>
                <a:gd name="connsiteY46" fmla="*/ 444700 h 462724"/>
                <a:gd name="connsiteX47" fmla="*/ 334770 w 462724"/>
                <a:gd name="connsiteY47" fmla="*/ 223005 h 462724"/>
                <a:gd name="connsiteX48" fmla="*/ 325267 w 462724"/>
                <a:gd name="connsiteY48" fmla="*/ 132546 h 462724"/>
                <a:gd name="connsiteX49" fmla="*/ 405603 w 462724"/>
                <a:gd name="connsiteY49" fmla="*/ 106982 h 462724"/>
                <a:gd name="connsiteX50" fmla="*/ 445760 w 462724"/>
                <a:gd name="connsiteY50" fmla="*/ 223019 h 462724"/>
                <a:gd name="connsiteX51" fmla="*/ 394355 w 462724"/>
                <a:gd name="connsiteY51" fmla="*/ 92673 h 462724"/>
                <a:gd name="connsiteX52" fmla="*/ 321280 w 462724"/>
                <a:gd name="connsiteY52" fmla="*/ 115226 h 462724"/>
                <a:gd name="connsiteX53" fmla="*/ 276994 w 462724"/>
                <a:gd name="connsiteY53" fmla="*/ 22617 h 462724"/>
                <a:gd name="connsiteX54" fmla="*/ 394355 w 462724"/>
                <a:gd name="connsiteY54" fmla="*/ 92673 h 462724"/>
                <a:gd name="connsiteX55" fmla="*/ 186812 w 462724"/>
                <a:gd name="connsiteY55" fmla="*/ 22609 h 462724"/>
                <a:gd name="connsiteX56" fmla="*/ 142526 w 462724"/>
                <a:gd name="connsiteY56" fmla="*/ 115218 h 462724"/>
                <a:gd name="connsiteX57" fmla="*/ 69451 w 462724"/>
                <a:gd name="connsiteY57" fmla="*/ 92666 h 462724"/>
                <a:gd name="connsiteX58" fmla="*/ 186812 w 462724"/>
                <a:gd name="connsiteY58" fmla="*/ 22610 h 462724"/>
                <a:gd name="connsiteX59" fmla="*/ 58203 w 462724"/>
                <a:gd name="connsiteY59" fmla="*/ 106982 h 462724"/>
                <a:gd name="connsiteX60" fmla="*/ 138561 w 462724"/>
                <a:gd name="connsiteY60" fmla="*/ 132546 h 462724"/>
                <a:gd name="connsiteX61" fmla="*/ 129036 w 462724"/>
                <a:gd name="connsiteY61" fmla="*/ 223005 h 462724"/>
                <a:gd name="connsiteX62" fmla="*/ 48365 w 462724"/>
                <a:gd name="connsiteY62" fmla="*/ 223005 h 462724"/>
                <a:gd name="connsiteX63" fmla="*/ 39467 w 462724"/>
                <a:gd name="connsiteY63" fmla="*/ 231903 h 462724"/>
                <a:gd name="connsiteX64" fmla="*/ 48365 w 462724"/>
                <a:gd name="connsiteY64" fmla="*/ 240802 h 462724"/>
                <a:gd name="connsiteX65" fmla="*/ 129036 w 462724"/>
                <a:gd name="connsiteY65" fmla="*/ 240802 h 462724"/>
                <a:gd name="connsiteX66" fmla="*/ 138539 w 462724"/>
                <a:gd name="connsiteY66" fmla="*/ 331261 h 462724"/>
                <a:gd name="connsiteX67" fmla="*/ 58203 w 462724"/>
                <a:gd name="connsiteY67" fmla="*/ 356825 h 462724"/>
                <a:gd name="connsiteX68" fmla="*/ 58203 w 462724"/>
                <a:gd name="connsiteY68" fmla="*/ 106953 h 462724"/>
                <a:gd name="connsiteX69" fmla="*/ 69451 w 462724"/>
                <a:gd name="connsiteY69" fmla="*/ 371133 h 462724"/>
                <a:gd name="connsiteX70" fmla="*/ 142519 w 462724"/>
                <a:gd name="connsiteY70" fmla="*/ 348581 h 462724"/>
                <a:gd name="connsiteX71" fmla="*/ 186812 w 462724"/>
                <a:gd name="connsiteY71" fmla="*/ 441190 h 462724"/>
                <a:gd name="connsiteX72" fmla="*/ 69451 w 462724"/>
                <a:gd name="connsiteY72" fmla="*/ 371133 h 462724"/>
                <a:gd name="connsiteX73" fmla="*/ 276979 w 462724"/>
                <a:gd name="connsiteY73" fmla="*/ 441197 h 462724"/>
                <a:gd name="connsiteX74" fmla="*/ 321287 w 462724"/>
                <a:gd name="connsiteY74" fmla="*/ 348588 h 462724"/>
                <a:gd name="connsiteX75" fmla="*/ 394355 w 462724"/>
                <a:gd name="connsiteY75" fmla="*/ 371141 h 462724"/>
                <a:gd name="connsiteX76" fmla="*/ 276979 w 462724"/>
                <a:gd name="connsiteY76" fmla="*/ 441197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462724" h="462724">
                  <a:moveTo>
                    <a:pt x="231903" y="0"/>
                  </a:moveTo>
                  <a:cubicBezTo>
                    <a:pt x="103917" y="-90"/>
                    <a:pt x="90" y="103590"/>
                    <a:pt x="0" y="231576"/>
                  </a:cubicBezTo>
                  <a:cubicBezTo>
                    <a:pt x="-36" y="282501"/>
                    <a:pt x="16704" y="332021"/>
                    <a:pt x="47632" y="372479"/>
                  </a:cubicBezTo>
                  <a:lnTo>
                    <a:pt x="47632" y="372479"/>
                  </a:lnTo>
                  <a:cubicBezTo>
                    <a:pt x="48085" y="373291"/>
                    <a:pt x="48664" y="374027"/>
                    <a:pt x="49348" y="374657"/>
                  </a:cubicBezTo>
                  <a:cubicBezTo>
                    <a:pt x="128224" y="475519"/>
                    <a:pt x="273930" y="493342"/>
                    <a:pt x="374792" y="414466"/>
                  </a:cubicBezTo>
                  <a:cubicBezTo>
                    <a:pt x="475654" y="335589"/>
                    <a:pt x="493477" y="189883"/>
                    <a:pt x="414600" y="89021"/>
                  </a:cubicBezTo>
                  <a:cubicBezTo>
                    <a:pt x="370645" y="32814"/>
                    <a:pt x="303256" y="-22"/>
                    <a:pt x="231903" y="0"/>
                  </a:cubicBezTo>
                  <a:close/>
                  <a:moveTo>
                    <a:pt x="405603" y="356825"/>
                  </a:moveTo>
                  <a:cubicBezTo>
                    <a:pt x="380071" y="344746"/>
                    <a:pt x="353034" y="336146"/>
                    <a:pt x="325217" y="331254"/>
                  </a:cubicBezTo>
                  <a:cubicBezTo>
                    <a:pt x="328810" y="313537"/>
                    <a:pt x="331375" y="295627"/>
                    <a:pt x="332898" y="277613"/>
                  </a:cubicBezTo>
                  <a:cubicBezTo>
                    <a:pt x="333321" y="272716"/>
                    <a:pt x="329694" y="268404"/>
                    <a:pt x="324797" y="267981"/>
                  </a:cubicBezTo>
                  <a:cubicBezTo>
                    <a:pt x="319900" y="267559"/>
                    <a:pt x="315588" y="271186"/>
                    <a:pt x="315165" y="276083"/>
                  </a:cubicBezTo>
                  <a:cubicBezTo>
                    <a:pt x="313683" y="293605"/>
                    <a:pt x="311163" y="311025"/>
                    <a:pt x="307619" y="328250"/>
                  </a:cubicBezTo>
                  <a:cubicBezTo>
                    <a:pt x="285480" y="325011"/>
                    <a:pt x="263153" y="323225"/>
                    <a:pt x="240780" y="322903"/>
                  </a:cubicBezTo>
                  <a:lnTo>
                    <a:pt x="240780" y="240802"/>
                  </a:lnTo>
                  <a:lnTo>
                    <a:pt x="445781" y="240802"/>
                  </a:lnTo>
                  <a:cubicBezTo>
                    <a:pt x="444076" y="282583"/>
                    <a:pt x="430101" y="322937"/>
                    <a:pt x="405603" y="356825"/>
                  </a:cubicBezTo>
                  <a:close/>
                  <a:moveTo>
                    <a:pt x="240802" y="140896"/>
                  </a:moveTo>
                  <a:cubicBezTo>
                    <a:pt x="263229" y="140575"/>
                    <a:pt x="285611" y="138782"/>
                    <a:pt x="307804" y="135528"/>
                  </a:cubicBezTo>
                  <a:cubicBezTo>
                    <a:pt x="313575" y="164338"/>
                    <a:pt x="316645" y="193624"/>
                    <a:pt x="316973" y="223005"/>
                  </a:cubicBezTo>
                  <a:lnTo>
                    <a:pt x="240802" y="223005"/>
                  </a:lnTo>
                  <a:close/>
                  <a:moveTo>
                    <a:pt x="240802" y="123099"/>
                  </a:moveTo>
                  <a:lnTo>
                    <a:pt x="240802" y="19164"/>
                  </a:lnTo>
                  <a:cubicBezTo>
                    <a:pt x="265169" y="26333"/>
                    <a:pt x="289373" y="62318"/>
                    <a:pt x="303775" y="118151"/>
                  </a:cubicBezTo>
                  <a:cubicBezTo>
                    <a:pt x="282910" y="121137"/>
                    <a:pt x="261876" y="122792"/>
                    <a:pt x="240802" y="123106"/>
                  </a:cubicBezTo>
                  <a:close/>
                  <a:moveTo>
                    <a:pt x="223004" y="19164"/>
                  </a:moveTo>
                  <a:lnTo>
                    <a:pt x="223004" y="123099"/>
                  </a:lnTo>
                  <a:cubicBezTo>
                    <a:pt x="201929" y="122776"/>
                    <a:pt x="180895" y="121111"/>
                    <a:pt x="160031" y="118116"/>
                  </a:cubicBezTo>
                  <a:cubicBezTo>
                    <a:pt x="174433" y="62318"/>
                    <a:pt x="198630" y="26333"/>
                    <a:pt x="223004" y="19164"/>
                  </a:cubicBezTo>
                  <a:close/>
                  <a:moveTo>
                    <a:pt x="223004" y="140896"/>
                  </a:moveTo>
                  <a:lnTo>
                    <a:pt x="223004" y="223005"/>
                  </a:lnTo>
                  <a:lnTo>
                    <a:pt x="146833" y="223005"/>
                  </a:lnTo>
                  <a:cubicBezTo>
                    <a:pt x="147161" y="193624"/>
                    <a:pt x="150231" y="164338"/>
                    <a:pt x="156002" y="135528"/>
                  </a:cubicBezTo>
                  <a:cubicBezTo>
                    <a:pt x="178195" y="138782"/>
                    <a:pt x="200577" y="140575"/>
                    <a:pt x="223004" y="140896"/>
                  </a:cubicBezTo>
                  <a:close/>
                  <a:moveTo>
                    <a:pt x="223004" y="240802"/>
                  </a:moveTo>
                  <a:lnTo>
                    <a:pt x="223004" y="322910"/>
                  </a:lnTo>
                  <a:cubicBezTo>
                    <a:pt x="200577" y="323232"/>
                    <a:pt x="178195" y="325025"/>
                    <a:pt x="156002" y="328278"/>
                  </a:cubicBezTo>
                  <a:cubicBezTo>
                    <a:pt x="150231" y="299468"/>
                    <a:pt x="147161" y="270182"/>
                    <a:pt x="146833" y="240802"/>
                  </a:cubicBezTo>
                  <a:close/>
                  <a:moveTo>
                    <a:pt x="223004" y="340700"/>
                  </a:moveTo>
                  <a:lnTo>
                    <a:pt x="223004" y="444635"/>
                  </a:lnTo>
                  <a:cubicBezTo>
                    <a:pt x="198630" y="437467"/>
                    <a:pt x="174433" y="401481"/>
                    <a:pt x="160031" y="345641"/>
                  </a:cubicBezTo>
                  <a:cubicBezTo>
                    <a:pt x="180896" y="342660"/>
                    <a:pt x="201930" y="341010"/>
                    <a:pt x="223004" y="340700"/>
                  </a:cubicBezTo>
                  <a:close/>
                  <a:moveTo>
                    <a:pt x="240802" y="444700"/>
                  </a:moveTo>
                  <a:lnTo>
                    <a:pt x="240802" y="340700"/>
                  </a:lnTo>
                  <a:cubicBezTo>
                    <a:pt x="261814" y="341013"/>
                    <a:pt x="282786" y="342658"/>
                    <a:pt x="303590" y="345627"/>
                  </a:cubicBezTo>
                  <a:cubicBezTo>
                    <a:pt x="289665" y="399644"/>
                    <a:pt x="266380" y="437467"/>
                    <a:pt x="240802" y="444700"/>
                  </a:cubicBezTo>
                  <a:close/>
                  <a:moveTo>
                    <a:pt x="334770" y="223005"/>
                  </a:moveTo>
                  <a:cubicBezTo>
                    <a:pt x="334408" y="192623"/>
                    <a:pt x="331226" y="162340"/>
                    <a:pt x="325267" y="132546"/>
                  </a:cubicBezTo>
                  <a:cubicBezTo>
                    <a:pt x="353067" y="127650"/>
                    <a:pt x="380086" y="119052"/>
                    <a:pt x="405603" y="106982"/>
                  </a:cubicBezTo>
                  <a:cubicBezTo>
                    <a:pt x="430096" y="140876"/>
                    <a:pt x="444063" y="181235"/>
                    <a:pt x="445760" y="223019"/>
                  </a:cubicBezTo>
                  <a:close/>
                  <a:moveTo>
                    <a:pt x="394355" y="92673"/>
                  </a:moveTo>
                  <a:cubicBezTo>
                    <a:pt x="371043" y="103236"/>
                    <a:pt x="346490" y="110813"/>
                    <a:pt x="321280" y="115226"/>
                  </a:cubicBezTo>
                  <a:cubicBezTo>
                    <a:pt x="311072" y="74997"/>
                    <a:pt x="295652" y="42663"/>
                    <a:pt x="276994" y="22617"/>
                  </a:cubicBezTo>
                  <a:cubicBezTo>
                    <a:pt x="322714" y="32527"/>
                    <a:pt x="363934" y="57132"/>
                    <a:pt x="394355" y="92673"/>
                  </a:cubicBezTo>
                  <a:close/>
                  <a:moveTo>
                    <a:pt x="186812" y="22609"/>
                  </a:moveTo>
                  <a:cubicBezTo>
                    <a:pt x="168118" y="42649"/>
                    <a:pt x="152727" y="74990"/>
                    <a:pt x="142526" y="115218"/>
                  </a:cubicBezTo>
                  <a:cubicBezTo>
                    <a:pt x="117316" y="110807"/>
                    <a:pt x="92763" y="103229"/>
                    <a:pt x="69451" y="92666"/>
                  </a:cubicBezTo>
                  <a:cubicBezTo>
                    <a:pt x="99872" y="57125"/>
                    <a:pt x="141092" y="32520"/>
                    <a:pt x="186812" y="22610"/>
                  </a:cubicBezTo>
                  <a:close/>
                  <a:moveTo>
                    <a:pt x="58203" y="106982"/>
                  </a:moveTo>
                  <a:cubicBezTo>
                    <a:pt x="83726" y="119056"/>
                    <a:pt x="110753" y="127654"/>
                    <a:pt x="138561" y="132546"/>
                  </a:cubicBezTo>
                  <a:cubicBezTo>
                    <a:pt x="132594" y="162339"/>
                    <a:pt x="129405" y="192622"/>
                    <a:pt x="129036" y="223005"/>
                  </a:cubicBezTo>
                  <a:lnTo>
                    <a:pt x="48365" y="223005"/>
                  </a:lnTo>
                  <a:cubicBezTo>
                    <a:pt x="43451" y="223005"/>
                    <a:pt x="39467" y="226989"/>
                    <a:pt x="39467" y="231903"/>
                  </a:cubicBezTo>
                  <a:cubicBezTo>
                    <a:pt x="39467" y="236818"/>
                    <a:pt x="43451" y="240802"/>
                    <a:pt x="48365" y="240802"/>
                  </a:cubicBezTo>
                  <a:lnTo>
                    <a:pt x="129036" y="240802"/>
                  </a:lnTo>
                  <a:cubicBezTo>
                    <a:pt x="129398" y="271184"/>
                    <a:pt x="132579" y="301467"/>
                    <a:pt x="138539" y="331261"/>
                  </a:cubicBezTo>
                  <a:cubicBezTo>
                    <a:pt x="110739" y="336155"/>
                    <a:pt x="83720" y="344753"/>
                    <a:pt x="58203" y="356825"/>
                  </a:cubicBezTo>
                  <a:cubicBezTo>
                    <a:pt x="4344" y="282241"/>
                    <a:pt x="4344" y="181537"/>
                    <a:pt x="58203" y="106953"/>
                  </a:cubicBezTo>
                  <a:close/>
                  <a:moveTo>
                    <a:pt x="69451" y="371133"/>
                  </a:moveTo>
                  <a:cubicBezTo>
                    <a:pt x="92761" y="360570"/>
                    <a:pt x="117311" y="352993"/>
                    <a:pt x="142519" y="348581"/>
                  </a:cubicBezTo>
                  <a:cubicBezTo>
                    <a:pt x="152727" y="388810"/>
                    <a:pt x="168147" y="421150"/>
                    <a:pt x="186812" y="441190"/>
                  </a:cubicBezTo>
                  <a:cubicBezTo>
                    <a:pt x="141092" y="431279"/>
                    <a:pt x="99872" y="406674"/>
                    <a:pt x="69451" y="371133"/>
                  </a:cubicBezTo>
                  <a:close/>
                  <a:moveTo>
                    <a:pt x="276979" y="441197"/>
                  </a:moveTo>
                  <a:cubicBezTo>
                    <a:pt x="295588" y="421264"/>
                    <a:pt x="311029" y="389173"/>
                    <a:pt x="321287" y="348588"/>
                  </a:cubicBezTo>
                  <a:cubicBezTo>
                    <a:pt x="346495" y="353000"/>
                    <a:pt x="371045" y="360577"/>
                    <a:pt x="394355" y="371141"/>
                  </a:cubicBezTo>
                  <a:cubicBezTo>
                    <a:pt x="363930" y="406683"/>
                    <a:pt x="322705" y="431289"/>
                    <a:pt x="276979" y="441197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9" name="Group 273">
            <a:extLst>
              <a:ext uri="{FF2B5EF4-FFF2-40B4-BE49-F238E27FC236}">
                <a16:creationId xmlns:a16="http://schemas.microsoft.com/office/drawing/2014/main" id="{3C12137E-A731-3F9D-EAA3-20803962CFF6}"/>
              </a:ext>
            </a:extLst>
          </p:cNvPr>
          <p:cNvGrpSpPr/>
          <p:nvPr/>
        </p:nvGrpSpPr>
        <p:grpSpPr>
          <a:xfrm>
            <a:off x="2824401" y="2264973"/>
            <a:ext cx="434779" cy="463785"/>
            <a:chOff x="2824401" y="2264973"/>
            <a:chExt cx="434779" cy="463785"/>
          </a:xfrm>
          <a:noFill/>
        </p:grpSpPr>
        <p:sp>
          <p:nvSpPr>
            <p:cNvPr id="30" name="Freeform: Shape 6">
              <a:extLst>
                <a:ext uri="{FF2B5EF4-FFF2-40B4-BE49-F238E27FC236}">
                  <a16:creationId xmlns:a16="http://schemas.microsoft.com/office/drawing/2014/main" id="{F06C2CA4-2798-BBFC-6132-528C94C09517}"/>
                </a:ext>
              </a:extLst>
            </p:cNvPr>
            <p:cNvSpPr/>
            <p:nvPr/>
          </p:nvSpPr>
          <p:spPr>
            <a:xfrm>
              <a:off x="2833314" y="2273871"/>
              <a:ext cx="416943" cy="446018"/>
            </a:xfrm>
            <a:custGeom>
              <a:avLst/>
              <a:gdLst>
                <a:gd name="connsiteX0" fmla="*/ 0 w 416943"/>
                <a:gd name="connsiteY0" fmla="*/ 446010 h 446018"/>
                <a:gd name="connsiteX1" fmla="*/ 208475 w 416943"/>
                <a:gd name="connsiteY1" fmla="*/ 446010 h 446018"/>
                <a:gd name="connsiteX2" fmla="*/ 416943 w 416943"/>
                <a:gd name="connsiteY2" fmla="*/ 446010 h 446018"/>
                <a:gd name="connsiteX3" fmla="*/ 416943 w 416943"/>
                <a:gd name="connsiteY3" fmla="*/ 446018 h 446018"/>
                <a:gd name="connsiteX4" fmla="*/ 0 w 416943"/>
                <a:gd name="connsiteY4" fmla="*/ 446018 h 446018"/>
                <a:gd name="connsiteX5" fmla="*/ 351486 w 416943"/>
                <a:gd name="connsiteY5" fmla="*/ 175985 h 446018"/>
                <a:gd name="connsiteX6" fmla="*/ 416943 w 416943"/>
                <a:gd name="connsiteY6" fmla="*/ 175985 h 446018"/>
                <a:gd name="connsiteX7" fmla="*/ 416943 w 416943"/>
                <a:gd name="connsiteY7" fmla="*/ 446010 h 446018"/>
                <a:gd name="connsiteX8" fmla="*/ 307345 w 416943"/>
                <a:gd name="connsiteY8" fmla="*/ 257330 h 446018"/>
                <a:gd name="connsiteX9" fmla="*/ 351486 w 416943"/>
                <a:gd name="connsiteY9" fmla="*/ 224571 h 446018"/>
                <a:gd name="connsiteX10" fmla="*/ 0 w 416943"/>
                <a:gd name="connsiteY10" fmla="*/ 175985 h 446018"/>
                <a:gd name="connsiteX11" fmla="*/ 65465 w 416943"/>
                <a:gd name="connsiteY11" fmla="*/ 175985 h 446018"/>
                <a:gd name="connsiteX12" fmla="*/ 65465 w 416943"/>
                <a:gd name="connsiteY12" fmla="*/ 229056 h 446018"/>
                <a:gd name="connsiteX13" fmla="*/ 108331 w 416943"/>
                <a:gd name="connsiteY13" fmla="*/ 259525 h 446018"/>
                <a:gd name="connsiteX14" fmla="*/ 0 w 416943"/>
                <a:gd name="connsiteY14" fmla="*/ 446010 h 446018"/>
                <a:gd name="connsiteX15" fmla="*/ 129187 w 416943"/>
                <a:gd name="connsiteY15" fmla="*/ 0 h 446018"/>
                <a:gd name="connsiteX16" fmla="*/ 129187 w 416943"/>
                <a:gd name="connsiteY16" fmla="*/ 63722 h 446018"/>
                <a:gd name="connsiteX17" fmla="*/ 65465 w 416943"/>
                <a:gd name="connsiteY17" fmla="*/ 63722 h 446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943" h="446018">
                  <a:moveTo>
                    <a:pt x="0" y="446010"/>
                  </a:moveTo>
                  <a:lnTo>
                    <a:pt x="208475" y="446010"/>
                  </a:lnTo>
                  <a:lnTo>
                    <a:pt x="416943" y="446010"/>
                  </a:lnTo>
                  <a:lnTo>
                    <a:pt x="416943" y="446018"/>
                  </a:lnTo>
                  <a:lnTo>
                    <a:pt x="0" y="446018"/>
                  </a:lnTo>
                  <a:close/>
                  <a:moveTo>
                    <a:pt x="351486" y="175985"/>
                  </a:moveTo>
                  <a:lnTo>
                    <a:pt x="416943" y="175985"/>
                  </a:lnTo>
                  <a:lnTo>
                    <a:pt x="416943" y="446010"/>
                  </a:lnTo>
                  <a:lnTo>
                    <a:pt x="307345" y="257330"/>
                  </a:lnTo>
                  <a:lnTo>
                    <a:pt x="351486" y="224571"/>
                  </a:lnTo>
                  <a:close/>
                  <a:moveTo>
                    <a:pt x="0" y="175985"/>
                  </a:moveTo>
                  <a:lnTo>
                    <a:pt x="65465" y="175985"/>
                  </a:lnTo>
                  <a:lnTo>
                    <a:pt x="65465" y="229056"/>
                  </a:lnTo>
                  <a:lnTo>
                    <a:pt x="108331" y="259525"/>
                  </a:lnTo>
                  <a:lnTo>
                    <a:pt x="0" y="446010"/>
                  </a:lnTo>
                  <a:close/>
                  <a:moveTo>
                    <a:pt x="129187" y="0"/>
                  </a:moveTo>
                  <a:lnTo>
                    <a:pt x="129187" y="63722"/>
                  </a:lnTo>
                  <a:lnTo>
                    <a:pt x="65465" y="63722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" name="Freeform: Shape 7">
              <a:extLst>
                <a:ext uri="{FF2B5EF4-FFF2-40B4-BE49-F238E27FC236}">
                  <a16:creationId xmlns:a16="http://schemas.microsoft.com/office/drawing/2014/main" id="{1BA87B5D-A47F-BCBC-5489-0939C85FC9D4}"/>
                </a:ext>
              </a:extLst>
            </p:cNvPr>
            <p:cNvSpPr/>
            <p:nvPr/>
          </p:nvSpPr>
          <p:spPr>
            <a:xfrm>
              <a:off x="2824401" y="2264973"/>
              <a:ext cx="434779" cy="463785"/>
            </a:xfrm>
            <a:custGeom>
              <a:avLst/>
              <a:gdLst>
                <a:gd name="connsiteX0" fmla="*/ 228067 w 434779"/>
                <a:gd name="connsiteY0" fmla="*/ 220157 h 463785"/>
                <a:gd name="connsiteX1" fmla="*/ 293069 w 434779"/>
                <a:gd name="connsiteY1" fmla="*/ 220157 h 463785"/>
                <a:gd name="connsiteX2" fmla="*/ 301967 w 434779"/>
                <a:gd name="connsiteY2" fmla="*/ 229057 h 463785"/>
                <a:gd name="connsiteX3" fmla="*/ 293069 w 434779"/>
                <a:gd name="connsiteY3" fmla="*/ 237955 h 463785"/>
                <a:gd name="connsiteX4" fmla="*/ 228067 w 434779"/>
                <a:gd name="connsiteY4" fmla="*/ 237955 h 463785"/>
                <a:gd name="connsiteX5" fmla="*/ 219168 w 434779"/>
                <a:gd name="connsiteY5" fmla="*/ 229057 h 463785"/>
                <a:gd name="connsiteX6" fmla="*/ 228067 w 434779"/>
                <a:gd name="connsiteY6" fmla="*/ 220157 h 463785"/>
                <a:gd name="connsiteX7" fmla="*/ 17819 w 434779"/>
                <a:gd name="connsiteY7" fmla="*/ 202566 h 463785"/>
                <a:gd name="connsiteX8" fmla="*/ 17819 w 434779"/>
                <a:gd name="connsiteY8" fmla="*/ 421869 h 463785"/>
                <a:gd name="connsiteX9" fmla="*/ 86402 w 434779"/>
                <a:gd name="connsiteY9" fmla="*/ 303803 h 463785"/>
                <a:gd name="connsiteX10" fmla="*/ 98572 w 434779"/>
                <a:gd name="connsiteY10" fmla="*/ 300589 h 463785"/>
                <a:gd name="connsiteX11" fmla="*/ 101786 w 434779"/>
                <a:gd name="connsiteY11" fmla="*/ 312759 h 463785"/>
                <a:gd name="connsiteX12" fmla="*/ 24383 w 434779"/>
                <a:gd name="connsiteY12" fmla="*/ 446009 h 463785"/>
                <a:gd name="connsiteX13" fmla="*/ 217389 w 434779"/>
                <a:gd name="connsiteY13" fmla="*/ 446009 h 463785"/>
                <a:gd name="connsiteX14" fmla="*/ 416938 w 434779"/>
                <a:gd name="connsiteY14" fmla="*/ 446031 h 463785"/>
                <a:gd name="connsiteX15" fmla="*/ 416938 w 434779"/>
                <a:gd name="connsiteY15" fmla="*/ 202566 h 463785"/>
                <a:gd name="connsiteX16" fmla="*/ 327952 w 434779"/>
                <a:gd name="connsiteY16" fmla="*/ 268629 h 463785"/>
                <a:gd name="connsiteX17" fmla="*/ 397589 w 434779"/>
                <a:gd name="connsiteY17" fmla="*/ 388518 h 463785"/>
                <a:gd name="connsiteX18" fmla="*/ 394375 w 434779"/>
                <a:gd name="connsiteY18" fmla="*/ 400694 h 463785"/>
                <a:gd name="connsiteX19" fmla="*/ 382198 w 434779"/>
                <a:gd name="connsiteY19" fmla="*/ 397480 h 463785"/>
                <a:gd name="connsiteX20" fmla="*/ 313565 w 434779"/>
                <a:gd name="connsiteY20" fmla="*/ 279308 h 463785"/>
                <a:gd name="connsiteX21" fmla="*/ 222693 w 434779"/>
                <a:gd name="connsiteY21" fmla="*/ 346751 h 463785"/>
                <a:gd name="connsiteX22" fmla="*/ 212085 w 434779"/>
                <a:gd name="connsiteY22" fmla="*/ 346751 h 463785"/>
                <a:gd name="connsiteX23" fmla="*/ 369299 w 434779"/>
                <a:gd name="connsiteY23" fmla="*/ 193782 h 463785"/>
                <a:gd name="connsiteX24" fmla="*/ 369277 w 434779"/>
                <a:gd name="connsiteY24" fmla="*/ 215779 h 463785"/>
                <a:gd name="connsiteX25" fmla="*/ 398920 w 434779"/>
                <a:gd name="connsiteY25" fmla="*/ 193782 h 463785"/>
                <a:gd name="connsiteX26" fmla="*/ 35858 w 434779"/>
                <a:gd name="connsiteY26" fmla="*/ 193782 h 463785"/>
                <a:gd name="connsiteX27" fmla="*/ 65480 w 434779"/>
                <a:gd name="connsiteY27" fmla="*/ 215779 h 463785"/>
                <a:gd name="connsiteX28" fmla="*/ 65480 w 434779"/>
                <a:gd name="connsiteY28" fmla="*/ 193782 h 463785"/>
                <a:gd name="connsiteX29" fmla="*/ 141709 w 434779"/>
                <a:gd name="connsiteY29" fmla="*/ 182976 h 463785"/>
                <a:gd name="connsiteX30" fmla="*/ 293069 w 434779"/>
                <a:gd name="connsiteY30" fmla="*/ 182976 h 463785"/>
                <a:gd name="connsiteX31" fmla="*/ 301968 w 434779"/>
                <a:gd name="connsiteY31" fmla="*/ 191875 h 463785"/>
                <a:gd name="connsiteX32" fmla="*/ 293069 w 434779"/>
                <a:gd name="connsiteY32" fmla="*/ 200774 h 463785"/>
                <a:gd name="connsiteX33" fmla="*/ 141709 w 434779"/>
                <a:gd name="connsiteY33" fmla="*/ 200774 h 463785"/>
                <a:gd name="connsiteX34" fmla="*/ 132810 w 434779"/>
                <a:gd name="connsiteY34" fmla="*/ 191875 h 463785"/>
                <a:gd name="connsiteX35" fmla="*/ 141709 w 434779"/>
                <a:gd name="connsiteY35" fmla="*/ 182976 h 463785"/>
                <a:gd name="connsiteX36" fmla="*/ 141709 w 434779"/>
                <a:gd name="connsiteY36" fmla="*/ 146043 h 463785"/>
                <a:gd name="connsiteX37" fmla="*/ 293069 w 434779"/>
                <a:gd name="connsiteY37" fmla="*/ 146043 h 463785"/>
                <a:gd name="connsiteX38" fmla="*/ 301968 w 434779"/>
                <a:gd name="connsiteY38" fmla="*/ 154942 h 463785"/>
                <a:gd name="connsiteX39" fmla="*/ 293069 w 434779"/>
                <a:gd name="connsiteY39" fmla="*/ 163841 h 463785"/>
                <a:gd name="connsiteX40" fmla="*/ 141709 w 434779"/>
                <a:gd name="connsiteY40" fmla="*/ 163841 h 463785"/>
                <a:gd name="connsiteX41" fmla="*/ 132810 w 434779"/>
                <a:gd name="connsiteY41" fmla="*/ 154942 h 463785"/>
                <a:gd name="connsiteX42" fmla="*/ 141709 w 434779"/>
                <a:gd name="connsiteY42" fmla="*/ 146043 h 463785"/>
                <a:gd name="connsiteX43" fmla="*/ 141709 w 434779"/>
                <a:gd name="connsiteY43" fmla="*/ 109104 h 463785"/>
                <a:gd name="connsiteX44" fmla="*/ 293069 w 434779"/>
                <a:gd name="connsiteY44" fmla="*/ 109104 h 463785"/>
                <a:gd name="connsiteX45" fmla="*/ 301968 w 434779"/>
                <a:gd name="connsiteY45" fmla="*/ 118003 h 463785"/>
                <a:gd name="connsiteX46" fmla="*/ 293069 w 434779"/>
                <a:gd name="connsiteY46" fmla="*/ 126902 h 463785"/>
                <a:gd name="connsiteX47" fmla="*/ 141709 w 434779"/>
                <a:gd name="connsiteY47" fmla="*/ 126902 h 463785"/>
                <a:gd name="connsiteX48" fmla="*/ 132810 w 434779"/>
                <a:gd name="connsiteY48" fmla="*/ 118003 h 463785"/>
                <a:gd name="connsiteX49" fmla="*/ 141709 w 434779"/>
                <a:gd name="connsiteY49" fmla="*/ 109104 h 463785"/>
                <a:gd name="connsiteX50" fmla="*/ 182684 w 434779"/>
                <a:gd name="connsiteY50" fmla="*/ 0 h 463785"/>
                <a:gd name="connsiteX51" fmla="*/ 360400 w 434779"/>
                <a:gd name="connsiteY51" fmla="*/ 0 h 463785"/>
                <a:gd name="connsiteX52" fmla="*/ 369299 w 434779"/>
                <a:gd name="connsiteY52" fmla="*/ 8899 h 463785"/>
                <a:gd name="connsiteX53" fmla="*/ 369299 w 434779"/>
                <a:gd name="connsiteY53" fmla="*/ 175985 h 463785"/>
                <a:gd name="connsiteX54" fmla="*/ 425858 w 434779"/>
                <a:gd name="connsiteY54" fmla="*/ 175985 h 463785"/>
                <a:gd name="connsiteX55" fmla="*/ 427085 w 434779"/>
                <a:gd name="connsiteY55" fmla="*/ 175985 h 463785"/>
                <a:gd name="connsiteX56" fmla="*/ 434756 w 434779"/>
                <a:gd name="connsiteY56" fmla="*/ 184883 h 463785"/>
                <a:gd name="connsiteX57" fmla="*/ 434756 w 434779"/>
                <a:gd name="connsiteY57" fmla="*/ 454887 h 463785"/>
                <a:gd name="connsiteX58" fmla="*/ 425858 w 434779"/>
                <a:gd name="connsiteY58" fmla="*/ 463785 h 463785"/>
                <a:gd name="connsiteX59" fmla="*/ 8914 w 434779"/>
                <a:gd name="connsiteY59" fmla="*/ 463785 h 463785"/>
                <a:gd name="connsiteX60" fmla="*/ 22 w 434779"/>
                <a:gd name="connsiteY60" fmla="*/ 454901 h 463785"/>
                <a:gd name="connsiteX61" fmla="*/ 22 w 434779"/>
                <a:gd name="connsiteY61" fmla="*/ 184883 h 463785"/>
                <a:gd name="connsiteX62" fmla="*/ 23 w 434779"/>
                <a:gd name="connsiteY62" fmla="*/ 183664 h 463785"/>
                <a:gd name="connsiteX63" fmla="*/ 8921 w 434779"/>
                <a:gd name="connsiteY63" fmla="*/ 175992 h 463785"/>
                <a:gd name="connsiteX64" fmla="*/ 65451 w 434779"/>
                <a:gd name="connsiteY64" fmla="*/ 175992 h 463785"/>
                <a:gd name="connsiteX65" fmla="*/ 65451 w 434779"/>
                <a:gd name="connsiteY65" fmla="*/ 72626 h 463785"/>
                <a:gd name="connsiteX66" fmla="*/ 68057 w 434779"/>
                <a:gd name="connsiteY66" fmla="*/ 66333 h 463785"/>
                <a:gd name="connsiteX67" fmla="*/ 131778 w 434779"/>
                <a:gd name="connsiteY67" fmla="*/ 2613 h 463785"/>
                <a:gd name="connsiteX68" fmla="*/ 138017 w 434779"/>
                <a:gd name="connsiteY68" fmla="*/ 26 h 463785"/>
                <a:gd name="connsiteX69" fmla="*/ 146969 w 434779"/>
                <a:gd name="connsiteY69" fmla="*/ 8899 h 463785"/>
                <a:gd name="connsiteX70" fmla="*/ 146969 w 434779"/>
                <a:gd name="connsiteY70" fmla="*/ 72626 h 463785"/>
                <a:gd name="connsiteX71" fmla="*/ 138071 w 434779"/>
                <a:gd name="connsiteY71" fmla="*/ 81525 h 463785"/>
                <a:gd name="connsiteX72" fmla="*/ 113155 w 434779"/>
                <a:gd name="connsiteY72" fmla="*/ 81525 h 463785"/>
                <a:gd name="connsiteX73" fmla="*/ 104256 w 434779"/>
                <a:gd name="connsiteY73" fmla="*/ 72626 h 463785"/>
                <a:gd name="connsiteX74" fmla="*/ 113155 w 434779"/>
                <a:gd name="connsiteY74" fmla="*/ 63728 h 463785"/>
                <a:gd name="connsiteX75" fmla="*/ 129201 w 434779"/>
                <a:gd name="connsiteY75" fmla="*/ 63728 h 463785"/>
                <a:gd name="connsiteX76" fmla="*/ 129201 w 434779"/>
                <a:gd name="connsiteY76" fmla="*/ 30383 h 463785"/>
                <a:gd name="connsiteX77" fmla="*/ 83277 w 434779"/>
                <a:gd name="connsiteY77" fmla="*/ 76307 h 463785"/>
                <a:gd name="connsiteX78" fmla="*/ 83277 w 434779"/>
                <a:gd name="connsiteY78" fmla="*/ 228992 h 463785"/>
                <a:gd name="connsiteX79" fmla="*/ 217389 w 434779"/>
                <a:gd name="connsiteY79" fmla="*/ 328520 h 463785"/>
                <a:gd name="connsiteX80" fmla="*/ 351501 w 434779"/>
                <a:gd name="connsiteY80" fmla="*/ 228992 h 463785"/>
                <a:gd name="connsiteX81" fmla="*/ 351501 w 434779"/>
                <a:gd name="connsiteY81" fmla="*/ 17797 h 463785"/>
                <a:gd name="connsiteX82" fmla="*/ 182684 w 434779"/>
                <a:gd name="connsiteY82" fmla="*/ 17797 h 463785"/>
                <a:gd name="connsiteX83" fmla="*/ 173786 w 434779"/>
                <a:gd name="connsiteY83" fmla="*/ 8899 h 463785"/>
                <a:gd name="connsiteX84" fmla="*/ 182684 w 434779"/>
                <a:gd name="connsiteY84" fmla="*/ 0 h 46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34779" h="463785">
                  <a:moveTo>
                    <a:pt x="228067" y="220157"/>
                  </a:moveTo>
                  <a:lnTo>
                    <a:pt x="293069" y="220157"/>
                  </a:lnTo>
                  <a:cubicBezTo>
                    <a:pt x="297983" y="220157"/>
                    <a:pt x="301967" y="224141"/>
                    <a:pt x="301967" y="229057"/>
                  </a:cubicBezTo>
                  <a:cubicBezTo>
                    <a:pt x="301967" y="233971"/>
                    <a:pt x="297983" y="237955"/>
                    <a:pt x="293069" y="237955"/>
                  </a:cubicBezTo>
                  <a:lnTo>
                    <a:pt x="228067" y="237955"/>
                  </a:lnTo>
                  <a:cubicBezTo>
                    <a:pt x="223152" y="237955"/>
                    <a:pt x="219168" y="233971"/>
                    <a:pt x="219168" y="229057"/>
                  </a:cubicBezTo>
                  <a:cubicBezTo>
                    <a:pt x="219168" y="224141"/>
                    <a:pt x="223152" y="220157"/>
                    <a:pt x="228067" y="220157"/>
                  </a:cubicBezTo>
                  <a:close/>
                  <a:moveTo>
                    <a:pt x="17819" y="202566"/>
                  </a:moveTo>
                  <a:lnTo>
                    <a:pt x="17819" y="421869"/>
                  </a:lnTo>
                  <a:lnTo>
                    <a:pt x="86402" y="303803"/>
                  </a:lnTo>
                  <a:cubicBezTo>
                    <a:pt x="88875" y="299555"/>
                    <a:pt x="94324" y="298116"/>
                    <a:pt x="98572" y="300589"/>
                  </a:cubicBezTo>
                  <a:cubicBezTo>
                    <a:pt x="102820" y="303062"/>
                    <a:pt x="104259" y="308511"/>
                    <a:pt x="101786" y="312759"/>
                  </a:cubicBezTo>
                  <a:lnTo>
                    <a:pt x="24383" y="446009"/>
                  </a:lnTo>
                  <a:lnTo>
                    <a:pt x="217389" y="446009"/>
                  </a:lnTo>
                  <a:lnTo>
                    <a:pt x="416938" y="446031"/>
                  </a:lnTo>
                  <a:lnTo>
                    <a:pt x="416938" y="202566"/>
                  </a:lnTo>
                  <a:lnTo>
                    <a:pt x="327952" y="268629"/>
                  </a:lnTo>
                  <a:lnTo>
                    <a:pt x="397589" y="388518"/>
                  </a:lnTo>
                  <a:cubicBezTo>
                    <a:pt x="400064" y="392768"/>
                    <a:pt x="398625" y="398219"/>
                    <a:pt x="394375" y="400694"/>
                  </a:cubicBezTo>
                  <a:cubicBezTo>
                    <a:pt x="390125" y="403169"/>
                    <a:pt x="384673" y="401730"/>
                    <a:pt x="382198" y="397480"/>
                  </a:cubicBezTo>
                  <a:lnTo>
                    <a:pt x="313565" y="279308"/>
                  </a:lnTo>
                  <a:lnTo>
                    <a:pt x="222693" y="346751"/>
                  </a:lnTo>
                  <a:cubicBezTo>
                    <a:pt x="219543" y="349087"/>
                    <a:pt x="215235" y="349087"/>
                    <a:pt x="212085" y="346751"/>
                  </a:cubicBezTo>
                  <a:close/>
                  <a:moveTo>
                    <a:pt x="369299" y="193782"/>
                  </a:moveTo>
                  <a:lnTo>
                    <a:pt x="369277" y="215779"/>
                  </a:lnTo>
                  <a:lnTo>
                    <a:pt x="398920" y="193782"/>
                  </a:lnTo>
                  <a:close/>
                  <a:moveTo>
                    <a:pt x="35858" y="193782"/>
                  </a:moveTo>
                  <a:lnTo>
                    <a:pt x="65480" y="215779"/>
                  </a:lnTo>
                  <a:lnTo>
                    <a:pt x="65480" y="193782"/>
                  </a:lnTo>
                  <a:close/>
                  <a:moveTo>
                    <a:pt x="141709" y="182976"/>
                  </a:moveTo>
                  <a:lnTo>
                    <a:pt x="293069" y="182976"/>
                  </a:lnTo>
                  <a:cubicBezTo>
                    <a:pt x="297984" y="182976"/>
                    <a:pt x="301968" y="186960"/>
                    <a:pt x="301968" y="191875"/>
                  </a:cubicBezTo>
                  <a:cubicBezTo>
                    <a:pt x="301968" y="196790"/>
                    <a:pt x="297984" y="200774"/>
                    <a:pt x="293069" y="200774"/>
                  </a:cubicBezTo>
                  <a:lnTo>
                    <a:pt x="141709" y="200774"/>
                  </a:lnTo>
                  <a:cubicBezTo>
                    <a:pt x="136794" y="200774"/>
                    <a:pt x="132810" y="196790"/>
                    <a:pt x="132810" y="191875"/>
                  </a:cubicBezTo>
                  <a:cubicBezTo>
                    <a:pt x="132810" y="186960"/>
                    <a:pt x="136794" y="182976"/>
                    <a:pt x="141709" y="182976"/>
                  </a:cubicBezTo>
                  <a:close/>
                  <a:moveTo>
                    <a:pt x="141709" y="146043"/>
                  </a:moveTo>
                  <a:lnTo>
                    <a:pt x="293069" y="146043"/>
                  </a:lnTo>
                  <a:cubicBezTo>
                    <a:pt x="297984" y="146043"/>
                    <a:pt x="301968" y="150027"/>
                    <a:pt x="301968" y="154942"/>
                  </a:cubicBezTo>
                  <a:cubicBezTo>
                    <a:pt x="301968" y="159857"/>
                    <a:pt x="297984" y="163841"/>
                    <a:pt x="293069" y="163841"/>
                  </a:cubicBezTo>
                  <a:lnTo>
                    <a:pt x="141709" y="163841"/>
                  </a:lnTo>
                  <a:cubicBezTo>
                    <a:pt x="136794" y="163841"/>
                    <a:pt x="132810" y="159857"/>
                    <a:pt x="132810" y="154942"/>
                  </a:cubicBezTo>
                  <a:cubicBezTo>
                    <a:pt x="132810" y="150027"/>
                    <a:pt x="136794" y="146043"/>
                    <a:pt x="141709" y="146043"/>
                  </a:cubicBezTo>
                  <a:close/>
                  <a:moveTo>
                    <a:pt x="141709" y="109104"/>
                  </a:moveTo>
                  <a:lnTo>
                    <a:pt x="293069" y="109104"/>
                  </a:lnTo>
                  <a:cubicBezTo>
                    <a:pt x="297984" y="109104"/>
                    <a:pt x="301968" y="113088"/>
                    <a:pt x="301968" y="118003"/>
                  </a:cubicBezTo>
                  <a:cubicBezTo>
                    <a:pt x="301968" y="122918"/>
                    <a:pt x="297984" y="126902"/>
                    <a:pt x="293069" y="126902"/>
                  </a:cubicBezTo>
                  <a:lnTo>
                    <a:pt x="141709" y="126902"/>
                  </a:lnTo>
                  <a:cubicBezTo>
                    <a:pt x="136794" y="126902"/>
                    <a:pt x="132810" y="122918"/>
                    <a:pt x="132810" y="118003"/>
                  </a:cubicBezTo>
                  <a:cubicBezTo>
                    <a:pt x="132810" y="113088"/>
                    <a:pt x="136794" y="109104"/>
                    <a:pt x="141709" y="109104"/>
                  </a:cubicBezTo>
                  <a:close/>
                  <a:moveTo>
                    <a:pt x="182684" y="0"/>
                  </a:moveTo>
                  <a:lnTo>
                    <a:pt x="360400" y="0"/>
                  </a:lnTo>
                  <a:cubicBezTo>
                    <a:pt x="365315" y="0"/>
                    <a:pt x="369299" y="3984"/>
                    <a:pt x="369299" y="8899"/>
                  </a:cubicBezTo>
                  <a:lnTo>
                    <a:pt x="369299" y="175985"/>
                  </a:lnTo>
                  <a:lnTo>
                    <a:pt x="425858" y="175985"/>
                  </a:lnTo>
                  <a:cubicBezTo>
                    <a:pt x="426266" y="175955"/>
                    <a:pt x="426676" y="175955"/>
                    <a:pt x="427085" y="175985"/>
                  </a:cubicBezTo>
                  <a:cubicBezTo>
                    <a:pt x="431660" y="176324"/>
                    <a:pt x="435095" y="180308"/>
                    <a:pt x="434756" y="184883"/>
                  </a:cubicBezTo>
                  <a:lnTo>
                    <a:pt x="434756" y="454887"/>
                  </a:lnTo>
                  <a:cubicBezTo>
                    <a:pt x="434756" y="459801"/>
                    <a:pt x="430772" y="463785"/>
                    <a:pt x="425858" y="463785"/>
                  </a:cubicBezTo>
                  <a:lnTo>
                    <a:pt x="8914" y="463785"/>
                  </a:lnTo>
                  <a:cubicBezTo>
                    <a:pt x="4085" y="463599"/>
                    <a:pt x="212" y="459729"/>
                    <a:pt x="22" y="454901"/>
                  </a:cubicBezTo>
                  <a:lnTo>
                    <a:pt x="22" y="184883"/>
                  </a:lnTo>
                  <a:cubicBezTo>
                    <a:pt x="-8" y="184477"/>
                    <a:pt x="-7" y="184070"/>
                    <a:pt x="23" y="183664"/>
                  </a:cubicBezTo>
                  <a:cubicBezTo>
                    <a:pt x="361" y="179088"/>
                    <a:pt x="4345" y="175653"/>
                    <a:pt x="8921" y="175992"/>
                  </a:cubicBezTo>
                  <a:lnTo>
                    <a:pt x="65451" y="175992"/>
                  </a:lnTo>
                  <a:lnTo>
                    <a:pt x="65451" y="72626"/>
                  </a:lnTo>
                  <a:cubicBezTo>
                    <a:pt x="65451" y="70266"/>
                    <a:pt x="66388" y="68002"/>
                    <a:pt x="68057" y="66333"/>
                  </a:cubicBezTo>
                  <a:lnTo>
                    <a:pt x="131778" y="2613"/>
                  </a:lnTo>
                  <a:cubicBezTo>
                    <a:pt x="133437" y="965"/>
                    <a:pt x="135678" y="36"/>
                    <a:pt x="138017" y="26"/>
                  </a:cubicBezTo>
                  <a:cubicBezTo>
                    <a:pt x="142939" y="4"/>
                    <a:pt x="146947" y="3976"/>
                    <a:pt x="146969" y="8899"/>
                  </a:cubicBezTo>
                  <a:lnTo>
                    <a:pt x="146969" y="72626"/>
                  </a:lnTo>
                  <a:cubicBezTo>
                    <a:pt x="146969" y="77541"/>
                    <a:pt x="142985" y="81525"/>
                    <a:pt x="138071" y="81525"/>
                  </a:cubicBezTo>
                  <a:lnTo>
                    <a:pt x="113155" y="81525"/>
                  </a:lnTo>
                  <a:cubicBezTo>
                    <a:pt x="108240" y="81525"/>
                    <a:pt x="104256" y="77541"/>
                    <a:pt x="104256" y="72626"/>
                  </a:cubicBezTo>
                  <a:cubicBezTo>
                    <a:pt x="104256" y="67712"/>
                    <a:pt x="108240" y="63728"/>
                    <a:pt x="113155" y="63728"/>
                  </a:cubicBezTo>
                  <a:lnTo>
                    <a:pt x="129201" y="63728"/>
                  </a:lnTo>
                  <a:lnTo>
                    <a:pt x="129201" y="30383"/>
                  </a:lnTo>
                  <a:lnTo>
                    <a:pt x="83277" y="76307"/>
                  </a:lnTo>
                  <a:lnTo>
                    <a:pt x="83277" y="228992"/>
                  </a:lnTo>
                  <a:lnTo>
                    <a:pt x="217389" y="328520"/>
                  </a:lnTo>
                  <a:lnTo>
                    <a:pt x="351501" y="228992"/>
                  </a:lnTo>
                  <a:lnTo>
                    <a:pt x="351501" y="17797"/>
                  </a:lnTo>
                  <a:lnTo>
                    <a:pt x="182684" y="17797"/>
                  </a:lnTo>
                  <a:cubicBezTo>
                    <a:pt x="177770" y="17797"/>
                    <a:pt x="173786" y="13813"/>
                    <a:pt x="173786" y="8899"/>
                  </a:cubicBezTo>
                  <a:cubicBezTo>
                    <a:pt x="173786" y="3984"/>
                    <a:pt x="177770" y="0"/>
                    <a:pt x="182684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2" name="Group 274">
            <a:extLst>
              <a:ext uri="{FF2B5EF4-FFF2-40B4-BE49-F238E27FC236}">
                <a16:creationId xmlns:a16="http://schemas.microsoft.com/office/drawing/2014/main" id="{62A9BA09-2C10-69E5-9495-537420A774AE}"/>
              </a:ext>
            </a:extLst>
          </p:cNvPr>
          <p:cNvGrpSpPr/>
          <p:nvPr/>
        </p:nvGrpSpPr>
        <p:grpSpPr>
          <a:xfrm>
            <a:off x="1812223" y="2264972"/>
            <a:ext cx="417575" cy="463808"/>
            <a:chOff x="1812223" y="2264972"/>
            <a:chExt cx="417575" cy="463808"/>
          </a:xfrm>
          <a:noFill/>
        </p:grpSpPr>
        <p:sp>
          <p:nvSpPr>
            <p:cNvPr id="33" name="Freeform: Shape 9">
              <a:extLst>
                <a:ext uri="{FF2B5EF4-FFF2-40B4-BE49-F238E27FC236}">
                  <a16:creationId xmlns:a16="http://schemas.microsoft.com/office/drawing/2014/main" id="{BF6AAFDB-3165-691B-C160-D2B1B8F5792C}"/>
                </a:ext>
              </a:extLst>
            </p:cNvPr>
            <p:cNvSpPr/>
            <p:nvPr/>
          </p:nvSpPr>
          <p:spPr>
            <a:xfrm>
              <a:off x="1833728" y="2326291"/>
              <a:ext cx="271499" cy="333108"/>
            </a:xfrm>
            <a:custGeom>
              <a:avLst/>
              <a:gdLst>
                <a:gd name="connsiteX0" fmla="*/ 181584 w 271498"/>
                <a:gd name="connsiteY0" fmla="*/ 0 h 333108"/>
                <a:gd name="connsiteX1" fmla="*/ 251165 w 271498"/>
                <a:gd name="connsiteY1" fmla="*/ 43656 h 333108"/>
                <a:gd name="connsiteX2" fmla="*/ 271498 w 271498"/>
                <a:gd name="connsiteY2" fmla="*/ 11268 h 333108"/>
                <a:gd name="connsiteX3" fmla="*/ 69577 w 271498"/>
                <a:gd name="connsiteY3" fmla="*/ 333108 h 333108"/>
                <a:gd name="connsiteX4" fmla="*/ 69577 w 271498"/>
                <a:gd name="connsiteY4" fmla="*/ 333108 h 333108"/>
                <a:gd name="connsiteX5" fmla="*/ 0 w 271498"/>
                <a:gd name="connsiteY5" fmla="*/ 289454 h 33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498" h="333108">
                  <a:moveTo>
                    <a:pt x="181584" y="0"/>
                  </a:moveTo>
                  <a:lnTo>
                    <a:pt x="251165" y="43656"/>
                  </a:lnTo>
                  <a:lnTo>
                    <a:pt x="271498" y="11268"/>
                  </a:lnTo>
                  <a:lnTo>
                    <a:pt x="69577" y="333108"/>
                  </a:lnTo>
                  <a:lnTo>
                    <a:pt x="69577" y="333108"/>
                  </a:lnTo>
                  <a:lnTo>
                    <a:pt x="0" y="289454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" name="Freeform: Shape 10">
              <a:extLst>
                <a:ext uri="{FF2B5EF4-FFF2-40B4-BE49-F238E27FC236}">
                  <a16:creationId xmlns:a16="http://schemas.microsoft.com/office/drawing/2014/main" id="{B9E0F9BF-FEFE-285D-11C5-2732D328D623}"/>
                </a:ext>
              </a:extLst>
            </p:cNvPr>
            <p:cNvSpPr/>
            <p:nvPr/>
          </p:nvSpPr>
          <p:spPr>
            <a:xfrm>
              <a:off x="1812223" y="2264972"/>
              <a:ext cx="417575" cy="463808"/>
            </a:xfrm>
            <a:custGeom>
              <a:avLst/>
              <a:gdLst>
                <a:gd name="connsiteX0" fmla="*/ 63411 w 417574"/>
                <a:gd name="connsiteY0" fmla="*/ 446010 h 463808"/>
                <a:gd name="connsiteX1" fmla="*/ 408654 w 417574"/>
                <a:gd name="connsiteY1" fmla="*/ 446010 h 463808"/>
                <a:gd name="connsiteX2" fmla="*/ 408675 w 417574"/>
                <a:gd name="connsiteY2" fmla="*/ 446010 h 463808"/>
                <a:gd name="connsiteX3" fmla="*/ 417574 w 417574"/>
                <a:gd name="connsiteY3" fmla="*/ 454910 h 463808"/>
                <a:gd name="connsiteX4" fmla="*/ 408675 w 417574"/>
                <a:gd name="connsiteY4" fmla="*/ 463808 h 463808"/>
                <a:gd name="connsiteX5" fmla="*/ 63411 w 417574"/>
                <a:gd name="connsiteY5" fmla="*/ 463808 h 463808"/>
                <a:gd name="connsiteX6" fmla="*/ 54512 w 417574"/>
                <a:gd name="connsiteY6" fmla="*/ 454910 h 463808"/>
                <a:gd name="connsiteX7" fmla="*/ 63411 w 417574"/>
                <a:gd name="connsiteY7" fmla="*/ 446010 h 463808"/>
                <a:gd name="connsiteX8" fmla="*/ 251553 w 417574"/>
                <a:gd name="connsiteY8" fmla="*/ 18632 h 463808"/>
                <a:gd name="connsiteX9" fmla="*/ 231473 w 417574"/>
                <a:gd name="connsiteY9" fmla="*/ 32875 h 463808"/>
                <a:gd name="connsiteX10" fmla="*/ 215392 w 417574"/>
                <a:gd name="connsiteY10" fmla="*/ 58503 h 463808"/>
                <a:gd name="connsiteX11" fmla="*/ 242237 w 417574"/>
                <a:gd name="connsiteY11" fmla="*/ 75353 h 463808"/>
                <a:gd name="connsiteX12" fmla="*/ 242652 w 417574"/>
                <a:gd name="connsiteY12" fmla="*/ 75613 h 463808"/>
                <a:gd name="connsiteX13" fmla="*/ 245123 w 417574"/>
                <a:gd name="connsiteY13" fmla="*/ 87952 h 463808"/>
                <a:gd name="connsiteX14" fmla="*/ 232783 w 417574"/>
                <a:gd name="connsiteY14" fmla="*/ 90423 h 463808"/>
                <a:gd name="connsiteX15" fmla="*/ 205931 w 417574"/>
                <a:gd name="connsiteY15" fmla="*/ 73580 h 463808"/>
                <a:gd name="connsiteX16" fmla="*/ 30095 w 417574"/>
                <a:gd name="connsiteY16" fmla="*/ 353843 h 463808"/>
                <a:gd name="connsiteX17" fmla="*/ 20199 w 417574"/>
                <a:gd name="connsiteY17" fmla="*/ 430114 h 463808"/>
                <a:gd name="connsiteX18" fmla="*/ 74587 w 417574"/>
                <a:gd name="connsiteY18" fmla="*/ 394598 h 463808"/>
                <a:gd name="connsiteX19" fmla="*/ 51558 w 417574"/>
                <a:gd name="connsiteY19" fmla="*/ 380147 h 463808"/>
                <a:gd name="connsiteX20" fmla="*/ 48804 w 417574"/>
                <a:gd name="connsiteY20" fmla="*/ 368104 h 463808"/>
                <a:gd name="connsiteX21" fmla="*/ 61019 w 417574"/>
                <a:gd name="connsiteY21" fmla="*/ 365076 h 463808"/>
                <a:gd name="connsiteX22" fmla="*/ 88277 w 417574"/>
                <a:gd name="connsiteY22" fmla="*/ 382161 h 463808"/>
                <a:gd name="connsiteX23" fmla="*/ 285989 w 417574"/>
                <a:gd name="connsiteY23" fmla="*/ 67066 h 463808"/>
                <a:gd name="connsiteX24" fmla="*/ 285992 w 417574"/>
                <a:gd name="connsiteY24" fmla="*/ 67062 h 463808"/>
                <a:gd name="connsiteX25" fmla="*/ 275831 w 417574"/>
                <a:gd name="connsiteY25" fmla="*/ 22716 h 463808"/>
                <a:gd name="connsiteX26" fmla="*/ 251553 w 417574"/>
                <a:gd name="connsiteY26" fmla="*/ 18632 h 463808"/>
                <a:gd name="connsiteX27" fmla="*/ 247511 w 417574"/>
                <a:gd name="connsiteY27" fmla="*/ 1267 h 463808"/>
                <a:gd name="connsiteX28" fmla="*/ 285224 w 417574"/>
                <a:gd name="connsiteY28" fmla="*/ 7649 h 463808"/>
                <a:gd name="connsiteX29" fmla="*/ 300996 w 417574"/>
                <a:gd name="connsiteY29" fmla="*/ 76542 h 463808"/>
                <a:gd name="connsiteX30" fmla="*/ 284786 w 417574"/>
                <a:gd name="connsiteY30" fmla="*/ 102383 h 463808"/>
                <a:gd name="connsiteX31" fmla="*/ 305196 w 417574"/>
                <a:gd name="connsiteY31" fmla="*/ 116023 h 463808"/>
                <a:gd name="connsiteX32" fmla="*/ 307830 w 417574"/>
                <a:gd name="connsiteY32" fmla="*/ 128082 h 463808"/>
                <a:gd name="connsiteX33" fmla="*/ 225251 w 417574"/>
                <a:gd name="connsiteY33" fmla="*/ 262380 h 463808"/>
                <a:gd name="connsiteX34" fmla="*/ 213007 w 417574"/>
                <a:gd name="connsiteY34" fmla="*/ 265291 h 463808"/>
                <a:gd name="connsiteX35" fmla="*/ 210095 w 417574"/>
                <a:gd name="connsiteY35" fmla="*/ 253047 h 463808"/>
                <a:gd name="connsiteX36" fmla="*/ 288182 w 417574"/>
                <a:gd name="connsiteY36" fmla="*/ 126075 h 463808"/>
                <a:gd name="connsiteX37" fmla="*/ 275325 w 417574"/>
                <a:gd name="connsiteY37" fmla="*/ 117482 h 463808"/>
                <a:gd name="connsiteX38" fmla="*/ 98599 w 417574"/>
                <a:gd name="connsiteY38" fmla="*/ 399175 h 463808"/>
                <a:gd name="connsiteX39" fmla="*/ 96207 w 417574"/>
                <a:gd name="connsiteY39" fmla="*/ 401617 h 463808"/>
                <a:gd name="connsiteX40" fmla="*/ 95951 w 417574"/>
                <a:gd name="connsiteY40" fmla="*/ 401881 h 463808"/>
                <a:gd name="connsiteX41" fmla="*/ 13764 w 417574"/>
                <a:gd name="connsiteY41" fmla="*/ 455585 h 463808"/>
                <a:gd name="connsiteX42" fmla="*/ 7758 w 417574"/>
                <a:gd name="connsiteY42" fmla="*/ 456959 h 463808"/>
                <a:gd name="connsiteX43" fmla="*/ 74 w 417574"/>
                <a:gd name="connsiteY43" fmla="*/ 446993 h 463808"/>
                <a:gd name="connsiteX44" fmla="*/ 12668 w 417574"/>
                <a:gd name="connsiteY44" fmla="*/ 349593 h 463808"/>
                <a:gd name="connsiteX45" fmla="*/ 13956 w 417574"/>
                <a:gd name="connsiteY45" fmla="*/ 346033 h 463808"/>
                <a:gd name="connsiteX46" fmla="*/ 216332 w 417574"/>
                <a:gd name="connsiteY46" fmla="*/ 23421 h 463808"/>
                <a:gd name="connsiteX47" fmla="*/ 247511 w 417574"/>
                <a:gd name="connsiteY47" fmla="*/ 1267 h 463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17574" h="463808">
                  <a:moveTo>
                    <a:pt x="63411" y="446010"/>
                  </a:moveTo>
                  <a:lnTo>
                    <a:pt x="408654" y="446010"/>
                  </a:lnTo>
                  <a:lnTo>
                    <a:pt x="408675" y="446010"/>
                  </a:lnTo>
                  <a:cubicBezTo>
                    <a:pt x="413590" y="446010"/>
                    <a:pt x="417574" y="449994"/>
                    <a:pt x="417574" y="454910"/>
                  </a:cubicBezTo>
                  <a:cubicBezTo>
                    <a:pt x="417574" y="459824"/>
                    <a:pt x="413590" y="463808"/>
                    <a:pt x="408675" y="463808"/>
                  </a:cubicBezTo>
                  <a:lnTo>
                    <a:pt x="63411" y="463808"/>
                  </a:lnTo>
                  <a:cubicBezTo>
                    <a:pt x="58496" y="463808"/>
                    <a:pt x="54512" y="459824"/>
                    <a:pt x="54512" y="454910"/>
                  </a:cubicBezTo>
                  <a:cubicBezTo>
                    <a:pt x="54512" y="449994"/>
                    <a:pt x="58496" y="446010"/>
                    <a:pt x="63411" y="446010"/>
                  </a:cubicBezTo>
                  <a:close/>
                  <a:moveTo>
                    <a:pt x="251553" y="18632"/>
                  </a:moveTo>
                  <a:cubicBezTo>
                    <a:pt x="243529" y="20469"/>
                    <a:pt x="236205" y="25362"/>
                    <a:pt x="231473" y="32875"/>
                  </a:cubicBezTo>
                  <a:lnTo>
                    <a:pt x="215392" y="58503"/>
                  </a:lnTo>
                  <a:lnTo>
                    <a:pt x="242237" y="75353"/>
                  </a:lnTo>
                  <a:cubicBezTo>
                    <a:pt x="242377" y="75436"/>
                    <a:pt x="242516" y="75522"/>
                    <a:pt x="242652" y="75613"/>
                  </a:cubicBezTo>
                  <a:cubicBezTo>
                    <a:pt x="246741" y="78338"/>
                    <a:pt x="247848" y="83863"/>
                    <a:pt x="245123" y="87952"/>
                  </a:cubicBezTo>
                  <a:cubicBezTo>
                    <a:pt x="242398" y="92042"/>
                    <a:pt x="236873" y="93148"/>
                    <a:pt x="232783" y="90423"/>
                  </a:cubicBezTo>
                  <a:lnTo>
                    <a:pt x="205931" y="73580"/>
                  </a:lnTo>
                  <a:lnTo>
                    <a:pt x="30095" y="353843"/>
                  </a:lnTo>
                  <a:lnTo>
                    <a:pt x="20199" y="430114"/>
                  </a:lnTo>
                  <a:lnTo>
                    <a:pt x="74587" y="394598"/>
                  </a:lnTo>
                  <a:lnTo>
                    <a:pt x="51558" y="380147"/>
                  </a:lnTo>
                  <a:cubicBezTo>
                    <a:pt x="47549" y="377527"/>
                    <a:pt x="46332" y="372206"/>
                    <a:pt x="48804" y="368104"/>
                  </a:cubicBezTo>
                  <a:cubicBezTo>
                    <a:pt x="51341" y="363895"/>
                    <a:pt x="56810" y="362539"/>
                    <a:pt x="61019" y="365076"/>
                  </a:cubicBezTo>
                  <a:lnTo>
                    <a:pt x="88277" y="382161"/>
                  </a:lnTo>
                  <a:lnTo>
                    <a:pt x="285989" y="67066"/>
                  </a:lnTo>
                  <a:cubicBezTo>
                    <a:pt x="285990" y="67065"/>
                    <a:pt x="285991" y="67064"/>
                    <a:pt x="285992" y="67062"/>
                  </a:cubicBezTo>
                  <a:cubicBezTo>
                    <a:pt x="295432" y="52010"/>
                    <a:pt x="290882" y="32156"/>
                    <a:pt x="275831" y="22716"/>
                  </a:cubicBezTo>
                  <a:cubicBezTo>
                    <a:pt x="268301" y="18011"/>
                    <a:pt x="259577" y="16794"/>
                    <a:pt x="251553" y="18632"/>
                  </a:cubicBezTo>
                  <a:close/>
                  <a:moveTo>
                    <a:pt x="247511" y="1267"/>
                  </a:moveTo>
                  <a:cubicBezTo>
                    <a:pt x="259978" y="-1588"/>
                    <a:pt x="273535" y="315"/>
                    <a:pt x="285224" y="7649"/>
                  </a:cubicBezTo>
                  <a:cubicBezTo>
                    <a:pt x="308603" y="22318"/>
                    <a:pt x="315665" y="53162"/>
                    <a:pt x="300996" y="76542"/>
                  </a:cubicBezTo>
                  <a:lnTo>
                    <a:pt x="284786" y="102383"/>
                  </a:lnTo>
                  <a:lnTo>
                    <a:pt x="305196" y="116023"/>
                  </a:lnTo>
                  <a:cubicBezTo>
                    <a:pt x="309176" y="118679"/>
                    <a:pt x="310340" y="124008"/>
                    <a:pt x="307830" y="128082"/>
                  </a:cubicBezTo>
                  <a:lnTo>
                    <a:pt x="225251" y="262380"/>
                  </a:lnTo>
                  <a:cubicBezTo>
                    <a:pt x="222674" y="266565"/>
                    <a:pt x="217192" y="267869"/>
                    <a:pt x="213007" y="265291"/>
                  </a:cubicBezTo>
                  <a:cubicBezTo>
                    <a:pt x="208822" y="262714"/>
                    <a:pt x="207518" y="257232"/>
                    <a:pt x="210095" y="253047"/>
                  </a:cubicBezTo>
                  <a:lnTo>
                    <a:pt x="288182" y="126075"/>
                  </a:lnTo>
                  <a:lnTo>
                    <a:pt x="275325" y="117482"/>
                  </a:lnTo>
                  <a:lnTo>
                    <a:pt x="98599" y="399175"/>
                  </a:lnTo>
                  <a:cubicBezTo>
                    <a:pt x="97970" y="400139"/>
                    <a:pt x="97158" y="400969"/>
                    <a:pt x="96207" y="401617"/>
                  </a:cubicBezTo>
                  <a:cubicBezTo>
                    <a:pt x="96108" y="401688"/>
                    <a:pt x="96051" y="401809"/>
                    <a:pt x="95951" y="401881"/>
                  </a:cubicBezTo>
                  <a:lnTo>
                    <a:pt x="13764" y="455585"/>
                  </a:lnTo>
                  <a:cubicBezTo>
                    <a:pt x="11990" y="456743"/>
                    <a:pt x="9860" y="457231"/>
                    <a:pt x="7758" y="456959"/>
                  </a:cubicBezTo>
                  <a:cubicBezTo>
                    <a:pt x="2884" y="456329"/>
                    <a:pt x="-556" y="451867"/>
                    <a:pt x="74" y="446993"/>
                  </a:cubicBezTo>
                  <a:lnTo>
                    <a:pt x="12668" y="349593"/>
                  </a:lnTo>
                  <a:cubicBezTo>
                    <a:pt x="12837" y="348328"/>
                    <a:pt x="13277" y="347114"/>
                    <a:pt x="13956" y="346033"/>
                  </a:cubicBezTo>
                  <a:lnTo>
                    <a:pt x="216332" y="23421"/>
                  </a:lnTo>
                  <a:cubicBezTo>
                    <a:pt x="223666" y="11731"/>
                    <a:pt x="235044" y="4121"/>
                    <a:pt x="247511" y="1267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5" name="Group 275">
            <a:extLst>
              <a:ext uri="{FF2B5EF4-FFF2-40B4-BE49-F238E27FC236}">
                <a16:creationId xmlns:a16="http://schemas.microsoft.com/office/drawing/2014/main" id="{05E2F6B0-C3EB-AA31-84D1-6D38DDD46A2A}"/>
              </a:ext>
            </a:extLst>
          </p:cNvPr>
          <p:cNvGrpSpPr/>
          <p:nvPr/>
        </p:nvGrpSpPr>
        <p:grpSpPr>
          <a:xfrm>
            <a:off x="798351" y="2264966"/>
            <a:ext cx="417581" cy="463815"/>
            <a:chOff x="798351" y="2264966"/>
            <a:chExt cx="417581" cy="463815"/>
          </a:xfrm>
          <a:noFill/>
        </p:grpSpPr>
        <p:sp>
          <p:nvSpPr>
            <p:cNvPr id="36" name="Freeform: Shape 12">
              <a:extLst>
                <a:ext uri="{FF2B5EF4-FFF2-40B4-BE49-F238E27FC236}">
                  <a16:creationId xmlns:a16="http://schemas.microsoft.com/office/drawing/2014/main" id="{2C372D60-D577-541A-EAD3-E52A5E1DAAB9}"/>
                </a:ext>
              </a:extLst>
            </p:cNvPr>
            <p:cNvSpPr/>
            <p:nvPr/>
          </p:nvSpPr>
          <p:spPr>
            <a:xfrm>
              <a:off x="807252" y="2303499"/>
              <a:ext cx="289842" cy="409607"/>
            </a:xfrm>
            <a:custGeom>
              <a:avLst/>
              <a:gdLst>
                <a:gd name="connsiteX0" fmla="*/ 4434 w 289842"/>
                <a:gd name="connsiteY0" fmla="*/ 375355 h 409607"/>
                <a:gd name="connsiteX1" fmla="*/ 1 w 289842"/>
                <a:gd name="connsiteY1" fmla="*/ 409606 h 409607"/>
                <a:gd name="connsiteX2" fmla="*/ 0 w 289842"/>
                <a:gd name="connsiteY2" fmla="*/ 409607 h 409607"/>
                <a:gd name="connsiteX3" fmla="*/ 194198 w 289842"/>
                <a:gd name="connsiteY3" fmla="*/ 22797 h 409607"/>
                <a:gd name="connsiteX4" fmla="*/ 263775 w 289842"/>
                <a:gd name="connsiteY4" fmla="*/ 66450 h 409607"/>
                <a:gd name="connsiteX5" fmla="*/ 284108 w 289842"/>
                <a:gd name="connsiteY5" fmla="*/ 34062 h 409607"/>
                <a:gd name="connsiteX6" fmla="*/ 82187 w 289842"/>
                <a:gd name="connsiteY6" fmla="*/ 355902 h 409607"/>
                <a:gd name="connsiteX7" fmla="*/ 12610 w 289842"/>
                <a:gd name="connsiteY7" fmla="*/ 312248 h 409607"/>
                <a:gd name="connsiteX8" fmla="*/ 288217 w 289842"/>
                <a:gd name="connsiteY8" fmla="*/ 0 h 409607"/>
                <a:gd name="connsiteX9" fmla="*/ 289842 w 289842"/>
                <a:gd name="connsiteY9" fmla="*/ 2286 h 409607"/>
                <a:gd name="connsiteX10" fmla="*/ 289842 w 289842"/>
                <a:gd name="connsiteY10" fmla="*/ 2287 h 409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842" h="409607">
                  <a:moveTo>
                    <a:pt x="4434" y="375355"/>
                  </a:moveTo>
                  <a:lnTo>
                    <a:pt x="1" y="409606"/>
                  </a:lnTo>
                  <a:lnTo>
                    <a:pt x="0" y="409607"/>
                  </a:lnTo>
                  <a:close/>
                  <a:moveTo>
                    <a:pt x="194198" y="22797"/>
                  </a:moveTo>
                  <a:lnTo>
                    <a:pt x="263775" y="66450"/>
                  </a:lnTo>
                  <a:lnTo>
                    <a:pt x="284108" y="34062"/>
                  </a:lnTo>
                  <a:lnTo>
                    <a:pt x="82187" y="355902"/>
                  </a:lnTo>
                  <a:lnTo>
                    <a:pt x="12610" y="312248"/>
                  </a:lnTo>
                  <a:close/>
                  <a:moveTo>
                    <a:pt x="288217" y="0"/>
                  </a:moveTo>
                  <a:lnTo>
                    <a:pt x="289842" y="2286"/>
                  </a:lnTo>
                  <a:lnTo>
                    <a:pt x="289842" y="2287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" name="Freeform: Shape 13">
              <a:extLst>
                <a:ext uri="{FF2B5EF4-FFF2-40B4-BE49-F238E27FC236}">
                  <a16:creationId xmlns:a16="http://schemas.microsoft.com/office/drawing/2014/main" id="{1C537A23-37B3-A5EE-26AF-1C3CF3FD53AF}"/>
                </a:ext>
              </a:extLst>
            </p:cNvPr>
            <p:cNvSpPr/>
            <p:nvPr/>
          </p:nvSpPr>
          <p:spPr>
            <a:xfrm>
              <a:off x="798351" y="2264966"/>
              <a:ext cx="417581" cy="463815"/>
            </a:xfrm>
            <a:custGeom>
              <a:avLst/>
              <a:gdLst>
                <a:gd name="connsiteX0" fmla="*/ 63418 w 417581"/>
                <a:gd name="connsiteY0" fmla="*/ 446017 h 463815"/>
                <a:gd name="connsiteX1" fmla="*/ 408668 w 417581"/>
                <a:gd name="connsiteY1" fmla="*/ 446017 h 463815"/>
                <a:gd name="connsiteX2" fmla="*/ 408682 w 417581"/>
                <a:gd name="connsiteY2" fmla="*/ 446017 h 463815"/>
                <a:gd name="connsiteX3" fmla="*/ 417581 w 417581"/>
                <a:gd name="connsiteY3" fmla="*/ 454917 h 463815"/>
                <a:gd name="connsiteX4" fmla="*/ 408682 w 417581"/>
                <a:gd name="connsiteY4" fmla="*/ 463815 h 463815"/>
                <a:gd name="connsiteX5" fmla="*/ 63418 w 417581"/>
                <a:gd name="connsiteY5" fmla="*/ 463815 h 463815"/>
                <a:gd name="connsiteX6" fmla="*/ 54519 w 417581"/>
                <a:gd name="connsiteY6" fmla="*/ 454917 h 463815"/>
                <a:gd name="connsiteX7" fmla="*/ 63418 w 417581"/>
                <a:gd name="connsiteY7" fmla="*/ 446017 h 463815"/>
                <a:gd name="connsiteX8" fmla="*/ 251883 w 417581"/>
                <a:gd name="connsiteY8" fmla="*/ 19127 h 463815"/>
                <a:gd name="connsiteX9" fmla="*/ 231459 w 417581"/>
                <a:gd name="connsiteY9" fmla="*/ 32889 h 463815"/>
                <a:gd name="connsiteX10" fmla="*/ 215378 w 417581"/>
                <a:gd name="connsiteY10" fmla="*/ 58517 h 463815"/>
                <a:gd name="connsiteX11" fmla="*/ 269886 w 417581"/>
                <a:gd name="connsiteY11" fmla="*/ 92687 h 463815"/>
                <a:gd name="connsiteX12" fmla="*/ 285968 w 417581"/>
                <a:gd name="connsiteY12" fmla="*/ 67059 h 463815"/>
                <a:gd name="connsiteX13" fmla="*/ 276055 w 417581"/>
                <a:gd name="connsiteY13" fmla="*/ 23838 h 463815"/>
                <a:gd name="connsiteX14" fmla="*/ 251883 w 417581"/>
                <a:gd name="connsiteY14" fmla="*/ 19127 h 463815"/>
                <a:gd name="connsiteX15" fmla="*/ 247554 w 417581"/>
                <a:gd name="connsiteY15" fmla="*/ 1267 h 463815"/>
                <a:gd name="connsiteX16" fmla="*/ 285267 w 417581"/>
                <a:gd name="connsiteY16" fmla="*/ 7649 h 463815"/>
                <a:gd name="connsiteX17" fmla="*/ 301039 w 417581"/>
                <a:gd name="connsiteY17" fmla="*/ 76542 h 463815"/>
                <a:gd name="connsiteX18" fmla="*/ 98628 w 417581"/>
                <a:gd name="connsiteY18" fmla="*/ 399161 h 463815"/>
                <a:gd name="connsiteX19" fmla="*/ 95951 w 417581"/>
                <a:gd name="connsiteY19" fmla="*/ 401888 h 463815"/>
                <a:gd name="connsiteX20" fmla="*/ 13764 w 417581"/>
                <a:gd name="connsiteY20" fmla="*/ 455592 h 463815"/>
                <a:gd name="connsiteX21" fmla="*/ 7758 w 417581"/>
                <a:gd name="connsiteY21" fmla="*/ 456966 h 463815"/>
                <a:gd name="connsiteX22" fmla="*/ 74 w 417581"/>
                <a:gd name="connsiteY22" fmla="*/ 447000 h 463815"/>
                <a:gd name="connsiteX23" fmla="*/ 12675 w 417581"/>
                <a:gd name="connsiteY23" fmla="*/ 349628 h 463815"/>
                <a:gd name="connsiteX24" fmla="*/ 12718 w 417581"/>
                <a:gd name="connsiteY24" fmla="*/ 349450 h 463815"/>
                <a:gd name="connsiteX25" fmla="*/ 12796 w 417581"/>
                <a:gd name="connsiteY25" fmla="*/ 349130 h 463815"/>
                <a:gd name="connsiteX26" fmla="*/ 13963 w 417581"/>
                <a:gd name="connsiteY26" fmla="*/ 346040 h 463815"/>
                <a:gd name="connsiteX27" fmla="*/ 168187 w 417581"/>
                <a:gd name="connsiteY27" fmla="*/ 100233 h 463815"/>
                <a:gd name="connsiteX28" fmla="*/ 180456 w 417581"/>
                <a:gd name="connsiteY28" fmla="*/ 97425 h 463815"/>
                <a:gd name="connsiteX29" fmla="*/ 183264 w 417581"/>
                <a:gd name="connsiteY29" fmla="*/ 109694 h 463815"/>
                <a:gd name="connsiteX30" fmla="*/ 33768 w 417581"/>
                <a:gd name="connsiteY30" fmla="*/ 347948 h 463815"/>
                <a:gd name="connsiteX31" fmla="*/ 65532 w 417581"/>
                <a:gd name="connsiteY31" fmla="*/ 367881 h 463815"/>
                <a:gd name="connsiteX32" fmla="*/ 68344 w 417581"/>
                <a:gd name="connsiteY32" fmla="*/ 380154 h 463815"/>
                <a:gd name="connsiteX33" fmla="*/ 56071 w 417581"/>
                <a:gd name="connsiteY33" fmla="*/ 382966 h 463815"/>
                <a:gd name="connsiteX34" fmla="*/ 28543 w 417581"/>
                <a:gd name="connsiteY34" fmla="*/ 365696 h 463815"/>
                <a:gd name="connsiteX35" fmla="*/ 20207 w 417581"/>
                <a:gd name="connsiteY35" fmla="*/ 430121 h 463815"/>
                <a:gd name="connsiteX36" fmla="*/ 84589 w 417581"/>
                <a:gd name="connsiteY36" fmla="*/ 388049 h 463815"/>
                <a:gd name="connsiteX37" fmla="*/ 260426 w 417581"/>
                <a:gd name="connsiteY37" fmla="*/ 107786 h 463815"/>
                <a:gd name="connsiteX38" fmla="*/ 198378 w 417581"/>
                <a:gd name="connsiteY38" fmla="*/ 68860 h 463815"/>
                <a:gd name="connsiteX39" fmla="*/ 197516 w 417581"/>
                <a:gd name="connsiteY39" fmla="*/ 68042 h 463815"/>
                <a:gd name="connsiteX40" fmla="*/ 195566 w 417581"/>
                <a:gd name="connsiteY40" fmla="*/ 56588 h 463815"/>
                <a:gd name="connsiteX41" fmla="*/ 216374 w 417581"/>
                <a:gd name="connsiteY41" fmla="*/ 23421 h 463815"/>
                <a:gd name="connsiteX42" fmla="*/ 247554 w 417581"/>
                <a:gd name="connsiteY42" fmla="*/ 1267 h 463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17581" h="463815">
                  <a:moveTo>
                    <a:pt x="63418" y="446017"/>
                  </a:moveTo>
                  <a:lnTo>
                    <a:pt x="408668" y="446017"/>
                  </a:lnTo>
                  <a:lnTo>
                    <a:pt x="408682" y="446017"/>
                  </a:lnTo>
                  <a:cubicBezTo>
                    <a:pt x="413597" y="446017"/>
                    <a:pt x="417581" y="450001"/>
                    <a:pt x="417581" y="454917"/>
                  </a:cubicBezTo>
                  <a:cubicBezTo>
                    <a:pt x="417581" y="459831"/>
                    <a:pt x="413597" y="463815"/>
                    <a:pt x="408682" y="463815"/>
                  </a:cubicBezTo>
                  <a:lnTo>
                    <a:pt x="63418" y="463815"/>
                  </a:lnTo>
                  <a:cubicBezTo>
                    <a:pt x="58503" y="463815"/>
                    <a:pt x="54519" y="459831"/>
                    <a:pt x="54519" y="454917"/>
                  </a:cubicBezTo>
                  <a:cubicBezTo>
                    <a:pt x="54519" y="450001"/>
                    <a:pt x="58503" y="446017"/>
                    <a:pt x="63418" y="446017"/>
                  </a:cubicBezTo>
                  <a:close/>
                  <a:moveTo>
                    <a:pt x="251883" y="19127"/>
                  </a:moveTo>
                  <a:cubicBezTo>
                    <a:pt x="243812" y="20765"/>
                    <a:pt x="236367" y="25482"/>
                    <a:pt x="231459" y="32889"/>
                  </a:cubicBezTo>
                  <a:lnTo>
                    <a:pt x="215378" y="58517"/>
                  </a:lnTo>
                  <a:lnTo>
                    <a:pt x="269886" y="92687"/>
                  </a:lnTo>
                  <a:lnTo>
                    <a:pt x="285968" y="67059"/>
                  </a:lnTo>
                  <a:cubicBezTo>
                    <a:pt x="294703" y="52312"/>
                    <a:pt x="290344" y="33305"/>
                    <a:pt x="276055" y="23838"/>
                  </a:cubicBezTo>
                  <a:cubicBezTo>
                    <a:pt x="268648" y="18930"/>
                    <a:pt x="259953" y="17489"/>
                    <a:pt x="251883" y="19127"/>
                  </a:cubicBezTo>
                  <a:close/>
                  <a:moveTo>
                    <a:pt x="247554" y="1267"/>
                  </a:moveTo>
                  <a:cubicBezTo>
                    <a:pt x="260021" y="-1588"/>
                    <a:pt x="273577" y="314"/>
                    <a:pt x="285267" y="7649"/>
                  </a:cubicBezTo>
                  <a:cubicBezTo>
                    <a:pt x="308646" y="22318"/>
                    <a:pt x="315707" y="53162"/>
                    <a:pt x="301039" y="76542"/>
                  </a:cubicBezTo>
                  <a:lnTo>
                    <a:pt x="98628" y="399161"/>
                  </a:lnTo>
                  <a:cubicBezTo>
                    <a:pt x="97942" y="400252"/>
                    <a:pt x="97029" y="401182"/>
                    <a:pt x="95951" y="401888"/>
                  </a:cubicBezTo>
                  <a:lnTo>
                    <a:pt x="13764" y="455592"/>
                  </a:lnTo>
                  <a:cubicBezTo>
                    <a:pt x="11990" y="456751"/>
                    <a:pt x="9860" y="457238"/>
                    <a:pt x="7758" y="456966"/>
                  </a:cubicBezTo>
                  <a:cubicBezTo>
                    <a:pt x="2884" y="456336"/>
                    <a:pt x="-556" y="451874"/>
                    <a:pt x="74" y="447000"/>
                  </a:cubicBezTo>
                  <a:lnTo>
                    <a:pt x="12675" y="349628"/>
                  </a:lnTo>
                  <a:cubicBezTo>
                    <a:pt x="12718" y="349564"/>
                    <a:pt x="12703" y="349557"/>
                    <a:pt x="12718" y="349450"/>
                  </a:cubicBezTo>
                  <a:cubicBezTo>
                    <a:pt x="12732" y="349344"/>
                    <a:pt x="12796" y="349237"/>
                    <a:pt x="12796" y="349130"/>
                  </a:cubicBezTo>
                  <a:cubicBezTo>
                    <a:pt x="12988" y="348036"/>
                    <a:pt x="13384" y="346988"/>
                    <a:pt x="13963" y="346040"/>
                  </a:cubicBezTo>
                  <a:lnTo>
                    <a:pt x="168187" y="100233"/>
                  </a:lnTo>
                  <a:cubicBezTo>
                    <a:pt x="170799" y="96070"/>
                    <a:pt x="176293" y="94812"/>
                    <a:pt x="180456" y="97425"/>
                  </a:cubicBezTo>
                  <a:cubicBezTo>
                    <a:pt x="184620" y="100037"/>
                    <a:pt x="185877" y="105530"/>
                    <a:pt x="183264" y="109694"/>
                  </a:cubicBezTo>
                  <a:lnTo>
                    <a:pt x="33768" y="347948"/>
                  </a:lnTo>
                  <a:lnTo>
                    <a:pt x="65532" y="367881"/>
                  </a:lnTo>
                  <a:cubicBezTo>
                    <a:pt x="69698" y="370494"/>
                    <a:pt x="70957" y="375988"/>
                    <a:pt x="68344" y="380154"/>
                  </a:cubicBezTo>
                  <a:cubicBezTo>
                    <a:pt x="65732" y="384319"/>
                    <a:pt x="60237" y="385578"/>
                    <a:pt x="56071" y="382966"/>
                  </a:cubicBezTo>
                  <a:lnTo>
                    <a:pt x="28543" y="365696"/>
                  </a:lnTo>
                  <a:lnTo>
                    <a:pt x="20207" y="430121"/>
                  </a:lnTo>
                  <a:lnTo>
                    <a:pt x="84589" y="388049"/>
                  </a:lnTo>
                  <a:lnTo>
                    <a:pt x="260426" y="107786"/>
                  </a:lnTo>
                  <a:lnTo>
                    <a:pt x="198378" y="68860"/>
                  </a:lnTo>
                  <a:cubicBezTo>
                    <a:pt x="198071" y="68609"/>
                    <a:pt x="197784" y="68335"/>
                    <a:pt x="197516" y="68042"/>
                  </a:cubicBezTo>
                  <a:cubicBezTo>
                    <a:pt x="194119" y="65234"/>
                    <a:pt x="193290" y="60362"/>
                    <a:pt x="195566" y="56588"/>
                  </a:cubicBezTo>
                  <a:lnTo>
                    <a:pt x="216374" y="23421"/>
                  </a:lnTo>
                  <a:cubicBezTo>
                    <a:pt x="223708" y="11731"/>
                    <a:pt x="235087" y="4121"/>
                    <a:pt x="247554" y="1267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8" name="Group 293">
            <a:extLst>
              <a:ext uri="{FF2B5EF4-FFF2-40B4-BE49-F238E27FC236}">
                <a16:creationId xmlns:a16="http://schemas.microsoft.com/office/drawing/2014/main" id="{371699E9-248C-A3F3-7A99-34D6B44BDFEF}"/>
              </a:ext>
            </a:extLst>
          </p:cNvPr>
          <p:cNvGrpSpPr/>
          <p:nvPr/>
        </p:nvGrpSpPr>
        <p:grpSpPr>
          <a:xfrm>
            <a:off x="4933204" y="442966"/>
            <a:ext cx="293541" cy="462991"/>
            <a:chOff x="4933204" y="442966"/>
            <a:chExt cx="293541" cy="462991"/>
          </a:xfrm>
          <a:noFill/>
        </p:grpSpPr>
        <p:sp>
          <p:nvSpPr>
            <p:cNvPr id="39" name="Freeform: Shape 15">
              <a:extLst>
                <a:ext uri="{FF2B5EF4-FFF2-40B4-BE49-F238E27FC236}">
                  <a16:creationId xmlns:a16="http://schemas.microsoft.com/office/drawing/2014/main" id="{14FD898C-39FA-21B4-8B5C-26165D285BEA}"/>
                </a:ext>
              </a:extLst>
            </p:cNvPr>
            <p:cNvSpPr/>
            <p:nvPr/>
          </p:nvSpPr>
          <p:spPr>
            <a:xfrm>
              <a:off x="4942133" y="460954"/>
              <a:ext cx="255118" cy="304481"/>
            </a:xfrm>
            <a:custGeom>
              <a:avLst/>
              <a:gdLst>
                <a:gd name="connsiteX0" fmla="*/ 173393 w 255118"/>
                <a:gd name="connsiteY0" fmla="*/ 299228 h 304480"/>
                <a:gd name="connsiteX1" fmla="*/ 185240 w 255118"/>
                <a:gd name="connsiteY1" fmla="*/ 304478 h 304480"/>
                <a:gd name="connsiteX2" fmla="*/ 185239 w 255118"/>
                <a:gd name="connsiteY2" fmla="*/ 304480 h 304480"/>
                <a:gd name="connsiteX3" fmla="*/ 141216 w 255118"/>
                <a:gd name="connsiteY3" fmla="*/ 0 h 304480"/>
                <a:gd name="connsiteX4" fmla="*/ 255118 w 255118"/>
                <a:gd name="connsiteY4" fmla="*/ 50480 h 304480"/>
                <a:gd name="connsiteX5" fmla="*/ 197149 w 255118"/>
                <a:gd name="connsiteY5" fmla="*/ 218584 h 304480"/>
                <a:gd name="connsiteX6" fmla="*/ 199299 w 255118"/>
                <a:gd name="connsiteY6" fmla="*/ 243258 h 304480"/>
                <a:gd name="connsiteX7" fmla="*/ 201435 w 255118"/>
                <a:gd name="connsiteY7" fmla="*/ 267932 h 304480"/>
                <a:gd name="connsiteX8" fmla="*/ 201434 w 255118"/>
                <a:gd name="connsiteY8" fmla="*/ 267934 h 304480"/>
                <a:gd name="connsiteX9" fmla="*/ 16200 w 255118"/>
                <a:gd name="connsiteY9" fmla="*/ 185845 h 304480"/>
                <a:gd name="connsiteX10" fmla="*/ 17 w 255118"/>
                <a:gd name="connsiteY10" fmla="*/ 222364 h 304480"/>
                <a:gd name="connsiteX11" fmla="*/ 0 w 255118"/>
                <a:gd name="connsiteY11" fmla="*/ 222357 h 304480"/>
                <a:gd name="connsiteX12" fmla="*/ 16195 w 255118"/>
                <a:gd name="connsiteY12" fmla="*/ 185809 h 304480"/>
                <a:gd name="connsiteX13" fmla="*/ 35915 w 255118"/>
                <a:gd name="connsiteY13" fmla="*/ 170824 h 304480"/>
                <a:gd name="connsiteX14" fmla="*/ 55634 w 255118"/>
                <a:gd name="connsiteY14" fmla="*/ 155838 h 304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118" h="304480">
                  <a:moveTo>
                    <a:pt x="173393" y="299228"/>
                  </a:moveTo>
                  <a:lnTo>
                    <a:pt x="185240" y="304478"/>
                  </a:lnTo>
                  <a:lnTo>
                    <a:pt x="185239" y="304480"/>
                  </a:lnTo>
                  <a:close/>
                  <a:moveTo>
                    <a:pt x="141216" y="0"/>
                  </a:moveTo>
                  <a:lnTo>
                    <a:pt x="255118" y="50480"/>
                  </a:lnTo>
                  <a:lnTo>
                    <a:pt x="197149" y="218584"/>
                  </a:lnTo>
                  <a:cubicBezTo>
                    <a:pt x="193580" y="226632"/>
                    <a:pt x="194392" y="235948"/>
                    <a:pt x="199299" y="243258"/>
                  </a:cubicBezTo>
                  <a:cubicBezTo>
                    <a:pt x="204201" y="250570"/>
                    <a:pt x="205008" y="259886"/>
                    <a:pt x="201435" y="267932"/>
                  </a:cubicBezTo>
                  <a:lnTo>
                    <a:pt x="201434" y="267934"/>
                  </a:lnTo>
                  <a:lnTo>
                    <a:pt x="16200" y="185845"/>
                  </a:lnTo>
                  <a:lnTo>
                    <a:pt x="17" y="222364"/>
                  </a:lnTo>
                  <a:lnTo>
                    <a:pt x="0" y="222357"/>
                  </a:lnTo>
                  <a:lnTo>
                    <a:pt x="16195" y="185809"/>
                  </a:lnTo>
                  <a:cubicBezTo>
                    <a:pt x="19758" y="177758"/>
                    <a:pt x="27204" y="172100"/>
                    <a:pt x="35915" y="170824"/>
                  </a:cubicBezTo>
                  <a:cubicBezTo>
                    <a:pt x="44625" y="169547"/>
                    <a:pt x="52071" y="163889"/>
                    <a:pt x="55634" y="155838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" name="Freeform: Shape 16">
              <a:extLst>
                <a:ext uri="{FF2B5EF4-FFF2-40B4-BE49-F238E27FC236}">
                  <a16:creationId xmlns:a16="http://schemas.microsoft.com/office/drawing/2014/main" id="{9ED9C356-21A6-EAF9-643E-707A82A50BD5}"/>
                </a:ext>
              </a:extLst>
            </p:cNvPr>
            <p:cNvSpPr/>
            <p:nvPr/>
          </p:nvSpPr>
          <p:spPr>
            <a:xfrm>
              <a:off x="4933204" y="442966"/>
              <a:ext cx="293541" cy="462991"/>
            </a:xfrm>
            <a:custGeom>
              <a:avLst/>
              <a:gdLst>
                <a:gd name="connsiteX0" fmla="*/ 89679 w 293541"/>
                <a:gd name="connsiteY0" fmla="*/ 308203 h 462990"/>
                <a:gd name="connsiteX1" fmla="*/ 89697 w 293541"/>
                <a:gd name="connsiteY1" fmla="*/ 308211 h 462990"/>
                <a:gd name="connsiteX2" fmla="*/ 94206 w 293541"/>
                <a:gd name="connsiteY2" fmla="*/ 319949 h 462990"/>
                <a:gd name="connsiteX3" fmla="*/ 33198 w 293541"/>
                <a:gd name="connsiteY3" fmla="*/ 457621 h 462990"/>
                <a:gd name="connsiteX4" fmla="*/ 33128 w 293541"/>
                <a:gd name="connsiteY4" fmla="*/ 457778 h 462990"/>
                <a:gd name="connsiteX5" fmla="*/ 21342 w 293541"/>
                <a:gd name="connsiteY5" fmla="*/ 462189 h 462990"/>
                <a:gd name="connsiteX6" fmla="*/ 16931 w 293541"/>
                <a:gd name="connsiteY6" fmla="*/ 450403 h 462990"/>
                <a:gd name="connsiteX7" fmla="*/ 77940 w 293541"/>
                <a:gd name="connsiteY7" fmla="*/ 312730 h 462990"/>
                <a:gd name="connsiteX8" fmla="*/ 89679 w 293541"/>
                <a:gd name="connsiteY8" fmla="*/ 308203 h 462990"/>
                <a:gd name="connsiteX9" fmla="*/ 133324 w 293541"/>
                <a:gd name="connsiteY9" fmla="*/ 840 h 462990"/>
                <a:gd name="connsiteX10" fmla="*/ 288073 w 293541"/>
                <a:gd name="connsiteY10" fmla="*/ 69416 h 462990"/>
                <a:gd name="connsiteX11" fmla="*/ 288080 w 293541"/>
                <a:gd name="connsiteY11" fmla="*/ 69437 h 462990"/>
                <a:gd name="connsiteX12" fmla="*/ 288413 w 293541"/>
                <a:gd name="connsiteY12" fmla="*/ 69584 h 462990"/>
                <a:gd name="connsiteX13" fmla="*/ 292700 w 293541"/>
                <a:gd name="connsiteY13" fmla="*/ 81416 h 462990"/>
                <a:gd name="connsiteX14" fmla="*/ 280869 w 293541"/>
                <a:gd name="connsiteY14" fmla="*/ 85704 h 462990"/>
                <a:gd name="connsiteX15" fmla="*/ 154011 w 293541"/>
                <a:gd name="connsiteY15" fmla="*/ 29465 h 462990"/>
                <a:gd name="connsiteX16" fmla="*/ 72558 w 293541"/>
                <a:gd name="connsiteY16" fmla="*/ 177836 h 462990"/>
                <a:gd name="connsiteX17" fmla="*/ 46161 w 293541"/>
                <a:gd name="connsiteY17" fmla="*/ 197647 h 462990"/>
                <a:gd name="connsiteX18" fmla="*/ 33290 w 293541"/>
                <a:gd name="connsiteY18" fmla="*/ 207436 h 462990"/>
                <a:gd name="connsiteX19" fmla="*/ 20697 w 293541"/>
                <a:gd name="connsiteY19" fmla="*/ 235847 h 462990"/>
                <a:gd name="connsiteX20" fmla="*/ 189634 w 293541"/>
                <a:gd name="connsiteY20" fmla="*/ 310730 h 462990"/>
                <a:gd name="connsiteX21" fmla="*/ 198618 w 293541"/>
                <a:gd name="connsiteY21" fmla="*/ 290456 h 462990"/>
                <a:gd name="connsiteX22" fmla="*/ 60883 w 293541"/>
                <a:gd name="connsiteY22" fmla="*/ 229412 h 462990"/>
                <a:gd name="connsiteX23" fmla="*/ 60550 w 293541"/>
                <a:gd name="connsiteY23" fmla="*/ 229264 h 462990"/>
                <a:gd name="connsiteX24" fmla="*/ 56263 w 293541"/>
                <a:gd name="connsiteY24" fmla="*/ 217433 h 462990"/>
                <a:gd name="connsiteX25" fmla="*/ 68094 w 293541"/>
                <a:gd name="connsiteY25" fmla="*/ 213145 h 462990"/>
                <a:gd name="connsiteX26" fmla="*/ 203409 w 293541"/>
                <a:gd name="connsiteY26" fmla="*/ 273107 h 462990"/>
                <a:gd name="connsiteX27" fmla="*/ 200832 w 293541"/>
                <a:gd name="connsiteY27" fmla="*/ 266209 h 462990"/>
                <a:gd name="connsiteX28" fmla="*/ 197785 w 293541"/>
                <a:gd name="connsiteY28" fmla="*/ 233341 h 462990"/>
                <a:gd name="connsiteX29" fmla="*/ 243780 w 293541"/>
                <a:gd name="connsiteY29" fmla="*/ 100048 h 462990"/>
                <a:gd name="connsiteX30" fmla="*/ 243920 w 293541"/>
                <a:gd name="connsiteY30" fmla="*/ 99642 h 462990"/>
                <a:gd name="connsiteX31" fmla="*/ 255361 w 293541"/>
                <a:gd name="connsiteY31" fmla="*/ 94402 h 462990"/>
                <a:gd name="connsiteX32" fmla="*/ 260602 w 293541"/>
                <a:gd name="connsiteY32" fmla="*/ 105843 h 462990"/>
                <a:gd name="connsiteX33" fmla="*/ 214464 w 293541"/>
                <a:gd name="connsiteY33" fmla="*/ 239456 h 462990"/>
                <a:gd name="connsiteX34" fmla="*/ 214194 w 293541"/>
                <a:gd name="connsiteY34" fmla="*/ 240168 h 462990"/>
                <a:gd name="connsiteX35" fmla="*/ 215618 w 293541"/>
                <a:gd name="connsiteY35" fmla="*/ 256299 h 462990"/>
                <a:gd name="connsiteX36" fmla="*/ 218501 w 293541"/>
                <a:gd name="connsiteY36" fmla="*/ 289530 h 462990"/>
                <a:gd name="connsiteX37" fmla="*/ 202305 w 293541"/>
                <a:gd name="connsiteY37" fmla="*/ 326078 h 462990"/>
                <a:gd name="connsiteX38" fmla="*/ 202301 w 293541"/>
                <a:gd name="connsiteY38" fmla="*/ 326088 h 462990"/>
                <a:gd name="connsiteX39" fmla="*/ 190566 w 293541"/>
                <a:gd name="connsiteY39" fmla="*/ 330606 h 462990"/>
                <a:gd name="connsiteX40" fmla="*/ 5292 w 293541"/>
                <a:gd name="connsiteY40" fmla="*/ 248511 h 462990"/>
                <a:gd name="connsiteX41" fmla="*/ 764 w 293541"/>
                <a:gd name="connsiteY41" fmla="*/ 236772 h 462990"/>
                <a:gd name="connsiteX42" fmla="*/ 17002 w 293541"/>
                <a:gd name="connsiteY42" fmla="*/ 200239 h 462990"/>
                <a:gd name="connsiteX43" fmla="*/ 43555 w 293541"/>
                <a:gd name="connsiteY43" fmla="*/ 180057 h 462990"/>
                <a:gd name="connsiteX44" fmla="*/ 56426 w 293541"/>
                <a:gd name="connsiteY44" fmla="*/ 170268 h 462990"/>
                <a:gd name="connsiteX45" fmla="*/ 56761 w 293541"/>
                <a:gd name="connsiteY45" fmla="*/ 169556 h 462990"/>
                <a:gd name="connsiteX46" fmla="*/ 137681 w 293541"/>
                <a:gd name="connsiteY46" fmla="*/ 22232 h 462990"/>
                <a:gd name="connsiteX47" fmla="*/ 126112 w 293541"/>
                <a:gd name="connsiteY47" fmla="*/ 17107 h 462990"/>
                <a:gd name="connsiteX48" fmla="*/ 125780 w 293541"/>
                <a:gd name="connsiteY48" fmla="*/ 16959 h 462990"/>
                <a:gd name="connsiteX49" fmla="*/ 121492 w 293541"/>
                <a:gd name="connsiteY49" fmla="*/ 5128 h 462990"/>
                <a:gd name="connsiteX50" fmla="*/ 133324 w 293541"/>
                <a:gd name="connsiteY50" fmla="*/ 840 h 46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93541" h="462990">
                  <a:moveTo>
                    <a:pt x="89679" y="308203"/>
                  </a:moveTo>
                  <a:cubicBezTo>
                    <a:pt x="89685" y="308205"/>
                    <a:pt x="89691" y="308208"/>
                    <a:pt x="89697" y="308211"/>
                  </a:cubicBezTo>
                  <a:cubicBezTo>
                    <a:pt x="94183" y="310207"/>
                    <a:pt x="96202" y="315462"/>
                    <a:pt x="94206" y="319949"/>
                  </a:cubicBezTo>
                  <a:lnTo>
                    <a:pt x="33198" y="457621"/>
                  </a:lnTo>
                  <a:cubicBezTo>
                    <a:pt x="33175" y="457673"/>
                    <a:pt x="33152" y="457726"/>
                    <a:pt x="33128" y="457778"/>
                  </a:cubicBezTo>
                  <a:cubicBezTo>
                    <a:pt x="31092" y="462250"/>
                    <a:pt x="25815" y="464225"/>
                    <a:pt x="21342" y="462189"/>
                  </a:cubicBezTo>
                  <a:cubicBezTo>
                    <a:pt x="16869" y="460152"/>
                    <a:pt x="14895" y="454875"/>
                    <a:pt x="16931" y="450403"/>
                  </a:cubicBezTo>
                  <a:lnTo>
                    <a:pt x="77940" y="312730"/>
                  </a:lnTo>
                  <a:cubicBezTo>
                    <a:pt x="79935" y="308242"/>
                    <a:pt x="85187" y="306217"/>
                    <a:pt x="89679" y="308203"/>
                  </a:cubicBezTo>
                  <a:close/>
                  <a:moveTo>
                    <a:pt x="133324" y="840"/>
                  </a:moveTo>
                  <a:lnTo>
                    <a:pt x="288073" y="69416"/>
                  </a:lnTo>
                  <a:lnTo>
                    <a:pt x="288080" y="69437"/>
                  </a:lnTo>
                  <a:cubicBezTo>
                    <a:pt x="288192" y="69484"/>
                    <a:pt x="288303" y="69533"/>
                    <a:pt x="288413" y="69584"/>
                  </a:cubicBezTo>
                  <a:cubicBezTo>
                    <a:pt x="292864" y="71668"/>
                    <a:pt x="294783" y="76965"/>
                    <a:pt x="292700" y="81416"/>
                  </a:cubicBezTo>
                  <a:cubicBezTo>
                    <a:pt x="290617" y="85867"/>
                    <a:pt x="285320" y="87787"/>
                    <a:pt x="280869" y="85704"/>
                  </a:cubicBezTo>
                  <a:lnTo>
                    <a:pt x="154011" y="29465"/>
                  </a:lnTo>
                  <a:lnTo>
                    <a:pt x="72558" y="177836"/>
                  </a:lnTo>
                  <a:cubicBezTo>
                    <a:pt x="67714" y="188509"/>
                    <a:pt x="57763" y="195978"/>
                    <a:pt x="46161" y="197647"/>
                  </a:cubicBezTo>
                  <a:cubicBezTo>
                    <a:pt x="40470" y="198472"/>
                    <a:pt x="35605" y="202172"/>
                    <a:pt x="33290" y="207436"/>
                  </a:cubicBezTo>
                  <a:lnTo>
                    <a:pt x="20697" y="235847"/>
                  </a:lnTo>
                  <a:lnTo>
                    <a:pt x="189634" y="310730"/>
                  </a:lnTo>
                  <a:lnTo>
                    <a:pt x="198618" y="290456"/>
                  </a:lnTo>
                  <a:lnTo>
                    <a:pt x="60883" y="229412"/>
                  </a:lnTo>
                  <a:cubicBezTo>
                    <a:pt x="60771" y="229365"/>
                    <a:pt x="60660" y="229316"/>
                    <a:pt x="60550" y="229264"/>
                  </a:cubicBezTo>
                  <a:cubicBezTo>
                    <a:pt x="56099" y="227181"/>
                    <a:pt x="54179" y="221884"/>
                    <a:pt x="56263" y="217433"/>
                  </a:cubicBezTo>
                  <a:cubicBezTo>
                    <a:pt x="58346" y="212982"/>
                    <a:pt x="63643" y="211062"/>
                    <a:pt x="68094" y="213145"/>
                  </a:cubicBezTo>
                  <a:lnTo>
                    <a:pt x="203409" y="273107"/>
                  </a:lnTo>
                  <a:cubicBezTo>
                    <a:pt x="203076" y="270644"/>
                    <a:pt x="202195" y="268287"/>
                    <a:pt x="200832" y="266209"/>
                  </a:cubicBezTo>
                  <a:cubicBezTo>
                    <a:pt x="194283" y="256488"/>
                    <a:pt x="193134" y="244101"/>
                    <a:pt x="197785" y="233341"/>
                  </a:cubicBezTo>
                  <a:lnTo>
                    <a:pt x="243780" y="100048"/>
                  </a:lnTo>
                  <a:cubicBezTo>
                    <a:pt x="243823" y="99912"/>
                    <a:pt x="243870" y="99776"/>
                    <a:pt x="243920" y="99642"/>
                  </a:cubicBezTo>
                  <a:cubicBezTo>
                    <a:pt x="245632" y="95036"/>
                    <a:pt x="250754" y="92689"/>
                    <a:pt x="255361" y="94402"/>
                  </a:cubicBezTo>
                  <a:cubicBezTo>
                    <a:pt x="259967" y="96114"/>
                    <a:pt x="262314" y="101236"/>
                    <a:pt x="260602" y="105843"/>
                  </a:cubicBezTo>
                  <a:lnTo>
                    <a:pt x="214464" y="239456"/>
                  </a:lnTo>
                  <a:cubicBezTo>
                    <a:pt x="214386" y="239713"/>
                    <a:pt x="214294" y="239940"/>
                    <a:pt x="214194" y="240168"/>
                  </a:cubicBezTo>
                  <a:cubicBezTo>
                    <a:pt x="211854" y="245431"/>
                    <a:pt x="212392" y="251528"/>
                    <a:pt x="215618" y="256299"/>
                  </a:cubicBezTo>
                  <a:cubicBezTo>
                    <a:pt x="222251" y="266136"/>
                    <a:pt x="223341" y="278698"/>
                    <a:pt x="218501" y="289530"/>
                  </a:cubicBezTo>
                  <a:lnTo>
                    <a:pt x="202305" y="326078"/>
                  </a:lnTo>
                  <a:cubicBezTo>
                    <a:pt x="202304" y="326081"/>
                    <a:pt x="202303" y="326085"/>
                    <a:pt x="202301" y="326088"/>
                  </a:cubicBezTo>
                  <a:cubicBezTo>
                    <a:pt x="200308" y="330576"/>
                    <a:pt x="195055" y="332599"/>
                    <a:pt x="190566" y="330606"/>
                  </a:cubicBezTo>
                  <a:lnTo>
                    <a:pt x="5292" y="248511"/>
                  </a:lnTo>
                  <a:cubicBezTo>
                    <a:pt x="801" y="246519"/>
                    <a:pt x="-1226" y="241264"/>
                    <a:pt x="764" y="236772"/>
                  </a:cubicBezTo>
                  <a:lnTo>
                    <a:pt x="17002" y="200239"/>
                  </a:lnTo>
                  <a:cubicBezTo>
                    <a:pt x="21774" y="189377"/>
                    <a:pt x="31813" y="181747"/>
                    <a:pt x="43555" y="180057"/>
                  </a:cubicBezTo>
                  <a:cubicBezTo>
                    <a:pt x="49247" y="179232"/>
                    <a:pt x="54111" y="175533"/>
                    <a:pt x="56426" y="170268"/>
                  </a:cubicBezTo>
                  <a:cubicBezTo>
                    <a:pt x="56526" y="170005"/>
                    <a:pt x="56640" y="169777"/>
                    <a:pt x="56761" y="169556"/>
                  </a:cubicBezTo>
                  <a:lnTo>
                    <a:pt x="137681" y="22232"/>
                  </a:lnTo>
                  <a:lnTo>
                    <a:pt x="126112" y="17107"/>
                  </a:lnTo>
                  <a:cubicBezTo>
                    <a:pt x="126001" y="17060"/>
                    <a:pt x="125890" y="17011"/>
                    <a:pt x="125780" y="16959"/>
                  </a:cubicBezTo>
                  <a:cubicBezTo>
                    <a:pt x="121329" y="14876"/>
                    <a:pt x="119409" y="9579"/>
                    <a:pt x="121492" y="5128"/>
                  </a:cubicBezTo>
                  <a:cubicBezTo>
                    <a:pt x="123576" y="677"/>
                    <a:pt x="128873" y="-1243"/>
                    <a:pt x="133324" y="84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1" name="Group 292">
            <a:extLst>
              <a:ext uri="{FF2B5EF4-FFF2-40B4-BE49-F238E27FC236}">
                <a16:creationId xmlns:a16="http://schemas.microsoft.com/office/drawing/2014/main" id="{2EC5A20B-6FD7-92D7-3715-C95ABE002B81}"/>
              </a:ext>
            </a:extLst>
          </p:cNvPr>
          <p:cNvGrpSpPr/>
          <p:nvPr/>
        </p:nvGrpSpPr>
        <p:grpSpPr>
          <a:xfrm>
            <a:off x="5922673" y="442553"/>
            <a:ext cx="348823" cy="462724"/>
            <a:chOff x="5922673" y="442553"/>
            <a:chExt cx="348823" cy="462724"/>
          </a:xfrm>
          <a:noFill/>
        </p:grpSpPr>
        <p:sp>
          <p:nvSpPr>
            <p:cNvPr id="42" name="Freeform: Shape 18">
              <a:extLst>
                <a:ext uri="{FF2B5EF4-FFF2-40B4-BE49-F238E27FC236}">
                  <a16:creationId xmlns:a16="http://schemas.microsoft.com/office/drawing/2014/main" id="{C97E046F-9B8C-DCF1-7770-0431401BCD20}"/>
                </a:ext>
              </a:extLst>
            </p:cNvPr>
            <p:cNvSpPr/>
            <p:nvPr/>
          </p:nvSpPr>
          <p:spPr>
            <a:xfrm>
              <a:off x="5954857" y="493765"/>
              <a:ext cx="284753" cy="403696"/>
            </a:xfrm>
            <a:custGeom>
              <a:avLst/>
              <a:gdLst>
                <a:gd name="connsiteX0" fmla="*/ 0 w 284753"/>
                <a:gd name="connsiteY0" fmla="*/ 197292 h 403696"/>
                <a:gd name="connsiteX1" fmla="*/ 284753 w 284753"/>
                <a:gd name="connsiteY1" fmla="*/ 197292 h 403696"/>
                <a:gd name="connsiteX2" fmla="*/ 256278 w 284753"/>
                <a:gd name="connsiteY2" fmla="*/ 403696 h 403696"/>
                <a:gd name="connsiteX3" fmla="*/ 28475 w 284753"/>
                <a:gd name="connsiteY3" fmla="*/ 403696 h 403696"/>
                <a:gd name="connsiteX4" fmla="*/ 244887 w 284753"/>
                <a:gd name="connsiteY4" fmla="*/ 0 h 403696"/>
                <a:gd name="connsiteX5" fmla="*/ 220719 w 284753"/>
                <a:gd name="connsiteY5" fmla="*/ 69423 h 403696"/>
                <a:gd name="connsiteX6" fmla="*/ 175457 w 284753"/>
                <a:gd name="connsiteY6" fmla="*/ 71383 h 403696"/>
                <a:gd name="connsiteX7" fmla="*/ 173497 w 284753"/>
                <a:gd name="connsiteY7" fmla="*/ 26122 h 403696"/>
                <a:gd name="connsiteX8" fmla="*/ 175457 w 284753"/>
                <a:gd name="connsiteY8" fmla="*/ 24161 h 403696"/>
                <a:gd name="connsiteX9" fmla="*/ 244887 w 284753"/>
                <a:gd name="connsiteY9" fmla="*/ 0 h 403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4753" h="403696">
                  <a:moveTo>
                    <a:pt x="0" y="197292"/>
                  </a:moveTo>
                  <a:lnTo>
                    <a:pt x="284753" y="197292"/>
                  </a:lnTo>
                  <a:lnTo>
                    <a:pt x="256278" y="403696"/>
                  </a:lnTo>
                  <a:lnTo>
                    <a:pt x="28475" y="403696"/>
                  </a:lnTo>
                  <a:close/>
                  <a:moveTo>
                    <a:pt x="244887" y="0"/>
                  </a:moveTo>
                  <a:cubicBezTo>
                    <a:pt x="244887" y="0"/>
                    <a:pt x="233220" y="56922"/>
                    <a:pt x="220719" y="69423"/>
                  </a:cubicBezTo>
                  <a:cubicBezTo>
                    <a:pt x="208762" y="82463"/>
                    <a:pt x="188497" y="83341"/>
                    <a:pt x="175457" y="71383"/>
                  </a:cubicBezTo>
                  <a:cubicBezTo>
                    <a:pt x="162417" y="59426"/>
                    <a:pt x="161540" y="39162"/>
                    <a:pt x="173497" y="26122"/>
                  </a:cubicBezTo>
                  <a:cubicBezTo>
                    <a:pt x="174122" y="25440"/>
                    <a:pt x="174776" y="24786"/>
                    <a:pt x="175457" y="24161"/>
                  </a:cubicBezTo>
                  <a:cubicBezTo>
                    <a:pt x="187937" y="11661"/>
                    <a:pt x="244887" y="0"/>
                    <a:pt x="244887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" name="Freeform: Shape 19">
              <a:extLst>
                <a:ext uri="{FF2B5EF4-FFF2-40B4-BE49-F238E27FC236}">
                  <a16:creationId xmlns:a16="http://schemas.microsoft.com/office/drawing/2014/main" id="{79D60657-695F-6C6F-7F28-2E8E2550EA6B}"/>
                </a:ext>
              </a:extLst>
            </p:cNvPr>
            <p:cNvSpPr/>
            <p:nvPr/>
          </p:nvSpPr>
          <p:spPr>
            <a:xfrm>
              <a:off x="5922673" y="442553"/>
              <a:ext cx="348823" cy="462724"/>
            </a:xfrm>
            <a:custGeom>
              <a:avLst/>
              <a:gdLst>
                <a:gd name="connsiteX0" fmla="*/ 340216 w 348822"/>
                <a:gd name="connsiteY0" fmla="*/ 188030 h 462724"/>
                <a:gd name="connsiteX1" fmla="*/ 188585 w 348822"/>
                <a:gd name="connsiteY1" fmla="*/ 188030 h 462724"/>
                <a:gd name="connsiteX2" fmla="*/ 190984 w 348822"/>
                <a:gd name="connsiteY2" fmla="*/ 150207 h 462724"/>
                <a:gd name="connsiteX3" fmla="*/ 190123 w 348822"/>
                <a:gd name="connsiteY3" fmla="*/ 147645 h 462724"/>
                <a:gd name="connsiteX4" fmla="*/ 207087 w 348822"/>
                <a:gd name="connsiteY4" fmla="*/ 131656 h 462724"/>
                <a:gd name="connsiteX5" fmla="*/ 259183 w 348822"/>
                <a:gd name="connsiteY5" fmla="*/ 126929 h 462724"/>
                <a:gd name="connsiteX6" fmla="*/ 285771 w 348822"/>
                <a:gd name="connsiteY6" fmla="*/ 53000 h 462724"/>
                <a:gd name="connsiteX7" fmla="*/ 278846 w 348822"/>
                <a:gd name="connsiteY7" fmla="*/ 42492 h 462724"/>
                <a:gd name="connsiteX8" fmla="*/ 275264 w 348822"/>
                <a:gd name="connsiteY8" fmla="*/ 42492 h 462724"/>
                <a:gd name="connsiteX9" fmla="*/ 201335 w 348822"/>
                <a:gd name="connsiteY9" fmla="*/ 69074 h 462724"/>
                <a:gd name="connsiteX10" fmla="*/ 195056 w 348822"/>
                <a:gd name="connsiteY10" fmla="*/ 118521 h 462724"/>
                <a:gd name="connsiteX11" fmla="*/ 181530 w 348822"/>
                <a:gd name="connsiteY11" fmla="*/ 131243 h 462724"/>
                <a:gd name="connsiteX12" fmla="*/ 152343 w 348822"/>
                <a:gd name="connsiteY12" fmla="*/ 108327 h 462724"/>
                <a:gd name="connsiteX13" fmla="*/ 122102 w 348822"/>
                <a:gd name="connsiteY13" fmla="*/ 53605 h 462724"/>
                <a:gd name="connsiteX14" fmla="*/ 175572 w 348822"/>
                <a:gd name="connsiteY14" fmla="*/ 17797 h 462724"/>
                <a:gd name="connsiteX15" fmla="*/ 184470 w 348822"/>
                <a:gd name="connsiteY15" fmla="*/ 8899 h 462724"/>
                <a:gd name="connsiteX16" fmla="*/ 175572 w 348822"/>
                <a:gd name="connsiteY16" fmla="*/ 0 h 462724"/>
                <a:gd name="connsiteX17" fmla="*/ 104775 w 348822"/>
                <a:gd name="connsiteY17" fmla="*/ 49547 h 462724"/>
                <a:gd name="connsiteX18" fmla="*/ 144434 w 348822"/>
                <a:gd name="connsiteY18" fmla="*/ 124295 h 462724"/>
                <a:gd name="connsiteX19" fmla="*/ 173721 w 348822"/>
                <a:gd name="connsiteY19" fmla="*/ 154728 h 462724"/>
                <a:gd name="connsiteX20" fmla="*/ 169250 w 348822"/>
                <a:gd name="connsiteY20" fmla="*/ 188051 h 462724"/>
                <a:gd name="connsiteX21" fmla="*/ 8899 w 348822"/>
                <a:gd name="connsiteY21" fmla="*/ 188051 h 462724"/>
                <a:gd name="connsiteX22" fmla="*/ 0 w 348822"/>
                <a:gd name="connsiteY22" fmla="*/ 196950 h 462724"/>
                <a:gd name="connsiteX23" fmla="*/ 0 w 348822"/>
                <a:gd name="connsiteY23" fmla="*/ 248526 h 462724"/>
                <a:gd name="connsiteX24" fmla="*/ 8899 w 348822"/>
                <a:gd name="connsiteY24" fmla="*/ 257424 h 462724"/>
                <a:gd name="connsiteX25" fmla="*/ 24425 w 348822"/>
                <a:gd name="connsiteY25" fmla="*/ 257424 h 462724"/>
                <a:gd name="connsiteX26" fmla="*/ 51846 w 348822"/>
                <a:gd name="connsiteY26" fmla="*/ 456147 h 462724"/>
                <a:gd name="connsiteX27" fmla="*/ 60660 w 348822"/>
                <a:gd name="connsiteY27" fmla="*/ 463806 h 462724"/>
                <a:gd name="connsiteX28" fmla="*/ 288462 w 348822"/>
                <a:gd name="connsiteY28" fmla="*/ 463806 h 462724"/>
                <a:gd name="connsiteX29" fmla="*/ 297275 w 348822"/>
                <a:gd name="connsiteY29" fmla="*/ 456147 h 462724"/>
                <a:gd name="connsiteX30" fmla="*/ 319586 w 348822"/>
                <a:gd name="connsiteY30" fmla="*/ 294421 h 462724"/>
                <a:gd name="connsiteX31" fmla="*/ 311987 w 348822"/>
                <a:gd name="connsiteY31" fmla="*/ 284387 h 462724"/>
                <a:gd name="connsiteX32" fmla="*/ 301953 w 348822"/>
                <a:gd name="connsiteY32" fmla="*/ 291986 h 462724"/>
                <a:gd name="connsiteX33" fmla="*/ 280703 w 348822"/>
                <a:gd name="connsiteY33" fmla="*/ 446009 h 462724"/>
                <a:gd name="connsiteX34" fmla="*/ 68419 w 348822"/>
                <a:gd name="connsiteY34" fmla="*/ 446009 h 462724"/>
                <a:gd name="connsiteX35" fmla="*/ 42393 w 348822"/>
                <a:gd name="connsiteY35" fmla="*/ 257403 h 462724"/>
                <a:gd name="connsiteX36" fmla="*/ 72228 w 348822"/>
                <a:gd name="connsiteY36" fmla="*/ 257403 h 462724"/>
                <a:gd name="connsiteX37" fmla="*/ 81126 w 348822"/>
                <a:gd name="connsiteY37" fmla="*/ 248504 h 462724"/>
                <a:gd name="connsiteX38" fmla="*/ 72228 w 348822"/>
                <a:gd name="connsiteY38" fmla="*/ 239606 h 462724"/>
                <a:gd name="connsiteX39" fmla="*/ 17797 w 348822"/>
                <a:gd name="connsiteY39" fmla="*/ 239606 h 462724"/>
                <a:gd name="connsiteX40" fmla="*/ 17797 w 348822"/>
                <a:gd name="connsiteY40" fmla="*/ 205827 h 462724"/>
                <a:gd name="connsiteX41" fmla="*/ 331318 w 348822"/>
                <a:gd name="connsiteY41" fmla="*/ 205827 h 462724"/>
                <a:gd name="connsiteX42" fmla="*/ 331318 w 348822"/>
                <a:gd name="connsiteY42" fmla="*/ 239606 h 462724"/>
                <a:gd name="connsiteX43" fmla="*/ 119255 w 348822"/>
                <a:gd name="connsiteY43" fmla="*/ 239606 h 462724"/>
                <a:gd name="connsiteX44" fmla="*/ 110356 w 348822"/>
                <a:gd name="connsiteY44" fmla="*/ 248504 h 462724"/>
                <a:gd name="connsiteX45" fmla="*/ 119255 w 348822"/>
                <a:gd name="connsiteY45" fmla="*/ 257403 h 462724"/>
                <a:gd name="connsiteX46" fmla="*/ 340216 w 348822"/>
                <a:gd name="connsiteY46" fmla="*/ 257403 h 462724"/>
                <a:gd name="connsiteX47" fmla="*/ 349115 w 348822"/>
                <a:gd name="connsiteY47" fmla="*/ 248504 h 462724"/>
                <a:gd name="connsiteX48" fmla="*/ 349115 w 348822"/>
                <a:gd name="connsiteY48" fmla="*/ 196928 h 462724"/>
                <a:gd name="connsiteX49" fmla="*/ 340216 w 348822"/>
                <a:gd name="connsiteY49" fmla="*/ 188030 h 462724"/>
                <a:gd name="connsiteX50" fmla="*/ 213935 w 348822"/>
                <a:gd name="connsiteY50" fmla="*/ 81696 h 462724"/>
                <a:gd name="connsiteX51" fmla="*/ 265298 w 348822"/>
                <a:gd name="connsiteY51" fmla="*/ 63016 h 462724"/>
                <a:gd name="connsiteX52" fmla="*/ 246611 w 348822"/>
                <a:gd name="connsiteY52" fmla="*/ 114378 h 462724"/>
                <a:gd name="connsiteX53" fmla="*/ 220691 w 348822"/>
                <a:gd name="connsiteY53" fmla="*/ 118877 h 462724"/>
                <a:gd name="connsiteX54" fmla="*/ 243777 w 348822"/>
                <a:gd name="connsiteY54" fmla="*/ 97122 h 462724"/>
                <a:gd name="connsiteX55" fmla="*/ 244151 w 348822"/>
                <a:gd name="connsiteY55" fmla="*/ 84540 h 462724"/>
                <a:gd name="connsiteX56" fmla="*/ 231569 w 348822"/>
                <a:gd name="connsiteY56" fmla="*/ 84166 h 462724"/>
                <a:gd name="connsiteX57" fmla="*/ 208596 w 348822"/>
                <a:gd name="connsiteY57" fmla="*/ 105814 h 462724"/>
                <a:gd name="connsiteX58" fmla="*/ 213935 w 348822"/>
                <a:gd name="connsiteY58" fmla="*/ 81696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48822" h="462724">
                  <a:moveTo>
                    <a:pt x="340216" y="188030"/>
                  </a:moveTo>
                  <a:lnTo>
                    <a:pt x="188585" y="188030"/>
                  </a:lnTo>
                  <a:cubicBezTo>
                    <a:pt x="193232" y="175964"/>
                    <a:pt x="194069" y="162764"/>
                    <a:pt x="190984" y="150207"/>
                  </a:cubicBezTo>
                  <a:cubicBezTo>
                    <a:pt x="190749" y="149332"/>
                    <a:pt x="190400" y="148506"/>
                    <a:pt x="190123" y="147645"/>
                  </a:cubicBezTo>
                  <a:lnTo>
                    <a:pt x="207087" y="131656"/>
                  </a:lnTo>
                  <a:cubicBezTo>
                    <a:pt x="223310" y="142887"/>
                    <a:pt x="245246" y="140897"/>
                    <a:pt x="259183" y="126929"/>
                  </a:cubicBezTo>
                  <a:cubicBezTo>
                    <a:pt x="272879" y="113232"/>
                    <a:pt x="283735" y="62945"/>
                    <a:pt x="285771" y="53000"/>
                  </a:cubicBezTo>
                  <a:cubicBezTo>
                    <a:pt x="286761" y="48186"/>
                    <a:pt x="283660" y="43481"/>
                    <a:pt x="278846" y="42492"/>
                  </a:cubicBezTo>
                  <a:cubicBezTo>
                    <a:pt x="277664" y="42250"/>
                    <a:pt x="276446" y="42250"/>
                    <a:pt x="275264" y="42492"/>
                  </a:cubicBezTo>
                  <a:cubicBezTo>
                    <a:pt x="265298" y="44528"/>
                    <a:pt x="215024" y="55377"/>
                    <a:pt x="201335" y="69074"/>
                  </a:cubicBezTo>
                  <a:cubicBezTo>
                    <a:pt x="188268" y="82224"/>
                    <a:pt x="185690" y="102523"/>
                    <a:pt x="195056" y="118521"/>
                  </a:cubicBezTo>
                  <a:lnTo>
                    <a:pt x="181530" y="131243"/>
                  </a:lnTo>
                  <a:cubicBezTo>
                    <a:pt x="173709" y="121446"/>
                    <a:pt x="163717" y="113601"/>
                    <a:pt x="152343" y="108327"/>
                  </a:cubicBezTo>
                  <a:cubicBezTo>
                    <a:pt x="128901" y="96695"/>
                    <a:pt x="117034" y="75218"/>
                    <a:pt x="122102" y="53605"/>
                  </a:cubicBezTo>
                  <a:cubicBezTo>
                    <a:pt x="126160" y="36292"/>
                    <a:pt x="142341" y="17797"/>
                    <a:pt x="175572" y="17797"/>
                  </a:cubicBezTo>
                  <a:cubicBezTo>
                    <a:pt x="180486" y="17797"/>
                    <a:pt x="184470" y="13813"/>
                    <a:pt x="184470" y="8899"/>
                  </a:cubicBezTo>
                  <a:cubicBezTo>
                    <a:pt x="184470" y="3984"/>
                    <a:pt x="180486" y="0"/>
                    <a:pt x="175572" y="0"/>
                  </a:cubicBezTo>
                  <a:cubicBezTo>
                    <a:pt x="139622" y="0"/>
                    <a:pt x="111837" y="19442"/>
                    <a:pt x="104775" y="49547"/>
                  </a:cubicBezTo>
                  <a:cubicBezTo>
                    <a:pt x="99023" y="74079"/>
                    <a:pt x="109046" y="106704"/>
                    <a:pt x="144434" y="124295"/>
                  </a:cubicBezTo>
                  <a:cubicBezTo>
                    <a:pt x="160530" y="132282"/>
                    <a:pt x="170382" y="142526"/>
                    <a:pt x="173721" y="154728"/>
                  </a:cubicBezTo>
                  <a:cubicBezTo>
                    <a:pt x="176197" y="166016"/>
                    <a:pt x="174614" y="177815"/>
                    <a:pt x="169250" y="188051"/>
                  </a:cubicBezTo>
                  <a:lnTo>
                    <a:pt x="8899" y="188051"/>
                  </a:lnTo>
                  <a:cubicBezTo>
                    <a:pt x="3984" y="188051"/>
                    <a:pt x="0" y="192035"/>
                    <a:pt x="0" y="196950"/>
                  </a:cubicBezTo>
                  <a:lnTo>
                    <a:pt x="0" y="248526"/>
                  </a:lnTo>
                  <a:cubicBezTo>
                    <a:pt x="0" y="253440"/>
                    <a:pt x="3984" y="257424"/>
                    <a:pt x="8899" y="257424"/>
                  </a:cubicBezTo>
                  <a:lnTo>
                    <a:pt x="24425" y="257424"/>
                  </a:lnTo>
                  <a:lnTo>
                    <a:pt x="51846" y="456147"/>
                  </a:lnTo>
                  <a:cubicBezTo>
                    <a:pt x="52464" y="460540"/>
                    <a:pt x="56223" y="463807"/>
                    <a:pt x="60660" y="463806"/>
                  </a:cubicBezTo>
                  <a:lnTo>
                    <a:pt x="288462" y="463806"/>
                  </a:lnTo>
                  <a:cubicBezTo>
                    <a:pt x="292899" y="463807"/>
                    <a:pt x="296658" y="460540"/>
                    <a:pt x="297275" y="456147"/>
                  </a:cubicBezTo>
                  <a:lnTo>
                    <a:pt x="319586" y="294421"/>
                  </a:lnTo>
                  <a:cubicBezTo>
                    <a:pt x="320258" y="289551"/>
                    <a:pt x="316856" y="285059"/>
                    <a:pt x="311987" y="284387"/>
                  </a:cubicBezTo>
                  <a:cubicBezTo>
                    <a:pt x="307117" y="283714"/>
                    <a:pt x="302625" y="287117"/>
                    <a:pt x="301953" y="291986"/>
                  </a:cubicBezTo>
                  <a:lnTo>
                    <a:pt x="280703" y="446009"/>
                  </a:lnTo>
                  <a:lnTo>
                    <a:pt x="68419" y="446009"/>
                  </a:lnTo>
                  <a:lnTo>
                    <a:pt x="42393" y="257403"/>
                  </a:lnTo>
                  <a:lnTo>
                    <a:pt x="72228" y="257403"/>
                  </a:lnTo>
                  <a:cubicBezTo>
                    <a:pt x="77142" y="257403"/>
                    <a:pt x="81126" y="253419"/>
                    <a:pt x="81126" y="248504"/>
                  </a:cubicBezTo>
                  <a:cubicBezTo>
                    <a:pt x="81126" y="243590"/>
                    <a:pt x="77142" y="239606"/>
                    <a:pt x="72228" y="239606"/>
                  </a:cubicBezTo>
                  <a:lnTo>
                    <a:pt x="17797" y="239606"/>
                  </a:lnTo>
                  <a:lnTo>
                    <a:pt x="17797" y="205827"/>
                  </a:lnTo>
                  <a:lnTo>
                    <a:pt x="331318" y="205827"/>
                  </a:lnTo>
                  <a:lnTo>
                    <a:pt x="331318" y="239606"/>
                  </a:lnTo>
                  <a:lnTo>
                    <a:pt x="119255" y="239606"/>
                  </a:lnTo>
                  <a:cubicBezTo>
                    <a:pt x="114340" y="239606"/>
                    <a:pt x="110356" y="243590"/>
                    <a:pt x="110356" y="248504"/>
                  </a:cubicBezTo>
                  <a:cubicBezTo>
                    <a:pt x="110356" y="253419"/>
                    <a:pt x="114340" y="257403"/>
                    <a:pt x="119255" y="257403"/>
                  </a:cubicBezTo>
                  <a:lnTo>
                    <a:pt x="340216" y="257403"/>
                  </a:lnTo>
                  <a:cubicBezTo>
                    <a:pt x="345131" y="257403"/>
                    <a:pt x="349115" y="253419"/>
                    <a:pt x="349115" y="248504"/>
                  </a:cubicBezTo>
                  <a:lnTo>
                    <a:pt x="349115" y="196928"/>
                  </a:lnTo>
                  <a:cubicBezTo>
                    <a:pt x="349115" y="192014"/>
                    <a:pt x="345131" y="188030"/>
                    <a:pt x="340216" y="188030"/>
                  </a:cubicBezTo>
                  <a:close/>
                  <a:moveTo>
                    <a:pt x="213935" y="81696"/>
                  </a:moveTo>
                  <a:cubicBezTo>
                    <a:pt x="219894" y="75737"/>
                    <a:pt x="244269" y="68134"/>
                    <a:pt x="265298" y="63016"/>
                  </a:cubicBezTo>
                  <a:cubicBezTo>
                    <a:pt x="260186" y="84038"/>
                    <a:pt x="252576" y="108413"/>
                    <a:pt x="246611" y="114378"/>
                  </a:cubicBezTo>
                  <a:cubicBezTo>
                    <a:pt x="239674" y="120978"/>
                    <a:pt x="229446" y="122753"/>
                    <a:pt x="220691" y="118877"/>
                  </a:cubicBezTo>
                  <a:lnTo>
                    <a:pt x="243777" y="97122"/>
                  </a:lnTo>
                  <a:cubicBezTo>
                    <a:pt x="247355" y="93751"/>
                    <a:pt x="247523" y="88118"/>
                    <a:pt x="244151" y="84540"/>
                  </a:cubicBezTo>
                  <a:cubicBezTo>
                    <a:pt x="240780" y="80962"/>
                    <a:pt x="235146" y="80795"/>
                    <a:pt x="231569" y="84166"/>
                  </a:cubicBezTo>
                  <a:lnTo>
                    <a:pt x="208596" y="105814"/>
                  </a:lnTo>
                  <a:cubicBezTo>
                    <a:pt x="205561" y="97419"/>
                    <a:pt x="207641" y="88026"/>
                    <a:pt x="213935" y="81696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4" name="Group 291">
            <a:extLst>
              <a:ext uri="{FF2B5EF4-FFF2-40B4-BE49-F238E27FC236}">
                <a16:creationId xmlns:a16="http://schemas.microsoft.com/office/drawing/2014/main" id="{B1249D5E-F42D-4A7A-5402-3E8C7FF8E037}"/>
              </a:ext>
            </a:extLst>
          </p:cNvPr>
          <p:cNvGrpSpPr/>
          <p:nvPr/>
        </p:nvGrpSpPr>
        <p:grpSpPr>
          <a:xfrm>
            <a:off x="6882654" y="442551"/>
            <a:ext cx="463807" cy="463944"/>
            <a:chOff x="6882654" y="442551"/>
            <a:chExt cx="463807" cy="463944"/>
          </a:xfrm>
          <a:noFill/>
        </p:grpSpPr>
        <p:sp>
          <p:nvSpPr>
            <p:cNvPr id="45" name="Freeform: Shape 21">
              <a:extLst>
                <a:ext uri="{FF2B5EF4-FFF2-40B4-BE49-F238E27FC236}">
                  <a16:creationId xmlns:a16="http://schemas.microsoft.com/office/drawing/2014/main" id="{90ED8723-98AD-FD3D-8A61-AB7839BB5892}"/>
                </a:ext>
              </a:extLst>
            </p:cNvPr>
            <p:cNvSpPr/>
            <p:nvPr/>
          </p:nvSpPr>
          <p:spPr>
            <a:xfrm>
              <a:off x="6891554" y="451451"/>
              <a:ext cx="446011" cy="275507"/>
            </a:xfrm>
            <a:custGeom>
              <a:avLst/>
              <a:gdLst>
                <a:gd name="connsiteX0" fmla="*/ 203428 w 446010"/>
                <a:gd name="connsiteY0" fmla="*/ 206973 h 275507"/>
                <a:gd name="connsiteX1" fmla="*/ 242582 w 446010"/>
                <a:gd name="connsiteY1" fmla="*/ 206973 h 275507"/>
                <a:gd name="connsiteX2" fmla="*/ 242582 w 446010"/>
                <a:gd name="connsiteY2" fmla="*/ 275507 h 275507"/>
                <a:gd name="connsiteX3" fmla="*/ 203428 w 446010"/>
                <a:gd name="connsiteY3" fmla="*/ 275507 h 275507"/>
                <a:gd name="connsiteX4" fmla="*/ 118621 w 446010"/>
                <a:gd name="connsiteY4" fmla="*/ 173087 h 275507"/>
                <a:gd name="connsiteX5" fmla="*/ 157775 w 446010"/>
                <a:gd name="connsiteY5" fmla="*/ 173087 h 275507"/>
                <a:gd name="connsiteX6" fmla="*/ 157775 w 446010"/>
                <a:gd name="connsiteY6" fmla="*/ 275507 h 275507"/>
                <a:gd name="connsiteX7" fmla="*/ 118621 w 446010"/>
                <a:gd name="connsiteY7" fmla="*/ 275507 h 275507"/>
                <a:gd name="connsiteX8" fmla="*/ 288234 w 446010"/>
                <a:gd name="connsiteY8" fmla="*/ 109103 h 275507"/>
                <a:gd name="connsiteX9" fmla="*/ 327388 w 446010"/>
                <a:gd name="connsiteY9" fmla="*/ 109103 h 275507"/>
                <a:gd name="connsiteX10" fmla="*/ 327388 w 446010"/>
                <a:gd name="connsiteY10" fmla="*/ 275506 h 275507"/>
                <a:gd name="connsiteX11" fmla="*/ 288234 w 446010"/>
                <a:gd name="connsiteY11" fmla="*/ 275506 h 275507"/>
                <a:gd name="connsiteX12" fmla="*/ 0 w 446010"/>
                <a:gd name="connsiteY12" fmla="*/ 0 h 275507"/>
                <a:gd name="connsiteX13" fmla="*/ 446010 w 446010"/>
                <a:gd name="connsiteY13" fmla="*/ 0 h 275507"/>
                <a:gd name="connsiteX14" fmla="*/ 446010 w 446010"/>
                <a:gd name="connsiteY14" fmla="*/ 33081 h 275507"/>
                <a:gd name="connsiteX15" fmla="*/ 0 w 446010"/>
                <a:gd name="connsiteY15" fmla="*/ 33081 h 275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010" h="275507">
                  <a:moveTo>
                    <a:pt x="203428" y="206973"/>
                  </a:moveTo>
                  <a:lnTo>
                    <a:pt x="242582" y="206973"/>
                  </a:lnTo>
                  <a:lnTo>
                    <a:pt x="242582" y="275507"/>
                  </a:lnTo>
                  <a:lnTo>
                    <a:pt x="203428" y="275507"/>
                  </a:lnTo>
                  <a:close/>
                  <a:moveTo>
                    <a:pt x="118621" y="173087"/>
                  </a:moveTo>
                  <a:lnTo>
                    <a:pt x="157775" y="173087"/>
                  </a:lnTo>
                  <a:lnTo>
                    <a:pt x="157775" y="275507"/>
                  </a:lnTo>
                  <a:lnTo>
                    <a:pt x="118621" y="275507"/>
                  </a:lnTo>
                  <a:close/>
                  <a:moveTo>
                    <a:pt x="288234" y="109103"/>
                  </a:moveTo>
                  <a:lnTo>
                    <a:pt x="327388" y="109103"/>
                  </a:lnTo>
                  <a:lnTo>
                    <a:pt x="327388" y="275506"/>
                  </a:lnTo>
                  <a:lnTo>
                    <a:pt x="288234" y="275506"/>
                  </a:lnTo>
                  <a:close/>
                  <a:moveTo>
                    <a:pt x="0" y="0"/>
                  </a:moveTo>
                  <a:lnTo>
                    <a:pt x="446010" y="0"/>
                  </a:lnTo>
                  <a:lnTo>
                    <a:pt x="446010" y="33081"/>
                  </a:lnTo>
                  <a:lnTo>
                    <a:pt x="0" y="33081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" name="Freeform: Shape 22">
              <a:extLst>
                <a:ext uri="{FF2B5EF4-FFF2-40B4-BE49-F238E27FC236}">
                  <a16:creationId xmlns:a16="http://schemas.microsoft.com/office/drawing/2014/main" id="{102BEB3A-8553-9D24-0045-D301163BC29D}"/>
                </a:ext>
              </a:extLst>
            </p:cNvPr>
            <p:cNvSpPr/>
            <p:nvPr/>
          </p:nvSpPr>
          <p:spPr>
            <a:xfrm>
              <a:off x="6882654" y="442551"/>
              <a:ext cx="463807" cy="463944"/>
            </a:xfrm>
            <a:custGeom>
              <a:avLst/>
              <a:gdLst>
                <a:gd name="connsiteX0" fmla="*/ 231903 w 463806"/>
                <a:gd name="connsiteY0" fmla="*/ 427073 h 463944"/>
                <a:gd name="connsiteX1" fmla="*/ 222435 w 463806"/>
                <a:gd name="connsiteY1" fmla="*/ 436541 h 463944"/>
                <a:gd name="connsiteX2" fmla="*/ 231903 w 463806"/>
                <a:gd name="connsiteY2" fmla="*/ 446009 h 463944"/>
                <a:gd name="connsiteX3" fmla="*/ 241371 w 463806"/>
                <a:gd name="connsiteY3" fmla="*/ 436541 h 463944"/>
                <a:gd name="connsiteX4" fmla="*/ 231903 w 463806"/>
                <a:gd name="connsiteY4" fmla="*/ 427073 h 463944"/>
                <a:gd name="connsiteX5" fmla="*/ 221225 w 463806"/>
                <a:gd name="connsiteY5" fmla="*/ 224784 h 463944"/>
                <a:gd name="connsiteX6" fmla="*/ 221225 w 463806"/>
                <a:gd name="connsiteY6" fmla="*/ 275520 h 463944"/>
                <a:gd name="connsiteX7" fmla="*/ 242582 w 463806"/>
                <a:gd name="connsiteY7" fmla="*/ 275520 h 463944"/>
                <a:gd name="connsiteX8" fmla="*/ 242582 w 463806"/>
                <a:gd name="connsiteY8" fmla="*/ 224784 h 463944"/>
                <a:gd name="connsiteX9" fmla="*/ 251481 w 463806"/>
                <a:gd name="connsiteY9" fmla="*/ 206973 h 463944"/>
                <a:gd name="connsiteX10" fmla="*/ 260380 w 463806"/>
                <a:gd name="connsiteY10" fmla="*/ 215872 h 463944"/>
                <a:gd name="connsiteX11" fmla="*/ 260380 w 463806"/>
                <a:gd name="connsiteY11" fmla="*/ 284405 h 463944"/>
                <a:gd name="connsiteX12" fmla="*/ 251481 w 463806"/>
                <a:gd name="connsiteY12" fmla="*/ 293303 h 463944"/>
                <a:gd name="connsiteX13" fmla="*/ 212327 w 463806"/>
                <a:gd name="connsiteY13" fmla="*/ 293303 h 463944"/>
                <a:gd name="connsiteX14" fmla="*/ 203428 w 463806"/>
                <a:gd name="connsiteY14" fmla="*/ 284405 h 463944"/>
                <a:gd name="connsiteX15" fmla="*/ 203428 w 463806"/>
                <a:gd name="connsiteY15" fmla="*/ 215872 h 463944"/>
                <a:gd name="connsiteX16" fmla="*/ 212327 w 463806"/>
                <a:gd name="connsiteY16" fmla="*/ 206987 h 463944"/>
                <a:gd name="connsiteX17" fmla="*/ 136418 w 463806"/>
                <a:gd name="connsiteY17" fmla="*/ 190885 h 463944"/>
                <a:gd name="connsiteX18" fmla="*/ 136418 w 463806"/>
                <a:gd name="connsiteY18" fmla="*/ 275507 h 463944"/>
                <a:gd name="connsiteX19" fmla="*/ 157775 w 463806"/>
                <a:gd name="connsiteY19" fmla="*/ 275507 h 463944"/>
                <a:gd name="connsiteX20" fmla="*/ 157775 w 463806"/>
                <a:gd name="connsiteY20" fmla="*/ 190885 h 463944"/>
                <a:gd name="connsiteX21" fmla="*/ 127520 w 463806"/>
                <a:gd name="connsiteY21" fmla="*/ 173088 h 463944"/>
                <a:gd name="connsiteX22" fmla="*/ 166674 w 463806"/>
                <a:gd name="connsiteY22" fmla="*/ 173088 h 463944"/>
                <a:gd name="connsiteX23" fmla="*/ 175573 w 463806"/>
                <a:gd name="connsiteY23" fmla="*/ 181987 h 463944"/>
                <a:gd name="connsiteX24" fmla="*/ 175573 w 463806"/>
                <a:gd name="connsiteY24" fmla="*/ 284405 h 463944"/>
                <a:gd name="connsiteX25" fmla="*/ 166674 w 463806"/>
                <a:gd name="connsiteY25" fmla="*/ 293304 h 463944"/>
                <a:gd name="connsiteX26" fmla="*/ 127520 w 463806"/>
                <a:gd name="connsiteY26" fmla="*/ 293304 h 463944"/>
                <a:gd name="connsiteX27" fmla="*/ 118621 w 463806"/>
                <a:gd name="connsiteY27" fmla="*/ 284405 h 463944"/>
                <a:gd name="connsiteX28" fmla="*/ 118621 w 463806"/>
                <a:gd name="connsiteY28" fmla="*/ 181987 h 463944"/>
                <a:gd name="connsiteX29" fmla="*/ 127520 w 463806"/>
                <a:gd name="connsiteY29" fmla="*/ 173088 h 463944"/>
                <a:gd name="connsiteX30" fmla="*/ 306026 w 463806"/>
                <a:gd name="connsiteY30" fmla="*/ 126901 h 463944"/>
                <a:gd name="connsiteX31" fmla="*/ 306026 w 463806"/>
                <a:gd name="connsiteY31" fmla="*/ 275508 h 463944"/>
                <a:gd name="connsiteX32" fmla="*/ 327383 w 463806"/>
                <a:gd name="connsiteY32" fmla="*/ 275508 h 463944"/>
                <a:gd name="connsiteX33" fmla="*/ 327383 w 463806"/>
                <a:gd name="connsiteY33" fmla="*/ 126901 h 463944"/>
                <a:gd name="connsiteX34" fmla="*/ 297127 w 463806"/>
                <a:gd name="connsiteY34" fmla="*/ 109104 h 463944"/>
                <a:gd name="connsiteX35" fmla="*/ 336281 w 463806"/>
                <a:gd name="connsiteY35" fmla="*/ 109104 h 463944"/>
                <a:gd name="connsiteX36" fmla="*/ 345180 w 463806"/>
                <a:gd name="connsiteY36" fmla="*/ 118003 h 463944"/>
                <a:gd name="connsiteX37" fmla="*/ 345180 w 463806"/>
                <a:gd name="connsiteY37" fmla="*/ 284406 h 463944"/>
                <a:gd name="connsiteX38" fmla="*/ 336281 w 463806"/>
                <a:gd name="connsiteY38" fmla="*/ 293305 h 463944"/>
                <a:gd name="connsiteX39" fmla="*/ 297127 w 463806"/>
                <a:gd name="connsiteY39" fmla="*/ 293305 h 463944"/>
                <a:gd name="connsiteX40" fmla="*/ 288228 w 463806"/>
                <a:gd name="connsiteY40" fmla="*/ 284406 h 463944"/>
                <a:gd name="connsiteX41" fmla="*/ 288228 w 463806"/>
                <a:gd name="connsiteY41" fmla="*/ 118003 h 463944"/>
                <a:gd name="connsiteX42" fmla="*/ 297127 w 463806"/>
                <a:gd name="connsiteY42" fmla="*/ 109104 h 463944"/>
                <a:gd name="connsiteX43" fmla="*/ 8899 w 463806"/>
                <a:gd name="connsiteY43" fmla="*/ 0 h 463944"/>
                <a:gd name="connsiteX44" fmla="*/ 454908 w 463806"/>
                <a:gd name="connsiteY44" fmla="*/ 0 h 463944"/>
                <a:gd name="connsiteX45" fmla="*/ 463806 w 463806"/>
                <a:gd name="connsiteY45" fmla="*/ 8899 h 463944"/>
                <a:gd name="connsiteX46" fmla="*/ 463806 w 463806"/>
                <a:gd name="connsiteY46" fmla="*/ 41987 h 463944"/>
                <a:gd name="connsiteX47" fmla="*/ 454908 w 463806"/>
                <a:gd name="connsiteY47" fmla="*/ 50885 h 463944"/>
                <a:gd name="connsiteX48" fmla="*/ 135799 w 463806"/>
                <a:gd name="connsiteY48" fmla="*/ 50885 h 463944"/>
                <a:gd name="connsiteX49" fmla="*/ 126900 w 463806"/>
                <a:gd name="connsiteY49" fmla="*/ 41987 h 463944"/>
                <a:gd name="connsiteX50" fmla="*/ 135799 w 463806"/>
                <a:gd name="connsiteY50" fmla="*/ 33088 h 463944"/>
                <a:gd name="connsiteX51" fmla="*/ 446009 w 463806"/>
                <a:gd name="connsiteY51" fmla="*/ 33088 h 463944"/>
                <a:gd name="connsiteX52" fmla="*/ 446009 w 463806"/>
                <a:gd name="connsiteY52" fmla="*/ 17797 h 463944"/>
                <a:gd name="connsiteX53" fmla="*/ 17797 w 463806"/>
                <a:gd name="connsiteY53" fmla="*/ 17797 h 463944"/>
                <a:gd name="connsiteX54" fmla="*/ 17797 w 463806"/>
                <a:gd name="connsiteY54" fmla="*/ 33081 h 463944"/>
                <a:gd name="connsiteX55" fmla="*/ 93086 w 463806"/>
                <a:gd name="connsiteY55" fmla="*/ 33081 h 463944"/>
                <a:gd name="connsiteX56" fmla="*/ 101984 w 463806"/>
                <a:gd name="connsiteY56" fmla="*/ 41980 h 463944"/>
                <a:gd name="connsiteX57" fmla="*/ 93086 w 463806"/>
                <a:gd name="connsiteY57" fmla="*/ 50878 h 463944"/>
                <a:gd name="connsiteX58" fmla="*/ 53932 w 463806"/>
                <a:gd name="connsiteY58" fmla="*/ 50878 h 463944"/>
                <a:gd name="connsiteX59" fmla="*/ 53932 w 463806"/>
                <a:gd name="connsiteY59" fmla="*/ 360498 h 463944"/>
                <a:gd name="connsiteX60" fmla="*/ 409874 w 463806"/>
                <a:gd name="connsiteY60" fmla="*/ 360498 h 463944"/>
                <a:gd name="connsiteX61" fmla="*/ 409874 w 463806"/>
                <a:gd name="connsiteY61" fmla="*/ 78848 h 463944"/>
                <a:gd name="connsiteX62" fmla="*/ 418773 w 463806"/>
                <a:gd name="connsiteY62" fmla="*/ 69950 h 463944"/>
                <a:gd name="connsiteX63" fmla="*/ 427671 w 463806"/>
                <a:gd name="connsiteY63" fmla="*/ 78848 h 463944"/>
                <a:gd name="connsiteX64" fmla="*/ 427671 w 463806"/>
                <a:gd name="connsiteY64" fmla="*/ 369396 h 463944"/>
                <a:gd name="connsiteX65" fmla="*/ 418773 w 463806"/>
                <a:gd name="connsiteY65" fmla="*/ 378295 h 463944"/>
                <a:gd name="connsiteX66" fmla="*/ 240802 w 463806"/>
                <a:gd name="connsiteY66" fmla="*/ 378295 h 463944"/>
                <a:gd name="connsiteX67" fmla="*/ 240802 w 463806"/>
                <a:gd name="connsiteY67" fmla="*/ 410899 h 463944"/>
                <a:gd name="connsiteX68" fmla="*/ 257675 w 463806"/>
                <a:gd name="connsiteY68" fmla="*/ 427773 h 463944"/>
                <a:gd name="connsiteX69" fmla="*/ 240802 w 463806"/>
                <a:gd name="connsiteY69" fmla="*/ 462444 h 463944"/>
                <a:gd name="connsiteX70" fmla="*/ 206131 w 463806"/>
                <a:gd name="connsiteY70" fmla="*/ 445570 h 463944"/>
                <a:gd name="connsiteX71" fmla="*/ 223005 w 463806"/>
                <a:gd name="connsiteY71" fmla="*/ 410899 h 463944"/>
                <a:gd name="connsiteX72" fmla="*/ 223005 w 463806"/>
                <a:gd name="connsiteY72" fmla="*/ 378295 h 463944"/>
                <a:gd name="connsiteX73" fmla="*/ 45034 w 463806"/>
                <a:gd name="connsiteY73" fmla="*/ 378295 h 463944"/>
                <a:gd name="connsiteX74" fmla="*/ 36135 w 463806"/>
                <a:gd name="connsiteY74" fmla="*/ 369396 h 463944"/>
                <a:gd name="connsiteX75" fmla="*/ 36135 w 463806"/>
                <a:gd name="connsiteY75" fmla="*/ 50885 h 463944"/>
                <a:gd name="connsiteX76" fmla="*/ 8899 w 463806"/>
                <a:gd name="connsiteY76" fmla="*/ 50885 h 463944"/>
                <a:gd name="connsiteX77" fmla="*/ 0 w 463806"/>
                <a:gd name="connsiteY77" fmla="*/ 41987 h 463944"/>
                <a:gd name="connsiteX78" fmla="*/ 0 w 463806"/>
                <a:gd name="connsiteY78" fmla="*/ 8899 h 463944"/>
                <a:gd name="connsiteX79" fmla="*/ 8899 w 463806"/>
                <a:gd name="connsiteY79" fmla="*/ 0 h 46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463806" h="463944">
                  <a:moveTo>
                    <a:pt x="231903" y="427073"/>
                  </a:moveTo>
                  <a:cubicBezTo>
                    <a:pt x="226674" y="427073"/>
                    <a:pt x="222435" y="431312"/>
                    <a:pt x="222435" y="436541"/>
                  </a:cubicBezTo>
                  <a:cubicBezTo>
                    <a:pt x="222435" y="441770"/>
                    <a:pt x="226674" y="446009"/>
                    <a:pt x="231903" y="446009"/>
                  </a:cubicBezTo>
                  <a:cubicBezTo>
                    <a:pt x="237129" y="446001"/>
                    <a:pt x="241363" y="441767"/>
                    <a:pt x="241371" y="436541"/>
                  </a:cubicBezTo>
                  <a:cubicBezTo>
                    <a:pt x="241371" y="431312"/>
                    <a:pt x="237132" y="427073"/>
                    <a:pt x="231903" y="427073"/>
                  </a:cubicBezTo>
                  <a:close/>
                  <a:moveTo>
                    <a:pt x="221225" y="224784"/>
                  </a:moveTo>
                  <a:lnTo>
                    <a:pt x="221225" y="275520"/>
                  </a:lnTo>
                  <a:lnTo>
                    <a:pt x="242582" y="275520"/>
                  </a:lnTo>
                  <a:lnTo>
                    <a:pt x="242582" y="224784"/>
                  </a:lnTo>
                  <a:close/>
                  <a:moveTo>
                    <a:pt x="251481" y="206973"/>
                  </a:moveTo>
                  <a:cubicBezTo>
                    <a:pt x="256396" y="206973"/>
                    <a:pt x="260380" y="210957"/>
                    <a:pt x="260380" y="215872"/>
                  </a:cubicBezTo>
                  <a:lnTo>
                    <a:pt x="260380" y="284405"/>
                  </a:lnTo>
                  <a:cubicBezTo>
                    <a:pt x="260380" y="289319"/>
                    <a:pt x="256396" y="293303"/>
                    <a:pt x="251481" y="293303"/>
                  </a:cubicBezTo>
                  <a:lnTo>
                    <a:pt x="212327" y="293303"/>
                  </a:lnTo>
                  <a:cubicBezTo>
                    <a:pt x="207412" y="293303"/>
                    <a:pt x="203428" y="289319"/>
                    <a:pt x="203428" y="284405"/>
                  </a:cubicBezTo>
                  <a:lnTo>
                    <a:pt x="203428" y="215872"/>
                  </a:lnTo>
                  <a:cubicBezTo>
                    <a:pt x="203436" y="210963"/>
                    <a:pt x="207418" y="206987"/>
                    <a:pt x="212327" y="206987"/>
                  </a:cubicBezTo>
                  <a:close/>
                  <a:moveTo>
                    <a:pt x="136418" y="190885"/>
                  </a:moveTo>
                  <a:lnTo>
                    <a:pt x="136418" y="275507"/>
                  </a:lnTo>
                  <a:lnTo>
                    <a:pt x="157775" y="275507"/>
                  </a:lnTo>
                  <a:lnTo>
                    <a:pt x="157775" y="190885"/>
                  </a:lnTo>
                  <a:close/>
                  <a:moveTo>
                    <a:pt x="127520" y="173088"/>
                  </a:moveTo>
                  <a:lnTo>
                    <a:pt x="166674" y="173088"/>
                  </a:lnTo>
                  <a:cubicBezTo>
                    <a:pt x="171589" y="173088"/>
                    <a:pt x="175573" y="177072"/>
                    <a:pt x="175573" y="181987"/>
                  </a:cubicBezTo>
                  <a:lnTo>
                    <a:pt x="175573" y="284405"/>
                  </a:lnTo>
                  <a:cubicBezTo>
                    <a:pt x="175573" y="289320"/>
                    <a:pt x="171589" y="293304"/>
                    <a:pt x="166674" y="293304"/>
                  </a:cubicBezTo>
                  <a:lnTo>
                    <a:pt x="127520" y="293304"/>
                  </a:lnTo>
                  <a:cubicBezTo>
                    <a:pt x="122605" y="293304"/>
                    <a:pt x="118621" y="289320"/>
                    <a:pt x="118621" y="284405"/>
                  </a:cubicBezTo>
                  <a:lnTo>
                    <a:pt x="118621" y="181987"/>
                  </a:lnTo>
                  <a:cubicBezTo>
                    <a:pt x="118621" y="177072"/>
                    <a:pt x="122605" y="173088"/>
                    <a:pt x="127520" y="173088"/>
                  </a:cubicBezTo>
                  <a:close/>
                  <a:moveTo>
                    <a:pt x="306026" y="126901"/>
                  </a:moveTo>
                  <a:lnTo>
                    <a:pt x="306026" y="275508"/>
                  </a:lnTo>
                  <a:lnTo>
                    <a:pt x="327383" y="275508"/>
                  </a:lnTo>
                  <a:lnTo>
                    <a:pt x="327383" y="126901"/>
                  </a:lnTo>
                  <a:close/>
                  <a:moveTo>
                    <a:pt x="297127" y="109104"/>
                  </a:moveTo>
                  <a:lnTo>
                    <a:pt x="336281" y="109104"/>
                  </a:lnTo>
                  <a:cubicBezTo>
                    <a:pt x="341196" y="109104"/>
                    <a:pt x="345180" y="113088"/>
                    <a:pt x="345180" y="118003"/>
                  </a:cubicBezTo>
                  <a:lnTo>
                    <a:pt x="345180" y="284406"/>
                  </a:lnTo>
                  <a:cubicBezTo>
                    <a:pt x="345180" y="289321"/>
                    <a:pt x="341196" y="293305"/>
                    <a:pt x="336281" y="293305"/>
                  </a:cubicBezTo>
                  <a:lnTo>
                    <a:pt x="297127" y="293305"/>
                  </a:lnTo>
                  <a:cubicBezTo>
                    <a:pt x="292212" y="293305"/>
                    <a:pt x="288228" y="289321"/>
                    <a:pt x="288228" y="284406"/>
                  </a:cubicBezTo>
                  <a:lnTo>
                    <a:pt x="288228" y="118003"/>
                  </a:lnTo>
                  <a:cubicBezTo>
                    <a:pt x="288228" y="113088"/>
                    <a:pt x="292212" y="109104"/>
                    <a:pt x="297127" y="109104"/>
                  </a:cubicBezTo>
                  <a:close/>
                  <a:moveTo>
                    <a:pt x="8899" y="0"/>
                  </a:moveTo>
                  <a:lnTo>
                    <a:pt x="454908" y="0"/>
                  </a:lnTo>
                  <a:cubicBezTo>
                    <a:pt x="459822" y="0"/>
                    <a:pt x="463806" y="3984"/>
                    <a:pt x="463806" y="8899"/>
                  </a:cubicBezTo>
                  <a:lnTo>
                    <a:pt x="463806" y="41987"/>
                  </a:lnTo>
                  <a:cubicBezTo>
                    <a:pt x="463806" y="46901"/>
                    <a:pt x="459822" y="50885"/>
                    <a:pt x="454908" y="50885"/>
                  </a:cubicBezTo>
                  <a:lnTo>
                    <a:pt x="135799" y="50885"/>
                  </a:lnTo>
                  <a:cubicBezTo>
                    <a:pt x="130884" y="50885"/>
                    <a:pt x="126900" y="46901"/>
                    <a:pt x="126900" y="41987"/>
                  </a:cubicBezTo>
                  <a:cubicBezTo>
                    <a:pt x="126900" y="37072"/>
                    <a:pt x="130884" y="33088"/>
                    <a:pt x="135799" y="33088"/>
                  </a:cubicBezTo>
                  <a:lnTo>
                    <a:pt x="446009" y="33088"/>
                  </a:lnTo>
                  <a:lnTo>
                    <a:pt x="446009" y="17797"/>
                  </a:lnTo>
                  <a:lnTo>
                    <a:pt x="17797" y="17797"/>
                  </a:lnTo>
                  <a:lnTo>
                    <a:pt x="17797" y="33081"/>
                  </a:lnTo>
                  <a:lnTo>
                    <a:pt x="93086" y="33081"/>
                  </a:lnTo>
                  <a:cubicBezTo>
                    <a:pt x="98000" y="33081"/>
                    <a:pt x="101984" y="37065"/>
                    <a:pt x="101984" y="41980"/>
                  </a:cubicBezTo>
                  <a:cubicBezTo>
                    <a:pt x="101984" y="46894"/>
                    <a:pt x="98000" y="50878"/>
                    <a:pt x="93086" y="50878"/>
                  </a:cubicBezTo>
                  <a:lnTo>
                    <a:pt x="53932" y="50878"/>
                  </a:lnTo>
                  <a:lnTo>
                    <a:pt x="53932" y="360498"/>
                  </a:lnTo>
                  <a:lnTo>
                    <a:pt x="409874" y="360498"/>
                  </a:lnTo>
                  <a:lnTo>
                    <a:pt x="409874" y="78848"/>
                  </a:lnTo>
                  <a:cubicBezTo>
                    <a:pt x="409874" y="73934"/>
                    <a:pt x="413858" y="69950"/>
                    <a:pt x="418773" y="69950"/>
                  </a:cubicBezTo>
                  <a:cubicBezTo>
                    <a:pt x="423687" y="69950"/>
                    <a:pt x="427671" y="73934"/>
                    <a:pt x="427671" y="78848"/>
                  </a:cubicBezTo>
                  <a:lnTo>
                    <a:pt x="427671" y="369396"/>
                  </a:lnTo>
                  <a:cubicBezTo>
                    <a:pt x="427671" y="374311"/>
                    <a:pt x="423687" y="378295"/>
                    <a:pt x="418773" y="378295"/>
                  </a:cubicBezTo>
                  <a:lnTo>
                    <a:pt x="240802" y="378295"/>
                  </a:lnTo>
                  <a:lnTo>
                    <a:pt x="240802" y="410899"/>
                  </a:lnTo>
                  <a:cubicBezTo>
                    <a:pt x="248720" y="413633"/>
                    <a:pt x="254942" y="419855"/>
                    <a:pt x="257675" y="427773"/>
                  </a:cubicBezTo>
                  <a:cubicBezTo>
                    <a:pt x="262590" y="442006"/>
                    <a:pt x="255035" y="457529"/>
                    <a:pt x="240802" y="462444"/>
                  </a:cubicBezTo>
                  <a:cubicBezTo>
                    <a:pt x="226568" y="467358"/>
                    <a:pt x="211046" y="459803"/>
                    <a:pt x="206131" y="445570"/>
                  </a:cubicBezTo>
                  <a:cubicBezTo>
                    <a:pt x="201217" y="431336"/>
                    <a:pt x="208771" y="415814"/>
                    <a:pt x="223005" y="410899"/>
                  </a:cubicBezTo>
                  <a:lnTo>
                    <a:pt x="223005" y="378295"/>
                  </a:lnTo>
                  <a:lnTo>
                    <a:pt x="45034" y="378295"/>
                  </a:lnTo>
                  <a:cubicBezTo>
                    <a:pt x="40119" y="378295"/>
                    <a:pt x="36135" y="374311"/>
                    <a:pt x="36135" y="369396"/>
                  </a:cubicBezTo>
                  <a:lnTo>
                    <a:pt x="36135" y="50885"/>
                  </a:lnTo>
                  <a:lnTo>
                    <a:pt x="8899" y="50885"/>
                  </a:lnTo>
                  <a:cubicBezTo>
                    <a:pt x="3984" y="50885"/>
                    <a:pt x="0" y="46901"/>
                    <a:pt x="0" y="41987"/>
                  </a:cubicBezTo>
                  <a:lnTo>
                    <a:pt x="0" y="8899"/>
                  </a:lnTo>
                  <a:cubicBezTo>
                    <a:pt x="0" y="3984"/>
                    <a:pt x="3984" y="0"/>
                    <a:pt x="8899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7" name="Group 290">
            <a:extLst>
              <a:ext uri="{FF2B5EF4-FFF2-40B4-BE49-F238E27FC236}">
                <a16:creationId xmlns:a16="http://schemas.microsoft.com/office/drawing/2014/main" id="{A750F1A5-9A44-48C1-97DC-8AD919AA9245}"/>
              </a:ext>
            </a:extLst>
          </p:cNvPr>
          <p:cNvGrpSpPr/>
          <p:nvPr/>
        </p:nvGrpSpPr>
        <p:grpSpPr>
          <a:xfrm>
            <a:off x="7899982" y="481535"/>
            <a:ext cx="463807" cy="385820"/>
            <a:chOff x="7899982" y="481535"/>
            <a:chExt cx="463807" cy="385820"/>
          </a:xfrm>
          <a:noFill/>
        </p:grpSpPr>
        <p:sp>
          <p:nvSpPr>
            <p:cNvPr id="48" name="Freeform: Shape 24">
              <a:extLst>
                <a:ext uri="{FF2B5EF4-FFF2-40B4-BE49-F238E27FC236}">
                  <a16:creationId xmlns:a16="http://schemas.microsoft.com/office/drawing/2014/main" id="{9FF76F79-3423-974E-ABA1-D984C9749753}"/>
                </a:ext>
              </a:extLst>
            </p:cNvPr>
            <p:cNvSpPr/>
            <p:nvPr/>
          </p:nvSpPr>
          <p:spPr>
            <a:xfrm>
              <a:off x="7908881" y="542907"/>
              <a:ext cx="446011" cy="315600"/>
            </a:xfrm>
            <a:custGeom>
              <a:avLst/>
              <a:gdLst>
                <a:gd name="connsiteX0" fmla="*/ 279756 w 446010"/>
                <a:gd name="connsiteY0" fmla="*/ 261410 h 315600"/>
                <a:gd name="connsiteX1" fmla="*/ 333938 w 446010"/>
                <a:gd name="connsiteY1" fmla="*/ 261410 h 315600"/>
                <a:gd name="connsiteX2" fmla="*/ 279756 w 446010"/>
                <a:gd name="connsiteY2" fmla="*/ 315600 h 315600"/>
                <a:gd name="connsiteX3" fmla="*/ 0 w 446010"/>
                <a:gd name="connsiteY3" fmla="*/ 0 h 315600"/>
                <a:gd name="connsiteX4" fmla="*/ 446010 w 446010"/>
                <a:gd name="connsiteY4" fmla="*/ 0 h 315600"/>
                <a:gd name="connsiteX5" fmla="*/ 446010 w 446010"/>
                <a:gd name="connsiteY5" fmla="*/ 185091 h 315600"/>
                <a:gd name="connsiteX6" fmla="*/ 333939 w 446010"/>
                <a:gd name="connsiteY6" fmla="*/ 185091 h 315600"/>
                <a:gd name="connsiteX7" fmla="*/ 333939 w 446010"/>
                <a:gd name="connsiteY7" fmla="*/ 134069 h 315600"/>
                <a:gd name="connsiteX8" fmla="*/ 112072 w 446010"/>
                <a:gd name="connsiteY8" fmla="*/ 134069 h 315600"/>
                <a:gd name="connsiteX9" fmla="*/ 112072 w 446010"/>
                <a:gd name="connsiteY9" fmla="*/ 185091 h 315600"/>
                <a:gd name="connsiteX10" fmla="*/ 0 w 446010"/>
                <a:gd name="connsiteY10" fmla="*/ 185091 h 3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6010" h="315600">
                  <a:moveTo>
                    <a:pt x="279756" y="261410"/>
                  </a:moveTo>
                  <a:lnTo>
                    <a:pt x="333938" y="261410"/>
                  </a:lnTo>
                  <a:lnTo>
                    <a:pt x="279756" y="315600"/>
                  </a:lnTo>
                  <a:close/>
                  <a:moveTo>
                    <a:pt x="0" y="0"/>
                  </a:moveTo>
                  <a:lnTo>
                    <a:pt x="446010" y="0"/>
                  </a:lnTo>
                  <a:lnTo>
                    <a:pt x="446010" y="185091"/>
                  </a:lnTo>
                  <a:lnTo>
                    <a:pt x="333939" y="185091"/>
                  </a:lnTo>
                  <a:lnTo>
                    <a:pt x="333939" y="134069"/>
                  </a:lnTo>
                  <a:lnTo>
                    <a:pt x="112072" y="134069"/>
                  </a:lnTo>
                  <a:lnTo>
                    <a:pt x="112072" y="185091"/>
                  </a:lnTo>
                  <a:lnTo>
                    <a:pt x="0" y="185091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" name="Freeform: Shape 25">
              <a:extLst>
                <a:ext uri="{FF2B5EF4-FFF2-40B4-BE49-F238E27FC236}">
                  <a16:creationId xmlns:a16="http://schemas.microsoft.com/office/drawing/2014/main" id="{247D519C-B8FA-E16B-A956-709563EA1A98}"/>
                </a:ext>
              </a:extLst>
            </p:cNvPr>
            <p:cNvSpPr/>
            <p:nvPr/>
          </p:nvSpPr>
          <p:spPr>
            <a:xfrm>
              <a:off x="7899982" y="481535"/>
              <a:ext cx="463807" cy="385820"/>
            </a:xfrm>
            <a:custGeom>
              <a:avLst/>
              <a:gdLst>
                <a:gd name="connsiteX0" fmla="*/ 321359 w 463806"/>
                <a:gd name="connsiteY0" fmla="*/ 331652 h 385820"/>
                <a:gd name="connsiteX1" fmla="*/ 297567 w 463806"/>
                <a:gd name="connsiteY1" fmla="*/ 331681 h 385820"/>
                <a:gd name="connsiteX2" fmla="*/ 297567 w 463806"/>
                <a:gd name="connsiteY2" fmla="*/ 355422 h 385820"/>
                <a:gd name="connsiteX3" fmla="*/ 129862 w 463806"/>
                <a:gd name="connsiteY3" fmla="*/ 204311 h 385820"/>
                <a:gd name="connsiteX4" fmla="*/ 129862 w 463806"/>
                <a:gd name="connsiteY4" fmla="*/ 368044 h 385820"/>
                <a:gd name="connsiteX5" fmla="*/ 279756 w 463806"/>
                <a:gd name="connsiteY5" fmla="*/ 368044 h 385820"/>
                <a:gd name="connsiteX6" fmla="*/ 279756 w 463806"/>
                <a:gd name="connsiteY6" fmla="*/ 322782 h 385820"/>
                <a:gd name="connsiteX7" fmla="*/ 288655 w 463806"/>
                <a:gd name="connsiteY7" fmla="*/ 313884 h 385820"/>
                <a:gd name="connsiteX8" fmla="*/ 333937 w 463806"/>
                <a:gd name="connsiteY8" fmla="*/ 313884 h 385820"/>
                <a:gd name="connsiteX9" fmla="*/ 333937 w 463806"/>
                <a:gd name="connsiteY9" fmla="*/ 204311 h 385820"/>
                <a:gd name="connsiteX10" fmla="*/ 44145 w 463806"/>
                <a:gd name="connsiteY10" fmla="*/ 88067 h 385820"/>
                <a:gd name="connsiteX11" fmla="*/ 80630 w 463806"/>
                <a:gd name="connsiteY11" fmla="*/ 88067 h 385820"/>
                <a:gd name="connsiteX12" fmla="*/ 89528 w 463806"/>
                <a:gd name="connsiteY12" fmla="*/ 96967 h 385820"/>
                <a:gd name="connsiteX13" fmla="*/ 80630 w 463806"/>
                <a:gd name="connsiteY13" fmla="*/ 105865 h 385820"/>
                <a:gd name="connsiteX14" fmla="*/ 44145 w 463806"/>
                <a:gd name="connsiteY14" fmla="*/ 105865 h 385820"/>
                <a:gd name="connsiteX15" fmla="*/ 35246 w 463806"/>
                <a:gd name="connsiteY15" fmla="*/ 96967 h 385820"/>
                <a:gd name="connsiteX16" fmla="*/ 44145 w 463806"/>
                <a:gd name="connsiteY16" fmla="*/ 88067 h 385820"/>
                <a:gd name="connsiteX17" fmla="*/ 120963 w 463806"/>
                <a:gd name="connsiteY17" fmla="*/ 0 h 385820"/>
                <a:gd name="connsiteX18" fmla="*/ 342836 w 463806"/>
                <a:gd name="connsiteY18" fmla="*/ 0 h 385820"/>
                <a:gd name="connsiteX19" fmla="*/ 351735 w 463806"/>
                <a:gd name="connsiteY19" fmla="*/ 8899 h 385820"/>
                <a:gd name="connsiteX20" fmla="*/ 342836 w 463806"/>
                <a:gd name="connsiteY20" fmla="*/ 17797 h 385820"/>
                <a:gd name="connsiteX21" fmla="*/ 129862 w 463806"/>
                <a:gd name="connsiteY21" fmla="*/ 17797 h 385820"/>
                <a:gd name="connsiteX22" fmla="*/ 129862 w 463806"/>
                <a:gd name="connsiteY22" fmla="*/ 52473 h 385820"/>
                <a:gd name="connsiteX23" fmla="*/ 454908 w 463806"/>
                <a:gd name="connsiteY23" fmla="*/ 52473 h 385820"/>
                <a:gd name="connsiteX24" fmla="*/ 463806 w 463806"/>
                <a:gd name="connsiteY24" fmla="*/ 61371 h 385820"/>
                <a:gd name="connsiteX25" fmla="*/ 463806 w 463806"/>
                <a:gd name="connsiteY25" fmla="*/ 246461 h 385820"/>
                <a:gd name="connsiteX26" fmla="*/ 454908 w 463806"/>
                <a:gd name="connsiteY26" fmla="*/ 255360 h 385820"/>
                <a:gd name="connsiteX27" fmla="*/ 351735 w 463806"/>
                <a:gd name="connsiteY27" fmla="*/ 255360 h 385820"/>
                <a:gd name="connsiteX28" fmla="*/ 351735 w 463806"/>
                <a:gd name="connsiteY28" fmla="*/ 322818 h 385820"/>
                <a:gd name="connsiteX29" fmla="*/ 349129 w 463806"/>
                <a:gd name="connsiteY29" fmla="*/ 329111 h 385820"/>
                <a:gd name="connsiteX30" fmla="*/ 294948 w 463806"/>
                <a:gd name="connsiteY30" fmla="*/ 383214 h 385820"/>
                <a:gd name="connsiteX31" fmla="*/ 288655 w 463806"/>
                <a:gd name="connsiteY31" fmla="*/ 385820 h 385820"/>
                <a:gd name="connsiteX32" fmla="*/ 120963 w 463806"/>
                <a:gd name="connsiteY32" fmla="*/ 385820 h 385820"/>
                <a:gd name="connsiteX33" fmla="*/ 112065 w 463806"/>
                <a:gd name="connsiteY33" fmla="*/ 376921 h 385820"/>
                <a:gd name="connsiteX34" fmla="*/ 112065 w 463806"/>
                <a:gd name="connsiteY34" fmla="*/ 204311 h 385820"/>
                <a:gd name="connsiteX35" fmla="*/ 80628 w 463806"/>
                <a:gd name="connsiteY35" fmla="*/ 204311 h 385820"/>
                <a:gd name="connsiteX36" fmla="*/ 71729 w 463806"/>
                <a:gd name="connsiteY36" fmla="*/ 195412 h 385820"/>
                <a:gd name="connsiteX37" fmla="*/ 80628 w 463806"/>
                <a:gd name="connsiteY37" fmla="*/ 186513 h 385820"/>
                <a:gd name="connsiteX38" fmla="*/ 383178 w 463806"/>
                <a:gd name="connsiteY38" fmla="*/ 186513 h 385820"/>
                <a:gd name="connsiteX39" fmla="*/ 392077 w 463806"/>
                <a:gd name="connsiteY39" fmla="*/ 195412 h 385820"/>
                <a:gd name="connsiteX40" fmla="*/ 383178 w 463806"/>
                <a:gd name="connsiteY40" fmla="*/ 204311 h 385820"/>
                <a:gd name="connsiteX41" fmla="*/ 351735 w 463806"/>
                <a:gd name="connsiteY41" fmla="*/ 204311 h 385820"/>
                <a:gd name="connsiteX42" fmla="*/ 351735 w 463806"/>
                <a:gd name="connsiteY42" fmla="*/ 237591 h 385820"/>
                <a:gd name="connsiteX43" fmla="*/ 446009 w 463806"/>
                <a:gd name="connsiteY43" fmla="*/ 237591 h 385820"/>
                <a:gd name="connsiteX44" fmla="*/ 446009 w 463806"/>
                <a:gd name="connsiteY44" fmla="*/ 70299 h 385820"/>
                <a:gd name="connsiteX45" fmla="*/ 17797 w 463806"/>
                <a:gd name="connsiteY45" fmla="*/ 70299 h 385820"/>
                <a:gd name="connsiteX46" fmla="*/ 17797 w 463806"/>
                <a:gd name="connsiteY46" fmla="*/ 237591 h 385820"/>
                <a:gd name="connsiteX47" fmla="*/ 80628 w 463806"/>
                <a:gd name="connsiteY47" fmla="*/ 237591 h 385820"/>
                <a:gd name="connsiteX48" fmla="*/ 89526 w 463806"/>
                <a:gd name="connsiteY48" fmla="*/ 246490 h 385820"/>
                <a:gd name="connsiteX49" fmla="*/ 80628 w 463806"/>
                <a:gd name="connsiteY49" fmla="*/ 255388 h 385820"/>
                <a:gd name="connsiteX50" fmla="*/ 8899 w 463806"/>
                <a:gd name="connsiteY50" fmla="*/ 255388 h 385820"/>
                <a:gd name="connsiteX51" fmla="*/ 0 w 463806"/>
                <a:gd name="connsiteY51" fmla="*/ 246490 h 385820"/>
                <a:gd name="connsiteX52" fmla="*/ 0 w 463806"/>
                <a:gd name="connsiteY52" fmla="*/ 61400 h 385820"/>
                <a:gd name="connsiteX53" fmla="*/ 8899 w 463806"/>
                <a:gd name="connsiteY53" fmla="*/ 52501 h 385820"/>
                <a:gd name="connsiteX54" fmla="*/ 112065 w 463806"/>
                <a:gd name="connsiteY54" fmla="*/ 52501 h 385820"/>
                <a:gd name="connsiteX55" fmla="*/ 112065 w 463806"/>
                <a:gd name="connsiteY55" fmla="*/ 8899 h 385820"/>
                <a:gd name="connsiteX56" fmla="*/ 120963 w 463806"/>
                <a:gd name="connsiteY56" fmla="*/ 0 h 385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63806" h="385820">
                  <a:moveTo>
                    <a:pt x="321359" y="331652"/>
                  </a:moveTo>
                  <a:lnTo>
                    <a:pt x="297567" y="331681"/>
                  </a:lnTo>
                  <a:lnTo>
                    <a:pt x="297567" y="355422"/>
                  </a:lnTo>
                  <a:close/>
                  <a:moveTo>
                    <a:pt x="129862" y="204311"/>
                  </a:moveTo>
                  <a:lnTo>
                    <a:pt x="129862" y="368044"/>
                  </a:lnTo>
                  <a:lnTo>
                    <a:pt x="279756" y="368044"/>
                  </a:lnTo>
                  <a:lnTo>
                    <a:pt x="279756" y="322782"/>
                  </a:lnTo>
                  <a:cubicBezTo>
                    <a:pt x="279756" y="317868"/>
                    <a:pt x="283740" y="313884"/>
                    <a:pt x="288655" y="313884"/>
                  </a:cubicBezTo>
                  <a:lnTo>
                    <a:pt x="333937" y="313884"/>
                  </a:lnTo>
                  <a:lnTo>
                    <a:pt x="333937" y="204311"/>
                  </a:lnTo>
                  <a:close/>
                  <a:moveTo>
                    <a:pt x="44145" y="88067"/>
                  </a:moveTo>
                  <a:lnTo>
                    <a:pt x="80630" y="88067"/>
                  </a:lnTo>
                  <a:cubicBezTo>
                    <a:pt x="85544" y="88067"/>
                    <a:pt x="89528" y="92051"/>
                    <a:pt x="89528" y="96967"/>
                  </a:cubicBezTo>
                  <a:cubicBezTo>
                    <a:pt x="89528" y="101881"/>
                    <a:pt x="85544" y="105865"/>
                    <a:pt x="80630" y="105865"/>
                  </a:cubicBezTo>
                  <a:lnTo>
                    <a:pt x="44145" y="105865"/>
                  </a:lnTo>
                  <a:cubicBezTo>
                    <a:pt x="39230" y="105865"/>
                    <a:pt x="35246" y="101881"/>
                    <a:pt x="35246" y="96967"/>
                  </a:cubicBezTo>
                  <a:cubicBezTo>
                    <a:pt x="35246" y="92051"/>
                    <a:pt x="39230" y="88067"/>
                    <a:pt x="44145" y="88067"/>
                  </a:cubicBezTo>
                  <a:close/>
                  <a:moveTo>
                    <a:pt x="120963" y="0"/>
                  </a:moveTo>
                  <a:lnTo>
                    <a:pt x="342836" y="0"/>
                  </a:lnTo>
                  <a:cubicBezTo>
                    <a:pt x="347751" y="0"/>
                    <a:pt x="351735" y="3984"/>
                    <a:pt x="351735" y="8899"/>
                  </a:cubicBezTo>
                  <a:cubicBezTo>
                    <a:pt x="351735" y="13813"/>
                    <a:pt x="347751" y="17797"/>
                    <a:pt x="342836" y="17797"/>
                  </a:cubicBezTo>
                  <a:lnTo>
                    <a:pt x="129862" y="17797"/>
                  </a:lnTo>
                  <a:lnTo>
                    <a:pt x="129862" y="52473"/>
                  </a:lnTo>
                  <a:lnTo>
                    <a:pt x="454908" y="52473"/>
                  </a:lnTo>
                  <a:cubicBezTo>
                    <a:pt x="459822" y="52473"/>
                    <a:pt x="463806" y="56457"/>
                    <a:pt x="463806" y="61371"/>
                  </a:cubicBezTo>
                  <a:lnTo>
                    <a:pt x="463806" y="246461"/>
                  </a:lnTo>
                  <a:cubicBezTo>
                    <a:pt x="463806" y="251376"/>
                    <a:pt x="459822" y="255360"/>
                    <a:pt x="454908" y="255360"/>
                  </a:cubicBezTo>
                  <a:lnTo>
                    <a:pt x="351735" y="255360"/>
                  </a:lnTo>
                  <a:lnTo>
                    <a:pt x="351735" y="322818"/>
                  </a:lnTo>
                  <a:cubicBezTo>
                    <a:pt x="351734" y="325178"/>
                    <a:pt x="350797" y="327441"/>
                    <a:pt x="349129" y="329111"/>
                  </a:cubicBezTo>
                  <a:lnTo>
                    <a:pt x="294948" y="383214"/>
                  </a:lnTo>
                  <a:cubicBezTo>
                    <a:pt x="293278" y="384883"/>
                    <a:pt x="291015" y="385820"/>
                    <a:pt x="288655" y="385820"/>
                  </a:cubicBezTo>
                  <a:lnTo>
                    <a:pt x="120963" y="385820"/>
                  </a:lnTo>
                  <a:cubicBezTo>
                    <a:pt x="116049" y="385820"/>
                    <a:pt x="112065" y="381836"/>
                    <a:pt x="112065" y="376921"/>
                  </a:cubicBezTo>
                  <a:lnTo>
                    <a:pt x="112065" y="204311"/>
                  </a:lnTo>
                  <a:lnTo>
                    <a:pt x="80628" y="204311"/>
                  </a:lnTo>
                  <a:cubicBezTo>
                    <a:pt x="75713" y="204311"/>
                    <a:pt x="71729" y="200327"/>
                    <a:pt x="71729" y="195412"/>
                  </a:cubicBezTo>
                  <a:cubicBezTo>
                    <a:pt x="71729" y="190497"/>
                    <a:pt x="75713" y="186513"/>
                    <a:pt x="80628" y="186513"/>
                  </a:cubicBezTo>
                  <a:lnTo>
                    <a:pt x="383178" y="186513"/>
                  </a:lnTo>
                  <a:cubicBezTo>
                    <a:pt x="388093" y="186513"/>
                    <a:pt x="392077" y="190497"/>
                    <a:pt x="392077" y="195412"/>
                  </a:cubicBezTo>
                  <a:cubicBezTo>
                    <a:pt x="392077" y="200327"/>
                    <a:pt x="388093" y="204311"/>
                    <a:pt x="383178" y="204311"/>
                  </a:cubicBezTo>
                  <a:lnTo>
                    <a:pt x="351735" y="204311"/>
                  </a:lnTo>
                  <a:lnTo>
                    <a:pt x="351735" y="237591"/>
                  </a:lnTo>
                  <a:lnTo>
                    <a:pt x="446009" y="237591"/>
                  </a:lnTo>
                  <a:lnTo>
                    <a:pt x="446009" y="70299"/>
                  </a:lnTo>
                  <a:lnTo>
                    <a:pt x="17797" y="70299"/>
                  </a:lnTo>
                  <a:lnTo>
                    <a:pt x="17797" y="237591"/>
                  </a:lnTo>
                  <a:lnTo>
                    <a:pt x="80628" y="237591"/>
                  </a:lnTo>
                  <a:cubicBezTo>
                    <a:pt x="85542" y="237591"/>
                    <a:pt x="89526" y="241575"/>
                    <a:pt x="89526" y="246490"/>
                  </a:cubicBezTo>
                  <a:cubicBezTo>
                    <a:pt x="89526" y="251404"/>
                    <a:pt x="85542" y="255388"/>
                    <a:pt x="80628" y="255388"/>
                  </a:cubicBezTo>
                  <a:lnTo>
                    <a:pt x="8899" y="255388"/>
                  </a:lnTo>
                  <a:cubicBezTo>
                    <a:pt x="3984" y="255388"/>
                    <a:pt x="0" y="251404"/>
                    <a:pt x="0" y="246490"/>
                  </a:cubicBezTo>
                  <a:lnTo>
                    <a:pt x="0" y="61400"/>
                  </a:lnTo>
                  <a:cubicBezTo>
                    <a:pt x="0" y="56485"/>
                    <a:pt x="3984" y="52501"/>
                    <a:pt x="8899" y="52501"/>
                  </a:cubicBezTo>
                  <a:lnTo>
                    <a:pt x="112065" y="52501"/>
                  </a:lnTo>
                  <a:lnTo>
                    <a:pt x="112065" y="8899"/>
                  </a:lnTo>
                  <a:cubicBezTo>
                    <a:pt x="112065" y="3984"/>
                    <a:pt x="116049" y="0"/>
                    <a:pt x="120963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0" name="Group 289">
            <a:extLst>
              <a:ext uri="{FF2B5EF4-FFF2-40B4-BE49-F238E27FC236}">
                <a16:creationId xmlns:a16="http://schemas.microsoft.com/office/drawing/2014/main" id="{4FD13072-3AFC-2C6E-5AC9-641B0183B5B1}"/>
              </a:ext>
            </a:extLst>
          </p:cNvPr>
          <p:cNvGrpSpPr/>
          <p:nvPr/>
        </p:nvGrpSpPr>
        <p:grpSpPr>
          <a:xfrm>
            <a:off x="8921702" y="446948"/>
            <a:ext cx="454527" cy="454529"/>
            <a:chOff x="8921702" y="446948"/>
            <a:chExt cx="454527" cy="454529"/>
          </a:xfrm>
          <a:noFill/>
        </p:grpSpPr>
        <p:sp>
          <p:nvSpPr>
            <p:cNvPr id="51" name="Freeform: Shape 27">
              <a:extLst>
                <a:ext uri="{FF2B5EF4-FFF2-40B4-BE49-F238E27FC236}">
                  <a16:creationId xmlns:a16="http://schemas.microsoft.com/office/drawing/2014/main" id="{195043DB-60C0-06C6-B62D-E272419BC7D0}"/>
                </a:ext>
              </a:extLst>
            </p:cNvPr>
            <p:cNvSpPr/>
            <p:nvPr/>
          </p:nvSpPr>
          <p:spPr>
            <a:xfrm>
              <a:off x="9186029" y="711275"/>
              <a:ext cx="185090" cy="185090"/>
            </a:xfrm>
            <a:custGeom>
              <a:avLst/>
              <a:gdLst>
                <a:gd name="connsiteX0" fmla="*/ 21081 w 185089"/>
                <a:gd name="connsiteY0" fmla="*/ 17618 h 185089"/>
                <a:gd name="connsiteX1" fmla="*/ 56318 w 185089"/>
                <a:gd name="connsiteY1" fmla="*/ 17618 h 185089"/>
                <a:gd name="connsiteX2" fmla="*/ 174038 w 185089"/>
                <a:gd name="connsiteY2" fmla="*/ 135338 h 185089"/>
                <a:gd name="connsiteX3" fmla="*/ 174038 w 185089"/>
                <a:gd name="connsiteY3" fmla="*/ 170575 h 185089"/>
                <a:gd name="connsiteX4" fmla="*/ 170575 w 185089"/>
                <a:gd name="connsiteY4" fmla="*/ 174038 h 185089"/>
                <a:gd name="connsiteX5" fmla="*/ 135338 w 185089"/>
                <a:gd name="connsiteY5" fmla="*/ 174038 h 185089"/>
                <a:gd name="connsiteX6" fmla="*/ 17618 w 185089"/>
                <a:gd name="connsiteY6" fmla="*/ 56318 h 185089"/>
                <a:gd name="connsiteX7" fmla="*/ 17618 w 185089"/>
                <a:gd name="connsiteY7" fmla="*/ 21082 h 185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5089" h="185089">
                  <a:moveTo>
                    <a:pt x="21081" y="17618"/>
                  </a:moveTo>
                  <a:cubicBezTo>
                    <a:pt x="30812" y="7888"/>
                    <a:pt x="46588" y="7888"/>
                    <a:pt x="56318" y="17618"/>
                  </a:cubicBezTo>
                  <a:lnTo>
                    <a:pt x="174038" y="135338"/>
                  </a:lnTo>
                  <a:cubicBezTo>
                    <a:pt x="183768" y="145068"/>
                    <a:pt x="183768" y="160844"/>
                    <a:pt x="174038" y="170575"/>
                  </a:cubicBezTo>
                  <a:lnTo>
                    <a:pt x="170575" y="174038"/>
                  </a:lnTo>
                  <a:cubicBezTo>
                    <a:pt x="160844" y="183768"/>
                    <a:pt x="145068" y="183768"/>
                    <a:pt x="135338" y="174038"/>
                  </a:cubicBezTo>
                  <a:lnTo>
                    <a:pt x="17618" y="56318"/>
                  </a:lnTo>
                  <a:cubicBezTo>
                    <a:pt x="7888" y="46588"/>
                    <a:pt x="7888" y="30812"/>
                    <a:pt x="17618" y="21082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" name="Freeform: Shape 28">
              <a:extLst>
                <a:ext uri="{FF2B5EF4-FFF2-40B4-BE49-F238E27FC236}">
                  <a16:creationId xmlns:a16="http://schemas.microsoft.com/office/drawing/2014/main" id="{8482BD3D-CA41-C8AD-059B-3D6D7F98CE3E}"/>
                </a:ext>
              </a:extLst>
            </p:cNvPr>
            <p:cNvSpPr/>
            <p:nvPr/>
          </p:nvSpPr>
          <p:spPr>
            <a:xfrm>
              <a:off x="8921702" y="446948"/>
              <a:ext cx="454527" cy="454529"/>
            </a:xfrm>
            <a:custGeom>
              <a:avLst/>
              <a:gdLst>
                <a:gd name="connsiteX0" fmla="*/ 78626 w 454526"/>
                <a:gd name="connsiteY0" fmla="*/ 63342 h 454529"/>
                <a:gd name="connsiteX1" fmla="*/ 78626 w 454526"/>
                <a:gd name="connsiteY1" fmla="*/ 63349 h 454529"/>
                <a:gd name="connsiteX2" fmla="*/ 91075 w 454526"/>
                <a:gd name="connsiteY2" fmla="*/ 64627 h 454529"/>
                <a:gd name="connsiteX3" fmla="*/ 89860 w 454526"/>
                <a:gd name="connsiteY3" fmla="*/ 77153 h 454529"/>
                <a:gd name="connsiteX4" fmla="*/ 83176 w 454526"/>
                <a:gd name="connsiteY4" fmla="*/ 83183 h 454529"/>
                <a:gd name="connsiteX5" fmla="*/ 70589 w 454526"/>
                <a:gd name="connsiteY5" fmla="*/ 83183 h 454529"/>
                <a:gd name="connsiteX6" fmla="*/ 70589 w 454526"/>
                <a:gd name="connsiteY6" fmla="*/ 70596 h 454529"/>
                <a:gd name="connsiteX7" fmla="*/ 78626 w 454526"/>
                <a:gd name="connsiteY7" fmla="*/ 63342 h 454529"/>
                <a:gd name="connsiteX8" fmla="*/ 140280 w 454526"/>
                <a:gd name="connsiteY8" fmla="*/ 40246 h 454529"/>
                <a:gd name="connsiteX9" fmla="*/ 217124 w 454526"/>
                <a:gd name="connsiteY9" fmla="*/ 70589 h 454529"/>
                <a:gd name="connsiteX10" fmla="*/ 217124 w 454526"/>
                <a:gd name="connsiteY10" fmla="*/ 83175 h 454529"/>
                <a:gd name="connsiteX11" fmla="*/ 204538 w 454526"/>
                <a:gd name="connsiteY11" fmla="*/ 83175 h 454529"/>
                <a:gd name="connsiteX12" fmla="*/ 117566 w 454526"/>
                <a:gd name="connsiteY12" fmla="*/ 62153 h 454529"/>
                <a:gd name="connsiteX13" fmla="*/ 106372 w 454526"/>
                <a:gd name="connsiteY13" fmla="*/ 56398 h 454529"/>
                <a:gd name="connsiteX14" fmla="*/ 112128 w 454526"/>
                <a:gd name="connsiteY14" fmla="*/ 45203 h 454529"/>
                <a:gd name="connsiteX15" fmla="*/ 140280 w 454526"/>
                <a:gd name="connsiteY15" fmla="*/ 40246 h 454529"/>
                <a:gd name="connsiteX16" fmla="*/ 143853 w 454526"/>
                <a:gd name="connsiteY16" fmla="*/ 18262 h 454529"/>
                <a:gd name="connsiteX17" fmla="*/ 55042 w 454526"/>
                <a:gd name="connsiteY17" fmla="*/ 55049 h 454529"/>
                <a:gd name="connsiteX18" fmla="*/ 55042 w 454526"/>
                <a:gd name="connsiteY18" fmla="*/ 232672 h 454529"/>
                <a:gd name="connsiteX19" fmla="*/ 56244 w 454526"/>
                <a:gd name="connsiteY19" fmla="*/ 233874 h 454529"/>
                <a:gd name="connsiteX20" fmla="*/ 232665 w 454526"/>
                <a:gd name="connsiteY20" fmla="*/ 232672 h 454529"/>
                <a:gd name="connsiteX21" fmla="*/ 232665 w 454526"/>
                <a:gd name="connsiteY21" fmla="*/ 55049 h 454529"/>
                <a:gd name="connsiteX22" fmla="*/ 143853 w 454526"/>
                <a:gd name="connsiteY22" fmla="*/ 18262 h 454529"/>
                <a:gd name="connsiteX23" fmla="*/ 134696 w 454526"/>
                <a:gd name="connsiteY23" fmla="*/ 278 h 454529"/>
                <a:gd name="connsiteX24" fmla="*/ 238645 w 454526"/>
                <a:gd name="connsiteY24" fmla="*/ 35962 h 454529"/>
                <a:gd name="connsiteX25" fmla="*/ 251231 w 454526"/>
                <a:gd name="connsiteY25" fmla="*/ 238645 h 454529"/>
                <a:gd name="connsiteX26" fmla="*/ 284141 w 454526"/>
                <a:gd name="connsiteY26" fmla="*/ 271555 h 454529"/>
                <a:gd name="connsiteX27" fmla="*/ 326940 w 454526"/>
                <a:gd name="connsiteY27" fmla="*/ 275656 h 454529"/>
                <a:gd name="connsiteX28" fmla="*/ 444635 w 454526"/>
                <a:gd name="connsiteY28" fmla="*/ 393380 h 454529"/>
                <a:gd name="connsiteX29" fmla="*/ 444664 w 454526"/>
                <a:gd name="connsiteY29" fmla="*/ 441176 h 454529"/>
                <a:gd name="connsiteX30" fmla="*/ 441204 w 454526"/>
                <a:gd name="connsiteY30" fmla="*/ 444635 h 454529"/>
                <a:gd name="connsiteX31" fmla="*/ 393380 w 454526"/>
                <a:gd name="connsiteY31" fmla="*/ 444635 h 454529"/>
                <a:gd name="connsiteX32" fmla="*/ 392743 w 454526"/>
                <a:gd name="connsiteY32" fmla="*/ 443998 h 454529"/>
                <a:gd name="connsiteX33" fmla="*/ 393384 w 454526"/>
                <a:gd name="connsiteY33" fmla="*/ 431430 h 454529"/>
                <a:gd name="connsiteX34" fmla="*/ 405952 w 454526"/>
                <a:gd name="connsiteY34" fmla="*/ 432071 h 454529"/>
                <a:gd name="connsiteX35" fmla="*/ 428611 w 454526"/>
                <a:gd name="connsiteY35" fmla="*/ 432071 h 454529"/>
                <a:gd name="connsiteX36" fmla="*/ 432071 w 454526"/>
                <a:gd name="connsiteY36" fmla="*/ 428611 h 454529"/>
                <a:gd name="connsiteX37" fmla="*/ 432071 w 454526"/>
                <a:gd name="connsiteY37" fmla="*/ 405952 h 454529"/>
                <a:gd name="connsiteX38" fmla="*/ 314354 w 454526"/>
                <a:gd name="connsiteY38" fmla="*/ 288242 h 454529"/>
                <a:gd name="connsiteX39" fmla="*/ 291694 w 454526"/>
                <a:gd name="connsiteY39" fmla="*/ 288242 h 454529"/>
                <a:gd name="connsiteX40" fmla="*/ 288235 w 454526"/>
                <a:gd name="connsiteY40" fmla="*/ 291701 h 454529"/>
                <a:gd name="connsiteX41" fmla="*/ 288235 w 454526"/>
                <a:gd name="connsiteY41" fmla="*/ 314361 h 454529"/>
                <a:gd name="connsiteX42" fmla="*/ 375796 w 454526"/>
                <a:gd name="connsiteY42" fmla="*/ 401922 h 454529"/>
                <a:gd name="connsiteX43" fmla="*/ 375800 w 454526"/>
                <a:gd name="connsiteY43" fmla="*/ 414286 h 454529"/>
                <a:gd name="connsiteX44" fmla="*/ 363217 w 454526"/>
                <a:gd name="connsiteY44" fmla="*/ 414509 h 454529"/>
                <a:gd name="connsiteX45" fmla="*/ 275656 w 454526"/>
                <a:gd name="connsiteY45" fmla="*/ 326947 h 454529"/>
                <a:gd name="connsiteX46" fmla="*/ 271555 w 454526"/>
                <a:gd name="connsiteY46" fmla="*/ 284141 h 454529"/>
                <a:gd name="connsiteX47" fmla="*/ 238645 w 454526"/>
                <a:gd name="connsiteY47" fmla="*/ 251231 h 454529"/>
                <a:gd name="connsiteX48" fmla="*/ 48548 w 454526"/>
                <a:gd name="connsiteY48" fmla="*/ 251231 h 454529"/>
                <a:gd name="connsiteX49" fmla="*/ 35962 w 454526"/>
                <a:gd name="connsiteY49" fmla="*/ 48548 h 454529"/>
                <a:gd name="connsiteX50" fmla="*/ 134696 w 454526"/>
                <a:gd name="connsiteY50" fmla="*/ 278 h 454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54526" h="454529">
                  <a:moveTo>
                    <a:pt x="78626" y="63342"/>
                  </a:moveTo>
                  <a:lnTo>
                    <a:pt x="78626" y="63349"/>
                  </a:lnTo>
                  <a:cubicBezTo>
                    <a:pt x="82426" y="60292"/>
                    <a:pt x="87977" y="60862"/>
                    <a:pt x="91075" y="64627"/>
                  </a:cubicBezTo>
                  <a:cubicBezTo>
                    <a:pt x="94199" y="68421"/>
                    <a:pt x="93655" y="74030"/>
                    <a:pt x="89860" y="77153"/>
                  </a:cubicBezTo>
                  <a:cubicBezTo>
                    <a:pt x="87532" y="79050"/>
                    <a:pt x="85301" y="81062"/>
                    <a:pt x="83176" y="83183"/>
                  </a:cubicBezTo>
                  <a:cubicBezTo>
                    <a:pt x="79700" y="86658"/>
                    <a:pt x="74064" y="86658"/>
                    <a:pt x="70589" y="83183"/>
                  </a:cubicBezTo>
                  <a:cubicBezTo>
                    <a:pt x="67113" y="79707"/>
                    <a:pt x="67113" y="74072"/>
                    <a:pt x="70589" y="70596"/>
                  </a:cubicBezTo>
                  <a:cubicBezTo>
                    <a:pt x="73143" y="68043"/>
                    <a:pt x="75826" y="65622"/>
                    <a:pt x="78626" y="63342"/>
                  </a:cubicBezTo>
                  <a:close/>
                  <a:moveTo>
                    <a:pt x="140280" y="40246"/>
                  </a:moveTo>
                  <a:cubicBezTo>
                    <a:pt x="168582" y="39247"/>
                    <a:pt x="196549" y="49930"/>
                    <a:pt x="217124" y="70589"/>
                  </a:cubicBezTo>
                  <a:cubicBezTo>
                    <a:pt x="220600" y="74065"/>
                    <a:pt x="220600" y="79700"/>
                    <a:pt x="217124" y="83175"/>
                  </a:cubicBezTo>
                  <a:cubicBezTo>
                    <a:pt x="213649" y="86651"/>
                    <a:pt x="208014" y="86651"/>
                    <a:pt x="204538" y="83175"/>
                  </a:cubicBezTo>
                  <a:cubicBezTo>
                    <a:pt x="181815" y="60357"/>
                    <a:pt x="148203" y="52233"/>
                    <a:pt x="117566" y="62153"/>
                  </a:cubicBezTo>
                  <a:cubicBezTo>
                    <a:pt x="112886" y="63655"/>
                    <a:pt x="107874" y="61078"/>
                    <a:pt x="106372" y="56398"/>
                  </a:cubicBezTo>
                  <a:cubicBezTo>
                    <a:pt x="104870" y="51717"/>
                    <a:pt x="107447" y="46705"/>
                    <a:pt x="112128" y="45203"/>
                  </a:cubicBezTo>
                  <a:cubicBezTo>
                    <a:pt x="121375" y="42211"/>
                    <a:pt x="130846" y="40579"/>
                    <a:pt x="140280" y="40246"/>
                  </a:cubicBezTo>
                  <a:close/>
                  <a:moveTo>
                    <a:pt x="143853" y="18262"/>
                  </a:moveTo>
                  <a:cubicBezTo>
                    <a:pt x="111710" y="18262"/>
                    <a:pt x="79567" y="30525"/>
                    <a:pt x="55042" y="55049"/>
                  </a:cubicBezTo>
                  <a:cubicBezTo>
                    <a:pt x="5993" y="104098"/>
                    <a:pt x="5993" y="183622"/>
                    <a:pt x="55042" y="232672"/>
                  </a:cubicBezTo>
                  <a:cubicBezTo>
                    <a:pt x="55440" y="233076"/>
                    <a:pt x="55841" y="233476"/>
                    <a:pt x="56244" y="233874"/>
                  </a:cubicBezTo>
                  <a:cubicBezTo>
                    <a:pt x="105293" y="282259"/>
                    <a:pt x="184279" y="281721"/>
                    <a:pt x="232665" y="232672"/>
                  </a:cubicBezTo>
                  <a:cubicBezTo>
                    <a:pt x="281714" y="183622"/>
                    <a:pt x="281714" y="104098"/>
                    <a:pt x="232665" y="55049"/>
                  </a:cubicBezTo>
                  <a:cubicBezTo>
                    <a:pt x="208140" y="30525"/>
                    <a:pt x="175997" y="18262"/>
                    <a:pt x="143853" y="18262"/>
                  </a:cubicBezTo>
                  <a:close/>
                  <a:moveTo>
                    <a:pt x="134696" y="278"/>
                  </a:moveTo>
                  <a:cubicBezTo>
                    <a:pt x="171375" y="-2000"/>
                    <a:pt x="208922" y="9715"/>
                    <a:pt x="238645" y="35962"/>
                  </a:cubicBezTo>
                  <a:cubicBezTo>
                    <a:pt x="298090" y="88455"/>
                    <a:pt x="303725" y="179199"/>
                    <a:pt x="251231" y="238645"/>
                  </a:cubicBezTo>
                  <a:lnTo>
                    <a:pt x="284141" y="271555"/>
                  </a:lnTo>
                  <a:cubicBezTo>
                    <a:pt x="297556" y="262526"/>
                    <a:pt x="315483" y="264244"/>
                    <a:pt x="326940" y="275656"/>
                  </a:cubicBezTo>
                  <a:lnTo>
                    <a:pt x="444635" y="393380"/>
                  </a:lnTo>
                  <a:cubicBezTo>
                    <a:pt x="457812" y="406583"/>
                    <a:pt x="457825" y="427957"/>
                    <a:pt x="444664" y="441176"/>
                  </a:cubicBezTo>
                  <a:lnTo>
                    <a:pt x="441204" y="444635"/>
                  </a:lnTo>
                  <a:cubicBezTo>
                    <a:pt x="427992" y="457827"/>
                    <a:pt x="406592" y="457827"/>
                    <a:pt x="393380" y="444635"/>
                  </a:cubicBezTo>
                  <a:cubicBezTo>
                    <a:pt x="393157" y="444434"/>
                    <a:pt x="392944" y="444221"/>
                    <a:pt x="392743" y="443998"/>
                  </a:cubicBezTo>
                  <a:cubicBezTo>
                    <a:pt x="389449" y="440351"/>
                    <a:pt x="389736" y="434724"/>
                    <a:pt x="393384" y="431430"/>
                  </a:cubicBezTo>
                  <a:cubicBezTo>
                    <a:pt x="397031" y="428136"/>
                    <a:pt x="402658" y="428423"/>
                    <a:pt x="405952" y="432071"/>
                  </a:cubicBezTo>
                  <a:cubicBezTo>
                    <a:pt x="412214" y="438315"/>
                    <a:pt x="422348" y="438315"/>
                    <a:pt x="428611" y="432071"/>
                  </a:cubicBezTo>
                  <a:lnTo>
                    <a:pt x="432071" y="428611"/>
                  </a:lnTo>
                  <a:cubicBezTo>
                    <a:pt x="438315" y="422348"/>
                    <a:pt x="438315" y="412214"/>
                    <a:pt x="432071" y="405952"/>
                  </a:cubicBezTo>
                  <a:lnTo>
                    <a:pt x="314354" y="288242"/>
                  </a:lnTo>
                  <a:cubicBezTo>
                    <a:pt x="308091" y="281997"/>
                    <a:pt x="297957" y="281997"/>
                    <a:pt x="291694" y="288242"/>
                  </a:cubicBezTo>
                  <a:lnTo>
                    <a:pt x="288235" y="291701"/>
                  </a:lnTo>
                  <a:cubicBezTo>
                    <a:pt x="281990" y="297964"/>
                    <a:pt x="281990" y="308098"/>
                    <a:pt x="288235" y="314361"/>
                  </a:cubicBezTo>
                  <a:lnTo>
                    <a:pt x="375796" y="401922"/>
                  </a:lnTo>
                  <a:cubicBezTo>
                    <a:pt x="379128" y="405370"/>
                    <a:pt x="379129" y="410837"/>
                    <a:pt x="375800" y="414286"/>
                  </a:cubicBezTo>
                  <a:cubicBezTo>
                    <a:pt x="372387" y="417822"/>
                    <a:pt x="366753" y="417922"/>
                    <a:pt x="363217" y="414509"/>
                  </a:cubicBezTo>
                  <a:lnTo>
                    <a:pt x="275656" y="326947"/>
                  </a:lnTo>
                  <a:cubicBezTo>
                    <a:pt x="264235" y="315492"/>
                    <a:pt x="262517" y="297556"/>
                    <a:pt x="271555" y="284141"/>
                  </a:cubicBezTo>
                  <a:lnTo>
                    <a:pt x="238645" y="251231"/>
                  </a:lnTo>
                  <a:cubicBezTo>
                    <a:pt x="184348" y="299177"/>
                    <a:pt x="102843" y="299177"/>
                    <a:pt x="48548" y="251231"/>
                  </a:cubicBezTo>
                  <a:cubicBezTo>
                    <a:pt x="-10897" y="198736"/>
                    <a:pt x="-16532" y="107992"/>
                    <a:pt x="35962" y="48548"/>
                  </a:cubicBezTo>
                  <a:cubicBezTo>
                    <a:pt x="62209" y="18826"/>
                    <a:pt x="98018" y="2556"/>
                    <a:pt x="134696" y="278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3" name="Group 288">
            <a:extLst>
              <a:ext uri="{FF2B5EF4-FFF2-40B4-BE49-F238E27FC236}">
                <a16:creationId xmlns:a16="http://schemas.microsoft.com/office/drawing/2014/main" id="{1767E02A-3164-E919-62D3-90BD4B70842F}"/>
              </a:ext>
            </a:extLst>
          </p:cNvPr>
          <p:cNvGrpSpPr/>
          <p:nvPr/>
        </p:nvGrpSpPr>
        <p:grpSpPr>
          <a:xfrm>
            <a:off x="9934635" y="472171"/>
            <a:ext cx="463807" cy="404283"/>
            <a:chOff x="9934635" y="472171"/>
            <a:chExt cx="463807" cy="404283"/>
          </a:xfrm>
          <a:noFill/>
        </p:grpSpPr>
        <p:sp>
          <p:nvSpPr>
            <p:cNvPr id="54" name="Freeform: Shape 30">
              <a:extLst>
                <a:ext uri="{FF2B5EF4-FFF2-40B4-BE49-F238E27FC236}">
                  <a16:creationId xmlns:a16="http://schemas.microsoft.com/office/drawing/2014/main" id="{740864B6-F4F1-25FB-9046-2D8152866299}"/>
                </a:ext>
              </a:extLst>
            </p:cNvPr>
            <p:cNvSpPr/>
            <p:nvPr/>
          </p:nvSpPr>
          <p:spPr>
            <a:xfrm>
              <a:off x="9943534" y="553137"/>
              <a:ext cx="446011" cy="314418"/>
            </a:xfrm>
            <a:custGeom>
              <a:avLst/>
              <a:gdLst>
                <a:gd name="connsiteX0" fmla="*/ 0 w 446010"/>
                <a:gd name="connsiteY0" fmla="*/ 262215 h 314418"/>
                <a:gd name="connsiteX1" fmla="*/ 446010 w 446010"/>
                <a:gd name="connsiteY1" fmla="*/ 262215 h 314418"/>
                <a:gd name="connsiteX2" fmla="*/ 393808 w 446010"/>
                <a:gd name="connsiteY2" fmla="*/ 314418 h 314418"/>
                <a:gd name="connsiteX3" fmla="*/ 52202 w 446010"/>
                <a:gd name="connsiteY3" fmla="*/ 314418 h 314418"/>
                <a:gd name="connsiteX4" fmla="*/ 0 w 446010"/>
                <a:gd name="connsiteY4" fmla="*/ 262215 h 314418"/>
                <a:gd name="connsiteX5" fmla="*/ 307095 w 446010"/>
                <a:gd name="connsiteY5" fmla="*/ 0 h 314418"/>
                <a:gd name="connsiteX6" fmla="*/ 422787 w 446010"/>
                <a:gd name="connsiteY6" fmla="*/ 0 h 314418"/>
                <a:gd name="connsiteX7" fmla="*/ 422787 w 446010"/>
                <a:gd name="connsiteY7" fmla="*/ 262208 h 314418"/>
                <a:gd name="connsiteX8" fmla="*/ 384581 w 446010"/>
                <a:gd name="connsiteY8" fmla="*/ 262208 h 314418"/>
                <a:gd name="connsiteX9" fmla="*/ 384581 w 446010"/>
                <a:gd name="connsiteY9" fmla="*/ 35110 h 314418"/>
                <a:gd name="connsiteX10" fmla="*/ 306236 w 446010"/>
                <a:gd name="connsiteY10" fmla="*/ 35110 h 314418"/>
                <a:gd name="connsiteX11" fmla="*/ 310210 w 446010"/>
                <a:gd name="connsiteY11" fmla="*/ 15427 h 314418"/>
                <a:gd name="connsiteX12" fmla="*/ 23213 w 446010"/>
                <a:gd name="connsiteY12" fmla="*/ 0 h 314418"/>
                <a:gd name="connsiteX13" fmla="*/ 138914 w 446010"/>
                <a:gd name="connsiteY13" fmla="*/ 0 h 314418"/>
                <a:gd name="connsiteX14" fmla="*/ 135799 w 446010"/>
                <a:gd name="connsiteY14" fmla="*/ 15427 h 314418"/>
                <a:gd name="connsiteX15" fmla="*/ 139773 w 446010"/>
                <a:gd name="connsiteY15" fmla="*/ 35110 h 314418"/>
                <a:gd name="connsiteX16" fmla="*/ 61420 w 446010"/>
                <a:gd name="connsiteY16" fmla="*/ 35110 h 314418"/>
                <a:gd name="connsiteX17" fmla="*/ 61420 w 446010"/>
                <a:gd name="connsiteY17" fmla="*/ 262208 h 314418"/>
                <a:gd name="connsiteX18" fmla="*/ 23213 w 446010"/>
                <a:gd name="connsiteY18" fmla="*/ 262208 h 314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6010" h="314418">
                  <a:moveTo>
                    <a:pt x="0" y="262215"/>
                  </a:moveTo>
                  <a:lnTo>
                    <a:pt x="446010" y="262215"/>
                  </a:lnTo>
                  <a:cubicBezTo>
                    <a:pt x="446010" y="291047"/>
                    <a:pt x="422638" y="314418"/>
                    <a:pt x="393808" y="314418"/>
                  </a:cubicBezTo>
                  <a:lnTo>
                    <a:pt x="52202" y="314418"/>
                  </a:lnTo>
                  <a:cubicBezTo>
                    <a:pt x="23372" y="314418"/>
                    <a:pt x="0" y="291047"/>
                    <a:pt x="0" y="262215"/>
                  </a:cubicBezTo>
                  <a:close/>
                  <a:moveTo>
                    <a:pt x="307095" y="0"/>
                  </a:moveTo>
                  <a:lnTo>
                    <a:pt x="422787" y="0"/>
                  </a:lnTo>
                  <a:lnTo>
                    <a:pt x="422787" y="262208"/>
                  </a:lnTo>
                  <a:lnTo>
                    <a:pt x="384581" y="262208"/>
                  </a:lnTo>
                  <a:lnTo>
                    <a:pt x="384581" y="35110"/>
                  </a:lnTo>
                  <a:lnTo>
                    <a:pt x="306236" y="35110"/>
                  </a:lnTo>
                  <a:lnTo>
                    <a:pt x="310210" y="15427"/>
                  </a:lnTo>
                  <a:close/>
                  <a:moveTo>
                    <a:pt x="23213" y="0"/>
                  </a:moveTo>
                  <a:lnTo>
                    <a:pt x="138914" y="0"/>
                  </a:lnTo>
                  <a:lnTo>
                    <a:pt x="135799" y="15427"/>
                  </a:lnTo>
                  <a:lnTo>
                    <a:pt x="139773" y="35110"/>
                  </a:lnTo>
                  <a:lnTo>
                    <a:pt x="61420" y="35110"/>
                  </a:lnTo>
                  <a:lnTo>
                    <a:pt x="61420" y="262208"/>
                  </a:lnTo>
                  <a:lnTo>
                    <a:pt x="23213" y="262208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" name="Freeform: Shape 31">
              <a:extLst>
                <a:ext uri="{FF2B5EF4-FFF2-40B4-BE49-F238E27FC236}">
                  <a16:creationId xmlns:a16="http://schemas.microsoft.com/office/drawing/2014/main" id="{564DF96F-DCEC-4B9B-1DEA-78E7C3928FC6}"/>
                </a:ext>
              </a:extLst>
            </p:cNvPr>
            <p:cNvSpPr/>
            <p:nvPr/>
          </p:nvSpPr>
          <p:spPr>
            <a:xfrm>
              <a:off x="9934635" y="472171"/>
              <a:ext cx="463807" cy="404283"/>
            </a:xfrm>
            <a:custGeom>
              <a:avLst/>
              <a:gdLst>
                <a:gd name="connsiteX0" fmla="*/ 202539 w 463806"/>
                <a:gd name="connsiteY0" fmla="*/ 360381 h 404283"/>
                <a:gd name="connsiteX1" fmla="*/ 261269 w 463806"/>
                <a:gd name="connsiteY1" fmla="*/ 360381 h 404283"/>
                <a:gd name="connsiteX2" fmla="*/ 270167 w 463806"/>
                <a:gd name="connsiteY2" fmla="*/ 369281 h 404283"/>
                <a:gd name="connsiteX3" fmla="*/ 261269 w 463806"/>
                <a:gd name="connsiteY3" fmla="*/ 378179 h 404283"/>
                <a:gd name="connsiteX4" fmla="*/ 202539 w 463806"/>
                <a:gd name="connsiteY4" fmla="*/ 378179 h 404283"/>
                <a:gd name="connsiteX5" fmla="*/ 193640 w 463806"/>
                <a:gd name="connsiteY5" fmla="*/ 369281 h 404283"/>
                <a:gd name="connsiteX6" fmla="*/ 202539 w 463806"/>
                <a:gd name="connsiteY6" fmla="*/ 360381 h 404283"/>
                <a:gd name="connsiteX7" fmla="*/ 18715 w 463806"/>
                <a:gd name="connsiteY7" fmla="*/ 352081 h 404283"/>
                <a:gd name="connsiteX8" fmla="*/ 61101 w 463806"/>
                <a:gd name="connsiteY8" fmla="*/ 386486 h 404283"/>
                <a:gd name="connsiteX9" fmla="*/ 402705 w 463806"/>
                <a:gd name="connsiteY9" fmla="*/ 386486 h 404283"/>
                <a:gd name="connsiteX10" fmla="*/ 445091 w 463806"/>
                <a:gd name="connsiteY10" fmla="*/ 352081 h 404283"/>
                <a:gd name="connsiteX11" fmla="*/ 225661 w 463806"/>
                <a:gd name="connsiteY11" fmla="*/ 51217 h 404283"/>
                <a:gd name="connsiteX12" fmla="*/ 238161 w 463806"/>
                <a:gd name="connsiteY12" fmla="*/ 51217 h 404283"/>
                <a:gd name="connsiteX13" fmla="*/ 274197 w 463806"/>
                <a:gd name="connsiteY13" fmla="*/ 86811 h 404283"/>
                <a:gd name="connsiteX14" fmla="*/ 274277 w 463806"/>
                <a:gd name="connsiteY14" fmla="*/ 99192 h 404283"/>
                <a:gd name="connsiteX15" fmla="*/ 261696 w 463806"/>
                <a:gd name="connsiteY15" fmla="*/ 99476 h 404283"/>
                <a:gd name="connsiteX16" fmla="*/ 240802 w 463806"/>
                <a:gd name="connsiteY16" fmla="*/ 78831 h 404283"/>
                <a:gd name="connsiteX17" fmla="*/ 240802 w 463806"/>
                <a:gd name="connsiteY17" fmla="*/ 138509 h 404283"/>
                <a:gd name="connsiteX18" fmla="*/ 231904 w 463806"/>
                <a:gd name="connsiteY18" fmla="*/ 147407 h 404283"/>
                <a:gd name="connsiteX19" fmla="*/ 223005 w 463806"/>
                <a:gd name="connsiteY19" fmla="*/ 138509 h 404283"/>
                <a:gd name="connsiteX20" fmla="*/ 223005 w 463806"/>
                <a:gd name="connsiteY20" fmla="*/ 78824 h 404283"/>
                <a:gd name="connsiteX21" fmla="*/ 202112 w 463806"/>
                <a:gd name="connsiteY21" fmla="*/ 99469 h 404283"/>
                <a:gd name="connsiteX22" fmla="*/ 202126 w 463806"/>
                <a:gd name="connsiteY22" fmla="*/ 99476 h 404283"/>
                <a:gd name="connsiteX23" fmla="*/ 189746 w 463806"/>
                <a:gd name="connsiteY23" fmla="*/ 99396 h 404283"/>
                <a:gd name="connsiteX24" fmla="*/ 189625 w 463806"/>
                <a:gd name="connsiteY24" fmla="*/ 86811 h 404283"/>
                <a:gd name="connsiteX25" fmla="*/ 231903 w 463806"/>
                <a:gd name="connsiteY25" fmla="*/ 18085 h 404283"/>
                <a:gd name="connsiteX26" fmla="*/ 153596 w 463806"/>
                <a:gd name="connsiteY26" fmla="*/ 96392 h 404283"/>
                <a:gd name="connsiteX27" fmla="*/ 231903 w 463806"/>
                <a:gd name="connsiteY27" fmla="*/ 174700 h 404283"/>
                <a:gd name="connsiteX28" fmla="*/ 310210 w 463806"/>
                <a:gd name="connsiteY28" fmla="*/ 96392 h 404283"/>
                <a:gd name="connsiteX29" fmla="*/ 231903 w 463806"/>
                <a:gd name="connsiteY29" fmla="*/ 18085 h 404283"/>
                <a:gd name="connsiteX30" fmla="*/ 245912 w 463806"/>
                <a:gd name="connsiteY30" fmla="*/ 1040 h 404283"/>
                <a:gd name="connsiteX31" fmla="*/ 324768 w 463806"/>
                <a:gd name="connsiteY31" fmla="*/ 72067 h 404283"/>
                <a:gd name="connsiteX32" fmla="*/ 431686 w 463806"/>
                <a:gd name="connsiteY32" fmla="*/ 72067 h 404283"/>
                <a:gd name="connsiteX33" fmla="*/ 440585 w 463806"/>
                <a:gd name="connsiteY33" fmla="*/ 80966 h 404283"/>
                <a:gd name="connsiteX34" fmla="*/ 440585 w 463806"/>
                <a:gd name="connsiteY34" fmla="*/ 300761 h 404283"/>
                <a:gd name="connsiteX35" fmla="*/ 431686 w 463806"/>
                <a:gd name="connsiteY35" fmla="*/ 309659 h 404283"/>
                <a:gd name="connsiteX36" fmla="*/ 422788 w 463806"/>
                <a:gd name="connsiteY36" fmla="*/ 300761 h 404283"/>
                <a:gd name="connsiteX37" fmla="*/ 422788 w 463806"/>
                <a:gd name="connsiteY37" fmla="*/ 89864 h 404283"/>
                <a:gd name="connsiteX38" fmla="*/ 327680 w 463806"/>
                <a:gd name="connsiteY38" fmla="*/ 89864 h 404283"/>
                <a:gd name="connsiteX39" fmla="*/ 328008 w 463806"/>
                <a:gd name="connsiteY39" fmla="*/ 96392 h 404283"/>
                <a:gd name="connsiteX40" fmla="*/ 260466 w 463806"/>
                <a:gd name="connsiteY40" fmla="*/ 188175 h 404283"/>
                <a:gd name="connsiteX41" fmla="*/ 140141 w 463806"/>
                <a:gd name="connsiteY41" fmla="*/ 124974 h 404283"/>
                <a:gd name="connsiteX42" fmla="*/ 79226 w 463806"/>
                <a:gd name="connsiteY42" fmla="*/ 124974 h 404283"/>
                <a:gd name="connsiteX43" fmla="*/ 79226 w 463806"/>
                <a:gd name="connsiteY43" fmla="*/ 334269 h 404283"/>
                <a:gd name="connsiteX44" fmla="*/ 384602 w 463806"/>
                <a:gd name="connsiteY44" fmla="*/ 334269 h 404283"/>
                <a:gd name="connsiteX45" fmla="*/ 384602 w 463806"/>
                <a:gd name="connsiteY45" fmla="*/ 124974 h 404283"/>
                <a:gd name="connsiteX46" fmla="*/ 358263 w 463806"/>
                <a:gd name="connsiteY46" fmla="*/ 124974 h 404283"/>
                <a:gd name="connsiteX47" fmla="*/ 349364 w 463806"/>
                <a:gd name="connsiteY47" fmla="*/ 116076 h 404283"/>
                <a:gd name="connsiteX48" fmla="*/ 358263 w 463806"/>
                <a:gd name="connsiteY48" fmla="*/ 107177 h 404283"/>
                <a:gd name="connsiteX49" fmla="*/ 393479 w 463806"/>
                <a:gd name="connsiteY49" fmla="*/ 107177 h 404283"/>
                <a:gd name="connsiteX50" fmla="*/ 402378 w 463806"/>
                <a:gd name="connsiteY50" fmla="*/ 116076 h 404283"/>
                <a:gd name="connsiteX51" fmla="*/ 402378 w 463806"/>
                <a:gd name="connsiteY51" fmla="*/ 334284 h 404283"/>
                <a:gd name="connsiteX52" fmla="*/ 454908 w 463806"/>
                <a:gd name="connsiteY52" fmla="*/ 334284 h 404283"/>
                <a:gd name="connsiteX53" fmla="*/ 463806 w 463806"/>
                <a:gd name="connsiteY53" fmla="*/ 343182 h 404283"/>
                <a:gd name="connsiteX54" fmla="*/ 402705 w 463806"/>
                <a:gd name="connsiteY54" fmla="*/ 404283 h 404283"/>
                <a:gd name="connsiteX55" fmla="*/ 61101 w 463806"/>
                <a:gd name="connsiteY55" fmla="*/ 404283 h 404283"/>
                <a:gd name="connsiteX56" fmla="*/ 0 w 463806"/>
                <a:gd name="connsiteY56" fmla="*/ 343182 h 404283"/>
                <a:gd name="connsiteX57" fmla="*/ 8899 w 463806"/>
                <a:gd name="connsiteY57" fmla="*/ 334284 h 404283"/>
                <a:gd name="connsiteX58" fmla="*/ 23215 w 463806"/>
                <a:gd name="connsiteY58" fmla="*/ 334284 h 404283"/>
                <a:gd name="connsiteX59" fmla="*/ 23215 w 463806"/>
                <a:gd name="connsiteY59" fmla="*/ 80966 h 404283"/>
                <a:gd name="connsiteX60" fmla="*/ 32113 w 463806"/>
                <a:gd name="connsiteY60" fmla="*/ 72067 h 404283"/>
                <a:gd name="connsiteX61" fmla="*/ 101984 w 463806"/>
                <a:gd name="connsiteY61" fmla="*/ 72067 h 404283"/>
                <a:gd name="connsiteX62" fmla="*/ 110883 w 463806"/>
                <a:gd name="connsiteY62" fmla="*/ 80966 h 404283"/>
                <a:gd name="connsiteX63" fmla="*/ 101984 w 463806"/>
                <a:gd name="connsiteY63" fmla="*/ 89864 h 404283"/>
                <a:gd name="connsiteX64" fmla="*/ 41012 w 463806"/>
                <a:gd name="connsiteY64" fmla="*/ 89864 h 404283"/>
                <a:gd name="connsiteX65" fmla="*/ 41012 w 463806"/>
                <a:gd name="connsiteY65" fmla="*/ 334284 h 404283"/>
                <a:gd name="connsiteX66" fmla="*/ 61407 w 463806"/>
                <a:gd name="connsiteY66" fmla="*/ 334284 h 404283"/>
                <a:gd name="connsiteX67" fmla="*/ 61407 w 463806"/>
                <a:gd name="connsiteY67" fmla="*/ 116076 h 404283"/>
                <a:gd name="connsiteX68" fmla="*/ 70306 w 463806"/>
                <a:gd name="connsiteY68" fmla="*/ 107177 h 404283"/>
                <a:gd name="connsiteX69" fmla="*/ 136447 w 463806"/>
                <a:gd name="connsiteY69" fmla="*/ 107177 h 404283"/>
                <a:gd name="connsiteX70" fmla="*/ 207842 w 463806"/>
                <a:gd name="connsiteY70" fmla="*/ 3060 h 404283"/>
                <a:gd name="connsiteX71" fmla="*/ 245912 w 463806"/>
                <a:gd name="connsiteY71" fmla="*/ 1040 h 404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63806" h="404283">
                  <a:moveTo>
                    <a:pt x="202539" y="360381"/>
                  </a:moveTo>
                  <a:lnTo>
                    <a:pt x="261269" y="360381"/>
                  </a:lnTo>
                  <a:cubicBezTo>
                    <a:pt x="266183" y="360381"/>
                    <a:pt x="270167" y="364365"/>
                    <a:pt x="270167" y="369281"/>
                  </a:cubicBezTo>
                  <a:cubicBezTo>
                    <a:pt x="270167" y="374195"/>
                    <a:pt x="266183" y="378179"/>
                    <a:pt x="261269" y="378179"/>
                  </a:cubicBezTo>
                  <a:lnTo>
                    <a:pt x="202539" y="378179"/>
                  </a:lnTo>
                  <a:cubicBezTo>
                    <a:pt x="197624" y="378179"/>
                    <a:pt x="193640" y="374195"/>
                    <a:pt x="193640" y="369281"/>
                  </a:cubicBezTo>
                  <a:cubicBezTo>
                    <a:pt x="193640" y="364365"/>
                    <a:pt x="197624" y="360381"/>
                    <a:pt x="202539" y="360381"/>
                  </a:cubicBezTo>
                  <a:close/>
                  <a:moveTo>
                    <a:pt x="18715" y="352081"/>
                  </a:moveTo>
                  <a:cubicBezTo>
                    <a:pt x="22953" y="372115"/>
                    <a:pt x="40623" y="386459"/>
                    <a:pt x="61101" y="386486"/>
                  </a:cubicBezTo>
                  <a:lnTo>
                    <a:pt x="402705" y="386486"/>
                  </a:lnTo>
                  <a:cubicBezTo>
                    <a:pt x="423183" y="386459"/>
                    <a:pt x="440854" y="372115"/>
                    <a:pt x="445091" y="352081"/>
                  </a:cubicBezTo>
                  <a:close/>
                  <a:moveTo>
                    <a:pt x="225661" y="51217"/>
                  </a:moveTo>
                  <a:cubicBezTo>
                    <a:pt x="229126" y="47797"/>
                    <a:pt x="234696" y="47797"/>
                    <a:pt x="238161" y="51217"/>
                  </a:cubicBezTo>
                  <a:lnTo>
                    <a:pt x="274197" y="86811"/>
                  </a:lnTo>
                  <a:cubicBezTo>
                    <a:pt x="277560" y="90240"/>
                    <a:pt x="277596" y="95720"/>
                    <a:pt x="274277" y="99192"/>
                  </a:cubicBezTo>
                  <a:cubicBezTo>
                    <a:pt x="270882" y="102744"/>
                    <a:pt x="265249" y="102872"/>
                    <a:pt x="261696" y="99476"/>
                  </a:cubicBezTo>
                  <a:lnTo>
                    <a:pt x="240802" y="78831"/>
                  </a:lnTo>
                  <a:lnTo>
                    <a:pt x="240802" y="138509"/>
                  </a:lnTo>
                  <a:cubicBezTo>
                    <a:pt x="240802" y="143423"/>
                    <a:pt x="236818" y="147407"/>
                    <a:pt x="231904" y="147407"/>
                  </a:cubicBezTo>
                  <a:cubicBezTo>
                    <a:pt x="226989" y="147407"/>
                    <a:pt x="223005" y="143423"/>
                    <a:pt x="223005" y="138509"/>
                  </a:cubicBezTo>
                  <a:lnTo>
                    <a:pt x="223005" y="78824"/>
                  </a:lnTo>
                  <a:lnTo>
                    <a:pt x="202112" y="99469"/>
                  </a:lnTo>
                  <a:lnTo>
                    <a:pt x="202126" y="99476"/>
                  </a:lnTo>
                  <a:cubicBezTo>
                    <a:pt x="198654" y="102795"/>
                    <a:pt x="193175" y="102759"/>
                    <a:pt x="189746" y="99396"/>
                  </a:cubicBezTo>
                  <a:cubicBezTo>
                    <a:pt x="186238" y="95954"/>
                    <a:pt x="186184" y="90319"/>
                    <a:pt x="189625" y="86811"/>
                  </a:cubicBezTo>
                  <a:close/>
                  <a:moveTo>
                    <a:pt x="231903" y="18085"/>
                  </a:moveTo>
                  <a:cubicBezTo>
                    <a:pt x="188675" y="18132"/>
                    <a:pt x="153643" y="53164"/>
                    <a:pt x="153596" y="96392"/>
                  </a:cubicBezTo>
                  <a:cubicBezTo>
                    <a:pt x="153596" y="139640"/>
                    <a:pt x="188655" y="174700"/>
                    <a:pt x="231903" y="174700"/>
                  </a:cubicBezTo>
                  <a:cubicBezTo>
                    <a:pt x="275151" y="174700"/>
                    <a:pt x="310210" y="139640"/>
                    <a:pt x="310210" y="96392"/>
                  </a:cubicBezTo>
                  <a:cubicBezTo>
                    <a:pt x="310210" y="53144"/>
                    <a:pt x="275151" y="18085"/>
                    <a:pt x="231903" y="18085"/>
                  </a:cubicBezTo>
                  <a:close/>
                  <a:moveTo>
                    <a:pt x="245912" y="1040"/>
                  </a:moveTo>
                  <a:cubicBezTo>
                    <a:pt x="282916" y="6554"/>
                    <a:pt x="314844" y="33559"/>
                    <a:pt x="324768" y="72067"/>
                  </a:cubicBezTo>
                  <a:lnTo>
                    <a:pt x="431686" y="72067"/>
                  </a:lnTo>
                  <a:cubicBezTo>
                    <a:pt x="436601" y="72067"/>
                    <a:pt x="440585" y="76051"/>
                    <a:pt x="440585" y="80966"/>
                  </a:cubicBezTo>
                  <a:lnTo>
                    <a:pt x="440585" y="300761"/>
                  </a:lnTo>
                  <a:cubicBezTo>
                    <a:pt x="440585" y="305675"/>
                    <a:pt x="436601" y="309659"/>
                    <a:pt x="431686" y="309659"/>
                  </a:cubicBezTo>
                  <a:cubicBezTo>
                    <a:pt x="426772" y="309659"/>
                    <a:pt x="422788" y="305675"/>
                    <a:pt x="422788" y="300761"/>
                  </a:cubicBezTo>
                  <a:lnTo>
                    <a:pt x="422788" y="89864"/>
                  </a:lnTo>
                  <a:lnTo>
                    <a:pt x="327680" y="89864"/>
                  </a:lnTo>
                  <a:cubicBezTo>
                    <a:pt x="327822" y="92029"/>
                    <a:pt x="328008" y="94193"/>
                    <a:pt x="328008" y="96392"/>
                  </a:cubicBezTo>
                  <a:cubicBezTo>
                    <a:pt x="328016" y="138474"/>
                    <a:pt x="300646" y="175667"/>
                    <a:pt x="260466" y="188175"/>
                  </a:cubicBezTo>
                  <a:cubicBezTo>
                    <a:pt x="209787" y="203949"/>
                    <a:pt x="155916" y="175653"/>
                    <a:pt x="140141" y="124974"/>
                  </a:cubicBezTo>
                  <a:lnTo>
                    <a:pt x="79226" y="124974"/>
                  </a:lnTo>
                  <a:lnTo>
                    <a:pt x="79226" y="334269"/>
                  </a:lnTo>
                  <a:lnTo>
                    <a:pt x="384602" y="334269"/>
                  </a:lnTo>
                  <a:lnTo>
                    <a:pt x="384602" y="124974"/>
                  </a:lnTo>
                  <a:lnTo>
                    <a:pt x="358263" y="124974"/>
                  </a:lnTo>
                  <a:cubicBezTo>
                    <a:pt x="353348" y="124974"/>
                    <a:pt x="349364" y="120990"/>
                    <a:pt x="349364" y="116076"/>
                  </a:cubicBezTo>
                  <a:cubicBezTo>
                    <a:pt x="349364" y="111161"/>
                    <a:pt x="353348" y="107177"/>
                    <a:pt x="358263" y="107177"/>
                  </a:cubicBezTo>
                  <a:lnTo>
                    <a:pt x="393479" y="107177"/>
                  </a:lnTo>
                  <a:cubicBezTo>
                    <a:pt x="398394" y="107177"/>
                    <a:pt x="402378" y="111161"/>
                    <a:pt x="402378" y="116076"/>
                  </a:cubicBezTo>
                  <a:lnTo>
                    <a:pt x="402378" y="334284"/>
                  </a:lnTo>
                  <a:lnTo>
                    <a:pt x="454908" y="334284"/>
                  </a:lnTo>
                  <a:cubicBezTo>
                    <a:pt x="459822" y="334284"/>
                    <a:pt x="463806" y="338268"/>
                    <a:pt x="463806" y="343182"/>
                  </a:cubicBezTo>
                  <a:cubicBezTo>
                    <a:pt x="463767" y="376911"/>
                    <a:pt x="436434" y="404244"/>
                    <a:pt x="402705" y="404283"/>
                  </a:cubicBezTo>
                  <a:lnTo>
                    <a:pt x="61101" y="404283"/>
                  </a:lnTo>
                  <a:cubicBezTo>
                    <a:pt x="27372" y="404244"/>
                    <a:pt x="39" y="376911"/>
                    <a:pt x="0" y="343182"/>
                  </a:cubicBezTo>
                  <a:cubicBezTo>
                    <a:pt x="0" y="338268"/>
                    <a:pt x="3984" y="334284"/>
                    <a:pt x="8899" y="334284"/>
                  </a:cubicBezTo>
                  <a:lnTo>
                    <a:pt x="23215" y="334284"/>
                  </a:lnTo>
                  <a:lnTo>
                    <a:pt x="23215" y="80966"/>
                  </a:lnTo>
                  <a:cubicBezTo>
                    <a:pt x="23215" y="76051"/>
                    <a:pt x="27199" y="72067"/>
                    <a:pt x="32113" y="72067"/>
                  </a:cubicBezTo>
                  <a:lnTo>
                    <a:pt x="101984" y="72067"/>
                  </a:lnTo>
                  <a:cubicBezTo>
                    <a:pt x="106899" y="72067"/>
                    <a:pt x="110883" y="76051"/>
                    <a:pt x="110883" y="80966"/>
                  </a:cubicBezTo>
                  <a:cubicBezTo>
                    <a:pt x="110883" y="85880"/>
                    <a:pt x="106899" y="89864"/>
                    <a:pt x="101984" y="89864"/>
                  </a:cubicBezTo>
                  <a:lnTo>
                    <a:pt x="41012" y="89864"/>
                  </a:lnTo>
                  <a:lnTo>
                    <a:pt x="41012" y="334284"/>
                  </a:lnTo>
                  <a:lnTo>
                    <a:pt x="61407" y="334284"/>
                  </a:lnTo>
                  <a:lnTo>
                    <a:pt x="61407" y="116076"/>
                  </a:lnTo>
                  <a:cubicBezTo>
                    <a:pt x="61407" y="111161"/>
                    <a:pt x="65391" y="107177"/>
                    <a:pt x="70306" y="107177"/>
                  </a:cubicBezTo>
                  <a:lnTo>
                    <a:pt x="136447" y="107177"/>
                  </a:lnTo>
                  <a:cubicBezTo>
                    <a:pt x="130872" y="59504"/>
                    <a:pt x="161363" y="15039"/>
                    <a:pt x="207842" y="3060"/>
                  </a:cubicBezTo>
                  <a:cubicBezTo>
                    <a:pt x="220678" y="-248"/>
                    <a:pt x="233577" y="-798"/>
                    <a:pt x="245912" y="104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6" name="Group 287">
            <a:extLst>
              <a:ext uri="{FF2B5EF4-FFF2-40B4-BE49-F238E27FC236}">
                <a16:creationId xmlns:a16="http://schemas.microsoft.com/office/drawing/2014/main" id="{294C0254-29FB-BF28-F7CD-FCA2702A42A6}"/>
              </a:ext>
            </a:extLst>
          </p:cNvPr>
          <p:cNvGrpSpPr/>
          <p:nvPr/>
        </p:nvGrpSpPr>
        <p:grpSpPr>
          <a:xfrm>
            <a:off x="11011147" y="442551"/>
            <a:ext cx="345420" cy="463815"/>
            <a:chOff x="11011147" y="442551"/>
            <a:chExt cx="345420" cy="463815"/>
          </a:xfrm>
          <a:noFill/>
        </p:grpSpPr>
        <p:sp>
          <p:nvSpPr>
            <p:cNvPr id="57" name="Freeform: Shape 33">
              <a:extLst>
                <a:ext uri="{FF2B5EF4-FFF2-40B4-BE49-F238E27FC236}">
                  <a16:creationId xmlns:a16="http://schemas.microsoft.com/office/drawing/2014/main" id="{35679A53-C0B1-9CF4-62E3-743A0CC27E3D}"/>
                </a:ext>
              </a:extLst>
            </p:cNvPr>
            <p:cNvSpPr/>
            <p:nvPr/>
          </p:nvSpPr>
          <p:spPr>
            <a:xfrm>
              <a:off x="11047191" y="848277"/>
              <a:ext cx="256278" cy="42713"/>
            </a:xfrm>
            <a:custGeom>
              <a:avLst/>
              <a:gdLst>
                <a:gd name="connsiteX0" fmla="*/ 0 w 256278"/>
                <a:gd name="connsiteY0" fmla="*/ 0 h 42713"/>
                <a:gd name="connsiteX1" fmla="*/ 261475 w 256278"/>
                <a:gd name="connsiteY1" fmla="*/ 49184 h 42713"/>
                <a:gd name="connsiteX2" fmla="*/ 261475 w 256278"/>
                <a:gd name="connsiteY2" fmla="*/ 0 h 42713"/>
                <a:gd name="connsiteX3" fmla="*/ 0 w 256278"/>
                <a:gd name="connsiteY3" fmla="*/ 0 h 42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278" h="42713">
                  <a:moveTo>
                    <a:pt x="0" y="0"/>
                  </a:moveTo>
                  <a:lnTo>
                    <a:pt x="261475" y="49184"/>
                  </a:lnTo>
                  <a:lnTo>
                    <a:pt x="26147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" name="Freeform: Shape 34">
              <a:extLst>
                <a:ext uri="{FF2B5EF4-FFF2-40B4-BE49-F238E27FC236}">
                  <a16:creationId xmlns:a16="http://schemas.microsoft.com/office/drawing/2014/main" id="{074C0922-7F9C-A191-5E9A-B6D81C7E982A}"/>
                </a:ext>
              </a:extLst>
            </p:cNvPr>
            <p:cNvSpPr/>
            <p:nvPr/>
          </p:nvSpPr>
          <p:spPr>
            <a:xfrm>
              <a:off x="11011147" y="442551"/>
              <a:ext cx="345420" cy="463815"/>
            </a:xfrm>
            <a:custGeom>
              <a:avLst/>
              <a:gdLst>
                <a:gd name="connsiteX0" fmla="*/ 131471 w 345420"/>
                <a:gd name="connsiteY0" fmla="*/ 414622 h 463814"/>
                <a:gd name="connsiteX1" fmla="*/ 288626 w 345420"/>
                <a:gd name="connsiteY1" fmla="*/ 444215 h 463814"/>
                <a:gd name="connsiteX2" fmla="*/ 288619 w 345420"/>
                <a:gd name="connsiteY2" fmla="*/ 414622 h 463814"/>
                <a:gd name="connsiteX3" fmla="*/ 36043 w 345420"/>
                <a:gd name="connsiteY3" fmla="*/ 198409 h 463814"/>
                <a:gd name="connsiteX4" fmla="*/ 44941 w 345420"/>
                <a:gd name="connsiteY4" fmla="*/ 207308 h 463814"/>
                <a:gd name="connsiteX5" fmla="*/ 44941 w 345420"/>
                <a:gd name="connsiteY5" fmla="*/ 241871 h 463814"/>
                <a:gd name="connsiteX6" fmla="*/ 63180 w 345420"/>
                <a:gd name="connsiteY6" fmla="*/ 241871 h 463814"/>
                <a:gd name="connsiteX7" fmla="*/ 72078 w 345420"/>
                <a:gd name="connsiteY7" fmla="*/ 250769 h 463814"/>
                <a:gd name="connsiteX8" fmla="*/ 63180 w 345420"/>
                <a:gd name="connsiteY8" fmla="*/ 259668 h 463814"/>
                <a:gd name="connsiteX9" fmla="*/ 8899 w 345420"/>
                <a:gd name="connsiteY9" fmla="*/ 259668 h 463814"/>
                <a:gd name="connsiteX10" fmla="*/ 0 w 345420"/>
                <a:gd name="connsiteY10" fmla="*/ 250769 h 463814"/>
                <a:gd name="connsiteX11" fmla="*/ 8899 w 345420"/>
                <a:gd name="connsiteY11" fmla="*/ 241871 h 463814"/>
                <a:gd name="connsiteX12" fmla="*/ 27144 w 345420"/>
                <a:gd name="connsiteY12" fmla="*/ 241871 h 463814"/>
                <a:gd name="connsiteX13" fmla="*/ 27144 w 345420"/>
                <a:gd name="connsiteY13" fmla="*/ 207308 h 463814"/>
                <a:gd name="connsiteX14" fmla="*/ 36043 w 345420"/>
                <a:gd name="connsiteY14" fmla="*/ 198409 h 463814"/>
                <a:gd name="connsiteX15" fmla="*/ 186257 w 345420"/>
                <a:gd name="connsiteY15" fmla="*/ 178477 h 463814"/>
                <a:gd name="connsiteX16" fmla="*/ 178519 w 345420"/>
                <a:gd name="connsiteY16" fmla="*/ 180612 h 463814"/>
                <a:gd name="connsiteX17" fmla="*/ 173863 w 345420"/>
                <a:gd name="connsiteY17" fmla="*/ 185887 h 463814"/>
                <a:gd name="connsiteX18" fmla="*/ 171578 w 345420"/>
                <a:gd name="connsiteY18" fmla="*/ 192657 h 463814"/>
                <a:gd name="connsiteX19" fmla="*/ 170959 w 345420"/>
                <a:gd name="connsiteY19" fmla="*/ 199249 h 463814"/>
                <a:gd name="connsiteX20" fmla="*/ 172382 w 345420"/>
                <a:gd name="connsiteY20" fmla="*/ 209273 h 463814"/>
                <a:gd name="connsiteX21" fmla="*/ 176077 w 345420"/>
                <a:gd name="connsiteY21" fmla="*/ 215516 h 463814"/>
                <a:gd name="connsiteX22" fmla="*/ 181003 w 345420"/>
                <a:gd name="connsiteY22" fmla="*/ 218769 h 463814"/>
                <a:gd name="connsiteX23" fmla="*/ 186100 w 345420"/>
                <a:gd name="connsiteY23" fmla="*/ 219645 h 463814"/>
                <a:gd name="connsiteX24" fmla="*/ 192258 w 345420"/>
                <a:gd name="connsiteY24" fmla="*/ 218855 h 463814"/>
                <a:gd name="connsiteX25" fmla="*/ 197533 w 345420"/>
                <a:gd name="connsiteY25" fmla="*/ 216007 h 463814"/>
                <a:gd name="connsiteX26" fmla="*/ 201313 w 345420"/>
                <a:gd name="connsiteY26" fmla="*/ 210732 h 463814"/>
                <a:gd name="connsiteX27" fmla="*/ 202808 w 345420"/>
                <a:gd name="connsiteY27" fmla="*/ 202730 h 463814"/>
                <a:gd name="connsiteX28" fmla="*/ 202787 w 345420"/>
                <a:gd name="connsiteY28" fmla="*/ 194487 h 463814"/>
                <a:gd name="connsiteX29" fmla="*/ 202175 w 345420"/>
                <a:gd name="connsiteY29" fmla="*/ 189212 h 463814"/>
                <a:gd name="connsiteX30" fmla="*/ 199890 w 345420"/>
                <a:gd name="connsiteY30" fmla="*/ 184022 h 463814"/>
                <a:gd name="connsiteX31" fmla="*/ 194963 w 345420"/>
                <a:gd name="connsiteY31" fmla="*/ 180064 h 463814"/>
                <a:gd name="connsiteX32" fmla="*/ 186257 w 345420"/>
                <a:gd name="connsiteY32" fmla="*/ 178477 h 463814"/>
                <a:gd name="connsiteX33" fmla="*/ 188393 w 345420"/>
                <a:gd name="connsiteY33" fmla="*/ 131706 h 463814"/>
                <a:gd name="connsiteX34" fmla="*/ 237634 w 345420"/>
                <a:gd name="connsiteY34" fmla="*/ 146477 h 463814"/>
                <a:gd name="connsiteX35" fmla="*/ 256271 w 345420"/>
                <a:gd name="connsiteY35" fmla="*/ 191476 h 463814"/>
                <a:gd name="connsiteX36" fmla="*/ 242375 w 345420"/>
                <a:gd name="connsiteY36" fmla="*/ 231747 h 463814"/>
                <a:gd name="connsiteX37" fmla="*/ 232615 w 345420"/>
                <a:gd name="connsiteY37" fmla="*/ 236054 h 463814"/>
                <a:gd name="connsiteX38" fmla="*/ 221623 w 345420"/>
                <a:gd name="connsiteY38" fmla="*/ 235441 h 463814"/>
                <a:gd name="connsiteX39" fmla="*/ 214505 w 345420"/>
                <a:gd name="connsiteY39" fmla="*/ 232103 h 463814"/>
                <a:gd name="connsiteX40" fmla="*/ 209144 w 345420"/>
                <a:gd name="connsiteY40" fmla="*/ 226828 h 463814"/>
                <a:gd name="connsiteX41" fmla="*/ 199299 w 345420"/>
                <a:gd name="connsiteY41" fmla="*/ 233334 h 463814"/>
                <a:gd name="connsiteX42" fmla="*/ 186108 w 345420"/>
                <a:gd name="connsiteY42" fmla="*/ 235797 h 463814"/>
                <a:gd name="connsiteX43" fmla="*/ 161313 w 345420"/>
                <a:gd name="connsiteY43" fmla="*/ 226038 h 463814"/>
                <a:gd name="connsiteX44" fmla="*/ 152343 w 345420"/>
                <a:gd name="connsiteY44" fmla="*/ 199214 h 463814"/>
                <a:gd name="connsiteX45" fmla="*/ 154806 w 345420"/>
                <a:gd name="connsiteY45" fmla="*/ 184442 h 463814"/>
                <a:gd name="connsiteX46" fmla="*/ 161754 w 345420"/>
                <a:gd name="connsiteY46" fmla="*/ 173016 h 463814"/>
                <a:gd name="connsiteX47" fmla="*/ 172482 w 345420"/>
                <a:gd name="connsiteY47" fmla="*/ 165627 h 463814"/>
                <a:gd name="connsiteX48" fmla="*/ 186285 w 345420"/>
                <a:gd name="connsiteY48" fmla="*/ 162986 h 463814"/>
                <a:gd name="connsiteX49" fmla="*/ 195867 w 345420"/>
                <a:gd name="connsiteY49" fmla="*/ 164303 h 463814"/>
                <a:gd name="connsiteX50" fmla="*/ 202808 w 345420"/>
                <a:gd name="connsiteY50" fmla="*/ 167734 h 463814"/>
                <a:gd name="connsiteX51" fmla="*/ 202808 w 345420"/>
                <a:gd name="connsiteY51" fmla="*/ 163691 h 463814"/>
                <a:gd name="connsiteX52" fmla="*/ 220556 w 345420"/>
                <a:gd name="connsiteY52" fmla="*/ 163691 h 463814"/>
                <a:gd name="connsiteX53" fmla="*/ 220556 w 345420"/>
                <a:gd name="connsiteY53" fmla="*/ 207479 h 463814"/>
                <a:gd name="connsiteX54" fmla="*/ 220726 w 345420"/>
                <a:gd name="connsiteY54" fmla="*/ 211173 h 463814"/>
                <a:gd name="connsiteX55" fmla="*/ 221609 w 345420"/>
                <a:gd name="connsiteY55" fmla="*/ 214868 h 463814"/>
                <a:gd name="connsiteX56" fmla="*/ 223368 w 345420"/>
                <a:gd name="connsiteY56" fmla="*/ 217951 h 463814"/>
                <a:gd name="connsiteX57" fmla="*/ 226357 w 345420"/>
                <a:gd name="connsiteY57" fmla="*/ 219794 h 463814"/>
                <a:gd name="connsiteX58" fmla="*/ 235612 w 345420"/>
                <a:gd name="connsiteY58" fmla="*/ 213636 h 463814"/>
                <a:gd name="connsiteX59" fmla="*/ 238694 w 345420"/>
                <a:gd name="connsiteY59" fmla="*/ 191476 h 463814"/>
                <a:gd name="connsiteX60" fmla="*/ 235527 w 345420"/>
                <a:gd name="connsiteY60" fmla="*/ 172660 h 463814"/>
                <a:gd name="connsiteX61" fmla="*/ 226208 w 345420"/>
                <a:gd name="connsiteY61" fmla="*/ 159291 h 463814"/>
                <a:gd name="connsiteX62" fmla="*/ 210404 w 345420"/>
                <a:gd name="connsiteY62" fmla="*/ 151133 h 463814"/>
                <a:gd name="connsiteX63" fmla="*/ 188336 w 345420"/>
                <a:gd name="connsiteY63" fmla="*/ 148229 h 463814"/>
                <a:gd name="connsiteX64" fmla="*/ 166531 w 345420"/>
                <a:gd name="connsiteY64" fmla="*/ 152628 h 463814"/>
                <a:gd name="connsiteX65" fmla="*/ 151496 w 345420"/>
                <a:gd name="connsiteY65" fmla="*/ 164054 h 463814"/>
                <a:gd name="connsiteX66" fmla="*/ 142704 w 345420"/>
                <a:gd name="connsiteY66" fmla="*/ 179971 h 463814"/>
                <a:gd name="connsiteX67" fmla="*/ 139807 w 345420"/>
                <a:gd name="connsiteY67" fmla="*/ 197826 h 463814"/>
                <a:gd name="connsiteX68" fmla="*/ 141565 w 345420"/>
                <a:gd name="connsiteY68" fmla="*/ 215494 h 463814"/>
                <a:gd name="connsiteX69" fmla="*/ 148335 w 345420"/>
                <a:gd name="connsiteY69" fmla="*/ 232380 h 463814"/>
                <a:gd name="connsiteX70" fmla="*/ 162146 w 345420"/>
                <a:gd name="connsiteY70" fmla="*/ 244959 h 463814"/>
                <a:gd name="connsiteX71" fmla="*/ 185004 w 345420"/>
                <a:gd name="connsiteY71" fmla="*/ 249886 h 463814"/>
                <a:gd name="connsiteX72" fmla="*/ 200744 w 345420"/>
                <a:gd name="connsiteY72" fmla="*/ 248654 h 463814"/>
                <a:gd name="connsiteX73" fmla="*/ 210148 w 345420"/>
                <a:gd name="connsiteY73" fmla="*/ 245928 h 463814"/>
                <a:gd name="connsiteX74" fmla="*/ 214725 w 345420"/>
                <a:gd name="connsiteY74" fmla="*/ 243116 h 463814"/>
                <a:gd name="connsiteX75" fmla="*/ 216149 w 345420"/>
                <a:gd name="connsiteY75" fmla="*/ 241621 h 463814"/>
                <a:gd name="connsiteX76" fmla="*/ 229511 w 345420"/>
                <a:gd name="connsiteY76" fmla="*/ 253224 h 463814"/>
                <a:gd name="connsiteX77" fmla="*/ 224151 w 345420"/>
                <a:gd name="connsiteY77" fmla="*/ 257446 h 463814"/>
                <a:gd name="connsiteX78" fmla="*/ 215444 w 345420"/>
                <a:gd name="connsiteY78" fmla="*/ 261226 h 463814"/>
                <a:gd name="connsiteX79" fmla="*/ 202694 w 345420"/>
                <a:gd name="connsiteY79" fmla="*/ 264038 h 463814"/>
                <a:gd name="connsiteX80" fmla="*/ 185018 w 345420"/>
                <a:gd name="connsiteY80" fmla="*/ 265184 h 463814"/>
                <a:gd name="connsiteX81" fmla="*/ 158551 w 345420"/>
                <a:gd name="connsiteY81" fmla="*/ 260614 h 463814"/>
                <a:gd name="connsiteX82" fmla="*/ 138767 w 345420"/>
                <a:gd name="connsiteY82" fmla="*/ 247337 h 463814"/>
                <a:gd name="connsiteX83" fmla="*/ 126366 w 345420"/>
                <a:gd name="connsiteY83" fmla="*/ 226144 h 463814"/>
                <a:gd name="connsiteX84" fmla="*/ 122095 w 345420"/>
                <a:gd name="connsiteY84" fmla="*/ 197833 h 463814"/>
                <a:gd name="connsiteX85" fmla="*/ 126487 w 345420"/>
                <a:gd name="connsiteY85" fmla="*/ 172682 h 463814"/>
                <a:gd name="connsiteX86" fmla="*/ 139152 w 345420"/>
                <a:gd name="connsiteY86" fmla="*/ 151930 h 463814"/>
                <a:gd name="connsiteX87" fmla="*/ 160779 w 345420"/>
                <a:gd name="connsiteY87" fmla="*/ 136803 h 463814"/>
                <a:gd name="connsiteX88" fmla="*/ 188393 w 345420"/>
                <a:gd name="connsiteY88" fmla="*/ 131706 h 463814"/>
                <a:gd name="connsiteX89" fmla="*/ 36036 w 345420"/>
                <a:gd name="connsiteY89" fmla="*/ 109993 h 463814"/>
                <a:gd name="connsiteX90" fmla="*/ 36043 w 345420"/>
                <a:gd name="connsiteY90" fmla="*/ 109993 h 463814"/>
                <a:gd name="connsiteX91" fmla="*/ 44941 w 345420"/>
                <a:gd name="connsiteY91" fmla="*/ 118892 h 463814"/>
                <a:gd name="connsiteX92" fmla="*/ 44941 w 345420"/>
                <a:gd name="connsiteY92" fmla="*/ 154957 h 463814"/>
                <a:gd name="connsiteX93" fmla="*/ 63180 w 345420"/>
                <a:gd name="connsiteY93" fmla="*/ 154957 h 463814"/>
                <a:gd name="connsiteX94" fmla="*/ 72078 w 345420"/>
                <a:gd name="connsiteY94" fmla="*/ 163855 h 463814"/>
                <a:gd name="connsiteX95" fmla="*/ 63180 w 345420"/>
                <a:gd name="connsiteY95" fmla="*/ 172754 h 463814"/>
                <a:gd name="connsiteX96" fmla="*/ 8899 w 345420"/>
                <a:gd name="connsiteY96" fmla="*/ 172754 h 463814"/>
                <a:gd name="connsiteX97" fmla="*/ 0 w 345420"/>
                <a:gd name="connsiteY97" fmla="*/ 163855 h 463814"/>
                <a:gd name="connsiteX98" fmla="*/ 8899 w 345420"/>
                <a:gd name="connsiteY98" fmla="*/ 154957 h 463814"/>
                <a:gd name="connsiteX99" fmla="*/ 27137 w 345420"/>
                <a:gd name="connsiteY99" fmla="*/ 154957 h 463814"/>
                <a:gd name="connsiteX100" fmla="*/ 27137 w 345420"/>
                <a:gd name="connsiteY100" fmla="*/ 118892 h 463814"/>
                <a:gd name="connsiteX101" fmla="*/ 36036 w 345420"/>
                <a:gd name="connsiteY101" fmla="*/ 109993 h 463814"/>
                <a:gd name="connsiteX102" fmla="*/ 36036 w 345420"/>
                <a:gd name="connsiteY102" fmla="*/ 0 h 463814"/>
                <a:gd name="connsiteX103" fmla="*/ 336536 w 345420"/>
                <a:gd name="connsiteY103" fmla="*/ 0 h 463814"/>
                <a:gd name="connsiteX104" fmla="*/ 345420 w 345420"/>
                <a:gd name="connsiteY104" fmla="*/ 8899 h 463814"/>
                <a:gd name="connsiteX105" fmla="*/ 345420 w 345420"/>
                <a:gd name="connsiteY105" fmla="*/ 405724 h 463814"/>
                <a:gd name="connsiteX106" fmla="*/ 336522 w 345420"/>
                <a:gd name="connsiteY106" fmla="*/ 414622 h 463814"/>
                <a:gd name="connsiteX107" fmla="*/ 306409 w 345420"/>
                <a:gd name="connsiteY107" fmla="*/ 414622 h 463814"/>
                <a:gd name="connsiteX108" fmla="*/ 306409 w 345420"/>
                <a:gd name="connsiteY108" fmla="*/ 454915 h 463814"/>
                <a:gd name="connsiteX109" fmla="*/ 297510 w 345420"/>
                <a:gd name="connsiteY109" fmla="*/ 463814 h 463814"/>
                <a:gd name="connsiteX110" fmla="*/ 295866 w 345420"/>
                <a:gd name="connsiteY110" fmla="*/ 463657 h 463814"/>
                <a:gd name="connsiteX111" fmla="*/ 34391 w 345420"/>
                <a:gd name="connsiteY111" fmla="*/ 414466 h 463814"/>
                <a:gd name="connsiteX112" fmla="*/ 27137 w 345420"/>
                <a:gd name="connsiteY112" fmla="*/ 405724 h 463814"/>
                <a:gd name="connsiteX113" fmla="*/ 27137 w 345420"/>
                <a:gd name="connsiteY113" fmla="*/ 346573 h 463814"/>
                <a:gd name="connsiteX114" fmla="*/ 8899 w 345420"/>
                <a:gd name="connsiteY114" fmla="*/ 346573 h 463814"/>
                <a:gd name="connsiteX115" fmla="*/ 0 w 345420"/>
                <a:gd name="connsiteY115" fmla="*/ 337675 h 463814"/>
                <a:gd name="connsiteX116" fmla="*/ 8899 w 345420"/>
                <a:gd name="connsiteY116" fmla="*/ 328776 h 463814"/>
                <a:gd name="connsiteX117" fmla="*/ 27144 w 345420"/>
                <a:gd name="connsiteY117" fmla="*/ 328776 h 463814"/>
                <a:gd name="connsiteX118" fmla="*/ 27144 w 345420"/>
                <a:gd name="connsiteY118" fmla="*/ 298649 h 463814"/>
                <a:gd name="connsiteX119" fmla="*/ 36043 w 345420"/>
                <a:gd name="connsiteY119" fmla="*/ 289751 h 463814"/>
                <a:gd name="connsiteX120" fmla="*/ 44941 w 345420"/>
                <a:gd name="connsiteY120" fmla="*/ 298649 h 463814"/>
                <a:gd name="connsiteX121" fmla="*/ 44941 w 345420"/>
                <a:gd name="connsiteY121" fmla="*/ 328776 h 463814"/>
                <a:gd name="connsiteX122" fmla="*/ 63180 w 345420"/>
                <a:gd name="connsiteY122" fmla="*/ 328776 h 463814"/>
                <a:gd name="connsiteX123" fmla="*/ 72078 w 345420"/>
                <a:gd name="connsiteY123" fmla="*/ 337675 h 463814"/>
                <a:gd name="connsiteX124" fmla="*/ 63180 w 345420"/>
                <a:gd name="connsiteY124" fmla="*/ 346573 h 463814"/>
                <a:gd name="connsiteX125" fmla="*/ 44941 w 345420"/>
                <a:gd name="connsiteY125" fmla="*/ 346573 h 463814"/>
                <a:gd name="connsiteX126" fmla="*/ 44941 w 345420"/>
                <a:gd name="connsiteY126" fmla="*/ 396825 h 463814"/>
                <a:gd name="connsiteX127" fmla="*/ 327637 w 345420"/>
                <a:gd name="connsiteY127" fmla="*/ 396825 h 463814"/>
                <a:gd name="connsiteX128" fmla="*/ 327637 w 345420"/>
                <a:gd name="connsiteY128" fmla="*/ 17797 h 463814"/>
                <a:gd name="connsiteX129" fmla="*/ 44941 w 345420"/>
                <a:gd name="connsiteY129" fmla="*/ 17797 h 463814"/>
                <a:gd name="connsiteX130" fmla="*/ 44941 w 345420"/>
                <a:gd name="connsiteY130" fmla="*/ 68049 h 463814"/>
                <a:gd name="connsiteX131" fmla="*/ 63180 w 345420"/>
                <a:gd name="connsiteY131" fmla="*/ 68049 h 463814"/>
                <a:gd name="connsiteX132" fmla="*/ 72078 w 345420"/>
                <a:gd name="connsiteY132" fmla="*/ 76948 h 463814"/>
                <a:gd name="connsiteX133" fmla="*/ 63180 w 345420"/>
                <a:gd name="connsiteY133" fmla="*/ 85846 h 463814"/>
                <a:gd name="connsiteX134" fmla="*/ 8899 w 345420"/>
                <a:gd name="connsiteY134" fmla="*/ 85846 h 463814"/>
                <a:gd name="connsiteX135" fmla="*/ 0 w 345420"/>
                <a:gd name="connsiteY135" fmla="*/ 76948 h 463814"/>
                <a:gd name="connsiteX136" fmla="*/ 8899 w 345420"/>
                <a:gd name="connsiteY136" fmla="*/ 68049 h 463814"/>
                <a:gd name="connsiteX137" fmla="*/ 27137 w 345420"/>
                <a:gd name="connsiteY137" fmla="*/ 68049 h 463814"/>
                <a:gd name="connsiteX138" fmla="*/ 27137 w 345420"/>
                <a:gd name="connsiteY138" fmla="*/ 8899 h 463814"/>
                <a:gd name="connsiteX139" fmla="*/ 36036 w 345420"/>
                <a:gd name="connsiteY139" fmla="*/ 0 h 46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345420" h="463814">
                  <a:moveTo>
                    <a:pt x="131471" y="414622"/>
                  </a:moveTo>
                  <a:lnTo>
                    <a:pt x="288626" y="444215"/>
                  </a:lnTo>
                  <a:lnTo>
                    <a:pt x="288619" y="414622"/>
                  </a:lnTo>
                  <a:close/>
                  <a:moveTo>
                    <a:pt x="36043" y="198409"/>
                  </a:moveTo>
                  <a:cubicBezTo>
                    <a:pt x="40957" y="198409"/>
                    <a:pt x="44941" y="202393"/>
                    <a:pt x="44941" y="207308"/>
                  </a:cubicBezTo>
                  <a:lnTo>
                    <a:pt x="44941" y="241871"/>
                  </a:lnTo>
                  <a:lnTo>
                    <a:pt x="63180" y="241871"/>
                  </a:lnTo>
                  <a:cubicBezTo>
                    <a:pt x="68094" y="241871"/>
                    <a:pt x="72078" y="245855"/>
                    <a:pt x="72078" y="250769"/>
                  </a:cubicBezTo>
                  <a:cubicBezTo>
                    <a:pt x="72078" y="255684"/>
                    <a:pt x="68094" y="259668"/>
                    <a:pt x="63180" y="259668"/>
                  </a:cubicBezTo>
                  <a:lnTo>
                    <a:pt x="8899" y="259668"/>
                  </a:lnTo>
                  <a:cubicBezTo>
                    <a:pt x="3984" y="259668"/>
                    <a:pt x="0" y="255684"/>
                    <a:pt x="0" y="250769"/>
                  </a:cubicBezTo>
                  <a:cubicBezTo>
                    <a:pt x="0" y="245855"/>
                    <a:pt x="3984" y="241871"/>
                    <a:pt x="8899" y="241871"/>
                  </a:cubicBezTo>
                  <a:lnTo>
                    <a:pt x="27144" y="241871"/>
                  </a:lnTo>
                  <a:lnTo>
                    <a:pt x="27144" y="207308"/>
                  </a:lnTo>
                  <a:cubicBezTo>
                    <a:pt x="27144" y="202393"/>
                    <a:pt x="31128" y="198409"/>
                    <a:pt x="36043" y="198409"/>
                  </a:cubicBezTo>
                  <a:close/>
                  <a:moveTo>
                    <a:pt x="186257" y="178477"/>
                  </a:moveTo>
                  <a:cubicBezTo>
                    <a:pt x="183518" y="178364"/>
                    <a:pt x="180813" y="179111"/>
                    <a:pt x="178519" y="180612"/>
                  </a:cubicBezTo>
                  <a:cubicBezTo>
                    <a:pt x="176568" y="181974"/>
                    <a:pt x="174971" y="183782"/>
                    <a:pt x="173863" y="185887"/>
                  </a:cubicBezTo>
                  <a:cubicBezTo>
                    <a:pt x="172745" y="188008"/>
                    <a:pt x="171974" y="190293"/>
                    <a:pt x="171578" y="192657"/>
                  </a:cubicBezTo>
                  <a:cubicBezTo>
                    <a:pt x="171186" y="194833"/>
                    <a:pt x="170978" y="197038"/>
                    <a:pt x="170959" y="199249"/>
                  </a:cubicBezTo>
                  <a:cubicBezTo>
                    <a:pt x="170857" y="202647"/>
                    <a:pt x="171338" y="206038"/>
                    <a:pt x="172382" y="209273"/>
                  </a:cubicBezTo>
                  <a:cubicBezTo>
                    <a:pt x="173160" y="211591"/>
                    <a:pt x="174419" y="213718"/>
                    <a:pt x="176077" y="215516"/>
                  </a:cubicBezTo>
                  <a:cubicBezTo>
                    <a:pt x="177428" y="216988"/>
                    <a:pt x="179119" y="218105"/>
                    <a:pt x="181003" y="218769"/>
                  </a:cubicBezTo>
                  <a:cubicBezTo>
                    <a:pt x="182643" y="219337"/>
                    <a:pt x="184365" y="219632"/>
                    <a:pt x="186100" y="219645"/>
                  </a:cubicBezTo>
                  <a:cubicBezTo>
                    <a:pt x="188178" y="219648"/>
                    <a:pt x="190248" y="219382"/>
                    <a:pt x="192258" y="218855"/>
                  </a:cubicBezTo>
                  <a:cubicBezTo>
                    <a:pt x="194217" y="218336"/>
                    <a:pt x="196025" y="217360"/>
                    <a:pt x="197533" y="216007"/>
                  </a:cubicBezTo>
                  <a:cubicBezTo>
                    <a:pt x="199149" y="214533"/>
                    <a:pt x="200437" y="212736"/>
                    <a:pt x="201313" y="210732"/>
                  </a:cubicBezTo>
                  <a:cubicBezTo>
                    <a:pt x="202381" y="208203"/>
                    <a:pt x="202891" y="205474"/>
                    <a:pt x="202808" y="202730"/>
                  </a:cubicBezTo>
                  <a:lnTo>
                    <a:pt x="202787" y="194487"/>
                  </a:lnTo>
                  <a:cubicBezTo>
                    <a:pt x="202772" y="192712"/>
                    <a:pt x="202567" y="190943"/>
                    <a:pt x="202175" y="189212"/>
                  </a:cubicBezTo>
                  <a:cubicBezTo>
                    <a:pt x="201769" y="187346"/>
                    <a:pt x="200992" y="185581"/>
                    <a:pt x="199890" y="184022"/>
                  </a:cubicBezTo>
                  <a:cubicBezTo>
                    <a:pt x="198611" y="182305"/>
                    <a:pt x="196916" y="180942"/>
                    <a:pt x="194963" y="180064"/>
                  </a:cubicBezTo>
                  <a:cubicBezTo>
                    <a:pt x="192216" y="178894"/>
                    <a:pt x="189241" y="178351"/>
                    <a:pt x="186257" y="178477"/>
                  </a:cubicBezTo>
                  <a:close/>
                  <a:moveTo>
                    <a:pt x="188393" y="131706"/>
                  </a:moveTo>
                  <a:cubicBezTo>
                    <a:pt x="209616" y="131706"/>
                    <a:pt x="226030" y="136630"/>
                    <a:pt x="237634" y="146477"/>
                  </a:cubicBezTo>
                  <a:cubicBezTo>
                    <a:pt x="250444" y="157807"/>
                    <a:pt x="257319" y="174407"/>
                    <a:pt x="256271" y="191476"/>
                  </a:cubicBezTo>
                  <a:cubicBezTo>
                    <a:pt x="256266" y="211290"/>
                    <a:pt x="251634" y="224713"/>
                    <a:pt x="242375" y="231747"/>
                  </a:cubicBezTo>
                  <a:cubicBezTo>
                    <a:pt x="239514" y="233944"/>
                    <a:pt x="236166" y="235421"/>
                    <a:pt x="232615" y="236054"/>
                  </a:cubicBezTo>
                  <a:cubicBezTo>
                    <a:pt x="228953" y="236695"/>
                    <a:pt x="225192" y="236485"/>
                    <a:pt x="221623" y="235441"/>
                  </a:cubicBezTo>
                  <a:cubicBezTo>
                    <a:pt x="219057" y="234798"/>
                    <a:pt x="216640" y="233664"/>
                    <a:pt x="214505" y="232103"/>
                  </a:cubicBezTo>
                  <a:cubicBezTo>
                    <a:pt x="212479" y="230605"/>
                    <a:pt x="210674" y="228829"/>
                    <a:pt x="209144" y="226828"/>
                  </a:cubicBezTo>
                  <a:cubicBezTo>
                    <a:pt x="206314" y="229613"/>
                    <a:pt x="202971" y="231823"/>
                    <a:pt x="199299" y="233334"/>
                  </a:cubicBezTo>
                  <a:cubicBezTo>
                    <a:pt x="195113" y="235037"/>
                    <a:pt x="190626" y="235874"/>
                    <a:pt x="186108" y="235797"/>
                  </a:cubicBezTo>
                  <a:cubicBezTo>
                    <a:pt x="176816" y="236305"/>
                    <a:pt x="167765" y="232742"/>
                    <a:pt x="161313" y="226038"/>
                  </a:cubicBezTo>
                  <a:cubicBezTo>
                    <a:pt x="154994" y="218577"/>
                    <a:pt x="151783" y="208974"/>
                    <a:pt x="152343" y="199214"/>
                  </a:cubicBezTo>
                  <a:cubicBezTo>
                    <a:pt x="152281" y="194183"/>
                    <a:pt x="153115" y="189181"/>
                    <a:pt x="154806" y="184442"/>
                  </a:cubicBezTo>
                  <a:cubicBezTo>
                    <a:pt x="156319" y="180200"/>
                    <a:pt x="158684" y="176312"/>
                    <a:pt x="161754" y="173016"/>
                  </a:cubicBezTo>
                  <a:cubicBezTo>
                    <a:pt x="164773" y="169829"/>
                    <a:pt x="168428" y="167311"/>
                    <a:pt x="172482" y="165627"/>
                  </a:cubicBezTo>
                  <a:cubicBezTo>
                    <a:pt x="176858" y="163825"/>
                    <a:pt x="181553" y="162927"/>
                    <a:pt x="186285" y="162986"/>
                  </a:cubicBezTo>
                  <a:cubicBezTo>
                    <a:pt x="189529" y="162913"/>
                    <a:pt x="192764" y="163358"/>
                    <a:pt x="195867" y="164303"/>
                  </a:cubicBezTo>
                  <a:cubicBezTo>
                    <a:pt x="198337" y="165100"/>
                    <a:pt x="200676" y="166256"/>
                    <a:pt x="202808" y="167734"/>
                  </a:cubicBezTo>
                  <a:lnTo>
                    <a:pt x="202808" y="163691"/>
                  </a:lnTo>
                  <a:lnTo>
                    <a:pt x="220556" y="163691"/>
                  </a:lnTo>
                  <a:lnTo>
                    <a:pt x="220556" y="207479"/>
                  </a:lnTo>
                  <a:cubicBezTo>
                    <a:pt x="220551" y="208651"/>
                    <a:pt x="220608" y="209883"/>
                    <a:pt x="220726" y="211173"/>
                  </a:cubicBezTo>
                  <a:cubicBezTo>
                    <a:pt x="220838" y="212442"/>
                    <a:pt x="221135" y="213687"/>
                    <a:pt x="221609" y="214868"/>
                  </a:cubicBezTo>
                  <a:cubicBezTo>
                    <a:pt x="222041" y="215976"/>
                    <a:pt x="222633" y="217015"/>
                    <a:pt x="223368" y="217951"/>
                  </a:cubicBezTo>
                  <a:cubicBezTo>
                    <a:pt x="224138" y="218872"/>
                    <a:pt x="225188" y="219519"/>
                    <a:pt x="226357" y="219794"/>
                  </a:cubicBezTo>
                  <a:cubicBezTo>
                    <a:pt x="230477" y="220734"/>
                    <a:pt x="233562" y="218681"/>
                    <a:pt x="235612" y="213636"/>
                  </a:cubicBezTo>
                  <a:cubicBezTo>
                    <a:pt x="237985" y="206500"/>
                    <a:pt x="239030" y="198989"/>
                    <a:pt x="238694" y="191476"/>
                  </a:cubicBezTo>
                  <a:cubicBezTo>
                    <a:pt x="238800" y="185063"/>
                    <a:pt x="237726" y="178685"/>
                    <a:pt x="235527" y="172660"/>
                  </a:cubicBezTo>
                  <a:cubicBezTo>
                    <a:pt x="233638" y="167468"/>
                    <a:pt x="230426" y="162859"/>
                    <a:pt x="226208" y="159291"/>
                  </a:cubicBezTo>
                  <a:cubicBezTo>
                    <a:pt x="221535" y="155547"/>
                    <a:pt x="216163" y="152774"/>
                    <a:pt x="210404" y="151133"/>
                  </a:cubicBezTo>
                  <a:cubicBezTo>
                    <a:pt x="203233" y="149074"/>
                    <a:pt x="195795" y="148095"/>
                    <a:pt x="188336" y="148229"/>
                  </a:cubicBezTo>
                  <a:cubicBezTo>
                    <a:pt x="180829" y="148036"/>
                    <a:pt x="173376" y="149540"/>
                    <a:pt x="166531" y="152628"/>
                  </a:cubicBezTo>
                  <a:cubicBezTo>
                    <a:pt x="160757" y="155313"/>
                    <a:pt x="155629" y="159210"/>
                    <a:pt x="151496" y="164054"/>
                  </a:cubicBezTo>
                  <a:cubicBezTo>
                    <a:pt x="147570" y="168746"/>
                    <a:pt x="144585" y="174150"/>
                    <a:pt x="142704" y="179971"/>
                  </a:cubicBezTo>
                  <a:cubicBezTo>
                    <a:pt x="140798" y="185732"/>
                    <a:pt x="139820" y="191758"/>
                    <a:pt x="139807" y="197826"/>
                  </a:cubicBezTo>
                  <a:cubicBezTo>
                    <a:pt x="139835" y="203757"/>
                    <a:pt x="140424" y="209673"/>
                    <a:pt x="141565" y="215494"/>
                  </a:cubicBezTo>
                  <a:cubicBezTo>
                    <a:pt x="142681" y="221516"/>
                    <a:pt x="144982" y="227256"/>
                    <a:pt x="148335" y="232380"/>
                  </a:cubicBezTo>
                  <a:cubicBezTo>
                    <a:pt x="151844" y="237637"/>
                    <a:pt x="156585" y="241955"/>
                    <a:pt x="162146" y="244959"/>
                  </a:cubicBezTo>
                  <a:cubicBezTo>
                    <a:pt x="169221" y="248521"/>
                    <a:pt x="177089" y="250216"/>
                    <a:pt x="185004" y="249886"/>
                  </a:cubicBezTo>
                  <a:cubicBezTo>
                    <a:pt x="190278" y="249985"/>
                    <a:pt x="195549" y="249573"/>
                    <a:pt x="200744" y="248654"/>
                  </a:cubicBezTo>
                  <a:cubicBezTo>
                    <a:pt x="203966" y="248079"/>
                    <a:pt x="207118" y="247165"/>
                    <a:pt x="210148" y="245928"/>
                  </a:cubicBezTo>
                  <a:cubicBezTo>
                    <a:pt x="211834" y="245280"/>
                    <a:pt x="213385" y="244326"/>
                    <a:pt x="214725" y="243116"/>
                  </a:cubicBezTo>
                  <a:cubicBezTo>
                    <a:pt x="215556" y="242238"/>
                    <a:pt x="216030" y="241739"/>
                    <a:pt x="216149" y="241621"/>
                  </a:cubicBezTo>
                  <a:lnTo>
                    <a:pt x="229511" y="253224"/>
                  </a:lnTo>
                  <a:cubicBezTo>
                    <a:pt x="227923" y="254867"/>
                    <a:pt x="226120" y="256287"/>
                    <a:pt x="224151" y="257446"/>
                  </a:cubicBezTo>
                  <a:cubicBezTo>
                    <a:pt x="221412" y="259052"/>
                    <a:pt x="218488" y="260322"/>
                    <a:pt x="215444" y="261226"/>
                  </a:cubicBezTo>
                  <a:cubicBezTo>
                    <a:pt x="211272" y="262487"/>
                    <a:pt x="207010" y="263427"/>
                    <a:pt x="202694" y="264038"/>
                  </a:cubicBezTo>
                  <a:cubicBezTo>
                    <a:pt x="196839" y="264860"/>
                    <a:pt x="190931" y="265243"/>
                    <a:pt x="185018" y="265184"/>
                  </a:cubicBezTo>
                  <a:cubicBezTo>
                    <a:pt x="175988" y="265329"/>
                    <a:pt x="167010" y="263779"/>
                    <a:pt x="158551" y="260614"/>
                  </a:cubicBezTo>
                  <a:cubicBezTo>
                    <a:pt x="151030" y="257754"/>
                    <a:pt x="144264" y="253212"/>
                    <a:pt x="138767" y="247337"/>
                  </a:cubicBezTo>
                  <a:cubicBezTo>
                    <a:pt x="133188" y="241224"/>
                    <a:pt x="128963" y="234002"/>
                    <a:pt x="126366" y="226144"/>
                  </a:cubicBezTo>
                  <a:cubicBezTo>
                    <a:pt x="123379" y="217010"/>
                    <a:pt x="121935" y="207442"/>
                    <a:pt x="122095" y="197833"/>
                  </a:cubicBezTo>
                  <a:cubicBezTo>
                    <a:pt x="122035" y="189253"/>
                    <a:pt x="123523" y="180733"/>
                    <a:pt x="126487" y="172682"/>
                  </a:cubicBezTo>
                  <a:cubicBezTo>
                    <a:pt x="129311" y="165003"/>
                    <a:pt x="133614" y="157953"/>
                    <a:pt x="139152" y="151930"/>
                  </a:cubicBezTo>
                  <a:cubicBezTo>
                    <a:pt x="145133" y="145328"/>
                    <a:pt x="152525" y="140158"/>
                    <a:pt x="160779" y="136803"/>
                  </a:cubicBezTo>
                  <a:cubicBezTo>
                    <a:pt x="169562" y="133318"/>
                    <a:pt x="178944" y="131586"/>
                    <a:pt x="188393" y="131706"/>
                  </a:cubicBezTo>
                  <a:close/>
                  <a:moveTo>
                    <a:pt x="36036" y="109993"/>
                  </a:moveTo>
                  <a:cubicBezTo>
                    <a:pt x="36038" y="109993"/>
                    <a:pt x="36040" y="109993"/>
                    <a:pt x="36043" y="109993"/>
                  </a:cubicBezTo>
                  <a:cubicBezTo>
                    <a:pt x="40957" y="109993"/>
                    <a:pt x="44941" y="113977"/>
                    <a:pt x="44941" y="118892"/>
                  </a:cubicBezTo>
                  <a:lnTo>
                    <a:pt x="44941" y="154957"/>
                  </a:lnTo>
                  <a:lnTo>
                    <a:pt x="63180" y="154957"/>
                  </a:lnTo>
                  <a:cubicBezTo>
                    <a:pt x="68094" y="154957"/>
                    <a:pt x="72078" y="158941"/>
                    <a:pt x="72078" y="163855"/>
                  </a:cubicBezTo>
                  <a:cubicBezTo>
                    <a:pt x="72078" y="168770"/>
                    <a:pt x="68094" y="172754"/>
                    <a:pt x="63180" y="172754"/>
                  </a:cubicBezTo>
                  <a:lnTo>
                    <a:pt x="8899" y="172754"/>
                  </a:lnTo>
                  <a:cubicBezTo>
                    <a:pt x="3984" y="172754"/>
                    <a:pt x="0" y="168770"/>
                    <a:pt x="0" y="163855"/>
                  </a:cubicBezTo>
                  <a:cubicBezTo>
                    <a:pt x="0" y="158941"/>
                    <a:pt x="3984" y="154957"/>
                    <a:pt x="8899" y="154957"/>
                  </a:cubicBezTo>
                  <a:lnTo>
                    <a:pt x="27137" y="154957"/>
                  </a:lnTo>
                  <a:lnTo>
                    <a:pt x="27137" y="118892"/>
                  </a:lnTo>
                  <a:cubicBezTo>
                    <a:pt x="27137" y="113977"/>
                    <a:pt x="31121" y="109993"/>
                    <a:pt x="36036" y="109993"/>
                  </a:cubicBezTo>
                  <a:close/>
                  <a:moveTo>
                    <a:pt x="36036" y="0"/>
                  </a:moveTo>
                  <a:lnTo>
                    <a:pt x="336536" y="0"/>
                  </a:lnTo>
                  <a:cubicBezTo>
                    <a:pt x="341445" y="8"/>
                    <a:pt x="345420" y="3990"/>
                    <a:pt x="345420" y="8899"/>
                  </a:cubicBezTo>
                  <a:lnTo>
                    <a:pt x="345420" y="405724"/>
                  </a:lnTo>
                  <a:cubicBezTo>
                    <a:pt x="345420" y="410638"/>
                    <a:pt x="341436" y="414622"/>
                    <a:pt x="336522" y="414622"/>
                  </a:cubicBezTo>
                  <a:lnTo>
                    <a:pt x="306409" y="414622"/>
                  </a:lnTo>
                  <a:lnTo>
                    <a:pt x="306409" y="454915"/>
                  </a:lnTo>
                  <a:cubicBezTo>
                    <a:pt x="306405" y="459828"/>
                    <a:pt x="302423" y="463810"/>
                    <a:pt x="297510" y="463814"/>
                  </a:cubicBezTo>
                  <a:cubicBezTo>
                    <a:pt x="296959" y="463811"/>
                    <a:pt x="296408" y="463759"/>
                    <a:pt x="295866" y="463657"/>
                  </a:cubicBezTo>
                  <a:lnTo>
                    <a:pt x="34391" y="414466"/>
                  </a:lnTo>
                  <a:cubicBezTo>
                    <a:pt x="30322" y="413452"/>
                    <a:pt x="27383" y="409911"/>
                    <a:pt x="27137" y="405724"/>
                  </a:cubicBezTo>
                  <a:lnTo>
                    <a:pt x="27137" y="346573"/>
                  </a:lnTo>
                  <a:lnTo>
                    <a:pt x="8899" y="346573"/>
                  </a:lnTo>
                  <a:cubicBezTo>
                    <a:pt x="3984" y="346573"/>
                    <a:pt x="0" y="342589"/>
                    <a:pt x="0" y="337675"/>
                  </a:cubicBezTo>
                  <a:cubicBezTo>
                    <a:pt x="0" y="332760"/>
                    <a:pt x="3984" y="328776"/>
                    <a:pt x="8899" y="328776"/>
                  </a:cubicBezTo>
                  <a:lnTo>
                    <a:pt x="27144" y="328776"/>
                  </a:lnTo>
                  <a:lnTo>
                    <a:pt x="27144" y="298649"/>
                  </a:lnTo>
                  <a:cubicBezTo>
                    <a:pt x="27144" y="293735"/>
                    <a:pt x="31128" y="289751"/>
                    <a:pt x="36043" y="289751"/>
                  </a:cubicBezTo>
                  <a:cubicBezTo>
                    <a:pt x="40957" y="289751"/>
                    <a:pt x="44941" y="293735"/>
                    <a:pt x="44941" y="298649"/>
                  </a:cubicBezTo>
                  <a:lnTo>
                    <a:pt x="44941" y="328776"/>
                  </a:lnTo>
                  <a:lnTo>
                    <a:pt x="63180" y="328776"/>
                  </a:lnTo>
                  <a:cubicBezTo>
                    <a:pt x="68094" y="328776"/>
                    <a:pt x="72078" y="332760"/>
                    <a:pt x="72078" y="337675"/>
                  </a:cubicBezTo>
                  <a:cubicBezTo>
                    <a:pt x="72078" y="342589"/>
                    <a:pt x="68094" y="346573"/>
                    <a:pt x="63180" y="346573"/>
                  </a:cubicBezTo>
                  <a:lnTo>
                    <a:pt x="44941" y="346573"/>
                  </a:lnTo>
                  <a:lnTo>
                    <a:pt x="44941" y="396825"/>
                  </a:lnTo>
                  <a:lnTo>
                    <a:pt x="327637" y="396825"/>
                  </a:lnTo>
                  <a:lnTo>
                    <a:pt x="327637" y="17797"/>
                  </a:lnTo>
                  <a:lnTo>
                    <a:pt x="44941" y="17797"/>
                  </a:lnTo>
                  <a:lnTo>
                    <a:pt x="44941" y="68049"/>
                  </a:lnTo>
                  <a:lnTo>
                    <a:pt x="63180" y="68049"/>
                  </a:lnTo>
                  <a:cubicBezTo>
                    <a:pt x="68094" y="68049"/>
                    <a:pt x="72078" y="72033"/>
                    <a:pt x="72078" y="76948"/>
                  </a:cubicBezTo>
                  <a:cubicBezTo>
                    <a:pt x="72078" y="81862"/>
                    <a:pt x="68094" y="85846"/>
                    <a:pt x="63180" y="85846"/>
                  </a:cubicBezTo>
                  <a:lnTo>
                    <a:pt x="8899" y="85846"/>
                  </a:lnTo>
                  <a:cubicBezTo>
                    <a:pt x="3984" y="85846"/>
                    <a:pt x="0" y="81862"/>
                    <a:pt x="0" y="76948"/>
                  </a:cubicBezTo>
                  <a:cubicBezTo>
                    <a:pt x="0" y="72033"/>
                    <a:pt x="3984" y="68049"/>
                    <a:pt x="8899" y="68049"/>
                  </a:cubicBezTo>
                  <a:lnTo>
                    <a:pt x="27137" y="68049"/>
                  </a:lnTo>
                  <a:lnTo>
                    <a:pt x="27137" y="8899"/>
                  </a:lnTo>
                  <a:cubicBezTo>
                    <a:pt x="27137" y="3984"/>
                    <a:pt x="31121" y="0"/>
                    <a:pt x="36036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9" name="Group 295">
            <a:extLst>
              <a:ext uri="{FF2B5EF4-FFF2-40B4-BE49-F238E27FC236}">
                <a16:creationId xmlns:a16="http://schemas.microsoft.com/office/drawing/2014/main" id="{51E47CDE-446F-418E-6055-BF14EB3BBBFB}"/>
              </a:ext>
            </a:extLst>
          </p:cNvPr>
          <p:cNvGrpSpPr/>
          <p:nvPr/>
        </p:nvGrpSpPr>
        <p:grpSpPr>
          <a:xfrm>
            <a:off x="2812191" y="495774"/>
            <a:ext cx="462724" cy="355943"/>
            <a:chOff x="2812191" y="495774"/>
            <a:chExt cx="462724" cy="355943"/>
          </a:xfrm>
          <a:noFill/>
        </p:grpSpPr>
        <p:sp>
          <p:nvSpPr>
            <p:cNvPr id="60" name="Freeform: Shape 36">
              <a:extLst>
                <a:ext uri="{FF2B5EF4-FFF2-40B4-BE49-F238E27FC236}">
                  <a16:creationId xmlns:a16="http://schemas.microsoft.com/office/drawing/2014/main" id="{E67B27BC-0A7D-BAED-F24F-E4FC547CC260}"/>
                </a:ext>
              </a:extLst>
            </p:cNvPr>
            <p:cNvSpPr/>
            <p:nvPr/>
          </p:nvSpPr>
          <p:spPr>
            <a:xfrm>
              <a:off x="2821093" y="566606"/>
              <a:ext cx="446010" cy="277637"/>
            </a:xfrm>
            <a:custGeom>
              <a:avLst/>
              <a:gdLst>
                <a:gd name="connsiteX0" fmla="*/ 0 w 446010"/>
                <a:gd name="connsiteY0" fmla="*/ 0 h 277636"/>
                <a:gd name="connsiteX1" fmla="*/ 49832 w 446010"/>
                <a:gd name="connsiteY1" fmla="*/ 138818 h 277636"/>
                <a:gd name="connsiteX2" fmla="*/ 185040 w 446010"/>
                <a:gd name="connsiteY2" fmla="*/ 138818 h 277636"/>
                <a:gd name="connsiteX3" fmla="*/ 185040 w 446010"/>
                <a:gd name="connsiteY3" fmla="*/ 197548 h 277636"/>
                <a:gd name="connsiteX4" fmla="*/ 260977 w 446010"/>
                <a:gd name="connsiteY4" fmla="*/ 197548 h 277636"/>
                <a:gd name="connsiteX5" fmla="*/ 260977 w 446010"/>
                <a:gd name="connsiteY5" fmla="*/ 138818 h 277636"/>
                <a:gd name="connsiteX6" fmla="*/ 396178 w 446010"/>
                <a:gd name="connsiteY6" fmla="*/ 138818 h 277636"/>
                <a:gd name="connsiteX7" fmla="*/ 446010 w 446010"/>
                <a:gd name="connsiteY7" fmla="*/ 0 h 277636"/>
                <a:gd name="connsiteX8" fmla="*/ 446010 w 446010"/>
                <a:gd name="connsiteY8" fmla="*/ 277636 h 277636"/>
                <a:gd name="connsiteX9" fmla="*/ 0 w 446010"/>
                <a:gd name="connsiteY9" fmla="*/ 277636 h 27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010" h="277636">
                  <a:moveTo>
                    <a:pt x="0" y="0"/>
                  </a:moveTo>
                  <a:lnTo>
                    <a:pt x="49832" y="138818"/>
                  </a:lnTo>
                  <a:lnTo>
                    <a:pt x="185040" y="138818"/>
                  </a:lnTo>
                  <a:lnTo>
                    <a:pt x="185040" y="197548"/>
                  </a:lnTo>
                  <a:lnTo>
                    <a:pt x="260977" y="197548"/>
                  </a:lnTo>
                  <a:lnTo>
                    <a:pt x="260977" y="138818"/>
                  </a:lnTo>
                  <a:lnTo>
                    <a:pt x="396178" y="138818"/>
                  </a:lnTo>
                  <a:lnTo>
                    <a:pt x="446010" y="0"/>
                  </a:lnTo>
                  <a:lnTo>
                    <a:pt x="446010" y="277636"/>
                  </a:lnTo>
                  <a:lnTo>
                    <a:pt x="0" y="277636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" name="Freeform: Shape 37">
              <a:extLst>
                <a:ext uri="{FF2B5EF4-FFF2-40B4-BE49-F238E27FC236}">
                  <a16:creationId xmlns:a16="http://schemas.microsoft.com/office/drawing/2014/main" id="{93F6AA67-1B26-F1D6-9B2C-E13D0F4FC55D}"/>
                </a:ext>
              </a:extLst>
            </p:cNvPr>
            <p:cNvSpPr/>
            <p:nvPr/>
          </p:nvSpPr>
          <p:spPr>
            <a:xfrm>
              <a:off x="2812191" y="495774"/>
              <a:ext cx="462724" cy="355943"/>
            </a:xfrm>
            <a:custGeom>
              <a:avLst/>
              <a:gdLst>
                <a:gd name="connsiteX0" fmla="*/ 454911 w 462724"/>
                <a:gd name="connsiteY0" fmla="*/ 201349 h 355941"/>
                <a:gd name="connsiteX1" fmla="*/ 446013 w 462724"/>
                <a:gd name="connsiteY1" fmla="*/ 210248 h 355941"/>
                <a:gd name="connsiteX2" fmla="*/ 446013 w 462724"/>
                <a:gd name="connsiteY2" fmla="*/ 339568 h 355941"/>
                <a:gd name="connsiteX3" fmla="*/ 17800 w 462724"/>
                <a:gd name="connsiteY3" fmla="*/ 339568 h 355941"/>
                <a:gd name="connsiteX4" fmla="*/ 17800 w 462724"/>
                <a:gd name="connsiteY4" fmla="*/ 121953 h 355941"/>
                <a:gd name="connsiteX5" fmla="*/ 50376 w 462724"/>
                <a:gd name="connsiteY5" fmla="*/ 212661 h 355941"/>
                <a:gd name="connsiteX6" fmla="*/ 58748 w 462724"/>
                <a:gd name="connsiteY6" fmla="*/ 218555 h 355941"/>
                <a:gd name="connsiteX7" fmla="*/ 145626 w 462724"/>
                <a:gd name="connsiteY7" fmla="*/ 218555 h 355941"/>
                <a:gd name="connsiteX8" fmla="*/ 154525 w 462724"/>
                <a:gd name="connsiteY8" fmla="*/ 209657 h 355941"/>
                <a:gd name="connsiteX9" fmla="*/ 145626 w 462724"/>
                <a:gd name="connsiteY9" fmla="*/ 200758 h 355941"/>
                <a:gd name="connsiteX10" fmla="*/ 64991 w 462724"/>
                <a:gd name="connsiteY10" fmla="*/ 200758 h 355941"/>
                <a:gd name="connsiteX11" fmla="*/ 21566 w 462724"/>
                <a:gd name="connsiteY11" fmla="*/ 79738 h 355941"/>
                <a:gd name="connsiteX12" fmla="*/ 442289 w 462724"/>
                <a:gd name="connsiteY12" fmla="*/ 79738 h 355941"/>
                <a:gd name="connsiteX13" fmla="*/ 398865 w 462724"/>
                <a:gd name="connsiteY13" fmla="*/ 200758 h 355941"/>
                <a:gd name="connsiteX14" fmla="*/ 278777 w 462724"/>
                <a:gd name="connsiteY14" fmla="*/ 200758 h 355941"/>
                <a:gd name="connsiteX15" fmla="*/ 278777 w 462724"/>
                <a:gd name="connsiteY15" fmla="*/ 152108 h 355941"/>
                <a:gd name="connsiteX16" fmla="*/ 269878 w 462724"/>
                <a:gd name="connsiteY16" fmla="*/ 143210 h 355941"/>
                <a:gd name="connsiteX17" fmla="*/ 193942 w 462724"/>
                <a:gd name="connsiteY17" fmla="*/ 143210 h 355941"/>
                <a:gd name="connsiteX18" fmla="*/ 185043 w 462724"/>
                <a:gd name="connsiteY18" fmla="*/ 152108 h 355941"/>
                <a:gd name="connsiteX19" fmla="*/ 185043 w 462724"/>
                <a:gd name="connsiteY19" fmla="*/ 268380 h 355941"/>
                <a:gd name="connsiteX20" fmla="*/ 193942 w 462724"/>
                <a:gd name="connsiteY20" fmla="*/ 277279 h 355941"/>
                <a:gd name="connsiteX21" fmla="*/ 269878 w 462724"/>
                <a:gd name="connsiteY21" fmla="*/ 277279 h 355941"/>
                <a:gd name="connsiteX22" fmla="*/ 278777 w 462724"/>
                <a:gd name="connsiteY22" fmla="*/ 268380 h 355941"/>
                <a:gd name="connsiteX23" fmla="*/ 278777 w 462724"/>
                <a:gd name="connsiteY23" fmla="*/ 218548 h 355941"/>
                <a:gd name="connsiteX24" fmla="*/ 405079 w 462724"/>
                <a:gd name="connsiteY24" fmla="*/ 218548 h 355941"/>
                <a:gd name="connsiteX25" fmla="*/ 413451 w 462724"/>
                <a:gd name="connsiteY25" fmla="*/ 212654 h 355941"/>
                <a:gd name="connsiteX26" fmla="*/ 463283 w 462724"/>
                <a:gd name="connsiteY26" fmla="*/ 73837 h 355941"/>
                <a:gd name="connsiteX27" fmla="*/ 457911 w 462724"/>
                <a:gd name="connsiteY27" fmla="*/ 62456 h 355941"/>
                <a:gd name="connsiteX28" fmla="*/ 454911 w 462724"/>
                <a:gd name="connsiteY28" fmla="*/ 61934 h 355941"/>
                <a:gd name="connsiteX29" fmla="*/ 327092 w 462724"/>
                <a:gd name="connsiteY29" fmla="*/ 61934 h 355941"/>
                <a:gd name="connsiteX30" fmla="*/ 327092 w 462724"/>
                <a:gd name="connsiteY30" fmla="*/ 49170 h 355941"/>
                <a:gd name="connsiteX31" fmla="*/ 277916 w 462724"/>
                <a:gd name="connsiteY31" fmla="*/ 0 h 355941"/>
                <a:gd name="connsiteX32" fmla="*/ 185897 w 462724"/>
                <a:gd name="connsiteY32" fmla="*/ 0 h 355941"/>
                <a:gd name="connsiteX33" fmla="*/ 136728 w 462724"/>
                <a:gd name="connsiteY33" fmla="*/ 49170 h 355941"/>
                <a:gd name="connsiteX34" fmla="*/ 136728 w 462724"/>
                <a:gd name="connsiteY34" fmla="*/ 61934 h 355941"/>
                <a:gd name="connsiteX35" fmla="*/ 8902 w 462724"/>
                <a:gd name="connsiteY35" fmla="*/ 61934 h 355941"/>
                <a:gd name="connsiteX36" fmla="*/ 3 w 462724"/>
                <a:gd name="connsiteY36" fmla="*/ 70356 h 355941"/>
                <a:gd name="connsiteX37" fmla="*/ 3 w 462724"/>
                <a:gd name="connsiteY37" fmla="*/ 70832 h 355941"/>
                <a:gd name="connsiteX38" fmla="*/ 3 w 462724"/>
                <a:gd name="connsiteY38" fmla="*/ 348467 h 355941"/>
                <a:gd name="connsiteX39" fmla="*/ 8902 w 462724"/>
                <a:gd name="connsiteY39" fmla="*/ 357366 h 355941"/>
                <a:gd name="connsiteX40" fmla="*/ 454911 w 462724"/>
                <a:gd name="connsiteY40" fmla="*/ 357366 h 355941"/>
                <a:gd name="connsiteX41" fmla="*/ 463810 w 462724"/>
                <a:gd name="connsiteY41" fmla="*/ 348467 h 355941"/>
                <a:gd name="connsiteX42" fmla="*/ 463810 w 462724"/>
                <a:gd name="connsiteY42" fmla="*/ 210248 h 355941"/>
                <a:gd name="connsiteX43" fmla="*/ 454911 w 462724"/>
                <a:gd name="connsiteY43" fmla="*/ 201349 h 355941"/>
                <a:gd name="connsiteX44" fmla="*/ 202840 w 462724"/>
                <a:gd name="connsiteY44" fmla="*/ 259482 h 355941"/>
                <a:gd name="connsiteX45" fmla="*/ 202840 w 462724"/>
                <a:gd name="connsiteY45" fmla="*/ 161007 h 355941"/>
                <a:gd name="connsiteX46" fmla="*/ 260980 w 462724"/>
                <a:gd name="connsiteY46" fmla="*/ 161007 h 355941"/>
                <a:gd name="connsiteX47" fmla="*/ 260980 w 462724"/>
                <a:gd name="connsiteY47" fmla="*/ 259482 h 355941"/>
                <a:gd name="connsiteX48" fmla="*/ 154518 w 462724"/>
                <a:gd name="connsiteY48" fmla="*/ 49170 h 355941"/>
                <a:gd name="connsiteX49" fmla="*/ 185897 w 462724"/>
                <a:gd name="connsiteY49" fmla="*/ 17797 h 355941"/>
                <a:gd name="connsiteX50" fmla="*/ 277916 w 462724"/>
                <a:gd name="connsiteY50" fmla="*/ 17797 h 355941"/>
                <a:gd name="connsiteX51" fmla="*/ 309288 w 462724"/>
                <a:gd name="connsiteY51" fmla="*/ 49170 h 355941"/>
                <a:gd name="connsiteX52" fmla="*/ 309288 w 462724"/>
                <a:gd name="connsiteY52" fmla="*/ 61934 h 355941"/>
                <a:gd name="connsiteX53" fmla="*/ 154518 w 462724"/>
                <a:gd name="connsiteY53" fmla="*/ 61934 h 35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62724" h="355941">
                  <a:moveTo>
                    <a:pt x="454911" y="201349"/>
                  </a:moveTo>
                  <a:cubicBezTo>
                    <a:pt x="449997" y="201349"/>
                    <a:pt x="446013" y="205333"/>
                    <a:pt x="446013" y="210248"/>
                  </a:cubicBezTo>
                  <a:lnTo>
                    <a:pt x="446013" y="339568"/>
                  </a:lnTo>
                  <a:lnTo>
                    <a:pt x="17800" y="339568"/>
                  </a:lnTo>
                  <a:lnTo>
                    <a:pt x="17800" y="121953"/>
                  </a:lnTo>
                  <a:lnTo>
                    <a:pt x="50376" y="212661"/>
                  </a:lnTo>
                  <a:cubicBezTo>
                    <a:pt x="51644" y="216195"/>
                    <a:pt x="54993" y="218554"/>
                    <a:pt x="58748" y="218555"/>
                  </a:cubicBezTo>
                  <a:lnTo>
                    <a:pt x="145626" y="218555"/>
                  </a:lnTo>
                  <a:cubicBezTo>
                    <a:pt x="150541" y="218555"/>
                    <a:pt x="154525" y="214571"/>
                    <a:pt x="154525" y="209657"/>
                  </a:cubicBezTo>
                  <a:cubicBezTo>
                    <a:pt x="154525" y="204742"/>
                    <a:pt x="150541" y="200758"/>
                    <a:pt x="145626" y="200758"/>
                  </a:cubicBezTo>
                  <a:lnTo>
                    <a:pt x="64991" y="200758"/>
                  </a:lnTo>
                  <a:lnTo>
                    <a:pt x="21566" y="79738"/>
                  </a:lnTo>
                  <a:lnTo>
                    <a:pt x="442289" y="79738"/>
                  </a:lnTo>
                  <a:lnTo>
                    <a:pt x="398865" y="200758"/>
                  </a:lnTo>
                  <a:lnTo>
                    <a:pt x="278777" y="200758"/>
                  </a:lnTo>
                  <a:lnTo>
                    <a:pt x="278777" y="152108"/>
                  </a:lnTo>
                  <a:cubicBezTo>
                    <a:pt x="278777" y="147194"/>
                    <a:pt x="274793" y="143210"/>
                    <a:pt x="269878" y="143210"/>
                  </a:cubicBezTo>
                  <a:lnTo>
                    <a:pt x="193942" y="143210"/>
                  </a:lnTo>
                  <a:cubicBezTo>
                    <a:pt x="189027" y="143210"/>
                    <a:pt x="185043" y="147194"/>
                    <a:pt x="185043" y="152108"/>
                  </a:cubicBezTo>
                  <a:lnTo>
                    <a:pt x="185043" y="268380"/>
                  </a:lnTo>
                  <a:cubicBezTo>
                    <a:pt x="185043" y="273295"/>
                    <a:pt x="189027" y="277279"/>
                    <a:pt x="193942" y="277279"/>
                  </a:cubicBezTo>
                  <a:lnTo>
                    <a:pt x="269878" y="277279"/>
                  </a:lnTo>
                  <a:cubicBezTo>
                    <a:pt x="274793" y="277279"/>
                    <a:pt x="278777" y="273295"/>
                    <a:pt x="278777" y="268380"/>
                  </a:cubicBezTo>
                  <a:lnTo>
                    <a:pt x="278777" y="218548"/>
                  </a:lnTo>
                  <a:lnTo>
                    <a:pt x="405079" y="218548"/>
                  </a:lnTo>
                  <a:cubicBezTo>
                    <a:pt x="408834" y="218546"/>
                    <a:pt x="412183" y="216188"/>
                    <a:pt x="413451" y="212654"/>
                  </a:cubicBezTo>
                  <a:lnTo>
                    <a:pt x="463283" y="73837"/>
                  </a:lnTo>
                  <a:cubicBezTo>
                    <a:pt x="464942" y="69211"/>
                    <a:pt x="462537" y="64115"/>
                    <a:pt x="457911" y="62456"/>
                  </a:cubicBezTo>
                  <a:cubicBezTo>
                    <a:pt x="456948" y="62111"/>
                    <a:pt x="455934" y="61934"/>
                    <a:pt x="454911" y="61934"/>
                  </a:cubicBezTo>
                  <a:lnTo>
                    <a:pt x="327092" y="61934"/>
                  </a:lnTo>
                  <a:lnTo>
                    <a:pt x="327092" y="49170"/>
                  </a:lnTo>
                  <a:cubicBezTo>
                    <a:pt x="327061" y="22024"/>
                    <a:pt x="305061" y="27"/>
                    <a:pt x="277916" y="0"/>
                  </a:cubicBezTo>
                  <a:lnTo>
                    <a:pt x="185897" y="0"/>
                  </a:lnTo>
                  <a:cubicBezTo>
                    <a:pt x="158755" y="31"/>
                    <a:pt x="136759" y="22027"/>
                    <a:pt x="136728" y="49170"/>
                  </a:cubicBezTo>
                  <a:lnTo>
                    <a:pt x="136728" y="61934"/>
                  </a:lnTo>
                  <a:lnTo>
                    <a:pt x="8902" y="61934"/>
                  </a:lnTo>
                  <a:cubicBezTo>
                    <a:pt x="4119" y="61802"/>
                    <a:pt x="135" y="65573"/>
                    <a:pt x="3" y="70356"/>
                  </a:cubicBezTo>
                  <a:cubicBezTo>
                    <a:pt x="-1" y="70515"/>
                    <a:pt x="-1" y="70674"/>
                    <a:pt x="3" y="70832"/>
                  </a:cubicBezTo>
                  <a:lnTo>
                    <a:pt x="3" y="348467"/>
                  </a:lnTo>
                  <a:cubicBezTo>
                    <a:pt x="3" y="353382"/>
                    <a:pt x="3987" y="357366"/>
                    <a:pt x="8902" y="357366"/>
                  </a:cubicBezTo>
                  <a:lnTo>
                    <a:pt x="454911" y="357366"/>
                  </a:lnTo>
                  <a:cubicBezTo>
                    <a:pt x="459826" y="357366"/>
                    <a:pt x="463810" y="353382"/>
                    <a:pt x="463810" y="348467"/>
                  </a:cubicBezTo>
                  <a:lnTo>
                    <a:pt x="463810" y="210248"/>
                  </a:lnTo>
                  <a:cubicBezTo>
                    <a:pt x="463810" y="205333"/>
                    <a:pt x="459826" y="201349"/>
                    <a:pt x="454911" y="201349"/>
                  </a:cubicBezTo>
                  <a:close/>
                  <a:moveTo>
                    <a:pt x="202840" y="259482"/>
                  </a:moveTo>
                  <a:lnTo>
                    <a:pt x="202840" y="161007"/>
                  </a:lnTo>
                  <a:lnTo>
                    <a:pt x="260980" y="161007"/>
                  </a:lnTo>
                  <a:lnTo>
                    <a:pt x="260980" y="259482"/>
                  </a:lnTo>
                  <a:close/>
                  <a:moveTo>
                    <a:pt x="154518" y="49170"/>
                  </a:moveTo>
                  <a:cubicBezTo>
                    <a:pt x="154537" y="31848"/>
                    <a:pt x="168576" y="17813"/>
                    <a:pt x="185897" y="17797"/>
                  </a:cubicBezTo>
                  <a:lnTo>
                    <a:pt x="277916" y="17797"/>
                  </a:lnTo>
                  <a:cubicBezTo>
                    <a:pt x="295234" y="17817"/>
                    <a:pt x="309269" y="31851"/>
                    <a:pt x="309288" y="49170"/>
                  </a:cubicBezTo>
                  <a:lnTo>
                    <a:pt x="309288" y="61934"/>
                  </a:lnTo>
                  <a:lnTo>
                    <a:pt x="154518" y="61934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62" name="Group 296">
            <a:extLst>
              <a:ext uri="{FF2B5EF4-FFF2-40B4-BE49-F238E27FC236}">
                <a16:creationId xmlns:a16="http://schemas.microsoft.com/office/drawing/2014/main" id="{FD113AE0-E2F0-5AC7-F5B4-6B19937D47FC}"/>
              </a:ext>
            </a:extLst>
          </p:cNvPr>
          <p:cNvGrpSpPr/>
          <p:nvPr/>
        </p:nvGrpSpPr>
        <p:grpSpPr>
          <a:xfrm>
            <a:off x="1793713" y="464551"/>
            <a:ext cx="463807" cy="419812"/>
            <a:chOff x="1793713" y="464551"/>
            <a:chExt cx="463807" cy="419812"/>
          </a:xfrm>
          <a:noFill/>
        </p:grpSpPr>
        <p:sp>
          <p:nvSpPr>
            <p:cNvPr id="63" name="Freeform: Shape 1">
              <a:extLst>
                <a:ext uri="{FF2B5EF4-FFF2-40B4-BE49-F238E27FC236}">
                  <a16:creationId xmlns:a16="http://schemas.microsoft.com/office/drawing/2014/main" id="{0A0484E6-642A-A1C9-0FCE-5C618FBF20E9}"/>
                </a:ext>
              </a:extLst>
            </p:cNvPr>
            <p:cNvSpPr/>
            <p:nvPr/>
          </p:nvSpPr>
          <p:spPr>
            <a:xfrm>
              <a:off x="1802612" y="504153"/>
              <a:ext cx="441369" cy="85426"/>
            </a:xfrm>
            <a:custGeom>
              <a:avLst/>
              <a:gdLst>
                <a:gd name="connsiteX0" fmla="*/ 0 w 441367"/>
                <a:gd name="connsiteY0" fmla="*/ 0 h 85426"/>
                <a:gd name="connsiteX1" fmla="*/ 446009 w 441367"/>
                <a:gd name="connsiteY1" fmla="*/ 0 h 85426"/>
                <a:gd name="connsiteX2" fmla="*/ 446009 w 441367"/>
                <a:gd name="connsiteY2" fmla="*/ 90174 h 85426"/>
                <a:gd name="connsiteX3" fmla="*/ 0 w 441367"/>
                <a:gd name="connsiteY3" fmla="*/ 90174 h 85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1367" h="85426">
                  <a:moveTo>
                    <a:pt x="0" y="0"/>
                  </a:moveTo>
                  <a:lnTo>
                    <a:pt x="446009" y="0"/>
                  </a:lnTo>
                  <a:lnTo>
                    <a:pt x="446009" y="90174"/>
                  </a:lnTo>
                  <a:lnTo>
                    <a:pt x="0" y="90174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" name="Freeform: Shape 38">
              <a:extLst>
                <a:ext uri="{FF2B5EF4-FFF2-40B4-BE49-F238E27FC236}">
                  <a16:creationId xmlns:a16="http://schemas.microsoft.com/office/drawing/2014/main" id="{49CB22DF-E693-FD92-BB97-E22C0401E2EB}"/>
                </a:ext>
              </a:extLst>
            </p:cNvPr>
            <p:cNvSpPr/>
            <p:nvPr/>
          </p:nvSpPr>
          <p:spPr>
            <a:xfrm>
              <a:off x="1793713" y="464551"/>
              <a:ext cx="463807" cy="419812"/>
            </a:xfrm>
            <a:custGeom>
              <a:avLst/>
              <a:gdLst>
                <a:gd name="connsiteX0" fmla="*/ 232324 w 463806"/>
                <a:gd name="connsiteY0" fmla="*/ 267626 h 419812"/>
                <a:gd name="connsiteX1" fmla="*/ 232324 w 463806"/>
                <a:gd name="connsiteY1" fmla="*/ 267654 h 419812"/>
                <a:gd name="connsiteX2" fmla="*/ 222357 w 463806"/>
                <a:gd name="connsiteY2" fmla="*/ 269626 h 419812"/>
                <a:gd name="connsiteX3" fmla="*/ 208881 w 463806"/>
                <a:gd name="connsiteY3" fmla="*/ 283059 h 419812"/>
                <a:gd name="connsiteX4" fmla="*/ 208881 w 463806"/>
                <a:gd name="connsiteY4" fmla="*/ 302494 h 419812"/>
                <a:gd name="connsiteX5" fmla="*/ 214291 w 463806"/>
                <a:gd name="connsiteY5" fmla="*/ 310403 h 419812"/>
                <a:gd name="connsiteX6" fmla="*/ 222357 w 463806"/>
                <a:gd name="connsiteY6" fmla="*/ 315742 h 419812"/>
                <a:gd name="connsiteX7" fmla="*/ 242291 w 463806"/>
                <a:gd name="connsiteY7" fmla="*/ 315742 h 419812"/>
                <a:gd name="connsiteX8" fmla="*/ 250477 w 463806"/>
                <a:gd name="connsiteY8" fmla="*/ 310403 h 419812"/>
                <a:gd name="connsiteX9" fmla="*/ 255980 w 463806"/>
                <a:gd name="connsiteY9" fmla="*/ 302494 h 419812"/>
                <a:gd name="connsiteX10" fmla="*/ 255980 w 463806"/>
                <a:gd name="connsiteY10" fmla="*/ 283059 h 419812"/>
                <a:gd name="connsiteX11" fmla="*/ 250477 w 463806"/>
                <a:gd name="connsiteY11" fmla="*/ 275058 h 419812"/>
                <a:gd name="connsiteX12" fmla="*/ 242291 w 463806"/>
                <a:gd name="connsiteY12" fmla="*/ 269626 h 419812"/>
                <a:gd name="connsiteX13" fmla="*/ 232324 w 463806"/>
                <a:gd name="connsiteY13" fmla="*/ 267626 h 419812"/>
                <a:gd name="connsiteX14" fmla="*/ 228523 w 463806"/>
                <a:gd name="connsiteY14" fmla="*/ 199469 h 419812"/>
                <a:gd name="connsiteX15" fmla="*/ 261369 w 463806"/>
                <a:gd name="connsiteY15" fmla="*/ 199469 h 419812"/>
                <a:gd name="connsiteX16" fmla="*/ 253211 w 463806"/>
                <a:gd name="connsiteY16" fmla="*/ 210567 h 419812"/>
                <a:gd name="connsiteX17" fmla="*/ 244469 w 463806"/>
                <a:gd name="connsiteY17" fmla="*/ 222719 h 419812"/>
                <a:gd name="connsiteX18" fmla="*/ 235706 w 463806"/>
                <a:gd name="connsiteY18" fmla="*/ 234949 h 419812"/>
                <a:gd name="connsiteX19" fmla="*/ 227548 w 463806"/>
                <a:gd name="connsiteY19" fmla="*/ 246339 h 419812"/>
                <a:gd name="connsiteX20" fmla="*/ 231164 w 463806"/>
                <a:gd name="connsiteY20" fmla="*/ 244916 h 419812"/>
                <a:gd name="connsiteX21" fmla="*/ 235891 w 463806"/>
                <a:gd name="connsiteY21" fmla="*/ 244061 h 419812"/>
                <a:gd name="connsiteX22" fmla="*/ 255546 w 463806"/>
                <a:gd name="connsiteY22" fmla="*/ 246909 h 419812"/>
                <a:gd name="connsiteX23" fmla="*/ 270659 w 463806"/>
                <a:gd name="connsiteY23" fmla="*/ 256783 h 419812"/>
                <a:gd name="connsiteX24" fmla="*/ 280334 w 463806"/>
                <a:gd name="connsiteY24" fmla="*/ 272353 h 419812"/>
                <a:gd name="connsiteX25" fmla="*/ 283950 w 463806"/>
                <a:gd name="connsiteY25" fmla="*/ 292478 h 419812"/>
                <a:gd name="connsiteX26" fmla="*/ 282804 w 463806"/>
                <a:gd name="connsiteY26" fmla="*/ 304437 h 419812"/>
                <a:gd name="connsiteX27" fmla="*/ 279871 w 463806"/>
                <a:gd name="connsiteY27" fmla="*/ 313934 h 419812"/>
                <a:gd name="connsiteX28" fmla="*/ 275792 w 463806"/>
                <a:gd name="connsiteY28" fmla="*/ 321245 h 419812"/>
                <a:gd name="connsiteX29" fmla="*/ 271222 w 463806"/>
                <a:gd name="connsiteY29" fmla="*/ 326662 h 419812"/>
                <a:gd name="connsiteX30" fmla="*/ 261084 w 463806"/>
                <a:gd name="connsiteY30" fmla="*/ 334258 h 419812"/>
                <a:gd name="connsiteX31" fmla="*/ 250235 w 463806"/>
                <a:gd name="connsiteY31" fmla="*/ 338714 h 419812"/>
                <a:gd name="connsiteX32" fmla="*/ 240006 w 463806"/>
                <a:gd name="connsiteY32" fmla="*/ 340807 h 419812"/>
                <a:gd name="connsiteX33" fmla="*/ 231541 w 463806"/>
                <a:gd name="connsiteY33" fmla="*/ 341277 h 419812"/>
                <a:gd name="connsiteX34" fmla="*/ 215224 w 463806"/>
                <a:gd name="connsiteY34" fmla="*/ 338907 h 419812"/>
                <a:gd name="connsiteX35" fmla="*/ 201072 w 463806"/>
                <a:gd name="connsiteY35" fmla="*/ 332265 h 419812"/>
                <a:gd name="connsiteX36" fmla="*/ 190073 w 463806"/>
                <a:gd name="connsiteY36" fmla="*/ 322014 h 419812"/>
                <a:gd name="connsiteX37" fmla="*/ 183118 w 463806"/>
                <a:gd name="connsiteY37" fmla="*/ 308815 h 419812"/>
                <a:gd name="connsiteX38" fmla="*/ 179907 w 463806"/>
                <a:gd name="connsiteY38" fmla="*/ 285935 h 419812"/>
                <a:gd name="connsiteX39" fmla="*/ 185602 w 463806"/>
                <a:gd name="connsiteY39" fmla="*/ 263063 h 419812"/>
                <a:gd name="connsiteX40" fmla="*/ 191967 w 463806"/>
                <a:gd name="connsiteY40" fmla="*/ 252049 h 419812"/>
                <a:gd name="connsiteX41" fmla="*/ 202780 w 463806"/>
                <a:gd name="connsiteY41" fmla="*/ 235633 h 419812"/>
                <a:gd name="connsiteX42" fmla="*/ 215793 w 463806"/>
                <a:gd name="connsiteY42" fmla="*/ 217024 h 419812"/>
                <a:gd name="connsiteX43" fmla="*/ 228523 w 463806"/>
                <a:gd name="connsiteY43" fmla="*/ 199469 h 419812"/>
                <a:gd name="connsiteX44" fmla="*/ 361823 w 463806"/>
                <a:gd name="connsiteY44" fmla="*/ 0 h 419812"/>
                <a:gd name="connsiteX45" fmla="*/ 370722 w 463806"/>
                <a:gd name="connsiteY45" fmla="*/ 8899 h 419812"/>
                <a:gd name="connsiteX46" fmla="*/ 370722 w 463806"/>
                <a:gd name="connsiteY46" fmla="*/ 70306 h 419812"/>
                <a:gd name="connsiteX47" fmla="*/ 361823 w 463806"/>
                <a:gd name="connsiteY47" fmla="*/ 79204 h 419812"/>
                <a:gd name="connsiteX48" fmla="*/ 352925 w 463806"/>
                <a:gd name="connsiteY48" fmla="*/ 70306 h 419812"/>
                <a:gd name="connsiteX49" fmla="*/ 352925 w 463806"/>
                <a:gd name="connsiteY49" fmla="*/ 48501 h 419812"/>
                <a:gd name="connsiteX50" fmla="*/ 147667 w 463806"/>
                <a:gd name="connsiteY50" fmla="*/ 48501 h 419812"/>
                <a:gd name="connsiteX51" fmla="*/ 138768 w 463806"/>
                <a:gd name="connsiteY51" fmla="*/ 39602 h 419812"/>
                <a:gd name="connsiteX52" fmla="*/ 147667 w 463806"/>
                <a:gd name="connsiteY52" fmla="*/ 30704 h 419812"/>
                <a:gd name="connsiteX53" fmla="*/ 352925 w 463806"/>
                <a:gd name="connsiteY53" fmla="*/ 30704 h 419812"/>
                <a:gd name="connsiteX54" fmla="*/ 352925 w 463806"/>
                <a:gd name="connsiteY54" fmla="*/ 8899 h 419812"/>
                <a:gd name="connsiteX55" fmla="*/ 361823 w 463806"/>
                <a:gd name="connsiteY55" fmla="*/ 0 h 419812"/>
                <a:gd name="connsiteX56" fmla="*/ 101984 w 463806"/>
                <a:gd name="connsiteY56" fmla="*/ 0 h 419812"/>
                <a:gd name="connsiteX57" fmla="*/ 110883 w 463806"/>
                <a:gd name="connsiteY57" fmla="*/ 8899 h 419812"/>
                <a:gd name="connsiteX58" fmla="*/ 110883 w 463806"/>
                <a:gd name="connsiteY58" fmla="*/ 70306 h 419812"/>
                <a:gd name="connsiteX59" fmla="*/ 101984 w 463806"/>
                <a:gd name="connsiteY59" fmla="*/ 79204 h 419812"/>
                <a:gd name="connsiteX60" fmla="*/ 93086 w 463806"/>
                <a:gd name="connsiteY60" fmla="*/ 70306 h 419812"/>
                <a:gd name="connsiteX61" fmla="*/ 93086 w 463806"/>
                <a:gd name="connsiteY61" fmla="*/ 48501 h 419812"/>
                <a:gd name="connsiteX62" fmla="*/ 17797 w 463806"/>
                <a:gd name="connsiteY62" fmla="*/ 48501 h 419812"/>
                <a:gd name="connsiteX63" fmla="*/ 17797 w 463806"/>
                <a:gd name="connsiteY63" fmla="*/ 120871 h 419812"/>
                <a:gd name="connsiteX64" fmla="*/ 446009 w 463806"/>
                <a:gd name="connsiteY64" fmla="*/ 120871 h 419812"/>
                <a:gd name="connsiteX65" fmla="*/ 446009 w 463806"/>
                <a:gd name="connsiteY65" fmla="*/ 48501 h 419812"/>
                <a:gd name="connsiteX66" fmla="*/ 408685 w 463806"/>
                <a:gd name="connsiteY66" fmla="*/ 48501 h 419812"/>
                <a:gd name="connsiteX67" fmla="*/ 399787 w 463806"/>
                <a:gd name="connsiteY67" fmla="*/ 39602 h 419812"/>
                <a:gd name="connsiteX68" fmla="*/ 408685 w 463806"/>
                <a:gd name="connsiteY68" fmla="*/ 30704 h 419812"/>
                <a:gd name="connsiteX69" fmla="*/ 454908 w 463806"/>
                <a:gd name="connsiteY69" fmla="*/ 30704 h 419812"/>
                <a:gd name="connsiteX70" fmla="*/ 463806 w 463806"/>
                <a:gd name="connsiteY70" fmla="*/ 39602 h 419812"/>
                <a:gd name="connsiteX71" fmla="*/ 463806 w 463806"/>
                <a:gd name="connsiteY71" fmla="*/ 129769 h 419812"/>
                <a:gd name="connsiteX72" fmla="*/ 463806 w 463806"/>
                <a:gd name="connsiteY72" fmla="*/ 129784 h 419812"/>
                <a:gd name="connsiteX73" fmla="*/ 454894 w 463806"/>
                <a:gd name="connsiteY73" fmla="*/ 138668 h 419812"/>
                <a:gd name="connsiteX74" fmla="*/ 17797 w 463806"/>
                <a:gd name="connsiteY74" fmla="*/ 138668 h 419812"/>
                <a:gd name="connsiteX75" fmla="*/ 17797 w 463806"/>
                <a:gd name="connsiteY75" fmla="*/ 402015 h 419812"/>
                <a:gd name="connsiteX76" fmla="*/ 446009 w 463806"/>
                <a:gd name="connsiteY76" fmla="*/ 402015 h 419812"/>
                <a:gd name="connsiteX77" fmla="*/ 446009 w 463806"/>
                <a:gd name="connsiteY77" fmla="*/ 173144 h 419812"/>
                <a:gd name="connsiteX78" fmla="*/ 454908 w 463806"/>
                <a:gd name="connsiteY78" fmla="*/ 164246 h 419812"/>
                <a:gd name="connsiteX79" fmla="*/ 463806 w 463806"/>
                <a:gd name="connsiteY79" fmla="*/ 173144 h 419812"/>
                <a:gd name="connsiteX80" fmla="*/ 463806 w 463806"/>
                <a:gd name="connsiteY80" fmla="*/ 410913 h 419812"/>
                <a:gd name="connsiteX81" fmla="*/ 454908 w 463806"/>
                <a:gd name="connsiteY81" fmla="*/ 419812 h 419812"/>
                <a:gd name="connsiteX82" fmla="*/ 8899 w 463806"/>
                <a:gd name="connsiteY82" fmla="*/ 419812 h 419812"/>
                <a:gd name="connsiteX83" fmla="*/ 0 w 463806"/>
                <a:gd name="connsiteY83" fmla="*/ 410913 h 419812"/>
                <a:gd name="connsiteX84" fmla="*/ 0 w 463806"/>
                <a:gd name="connsiteY84" fmla="*/ 39602 h 419812"/>
                <a:gd name="connsiteX85" fmla="*/ 8899 w 463806"/>
                <a:gd name="connsiteY85" fmla="*/ 30704 h 419812"/>
                <a:gd name="connsiteX86" fmla="*/ 93086 w 463806"/>
                <a:gd name="connsiteY86" fmla="*/ 30704 h 419812"/>
                <a:gd name="connsiteX87" fmla="*/ 93086 w 463806"/>
                <a:gd name="connsiteY87" fmla="*/ 8899 h 419812"/>
                <a:gd name="connsiteX88" fmla="*/ 101984 w 463806"/>
                <a:gd name="connsiteY88" fmla="*/ 0 h 419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463806" h="419812">
                  <a:moveTo>
                    <a:pt x="232324" y="267626"/>
                  </a:moveTo>
                  <a:lnTo>
                    <a:pt x="232324" y="267654"/>
                  </a:lnTo>
                  <a:cubicBezTo>
                    <a:pt x="228902" y="267622"/>
                    <a:pt x="225510" y="268294"/>
                    <a:pt x="222357" y="269626"/>
                  </a:cubicBezTo>
                  <a:cubicBezTo>
                    <a:pt x="216294" y="272189"/>
                    <a:pt x="211463" y="277005"/>
                    <a:pt x="208881" y="283059"/>
                  </a:cubicBezTo>
                  <a:cubicBezTo>
                    <a:pt x="206204" y="289261"/>
                    <a:pt x="206204" y="296292"/>
                    <a:pt x="208881" y="302494"/>
                  </a:cubicBezTo>
                  <a:cubicBezTo>
                    <a:pt x="210148" y="305459"/>
                    <a:pt x="211987" y="308147"/>
                    <a:pt x="214291" y="310403"/>
                  </a:cubicBezTo>
                  <a:cubicBezTo>
                    <a:pt x="216630" y="312662"/>
                    <a:pt x="219364" y="314472"/>
                    <a:pt x="222357" y="315742"/>
                  </a:cubicBezTo>
                  <a:cubicBezTo>
                    <a:pt x="228734" y="318411"/>
                    <a:pt x="235914" y="318411"/>
                    <a:pt x="242291" y="315742"/>
                  </a:cubicBezTo>
                  <a:cubicBezTo>
                    <a:pt x="245316" y="314465"/>
                    <a:pt x="248089" y="312657"/>
                    <a:pt x="250477" y="310403"/>
                  </a:cubicBezTo>
                  <a:cubicBezTo>
                    <a:pt x="252820" y="308160"/>
                    <a:pt x="254691" y="305471"/>
                    <a:pt x="255980" y="302494"/>
                  </a:cubicBezTo>
                  <a:cubicBezTo>
                    <a:pt x="258617" y="296284"/>
                    <a:pt x="258617" y="289269"/>
                    <a:pt x="255980" y="283059"/>
                  </a:cubicBezTo>
                  <a:cubicBezTo>
                    <a:pt x="254677" y="280063"/>
                    <a:pt x="252809" y="277347"/>
                    <a:pt x="250477" y="275058"/>
                  </a:cubicBezTo>
                  <a:cubicBezTo>
                    <a:pt x="248109" y="272755"/>
                    <a:pt x="245333" y="270913"/>
                    <a:pt x="242291" y="269626"/>
                  </a:cubicBezTo>
                  <a:cubicBezTo>
                    <a:pt x="239142" y="268280"/>
                    <a:pt x="235749" y="267599"/>
                    <a:pt x="232324" y="267626"/>
                  </a:cubicBezTo>
                  <a:close/>
                  <a:moveTo>
                    <a:pt x="228523" y="199469"/>
                  </a:moveTo>
                  <a:lnTo>
                    <a:pt x="261369" y="199469"/>
                  </a:lnTo>
                  <a:cubicBezTo>
                    <a:pt x="258854" y="202877"/>
                    <a:pt x="256134" y="206576"/>
                    <a:pt x="253211" y="210567"/>
                  </a:cubicBezTo>
                  <a:cubicBezTo>
                    <a:pt x="250288" y="214559"/>
                    <a:pt x="247374" y="218609"/>
                    <a:pt x="244469" y="222719"/>
                  </a:cubicBezTo>
                  <a:cubicBezTo>
                    <a:pt x="241574" y="226853"/>
                    <a:pt x="238653" y="230929"/>
                    <a:pt x="235706" y="234949"/>
                  </a:cubicBezTo>
                  <a:lnTo>
                    <a:pt x="227548" y="246339"/>
                  </a:lnTo>
                  <a:cubicBezTo>
                    <a:pt x="228716" y="245775"/>
                    <a:pt x="229925" y="245299"/>
                    <a:pt x="231164" y="244916"/>
                  </a:cubicBezTo>
                  <a:cubicBezTo>
                    <a:pt x="232701" y="244450"/>
                    <a:pt x="234288" y="244163"/>
                    <a:pt x="235891" y="244061"/>
                  </a:cubicBezTo>
                  <a:cubicBezTo>
                    <a:pt x="242571" y="243599"/>
                    <a:pt x="249272" y="244570"/>
                    <a:pt x="255546" y="246909"/>
                  </a:cubicBezTo>
                  <a:cubicBezTo>
                    <a:pt x="261246" y="249055"/>
                    <a:pt x="266405" y="252425"/>
                    <a:pt x="270659" y="256783"/>
                  </a:cubicBezTo>
                  <a:cubicBezTo>
                    <a:pt x="274927" y="261247"/>
                    <a:pt x="278221" y="266549"/>
                    <a:pt x="280334" y="272353"/>
                  </a:cubicBezTo>
                  <a:cubicBezTo>
                    <a:pt x="282690" y="278802"/>
                    <a:pt x="283913" y="285611"/>
                    <a:pt x="283950" y="292478"/>
                  </a:cubicBezTo>
                  <a:cubicBezTo>
                    <a:pt x="283996" y="296494"/>
                    <a:pt x="283611" y="300503"/>
                    <a:pt x="282804" y="304437"/>
                  </a:cubicBezTo>
                  <a:cubicBezTo>
                    <a:pt x="282134" y="307690"/>
                    <a:pt x="281152" y="310870"/>
                    <a:pt x="279871" y="313934"/>
                  </a:cubicBezTo>
                  <a:cubicBezTo>
                    <a:pt x="278783" y="316513"/>
                    <a:pt x="277416" y="318965"/>
                    <a:pt x="275792" y="321245"/>
                  </a:cubicBezTo>
                  <a:cubicBezTo>
                    <a:pt x="274412" y="323167"/>
                    <a:pt x="272884" y="324978"/>
                    <a:pt x="271222" y="326662"/>
                  </a:cubicBezTo>
                  <a:cubicBezTo>
                    <a:pt x="268242" y="329687"/>
                    <a:pt x="264825" y="332248"/>
                    <a:pt x="261084" y="334258"/>
                  </a:cubicBezTo>
                  <a:cubicBezTo>
                    <a:pt x="257622" y="336094"/>
                    <a:pt x="253988" y="337586"/>
                    <a:pt x="250235" y="338714"/>
                  </a:cubicBezTo>
                  <a:cubicBezTo>
                    <a:pt x="246900" y="339738"/>
                    <a:pt x="243475" y="340439"/>
                    <a:pt x="240006" y="340807"/>
                  </a:cubicBezTo>
                  <a:cubicBezTo>
                    <a:pt x="236766" y="341113"/>
                    <a:pt x="233955" y="341277"/>
                    <a:pt x="231541" y="341277"/>
                  </a:cubicBezTo>
                  <a:cubicBezTo>
                    <a:pt x="226015" y="341302"/>
                    <a:pt x="220515" y="340503"/>
                    <a:pt x="215224" y="338907"/>
                  </a:cubicBezTo>
                  <a:cubicBezTo>
                    <a:pt x="210204" y="337405"/>
                    <a:pt x="205434" y="335167"/>
                    <a:pt x="201072" y="332265"/>
                  </a:cubicBezTo>
                  <a:cubicBezTo>
                    <a:pt x="196880" y="329458"/>
                    <a:pt x="193167" y="325997"/>
                    <a:pt x="190073" y="322014"/>
                  </a:cubicBezTo>
                  <a:cubicBezTo>
                    <a:pt x="186987" y="318064"/>
                    <a:pt x="184632" y="313594"/>
                    <a:pt x="183118" y="308815"/>
                  </a:cubicBezTo>
                  <a:cubicBezTo>
                    <a:pt x="180679" y="301444"/>
                    <a:pt x="179592" y="293693"/>
                    <a:pt x="179907" y="285935"/>
                  </a:cubicBezTo>
                  <a:cubicBezTo>
                    <a:pt x="180444" y="278035"/>
                    <a:pt x="182372" y="270292"/>
                    <a:pt x="185602" y="263063"/>
                  </a:cubicBezTo>
                  <a:cubicBezTo>
                    <a:pt x="187535" y="259285"/>
                    <a:pt x="189659" y="255609"/>
                    <a:pt x="191967" y="252049"/>
                  </a:cubicBezTo>
                  <a:cubicBezTo>
                    <a:pt x="195056" y="247115"/>
                    <a:pt x="198665" y="241641"/>
                    <a:pt x="202780" y="235633"/>
                  </a:cubicBezTo>
                  <a:cubicBezTo>
                    <a:pt x="206895" y="229624"/>
                    <a:pt x="211252" y="223431"/>
                    <a:pt x="215793" y="217024"/>
                  </a:cubicBezTo>
                  <a:cubicBezTo>
                    <a:pt x="220364" y="210655"/>
                    <a:pt x="224608" y="204803"/>
                    <a:pt x="228523" y="199469"/>
                  </a:cubicBezTo>
                  <a:close/>
                  <a:moveTo>
                    <a:pt x="361823" y="0"/>
                  </a:moveTo>
                  <a:cubicBezTo>
                    <a:pt x="366738" y="0"/>
                    <a:pt x="370722" y="3984"/>
                    <a:pt x="370722" y="8899"/>
                  </a:cubicBezTo>
                  <a:lnTo>
                    <a:pt x="370722" y="70306"/>
                  </a:lnTo>
                  <a:cubicBezTo>
                    <a:pt x="370722" y="75220"/>
                    <a:pt x="366738" y="79204"/>
                    <a:pt x="361823" y="79204"/>
                  </a:cubicBezTo>
                  <a:cubicBezTo>
                    <a:pt x="356909" y="79204"/>
                    <a:pt x="352925" y="75220"/>
                    <a:pt x="352925" y="70306"/>
                  </a:cubicBezTo>
                  <a:lnTo>
                    <a:pt x="352925" y="48501"/>
                  </a:lnTo>
                  <a:lnTo>
                    <a:pt x="147667" y="48501"/>
                  </a:lnTo>
                  <a:cubicBezTo>
                    <a:pt x="142752" y="48501"/>
                    <a:pt x="138768" y="44517"/>
                    <a:pt x="138768" y="39602"/>
                  </a:cubicBezTo>
                  <a:cubicBezTo>
                    <a:pt x="138768" y="34688"/>
                    <a:pt x="142752" y="30704"/>
                    <a:pt x="147667" y="30704"/>
                  </a:cubicBezTo>
                  <a:lnTo>
                    <a:pt x="352925" y="30704"/>
                  </a:lnTo>
                  <a:lnTo>
                    <a:pt x="352925" y="8899"/>
                  </a:lnTo>
                  <a:cubicBezTo>
                    <a:pt x="352925" y="3984"/>
                    <a:pt x="356909" y="0"/>
                    <a:pt x="361823" y="0"/>
                  </a:cubicBezTo>
                  <a:close/>
                  <a:moveTo>
                    <a:pt x="101984" y="0"/>
                  </a:moveTo>
                  <a:cubicBezTo>
                    <a:pt x="106899" y="0"/>
                    <a:pt x="110883" y="3984"/>
                    <a:pt x="110883" y="8899"/>
                  </a:cubicBezTo>
                  <a:lnTo>
                    <a:pt x="110883" y="70306"/>
                  </a:lnTo>
                  <a:cubicBezTo>
                    <a:pt x="110883" y="75220"/>
                    <a:pt x="106899" y="79204"/>
                    <a:pt x="101984" y="79204"/>
                  </a:cubicBezTo>
                  <a:cubicBezTo>
                    <a:pt x="97070" y="79204"/>
                    <a:pt x="93086" y="75220"/>
                    <a:pt x="93086" y="70306"/>
                  </a:cubicBezTo>
                  <a:lnTo>
                    <a:pt x="93086" y="48501"/>
                  </a:lnTo>
                  <a:lnTo>
                    <a:pt x="17797" y="48501"/>
                  </a:lnTo>
                  <a:lnTo>
                    <a:pt x="17797" y="120871"/>
                  </a:lnTo>
                  <a:lnTo>
                    <a:pt x="446009" y="120871"/>
                  </a:lnTo>
                  <a:lnTo>
                    <a:pt x="446009" y="48501"/>
                  </a:lnTo>
                  <a:lnTo>
                    <a:pt x="408685" y="48501"/>
                  </a:lnTo>
                  <a:cubicBezTo>
                    <a:pt x="403771" y="48501"/>
                    <a:pt x="399787" y="44517"/>
                    <a:pt x="399787" y="39602"/>
                  </a:cubicBezTo>
                  <a:cubicBezTo>
                    <a:pt x="399787" y="34688"/>
                    <a:pt x="403771" y="30704"/>
                    <a:pt x="408685" y="30704"/>
                  </a:cubicBezTo>
                  <a:lnTo>
                    <a:pt x="454908" y="30704"/>
                  </a:lnTo>
                  <a:cubicBezTo>
                    <a:pt x="459822" y="30704"/>
                    <a:pt x="463806" y="34688"/>
                    <a:pt x="463806" y="39602"/>
                  </a:cubicBezTo>
                  <a:lnTo>
                    <a:pt x="463806" y="129769"/>
                  </a:lnTo>
                  <a:cubicBezTo>
                    <a:pt x="463806" y="129774"/>
                    <a:pt x="463806" y="129779"/>
                    <a:pt x="463806" y="129784"/>
                  </a:cubicBezTo>
                  <a:cubicBezTo>
                    <a:pt x="463799" y="134698"/>
                    <a:pt x="459808" y="138676"/>
                    <a:pt x="454894" y="138668"/>
                  </a:cubicBezTo>
                  <a:lnTo>
                    <a:pt x="17797" y="138668"/>
                  </a:lnTo>
                  <a:lnTo>
                    <a:pt x="17797" y="402015"/>
                  </a:lnTo>
                  <a:lnTo>
                    <a:pt x="446009" y="402015"/>
                  </a:lnTo>
                  <a:lnTo>
                    <a:pt x="446009" y="173144"/>
                  </a:lnTo>
                  <a:cubicBezTo>
                    <a:pt x="446009" y="168230"/>
                    <a:pt x="449993" y="164246"/>
                    <a:pt x="454908" y="164246"/>
                  </a:cubicBezTo>
                  <a:cubicBezTo>
                    <a:pt x="459822" y="164246"/>
                    <a:pt x="463806" y="168230"/>
                    <a:pt x="463806" y="173144"/>
                  </a:cubicBezTo>
                  <a:lnTo>
                    <a:pt x="463806" y="410913"/>
                  </a:lnTo>
                  <a:cubicBezTo>
                    <a:pt x="463806" y="415828"/>
                    <a:pt x="459822" y="419812"/>
                    <a:pt x="454908" y="419812"/>
                  </a:cubicBezTo>
                  <a:lnTo>
                    <a:pt x="8899" y="419812"/>
                  </a:lnTo>
                  <a:cubicBezTo>
                    <a:pt x="3984" y="419812"/>
                    <a:pt x="0" y="415828"/>
                    <a:pt x="0" y="410913"/>
                  </a:cubicBezTo>
                  <a:lnTo>
                    <a:pt x="0" y="39602"/>
                  </a:lnTo>
                  <a:cubicBezTo>
                    <a:pt x="0" y="34688"/>
                    <a:pt x="3984" y="30704"/>
                    <a:pt x="8899" y="30704"/>
                  </a:cubicBezTo>
                  <a:lnTo>
                    <a:pt x="93086" y="30704"/>
                  </a:lnTo>
                  <a:lnTo>
                    <a:pt x="93086" y="8899"/>
                  </a:lnTo>
                  <a:cubicBezTo>
                    <a:pt x="93086" y="3984"/>
                    <a:pt x="97070" y="0"/>
                    <a:pt x="101984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65" name="Group 297">
            <a:extLst>
              <a:ext uri="{FF2B5EF4-FFF2-40B4-BE49-F238E27FC236}">
                <a16:creationId xmlns:a16="http://schemas.microsoft.com/office/drawing/2014/main" id="{16B8FCAD-ED95-1E23-2709-DEC85D73DA97}"/>
              </a:ext>
            </a:extLst>
          </p:cNvPr>
          <p:cNvGrpSpPr/>
          <p:nvPr/>
        </p:nvGrpSpPr>
        <p:grpSpPr>
          <a:xfrm>
            <a:off x="775235" y="442551"/>
            <a:ext cx="463823" cy="463823"/>
            <a:chOff x="775235" y="442551"/>
            <a:chExt cx="463823" cy="463823"/>
          </a:xfrm>
          <a:noFill/>
        </p:grpSpPr>
        <p:sp>
          <p:nvSpPr>
            <p:cNvPr id="66" name="Freeform: Shape 40">
              <a:extLst>
                <a:ext uri="{FF2B5EF4-FFF2-40B4-BE49-F238E27FC236}">
                  <a16:creationId xmlns:a16="http://schemas.microsoft.com/office/drawing/2014/main" id="{7E394C8D-6813-5C4A-0806-B936018181ED}"/>
                </a:ext>
              </a:extLst>
            </p:cNvPr>
            <p:cNvSpPr/>
            <p:nvPr/>
          </p:nvSpPr>
          <p:spPr>
            <a:xfrm>
              <a:off x="784131" y="451451"/>
              <a:ext cx="446010" cy="446011"/>
            </a:xfrm>
            <a:custGeom>
              <a:avLst/>
              <a:gdLst>
                <a:gd name="connsiteX0" fmla="*/ 223005 w 446010"/>
                <a:gd name="connsiteY0" fmla="*/ 48258 h 446010"/>
                <a:gd name="connsiteX1" fmla="*/ 48258 w 446010"/>
                <a:gd name="connsiteY1" fmla="*/ 223005 h 446010"/>
                <a:gd name="connsiteX2" fmla="*/ 223005 w 446010"/>
                <a:gd name="connsiteY2" fmla="*/ 397751 h 446010"/>
                <a:gd name="connsiteX3" fmla="*/ 397751 w 446010"/>
                <a:gd name="connsiteY3" fmla="*/ 223005 h 446010"/>
                <a:gd name="connsiteX4" fmla="*/ 223005 w 446010"/>
                <a:gd name="connsiteY4" fmla="*/ 48258 h 446010"/>
                <a:gd name="connsiteX5" fmla="*/ 223006 w 446010"/>
                <a:gd name="connsiteY5" fmla="*/ 0 h 446010"/>
                <a:gd name="connsiteX6" fmla="*/ 446010 w 446010"/>
                <a:gd name="connsiteY6" fmla="*/ 223006 h 446010"/>
                <a:gd name="connsiteX7" fmla="*/ 223006 w 446010"/>
                <a:gd name="connsiteY7" fmla="*/ 446010 h 446010"/>
                <a:gd name="connsiteX8" fmla="*/ 0 w 446010"/>
                <a:gd name="connsiteY8" fmla="*/ 223006 h 446010"/>
                <a:gd name="connsiteX9" fmla="*/ 223006 w 446010"/>
                <a:gd name="connsiteY9" fmla="*/ 0 h 446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010" h="446010">
                  <a:moveTo>
                    <a:pt x="223005" y="48258"/>
                  </a:moveTo>
                  <a:cubicBezTo>
                    <a:pt x="126494" y="48258"/>
                    <a:pt x="48258" y="126494"/>
                    <a:pt x="48258" y="223005"/>
                  </a:cubicBezTo>
                  <a:cubicBezTo>
                    <a:pt x="48258" y="319515"/>
                    <a:pt x="126494" y="397751"/>
                    <a:pt x="223005" y="397751"/>
                  </a:cubicBezTo>
                  <a:cubicBezTo>
                    <a:pt x="319515" y="397751"/>
                    <a:pt x="397751" y="319515"/>
                    <a:pt x="397751" y="223005"/>
                  </a:cubicBezTo>
                  <a:cubicBezTo>
                    <a:pt x="397751" y="126494"/>
                    <a:pt x="319515" y="48258"/>
                    <a:pt x="223005" y="48258"/>
                  </a:cubicBezTo>
                  <a:close/>
                  <a:moveTo>
                    <a:pt x="223006" y="0"/>
                  </a:moveTo>
                  <a:cubicBezTo>
                    <a:pt x="346168" y="0"/>
                    <a:pt x="446010" y="99843"/>
                    <a:pt x="446010" y="223006"/>
                  </a:cubicBezTo>
                  <a:cubicBezTo>
                    <a:pt x="446010" y="346168"/>
                    <a:pt x="346168" y="446010"/>
                    <a:pt x="223006" y="446010"/>
                  </a:cubicBezTo>
                  <a:cubicBezTo>
                    <a:pt x="99843" y="446010"/>
                    <a:pt x="0" y="346168"/>
                    <a:pt x="0" y="223006"/>
                  </a:cubicBezTo>
                  <a:cubicBezTo>
                    <a:pt x="0" y="99843"/>
                    <a:pt x="99843" y="0"/>
                    <a:pt x="223006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" name="Freeform: Shape 41">
              <a:extLst>
                <a:ext uri="{FF2B5EF4-FFF2-40B4-BE49-F238E27FC236}">
                  <a16:creationId xmlns:a16="http://schemas.microsoft.com/office/drawing/2014/main" id="{377ADEC7-C12A-A6A5-B938-F685DF6B6213}"/>
                </a:ext>
              </a:extLst>
            </p:cNvPr>
            <p:cNvSpPr/>
            <p:nvPr/>
          </p:nvSpPr>
          <p:spPr>
            <a:xfrm>
              <a:off x="775235" y="442551"/>
              <a:ext cx="463823" cy="463823"/>
            </a:xfrm>
            <a:custGeom>
              <a:avLst/>
              <a:gdLst>
                <a:gd name="connsiteX0" fmla="*/ 231901 w 463823"/>
                <a:gd name="connsiteY0" fmla="*/ 150500 h 463822"/>
                <a:gd name="connsiteX1" fmla="*/ 240799 w 463823"/>
                <a:gd name="connsiteY1" fmla="*/ 159399 h 463822"/>
                <a:gd name="connsiteX2" fmla="*/ 240799 w 463823"/>
                <a:gd name="connsiteY2" fmla="*/ 227327 h 463822"/>
                <a:gd name="connsiteX3" fmla="*/ 268143 w 463823"/>
                <a:gd name="connsiteY3" fmla="*/ 246854 h 463822"/>
                <a:gd name="connsiteX4" fmla="*/ 270214 w 463823"/>
                <a:gd name="connsiteY4" fmla="*/ 259270 h 463822"/>
                <a:gd name="connsiteX5" fmla="*/ 257799 w 463823"/>
                <a:gd name="connsiteY5" fmla="*/ 261341 h 463822"/>
                <a:gd name="connsiteX6" fmla="*/ 226725 w 463823"/>
                <a:gd name="connsiteY6" fmla="*/ 239145 h 463822"/>
                <a:gd name="connsiteX7" fmla="*/ 223002 w 463823"/>
                <a:gd name="connsiteY7" fmla="*/ 231905 h 463822"/>
                <a:gd name="connsiteX8" fmla="*/ 223002 w 463823"/>
                <a:gd name="connsiteY8" fmla="*/ 159399 h 463822"/>
                <a:gd name="connsiteX9" fmla="*/ 231901 w 463823"/>
                <a:gd name="connsiteY9" fmla="*/ 150500 h 463822"/>
                <a:gd name="connsiteX10" fmla="*/ 223003 w 463823"/>
                <a:gd name="connsiteY10" fmla="*/ 66298 h 463822"/>
                <a:gd name="connsiteX11" fmla="*/ 121160 w 463823"/>
                <a:gd name="connsiteY11" fmla="*/ 108570 h 463822"/>
                <a:gd name="connsiteX12" fmla="*/ 127567 w 463823"/>
                <a:gd name="connsiteY12" fmla="*/ 114977 h 463822"/>
                <a:gd name="connsiteX13" fmla="*/ 127567 w 463823"/>
                <a:gd name="connsiteY13" fmla="*/ 127563 h 463822"/>
                <a:gd name="connsiteX14" fmla="*/ 114981 w 463823"/>
                <a:gd name="connsiteY14" fmla="*/ 127563 h 463822"/>
                <a:gd name="connsiteX15" fmla="*/ 108574 w 463823"/>
                <a:gd name="connsiteY15" fmla="*/ 121156 h 463822"/>
                <a:gd name="connsiteX16" fmla="*/ 66295 w 463823"/>
                <a:gd name="connsiteY16" fmla="*/ 223006 h 463822"/>
                <a:gd name="connsiteX17" fmla="*/ 75422 w 463823"/>
                <a:gd name="connsiteY17" fmla="*/ 223006 h 463822"/>
                <a:gd name="connsiteX18" fmla="*/ 84320 w 463823"/>
                <a:gd name="connsiteY18" fmla="*/ 231905 h 463822"/>
                <a:gd name="connsiteX19" fmla="*/ 75422 w 463823"/>
                <a:gd name="connsiteY19" fmla="*/ 240803 h 463822"/>
                <a:gd name="connsiteX20" fmla="*/ 66295 w 463823"/>
                <a:gd name="connsiteY20" fmla="*/ 240803 h 463822"/>
                <a:gd name="connsiteX21" fmla="*/ 108567 w 463823"/>
                <a:gd name="connsiteY21" fmla="*/ 342646 h 463822"/>
                <a:gd name="connsiteX22" fmla="*/ 114974 w 463823"/>
                <a:gd name="connsiteY22" fmla="*/ 336239 h 463822"/>
                <a:gd name="connsiteX23" fmla="*/ 127560 w 463823"/>
                <a:gd name="connsiteY23" fmla="*/ 336239 h 463822"/>
                <a:gd name="connsiteX24" fmla="*/ 127560 w 463823"/>
                <a:gd name="connsiteY24" fmla="*/ 348825 h 463822"/>
                <a:gd name="connsiteX25" fmla="*/ 121153 w 463823"/>
                <a:gd name="connsiteY25" fmla="*/ 355232 h 463822"/>
                <a:gd name="connsiteX26" fmla="*/ 223003 w 463823"/>
                <a:gd name="connsiteY26" fmla="*/ 397510 h 463822"/>
                <a:gd name="connsiteX27" fmla="*/ 223003 w 463823"/>
                <a:gd name="connsiteY27" fmla="*/ 388384 h 463822"/>
                <a:gd name="connsiteX28" fmla="*/ 231902 w 463823"/>
                <a:gd name="connsiteY28" fmla="*/ 379486 h 463822"/>
                <a:gd name="connsiteX29" fmla="*/ 240800 w 463823"/>
                <a:gd name="connsiteY29" fmla="*/ 388384 h 463822"/>
                <a:gd name="connsiteX30" fmla="*/ 240800 w 463823"/>
                <a:gd name="connsiteY30" fmla="*/ 397510 h 463822"/>
                <a:gd name="connsiteX31" fmla="*/ 342643 w 463823"/>
                <a:gd name="connsiteY31" fmla="*/ 355239 h 463822"/>
                <a:gd name="connsiteX32" fmla="*/ 336236 w 463823"/>
                <a:gd name="connsiteY32" fmla="*/ 348832 h 463822"/>
                <a:gd name="connsiteX33" fmla="*/ 336236 w 463823"/>
                <a:gd name="connsiteY33" fmla="*/ 336246 h 463822"/>
                <a:gd name="connsiteX34" fmla="*/ 348822 w 463823"/>
                <a:gd name="connsiteY34" fmla="*/ 336246 h 463822"/>
                <a:gd name="connsiteX35" fmla="*/ 355229 w 463823"/>
                <a:gd name="connsiteY35" fmla="*/ 342653 h 463822"/>
                <a:gd name="connsiteX36" fmla="*/ 397507 w 463823"/>
                <a:gd name="connsiteY36" fmla="*/ 240803 h 463822"/>
                <a:gd name="connsiteX37" fmla="*/ 388381 w 463823"/>
                <a:gd name="connsiteY37" fmla="*/ 240803 h 463822"/>
                <a:gd name="connsiteX38" fmla="*/ 379483 w 463823"/>
                <a:gd name="connsiteY38" fmla="*/ 231905 h 463822"/>
                <a:gd name="connsiteX39" fmla="*/ 388381 w 463823"/>
                <a:gd name="connsiteY39" fmla="*/ 223006 h 463822"/>
                <a:gd name="connsiteX40" fmla="*/ 397507 w 463823"/>
                <a:gd name="connsiteY40" fmla="*/ 223006 h 463822"/>
                <a:gd name="connsiteX41" fmla="*/ 355236 w 463823"/>
                <a:gd name="connsiteY41" fmla="*/ 121163 h 463822"/>
                <a:gd name="connsiteX42" fmla="*/ 348829 w 463823"/>
                <a:gd name="connsiteY42" fmla="*/ 127570 h 463822"/>
                <a:gd name="connsiteX43" fmla="*/ 336243 w 463823"/>
                <a:gd name="connsiteY43" fmla="*/ 127570 h 463822"/>
                <a:gd name="connsiteX44" fmla="*/ 336243 w 463823"/>
                <a:gd name="connsiteY44" fmla="*/ 114984 h 463822"/>
                <a:gd name="connsiteX45" fmla="*/ 342650 w 463823"/>
                <a:gd name="connsiteY45" fmla="*/ 108577 h 463822"/>
                <a:gd name="connsiteX46" fmla="*/ 240800 w 463823"/>
                <a:gd name="connsiteY46" fmla="*/ 66298 h 463822"/>
                <a:gd name="connsiteX47" fmla="*/ 240800 w 463823"/>
                <a:gd name="connsiteY47" fmla="*/ 75425 h 463822"/>
                <a:gd name="connsiteX48" fmla="*/ 231902 w 463823"/>
                <a:gd name="connsiteY48" fmla="*/ 84323 h 463822"/>
                <a:gd name="connsiteX49" fmla="*/ 223003 w 463823"/>
                <a:gd name="connsiteY49" fmla="*/ 75425 h 463822"/>
                <a:gd name="connsiteX50" fmla="*/ 231902 w 463823"/>
                <a:gd name="connsiteY50" fmla="*/ 48262 h 463822"/>
                <a:gd name="connsiteX51" fmla="*/ 361358 w 463823"/>
                <a:gd name="connsiteY51" fmla="*/ 101786 h 463822"/>
                <a:gd name="connsiteX52" fmla="*/ 361757 w 463823"/>
                <a:gd name="connsiteY52" fmla="*/ 102049 h 463822"/>
                <a:gd name="connsiteX53" fmla="*/ 362020 w 463823"/>
                <a:gd name="connsiteY53" fmla="*/ 102448 h 463822"/>
                <a:gd name="connsiteX54" fmla="*/ 362020 w 463823"/>
                <a:gd name="connsiteY54" fmla="*/ 361361 h 463822"/>
                <a:gd name="connsiteX55" fmla="*/ 361757 w 463823"/>
                <a:gd name="connsiteY55" fmla="*/ 361760 h 463822"/>
                <a:gd name="connsiteX56" fmla="*/ 361358 w 463823"/>
                <a:gd name="connsiteY56" fmla="*/ 362023 h 463822"/>
                <a:gd name="connsiteX57" fmla="*/ 102445 w 463823"/>
                <a:gd name="connsiteY57" fmla="*/ 362023 h 463822"/>
                <a:gd name="connsiteX58" fmla="*/ 102046 w 463823"/>
                <a:gd name="connsiteY58" fmla="*/ 361760 h 463822"/>
                <a:gd name="connsiteX59" fmla="*/ 101783 w 463823"/>
                <a:gd name="connsiteY59" fmla="*/ 361361 h 463822"/>
                <a:gd name="connsiteX60" fmla="*/ 101783 w 463823"/>
                <a:gd name="connsiteY60" fmla="*/ 102448 h 463822"/>
                <a:gd name="connsiteX61" fmla="*/ 102046 w 463823"/>
                <a:gd name="connsiteY61" fmla="*/ 102049 h 463822"/>
                <a:gd name="connsiteX62" fmla="*/ 102445 w 463823"/>
                <a:gd name="connsiteY62" fmla="*/ 101786 h 463822"/>
                <a:gd name="connsiteX63" fmla="*/ 231902 w 463823"/>
                <a:gd name="connsiteY63" fmla="*/ 48262 h 463822"/>
                <a:gd name="connsiteX64" fmla="*/ 231901 w 463823"/>
                <a:gd name="connsiteY64" fmla="*/ 0 h 463822"/>
                <a:gd name="connsiteX65" fmla="*/ 387216 w 463823"/>
                <a:gd name="connsiteY65" fmla="*/ 59681 h 463822"/>
                <a:gd name="connsiteX66" fmla="*/ 404140 w 463823"/>
                <a:gd name="connsiteY66" fmla="*/ 387215 h 463822"/>
                <a:gd name="connsiteX67" fmla="*/ 76607 w 463823"/>
                <a:gd name="connsiteY67" fmla="*/ 404140 h 463822"/>
                <a:gd name="connsiteX68" fmla="*/ 59682 w 463823"/>
                <a:gd name="connsiteY68" fmla="*/ 76606 h 463822"/>
                <a:gd name="connsiteX69" fmla="*/ 72250 w 463823"/>
                <a:gd name="connsiteY69" fmla="*/ 75962 h 463822"/>
                <a:gd name="connsiteX70" fmla="*/ 72895 w 463823"/>
                <a:gd name="connsiteY70" fmla="*/ 88530 h 463822"/>
                <a:gd name="connsiteX71" fmla="*/ 54476 w 463823"/>
                <a:gd name="connsiteY71" fmla="*/ 351844 h 463822"/>
                <a:gd name="connsiteX72" fmla="*/ 351960 w 463823"/>
                <a:gd name="connsiteY72" fmla="*/ 409572 h 463822"/>
                <a:gd name="connsiteX73" fmla="*/ 409689 w 463823"/>
                <a:gd name="connsiteY73" fmla="*/ 112088 h 463822"/>
                <a:gd name="connsiteX74" fmla="*/ 112205 w 463823"/>
                <a:gd name="connsiteY74" fmla="*/ 54360 h 463822"/>
                <a:gd name="connsiteX75" fmla="*/ 100003 w 463823"/>
                <a:gd name="connsiteY75" fmla="*/ 52001 h 463822"/>
                <a:gd name="connsiteX76" fmla="*/ 102238 w 463823"/>
                <a:gd name="connsiteY76" fmla="*/ 39617 h 463822"/>
                <a:gd name="connsiteX77" fmla="*/ 231901 w 463823"/>
                <a:gd name="connsiteY77" fmla="*/ 0 h 4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463823" h="463822">
                  <a:moveTo>
                    <a:pt x="231901" y="150500"/>
                  </a:moveTo>
                  <a:cubicBezTo>
                    <a:pt x="236815" y="150500"/>
                    <a:pt x="240799" y="154484"/>
                    <a:pt x="240799" y="159399"/>
                  </a:cubicBezTo>
                  <a:lnTo>
                    <a:pt x="240799" y="227327"/>
                  </a:lnTo>
                  <a:lnTo>
                    <a:pt x="268143" y="246854"/>
                  </a:lnTo>
                  <a:cubicBezTo>
                    <a:pt x="272143" y="249711"/>
                    <a:pt x="273070" y="255269"/>
                    <a:pt x="270214" y="259270"/>
                  </a:cubicBezTo>
                  <a:cubicBezTo>
                    <a:pt x="267358" y="263270"/>
                    <a:pt x="261799" y="264198"/>
                    <a:pt x="257799" y="261341"/>
                  </a:cubicBezTo>
                  <a:lnTo>
                    <a:pt x="226725" y="239145"/>
                  </a:lnTo>
                  <a:cubicBezTo>
                    <a:pt x="224387" y="237475"/>
                    <a:pt x="223000" y="234778"/>
                    <a:pt x="223002" y="231905"/>
                  </a:cubicBezTo>
                  <a:lnTo>
                    <a:pt x="223002" y="159399"/>
                  </a:lnTo>
                  <a:cubicBezTo>
                    <a:pt x="223002" y="154484"/>
                    <a:pt x="226986" y="150500"/>
                    <a:pt x="231901" y="150500"/>
                  </a:cubicBezTo>
                  <a:close/>
                  <a:moveTo>
                    <a:pt x="223003" y="66298"/>
                  </a:moveTo>
                  <a:cubicBezTo>
                    <a:pt x="185215" y="68306"/>
                    <a:pt x="149263" y="83229"/>
                    <a:pt x="121160" y="108570"/>
                  </a:cubicBezTo>
                  <a:lnTo>
                    <a:pt x="127567" y="114977"/>
                  </a:lnTo>
                  <a:cubicBezTo>
                    <a:pt x="131043" y="118453"/>
                    <a:pt x="131043" y="124088"/>
                    <a:pt x="127567" y="127563"/>
                  </a:cubicBezTo>
                  <a:cubicBezTo>
                    <a:pt x="124092" y="131039"/>
                    <a:pt x="118457" y="131039"/>
                    <a:pt x="114981" y="127563"/>
                  </a:cubicBezTo>
                  <a:lnTo>
                    <a:pt x="108574" y="121156"/>
                  </a:lnTo>
                  <a:cubicBezTo>
                    <a:pt x="83229" y="149259"/>
                    <a:pt x="68303" y="185214"/>
                    <a:pt x="66295" y="223006"/>
                  </a:cubicBezTo>
                  <a:lnTo>
                    <a:pt x="75422" y="223006"/>
                  </a:lnTo>
                  <a:cubicBezTo>
                    <a:pt x="80336" y="223006"/>
                    <a:pt x="84320" y="226990"/>
                    <a:pt x="84320" y="231905"/>
                  </a:cubicBezTo>
                  <a:cubicBezTo>
                    <a:pt x="84320" y="236819"/>
                    <a:pt x="80336" y="240803"/>
                    <a:pt x="75422" y="240803"/>
                  </a:cubicBezTo>
                  <a:lnTo>
                    <a:pt x="66295" y="240803"/>
                  </a:lnTo>
                  <a:cubicBezTo>
                    <a:pt x="68303" y="278591"/>
                    <a:pt x="83226" y="314543"/>
                    <a:pt x="108567" y="342646"/>
                  </a:cubicBezTo>
                  <a:lnTo>
                    <a:pt x="114974" y="336239"/>
                  </a:lnTo>
                  <a:cubicBezTo>
                    <a:pt x="118450" y="332763"/>
                    <a:pt x="124085" y="332763"/>
                    <a:pt x="127560" y="336239"/>
                  </a:cubicBezTo>
                  <a:cubicBezTo>
                    <a:pt x="131036" y="339714"/>
                    <a:pt x="131036" y="345349"/>
                    <a:pt x="127560" y="348825"/>
                  </a:cubicBezTo>
                  <a:lnTo>
                    <a:pt x="121153" y="355232"/>
                  </a:lnTo>
                  <a:cubicBezTo>
                    <a:pt x="149256" y="380577"/>
                    <a:pt x="185211" y="395503"/>
                    <a:pt x="223003" y="397510"/>
                  </a:cubicBezTo>
                  <a:lnTo>
                    <a:pt x="223003" y="388384"/>
                  </a:lnTo>
                  <a:cubicBezTo>
                    <a:pt x="223003" y="383470"/>
                    <a:pt x="226987" y="379486"/>
                    <a:pt x="231902" y="379486"/>
                  </a:cubicBezTo>
                  <a:cubicBezTo>
                    <a:pt x="236816" y="379486"/>
                    <a:pt x="240800" y="383470"/>
                    <a:pt x="240800" y="388384"/>
                  </a:cubicBezTo>
                  <a:lnTo>
                    <a:pt x="240800" y="397510"/>
                  </a:lnTo>
                  <a:cubicBezTo>
                    <a:pt x="278588" y="395503"/>
                    <a:pt x="314540" y="380580"/>
                    <a:pt x="342643" y="355239"/>
                  </a:cubicBezTo>
                  <a:lnTo>
                    <a:pt x="336236" y="348832"/>
                  </a:lnTo>
                  <a:cubicBezTo>
                    <a:pt x="332760" y="345356"/>
                    <a:pt x="332760" y="339721"/>
                    <a:pt x="336236" y="336246"/>
                  </a:cubicBezTo>
                  <a:cubicBezTo>
                    <a:pt x="339711" y="332770"/>
                    <a:pt x="345346" y="332770"/>
                    <a:pt x="348822" y="336246"/>
                  </a:cubicBezTo>
                  <a:lnTo>
                    <a:pt x="355229" y="342653"/>
                  </a:lnTo>
                  <a:cubicBezTo>
                    <a:pt x="380574" y="314549"/>
                    <a:pt x="395500" y="278594"/>
                    <a:pt x="397507" y="240803"/>
                  </a:cubicBezTo>
                  <a:lnTo>
                    <a:pt x="388381" y="240803"/>
                  </a:lnTo>
                  <a:cubicBezTo>
                    <a:pt x="383467" y="240803"/>
                    <a:pt x="379483" y="236819"/>
                    <a:pt x="379483" y="231905"/>
                  </a:cubicBezTo>
                  <a:cubicBezTo>
                    <a:pt x="379483" y="226990"/>
                    <a:pt x="383467" y="223006"/>
                    <a:pt x="388381" y="223006"/>
                  </a:cubicBezTo>
                  <a:lnTo>
                    <a:pt x="397507" y="223006"/>
                  </a:lnTo>
                  <a:cubicBezTo>
                    <a:pt x="395500" y="185218"/>
                    <a:pt x="380577" y="149266"/>
                    <a:pt x="355236" y="121163"/>
                  </a:cubicBezTo>
                  <a:lnTo>
                    <a:pt x="348829" y="127570"/>
                  </a:lnTo>
                  <a:cubicBezTo>
                    <a:pt x="345353" y="131046"/>
                    <a:pt x="339718" y="131046"/>
                    <a:pt x="336243" y="127570"/>
                  </a:cubicBezTo>
                  <a:cubicBezTo>
                    <a:pt x="332767" y="124095"/>
                    <a:pt x="332767" y="118460"/>
                    <a:pt x="336243" y="114984"/>
                  </a:cubicBezTo>
                  <a:lnTo>
                    <a:pt x="342650" y="108577"/>
                  </a:lnTo>
                  <a:cubicBezTo>
                    <a:pt x="314546" y="83232"/>
                    <a:pt x="278591" y="68306"/>
                    <a:pt x="240800" y="66298"/>
                  </a:cubicBezTo>
                  <a:lnTo>
                    <a:pt x="240800" y="75425"/>
                  </a:lnTo>
                  <a:cubicBezTo>
                    <a:pt x="240800" y="80339"/>
                    <a:pt x="236816" y="84323"/>
                    <a:pt x="231902" y="84323"/>
                  </a:cubicBezTo>
                  <a:cubicBezTo>
                    <a:pt x="226987" y="84323"/>
                    <a:pt x="223003" y="80339"/>
                    <a:pt x="223003" y="75425"/>
                  </a:cubicBezTo>
                  <a:close/>
                  <a:moveTo>
                    <a:pt x="231902" y="48262"/>
                  </a:moveTo>
                  <a:cubicBezTo>
                    <a:pt x="278742" y="48262"/>
                    <a:pt x="325582" y="66104"/>
                    <a:pt x="361358" y="101786"/>
                  </a:cubicBezTo>
                  <a:cubicBezTo>
                    <a:pt x="361479" y="101893"/>
                    <a:pt x="361643" y="101928"/>
                    <a:pt x="361757" y="102049"/>
                  </a:cubicBezTo>
                  <a:cubicBezTo>
                    <a:pt x="361871" y="102170"/>
                    <a:pt x="361913" y="102327"/>
                    <a:pt x="362020" y="102448"/>
                  </a:cubicBezTo>
                  <a:cubicBezTo>
                    <a:pt x="433385" y="173999"/>
                    <a:pt x="433385" y="289810"/>
                    <a:pt x="362020" y="361361"/>
                  </a:cubicBezTo>
                  <a:cubicBezTo>
                    <a:pt x="361913" y="361482"/>
                    <a:pt x="361871" y="361646"/>
                    <a:pt x="361757" y="361760"/>
                  </a:cubicBezTo>
                  <a:cubicBezTo>
                    <a:pt x="361643" y="361874"/>
                    <a:pt x="361479" y="361916"/>
                    <a:pt x="361358" y="362023"/>
                  </a:cubicBezTo>
                  <a:cubicBezTo>
                    <a:pt x="289807" y="433388"/>
                    <a:pt x="173996" y="433388"/>
                    <a:pt x="102445" y="362023"/>
                  </a:cubicBezTo>
                  <a:cubicBezTo>
                    <a:pt x="102324" y="361916"/>
                    <a:pt x="102160" y="361874"/>
                    <a:pt x="102046" y="361760"/>
                  </a:cubicBezTo>
                  <a:cubicBezTo>
                    <a:pt x="101932" y="361646"/>
                    <a:pt x="101890" y="361482"/>
                    <a:pt x="101783" y="361361"/>
                  </a:cubicBezTo>
                  <a:cubicBezTo>
                    <a:pt x="30418" y="289810"/>
                    <a:pt x="30418" y="173999"/>
                    <a:pt x="101783" y="102448"/>
                  </a:cubicBezTo>
                  <a:cubicBezTo>
                    <a:pt x="101890" y="102327"/>
                    <a:pt x="101925" y="102163"/>
                    <a:pt x="102046" y="102049"/>
                  </a:cubicBezTo>
                  <a:cubicBezTo>
                    <a:pt x="102167" y="101935"/>
                    <a:pt x="102324" y="101893"/>
                    <a:pt x="102445" y="101786"/>
                  </a:cubicBezTo>
                  <a:cubicBezTo>
                    <a:pt x="138221" y="66104"/>
                    <a:pt x="185061" y="48262"/>
                    <a:pt x="231902" y="48262"/>
                  </a:cubicBezTo>
                  <a:close/>
                  <a:moveTo>
                    <a:pt x="231901" y="0"/>
                  </a:moveTo>
                  <a:cubicBezTo>
                    <a:pt x="289272" y="-2"/>
                    <a:pt x="344609" y="21261"/>
                    <a:pt x="387216" y="59681"/>
                  </a:cubicBezTo>
                  <a:cubicBezTo>
                    <a:pt x="482335" y="145454"/>
                    <a:pt x="489913" y="292096"/>
                    <a:pt x="404140" y="387215"/>
                  </a:cubicBezTo>
                  <a:cubicBezTo>
                    <a:pt x="318368" y="482335"/>
                    <a:pt x="171726" y="489912"/>
                    <a:pt x="76607" y="404140"/>
                  </a:cubicBezTo>
                  <a:cubicBezTo>
                    <a:pt x="-18513" y="318368"/>
                    <a:pt x="-26090" y="171726"/>
                    <a:pt x="59682" y="76606"/>
                  </a:cubicBezTo>
                  <a:cubicBezTo>
                    <a:pt x="62975" y="72958"/>
                    <a:pt x="68602" y="72669"/>
                    <a:pt x="72250" y="75962"/>
                  </a:cubicBezTo>
                  <a:cubicBezTo>
                    <a:pt x="75899" y="79255"/>
                    <a:pt x="76187" y="84882"/>
                    <a:pt x="72895" y="88530"/>
                  </a:cubicBezTo>
                  <a:cubicBezTo>
                    <a:pt x="7007" y="161654"/>
                    <a:pt x="-590" y="270260"/>
                    <a:pt x="54476" y="351844"/>
                  </a:cubicBezTo>
                  <a:cubicBezTo>
                    <a:pt x="120683" y="449933"/>
                    <a:pt x="253871" y="475779"/>
                    <a:pt x="351960" y="409572"/>
                  </a:cubicBezTo>
                  <a:cubicBezTo>
                    <a:pt x="450049" y="343365"/>
                    <a:pt x="475895" y="210177"/>
                    <a:pt x="409689" y="112088"/>
                  </a:cubicBezTo>
                  <a:cubicBezTo>
                    <a:pt x="343482" y="13999"/>
                    <a:pt x="210294" y="-11847"/>
                    <a:pt x="112205" y="54360"/>
                  </a:cubicBezTo>
                  <a:cubicBezTo>
                    <a:pt x="108171" y="57014"/>
                    <a:pt x="102757" y="55968"/>
                    <a:pt x="100003" y="52001"/>
                  </a:cubicBezTo>
                  <a:cubicBezTo>
                    <a:pt x="97201" y="47964"/>
                    <a:pt x="98201" y="42419"/>
                    <a:pt x="102238" y="39617"/>
                  </a:cubicBezTo>
                  <a:cubicBezTo>
                    <a:pt x="140517" y="13724"/>
                    <a:pt x="185688" y="-77"/>
                    <a:pt x="231901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68" name="Group 279">
            <a:extLst>
              <a:ext uri="{FF2B5EF4-FFF2-40B4-BE49-F238E27FC236}">
                <a16:creationId xmlns:a16="http://schemas.microsoft.com/office/drawing/2014/main" id="{E039AF40-B005-B787-E110-860CF940E788}"/>
              </a:ext>
            </a:extLst>
          </p:cNvPr>
          <p:cNvGrpSpPr/>
          <p:nvPr/>
        </p:nvGrpSpPr>
        <p:grpSpPr>
          <a:xfrm>
            <a:off x="3871195" y="1353809"/>
            <a:ext cx="382767" cy="463768"/>
            <a:chOff x="3871195" y="1353809"/>
            <a:chExt cx="382767" cy="463768"/>
          </a:xfrm>
          <a:noFill/>
        </p:grpSpPr>
        <p:sp>
          <p:nvSpPr>
            <p:cNvPr id="69" name="Freeform: Shape 43">
              <a:extLst>
                <a:ext uri="{FF2B5EF4-FFF2-40B4-BE49-F238E27FC236}">
                  <a16:creationId xmlns:a16="http://schemas.microsoft.com/office/drawing/2014/main" id="{1226CFCD-CD74-6D7D-CDB8-A8DB668C60DC}"/>
                </a:ext>
              </a:extLst>
            </p:cNvPr>
            <p:cNvSpPr/>
            <p:nvPr/>
          </p:nvSpPr>
          <p:spPr>
            <a:xfrm>
              <a:off x="3947558" y="1544712"/>
              <a:ext cx="227804" cy="263397"/>
            </a:xfrm>
            <a:custGeom>
              <a:avLst/>
              <a:gdLst>
                <a:gd name="connsiteX0" fmla="*/ 230038 w 227802"/>
                <a:gd name="connsiteY0" fmla="*/ 0 h 263396"/>
                <a:gd name="connsiteX1" fmla="*/ 0 w 227802"/>
                <a:gd name="connsiteY1" fmla="*/ 0 h 263396"/>
                <a:gd name="connsiteX2" fmla="*/ 0 w 227802"/>
                <a:gd name="connsiteY2" fmla="*/ 181673 h 263396"/>
                <a:gd name="connsiteX3" fmla="*/ 17327 w 227802"/>
                <a:gd name="connsiteY3" fmla="*/ 216769 h 263396"/>
                <a:gd name="connsiteX4" fmla="*/ 17327 w 227802"/>
                <a:gd name="connsiteY4" fmla="*/ 216769 h 263396"/>
                <a:gd name="connsiteX5" fmla="*/ 34654 w 227802"/>
                <a:gd name="connsiteY5" fmla="*/ 251864 h 263396"/>
                <a:gd name="connsiteX6" fmla="*/ 34654 w 227802"/>
                <a:gd name="connsiteY6" fmla="*/ 263966 h 263396"/>
                <a:gd name="connsiteX7" fmla="*/ 195384 w 227802"/>
                <a:gd name="connsiteY7" fmla="*/ 263966 h 263396"/>
                <a:gd name="connsiteX8" fmla="*/ 195384 w 227802"/>
                <a:gd name="connsiteY8" fmla="*/ 251864 h 263396"/>
                <a:gd name="connsiteX9" fmla="*/ 212711 w 227802"/>
                <a:gd name="connsiteY9" fmla="*/ 216769 h 263396"/>
                <a:gd name="connsiteX10" fmla="*/ 212711 w 227802"/>
                <a:gd name="connsiteY10" fmla="*/ 216769 h 263396"/>
                <a:gd name="connsiteX11" fmla="*/ 230038 w 227802"/>
                <a:gd name="connsiteY11" fmla="*/ 181673 h 263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7802" h="263396">
                  <a:moveTo>
                    <a:pt x="230038" y="0"/>
                  </a:moveTo>
                  <a:lnTo>
                    <a:pt x="0" y="0"/>
                  </a:lnTo>
                  <a:lnTo>
                    <a:pt x="0" y="181673"/>
                  </a:lnTo>
                  <a:cubicBezTo>
                    <a:pt x="0" y="195430"/>
                    <a:pt x="6405" y="208403"/>
                    <a:pt x="17327" y="216769"/>
                  </a:cubicBezTo>
                  <a:lnTo>
                    <a:pt x="17327" y="216769"/>
                  </a:lnTo>
                  <a:cubicBezTo>
                    <a:pt x="28249" y="225134"/>
                    <a:pt x="34654" y="238107"/>
                    <a:pt x="34654" y="251864"/>
                  </a:cubicBezTo>
                  <a:lnTo>
                    <a:pt x="34654" y="263966"/>
                  </a:lnTo>
                  <a:lnTo>
                    <a:pt x="195384" y="263966"/>
                  </a:lnTo>
                  <a:lnTo>
                    <a:pt x="195384" y="251864"/>
                  </a:lnTo>
                  <a:cubicBezTo>
                    <a:pt x="195384" y="238107"/>
                    <a:pt x="201789" y="225134"/>
                    <a:pt x="212711" y="216769"/>
                  </a:cubicBezTo>
                  <a:lnTo>
                    <a:pt x="212711" y="216769"/>
                  </a:lnTo>
                  <a:cubicBezTo>
                    <a:pt x="223633" y="208403"/>
                    <a:pt x="230038" y="195430"/>
                    <a:pt x="230038" y="181673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" name="Freeform: Shape 44">
              <a:extLst>
                <a:ext uri="{FF2B5EF4-FFF2-40B4-BE49-F238E27FC236}">
                  <a16:creationId xmlns:a16="http://schemas.microsoft.com/office/drawing/2014/main" id="{735918C3-A031-9BEB-506C-40BA2BEC0764}"/>
                </a:ext>
              </a:extLst>
            </p:cNvPr>
            <p:cNvSpPr/>
            <p:nvPr/>
          </p:nvSpPr>
          <p:spPr>
            <a:xfrm>
              <a:off x="3871195" y="1353809"/>
              <a:ext cx="382767" cy="463768"/>
            </a:xfrm>
            <a:custGeom>
              <a:avLst/>
              <a:gdLst>
                <a:gd name="connsiteX0" fmla="*/ 315300 w 382766"/>
                <a:gd name="connsiteY0" fmla="*/ 237502 h 463768"/>
                <a:gd name="connsiteX1" fmla="*/ 315300 w 382766"/>
                <a:gd name="connsiteY1" fmla="*/ 340427 h 463768"/>
                <a:gd name="connsiteX2" fmla="*/ 361085 w 382766"/>
                <a:gd name="connsiteY2" fmla="*/ 308552 h 463768"/>
                <a:gd name="connsiteX3" fmla="*/ 364968 w 382766"/>
                <a:gd name="connsiteY3" fmla="*/ 288970 h 463768"/>
                <a:gd name="connsiteX4" fmla="*/ 364968 w 382766"/>
                <a:gd name="connsiteY4" fmla="*/ 288971 h 463768"/>
                <a:gd name="connsiteX5" fmla="*/ 364969 w 382766"/>
                <a:gd name="connsiteY5" fmla="*/ 288964 h 463768"/>
                <a:gd name="connsiteX6" fmla="*/ 364968 w 382766"/>
                <a:gd name="connsiteY6" fmla="*/ 288970 h 463768"/>
                <a:gd name="connsiteX7" fmla="*/ 361084 w 382766"/>
                <a:gd name="connsiteY7" fmla="*/ 269383 h 463768"/>
                <a:gd name="connsiteX8" fmla="*/ 315300 w 382766"/>
                <a:gd name="connsiteY8" fmla="*/ 237502 h 463768"/>
                <a:gd name="connsiteX9" fmla="*/ 76364 w 382766"/>
                <a:gd name="connsiteY9" fmla="*/ 182025 h 463768"/>
                <a:gd name="connsiteX10" fmla="*/ 306402 w 382766"/>
                <a:gd name="connsiteY10" fmla="*/ 182025 h 463768"/>
                <a:gd name="connsiteX11" fmla="*/ 315300 w 382766"/>
                <a:gd name="connsiteY11" fmla="*/ 190902 h 463768"/>
                <a:gd name="connsiteX12" fmla="*/ 315300 w 382766"/>
                <a:gd name="connsiteY12" fmla="*/ 219705 h 463768"/>
                <a:gd name="connsiteX13" fmla="*/ 382705 w 382766"/>
                <a:gd name="connsiteY13" fmla="*/ 287110 h 463768"/>
                <a:gd name="connsiteX14" fmla="*/ 315300 w 382766"/>
                <a:gd name="connsiteY14" fmla="*/ 358231 h 463768"/>
                <a:gd name="connsiteX15" fmla="*/ 315300 w 382766"/>
                <a:gd name="connsiteY15" fmla="*/ 372583 h 463768"/>
                <a:gd name="connsiteX16" fmla="*/ 294485 w 382766"/>
                <a:gd name="connsiteY16" fmla="*/ 414741 h 463768"/>
                <a:gd name="connsiteX17" fmla="*/ 280646 w 382766"/>
                <a:gd name="connsiteY17" fmla="*/ 442775 h 463768"/>
                <a:gd name="connsiteX18" fmla="*/ 280646 w 382766"/>
                <a:gd name="connsiteY18" fmla="*/ 445964 h 463768"/>
                <a:gd name="connsiteX19" fmla="*/ 373867 w 382766"/>
                <a:gd name="connsiteY19" fmla="*/ 445964 h 463768"/>
                <a:gd name="connsiteX20" fmla="*/ 373867 w 382766"/>
                <a:gd name="connsiteY20" fmla="*/ 445971 h 463768"/>
                <a:gd name="connsiteX21" fmla="*/ 382766 w 382766"/>
                <a:gd name="connsiteY21" fmla="*/ 454870 h 463768"/>
                <a:gd name="connsiteX22" fmla="*/ 373867 w 382766"/>
                <a:gd name="connsiteY22" fmla="*/ 463768 h 463768"/>
                <a:gd name="connsiteX23" fmla="*/ 8899 w 382766"/>
                <a:gd name="connsiteY23" fmla="*/ 463768 h 463768"/>
                <a:gd name="connsiteX24" fmla="*/ 0 w 382766"/>
                <a:gd name="connsiteY24" fmla="*/ 454870 h 463768"/>
                <a:gd name="connsiteX25" fmla="*/ 8899 w 382766"/>
                <a:gd name="connsiteY25" fmla="*/ 445971 h 463768"/>
                <a:gd name="connsiteX26" fmla="*/ 262849 w 382766"/>
                <a:gd name="connsiteY26" fmla="*/ 445971 h 463768"/>
                <a:gd name="connsiteX27" fmla="*/ 262849 w 382766"/>
                <a:gd name="connsiteY27" fmla="*/ 442782 h 463768"/>
                <a:gd name="connsiteX28" fmla="*/ 283671 w 382766"/>
                <a:gd name="connsiteY28" fmla="*/ 400617 h 463768"/>
                <a:gd name="connsiteX29" fmla="*/ 297503 w 382766"/>
                <a:gd name="connsiteY29" fmla="*/ 372583 h 463768"/>
                <a:gd name="connsiteX30" fmla="*/ 297503 w 382766"/>
                <a:gd name="connsiteY30" fmla="*/ 199822 h 463768"/>
                <a:gd name="connsiteX31" fmla="*/ 85262 w 382766"/>
                <a:gd name="connsiteY31" fmla="*/ 199822 h 463768"/>
                <a:gd name="connsiteX32" fmla="*/ 85262 w 382766"/>
                <a:gd name="connsiteY32" fmla="*/ 372583 h 463768"/>
                <a:gd name="connsiteX33" fmla="*/ 99094 w 382766"/>
                <a:gd name="connsiteY33" fmla="*/ 400617 h 463768"/>
                <a:gd name="connsiteX34" fmla="*/ 99546 w 382766"/>
                <a:gd name="connsiteY34" fmla="*/ 400963 h 463768"/>
                <a:gd name="connsiteX35" fmla="*/ 100802 w 382766"/>
                <a:gd name="connsiteY35" fmla="*/ 413484 h 463768"/>
                <a:gd name="connsiteX36" fmla="*/ 88281 w 382766"/>
                <a:gd name="connsiteY36" fmla="*/ 414741 h 463768"/>
                <a:gd name="connsiteX37" fmla="*/ 67465 w 382766"/>
                <a:gd name="connsiteY37" fmla="*/ 372583 h 463768"/>
                <a:gd name="connsiteX38" fmla="*/ 67465 w 382766"/>
                <a:gd name="connsiteY38" fmla="*/ 190924 h 463768"/>
                <a:gd name="connsiteX39" fmla="*/ 76364 w 382766"/>
                <a:gd name="connsiteY39" fmla="*/ 182025 h 463768"/>
                <a:gd name="connsiteX40" fmla="*/ 258030 w 382766"/>
                <a:gd name="connsiteY40" fmla="*/ 1399 h 463768"/>
                <a:gd name="connsiteX41" fmla="*/ 270119 w 382766"/>
                <a:gd name="connsiteY41" fmla="*/ 3928 h 463768"/>
                <a:gd name="connsiteX42" fmla="*/ 267768 w 382766"/>
                <a:gd name="connsiteY42" fmla="*/ 16291 h 463768"/>
                <a:gd name="connsiteX43" fmla="*/ 251438 w 382766"/>
                <a:gd name="connsiteY43" fmla="*/ 39947 h 463768"/>
                <a:gd name="connsiteX44" fmla="*/ 260372 w 382766"/>
                <a:gd name="connsiteY44" fmla="*/ 65276 h 463768"/>
                <a:gd name="connsiteX45" fmla="*/ 272936 w 382766"/>
                <a:gd name="connsiteY45" fmla="*/ 102429 h 463768"/>
                <a:gd name="connsiteX46" fmla="*/ 254790 w 382766"/>
                <a:gd name="connsiteY46" fmla="*/ 132876 h 463768"/>
                <a:gd name="connsiteX47" fmla="*/ 242357 w 382766"/>
                <a:gd name="connsiteY47" fmla="*/ 130929 h 463768"/>
                <a:gd name="connsiteX48" fmla="*/ 244304 w 382766"/>
                <a:gd name="connsiteY48" fmla="*/ 118496 h 463768"/>
                <a:gd name="connsiteX49" fmla="*/ 255296 w 382766"/>
                <a:gd name="connsiteY49" fmla="*/ 99987 h 463768"/>
                <a:gd name="connsiteX50" fmla="*/ 246597 w 382766"/>
                <a:gd name="connsiteY50" fmla="*/ 76545 h 463768"/>
                <a:gd name="connsiteX51" fmla="*/ 233875 w 382766"/>
                <a:gd name="connsiteY51" fmla="*/ 37114 h 463768"/>
                <a:gd name="connsiteX52" fmla="*/ 258030 w 382766"/>
                <a:gd name="connsiteY52" fmla="*/ 1399 h 463768"/>
                <a:gd name="connsiteX53" fmla="*/ 196096 w 382766"/>
                <a:gd name="connsiteY53" fmla="*/ 1399 h 463768"/>
                <a:gd name="connsiteX54" fmla="*/ 208185 w 382766"/>
                <a:gd name="connsiteY54" fmla="*/ 3928 h 463768"/>
                <a:gd name="connsiteX55" fmla="*/ 205834 w 382766"/>
                <a:gd name="connsiteY55" fmla="*/ 16291 h 463768"/>
                <a:gd name="connsiteX56" fmla="*/ 189504 w 382766"/>
                <a:gd name="connsiteY56" fmla="*/ 39947 h 463768"/>
                <a:gd name="connsiteX57" fmla="*/ 198438 w 382766"/>
                <a:gd name="connsiteY57" fmla="*/ 65276 h 463768"/>
                <a:gd name="connsiteX58" fmla="*/ 211002 w 382766"/>
                <a:gd name="connsiteY58" fmla="*/ 102429 h 463768"/>
                <a:gd name="connsiteX59" fmla="*/ 192856 w 382766"/>
                <a:gd name="connsiteY59" fmla="*/ 132876 h 463768"/>
                <a:gd name="connsiteX60" fmla="*/ 180423 w 382766"/>
                <a:gd name="connsiteY60" fmla="*/ 130929 h 463768"/>
                <a:gd name="connsiteX61" fmla="*/ 182370 w 382766"/>
                <a:gd name="connsiteY61" fmla="*/ 118496 h 463768"/>
                <a:gd name="connsiteX62" fmla="*/ 193362 w 382766"/>
                <a:gd name="connsiteY62" fmla="*/ 99987 h 463768"/>
                <a:gd name="connsiteX63" fmla="*/ 184663 w 382766"/>
                <a:gd name="connsiteY63" fmla="*/ 76545 h 463768"/>
                <a:gd name="connsiteX64" fmla="*/ 171941 w 382766"/>
                <a:gd name="connsiteY64" fmla="*/ 37114 h 463768"/>
                <a:gd name="connsiteX65" fmla="*/ 196096 w 382766"/>
                <a:gd name="connsiteY65" fmla="*/ 1399 h 463768"/>
                <a:gd name="connsiteX66" fmla="*/ 134162 w 382766"/>
                <a:gd name="connsiteY66" fmla="*/ 1399 h 463768"/>
                <a:gd name="connsiteX67" fmla="*/ 146350 w 382766"/>
                <a:gd name="connsiteY67" fmla="*/ 3956 h 463768"/>
                <a:gd name="connsiteX68" fmla="*/ 143893 w 382766"/>
                <a:gd name="connsiteY68" fmla="*/ 16298 h 463768"/>
                <a:gd name="connsiteX69" fmla="*/ 127577 w 382766"/>
                <a:gd name="connsiteY69" fmla="*/ 39947 h 463768"/>
                <a:gd name="connsiteX70" fmla="*/ 136504 w 382766"/>
                <a:gd name="connsiteY70" fmla="*/ 65276 h 463768"/>
                <a:gd name="connsiteX71" fmla="*/ 149068 w 382766"/>
                <a:gd name="connsiteY71" fmla="*/ 102429 h 463768"/>
                <a:gd name="connsiteX72" fmla="*/ 130922 w 382766"/>
                <a:gd name="connsiteY72" fmla="*/ 132876 h 463768"/>
                <a:gd name="connsiteX73" fmla="*/ 118489 w 382766"/>
                <a:gd name="connsiteY73" fmla="*/ 130929 h 463768"/>
                <a:gd name="connsiteX74" fmla="*/ 120436 w 382766"/>
                <a:gd name="connsiteY74" fmla="*/ 118496 h 463768"/>
                <a:gd name="connsiteX75" fmla="*/ 131428 w 382766"/>
                <a:gd name="connsiteY75" fmla="*/ 99987 h 463768"/>
                <a:gd name="connsiteX76" fmla="*/ 122729 w 382766"/>
                <a:gd name="connsiteY76" fmla="*/ 76545 h 463768"/>
                <a:gd name="connsiteX77" fmla="*/ 110007 w 382766"/>
                <a:gd name="connsiteY77" fmla="*/ 37114 h 463768"/>
                <a:gd name="connsiteX78" fmla="*/ 134162 w 382766"/>
                <a:gd name="connsiteY78" fmla="*/ 1399 h 463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82766" h="463768">
                  <a:moveTo>
                    <a:pt x="315300" y="237502"/>
                  </a:moveTo>
                  <a:lnTo>
                    <a:pt x="315300" y="340427"/>
                  </a:lnTo>
                  <a:cubicBezTo>
                    <a:pt x="336070" y="339658"/>
                    <a:pt x="353600" y="326683"/>
                    <a:pt x="361085" y="308552"/>
                  </a:cubicBezTo>
                  <a:lnTo>
                    <a:pt x="364968" y="288970"/>
                  </a:lnTo>
                  <a:lnTo>
                    <a:pt x="364968" y="288971"/>
                  </a:lnTo>
                  <a:lnTo>
                    <a:pt x="364969" y="288964"/>
                  </a:lnTo>
                  <a:lnTo>
                    <a:pt x="364968" y="288970"/>
                  </a:lnTo>
                  <a:lnTo>
                    <a:pt x="361084" y="269383"/>
                  </a:lnTo>
                  <a:cubicBezTo>
                    <a:pt x="353600" y="251251"/>
                    <a:pt x="336071" y="238274"/>
                    <a:pt x="315300" y="237502"/>
                  </a:cubicBezTo>
                  <a:close/>
                  <a:moveTo>
                    <a:pt x="76364" y="182025"/>
                  </a:moveTo>
                  <a:lnTo>
                    <a:pt x="306402" y="182025"/>
                  </a:lnTo>
                  <a:cubicBezTo>
                    <a:pt x="311308" y="182025"/>
                    <a:pt x="315289" y="185996"/>
                    <a:pt x="315300" y="190902"/>
                  </a:cubicBezTo>
                  <a:lnTo>
                    <a:pt x="315300" y="219705"/>
                  </a:lnTo>
                  <a:cubicBezTo>
                    <a:pt x="352110" y="220692"/>
                    <a:pt x="381718" y="250300"/>
                    <a:pt x="382705" y="287110"/>
                  </a:cubicBezTo>
                  <a:cubicBezTo>
                    <a:pt x="383731" y="325363"/>
                    <a:pt x="353553" y="357205"/>
                    <a:pt x="315300" y="358231"/>
                  </a:cubicBezTo>
                  <a:lnTo>
                    <a:pt x="315300" y="372583"/>
                  </a:lnTo>
                  <a:cubicBezTo>
                    <a:pt x="315256" y="389099"/>
                    <a:pt x="307570" y="404664"/>
                    <a:pt x="294485" y="414741"/>
                  </a:cubicBezTo>
                  <a:cubicBezTo>
                    <a:pt x="285787" y="421444"/>
                    <a:pt x="280678" y="431793"/>
                    <a:pt x="280646" y="442775"/>
                  </a:cubicBezTo>
                  <a:lnTo>
                    <a:pt x="280646" y="445964"/>
                  </a:lnTo>
                  <a:lnTo>
                    <a:pt x="373867" y="445964"/>
                  </a:lnTo>
                  <a:lnTo>
                    <a:pt x="373867" y="445971"/>
                  </a:lnTo>
                  <a:cubicBezTo>
                    <a:pt x="378782" y="445971"/>
                    <a:pt x="382766" y="449955"/>
                    <a:pt x="382766" y="454870"/>
                  </a:cubicBezTo>
                  <a:cubicBezTo>
                    <a:pt x="382766" y="459784"/>
                    <a:pt x="378782" y="463768"/>
                    <a:pt x="373867" y="463768"/>
                  </a:cubicBezTo>
                  <a:lnTo>
                    <a:pt x="8899" y="463768"/>
                  </a:lnTo>
                  <a:cubicBezTo>
                    <a:pt x="3984" y="463768"/>
                    <a:pt x="0" y="459784"/>
                    <a:pt x="0" y="454870"/>
                  </a:cubicBezTo>
                  <a:cubicBezTo>
                    <a:pt x="0" y="449955"/>
                    <a:pt x="3984" y="445971"/>
                    <a:pt x="8899" y="445971"/>
                  </a:cubicBezTo>
                  <a:lnTo>
                    <a:pt x="262849" y="445971"/>
                  </a:lnTo>
                  <a:lnTo>
                    <a:pt x="262849" y="442782"/>
                  </a:lnTo>
                  <a:cubicBezTo>
                    <a:pt x="262899" y="426264"/>
                    <a:pt x="270586" y="410698"/>
                    <a:pt x="283671" y="400617"/>
                  </a:cubicBezTo>
                  <a:cubicBezTo>
                    <a:pt x="292367" y="393912"/>
                    <a:pt x="297473" y="383563"/>
                    <a:pt x="297503" y="372583"/>
                  </a:cubicBezTo>
                  <a:lnTo>
                    <a:pt x="297503" y="199822"/>
                  </a:lnTo>
                  <a:lnTo>
                    <a:pt x="85262" y="199822"/>
                  </a:lnTo>
                  <a:lnTo>
                    <a:pt x="85262" y="372583"/>
                  </a:lnTo>
                  <a:cubicBezTo>
                    <a:pt x="85295" y="383563"/>
                    <a:pt x="90400" y="393911"/>
                    <a:pt x="99094" y="400617"/>
                  </a:cubicBezTo>
                  <a:cubicBezTo>
                    <a:pt x="99248" y="400727"/>
                    <a:pt x="99399" y="400843"/>
                    <a:pt x="99546" y="400963"/>
                  </a:cubicBezTo>
                  <a:cubicBezTo>
                    <a:pt x="103350" y="404073"/>
                    <a:pt x="103913" y="409680"/>
                    <a:pt x="100802" y="413484"/>
                  </a:cubicBezTo>
                  <a:cubicBezTo>
                    <a:pt x="97691" y="417289"/>
                    <a:pt x="92085" y="417852"/>
                    <a:pt x="88281" y="414741"/>
                  </a:cubicBezTo>
                  <a:cubicBezTo>
                    <a:pt x="75195" y="404664"/>
                    <a:pt x="67510" y="389099"/>
                    <a:pt x="67465" y="372583"/>
                  </a:cubicBezTo>
                  <a:lnTo>
                    <a:pt x="67465" y="190924"/>
                  </a:lnTo>
                  <a:cubicBezTo>
                    <a:pt x="67465" y="186009"/>
                    <a:pt x="71449" y="182025"/>
                    <a:pt x="76364" y="182025"/>
                  </a:cubicBezTo>
                  <a:close/>
                  <a:moveTo>
                    <a:pt x="258030" y="1399"/>
                  </a:moveTo>
                  <a:cubicBezTo>
                    <a:pt x="262084" y="-1147"/>
                    <a:pt x="267425" y="-30"/>
                    <a:pt x="270119" y="3928"/>
                  </a:cubicBezTo>
                  <a:cubicBezTo>
                    <a:pt x="272884" y="7991"/>
                    <a:pt x="271831" y="13526"/>
                    <a:pt x="267768" y="16291"/>
                  </a:cubicBezTo>
                  <a:cubicBezTo>
                    <a:pt x="259601" y="21900"/>
                    <a:pt x="253787" y="30322"/>
                    <a:pt x="251438" y="39947"/>
                  </a:cubicBezTo>
                  <a:cubicBezTo>
                    <a:pt x="250628" y="49283"/>
                    <a:pt x="253884" y="58514"/>
                    <a:pt x="260372" y="65276"/>
                  </a:cubicBezTo>
                  <a:cubicBezTo>
                    <a:pt x="269627" y="75325"/>
                    <a:pt x="274193" y="88825"/>
                    <a:pt x="272936" y="102429"/>
                  </a:cubicBezTo>
                  <a:cubicBezTo>
                    <a:pt x="270937" y="114501"/>
                    <a:pt x="264457" y="125374"/>
                    <a:pt x="254790" y="132876"/>
                  </a:cubicBezTo>
                  <a:cubicBezTo>
                    <a:pt x="250820" y="135772"/>
                    <a:pt x="245253" y="134900"/>
                    <a:pt x="242357" y="130929"/>
                  </a:cubicBezTo>
                  <a:cubicBezTo>
                    <a:pt x="239462" y="126959"/>
                    <a:pt x="240333" y="121392"/>
                    <a:pt x="244304" y="118496"/>
                  </a:cubicBezTo>
                  <a:cubicBezTo>
                    <a:pt x="250088" y="113861"/>
                    <a:pt x="253994" y="107284"/>
                    <a:pt x="255296" y="99987"/>
                  </a:cubicBezTo>
                  <a:cubicBezTo>
                    <a:pt x="255754" y="91308"/>
                    <a:pt x="252606" y="82824"/>
                    <a:pt x="246597" y="76545"/>
                  </a:cubicBezTo>
                  <a:cubicBezTo>
                    <a:pt x="236776" y="65905"/>
                    <a:pt x="232124" y="51488"/>
                    <a:pt x="233875" y="37114"/>
                  </a:cubicBezTo>
                  <a:cubicBezTo>
                    <a:pt x="237037" y="22547"/>
                    <a:pt x="245687" y="9757"/>
                    <a:pt x="258030" y="1399"/>
                  </a:cubicBezTo>
                  <a:close/>
                  <a:moveTo>
                    <a:pt x="196096" y="1399"/>
                  </a:moveTo>
                  <a:cubicBezTo>
                    <a:pt x="200150" y="-1147"/>
                    <a:pt x="205491" y="-30"/>
                    <a:pt x="208185" y="3928"/>
                  </a:cubicBezTo>
                  <a:cubicBezTo>
                    <a:pt x="210950" y="7991"/>
                    <a:pt x="209897" y="13526"/>
                    <a:pt x="205834" y="16291"/>
                  </a:cubicBezTo>
                  <a:cubicBezTo>
                    <a:pt x="197667" y="21900"/>
                    <a:pt x="191853" y="30322"/>
                    <a:pt x="189504" y="39947"/>
                  </a:cubicBezTo>
                  <a:cubicBezTo>
                    <a:pt x="188694" y="49283"/>
                    <a:pt x="191950" y="58514"/>
                    <a:pt x="198438" y="65276"/>
                  </a:cubicBezTo>
                  <a:cubicBezTo>
                    <a:pt x="207693" y="75325"/>
                    <a:pt x="212259" y="88825"/>
                    <a:pt x="211002" y="102429"/>
                  </a:cubicBezTo>
                  <a:cubicBezTo>
                    <a:pt x="209003" y="114501"/>
                    <a:pt x="202523" y="125374"/>
                    <a:pt x="192856" y="132876"/>
                  </a:cubicBezTo>
                  <a:cubicBezTo>
                    <a:pt x="188886" y="135772"/>
                    <a:pt x="183319" y="134900"/>
                    <a:pt x="180423" y="130929"/>
                  </a:cubicBezTo>
                  <a:cubicBezTo>
                    <a:pt x="177528" y="126959"/>
                    <a:pt x="178399" y="121392"/>
                    <a:pt x="182370" y="118496"/>
                  </a:cubicBezTo>
                  <a:cubicBezTo>
                    <a:pt x="188154" y="113861"/>
                    <a:pt x="192060" y="107284"/>
                    <a:pt x="193362" y="99987"/>
                  </a:cubicBezTo>
                  <a:cubicBezTo>
                    <a:pt x="193820" y="91308"/>
                    <a:pt x="190672" y="82824"/>
                    <a:pt x="184663" y="76545"/>
                  </a:cubicBezTo>
                  <a:cubicBezTo>
                    <a:pt x="174842" y="65905"/>
                    <a:pt x="170190" y="51488"/>
                    <a:pt x="171941" y="37114"/>
                  </a:cubicBezTo>
                  <a:cubicBezTo>
                    <a:pt x="175103" y="22547"/>
                    <a:pt x="183753" y="9757"/>
                    <a:pt x="196096" y="1399"/>
                  </a:cubicBezTo>
                  <a:close/>
                  <a:moveTo>
                    <a:pt x="134162" y="1399"/>
                  </a:moveTo>
                  <a:cubicBezTo>
                    <a:pt x="138243" y="-1208"/>
                    <a:pt x="143660" y="-71"/>
                    <a:pt x="146350" y="3956"/>
                  </a:cubicBezTo>
                  <a:cubicBezTo>
                    <a:pt x="149080" y="8043"/>
                    <a:pt x="147980" y="13569"/>
                    <a:pt x="143893" y="16298"/>
                  </a:cubicBezTo>
                  <a:cubicBezTo>
                    <a:pt x="135729" y="21905"/>
                    <a:pt x="129920" y="30325"/>
                    <a:pt x="127577" y="39947"/>
                  </a:cubicBezTo>
                  <a:cubicBezTo>
                    <a:pt x="126768" y="49281"/>
                    <a:pt x="130021" y="58511"/>
                    <a:pt x="136504" y="65276"/>
                  </a:cubicBezTo>
                  <a:cubicBezTo>
                    <a:pt x="145759" y="75325"/>
                    <a:pt x="150325" y="88825"/>
                    <a:pt x="149068" y="102429"/>
                  </a:cubicBezTo>
                  <a:cubicBezTo>
                    <a:pt x="147069" y="114501"/>
                    <a:pt x="140589" y="125374"/>
                    <a:pt x="130922" y="132876"/>
                  </a:cubicBezTo>
                  <a:cubicBezTo>
                    <a:pt x="126952" y="135772"/>
                    <a:pt x="121385" y="134900"/>
                    <a:pt x="118489" y="130929"/>
                  </a:cubicBezTo>
                  <a:cubicBezTo>
                    <a:pt x="115594" y="126958"/>
                    <a:pt x="116465" y="121392"/>
                    <a:pt x="120436" y="118496"/>
                  </a:cubicBezTo>
                  <a:cubicBezTo>
                    <a:pt x="126220" y="113861"/>
                    <a:pt x="130126" y="107284"/>
                    <a:pt x="131428" y="99987"/>
                  </a:cubicBezTo>
                  <a:cubicBezTo>
                    <a:pt x="131886" y="91308"/>
                    <a:pt x="128738" y="82824"/>
                    <a:pt x="122729" y="76545"/>
                  </a:cubicBezTo>
                  <a:cubicBezTo>
                    <a:pt x="112910" y="65903"/>
                    <a:pt x="108259" y="51487"/>
                    <a:pt x="110007" y="37114"/>
                  </a:cubicBezTo>
                  <a:cubicBezTo>
                    <a:pt x="113170" y="22547"/>
                    <a:pt x="121820" y="9757"/>
                    <a:pt x="134162" y="1399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1" name="Group 286">
            <a:extLst>
              <a:ext uri="{FF2B5EF4-FFF2-40B4-BE49-F238E27FC236}">
                <a16:creationId xmlns:a16="http://schemas.microsoft.com/office/drawing/2014/main" id="{7E9AFB08-4A05-03F1-3537-8F506C0FE955}"/>
              </a:ext>
            </a:extLst>
          </p:cNvPr>
          <p:cNvGrpSpPr/>
          <p:nvPr/>
        </p:nvGrpSpPr>
        <p:grpSpPr>
          <a:xfrm>
            <a:off x="10951963" y="1376871"/>
            <a:ext cx="462724" cy="412892"/>
            <a:chOff x="10951963" y="1376871"/>
            <a:chExt cx="462724" cy="412892"/>
          </a:xfrm>
          <a:noFill/>
        </p:grpSpPr>
        <p:sp>
          <p:nvSpPr>
            <p:cNvPr id="72" name="Freeform: Shape 46">
              <a:extLst>
                <a:ext uri="{FF2B5EF4-FFF2-40B4-BE49-F238E27FC236}">
                  <a16:creationId xmlns:a16="http://schemas.microsoft.com/office/drawing/2014/main" id="{6DB91B1B-31C6-3A84-8FFA-87DDF607D998}"/>
                </a:ext>
              </a:extLst>
            </p:cNvPr>
            <p:cNvSpPr/>
            <p:nvPr/>
          </p:nvSpPr>
          <p:spPr>
            <a:xfrm>
              <a:off x="10960862" y="1385770"/>
              <a:ext cx="446010" cy="330976"/>
            </a:xfrm>
            <a:custGeom>
              <a:avLst/>
              <a:gdLst>
                <a:gd name="connsiteX0" fmla="*/ 0 w 446010"/>
                <a:gd name="connsiteY0" fmla="*/ 279955 h 330976"/>
                <a:gd name="connsiteX1" fmla="*/ 446010 w 446010"/>
                <a:gd name="connsiteY1" fmla="*/ 279955 h 330976"/>
                <a:gd name="connsiteX2" fmla="*/ 446010 w 446010"/>
                <a:gd name="connsiteY2" fmla="*/ 330976 h 330976"/>
                <a:gd name="connsiteX3" fmla="*/ 0 w 446010"/>
                <a:gd name="connsiteY3" fmla="*/ 330976 h 330976"/>
                <a:gd name="connsiteX4" fmla="*/ 0 w 446010"/>
                <a:gd name="connsiteY4" fmla="*/ 0 h 330976"/>
                <a:gd name="connsiteX5" fmla="*/ 446010 w 446010"/>
                <a:gd name="connsiteY5" fmla="*/ 0 h 330976"/>
                <a:gd name="connsiteX6" fmla="*/ 446010 w 446010"/>
                <a:gd name="connsiteY6" fmla="*/ 30796 h 330976"/>
                <a:gd name="connsiteX7" fmla="*/ 0 w 446010"/>
                <a:gd name="connsiteY7" fmla="*/ 30796 h 330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6010" h="330976">
                  <a:moveTo>
                    <a:pt x="0" y="279955"/>
                  </a:moveTo>
                  <a:lnTo>
                    <a:pt x="446010" y="279955"/>
                  </a:lnTo>
                  <a:lnTo>
                    <a:pt x="446010" y="330976"/>
                  </a:lnTo>
                  <a:lnTo>
                    <a:pt x="0" y="330976"/>
                  </a:lnTo>
                  <a:close/>
                  <a:moveTo>
                    <a:pt x="0" y="0"/>
                  </a:moveTo>
                  <a:lnTo>
                    <a:pt x="446010" y="0"/>
                  </a:lnTo>
                  <a:lnTo>
                    <a:pt x="446010" y="30796"/>
                  </a:lnTo>
                  <a:lnTo>
                    <a:pt x="0" y="30796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" name="Freeform: Shape 47">
              <a:extLst>
                <a:ext uri="{FF2B5EF4-FFF2-40B4-BE49-F238E27FC236}">
                  <a16:creationId xmlns:a16="http://schemas.microsoft.com/office/drawing/2014/main" id="{3B4E9313-B869-F05A-A4BB-9771129AC090}"/>
                </a:ext>
              </a:extLst>
            </p:cNvPr>
            <p:cNvSpPr/>
            <p:nvPr/>
          </p:nvSpPr>
          <p:spPr>
            <a:xfrm>
              <a:off x="10951963" y="1376871"/>
              <a:ext cx="462724" cy="412892"/>
            </a:xfrm>
            <a:custGeom>
              <a:avLst/>
              <a:gdLst>
                <a:gd name="connsiteX0" fmla="*/ 454908 w 462724"/>
                <a:gd name="connsiteY0" fmla="*/ 0 h 412892"/>
                <a:gd name="connsiteX1" fmla="*/ 8899 w 462724"/>
                <a:gd name="connsiteY1" fmla="*/ 0 h 412892"/>
                <a:gd name="connsiteX2" fmla="*/ 0 w 462724"/>
                <a:gd name="connsiteY2" fmla="*/ 8899 h 412892"/>
                <a:gd name="connsiteX3" fmla="*/ 0 w 462724"/>
                <a:gd name="connsiteY3" fmla="*/ 339875 h 412892"/>
                <a:gd name="connsiteX4" fmla="*/ 8899 w 462724"/>
                <a:gd name="connsiteY4" fmla="*/ 348773 h 412892"/>
                <a:gd name="connsiteX5" fmla="*/ 188592 w 462724"/>
                <a:gd name="connsiteY5" fmla="*/ 348773 h 412892"/>
                <a:gd name="connsiteX6" fmla="*/ 188592 w 462724"/>
                <a:gd name="connsiteY6" fmla="*/ 399794 h 412892"/>
                <a:gd name="connsiteX7" fmla="*/ 162964 w 462724"/>
                <a:gd name="connsiteY7" fmla="*/ 399794 h 412892"/>
                <a:gd name="connsiteX8" fmla="*/ 154066 w 462724"/>
                <a:gd name="connsiteY8" fmla="*/ 408692 h 412892"/>
                <a:gd name="connsiteX9" fmla="*/ 162964 w 462724"/>
                <a:gd name="connsiteY9" fmla="*/ 417591 h 412892"/>
                <a:gd name="connsiteX10" fmla="*/ 300863 w 462724"/>
                <a:gd name="connsiteY10" fmla="*/ 417591 h 412892"/>
                <a:gd name="connsiteX11" fmla="*/ 309762 w 462724"/>
                <a:gd name="connsiteY11" fmla="*/ 408692 h 412892"/>
                <a:gd name="connsiteX12" fmla="*/ 300863 w 462724"/>
                <a:gd name="connsiteY12" fmla="*/ 399794 h 412892"/>
                <a:gd name="connsiteX13" fmla="*/ 275236 w 462724"/>
                <a:gd name="connsiteY13" fmla="*/ 399794 h 412892"/>
                <a:gd name="connsiteX14" fmla="*/ 275236 w 462724"/>
                <a:gd name="connsiteY14" fmla="*/ 374287 h 412892"/>
                <a:gd name="connsiteX15" fmla="*/ 266337 w 462724"/>
                <a:gd name="connsiteY15" fmla="*/ 365389 h 412892"/>
                <a:gd name="connsiteX16" fmla="*/ 257438 w 462724"/>
                <a:gd name="connsiteY16" fmla="*/ 374287 h 412892"/>
                <a:gd name="connsiteX17" fmla="*/ 257438 w 462724"/>
                <a:gd name="connsiteY17" fmla="*/ 399794 h 412892"/>
                <a:gd name="connsiteX18" fmla="*/ 206389 w 462724"/>
                <a:gd name="connsiteY18" fmla="*/ 399794 h 412892"/>
                <a:gd name="connsiteX19" fmla="*/ 206389 w 462724"/>
                <a:gd name="connsiteY19" fmla="*/ 348773 h 412892"/>
                <a:gd name="connsiteX20" fmla="*/ 454908 w 462724"/>
                <a:gd name="connsiteY20" fmla="*/ 348773 h 412892"/>
                <a:gd name="connsiteX21" fmla="*/ 463806 w 462724"/>
                <a:gd name="connsiteY21" fmla="*/ 339875 h 412892"/>
                <a:gd name="connsiteX22" fmla="*/ 463806 w 462724"/>
                <a:gd name="connsiteY22" fmla="*/ 8899 h 412892"/>
                <a:gd name="connsiteX23" fmla="*/ 454908 w 462724"/>
                <a:gd name="connsiteY23" fmla="*/ 0 h 412892"/>
                <a:gd name="connsiteX24" fmla="*/ 17811 w 462724"/>
                <a:gd name="connsiteY24" fmla="*/ 330976 h 412892"/>
                <a:gd name="connsiteX25" fmla="*/ 17811 w 462724"/>
                <a:gd name="connsiteY25" fmla="*/ 48622 h 412892"/>
                <a:gd name="connsiteX26" fmla="*/ 411063 w 462724"/>
                <a:gd name="connsiteY26" fmla="*/ 48622 h 412892"/>
                <a:gd name="connsiteX27" fmla="*/ 419962 w 462724"/>
                <a:gd name="connsiteY27" fmla="*/ 39723 h 412892"/>
                <a:gd name="connsiteX28" fmla="*/ 411063 w 462724"/>
                <a:gd name="connsiteY28" fmla="*/ 30825 h 412892"/>
                <a:gd name="connsiteX29" fmla="*/ 17797 w 462724"/>
                <a:gd name="connsiteY29" fmla="*/ 30825 h 412892"/>
                <a:gd name="connsiteX30" fmla="*/ 17797 w 462724"/>
                <a:gd name="connsiteY30" fmla="*/ 17797 h 412892"/>
                <a:gd name="connsiteX31" fmla="*/ 446009 w 462724"/>
                <a:gd name="connsiteY31" fmla="*/ 17797 h 412892"/>
                <a:gd name="connsiteX32" fmla="*/ 446009 w 462724"/>
                <a:gd name="connsiteY32" fmla="*/ 279984 h 412892"/>
                <a:gd name="connsiteX33" fmla="*/ 49184 w 462724"/>
                <a:gd name="connsiteY33" fmla="*/ 279984 h 412892"/>
                <a:gd name="connsiteX34" fmla="*/ 40285 w 462724"/>
                <a:gd name="connsiteY34" fmla="*/ 288882 h 412892"/>
                <a:gd name="connsiteX35" fmla="*/ 49184 w 462724"/>
                <a:gd name="connsiteY35" fmla="*/ 297781 h 412892"/>
                <a:gd name="connsiteX36" fmla="*/ 446009 w 462724"/>
                <a:gd name="connsiteY36" fmla="*/ 297781 h 412892"/>
                <a:gd name="connsiteX37" fmla="*/ 446009 w 462724"/>
                <a:gd name="connsiteY37" fmla="*/ 330997 h 412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62724" h="412892">
                  <a:moveTo>
                    <a:pt x="454908" y="0"/>
                  </a:moveTo>
                  <a:lnTo>
                    <a:pt x="8899" y="0"/>
                  </a:lnTo>
                  <a:cubicBezTo>
                    <a:pt x="3984" y="0"/>
                    <a:pt x="0" y="3984"/>
                    <a:pt x="0" y="8899"/>
                  </a:cubicBezTo>
                  <a:lnTo>
                    <a:pt x="0" y="339875"/>
                  </a:lnTo>
                  <a:cubicBezTo>
                    <a:pt x="0" y="344789"/>
                    <a:pt x="3984" y="348773"/>
                    <a:pt x="8899" y="348773"/>
                  </a:cubicBezTo>
                  <a:lnTo>
                    <a:pt x="188592" y="348773"/>
                  </a:lnTo>
                  <a:lnTo>
                    <a:pt x="188592" y="399794"/>
                  </a:lnTo>
                  <a:lnTo>
                    <a:pt x="162964" y="399794"/>
                  </a:lnTo>
                  <a:cubicBezTo>
                    <a:pt x="158050" y="399794"/>
                    <a:pt x="154066" y="403778"/>
                    <a:pt x="154066" y="408692"/>
                  </a:cubicBezTo>
                  <a:cubicBezTo>
                    <a:pt x="154066" y="413607"/>
                    <a:pt x="158050" y="417591"/>
                    <a:pt x="162964" y="417591"/>
                  </a:cubicBezTo>
                  <a:lnTo>
                    <a:pt x="300863" y="417591"/>
                  </a:lnTo>
                  <a:cubicBezTo>
                    <a:pt x="305778" y="417591"/>
                    <a:pt x="309762" y="413607"/>
                    <a:pt x="309762" y="408692"/>
                  </a:cubicBezTo>
                  <a:cubicBezTo>
                    <a:pt x="309762" y="403778"/>
                    <a:pt x="305778" y="399794"/>
                    <a:pt x="300863" y="399794"/>
                  </a:cubicBezTo>
                  <a:lnTo>
                    <a:pt x="275236" y="399794"/>
                  </a:lnTo>
                  <a:lnTo>
                    <a:pt x="275236" y="374287"/>
                  </a:lnTo>
                  <a:cubicBezTo>
                    <a:pt x="275236" y="369373"/>
                    <a:pt x="271252" y="365389"/>
                    <a:pt x="266337" y="365389"/>
                  </a:cubicBezTo>
                  <a:cubicBezTo>
                    <a:pt x="261422" y="365389"/>
                    <a:pt x="257438" y="369373"/>
                    <a:pt x="257438" y="374287"/>
                  </a:cubicBezTo>
                  <a:lnTo>
                    <a:pt x="257438" y="399794"/>
                  </a:lnTo>
                  <a:lnTo>
                    <a:pt x="206389" y="399794"/>
                  </a:lnTo>
                  <a:lnTo>
                    <a:pt x="206389" y="348773"/>
                  </a:lnTo>
                  <a:lnTo>
                    <a:pt x="454908" y="348773"/>
                  </a:lnTo>
                  <a:cubicBezTo>
                    <a:pt x="459822" y="348773"/>
                    <a:pt x="463806" y="344789"/>
                    <a:pt x="463806" y="339875"/>
                  </a:cubicBezTo>
                  <a:lnTo>
                    <a:pt x="463806" y="8899"/>
                  </a:lnTo>
                  <a:cubicBezTo>
                    <a:pt x="463806" y="3984"/>
                    <a:pt x="459822" y="0"/>
                    <a:pt x="454908" y="0"/>
                  </a:cubicBezTo>
                  <a:close/>
                  <a:moveTo>
                    <a:pt x="17811" y="330976"/>
                  </a:moveTo>
                  <a:lnTo>
                    <a:pt x="17811" y="48622"/>
                  </a:lnTo>
                  <a:lnTo>
                    <a:pt x="411063" y="48622"/>
                  </a:lnTo>
                  <a:cubicBezTo>
                    <a:pt x="415977" y="48622"/>
                    <a:pt x="419962" y="44638"/>
                    <a:pt x="419962" y="39723"/>
                  </a:cubicBezTo>
                  <a:cubicBezTo>
                    <a:pt x="419962" y="34809"/>
                    <a:pt x="415977" y="30825"/>
                    <a:pt x="411063" y="30825"/>
                  </a:cubicBezTo>
                  <a:lnTo>
                    <a:pt x="17797" y="30825"/>
                  </a:lnTo>
                  <a:lnTo>
                    <a:pt x="17797" y="17797"/>
                  </a:lnTo>
                  <a:lnTo>
                    <a:pt x="446009" y="17797"/>
                  </a:lnTo>
                  <a:lnTo>
                    <a:pt x="446009" y="279984"/>
                  </a:lnTo>
                  <a:lnTo>
                    <a:pt x="49184" y="279984"/>
                  </a:lnTo>
                  <a:cubicBezTo>
                    <a:pt x="44270" y="279984"/>
                    <a:pt x="40285" y="283968"/>
                    <a:pt x="40285" y="288882"/>
                  </a:cubicBezTo>
                  <a:cubicBezTo>
                    <a:pt x="40285" y="293797"/>
                    <a:pt x="44270" y="297781"/>
                    <a:pt x="49184" y="297781"/>
                  </a:cubicBezTo>
                  <a:lnTo>
                    <a:pt x="446009" y="297781"/>
                  </a:lnTo>
                  <a:lnTo>
                    <a:pt x="446009" y="330997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4" name="Group 285">
            <a:extLst>
              <a:ext uri="{FF2B5EF4-FFF2-40B4-BE49-F238E27FC236}">
                <a16:creationId xmlns:a16="http://schemas.microsoft.com/office/drawing/2014/main" id="{261B38B7-C721-0000-358F-91C2E912B21F}"/>
              </a:ext>
            </a:extLst>
          </p:cNvPr>
          <p:cNvGrpSpPr/>
          <p:nvPr/>
        </p:nvGrpSpPr>
        <p:grpSpPr>
          <a:xfrm>
            <a:off x="9934637" y="1353765"/>
            <a:ext cx="463807" cy="463807"/>
            <a:chOff x="9934637" y="1353765"/>
            <a:chExt cx="463807" cy="463807"/>
          </a:xfrm>
          <a:noFill/>
        </p:grpSpPr>
        <p:sp>
          <p:nvSpPr>
            <p:cNvPr id="75" name="Freeform: Shape 49">
              <a:extLst>
                <a:ext uri="{FF2B5EF4-FFF2-40B4-BE49-F238E27FC236}">
                  <a16:creationId xmlns:a16="http://schemas.microsoft.com/office/drawing/2014/main" id="{E148A4EE-49F8-56DB-C718-8BE1A45C4E47}"/>
                </a:ext>
              </a:extLst>
            </p:cNvPr>
            <p:cNvSpPr/>
            <p:nvPr/>
          </p:nvSpPr>
          <p:spPr>
            <a:xfrm>
              <a:off x="9943536" y="1362663"/>
              <a:ext cx="419603" cy="428492"/>
            </a:xfrm>
            <a:custGeom>
              <a:avLst/>
              <a:gdLst>
                <a:gd name="connsiteX0" fmla="*/ 362206 w 419603"/>
                <a:gd name="connsiteY0" fmla="*/ 43683 h 428492"/>
                <a:gd name="connsiteX1" fmla="*/ 353778 w 419603"/>
                <a:gd name="connsiteY1" fmla="*/ 73895 h 428492"/>
                <a:gd name="connsiteX2" fmla="*/ 419603 w 419603"/>
                <a:gd name="connsiteY2" fmla="*/ 92311 h 428492"/>
                <a:gd name="connsiteX3" fmla="*/ 342961 w 419603"/>
                <a:gd name="connsiteY3" fmla="*/ 366210 h 428492"/>
                <a:gd name="connsiteX4" fmla="*/ 277150 w 419603"/>
                <a:gd name="connsiteY4" fmla="*/ 347799 h 428492"/>
                <a:gd name="connsiteX5" fmla="*/ 290071 w 419603"/>
                <a:gd name="connsiteY5" fmla="*/ 428450 h 428492"/>
                <a:gd name="connsiteX6" fmla="*/ 290036 w 419603"/>
                <a:gd name="connsiteY6" fmla="*/ 428492 h 428492"/>
                <a:gd name="connsiteX7" fmla="*/ 277108 w 419603"/>
                <a:gd name="connsiteY7" fmla="*/ 347800 h 428492"/>
                <a:gd name="connsiteX8" fmla="*/ 404699 w 419603"/>
                <a:gd name="connsiteY8" fmla="*/ 18795 h 428492"/>
                <a:gd name="connsiteX9" fmla="*/ 404700 w 419603"/>
                <a:gd name="connsiteY9" fmla="*/ 18795 h 428492"/>
                <a:gd name="connsiteX10" fmla="*/ 404717 w 419603"/>
                <a:gd name="connsiteY10" fmla="*/ 18800 h 428492"/>
                <a:gd name="connsiteX11" fmla="*/ 68762 w 419603"/>
                <a:gd name="connsiteY11" fmla="*/ 0 h 428492"/>
                <a:gd name="connsiteX12" fmla="*/ 68762 w 419603"/>
                <a:gd name="connsiteY12" fmla="*/ 68762 h 428492"/>
                <a:gd name="connsiteX13" fmla="*/ 0 w 419603"/>
                <a:gd name="connsiteY13" fmla="*/ 68762 h 42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9603" h="428492">
                  <a:moveTo>
                    <a:pt x="362206" y="43683"/>
                  </a:moveTo>
                  <a:lnTo>
                    <a:pt x="353778" y="73895"/>
                  </a:lnTo>
                  <a:lnTo>
                    <a:pt x="419603" y="92311"/>
                  </a:lnTo>
                  <a:lnTo>
                    <a:pt x="342961" y="366210"/>
                  </a:lnTo>
                  <a:lnTo>
                    <a:pt x="277150" y="347799"/>
                  </a:lnTo>
                  <a:lnTo>
                    <a:pt x="290071" y="428450"/>
                  </a:lnTo>
                  <a:lnTo>
                    <a:pt x="290036" y="428492"/>
                  </a:lnTo>
                  <a:lnTo>
                    <a:pt x="277108" y="347800"/>
                  </a:lnTo>
                  <a:close/>
                  <a:moveTo>
                    <a:pt x="404699" y="18795"/>
                  </a:moveTo>
                  <a:lnTo>
                    <a:pt x="404700" y="18795"/>
                  </a:lnTo>
                  <a:cubicBezTo>
                    <a:pt x="404705" y="18796"/>
                    <a:pt x="404711" y="18798"/>
                    <a:pt x="404717" y="18800"/>
                  </a:cubicBezTo>
                  <a:close/>
                  <a:moveTo>
                    <a:pt x="68762" y="0"/>
                  </a:moveTo>
                  <a:lnTo>
                    <a:pt x="68762" y="68762"/>
                  </a:lnTo>
                  <a:lnTo>
                    <a:pt x="0" y="68762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" name="Freeform: Shape 50">
              <a:extLst>
                <a:ext uri="{FF2B5EF4-FFF2-40B4-BE49-F238E27FC236}">
                  <a16:creationId xmlns:a16="http://schemas.microsoft.com/office/drawing/2014/main" id="{F0DDCCF8-9828-7AE0-C397-4E36F1AFC564}"/>
                </a:ext>
              </a:extLst>
            </p:cNvPr>
            <p:cNvSpPr/>
            <p:nvPr/>
          </p:nvSpPr>
          <p:spPr>
            <a:xfrm>
              <a:off x="9934637" y="1353765"/>
              <a:ext cx="463807" cy="463807"/>
            </a:xfrm>
            <a:custGeom>
              <a:avLst/>
              <a:gdLst>
                <a:gd name="connsiteX0" fmla="*/ 79874 w 463807"/>
                <a:gd name="connsiteY0" fmla="*/ 346396 h 463807"/>
                <a:gd name="connsiteX1" fmla="*/ 252777 w 463807"/>
                <a:gd name="connsiteY1" fmla="*/ 346396 h 463807"/>
                <a:gd name="connsiteX2" fmla="*/ 261675 w 463807"/>
                <a:gd name="connsiteY2" fmla="*/ 355296 h 463807"/>
                <a:gd name="connsiteX3" fmla="*/ 252777 w 463807"/>
                <a:gd name="connsiteY3" fmla="*/ 364194 h 463807"/>
                <a:gd name="connsiteX4" fmla="*/ 79874 w 463807"/>
                <a:gd name="connsiteY4" fmla="*/ 364194 h 463807"/>
                <a:gd name="connsiteX5" fmla="*/ 70975 w 463807"/>
                <a:gd name="connsiteY5" fmla="*/ 355296 h 463807"/>
                <a:gd name="connsiteX6" fmla="*/ 79874 w 463807"/>
                <a:gd name="connsiteY6" fmla="*/ 346396 h 463807"/>
                <a:gd name="connsiteX7" fmla="*/ 79874 w 463807"/>
                <a:gd name="connsiteY7" fmla="*/ 276396 h 463807"/>
                <a:gd name="connsiteX8" fmla="*/ 252777 w 463807"/>
                <a:gd name="connsiteY8" fmla="*/ 276396 h 463807"/>
                <a:gd name="connsiteX9" fmla="*/ 261675 w 463807"/>
                <a:gd name="connsiteY9" fmla="*/ 285296 h 463807"/>
                <a:gd name="connsiteX10" fmla="*/ 252777 w 463807"/>
                <a:gd name="connsiteY10" fmla="*/ 294194 h 463807"/>
                <a:gd name="connsiteX11" fmla="*/ 79874 w 463807"/>
                <a:gd name="connsiteY11" fmla="*/ 294194 h 463807"/>
                <a:gd name="connsiteX12" fmla="*/ 70975 w 463807"/>
                <a:gd name="connsiteY12" fmla="*/ 285296 h 463807"/>
                <a:gd name="connsiteX13" fmla="*/ 79874 w 463807"/>
                <a:gd name="connsiteY13" fmla="*/ 276396 h 463807"/>
                <a:gd name="connsiteX14" fmla="*/ 79874 w 463807"/>
                <a:gd name="connsiteY14" fmla="*/ 206397 h 463807"/>
                <a:gd name="connsiteX15" fmla="*/ 252777 w 463807"/>
                <a:gd name="connsiteY15" fmla="*/ 206397 h 463807"/>
                <a:gd name="connsiteX16" fmla="*/ 261675 w 463807"/>
                <a:gd name="connsiteY16" fmla="*/ 215297 h 463807"/>
                <a:gd name="connsiteX17" fmla="*/ 252777 w 463807"/>
                <a:gd name="connsiteY17" fmla="*/ 224195 h 463807"/>
                <a:gd name="connsiteX18" fmla="*/ 79874 w 463807"/>
                <a:gd name="connsiteY18" fmla="*/ 224195 h 463807"/>
                <a:gd name="connsiteX19" fmla="*/ 70975 w 463807"/>
                <a:gd name="connsiteY19" fmla="*/ 215297 h 463807"/>
                <a:gd name="connsiteX20" fmla="*/ 79874 w 463807"/>
                <a:gd name="connsiteY20" fmla="*/ 206397 h 463807"/>
                <a:gd name="connsiteX21" fmla="*/ 79874 w 463807"/>
                <a:gd name="connsiteY21" fmla="*/ 136390 h 463807"/>
                <a:gd name="connsiteX22" fmla="*/ 252777 w 463807"/>
                <a:gd name="connsiteY22" fmla="*/ 136390 h 463807"/>
                <a:gd name="connsiteX23" fmla="*/ 261675 w 463807"/>
                <a:gd name="connsiteY23" fmla="*/ 145290 h 463807"/>
                <a:gd name="connsiteX24" fmla="*/ 252777 w 463807"/>
                <a:gd name="connsiteY24" fmla="*/ 154188 h 463807"/>
                <a:gd name="connsiteX25" fmla="*/ 79874 w 463807"/>
                <a:gd name="connsiteY25" fmla="*/ 154188 h 463807"/>
                <a:gd name="connsiteX26" fmla="*/ 70975 w 463807"/>
                <a:gd name="connsiteY26" fmla="*/ 145290 h 463807"/>
                <a:gd name="connsiteX27" fmla="*/ 79874 w 463807"/>
                <a:gd name="connsiteY27" fmla="*/ 136390 h 463807"/>
                <a:gd name="connsiteX28" fmla="*/ 410728 w 463807"/>
                <a:gd name="connsiteY28" fmla="*/ 35462 h 463807"/>
                <a:gd name="connsiteX29" fmla="*/ 380040 w 463807"/>
                <a:gd name="connsiteY29" fmla="*/ 53840 h 463807"/>
                <a:gd name="connsiteX30" fmla="*/ 373633 w 463807"/>
                <a:gd name="connsiteY30" fmla="*/ 76620 h 463807"/>
                <a:gd name="connsiteX31" fmla="*/ 394783 w 463807"/>
                <a:gd name="connsiteY31" fmla="*/ 82536 h 463807"/>
                <a:gd name="connsiteX32" fmla="*/ 401290 w 463807"/>
                <a:gd name="connsiteY32" fmla="*/ 91107 h 463807"/>
                <a:gd name="connsiteX33" fmla="*/ 392391 w 463807"/>
                <a:gd name="connsiteY33" fmla="*/ 100005 h 463807"/>
                <a:gd name="connsiteX34" fmla="*/ 389992 w 463807"/>
                <a:gd name="connsiteY34" fmla="*/ 99678 h 463807"/>
                <a:gd name="connsiteX35" fmla="*/ 368849 w 463807"/>
                <a:gd name="connsiteY35" fmla="*/ 93762 h 463807"/>
                <a:gd name="connsiteX36" fmla="*/ 295148 w 463807"/>
                <a:gd name="connsiteY36" fmla="*/ 357196 h 463807"/>
                <a:gd name="connsiteX37" fmla="*/ 304715 w 463807"/>
                <a:gd name="connsiteY37" fmla="*/ 416909 h 463807"/>
                <a:gd name="connsiteX38" fmla="*/ 336124 w 463807"/>
                <a:gd name="connsiteY38" fmla="*/ 379948 h 463807"/>
                <a:gd name="connsiteX39" fmla="*/ 316582 w 463807"/>
                <a:gd name="connsiteY39" fmla="*/ 374480 h 463807"/>
                <a:gd name="connsiteX40" fmla="*/ 310410 w 463807"/>
                <a:gd name="connsiteY40" fmla="*/ 363510 h 463807"/>
                <a:gd name="connsiteX41" fmla="*/ 321381 w 463807"/>
                <a:gd name="connsiteY41" fmla="*/ 357338 h 463807"/>
                <a:gd name="connsiteX42" fmla="*/ 345734 w 463807"/>
                <a:gd name="connsiteY42" fmla="*/ 364151 h 463807"/>
                <a:gd name="connsiteX43" fmla="*/ 428740 w 463807"/>
                <a:gd name="connsiteY43" fmla="*/ 67458 h 463807"/>
                <a:gd name="connsiteX44" fmla="*/ 429105 w 463807"/>
                <a:gd name="connsiteY44" fmla="*/ 66150 h 463807"/>
                <a:gd name="connsiteX45" fmla="*/ 410728 w 463807"/>
                <a:gd name="connsiteY45" fmla="*/ 35462 h 463807"/>
                <a:gd name="connsiteX46" fmla="*/ 77613 w 463807"/>
                <a:gd name="connsiteY46" fmla="*/ 26 h 463807"/>
                <a:gd name="connsiteX47" fmla="*/ 86565 w 463807"/>
                <a:gd name="connsiteY47" fmla="*/ 8899 h 463807"/>
                <a:gd name="connsiteX48" fmla="*/ 86565 w 463807"/>
                <a:gd name="connsiteY48" fmla="*/ 77667 h 463807"/>
                <a:gd name="connsiteX49" fmla="*/ 77667 w 463807"/>
                <a:gd name="connsiteY49" fmla="*/ 86566 h 463807"/>
                <a:gd name="connsiteX50" fmla="*/ 52153 w 463807"/>
                <a:gd name="connsiteY50" fmla="*/ 86566 h 463807"/>
                <a:gd name="connsiteX51" fmla="*/ 43254 w 463807"/>
                <a:gd name="connsiteY51" fmla="*/ 77667 h 463807"/>
                <a:gd name="connsiteX52" fmla="*/ 52153 w 463807"/>
                <a:gd name="connsiteY52" fmla="*/ 68769 h 463807"/>
                <a:gd name="connsiteX53" fmla="*/ 68768 w 463807"/>
                <a:gd name="connsiteY53" fmla="*/ 68769 h 463807"/>
                <a:gd name="connsiteX54" fmla="*/ 68768 w 463807"/>
                <a:gd name="connsiteY54" fmla="*/ 30384 h 463807"/>
                <a:gd name="connsiteX55" fmla="*/ 17797 w 463807"/>
                <a:gd name="connsiteY55" fmla="*/ 81348 h 463807"/>
                <a:gd name="connsiteX56" fmla="*/ 17797 w 463807"/>
                <a:gd name="connsiteY56" fmla="*/ 446010 h 463807"/>
                <a:gd name="connsiteX57" fmla="*/ 252776 w 463807"/>
                <a:gd name="connsiteY57" fmla="*/ 446010 h 463807"/>
                <a:gd name="connsiteX58" fmla="*/ 261674 w 463807"/>
                <a:gd name="connsiteY58" fmla="*/ 454908 h 463807"/>
                <a:gd name="connsiteX59" fmla="*/ 252776 w 463807"/>
                <a:gd name="connsiteY59" fmla="*/ 463807 h 463807"/>
                <a:gd name="connsiteX60" fmla="*/ 8899 w 463807"/>
                <a:gd name="connsiteY60" fmla="*/ 463807 h 463807"/>
                <a:gd name="connsiteX61" fmla="*/ 0 w 463807"/>
                <a:gd name="connsiteY61" fmla="*/ 454908 h 463807"/>
                <a:gd name="connsiteX62" fmla="*/ 0 w 463807"/>
                <a:gd name="connsiteY62" fmla="*/ 77660 h 463807"/>
                <a:gd name="connsiteX63" fmla="*/ 2606 w 463807"/>
                <a:gd name="connsiteY63" fmla="*/ 71367 h 463807"/>
                <a:gd name="connsiteX64" fmla="*/ 71373 w 463807"/>
                <a:gd name="connsiteY64" fmla="*/ 2613 h 463807"/>
                <a:gd name="connsiteX65" fmla="*/ 77613 w 463807"/>
                <a:gd name="connsiteY65" fmla="*/ 26 h 463807"/>
                <a:gd name="connsiteX66" fmla="*/ 124232 w 463807"/>
                <a:gd name="connsiteY66" fmla="*/ 0 h 463807"/>
                <a:gd name="connsiteX67" fmla="*/ 323751 w 463807"/>
                <a:gd name="connsiteY67" fmla="*/ 0 h 463807"/>
                <a:gd name="connsiteX68" fmla="*/ 332650 w 463807"/>
                <a:gd name="connsiteY68" fmla="*/ 8899 h 463807"/>
                <a:gd name="connsiteX69" fmla="*/ 332650 w 463807"/>
                <a:gd name="connsiteY69" fmla="*/ 157098 h 463807"/>
                <a:gd name="connsiteX70" fmla="*/ 354120 w 463807"/>
                <a:gd name="connsiteY70" fmla="*/ 80379 h 463807"/>
                <a:gd name="connsiteX71" fmla="*/ 362898 w 463807"/>
                <a:gd name="connsiteY71" fmla="*/ 49006 h 463807"/>
                <a:gd name="connsiteX72" fmla="*/ 415997 w 463807"/>
                <a:gd name="connsiteY72" fmla="*/ 19107 h 463807"/>
                <a:gd name="connsiteX73" fmla="*/ 445896 w 463807"/>
                <a:gd name="connsiteY73" fmla="*/ 72221 h 463807"/>
                <a:gd name="connsiteX74" fmla="*/ 439446 w 463807"/>
                <a:gd name="connsiteY74" fmla="*/ 95278 h 463807"/>
                <a:gd name="connsiteX75" fmla="*/ 457571 w 463807"/>
                <a:gd name="connsiteY75" fmla="*/ 100917 h 463807"/>
                <a:gd name="connsiteX76" fmla="*/ 463501 w 463807"/>
                <a:gd name="connsiteY76" fmla="*/ 111716 h 463807"/>
                <a:gd name="connsiteX77" fmla="*/ 429267 w 463807"/>
                <a:gd name="connsiteY77" fmla="*/ 238432 h 463807"/>
                <a:gd name="connsiteX78" fmla="*/ 420681 w 463807"/>
                <a:gd name="connsiteY78" fmla="*/ 245010 h 463807"/>
                <a:gd name="connsiteX79" fmla="*/ 418353 w 463807"/>
                <a:gd name="connsiteY79" fmla="*/ 244704 h 463807"/>
                <a:gd name="connsiteX80" fmla="*/ 412089 w 463807"/>
                <a:gd name="connsiteY80" fmla="*/ 233791 h 463807"/>
                <a:gd name="connsiteX81" fmla="*/ 444088 w 463807"/>
                <a:gd name="connsiteY81" fmla="*/ 115375 h 463807"/>
                <a:gd name="connsiteX82" fmla="*/ 434634 w 463807"/>
                <a:gd name="connsiteY82" fmla="*/ 112435 h 463807"/>
                <a:gd name="connsiteX83" fmla="*/ 360449 w 463807"/>
                <a:gd name="connsiteY83" fmla="*/ 377513 h 463807"/>
                <a:gd name="connsiteX84" fmla="*/ 358826 w 463807"/>
                <a:gd name="connsiteY84" fmla="*/ 380567 h 463807"/>
                <a:gd name="connsiteX85" fmla="*/ 358662 w 463807"/>
                <a:gd name="connsiteY85" fmla="*/ 380880 h 463807"/>
                <a:gd name="connsiteX86" fmla="*/ 305740 w 463807"/>
                <a:gd name="connsiteY86" fmla="*/ 443149 h 463807"/>
                <a:gd name="connsiteX87" fmla="*/ 300363 w 463807"/>
                <a:gd name="connsiteY87" fmla="*/ 446174 h 463807"/>
                <a:gd name="connsiteX88" fmla="*/ 290172 w 463807"/>
                <a:gd name="connsiteY88" fmla="*/ 438792 h 463807"/>
                <a:gd name="connsiteX89" fmla="*/ 277244 w 463807"/>
                <a:gd name="connsiteY89" fmla="*/ 358100 h 463807"/>
                <a:gd name="connsiteX90" fmla="*/ 277465 w 463807"/>
                <a:gd name="connsiteY90" fmla="*/ 354298 h 463807"/>
                <a:gd name="connsiteX91" fmla="*/ 314853 w 463807"/>
                <a:gd name="connsiteY91" fmla="*/ 220685 h 463807"/>
                <a:gd name="connsiteX92" fmla="*/ 314853 w 463807"/>
                <a:gd name="connsiteY92" fmla="*/ 17797 h 463807"/>
                <a:gd name="connsiteX93" fmla="*/ 124232 w 463807"/>
                <a:gd name="connsiteY93" fmla="*/ 17797 h 463807"/>
                <a:gd name="connsiteX94" fmla="*/ 115333 w 463807"/>
                <a:gd name="connsiteY94" fmla="*/ 8899 h 463807"/>
                <a:gd name="connsiteX95" fmla="*/ 124232 w 463807"/>
                <a:gd name="connsiteY95" fmla="*/ 0 h 46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463807" h="463807">
                  <a:moveTo>
                    <a:pt x="79874" y="346396"/>
                  </a:moveTo>
                  <a:lnTo>
                    <a:pt x="252777" y="346396"/>
                  </a:lnTo>
                  <a:cubicBezTo>
                    <a:pt x="257691" y="346396"/>
                    <a:pt x="261675" y="350380"/>
                    <a:pt x="261675" y="355296"/>
                  </a:cubicBezTo>
                  <a:cubicBezTo>
                    <a:pt x="261675" y="360210"/>
                    <a:pt x="257691" y="364194"/>
                    <a:pt x="252777" y="364194"/>
                  </a:cubicBezTo>
                  <a:lnTo>
                    <a:pt x="79874" y="364194"/>
                  </a:lnTo>
                  <a:cubicBezTo>
                    <a:pt x="74959" y="364194"/>
                    <a:pt x="70975" y="360210"/>
                    <a:pt x="70975" y="355296"/>
                  </a:cubicBezTo>
                  <a:cubicBezTo>
                    <a:pt x="70975" y="350380"/>
                    <a:pt x="74959" y="346396"/>
                    <a:pt x="79874" y="346396"/>
                  </a:cubicBezTo>
                  <a:close/>
                  <a:moveTo>
                    <a:pt x="79874" y="276396"/>
                  </a:moveTo>
                  <a:lnTo>
                    <a:pt x="252777" y="276396"/>
                  </a:lnTo>
                  <a:cubicBezTo>
                    <a:pt x="257691" y="276396"/>
                    <a:pt x="261675" y="280380"/>
                    <a:pt x="261675" y="285296"/>
                  </a:cubicBezTo>
                  <a:cubicBezTo>
                    <a:pt x="261675" y="290210"/>
                    <a:pt x="257691" y="294194"/>
                    <a:pt x="252777" y="294194"/>
                  </a:cubicBezTo>
                  <a:lnTo>
                    <a:pt x="79874" y="294194"/>
                  </a:lnTo>
                  <a:cubicBezTo>
                    <a:pt x="74959" y="294194"/>
                    <a:pt x="70975" y="290210"/>
                    <a:pt x="70975" y="285296"/>
                  </a:cubicBezTo>
                  <a:cubicBezTo>
                    <a:pt x="70975" y="280380"/>
                    <a:pt x="74959" y="276396"/>
                    <a:pt x="79874" y="276396"/>
                  </a:cubicBezTo>
                  <a:close/>
                  <a:moveTo>
                    <a:pt x="79874" y="206397"/>
                  </a:moveTo>
                  <a:lnTo>
                    <a:pt x="252777" y="206397"/>
                  </a:lnTo>
                  <a:cubicBezTo>
                    <a:pt x="257691" y="206397"/>
                    <a:pt x="261675" y="210381"/>
                    <a:pt x="261675" y="215297"/>
                  </a:cubicBezTo>
                  <a:cubicBezTo>
                    <a:pt x="261675" y="220211"/>
                    <a:pt x="257691" y="224195"/>
                    <a:pt x="252777" y="224195"/>
                  </a:cubicBezTo>
                  <a:lnTo>
                    <a:pt x="79874" y="224195"/>
                  </a:lnTo>
                  <a:cubicBezTo>
                    <a:pt x="74959" y="224195"/>
                    <a:pt x="70975" y="220211"/>
                    <a:pt x="70975" y="215297"/>
                  </a:cubicBezTo>
                  <a:cubicBezTo>
                    <a:pt x="70975" y="210381"/>
                    <a:pt x="74959" y="206397"/>
                    <a:pt x="79874" y="206397"/>
                  </a:cubicBezTo>
                  <a:close/>
                  <a:moveTo>
                    <a:pt x="79874" y="136390"/>
                  </a:moveTo>
                  <a:lnTo>
                    <a:pt x="252777" y="136390"/>
                  </a:lnTo>
                  <a:cubicBezTo>
                    <a:pt x="257691" y="136390"/>
                    <a:pt x="261675" y="140374"/>
                    <a:pt x="261675" y="145290"/>
                  </a:cubicBezTo>
                  <a:cubicBezTo>
                    <a:pt x="261675" y="150204"/>
                    <a:pt x="257691" y="154188"/>
                    <a:pt x="252777" y="154188"/>
                  </a:cubicBezTo>
                  <a:lnTo>
                    <a:pt x="79874" y="154188"/>
                  </a:lnTo>
                  <a:cubicBezTo>
                    <a:pt x="74959" y="154188"/>
                    <a:pt x="70975" y="150204"/>
                    <a:pt x="70975" y="145290"/>
                  </a:cubicBezTo>
                  <a:cubicBezTo>
                    <a:pt x="70975" y="140374"/>
                    <a:pt x="74959" y="136390"/>
                    <a:pt x="79874" y="136390"/>
                  </a:cubicBezTo>
                  <a:close/>
                  <a:moveTo>
                    <a:pt x="410728" y="35462"/>
                  </a:moveTo>
                  <a:cubicBezTo>
                    <a:pt x="397179" y="32063"/>
                    <a:pt x="383439" y="40291"/>
                    <a:pt x="380040" y="53840"/>
                  </a:cubicBezTo>
                  <a:lnTo>
                    <a:pt x="373633" y="76620"/>
                  </a:lnTo>
                  <a:lnTo>
                    <a:pt x="394783" y="82536"/>
                  </a:lnTo>
                  <a:cubicBezTo>
                    <a:pt x="398629" y="83609"/>
                    <a:pt x="401290" y="87114"/>
                    <a:pt x="401290" y="91107"/>
                  </a:cubicBezTo>
                  <a:cubicBezTo>
                    <a:pt x="401290" y="96022"/>
                    <a:pt x="397305" y="100005"/>
                    <a:pt x="392391" y="100005"/>
                  </a:cubicBezTo>
                  <a:cubicBezTo>
                    <a:pt x="391580" y="100005"/>
                    <a:pt x="390773" y="99895"/>
                    <a:pt x="389992" y="99678"/>
                  </a:cubicBezTo>
                  <a:lnTo>
                    <a:pt x="368849" y="93762"/>
                  </a:lnTo>
                  <a:lnTo>
                    <a:pt x="295148" y="357196"/>
                  </a:lnTo>
                  <a:lnTo>
                    <a:pt x="304715" y="416909"/>
                  </a:lnTo>
                  <a:lnTo>
                    <a:pt x="336124" y="379948"/>
                  </a:lnTo>
                  <a:lnTo>
                    <a:pt x="316582" y="374480"/>
                  </a:lnTo>
                  <a:cubicBezTo>
                    <a:pt x="311849" y="373155"/>
                    <a:pt x="309086" y="368244"/>
                    <a:pt x="310410" y="363510"/>
                  </a:cubicBezTo>
                  <a:cubicBezTo>
                    <a:pt x="311735" y="358776"/>
                    <a:pt x="316647" y="356013"/>
                    <a:pt x="321381" y="357338"/>
                  </a:cubicBezTo>
                  <a:lnTo>
                    <a:pt x="345734" y="364151"/>
                  </a:lnTo>
                  <a:lnTo>
                    <a:pt x="428740" y="67458"/>
                  </a:lnTo>
                  <a:cubicBezTo>
                    <a:pt x="428873" y="67026"/>
                    <a:pt x="428995" y="66589"/>
                    <a:pt x="429105" y="66150"/>
                  </a:cubicBezTo>
                  <a:cubicBezTo>
                    <a:pt x="432505" y="52601"/>
                    <a:pt x="424277" y="38862"/>
                    <a:pt x="410728" y="35462"/>
                  </a:cubicBezTo>
                  <a:close/>
                  <a:moveTo>
                    <a:pt x="77613" y="26"/>
                  </a:moveTo>
                  <a:cubicBezTo>
                    <a:pt x="82535" y="4"/>
                    <a:pt x="86543" y="3977"/>
                    <a:pt x="86565" y="8899"/>
                  </a:cubicBezTo>
                  <a:lnTo>
                    <a:pt x="86565" y="77667"/>
                  </a:lnTo>
                  <a:cubicBezTo>
                    <a:pt x="86565" y="82582"/>
                    <a:pt x="82581" y="86566"/>
                    <a:pt x="77667" y="86566"/>
                  </a:cubicBezTo>
                  <a:lnTo>
                    <a:pt x="52153" y="86566"/>
                  </a:lnTo>
                  <a:cubicBezTo>
                    <a:pt x="47238" y="86566"/>
                    <a:pt x="43254" y="82582"/>
                    <a:pt x="43254" y="77667"/>
                  </a:cubicBezTo>
                  <a:cubicBezTo>
                    <a:pt x="43254" y="72753"/>
                    <a:pt x="47238" y="68769"/>
                    <a:pt x="52153" y="68769"/>
                  </a:cubicBezTo>
                  <a:lnTo>
                    <a:pt x="68768" y="68769"/>
                  </a:lnTo>
                  <a:lnTo>
                    <a:pt x="68768" y="30384"/>
                  </a:lnTo>
                  <a:lnTo>
                    <a:pt x="17797" y="81348"/>
                  </a:lnTo>
                  <a:lnTo>
                    <a:pt x="17797" y="446010"/>
                  </a:lnTo>
                  <a:lnTo>
                    <a:pt x="252776" y="446010"/>
                  </a:lnTo>
                  <a:cubicBezTo>
                    <a:pt x="257690" y="446010"/>
                    <a:pt x="261674" y="449994"/>
                    <a:pt x="261674" y="454908"/>
                  </a:cubicBezTo>
                  <a:cubicBezTo>
                    <a:pt x="261674" y="459823"/>
                    <a:pt x="257690" y="463807"/>
                    <a:pt x="252776" y="463807"/>
                  </a:cubicBezTo>
                  <a:lnTo>
                    <a:pt x="8899" y="463807"/>
                  </a:lnTo>
                  <a:cubicBezTo>
                    <a:pt x="3984" y="463807"/>
                    <a:pt x="0" y="459823"/>
                    <a:pt x="0" y="454908"/>
                  </a:cubicBezTo>
                  <a:lnTo>
                    <a:pt x="0" y="77660"/>
                  </a:lnTo>
                  <a:cubicBezTo>
                    <a:pt x="0" y="75300"/>
                    <a:pt x="937" y="73037"/>
                    <a:pt x="2606" y="71367"/>
                  </a:cubicBezTo>
                  <a:lnTo>
                    <a:pt x="71373" y="2613"/>
                  </a:lnTo>
                  <a:cubicBezTo>
                    <a:pt x="73033" y="966"/>
                    <a:pt x="75274" y="36"/>
                    <a:pt x="77613" y="26"/>
                  </a:cubicBezTo>
                  <a:close/>
                  <a:moveTo>
                    <a:pt x="124232" y="0"/>
                  </a:moveTo>
                  <a:lnTo>
                    <a:pt x="323751" y="0"/>
                  </a:lnTo>
                  <a:cubicBezTo>
                    <a:pt x="328666" y="0"/>
                    <a:pt x="332650" y="3984"/>
                    <a:pt x="332650" y="8899"/>
                  </a:cubicBezTo>
                  <a:lnTo>
                    <a:pt x="332650" y="157098"/>
                  </a:lnTo>
                  <a:lnTo>
                    <a:pt x="354120" y="80379"/>
                  </a:lnTo>
                  <a:lnTo>
                    <a:pt x="362898" y="49006"/>
                  </a:lnTo>
                  <a:cubicBezTo>
                    <a:pt x="369331" y="26108"/>
                    <a:pt x="393082" y="12734"/>
                    <a:pt x="415997" y="19107"/>
                  </a:cubicBezTo>
                  <a:cubicBezTo>
                    <a:pt x="438902" y="25540"/>
                    <a:pt x="452278" y="49301"/>
                    <a:pt x="445896" y="72221"/>
                  </a:cubicBezTo>
                  <a:lnTo>
                    <a:pt x="439446" y="95278"/>
                  </a:lnTo>
                  <a:lnTo>
                    <a:pt x="457571" y="100917"/>
                  </a:lnTo>
                  <a:cubicBezTo>
                    <a:pt x="462123" y="102345"/>
                    <a:pt x="464739" y="107109"/>
                    <a:pt x="463501" y="111716"/>
                  </a:cubicBezTo>
                  <a:lnTo>
                    <a:pt x="429267" y="238432"/>
                  </a:lnTo>
                  <a:cubicBezTo>
                    <a:pt x="428221" y="242313"/>
                    <a:pt x="424701" y="245010"/>
                    <a:pt x="420681" y="245010"/>
                  </a:cubicBezTo>
                  <a:cubicBezTo>
                    <a:pt x="419895" y="245010"/>
                    <a:pt x="419113" y="244907"/>
                    <a:pt x="418353" y="244704"/>
                  </a:cubicBezTo>
                  <a:cubicBezTo>
                    <a:pt x="413610" y="243420"/>
                    <a:pt x="410806" y="238534"/>
                    <a:pt x="412089" y="233791"/>
                  </a:cubicBezTo>
                  <a:lnTo>
                    <a:pt x="444088" y="115375"/>
                  </a:lnTo>
                  <a:lnTo>
                    <a:pt x="434634" y="112435"/>
                  </a:lnTo>
                  <a:lnTo>
                    <a:pt x="360449" y="377513"/>
                  </a:lnTo>
                  <a:cubicBezTo>
                    <a:pt x="360117" y="378629"/>
                    <a:pt x="359565" y="379667"/>
                    <a:pt x="358826" y="380567"/>
                  </a:cubicBezTo>
                  <a:cubicBezTo>
                    <a:pt x="358754" y="380659"/>
                    <a:pt x="358740" y="380788"/>
                    <a:pt x="358662" y="380880"/>
                  </a:cubicBezTo>
                  <a:lnTo>
                    <a:pt x="305740" y="443149"/>
                  </a:lnTo>
                  <a:cubicBezTo>
                    <a:pt x="304366" y="444766"/>
                    <a:pt x="302459" y="445839"/>
                    <a:pt x="300363" y="446174"/>
                  </a:cubicBezTo>
                  <a:cubicBezTo>
                    <a:pt x="295510" y="446950"/>
                    <a:pt x="290947" y="443645"/>
                    <a:pt x="290172" y="438792"/>
                  </a:cubicBezTo>
                  <a:lnTo>
                    <a:pt x="277244" y="358100"/>
                  </a:lnTo>
                  <a:cubicBezTo>
                    <a:pt x="277042" y="356832"/>
                    <a:pt x="277118" y="355535"/>
                    <a:pt x="277465" y="354298"/>
                  </a:cubicBezTo>
                  <a:lnTo>
                    <a:pt x="314853" y="220685"/>
                  </a:lnTo>
                  <a:lnTo>
                    <a:pt x="314853" y="17797"/>
                  </a:lnTo>
                  <a:lnTo>
                    <a:pt x="124232" y="17797"/>
                  </a:lnTo>
                  <a:cubicBezTo>
                    <a:pt x="119317" y="17797"/>
                    <a:pt x="115333" y="13813"/>
                    <a:pt x="115333" y="8899"/>
                  </a:cubicBezTo>
                  <a:cubicBezTo>
                    <a:pt x="115333" y="3984"/>
                    <a:pt x="119317" y="0"/>
                    <a:pt x="124232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7" name="Group 284">
            <a:extLst>
              <a:ext uri="{FF2B5EF4-FFF2-40B4-BE49-F238E27FC236}">
                <a16:creationId xmlns:a16="http://schemas.microsoft.com/office/drawing/2014/main" id="{222EE16D-7C52-7D63-B54A-3D312D38071D}"/>
              </a:ext>
            </a:extLst>
          </p:cNvPr>
          <p:cNvGrpSpPr/>
          <p:nvPr/>
        </p:nvGrpSpPr>
        <p:grpSpPr>
          <a:xfrm>
            <a:off x="8936822" y="1353764"/>
            <a:ext cx="424783" cy="463787"/>
            <a:chOff x="8936822" y="1353764"/>
            <a:chExt cx="424783" cy="463787"/>
          </a:xfrm>
          <a:noFill/>
        </p:grpSpPr>
        <p:sp>
          <p:nvSpPr>
            <p:cNvPr id="78" name="Freeform: Shape 52">
              <a:extLst>
                <a:ext uri="{FF2B5EF4-FFF2-40B4-BE49-F238E27FC236}">
                  <a16:creationId xmlns:a16="http://schemas.microsoft.com/office/drawing/2014/main" id="{6B01B07D-9CD2-CEF6-3F54-10DF4014784B}"/>
                </a:ext>
              </a:extLst>
            </p:cNvPr>
            <p:cNvSpPr/>
            <p:nvPr/>
          </p:nvSpPr>
          <p:spPr>
            <a:xfrm>
              <a:off x="9026350" y="1443201"/>
              <a:ext cx="242041" cy="291872"/>
            </a:xfrm>
            <a:custGeom>
              <a:avLst/>
              <a:gdLst>
                <a:gd name="connsiteX0" fmla="*/ 245728 w 242040"/>
                <a:gd name="connsiteY0" fmla="*/ 122954 h 291872"/>
                <a:gd name="connsiteX1" fmla="*/ 122954 w 242040"/>
                <a:gd name="connsiteY1" fmla="*/ 0 h 291872"/>
                <a:gd name="connsiteX2" fmla="*/ 0 w 242040"/>
                <a:gd name="connsiteY2" fmla="*/ 122774 h 291872"/>
                <a:gd name="connsiteX3" fmla="*/ 24745 w 242040"/>
                <a:gd name="connsiteY3" fmla="*/ 196812 h 291872"/>
                <a:gd name="connsiteX4" fmla="*/ 67059 w 242040"/>
                <a:gd name="connsiteY4" fmla="*/ 290837 h 291872"/>
                <a:gd name="connsiteX5" fmla="*/ 67679 w 242040"/>
                <a:gd name="connsiteY5" fmla="*/ 294397 h 291872"/>
                <a:gd name="connsiteX6" fmla="*/ 178056 w 242040"/>
                <a:gd name="connsiteY6" fmla="*/ 294397 h 291872"/>
                <a:gd name="connsiteX7" fmla="*/ 178676 w 242040"/>
                <a:gd name="connsiteY7" fmla="*/ 290759 h 291872"/>
                <a:gd name="connsiteX8" fmla="*/ 218968 w 242040"/>
                <a:gd name="connsiteY8" fmla="*/ 199417 h 291872"/>
                <a:gd name="connsiteX9" fmla="*/ 245728 w 242040"/>
                <a:gd name="connsiteY9" fmla="*/ 122954 h 291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040" h="291872">
                  <a:moveTo>
                    <a:pt x="245728" y="122954"/>
                  </a:moveTo>
                  <a:cubicBezTo>
                    <a:pt x="245777" y="55098"/>
                    <a:pt x="190809" y="49"/>
                    <a:pt x="122954" y="0"/>
                  </a:cubicBezTo>
                  <a:cubicBezTo>
                    <a:pt x="55098" y="-49"/>
                    <a:pt x="49" y="54919"/>
                    <a:pt x="0" y="122774"/>
                  </a:cubicBezTo>
                  <a:cubicBezTo>
                    <a:pt x="-19" y="149487"/>
                    <a:pt x="8668" y="175479"/>
                    <a:pt x="24745" y="196812"/>
                  </a:cubicBezTo>
                  <a:cubicBezTo>
                    <a:pt x="46175" y="224313"/>
                    <a:pt x="60686" y="256559"/>
                    <a:pt x="67059" y="290837"/>
                  </a:cubicBezTo>
                  <a:lnTo>
                    <a:pt x="67679" y="294397"/>
                  </a:lnTo>
                  <a:lnTo>
                    <a:pt x="178056" y="294397"/>
                  </a:lnTo>
                  <a:lnTo>
                    <a:pt x="178676" y="290759"/>
                  </a:lnTo>
                  <a:cubicBezTo>
                    <a:pt x="184189" y="257401"/>
                    <a:pt x="198050" y="225979"/>
                    <a:pt x="218968" y="199417"/>
                  </a:cubicBezTo>
                  <a:cubicBezTo>
                    <a:pt x="236329" y="177717"/>
                    <a:pt x="245769" y="150744"/>
                    <a:pt x="245728" y="122954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" name="Freeform: Shape 53">
              <a:extLst>
                <a:ext uri="{FF2B5EF4-FFF2-40B4-BE49-F238E27FC236}">
                  <a16:creationId xmlns:a16="http://schemas.microsoft.com/office/drawing/2014/main" id="{2847D3FA-C434-318F-DDA9-8A8ACF037F61}"/>
                </a:ext>
              </a:extLst>
            </p:cNvPr>
            <p:cNvSpPr/>
            <p:nvPr/>
          </p:nvSpPr>
          <p:spPr>
            <a:xfrm>
              <a:off x="8936822" y="1353764"/>
              <a:ext cx="424783" cy="463787"/>
            </a:xfrm>
            <a:custGeom>
              <a:avLst/>
              <a:gdLst>
                <a:gd name="connsiteX0" fmla="*/ 191845 w 424782"/>
                <a:gd name="connsiteY0" fmla="*/ 432483 h 463787"/>
                <a:gd name="connsiteX1" fmla="*/ 212390 w 424782"/>
                <a:gd name="connsiteY1" fmla="*/ 446009 h 463787"/>
                <a:gd name="connsiteX2" fmla="*/ 232935 w 424782"/>
                <a:gd name="connsiteY2" fmla="*/ 432484 h 463787"/>
                <a:gd name="connsiteX3" fmla="*/ 157234 w 424782"/>
                <a:gd name="connsiteY3" fmla="*/ 414722 h 463787"/>
                <a:gd name="connsiteX4" fmla="*/ 267568 w 424782"/>
                <a:gd name="connsiteY4" fmla="*/ 414722 h 463787"/>
                <a:gd name="connsiteX5" fmla="*/ 276467 w 424782"/>
                <a:gd name="connsiteY5" fmla="*/ 423621 h 463787"/>
                <a:gd name="connsiteX6" fmla="*/ 267568 w 424782"/>
                <a:gd name="connsiteY6" fmla="*/ 432519 h 463787"/>
                <a:gd name="connsiteX7" fmla="*/ 251544 w 424782"/>
                <a:gd name="connsiteY7" fmla="*/ 432519 h 463787"/>
                <a:gd name="connsiteX8" fmla="*/ 221281 w 424782"/>
                <a:gd name="connsiteY8" fmla="*/ 462782 h 463787"/>
                <a:gd name="connsiteX9" fmla="*/ 173237 w 424782"/>
                <a:gd name="connsiteY9" fmla="*/ 432519 h 463787"/>
                <a:gd name="connsiteX10" fmla="*/ 157234 w 424782"/>
                <a:gd name="connsiteY10" fmla="*/ 432519 h 463787"/>
                <a:gd name="connsiteX11" fmla="*/ 148335 w 424782"/>
                <a:gd name="connsiteY11" fmla="*/ 423621 h 463787"/>
                <a:gd name="connsiteX12" fmla="*/ 157234 w 424782"/>
                <a:gd name="connsiteY12" fmla="*/ 414722 h 463787"/>
                <a:gd name="connsiteX13" fmla="*/ 318981 w 424782"/>
                <a:gd name="connsiteY13" fmla="*/ 318981 h 463787"/>
                <a:gd name="connsiteX14" fmla="*/ 331567 w 424782"/>
                <a:gd name="connsiteY14" fmla="*/ 318981 h 463787"/>
                <a:gd name="connsiteX15" fmla="*/ 362598 w 424782"/>
                <a:gd name="connsiteY15" fmla="*/ 349990 h 463787"/>
                <a:gd name="connsiteX16" fmla="*/ 362584 w 424782"/>
                <a:gd name="connsiteY16" fmla="*/ 362591 h 463787"/>
                <a:gd name="connsiteX17" fmla="*/ 349983 w 424782"/>
                <a:gd name="connsiteY17" fmla="*/ 362576 h 463787"/>
                <a:gd name="connsiteX18" fmla="*/ 318981 w 424782"/>
                <a:gd name="connsiteY18" fmla="*/ 331567 h 463787"/>
                <a:gd name="connsiteX19" fmla="*/ 318981 w 424782"/>
                <a:gd name="connsiteY19" fmla="*/ 318981 h 463787"/>
                <a:gd name="connsiteX20" fmla="*/ 93214 w 424782"/>
                <a:gd name="connsiteY20" fmla="*/ 318981 h 463787"/>
                <a:gd name="connsiteX21" fmla="*/ 105800 w 424782"/>
                <a:gd name="connsiteY21" fmla="*/ 318981 h 463787"/>
                <a:gd name="connsiteX22" fmla="*/ 105800 w 424782"/>
                <a:gd name="connsiteY22" fmla="*/ 331567 h 463787"/>
                <a:gd name="connsiteX23" fmla="*/ 74769 w 424782"/>
                <a:gd name="connsiteY23" fmla="*/ 362576 h 463787"/>
                <a:gd name="connsiteX24" fmla="*/ 62183 w 424782"/>
                <a:gd name="connsiteY24" fmla="*/ 362576 h 463787"/>
                <a:gd name="connsiteX25" fmla="*/ 62183 w 424782"/>
                <a:gd name="connsiteY25" fmla="*/ 349990 h 463787"/>
                <a:gd name="connsiteX26" fmla="*/ 372031 w 424782"/>
                <a:gd name="connsiteY26" fmla="*/ 203492 h 463787"/>
                <a:gd name="connsiteX27" fmla="*/ 415884 w 424782"/>
                <a:gd name="connsiteY27" fmla="*/ 203492 h 463787"/>
                <a:gd name="connsiteX28" fmla="*/ 424782 w 424782"/>
                <a:gd name="connsiteY28" fmla="*/ 212392 h 463787"/>
                <a:gd name="connsiteX29" fmla="*/ 415884 w 424782"/>
                <a:gd name="connsiteY29" fmla="*/ 221290 h 463787"/>
                <a:gd name="connsiteX30" fmla="*/ 372031 w 424782"/>
                <a:gd name="connsiteY30" fmla="*/ 221290 h 463787"/>
                <a:gd name="connsiteX31" fmla="*/ 363132 w 424782"/>
                <a:gd name="connsiteY31" fmla="*/ 212392 h 463787"/>
                <a:gd name="connsiteX32" fmla="*/ 372031 w 424782"/>
                <a:gd name="connsiteY32" fmla="*/ 203492 h 463787"/>
                <a:gd name="connsiteX33" fmla="*/ 8899 w 424782"/>
                <a:gd name="connsiteY33" fmla="*/ 203492 h 463787"/>
                <a:gd name="connsiteX34" fmla="*/ 52752 w 424782"/>
                <a:gd name="connsiteY34" fmla="*/ 203492 h 463787"/>
                <a:gd name="connsiteX35" fmla="*/ 61650 w 424782"/>
                <a:gd name="connsiteY35" fmla="*/ 212392 h 463787"/>
                <a:gd name="connsiteX36" fmla="*/ 52752 w 424782"/>
                <a:gd name="connsiteY36" fmla="*/ 221290 h 463787"/>
                <a:gd name="connsiteX37" fmla="*/ 8899 w 424782"/>
                <a:gd name="connsiteY37" fmla="*/ 221290 h 463787"/>
                <a:gd name="connsiteX38" fmla="*/ 0 w 424782"/>
                <a:gd name="connsiteY38" fmla="*/ 212392 h 463787"/>
                <a:gd name="connsiteX39" fmla="*/ 8899 w 424782"/>
                <a:gd name="connsiteY39" fmla="*/ 203492 h 463787"/>
                <a:gd name="connsiteX40" fmla="*/ 260763 w 424782"/>
                <a:gd name="connsiteY40" fmla="*/ 128680 h 463787"/>
                <a:gd name="connsiteX41" fmla="*/ 309065 w 424782"/>
                <a:gd name="connsiteY41" fmla="*/ 212427 h 463787"/>
                <a:gd name="connsiteX42" fmla="*/ 300167 w 424782"/>
                <a:gd name="connsiteY42" fmla="*/ 221326 h 463787"/>
                <a:gd name="connsiteX43" fmla="*/ 291268 w 424782"/>
                <a:gd name="connsiteY43" fmla="*/ 212427 h 463787"/>
                <a:gd name="connsiteX44" fmla="*/ 251843 w 424782"/>
                <a:gd name="connsiteY44" fmla="*/ 144086 h 463787"/>
                <a:gd name="connsiteX45" fmla="*/ 248601 w 424782"/>
                <a:gd name="connsiteY45" fmla="*/ 131923 h 463787"/>
                <a:gd name="connsiteX46" fmla="*/ 260763 w 424782"/>
                <a:gd name="connsiteY46" fmla="*/ 128680 h 463787"/>
                <a:gd name="connsiteX47" fmla="*/ 212391 w 424782"/>
                <a:gd name="connsiteY47" fmla="*/ 115717 h 463787"/>
                <a:gd name="connsiteX48" fmla="*/ 219546 w 424782"/>
                <a:gd name="connsiteY48" fmla="*/ 115980 h 463787"/>
                <a:gd name="connsiteX49" fmla="*/ 219546 w 424782"/>
                <a:gd name="connsiteY49" fmla="*/ 115931 h 463787"/>
                <a:gd name="connsiteX50" fmla="*/ 228128 w 424782"/>
                <a:gd name="connsiteY50" fmla="*/ 125147 h 463787"/>
                <a:gd name="connsiteX51" fmla="*/ 218912 w 424782"/>
                <a:gd name="connsiteY51" fmla="*/ 133729 h 463787"/>
                <a:gd name="connsiteX52" fmla="*/ 218257 w 424782"/>
                <a:gd name="connsiteY52" fmla="*/ 133729 h 463787"/>
                <a:gd name="connsiteX53" fmla="*/ 212391 w 424782"/>
                <a:gd name="connsiteY53" fmla="*/ 133515 h 463787"/>
                <a:gd name="connsiteX54" fmla="*/ 203492 w 424782"/>
                <a:gd name="connsiteY54" fmla="*/ 124617 h 463787"/>
                <a:gd name="connsiteX55" fmla="*/ 212391 w 424782"/>
                <a:gd name="connsiteY55" fmla="*/ 115717 h 463787"/>
                <a:gd name="connsiteX56" fmla="*/ 325288 w 424782"/>
                <a:gd name="connsiteY56" fmla="*/ 108393 h 463787"/>
                <a:gd name="connsiteX57" fmla="*/ 325302 w 424782"/>
                <a:gd name="connsiteY57" fmla="*/ 108399 h 463787"/>
                <a:gd name="connsiteX58" fmla="*/ 325274 w 424782"/>
                <a:gd name="connsiteY58" fmla="*/ 108399 h 463787"/>
                <a:gd name="connsiteX59" fmla="*/ 206951 w 424782"/>
                <a:gd name="connsiteY59" fmla="*/ 98561 h 463787"/>
                <a:gd name="connsiteX60" fmla="*/ 98432 w 424782"/>
                <a:gd name="connsiteY60" fmla="*/ 211038 h 463787"/>
                <a:gd name="connsiteX61" fmla="*/ 121369 w 424782"/>
                <a:gd name="connsiteY61" fmla="*/ 280882 h 463787"/>
                <a:gd name="connsiteX62" fmla="*/ 164694 w 424782"/>
                <a:gd name="connsiteY62" fmla="*/ 374993 h 463787"/>
                <a:gd name="connsiteX63" fmla="*/ 260087 w 424782"/>
                <a:gd name="connsiteY63" fmla="*/ 374993 h 463787"/>
                <a:gd name="connsiteX64" fmla="*/ 301547 w 424782"/>
                <a:gd name="connsiteY64" fmla="*/ 283289 h 463787"/>
                <a:gd name="connsiteX65" fmla="*/ 301540 w 424782"/>
                <a:gd name="connsiteY65" fmla="*/ 283296 h 463787"/>
                <a:gd name="connsiteX66" fmla="*/ 326216 w 424782"/>
                <a:gd name="connsiteY66" fmla="*/ 206834 h 463787"/>
                <a:gd name="connsiteX67" fmla="*/ 206951 w 424782"/>
                <a:gd name="connsiteY67" fmla="*/ 98561 h 463787"/>
                <a:gd name="connsiteX68" fmla="*/ 206125 w 424782"/>
                <a:gd name="connsiteY68" fmla="*/ 80771 h 463787"/>
                <a:gd name="connsiteX69" fmla="*/ 303363 w 424782"/>
                <a:gd name="connsiteY69" fmla="*/ 117077 h 463787"/>
                <a:gd name="connsiteX70" fmla="*/ 303320 w 424782"/>
                <a:gd name="connsiteY70" fmla="*/ 117091 h 463787"/>
                <a:gd name="connsiteX71" fmla="*/ 315422 w 424782"/>
                <a:gd name="connsiteY71" fmla="*/ 294415 h 463787"/>
                <a:gd name="connsiteX72" fmla="*/ 276945 w 424782"/>
                <a:gd name="connsiteY72" fmla="*/ 381756 h 463787"/>
                <a:gd name="connsiteX73" fmla="*/ 276318 w 424782"/>
                <a:gd name="connsiteY73" fmla="*/ 385401 h 463787"/>
                <a:gd name="connsiteX74" fmla="*/ 267548 w 424782"/>
                <a:gd name="connsiteY74" fmla="*/ 392790 h 463787"/>
                <a:gd name="connsiteX75" fmla="*/ 157205 w 424782"/>
                <a:gd name="connsiteY75" fmla="*/ 392790 h 463787"/>
                <a:gd name="connsiteX76" fmla="*/ 148427 w 424782"/>
                <a:gd name="connsiteY76" fmla="*/ 385344 h 463787"/>
                <a:gd name="connsiteX77" fmla="*/ 147815 w 424782"/>
                <a:gd name="connsiteY77" fmla="*/ 381785 h 463787"/>
                <a:gd name="connsiteX78" fmla="*/ 107167 w 424782"/>
                <a:gd name="connsiteY78" fmla="*/ 291618 h 463787"/>
                <a:gd name="connsiteX79" fmla="*/ 80642 w 424782"/>
                <a:gd name="connsiteY79" fmla="*/ 210832 h 463787"/>
                <a:gd name="connsiteX80" fmla="*/ 206125 w 424782"/>
                <a:gd name="connsiteY80" fmla="*/ 80771 h 463787"/>
                <a:gd name="connsiteX81" fmla="*/ 350012 w 424782"/>
                <a:gd name="connsiteY81" fmla="*/ 62205 h 463787"/>
                <a:gd name="connsiteX82" fmla="*/ 362598 w 424782"/>
                <a:gd name="connsiteY82" fmla="*/ 62205 h 463787"/>
                <a:gd name="connsiteX83" fmla="*/ 362598 w 424782"/>
                <a:gd name="connsiteY83" fmla="*/ 74791 h 463787"/>
                <a:gd name="connsiteX84" fmla="*/ 331567 w 424782"/>
                <a:gd name="connsiteY84" fmla="*/ 105793 h 463787"/>
                <a:gd name="connsiteX85" fmla="*/ 325288 w 424782"/>
                <a:gd name="connsiteY85" fmla="*/ 108393 h 463787"/>
                <a:gd name="connsiteX86" fmla="*/ 319007 w 424782"/>
                <a:gd name="connsiteY86" fmla="*/ 105792 h 463787"/>
                <a:gd name="connsiteX87" fmla="*/ 319009 w 424782"/>
                <a:gd name="connsiteY87" fmla="*/ 93207 h 463787"/>
                <a:gd name="connsiteX88" fmla="*/ 62198 w 424782"/>
                <a:gd name="connsiteY88" fmla="*/ 62191 h 463787"/>
                <a:gd name="connsiteX89" fmla="*/ 74798 w 424782"/>
                <a:gd name="connsiteY89" fmla="*/ 62205 h 463787"/>
                <a:gd name="connsiteX90" fmla="*/ 105801 w 424782"/>
                <a:gd name="connsiteY90" fmla="*/ 93207 h 463787"/>
                <a:gd name="connsiteX91" fmla="*/ 105801 w 424782"/>
                <a:gd name="connsiteY91" fmla="*/ 105793 h 463787"/>
                <a:gd name="connsiteX92" fmla="*/ 93214 w 424782"/>
                <a:gd name="connsiteY92" fmla="*/ 105793 h 463787"/>
                <a:gd name="connsiteX93" fmla="*/ 62184 w 424782"/>
                <a:gd name="connsiteY93" fmla="*/ 74791 h 463787"/>
                <a:gd name="connsiteX94" fmla="*/ 62198 w 424782"/>
                <a:gd name="connsiteY94" fmla="*/ 62191 h 463787"/>
                <a:gd name="connsiteX95" fmla="*/ 212392 w 424782"/>
                <a:gd name="connsiteY95" fmla="*/ 0 h 463787"/>
                <a:gd name="connsiteX96" fmla="*/ 221290 w 424782"/>
                <a:gd name="connsiteY96" fmla="*/ 8899 h 463787"/>
                <a:gd name="connsiteX97" fmla="*/ 221290 w 424782"/>
                <a:gd name="connsiteY97" fmla="*/ 52752 h 463787"/>
                <a:gd name="connsiteX98" fmla="*/ 212392 w 424782"/>
                <a:gd name="connsiteY98" fmla="*/ 61650 h 463787"/>
                <a:gd name="connsiteX99" fmla="*/ 203492 w 424782"/>
                <a:gd name="connsiteY99" fmla="*/ 52752 h 463787"/>
                <a:gd name="connsiteX100" fmla="*/ 203492 w 424782"/>
                <a:gd name="connsiteY100" fmla="*/ 8899 h 463787"/>
                <a:gd name="connsiteX101" fmla="*/ 212392 w 424782"/>
                <a:gd name="connsiteY101" fmla="*/ 0 h 4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24782" h="463787">
                  <a:moveTo>
                    <a:pt x="191845" y="432483"/>
                  </a:moveTo>
                  <a:cubicBezTo>
                    <a:pt x="195389" y="440681"/>
                    <a:pt x="203460" y="445994"/>
                    <a:pt x="212390" y="446009"/>
                  </a:cubicBezTo>
                  <a:cubicBezTo>
                    <a:pt x="221321" y="445994"/>
                    <a:pt x="229391" y="440681"/>
                    <a:pt x="232935" y="432484"/>
                  </a:cubicBezTo>
                  <a:close/>
                  <a:moveTo>
                    <a:pt x="157234" y="414722"/>
                  </a:moveTo>
                  <a:lnTo>
                    <a:pt x="267568" y="414722"/>
                  </a:lnTo>
                  <a:cubicBezTo>
                    <a:pt x="272483" y="414722"/>
                    <a:pt x="276467" y="418706"/>
                    <a:pt x="276467" y="423621"/>
                  </a:cubicBezTo>
                  <a:cubicBezTo>
                    <a:pt x="276467" y="428535"/>
                    <a:pt x="272483" y="432519"/>
                    <a:pt x="267568" y="432519"/>
                  </a:cubicBezTo>
                  <a:lnTo>
                    <a:pt x="251544" y="432519"/>
                  </a:lnTo>
                  <a:cubicBezTo>
                    <a:pt x="248122" y="447591"/>
                    <a:pt x="236352" y="459360"/>
                    <a:pt x="221281" y="462782"/>
                  </a:cubicBezTo>
                  <a:cubicBezTo>
                    <a:pt x="199657" y="467692"/>
                    <a:pt x="178147" y="454143"/>
                    <a:pt x="173237" y="432519"/>
                  </a:cubicBezTo>
                  <a:lnTo>
                    <a:pt x="157234" y="432519"/>
                  </a:lnTo>
                  <a:cubicBezTo>
                    <a:pt x="152319" y="432519"/>
                    <a:pt x="148335" y="428535"/>
                    <a:pt x="148335" y="423621"/>
                  </a:cubicBezTo>
                  <a:cubicBezTo>
                    <a:pt x="148335" y="418706"/>
                    <a:pt x="152319" y="414722"/>
                    <a:pt x="157234" y="414722"/>
                  </a:cubicBezTo>
                  <a:close/>
                  <a:moveTo>
                    <a:pt x="318981" y="318981"/>
                  </a:moveTo>
                  <a:cubicBezTo>
                    <a:pt x="322456" y="315505"/>
                    <a:pt x="328091" y="315505"/>
                    <a:pt x="331567" y="318981"/>
                  </a:cubicBezTo>
                  <a:lnTo>
                    <a:pt x="362598" y="349990"/>
                  </a:lnTo>
                  <a:cubicBezTo>
                    <a:pt x="366073" y="353474"/>
                    <a:pt x="366067" y="359115"/>
                    <a:pt x="362584" y="362591"/>
                  </a:cubicBezTo>
                  <a:cubicBezTo>
                    <a:pt x="359100" y="366066"/>
                    <a:pt x="353459" y="366060"/>
                    <a:pt x="349983" y="362576"/>
                  </a:cubicBezTo>
                  <a:lnTo>
                    <a:pt x="318981" y="331567"/>
                  </a:lnTo>
                  <a:cubicBezTo>
                    <a:pt x="315505" y="328091"/>
                    <a:pt x="315505" y="322456"/>
                    <a:pt x="318981" y="318981"/>
                  </a:cubicBezTo>
                  <a:close/>
                  <a:moveTo>
                    <a:pt x="93214" y="318981"/>
                  </a:moveTo>
                  <a:cubicBezTo>
                    <a:pt x="96689" y="315505"/>
                    <a:pt x="102324" y="315505"/>
                    <a:pt x="105800" y="318981"/>
                  </a:cubicBezTo>
                  <a:cubicBezTo>
                    <a:pt x="109275" y="322456"/>
                    <a:pt x="109275" y="328091"/>
                    <a:pt x="105800" y="331567"/>
                  </a:cubicBezTo>
                  <a:lnTo>
                    <a:pt x="74769" y="362576"/>
                  </a:lnTo>
                  <a:cubicBezTo>
                    <a:pt x="71293" y="366052"/>
                    <a:pt x="65658" y="366052"/>
                    <a:pt x="62183" y="362576"/>
                  </a:cubicBezTo>
                  <a:cubicBezTo>
                    <a:pt x="58707" y="359101"/>
                    <a:pt x="58707" y="353466"/>
                    <a:pt x="62183" y="349990"/>
                  </a:cubicBezTo>
                  <a:close/>
                  <a:moveTo>
                    <a:pt x="372031" y="203492"/>
                  </a:moveTo>
                  <a:lnTo>
                    <a:pt x="415884" y="203492"/>
                  </a:lnTo>
                  <a:cubicBezTo>
                    <a:pt x="420798" y="203492"/>
                    <a:pt x="424782" y="207476"/>
                    <a:pt x="424782" y="212392"/>
                  </a:cubicBezTo>
                  <a:cubicBezTo>
                    <a:pt x="424782" y="217306"/>
                    <a:pt x="420798" y="221290"/>
                    <a:pt x="415884" y="221290"/>
                  </a:cubicBezTo>
                  <a:lnTo>
                    <a:pt x="372031" y="221290"/>
                  </a:lnTo>
                  <a:cubicBezTo>
                    <a:pt x="367116" y="221290"/>
                    <a:pt x="363132" y="217306"/>
                    <a:pt x="363132" y="212392"/>
                  </a:cubicBezTo>
                  <a:cubicBezTo>
                    <a:pt x="363132" y="207476"/>
                    <a:pt x="367116" y="203492"/>
                    <a:pt x="372031" y="203492"/>
                  </a:cubicBezTo>
                  <a:close/>
                  <a:moveTo>
                    <a:pt x="8899" y="203492"/>
                  </a:moveTo>
                  <a:lnTo>
                    <a:pt x="52752" y="203492"/>
                  </a:lnTo>
                  <a:cubicBezTo>
                    <a:pt x="57666" y="203492"/>
                    <a:pt x="61650" y="207476"/>
                    <a:pt x="61650" y="212392"/>
                  </a:cubicBezTo>
                  <a:cubicBezTo>
                    <a:pt x="61650" y="217306"/>
                    <a:pt x="57666" y="221290"/>
                    <a:pt x="52752" y="221290"/>
                  </a:cubicBezTo>
                  <a:lnTo>
                    <a:pt x="8899" y="221290"/>
                  </a:lnTo>
                  <a:cubicBezTo>
                    <a:pt x="3984" y="221290"/>
                    <a:pt x="0" y="217306"/>
                    <a:pt x="0" y="212392"/>
                  </a:cubicBezTo>
                  <a:cubicBezTo>
                    <a:pt x="0" y="207476"/>
                    <a:pt x="3984" y="203492"/>
                    <a:pt x="8899" y="203492"/>
                  </a:cubicBezTo>
                  <a:close/>
                  <a:moveTo>
                    <a:pt x="260763" y="128680"/>
                  </a:moveTo>
                  <a:cubicBezTo>
                    <a:pt x="290615" y="146016"/>
                    <a:pt x="309008" y="177908"/>
                    <a:pt x="309065" y="212427"/>
                  </a:cubicBezTo>
                  <a:cubicBezTo>
                    <a:pt x="309065" y="217342"/>
                    <a:pt x="305081" y="221326"/>
                    <a:pt x="300167" y="221326"/>
                  </a:cubicBezTo>
                  <a:cubicBezTo>
                    <a:pt x="295252" y="221326"/>
                    <a:pt x="291268" y="217342"/>
                    <a:pt x="291268" y="212427"/>
                  </a:cubicBezTo>
                  <a:cubicBezTo>
                    <a:pt x="291221" y="184256"/>
                    <a:pt x="276208" y="158230"/>
                    <a:pt x="251843" y="144086"/>
                  </a:cubicBezTo>
                  <a:cubicBezTo>
                    <a:pt x="247589" y="141623"/>
                    <a:pt x="246137" y="136177"/>
                    <a:pt x="248601" y="131923"/>
                  </a:cubicBezTo>
                  <a:cubicBezTo>
                    <a:pt x="251064" y="127669"/>
                    <a:pt x="256509" y="126217"/>
                    <a:pt x="260763" y="128680"/>
                  </a:cubicBezTo>
                  <a:close/>
                  <a:moveTo>
                    <a:pt x="212391" y="115717"/>
                  </a:moveTo>
                  <a:cubicBezTo>
                    <a:pt x="214788" y="115717"/>
                    <a:pt x="217173" y="115805"/>
                    <a:pt x="219546" y="115980"/>
                  </a:cubicBezTo>
                  <a:lnTo>
                    <a:pt x="219546" y="115931"/>
                  </a:lnTo>
                  <a:cubicBezTo>
                    <a:pt x="224461" y="116105"/>
                    <a:pt x="228303" y="120231"/>
                    <a:pt x="228128" y="125147"/>
                  </a:cubicBezTo>
                  <a:cubicBezTo>
                    <a:pt x="227953" y="130061"/>
                    <a:pt x="223827" y="133904"/>
                    <a:pt x="218912" y="133729"/>
                  </a:cubicBezTo>
                  <a:cubicBezTo>
                    <a:pt x="218699" y="133729"/>
                    <a:pt x="218478" y="133729"/>
                    <a:pt x="218257" y="133729"/>
                  </a:cubicBezTo>
                  <a:cubicBezTo>
                    <a:pt x="216321" y="133586"/>
                    <a:pt x="214366" y="133515"/>
                    <a:pt x="212391" y="133515"/>
                  </a:cubicBezTo>
                  <a:cubicBezTo>
                    <a:pt x="207476" y="133515"/>
                    <a:pt x="203492" y="129531"/>
                    <a:pt x="203492" y="124617"/>
                  </a:cubicBezTo>
                  <a:cubicBezTo>
                    <a:pt x="203492" y="119701"/>
                    <a:pt x="207476" y="115717"/>
                    <a:pt x="212391" y="115717"/>
                  </a:cubicBezTo>
                  <a:close/>
                  <a:moveTo>
                    <a:pt x="325288" y="108393"/>
                  </a:moveTo>
                  <a:lnTo>
                    <a:pt x="325302" y="108399"/>
                  </a:lnTo>
                  <a:lnTo>
                    <a:pt x="325274" y="108399"/>
                  </a:lnTo>
                  <a:close/>
                  <a:moveTo>
                    <a:pt x="206951" y="98561"/>
                  </a:moveTo>
                  <a:cubicBezTo>
                    <a:pt x="147025" y="102111"/>
                    <a:pt x="99834" y="151023"/>
                    <a:pt x="98432" y="211038"/>
                  </a:cubicBezTo>
                  <a:cubicBezTo>
                    <a:pt x="98050" y="236231"/>
                    <a:pt x="106126" y="260822"/>
                    <a:pt x="121369" y="280882"/>
                  </a:cubicBezTo>
                  <a:cubicBezTo>
                    <a:pt x="142876" y="308491"/>
                    <a:pt x="157704" y="340701"/>
                    <a:pt x="164694" y="374993"/>
                  </a:cubicBezTo>
                  <a:lnTo>
                    <a:pt x="260087" y="374993"/>
                  </a:lnTo>
                  <a:cubicBezTo>
                    <a:pt x="266246" y="341509"/>
                    <a:pt x="280477" y="310031"/>
                    <a:pt x="301547" y="283289"/>
                  </a:cubicBezTo>
                  <a:lnTo>
                    <a:pt x="301540" y="283296"/>
                  </a:lnTo>
                  <a:cubicBezTo>
                    <a:pt x="318780" y="261652"/>
                    <a:pt x="327551" y="234473"/>
                    <a:pt x="326216" y="206834"/>
                  </a:cubicBezTo>
                  <a:cubicBezTo>
                    <a:pt x="323181" y="144001"/>
                    <a:pt x="269785" y="95526"/>
                    <a:pt x="206951" y="98561"/>
                  </a:cubicBezTo>
                  <a:close/>
                  <a:moveTo>
                    <a:pt x="206125" y="80771"/>
                  </a:moveTo>
                  <a:cubicBezTo>
                    <a:pt x="242166" y="78898"/>
                    <a:pt x="277370" y="92043"/>
                    <a:pt x="303363" y="117077"/>
                  </a:cubicBezTo>
                  <a:lnTo>
                    <a:pt x="303320" y="117091"/>
                  </a:lnTo>
                  <a:cubicBezTo>
                    <a:pt x="352666" y="164146"/>
                    <a:pt x="357917" y="241092"/>
                    <a:pt x="315422" y="294415"/>
                  </a:cubicBezTo>
                  <a:cubicBezTo>
                    <a:pt x="295449" y="319826"/>
                    <a:pt x="282214" y="349868"/>
                    <a:pt x="276945" y="381756"/>
                  </a:cubicBezTo>
                  <a:lnTo>
                    <a:pt x="276318" y="385401"/>
                  </a:lnTo>
                  <a:cubicBezTo>
                    <a:pt x="275583" y="389671"/>
                    <a:pt x="271880" y="392791"/>
                    <a:pt x="267548" y="392790"/>
                  </a:cubicBezTo>
                  <a:lnTo>
                    <a:pt x="157205" y="392790"/>
                  </a:lnTo>
                  <a:cubicBezTo>
                    <a:pt x="152851" y="392790"/>
                    <a:pt x="149138" y="389639"/>
                    <a:pt x="148427" y="385344"/>
                  </a:cubicBezTo>
                  <a:lnTo>
                    <a:pt x="147815" y="381785"/>
                  </a:lnTo>
                  <a:cubicBezTo>
                    <a:pt x="141717" y="348896"/>
                    <a:pt x="127773" y="317965"/>
                    <a:pt x="107167" y="291618"/>
                  </a:cubicBezTo>
                  <a:cubicBezTo>
                    <a:pt x="89543" y="268412"/>
                    <a:pt x="80204" y="239969"/>
                    <a:pt x="80642" y="210832"/>
                  </a:cubicBezTo>
                  <a:cubicBezTo>
                    <a:pt x="82261" y="141434"/>
                    <a:pt x="136830" y="84875"/>
                    <a:pt x="206125" y="80771"/>
                  </a:cubicBezTo>
                  <a:close/>
                  <a:moveTo>
                    <a:pt x="350012" y="62205"/>
                  </a:moveTo>
                  <a:cubicBezTo>
                    <a:pt x="353487" y="58729"/>
                    <a:pt x="359122" y="58729"/>
                    <a:pt x="362598" y="62205"/>
                  </a:cubicBezTo>
                  <a:cubicBezTo>
                    <a:pt x="366073" y="65680"/>
                    <a:pt x="366073" y="71315"/>
                    <a:pt x="362598" y="74791"/>
                  </a:cubicBezTo>
                  <a:lnTo>
                    <a:pt x="331567" y="105793"/>
                  </a:lnTo>
                  <a:lnTo>
                    <a:pt x="325288" y="108393"/>
                  </a:lnTo>
                  <a:lnTo>
                    <a:pt x="319007" y="105792"/>
                  </a:lnTo>
                  <a:cubicBezTo>
                    <a:pt x="315533" y="102316"/>
                    <a:pt x="315534" y="96682"/>
                    <a:pt x="319009" y="93207"/>
                  </a:cubicBezTo>
                  <a:close/>
                  <a:moveTo>
                    <a:pt x="62198" y="62191"/>
                  </a:moveTo>
                  <a:cubicBezTo>
                    <a:pt x="65681" y="58715"/>
                    <a:pt x="71323" y="58721"/>
                    <a:pt x="74798" y="62205"/>
                  </a:cubicBezTo>
                  <a:lnTo>
                    <a:pt x="105801" y="93207"/>
                  </a:lnTo>
                  <a:cubicBezTo>
                    <a:pt x="109276" y="96683"/>
                    <a:pt x="109276" y="102318"/>
                    <a:pt x="105801" y="105793"/>
                  </a:cubicBezTo>
                  <a:cubicBezTo>
                    <a:pt x="102325" y="109269"/>
                    <a:pt x="96690" y="109269"/>
                    <a:pt x="93214" y="105793"/>
                  </a:cubicBezTo>
                  <a:lnTo>
                    <a:pt x="62184" y="74791"/>
                  </a:lnTo>
                  <a:cubicBezTo>
                    <a:pt x="58708" y="71307"/>
                    <a:pt x="58714" y="65666"/>
                    <a:pt x="62198" y="62191"/>
                  </a:cubicBezTo>
                  <a:close/>
                  <a:moveTo>
                    <a:pt x="212392" y="0"/>
                  </a:moveTo>
                  <a:cubicBezTo>
                    <a:pt x="217306" y="0"/>
                    <a:pt x="221290" y="3984"/>
                    <a:pt x="221290" y="8899"/>
                  </a:cubicBezTo>
                  <a:lnTo>
                    <a:pt x="221290" y="52752"/>
                  </a:lnTo>
                  <a:cubicBezTo>
                    <a:pt x="221290" y="57666"/>
                    <a:pt x="217306" y="61650"/>
                    <a:pt x="212392" y="61650"/>
                  </a:cubicBezTo>
                  <a:cubicBezTo>
                    <a:pt x="207476" y="61650"/>
                    <a:pt x="203492" y="57666"/>
                    <a:pt x="203492" y="52752"/>
                  </a:cubicBezTo>
                  <a:lnTo>
                    <a:pt x="203492" y="8899"/>
                  </a:lnTo>
                  <a:cubicBezTo>
                    <a:pt x="203492" y="3984"/>
                    <a:pt x="207476" y="0"/>
                    <a:pt x="212392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0" name="Group 283">
            <a:extLst>
              <a:ext uri="{FF2B5EF4-FFF2-40B4-BE49-F238E27FC236}">
                <a16:creationId xmlns:a16="http://schemas.microsoft.com/office/drawing/2014/main" id="{1D3BC810-4EF7-A6DF-AEAA-CCE7DAAE99C0}"/>
              </a:ext>
            </a:extLst>
          </p:cNvPr>
          <p:cNvGrpSpPr/>
          <p:nvPr/>
        </p:nvGrpSpPr>
        <p:grpSpPr>
          <a:xfrm>
            <a:off x="7958631" y="1353675"/>
            <a:ext cx="346543" cy="463925"/>
            <a:chOff x="7958631" y="1353675"/>
            <a:chExt cx="346543" cy="463925"/>
          </a:xfrm>
          <a:noFill/>
        </p:grpSpPr>
        <p:sp>
          <p:nvSpPr>
            <p:cNvPr id="81" name="Freeform: Shape 55">
              <a:extLst>
                <a:ext uri="{FF2B5EF4-FFF2-40B4-BE49-F238E27FC236}">
                  <a16:creationId xmlns:a16="http://schemas.microsoft.com/office/drawing/2014/main" id="{789D2E19-62D5-7059-EAD7-AC0B3F814F96}"/>
                </a:ext>
              </a:extLst>
            </p:cNvPr>
            <p:cNvSpPr/>
            <p:nvPr/>
          </p:nvSpPr>
          <p:spPr>
            <a:xfrm>
              <a:off x="7967512" y="1431780"/>
              <a:ext cx="328749" cy="376899"/>
            </a:xfrm>
            <a:custGeom>
              <a:avLst/>
              <a:gdLst>
                <a:gd name="connsiteX0" fmla="*/ 91526 w 328748"/>
                <a:gd name="connsiteY0" fmla="*/ 329687 h 376899"/>
                <a:gd name="connsiteX1" fmla="*/ 242610 w 328748"/>
                <a:gd name="connsiteY1" fmla="*/ 329687 h 376899"/>
                <a:gd name="connsiteX2" fmla="*/ 277428 w 328748"/>
                <a:gd name="connsiteY2" fmla="*/ 364505 h 376899"/>
                <a:gd name="connsiteX3" fmla="*/ 277428 w 328748"/>
                <a:gd name="connsiteY3" fmla="*/ 376899 h 376899"/>
                <a:gd name="connsiteX4" fmla="*/ 56708 w 328748"/>
                <a:gd name="connsiteY4" fmla="*/ 376899 h 376899"/>
                <a:gd name="connsiteX5" fmla="*/ 56708 w 328748"/>
                <a:gd name="connsiteY5" fmla="*/ 364505 h 376899"/>
                <a:gd name="connsiteX6" fmla="*/ 91526 w 328748"/>
                <a:gd name="connsiteY6" fmla="*/ 329687 h 376899"/>
                <a:gd name="connsiteX7" fmla="*/ 301298 w 328748"/>
                <a:gd name="connsiteY7" fmla="*/ 76257 h 376899"/>
                <a:gd name="connsiteX8" fmla="*/ 328748 w 328748"/>
                <a:gd name="connsiteY8" fmla="*/ 103708 h 376899"/>
                <a:gd name="connsiteX9" fmla="*/ 301298 w 328748"/>
                <a:gd name="connsiteY9" fmla="*/ 131158 h 376899"/>
                <a:gd name="connsiteX10" fmla="*/ 273847 w 328748"/>
                <a:gd name="connsiteY10" fmla="*/ 103708 h 376899"/>
                <a:gd name="connsiteX11" fmla="*/ 301298 w 328748"/>
                <a:gd name="connsiteY11" fmla="*/ 76257 h 376899"/>
                <a:gd name="connsiteX12" fmla="*/ 33202 w 328748"/>
                <a:gd name="connsiteY12" fmla="*/ 0 h 376899"/>
                <a:gd name="connsiteX13" fmla="*/ 156288 w 328748"/>
                <a:gd name="connsiteY13" fmla="*/ 123079 h 376899"/>
                <a:gd name="connsiteX14" fmla="*/ 129770 w 328748"/>
                <a:gd name="connsiteY14" fmla="*/ 156281 h 376899"/>
                <a:gd name="connsiteX15" fmla="*/ 0 w 328748"/>
                <a:gd name="connsiteY15" fmla="*/ 26518 h 376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8748" h="376899">
                  <a:moveTo>
                    <a:pt x="91526" y="329687"/>
                  </a:moveTo>
                  <a:lnTo>
                    <a:pt x="242610" y="329687"/>
                  </a:lnTo>
                  <a:cubicBezTo>
                    <a:pt x="261840" y="329687"/>
                    <a:pt x="277428" y="345276"/>
                    <a:pt x="277428" y="364505"/>
                  </a:cubicBezTo>
                  <a:lnTo>
                    <a:pt x="277428" y="376899"/>
                  </a:lnTo>
                  <a:lnTo>
                    <a:pt x="56708" y="376899"/>
                  </a:lnTo>
                  <a:lnTo>
                    <a:pt x="56708" y="364505"/>
                  </a:lnTo>
                  <a:cubicBezTo>
                    <a:pt x="56708" y="345276"/>
                    <a:pt x="72297" y="329687"/>
                    <a:pt x="91526" y="329687"/>
                  </a:cubicBezTo>
                  <a:close/>
                  <a:moveTo>
                    <a:pt x="301298" y="76257"/>
                  </a:moveTo>
                  <a:cubicBezTo>
                    <a:pt x="316459" y="76257"/>
                    <a:pt x="328748" y="88547"/>
                    <a:pt x="328748" y="103708"/>
                  </a:cubicBezTo>
                  <a:cubicBezTo>
                    <a:pt x="328748" y="118869"/>
                    <a:pt x="316459" y="131158"/>
                    <a:pt x="301298" y="131158"/>
                  </a:cubicBezTo>
                  <a:cubicBezTo>
                    <a:pt x="286137" y="131158"/>
                    <a:pt x="273847" y="118869"/>
                    <a:pt x="273847" y="103708"/>
                  </a:cubicBezTo>
                  <a:cubicBezTo>
                    <a:pt x="273847" y="88547"/>
                    <a:pt x="286137" y="76257"/>
                    <a:pt x="301298" y="76257"/>
                  </a:cubicBezTo>
                  <a:close/>
                  <a:moveTo>
                    <a:pt x="33202" y="0"/>
                  </a:moveTo>
                  <a:lnTo>
                    <a:pt x="156288" y="123079"/>
                  </a:lnTo>
                  <a:lnTo>
                    <a:pt x="129770" y="156281"/>
                  </a:lnTo>
                  <a:lnTo>
                    <a:pt x="0" y="26518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" name="Freeform: Shape 56">
              <a:extLst>
                <a:ext uri="{FF2B5EF4-FFF2-40B4-BE49-F238E27FC236}">
                  <a16:creationId xmlns:a16="http://schemas.microsoft.com/office/drawing/2014/main" id="{CBC6757C-5A68-A382-061E-EE4FA085A1E2}"/>
                </a:ext>
              </a:extLst>
            </p:cNvPr>
            <p:cNvSpPr/>
            <p:nvPr/>
          </p:nvSpPr>
          <p:spPr>
            <a:xfrm>
              <a:off x="7958631" y="1353675"/>
              <a:ext cx="346543" cy="463925"/>
            </a:xfrm>
            <a:custGeom>
              <a:avLst/>
              <a:gdLst>
                <a:gd name="connsiteX0" fmla="*/ 100443 w 346542"/>
                <a:gd name="connsiteY0" fmla="*/ 416692 h 463925"/>
                <a:gd name="connsiteX1" fmla="*/ 74524 w 346542"/>
                <a:gd name="connsiteY1" fmla="*/ 442611 h 463925"/>
                <a:gd name="connsiteX2" fmla="*/ 74524 w 346542"/>
                <a:gd name="connsiteY2" fmla="*/ 446099 h 463925"/>
                <a:gd name="connsiteX3" fmla="*/ 277411 w 346542"/>
                <a:gd name="connsiteY3" fmla="*/ 446099 h 463925"/>
                <a:gd name="connsiteX4" fmla="*/ 277411 w 346542"/>
                <a:gd name="connsiteY4" fmla="*/ 442611 h 463925"/>
                <a:gd name="connsiteX5" fmla="*/ 251492 w 346542"/>
                <a:gd name="connsiteY5" fmla="*/ 416692 h 463925"/>
                <a:gd name="connsiteX6" fmla="*/ 279992 w 346542"/>
                <a:gd name="connsiteY6" fmla="*/ 224115 h 463925"/>
                <a:gd name="connsiteX7" fmla="*/ 281462 w 346542"/>
                <a:gd name="connsiteY7" fmla="*/ 236627 h 463925"/>
                <a:gd name="connsiteX8" fmla="*/ 183151 w 346542"/>
                <a:gd name="connsiteY8" fmla="*/ 360880 h 463925"/>
                <a:gd name="connsiteX9" fmla="*/ 183151 w 346542"/>
                <a:gd name="connsiteY9" fmla="*/ 398894 h 463925"/>
                <a:gd name="connsiteX10" fmla="*/ 251492 w 346542"/>
                <a:gd name="connsiteY10" fmla="*/ 398894 h 463925"/>
                <a:gd name="connsiteX11" fmla="*/ 295173 w 346542"/>
                <a:gd name="connsiteY11" fmla="*/ 442640 h 463925"/>
                <a:gd name="connsiteX12" fmla="*/ 295173 w 346542"/>
                <a:gd name="connsiteY12" fmla="*/ 455027 h 463925"/>
                <a:gd name="connsiteX13" fmla="*/ 286274 w 346542"/>
                <a:gd name="connsiteY13" fmla="*/ 463925 h 463925"/>
                <a:gd name="connsiteX14" fmla="*/ 65590 w 346542"/>
                <a:gd name="connsiteY14" fmla="*/ 463925 h 463925"/>
                <a:gd name="connsiteX15" fmla="*/ 56691 w 346542"/>
                <a:gd name="connsiteY15" fmla="*/ 455027 h 463925"/>
                <a:gd name="connsiteX16" fmla="*/ 56691 w 346542"/>
                <a:gd name="connsiteY16" fmla="*/ 442640 h 463925"/>
                <a:gd name="connsiteX17" fmla="*/ 100408 w 346542"/>
                <a:gd name="connsiteY17" fmla="*/ 398923 h 463925"/>
                <a:gd name="connsiteX18" fmla="*/ 165382 w 346542"/>
                <a:gd name="connsiteY18" fmla="*/ 398923 h 463925"/>
                <a:gd name="connsiteX19" fmla="*/ 165382 w 346542"/>
                <a:gd name="connsiteY19" fmla="*/ 357819 h 463925"/>
                <a:gd name="connsiteX20" fmla="*/ 167304 w 346542"/>
                <a:gd name="connsiteY20" fmla="*/ 352302 h 463925"/>
                <a:gd name="connsiteX21" fmla="*/ 267481 w 346542"/>
                <a:gd name="connsiteY21" fmla="*/ 225585 h 463925"/>
                <a:gd name="connsiteX22" fmla="*/ 279992 w 346542"/>
                <a:gd name="connsiteY22" fmla="*/ 224115 h 463925"/>
                <a:gd name="connsiteX23" fmla="*/ 310164 w 346542"/>
                <a:gd name="connsiteY23" fmla="*/ 163260 h 463925"/>
                <a:gd name="connsiteX24" fmla="*/ 291620 w 346542"/>
                <a:gd name="connsiteY24" fmla="*/ 181819 h 463925"/>
                <a:gd name="connsiteX25" fmla="*/ 310179 w 346542"/>
                <a:gd name="connsiteY25" fmla="*/ 200364 h 463925"/>
                <a:gd name="connsiteX26" fmla="*/ 328723 w 346542"/>
                <a:gd name="connsiteY26" fmla="*/ 181812 h 463925"/>
                <a:gd name="connsiteX27" fmla="*/ 328723 w 346542"/>
                <a:gd name="connsiteY27" fmla="*/ 181805 h 463925"/>
                <a:gd name="connsiteX28" fmla="*/ 310164 w 346542"/>
                <a:gd name="connsiteY28" fmla="*/ 163260 h 463925"/>
                <a:gd name="connsiteX29" fmla="*/ 45650 w 346542"/>
                <a:gd name="connsiteY29" fmla="*/ 153977 h 463925"/>
                <a:gd name="connsiteX30" fmla="*/ 51053 w 346542"/>
                <a:gd name="connsiteY30" fmla="*/ 192205 h 463925"/>
                <a:gd name="connsiteX31" fmla="*/ 51060 w 346542"/>
                <a:gd name="connsiteY31" fmla="*/ 192205 h 463925"/>
                <a:gd name="connsiteX32" fmla="*/ 89281 w 346542"/>
                <a:gd name="connsiteY32" fmla="*/ 197609 h 463925"/>
                <a:gd name="connsiteX33" fmla="*/ 189835 w 346542"/>
                <a:gd name="connsiteY33" fmla="*/ 17958 h 463925"/>
                <a:gd name="connsiteX34" fmla="*/ 166342 w 346542"/>
                <a:gd name="connsiteY34" fmla="*/ 29348 h 463925"/>
                <a:gd name="connsiteX35" fmla="*/ 115357 w 346542"/>
                <a:gd name="connsiteY35" fmla="*/ 47266 h 463925"/>
                <a:gd name="connsiteX36" fmla="*/ 83152 w 346542"/>
                <a:gd name="connsiteY36" fmla="*/ 56691 h 463925"/>
                <a:gd name="connsiteX37" fmla="*/ 22207 w 346542"/>
                <a:gd name="connsiteY37" fmla="*/ 105363 h 463925"/>
                <a:gd name="connsiteX38" fmla="*/ 137903 w 346542"/>
                <a:gd name="connsiteY38" fmla="*/ 221072 h 463925"/>
                <a:gd name="connsiteX39" fmla="*/ 153244 w 346542"/>
                <a:gd name="connsiteY39" fmla="*/ 201851 h 463925"/>
                <a:gd name="connsiteX40" fmla="*/ 61489 w 346542"/>
                <a:gd name="connsiteY40" fmla="*/ 110083 h 463925"/>
                <a:gd name="connsiteX41" fmla="*/ 61482 w 346542"/>
                <a:gd name="connsiteY41" fmla="*/ 97874 h 463925"/>
                <a:gd name="connsiteX42" fmla="*/ 74061 w 346542"/>
                <a:gd name="connsiteY42" fmla="*/ 97496 h 463925"/>
                <a:gd name="connsiteX43" fmla="*/ 164420 w 346542"/>
                <a:gd name="connsiteY43" fmla="*/ 187856 h 463925"/>
                <a:gd name="connsiteX44" fmla="*/ 186574 w 346542"/>
                <a:gd name="connsiteY44" fmla="*/ 160092 h 463925"/>
                <a:gd name="connsiteX45" fmla="*/ 196035 w 346542"/>
                <a:gd name="connsiteY45" fmla="*/ 127908 h 463925"/>
                <a:gd name="connsiteX46" fmla="*/ 213925 w 346542"/>
                <a:gd name="connsiteY46" fmla="*/ 76916 h 463925"/>
                <a:gd name="connsiteX47" fmla="*/ 218516 w 346542"/>
                <a:gd name="connsiteY47" fmla="*/ 33277 h 463925"/>
                <a:gd name="connsiteX48" fmla="*/ 209974 w 346542"/>
                <a:gd name="connsiteY48" fmla="*/ 24735 h 463925"/>
                <a:gd name="connsiteX49" fmla="*/ 189835 w 346542"/>
                <a:gd name="connsiteY49" fmla="*/ 17958 h 463925"/>
                <a:gd name="connsiteX50" fmla="*/ 188382 w 346542"/>
                <a:gd name="connsiteY50" fmla="*/ 232 h 463925"/>
                <a:gd name="connsiteX51" fmla="*/ 222553 w 346542"/>
                <a:gd name="connsiteY51" fmla="*/ 12156 h 463925"/>
                <a:gd name="connsiteX52" fmla="*/ 231095 w 346542"/>
                <a:gd name="connsiteY52" fmla="*/ 20698 h 463925"/>
                <a:gd name="connsiteX53" fmla="*/ 226497 w 346542"/>
                <a:gd name="connsiteY53" fmla="*/ 89509 h 463925"/>
                <a:gd name="connsiteX54" fmla="*/ 226262 w 346542"/>
                <a:gd name="connsiteY54" fmla="*/ 89772 h 463925"/>
                <a:gd name="connsiteX55" fmla="*/ 291862 w 346542"/>
                <a:gd name="connsiteY55" fmla="*/ 150603 h 463925"/>
                <a:gd name="connsiteX56" fmla="*/ 310179 w 346542"/>
                <a:gd name="connsiteY56" fmla="*/ 145470 h 463925"/>
                <a:gd name="connsiteX57" fmla="*/ 310193 w 346542"/>
                <a:gd name="connsiteY57" fmla="*/ 145506 h 463925"/>
                <a:gd name="connsiteX58" fmla="*/ 310200 w 346542"/>
                <a:gd name="connsiteY58" fmla="*/ 145506 h 463925"/>
                <a:gd name="connsiteX59" fmla="*/ 346542 w 346542"/>
                <a:gd name="connsiteY59" fmla="*/ 181862 h 463925"/>
                <a:gd name="connsiteX60" fmla="*/ 310186 w 346542"/>
                <a:gd name="connsiteY60" fmla="*/ 218203 h 463925"/>
                <a:gd name="connsiteX61" fmla="*/ 273844 w 346542"/>
                <a:gd name="connsiteY61" fmla="*/ 181848 h 463925"/>
                <a:gd name="connsiteX62" fmla="*/ 279190 w 346542"/>
                <a:gd name="connsiteY62" fmla="*/ 163139 h 463925"/>
                <a:gd name="connsiteX63" fmla="*/ 216310 w 346542"/>
                <a:gd name="connsiteY63" fmla="*/ 104829 h 463925"/>
                <a:gd name="connsiteX64" fmla="*/ 213576 w 346542"/>
                <a:gd name="connsiteY64" fmla="*/ 125039 h 463925"/>
                <a:gd name="connsiteX65" fmla="*/ 200491 w 346542"/>
                <a:gd name="connsiteY65" fmla="*/ 171262 h 463925"/>
                <a:gd name="connsiteX66" fmla="*/ 172144 w 346542"/>
                <a:gd name="connsiteY66" fmla="*/ 206756 h 463925"/>
                <a:gd name="connsiteX67" fmla="*/ 145619 w 346542"/>
                <a:gd name="connsiteY67" fmla="*/ 239959 h 463925"/>
                <a:gd name="connsiteX68" fmla="*/ 142907 w 346542"/>
                <a:gd name="connsiteY68" fmla="*/ 242180 h 463925"/>
                <a:gd name="connsiteX69" fmla="*/ 142651 w 346542"/>
                <a:gd name="connsiteY69" fmla="*/ 242336 h 463925"/>
                <a:gd name="connsiteX70" fmla="*/ 139412 w 346542"/>
                <a:gd name="connsiteY70" fmla="*/ 243219 h 463925"/>
                <a:gd name="connsiteX71" fmla="*/ 139163 w 346542"/>
                <a:gd name="connsiteY71" fmla="*/ 243290 h 463925"/>
                <a:gd name="connsiteX72" fmla="*/ 138672 w 346542"/>
                <a:gd name="connsiteY72" fmla="*/ 243290 h 463925"/>
                <a:gd name="connsiteX73" fmla="*/ 135518 w 346542"/>
                <a:gd name="connsiteY73" fmla="*/ 242664 h 463925"/>
                <a:gd name="connsiteX74" fmla="*/ 134550 w 346542"/>
                <a:gd name="connsiteY74" fmla="*/ 242130 h 463925"/>
                <a:gd name="connsiteX75" fmla="*/ 133126 w 346542"/>
                <a:gd name="connsiteY75" fmla="*/ 241340 h 463925"/>
                <a:gd name="connsiteX76" fmla="*/ 132806 w 346542"/>
                <a:gd name="connsiteY76" fmla="*/ 240955 h 463925"/>
                <a:gd name="connsiteX77" fmla="*/ 132386 w 346542"/>
                <a:gd name="connsiteY77" fmla="*/ 240678 h 463925"/>
                <a:gd name="connsiteX78" fmla="*/ 102195 w 346542"/>
                <a:gd name="connsiteY78" fmla="*/ 210487 h 463925"/>
                <a:gd name="connsiteX79" fmla="*/ 45129 w 346542"/>
                <a:gd name="connsiteY79" fmla="*/ 210487 h 463925"/>
                <a:gd name="connsiteX80" fmla="*/ 32807 w 346542"/>
                <a:gd name="connsiteY80" fmla="*/ 141099 h 463925"/>
                <a:gd name="connsiteX81" fmla="*/ 2616 w 346542"/>
                <a:gd name="connsiteY81" fmla="*/ 110908 h 463925"/>
                <a:gd name="connsiteX82" fmla="*/ 1960 w 346542"/>
                <a:gd name="connsiteY82" fmla="*/ 110177 h 463925"/>
                <a:gd name="connsiteX83" fmla="*/ 3328 w 346542"/>
                <a:gd name="connsiteY83" fmla="*/ 97667 h 463925"/>
                <a:gd name="connsiteX84" fmla="*/ 72039 w 346542"/>
                <a:gd name="connsiteY84" fmla="*/ 42760 h 463925"/>
                <a:gd name="connsiteX85" fmla="*/ 118262 w 346542"/>
                <a:gd name="connsiteY85" fmla="*/ 29682 h 463925"/>
                <a:gd name="connsiteX86" fmla="*/ 153756 w 346542"/>
                <a:gd name="connsiteY86" fmla="*/ 16747 h 463925"/>
                <a:gd name="connsiteX87" fmla="*/ 188382 w 346542"/>
                <a:gd name="connsiteY87" fmla="*/ 232 h 46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346542" h="463925">
                  <a:moveTo>
                    <a:pt x="100443" y="416692"/>
                  </a:moveTo>
                  <a:cubicBezTo>
                    <a:pt x="86135" y="416707"/>
                    <a:pt x="74539" y="428303"/>
                    <a:pt x="74524" y="442611"/>
                  </a:cubicBezTo>
                  <a:lnTo>
                    <a:pt x="74524" y="446099"/>
                  </a:lnTo>
                  <a:lnTo>
                    <a:pt x="277411" y="446099"/>
                  </a:lnTo>
                  <a:lnTo>
                    <a:pt x="277411" y="442611"/>
                  </a:lnTo>
                  <a:cubicBezTo>
                    <a:pt x="277396" y="428303"/>
                    <a:pt x="265800" y="416707"/>
                    <a:pt x="251492" y="416692"/>
                  </a:cubicBezTo>
                  <a:close/>
                  <a:moveTo>
                    <a:pt x="279992" y="224115"/>
                  </a:moveTo>
                  <a:cubicBezTo>
                    <a:pt x="283853" y="227164"/>
                    <a:pt x="284511" y="232766"/>
                    <a:pt x="281462" y="236627"/>
                  </a:cubicBezTo>
                  <a:lnTo>
                    <a:pt x="183151" y="360880"/>
                  </a:lnTo>
                  <a:lnTo>
                    <a:pt x="183151" y="398894"/>
                  </a:lnTo>
                  <a:lnTo>
                    <a:pt x="251492" y="398894"/>
                  </a:lnTo>
                  <a:cubicBezTo>
                    <a:pt x="275622" y="398942"/>
                    <a:pt x="295161" y="418510"/>
                    <a:pt x="295173" y="442640"/>
                  </a:cubicBezTo>
                  <a:lnTo>
                    <a:pt x="295173" y="455027"/>
                  </a:lnTo>
                  <a:cubicBezTo>
                    <a:pt x="295173" y="459941"/>
                    <a:pt x="291189" y="463925"/>
                    <a:pt x="286274" y="463925"/>
                  </a:cubicBezTo>
                  <a:lnTo>
                    <a:pt x="65590" y="463925"/>
                  </a:lnTo>
                  <a:cubicBezTo>
                    <a:pt x="60675" y="463925"/>
                    <a:pt x="56691" y="459941"/>
                    <a:pt x="56691" y="455027"/>
                  </a:cubicBezTo>
                  <a:lnTo>
                    <a:pt x="56691" y="442640"/>
                  </a:lnTo>
                  <a:cubicBezTo>
                    <a:pt x="56718" y="418507"/>
                    <a:pt x="76275" y="398950"/>
                    <a:pt x="100408" y="398923"/>
                  </a:cubicBezTo>
                  <a:lnTo>
                    <a:pt x="165382" y="398923"/>
                  </a:lnTo>
                  <a:lnTo>
                    <a:pt x="165382" y="357819"/>
                  </a:lnTo>
                  <a:cubicBezTo>
                    <a:pt x="165383" y="355816"/>
                    <a:pt x="166061" y="353872"/>
                    <a:pt x="167304" y="352302"/>
                  </a:cubicBezTo>
                  <a:lnTo>
                    <a:pt x="267481" y="225585"/>
                  </a:lnTo>
                  <a:cubicBezTo>
                    <a:pt x="270530" y="221725"/>
                    <a:pt x="276131" y="221066"/>
                    <a:pt x="279992" y="224115"/>
                  </a:cubicBezTo>
                  <a:close/>
                  <a:moveTo>
                    <a:pt x="310164" y="163260"/>
                  </a:moveTo>
                  <a:cubicBezTo>
                    <a:pt x="299918" y="163264"/>
                    <a:pt x="291616" y="171573"/>
                    <a:pt x="291620" y="181819"/>
                  </a:cubicBezTo>
                  <a:cubicBezTo>
                    <a:pt x="291624" y="192065"/>
                    <a:pt x="299933" y="200368"/>
                    <a:pt x="310179" y="200364"/>
                  </a:cubicBezTo>
                  <a:cubicBezTo>
                    <a:pt x="320417" y="200348"/>
                    <a:pt x="328711" y="192050"/>
                    <a:pt x="328723" y="181812"/>
                  </a:cubicBezTo>
                  <a:cubicBezTo>
                    <a:pt x="328723" y="181810"/>
                    <a:pt x="328723" y="181807"/>
                    <a:pt x="328723" y="181805"/>
                  </a:cubicBezTo>
                  <a:cubicBezTo>
                    <a:pt x="328719" y="171559"/>
                    <a:pt x="320410" y="163256"/>
                    <a:pt x="310164" y="163260"/>
                  </a:cubicBezTo>
                  <a:close/>
                  <a:moveTo>
                    <a:pt x="45650" y="153977"/>
                  </a:moveTo>
                  <a:cubicBezTo>
                    <a:pt x="38752" y="166504"/>
                    <a:pt x="40953" y="182081"/>
                    <a:pt x="51053" y="192205"/>
                  </a:cubicBezTo>
                  <a:lnTo>
                    <a:pt x="51060" y="192205"/>
                  </a:lnTo>
                  <a:cubicBezTo>
                    <a:pt x="61188" y="202292"/>
                    <a:pt x="76754" y="204493"/>
                    <a:pt x="89281" y="197609"/>
                  </a:cubicBezTo>
                  <a:close/>
                  <a:moveTo>
                    <a:pt x="189835" y="17958"/>
                  </a:moveTo>
                  <a:cubicBezTo>
                    <a:pt x="180903" y="18856"/>
                    <a:pt x="172579" y="22892"/>
                    <a:pt x="166342" y="29348"/>
                  </a:cubicBezTo>
                  <a:cubicBezTo>
                    <a:pt x="153207" y="43155"/>
                    <a:pt x="134243" y="49820"/>
                    <a:pt x="115357" y="47266"/>
                  </a:cubicBezTo>
                  <a:cubicBezTo>
                    <a:pt x="103773" y="45723"/>
                    <a:pt x="92076" y="49147"/>
                    <a:pt x="83152" y="56691"/>
                  </a:cubicBezTo>
                  <a:lnTo>
                    <a:pt x="22207" y="105363"/>
                  </a:lnTo>
                  <a:lnTo>
                    <a:pt x="137903" y="221072"/>
                  </a:lnTo>
                  <a:lnTo>
                    <a:pt x="153244" y="201851"/>
                  </a:lnTo>
                  <a:lnTo>
                    <a:pt x="61489" y="110083"/>
                  </a:lnTo>
                  <a:cubicBezTo>
                    <a:pt x="58255" y="106656"/>
                    <a:pt x="58252" y="101304"/>
                    <a:pt x="61482" y="97874"/>
                  </a:cubicBezTo>
                  <a:cubicBezTo>
                    <a:pt x="64851" y="94296"/>
                    <a:pt x="70483" y="94127"/>
                    <a:pt x="74061" y="97496"/>
                  </a:cubicBezTo>
                  <a:lnTo>
                    <a:pt x="164420" y="187856"/>
                  </a:lnTo>
                  <a:lnTo>
                    <a:pt x="186574" y="160092"/>
                  </a:lnTo>
                  <a:cubicBezTo>
                    <a:pt x="194118" y="151175"/>
                    <a:pt x="197553" y="139490"/>
                    <a:pt x="196035" y="127908"/>
                  </a:cubicBezTo>
                  <a:cubicBezTo>
                    <a:pt x="193471" y="109025"/>
                    <a:pt x="200125" y="90058"/>
                    <a:pt x="213925" y="76916"/>
                  </a:cubicBezTo>
                  <a:cubicBezTo>
                    <a:pt x="227223" y="63625"/>
                    <a:pt x="229280" y="44048"/>
                    <a:pt x="218516" y="33277"/>
                  </a:cubicBezTo>
                  <a:lnTo>
                    <a:pt x="209974" y="24735"/>
                  </a:lnTo>
                  <a:cubicBezTo>
                    <a:pt x="204597" y="19602"/>
                    <a:pt x="197220" y="17120"/>
                    <a:pt x="189835" y="17958"/>
                  </a:cubicBezTo>
                  <a:close/>
                  <a:moveTo>
                    <a:pt x="188382" y="232"/>
                  </a:moveTo>
                  <a:cubicBezTo>
                    <a:pt x="200981" y="-1089"/>
                    <a:pt x="213511" y="3283"/>
                    <a:pt x="222553" y="12156"/>
                  </a:cubicBezTo>
                  <a:lnTo>
                    <a:pt x="231095" y="20698"/>
                  </a:lnTo>
                  <a:cubicBezTo>
                    <a:pt x="248793" y="38410"/>
                    <a:pt x="246735" y="69277"/>
                    <a:pt x="226497" y="89509"/>
                  </a:cubicBezTo>
                  <a:cubicBezTo>
                    <a:pt x="226418" y="89595"/>
                    <a:pt x="226347" y="89687"/>
                    <a:pt x="226262" y="89772"/>
                  </a:cubicBezTo>
                  <a:lnTo>
                    <a:pt x="291862" y="150603"/>
                  </a:lnTo>
                  <a:cubicBezTo>
                    <a:pt x="297396" y="147278"/>
                    <a:pt x="303723" y="145505"/>
                    <a:pt x="310179" y="145470"/>
                  </a:cubicBezTo>
                  <a:lnTo>
                    <a:pt x="310193" y="145506"/>
                  </a:lnTo>
                  <a:cubicBezTo>
                    <a:pt x="310195" y="145506"/>
                    <a:pt x="310197" y="145506"/>
                    <a:pt x="310200" y="145506"/>
                  </a:cubicBezTo>
                  <a:cubicBezTo>
                    <a:pt x="330275" y="145510"/>
                    <a:pt x="346545" y="161787"/>
                    <a:pt x="346542" y="181862"/>
                  </a:cubicBezTo>
                  <a:cubicBezTo>
                    <a:pt x="346538" y="201937"/>
                    <a:pt x="330261" y="218207"/>
                    <a:pt x="310186" y="218203"/>
                  </a:cubicBezTo>
                  <a:cubicBezTo>
                    <a:pt x="290111" y="218199"/>
                    <a:pt x="273840" y="201922"/>
                    <a:pt x="273844" y="181848"/>
                  </a:cubicBezTo>
                  <a:cubicBezTo>
                    <a:pt x="273873" y="175239"/>
                    <a:pt x="275723" y="168766"/>
                    <a:pt x="279190" y="163139"/>
                  </a:cubicBezTo>
                  <a:lnTo>
                    <a:pt x="216310" y="104829"/>
                  </a:lnTo>
                  <a:cubicBezTo>
                    <a:pt x="213537" y="111181"/>
                    <a:pt x="212591" y="118179"/>
                    <a:pt x="213576" y="125039"/>
                  </a:cubicBezTo>
                  <a:cubicBezTo>
                    <a:pt x="215938" y="141603"/>
                    <a:pt x="211185" y="158394"/>
                    <a:pt x="200491" y="171262"/>
                  </a:cubicBezTo>
                  <a:lnTo>
                    <a:pt x="172144" y="206756"/>
                  </a:lnTo>
                  <a:lnTo>
                    <a:pt x="145619" y="239959"/>
                  </a:lnTo>
                  <a:cubicBezTo>
                    <a:pt x="144874" y="240874"/>
                    <a:pt x="143951" y="241629"/>
                    <a:pt x="142907" y="242180"/>
                  </a:cubicBezTo>
                  <a:cubicBezTo>
                    <a:pt x="142822" y="242230"/>
                    <a:pt x="142743" y="242286"/>
                    <a:pt x="142651" y="242336"/>
                  </a:cubicBezTo>
                  <a:cubicBezTo>
                    <a:pt x="141637" y="242835"/>
                    <a:pt x="140538" y="243134"/>
                    <a:pt x="139412" y="243219"/>
                  </a:cubicBezTo>
                  <a:cubicBezTo>
                    <a:pt x="139326" y="243226"/>
                    <a:pt x="139248" y="243290"/>
                    <a:pt x="139163" y="243290"/>
                  </a:cubicBezTo>
                  <a:lnTo>
                    <a:pt x="138672" y="243290"/>
                  </a:lnTo>
                  <a:cubicBezTo>
                    <a:pt x="137591" y="243275"/>
                    <a:pt x="136522" y="243063"/>
                    <a:pt x="135518" y="242664"/>
                  </a:cubicBezTo>
                  <a:cubicBezTo>
                    <a:pt x="135184" y="242506"/>
                    <a:pt x="134861" y="242328"/>
                    <a:pt x="134550" y="242130"/>
                  </a:cubicBezTo>
                  <a:cubicBezTo>
                    <a:pt x="134051" y="241912"/>
                    <a:pt x="133574" y="241647"/>
                    <a:pt x="133126" y="241340"/>
                  </a:cubicBezTo>
                  <a:cubicBezTo>
                    <a:pt x="132991" y="241226"/>
                    <a:pt x="132934" y="241069"/>
                    <a:pt x="132806" y="240955"/>
                  </a:cubicBezTo>
                  <a:cubicBezTo>
                    <a:pt x="132677" y="240841"/>
                    <a:pt x="132507" y="240799"/>
                    <a:pt x="132386" y="240678"/>
                  </a:cubicBezTo>
                  <a:lnTo>
                    <a:pt x="102195" y="210487"/>
                  </a:lnTo>
                  <a:cubicBezTo>
                    <a:pt x="85056" y="222456"/>
                    <a:pt x="62268" y="222456"/>
                    <a:pt x="45129" y="210487"/>
                  </a:cubicBezTo>
                  <a:cubicBezTo>
                    <a:pt x="22566" y="194728"/>
                    <a:pt x="17049" y="163663"/>
                    <a:pt x="32807" y="141099"/>
                  </a:cubicBezTo>
                  <a:lnTo>
                    <a:pt x="2616" y="110908"/>
                  </a:lnTo>
                  <a:cubicBezTo>
                    <a:pt x="2384" y="110677"/>
                    <a:pt x="2165" y="110433"/>
                    <a:pt x="1960" y="110177"/>
                  </a:cubicBezTo>
                  <a:cubicBezTo>
                    <a:pt x="-1117" y="106345"/>
                    <a:pt x="-504" y="100744"/>
                    <a:pt x="3328" y="97667"/>
                  </a:cubicBezTo>
                  <a:lnTo>
                    <a:pt x="72039" y="42760"/>
                  </a:lnTo>
                  <a:cubicBezTo>
                    <a:pt x="84910" y="32072"/>
                    <a:pt x="101699" y="27322"/>
                    <a:pt x="118262" y="29682"/>
                  </a:cubicBezTo>
                  <a:cubicBezTo>
                    <a:pt x="131473" y="31223"/>
                    <a:pt x="144634" y="26426"/>
                    <a:pt x="153756" y="16747"/>
                  </a:cubicBezTo>
                  <a:cubicBezTo>
                    <a:pt x="162981" y="7320"/>
                    <a:pt x="175250" y="1468"/>
                    <a:pt x="188382" y="232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3" name="Group 282">
            <a:extLst>
              <a:ext uri="{FF2B5EF4-FFF2-40B4-BE49-F238E27FC236}">
                <a16:creationId xmlns:a16="http://schemas.microsoft.com/office/drawing/2014/main" id="{4A5A6465-8748-43A1-4F90-3013507C00A7}"/>
              </a:ext>
            </a:extLst>
          </p:cNvPr>
          <p:cNvGrpSpPr/>
          <p:nvPr/>
        </p:nvGrpSpPr>
        <p:grpSpPr>
          <a:xfrm>
            <a:off x="6882654" y="1353763"/>
            <a:ext cx="463807" cy="463807"/>
            <a:chOff x="6882654" y="1353763"/>
            <a:chExt cx="463807" cy="463807"/>
          </a:xfrm>
          <a:noFill/>
        </p:grpSpPr>
        <p:sp>
          <p:nvSpPr>
            <p:cNvPr id="84" name="Freeform: Shape 58">
              <a:extLst>
                <a:ext uri="{FF2B5EF4-FFF2-40B4-BE49-F238E27FC236}">
                  <a16:creationId xmlns:a16="http://schemas.microsoft.com/office/drawing/2014/main" id="{3BFCD61D-1572-A279-0E80-706CDD1D988F}"/>
                </a:ext>
              </a:extLst>
            </p:cNvPr>
            <p:cNvSpPr/>
            <p:nvPr/>
          </p:nvSpPr>
          <p:spPr>
            <a:xfrm>
              <a:off x="6916121" y="1496432"/>
              <a:ext cx="396876" cy="312242"/>
            </a:xfrm>
            <a:custGeom>
              <a:avLst/>
              <a:gdLst>
                <a:gd name="connsiteX0" fmla="*/ 233142 w 396875"/>
                <a:gd name="connsiteY0" fmla="*/ 89235 h 312241"/>
                <a:gd name="connsiteX1" fmla="*/ 396875 w 396875"/>
                <a:gd name="connsiteY1" fmla="*/ 89235 h 312241"/>
                <a:gd name="connsiteX2" fmla="*/ 396875 w 396875"/>
                <a:gd name="connsiteY2" fmla="*/ 200737 h 312241"/>
                <a:gd name="connsiteX3" fmla="*/ 396875 w 396875"/>
                <a:gd name="connsiteY3" fmla="*/ 200738 h 312241"/>
                <a:gd name="connsiteX4" fmla="*/ 396875 w 396875"/>
                <a:gd name="connsiteY4" fmla="*/ 312240 h 312241"/>
                <a:gd name="connsiteX5" fmla="*/ 233142 w 396875"/>
                <a:gd name="connsiteY5" fmla="*/ 312240 h 312241"/>
                <a:gd name="connsiteX6" fmla="*/ 233142 w 396875"/>
                <a:gd name="connsiteY6" fmla="*/ 200738 h 312241"/>
                <a:gd name="connsiteX7" fmla="*/ 233142 w 396875"/>
                <a:gd name="connsiteY7" fmla="*/ 200737 h 312241"/>
                <a:gd name="connsiteX8" fmla="*/ 0 w 396875"/>
                <a:gd name="connsiteY8" fmla="*/ 89235 h 312241"/>
                <a:gd name="connsiteX9" fmla="*/ 38214 w 396875"/>
                <a:gd name="connsiteY9" fmla="*/ 89235 h 312241"/>
                <a:gd name="connsiteX10" fmla="*/ 38214 w 396875"/>
                <a:gd name="connsiteY10" fmla="*/ 312241 h 312241"/>
                <a:gd name="connsiteX11" fmla="*/ 0 w 396875"/>
                <a:gd name="connsiteY11" fmla="*/ 312241 h 312241"/>
                <a:gd name="connsiteX12" fmla="*/ 114442 w 396875"/>
                <a:gd name="connsiteY12" fmla="*/ 0 h 312241"/>
                <a:gd name="connsiteX13" fmla="*/ 158935 w 396875"/>
                <a:gd name="connsiteY13" fmla="*/ 0 h 312241"/>
                <a:gd name="connsiteX14" fmla="*/ 158935 w 396875"/>
                <a:gd name="connsiteY14" fmla="*/ 34064 h 312241"/>
                <a:gd name="connsiteX15" fmla="*/ 114442 w 396875"/>
                <a:gd name="connsiteY15" fmla="*/ 34064 h 31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6875" h="312241">
                  <a:moveTo>
                    <a:pt x="233142" y="89235"/>
                  </a:moveTo>
                  <a:lnTo>
                    <a:pt x="396875" y="89235"/>
                  </a:lnTo>
                  <a:lnTo>
                    <a:pt x="396875" y="200737"/>
                  </a:lnTo>
                  <a:lnTo>
                    <a:pt x="396875" y="200738"/>
                  </a:lnTo>
                  <a:lnTo>
                    <a:pt x="396875" y="312240"/>
                  </a:lnTo>
                  <a:lnTo>
                    <a:pt x="233142" y="312240"/>
                  </a:lnTo>
                  <a:lnTo>
                    <a:pt x="233142" y="200738"/>
                  </a:lnTo>
                  <a:lnTo>
                    <a:pt x="233142" y="200737"/>
                  </a:lnTo>
                  <a:close/>
                  <a:moveTo>
                    <a:pt x="0" y="89235"/>
                  </a:moveTo>
                  <a:lnTo>
                    <a:pt x="38214" y="89235"/>
                  </a:lnTo>
                  <a:lnTo>
                    <a:pt x="38214" y="312241"/>
                  </a:lnTo>
                  <a:lnTo>
                    <a:pt x="0" y="312241"/>
                  </a:lnTo>
                  <a:close/>
                  <a:moveTo>
                    <a:pt x="114442" y="0"/>
                  </a:moveTo>
                  <a:lnTo>
                    <a:pt x="158935" y="0"/>
                  </a:lnTo>
                  <a:lnTo>
                    <a:pt x="158935" y="34064"/>
                  </a:lnTo>
                  <a:lnTo>
                    <a:pt x="114442" y="34064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" name="Freeform: Shape 59">
              <a:extLst>
                <a:ext uri="{FF2B5EF4-FFF2-40B4-BE49-F238E27FC236}">
                  <a16:creationId xmlns:a16="http://schemas.microsoft.com/office/drawing/2014/main" id="{77BC6684-BF36-8F01-8B53-2962998C93BE}"/>
                </a:ext>
              </a:extLst>
            </p:cNvPr>
            <p:cNvSpPr/>
            <p:nvPr/>
          </p:nvSpPr>
          <p:spPr>
            <a:xfrm>
              <a:off x="6882654" y="1353763"/>
              <a:ext cx="463807" cy="463807"/>
            </a:xfrm>
            <a:custGeom>
              <a:avLst/>
              <a:gdLst>
                <a:gd name="connsiteX0" fmla="*/ 332899 w 463806"/>
                <a:gd name="connsiteY0" fmla="*/ 390255 h 463806"/>
                <a:gd name="connsiteX1" fmla="*/ 364043 w 463806"/>
                <a:gd name="connsiteY1" fmla="*/ 390255 h 463806"/>
                <a:gd name="connsiteX2" fmla="*/ 372942 w 463806"/>
                <a:gd name="connsiteY2" fmla="*/ 399155 h 463806"/>
                <a:gd name="connsiteX3" fmla="*/ 364043 w 463806"/>
                <a:gd name="connsiteY3" fmla="*/ 408053 h 463806"/>
                <a:gd name="connsiteX4" fmla="*/ 332899 w 463806"/>
                <a:gd name="connsiteY4" fmla="*/ 408053 h 463806"/>
                <a:gd name="connsiteX5" fmla="*/ 324000 w 463806"/>
                <a:gd name="connsiteY5" fmla="*/ 399155 h 463806"/>
                <a:gd name="connsiteX6" fmla="*/ 332899 w 463806"/>
                <a:gd name="connsiteY6" fmla="*/ 390255 h 463806"/>
                <a:gd name="connsiteX7" fmla="*/ 275513 w 463806"/>
                <a:gd name="connsiteY7" fmla="*/ 352304 h 463806"/>
                <a:gd name="connsiteX8" fmla="*/ 275513 w 463806"/>
                <a:gd name="connsiteY8" fmla="*/ 446009 h 463806"/>
                <a:gd name="connsiteX9" fmla="*/ 421449 w 463806"/>
                <a:gd name="connsiteY9" fmla="*/ 446009 h 463806"/>
                <a:gd name="connsiteX10" fmla="*/ 421449 w 463806"/>
                <a:gd name="connsiteY10" fmla="*/ 352304 h 463806"/>
                <a:gd name="connsiteX11" fmla="*/ 332899 w 463806"/>
                <a:gd name="connsiteY11" fmla="*/ 278753 h 463806"/>
                <a:gd name="connsiteX12" fmla="*/ 364043 w 463806"/>
                <a:gd name="connsiteY12" fmla="*/ 278753 h 463806"/>
                <a:gd name="connsiteX13" fmla="*/ 372942 w 463806"/>
                <a:gd name="connsiteY13" fmla="*/ 287653 h 463806"/>
                <a:gd name="connsiteX14" fmla="*/ 364043 w 463806"/>
                <a:gd name="connsiteY14" fmla="*/ 296551 h 463806"/>
                <a:gd name="connsiteX15" fmla="*/ 332899 w 463806"/>
                <a:gd name="connsiteY15" fmla="*/ 296551 h 463806"/>
                <a:gd name="connsiteX16" fmla="*/ 324000 w 463806"/>
                <a:gd name="connsiteY16" fmla="*/ 287653 h 463806"/>
                <a:gd name="connsiteX17" fmla="*/ 332899 w 463806"/>
                <a:gd name="connsiteY17" fmla="*/ 278753 h 463806"/>
                <a:gd name="connsiteX18" fmla="*/ 17797 w 463806"/>
                <a:gd name="connsiteY18" fmla="*/ 185631 h 463806"/>
                <a:gd name="connsiteX19" fmla="*/ 17797 w 463806"/>
                <a:gd name="connsiteY19" fmla="*/ 223005 h 463806"/>
                <a:gd name="connsiteX20" fmla="*/ 446009 w 463806"/>
                <a:gd name="connsiteY20" fmla="*/ 223005 h 463806"/>
                <a:gd name="connsiteX21" fmla="*/ 446009 w 463806"/>
                <a:gd name="connsiteY21" fmla="*/ 185631 h 463806"/>
                <a:gd name="connsiteX22" fmla="*/ 156814 w 463806"/>
                <a:gd name="connsiteY22" fmla="*/ 151567 h 463806"/>
                <a:gd name="connsiteX23" fmla="*/ 156799 w 463806"/>
                <a:gd name="connsiteY23" fmla="*/ 167834 h 463806"/>
                <a:gd name="connsiteX24" fmla="*/ 183495 w 463806"/>
                <a:gd name="connsiteY24" fmla="*/ 167834 h 463806"/>
                <a:gd name="connsiteX25" fmla="*/ 183495 w 463806"/>
                <a:gd name="connsiteY25" fmla="*/ 151567 h 463806"/>
                <a:gd name="connsiteX26" fmla="*/ 79688 w 463806"/>
                <a:gd name="connsiteY26" fmla="*/ 17797 h 463806"/>
                <a:gd name="connsiteX27" fmla="*/ 79688 w 463806"/>
                <a:gd name="connsiteY27" fmla="*/ 133770 h 463806"/>
                <a:gd name="connsiteX28" fmla="*/ 260628 w 463806"/>
                <a:gd name="connsiteY28" fmla="*/ 133770 h 463806"/>
                <a:gd name="connsiteX29" fmla="*/ 260628 w 463806"/>
                <a:gd name="connsiteY29" fmla="*/ 17797 h 463806"/>
                <a:gd name="connsiteX30" fmla="*/ 70790 w 463806"/>
                <a:gd name="connsiteY30" fmla="*/ 0 h 463806"/>
                <a:gd name="connsiteX31" fmla="*/ 269512 w 463806"/>
                <a:gd name="connsiteY31" fmla="*/ 0 h 463806"/>
                <a:gd name="connsiteX32" fmla="*/ 278411 w 463806"/>
                <a:gd name="connsiteY32" fmla="*/ 8899 h 463806"/>
                <a:gd name="connsiteX33" fmla="*/ 278411 w 463806"/>
                <a:gd name="connsiteY33" fmla="*/ 142669 h 463806"/>
                <a:gd name="connsiteX34" fmla="*/ 269512 w 463806"/>
                <a:gd name="connsiteY34" fmla="*/ 151567 h 463806"/>
                <a:gd name="connsiteX35" fmla="*/ 201292 w 463806"/>
                <a:gd name="connsiteY35" fmla="*/ 151567 h 463806"/>
                <a:gd name="connsiteX36" fmla="*/ 201292 w 463806"/>
                <a:gd name="connsiteY36" fmla="*/ 167834 h 463806"/>
                <a:gd name="connsiteX37" fmla="*/ 454908 w 463806"/>
                <a:gd name="connsiteY37" fmla="*/ 167834 h 463806"/>
                <a:gd name="connsiteX38" fmla="*/ 463806 w 463806"/>
                <a:gd name="connsiteY38" fmla="*/ 176732 h 463806"/>
                <a:gd name="connsiteX39" fmla="*/ 463806 w 463806"/>
                <a:gd name="connsiteY39" fmla="*/ 231903 h 463806"/>
                <a:gd name="connsiteX40" fmla="*/ 463806 w 463806"/>
                <a:gd name="connsiteY40" fmla="*/ 231910 h 463806"/>
                <a:gd name="connsiteX41" fmla="*/ 454901 w 463806"/>
                <a:gd name="connsiteY41" fmla="*/ 240802 h 463806"/>
                <a:gd name="connsiteX42" fmla="*/ 275506 w 463806"/>
                <a:gd name="connsiteY42" fmla="*/ 240802 h 463806"/>
                <a:gd name="connsiteX43" fmla="*/ 275506 w 463806"/>
                <a:gd name="connsiteY43" fmla="*/ 334507 h 463806"/>
                <a:gd name="connsiteX44" fmla="*/ 421442 w 463806"/>
                <a:gd name="connsiteY44" fmla="*/ 334507 h 463806"/>
                <a:gd name="connsiteX45" fmla="*/ 421442 w 463806"/>
                <a:gd name="connsiteY45" fmla="*/ 268686 h 463806"/>
                <a:gd name="connsiteX46" fmla="*/ 430341 w 463806"/>
                <a:gd name="connsiteY46" fmla="*/ 259788 h 463806"/>
                <a:gd name="connsiteX47" fmla="*/ 439239 w 463806"/>
                <a:gd name="connsiteY47" fmla="*/ 268686 h 463806"/>
                <a:gd name="connsiteX48" fmla="*/ 439239 w 463806"/>
                <a:gd name="connsiteY48" fmla="*/ 454908 h 463806"/>
                <a:gd name="connsiteX49" fmla="*/ 430341 w 463806"/>
                <a:gd name="connsiteY49" fmla="*/ 463806 h 463806"/>
                <a:gd name="connsiteX50" fmla="*/ 266608 w 463806"/>
                <a:gd name="connsiteY50" fmla="*/ 463806 h 463806"/>
                <a:gd name="connsiteX51" fmla="*/ 257709 w 463806"/>
                <a:gd name="connsiteY51" fmla="*/ 454908 h 463806"/>
                <a:gd name="connsiteX52" fmla="*/ 257709 w 463806"/>
                <a:gd name="connsiteY52" fmla="*/ 240802 h 463806"/>
                <a:gd name="connsiteX53" fmla="*/ 42364 w 463806"/>
                <a:gd name="connsiteY53" fmla="*/ 240802 h 463806"/>
                <a:gd name="connsiteX54" fmla="*/ 42364 w 463806"/>
                <a:gd name="connsiteY54" fmla="*/ 446009 h 463806"/>
                <a:gd name="connsiteX55" fmla="*/ 62774 w 463806"/>
                <a:gd name="connsiteY55" fmla="*/ 446009 h 463806"/>
                <a:gd name="connsiteX56" fmla="*/ 62774 w 463806"/>
                <a:gd name="connsiteY56" fmla="*/ 274616 h 463806"/>
                <a:gd name="connsiteX57" fmla="*/ 71672 w 463806"/>
                <a:gd name="connsiteY57" fmla="*/ 265718 h 463806"/>
                <a:gd name="connsiteX58" fmla="*/ 80571 w 463806"/>
                <a:gd name="connsiteY58" fmla="*/ 274616 h 463806"/>
                <a:gd name="connsiteX59" fmla="*/ 80571 w 463806"/>
                <a:gd name="connsiteY59" fmla="*/ 454908 h 463806"/>
                <a:gd name="connsiteX60" fmla="*/ 71672 w 463806"/>
                <a:gd name="connsiteY60" fmla="*/ 463806 h 463806"/>
                <a:gd name="connsiteX61" fmla="*/ 33459 w 463806"/>
                <a:gd name="connsiteY61" fmla="*/ 463806 h 463806"/>
                <a:gd name="connsiteX62" fmla="*/ 24560 w 463806"/>
                <a:gd name="connsiteY62" fmla="*/ 454908 h 463806"/>
                <a:gd name="connsiteX63" fmla="*/ 24560 w 463806"/>
                <a:gd name="connsiteY63" fmla="*/ 240802 h 463806"/>
                <a:gd name="connsiteX64" fmla="*/ 8899 w 463806"/>
                <a:gd name="connsiteY64" fmla="*/ 240802 h 463806"/>
                <a:gd name="connsiteX65" fmla="*/ 0 w 463806"/>
                <a:gd name="connsiteY65" fmla="*/ 231903 h 463806"/>
                <a:gd name="connsiteX66" fmla="*/ 0 w 463806"/>
                <a:gd name="connsiteY66" fmla="*/ 176732 h 463806"/>
                <a:gd name="connsiteX67" fmla="*/ 8899 w 463806"/>
                <a:gd name="connsiteY67" fmla="*/ 167834 h 463806"/>
                <a:gd name="connsiteX68" fmla="*/ 139010 w 463806"/>
                <a:gd name="connsiteY68" fmla="*/ 167834 h 463806"/>
                <a:gd name="connsiteX69" fmla="*/ 139010 w 463806"/>
                <a:gd name="connsiteY69" fmla="*/ 151567 h 463806"/>
                <a:gd name="connsiteX70" fmla="*/ 70790 w 463806"/>
                <a:gd name="connsiteY70" fmla="*/ 151567 h 463806"/>
                <a:gd name="connsiteX71" fmla="*/ 61891 w 463806"/>
                <a:gd name="connsiteY71" fmla="*/ 142669 h 463806"/>
                <a:gd name="connsiteX72" fmla="*/ 61891 w 463806"/>
                <a:gd name="connsiteY72" fmla="*/ 8899 h 463806"/>
                <a:gd name="connsiteX73" fmla="*/ 70790 w 463806"/>
                <a:gd name="connsiteY73" fmla="*/ 0 h 46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63806" h="463806">
                  <a:moveTo>
                    <a:pt x="332899" y="390255"/>
                  </a:moveTo>
                  <a:lnTo>
                    <a:pt x="364043" y="390255"/>
                  </a:lnTo>
                  <a:cubicBezTo>
                    <a:pt x="368958" y="390255"/>
                    <a:pt x="372942" y="394239"/>
                    <a:pt x="372942" y="399155"/>
                  </a:cubicBezTo>
                  <a:cubicBezTo>
                    <a:pt x="372942" y="404069"/>
                    <a:pt x="368958" y="408053"/>
                    <a:pt x="364043" y="408053"/>
                  </a:cubicBezTo>
                  <a:lnTo>
                    <a:pt x="332899" y="408053"/>
                  </a:lnTo>
                  <a:cubicBezTo>
                    <a:pt x="327984" y="408053"/>
                    <a:pt x="324000" y="404069"/>
                    <a:pt x="324000" y="399155"/>
                  </a:cubicBezTo>
                  <a:cubicBezTo>
                    <a:pt x="324000" y="394239"/>
                    <a:pt x="327984" y="390255"/>
                    <a:pt x="332899" y="390255"/>
                  </a:cubicBezTo>
                  <a:close/>
                  <a:moveTo>
                    <a:pt x="275513" y="352304"/>
                  </a:moveTo>
                  <a:lnTo>
                    <a:pt x="275513" y="446009"/>
                  </a:lnTo>
                  <a:lnTo>
                    <a:pt x="421449" y="446009"/>
                  </a:lnTo>
                  <a:lnTo>
                    <a:pt x="421449" y="352304"/>
                  </a:lnTo>
                  <a:close/>
                  <a:moveTo>
                    <a:pt x="332899" y="278753"/>
                  </a:moveTo>
                  <a:lnTo>
                    <a:pt x="364043" y="278753"/>
                  </a:lnTo>
                  <a:cubicBezTo>
                    <a:pt x="368958" y="278753"/>
                    <a:pt x="372942" y="282737"/>
                    <a:pt x="372942" y="287653"/>
                  </a:cubicBezTo>
                  <a:cubicBezTo>
                    <a:pt x="372942" y="292567"/>
                    <a:pt x="368958" y="296551"/>
                    <a:pt x="364043" y="296551"/>
                  </a:cubicBezTo>
                  <a:lnTo>
                    <a:pt x="332899" y="296551"/>
                  </a:lnTo>
                  <a:cubicBezTo>
                    <a:pt x="327984" y="296551"/>
                    <a:pt x="324000" y="292567"/>
                    <a:pt x="324000" y="287653"/>
                  </a:cubicBezTo>
                  <a:cubicBezTo>
                    <a:pt x="324000" y="282737"/>
                    <a:pt x="327984" y="278753"/>
                    <a:pt x="332899" y="278753"/>
                  </a:cubicBezTo>
                  <a:close/>
                  <a:moveTo>
                    <a:pt x="17797" y="185631"/>
                  </a:moveTo>
                  <a:lnTo>
                    <a:pt x="17797" y="223005"/>
                  </a:lnTo>
                  <a:lnTo>
                    <a:pt x="446009" y="223005"/>
                  </a:lnTo>
                  <a:lnTo>
                    <a:pt x="446009" y="185631"/>
                  </a:lnTo>
                  <a:close/>
                  <a:moveTo>
                    <a:pt x="156814" y="151567"/>
                  </a:moveTo>
                  <a:lnTo>
                    <a:pt x="156799" y="167834"/>
                  </a:lnTo>
                  <a:lnTo>
                    <a:pt x="183495" y="167834"/>
                  </a:lnTo>
                  <a:lnTo>
                    <a:pt x="183495" y="151567"/>
                  </a:lnTo>
                  <a:close/>
                  <a:moveTo>
                    <a:pt x="79688" y="17797"/>
                  </a:moveTo>
                  <a:lnTo>
                    <a:pt x="79688" y="133770"/>
                  </a:lnTo>
                  <a:lnTo>
                    <a:pt x="260628" y="133770"/>
                  </a:lnTo>
                  <a:lnTo>
                    <a:pt x="260628" y="17797"/>
                  </a:lnTo>
                  <a:close/>
                  <a:moveTo>
                    <a:pt x="70790" y="0"/>
                  </a:moveTo>
                  <a:lnTo>
                    <a:pt x="269512" y="0"/>
                  </a:lnTo>
                  <a:cubicBezTo>
                    <a:pt x="274427" y="0"/>
                    <a:pt x="278411" y="3984"/>
                    <a:pt x="278411" y="8899"/>
                  </a:cubicBezTo>
                  <a:lnTo>
                    <a:pt x="278411" y="142669"/>
                  </a:lnTo>
                  <a:cubicBezTo>
                    <a:pt x="278411" y="147583"/>
                    <a:pt x="274427" y="151567"/>
                    <a:pt x="269512" y="151567"/>
                  </a:cubicBezTo>
                  <a:lnTo>
                    <a:pt x="201292" y="151567"/>
                  </a:lnTo>
                  <a:lnTo>
                    <a:pt x="201292" y="167834"/>
                  </a:lnTo>
                  <a:lnTo>
                    <a:pt x="454908" y="167834"/>
                  </a:lnTo>
                  <a:cubicBezTo>
                    <a:pt x="459822" y="167834"/>
                    <a:pt x="463806" y="171818"/>
                    <a:pt x="463806" y="176732"/>
                  </a:cubicBezTo>
                  <a:lnTo>
                    <a:pt x="463806" y="231903"/>
                  </a:lnTo>
                  <a:cubicBezTo>
                    <a:pt x="463806" y="231906"/>
                    <a:pt x="463806" y="231908"/>
                    <a:pt x="463806" y="231910"/>
                  </a:cubicBezTo>
                  <a:cubicBezTo>
                    <a:pt x="463802" y="236825"/>
                    <a:pt x="459815" y="240806"/>
                    <a:pt x="454901" y="240802"/>
                  </a:cubicBezTo>
                  <a:lnTo>
                    <a:pt x="275506" y="240802"/>
                  </a:lnTo>
                  <a:lnTo>
                    <a:pt x="275506" y="334507"/>
                  </a:lnTo>
                  <a:lnTo>
                    <a:pt x="421442" y="334507"/>
                  </a:lnTo>
                  <a:lnTo>
                    <a:pt x="421442" y="268686"/>
                  </a:lnTo>
                  <a:cubicBezTo>
                    <a:pt x="421442" y="263772"/>
                    <a:pt x="425426" y="259788"/>
                    <a:pt x="430341" y="259788"/>
                  </a:cubicBezTo>
                  <a:cubicBezTo>
                    <a:pt x="435255" y="259788"/>
                    <a:pt x="439239" y="263772"/>
                    <a:pt x="439239" y="268686"/>
                  </a:cubicBezTo>
                  <a:lnTo>
                    <a:pt x="439239" y="454908"/>
                  </a:lnTo>
                  <a:cubicBezTo>
                    <a:pt x="439239" y="459822"/>
                    <a:pt x="435255" y="463806"/>
                    <a:pt x="430341" y="463806"/>
                  </a:cubicBezTo>
                  <a:lnTo>
                    <a:pt x="266608" y="463806"/>
                  </a:lnTo>
                  <a:cubicBezTo>
                    <a:pt x="261693" y="463806"/>
                    <a:pt x="257709" y="459822"/>
                    <a:pt x="257709" y="454908"/>
                  </a:cubicBezTo>
                  <a:lnTo>
                    <a:pt x="257709" y="240802"/>
                  </a:lnTo>
                  <a:lnTo>
                    <a:pt x="42364" y="240802"/>
                  </a:lnTo>
                  <a:lnTo>
                    <a:pt x="42364" y="446009"/>
                  </a:lnTo>
                  <a:lnTo>
                    <a:pt x="62774" y="446009"/>
                  </a:lnTo>
                  <a:lnTo>
                    <a:pt x="62774" y="274616"/>
                  </a:lnTo>
                  <a:cubicBezTo>
                    <a:pt x="62774" y="269702"/>
                    <a:pt x="66758" y="265718"/>
                    <a:pt x="71672" y="265718"/>
                  </a:cubicBezTo>
                  <a:cubicBezTo>
                    <a:pt x="76587" y="265718"/>
                    <a:pt x="80571" y="269702"/>
                    <a:pt x="80571" y="274616"/>
                  </a:cubicBezTo>
                  <a:lnTo>
                    <a:pt x="80571" y="454908"/>
                  </a:lnTo>
                  <a:cubicBezTo>
                    <a:pt x="80571" y="459822"/>
                    <a:pt x="76587" y="463806"/>
                    <a:pt x="71672" y="463806"/>
                  </a:cubicBezTo>
                  <a:lnTo>
                    <a:pt x="33459" y="463806"/>
                  </a:lnTo>
                  <a:cubicBezTo>
                    <a:pt x="28544" y="463806"/>
                    <a:pt x="24560" y="459822"/>
                    <a:pt x="24560" y="454908"/>
                  </a:cubicBezTo>
                  <a:lnTo>
                    <a:pt x="24560" y="240802"/>
                  </a:lnTo>
                  <a:lnTo>
                    <a:pt x="8899" y="240802"/>
                  </a:lnTo>
                  <a:cubicBezTo>
                    <a:pt x="3984" y="240802"/>
                    <a:pt x="0" y="236818"/>
                    <a:pt x="0" y="231903"/>
                  </a:cubicBezTo>
                  <a:lnTo>
                    <a:pt x="0" y="176732"/>
                  </a:lnTo>
                  <a:cubicBezTo>
                    <a:pt x="0" y="171818"/>
                    <a:pt x="3984" y="167834"/>
                    <a:pt x="8899" y="167834"/>
                  </a:cubicBezTo>
                  <a:lnTo>
                    <a:pt x="139010" y="167834"/>
                  </a:lnTo>
                  <a:lnTo>
                    <a:pt x="139010" y="151567"/>
                  </a:lnTo>
                  <a:lnTo>
                    <a:pt x="70790" y="151567"/>
                  </a:lnTo>
                  <a:cubicBezTo>
                    <a:pt x="65875" y="151567"/>
                    <a:pt x="61891" y="147583"/>
                    <a:pt x="61891" y="142669"/>
                  </a:cubicBezTo>
                  <a:lnTo>
                    <a:pt x="61891" y="8899"/>
                  </a:lnTo>
                  <a:cubicBezTo>
                    <a:pt x="61891" y="3984"/>
                    <a:pt x="65875" y="0"/>
                    <a:pt x="70790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6" name="Group 281">
            <a:extLst>
              <a:ext uri="{FF2B5EF4-FFF2-40B4-BE49-F238E27FC236}">
                <a16:creationId xmlns:a16="http://schemas.microsoft.com/office/drawing/2014/main" id="{DCAEFC5E-5EB7-B32D-3BB8-25E9BE7AEB89}"/>
              </a:ext>
            </a:extLst>
          </p:cNvPr>
          <p:cNvGrpSpPr/>
          <p:nvPr/>
        </p:nvGrpSpPr>
        <p:grpSpPr>
          <a:xfrm>
            <a:off x="5865274" y="1354301"/>
            <a:ext cx="463863" cy="462723"/>
            <a:chOff x="5865274" y="1354301"/>
            <a:chExt cx="463863" cy="462723"/>
          </a:xfrm>
          <a:noFill/>
        </p:grpSpPr>
        <p:sp>
          <p:nvSpPr>
            <p:cNvPr id="87" name="Freeform: Shape 61">
              <a:extLst>
                <a:ext uri="{FF2B5EF4-FFF2-40B4-BE49-F238E27FC236}">
                  <a16:creationId xmlns:a16="http://schemas.microsoft.com/office/drawing/2014/main" id="{AFCA3DEC-F8DA-76DB-48E4-D0E1B3E453A7}"/>
                </a:ext>
              </a:extLst>
            </p:cNvPr>
            <p:cNvSpPr/>
            <p:nvPr/>
          </p:nvSpPr>
          <p:spPr>
            <a:xfrm>
              <a:off x="5874235" y="1408406"/>
              <a:ext cx="398656" cy="398656"/>
            </a:xfrm>
            <a:custGeom>
              <a:avLst/>
              <a:gdLst>
                <a:gd name="connsiteX0" fmla="*/ 199833 w 398654"/>
                <a:gd name="connsiteY0" fmla="*/ 0 h 398654"/>
                <a:gd name="connsiteX1" fmla="*/ 0 w 398654"/>
                <a:gd name="connsiteY1" fmla="*/ 199847 h 398654"/>
                <a:gd name="connsiteX2" fmla="*/ 199847 w 398654"/>
                <a:gd name="connsiteY2" fmla="*/ 399680 h 398654"/>
                <a:gd name="connsiteX3" fmla="*/ 399680 w 398654"/>
                <a:gd name="connsiteY3" fmla="*/ 199861 h 398654"/>
                <a:gd name="connsiteX4" fmla="*/ 199833 w 398654"/>
                <a:gd name="connsiteY4" fmla="*/ 199861 h 39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654" h="398654">
                  <a:moveTo>
                    <a:pt x="199833" y="0"/>
                  </a:moveTo>
                  <a:cubicBezTo>
                    <a:pt x="89464" y="4"/>
                    <a:pt x="-4" y="89479"/>
                    <a:pt x="0" y="199847"/>
                  </a:cubicBezTo>
                  <a:cubicBezTo>
                    <a:pt x="4" y="310216"/>
                    <a:pt x="89479" y="399684"/>
                    <a:pt x="199847" y="399680"/>
                  </a:cubicBezTo>
                  <a:cubicBezTo>
                    <a:pt x="310205" y="399676"/>
                    <a:pt x="399668" y="310219"/>
                    <a:pt x="399680" y="199861"/>
                  </a:cubicBezTo>
                  <a:lnTo>
                    <a:pt x="199833" y="199861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" name="Freeform: Shape 62">
              <a:extLst>
                <a:ext uri="{FF2B5EF4-FFF2-40B4-BE49-F238E27FC236}">
                  <a16:creationId xmlns:a16="http://schemas.microsoft.com/office/drawing/2014/main" id="{31214336-A6B5-971B-FFC3-13E09B942676}"/>
                </a:ext>
              </a:extLst>
            </p:cNvPr>
            <p:cNvSpPr/>
            <p:nvPr/>
          </p:nvSpPr>
          <p:spPr>
            <a:xfrm>
              <a:off x="5865274" y="1354301"/>
              <a:ext cx="463863" cy="462723"/>
            </a:xfrm>
            <a:custGeom>
              <a:avLst/>
              <a:gdLst>
                <a:gd name="connsiteX0" fmla="*/ 208822 w 463862"/>
                <a:gd name="connsiteY0" fmla="*/ 45207 h 462722"/>
                <a:gd name="connsiteX1" fmla="*/ 217721 w 463862"/>
                <a:gd name="connsiteY1" fmla="*/ 54106 h 462722"/>
                <a:gd name="connsiteX2" fmla="*/ 217721 w 463862"/>
                <a:gd name="connsiteY2" fmla="*/ 245068 h 462722"/>
                <a:gd name="connsiteX3" fmla="*/ 408634 w 463862"/>
                <a:gd name="connsiteY3" fmla="*/ 245068 h 462722"/>
                <a:gd name="connsiteX4" fmla="*/ 417532 w 463862"/>
                <a:gd name="connsiteY4" fmla="*/ 253967 h 462722"/>
                <a:gd name="connsiteX5" fmla="*/ 385035 w 463862"/>
                <a:gd name="connsiteY5" fmla="*/ 365799 h 462722"/>
                <a:gd name="connsiteX6" fmla="*/ 96923 w 463862"/>
                <a:gd name="connsiteY6" fmla="*/ 430199 h 462722"/>
                <a:gd name="connsiteX7" fmla="*/ 32524 w 463862"/>
                <a:gd name="connsiteY7" fmla="*/ 142087 h 462722"/>
                <a:gd name="connsiteX8" fmla="*/ 32761 w 463862"/>
                <a:gd name="connsiteY8" fmla="*/ 141715 h 462722"/>
                <a:gd name="connsiteX9" fmla="*/ 45108 w 463862"/>
                <a:gd name="connsiteY9" fmla="*/ 139286 h 462722"/>
                <a:gd name="connsiteX10" fmla="*/ 47538 w 463862"/>
                <a:gd name="connsiteY10" fmla="*/ 151634 h 462722"/>
                <a:gd name="connsiteX11" fmla="*/ 18061 w 463862"/>
                <a:gd name="connsiteY11" fmla="*/ 244915 h 462722"/>
                <a:gd name="connsiteX12" fmla="*/ 199823 w 463862"/>
                <a:gd name="connsiteY12" fmla="*/ 444628 h 462722"/>
                <a:gd name="connsiteX13" fmla="*/ 399536 w 463862"/>
                <a:gd name="connsiteY13" fmla="*/ 262865 h 462722"/>
                <a:gd name="connsiteX14" fmla="*/ 208822 w 463862"/>
                <a:gd name="connsiteY14" fmla="*/ 262865 h 462722"/>
                <a:gd name="connsiteX15" fmla="*/ 199924 w 463862"/>
                <a:gd name="connsiteY15" fmla="*/ 253967 h 462722"/>
                <a:gd name="connsiteX16" fmla="*/ 199924 w 463862"/>
                <a:gd name="connsiteY16" fmla="*/ 63232 h 462722"/>
                <a:gd name="connsiteX17" fmla="*/ 87090 w 463862"/>
                <a:gd name="connsiteY17" fmla="*/ 106842 h 462722"/>
                <a:gd name="connsiteX18" fmla="*/ 74543 w 463862"/>
                <a:gd name="connsiteY18" fmla="*/ 105685 h 462722"/>
                <a:gd name="connsiteX19" fmla="*/ 75700 w 463862"/>
                <a:gd name="connsiteY19" fmla="*/ 93138 h 462722"/>
                <a:gd name="connsiteX20" fmla="*/ 208822 w 463862"/>
                <a:gd name="connsiteY20" fmla="*/ 45207 h 462722"/>
                <a:gd name="connsiteX21" fmla="*/ 255123 w 463862"/>
                <a:gd name="connsiteY21" fmla="*/ 2 h 462722"/>
                <a:gd name="connsiteX22" fmla="*/ 458708 w 463862"/>
                <a:gd name="connsiteY22" fmla="*/ 162497 h 462722"/>
                <a:gd name="connsiteX23" fmla="*/ 458833 w 463862"/>
                <a:gd name="connsiteY23" fmla="*/ 163049 h 462722"/>
                <a:gd name="connsiteX24" fmla="*/ 451784 w 463862"/>
                <a:gd name="connsiteY24" fmla="*/ 173475 h 462722"/>
                <a:gd name="connsiteX25" fmla="*/ 441359 w 463862"/>
                <a:gd name="connsiteY25" fmla="*/ 166427 h 462722"/>
                <a:gd name="connsiteX26" fmla="*/ 263993 w 463862"/>
                <a:gd name="connsiteY26" fmla="*/ 18020 h 462722"/>
                <a:gd name="connsiteX27" fmla="*/ 263993 w 463862"/>
                <a:gd name="connsiteY27" fmla="*/ 199864 h 462722"/>
                <a:gd name="connsiteX28" fmla="*/ 454963 w 463862"/>
                <a:gd name="connsiteY28" fmla="*/ 199864 h 462722"/>
                <a:gd name="connsiteX29" fmla="*/ 463862 w 463862"/>
                <a:gd name="connsiteY29" fmla="*/ 208762 h 462722"/>
                <a:gd name="connsiteX30" fmla="*/ 454963 w 463862"/>
                <a:gd name="connsiteY30" fmla="*/ 217661 h 462722"/>
                <a:gd name="connsiteX31" fmla="*/ 255095 w 463862"/>
                <a:gd name="connsiteY31" fmla="*/ 217661 h 462722"/>
                <a:gd name="connsiteX32" fmla="*/ 246196 w 463862"/>
                <a:gd name="connsiteY32" fmla="*/ 208762 h 462722"/>
                <a:gd name="connsiteX33" fmla="*/ 246196 w 463862"/>
                <a:gd name="connsiteY33" fmla="*/ 8915 h 462722"/>
                <a:gd name="connsiteX34" fmla="*/ 246196 w 463862"/>
                <a:gd name="connsiteY34" fmla="*/ 8872 h 462722"/>
                <a:gd name="connsiteX35" fmla="*/ 255123 w 463862"/>
                <a:gd name="connsiteY35" fmla="*/ 2 h 46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63862" h="462722">
                  <a:moveTo>
                    <a:pt x="208822" y="45207"/>
                  </a:moveTo>
                  <a:cubicBezTo>
                    <a:pt x="213737" y="45207"/>
                    <a:pt x="217721" y="49191"/>
                    <a:pt x="217721" y="54106"/>
                  </a:cubicBezTo>
                  <a:lnTo>
                    <a:pt x="217721" y="245068"/>
                  </a:lnTo>
                  <a:lnTo>
                    <a:pt x="408634" y="245068"/>
                  </a:lnTo>
                  <a:cubicBezTo>
                    <a:pt x="413548" y="245068"/>
                    <a:pt x="417532" y="249052"/>
                    <a:pt x="417532" y="253967"/>
                  </a:cubicBezTo>
                  <a:cubicBezTo>
                    <a:pt x="417528" y="293572"/>
                    <a:pt x="406256" y="332359"/>
                    <a:pt x="385035" y="365799"/>
                  </a:cubicBezTo>
                  <a:cubicBezTo>
                    <a:pt x="323258" y="463143"/>
                    <a:pt x="194266" y="491975"/>
                    <a:pt x="96923" y="430199"/>
                  </a:cubicBezTo>
                  <a:cubicBezTo>
                    <a:pt x="-420" y="368422"/>
                    <a:pt x="-29252" y="239430"/>
                    <a:pt x="32524" y="142087"/>
                  </a:cubicBezTo>
                  <a:cubicBezTo>
                    <a:pt x="32600" y="141961"/>
                    <a:pt x="32679" y="141837"/>
                    <a:pt x="32761" y="141715"/>
                  </a:cubicBezTo>
                  <a:cubicBezTo>
                    <a:pt x="35500" y="137635"/>
                    <a:pt x="41028" y="136547"/>
                    <a:pt x="45108" y="139286"/>
                  </a:cubicBezTo>
                  <a:cubicBezTo>
                    <a:pt x="49189" y="142025"/>
                    <a:pt x="50277" y="147553"/>
                    <a:pt x="47538" y="151634"/>
                  </a:cubicBezTo>
                  <a:cubicBezTo>
                    <a:pt x="29779" y="179640"/>
                    <a:pt x="19619" y="211789"/>
                    <a:pt x="18061" y="244915"/>
                  </a:cubicBezTo>
                  <a:cubicBezTo>
                    <a:pt x="13104" y="350256"/>
                    <a:pt x="94482" y="439671"/>
                    <a:pt x="199823" y="444628"/>
                  </a:cubicBezTo>
                  <a:cubicBezTo>
                    <a:pt x="305164" y="449585"/>
                    <a:pt x="394579" y="368207"/>
                    <a:pt x="399536" y="262865"/>
                  </a:cubicBezTo>
                  <a:lnTo>
                    <a:pt x="208822" y="262865"/>
                  </a:lnTo>
                  <a:cubicBezTo>
                    <a:pt x="203908" y="262865"/>
                    <a:pt x="199924" y="258881"/>
                    <a:pt x="199924" y="253967"/>
                  </a:cubicBezTo>
                  <a:lnTo>
                    <a:pt x="199924" y="63232"/>
                  </a:lnTo>
                  <a:cubicBezTo>
                    <a:pt x="158584" y="65175"/>
                    <a:pt x="118991" y="80478"/>
                    <a:pt x="87090" y="106842"/>
                  </a:cubicBezTo>
                  <a:cubicBezTo>
                    <a:pt x="83306" y="109987"/>
                    <a:pt x="77688" y="109469"/>
                    <a:pt x="74543" y="105685"/>
                  </a:cubicBezTo>
                  <a:cubicBezTo>
                    <a:pt x="71398" y="101901"/>
                    <a:pt x="71916" y="96283"/>
                    <a:pt x="75700" y="93138"/>
                  </a:cubicBezTo>
                  <a:cubicBezTo>
                    <a:pt x="113155" y="62175"/>
                    <a:pt x="160226" y="45227"/>
                    <a:pt x="208822" y="45207"/>
                  </a:cubicBezTo>
                  <a:close/>
                  <a:moveTo>
                    <a:pt x="255123" y="2"/>
                  </a:moveTo>
                  <a:cubicBezTo>
                    <a:pt x="352760" y="-466"/>
                    <a:pt x="437519" y="67186"/>
                    <a:pt x="458708" y="162497"/>
                  </a:cubicBezTo>
                  <a:cubicBezTo>
                    <a:pt x="458755" y="162680"/>
                    <a:pt x="458797" y="162864"/>
                    <a:pt x="458833" y="163049"/>
                  </a:cubicBezTo>
                  <a:cubicBezTo>
                    <a:pt x="459765" y="167874"/>
                    <a:pt x="456610" y="172542"/>
                    <a:pt x="451784" y="173475"/>
                  </a:cubicBezTo>
                  <a:cubicBezTo>
                    <a:pt x="446959" y="174407"/>
                    <a:pt x="442292" y="171252"/>
                    <a:pt x="441359" y="166427"/>
                  </a:cubicBezTo>
                  <a:cubicBezTo>
                    <a:pt x="422693" y="82484"/>
                    <a:pt x="349912" y="21586"/>
                    <a:pt x="263993" y="18020"/>
                  </a:cubicBezTo>
                  <a:lnTo>
                    <a:pt x="263993" y="199864"/>
                  </a:lnTo>
                  <a:lnTo>
                    <a:pt x="454963" y="199864"/>
                  </a:lnTo>
                  <a:cubicBezTo>
                    <a:pt x="459877" y="199864"/>
                    <a:pt x="463862" y="203848"/>
                    <a:pt x="463862" y="208762"/>
                  </a:cubicBezTo>
                  <a:cubicBezTo>
                    <a:pt x="463862" y="213677"/>
                    <a:pt x="459877" y="217661"/>
                    <a:pt x="454963" y="217661"/>
                  </a:cubicBezTo>
                  <a:lnTo>
                    <a:pt x="255095" y="217661"/>
                  </a:lnTo>
                  <a:cubicBezTo>
                    <a:pt x="250180" y="217661"/>
                    <a:pt x="246196" y="213677"/>
                    <a:pt x="246196" y="208762"/>
                  </a:cubicBezTo>
                  <a:lnTo>
                    <a:pt x="246196" y="8915"/>
                  </a:lnTo>
                  <a:cubicBezTo>
                    <a:pt x="246196" y="8901"/>
                    <a:pt x="246196" y="8887"/>
                    <a:pt x="246196" y="8872"/>
                  </a:cubicBezTo>
                  <a:cubicBezTo>
                    <a:pt x="246212" y="3958"/>
                    <a:pt x="250209" y="-13"/>
                    <a:pt x="255123" y="2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9" name="Group 280">
            <a:extLst>
              <a:ext uri="{FF2B5EF4-FFF2-40B4-BE49-F238E27FC236}">
                <a16:creationId xmlns:a16="http://schemas.microsoft.com/office/drawing/2014/main" id="{0754A3A9-CBB0-062D-5A07-BB9861BBCD86}"/>
              </a:ext>
            </a:extLst>
          </p:cNvPr>
          <p:cNvGrpSpPr/>
          <p:nvPr/>
        </p:nvGrpSpPr>
        <p:grpSpPr>
          <a:xfrm>
            <a:off x="4932188" y="1353763"/>
            <a:ext cx="295432" cy="463807"/>
            <a:chOff x="4932188" y="1353763"/>
            <a:chExt cx="295432" cy="463807"/>
          </a:xfrm>
          <a:noFill/>
        </p:grpSpPr>
        <p:sp>
          <p:nvSpPr>
            <p:cNvPr id="90" name="Freeform: Shape 64">
              <a:extLst>
                <a:ext uri="{FF2B5EF4-FFF2-40B4-BE49-F238E27FC236}">
                  <a16:creationId xmlns:a16="http://schemas.microsoft.com/office/drawing/2014/main" id="{4B1A1D9B-B6E9-3C31-9CEA-657943059810}"/>
                </a:ext>
              </a:extLst>
            </p:cNvPr>
            <p:cNvSpPr/>
            <p:nvPr/>
          </p:nvSpPr>
          <p:spPr>
            <a:xfrm>
              <a:off x="4941086" y="1445960"/>
              <a:ext cx="277636" cy="362713"/>
            </a:xfrm>
            <a:custGeom>
              <a:avLst/>
              <a:gdLst>
                <a:gd name="connsiteX0" fmla="*/ 0 w 277636"/>
                <a:gd name="connsiteY0" fmla="*/ 0 h 362712"/>
                <a:gd name="connsiteX1" fmla="*/ 277636 w 277636"/>
                <a:gd name="connsiteY1" fmla="*/ 0 h 362712"/>
                <a:gd name="connsiteX2" fmla="*/ 277636 w 277636"/>
                <a:gd name="connsiteY2" fmla="*/ 50728 h 362712"/>
                <a:gd name="connsiteX3" fmla="*/ 167693 w 277636"/>
                <a:gd name="connsiteY3" fmla="*/ 50721 h 362712"/>
                <a:gd name="connsiteX4" fmla="*/ 167736 w 277636"/>
                <a:gd name="connsiteY4" fmla="*/ 51169 h 362712"/>
                <a:gd name="connsiteX5" fmla="*/ 138362 w 277636"/>
                <a:gd name="connsiteY5" fmla="*/ 79636 h 362712"/>
                <a:gd name="connsiteX6" fmla="*/ 109895 w 277636"/>
                <a:gd name="connsiteY6" fmla="*/ 51169 h 362712"/>
                <a:gd name="connsiteX7" fmla="*/ 109938 w 277636"/>
                <a:gd name="connsiteY7" fmla="*/ 50728 h 362712"/>
                <a:gd name="connsiteX8" fmla="*/ 1 w 277636"/>
                <a:gd name="connsiteY8" fmla="*/ 50728 h 362712"/>
                <a:gd name="connsiteX9" fmla="*/ 1 w 277636"/>
                <a:gd name="connsiteY9" fmla="*/ 171748 h 362712"/>
                <a:gd name="connsiteX10" fmla="*/ 277636 w 277636"/>
                <a:gd name="connsiteY10" fmla="*/ 171748 h 362712"/>
                <a:gd name="connsiteX11" fmla="*/ 277636 w 277636"/>
                <a:gd name="connsiteY11" fmla="*/ 205563 h 362712"/>
                <a:gd name="connsiteX12" fmla="*/ 167693 w 277636"/>
                <a:gd name="connsiteY12" fmla="*/ 205556 h 362712"/>
                <a:gd name="connsiteX13" fmla="*/ 167736 w 277636"/>
                <a:gd name="connsiteY13" fmla="*/ 206005 h 362712"/>
                <a:gd name="connsiteX14" fmla="*/ 138362 w 277636"/>
                <a:gd name="connsiteY14" fmla="*/ 234471 h 362712"/>
                <a:gd name="connsiteX15" fmla="*/ 109895 w 277636"/>
                <a:gd name="connsiteY15" fmla="*/ 206005 h 362712"/>
                <a:gd name="connsiteX16" fmla="*/ 109938 w 277636"/>
                <a:gd name="connsiteY16" fmla="*/ 205563 h 362712"/>
                <a:gd name="connsiteX17" fmla="*/ 1 w 277636"/>
                <a:gd name="connsiteY17" fmla="*/ 205563 h 362712"/>
                <a:gd name="connsiteX18" fmla="*/ 1 w 277636"/>
                <a:gd name="connsiteY18" fmla="*/ 326583 h 362712"/>
                <a:gd name="connsiteX19" fmla="*/ 277636 w 277636"/>
                <a:gd name="connsiteY19" fmla="*/ 326583 h 362712"/>
                <a:gd name="connsiteX20" fmla="*/ 277636 w 277636"/>
                <a:gd name="connsiteY20" fmla="*/ 362712 h 362712"/>
                <a:gd name="connsiteX21" fmla="*/ 0 w 277636"/>
                <a:gd name="connsiteY21" fmla="*/ 362712 h 36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7636" h="362712">
                  <a:moveTo>
                    <a:pt x="0" y="0"/>
                  </a:moveTo>
                  <a:lnTo>
                    <a:pt x="277636" y="0"/>
                  </a:lnTo>
                  <a:lnTo>
                    <a:pt x="277636" y="50728"/>
                  </a:lnTo>
                  <a:lnTo>
                    <a:pt x="167693" y="50721"/>
                  </a:lnTo>
                  <a:cubicBezTo>
                    <a:pt x="167693" y="50870"/>
                    <a:pt x="167736" y="51013"/>
                    <a:pt x="167736" y="51169"/>
                  </a:cubicBezTo>
                  <a:cubicBezTo>
                    <a:pt x="167485" y="67142"/>
                    <a:pt x="154334" y="79887"/>
                    <a:pt x="138362" y="79636"/>
                  </a:cubicBezTo>
                  <a:cubicBezTo>
                    <a:pt x="122743" y="79391"/>
                    <a:pt x="110141" y="66788"/>
                    <a:pt x="109895" y="51169"/>
                  </a:cubicBezTo>
                  <a:cubicBezTo>
                    <a:pt x="109895" y="51020"/>
                    <a:pt x="109938" y="50878"/>
                    <a:pt x="109938" y="50728"/>
                  </a:cubicBezTo>
                  <a:lnTo>
                    <a:pt x="1" y="50728"/>
                  </a:lnTo>
                  <a:lnTo>
                    <a:pt x="1" y="171748"/>
                  </a:lnTo>
                  <a:lnTo>
                    <a:pt x="277636" y="171748"/>
                  </a:lnTo>
                  <a:lnTo>
                    <a:pt x="277636" y="205563"/>
                  </a:lnTo>
                  <a:lnTo>
                    <a:pt x="167693" y="205556"/>
                  </a:lnTo>
                  <a:cubicBezTo>
                    <a:pt x="167693" y="205706"/>
                    <a:pt x="167736" y="205848"/>
                    <a:pt x="167736" y="206005"/>
                  </a:cubicBezTo>
                  <a:cubicBezTo>
                    <a:pt x="167485" y="221977"/>
                    <a:pt x="154334" y="234722"/>
                    <a:pt x="138362" y="234471"/>
                  </a:cubicBezTo>
                  <a:cubicBezTo>
                    <a:pt x="122743" y="234226"/>
                    <a:pt x="110141" y="221624"/>
                    <a:pt x="109895" y="206005"/>
                  </a:cubicBezTo>
                  <a:cubicBezTo>
                    <a:pt x="109895" y="205855"/>
                    <a:pt x="109938" y="205713"/>
                    <a:pt x="109938" y="205563"/>
                  </a:cubicBezTo>
                  <a:lnTo>
                    <a:pt x="1" y="205563"/>
                  </a:lnTo>
                  <a:lnTo>
                    <a:pt x="1" y="326583"/>
                  </a:lnTo>
                  <a:lnTo>
                    <a:pt x="277636" y="326583"/>
                  </a:lnTo>
                  <a:lnTo>
                    <a:pt x="277636" y="362712"/>
                  </a:lnTo>
                  <a:lnTo>
                    <a:pt x="0" y="362712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" name="Freeform: Shape 65">
              <a:extLst>
                <a:ext uri="{FF2B5EF4-FFF2-40B4-BE49-F238E27FC236}">
                  <a16:creationId xmlns:a16="http://schemas.microsoft.com/office/drawing/2014/main" id="{B930E359-AA0E-60F2-1A37-458C92EF298C}"/>
                </a:ext>
              </a:extLst>
            </p:cNvPr>
            <p:cNvSpPr/>
            <p:nvPr/>
          </p:nvSpPr>
          <p:spPr>
            <a:xfrm>
              <a:off x="4932188" y="1353763"/>
              <a:ext cx="295432" cy="463807"/>
            </a:xfrm>
            <a:custGeom>
              <a:avLst/>
              <a:gdLst>
                <a:gd name="connsiteX0" fmla="*/ 17797 w 295432"/>
                <a:gd name="connsiteY0" fmla="*/ 306651 h 463806"/>
                <a:gd name="connsiteX1" fmla="*/ 17797 w 295432"/>
                <a:gd name="connsiteY1" fmla="*/ 446009 h 463806"/>
                <a:gd name="connsiteX2" fmla="*/ 277635 w 295432"/>
                <a:gd name="connsiteY2" fmla="*/ 446009 h 463806"/>
                <a:gd name="connsiteX3" fmla="*/ 277635 w 295432"/>
                <a:gd name="connsiteY3" fmla="*/ 427671 h 463806"/>
                <a:gd name="connsiteX4" fmla="*/ 42713 w 295432"/>
                <a:gd name="connsiteY4" fmla="*/ 427671 h 463806"/>
                <a:gd name="connsiteX5" fmla="*/ 33814 w 295432"/>
                <a:gd name="connsiteY5" fmla="*/ 418773 h 463806"/>
                <a:gd name="connsiteX6" fmla="*/ 42713 w 295432"/>
                <a:gd name="connsiteY6" fmla="*/ 409874 h 463806"/>
                <a:gd name="connsiteX7" fmla="*/ 277635 w 295432"/>
                <a:gd name="connsiteY7" fmla="*/ 409874 h 463806"/>
                <a:gd name="connsiteX8" fmla="*/ 277635 w 295432"/>
                <a:gd name="connsiteY8" fmla="*/ 306651 h 463806"/>
                <a:gd name="connsiteX9" fmla="*/ 184577 w 295432"/>
                <a:gd name="connsiteY9" fmla="*/ 306651 h 463806"/>
                <a:gd name="connsiteX10" fmla="*/ 156169 w 295432"/>
                <a:gd name="connsiteY10" fmla="*/ 335059 h 463806"/>
                <a:gd name="connsiteX11" fmla="*/ 110847 w 295432"/>
                <a:gd name="connsiteY11" fmla="*/ 306651 h 463806"/>
                <a:gd name="connsiteX12" fmla="*/ 17797 w 295432"/>
                <a:gd name="connsiteY12" fmla="*/ 151816 h 463806"/>
                <a:gd name="connsiteX13" fmla="*/ 17797 w 295432"/>
                <a:gd name="connsiteY13" fmla="*/ 255039 h 463806"/>
                <a:gd name="connsiteX14" fmla="*/ 245009 w 295432"/>
                <a:gd name="connsiteY14" fmla="*/ 255039 h 463806"/>
                <a:gd name="connsiteX15" fmla="*/ 253908 w 295432"/>
                <a:gd name="connsiteY15" fmla="*/ 263938 h 463806"/>
                <a:gd name="connsiteX16" fmla="*/ 245009 w 295432"/>
                <a:gd name="connsiteY16" fmla="*/ 272837 h 463806"/>
                <a:gd name="connsiteX17" fmla="*/ 17797 w 295432"/>
                <a:gd name="connsiteY17" fmla="*/ 272837 h 463806"/>
                <a:gd name="connsiteX18" fmla="*/ 17797 w 295432"/>
                <a:gd name="connsiteY18" fmla="*/ 288854 h 463806"/>
                <a:gd name="connsiteX19" fmla="*/ 118842 w 295432"/>
                <a:gd name="connsiteY19" fmla="*/ 288854 h 463806"/>
                <a:gd name="connsiteX20" fmla="*/ 119043 w 295432"/>
                <a:gd name="connsiteY20" fmla="*/ 288856 h 463806"/>
                <a:gd name="connsiteX21" fmla="*/ 127733 w 295432"/>
                <a:gd name="connsiteY21" fmla="*/ 297945 h 463806"/>
                <a:gd name="connsiteX22" fmla="*/ 127698 w 295432"/>
                <a:gd name="connsiteY22" fmla="*/ 298585 h 463806"/>
                <a:gd name="connsiteX23" fmla="*/ 147182 w 295432"/>
                <a:gd name="connsiteY23" fmla="*/ 318070 h 463806"/>
                <a:gd name="connsiteX24" fmla="*/ 167734 w 295432"/>
                <a:gd name="connsiteY24" fmla="*/ 298585 h 463806"/>
                <a:gd name="connsiteX25" fmla="*/ 167691 w 295432"/>
                <a:gd name="connsiteY25" fmla="*/ 297952 h 463806"/>
                <a:gd name="connsiteX26" fmla="*/ 167689 w 295432"/>
                <a:gd name="connsiteY26" fmla="*/ 297736 h 463806"/>
                <a:gd name="connsiteX27" fmla="*/ 176590 w 295432"/>
                <a:gd name="connsiteY27" fmla="*/ 288854 h 463806"/>
                <a:gd name="connsiteX28" fmla="*/ 277635 w 295432"/>
                <a:gd name="connsiteY28" fmla="*/ 288854 h 463806"/>
                <a:gd name="connsiteX29" fmla="*/ 277635 w 295432"/>
                <a:gd name="connsiteY29" fmla="*/ 151816 h 463806"/>
                <a:gd name="connsiteX30" fmla="*/ 184577 w 295432"/>
                <a:gd name="connsiteY30" fmla="*/ 151816 h 463806"/>
                <a:gd name="connsiteX31" fmla="*/ 156169 w 295432"/>
                <a:gd name="connsiteY31" fmla="*/ 180225 h 463806"/>
                <a:gd name="connsiteX32" fmla="*/ 110847 w 295432"/>
                <a:gd name="connsiteY32" fmla="*/ 151816 h 463806"/>
                <a:gd name="connsiteX33" fmla="*/ 116130 w 295432"/>
                <a:gd name="connsiteY33" fmla="*/ 41645 h 463806"/>
                <a:gd name="connsiteX34" fmla="*/ 179309 w 295432"/>
                <a:gd name="connsiteY34" fmla="*/ 41645 h 463806"/>
                <a:gd name="connsiteX35" fmla="*/ 188208 w 295432"/>
                <a:gd name="connsiteY35" fmla="*/ 50545 h 463806"/>
                <a:gd name="connsiteX36" fmla="*/ 179309 w 295432"/>
                <a:gd name="connsiteY36" fmla="*/ 59443 h 463806"/>
                <a:gd name="connsiteX37" fmla="*/ 116130 w 295432"/>
                <a:gd name="connsiteY37" fmla="*/ 59443 h 463806"/>
                <a:gd name="connsiteX38" fmla="*/ 107231 w 295432"/>
                <a:gd name="connsiteY38" fmla="*/ 50545 h 463806"/>
                <a:gd name="connsiteX39" fmla="*/ 116130 w 295432"/>
                <a:gd name="connsiteY39" fmla="*/ 41645 h 463806"/>
                <a:gd name="connsiteX40" fmla="*/ 17797 w 295432"/>
                <a:gd name="connsiteY40" fmla="*/ 17797 h 463806"/>
                <a:gd name="connsiteX41" fmla="*/ 17797 w 295432"/>
                <a:gd name="connsiteY41" fmla="*/ 134012 h 463806"/>
                <a:gd name="connsiteX42" fmla="*/ 118828 w 295432"/>
                <a:gd name="connsiteY42" fmla="*/ 134012 h 463806"/>
                <a:gd name="connsiteX43" fmla="*/ 119044 w 295432"/>
                <a:gd name="connsiteY43" fmla="*/ 134014 h 463806"/>
                <a:gd name="connsiteX44" fmla="*/ 127726 w 295432"/>
                <a:gd name="connsiteY44" fmla="*/ 143110 h 463806"/>
                <a:gd name="connsiteX45" fmla="*/ 127691 w 295432"/>
                <a:gd name="connsiteY45" fmla="*/ 143751 h 463806"/>
                <a:gd name="connsiteX46" fmla="*/ 147175 w 295432"/>
                <a:gd name="connsiteY46" fmla="*/ 163235 h 463806"/>
                <a:gd name="connsiteX47" fmla="*/ 167727 w 295432"/>
                <a:gd name="connsiteY47" fmla="*/ 143751 h 463806"/>
                <a:gd name="connsiteX48" fmla="*/ 167691 w 295432"/>
                <a:gd name="connsiteY48" fmla="*/ 143117 h 463806"/>
                <a:gd name="connsiteX49" fmla="*/ 167689 w 295432"/>
                <a:gd name="connsiteY49" fmla="*/ 142901 h 463806"/>
                <a:gd name="connsiteX50" fmla="*/ 176590 w 295432"/>
                <a:gd name="connsiteY50" fmla="*/ 134019 h 463806"/>
                <a:gd name="connsiteX51" fmla="*/ 277635 w 295432"/>
                <a:gd name="connsiteY51" fmla="*/ 134019 h 463806"/>
                <a:gd name="connsiteX52" fmla="*/ 277635 w 295432"/>
                <a:gd name="connsiteY52" fmla="*/ 101087 h 463806"/>
                <a:gd name="connsiteX53" fmla="*/ 50423 w 295432"/>
                <a:gd name="connsiteY53" fmla="*/ 101087 h 463806"/>
                <a:gd name="connsiteX54" fmla="*/ 41524 w 295432"/>
                <a:gd name="connsiteY54" fmla="*/ 92189 h 463806"/>
                <a:gd name="connsiteX55" fmla="*/ 50423 w 295432"/>
                <a:gd name="connsiteY55" fmla="*/ 83290 h 463806"/>
                <a:gd name="connsiteX56" fmla="*/ 277635 w 295432"/>
                <a:gd name="connsiteY56" fmla="*/ 83290 h 463806"/>
                <a:gd name="connsiteX57" fmla="*/ 277635 w 295432"/>
                <a:gd name="connsiteY57" fmla="*/ 17797 h 463806"/>
                <a:gd name="connsiteX58" fmla="*/ 8899 w 295432"/>
                <a:gd name="connsiteY58" fmla="*/ 0 h 463806"/>
                <a:gd name="connsiteX59" fmla="*/ 286533 w 295432"/>
                <a:gd name="connsiteY59" fmla="*/ 0 h 463806"/>
                <a:gd name="connsiteX60" fmla="*/ 295432 w 295432"/>
                <a:gd name="connsiteY60" fmla="*/ 8899 h 463806"/>
                <a:gd name="connsiteX61" fmla="*/ 295432 w 295432"/>
                <a:gd name="connsiteY61" fmla="*/ 454908 h 463806"/>
                <a:gd name="connsiteX62" fmla="*/ 286533 w 295432"/>
                <a:gd name="connsiteY62" fmla="*/ 463806 h 463806"/>
                <a:gd name="connsiteX63" fmla="*/ 8899 w 295432"/>
                <a:gd name="connsiteY63" fmla="*/ 463806 h 463806"/>
                <a:gd name="connsiteX64" fmla="*/ 0 w 295432"/>
                <a:gd name="connsiteY64" fmla="*/ 454908 h 463806"/>
                <a:gd name="connsiteX65" fmla="*/ 0 w 295432"/>
                <a:gd name="connsiteY65" fmla="*/ 8899 h 463806"/>
                <a:gd name="connsiteX66" fmla="*/ 8899 w 295432"/>
                <a:gd name="connsiteY66" fmla="*/ 0 h 46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295432" h="463806">
                  <a:moveTo>
                    <a:pt x="17797" y="306651"/>
                  </a:moveTo>
                  <a:lnTo>
                    <a:pt x="17797" y="446009"/>
                  </a:lnTo>
                  <a:lnTo>
                    <a:pt x="277635" y="446009"/>
                  </a:lnTo>
                  <a:lnTo>
                    <a:pt x="277635" y="427671"/>
                  </a:lnTo>
                  <a:lnTo>
                    <a:pt x="42713" y="427671"/>
                  </a:lnTo>
                  <a:cubicBezTo>
                    <a:pt x="37798" y="427671"/>
                    <a:pt x="33814" y="423687"/>
                    <a:pt x="33814" y="418773"/>
                  </a:cubicBezTo>
                  <a:cubicBezTo>
                    <a:pt x="33814" y="413858"/>
                    <a:pt x="37798" y="409874"/>
                    <a:pt x="42713" y="409874"/>
                  </a:cubicBezTo>
                  <a:lnTo>
                    <a:pt x="277635" y="409874"/>
                  </a:lnTo>
                  <a:lnTo>
                    <a:pt x="277635" y="306651"/>
                  </a:lnTo>
                  <a:lnTo>
                    <a:pt x="184577" y="306651"/>
                  </a:lnTo>
                  <a:cubicBezTo>
                    <a:pt x="181336" y="320783"/>
                    <a:pt x="170301" y="331818"/>
                    <a:pt x="156169" y="335059"/>
                  </a:cubicBezTo>
                  <a:cubicBezTo>
                    <a:pt x="135809" y="339730"/>
                    <a:pt x="115518" y="327011"/>
                    <a:pt x="110847" y="306651"/>
                  </a:cubicBezTo>
                  <a:close/>
                  <a:moveTo>
                    <a:pt x="17797" y="151816"/>
                  </a:moveTo>
                  <a:lnTo>
                    <a:pt x="17797" y="255039"/>
                  </a:lnTo>
                  <a:lnTo>
                    <a:pt x="245009" y="255039"/>
                  </a:lnTo>
                  <a:cubicBezTo>
                    <a:pt x="249923" y="255039"/>
                    <a:pt x="253908" y="259023"/>
                    <a:pt x="253908" y="263938"/>
                  </a:cubicBezTo>
                  <a:cubicBezTo>
                    <a:pt x="253908" y="268852"/>
                    <a:pt x="249923" y="272837"/>
                    <a:pt x="245009" y="272837"/>
                  </a:cubicBezTo>
                  <a:lnTo>
                    <a:pt x="17797" y="272837"/>
                  </a:lnTo>
                  <a:lnTo>
                    <a:pt x="17797" y="288854"/>
                  </a:lnTo>
                  <a:lnTo>
                    <a:pt x="118842" y="288854"/>
                  </a:lnTo>
                  <a:cubicBezTo>
                    <a:pt x="118909" y="288854"/>
                    <a:pt x="118976" y="288855"/>
                    <a:pt x="119043" y="288856"/>
                  </a:cubicBezTo>
                  <a:cubicBezTo>
                    <a:pt x="123953" y="288966"/>
                    <a:pt x="127843" y="293035"/>
                    <a:pt x="127733" y="297945"/>
                  </a:cubicBezTo>
                  <a:cubicBezTo>
                    <a:pt x="127698" y="298130"/>
                    <a:pt x="127698" y="298358"/>
                    <a:pt x="127698" y="298585"/>
                  </a:cubicBezTo>
                  <a:cubicBezTo>
                    <a:pt x="127981" y="309226"/>
                    <a:pt x="136541" y="317786"/>
                    <a:pt x="147182" y="318070"/>
                  </a:cubicBezTo>
                  <a:cubicBezTo>
                    <a:pt x="158238" y="318364"/>
                    <a:pt x="167439" y="309641"/>
                    <a:pt x="167734" y="298585"/>
                  </a:cubicBezTo>
                  <a:cubicBezTo>
                    <a:pt x="167713" y="298358"/>
                    <a:pt x="167698" y="298108"/>
                    <a:pt x="167691" y="297952"/>
                  </a:cubicBezTo>
                  <a:cubicBezTo>
                    <a:pt x="167690" y="297880"/>
                    <a:pt x="167689" y="297808"/>
                    <a:pt x="167689" y="297736"/>
                  </a:cubicBezTo>
                  <a:cubicBezTo>
                    <a:pt x="167694" y="292825"/>
                    <a:pt x="171679" y="288849"/>
                    <a:pt x="176590" y="288854"/>
                  </a:cubicBezTo>
                  <a:lnTo>
                    <a:pt x="277635" y="288854"/>
                  </a:lnTo>
                  <a:lnTo>
                    <a:pt x="277635" y="151816"/>
                  </a:lnTo>
                  <a:lnTo>
                    <a:pt x="184577" y="151816"/>
                  </a:lnTo>
                  <a:cubicBezTo>
                    <a:pt x="181336" y="165948"/>
                    <a:pt x="170301" y="176983"/>
                    <a:pt x="156169" y="180225"/>
                  </a:cubicBezTo>
                  <a:cubicBezTo>
                    <a:pt x="135809" y="184895"/>
                    <a:pt x="115518" y="172176"/>
                    <a:pt x="110847" y="151816"/>
                  </a:cubicBezTo>
                  <a:close/>
                  <a:moveTo>
                    <a:pt x="116130" y="41645"/>
                  </a:moveTo>
                  <a:lnTo>
                    <a:pt x="179309" y="41645"/>
                  </a:lnTo>
                  <a:cubicBezTo>
                    <a:pt x="184224" y="41645"/>
                    <a:pt x="188208" y="45629"/>
                    <a:pt x="188208" y="50545"/>
                  </a:cubicBezTo>
                  <a:cubicBezTo>
                    <a:pt x="188208" y="55459"/>
                    <a:pt x="184224" y="59443"/>
                    <a:pt x="179309" y="59443"/>
                  </a:cubicBezTo>
                  <a:lnTo>
                    <a:pt x="116130" y="59443"/>
                  </a:lnTo>
                  <a:cubicBezTo>
                    <a:pt x="111215" y="59443"/>
                    <a:pt x="107231" y="55459"/>
                    <a:pt x="107231" y="50545"/>
                  </a:cubicBezTo>
                  <a:cubicBezTo>
                    <a:pt x="107231" y="45629"/>
                    <a:pt x="111215" y="41645"/>
                    <a:pt x="116130" y="41645"/>
                  </a:cubicBezTo>
                  <a:close/>
                  <a:moveTo>
                    <a:pt x="17797" y="17797"/>
                  </a:moveTo>
                  <a:lnTo>
                    <a:pt x="17797" y="134012"/>
                  </a:lnTo>
                  <a:lnTo>
                    <a:pt x="118828" y="134012"/>
                  </a:lnTo>
                  <a:cubicBezTo>
                    <a:pt x="118900" y="134012"/>
                    <a:pt x="118972" y="134013"/>
                    <a:pt x="119044" y="134014"/>
                  </a:cubicBezTo>
                  <a:cubicBezTo>
                    <a:pt x="123953" y="134129"/>
                    <a:pt x="127840" y="138201"/>
                    <a:pt x="127726" y="143110"/>
                  </a:cubicBezTo>
                  <a:cubicBezTo>
                    <a:pt x="127691" y="143288"/>
                    <a:pt x="127691" y="143523"/>
                    <a:pt x="127691" y="143751"/>
                  </a:cubicBezTo>
                  <a:cubicBezTo>
                    <a:pt x="127974" y="154392"/>
                    <a:pt x="136534" y="162951"/>
                    <a:pt x="147175" y="163235"/>
                  </a:cubicBezTo>
                  <a:cubicBezTo>
                    <a:pt x="158231" y="163530"/>
                    <a:pt x="167432" y="154806"/>
                    <a:pt x="167727" y="143751"/>
                  </a:cubicBezTo>
                  <a:cubicBezTo>
                    <a:pt x="167691" y="143523"/>
                    <a:pt x="167691" y="143288"/>
                    <a:pt x="167691" y="143117"/>
                  </a:cubicBezTo>
                  <a:cubicBezTo>
                    <a:pt x="167690" y="143045"/>
                    <a:pt x="167689" y="142973"/>
                    <a:pt x="167689" y="142901"/>
                  </a:cubicBezTo>
                  <a:cubicBezTo>
                    <a:pt x="167694" y="137991"/>
                    <a:pt x="171679" y="134014"/>
                    <a:pt x="176590" y="134019"/>
                  </a:cubicBezTo>
                  <a:lnTo>
                    <a:pt x="277635" y="134019"/>
                  </a:lnTo>
                  <a:lnTo>
                    <a:pt x="277635" y="101087"/>
                  </a:lnTo>
                  <a:lnTo>
                    <a:pt x="50423" y="101087"/>
                  </a:lnTo>
                  <a:cubicBezTo>
                    <a:pt x="45508" y="101087"/>
                    <a:pt x="41524" y="97103"/>
                    <a:pt x="41524" y="92189"/>
                  </a:cubicBezTo>
                  <a:cubicBezTo>
                    <a:pt x="41524" y="87274"/>
                    <a:pt x="45508" y="83290"/>
                    <a:pt x="50423" y="83290"/>
                  </a:cubicBezTo>
                  <a:lnTo>
                    <a:pt x="277635" y="83290"/>
                  </a:lnTo>
                  <a:lnTo>
                    <a:pt x="277635" y="17797"/>
                  </a:lnTo>
                  <a:close/>
                  <a:moveTo>
                    <a:pt x="8899" y="0"/>
                  </a:moveTo>
                  <a:lnTo>
                    <a:pt x="286533" y="0"/>
                  </a:lnTo>
                  <a:cubicBezTo>
                    <a:pt x="291448" y="0"/>
                    <a:pt x="295432" y="3984"/>
                    <a:pt x="295432" y="8899"/>
                  </a:cubicBezTo>
                  <a:lnTo>
                    <a:pt x="295432" y="454908"/>
                  </a:lnTo>
                  <a:cubicBezTo>
                    <a:pt x="295432" y="459822"/>
                    <a:pt x="291448" y="463806"/>
                    <a:pt x="286533" y="463806"/>
                  </a:cubicBezTo>
                  <a:lnTo>
                    <a:pt x="8899" y="463806"/>
                  </a:lnTo>
                  <a:cubicBezTo>
                    <a:pt x="3984" y="463806"/>
                    <a:pt x="0" y="459822"/>
                    <a:pt x="0" y="454908"/>
                  </a:cubicBezTo>
                  <a:lnTo>
                    <a:pt x="0" y="8899"/>
                  </a:lnTo>
                  <a:cubicBezTo>
                    <a:pt x="0" y="3984"/>
                    <a:pt x="3984" y="0"/>
                    <a:pt x="8899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92" name="Group 278">
            <a:extLst>
              <a:ext uri="{FF2B5EF4-FFF2-40B4-BE49-F238E27FC236}">
                <a16:creationId xmlns:a16="http://schemas.microsoft.com/office/drawing/2014/main" id="{0EBA96B5-21C3-8DF2-AC70-FA1A2254023C}"/>
              </a:ext>
            </a:extLst>
          </p:cNvPr>
          <p:cNvGrpSpPr/>
          <p:nvPr/>
        </p:nvGrpSpPr>
        <p:grpSpPr>
          <a:xfrm>
            <a:off x="2812193" y="1423335"/>
            <a:ext cx="463807" cy="324663"/>
            <a:chOff x="2812193" y="1423335"/>
            <a:chExt cx="463807" cy="324663"/>
          </a:xfrm>
          <a:noFill/>
        </p:grpSpPr>
        <p:sp>
          <p:nvSpPr>
            <p:cNvPr id="93" name="Freeform: Shape 67">
              <a:extLst>
                <a:ext uri="{FF2B5EF4-FFF2-40B4-BE49-F238E27FC236}">
                  <a16:creationId xmlns:a16="http://schemas.microsoft.com/office/drawing/2014/main" id="{E212DEE1-96A9-359B-39B1-2A7C57074CCD}"/>
                </a:ext>
              </a:extLst>
            </p:cNvPr>
            <p:cNvSpPr/>
            <p:nvPr/>
          </p:nvSpPr>
          <p:spPr>
            <a:xfrm>
              <a:off x="2864652" y="1432233"/>
              <a:ext cx="402451" cy="265435"/>
            </a:xfrm>
            <a:custGeom>
              <a:avLst/>
              <a:gdLst>
                <a:gd name="connsiteX0" fmla="*/ 0 w 402450"/>
                <a:gd name="connsiteY0" fmla="*/ 0 h 265434"/>
                <a:gd name="connsiteX1" fmla="*/ 146991 w 402450"/>
                <a:gd name="connsiteY1" fmla="*/ 0 h 265434"/>
                <a:gd name="connsiteX2" fmla="*/ 193099 w 402450"/>
                <a:gd name="connsiteY2" fmla="*/ 52338 h 265434"/>
                <a:gd name="connsiteX3" fmla="*/ 402450 w 402450"/>
                <a:gd name="connsiteY3" fmla="*/ 52338 h 265434"/>
                <a:gd name="connsiteX4" fmla="*/ 402450 w 402450"/>
                <a:gd name="connsiteY4" fmla="*/ 265434 h 265434"/>
                <a:gd name="connsiteX5" fmla="*/ 358890 w 402450"/>
                <a:gd name="connsiteY5" fmla="*/ 265434 h 265434"/>
                <a:gd name="connsiteX6" fmla="*/ 358890 w 402450"/>
                <a:gd name="connsiteY6" fmla="*/ 93777 h 265434"/>
                <a:gd name="connsiteX7" fmla="*/ 164489 w 402450"/>
                <a:gd name="connsiteY7" fmla="*/ 93777 h 265434"/>
                <a:gd name="connsiteX8" fmla="*/ 118380 w 402450"/>
                <a:gd name="connsiteY8" fmla="*/ 41432 h 265434"/>
                <a:gd name="connsiteX9" fmla="*/ 0 w 402450"/>
                <a:gd name="connsiteY9" fmla="*/ 41432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2450" h="265434">
                  <a:moveTo>
                    <a:pt x="0" y="0"/>
                  </a:moveTo>
                  <a:lnTo>
                    <a:pt x="146991" y="0"/>
                  </a:lnTo>
                  <a:lnTo>
                    <a:pt x="193099" y="52338"/>
                  </a:lnTo>
                  <a:lnTo>
                    <a:pt x="402450" y="52338"/>
                  </a:lnTo>
                  <a:lnTo>
                    <a:pt x="402450" y="265434"/>
                  </a:lnTo>
                  <a:lnTo>
                    <a:pt x="358890" y="265434"/>
                  </a:lnTo>
                  <a:lnTo>
                    <a:pt x="358890" y="93777"/>
                  </a:lnTo>
                  <a:lnTo>
                    <a:pt x="164489" y="93777"/>
                  </a:lnTo>
                  <a:lnTo>
                    <a:pt x="118380" y="41432"/>
                  </a:lnTo>
                  <a:lnTo>
                    <a:pt x="0" y="41432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" name="Freeform: Shape 68">
              <a:extLst>
                <a:ext uri="{FF2B5EF4-FFF2-40B4-BE49-F238E27FC236}">
                  <a16:creationId xmlns:a16="http://schemas.microsoft.com/office/drawing/2014/main" id="{D32CF494-DA5C-AAB6-71FA-758C5B25A5A3}"/>
                </a:ext>
              </a:extLst>
            </p:cNvPr>
            <p:cNvSpPr/>
            <p:nvPr/>
          </p:nvSpPr>
          <p:spPr>
            <a:xfrm>
              <a:off x="2812193" y="1423335"/>
              <a:ext cx="463807" cy="324663"/>
            </a:xfrm>
            <a:custGeom>
              <a:avLst/>
              <a:gdLst>
                <a:gd name="connsiteX0" fmla="*/ 8899 w 463806"/>
                <a:gd name="connsiteY0" fmla="*/ 41438 h 324662"/>
                <a:gd name="connsiteX1" fmla="*/ 170873 w 463806"/>
                <a:gd name="connsiteY1" fmla="*/ 41438 h 324662"/>
                <a:gd name="connsiteX2" fmla="*/ 177544 w 463806"/>
                <a:gd name="connsiteY2" fmla="*/ 44456 h 324662"/>
                <a:gd name="connsiteX3" fmla="*/ 220969 w 463806"/>
                <a:gd name="connsiteY3" fmla="*/ 93776 h 324662"/>
                <a:gd name="connsiteX4" fmla="*/ 411348 w 463806"/>
                <a:gd name="connsiteY4" fmla="*/ 93776 h 324662"/>
                <a:gd name="connsiteX5" fmla="*/ 420246 w 463806"/>
                <a:gd name="connsiteY5" fmla="*/ 102674 h 324662"/>
                <a:gd name="connsiteX6" fmla="*/ 411348 w 463806"/>
                <a:gd name="connsiteY6" fmla="*/ 111573 h 324662"/>
                <a:gd name="connsiteX7" fmla="*/ 216911 w 463806"/>
                <a:gd name="connsiteY7" fmla="*/ 111573 h 324662"/>
                <a:gd name="connsiteX8" fmla="*/ 210241 w 463806"/>
                <a:gd name="connsiteY8" fmla="*/ 108554 h 324662"/>
                <a:gd name="connsiteX9" fmla="*/ 166816 w 463806"/>
                <a:gd name="connsiteY9" fmla="*/ 59235 h 324662"/>
                <a:gd name="connsiteX10" fmla="*/ 17797 w 463806"/>
                <a:gd name="connsiteY10" fmla="*/ 59235 h 324662"/>
                <a:gd name="connsiteX11" fmla="*/ 17797 w 463806"/>
                <a:gd name="connsiteY11" fmla="*/ 306843 h 324662"/>
                <a:gd name="connsiteX12" fmla="*/ 402449 w 463806"/>
                <a:gd name="connsiteY12" fmla="*/ 306843 h 324662"/>
                <a:gd name="connsiteX13" fmla="*/ 402449 w 463806"/>
                <a:gd name="connsiteY13" fmla="*/ 141614 h 324662"/>
                <a:gd name="connsiteX14" fmla="*/ 411348 w 463806"/>
                <a:gd name="connsiteY14" fmla="*/ 132716 h 324662"/>
                <a:gd name="connsiteX15" fmla="*/ 420246 w 463806"/>
                <a:gd name="connsiteY15" fmla="*/ 141614 h 324662"/>
                <a:gd name="connsiteX16" fmla="*/ 420246 w 463806"/>
                <a:gd name="connsiteY16" fmla="*/ 315763 h 324662"/>
                <a:gd name="connsiteX17" fmla="*/ 411348 w 463806"/>
                <a:gd name="connsiteY17" fmla="*/ 324662 h 324662"/>
                <a:gd name="connsiteX18" fmla="*/ 8899 w 463806"/>
                <a:gd name="connsiteY18" fmla="*/ 324662 h 324662"/>
                <a:gd name="connsiteX19" fmla="*/ 0 w 463806"/>
                <a:gd name="connsiteY19" fmla="*/ 315763 h 324662"/>
                <a:gd name="connsiteX20" fmla="*/ 0 w 463806"/>
                <a:gd name="connsiteY20" fmla="*/ 50337 h 324662"/>
                <a:gd name="connsiteX21" fmla="*/ 8899 w 463806"/>
                <a:gd name="connsiteY21" fmla="*/ 41438 h 324662"/>
                <a:gd name="connsiteX22" fmla="*/ 52459 w 463806"/>
                <a:gd name="connsiteY22" fmla="*/ 0 h 324662"/>
                <a:gd name="connsiteX23" fmla="*/ 199477 w 463806"/>
                <a:gd name="connsiteY23" fmla="*/ 0 h 324662"/>
                <a:gd name="connsiteX24" fmla="*/ 206147 w 463806"/>
                <a:gd name="connsiteY24" fmla="*/ 3018 h 324662"/>
                <a:gd name="connsiteX25" fmla="*/ 249572 w 463806"/>
                <a:gd name="connsiteY25" fmla="*/ 52338 h 324662"/>
                <a:gd name="connsiteX26" fmla="*/ 454908 w 463806"/>
                <a:gd name="connsiteY26" fmla="*/ 52338 h 324662"/>
                <a:gd name="connsiteX27" fmla="*/ 454915 w 463806"/>
                <a:gd name="connsiteY27" fmla="*/ 52338 h 324662"/>
                <a:gd name="connsiteX28" fmla="*/ 463806 w 463806"/>
                <a:gd name="connsiteY28" fmla="*/ 61243 h 324662"/>
                <a:gd name="connsiteX29" fmla="*/ 463806 w 463806"/>
                <a:gd name="connsiteY29" fmla="*/ 274325 h 324662"/>
                <a:gd name="connsiteX30" fmla="*/ 454908 w 463806"/>
                <a:gd name="connsiteY30" fmla="*/ 283224 h 324662"/>
                <a:gd name="connsiteX31" fmla="*/ 446009 w 463806"/>
                <a:gd name="connsiteY31" fmla="*/ 274325 h 324662"/>
                <a:gd name="connsiteX32" fmla="*/ 446009 w 463806"/>
                <a:gd name="connsiteY32" fmla="*/ 70135 h 324662"/>
                <a:gd name="connsiteX33" fmla="*/ 245529 w 463806"/>
                <a:gd name="connsiteY33" fmla="*/ 70135 h 324662"/>
                <a:gd name="connsiteX34" fmla="*/ 238851 w 463806"/>
                <a:gd name="connsiteY34" fmla="*/ 67116 h 324662"/>
                <a:gd name="connsiteX35" fmla="*/ 195426 w 463806"/>
                <a:gd name="connsiteY35" fmla="*/ 17797 h 324662"/>
                <a:gd name="connsiteX36" fmla="*/ 52459 w 463806"/>
                <a:gd name="connsiteY36" fmla="*/ 17797 h 324662"/>
                <a:gd name="connsiteX37" fmla="*/ 43560 w 463806"/>
                <a:gd name="connsiteY37" fmla="*/ 8899 h 324662"/>
                <a:gd name="connsiteX38" fmla="*/ 52459 w 463806"/>
                <a:gd name="connsiteY38" fmla="*/ 0 h 324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63806" h="324662">
                  <a:moveTo>
                    <a:pt x="8899" y="41438"/>
                  </a:moveTo>
                  <a:lnTo>
                    <a:pt x="170873" y="41438"/>
                  </a:lnTo>
                  <a:cubicBezTo>
                    <a:pt x="173427" y="41439"/>
                    <a:pt x="175858" y="42538"/>
                    <a:pt x="177544" y="44456"/>
                  </a:cubicBezTo>
                  <a:lnTo>
                    <a:pt x="220969" y="93776"/>
                  </a:lnTo>
                  <a:lnTo>
                    <a:pt x="411348" y="93776"/>
                  </a:lnTo>
                  <a:cubicBezTo>
                    <a:pt x="416262" y="93776"/>
                    <a:pt x="420246" y="97760"/>
                    <a:pt x="420246" y="102674"/>
                  </a:cubicBezTo>
                  <a:cubicBezTo>
                    <a:pt x="420246" y="107589"/>
                    <a:pt x="416262" y="111573"/>
                    <a:pt x="411348" y="111573"/>
                  </a:cubicBezTo>
                  <a:lnTo>
                    <a:pt x="216911" y="111573"/>
                  </a:lnTo>
                  <a:cubicBezTo>
                    <a:pt x="214357" y="111572"/>
                    <a:pt x="211927" y="110472"/>
                    <a:pt x="210241" y="108554"/>
                  </a:cubicBezTo>
                  <a:lnTo>
                    <a:pt x="166816" y="59235"/>
                  </a:lnTo>
                  <a:lnTo>
                    <a:pt x="17797" y="59235"/>
                  </a:lnTo>
                  <a:lnTo>
                    <a:pt x="17797" y="306843"/>
                  </a:lnTo>
                  <a:lnTo>
                    <a:pt x="402449" y="306843"/>
                  </a:lnTo>
                  <a:lnTo>
                    <a:pt x="402449" y="141614"/>
                  </a:lnTo>
                  <a:cubicBezTo>
                    <a:pt x="402449" y="136700"/>
                    <a:pt x="406433" y="132716"/>
                    <a:pt x="411348" y="132716"/>
                  </a:cubicBezTo>
                  <a:cubicBezTo>
                    <a:pt x="416262" y="132716"/>
                    <a:pt x="420246" y="136700"/>
                    <a:pt x="420246" y="141614"/>
                  </a:cubicBezTo>
                  <a:lnTo>
                    <a:pt x="420246" y="315763"/>
                  </a:lnTo>
                  <a:cubicBezTo>
                    <a:pt x="420246" y="320678"/>
                    <a:pt x="416262" y="324662"/>
                    <a:pt x="411348" y="324662"/>
                  </a:cubicBezTo>
                  <a:lnTo>
                    <a:pt x="8899" y="324662"/>
                  </a:lnTo>
                  <a:cubicBezTo>
                    <a:pt x="3984" y="324662"/>
                    <a:pt x="0" y="320678"/>
                    <a:pt x="0" y="315763"/>
                  </a:cubicBezTo>
                  <a:lnTo>
                    <a:pt x="0" y="50337"/>
                  </a:lnTo>
                  <a:cubicBezTo>
                    <a:pt x="0" y="45422"/>
                    <a:pt x="3984" y="41438"/>
                    <a:pt x="8899" y="41438"/>
                  </a:cubicBezTo>
                  <a:close/>
                  <a:moveTo>
                    <a:pt x="52459" y="0"/>
                  </a:moveTo>
                  <a:lnTo>
                    <a:pt x="199477" y="0"/>
                  </a:lnTo>
                  <a:cubicBezTo>
                    <a:pt x="202031" y="1"/>
                    <a:pt x="204461" y="1100"/>
                    <a:pt x="206147" y="3018"/>
                  </a:cubicBezTo>
                  <a:lnTo>
                    <a:pt x="249572" y="52338"/>
                  </a:lnTo>
                  <a:lnTo>
                    <a:pt x="454908" y="52338"/>
                  </a:lnTo>
                  <a:cubicBezTo>
                    <a:pt x="454910" y="52338"/>
                    <a:pt x="454912" y="52338"/>
                    <a:pt x="454915" y="52338"/>
                  </a:cubicBezTo>
                  <a:cubicBezTo>
                    <a:pt x="459829" y="52342"/>
                    <a:pt x="463810" y="56329"/>
                    <a:pt x="463806" y="61243"/>
                  </a:cubicBezTo>
                  <a:lnTo>
                    <a:pt x="463806" y="274325"/>
                  </a:lnTo>
                  <a:cubicBezTo>
                    <a:pt x="463806" y="279240"/>
                    <a:pt x="459822" y="283224"/>
                    <a:pt x="454908" y="283224"/>
                  </a:cubicBezTo>
                  <a:cubicBezTo>
                    <a:pt x="449993" y="283224"/>
                    <a:pt x="446009" y="279240"/>
                    <a:pt x="446009" y="274325"/>
                  </a:cubicBezTo>
                  <a:lnTo>
                    <a:pt x="446009" y="70135"/>
                  </a:lnTo>
                  <a:lnTo>
                    <a:pt x="245529" y="70135"/>
                  </a:lnTo>
                  <a:cubicBezTo>
                    <a:pt x="242972" y="70136"/>
                    <a:pt x="240539" y="69036"/>
                    <a:pt x="238851" y="67116"/>
                  </a:cubicBezTo>
                  <a:lnTo>
                    <a:pt x="195426" y="17797"/>
                  </a:lnTo>
                  <a:lnTo>
                    <a:pt x="52459" y="17797"/>
                  </a:lnTo>
                  <a:cubicBezTo>
                    <a:pt x="47544" y="17797"/>
                    <a:pt x="43560" y="13813"/>
                    <a:pt x="43560" y="8899"/>
                  </a:cubicBezTo>
                  <a:cubicBezTo>
                    <a:pt x="43560" y="3984"/>
                    <a:pt x="47544" y="0"/>
                    <a:pt x="52459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95" name="Group 277">
            <a:extLst>
              <a:ext uri="{FF2B5EF4-FFF2-40B4-BE49-F238E27FC236}">
                <a16:creationId xmlns:a16="http://schemas.microsoft.com/office/drawing/2014/main" id="{334AD75D-5943-8BFF-5B88-8E5B4C005F35}"/>
              </a:ext>
            </a:extLst>
          </p:cNvPr>
          <p:cNvGrpSpPr/>
          <p:nvPr/>
        </p:nvGrpSpPr>
        <p:grpSpPr>
          <a:xfrm>
            <a:off x="1793712" y="1424446"/>
            <a:ext cx="463821" cy="322407"/>
            <a:chOff x="1793712" y="1424446"/>
            <a:chExt cx="463821" cy="322407"/>
          </a:xfrm>
          <a:noFill/>
        </p:grpSpPr>
        <p:sp>
          <p:nvSpPr>
            <p:cNvPr id="96" name="Freeform: Shape 70">
              <a:extLst>
                <a:ext uri="{FF2B5EF4-FFF2-40B4-BE49-F238E27FC236}">
                  <a16:creationId xmlns:a16="http://schemas.microsoft.com/office/drawing/2014/main" id="{166293A0-2412-9FFC-DF26-102E784D287E}"/>
                </a:ext>
              </a:extLst>
            </p:cNvPr>
            <p:cNvSpPr/>
            <p:nvPr/>
          </p:nvSpPr>
          <p:spPr>
            <a:xfrm>
              <a:off x="1802610" y="1433345"/>
              <a:ext cx="446010" cy="304645"/>
            </a:xfrm>
            <a:custGeom>
              <a:avLst/>
              <a:gdLst>
                <a:gd name="connsiteX0" fmla="*/ 0 w 446010"/>
                <a:gd name="connsiteY0" fmla="*/ 44856 h 304644"/>
                <a:gd name="connsiteX1" fmla="*/ 1 w 446010"/>
                <a:gd name="connsiteY1" fmla="*/ 44856 h 304644"/>
                <a:gd name="connsiteX2" fmla="*/ 105445 w 446010"/>
                <a:gd name="connsiteY2" fmla="*/ 123114 h 304644"/>
                <a:gd name="connsiteX3" fmla="*/ 1 w 446010"/>
                <a:gd name="connsiteY3" fmla="*/ 304644 h 304644"/>
                <a:gd name="connsiteX4" fmla="*/ 0 w 446010"/>
                <a:gd name="connsiteY4" fmla="*/ 304644 h 304644"/>
                <a:gd name="connsiteX5" fmla="*/ 44877 w 446010"/>
                <a:gd name="connsiteY5" fmla="*/ 0 h 304644"/>
                <a:gd name="connsiteX6" fmla="*/ 446010 w 446010"/>
                <a:gd name="connsiteY6" fmla="*/ 0 h 304644"/>
                <a:gd name="connsiteX7" fmla="*/ 446010 w 446010"/>
                <a:gd name="connsiteY7" fmla="*/ 259788 h 304644"/>
                <a:gd name="connsiteX8" fmla="*/ 401133 w 446010"/>
                <a:gd name="connsiteY8" fmla="*/ 259788 h 304644"/>
                <a:gd name="connsiteX9" fmla="*/ 401133 w 446010"/>
                <a:gd name="connsiteY9" fmla="*/ 304642 h 304644"/>
                <a:gd name="connsiteX10" fmla="*/ 295686 w 446010"/>
                <a:gd name="connsiteY10" fmla="*/ 123118 h 304644"/>
                <a:gd name="connsiteX11" fmla="*/ 401134 w 446010"/>
                <a:gd name="connsiteY11" fmla="*/ 44856 h 304644"/>
                <a:gd name="connsiteX12" fmla="*/ 44877 w 446010"/>
                <a:gd name="connsiteY12" fmla="*/ 44856 h 304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6010" h="304644">
                  <a:moveTo>
                    <a:pt x="0" y="44856"/>
                  </a:moveTo>
                  <a:lnTo>
                    <a:pt x="1" y="44856"/>
                  </a:lnTo>
                  <a:lnTo>
                    <a:pt x="105445" y="123114"/>
                  </a:lnTo>
                  <a:lnTo>
                    <a:pt x="1" y="304644"/>
                  </a:lnTo>
                  <a:lnTo>
                    <a:pt x="0" y="304644"/>
                  </a:lnTo>
                  <a:close/>
                  <a:moveTo>
                    <a:pt x="44877" y="0"/>
                  </a:moveTo>
                  <a:lnTo>
                    <a:pt x="446010" y="0"/>
                  </a:lnTo>
                  <a:lnTo>
                    <a:pt x="446010" y="259788"/>
                  </a:lnTo>
                  <a:lnTo>
                    <a:pt x="401133" y="259788"/>
                  </a:lnTo>
                  <a:lnTo>
                    <a:pt x="401133" y="304642"/>
                  </a:lnTo>
                  <a:lnTo>
                    <a:pt x="295686" y="123118"/>
                  </a:lnTo>
                  <a:lnTo>
                    <a:pt x="401134" y="44856"/>
                  </a:lnTo>
                  <a:lnTo>
                    <a:pt x="44877" y="44856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" name="Freeform: Shape 71">
              <a:extLst>
                <a:ext uri="{FF2B5EF4-FFF2-40B4-BE49-F238E27FC236}">
                  <a16:creationId xmlns:a16="http://schemas.microsoft.com/office/drawing/2014/main" id="{433BB9D1-3C2A-7BDB-BDD4-FD892CA0FDD2}"/>
                </a:ext>
              </a:extLst>
            </p:cNvPr>
            <p:cNvSpPr/>
            <p:nvPr/>
          </p:nvSpPr>
          <p:spPr>
            <a:xfrm>
              <a:off x="1793712" y="1424446"/>
              <a:ext cx="463821" cy="322407"/>
            </a:xfrm>
            <a:custGeom>
              <a:avLst/>
              <a:gdLst>
                <a:gd name="connsiteX0" fmla="*/ 17797 w 463821"/>
                <a:gd name="connsiteY0" fmla="*/ 71445 h 322406"/>
                <a:gd name="connsiteX1" fmla="*/ 17797 w 463821"/>
                <a:gd name="connsiteY1" fmla="*/ 280505 h 322406"/>
                <a:gd name="connsiteX2" fmla="*/ 81254 w 463821"/>
                <a:gd name="connsiteY2" fmla="*/ 171323 h 322406"/>
                <a:gd name="connsiteX3" fmla="*/ 93420 w 463821"/>
                <a:gd name="connsiteY3" fmla="*/ 168098 h 322406"/>
                <a:gd name="connsiteX4" fmla="*/ 96645 w 463821"/>
                <a:gd name="connsiteY4" fmla="*/ 180264 h 322406"/>
                <a:gd name="connsiteX5" fmla="*/ 24368 w 463821"/>
                <a:gd name="connsiteY5" fmla="*/ 304616 h 322406"/>
                <a:gd name="connsiteX6" fmla="*/ 209458 w 463821"/>
                <a:gd name="connsiteY6" fmla="*/ 304616 h 322406"/>
                <a:gd name="connsiteX7" fmla="*/ 401125 w 463821"/>
                <a:gd name="connsiteY7" fmla="*/ 304645 h 322406"/>
                <a:gd name="connsiteX8" fmla="*/ 401125 w 463821"/>
                <a:gd name="connsiteY8" fmla="*/ 71445 h 322406"/>
                <a:gd name="connsiteX9" fmla="*/ 316276 w 463821"/>
                <a:gd name="connsiteY9" fmla="*/ 134418 h 322406"/>
                <a:gd name="connsiteX10" fmla="*/ 380217 w 463821"/>
                <a:gd name="connsiteY10" fmla="*/ 244512 h 322406"/>
                <a:gd name="connsiteX11" fmla="*/ 376974 w 463821"/>
                <a:gd name="connsiteY11" fmla="*/ 256682 h 322406"/>
                <a:gd name="connsiteX12" fmla="*/ 364805 w 463821"/>
                <a:gd name="connsiteY12" fmla="*/ 253439 h 322406"/>
                <a:gd name="connsiteX13" fmla="*/ 301874 w 463821"/>
                <a:gd name="connsiteY13" fmla="*/ 145096 h 322406"/>
                <a:gd name="connsiteX14" fmla="*/ 214747 w 463821"/>
                <a:gd name="connsiteY14" fmla="*/ 209758 h 322406"/>
                <a:gd name="connsiteX15" fmla="*/ 204140 w 463821"/>
                <a:gd name="connsiteY15" fmla="*/ 209758 h 322406"/>
                <a:gd name="connsiteX16" fmla="*/ 35815 w 463821"/>
                <a:gd name="connsiteY16" fmla="*/ 62653 h 322406"/>
                <a:gd name="connsiteX17" fmla="*/ 209458 w 463821"/>
                <a:gd name="connsiteY17" fmla="*/ 191505 h 322406"/>
                <a:gd name="connsiteX18" fmla="*/ 383107 w 463821"/>
                <a:gd name="connsiteY18" fmla="*/ 62653 h 322406"/>
                <a:gd name="connsiteX19" fmla="*/ 8899 w 463821"/>
                <a:gd name="connsiteY19" fmla="*/ 44856 h 322406"/>
                <a:gd name="connsiteX20" fmla="*/ 410024 w 463821"/>
                <a:gd name="connsiteY20" fmla="*/ 44856 h 322406"/>
                <a:gd name="connsiteX21" fmla="*/ 418922 w 463821"/>
                <a:gd name="connsiteY21" fmla="*/ 53726 h 322406"/>
                <a:gd name="connsiteX22" fmla="*/ 418922 w 463821"/>
                <a:gd name="connsiteY22" fmla="*/ 313508 h 322406"/>
                <a:gd name="connsiteX23" fmla="*/ 410024 w 463821"/>
                <a:gd name="connsiteY23" fmla="*/ 322406 h 322406"/>
                <a:gd name="connsiteX24" fmla="*/ 8891 w 463821"/>
                <a:gd name="connsiteY24" fmla="*/ 322406 h 322406"/>
                <a:gd name="connsiteX25" fmla="*/ 5816 w 463821"/>
                <a:gd name="connsiteY25" fmla="*/ 321787 h 322406"/>
                <a:gd name="connsiteX26" fmla="*/ 5104 w 463821"/>
                <a:gd name="connsiteY26" fmla="*/ 321488 h 322406"/>
                <a:gd name="connsiteX27" fmla="*/ 2606 w 463821"/>
                <a:gd name="connsiteY27" fmla="*/ 319801 h 322406"/>
                <a:gd name="connsiteX28" fmla="*/ 1182 w 463821"/>
                <a:gd name="connsiteY28" fmla="*/ 317964 h 322406"/>
                <a:gd name="connsiteX29" fmla="*/ 911 w 463821"/>
                <a:gd name="connsiteY29" fmla="*/ 317316 h 322406"/>
                <a:gd name="connsiteX30" fmla="*/ 612 w 463821"/>
                <a:gd name="connsiteY30" fmla="*/ 316604 h 322406"/>
                <a:gd name="connsiteX31" fmla="*/ 0 w 463821"/>
                <a:gd name="connsiteY31" fmla="*/ 313565 h 322406"/>
                <a:gd name="connsiteX32" fmla="*/ 0 w 463821"/>
                <a:gd name="connsiteY32" fmla="*/ 53755 h 322406"/>
                <a:gd name="connsiteX33" fmla="*/ 8899 w 463821"/>
                <a:gd name="connsiteY33" fmla="*/ 44856 h 322406"/>
                <a:gd name="connsiteX34" fmla="*/ 53776 w 463821"/>
                <a:gd name="connsiteY34" fmla="*/ 0 h 322406"/>
                <a:gd name="connsiteX35" fmla="*/ 454908 w 463821"/>
                <a:gd name="connsiteY35" fmla="*/ 0 h 322406"/>
                <a:gd name="connsiteX36" fmla="*/ 463821 w 463821"/>
                <a:gd name="connsiteY36" fmla="*/ 8877 h 322406"/>
                <a:gd name="connsiteX37" fmla="*/ 463821 w 463821"/>
                <a:gd name="connsiteY37" fmla="*/ 268716 h 322406"/>
                <a:gd name="connsiteX38" fmla="*/ 454922 w 463821"/>
                <a:gd name="connsiteY38" fmla="*/ 277614 h 322406"/>
                <a:gd name="connsiteX39" fmla="*/ 446023 w 463821"/>
                <a:gd name="connsiteY39" fmla="*/ 268716 h 322406"/>
                <a:gd name="connsiteX40" fmla="*/ 446023 w 463821"/>
                <a:gd name="connsiteY40" fmla="*/ 17797 h 322406"/>
                <a:gd name="connsiteX41" fmla="*/ 53776 w 463821"/>
                <a:gd name="connsiteY41" fmla="*/ 17797 h 322406"/>
                <a:gd name="connsiteX42" fmla="*/ 44877 w 463821"/>
                <a:gd name="connsiteY42" fmla="*/ 8899 h 322406"/>
                <a:gd name="connsiteX43" fmla="*/ 53776 w 463821"/>
                <a:gd name="connsiteY43" fmla="*/ 0 h 32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63821" h="322406">
                  <a:moveTo>
                    <a:pt x="17797" y="71445"/>
                  </a:moveTo>
                  <a:lnTo>
                    <a:pt x="17797" y="280505"/>
                  </a:lnTo>
                  <a:lnTo>
                    <a:pt x="81254" y="171323"/>
                  </a:lnTo>
                  <a:cubicBezTo>
                    <a:pt x="83723" y="167073"/>
                    <a:pt x="89170" y="165629"/>
                    <a:pt x="93420" y="168098"/>
                  </a:cubicBezTo>
                  <a:cubicBezTo>
                    <a:pt x="97671" y="170567"/>
                    <a:pt x="99114" y="176014"/>
                    <a:pt x="96645" y="180264"/>
                  </a:cubicBezTo>
                  <a:lnTo>
                    <a:pt x="24368" y="304616"/>
                  </a:lnTo>
                  <a:lnTo>
                    <a:pt x="209458" y="304616"/>
                  </a:lnTo>
                  <a:lnTo>
                    <a:pt x="401125" y="304645"/>
                  </a:lnTo>
                  <a:lnTo>
                    <a:pt x="401125" y="71445"/>
                  </a:lnTo>
                  <a:lnTo>
                    <a:pt x="316276" y="134418"/>
                  </a:lnTo>
                  <a:lnTo>
                    <a:pt x="380217" y="244512"/>
                  </a:lnTo>
                  <a:cubicBezTo>
                    <a:pt x="382682" y="248768"/>
                    <a:pt x="381230" y="254216"/>
                    <a:pt x="376974" y="256682"/>
                  </a:cubicBezTo>
                  <a:cubicBezTo>
                    <a:pt x="372718" y="259147"/>
                    <a:pt x="367270" y="257695"/>
                    <a:pt x="364805" y="253439"/>
                  </a:cubicBezTo>
                  <a:lnTo>
                    <a:pt x="301874" y="145096"/>
                  </a:lnTo>
                  <a:lnTo>
                    <a:pt x="214747" y="209758"/>
                  </a:lnTo>
                  <a:cubicBezTo>
                    <a:pt x="211597" y="212093"/>
                    <a:pt x="207290" y="212093"/>
                    <a:pt x="204140" y="209758"/>
                  </a:cubicBezTo>
                  <a:close/>
                  <a:moveTo>
                    <a:pt x="35815" y="62653"/>
                  </a:moveTo>
                  <a:lnTo>
                    <a:pt x="209458" y="191505"/>
                  </a:lnTo>
                  <a:lnTo>
                    <a:pt x="383107" y="62653"/>
                  </a:lnTo>
                  <a:close/>
                  <a:moveTo>
                    <a:pt x="8899" y="44856"/>
                  </a:moveTo>
                  <a:lnTo>
                    <a:pt x="410024" y="44856"/>
                  </a:lnTo>
                  <a:cubicBezTo>
                    <a:pt x="414927" y="44856"/>
                    <a:pt x="418906" y="48823"/>
                    <a:pt x="418922" y="53726"/>
                  </a:cubicBezTo>
                  <a:lnTo>
                    <a:pt x="418922" y="313508"/>
                  </a:lnTo>
                  <a:cubicBezTo>
                    <a:pt x="418922" y="318422"/>
                    <a:pt x="414938" y="322406"/>
                    <a:pt x="410024" y="322406"/>
                  </a:cubicBezTo>
                  <a:lnTo>
                    <a:pt x="8891" y="322406"/>
                  </a:lnTo>
                  <a:cubicBezTo>
                    <a:pt x="7837" y="322386"/>
                    <a:pt x="6796" y="322176"/>
                    <a:pt x="5816" y="321787"/>
                  </a:cubicBezTo>
                  <a:cubicBezTo>
                    <a:pt x="5574" y="321694"/>
                    <a:pt x="5339" y="321602"/>
                    <a:pt x="5104" y="321488"/>
                  </a:cubicBezTo>
                  <a:cubicBezTo>
                    <a:pt x="4181" y="321073"/>
                    <a:pt x="3336" y="320502"/>
                    <a:pt x="2606" y="319801"/>
                  </a:cubicBezTo>
                  <a:cubicBezTo>
                    <a:pt x="2053" y="319253"/>
                    <a:pt x="1574" y="318636"/>
                    <a:pt x="1182" y="317964"/>
                  </a:cubicBezTo>
                  <a:cubicBezTo>
                    <a:pt x="1061" y="317758"/>
                    <a:pt x="1025" y="317537"/>
                    <a:pt x="911" y="317316"/>
                  </a:cubicBezTo>
                  <a:cubicBezTo>
                    <a:pt x="797" y="317096"/>
                    <a:pt x="705" y="316854"/>
                    <a:pt x="612" y="316604"/>
                  </a:cubicBezTo>
                  <a:cubicBezTo>
                    <a:pt x="231" y="315635"/>
                    <a:pt x="24" y="314606"/>
                    <a:pt x="0" y="313565"/>
                  </a:cubicBezTo>
                  <a:lnTo>
                    <a:pt x="0" y="53755"/>
                  </a:lnTo>
                  <a:cubicBezTo>
                    <a:pt x="0" y="48840"/>
                    <a:pt x="3984" y="44856"/>
                    <a:pt x="8899" y="44856"/>
                  </a:cubicBezTo>
                  <a:close/>
                  <a:moveTo>
                    <a:pt x="53776" y="0"/>
                  </a:moveTo>
                  <a:lnTo>
                    <a:pt x="454908" y="0"/>
                  </a:lnTo>
                  <a:cubicBezTo>
                    <a:pt x="459819" y="-8"/>
                    <a:pt x="463809" y="3965"/>
                    <a:pt x="463821" y="8877"/>
                  </a:cubicBezTo>
                  <a:lnTo>
                    <a:pt x="463821" y="268716"/>
                  </a:lnTo>
                  <a:cubicBezTo>
                    <a:pt x="463821" y="273630"/>
                    <a:pt x="459836" y="277614"/>
                    <a:pt x="454922" y="277614"/>
                  </a:cubicBezTo>
                  <a:cubicBezTo>
                    <a:pt x="450007" y="277614"/>
                    <a:pt x="446023" y="273630"/>
                    <a:pt x="446023" y="268716"/>
                  </a:cubicBezTo>
                  <a:lnTo>
                    <a:pt x="446023" y="17797"/>
                  </a:lnTo>
                  <a:lnTo>
                    <a:pt x="53776" y="17797"/>
                  </a:lnTo>
                  <a:cubicBezTo>
                    <a:pt x="48861" y="17797"/>
                    <a:pt x="44877" y="13813"/>
                    <a:pt x="44877" y="8899"/>
                  </a:cubicBezTo>
                  <a:cubicBezTo>
                    <a:pt x="44877" y="3984"/>
                    <a:pt x="48861" y="0"/>
                    <a:pt x="53776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98" name="Group 276">
            <a:extLst>
              <a:ext uri="{FF2B5EF4-FFF2-40B4-BE49-F238E27FC236}">
                <a16:creationId xmlns:a16="http://schemas.microsoft.com/office/drawing/2014/main" id="{BFF13920-2767-6E84-35E0-38CA3C3B7517}"/>
              </a:ext>
            </a:extLst>
          </p:cNvPr>
          <p:cNvGrpSpPr/>
          <p:nvPr/>
        </p:nvGrpSpPr>
        <p:grpSpPr>
          <a:xfrm>
            <a:off x="840798" y="1353763"/>
            <a:ext cx="332663" cy="463807"/>
            <a:chOff x="840798" y="1353763"/>
            <a:chExt cx="332663" cy="463807"/>
          </a:xfrm>
          <a:noFill/>
        </p:grpSpPr>
        <p:sp>
          <p:nvSpPr>
            <p:cNvPr id="99" name="Freeform: Shape 73">
              <a:extLst>
                <a:ext uri="{FF2B5EF4-FFF2-40B4-BE49-F238E27FC236}">
                  <a16:creationId xmlns:a16="http://schemas.microsoft.com/office/drawing/2014/main" id="{2BBE851E-C552-4139-397D-8D1CD8BE778A}"/>
                </a:ext>
              </a:extLst>
            </p:cNvPr>
            <p:cNvSpPr/>
            <p:nvPr/>
          </p:nvSpPr>
          <p:spPr>
            <a:xfrm>
              <a:off x="849711" y="1362662"/>
              <a:ext cx="64070" cy="64070"/>
            </a:xfrm>
            <a:custGeom>
              <a:avLst/>
              <a:gdLst>
                <a:gd name="connsiteX0" fmla="*/ 68761 w 64069"/>
                <a:gd name="connsiteY0" fmla="*/ 0 h 64069"/>
                <a:gd name="connsiteX1" fmla="*/ 0 w 64069"/>
                <a:gd name="connsiteY1" fmla="*/ 68761 h 64069"/>
                <a:gd name="connsiteX2" fmla="*/ 68761 w 64069"/>
                <a:gd name="connsiteY2" fmla="*/ 68761 h 64069"/>
                <a:gd name="connsiteX3" fmla="*/ 68761 w 64069"/>
                <a:gd name="connsiteY3" fmla="*/ 0 h 6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069" h="64069">
                  <a:moveTo>
                    <a:pt x="68761" y="0"/>
                  </a:moveTo>
                  <a:lnTo>
                    <a:pt x="0" y="68761"/>
                  </a:lnTo>
                  <a:lnTo>
                    <a:pt x="68761" y="68761"/>
                  </a:lnTo>
                  <a:lnTo>
                    <a:pt x="68761" y="0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" name="Freeform: Shape 74">
              <a:extLst>
                <a:ext uri="{FF2B5EF4-FFF2-40B4-BE49-F238E27FC236}">
                  <a16:creationId xmlns:a16="http://schemas.microsoft.com/office/drawing/2014/main" id="{40A2D1DB-5904-B281-82D1-BF552501C20D}"/>
                </a:ext>
              </a:extLst>
            </p:cNvPr>
            <p:cNvSpPr/>
            <p:nvPr/>
          </p:nvSpPr>
          <p:spPr>
            <a:xfrm>
              <a:off x="840798" y="1353763"/>
              <a:ext cx="332663" cy="463807"/>
            </a:xfrm>
            <a:custGeom>
              <a:avLst/>
              <a:gdLst>
                <a:gd name="connsiteX0" fmla="*/ 79881 w 332663"/>
                <a:gd name="connsiteY0" fmla="*/ 346403 h 463806"/>
                <a:gd name="connsiteX1" fmla="*/ 252791 w 332663"/>
                <a:gd name="connsiteY1" fmla="*/ 346403 h 463806"/>
                <a:gd name="connsiteX2" fmla="*/ 261689 w 332663"/>
                <a:gd name="connsiteY2" fmla="*/ 355303 h 463806"/>
                <a:gd name="connsiteX3" fmla="*/ 252791 w 332663"/>
                <a:gd name="connsiteY3" fmla="*/ 364201 h 463806"/>
                <a:gd name="connsiteX4" fmla="*/ 79881 w 332663"/>
                <a:gd name="connsiteY4" fmla="*/ 364201 h 463806"/>
                <a:gd name="connsiteX5" fmla="*/ 70982 w 332663"/>
                <a:gd name="connsiteY5" fmla="*/ 355303 h 463806"/>
                <a:gd name="connsiteX6" fmla="*/ 79881 w 332663"/>
                <a:gd name="connsiteY6" fmla="*/ 346403 h 463806"/>
                <a:gd name="connsiteX7" fmla="*/ 79881 w 332663"/>
                <a:gd name="connsiteY7" fmla="*/ 276396 h 463806"/>
                <a:gd name="connsiteX8" fmla="*/ 252791 w 332663"/>
                <a:gd name="connsiteY8" fmla="*/ 276396 h 463806"/>
                <a:gd name="connsiteX9" fmla="*/ 261689 w 332663"/>
                <a:gd name="connsiteY9" fmla="*/ 285296 h 463806"/>
                <a:gd name="connsiteX10" fmla="*/ 252791 w 332663"/>
                <a:gd name="connsiteY10" fmla="*/ 294194 h 463806"/>
                <a:gd name="connsiteX11" fmla="*/ 79881 w 332663"/>
                <a:gd name="connsiteY11" fmla="*/ 294194 h 463806"/>
                <a:gd name="connsiteX12" fmla="*/ 70982 w 332663"/>
                <a:gd name="connsiteY12" fmla="*/ 285296 h 463806"/>
                <a:gd name="connsiteX13" fmla="*/ 79881 w 332663"/>
                <a:gd name="connsiteY13" fmla="*/ 276396 h 463806"/>
                <a:gd name="connsiteX14" fmla="*/ 79881 w 332663"/>
                <a:gd name="connsiteY14" fmla="*/ 206397 h 463806"/>
                <a:gd name="connsiteX15" fmla="*/ 252791 w 332663"/>
                <a:gd name="connsiteY15" fmla="*/ 206397 h 463806"/>
                <a:gd name="connsiteX16" fmla="*/ 261689 w 332663"/>
                <a:gd name="connsiteY16" fmla="*/ 215297 h 463806"/>
                <a:gd name="connsiteX17" fmla="*/ 252791 w 332663"/>
                <a:gd name="connsiteY17" fmla="*/ 224195 h 463806"/>
                <a:gd name="connsiteX18" fmla="*/ 79881 w 332663"/>
                <a:gd name="connsiteY18" fmla="*/ 224195 h 463806"/>
                <a:gd name="connsiteX19" fmla="*/ 70982 w 332663"/>
                <a:gd name="connsiteY19" fmla="*/ 215297 h 463806"/>
                <a:gd name="connsiteX20" fmla="*/ 79881 w 332663"/>
                <a:gd name="connsiteY20" fmla="*/ 206397 h 463806"/>
                <a:gd name="connsiteX21" fmla="*/ 79881 w 332663"/>
                <a:gd name="connsiteY21" fmla="*/ 136397 h 463806"/>
                <a:gd name="connsiteX22" fmla="*/ 252791 w 332663"/>
                <a:gd name="connsiteY22" fmla="*/ 136397 h 463806"/>
                <a:gd name="connsiteX23" fmla="*/ 261689 w 332663"/>
                <a:gd name="connsiteY23" fmla="*/ 145297 h 463806"/>
                <a:gd name="connsiteX24" fmla="*/ 252791 w 332663"/>
                <a:gd name="connsiteY24" fmla="*/ 154195 h 463806"/>
                <a:gd name="connsiteX25" fmla="*/ 79881 w 332663"/>
                <a:gd name="connsiteY25" fmla="*/ 154195 h 463806"/>
                <a:gd name="connsiteX26" fmla="*/ 70982 w 332663"/>
                <a:gd name="connsiteY26" fmla="*/ 145297 h 463806"/>
                <a:gd name="connsiteX27" fmla="*/ 79881 w 332663"/>
                <a:gd name="connsiteY27" fmla="*/ 136397 h 463806"/>
                <a:gd name="connsiteX28" fmla="*/ 121255 w 332663"/>
                <a:gd name="connsiteY28" fmla="*/ 0 h 463806"/>
                <a:gd name="connsiteX29" fmla="*/ 323765 w 332663"/>
                <a:gd name="connsiteY29" fmla="*/ 0 h 463806"/>
                <a:gd name="connsiteX30" fmla="*/ 332663 w 332663"/>
                <a:gd name="connsiteY30" fmla="*/ 8899 h 463806"/>
                <a:gd name="connsiteX31" fmla="*/ 332663 w 332663"/>
                <a:gd name="connsiteY31" fmla="*/ 454908 h 463806"/>
                <a:gd name="connsiteX32" fmla="*/ 323765 w 332663"/>
                <a:gd name="connsiteY32" fmla="*/ 463806 h 463806"/>
                <a:gd name="connsiteX33" fmla="*/ 8899 w 332663"/>
                <a:gd name="connsiteY33" fmla="*/ 463806 h 463806"/>
                <a:gd name="connsiteX34" fmla="*/ 0 w 332663"/>
                <a:gd name="connsiteY34" fmla="*/ 454908 h 463806"/>
                <a:gd name="connsiteX35" fmla="*/ 0 w 332663"/>
                <a:gd name="connsiteY35" fmla="*/ 77667 h 463806"/>
                <a:gd name="connsiteX36" fmla="*/ 2606 w 332663"/>
                <a:gd name="connsiteY36" fmla="*/ 71373 h 463806"/>
                <a:gd name="connsiteX37" fmla="*/ 71381 w 332663"/>
                <a:gd name="connsiteY37" fmla="*/ 2606 h 463806"/>
                <a:gd name="connsiteX38" fmla="*/ 77620 w 332663"/>
                <a:gd name="connsiteY38" fmla="*/ 18 h 463806"/>
                <a:gd name="connsiteX39" fmla="*/ 86572 w 332663"/>
                <a:gd name="connsiteY39" fmla="*/ 8891 h 463806"/>
                <a:gd name="connsiteX40" fmla="*/ 86572 w 332663"/>
                <a:gd name="connsiteY40" fmla="*/ 77659 h 463806"/>
                <a:gd name="connsiteX41" fmla="*/ 77674 w 332663"/>
                <a:gd name="connsiteY41" fmla="*/ 86558 h 463806"/>
                <a:gd name="connsiteX42" fmla="*/ 51249 w 332663"/>
                <a:gd name="connsiteY42" fmla="*/ 86558 h 463806"/>
                <a:gd name="connsiteX43" fmla="*/ 42350 w 332663"/>
                <a:gd name="connsiteY43" fmla="*/ 77659 h 463806"/>
                <a:gd name="connsiteX44" fmla="*/ 51249 w 332663"/>
                <a:gd name="connsiteY44" fmla="*/ 68761 h 463806"/>
                <a:gd name="connsiteX45" fmla="*/ 68775 w 332663"/>
                <a:gd name="connsiteY45" fmla="*/ 68761 h 463806"/>
                <a:gd name="connsiteX46" fmla="*/ 68775 w 332663"/>
                <a:gd name="connsiteY46" fmla="*/ 30376 h 463806"/>
                <a:gd name="connsiteX47" fmla="*/ 17811 w 332663"/>
                <a:gd name="connsiteY47" fmla="*/ 81347 h 463806"/>
                <a:gd name="connsiteX48" fmla="*/ 17811 w 332663"/>
                <a:gd name="connsiteY48" fmla="*/ 446009 h 463806"/>
                <a:gd name="connsiteX49" fmla="*/ 314887 w 332663"/>
                <a:gd name="connsiteY49" fmla="*/ 446009 h 463806"/>
                <a:gd name="connsiteX50" fmla="*/ 314887 w 332663"/>
                <a:gd name="connsiteY50" fmla="*/ 17797 h 463806"/>
                <a:gd name="connsiteX51" fmla="*/ 121255 w 332663"/>
                <a:gd name="connsiteY51" fmla="*/ 17797 h 463806"/>
                <a:gd name="connsiteX52" fmla="*/ 112357 w 332663"/>
                <a:gd name="connsiteY52" fmla="*/ 8899 h 463806"/>
                <a:gd name="connsiteX53" fmla="*/ 121255 w 332663"/>
                <a:gd name="connsiteY53" fmla="*/ 0 h 46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32663" h="463806">
                  <a:moveTo>
                    <a:pt x="79881" y="346403"/>
                  </a:moveTo>
                  <a:lnTo>
                    <a:pt x="252791" y="346403"/>
                  </a:lnTo>
                  <a:cubicBezTo>
                    <a:pt x="257705" y="346403"/>
                    <a:pt x="261689" y="350387"/>
                    <a:pt x="261689" y="355303"/>
                  </a:cubicBezTo>
                  <a:cubicBezTo>
                    <a:pt x="261689" y="360217"/>
                    <a:pt x="257705" y="364201"/>
                    <a:pt x="252791" y="364201"/>
                  </a:cubicBezTo>
                  <a:lnTo>
                    <a:pt x="79881" y="364201"/>
                  </a:lnTo>
                  <a:cubicBezTo>
                    <a:pt x="74966" y="364201"/>
                    <a:pt x="70982" y="360217"/>
                    <a:pt x="70982" y="355303"/>
                  </a:cubicBezTo>
                  <a:cubicBezTo>
                    <a:pt x="70982" y="350387"/>
                    <a:pt x="74966" y="346403"/>
                    <a:pt x="79881" y="346403"/>
                  </a:cubicBezTo>
                  <a:close/>
                  <a:moveTo>
                    <a:pt x="79881" y="276396"/>
                  </a:moveTo>
                  <a:lnTo>
                    <a:pt x="252791" y="276396"/>
                  </a:lnTo>
                  <a:cubicBezTo>
                    <a:pt x="257705" y="276396"/>
                    <a:pt x="261689" y="280380"/>
                    <a:pt x="261689" y="285296"/>
                  </a:cubicBezTo>
                  <a:cubicBezTo>
                    <a:pt x="261689" y="290210"/>
                    <a:pt x="257705" y="294194"/>
                    <a:pt x="252791" y="294194"/>
                  </a:cubicBezTo>
                  <a:lnTo>
                    <a:pt x="79881" y="294194"/>
                  </a:lnTo>
                  <a:cubicBezTo>
                    <a:pt x="74966" y="294194"/>
                    <a:pt x="70982" y="290210"/>
                    <a:pt x="70982" y="285296"/>
                  </a:cubicBezTo>
                  <a:cubicBezTo>
                    <a:pt x="70982" y="280380"/>
                    <a:pt x="74966" y="276396"/>
                    <a:pt x="79881" y="276396"/>
                  </a:cubicBezTo>
                  <a:close/>
                  <a:moveTo>
                    <a:pt x="79881" y="206397"/>
                  </a:moveTo>
                  <a:lnTo>
                    <a:pt x="252791" y="206397"/>
                  </a:lnTo>
                  <a:cubicBezTo>
                    <a:pt x="257705" y="206397"/>
                    <a:pt x="261689" y="210381"/>
                    <a:pt x="261689" y="215297"/>
                  </a:cubicBezTo>
                  <a:cubicBezTo>
                    <a:pt x="261689" y="220211"/>
                    <a:pt x="257705" y="224195"/>
                    <a:pt x="252791" y="224195"/>
                  </a:cubicBezTo>
                  <a:lnTo>
                    <a:pt x="79881" y="224195"/>
                  </a:lnTo>
                  <a:cubicBezTo>
                    <a:pt x="74966" y="224195"/>
                    <a:pt x="70982" y="220211"/>
                    <a:pt x="70982" y="215297"/>
                  </a:cubicBezTo>
                  <a:cubicBezTo>
                    <a:pt x="70982" y="210381"/>
                    <a:pt x="74966" y="206397"/>
                    <a:pt x="79881" y="206397"/>
                  </a:cubicBezTo>
                  <a:close/>
                  <a:moveTo>
                    <a:pt x="79881" y="136397"/>
                  </a:moveTo>
                  <a:lnTo>
                    <a:pt x="252791" y="136397"/>
                  </a:lnTo>
                  <a:cubicBezTo>
                    <a:pt x="257705" y="136397"/>
                    <a:pt x="261689" y="140381"/>
                    <a:pt x="261689" y="145297"/>
                  </a:cubicBezTo>
                  <a:cubicBezTo>
                    <a:pt x="261689" y="150211"/>
                    <a:pt x="257705" y="154195"/>
                    <a:pt x="252791" y="154195"/>
                  </a:cubicBezTo>
                  <a:lnTo>
                    <a:pt x="79881" y="154195"/>
                  </a:lnTo>
                  <a:cubicBezTo>
                    <a:pt x="74966" y="154195"/>
                    <a:pt x="70982" y="150211"/>
                    <a:pt x="70982" y="145297"/>
                  </a:cubicBezTo>
                  <a:cubicBezTo>
                    <a:pt x="70982" y="140381"/>
                    <a:pt x="74966" y="136397"/>
                    <a:pt x="79881" y="136397"/>
                  </a:cubicBezTo>
                  <a:close/>
                  <a:moveTo>
                    <a:pt x="121255" y="0"/>
                  </a:moveTo>
                  <a:lnTo>
                    <a:pt x="323765" y="0"/>
                  </a:lnTo>
                  <a:cubicBezTo>
                    <a:pt x="328679" y="0"/>
                    <a:pt x="332663" y="3984"/>
                    <a:pt x="332663" y="8899"/>
                  </a:cubicBezTo>
                  <a:lnTo>
                    <a:pt x="332663" y="454908"/>
                  </a:lnTo>
                  <a:cubicBezTo>
                    <a:pt x="332663" y="459822"/>
                    <a:pt x="328679" y="463806"/>
                    <a:pt x="323765" y="463806"/>
                  </a:cubicBezTo>
                  <a:lnTo>
                    <a:pt x="8899" y="463806"/>
                  </a:lnTo>
                  <a:cubicBezTo>
                    <a:pt x="3984" y="463806"/>
                    <a:pt x="0" y="459822"/>
                    <a:pt x="0" y="454908"/>
                  </a:cubicBezTo>
                  <a:lnTo>
                    <a:pt x="0" y="77667"/>
                  </a:lnTo>
                  <a:cubicBezTo>
                    <a:pt x="0" y="75306"/>
                    <a:pt x="937" y="73043"/>
                    <a:pt x="2606" y="71373"/>
                  </a:cubicBezTo>
                  <a:lnTo>
                    <a:pt x="71381" y="2606"/>
                  </a:lnTo>
                  <a:cubicBezTo>
                    <a:pt x="73040" y="958"/>
                    <a:pt x="75281" y="29"/>
                    <a:pt x="77620" y="18"/>
                  </a:cubicBezTo>
                  <a:cubicBezTo>
                    <a:pt x="82542" y="-4"/>
                    <a:pt x="86550" y="3969"/>
                    <a:pt x="86572" y="8891"/>
                  </a:cubicBezTo>
                  <a:lnTo>
                    <a:pt x="86572" y="77659"/>
                  </a:lnTo>
                  <a:cubicBezTo>
                    <a:pt x="86572" y="82574"/>
                    <a:pt x="82588" y="86558"/>
                    <a:pt x="77674" y="86558"/>
                  </a:cubicBezTo>
                  <a:lnTo>
                    <a:pt x="51249" y="86558"/>
                  </a:lnTo>
                  <a:cubicBezTo>
                    <a:pt x="46334" y="86558"/>
                    <a:pt x="42350" y="82574"/>
                    <a:pt x="42350" y="77659"/>
                  </a:cubicBezTo>
                  <a:cubicBezTo>
                    <a:pt x="42350" y="72745"/>
                    <a:pt x="46334" y="68761"/>
                    <a:pt x="51249" y="68761"/>
                  </a:cubicBezTo>
                  <a:lnTo>
                    <a:pt x="68775" y="68761"/>
                  </a:lnTo>
                  <a:lnTo>
                    <a:pt x="68775" y="30376"/>
                  </a:lnTo>
                  <a:lnTo>
                    <a:pt x="17811" y="81347"/>
                  </a:lnTo>
                  <a:lnTo>
                    <a:pt x="17811" y="446009"/>
                  </a:lnTo>
                  <a:lnTo>
                    <a:pt x="314887" y="446009"/>
                  </a:lnTo>
                  <a:lnTo>
                    <a:pt x="314887" y="17797"/>
                  </a:lnTo>
                  <a:lnTo>
                    <a:pt x="121255" y="17797"/>
                  </a:lnTo>
                  <a:cubicBezTo>
                    <a:pt x="116341" y="17797"/>
                    <a:pt x="112357" y="13813"/>
                    <a:pt x="112357" y="8899"/>
                  </a:cubicBezTo>
                  <a:cubicBezTo>
                    <a:pt x="112357" y="3984"/>
                    <a:pt x="116341" y="0"/>
                    <a:pt x="121255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01" name="Group 248">
            <a:extLst>
              <a:ext uri="{FF2B5EF4-FFF2-40B4-BE49-F238E27FC236}">
                <a16:creationId xmlns:a16="http://schemas.microsoft.com/office/drawing/2014/main" id="{17BAC160-B02F-5322-3341-4250E21BC95B}"/>
              </a:ext>
            </a:extLst>
          </p:cNvPr>
          <p:cNvGrpSpPr/>
          <p:nvPr/>
        </p:nvGrpSpPr>
        <p:grpSpPr>
          <a:xfrm>
            <a:off x="5853838" y="4166353"/>
            <a:ext cx="487791" cy="302883"/>
            <a:chOff x="5853838" y="4166353"/>
            <a:chExt cx="487791" cy="302883"/>
          </a:xfrm>
          <a:noFill/>
        </p:grpSpPr>
        <p:sp>
          <p:nvSpPr>
            <p:cNvPr id="102" name="Freeform: Shape 76">
              <a:extLst>
                <a:ext uri="{FF2B5EF4-FFF2-40B4-BE49-F238E27FC236}">
                  <a16:creationId xmlns:a16="http://schemas.microsoft.com/office/drawing/2014/main" id="{18023B10-4AB0-CC21-B112-255EC55708D3}"/>
                </a:ext>
              </a:extLst>
            </p:cNvPr>
            <p:cNvSpPr/>
            <p:nvPr/>
          </p:nvSpPr>
          <p:spPr>
            <a:xfrm>
              <a:off x="5862747" y="4175262"/>
              <a:ext cx="469981" cy="285067"/>
            </a:xfrm>
            <a:custGeom>
              <a:avLst/>
              <a:gdLst>
                <a:gd name="connsiteX0" fmla="*/ 355341 w 469981"/>
                <a:gd name="connsiteY0" fmla="*/ 192191 h 285067"/>
                <a:gd name="connsiteX1" fmla="*/ 355341 w 469981"/>
                <a:gd name="connsiteY1" fmla="*/ 244452 h 285067"/>
                <a:gd name="connsiteX2" fmla="*/ 427235 w 469981"/>
                <a:gd name="connsiteY2" fmla="*/ 244452 h 285067"/>
                <a:gd name="connsiteX3" fmla="*/ 427235 w 469981"/>
                <a:gd name="connsiteY3" fmla="*/ 192191 h 285067"/>
                <a:gd name="connsiteX4" fmla="*/ 0 w 469981"/>
                <a:gd name="connsiteY4" fmla="*/ 86710 h 285067"/>
                <a:gd name="connsiteX5" fmla="*/ 469981 w 469981"/>
                <a:gd name="connsiteY5" fmla="*/ 86710 h 285067"/>
                <a:gd name="connsiteX6" fmla="*/ 469981 w 469981"/>
                <a:gd name="connsiteY6" fmla="*/ 285067 h 285067"/>
                <a:gd name="connsiteX7" fmla="*/ 0 w 469981"/>
                <a:gd name="connsiteY7" fmla="*/ 285067 h 285067"/>
                <a:gd name="connsiteX8" fmla="*/ 0 w 469981"/>
                <a:gd name="connsiteY8" fmla="*/ 0 h 285067"/>
                <a:gd name="connsiteX9" fmla="*/ 469981 w 469981"/>
                <a:gd name="connsiteY9" fmla="*/ 0 h 285067"/>
                <a:gd name="connsiteX10" fmla="*/ 469981 w 469981"/>
                <a:gd name="connsiteY10" fmla="*/ 40386 h 285067"/>
                <a:gd name="connsiteX11" fmla="*/ 0 w 469981"/>
                <a:gd name="connsiteY11" fmla="*/ 40386 h 28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981" h="285067">
                  <a:moveTo>
                    <a:pt x="355341" y="192191"/>
                  </a:moveTo>
                  <a:lnTo>
                    <a:pt x="355341" y="244452"/>
                  </a:lnTo>
                  <a:lnTo>
                    <a:pt x="427235" y="244452"/>
                  </a:lnTo>
                  <a:lnTo>
                    <a:pt x="427235" y="192191"/>
                  </a:lnTo>
                  <a:close/>
                  <a:moveTo>
                    <a:pt x="0" y="86710"/>
                  </a:moveTo>
                  <a:lnTo>
                    <a:pt x="469981" y="86710"/>
                  </a:lnTo>
                  <a:lnTo>
                    <a:pt x="469981" y="285067"/>
                  </a:lnTo>
                  <a:lnTo>
                    <a:pt x="0" y="285067"/>
                  </a:lnTo>
                  <a:close/>
                  <a:moveTo>
                    <a:pt x="0" y="0"/>
                  </a:moveTo>
                  <a:lnTo>
                    <a:pt x="469981" y="0"/>
                  </a:lnTo>
                  <a:lnTo>
                    <a:pt x="469981" y="40386"/>
                  </a:lnTo>
                  <a:lnTo>
                    <a:pt x="0" y="40386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" name="Freeform: Shape 77">
              <a:extLst>
                <a:ext uri="{FF2B5EF4-FFF2-40B4-BE49-F238E27FC236}">
                  <a16:creationId xmlns:a16="http://schemas.microsoft.com/office/drawing/2014/main" id="{8B02BA09-7C38-BE91-6710-EFFD8521809D}"/>
                </a:ext>
              </a:extLst>
            </p:cNvPr>
            <p:cNvSpPr/>
            <p:nvPr/>
          </p:nvSpPr>
          <p:spPr>
            <a:xfrm>
              <a:off x="5853838" y="4166353"/>
              <a:ext cx="487791" cy="302883"/>
            </a:xfrm>
            <a:custGeom>
              <a:avLst/>
              <a:gdLst>
                <a:gd name="connsiteX0" fmla="*/ 373159 w 487791"/>
                <a:gd name="connsiteY0" fmla="*/ 210010 h 302883"/>
                <a:gd name="connsiteX1" fmla="*/ 373159 w 487791"/>
                <a:gd name="connsiteY1" fmla="*/ 244453 h 302883"/>
                <a:gd name="connsiteX2" fmla="*/ 427237 w 487791"/>
                <a:gd name="connsiteY2" fmla="*/ 244453 h 302883"/>
                <a:gd name="connsiteX3" fmla="*/ 427237 w 487791"/>
                <a:gd name="connsiteY3" fmla="*/ 210010 h 302883"/>
                <a:gd name="connsiteX4" fmla="*/ 364250 w 487791"/>
                <a:gd name="connsiteY4" fmla="*/ 192192 h 302883"/>
                <a:gd name="connsiteX5" fmla="*/ 436145 w 487791"/>
                <a:gd name="connsiteY5" fmla="*/ 192192 h 302883"/>
                <a:gd name="connsiteX6" fmla="*/ 445053 w 487791"/>
                <a:gd name="connsiteY6" fmla="*/ 201100 h 302883"/>
                <a:gd name="connsiteX7" fmla="*/ 445053 w 487791"/>
                <a:gd name="connsiteY7" fmla="*/ 253354 h 302883"/>
                <a:gd name="connsiteX8" fmla="*/ 436145 w 487791"/>
                <a:gd name="connsiteY8" fmla="*/ 262262 h 302883"/>
                <a:gd name="connsiteX9" fmla="*/ 364250 w 487791"/>
                <a:gd name="connsiteY9" fmla="*/ 262262 h 302883"/>
                <a:gd name="connsiteX10" fmla="*/ 355342 w 487791"/>
                <a:gd name="connsiteY10" fmla="*/ 253354 h 302883"/>
                <a:gd name="connsiteX11" fmla="*/ 355342 w 487791"/>
                <a:gd name="connsiteY11" fmla="*/ 201100 h 302883"/>
                <a:gd name="connsiteX12" fmla="*/ 364250 w 487791"/>
                <a:gd name="connsiteY12" fmla="*/ 192192 h 302883"/>
                <a:gd name="connsiteX13" fmla="*/ 17817 w 487791"/>
                <a:gd name="connsiteY13" fmla="*/ 58203 h 302883"/>
                <a:gd name="connsiteX14" fmla="*/ 17817 w 487791"/>
                <a:gd name="connsiteY14" fmla="*/ 86710 h 302883"/>
                <a:gd name="connsiteX15" fmla="*/ 427998 w 487791"/>
                <a:gd name="connsiteY15" fmla="*/ 86710 h 302883"/>
                <a:gd name="connsiteX16" fmla="*/ 436906 w 487791"/>
                <a:gd name="connsiteY16" fmla="*/ 95618 h 302883"/>
                <a:gd name="connsiteX17" fmla="*/ 427998 w 487791"/>
                <a:gd name="connsiteY17" fmla="*/ 104527 h 302883"/>
                <a:gd name="connsiteX18" fmla="*/ 17817 w 487791"/>
                <a:gd name="connsiteY18" fmla="*/ 104527 h 302883"/>
                <a:gd name="connsiteX19" fmla="*/ 17817 w 487791"/>
                <a:gd name="connsiteY19" fmla="*/ 285066 h 302883"/>
                <a:gd name="connsiteX20" fmla="*/ 469974 w 487791"/>
                <a:gd name="connsiteY20" fmla="*/ 285066 h 302883"/>
                <a:gd name="connsiteX21" fmla="*/ 469974 w 487791"/>
                <a:gd name="connsiteY21" fmla="*/ 58203 h 302883"/>
                <a:gd name="connsiteX22" fmla="*/ 17817 w 487791"/>
                <a:gd name="connsiteY22" fmla="*/ 17817 h 302883"/>
                <a:gd name="connsiteX23" fmla="*/ 17817 w 487791"/>
                <a:gd name="connsiteY23" fmla="*/ 40380 h 302883"/>
                <a:gd name="connsiteX24" fmla="*/ 469974 w 487791"/>
                <a:gd name="connsiteY24" fmla="*/ 40380 h 302883"/>
                <a:gd name="connsiteX25" fmla="*/ 469974 w 487791"/>
                <a:gd name="connsiteY25" fmla="*/ 17817 h 302883"/>
                <a:gd name="connsiteX26" fmla="*/ 8908 w 487791"/>
                <a:gd name="connsiteY26" fmla="*/ 0 h 302883"/>
                <a:gd name="connsiteX27" fmla="*/ 478882 w 487791"/>
                <a:gd name="connsiteY27" fmla="*/ 0 h 302883"/>
                <a:gd name="connsiteX28" fmla="*/ 487791 w 487791"/>
                <a:gd name="connsiteY28" fmla="*/ 8908 h 302883"/>
                <a:gd name="connsiteX29" fmla="*/ 487791 w 487791"/>
                <a:gd name="connsiteY29" fmla="*/ 293974 h 302883"/>
                <a:gd name="connsiteX30" fmla="*/ 478882 w 487791"/>
                <a:gd name="connsiteY30" fmla="*/ 302883 h 302883"/>
                <a:gd name="connsiteX31" fmla="*/ 8908 w 487791"/>
                <a:gd name="connsiteY31" fmla="*/ 302883 h 302883"/>
                <a:gd name="connsiteX32" fmla="*/ 0 w 487791"/>
                <a:gd name="connsiteY32" fmla="*/ 293974 h 302883"/>
                <a:gd name="connsiteX33" fmla="*/ 0 w 487791"/>
                <a:gd name="connsiteY33" fmla="*/ 8908 h 302883"/>
                <a:gd name="connsiteX34" fmla="*/ 8908 w 487791"/>
                <a:gd name="connsiteY34" fmla="*/ 0 h 30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87791" h="302883">
                  <a:moveTo>
                    <a:pt x="373159" y="210010"/>
                  </a:moveTo>
                  <a:lnTo>
                    <a:pt x="373159" y="244453"/>
                  </a:lnTo>
                  <a:lnTo>
                    <a:pt x="427237" y="244453"/>
                  </a:lnTo>
                  <a:lnTo>
                    <a:pt x="427237" y="210010"/>
                  </a:lnTo>
                  <a:close/>
                  <a:moveTo>
                    <a:pt x="364250" y="192192"/>
                  </a:moveTo>
                  <a:lnTo>
                    <a:pt x="436145" y="192192"/>
                  </a:lnTo>
                  <a:cubicBezTo>
                    <a:pt x="441065" y="192192"/>
                    <a:pt x="445053" y="196180"/>
                    <a:pt x="445053" y="201100"/>
                  </a:cubicBezTo>
                  <a:lnTo>
                    <a:pt x="445053" y="253354"/>
                  </a:lnTo>
                  <a:cubicBezTo>
                    <a:pt x="445053" y="258274"/>
                    <a:pt x="441065" y="262262"/>
                    <a:pt x="436145" y="262262"/>
                  </a:cubicBezTo>
                  <a:lnTo>
                    <a:pt x="364250" y="262262"/>
                  </a:lnTo>
                  <a:cubicBezTo>
                    <a:pt x="359330" y="262262"/>
                    <a:pt x="355342" y="258274"/>
                    <a:pt x="355342" y="253354"/>
                  </a:cubicBezTo>
                  <a:lnTo>
                    <a:pt x="355342" y="201100"/>
                  </a:lnTo>
                  <a:cubicBezTo>
                    <a:pt x="355342" y="196180"/>
                    <a:pt x="359330" y="192192"/>
                    <a:pt x="364250" y="192192"/>
                  </a:cubicBezTo>
                  <a:close/>
                  <a:moveTo>
                    <a:pt x="17817" y="58203"/>
                  </a:moveTo>
                  <a:lnTo>
                    <a:pt x="17817" y="86710"/>
                  </a:lnTo>
                  <a:lnTo>
                    <a:pt x="427998" y="86710"/>
                  </a:lnTo>
                  <a:cubicBezTo>
                    <a:pt x="432918" y="86710"/>
                    <a:pt x="436906" y="90698"/>
                    <a:pt x="436906" y="95618"/>
                  </a:cubicBezTo>
                  <a:cubicBezTo>
                    <a:pt x="436906" y="100538"/>
                    <a:pt x="432918" y="104527"/>
                    <a:pt x="427998" y="104527"/>
                  </a:cubicBezTo>
                  <a:lnTo>
                    <a:pt x="17817" y="104527"/>
                  </a:lnTo>
                  <a:lnTo>
                    <a:pt x="17817" y="285066"/>
                  </a:lnTo>
                  <a:lnTo>
                    <a:pt x="469974" y="285066"/>
                  </a:lnTo>
                  <a:lnTo>
                    <a:pt x="469974" y="58203"/>
                  </a:lnTo>
                  <a:close/>
                  <a:moveTo>
                    <a:pt x="17817" y="17817"/>
                  </a:moveTo>
                  <a:lnTo>
                    <a:pt x="17817" y="40380"/>
                  </a:lnTo>
                  <a:lnTo>
                    <a:pt x="469974" y="40380"/>
                  </a:lnTo>
                  <a:lnTo>
                    <a:pt x="469974" y="17817"/>
                  </a:lnTo>
                  <a:close/>
                  <a:moveTo>
                    <a:pt x="8908" y="0"/>
                  </a:moveTo>
                  <a:lnTo>
                    <a:pt x="478882" y="0"/>
                  </a:lnTo>
                  <a:cubicBezTo>
                    <a:pt x="483802" y="0"/>
                    <a:pt x="487791" y="3988"/>
                    <a:pt x="487791" y="8908"/>
                  </a:cubicBezTo>
                  <a:lnTo>
                    <a:pt x="487791" y="293974"/>
                  </a:lnTo>
                  <a:cubicBezTo>
                    <a:pt x="487791" y="298894"/>
                    <a:pt x="483802" y="302883"/>
                    <a:pt x="478882" y="302883"/>
                  </a:cubicBezTo>
                  <a:lnTo>
                    <a:pt x="8908" y="302883"/>
                  </a:lnTo>
                  <a:cubicBezTo>
                    <a:pt x="3988" y="302883"/>
                    <a:pt x="0" y="298894"/>
                    <a:pt x="0" y="293974"/>
                  </a:cubicBezTo>
                  <a:lnTo>
                    <a:pt x="0" y="8908"/>
                  </a:lnTo>
                  <a:cubicBezTo>
                    <a:pt x="0" y="3988"/>
                    <a:pt x="3988" y="0"/>
                    <a:pt x="8908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04" name="Group 249">
            <a:extLst>
              <a:ext uri="{FF2B5EF4-FFF2-40B4-BE49-F238E27FC236}">
                <a16:creationId xmlns:a16="http://schemas.microsoft.com/office/drawing/2014/main" id="{4774DACD-4C43-6C47-FA7E-70486DAFE4CF}"/>
              </a:ext>
            </a:extLst>
          </p:cNvPr>
          <p:cNvGrpSpPr/>
          <p:nvPr/>
        </p:nvGrpSpPr>
        <p:grpSpPr>
          <a:xfrm>
            <a:off x="4873591" y="4066714"/>
            <a:ext cx="413616" cy="502055"/>
            <a:chOff x="4873591" y="4066714"/>
            <a:chExt cx="413616" cy="502055"/>
          </a:xfrm>
          <a:noFill/>
        </p:grpSpPr>
        <p:sp>
          <p:nvSpPr>
            <p:cNvPr id="105" name="Freeform: Shape 79">
              <a:extLst>
                <a:ext uri="{FF2B5EF4-FFF2-40B4-BE49-F238E27FC236}">
                  <a16:creationId xmlns:a16="http://schemas.microsoft.com/office/drawing/2014/main" id="{56CE9C61-06A3-DBD6-BEE4-8EDCAD23013D}"/>
                </a:ext>
              </a:extLst>
            </p:cNvPr>
            <p:cNvSpPr/>
            <p:nvPr/>
          </p:nvSpPr>
          <p:spPr>
            <a:xfrm>
              <a:off x="4882512" y="4164037"/>
              <a:ext cx="395794" cy="395802"/>
            </a:xfrm>
            <a:custGeom>
              <a:avLst/>
              <a:gdLst>
                <a:gd name="connsiteX0" fmla="*/ 273003 w 395794"/>
                <a:gd name="connsiteY0" fmla="*/ 193405 h 395801"/>
                <a:gd name="connsiteX1" fmla="*/ 253864 w 395794"/>
                <a:gd name="connsiteY1" fmla="*/ 201333 h 395801"/>
                <a:gd name="connsiteX2" fmla="*/ 253865 w 395794"/>
                <a:gd name="connsiteY2" fmla="*/ 239611 h 395801"/>
                <a:gd name="connsiteX3" fmla="*/ 292143 w 395794"/>
                <a:gd name="connsiteY3" fmla="*/ 239610 h 395801"/>
                <a:gd name="connsiteX4" fmla="*/ 292142 w 395794"/>
                <a:gd name="connsiteY4" fmla="*/ 201332 h 395801"/>
                <a:gd name="connsiteX5" fmla="*/ 273003 w 395794"/>
                <a:gd name="connsiteY5" fmla="*/ 193405 h 395801"/>
                <a:gd name="connsiteX6" fmla="*/ 156221 w 395794"/>
                <a:gd name="connsiteY6" fmla="*/ 181694 h 395801"/>
                <a:gd name="connsiteX7" fmla="*/ 137081 w 395794"/>
                <a:gd name="connsiteY7" fmla="*/ 189621 h 395801"/>
                <a:gd name="connsiteX8" fmla="*/ 137081 w 395794"/>
                <a:gd name="connsiteY8" fmla="*/ 227900 h 395801"/>
                <a:gd name="connsiteX9" fmla="*/ 175360 w 395794"/>
                <a:gd name="connsiteY9" fmla="*/ 227900 h 395801"/>
                <a:gd name="connsiteX10" fmla="*/ 175360 w 395794"/>
                <a:gd name="connsiteY10" fmla="*/ 189621 h 395801"/>
                <a:gd name="connsiteX11" fmla="*/ 156221 w 395794"/>
                <a:gd name="connsiteY11" fmla="*/ 181694 h 395801"/>
                <a:gd name="connsiteX12" fmla="*/ 95817 w 395794"/>
                <a:gd name="connsiteY12" fmla="*/ 72635 h 395801"/>
                <a:gd name="connsiteX13" fmla="*/ 79452 w 395794"/>
                <a:gd name="connsiteY13" fmla="*/ 79405 h 395801"/>
                <a:gd name="connsiteX14" fmla="*/ 79425 w 395794"/>
                <a:gd name="connsiteY14" fmla="*/ 112162 h 395801"/>
                <a:gd name="connsiteX15" fmla="*/ 112182 w 395794"/>
                <a:gd name="connsiteY15" fmla="*/ 112189 h 395801"/>
                <a:gd name="connsiteX16" fmla="*/ 112209 w 395794"/>
                <a:gd name="connsiteY16" fmla="*/ 112162 h 395801"/>
                <a:gd name="connsiteX17" fmla="*/ 112182 w 395794"/>
                <a:gd name="connsiteY17" fmla="*/ 79405 h 395801"/>
                <a:gd name="connsiteX18" fmla="*/ 95817 w 395794"/>
                <a:gd name="connsiteY18" fmla="*/ 72635 h 395801"/>
                <a:gd name="connsiteX19" fmla="*/ 161256 w 395794"/>
                <a:gd name="connsiteY19" fmla="*/ 0 h 395801"/>
                <a:gd name="connsiteX20" fmla="*/ 395794 w 395794"/>
                <a:gd name="connsiteY20" fmla="*/ 234539 h 395801"/>
                <a:gd name="connsiteX21" fmla="*/ 234539 w 395794"/>
                <a:gd name="connsiteY21" fmla="*/ 395801 h 395801"/>
                <a:gd name="connsiteX22" fmla="*/ 0 w 395794"/>
                <a:gd name="connsiteY22" fmla="*/ 161263 h 395801"/>
                <a:gd name="connsiteX23" fmla="*/ 39952 w 395794"/>
                <a:gd name="connsiteY23" fmla="*/ 39952 h 39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95794" h="395801">
                  <a:moveTo>
                    <a:pt x="273003" y="193405"/>
                  </a:moveTo>
                  <a:cubicBezTo>
                    <a:pt x="266076" y="193405"/>
                    <a:pt x="259149" y="196048"/>
                    <a:pt x="253864" y="201333"/>
                  </a:cubicBezTo>
                  <a:cubicBezTo>
                    <a:pt x="243294" y="211903"/>
                    <a:pt x="243294" y="229041"/>
                    <a:pt x="253865" y="239611"/>
                  </a:cubicBezTo>
                  <a:cubicBezTo>
                    <a:pt x="264435" y="250181"/>
                    <a:pt x="281573" y="250181"/>
                    <a:pt x="292143" y="239610"/>
                  </a:cubicBezTo>
                  <a:cubicBezTo>
                    <a:pt x="302713" y="229040"/>
                    <a:pt x="302713" y="211902"/>
                    <a:pt x="292142" y="201332"/>
                  </a:cubicBezTo>
                  <a:cubicBezTo>
                    <a:pt x="286857" y="196047"/>
                    <a:pt x="279930" y="193405"/>
                    <a:pt x="273003" y="193405"/>
                  </a:cubicBezTo>
                  <a:close/>
                  <a:moveTo>
                    <a:pt x="156221" y="181694"/>
                  </a:moveTo>
                  <a:cubicBezTo>
                    <a:pt x="149294" y="181694"/>
                    <a:pt x="142367" y="184336"/>
                    <a:pt x="137081" y="189621"/>
                  </a:cubicBezTo>
                  <a:cubicBezTo>
                    <a:pt x="126511" y="200192"/>
                    <a:pt x="126511" y="217329"/>
                    <a:pt x="137081" y="227900"/>
                  </a:cubicBezTo>
                  <a:cubicBezTo>
                    <a:pt x="147652" y="238470"/>
                    <a:pt x="164789" y="238470"/>
                    <a:pt x="175360" y="227900"/>
                  </a:cubicBezTo>
                  <a:cubicBezTo>
                    <a:pt x="185930" y="217329"/>
                    <a:pt x="185930" y="200192"/>
                    <a:pt x="175360" y="189621"/>
                  </a:cubicBezTo>
                  <a:cubicBezTo>
                    <a:pt x="170075" y="184336"/>
                    <a:pt x="163148" y="181694"/>
                    <a:pt x="156221" y="181694"/>
                  </a:cubicBezTo>
                  <a:close/>
                  <a:moveTo>
                    <a:pt x="95817" y="72635"/>
                  </a:moveTo>
                  <a:cubicBezTo>
                    <a:pt x="89895" y="72635"/>
                    <a:pt x="83973" y="74892"/>
                    <a:pt x="79452" y="79405"/>
                  </a:cubicBezTo>
                  <a:cubicBezTo>
                    <a:pt x="70400" y="88443"/>
                    <a:pt x="70387" y="103109"/>
                    <a:pt x="79425" y="112162"/>
                  </a:cubicBezTo>
                  <a:cubicBezTo>
                    <a:pt x="88463" y="121214"/>
                    <a:pt x="103129" y="121226"/>
                    <a:pt x="112182" y="112189"/>
                  </a:cubicBezTo>
                  <a:cubicBezTo>
                    <a:pt x="112191" y="112180"/>
                    <a:pt x="112200" y="112171"/>
                    <a:pt x="112209" y="112162"/>
                  </a:cubicBezTo>
                  <a:cubicBezTo>
                    <a:pt x="121246" y="103109"/>
                    <a:pt x="121234" y="88443"/>
                    <a:pt x="112182" y="79405"/>
                  </a:cubicBezTo>
                  <a:cubicBezTo>
                    <a:pt x="107661" y="74892"/>
                    <a:pt x="101739" y="72635"/>
                    <a:pt x="95817" y="72635"/>
                  </a:cubicBezTo>
                  <a:close/>
                  <a:moveTo>
                    <a:pt x="161256" y="0"/>
                  </a:moveTo>
                  <a:lnTo>
                    <a:pt x="395794" y="234539"/>
                  </a:lnTo>
                  <a:lnTo>
                    <a:pt x="234539" y="395801"/>
                  </a:lnTo>
                  <a:lnTo>
                    <a:pt x="0" y="161263"/>
                  </a:lnTo>
                  <a:lnTo>
                    <a:pt x="39952" y="39952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" name="Freeform: Shape 80">
              <a:extLst>
                <a:ext uri="{FF2B5EF4-FFF2-40B4-BE49-F238E27FC236}">
                  <a16:creationId xmlns:a16="http://schemas.microsoft.com/office/drawing/2014/main" id="{11B39AD3-9FCD-41C0-A1F4-2FD886981A65}"/>
                </a:ext>
              </a:extLst>
            </p:cNvPr>
            <p:cNvSpPr/>
            <p:nvPr/>
          </p:nvSpPr>
          <p:spPr>
            <a:xfrm>
              <a:off x="4873591" y="4066714"/>
              <a:ext cx="413616" cy="502055"/>
            </a:xfrm>
            <a:custGeom>
              <a:avLst/>
              <a:gdLst>
                <a:gd name="connsiteX0" fmla="*/ 281918 w 413616"/>
                <a:gd name="connsiteY0" fmla="*/ 299663 h 502054"/>
                <a:gd name="connsiteX1" fmla="*/ 269086 w 413616"/>
                <a:gd name="connsiteY1" fmla="*/ 304986 h 502054"/>
                <a:gd name="connsiteX2" fmla="*/ 269100 w 413616"/>
                <a:gd name="connsiteY2" fmla="*/ 330656 h 502054"/>
                <a:gd name="connsiteX3" fmla="*/ 294770 w 413616"/>
                <a:gd name="connsiteY3" fmla="*/ 330642 h 502054"/>
                <a:gd name="connsiteX4" fmla="*/ 294770 w 413616"/>
                <a:gd name="connsiteY4" fmla="*/ 304986 h 502054"/>
                <a:gd name="connsiteX5" fmla="*/ 294756 w 413616"/>
                <a:gd name="connsiteY5" fmla="*/ 304972 h 502054"/>
                <a:gd name="connsiteX6" fmla="*/ 281918 w 413616"/>
                <a:gd name="connsiteY6" fmla="*/ 299663 h 502054"/>
                <a:gd name="connsiteX7" fmla="*/ 165150 w 413616"/>
                <a:gd name="connsiteY7" fmla="*/ 287954 h 502054"/>
                <a:gd name="connsiteX8" fmla="*/ 152321 w 413616"/>
                <a:gd name="connsiteY8" fmla="*/ 293270 h 502054"/>
                <a:gd name="connsiteX9" fmla="*/ 152325 w 413616"/>
                <a:gd name="connsiteY9" fmla="*/ 318930 h 502054"/>
                <a:gd name="connsiteX10" fmla="*/ 177985 w 413616"/>
                <a:gd name="connsiteY10" fmla="*/ 318926 h 502054"/>
                <a:gd name="connsiteX11" fmla="*/ 177985 w 413616"/>
                <a:gd name="connsiteY11" fmla="*/ 293270 h 502054"/>
                <a:gd name="connsiteX12" fmla="*/ 177981 w 413616"/>
                <a:gd name="connsiteY12" fmla="*/ 293266 h 502054"/>
                <a:gd name="connsiteX13" fmla="*/ 165150 w 413616"/>
                <a:gd name="connsiteY13" fmla="*/ 287954 h 502054"/>
                <a:gd name="connsiteX14" fmla="*/ 282168 w 413616"/>
                <a:gd name="connsiteY14" fmla="*/ 281730 h 502054"/>
                <a:gd name="connsiteX15" fmla="*/ 307370 w 413616"/>
                <a:gd name="connsiteY15" fmla="*/ 292365 h 502054"/>
                <a:gd name="connsiteX16" fmla="*/ 307370 w 413616"/>
                <a:gd name="connsiteY16" fmla="*/ 343241 h 502054"/>
                <a:gd name="connsiteX17" fmla="*/ 256493 w 413616"/>
                <a:gd name="connsiteY17" fmla="*/ 343241 h 502054"/>
                <a:gd name="connsiteX18" fmla="*/ 256493 w 413616"/>
                <a:gd name="connsiteY18" fmla="*/ 292365 h 502054"/>
                <a:gd name="connsiteX19" fmla="*/ 256827 w 413616"/>
                <a:gd name="connsiteY19" fmla="*/ 292031 h 502054"/>
                <a:gd name="connsiteX20" fmla="*/ 282168 w 413616"/>
                <a:gd name="connsiteY20" fmla="*/ 281730 h 502054"/>
                <a:gd name="connsiteX21" fmla="*/ 165382 w 413616"/>
                <a:gd name="connsiteY21" fmla="*/ 270014 h 502054"/>
                <a:gd name="connsiteX22" fmla="*/ 190585 w 413616"/>
                <a:gd name="connsiteY22" fmla="*/ 280649 h 502054"/>
                <a:gd name="connsiteX23" fmla="*/ 190585 w 413616"/>
                <a:gd name="connsiteY23" fmla="*/ 331525 h 502054"/>
                <a:gd name="connsiteX24" fmla="*/ 139708 w 413616"/>
                <a:gd name="connsiteY24" fmla="*/ 331525 h 502054"/>
                <a:gd name="connsiteX25" fmla="*/ 139708 w 413616"/>
                <a:gd name="connsiteY25" fmla="*/ 280649 h 502054"/>
                <a:gd name="connsiteX26" fmla="*/ 140042 w 413616"/>
                <a:gd name="connsiteY26" fmla="*/ 280315 h 502054"/>
                <a:gd name="connsiteX27" fmla="*/ 165382 w 413616"/>
                <a:gd name="connsiteY27" fmla="*/ 270014 h 502054"/>
                <a:gd name="connsiteX28" fmla="*/ 210119 w 413616"/>
                <a:gd name="connsiteY28" fmla="*/ 212810 h 502054"/>
                <a:gd name="connsiteX29" fmla="*/ 220139 w 413616"/>
                <a:gd name="connsiteY29" fmla="*/ 220436 h 502054"/>
                <a:gd name="connsiteX30" fmla="*/ 244590 w 413616"/>
                <a:gd name="connsiteY30" fmla="*/ 401055 h 502054"/>
                <a:gd name="connsiteX31" fmla="*/ 244636 w 413616"/>
                <a:gd name="connsiteY31" fmla="*/ 401389 h 502054"/>
                <a:gd name="connsiteX32" fmla="*/ 236813 w 413616"/>
                <a:gd name="connsiteY32" fmla="*/ 411265 h 502054"/>
                <a:gd name="connsiteX33" fmla="*/ 226938 w 413616"/>
                <a:gd name="connsiteY33" fmla="*/ 403442 h 502054"/>
                <a:gd name="connsiteX34" fmla="*/ 202493 w 413616"/>
                <a:gd name="connsiteY34" fmla="*/ 222830 h 502054"/>
                <a:gd name="connsiteX35" fmla="*/ 210119 w 413616"/>
                <a:gd name="connsiteY35" fmla="*/ 212810 h 502054"/>
                <a:gd name="connsiteX36" fmla="*/ 33876 w 413616"/>
                <a:gd name="connsiteY36" fmla="*/ 181510 h 502054"/>
                <a:gd name="connsiteX37" fmla="*/ 40049 w 413616"/>
                <a:gd name="connsiteY37" fmla="*/ 192492 h 502054"/>
                <a:gd name="connsiteX38" fmla="*/ 19090 w 413616"/>
                <a:gd name="connsiteY38" fmla="*/ 256155 h 502054"/>
                <a:gd name="connsiteX39" fmla="*/ 243459 w 413616"/>
                <a:gd name="connsiteY39" fmla="*/ 480523 h 502054"/>
                <a:gd name="connsiteX40" fmla="*/ 398414 w 413616"/>
                <a:gd name="connsiteY40" fmla="*/ 325561 h 502054"/>
                <a:gd name="connsiteX41" fmla="*/ 398418 w 413616"/>
                <a:gd name="connsiteY41" fmla="*/ 325557 h 502054"/>
                <a:gd name="connsiteX42" fmla="*/ 411006 w 413616"/>
                <a:gd name="connsiteY42" fmla="*/ 325561 h 502054"/>
                <a:gd name="connsiteX43" fmla="*/ 411008 w 413616"/>
                <a:gd name="connsiteY43" fmla="*/ 325563 h 502054"/>
                <a:gd name="connsiteX44" fmla="*/ 411006 w 413616"/>
                <a:gd name="connsiteY44" fmla="*/ 338161 h 502054"/>
                <a:gd name="connsiteX45" fmla="*/ 249730 w 413616"/>
                <a:gd name="connsiteY45" fmla="*/ 499444 h 502054"/>
                <a:gd name="connsiteX46" fmla="*/ 249729 w 413616"/>
                <a:gd name="connsiteY46" fmla="*/ 499446 h 502054"/>
                <a:gd name="connsiteX47" fmla="*/ 237130 w 413616"/>
                <a:gd name="connsiteY47" fmla="*/ 499444 h 502054"/>
                <a:gd name="connsiteX48" fmla="*/ 2591 w 413616"/>
                <a:gd name="connsiteY48" fmla="*/ 264906 h 502054"/>
                <a:gd name="connsiteX49" fmla="*/ 453 w 413616"/>
                <a:gd name="connsiteY49" fmla="*/ 255820 h 502054"/>
                <a:gd name="connsiteX50" fmla="*/ 23138 w 413616"/>
                <a:gd name="connsiteY50" fmla="*/ 186941 h 502054"/>
                <a:gd name="connsiteX51" fmla="*/ 33876 w 413616"/>
                <a:gd name="connsiteY51" fmla="*/ 181510 h 502054"/>
                <a:gd name="connsiteX52" fmla="*/ 104716 w 413616"/>
                <a:gd name="connsiteY52" fmla="*/ 178873 h 502054"/>
                <a:gd name="connsiteX53" fmla="*/ 104717 w 413616"/>
                <a:gd name="connsiteY53" fmla="*/ 178873 h 502054"/>
                <a:gd name="connsiteX54" fmla="*/ 103213 w 413616"/>
                <a:gd name="connsiteY54" fmla="*/ 179016 h 502054"/>
                <a:gd name="connsiteX55" fmla="*/ 111052 w 413616"/>
                <a:gd name="connsiteY55" fmla="*/ 186855 h 502054"/>
                <a:gd name="connsiteX56" fmla="*/ 111052 w 413616"/>
                <a:gd name="connsiteY56" fmla="*/ 199455 h 502054"/>
                <a:gd name="connsiteX57" fmla="*/ 98452 w 413616"/>
                <a:gd name="connsiteY57" fmla="*/ 199455 h 502054"/>
                <a:gd name="connsiteX58" fmla="*/ 90613 w 413616"/>
                <a:gd name="connsiteY58" fmla="*/ 191616 h 502054"/>
                <a:gd name="connsiteX59" fmla="*/ 94639 w 413616"/>
                <a:gd name="connsiteY59" fmla="*/ 203204 h 502054"/>
                <a:gd name="connsiteX60" fmla="*/ 114793 w 413616"/>
                <a:gd name="connsiteY60" fmla="*/ 203204 h 502054"/>
                <a:gd name="connsiteX61" fmla="*/ 114793 w 413616"/>
                <a:gd name="connsiteY61" fmla="*/ 183049 h 502054"/>
                <a:gd name="connsiteX62" fmla="*/ 104717 w 413616"/>
                <a:gd name="connsiteY62" fmla="*/ 178873 h 502054"/>
                <a:gd name="connsiteX63" fmla="*/ 104723 w 413616"/>
                <a:gd name="connsiteY63" fmla="*/ 178873 h 502054"/>
                <a:gd name="connsiteX64" fmla="*/ 50616 w 413616"/>
                <a:gd name="connsiteY64" fmla="*/ 2498 h 502054"/>
                <a:gd name="connsiteX65" fmla="*/ 63212 w 413616"/>
                <a:gd name="connsiteY65" fmla="*/ 2720 h 502054"/>
                <a:gd name="connsiteX66" fmla="*/ 62990 w 413616"/>
                <a:gd name="connsiteY66" fmla="*/ 15317 h 502054"/>
                <a:gd name="connsiteX67" fmla="*/ 45280 w 413616"/>
                <a:gd name="connsiteY67" fmla="*/ 33034 h 502054"/>
                <a:gd name="connsiteX68" fmla="*/ 45268 w 413616"/>
                <a:gd name="connsiteY68" fmla="*/ 33045 h 502054"/>
                <a:gd name="connsiteX69" fmla="*/ 45280 w 413616"/>
                <a:gd name="connsiteY69" fmla="*/ 121062 h 502054"/>
                <a:gd name="connsiteX70" fmla="*/ 51295 w 413616"/>
                <a:gd name="connsiteY70" fmla="*/ 127077 h 502054"/>
                <a:gd name="connsiteX71" fmla="*/ 167388 w 413616"/>
                <a:gd name="connsiteY71" fmla="*/ 88885 h 502054"/>
                <a:gd name="connsiteX72" fmla="*/ 176467 w 413616"/>
                <a:gd name="connsiteY72" fmla="*/ 91023 h 502054"/>
                <a:gd name="connsiteX73" fmla="*/ 374360 w 413616"/>
                <a:gd name="connsiteY73" fmla="*/ 288916 h 502054"/>
                <a:gd name="connsiteX74" fmla="*/ 374579 w 413616"/>
                <a:gd name="connsiteY74" fmla="*/ 289135 h 502054"/>
                <a:gd name="connsiteX75" fmla="*/ 374364 w 413616"/>
                <a:gd name="connsiteY75" fmla="*/ 301731 h 502054"/>
                <a:gd name="connsiteX76" fmla="*/ 361767 w 413616"/>
                <a:gd name="connsiteY76" fmla="*/ 301516 h 502054"/>
                <a:gd name="connsiteX77" fmla="*/ 167744 w 413616"/>
                <a:gd name="connsiteY77" fmla="*/ 107500 h 502054"/>
                <a:gd name="connsiteX78" fmla="*/ 65399 w 413616"/>
                <a:gd name="connsiteY78" fmla="*/ 141209 h 502054"/>
                <a:gd name="connsiteX79" fmla="*/ 89337 w 413616"/>
                <a:gd name="connsiteY79" fmla="*/ 165147 h 502054"/>
                <a:gd name="connsiteX80" fmla="*/ 127393 w 413616"/>
                <a:gd name="connsiteY80" fmla="*/ 170450 h 502054"/>
                <a:gd name="connsiteX81" fmla="*/ 132864 w 413616"/>
                <a:gd name="connsiteY81" fmla="*/ 208459 h 502054"/>
                <a:gd name="connsiteX82" fmla="*/ 89441 w 413616"/>
                <a:gd name="connsiteY82" fmla="*/ 221163 h 502054"/>
                <a:gd name="connsiteX83" fmla="*/ 76737 w 413616"/>
                <a:gd name="connsiteY83" fmla="*/ 177740 h 502054"/>
                <a:gd name="connsiteX84" fmla="*/ 32680 w 413616"/>
                <a:gd name="connsiteY84" fmla="*/ 133683 h 502054"/>
                <a:gd name="connsiteX85" fmla="*/ 32662 w 413616"/>
                <a:gd name="connsiteY85" fmla="*/ 133665 h 502054"/>
                <a:gd name="connsiteX86" fmla="*/ 32680 w 413616"/>
                <a:gd name="connsiteY86" fmla="*/ 20462 h 502054"/>
                <a:gd name="connsiteX87" fmla="*/ 50397 w 413616"/>
                <a:gd name="connsiteY87" fmla="*/ 2717 h 502054"/>
                <a:gd name="connsiteX88" fmla="*/ 50616 w 413616"/>
                <a:gd name="connsiteY88" fmla="*/ 2498 h 502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413616" h="502054">
                  <a:moveTo>
                    <a:pt x="281918" y="299663"/>
                  </a:moveTo>
                  <a:cubicBezTo>
                    <a:pt x="277272" y="299665"/>
                    <a:pt x="272628" y="301440"/>
                    <a:pt x="269086" y="304986"/>
                  </a:cubicBezTo>
                  <a:cubicBezTo>
                    <a:pt x="262001" y="312079"/>
                    <a:pt x="262007" y="323571"/>
                    <a:pt x="269100" y="330656"/>
                  </a:cubicBezTo>
                  <a:cubicBezTo>
                    <a:pt x="276192" y="337741"/>
                    <a:pt x="287685" y="337734"/>
                    <a:pt x="294770" y="330642"/>
                  </a:cubicBezTo>
                  <a:cubicBezTo>
                    <a:pt x="301830" y="323547"/>
                    <a:pt x="301830" y="312081"/>
                    <a:pt x="294770" y="304986"/>
                  </a:cubicBezTo>
                  <a:cubicBezTo>
                    <a:pt x="294765" y="304981"/>
                    <a:pt x="294760" y="304976"/>
                    <a:pt x="294756" y="304972"/>
                  </a:cubicBezTo>
                  <a:cubicBezTo>
                    <a:pt x="291210" y="301430"/>
                    <a:pt x="286563" y="299660"/>
                    <a:pt x="281918" y="299663"/>
                  </a:cubicBezTo>
                  <a:close/>
                  <a:moveTo>
                    <a:pt x="165150" y="287954"/>
                  </a:moveTo>
                  <a:cubicBezTo>
                    <a:pt x="160506" y="287955"/>
                    <a:pt x="155863" y="289727"/>
                    <a:pt x="152321" y="293270"/>
                  </a:cubicBezTo>
                  <a:cubicBezTo>
                    <a:pt x="145236" y="300357"/>
                    <a:pt x="145238" y="311845"/>
                    <a:pt x="152325" y="318930"/>
                  </a:cubicBezTo>
                  <a:cubicBezTo>
                    <a:pt x="159412" y="326015"/>
                    <a:pt x="170900" y="326013"/>
                    <a:pt x="177985" y="318926"/>
                  </a:cubicBezTo>
                  <a:cubicBezTo>
                    <a:pt x="185048" y="311832"/>
                    <a:pt x="185048" y="300363"/>
                    <a:pt x="177985" y="293270"/>
                  </a:cubicBezTo>
                  <a:cubicBezTo>
                    <a:pt x="177984" y="293269"/>
                    <a:pt x="177982" y="293267"/>
                    <a:pt x="177981" y="293266"/>
                  </a:cubicBezTo>
                  <a:cubicBezTo>
                    <a:pt x="174437" y="289724"/>
                    <a:pt x="169793" y="287953"/>
                    <a:pt x="165150" y="287954"/>
                  </a:cubicBezTo>
                  <a:close/>
                  <a:moveTo>
                    <a:pt x="282168" y="281730"/>
                  </a:moveTo>
                  <a:cubicBezTo>
                    <a:pt x="291314" y="281791"/>
                    <a:pt x="300438" y="285340"/>
                    <a:pt x="307370" y="292365"/>
                  </a:cubicBezTo>
                  <a:cubicBezTo>
                    <a:pt x="321419" y="306414"/>
                    <a:pt x="321419" y="329192"/>
                    <a:pt x="307370" y="343241"/>
                  </a:cubicBezTo>
                  <a:cubicBezTo>
                    <a:pt x="293321" y="357290"/>
                    <a:pt x="270542" y="357291"/>
                    <a:pt x="256493" y="343241"/>
                  </a:cubicBezTo>
                  <a:cubicBezTo>
                    <a:pt x="242444" y="329192"/>
                    <a:pt x="242444" y="306414"/>
                    <a:pt x="256493" y="292365"/>
                  </a:cubicBezTo>
                  <a:cubicBezTo>
                    <a:pt x="256603" y="292253"/>
                    <a:pt x="256715" y="292141"/>
                    <a:pt x="256827" y="292031"/>
                  </a:cubicBezTo>
                  <a:cubicBezTo>
                    <a:pt x="263852" y="285099"/>
                    <a:pt x="273021" y="281670"/>
                    <a:pt x="282168" y="281730"/>
                  </a:cubicBezTo>
                  <a:close/>
                  <a:moveTo>
                    <a:pt x="165382" y="270014"/>
                  </a:moveTo>
                  <a:cubicBezTo>
                    <a:pt x="174529" y="270075"/>
                    <a:pt x="183652" y="273624"/>
                    <a:pt x="190585" y="280649"/>
                  </a:cubicBezTo>
                  <a:cubicBezTo>
                    <a:pt x="204634" y="294698"/>
                    <a:pt x="204634" y="317476"/>
                    <a:pt x="190585" y="331525"/>
                  </a:cubicBezTo>
                  <a:cubicBezTo>
                    <a:pt x="176536" y="345574"/>
                    <a:pt x="153757" y="345575"/>
                    <a:pt x="139708" y="331525"/>
                  </a:cubicBezTo>
                  <a:cubicBezTo>
                    <a:pt x="125659" y="317476"/>
                    <a:pt x="125659" y="294698"/>
                    <a:pt x="139708" y="280649"/>
                  </a:cubicBezTo>
                  <a:cubicBezTo>
                    <a:pt x="139818" y="280537"/>
                    <a:pt x="139930" y="280425"/>
                    <a:pt x="140042" y="280315"/>
                  </a:cubicBezTo>
                  <a:cubicBezTo>
                    <a:pt x="147066" y="273383"/>
                    <a:pt x="156236" y="269954"/>
                    <a:pt x="165382" y="270014"/>
                  </a:cubicBezTo>
                  <a:close/>
                  <a:moveTo>
                    <a:pt x="210119" y="212810"/>
                  </a:moveTo>
                  <a:cubicBezTo>
                    <a:pt x="214991" y="212152"/>
                    <a:pt x="219475" y="215565"/>
                    <a:pt x="220139" y="220436"/>
                  </a:cubicBezTo>
                  <a:lnTo>
                    <a:pt x="244590" y="401055"/>
                  </a:lnTo>
                  <a:cubicBezTo>
                    <a:pt x="244608" y="401166"/>
                    <a:pt x="244623" y="401277"/>
                    <a:pt x="244636" y="401389"/>
                  </a:cubicBezTo>
                  <a:cubicBezTo>
                    <a:pt x="245203" y="406276"/>
                    <a:pt x="241700" y="410698"/>
                    <a:pt x="236813" y="411265"/>
                  </a:cubicBezTo>
                  <a:cubicBezTo>
                    <a:pt x="231926" y="411832"/>
                    <a:pt x="227505" y="408329"/>
                    <a:pt x="226938" y="403442"/>
                  </a:cubicBezTo>
                  <a:lnTo>
                    <a:pt x="202493" y="222830"/>
                  </a:lnTo>
                  <a:cubicBezTo>
                    <a:pt x="201835" y="217958"/>
                    <a:pt x="205248" y="213474"/>
                    <a:pt x="210119" y="212810"/>
                  </a:cubicBezTo>
                  <a:close/>
                  <a:moveTo>
                    <a:pt x="33876" y="181510"/>
                  </a:moveTo>
                  <a:cubicBezTo>
                    <a:pt x="38613" y="182838"/>
                    <a:pt x="41377" y="187755"/>
                    <a:pt x="40049" y="192492"/>
                  </a:cubicBezTo>
                  <a:lnTo>
                    <a:pt x="19090" y="256155"/>
                  </a:lnTo>
                  <a:lnTo>
                    <a:pt x="243459" y="480523"/>
                  </a:lnTo>
                  <a:lnTo>
                    <a:pt x="398414" y="325561"/>
                  </a:lnTo>
                  <a:cubicBezTo>
                    <a:pt x="398415" y="325560"/>
                    <a:pt x="398417" y="325558"/>
                    <a:pt x="398418" y="325557"/>
                  </a:cubicBezTo>
                  <a:cubicBezTo>
                    <a:pt x="401896" y="322082"/>
                    <a:pt x="407532" y="322084"/>
                    <a:pt x="411006" y="325561"/>
                  </a:cubicBezTo>
                  <a:cubicBezTo>
                    <a:pt x="411007" y="325562"/>
                    <a:pt x="411008" y="325562"/>
                    <a:pt x="411008" y="325563"/>
                  </a:cubicBezTo>
                  <a:cubicBezTo>
                    <a:pt x="414487" y="329042"/>
                    <a:pt x="414486" y="334683"/>
                    <a:pt x="411006" y="338161"/>
                  </a:cubicBezTo>
                  <a:lnTo>
                    <a:pt x="249730" y="499444"/>
                  </a:lnTo>
                  <a:cubicBezTo>
                    <a:pt x="249730" y="499445"/>
                    <a:pt x="249729" y="499445"/>
                    <a:pt x="249729" y="499446"/>
                  </a:cubicBezTo>
                  <a:cubicBezTo>
                    <a:pt x="246249" y="502924"/>
                    <a:pt x="240609" y="502924"/>
                    <a:pt x="237130" y="499444"/>
                  </a:cubicBezTo>
                  <a:lnTo>
                    <a:pt x="2591" y="264906"/>
                  </a:lnTo>
                  <a:cubicBezTo>
                    <a:pt x="222" y="262523"/>
                    <a:pt x="-605" y="259010"/>
                    <a:pt x="453" y="255820"/>
                  </a:cubicBezTo>
                  <a:lnTo>
                    <a:pt x="23138" y="186941"/>
                  </a:lnTo>
                  <a:cubicBezTo>
                    <a:pt x="24769" y="182621"/>
                    <a:pt x="29430" y="180264"/>
                    <a:pt x="33876" y="181510"/>
                  </a:cubicBezTo>
                  <a:close/>
                  <a:moveTo>
                    <a:pt x="104716" y="178873"/>
                  </a:moveTo>
                  <a:lnTo>
                    <a:pt x="104717" y="178873"/>
                  </a:lnTo>
                  <a:lnTo>
                    <a:pt x="103213" y="179016"/>
                  </a:lnTo>
                  <a:lnTo>
                    <a:pt x="111052" y="186855"/>
                  </a:lnTo>
                  <a:cubicBezTo>
                    <a:pt x="114531" y="190335"/>
                    <a:pt x="114531" y="195976"/>
                    <a:pt x="111052" y="199455"/>
                  </a:cubicBezTo>
                  <a:cubicBezTo>
                    <a:pt x="107573" y="202934"/>
                    <a:pt x="101931" y="202934"/>
                    <a:pt x="98452" y="199455"/>
                  </a:cubicBezTo>
                  <a:lnTo>
                    <a:pt x="90613" y="191616"/>
                  </a:lnTo>
                  <a:cubicBezTo>
                    <a:pt x="89940" y="195908"/>
                    <a:pt x="91450" y="200253"/>
                    <a:pt x="94639" y="203204"/>
                  </a:cubicBezTo>
                  <a:cubicBezTo>
                    <a:pt x="100279" y="208586"/>
                    <a:pt x="109154" y="208586"/>
                    <a:pt x="114793" y="203204"/>
                  </a:cubicBezTo>
                  <a:cubicBezTo>
                    <a:pt x="120358" y="197638"/>
                    <a:pt x="120358" y="188615"/>
                    <a:pt x="114793" y="183049"/>
                  </a:cubicBezTo>
                  <a:lnTo>
                    <a:pt x="104717" y="178873"/>
                  </a:lnTo>
                  <a:lnTo>
                    <a:pt x="104723" y="178873"/>
                  </a:lnTo>
                  <a:close/>
                  <a:moveTo>
                    <a:pt x="50616" y="2498"/>
                  </a:moveTo>
                  <a:cubicBezTo>
                    <a:pt x="54156" y="-919"/>
                    <a:pt x="59795" y="-819"/>
                    <a:pt x="63212" y="2720"/>
                  </a:cubicBezTo>
                  <a:cubicBezTo>
                    <a:pt x="66629" y="6260"/>
                    <a:pt x="66530" y="11900"/>
                    <a:pt x="62990" y="15317"/>
                  </a:cubicBezTo>
                  <a:lnTo>
                    <a:pt x="45280" y="33034"/>
                  </a:lnTo>
                  <a:cubicBezTo>
                    <a:pt x="45276" y="33038"/>
                    <a:pt x="45272" y="33042"/>
                    <a:pt x="45268" y="33045"/>
                  </a:cubicBezTo>
                  <a:cubicBezTo>
                    <a:pt x="20966" y="57354"/>
                    <a:pt x="20972" y="96760"/>
                    <a:pt x="45280" y="121062"/>
                  </a:cubicBezTo>
                  <a:lnTo>
                    <a:pt x="51295" y="127077"/>
                  </a:lnTo>
                  <a:lnTo>
                    <a:pt x="167388" y="88885"/>
                  </a:lnTo>
                  <a:cubicBezTo>
                    <a:pt x="170576" y="87828"/>
                    <a:pt x="174087" y="88655"/>
                    <a:pt x="176467" y="91023"/>
                  </a:cubicBezTo>
                  <a:lnTo>
                    <a:pt x="374360" y="288916"/>
                  </a:lnTo>
                  <a:cubicBezTo>
                    <a:pt x="374434" y="288988"/>
                    <a:pt x="374507" y="289061"/>
                    <a:pt x="374579" y="289135"/>
                  </a:cubicBezTo>
                  <a:cubicBezTo>
                    <a:pt x="377998" y="292673"/>
                    <a:pt x="377902" y="298312"/>
                    <a:pt x="374364" y="301731"/>
                  </a:cubicBezTo>
                  <a:cubicBezTo>
                    <a:pt x="370826" y="305150"/>
                    <a:pt x="365186" y="305054"/>
                    <a:pt x="361767" y="301516"/>
                  </a:cubicBezTo>
                  <a:lnTo>
                    <a:pt x="167744" y="107500"/>
                  </a:lnTo>
                  <a:lnTo>
                    <a:pt x="65399" y="141209"/>
                  </a:lnTo>
                  <a:lnTo>
                    <a:pt x="89337" y="165147"/>
                  </a:lnTo>
                  <a:cubicBezTo>
                    <a:pt x="101767" y="158131"/>
                    <a:pt x="117355" y="160303"/>
                    <a:pt x="127393" y="170450"/>
                  </a:cubicBezTo>
                  <a:cubicBezTo>
                    <a:pt x="137464" y="180494"/>
                    <a:pt x="139693" y="195982"/>
                    <a:pt x="132864" y="208459"/>
                  </a:cubicBezTo>
                  <a:cubicBezTo>
                    <a:pt x="124381" y="223958"/>
                    <a:pt x="104940" y="229645"/>
                    <a:pt x="89441" y="221163"/>
                  </a:cubicBezTo>
                  <a:cubicBezTo>
                    <a:pt x="73942" y="212680"/>
                    <a:pt x="68254" y="193239"/>
                    <a:pt x="76737" y="177740"/>
                  </a:cubicBezTo>
                  <a:lnTo>
                    <a:pt x="32680" y="133683"/>
                  </a:lnTo>
                  <a:cubicBezTo>
                    <a:pt x="32674" y="133677"/>
                    <a:pt x="32668" y="133671"/>
                    <a:pt x="32662" y="133665"/>
                  </a:cubicBezTo>
                  <a:cubicBezTo>
                    <a:pt x="1407" y="102400"/>
                    <a:pt x="1415" y="51717"/>
                    <a:pt x="32680" y="20462"/>
                  </a:cubicBezTo>
                  <a:lnTo>
                    <a:pt x="50397" y="2717"/>
                  </a:lnTo>
                  <a:cubicBezTo>
                    <a:pt x="50469" y="2643"/>
                    <a:pt x="50542" y="2570"/>
                    <a:pt x="50616" y="2498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07" name="Group 250">
            <a:extLst>
              <a:ext uri="{FF2B5EF4-FFF2-40B4-BE49-F238E27FC236}">
                <a16:creationId xmlns:a16="http://schemas.microsoft.com/office/drawing/2014/main" id="{76E74E73-5907-B07F-3968-3E596B8BB6B2}"/>
              </a:ext>
            </a:extLst>
          </p:cNvPr>
          <p:cNvGrpSpPr/>
          <p:nvPr/>
        </p:nvGrpSpPr>
        <p:grpSpPr>
          <a:xfrm>
            <a:off x="3816995" y="4085964"/>
            <a:ext cx="491739" cy="463232"/>
            <a:chOff x="3816995" y="4085964"/>
            <a:chExt cx="491739" cy="463232"/>
          </a:xfrm>
          <a:noFill/>
        </p:grpSpPr>
        <p:sp>
          <p:nvSpPr>
            <p:cNvPr id="108" name="Freeform: Shape 82">
              <a:extLst>
                <a:ext uri="{FF2B5EF4-FFF2-40B4-BE49-F238E27FC236}">
                  <a16:creationId xmlns:a16="http://schemas.microsoft.com/office/drawing/2014/main" id="{5FA4315D-5EB9-3A66-2A0F-FD9002E4ECD7}"/>
                </a:ext>
              </a:extLst>
            </p:cNvPr>
            <p:cNvSpPr/>
            <p:nvPr/>
          </p:nvSpPr>
          <p:spPr>
            <a:xfrm>
              <a:off x="3825904" y="4176180"/>
              <a:ext cx="474351" cy="364535"/>
            </a:xfrm>
            <a:custGeom>
              <a:avLst/>
              <a:gdLst>
                <a:gd name="connsiteX0" fmla="*/ 0 w 474351"/>
                <a:gd name="connsiteY0" fmla="*/ 0 h 364535"/>
                <a:gd name="connsiteX1" fmla="*/ 474351 w 474351"/>
                <a:gd name="connsiteY1" fmla="*/ 0 h 364535"/>
                <a:gd name="connsiteX2" fmla="*/ 474351 w 474351"/>
                <a:gd name="connsiteY2" fmla="*/ 92860 h 364535"/>
                <a:gd name="connsiteX3" fmla="*/ 443313 w 474351"/>
                <a:gd name="connsiteY3" fmla="*/ 92860 h 364535"/>
                <a:gd name="connsiteX4" fmla="*/ 443313 w 474351"/>
                <a:gd name="connsiteY4" fmla="*/ 204941 h 364535"/>
                <a:gd name="connsiteX5" fmla="*/ 260934 w 474351"/>
                <a:gd name="connsiteY5" fmla="*/ 204941 h 364535"/>
                <a:gd name="connsiteX6" fmla="*/ 260934 w 474351"/>
                <a:gd name="connsiteY6" fmla="*/ 92860 h 364535"/>
                <a:gd name="connsiteX7" fmla="*/ 213420 w 474351"/>
                <a:gd name="connsiteY7" fmla="*/ 92860 h 364535"/>
                <a:gd name="connsiteX8" fmla="*/ 213420 w 474351"/>
                <a:gd name="connsiteY8" fmla="*/ 204941 h 364535"/>
                <a:gd name="connsiteX9" fmla="*/ 31043 w 474351"/>
                <a:gd name="connsiteY9" fmla="*/ 204941 h 364535"/>
                <a:gd name="connsiteX10" fmla="*/ 31043 w 474351"/>
                <a:gd name="connsiteY10" fmla="*/ 252455 h 364535"/>
                <a:gd name="connsiteX11" fmla="*/ 213420 w 474351"/>
                <a:gd name="connsiteY11" fmla="*/ 252455 h 364535"/>
                <a:gd name="connsiteX12" fmla="*/ 213420 w 474351"/>
                <a:gd name="connsiteY12" fmla="*/ 364534 h 364535"/>
                <a:gd name="connsiteX13" fmla="*/ 260934 w 474351"/>
                <a:gd name="connsiteY13" fmla="*/ 364534 h 364535"/>
                <a:gd name="connsiteX14" fmla="*/ 260934 w 474351"/>
                <a:gd name="connsiteY14" fmla="*/ 252455 h 364535"/>
                <a:gd name="connsiteX15" fmla="*/ 443313 w 474351"/>
                <a:gd name="connsiteY15" fmla="*/ 252455 h 364535"/>
                <a:gd name="connsiteX16" fmla="*/ 443313 w 474351"/>
                <a:gd name="connsiteY16" fmla="*/ 364535 h 364535"/>
                <a:gd name="connsiteX17" fmla="*/ 31035 w 474351"/>
                <a:gd name="connsiteY17" fmla="*/ 364535 h 364535"/>
                <a:gd name="connsiteX18" fmla="*/ 31035 w 474351"/>
                <a:gd name="connsiteY18" fmla="*/ 92860 h 364535"/>
                <a:gd name="connsiteX19" fmla="*/ 0 w 474351"/>
                <a:gd name="connsiteY19" fmla="*/ 92860 h 36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74351" h="364535">
                  <a:moveTo>
                    <a:pt x="0" y="0"/>
                  </a:moveTo>
                  <a:lnTo>
                    <a:pt x="474351" y="0"/>
                  </a:lnTo>
                  <a:lnTo>
                    <a:pt x="474351" y="92860"/>
                  </a:lnTo>
                  <a:lnTo>
                    <a:pt x="443313" y="92860"/>
                  </a:lnTo>
                  <a:lnTo>
                    <a:pt x="443313" y="204941"/>
                  </a:lnTo>
                  <a:lnTo>
                    <a:pt x="260934" y="204941"/>
                  </a:lnTo>
                  <a:lnTo>
                    <a:pt x="260934" y="92860"/>
                  </a:lnTo>
                  <a:lnTo>
                    <a:pt x="213420" y="92860"/>
                  </a:lnTo>
                  <a:lnTo>
                    <a:pt x="213420" y="204941"/>
                  </a:lnTo>
                  <a:lnTo>
                    <a:pt x="31043" y="204941"/>
                  </a:lnTo>
                  <a:lnTo>
                    <a:pt x="31043" y="252455"/>
                  </a:lnTo>
                  <a:lnTo>
                    <a:pt x="213420" y="252455"/>
                  </a:lnTo>
                  <a:lnTo>
                    <a:pt x="213420" y="364534"/>
                  </a:lnTo>
                  <a:lnTo>
                    <a:pt x="260934" y="364534"/>
                  </a:lnTo>
                  <a:lnTo>
                    <a:pt x="260934" y="252455"/>
                  </a:lnTo>
                  <a:lnTo>
                    <a:pt x="443313" y="252455"/>
                  </a:lnTo>
                  <a:lnTo>
                    <a:pt x="443313" y="364535"/>
                  </a:lnTo>
                  <a:lnTo>
                    <a:pt x="31035" y="364535"/>
                  </a:lnTo>
                  <a:lnTo>
                    <a:pt x="31035" y="92860"/>
                  </a:lnTo>
                  <a:lnTo>
                    <a:pt x="0" y="92860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" name="Freeform: Shape 83">
              <a:extLst>
                <a:ext uri="{FF2B5EF4-FFF2-40B4-BE49-F238E27FC236}">
                  <a16:creationId xmlns:a16="http://schemas.microsoft.com/office/drawing/2014/main" id="{D5794FAB-CBEE-4866-FCA1-8C19FF062DD9}"/>
                </a:ext>
              </a:extLst>
            </p:cNvPr>
            <p:cNvSpPr/>
            <p:nvPr/>
          </p:nvSpPr>
          <p:spPr>
            <a:xfrm>
              <a:off x="3816995" y="4085964"/>
              <a:ext cx="491739" cy="463232"/>
            </a:xfrm>
            <a:custGeom>
              <a:avLst/>
              <a:gdLst>
                <a:gd name="connsiteX0" fmla="*/ 483258 w 491738"/>
                <a:gd name="connsiteY0" fmla="*/ 81308 h 463232"/>
                <a:gd name="connsiteX1" fmla="*/ 289492 w 491738"/>
                <a:gd name="connsiteY1" fmla="*/ 81308 h 463232"/>
                <a:gd name="connsiteX2" fmla="*/ 347802 w 491738"/>
                <a:gd name="connsiteY2" fmla="*/ 14781 h 463232"/>
                <a:gd name="connsiteX3" fmla="*/ 346975 w 491738"/>
                <a:gd name="connsiteY3" fmla="*/ 2210 h 463232"/>
                <a:gd name="connsiteX4" fmla="*/ 341103 w 491738"/>
                <a:gd name="connsiteY4" fmla="*/ 0 h 463232"/>
                <a:gd name="connsiteX5" fmla="*/ 293597 w 491738"/>
                <a:gd name="connsiteY5" fmla="*/ 0 h 463232"/>
                <a:gd name="connsiteX6" fmla="*/ 286897 w 491738"/>
                <a:gd name="connsiteY6" fmla="*/ 3036 h 463232"/>
                <a:gd name="connsiteX7" fmla="*/ 263137 w 491738"/>
                <a:gd name="connsiteY7" fmla="*/ 30117 h 463232"/>
                <a:gd name="connsiteX8" fmla="*/ 263964 w 491738"/>
                <a:gd name="connsiteY8" fmla="*/ 42696 h 463232"/>
                <a:gd name="connsiteX9" fmla="*/ 276542 w 491738"/>
                <a:gd name="connsiteY9" fmla="*/ 41869 h 463232"/>
                <a:gd name="connsiteX10" fmla="*/ 297637 w 491738"/>
                <a:gd name="connsiteY10" fmla="*/ 17795 h 463232"/>
                <a:gd name="connsiteX11" fmla="*/ 321455 w 491738"/>
                <a:gd name="connsiteY11" fmla="*/ 17795 h 463232"/>
                <a:gd name="connsiteX12" fmla="*/ 269843 w 491738"/>
                <a:gd name="connsiteY12" fmla="*/ 76676 h 463232"/>
                <a:gd name="connsiteX13" fmla="*/ 205269 w 491738"/>
                <a:gd name="connsiteY13" fmla="*/ 3064 h 463232"/>
                <a:gd name="connsiteX14" fmla="*/ 198570 w 491738"/>
                <a:gd name="connsiteY14" fmla="*/ 29 h 463232"/>
                <a:gd name="connsiteX15" fmla="*/ 151056 w 491738"/>
                <a:gd name="connsiteY15" fmla="*/ 29 h 463232"/>
                <a:gd name="connsiteX16" fmla="*/ 142148 w 491738"/>
                <a:gd name="connsiteY16" fmla="*/ 8937 h 463232"/>
                <a:gd name="connsiteX17" fmla="*/ 144357 w 491738"/>
                <a:gd name="connsiteY17" fmla="*/ 14809 h 463232"/>
                <a:gd name="connsiteX18" fmla="*/ 202668 w 491738"/>
                <a:gd name="connsiteY18" fmla="*/ 81336 h 463232"/>
                <a:gd name="connsiteX19" fmla="*/ 8908 w 491738"/>
                <a:gd name="connsiteY19" fmla="*/ 81336 h 463232"/>
                <a:gd name="connsiteX20" fmla="*/ 0 w 491738"/>
                <a:gd name="connsiteY20" fmla="*/ 90245 h 463232"/>
                <a:gd name="connsiteX21" fmla="*/ 0 w 491738"/>
                <a:gd name="connsiteY21" fmla="*/ 183105 h 463232"/>
                <a:gd name="connsiteX22" fmla="*/ 8908 w 491738"/>
                <a:gd name="connsiteY22" fmla="*/ 192013 h 463232"/>
                <a:gd name="connsiteX23" fmla="*/ 31001 w 491738"/>
                <a:gd name="connsiteY23" fmla="*/ 192013 h 463232"/>
                <a:gd name="connsiteX24" fmla="*/ 31001 w 491738"/>
                <a:gd name="connsiteY24" fmla="*/ 454751 h 463232"/>
                <a:gd name="connsiteX25" fmla="*/ 39909 w 491738"/>
                <a:gd name="connsiteY25" fmla="*/ 463660 h 463232"/>
                <a:gd name="connsiteX26" fmla="*/ 452186 w 491738"/>
                <a:gd name="connsiteY26" fmla="*/ 463660 h 463232"/>
                <a:gd name="connsiteX27" fmla="*/ 461094 w 491738"/>
                <a:gd name="connsiteY27" fmla="*/ 454751 h 463232"/>
                <a:gd name="connsiteX28" fmla="*/ 461094 w 491738"/>
                <a:gd name="connsiteY28" fmla="*/ 224703 h 463232"/>
                <a:gd name="connsiteX29" fmla="*/ 452186 w 491738"/>
                <a:gd name="connsiteY29" fmla="*/ 215795 h 463232"/>
                <a:gd name="connsiteX30" fmla="*/ 443278 w 491738"/>
                <a:gd name="connsiteY30" fmla="*/ 224703 h 463232"/>
                <a:gd name="connsiteX31" fmla="*/ 443278 w 491738"/>
                <a:gd name="connsiteY31" fmla="*/ 286249 h 463232"/>
                <a:gd name="connsiteX32" fmla="*/ 278745 w 491738"/>
                <a:gd name="connsiteY32" fmla="*/ 286249 h 463232"/>
                <a:gd name="connsiteX33" fmla="*/ 278745 w 491738"/>
                <a:gd name="connsiteY33" fmla="*/ 191985 h 463232"/>
                <a:gd name="connsiteX34" fmla="*/ 483279 w 491738"/>
                <a:gd name="connsiteY34" fmla="*/ 191985 h 463232"/>
                <a:gd name="connsiteX35" fmla="*/ 492188 w 491738"/>
                <a:gd name="connsiteY35" fmla="*/ 183076 h 463232"/>
                <a:gd name="connsiteX36" fmla="*/ 492188 w 491738"/>
                <a:gd name="connsiteY36" fmla="*/ 90216 h 463232"/>
                <a:gd name="connsiteX37" fmla="*/ 483279 w 491738"/>
                <a:gd name="connsiteY37" fmla="*/ 81308 h 463232"/>
                <a:gd name="connsiteX38" fmla="*/ 483258 w 491738"/>
                <a:gd name="connsiteY38" fmla="*/ 81308 h 463232"/>
                <a:gd name="connsiteX39" fmla="*/ 194536 w 491738"/>
                <a:gd name="connsiteY39" fmla="*/ 17817 h 463232"/>
                <a:gd name="connsiteX40" fmla="*/ 250181 w 491738"/>
                <a:gd name="connsiteY40" fmla="*/ 81308 h 463232"/>
                <a:gd name="connsiteX41" fmla="*/ 226364 w 491738"/>
                <a:gd name="connsiteY41" fmla="*/ 81308 h 463232"/>
                <a:gd name="connsiteX42" fmla="*/ 170712 w 491738"/>
                <a:gd name="connsiteY42" fmla="*/ 17817 h 463232"/>
                <a:gd name="connsiteX43" fmla="*/ 48853 w 491738"/>
                <a:gd name="connsiteY43" fmla="*/ 304066 h 463232"/>
                <a:gd name="connsiteX44" fmla="*/ 213415 w 491738"/>
                <a:gd name="connsiteY44" fmla="*/ 304066 h 463232"/>
                <a:gd name="connsiteX45" fmla="*/ 213415 w 491738"/>
                <a:gd name="connsiteY45" fmla="*/ 333741 h 463232"/>
                <a:gd name="connsiteX46" fmla="*/ 48853 w 491738"/>
                <a:gd name="connsiteY46" fmla="*/ 333741 h 463232"/>
                <a:gd name="connsiteX47" fmla="*/ 168880 w 491738"/>
                <a:gd name="connsiteY47" fmla="*/ 191985 h 463232"/>
                <a:gd name="connsiteX48" fmla="*/ 177789 w 491738"/>
                <a:gd name="connsiteY48" fmla="*/ 183076 h 463232"/>
                <a:gd name="connsiteX49" fmla="*/ 168880 w 491738"/>
                <a:gd name="connsiteY49" fmla="*/ 174168 h 463232"/>
                <a:gd name="connsiteX50" fmla="*/ 17817 w 491738"/>
                <a:gd name="connsiteY50" fmla="*/ 174168 h 463232"/>
                <a:gd name="connsiteX51" fmla="*/ 17817 w 491738"/>
                <a:gd name="connsiteY51" fmla="*/ 99125 h 463232"/>
                <a:gd name="connsiteX52" fmla="*/ 213415 w 491738"/>
                <a:gd name="connsiteY52" fmla="*/ 99125 h 463232"/>
                <a:gd name="connsiteX53" fmla="*/ 213415 w 491738"/>
                <a:gd name="connsiteY53" fmla="*/ 286249 h 463232"/>
                <a:gd name="connsiteX54" fmla="*/ 48853 w 491738"/>
                <a:gd name="connsiteY54" fmla="*/ 286249 h 463232"/>
                <a:gd name="connsiteX55" fmla="*/ 48853 w 491738"/>
                <a:gd name="connsiteY55" fmla="*/ 191985 h 463232"/>
                <a:gd name="connsiteX56" fmla="*/ 48853 w 491738"/>
                <a:gd name="connsiteY56" fmla="*/ 351558 h 463232"/>
                <a:gd name="connsiteX57" fmla="*/ 213415 w 491738"/>
                <a:gd name="connsiteY57" fmla="*/ 351558 h 463232"/>
                <a:gd name="connsiteX58" fmla="*/ 213415 w 491738"/>
                <a:gd name="connsiteY58" fmla="*/ 445843 h 463232"/>
                <a:gd name="connsiteX59" fmla="*/ 48853 w 491738"/>
                <a:gd name="connsiteY59" fmla="*/ 445843 h 463232"/>
                <a:gd name="connsiteX60" fmla="*/ 231231 w 491738"/>
                <a:gd name="connsiteY60" fmla="*/ 445843 h 463232"/>
                <a:gd name="connsiteX61" fmla="*/ 231231 w 491738"/>
                <a:gd name="connsiteY61" fmla="*/ 99125 h 463232"/>
                <a:gd name="connsiteX62" fmla="*/ 260928 w 491738"/>
                <a:gd name="connsiteY62" fmla="*/ 99125 h 463232"/>
                <a:gd name="connsiteX63" fmla="*/ 260928 w 491738"/>
                <a:gd name="connsiteY63" fmla="*/ 445843 h 463232"/>
                <a:gd name="connsiteX64" fmla="*/ 443313 w 491738"/>
                <a:gd name="connsiteY64" fmla="*/ 304066 h 463232"/>
                <a:gd name="connsiteX65" fmla="*/ 443313 w 491738"/>
                <a:gd name="connsiteY65" fmla="*/ 333741 h 463232"/>
                <a:gd name="connsiteX66" fmla="*/ 310223 w 491738"/>
                <a:gd name="connsiteY66" fmla="*/ 333741 h 463232"/>
                <a:gd name="connsiteX67" fmla="*/ 301315 w 491738"/>
                <a:gd name="connsiteY67" fmla="*/ 342649 h 463232"/>
                <a:gd name="connsiteX68" fmla="*/ 310223 w 491738"/>
                <a:gd name="connsiteY68" fmla="*/ 351558 h 463232"/>
                <a:gd name="connsiteX69" fmla="*/ 443313 w 491738"/>
                <a:gd name="connsiteY69" fmla="*/ 351558 h 463232"/>
                <a:gd name="connsiteX70" fmla="*/ 443313 w 491738"/>
                <a:gd name="connsiteY70" fmla="*/ 445843 h 463232"/>
                <a:gd name="connsiteX71" fmla="*/ 278745 w 491738"/>
                <a:gd name="connsiteY71" fmla="*/ 445843 h 463232"/>
                <a:gd name="connsiteX72" fmla="*/ 278745 w 491738"/>
                <a:gd name="connsiteY72" fmla="*/ 304066 h 463232"/>
                <a:gd name="connsiteX73" fmla="*/ 474350 w 491738"/>
                <a:gd name="connsiteY73" fmla="*/ 174168 h 463232"/>
                <a:gd name="connsiteX74" fmla="*/ 278745 w 491738"/>
                <a:gd name="connsiteY74" fmla="*/ 174168 h 463232"/>
                <a:gd name="connsiteX75" fmla="*/ 278745 w 491738"/>
                <a:gd name="connsiteY75" fmla="*/ 99125 h 463232"/>
                <a:gd name="connsiteX76" fmla="*/ 474350 w 491738"/>
                <a:gd name="connsiteY76" fmla="*/ 99125 h 46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491738" h="463232">
                  <a:moveTo>
                    <a:pt x="483258" y="81308"/>
                  </a:moveTo>
                  <a:lnTo>
                    <a:pt x="289492" y="81308"/>
                  </a:lnTo>
                  <a:lnTo>
                    <a:pt x="347802" y="14781"/>
                  </a:lnTo>
                  <a:cubicBezTo>
                    <a:pt x="351045" y="11081"/>
                    <a:pt x="350675" y="5453"/>
                    <a:pt x="346975" y="2210"/>
                  </a:cubicBezTo>
                  <a:cubicBezTo>
                    <a:pt x="345351" y="785"/>
                    <a:pt x="343264" y="0"/>
                    <a:pt x="341103" y="0"/>
                  </a:cubicBezTo>
                  <a:lnTo>
                    <a:pt x="293597" y="0"/>
                  </a:lnTo>
                  <a:cubicBezTo>
                    <a:pt x="291031" y="2"/>
                    <a:pt x="288590" y="1108"/>
                    <a:pt x="286897" y="3036"/>
                  </a:cubicBezTo>
                  <a:lnTo>
                    <a:pt x="263137" y="30117"/>
                  </a:lnTo>
                  <a:cubicBezTo>
                    <a:pt x="259892" y="33819"/>
                    <a:pt x="260262" y="39451"/>
                    <a:pt x="263964" y="42696"/>
                  </a:cubicBezTo>
                  <a:cubicBezTo>
                    <a:pt x="267666" y="45941"/>
                    <a:pt x="273297" y="45571"/>
                    <a:pt x="276542" y="41869"/>
                  </a:cubicBezTo>
                  <a:lnTo>
                    <a:pt x="297637" y="17795"/>
                  </a:lnTo>
                  <a:lnTo>
                    <a:pt x="321455" y="17795"/>
                  </a:lnTo>
                  <a:lnTo>
                    <a:pt x="269843" y="76676"/>
                  </a:lnTo>
                  <a:lnTo>
                    <a:pt x="205269" y="3064"/>
                  </a:lnTo>
                  <a:cubicBezTo>
                    <a:pt x="203578" y="1134"/>
                    <a:pt x="201136" y="27"/>
                    <a:pt x="198570" y="29"/>
                  </a:cubicBezTo>
                  <a:lnTo>
                    <a:pt x="151056" y="29"/>
                  </a:lnTo>
                  <a:cubicBezTo>
                    <a:pt x="146137" y="28"/>
                    <a:pt x="142148" y="4017"/>
                    <a:pt x="142148" y="8937"/>
                  </a:cubicBezTo>
                  <a:cubicBezTo>
                    <a:pt x="142148" y="11097"/>
                    <a:pt x="142933" y="13184"/>
                    <a:pt x="144357" y="14809"/>
                  </a:cubicBezTo>
                  <a:lnTo>
                    <a:pt x="202668" y="81336"/>
                  </a:lnTo>
                  <a:lnTo>
                    <a:pt x="8908" y="81336"/>
                  </a:lnTo>
                  <a:cubicBezTo>
                    <a:pt x="3988" y="81336"/>
                    <a:pt x="0" y="85325"/>
                    <a:pt x="0" y="90245"/>
                  </a:cubicBezTo>
                  <a:lnTo>
                    <a:pt x="0" y="183105"/>
                  </a:lnTo>
                  <a:cubicBezTo>
                    <a:pt x="0" y="188025"/>
                    <a:pt x="3988" y="192013"/>
                    <a:pt x="8908" y="192013"/>
                  </a:cubicBezTo>
                  <a:lnTo>
                    <a:pt x="31001" y="192013"/>
                  </a:lnTo>
                  <a:lnTo>
                    <a:pt x="31001" y="454751"/>
                  </a:lnTo>
                  <a:cubicBezTo>
                    <a:pt x="31001" y="459671"/>
                    <a:pt x="34989" y="463660"/>
                    <a:pt x="39909" y="463660"/>
                  </a:cubicBezTo>
                  <a:lnTo>
                    <a:pt x="452186" y="463660"/>
                  </a:lnTo>
                  <a:cubicBezTo>
                    <a:pt x="457106" y="463660"/>
                    <a:pt x="461094" y="459671"/>
                    <a:pt x="461094" y="454751"/>
                  </a:cubicBezTo>
                  <a:lnTo>
                    <a:pt x="461094" y="224703"/>
                  </a:lnTo>
                  <a:cubicBezTo>
                    <a:pt x="461094" y="219783"/>
                    <a:pt x="457106" y="215795"/>
                    <a:pt x="452186" y="215795"/>
                  </a:cubicBezTo>
                  <a:cubicBezTo>
                    <a:pt x="447266" y="215795"/>
                    <a:pt x="443278" y="219783"/>
                    <a:pt x="443278" y="224703"/>
                  </a:cubicBezTo>
                  <a:lnTo>
                    <a:pt x="443278" y="286249"/>
                  </a:lnTo>
                  <a:lnTo>
                    <a:pt x="278745" y="286249"/>
                  </a:lnTo>
                  <a:lnTo>
                    <a:pt x="278745" y="191985"/>
                  </a:lnTo>
                  <a:lnTo>
                    <a:pt x="483279" y="191985"/>
                  </a:lnTo>
                  <a:cubicBezTo>
                    <a:pt x="488199" y="191985"/>
                    <a:pt x="492188" y="187996"/>
                    <a:pt x="492188" y="183076"/>
                  </a:cubicBezTo>
                  <a:lnTo>
                    <a:pt x="492188" y="90216"/>
                  </a:lnTo>
                  <a:cubicBezTo>
                    <a:pt x="492188" y="85296"/>
                    <a:pt x="488199" y="81308"/>
                    <a:pt x="483279" y="81308"/>
                  </a:cubicBezTo>
                  <a:cubicBezTo>
                    <a:pt x="483272" y="81308"/>
                    <a:pt x="483265" y="81308"/>
                    <a:pt x="483258" y="81308"/>
                  </a:cubicBezTo>
                  <a:close/>
                  <a:moveTo>
                    <a:pt x="194536" y="17817"/>
                  </a:moveTo>
                  <a:lnTo>
                    <a:pt x="250181" y="81308"/>
                  </a:lnTo>
                  <a:lnTo>
                    <a:pt x="226364" y="81308"/>
                  </a:lnTo>
                  <a:lnTo>
                    <a:pt x="170712" y="17817"/>
                  </a:lnTo>
                  <a:close/>
                  <a:moveTo>
                    <a:pt x="48853" y="304066"/>
                  </a:moveTo>
                  <a:lnTo>
                    <a:pt x="213415" y="304066"/>
                  </a:lnTo>
                  <a:lnTo>
                    <a:pt x="213415" y="333741"/>
                  </a:lnTo>
                  <a:lnTo>
                    <a:pt x="48853" y="333741"/>
                  </a:lnTo>
                  <a:close/>
                  <a:moveTo>
                    <a:pt x="168880" y="191985"/>
                  </a:moveTo>
                  <a:cubicBezTo>
                    <a:pt x="173800" y="191985"/>
                    <a:pt x="177789" y="187996"/>
                    <a:pt x="177789" y="183076"/>
                  </a:cubicBezTo>
                  <a:cubicBezTo>
                    <a:pt x="177789" y="178157"/>
                    <a:pt x="173800" y="174168"/>
                    <a:pt x="168880" y="174168"/>
                  </a:cubicBezTo>
                  <a:lnTo>
                    <a:pt x="17817" y="174168"/>
                  </a:lnTo>
                  <a:lnTo>
                    <a:pt x="17817" y="99125"/>
                  </a:lnTo>
                  <a:lnTo>
                    <a:pt x="213415" y="99125"/>
                  </a:lnTo>
                  <a:lnTo>
                    <a:pt x="213415" y="286249"/>
                  </a:lnTo>
                  <a:lnTo>
                    <a:pt x="48853" y="286249"/>
                  </a:lnTo>
                  <a:lnTo>
                    <a:pt x="48853" y="191985"/>
                  </a:lnTo>
                  <a:close/>
                  <a:moveTo>
                    <a:pt x="48853" y="351558"/>
                  </a:moveTo>
                  <a:lnTo>
                    <a:pt x="213415" y="351558"/>
                  </a:lnTo>
                  <a:lnTo>
                    <a:pt x="213415" y="445843"/>
                  </a:lnTo>
                  <a:lnTo>
                    <a:pt x="48853" y="445843"/>
                  </a:lnTo>
                  <a:close/>
                  <a:moveTo>
                    <a:pt x="231231" y="445843"/>
                  </a:moveTo>
                  <a:lnTo>
                    <a:pt x="231231" y="99125"/>
                  </a:lnTo>
                  <a:lnTo>
                    <a:pt x="260928" y="99125"/>
                  </a:lnTo>
                  <a:lnTo>
                    <a:pt x="260928" y="445843"/>
                  </a:lnTo>
                  <a:close/>
                  <a:moveTo>
                    <a:pt x="443313" y="304066"/>
                  </a:moveTo>
                  <a:lnTo>
                    <a:pt x="443313" y="333741"/>
                  </a:lnTo>
                  <a:lnTo>
                    <a:pt x="310223" y="333741"/>
                  </a:lnTo>
                  <a:cubicBezTo>
                    <a:pt x="305303" y="333741"/>
                    <a:pt x="301315" y="337729"/>
                    <a:pt x="301315" y="342649"/>
                  </a:cubicBezTo>
                  <a:cubicBezTo>
                    <a:pt x="301315" y="347569"/>
                    <a:pt x="305303" y="351558"/>
                    <a:pt x="310223" y="351558"/>
                  </a:cubicBezTo>
                  <a:lnTo>
                    <a:pt x="443313" y="351558"/>
                  </a:lnTo>
                  <a:lnTo>
                    <a:pt x="443313" y="445843"/>
                  </a:lnTo>
                  <a:lnTo>
                    <a:pt x="278745" y="445843"/>
                  </a:lnTo>
                  <a:lnTo>
                    <a:pt x="278745" y="304066"/>
                  </a:lnTo>
                  <a:close/>
                  <a:moveTo>
                    <a:pt x="474350" y="174168"/>
                  </a:moveTo>
                  <a:lnTo>
                    <a:pt x="278745" y="174168"/>
                  </a:lnTo>
                  <a:lnTo>
                    <a:pt x="278745" y="99125"/>
                  </a:lnTo>
                  <a:lnTo>
                    <a:pt x="474350" y="99125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10" name="Group 251">
            <a:extLst>
              <a:ext uri="{FF2B5EF4-FFF2-40B4-BE49-F238E27FC236}">
                <a16:creationId xmlns:a16="http://schemas.microsoft.com/office/drawing/2014/main" id="{F202C501-A91A-ADFB-D172-ECDCCDABCC87}"/>
              </a:ext>
            </a:extLst>
          </p:cNvPr>
          <p:cNvGrpSpPr/>
          <p:nvPr/>
        </p:nvGrpSpPr>
        <p:grpSpPr>
          <a:xfrm>
            <a:off x="2796322" y="4071711"/>
            <a:ext cx="492063" cy="492096"/>
            <a:chOff x="2796322" y="4071711"/>
            <a:chExt cx="492063" cy="492096"/>
          </a:xfrm>
          <a:noFill/>
        </p:grpSpPr>
        <p:sp>
          <p:nvSpPr>
            <p:cNvPr id="111" name="Freeform: Shape 85">
              <a:extLst>
                <a:ext uri="{FF2B5EF4-FFF2-40B4-BE49-F238E27FC236}">
                  <a16:creationId xmlns:a16="http://schemas.microsoft.com/office/drawing/2014/main" id="{62C10CE8-63BD-E27C-DA13-E5018D50F30F}"/>
                </a:ext>
              </a:extLst>
            </p:cNvPr>
            <p:cNvSpPr/>
            <p:nvPr/>
          </p:nvSpPr>
          <p:spPr>
            <a:xfrm>
              <a:off x="2804463" y="4079749"/>
              <a:ext cx="475242" cy="475211"/>
            </a:xfrm>
            <a:custGeom>
              <a:avLst/>
              <a:gdLst>
                <a:gd name="connsiteX0" fmla="*/ 237825 w 475242"/>
                <a:gd name="connsiteY0" fmla="*/ 54356 h 475211"/>
                <a:gd name="connsiteX1" fmla="*/ 54136 w 475242"/>
                <a:gd name="connsiteY1" fmla="*/ 238045 h 475211"/>
                <a:gd name="connsiteX2" fmla="*/ 237825 w 475242"/>
                <a:gd name="connsiteY2" fmla="*/ 421735 h 475211"/>
                <a:gd name="connsiteX3" fmla="*/ 421515 w 475242"/>
                <a:gd name="connsiteY3" fmla="*/ 238045 h 475211"/>
                <a:gd name="connsiteX4" fmla="*/ 237825 w 475242"/>
                <a:gd name="connsiteY4" fmla="*/ 54356 h 475211"/>
                <a:gd name="connsiteX5" fmla="*/ 228607 w 475242"/>
                <a:gd name="connsiteY5" fmla="*/ 180 h 475211"/>
                <a:gd name="connsiteX6" fmla="*/ 362877 w 475242"/>
                <a:gd name="connsiteY6" fmla="*/ 35732 h 475211"/>
                <a:gd name="connsiteX7" fmla="*/ 439511 w 475242"/>
                <a:gd name="connsiteY7" fmla="*/ 362877 h 475211"/>
                <a:gd name="connsiteX8" fmla="*/ 468360 w 475242"/>
                <a:gd name="connsiteY8" fmla="*/ 441391 h 475211"/>
                <a:gd name="connsiteX9" fmla="*/ 391762 w 475242"/>
                <a:gd name="connsiteY9" fmla="*/ 418422 h 475211"/>
                <a:gd name="connsiteX10" fmla="*/ 112365 w 475242"/>
                <a:gd name="connsiteY10" fmla="*/ 439511 h 475211"/>
                <a:gd name="connsiteX11" fmla="*/ 35732 w 475242"/>
                <a:gd name="connsiteY11" fmla="*/ 112365 h 475211"/>
                <a:gd name="connsiteX12" fmla="*/ 228607 w 475242"/>
                <a:gd name="connsiteY12" fmla="*/ 180 h 475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5242" h="475211">
                  <a:moveTo>
                    <a:pt x="237825" y="54356"/>
                  </a:moveTo>
                  <a:cubicBezTo>
                    <a:pt x="136377" y="54356"/>
                    <a:pt x="54136" y="136597"/>
                    <a:pt x="54136" y="238045"/>
                  </a:cubicBezTo>
                  <a:cubicBezTo>
                    <a:pt x="54136" y="339494"/>
                    <a:pt x="136377" y="421735"/>
                    <a:pt x="237825" y="421735"/>
                  </a:cubicBezTo>
                  <a:cubicBezTo>
                    <a:pt x="339274" y="421735"/>
                    <a:pt x="421515" y="339494"/>
                    <a:pt x="421515" y="238045"/>
                  </a:cubicBezTo>
                  <a:cubicBezTo>
                    <a:pt x="421515" y="136597"/>
                    <a:pt x="339274" y="54356"/>
                    <a:pt x="237825" y="54356"/>
                  </a:cubicBezTo>
                  <a:close/>
                  <a:moveTo>
                    <a:pt x="228607" y="180"/>
                  </a:moveTo>
                  <a:cubicBezTo>
                    <a:pt x="274334" y="-1598"/>
                    <a:pt x="321064" y="9791"/>
                    <a:pt x="362877" y="35732"/>
                  </a:cubicBezTo>
                  <a:cubicBezTo>
                    <a:pt x="474377" y="104908"/>
                    <a:pt x="508688" y="251377"/>
                    <a:pt x="439511" y="362877"/>
                  </a:cubicBezTo>
                  <a:lnTo>
                    <a:pt x="468360" y="441391"/>
                  </a:lnTo>
                  <a:lnTo>
                    <a:pt x="391762" y="418422"/>
                  </a:lnTo>
                  <a:cubicBezTo>
                    <a:pt x="313126" y="485463"/>
                    <a:pt x="200175" y="493989"/>
                    <a:pt x="112365" y="439511"/>
                  </a:cubicBezTo>
                  <a:cubicBezTo>
                    <a:pt x="865" y="370334"/>
                    <a:pt x="-33445" y="223867"/>
                    <a:pt x="35732" y="112365"/>
                  </a:cubicBezTo>
                  <a:cubicBezTo>
                    <a:pt x="78967" y="42678"/>
                    <a:pt x="152395" y="3143"/>
                    <a:pt x="228607" y="18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" name="Freeform: Shape 86">
              <a:extLst>
                <a:ext uri="{FF2B5EF4-FFF2-40B4-BE49-F238E27FC236}">
                  <a16:creationId xmlns:a16="http://schemas.microsoft.com/office/drawing/2014/main" id="{DC4F65A5-E955-635E-20B1-2F92FF28478F}"/>
                </a:ext>
              </a:extLst>
            </p:cNvPr>
            <p:cNvSpPr/>
            <p:nvPr/>
          </p:nvSpPr>
          <p:spPr>
            <a:xfrm>
              <a:off x="2796322" y="4071711"/>
              <a:ext cx="492063" cy="492096"/>
            </a:xfrm>
            <a:custGeom>
              <a:avLst/>
              <a:gdLst>
                <a:gd name="connsiteX0" fmla="*/ 245968 w 492063"/>
                <a:gd name="connsiteY0" fmla="*/ 336257 h 492096"/>
                <a:gd name="connsiteX1" fmla="*/ 261077 w 492063"/>
                <a:gd name="connsiteY1" fmla="*/ 351367 h 492096"/>
                <a:gd name="connsiteX2" fmla="*/ 245968 w 492063"/>
                <a:gd name="connsiteY2" fmla="*/ 366475 h 492096"/>
                <a:gd name="connsiteX3" fmla="*/ 230859 w 492063"/>
                <a:gd name="connsiteY3" fmla="*/ 351367 h 492096"/>
                <a:gd name="connsiteX4" fmla="*/ 245968 w 492063"/>
                <a:gd name="connsiteY4" fmla="*/ 336257 h 492096"/>
                <a:gd name="connsiteX5" fmla="*/ 245968 w 492063"/>
                <a:gd name="connsiteY5" fmla="*/ 125693 h 492096"/>
                <a:gd name="connsiteX6" fmla="*/ 246880 w 492063"/>
                <a:gd name="connsiteY6" fmla="*/ 125693 h 492096"/>
                <a:gd name="connsiteX7" fmla="*/ 309972 w 492063"/>
                <a:gd name="connsiteY7" fmla="*/ 188822 h 492096"/>
                <a:gd name="connsiteX8" fmla="*/ 280176 w 492063"/>
                <a:gd name="connsiteY8" fmla="*/ 243861 h 492096"/>
                <a:gd name="connsiteX9" fmla="*/ 254876 w 492063"/>
                <a:gd name="connsiteY9" fmla="*/ 287113 h 492096"/>
                <a:gd name="connsiteX10" fmla="*/ 254876 w 492063"/>
                <a:gd name="connsiteY10" fmla="*/ 307873 h 492096"/>
                <a:gd name="connsiteX11" fmla="*/ 245968 w 492063"/>
                <a:gd name="connsiteY11" fmla="*/ 316781 h 492096"/>
                <a:gd name="connsiteX12" fmla="*/ 237060 w 492063"/>
                <a:gd name="connsiteY12" fmla="*/ 307873 h 492096"/>
                <a:gd name="connsiteX13" fmla="*/ 237060 w 492063"/>
                <a:gd name="connsiteY13" fmla="*/ 287113 h 492096"/>
                <a:gd name="connsiteX14" fmla="*/ 270669 w 492063"/>
                <a:gd name="connsiteY14" fmla="*/ 228809 h 492096"/>
                <a:gd name="connsiteX15" fmla="*/ 292184 w 492063"/>
                <a:gd name="connsiteY15" fmla="*/ 189071 h 492096"/>
                <a:gd name="connsiteX16" fmla="*/ 246652 w 492063"/>
                <a:gd name="connsiteY16" fmla="*/ 143517 h 492096"/>
                <a:gd name="connsiteX17" fmla="*/ 245970 w 492063"/>
                <a:gd name="connsiteY17" fmla="*/ 143512 h 492096"/>
                <a:gd name="connsiteX18" fmla="*/ 199759 w 492063"/>
                <a:gd name="connsiteY18" fmla="*/ 189734 h 492096"/>
                <a:gd name="connsiteX19" fmla="*/ 190850 w 492063"/>
                <a:gd name="connsiteY19" fmla="*/ 198642 h 492096"/>
                <a:gd name="connsiteX20" fmla="*/ 181942 w 492063"/>
                <a:gd name="connsiteY20" fmla="*/ 189734 h 492096"/>
                <a:gd name="connsiteX21" fmla="*/ 245968 w 492063"/>
                <a:gd name="connsiteY21" fmla="*/ 125693 h 492096"/>
                <a:gd name="connsiteX22" fmla="*/ 69040 w 492063"/>
                <a:gd name="connsiteY22" fmla="*/ 75101 h 492096"/>
                <a:gd name="connsiteX23" fmla="*/ 81637 w 492063"/>
                <a:gd name="connsiteY23" fmla="*/ 75275 h 492096"/>
                <a:gd name="connsiteX24" fmla="*/ 81463 w 492063"/>
                <a:gd name="connsiteY24" fmla="*/ 87872 h 492096"/>
                <a:gd name="connsiteX25" fmla="*/ 47483 w 492063"/>
                <a:gd name="connsiteY25" fmla="*/ 358679 h 492096"/>
                <a:gd name="connsiteX26" fmla="*/ 358648 w 492063"/>
                <a:gd name="connsiteY26" fmla="*/ 444597 h 492096"/>
                <a:gd name="connsiteX27" fmla="*/ 358648 w 492063"/>
                <a:gd name="connsiteY27" fmla="*/ 444590 h 492096"/>
                <a:gd name="connsiteX28" fmla="*/ 358942 w 492063"/>
                <a:gd name="connsiteY28" fmla="*/ 444423 h 492096"/>
                <a:gd name="connsiteX29" fmla="*/ 371026 w 492063"/>
                <a:gd name="connsiteY29" fmla="*/ 447985 h 492096"/>
                <a:gd name="connsiteX30" fmla="*/ 367464 w 492063"/>
                <a:gd name="connsiteY30" fmla="*/ 460069 h 492096"/>
                <a:gd name="connsiteX31" fmla="*/ 75583 w 492063"/>
                <a:gd name="connsiteY31" fmla="*/ 423457 h 492096"/>
                <a:gd name="connsiteX32" fmla="*/ 68635 w 492063"/>
                <a:gd name="connsiteY32" fmla="*/ 75521 h 492096"/>
                <a:gd name="connsiteX33" fmla="*/ 69040 w 492063"/>
                <a:gd name="connsiteY33" fmla="*/ 75101 h 492096"/>
                <a:gd name="connsiteX34" fmla="*/ 245968 w 492063"/>
                <a:gd name="connsiteY34" fmla="*/ 71317 h 492096"/>
                <a:gd name="connsiteX35" fmla="*/ 71194 w 492063"/>
                <a:gd name="connsiteY35" fmla="*/ 246091 h 492096"/>
                <a:gd name="connsiteX36" fmla="*/ 245968 w 492063"/>
                <a:gd name="connsiteY36" fmla="*/ 420865 h 492096"/>
                <a:gd name="connsiteX37" fmla="*/ 245968 w 492063"/>
                <a:gd name="connsiteY37" fmla="*/ 420857 h 492096"/>
                <a:gd name="connsiteX38" fmla="*/ 420741 w 492063"/>
                <a:gd name="connsiteY38" fmla="*/ 246084 h 492096"/>
                <a:gd name="connsiteX39" fmla="*/ 245968 w 492063"/>
                <a:gd name="connsiteY39" fmla="*/ 71317 h 492096"/>
                <a:gd name="connsiteX40" fmla="*/ 245968 w 492063"/>
                <a:gd name="connsiteY40" fmla="*/ 53493 h 492096"/>
                <a:gd name="connsiteX41" fmla="*/ 438558 w 492063"/>
                <a:gd name="connsiteY41" fmla="*/ 246084 h 492096"/>
                <a:gd name="connsiteX42" fmla="*/ 245968 w 492063"/>
                <a:gd name="connsiteY42" fmla="*/ 438674 h 492096"/>
                <a:gd name="connsiteX43" fmla="*/ 53377 w 492063"/>
                <a:gd name="connsiteY43" fmla="*/ 246084 h 492096"/>
                <a:gd name="connsiteX44" fmla="*/ 245968 w 492063"/>
                <a:gd name="connsiteY44" fmla="*/ 53493 h 492096"/>
                <a:gd name="connsiteX45" fmla="*/ 238946 w 492063"/>
                <a:gd name="connsiteY45" fmla="*/ 99 h 492096"/>
                <a:gd name="connsiteX46" fmla="*/ 371685 w 492063"/>
                <a:gd name="connsiteY46" fmla="*/ 34561 h 492096"/>
                <a:gd name="connsiteX47" fmla="*/ 457465 w 492063"/>
                <a:gd name="connsiteY47" fmla="*/ 371870 h 492096"/>
                <a:gd name="connsiteX48" fmla="*/ 484838 w 492063"/>
                <a:gd name="connsiteY48" fmla="*/ 446343 h 492096"/>
                <a:gd name="connsiteX49" fmla="*/ 485024 w 492063"/>
                <a:gd name="connsiteY49" fmla="*/ 452065 h 492096"/>
                <a:gd name="connsiteX50" fmla="*/ 473913 w 492063"/>
                <a:gd name="connsiteY50" fmla="*/ 458003 h 492096"/>
                <a:gd name="connsiteX51" fmla="*/ 397316 w 492063"/>
                <a:gd name="connsiteY51" fmla="*/ 435033 h 492096"/>
                <a:gd name="connsiteX52" fmla="*/ 391340 w 492063"/>
                <a:gd name="connsiteY52" fmla="*/ 423941 h 492096"/>
                <a:gd name="connsiteX53" fmla="*/ 402433 w 492063"/>
                <a:gd name="connsiteY53" fmla="*/ 417965 h 492096"/>
                <a:gd name="connsiteX54" fmla="*/ 461969 w 492063"/>
                <a:gd name="connsiteY54" fmla="*/ 435782 h 492096"/>
                <a:gd name="connsiteX55" fmla="*/ 439263 w 492063"/>
                <a:gd name="connsiteY55" fmla="*/ 373987 h 492096"/>
                <a:gd name="connsiteX56" fmla="*/ 440054 w 492063"/>
                <a:gd name="connsiteY56" fmla="*/ 366211 h 492096"/>
                <a:gd name="connsiteX57" fmla="*/ 435231 w 492063"/>
                <a:gd name="connsiteY57" fmla="*/ 118470 h 492096"/>
                <a:gd name="connsiteX58" fmla="*/ 118350 w 492063"/>
                <a:gd name="connsiteY58" fmla="*/ 56793 h 492096"/>
                <a:gd name="connsiteX59" fmla="*/ 105978 w 492063"/>
                <a:gd name="connsiteY59" fmla="*/ 54398 h 492096"/>
                <a:gd name="connsiteX60" fmla="*/ 108373 w 492063"/>
                <a:gd name="connsiteY60" fmla="*/ 42026 h 492096"/>
                <a:gd name="connsiteX61" fmla="*/ 238946 w 492063"/>
                <a:gd name="connsiteY61" fmla="*/ 99 h 49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92063" h="492096">
                  <a:moveTo>
                    <a:pt x="245968" y="336257"/>
                  </a:moveTo>
                  <a:cubicBezTo>
                    <a:pt x="254308" y="336269"/>
                    <a:pt x="261065" y="343026"/>
                    <a:pt x="261077" y="351367"/>
                  </a:cubicBezTo>
                  <a:cubicBezTo>
                    <a:pt x="261077" y="359711"/>
                    <a:pt x="254313" y="366475"/>
                    <a:pt x="245968" y="366475"/>
                  </a:cubicBezTo>
                  <a:cubicBezTo>
                    <a:pt x="237623" y="366475"/>
                    <a:pt x="230859" y="359711"/>
                    <a:pt x="230859" y="351367"/>
                  </a:cubicBezTo>
                  <a:cubicBezTo>
                    <a:pt x="230859" y="343021"/>
                    <a:pt x="237623" y="336257"/>
                    <a:pt x="245968" y="336257"/>
                  </a:cubicBezTo>
                  <a:close/>
                  <a:moveTo>
                    <a:pt x="245968" y="125693"/>
                  </a:moveTo>
                  <a:lnTo>
                    <a:pt x="246880" y="125693"/>
                  </a:lnTo>
                  <a:cubicBezTo>
                    <a:pt x="281433" y="126419"/>
                    <a:pt x="309265" y="154267"/>
                    <a:pt x="309972" y="188822"/>
                  </a:cubicBezTo>
                  <a:cubicBezTo>
                    <a:pt x="310365" y="211121"/>
                    <a:pt x="299062" y="231999"/>
                    <a:pt x="280176" y="243861"/>
                  </a:cubicBezTo>
                  <a:cubicBezTo>
                    <a:pt x="264872" y="252974"/>
                    <a:pt x="255319" y="269306"/>
                    <a:pt x="254876" y="287113"/>
                  </a:cubicBezTo>
                  <a:lnTo>
                    <a:pt x="254876" y="307873"/>
                  </a:lnTo>
                  <a:cubicBezTo>
                    <a:pt x="254876" y="312792"/>
                    <a:pt x="250888" y="316781"/>
                    <a:pt x="245968" y="316781"/>
                  </a:cubicBezTo>
                  <a:cubicBezTo>
                    <a:pt x="241048" y="316781"/>
                    <a:pt x="237060" y="312792"/>
                    <a:pt x="237060" y="307873"/>
                  </a:cubicBezTo>
                  <a:lnTo>
                    <a:pt x="237060" y="287113"/>
                  </a:lnTo>
                  <a:cubicBezTo>
                    <a:pt x="237486" y="263190"/>
                    <a:pt x="250181" y="241167"/>
                    <a:pt x="270669" y="228809"/>
                  </a:cubicBezTo>
                  <a:cubicBezTo>
                    <a:pt x="284305" y="220245"/>
                    <a:pt x="292466" y="205171"/>
                    <a:pt x="292184" y="189071"/>
                  </a:cubicBezTo>
                  <a:cubicBezTo>
                    <a:pt x="291382" y="164260"/>
                    <a:pt x="271462" y="144330"/>
                    <a:pt x="246652" y="143517"/>
                  </a:cubicBezTo>
                  <a:cubicBezTo>
                    <a:pt x="246425" y="143513"/>
                    <a:pt x="246197" y="143512"/>
                    <a:pt x="245970" y="143512"/>
                  </a:cubicBezTo>
                  <a:cubicBezTo>
                    <a:pt x="220445" y="143515"/>
                    <a:pt x="199756" y="164209"/>
                    <a:pt x="199759" y="189734"/>
                  </a:cubicBezTo>
                  <a:cubicBezTo>
                    <a:pt x="199759" y="194654"/>
                    <a:pt x="195770" y="198642"/>
                    <a:pt x="190850" y="198642"/>
                  </a:cubicBezTo>
                  <a:cubicBezTo>
                    <a:pt x="185930" y="198642"/>
                    <a:pt x="181942" y="194654"/>
                    <a:pt x="181942" y="189734"/>
                  </a:cubicBezTo>
                  <a:cubicBezTo>
                    <a:pt x="181946" y="154372"/>
                    <a:pt x="210607" y="125705"/>
                    <a:pt x="245968" y="125693"/>
                  </a:cubicBezTo>
                  <a:close/>
                  <a:moveTo>
                    <a:pt x="69040" y="75101"/>
                  </a:moveTo>
                  <a:cubicBezTo>
                    <a:pt x="72567" y="71670"/>
                    <a:pt x="78207" y="71748"/>
                    <a:pt x="81637" y="75275"/>
                  </a:cubicBezTo>
                  <a:cubicBezTo>
                    <a:pt x="85068" y="78801"/>
                    <a:pt x="84990" y="84441"/>
                    <a:pt x="81463" y="87872"/>
                  </a:cubicBezTo>
                  <a:cubicBezTo>
                    <a:pt x="11474" y="160683"/>
                    <a:pt x="-2347" y="270834"/>
                    <a:pt x="47483" y="358679"/>
                  </a:cubicBezTo>
                  <a:cubicBezTo>
                    <a:pt x="109683" y="468330"/>
                    <a:pt x="248997" y="506797"/>
                    <a:pt x="358648" y="444597"/>
                  </a:cubicBezTo>
                  <a:lnTo>
                    <a:pt x="358648" y="444590"/>
                  </a:lnTo>
                  <a:cubicBezTo>
                    <a:pt x="358745" y="444533"/>
                    <a:pt x="358843" y="444477"/>
                    <a:pt x="358942" y="444423"/>
                  </a:cubicBezTo>
                  <a:cubicBezTo>
                    <a:pt x="363262" y="442070"/>
                    <a:pt x="368673" y="443664"/>
                    <a:pt x="371026" y="447985"/>
                  </a:cubicBezTo>
                  <a:cubicBezTo>
                    <a:pt x="373379" y="452306"/>
                    <a:pt x="371784" y="457716"/>
                    <a:pt x="367464" y="460069"/>
                  </a:cubicBezTo>
                  <a:cubicBezTo>
                    <a:pt x="272781" y="513762"/>
                    <a:pt x="154072" y="498872"/>
                    <a:pt x="75583" y="423457"/>
                  </a:cubicBezTo>
                  <a:cubicBezTo>
                    <a:pt x="-22415" y="329296"/>
                    <a:pt x="-25526" y="173519"/>
                    <a:pt x="68635" y="75521"/>
                  </a:cubicBezTo>
                  <a:cubicBezTo>
                    <a:pt x="68766" y="75377"/>
                    <a:pt x="68901" y="75237"/>
                    <a:pt x="69040" y="75101"/>
                  </a:cubicBezTo>
                  <a:close/>
                  <a:moveTo>
                    <a:pt x="245968" y="71317"/>
                  </a:moveTo>
                  <a:cubicBezTo>
                    <a:pt x="149443" y="71317"/>
                    <a:pt x="71194" y="149566"/>
                    <a:pt x="71194" y="246091"/>
                  </a:cubicBezTo>
                  <a:cubicBezTo>
                    <a:pt x="71194" y="342616"/>
                    <a:pt x="149443" y="420865"/>
                    <a:pt x="245968" y="420865"/>
                  </a:cubicBezTo>
                  <a:lnTo>
                    <a:pt x="245968" y="420857"/>
                  </a:lnTo>
                  <a:cubicBezTo>
                    <a:pt x="342447" y="420747"/>
                    <a:pt x="420632" y="342563"/>
                    <a:pt x="420741" y="246084"/>
                  </a:cubicBezTo>
                  <a:cubicBezTo>
                    <a:pt x="420738" y="149561"/>
                    <a:pt x="342490" y="71317"/>
                    <a:pt x="245968" y="71317"/>
                  </a:cubicBezTo>
                  <a:close/>
                  <a:moveTo>
                    <a:pt x="245968" y="53493"/>
                  </a:moveTo>
                  <a:cubicBezTo>
                    <a:pt x="352282" y="53615"/>
                    <a:pt x="438436" y="139769"/>
                    <a:pt x="438558" y="246084"/>
                  </a:cubicBezTo>
                  <a:cubicBezTo>
                    <a:pt x="438558" y="352448"/>
                    <a:pt x="352332" y="438674"/>
                    <a:pt x="245968" y="438674"/>
                  </a:cubicBezTo>
                  <a:cubicBezTo>
                    <a:pt x="139603" y="438674"/>
                    <a:pt x="53377" y="352448"/>
                    <a:pt x="53377" y="246084"/>
                  </a:cubicBezTo>
                  <a:cubicBezTo>
                    <a:pt x="53377" y="139719"/>
                    <a:pt x="139603" y="53493"/>
                    <a:pt x="245968" y="53493"/>
                  </a:cubicBezTo>
                  <a:close/>
                  <a:moveTo>
                    <a:pt x="238946" y="99"/>
                  </a:moveTo>
                  <a:cubicBezTo>
                    <a:pt x="284678" y="-1198"/>
                    <a:pt x="330771" y="10237"/>
                    <a:pt x="371685" y="34561"/>
                  </a:cubicBezTo>
                  <a:cubicBezTo>
                    <a:pt x="488517" y="104018"/>
                    <a:pt x="526922" y="255037"/>
                    <a:pt x="457465" y="371870"/>
                  </a:cubicBezTo>
                  <a:lnTo>
                    <a:pt x="484838" y="446343"/>
                  </a:lnTo>
                  <a:cubicBezTo>
                    <a:pt x="485528" y="448178"/>
                    <a:pt x="485593" y="450189"/>
                    <a:pt x="485024" y="452065"/>
                  </a:cubicBezTo>
                  <a:cubicBezTo>
                    <a:pt x="483595" y="456773"/>
                    <a:pt x="478621" y="459431"/>
                    <a:pt x="473913" y="458003"/>
                  </a:cubicBezTo>
                  <a:lnTo>
                    <a:pt x="397316" y="435033"/>
                  </a:lnTo>
                  <a:cubicBezTo>
                    <a:pt x="392602" y="433620"/>
                    <a:pt x="389927" y="428654"/>
                    <a:pt x="391340" y="423941"/>
                  </a:cubicBezTo>
                  <a:cubicBezTo>
                    <a:pt x="392753" y="419227"/>
                    <a:pt x="397719" y="416552"/>
                    <a:pt x="402433" y="417965"/>
                  </a:cubicBezTo>
                  <a:lnTo>
                    <a:pt x="461969" y="435782"/>
                  </a:lnTo>
                  <a:lnTo>
                    <a:pt x="439263" y="373987"/>
                  </a:lnTo>
                  <a:cubicBezTo>
                    <a:pt x="438315" y="371411"/>
                    <a:pt x="438607" y="368543"/>
                    <a:pt x="440054" y="366211"/>
                  </a:cubicBezTo>
                  <a:cubicBezTo>
                    <a:pt x="487306" y="289868"/>
                    <a:pt x="485419" y="192917"/>
                    <a:pt x="435231" y="118470"/>
                  </a:cubicBezTo>
                  <a:cubicBezTo>
                    <a:pt x="364759" y="13934"/>
                    <a:pt x="222886" y="-13680"/>
                    <a:pt x="118350" y="56793"/>
                  </a:cubicBezTo>
                  <a:cubicBezTo>
                    <a:pt x="114273" y="59548"/>
                    <a:pt x="108733" y="58476"/>
                    <a:pt x="105978" y="54398"/>
                  </a:cubicBezTo>
                  <a:cubicBezTo>
                    <a:pt x="103223" y="50320"/>
                    <a:pt x="104295" y="44781"/>
                    <a:pt x="108373" y="42026"/>
                  </a:cubicBezTo>
                  <a:cubicBezTo>
                    <a:pt x="147843" y="15423"/>
                    <a:pt x="193214" y="1395"/>
                    <a:pt x="238946" y="99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13" name="Group 252">
            <a:extLst>
              <a:ext uri="{FF2B5EF4-FFF2-40B4-BE49-F238E27FC236}">
                <a16:creationId xmlns:a16="http://schemas.microsoft.com/office/drawing/2014/main" id="{AD74A77A-7D94-EA94-8379-5778241F24FC}"/>
              </a:ext>
            </a:extLst>
          </p:cNvPr>
          <p:cNvGrpSpPr/>
          <p:nvPr/>
        </p:nvGrpSpPr>
        <p:grpSpPr>
          <a:xfrm>
            <a:off x="1845223" y="4071711"/>
            <a:ext cx="352543" cy="492167"/>
            <a:chOff x="1845223" y="4071711"/>
            <a:chExt cx="352543" cy="492167"/>
          </a:xfrm>
          <a:noFill/>
        </p:grpSpPr>
        <p:sp>
          <p:nvSpPr>
            <p:cNvPr id="114" name="Freeform: Shape 88">
              <a:extLst>
                <a:ext uri="{FF2B5EF4-FFF2-40B4-BE49-F238E27FC236}">
                  <a16:creationId xmlns:a16="http://schemas.microsoft.com/office/drawing/2014/main" id="{98275559-4B0C-019F-3083-DD78BA3E0E16}"/>
                </a:ext>
              </a:extLst>
            </p:cNvPr>
            <p:cNvSpPr/>
            <p:nvPr/>
          </p:nvSpPr>
          <p:spPr>
            <a:xfrm>
              <a:off x="1854138" y="4080620"/>
              <a:ext cx="327827" cy="327826"/>
            </a:xfrm>
            <a:custGeom>
              <a:avLst/>
              <a:gdLst>
                <a:gd name="connsiteX0" fmla="*/ 334724 w 327825"/>
                <a:gd name="connsiteY0" fmla="*/ 167362 h 327825"/>
                <a:gd name="connsiteX1" fmla="*/ 167362 w 327825"/>
                <a:gd name="connsiteY1" fmla="*/ 334724 h 327825"/>
                <a:gd name="connsiteX2" fmla="*/ 0 w 327825"/>
                <a:gd name="connsiteY2" fmla="*/ 167362 h 327825"/>
                <a:gd name="connsiteX3" fmla="*/ 167362 w 327825"/>
                <a:gd name="connsiteY3" fmla="*/ 0 h 327825"/>
                <a:gd name="connsiteX4" fmla="*/ 334724 w 327825"/>
                <a:gd name="connsiteY4" fmla="*/ 167362 h 32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25" h="327825">
                  <a:moveTo>
                    <a:pt x="334724" y="167362"/>
                  </a:moveTo>
                  <a:cubicBezTo>
                    <a:pt x="334724" y="259794"/>
                    <a:pt x="259794" y="334724"/>
                    <a:pt x="167362" y="334724"/>
                  </a:cubicBezTo>
                  <a:cubicBezTo>
                    <a:pt x="74931" y="334724"/>
                    <a:pt x="0" y="259794"/>
                    <a:pt x="0" y="167362"/>
                  </a:cubicBezTo>
                  <a:cubicBezTo>
                    <a:pt x="0" y="74931"/>
                    <a:pt x="74931" y="0"/>
                    <a:pt x="167362" y="0"/>
                  </a:cubicBezTo>
                  <a:cubicBezTo>
                    <a:pt x="259794" y="0"/>
                    <a:pt x="334724" y="74931"/>
                    <a:pt x="334724" y="167362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" name="Freeform: Shape 89">
              <a:extLst>
                <a:ext uri="{FF2B5EF4-FFF2-40B4-BE49-F238E27FC236}">
                  <a16:creationId xmlns:a16="http://schemas.microsoft.com/office/drawing/2014/main" id="{1B7C8DC2-D4AE-DA53-C818-DE4B9D3B3D3D}"/>
                </a:ext>
              </a:extLst>
            </p:cNvPr>
            <p:cNvSpPr/>
            <p:nvPr/>
          </p:nvSpPr>
          <p:spPr>
            <a:xfrm>
              <a:off x="1845223" y="4071711"/>
              <a:ext cx="352543" cy="492167"/>
            </a:xfrm>
            <a:custGeom>
              <a:avLst/>
              <a:gdLst>
                <a:gd name="connsiteX0" fmla="*/ 176277 w 352542"/>
                <a:gd name="connsiteY0" fmla="*/ 389208 h 492167"/>
                <a:gd name="connsiteX1" fmla="*/ 185186 w 352542"/>
                <a:gd name="connsiteY1" fmla="*/ 398116 h 492167"/>
                <a:gd name="connsiteX2" fmla="*/ 185186 w 352542"/>
                <a:gd name="connsiteY2" fmla="*/ 483258 h 492167"/>
                <a:gd name="connsiteX3" fmla="*/ 176277 w 352542"/>
                <a:gd name="connsiteY3" fmla="*/ 492167 h 492167"/>
                <a:gd name="connsiteX4" fmla="*/ 167369 w 352542"/>
                <a:gd name="connsiteY4" fmla="*/ 483258 h 492167"/>
                <a:gd name="connsiteX5" fmla="*/ 167369 w 352542"/>
                <a:gd name="connsiteY5" fmla="*/ 398116 h 492167"/>
                <a:gd name="connsiteX6" fmla="*/ 176277 w 352542"/>
                <a:gd name="connsiteY6" fmla="*/ 389208 h 492167"/>
                <a:gd name="connsiteX7" fmla="*/ 243980 w 352542"/>
                <a:gd name="connsiteY7" fmla="*/ 369018 h 492167"/>
                <a:gd name="connsiteX8" fmla="*/ 252889 w 352542"/>
                <a:gd name="connsiteY8" fmla="*/ 377926 h 492167"/>
                <a:gd name="connsiteX9" fmla="*/ 252889 w 352542"/>
                <a:gd name="connsiteY9" fmla="*/ 483258 h 492167"/>
                <a:gd name="connsiteX10" fmla="*/ 243980 w 352542"/>
                <a:gd name="connsiteY10" fmla="*/ 492166 h 492167"/>
                <a:gd name="connsiteX11" fmla="*/ 235072 w 352542"/>
                <a:gd name="connsiteY11" fmla="*/ 483258 h 492167"/>
                <a:gd name="connsiteX12" fmla="*/ 235072 w 352542"/>
                <a:gd name="connsiteY12" fmla="*/ 377926 h 492167"/>
                <a:gd name="connsiteX13" fmla="*/ 243980 w 352542"/>
                <a:gd name="connsiteY13" fmla="*/ 369018 h 492167"/>
                <a:gd name="connsiteX14" fmla="*/ 108574 w 352542"/>
                <a:gd name="connsiteY14" fmla="*/ 369018 h 492167"/>
                <a:gd name="connsiteX15" fmla="*/ 117483 w 352542"/>
                <a:gd name="connsiteY15" fmla="*/ 377926 h 492167"/>
                <a:gd name="connsiteX16" fmla="*/ 117483 w 352542"/>
                <a:gd name="connsiteY16" fmla="*/ 483258 h 492167"/>
                <a:gd name="connsiteX17" fmla="*/ 108574 w 352542"/>
                <a:gd name="connsiteY17" fmla="*/ 492166 h 492167"/>
                <a:gd name="connsiteX18" fmla="*/ 99666 w 352542"/>
                <a:gd name="connsiteY18" fmla="*/ 483258 h 492167"/>
                <a:gd name="connsiteX19" fmla="*/ 99666 w 352542"/>
                <a:gd name="connsiteY19" fmla="*/ 377926 h 492167"/>
                <a:gd name="connsiteX20" fmla="*/ 108574 w 352542"/>
                <a:gd name="connsiteY20" fmla="*/ 369018 h 492167"/>
                <a:gd name="connsiteX21" fmla="*/ 108703 w 352542"/>
                <a:gd name="connsiteY21" fmla="*/ 185201 h 492167"/>
                <a:gd name="connsiteX22" fmla="*/ 167370 w 352542"/>
                <a:gd name="connsiteY22" fmla="*/ 333029 h 492167"/>
                <a:gd name="connsiteX23" fmla="*/ 167370 w 352542"/>
                <a:gd name="connsiteY23" fmla="*/ 185201 h 492167"/>
                <a:gd name="connsiteX24" fmla="*/ 185187 w 352542"/>
                <a:gd name="connsiteY24" fmla="*/ 185180 h 492167"/>
                <a:gd name="connsiteX25" fmla="*/ 185187 w 352542"/>
                <a:gd name="connsiteY25" fmla="*/ 333093 h 492167"/>
                <a:gd name="connsiteX26" fmla="*/ 241644 w 352542"/>
                <a:gd name="connsiteY26" fmla="*/ 217528 h 492167"/>
                <a:gd name="connsiteX27" fmla="*/ 251557 w 352542"/>
                <a:gd name="connsiteY27" fmla="*/ 209753 h 492167"/>
                <a:gd name="connsiteX28" fmla="*/ 259333 w 352542"/>
                <a:gd name="connsiteY28" fmla="*/ 219666 h 492167"/>
                <a:gd name="connsiteX29" fmla="*/ 220136 w 352542"/>
                <a:gd name="connsiteY29" fmla="*/ 328497 h 492167"/>
                <a:gd name="connsiteX30" fmla="*/ 334490 w 352542"/>
                <a:gd name="connsiteY30" fmla="*/ 185180 h 492167"/>
                <a:gd name="connsiteX31" fmla="*/ 220008 w 352542"/>
                <a:gd name="connsiteY31" fmla="*/ 23995 h 492167"/>
                <a:gd name="connsiteX32" fmla="*/ 261798 w 352542"/>
                <a:gd name="connsiteY32" fmla="*/ 167363 h 492167"/>
                <a:gd name="connsiteX33" fmla="*/ 334490 w 352542"/>
                <a:gd name="connsiteY33" fmla="*/ 167363 h 492167"/>
                <a:gd name="connsiteX34" fmla="*/ 220008 w 352542"/>
                <a:gd name="connsiteY34" fmla="*/ 23995 h 492167"/>
                <a:gd name="connsiteX35" fmla="*/ 132577 w 352542"/>
                <a:gd name="connsiteY35" fmla="*/ 23995 h 492167"/>
                <a:gd name="connsiteX36" fmla="*/ 18066 w 352542"/>
                <a:gd name="connsiteY36" fmla="*/ 167363 h 492167"/>
                <a:gd name="connsiteX37" fmla="*/ 56286 w 352542"/>
                <a:gd name="connsiteY37" fmla="*/ 167363 h 492167"/>
                <a:gd name="connsiteX38" fmla="*/ 65195 w 352542"/>
                <a:gd name="connsiteY38" fmla="*/ 176272 h 492167"/>
                <a:gd name="connsiteX39" fmla="*/ 56286 w 352542"/>
                <a:gd name="connsiteY39" fmla="*/ 185180 h 492167"/>
                <a:gd name="connsiteX40" fmla="*/ 18066 w 352542"/>
                <a:gd name="connsiteY40" fmla="*/ 185180 h 492167"/>
                <a:gd name="connsiteX41" fmla="*/ 132577 w 352542"/>
                <a:gd name="connsiteY41" fmla="*/ 328518 h 492167"/>
                <a:gd name="connsiteX42" fmla="*/ 90679 w 352542"/>
                <a:gd name="connsiteY42" fmla="*/ 176243 h 492167"/>
                <a:gd name="connsiteX43" fmla="*/ 132577 w 352542"/>
                <a:gd name="connsiteY43" fmla="*/ 23995 h 492167"/>
                <a:gd name="connsiteX44" fmla="*/ 185187 w 352542"/>
                <a:gd name="connsiteY44" fmla="*/ 19534 h 492167"/>
                <a:gd name="connsiteX45" fmla="*/ 185187 w 352542"/>
                <a:gd name="connsiteY45" fmla="*/ 167363 h 492167"/>
                <a:gd name="connsiteX46" fmla="*/ 243854 w 352542"/>
                <a:gd name="connsiteY46" fmla="*/ 167363 h 492167"/>
                <a:gd name="connsiteX47" fmla="*/ 185187 w 352542"/>
                <a:gd name="connsiteY47" fmla="*/ 19534 h 492167"/>
                <a:gd name="connsiteX48" fmla="*/ 167370 w 352542"/>
                <a:gd name="connsiteY48" fmla="*/ 19534 h 492167"/>
                <a:gd name="connsiteX49" fmla="*/ 108703 w 352542"/>
                <a:gd name="connsiteY49" fmla="*/ 167363 h 492167"/>
                <a:gd name="connsiteX50" fmla="*/ 167370 w 352542"/>
                <a:gd name="connsiteY50" fmla="*/ 167363 h 492167"/>
                <a:gd name="connsiteX51" fmla="*/ 176279 w 352542"/>
                <a:gd name="connsiteY51" fmla="*/ 0 h 492167"/>
                <a:gd name="connsiteX52" fmla="*/ 352542 w 352542"/>
                <a:gd name="connsiteY52" fmla="*/ 176243 h 492167"/>
                <a:gd name="connsiteX53" fmla="*/ 352542 w 352542"/>
                <a:gd name="connsiteY53" fmla="*/ 176279 h 492167"/>
                <a:gd name="connsiteX54" fmla="*/ 176264 w 352542"/>
                <a:gd name="connsiteY54" fmla="*/ 352542 h 492167"/>
                <a:gd name="connsiteX55" fmla="*/ 0 w 352542"/>
                <a:gd name="connsiteY55" fmla="*/ 176264 h 492167"/>
                <a:gd name="connsiteX56" fmla="*/ 176279 w 352542"/>
                <a:gd name="connsiteY56" fmla="*/ 0 h 49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52542" h="492167">
                  <a:moveTo>
                    <a:pt x="176277" y="389208"/>
                  </a:moveTo>
                  <a:cubicBezTo>
                    <a:pt x="181197" y="389208"/>
                    <a:pt x="185186" y="393196"/>
                    <a:pt x="185186" y="398116"/>
                  </a:cubicBezTo>
                  <a:lnTo>
                    <a:pt x="185186" y="483258"/>
                  </a:lnTo>
                  <a:cubicBezTo>
                    <a:pt x="185186" y="488178"/>
                    <a:pt x="181197" y="492167"/>
                    <a:pt x="176277" y="492167"/>
                  </a:cubicBezTo>
                  <a:cubicBezTo>
                    <a:pt x="171357" y="492167"/>
                    <a:pt x="167369" y="488178"/>
                    <a:pt x="167369" y="483258"/>
                  </a:cubicBezTo>
                  <a:lnTo>
                    <a:pt x="167369" y="398116"/>
                  </a:lnTo>
                  <a:cubicBezTo>
                    <a:pt x="167369" y="393196"/>
                    <a:pt x="171357" y="389208"/>
                    <a:pt x="176277" y="389208"/>
                  </a:cubicBezTo>
                  <a:close/>
                  <a:moveTo>
                    <a:pt x="243980" y="369018"/>
                  </a:moveTo>
                  <a:cubicBezTo>
                    <a:pt x="248900" y="369018"/>
                    <a:pt x="252889" y="373006"/>
                    <a:pt x="252889" y="377926"/>
                  </a:cubicBezTo>
                  <a:lnTo>
                    <a:pt x="252889" y="483258"/>
                  </a:lnTo>
                  <a:cubicBezTo>
                    <a:pt x="252889" y="488178"/>
                    <a:pt x="248900" y="492166"/>
                    <a:pt x="243980" y="492166"/>
                  </a:cubicBezTo>
                  <a:cubicBezTo>
                    <a:pt x="239060" y="492166"/>
                    <a:pt x="235072" y="488178"/>
                    <a:pt x="235072" y="483258"/>
                  </a:cubicBezTo>
                  <a:lnTo>
                    <a:pt x="235072" y="377926"/>
                  </a:lnTo>
                  <a:cubicBezTo>
                    <a:pt x="235072" y="373006"/>
                    <a:pt x="239060" y="369018"/>
                    <a:pt x="243980" y="369018"/>
                  </a:cubicBezTo>
                  <a:close/>
                  <a:moveTo>
                    <a:pt x="108574" y="369018"/>
                  </a:moveTo>
                  <a:cubicBezTo>
                    <a:pt x="113494" y="369018"/>
                    <a:pt x="117483" y="373006"/>
                    <a:pt x="117483" y="377926"/>
                  </a:cubicBezTo>
                  <a:lnTo>
                    <a:pt x="117483" y="483258"/>
                  </a:lnTo>
                  <a:cubicBezTo>
                    <a:pt x="117483" y="488178"/>
                    <a:pt x="113494" y="492166"/>
                    <a:pt x="108574" y="492166"/>
                  </a:cubicBezTo>
                  <a:cubicBezTo>
                    <a:pt x="103654" y="492166"/>
                    <a:pt x="99666" y="488178"/>
                    <a:pt x="99666" y="483258"/>
                  </a:cubicBezTo>
                  <a:lnTo>
                    <a:pt x="99666" y="377926"/>
                  </a:lnTo>
                  <a:cubicBezTo>
                    <a:pt x="99666" y="373006"/>
                    <a:pt x="103654" y="369018"/>
                    <a:pt x="108574" y="369018"/>
                  </a:cubicBezTo>
                  <a:close/>
                  <a:moveTo>
                    <a:pt x="108703" y="185201"/>
                  </a:moveTo>
                  <a:cubicBezTo>
                    <a:pt x="110641" y="266595"/>
                    <a:pt x="138542" y="323152"/>
                    <a:pt x="167370" y="333029"/>
                  </a:cubicBezTo>
                  <a:lnTo>
                    <a:pt x="167370" y="185201"/>
                  </a:lnTo>
                  <a:close/>
                  <a:moveTo>
                    <a:pt x="185187" y="185180"/>
                  </a:moveTo>
                  <a:lnTo>
                    <a:pt x="185187" y="333093"/>
                  </a:lnTo>
                  <a:cubicBezTo>
                    <a:pt x="211385" y="324427"/>
                    <a:pt x="234354" y="278575"/>
                    <a:pt x="241644" y="217528"/>
                  </a:cubicBezTo>
                  <a:cubicBezTo>
                    <a:pt x="242235" y="212643"/>
                    <a:pt x="246673" y="209162"/>
                    <a:pt x="251557" y="209753"/>
                  </a:cubicBezTo>
                  <a:cubicBezTo>
                    <a:pt x="256442" y="210343"/>
                    <a:pt x="259923" y="214781"/>
                    <a:pt x="259333" y="219666"/>
                  </a:cubicBezTo>
                  <a:cubicBezTo>
                    <a:pt x="253631" y="267322"/>
                    <a:pt x="239321" y="305485"/>
                    <a:pt x="220136" y="328497"/>
                  </a:cubicBezTo>
                  <a:cubicBezTo>
                    <a:pt x="284778" y="309791"/>
                    <a:pt x="330602" y="252361"/>
                    <a:pt x="334490" y="185180"/>
                  </a:cubicBezTo>
                  <a:close/>
                  <a:moveTo>
                    <a:pt x="220008" y="23995"/>
                  </a:moveTo>
                  <a:cubicBezTo>
                    <a:pt x="244117" y="52937"/>
                    <a:pt x="260373" y="105474"/>
                    <a:pt x="261798" y="167363"/>
                  </a:cubicBezTo>
                  <a:lnTo>
                    <a:pt x="334490" y="167363"/>
                  </a:lnTo>
                  <a:cubicBezTo>
                    <a:pt x="330604" y="100127"/>
                    <a:pt x="284717" y="42662"/>
                    <a:pt x="220008" y="23995"/>
                  </a:cubicBezTo>
                  <a:close/>
                  <a:moveTo>
                    <a:pt x="132577" y="23995"/>
                  </a:moveTo>
                  <a:cubicBezTo>
                    <a:pt x="67857" y="42652"/>
                    <a:pt x="21956" y="100119"/>
                    <a:pt x="18066" y="167363"/>
                  </a:cubicBezTo>
                  <a:lnTo>
                    <a:pt x="56286" y="167363"/>
                  </a:lnTo>
                  <a:cubicBezTo>
                    <a:pt x="61206" y="167363"/>
                    <a:pt x="65195" y="171352"/>
                    <a:pt x="65195" y="176272"/>
                  </a:cubicBezTo>
                  <a:cubicBezTo>
                    <a:pt x="65195" y="181191"/>
                    <a:pt x="61206" y="185180"/>
                    <a:pt x="56286" y="185180"/>
                  </a:cubicBezTo>
                  <a:lnTo>
                    <a:pt x="18066" y="185180"/>
                  </a:lnTo>
                  <a:cubicBezTo>
                    <a:pt x="21968" y="252412"/>
                    <a:pt x="67867" y="309865"/>
                    <a:pt x="132577" y="328518"/>
                  </a:cubicBezTo>
                  <a:cubicBezTo>
                    <a:pt x="107320" y="298201"/>
                    <a:pt x="90679" y="241951"/>
                    <a:pt x="90679" y="176243"/>
                  </a:cubicBezTo>
                  <a:cubicBezTo>
                    <a:pt x="90679" y="110534"/>
                    <a:pt x="107320" y="54312"/>
                    <a:pt x="132577" y="23995"/>
                  </a:cubicBezTo>
                  <a:close/>
                  <a:moveTo>
                    <a:pt x="185187" y="19534"/>
                  </a:moveTo>
                  <a:lnTo>
                    <a:pt x="185187" y="167363"/>
                  </a:lnTo>
                  <a:lnTo>
                    <a:pt x="243854" y="167363"/>
                  </a:lnTo>
                  <a:cubicBezTo>
                    <a:pt x="241915" y="85969"/>
                    <a:pt x="214007" y="29412"/>
                    <a:pt x="185187" y="19534"/>
                  </a:cubicBezTo>
                  <a:close/>
                  <a:moveTo>
                    <a:pt x="167370" y="19534"/>
                  </a:moveTo>
                  <a:cubicBezTo>
                    <a:pt x="138542" y="29433"/>
                    <a:pt x="110641" y="85962"/>
                    <a:pt x="108703" y="167363"/>
                  </a:cubicBezTo>
                  <a:lnTo>
                    <a:pt x="167370" y="167363"/>
                  </a:lnTo>
                  <a:close/>
                  <a:moveTo>
                    <a:pt x="176279" y="0"/>
                  </a:moveTo>
                  <a:cubicBezTo>
                    <a:pt x="273572" y="110"/>
                    <a:pt x="352420" y="78948"/>
                    <a:pt x="352542" y="176243"/>
                  </a:cubicBezTo>
                  <a:cubicBezTo>
                    <a:pt x="352542" y="176255"/>
                    <a:pt x="352542" y="176267"/>
                    <a:pt x="352542" y="176279"/>
                  </a:cubicBezTo>
                  <a:cubicBezTo>
                    <a:pt x="352538" y="273630"/>
                    <a:pt x="273616" y="352546"/>
                    <a:pt x="176264" y="352542"/>
                  </a:cubicBezTo>
                  <a:cubicBezTo>
                    <a:pt x="78912" y="352538"/>
                    <a:pt x="-4" y="273616"/>
                    <a:pt x="0" y="176264"/>
                  </a:cubicBezTo>
                  <a:cubicBezTo>
                    <a:pt x="4" y="78912"/>
                    <a:pt x="78926" y="-4"/>
                    <a:pt x="176279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16" name="Group 253">
            <a:extLst>
              <a:ext uri="{FF2B5EF4-FFF2-40B4-BE49-F238E27FC236}">
                <a16:creationId xmlns:a16="http://schemas.microsoft.com/office/drawing/2014/main" id="{85BD1CB0-7BF9-F348-1C2C-D5A7491230E5}"/>
              </a:ext>
            </a:extLst>
          </p:cNvPr>
          <p:cNvGrpSpPr/>
          <p:nvPr/>
        </p:nvGrpSpPr>
        <p:grpSpPr>
          <a:xfrm>
            <a:off x="767850" y="4071731"/>
            <a:ext cx="479567" cy="492147"/>
            <a:chOff x="767850" y="4071731"/>
            <a:chExt cx="479567" cy="492147"/>
          </a:xfrm>
          <a:noFill/>
        </p:grpSpPr>
        <p:sp>
          <p:nvSpPr>
            <p:cNvPr id="117" name="Freeform: Shape 91">
              <a:extLst>
                <a:ext uri="{FF2B5EF4-FFF2-40B4-BE49-F238E27FC236}">
                  <a16:creationId xmlns:a16="http://schemas.microsoft.com/office/drawing/2014/main" id="{E20B00CF-EDC5-C8E6-F80B-ADFE944B29F3}"/>
                </a:ext>
              </a:extLst>
            </p:cNvPr>
            <p:cNvSpPr/>
            <p:nvPr/>
          </p:nvSpPr>
          <p:spPr>
            <a:xfrm>
              <a:off x="864546" y="4080633"/>
              <a:ext cx="286180" cy="384740"/>
            </a:xfrm>
            <a:custGeom>
              <a:avLst/>
              <a:gdLst>
                <a:gd name="connsiteX0" fmla="*/ 143088 w 286179"/>
                <a:gd name="connsiteY0" fmla="*/ 81906 h 384739"/>
                <a:gd name="connsiteX1" fmla="*/ 81920 w 286179"/>
                <a:gd name="connsiteY1" fmla="*/ 143074 h 384739"/>
                <a:gd name="connsiteX2" fmla="*/ 143088 w 286179"/>
                <a:gd name="connsiteY2" fmla="*/ 204242 h 384739"/>
                <a:gd name="connsiteX3" fmla="*/ 204256 w 286179"/>
                <a:gd name="connsiteY3" fmla="*/ 143074 h 384739"/>
                <a:gd name="connsiteX4" fmla="*/ 143088 w 286179"/>
                <a:gd name="connsiteY4" fmla="*/ 81906 h 384739"/>
                <a:gd name="connsiteX5" fmla="*/ 143090 w 286179"/>
                <a:gd name="connsiteY5" fmla="*/ 0 h 384739"/>
                <a:gd name="connsiteX6" fmla="*/ 286179 w 286179"/>
                <a:gd name="connsiteY6" fmla="*/ 143089 h 384739"/>
                <a:gd name="connsiteX7" fmla="*/ 143090 w 286179"/>
                <a:gd name="connsiteY7" fmla="*/ 384739 h 384739"/>
                <a:gd name="connsiteX8" fmla="*/ 0 w 286179"/>
                <a:gd name="connsiteY8" fmla="*/ 143089 h 384739"/>
                <a:gd name="connsiteX9" fmla="*/ 143090 w 286179"/>
                <a:gd name="connsiteY9" fmla="*/ 0 h 38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6179" h="384739">
                  <a:moveTo>
                    <a:pt x="143088" y="81906"/>
                  </a:moveTo>
                  <a:cubicBezTo>
                    <a:pt x="109306" y="81906"/>
                    <a:pt x="81920" y="109292"/>
                    <a:pt x="81920" y="143074"/>
                  </a:cubicBezTo>
                  <a:cubicBezTo>
                    <a:pt x="81920" y="176856"/>
                    <a:pt x="109306" y="204242"/>
                    <a:pt x="143088" y="204242"/>
                  </a:cubicBezTo>
                  <a:cubicBezTo>
                    <a:pt x="176870" y="204242"/>
                    <a:pt x="204256" y="176856"/>
                    <a:pt x="204256" y="143074"/>
                  </a:cubicBezTo>
                  <a:cubicBezTo>
                    <a:pt x="204256" y="109292"/>
                    <a:pt x="176870" y="81906"/>
                    <a:pt x="143088" y="81906"/>
                  </a:cubicBezTo>
                  <a:close/>
                  <a:moveTo>
                    <a:pt x="143090" y="0"/>
                  </a:moveTo>
                  <a:cubicBezTo>
                    <a:pt x="222116" y="0"/>
                    <a:pt x="286179" y="64063"/>
                    <a:pt x="286179" y="143089"/>
                  </a:cubicBezTo>
                  <a:cubicBezTo>
                    <a:pt x="286179" y="222102"/>
                    <a:pt x="143090" y="384739"/>
                    <a:pt x="143090" y="384739"/>
                  </a:cubicBezTo>
                  <a:cubicBezTo>
                    <a:pt x="143090" y="384739"/>
                    <a:pt x="0" y="222102"/>
                    <a:pt x="0" y="143089"/>
                  </a:cubicBezTo>
                  <a:cubicBezTo>
                    <a:pt x="0" y="64063"/>
                    <a:pt x="64063" y="0"/>
                    <a:pt x="143090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8" name="Freeform: Shape 92">
              <a:extLst>
                <a:ext uri="{FF2B5EF4-FFF2-40B4-BE49-F238E27FC236}">
                  <a16:creationId xmlns:a16="http://schemas.microsoft.com/office/drawing/2014/main" id="{7B2CE28A-FDE8-0C6C-5FCC-FD15FA920457}"/>
                </a:ext>
              </a:extLst>
            </p:cNvPr>
            <p:cNvSpPr/>
            <p:nvPr/>
          </p:nvSpPr>
          <p:spPr>
            <a:xfrm>
              <a:off x="767850" y="4071731"/>
              <a:ext cx="479567" cy="492147"/>
            </a:xfrm>
            <a:custGeom>
              <a:avLst/>
              <a:gdLst>
                <a:gd name="connsiteX0" fmla="*/ 239783 w 479566"/>
                <a:gd name="connsiteY0" fmla="*/ 81899 h 492146"/>
                <a:gd name="connsiteX1" fmla="*/ 309860 w 479566"/>
                <a:gd name="connsiteY1" fmla="*/ 151990 h 492146"/>
                <a:gd name="connsiteX2" fmla="*/ 297887 w 479566"/>
                <a:gd name="connsiteY2" fmla="*/ 191143 h 492146"/>
                <a:gd name="connsiteX3" fmla="*/ 200609 w 479566"/>
                <a:gd name="connsiteY3" fmla="*/ 210071 h 492146"/>
                <a:gd name="connsiteX4" fmla="*/ 181680 w 479566"/>
                <a:gd name="connsiteY4" fmla="*/ 112793 h 492146"/>
                <a:gd name="connsiteX5" fmla="*/ 194052 w 479566"/>
                <a:gd name="connsiteY5" fmla="*/ 110398 h 492146"/>
                <a:gd name="connsiteX6" fmla="*/ 196446 w 479566"/>
                <a:gd name="connsiteY6" fmla="*/ 122770 h 492146"/>
                <a:gd name="connsiteX7" fmla="*/ 187531 w 479566"/>
                <a:gd name="connsiteY7" fmla="*/ 151954 h 492146"/>
                <a:gd name="connsiteX8" fmla="*/ 239769 w 479566"/>
                <a:gd name="connsiteY8" fmla="*/ 204207 h 492146"/>
                <a:gd name="connsiteX9" fmla="*/ 292022 w 479566"/>
                <a:gd name="connsiteY9" fmla="*/ 151968 h 492146"/>
                <a:gd name="connsiteX10" fmla="*/ 239783 w 479566"/>
                <a:gd name="connsiteY10" fmla="*/ 99716 h 492146"/>
                <a:gd name="connsiteX11" fmla="*/ 230875 w 479566"/>
                <a:gd name="connsiteY11" fmla="*/ 90807 h 492146"/>
                <a:gd name="connsiteX12" fmla="*/ 239783 w 479566"/>
                <a:gd name="connsiteY12" fmla="*/ 81899 h 492146"/>
                <a:gd name="connsiteX13" fmla="*/ 239783 w 479566"/>
                <a:gd name="connsiteY13" fmla="*/ 17795 h 492146"/>
                <a:gd name="connsiteX14" fmla="*/ 105603 w 479566"/>
                <a:gd name="connsiteY14" fmla="*/ 151991 h 492146"/>
                <a:gd name="connsiteX15" fmla="*/ 239783 w 479566"/>
                <a:gd name="connsiteY15" fmla="*/ 379965 h 492146"/>
                <a:gd name="connsiteX16" fmla="*/ 373964 w 479566"/>
                <a:gd name="connsiteY16" fmla="*/ 151991 h 492146"/>
                <a:gd name="connsiteX17" fmla="*/ 239783 w 479566"/>
                <a:gd name="connsiteY17" fmla="*/ 17795 h 492146"/>
                <a:gd name="connsiteX18" fmla="*/ 239783 w 479566"/>
                <a:gd name="connsiteY18" fmla="*/ 0 h 492146"/>
                <a:gd name="connsiteX19" fmla="*/ 391780 w 479566"/>
                <a:gd name="connsiteY19" fmla="*/ 151998 h 492146"/>
                <a:gd name="connsiteX20" fmla="*/ 246468 w 479566"/>
                <a:gd name="connsiteY20" fmla="*/ 399542 h 492146"/>
                <a:gd name="connsiteX21" fmla="*/ 245675 w 479566"/>
                <a:gd name="connsiteY21" fmla="*/ 400336 h 492146"/>
                <a:gd name="connsiteX22" fmla="*/ 233091 w 479566"/>
                <a:gd name="connsiteY22" fmla="*/ 399542 h 492146"/>
                <a:gd name="connsiteX23" fmla="*/ 179299 w 479566"/>
                <a:gd name="connsiteY23" fmla="*/ 332830 h 492146"/>
                <a:gd name="connsiteX24" fmla="*/ 17809 w 479566"/>
                <a:gd name="connsiteY24" fmla="*/ 402136 h 492146"/>
                <a:gd name="connsiteX25" fmla="*/ 239783 w 479566"/>
                <a:gd name="connsiteY25" fmla="*/ 474329 h 492146"/>
                <a:gd name="connsiteX26" fmla="*/ 461757 w 479566"/>
                <a:gd name="connsiteY26" fmla="*/ 402122 h 492146"/>
                <a:gd name="connsiteX27" fmla="*/ 357651 w 479566"/>
                <a:gd name="connsiteY27" fmla="*/ 341453 h 492146"/>
                <a:gd name="connsiteX28" fmla="*/ 350858 w 479566"/>
                <a:gd name="connsiteY28" fmla="*/ 330982 h 492146"/>
                <a:gd name="connsiteX29" fmla="*/ 361364 w 479566"/>
                <a:gd name="connsiteY29" fmla="*/ 324028 h 492146"/>
                <a:gd name="connsiteX30" fmla="*/ 479566 w 479566"/>
                <a:gd name="connsiteY30" fmla="*/ 402136 h 492146"/>
                <a:gd name="connsiteX31" fmla="*/ 239783 w 479566"/>
                <a:gd name="connsiteY31" fmla="*/ 492146 h 492146"/>
                <a:gd name="connsiteX32" fmla="*/ 0 w 479566"/>
                <a:gd name="connsiteY32" fmla="*/ 402136 h 492146"/>
                <a:gd name="connsiteX33" fmla="*/ 167042 w 479566"/>
                <a:gd name="connsiteY33" fmla="*/ 316175 h 492146"/>
                <a:gd name="connsiteX34" fmla="*/ 87786 w 479566"/>
                <a:gd name="connsiteY34" fmla="*/ 151998 h 492146"/>
                <a:gd name="connsiteX35" fmla="*/ 239783 w 479566"/>
                <a:gd name="connsiteY35" fmla="*/ 0 h 492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79566" h="492146">
                  <a:moveTo>
                    <a:pt x="239783" y="81899"/>
                  </a:moveTo>
                  <a:cubicBezTo>
                    <a:pt x="278473" y="81942"/>
                    <a:pt x="309824" y="113300"/>
                    <a:pt x="309860" y="151990"/>
                  </a:cubicBezTo>
                  <a:cubicBezTo>
                    <a:pt x="309855" y="165941"/>
                    <a:pt x="305687" y="179575"/>
                    <a:pt x="297887" y="191143"/>
                  </a:cubicBezTo>
                  <a:cubicBezTo>
                    <a:pt x="276251" y="223232"/>
                    <a:pt x="232698" y="231707"/>
                    <a:pt x="200609" y="210071"/>
                  </a:cubicBezTo>
                  <a:cubicBezTo>
                    <a:pt x="168519" y="188436"/>
                    <a:pt x="160044" y="144883"/>
                    <a:pt x="181680" y="112793"/>
                  </a:cubicBezTo>
                  <a:cubicBezTo>
                    <a:pt x="184435" y="108715"/>
                    <a:pt x="189974" y="107643"/>
                    <a:pt x="194052" y="110398"/>
                  </a:cubicBezTo>
                  <a:cubicBezTo>
                    <a:pt x="198129" y="113154"/>
                    <a:pt x="199201" y="118693"/>
                    <a:pt x="196446" y="122770"/>
                  </a:cubicBezTo>
                  <a:cubicBezTo>
                    <a:pt x="190636" y="131394"/>
                    <a:pt x="187532" y="141556"/>
                    <a:pt x="187531" y="151954"/>
                  </a:cubicBezTo>
                  <a:cubicBezTo>
                    <a:pt x="187527" y="180808"/>
                    <a:pt x="210915" y="204203"/>
                    <a:pt x="239769" y="204207"/>
                  </a:cubicBezTo>
                  <a:cubicBezTo>
                    <a:pt x="268624" y="204211"/>
                    <a:pt x="292018" y="180823"/>
                    <a:pt x="292022" y="151968"/>
                  </a:cubicBezTo>
                  <a:cubicBezTo>
                    <a:pt x="292026" y="123114"/>
                    <a:pt x="268638" y="99720"/>
                    <a:pt x="239783" y="99716"/>
                  </a:cubicBezTo>
                  <a:cubicBezTo>
                    <a:pt x="234864" y="99716"/>
                    <a:pt x="230875" y="95727"/>
                    <a:pt x="230875" y="90807"/>
                  </a:cubicBezTo>
                  <a:cubicBezTo>
                    <a:pt x="230875" y="85887"/>
                    <a:pt x="234864" y="81899"/>
                    <a:pt x="239783" y="81899"/>
                  </a:cubicBezTo>
                  <a:close/>
                  <a:moveTo>
                    <a:pt x="239783" y="17795"/>
                  </a:moveTo>
                  <a:cubicBezTo>
                    <a:pt x="165708" y="17882"/>
                    <a:pt x="105681" y="77914"/>
                    <a:pt x="105603" y="151991"/>
                  </a:cubicBezTo>
                  <a:cubicBezTo>
                    <a:pt x="105603" y="217214"/>
                    <a:pt x="211783" y="346891"/>
                    <a:pt x="239783" y="379965"/>
                  </a:cubicBezTo>
                  <a:cubicBezTo>
                    <a:pt x="267777" y="346905"/>
                    <a:pt x="373964" y="217228"/>
                    <a:pt x="373964" y="151991"/>
                  </a:cubicBezTo>
                  <a:cubicBezTo>
                    <a:pt x="373885" y="77914"/>
                    <a:pt x="313859" y="17882"/>
                    <a:pt x="239783" y="17795"/>
                  </a:cubicBezTo>
                  <a:close/>
                  <a:moveTo>
                    <a:pt x="239783" y="0"/>
                  </a:moveTo>
                  <a:cubicBezTo>
                    <a:pt x="323729" y="0"/>
                    <a:pt x="391780" y="68051"/>
                    <a:pt x="391780" y="151998"/>
                  </a:cubicBezTo>
                  <a:cubicBezTo>
                    <a:pt x="391780" y="233442"/>
                    <a:pt x="252405" y="392800"/>
                    <a:pt x="246468" y="399542"/>
                  </a:cubicBezTo>
                  <a:cubicBezTo>
                    <a:pt x="246220" y="399823"/>
                    <a:pt x="245955" y="400088"/>
                    <a:pt x="245675" y="400336"/>
                  </a:cubicBezTo>
                  <a:cubicBezTo>
                    <a:pt x="241981" y="403591"/>
                    <a:pt x="236347" y="403236"/>
                    <a:pt x="233091" y="399542"/>
                  </a:cubicBezTo>
                  <a:cubicBezTo>
                    <a:pt x="230718" y="396841"/>
                    <a:pt x="206944" y="369653"/>
                    <a:pt x="179299" y="332830"/>
                  </a:cubicBezTo>
                  <a:cubicBezTo>
                    <a:pt x="74431" y="342935"/>
                    <a:pt x="17809" y="375811"/>
                    <a:pt x="17809" y="402136"/>
                  </a:cubicBezTo>
                  <a:cubicBezTo>
                    <a:pt x="17809" y="436273"/>
                    <a:pt x="108974" y="474329"/>
                    <a:pt x="239783" y="474329"/>
                  </a:cubicBezTo>
                  <a:cubicBezTo>
                    <a:pt x="370593" y="474329"/>
                    <a:pt x="461750" y="436273"/>
                    <a:pt x="461757" y="402122"/>
                  </a:cubicBezTo>
                  <a:cubicBezTo>
                    <a:pt x="461757" y="378761"/>
                    <a:pt x="420893" y="354951"/>
                    <a:pt x="357651" y="341453"/>
                  </a:cubicBezTo>
                  <a:cubicBezTo>
                    <a:pt x="352911" y="340397"/>
                    <a:pt x="349890" y="335740"/>
                    <a:pt x="350858" y="330982"/>
                  </a:cubicBezTo>
                  <a:cubicBezTo>
                    <a:pt x="351839" y="326161"/>
                    <a:pt x="356543" y="323048"/>
                    <a:pt x="361364" y="324028"/>
                  </a:cubicBezTo>
                  <a:cubicBezTo>
                    <a:pt x="436479" y="340063"/>
                    <a:pt x="479566" y="368527"/>
                    <a:pt x="479566" y="402136"/>
                  </a:cubicBezTo>
                  <a:cubicBezTo>
                    <a:pt x="479566" y="453448"/>
                    <a:pt x="376487" y="492146"/>
                    <a:pt x="239783" y="492146"/>
                  </a:cubicBezTo>
                  <a:cubicBezTo>
                    <a:pt x="103080" y="492146"/>
                    <a:pt x="-7" y="453448"/>
                    <a:pt x="0" y="402136"/>
                  </a:cubicBezTo>
                  <a:cubicBezTo>
                    <a:pt x="0" y="355599"/>
                    <a:pt x="81522" y="326152"/>
                    <a:pt x="167042" y="316175"/>
                  </a:cubicBezTo>
                  <a:cubicBezTo>
                    <a:pt x="128629" y="262989"/>
                    <a:pt x="87786" y="196091"/>
                    <a:pt x="87786" y="151998"/>
                  </a:cubicBezTo>
                  <a:cubicBezTo>
                    <a:pt x="87786" y="68051"/>
                    <a:pt x="155838" y="0"/>
                    <a:pt x="239783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19" name="Group 264">
            <a:extLst>
              <a:ext uri="{FF2B5EF4-FFF2-40B4-BE49-F238E27FC236}">
                <a16:creationId xmlns:a16="http://schemas.microsoft.com/office/drawing/2014/main" id="{7E5DADF8-10F1-8082-7D26-937FB91835D4}"/>
              </a:ext>
            </a:extLst>
          </p:cNvPr>
          <p:cNvGrpSpPr/>
          <p:nvPr/>
        </p:nvGrpSpPr>
        <p:grpSpPr>
          <a:xfrm>
            <a:off x="11016299" y="3161503"/>
            <a:ext cx="336136" cy="492167"/>
            <a:chOff x="11016299" y="3161503"/>
            <a:chExt cx="336136" cy="492167"/>
          </a:xfrm>
          <a:noFill/>
        </p:grpSpPr>
        <p:sp>
          <p:nvSpPr>
            <p:cNvPr id="120" name="Freeform: Shape 94">
              <a:extLst>
                <a:ext uri="{FF2B5EF4-FFF2-40B4-BE49-F238E27FC236}">
                  <a16:creationId xmlns:a16="http://schemas.microsoft.com/office/drawing/2014/main" id="{EF25AF41-BD95-DDB9-6BA6-F7557B151EA4}"/>
                </a:ext>
              </a:extLst>
            </p:cNvPr>
            <p:cNvSpPr/>
            <p:nvPr/>
          </p:nvSpPr>
          <p:spPr>
            <a:xfrm>
              <a:off x="11025207" y="3170412"/>
              <a:ext cx="318327" cy="474351"/>
            </a:xfrm>
            <a:custGeom>
              <a:avLst/>
              <a:gdLst>
                <a:gd name="connsiteX0" fmla="*/ 0 w 318327"/>
                <a:gd name="connsiteY0" fmla="*/ 417122 h 474351"/>
                <a:gd name="connsiteX1" fmla="*/ 318327 w 318327"/>
                <a:gd name="connsiteY1" fmla="*/ 417122 h 474351"/>
                <a:gd name="connsiteX2" fmla="*/ 318327 w 318327"/>
                <a:gd name="connsiteY2" fmla="*/ 474351 h 474351"/>
                <a:gd name="connsiteX3" fmla="*/ 0 w 318327"/>
                <a:gd name="connsiteY3" fmla="*/ 474351 h 474351"/>
                <a:gd name="connsiteX4" fmla="*/ 109081 w 318327"/>
                <a:gd name="connsiteY4" fmla="*/ 175116 h 474351"/>
                <a:gd name="connsiteX5" fmla="*/ 209240 w 318327"/>
                <a:gd name="connsiteY5" fmla="*/ 175116 h 474351"/>
                <a:gd name="connsiteX6" fmla="*/ 224142 w 318327"/>
                <a:gd name="connsiteY6" fmla="*/ 305570 h 474351"/>
                <a:gd name="connsiteX7" fmla="*/ 94179 w 318327"/>
                <a:gd name="connsiteY7" fmla="*/ 305570 h 474351"/>
                <a:gd name="connsiteX8" fmla="*/ 0 w 318327"/>
                <a:gd name="connsiteY8" fmla="*/ 0 h 474351"/>
                <a:gd name="connsiteX9" fmla="*/ 318327 w 318327"/>
                <a:gd name="connsiteY9" fmla="*/ 0 h 474351"/>
                <a:gd name="connsiteX10" fmla="*/ 318327 w 318327"/>
                <a:gd name="connsiteY10" fmla="*/ 32397 h 474351"/>
                <a:gd name="connsiteX11" fmla="*/ 0 w 318327"/>
                <a:gd name="connsiteY11" fmla="*/ 32397 h 474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327" h="474351">
                  <a:moveTo>
                    <a:pt x="0" y="417122"/>
                  </a:moveTo>
                  <a:lnTo>
                    <a:pt x="318327" y="417122"/>
                  </a:lnTo>
                  <a:lnTo>
                    <a:pt x="318327" y="474351"/>
                  </a:lnTo>
                  <a:lnTo>
                    <a:pt x="0" y="474351"/>
                  </a:lnTo>
                  <a:close/>
                  <a:moveTo>
                    <a:pt x="109081" y="175116"/>
                  </a:moveTo>
                  <a:lnTo>
                    <a:pt x="209240" y="175116"/>
                  </a:lnTo>
                  <a:lnTo>
                    <a:pt x="224142" y="305570"/>
                  </a:lnTo>
                  <a:lnTo>
                    <a:pt x="94179" y="305570"/>
                  </a:lnTo>
                  <a:close/>
                  <a:moveTo>
                    <a:pt x="0" y="0"/>
                  </a:moveTo>
                  <a:lnTo>
                    <a:pt x="318327" y="0"/>
                  </a:lnTo>
                  <a:lnTo>
                    <a:pt x="318327" y="32397"/>
                  </a:lnTo>
                  <a:lnTo>
                    <a:pt x="0" y="32397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1" name="Freeform: Shape 95">
              <a:extLst>
                <a:ext uri="{FF2B5EF4-FFF2-40B4-BE49-F238E27FC236}">
                  <a16:creationId xmlns:a16="http://schemas.microsoft.com/office/drawing/2014/main" id="{A9E4EFCB-5828-7D1D-9B49-921F81DF8187}"/>
                </a:ext>
              </a:extLst>
            </p:cNvPr>
            <p:cNvSpPr/>
            <p:nvPr/>
          </p:nvSpPr>
          <p:spPr>
            <a:xfrm>
              <a:off x="11016299" y="3161503"/>
              <a:ext cx="336136" cy="492167"/>
            </a:xfrm>
            <a:custGeom>
              <a:avLst/>
              <a:gdLst>
                <a:gd name="connsiteX0" fmla="*/ 168068 w 336136"/>
                <a:gd name="connsiteY0" fmla="*/ 440734 h 492167"/>
                <a:gd name="connsiteX1" fmla="*/ 181652 w 336136"/>
                <a:gd name="connsiteY1" fmla="*/ 454318 h 492167"/>
                <a:gd name="connsiteX2" fmla="*/ 168068 w 336136"/>
                <a:gd name="connsiteY2" fmla="*/ 467902 h 492167"/>
                <a:gd name="connsiteX3" fmla="*/ 154484 w 336136"/>
                <a:gd name="connsiteY3" fmla="*/ 454318 h 492167"/>
                <a:gd name="connsiteX4" fmla="*/ 168068 w 336136"/>
                <a:gd name="connsiteY4" fmla="*/ 440734 h 492167"/>
                <a:gd name="connsiteX5" fmla="*/ 125899 w 336136"/>
                <a:gd name="connsiteY5" fmla="*/ 192969 h 492167"/>
                <a:gd name="connsiteX6" fmla="*/ 113071 w 336136"/>
                <a:gd name="connsiteY6" fmla="*/ 305570 h 492167"/>
                <a:gd name="connsiteX7" fmla="*/ 222994 w 336136"/>
                <a:gd name="connsiteY7" fmla="*/ 305570 h 492167"/>
                <a:gd name="connsiteX8" fmla="*/ 210166 w 336136"/>
                <a:gd name="connsiteY8" fmla="*/ 192969 h 492167"/>
                <a:gd name="connsiteX9" fmla="*/ 203944 w 336136"/>
                <a:gd name="connsiteY9" fmla="*/ 192969 h 492167"/>
                <a:gd name="connsiteX10" fmla="*/ 203944 w 336136"/>
                <a:gd name="connsiteY10" fmla="*/ 203659 h 492167"/>
                <a:gd name="connsiteX11" fmla="*/ 195036 w 336136"/>
                <a:gd name="connsiteY11" fmla="*/ 212567 h 492167"/>
                <a:gd name="connsiteX12" fmla="*/ 186128 w 336136"/>
                <a:gd name="connsiteY12" fmla="*/ 203659 h 492167"/>
                <a:gd name="connsiteX13" fmla="*/ 186128 w 336136"/>
                <a:gd name="connsiteY13" fmla="*/ 192969 h 492167"/>
                <a:gd name="connsiteX14" fmla="*/ 149938 w 336136"/>
                <a:gd name="connsiteY14" fmla="*/ 192969 h 492167"/>
                <a:gd name="connsiteX15" fmla="*/ 149938 w 336136"/>
                <a:gd name="connsiteY15" fmla="*/ 203659 h 492167"/>
                <a:gd name="connsiteX16" fmla="*/ 141029 w 336136"/>
                <a:gd name="connsiteY16" fmla="*/ 212567 h 492167"/>
                <a:gd name="connsiteX17" fmla="*/ 132121 w 336136"/>
                <a:gd name="connsiteY17" fmla="*/ 203659 h 492167"/>
                <a:gd name="connsiteX18" fmla="*/ 132121 w 336136"/>
                <a:gd name="connsiteY18" fmla="*/ 192969 h 492167"/>
                <a:gd name="connsiteX19" fmla="*/ 168069 w 336136"/>
                <a:gd name="connsiteY19" fmla="*/ 158091 h 492167"/>
                <a:gd name="connsiteX20" fmla="*/ 150080 w 336136"/>
                <a:gd name="connsiteY20" fmla="*/ 175116 h 492167"/>
                <a:gd name="connsiteX21" fmla="*/ 186056 w 336136"/>
                <a:gd name="connsiteY21" fmla="*/ 175116 h 492167"/>
                <a:gd name="connsiteX22" fmla="*/ 168069 w 336136"/>
                <a:gd name="connsiteY22" fmla="*/ 158091 h 492167"/>
                <a:gd name="connsiteX23" fmla="*/ 167080 w 336136"/>
                <a:gd name="connsiteY23" fmla="*/ 140323 h 492167"/>
                <a:gd name="connsiteX24" fmla="*/ 203894 w 336136"/>
                <a:gd name="connsiteY24" fmla="*/ 175116 h 492167"/>
                <a:gd name="connsiteX25" fmla="*/ 218148 w 336136"/>
                <a:gd name="connsiteY25" fmla="*/ 175116 h 492167"/>
                <a:gd name="connsiteX26" fmla="*/ 226999 w 336136"/>
                <a:gd name="connsiteY26" fmla="*/ 183013 h 492167"/>
                <a:gd name="connsiteX27" fmla="*/ 241901 w 336136"/>
                <a:gd name="connsiteY27" fmla="*/ 313466 h 492167"/>
                <a:gd name="connsiteX28" fmla="*/ 241958 w 336136"/>
                <a:gd name="connsiteY28" fmla="*/ 314464 h 492167"/>
                <a:gd name="connsiteX29" fmla="*/ 233049 w 336136"/>
                <a:gd name="connsiteY29" fmla="*/ 323386 h 492167"/>
                <a:gd name="connsiteX30" fmla="*/ 103087 w 336136"/>
                <a:gd name="connsiteY30" fmla="*/ 323386 h 492167"/>
                <a:gd name="connsiteX31" fmla="*/ 102089 w 336136"/>
                <a:gd name="connsiteY31" fmla="*/ 323330 h 492167"/>
                <a:gd name="connsiteX32" fmla="*/ 94236 w 336136"/>
                <a:gd name="connsiteY32" fmla="*/ 313466 h 492167"/>
                <a:gd name="connsiteX33" fmla="*/ 109130 w 336136"/>
                <a:gd name="connsiteY33" fmla="*/ 183013 h 492167"/>
                <a:gd name="connsiteX34" fmla="*/ 118032 w 336136"/>
                <a:gd name="connsiteY34" fmla="*/ 175116 h 492167"/>
                <a:gd name="connsiteX35" fmla="*/ 132285 w 336136"/>
                <a:gd name="connsiteY35" fmla="*/ 175116 h 492167"/>
                <a:gd name="connsiteX36" fmla="*/ 167080 w 336136"/>
                <a:gd name="connsiteY36" fmla="*/ 140323 h 492167"/>
                <a:gd name="connsiteX37" fmla="*/ 17817 w 336136"/>
                <a:gd name="connsiteY37" fmla="*/ 17817 h 492167"/>
                <a:gd name="connsiteX38" fmla="*/ 17817 w 336136"/>
                <a:gd name="connsiteY38" fmla="*/ 417124 h 492167"/>
                <a:gd name="connsiteX39" fmla="*/ 280904 w 336136"/>
                <a:gd name="connsiteY39" fmla="*/ 417124 h 492167"/>
                <a:gd name="connsiteX40" fmla="*/ 289812 w 336136"/>
                <a:gd name="connsiteY40" fmla="*/ 426032 h 492167"/>
                <a:gd name="connsiteX41" fmla="*/ 280904 w 336136"/>
                <a:gd name="connsiteY41" fmla="*/ 434940 h 492167"/>
                <a:gd name="connsiteX42" fmla="*/ 17817 w 336136"/>
                <a:gd name="connsiteY42" fmla="*/ 434940 h 492167"/>
                <a:gd name="connsiteX43" fmla="*/ 17817 w 336136"/>
                <a:gd name="connsiteY43" fmla="*/ 474351 h 492167"/>
                <a:gd name="connsiteX44" fmla="*/ 318319 w 336136"/>
                <a:gd name="connsiteY44" fmla="*/ 474351 h 492167"/>
                <a:gd name="connsiteX45" fmla="*/ 318319 w 336136"/>
                <a:gd name="connsiteY45" fmla="*/ 50207 h 492167"/>
                <a:gd name="connsiteX46" fmla="*/ 50478 w 336136"/>
                <a:gd name="connsiteY46" fmla="*/ 50207 h 492167"/>
                <a:gd name="connsiteX47" fmla="*/ 41570 w 336136"/>
                <a:gd name="connsiteY47" fmla="*/ 41299 h 492167"/>
                <a:gd name="connsiteX48" fmla="*/ 50478 w 336136"/>
                <a:gd name="connsiteY48" fmla="*/ 32391 h 492167"/>
                <a:gd name="connsiteX49" fmla="*/ 318319 w 336136"/>
                <a:gd name="connsiteY49" fmla="*/ 32391 h 492167"/>
                <a:gd name="connsiteX50" fmla="*/ 318319 w 336136"/>
                <a:gd name="connsiteY50" fmla="*/ 17817 h 492167"/>
                <a:gd name="connsiteX51" fmla="*/ 8908 w 336136"/>
                <a:gd name="connsiteY51" fmla="*/ 0 h 492167"/>
                <a:gd name="connsiteX52" fmla="*/ 327227 w 336136"/>
                <a:gd name="connsiteY52" fmla="*/ 0 h 492167"/>
                <a:gd name="connsiteX53" fmla="*/ 336136 w 336136"/>
                <a:gd name="connsiteY53" fmla="*/ 8908 h 492167"/>
                <a:gd name="connsiteX54" fmla="*/ 336136 w 336136"/>
                <a:gd name="connsiteY54" fmla="*/ 483259 h 492167"/>
                <a:gd name="connsiteX55" fmla="*/ 327227 w 336136"/>
                <a:gd name="connsiteY55" fmla="*/ 492167 h 492167"/>
                <a:gd name="connsiteX56" fmla="*/ 8908 w 336136"/>
                <a:gd name="connsiteY56" fmla="*/ 492167 h 492167"/>
                <a:gd name="connsiteX57" fmla="*/ 0 w 336136"/>
                <a:gd name="connsiteY57" fmla="*/ 483259 h 492167"/>
                <a:gd name="connsiteX58" fmla="*/ 0 w 336136"/>
                <a:gd name="connsiteY58" fmla="*/ 8908 h 492167"/>
                <a:gd name="connsiteX59" fmla="*/ 8908 w 336136"/>
                <a:gd name="connsiteY59" fmla="*/ 0 h 49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336136" h="492167">
                  <a:moveTo>
                    <a:pt x="168068" y="440734"/>
                  </a:moveTo>
                  <a:cubicBezTo>
                    <a:pt x="175565" y="440746"/>
                    <a:pt x="181640" y="446820"/>
                    <a:pt x="181652" y="454318"/>
                  </a:cubicBezTo>
                  <a:cubicBezTo>
                    <a:pt x="181652" y="461820"/>
                    <a:pt x="175570" y="467902"/>
                    <a:pt x="168068" y="467902"/>
                  </a:cubicBezTo>
                  <a:cubicBezTo>
                    <a:pt x="160565" y="467902"/>
                    <a:pt x="154484" y="461820"/>
                    <a:pt x="154484" y="454318"/>
                  </a:cubicBezTo>
                  <a:cubicBezTo>
                    <a:pt x="154484" y="446816"/>
                    <a:pt x="160565" y="440734"/>
                    <a:pt x="168068" y="440734"/>
                  </a:cubicBezTo>
                  <a:close/>
                  <a:moveTo>
                    <a:pt x="125899" y="192969"/>
                  </a:moveTo>
                  <a:lnTo>
                    <a:pt x="113071" y="305570"/>
                  </a:lnTo>
                  <a:lnTo>
                    <a:pt x="222994" y="305570"/>
                  </a:lnTo>
                  <a:lnTo>
                    <a:pt x="210166" y="192969"/>
                  </a:lnTo>
                  <a:lnTo>
                    <a:pt x="203944" y="192969"/>
                  </a:lnTo>
                  <a:lnTo>
                    <a:pt x="203944" y="203659"/>
                  </a:lnTo>
                  <a:cubicBezTo>
                    <a:pt x="203944" y="208579"/>
                    <a:pt x="199956" y="212567"/>
                    <a:pt x="195036" y="212567"/>
                  </a:cubicBezTo>
                  <a:cubicBezTo>
                    <a:pt x="190116" y="212567"/>
                    <a:pt x="186128" y="208579"/>
                    <a:pt x="186128" y="203659"/>
                  </a:cubicBezTo>
                  <a:lnTo>
                    <a:pt x="186128" y="192969"/>
                  </a:lnTo>
                  <a:lnTo>
                    <a:pt x="149938" y="192969"/>
                  </a:lnTo>
                  <a:lnTo>
                    <a:pt x="149938" y="203659"/>
                  </a:lnTo>
                  <a:cubicBezTo>
                    <a:pt x="149938" y="208579"/>
                    <a:pt x="145949" y="212567"/>
                    <a:pt x="141029" y="212567"/>
                  </a:cubicBezTo>
                  <a:cubicBezTo>
                    <a:pt x="136109" y="212567"/>
                    <a:pt x="132121" y="208579"/>
                    <a:pt x="132121" y="203659"/>
                  </a:cubicBezTo>
                  <a:lnTo>
                    <a:pt x="132121" y="192969"/>
                  </a:lnTo>
                  <a:close/>
                  <a:moveTo>
                    <a:pt x="168069" y="158091"/>
                  </a:moveTo>
                  <a:cubicBezTo>
                    <a:pt x="158513" y="158116"/>
                    <a:pt x="150630" y="165578"/>
                    <a:pt x="150080" y="175116"/>
                  </a:cubicBezTo>
                  <a:lnTo>
                    <a:pt x="186056" y="175116"/>
                  </a:lnTo>
                  <a:cubicBezTo>
                    <a:pt x="185506" y="165578"/>
                    <a:pt x="177623" y="158116"/>
                    <a:pt x="168069" y="158091"/>
                  </a:cubicBezTo>
                  <a:close/>
                  <a:moveTo>
                    <a:pt x="167080" y="140323"/>
                  </a:moveTo>
                  <a:cubicBezTo>
                    <a:pt x="186854" y="139765"/>
                    <a:pt x="203336" y="155342"/>
                    <a:pt x="203894" y="175116"/>
                  </a:cubicBezTo>
                  <a:lnTo>
                    <a:pt x="218148" y="175116"/>
                  </a:lnTo>
                  <a:cubicBezTo>
                    <a:pt x="222676" y="175116"/>
                    <a:pt x="226484" y="178513"/>
                    <a:pt x="226999" y="183013"/>
                  </a:cubicBezTo>
                  <a:lnTo>
                    <a:pt x="241901" y="313466"/>
                  </a:lnTo>
                  <a:cubicBezTo>
                    <a:pt x="241938" y="313797"/>
                    <a:pt x="241957" y="314130"/>
                    <a:pt x="241958" y="314464"/>
                  </a:cubicBezTo>
                  <a:cubicBezTo>
                    <a:pt x="241962" y="319387"/>
                    <a:pt x="237973" y="323382"/>
                    <a:pt x="233049" y="323386"/>
                  </a:cubicBezTo>
                  <a:lnTo>
                    <a:pt x="103087" y="323386"/>
                  </a:lnTo>
                  <a:cubicBezTo>
                    <a:pt x="102754" y="323386"/>
                    <a:pt x="102421" y="323367"/>
                    <a:pt x="102089" y="323330"/>
                  </a:cubicBezTo>
                  <a:cubicBezTo>
                    <a:pt x="97197" y="322775"/>
                    <a:pt x="93681" y="318359"/>
                    <a:pt x="94236" y="313466"/>
                  </a:cubicBezTo>
                  <a:lnTo>
                    <a:pt x="109130" y="183013"/>
                  </a:lnTo>
                  <a:cubicBezTo>
                    <a:pt x="109647" y="178494"/>
                    <a:pt x="113484" y="175091"/>
                    <a:pt x="118032" y="175116"/>
                  </a:cubicBezTo>
                  <a:lnTo>
                    <a:pt x="132285" y="175116"/>
                  </a:lnTo>
                  <a:cubicBezTo>
                    <a:pt x="132821" y="156127"/>
                    <a:pt x="148089" y="140858"/>
                    <a:pt x="167080" y="140323"/>
                  </a:cubicBezTo>
                  <a:close/>
                  <a:moveTo>
                    <a:pt x="17817" y="17817"/>
                  </a:moveTo>
                  <a:lnTo>
                    <a:pt x="17817" y="417124"/>
                  </a:lnTo>
                  <a:lnTo>
                    <a:pt x="280904" y="417124"/>
                  </a:lnTo>
                  <a:cubicBezTo>
                    <a:pt x="285824" y="417124"/>
                    <a:pt x="289812" y="421112"/>
                    <a:pt x="289812" y="426032"/>
                  </a:cubicBezTo>
                  <a:cubicBezTo>
                    <a:pt x="289812" y="430952"/>
                    <a:pt x="285824" y="434940"/>
                    <a:pt x="280904" y="434940"/>
                  </a:cubicBezTo>
                  <a:lnTo>
                    <a:pt x="17817" y="434940"/>
                  </a:lnTo>
                  <a:lnTo>
                    <a:pt x="17817" y="474351"/>
                  </a:lnTo>
                  <a:lnTo>
                    <a:pt x="318319" y="474351"/>
                  </a:lnTo>
                  <a:lnTo>
                    <a:pt x="318319" y="50207"/>
                  </a:lnTo>
                  <a:lnTo>
                    <a:pt x="50478" y="50207"/>
                  </a:lnTo>
                  <a:cubicBezTo>
                    <a:pt x="45558" y="50207"/>
                    <a:pt x="41570" y="46219"/>
                    <a:pt x="41570" y="41299"/>
                  </a:cubicBezTo>
                  <a:cubicBezTo>
                    <a:pt x="41570" y="36379"/>
                    <a:pt x="45558" y="32391"/>
                    <a:pt x="50478" y="32391"/>
                  </a:cubicBezTo>
                  <a:lnTo>
                    <a:pt x="318319" y="32391"/>
                  </a:lnTo>
                  <a:lnTo>
                    <a:pt x="318319" y="17817"/>
                  </a:lnTo>
                  <a:close/>
                  <a:moveTo>
                    <a:pt x="8908" y="0"/>
                  </a:moveTo>
                  <a:lnTo>
                    <a:pt x="327227" y="0"/>
                  </a:lnTo>
                  <a:cubicBezTo>
                    <a:pt x="332147" y="0"/>
                    <a:pt x="336136" y="3988"/>
                    <a:pt x="336136" y="8908"/>
                  </a:cubicBezTo>
                  <a:lnTo>
                    <a:pt x="336136" y="483259"/>
                  </a:lnTo>
                  <a:cubicBezTo>
                    <a:pt x="336136" y="488179"/>
                    <a:pt x="332147" y="492167"/>
                    <a:pt x="327227" y="492167"/>
                  </a:cubicBezTo>
                  <a:lnTo>
                    <a:pt x="8908" y="492167"/>
                  </a:lnTo>
                  <a:cubicBezTo>
                    <a:pt x="3988" y="492167"/>
                    <a:pt x="0" y="488179"/>
                    <a:pt x="0" y="483259"/>
                  </a:cubicBezTo>
                  <a:lnTo>
                    <a:pt x="0" y="8908"/>
                  </a:lnTo>
                  <a:cubicBezTo>
                    <a:pt x="0" y="3988"/>
                    <a:pt x="3988" y="0"/>
                    <a:pt x="8908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22" name="Group 263">
            <a:extLst>
              <a:ext uri="{FF2B5EF4-FFF2-40B4-BE49-F238E27FC236}">
                <a16:creationId xmlns:a16="http://schemas.microsoft.com/office/drawing/2014/main" id="{510B1256-9E08-1276-5103-CFC6DC625BD2}"/>
              </a:ext>
            </a:extLst>
          </p:cNvPr>
          <p:cNvGrpSpPr/>
          <p:nvPr/>
        </p:nvGrpSpPr>
        <p:grpSpPr>
          <a:xfrm>
            <a:off x="9920955" y="3259615"/>
            <a:ext cx="492168" cy="295943"/>
            <a:chOff x="9920955" y="3259615"/>
            <a:chExt cx="492168" cy="295943"/>
          </a:xfrm>
          <a:noFill/>
        </p:grpSpPr>
        <p:sp>
          <p:nvSpPr>
            <p:cNvPr id="123" name="Freeform: Shape 97">
              <a:extLst>
                <a:ext uri="{FF2B5EF4-FFF2-40B4-BE49-F238E27FC236}">
                  <a16:creationId xmlns:a16="http://schemas.microsoft.com/office/drawing/2014/main" id="{49CEA86C-9B1E-9E93-EDA1-5E6FA43128C5}"/>
                </a:ext>
              </a:extLst>
            </p:cNvPr>
            <p:cNvSpPr/>
            <p:nvPr/>
          </p:nvSpPr>
          <p:spPr>
            <a:xfrm>
              <a:off x="9967827" y="3268529"/>
              <a:ext cx="436387" cy="238345"/>
            </a:xfrm>
            <a:custGeom>
              <a:avLst/>
              <a:gdLst>
                <a:gd name="connsiteX0" fmla="*/ 178520 w 436387"/>
                <a:gd name="connsiteY0" fmla="*/ 79577 h 238344"/>
                <a:gd name="connsiteX1" fmla="*/ 325531 w 436387"/>
                <a:gd name="connsiteY1" fmla="*/ 79577 h 238344"/>
                <a:gd name="connsiteX2" fmla="*/ 356888 w 436387"/>
                <a:gd name="connsiteY2" fmla="*/ 110934 h 238344"/>
                <a:gd name="connsiteX3" fmla="*/ 356888 w 436387"/>
                <a:gd name="connsiteY3" fmla="*/ 206952 h 238344"/>
                <a:gd name="connsiteX4" fmla="*/ 356860 w 436387"/>
                <a:gd name="connsiteY4" fmla="*/ 206952 h 238344"/>
                <a:gd name="connsiteX5" fmla="*/ 325503 w 436387"/>
                <a:gd name="connsiteY5" fmla="*/ 238309 h 238344"/>
                <a:gd name="connsiteX6" fmla="*/ 178546 w 436387"/>
                <a:gd name="connsiteY6" fmla="*/ 238309 h 238344"/>
                <a:gd name="connsiteX7" fmla="*/ 198519 w 436387"/>
                <a:gd name="connsiteY7" fmla="*/ 232106 h 238344"/>
                <a:gd name="connsiteX8" fmla="*/ 230041 w 436387"/>
                <a:gd name="connsiteY8" fmla="*/ 158947 h 238344"/>
                <a:gd name="connsiteX9" fmla="*/ 198519 w 436387"/>
                <a:gd name="connsiteY9" fmla="*/ 85789 h 238344"/>
                <a:gd name="connsiteX10" fmla="*/ 31357 w 436387"/>
                <a:gd name="connsiteY10" fmla="*/ 79577 h 238344"/>
                <a:gd name="connsiteX11" fmla="*/ 178340 w 436387"/>
                <a:gd name="connsiteY11" fmla="*/ 79577 h 238344"/>
                <a:gd name="connsiteX12" fmla="*/ 158341 w 436387"/>
                <a:gd name="connsiteY12" fmla="*/ 85789 h 238344"/>
                <a:gd name="connsiteX13" fmla="*/ 126819 w 436387"/>
                <a:gd name="connsiteY13" fmla="*/ 158947 h 238344"/>
                <a:gd name="connsiteX14" fmla="*/ 158341 w 436387"/>
                <a:gd name="connsiteY14" fmla="*/ 232106 h 238344"/>
                <a:gd name="connsiteX15" fmla="*/ 178314 w 436387"/>
                <a:gd name="connsiteY15" fmla="*/ 238309 h 238344"/>
                <a:gd name="connsiteX16" fmla="*/ 31357 w 436387"/>
                <a:gd name="connsiteY16" fmla="*/ 238309 h 238344"/>
                <a:gd name="connsiteX17" fmla="*/ 0 w 436387"/>
                <a:gd name="connsiteY17" fmla="*/ 206952 h 238344"/>
                <a:gd name="connsiteX18" fmla="*/ 0 w 436387"/>
                <a:gd name="connsiteY18" fmla="*/ 110934 h 238344"/>
                <a:gd name="connsiteX19" fmla="*/ 31357 w 436387"/>
                <a:gd name="connsiteY19" fmla="*/ 79577 h 238344"/>
                <a:gd name="connsiteX20" fmla="*/ 3606 w 436387"/>
                <a:gd name="connsiteY20" fmla="*/ 0 h 238344"/>
                <a:gd name="connsiteX21" fmla="*/ 436387 w 436387"/>
                <a:gd name="connsiteY21" fmla="*/ 0 h 238344"/>
                <a:gd name="connsiteX22" fmla="*/ 436387 w 436387"/>
                <a:gd name="connsiteY22" fmla="*/ 238344 h 238344"/>
                <a:gd name="connsiteX23" fmla="*/ 394818 w 436387"/>
                <a:gd name="connsiteY23" fmla="*/ 238344 h 238344"/>
                <a:gd name="connsiteX24" fmla="*/ 394818 w 436387"/>
                <a:gd name="connsiteY24" fmla="*/ 39774 h 238344"/>
                <a:gd name="connsiteX25" fmla="*/ 3606 w 436387"/>
                <a:gd name="connsiteY25" fmla="*/ 39774 h 238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36387" h="238344">
                  <a:moveTo>
                    <a:pt x="178520" y="79577"/>
                  </a:moveTo>
                  <a:lnTo>
                    <a:pt x="325531" y="79577"/>
                  </a:lnTo>
                  <a:cubicBezTo>
                    <a:pt x="325531" y="96895"/>
                    <a:pt x="339570" y="110934"/>
                    <a:pt x="356888" y="110934"/>
                  </a:cubicBezTo>
                  <a:lnTo>
                    <a:pt x="356888" y="206952"/>
                  </a:lnTo>
                  <a:cubicBezTo>
                    <a:pt x="356879" y="206952"/>
                    <a:pt x="356869" y="206952"/>
                    <a:pt x="356860" y="206952"/>
                  </a:cubicBezTo>
                  <a:cubicBezTo>
                    <a:pt x="339542" y="206952"/>
                    <a:pt x="325503" y="220991"/>
                    <a:pt x="325503" y="238309"/>
                  </a:cubicBezTo>
                  <a:lnTo>
                    <a:pt x="178546" y="238309"/>
                  </a:lnTo>
                  <a:lnTo>
                    <a:pt x="198519" y="232106"/>
                  </a:lnTo>
                  <a:cubicBezTo>
                    <a:pt x="217043" y="220052"/>
                    <a:pt x="230041" y="191835"/>
                    <a:pt x="230041" y="158947"/>
                  </a:cubicBezTo>
                  <a:cubicBezTo>
                    <a:pt x="230041" y="126060"/>
                    <a:pt x="217043" y="97842"/>
                    <a:pt x="198519" y="85789"/>
                  </a:cubicBezTo>
                  <a:close/>
                  <a:moveTo>
                    <a:pt x="31357" y="79577"/>
                  </a:moveTo>
                  <a:lnTo>
                    <a:pt x="178340" y="79577"/>
                  </a:lnTo>
                  <a:lnTo>
                    <a:pt x="158341" y="85789"/>
                  </a:lnTo>
                  <a:cubicBezTo>
                    <a:pt x="139817" y="97842"/>
                    <a:pt x="126819" y="126060"/>
                    <a:pt x="126819" y="158947"/>
                  </a:cubicBezTo>
                  <a:cubicBezTo>
                    <a:pt x="126819" y="191835"/>
                    <a:pt x="139817" y="220052"/>
                    <a:pt x="158341" y="232106"/>
                  </a:cubicBezTo>
                  <a:lnTo>
                    <a:pt x="178314" y="238309"/>
                  </a:lnTo>
                  <a:lnTo>
                    <a:pt x="31357" y="238309"/>
                  </a:lnTo>
                  <a:cubicBezTo>
                    <a:pt x="31357" y="220991"/>
                    <a:pt x="17318" y="206952"/>
                    <a:pt x="0" y="206952"/>
                  </a:cubicBezTo>
                  <a:lnTo>
                    <a:pt x="0" y="110934"/>
                  </a:lnTo>
                  <a:cubicBezTo>
                    <a:pt x="17318" y="110934"/>
                    <a:pt x="31357" y="96895"/>
                    <a:pt x="31357" y="79577"/>
                  </a:cubicBezTo>
                  <a:close/>
                  <a:moveTo>
                    <a:pt x="3606" y="0"/>
                  </a:moveTo>
                  <a:lnTo>
                    <a:pt x="436387" y="0"/>
                  </a:lnTo>
                  <a:lnTo>
                    <a:pt x="436387" y="238344"/>
                  </a:lnTo>
                  <a:lnTo>
                    <a:pt x="394818" y="238344"/>
                  </a:lnTo>
                  <a:lnTo>
                    <a:pt x="394818" y="39774"/>
                  </a:lnTo>
                  <a:lnTo>
                    <a:pt x="3606" y="39774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4" name="Freeform: Shape 98">
              <a:extLst>
                <a:ext uri="{FF2B5EF4-FFF2-40B4-BE49-F238E27FC236}">
                  <a16:creationId xmlns:a16="http://schemas.microsoft.com/office/drawing/2014/main" id="{89406C2F-F43C-380C-7F56-47AFB081BCAD}"/>
                </a:ext>
              </a:extLst>
            </p:cNvPr>
            <p:cNvSpPr/>
            <p:nvPr/>
          </p:nvSpPr>
          <p:spPr>
            <a:xfrm>
              <a:off x="9920955" y="3259615"/>
              <a:ext cx="492168" cy="295943"/>
            </a:xfrm>
            <a:custGeom>
              <a:avLst/>
              <a:gdLst>
                <a:gd name="connsiteX0" fmla="*/ 262062 w 492168"/>
                <a:gd name="connsiteY0" fmla="*/ 97372 h 295942"/>
                <a:gd name="connsiteX1" fmla="*/ 285815 w 492168"/>
                <a:gd name="connsiteY1" fmla="*/ 167862 h 295942"/>
                <a:gd name="connsiteX2" fmla="*/ 262062 w 492168"/>
                <a:gd name="connsiteY2" fmla="*/ 238352 h 295942"/>
                <a:gd name="connsiteX3" fmla="*/ 364458 w 492168"/>
                <a:gd name="connsiteY3" fmla="*/ 238352 h 295942"/>
                <a:gd name="connsiteX4" fmla="*/ 394853 w 492168"/>
                <a:gd name="connsiteY4" fmla="*/ 207957 h 295942"/>
                <a:gd name="connsiteX5" fmla="*/ 394853 w 492168"/>
                <a:gd name="connsiteY5" fmla="*/ 127767 h 295942"/>
                <a:gd name="connsiteX6" fmla="*/ 364458 w 492168"/>
                <a:gd name="connsiteY6" fmla="*/ 97372 h 295942"/>
                <a:gd name="connsiteX7" fmla="*/ 225295 w 492168"/>
                <a:gd name="connsiteY7" fmla="*/ 97365 h 295942"/>
                <a:gd name="connsiteX8" fmla="*/ 182599 w 492168"/>
                <a:gd name="connsiteY8" fmla="*/ 167855 h 295942"/>
                <a:gd name="connsiteX9" fmla="*/ 182599 w 492168"/>
                <a:gd name="connsiteY9" fmla="*/ 167862 h 295942"/>
                <a:gd name="connsiteX10" fmla="*/ 225295 w 492168"/>
                <a:gd name="connsiteY10" fmla="*/ 238345 h 295942"/>
                <a:gd name="connsiteX11" fmla="*/ 267999 w 492168"/>
                <a:gd name="connsiteY11" fmla="*/ 167855 h 295942"/>
                <a:gd name="connsiteX12" fmla="*/ 225295 w 492168"/>
                <a:gd name="connsiteY12" fmla="*/ 97365 h 295942"/>
                <a:gd name="connsiteX13" fmla="*/ 78222 w 492168"/>
                <a:gd name="connsiteY13" fmla="*/ 79548 h 295942"/>
                <a:gd name="connsiteX14" fmla="*/ 372376 w 492168"/>
                <a:gd name="connsiteY14" fmla="*/ 79548 h 295942"/>
                <a:gd name="connsiteX15" fmla="*/ 381284 w 492168"/>
                <a:gd name="connsiteY15" fmla="*/ 88456 h 295942"/>
                <a:gd name="connsiteX16" fmla="*/ 403761 w 492168"/>
                <a:gd name="connsiteY16" fmla="*/ 110941 h 295942"/>
                <a:gd name="connsiteX17" fmla="*/ 412670 w 492168"/>
                <a:gd name="connsiteY17" fmla="*/ 119849 h 295942"/>
                <a:gd name="connsiteX18" fmla="*/ 412670 w 492168"/>
                <a:gd name="connsiteY18" fmla="*/ 215875 h 295942"/>
                <a:gd name="connsiteX19" fmla="*/ 403761 w 492168"/>
                <a:gd name="connsiteY19" fmla="*/ 224783 h 295942"/>
                <a:gd name="connsiteX20" fmla="*/ 381284 w 492168"/>
                <a:gd name="connsiteY20" fmla="*/ 247260 h 295942"/>
                <a:gd name="connsiteX21" fmla="*/ 372376 w 492168"/>
                <a:gd name="connsiteY21" fmla="*/ 256169 h 295942"/>
                <a:gd name="connsiteX22" fmla="*/ 132057 w 492168"/>
                <a:gd name="connsiteY22" fmla="*/ 256169 h 295942"/>
                <a:gd name="connsiteX23" fmla="*/ 123148 w 492168"/>
                <a:gd name="connsiteY23" fmla="*/ 247260 h 295942"/>
                <a:gd name="connsiteX24" fmla="*/ 132057 w 492168"/>
                <a:gd name="connsiteY24" fmla="*/ 238352 h 295942"/>
                <a:gd name="connsiteX25" fmla="*/ 188528 w 492168"/>
                <a:gd name="connsiteY25" fmla="*/ 238352 h 295942"/>
                <a:gd name="connsiteX26" fmla="*/ 164775 w 492168"/>
                <a:gd name="connsiteY26" fmla="*/ 167862 h 295942"/>
                <a:gd name="connsiteX27" fmla="*/ 188528 w 492168"/>
                <a:gd name="connsiteY27" fmla="*/ 97372 h 295942"/>
                <a:gd name="connsiteX28" fmla="*/ 86140 w 492168"/>
                <a:gd name="connsiteY28" fmla="*/ 97372 h 295942"/>
                <a:gd name="connsiteX29" fmla="*/ 55802 w 492168"/>
                <a:gd name="connsiteY29" fmla="*/ 127767 h 295942"/>
                <a:gd name="connsiteX30" fmla="*/ 55802 w 492168"/>
                <a:gd name="connsiteY30" fmla="*/ 207957 h 295942"/>
                <a:gd name="connsiteX31" fmla="*/ 87159 w 492168"/>
                <a:gd name="connsiteY31" fmla="*/ 247260 h 295942"/>
                <a:gd name="connsiteX32" fmla="*/ 78251 w 492168"/>
                <a:gd name="connsiteY32" fmla="*/ 256169 h 295942"/>
                <a:gd name="connsiteX33" fmla="*/ 69342 w 492168"/>
                <a:gd name="connsiteY33" fmla="*/ 247260 h 295942"/>
                <a:gd name="connsiteX34" fmla="*/ 46836 w 492168"/>
                <a:gd name="connsiteY34" fmla="*/ 224776 h 295942"/>
                <a:gd name="connsiteX35" fmla="*/ 37928 w 492168"/>
                <a:gd name="connsiteY35" fmla="*/ 215868 h 295942"/>
                <a:gd name="connsiteX36" fmla="*/ 37928 w 492168"/>
                <a:gd name="connsiteY36" fmla="*/ 119821 h 295942"/>
                <a:gd name="connsiteX37" fmla="*/ 46836 w 492168"/>
                <a:gd name="connsiteY37" fmla="*/ 110912 h 295942"/>
                <a:gd name="connsiteX38" fmla="*/ 69314 w 492168"/>
                <a:gd name="connsiteY38" fmla="*/ 88456 h 295942"/>
                <a:gd name="connsiteX39" fmla="*/ 78222 w 492168"/>
                <a:gd name="connsiteY39" fmla="*/ 79548 h 295942"/>
                <a:gd name="connsiteX40" fmla="*/ 17817 w 492168"/>
                <a:gd name="connsiteY40" fmla="*/ 57591 h 295942"/>
                <a:gd name="connsiteX41" fmla="*/ 17817 w 492168"/>
                <a:gd name="connsiteY41" fmla="*/ 278126 h 295942"/>
                <a:gd name="connsiteX42" fmla="*/ 432802 w 492168"/>
                <a:gd name="connsiteY42" fmla="*/ 278126 h 295942"/>
                <a:gd name="connsiteX43" fmla="*/ 432802 w 492168"/>
                <a:gd name="connsiteY43" fmla="*/ 57591 h 295942"/>
                <a:gd name="connsiteX44" fmla="*/ 8908 w 492168"/>
                <a:gd name="connsiteY44" fmla="*/ 39774 h 295942"/>
                <a:gd name="connsiteX45" fmla="*/ 441689 w 492168"/>
                <a:gd name="connsiteY45" fmla="*/ 39774 h 295942"/>
                <a:gd name="connsiteX46" fmla="*/ 450598 w 492168"/>
                <a:gd name="connsiteY46" fmla="*/ 48682 h 295942"/>
                <a:gd name="connsiteX47" fmla="*/ 450598 w 492168"/>
                <a:gd name="connsiteY47" fmla="*/ 287034 h 295942"/>
                <a:gd name="connsiteX48" fmla="*/ 441689 w 492168"/>
                <a:gd name="connsiteY48" fmla="*/ 295942 h 295942"/>
                <a:gd name="connsiteX49" fmla="*/ 8908 w 492168"/>
                <a:gd name="connsiteY49" fmla="*/ 295942 h 295942"/>
                <a:gd name="connsiteX50" fmla="*/ 0 w 492168"/>
                <a:gd name="connsiteY50" fmla="*/ 287034 h 295942"/>
                <a:gd name="connsiteX51" fmla="*/ 0 w 492168"/>
                <a:gd name="connsiteY51" fmla="*/ 48682 h 295942"/>
                <a:gd name="connsiteX52" fmla="*/ 8908 w 492168"/>
                <a:gd name="connsiteY52" fmla="*/ 39774 h 295942"/>
                <a:gd name="connsiteX53" fmla="*/ 50478 w 492168"/>
                <a:gd name="connsiteY53" fmla="*/ 0 h 295942"/>
                <a:gd name="connsiteX54" fmla="*/ 483259 w 492168"/>
                <a:gd name="connsiteY54" fmla="*/ 0 h 295942"/>
                <a:gd name="connsiteX55" fmla="*/ 492168 w 492168"/>
                <a:gd name="connsiteY55" fmla="*/ 8908 h 295942"/>
                <a:gd name="connsiteX56" fmla="*/ 492168 w 492168"/>
                <a:gd name="connsiteY56" fmla="*/ 247260 h 295942"/>
                <a:gd name="connsiteX57" fmla="*/ 483259 w 492168"/>
                <a:gd name="connsiteY57" fmla="*/ 256168 h 295942"/>
                <a:gd name="connsiteX58" fmla="*/ 474351 w 492168"/>
                <a:gd name="connsiteY58" fmla="*/ 247260 h 295942"/>
                <a:gd name="connsiteX59" fmla="*/ 474351 w 492168"/>
                <a:gd name="connsiteY59" fmla="*/ 17817 h 295942"/>
                <a:gd name="connsiteX60" fmla="*/ 50478 w 492168"/>
                <a:gd name="connsiteY60" fmla="*/ 17817 h 295942"/>
                <a:gd name="connsiteX61" fmla="*/ 41570 w 492168"/>
                <a:gd name="connsiteY61" fmla="*/ 8908 h 295942"/>
                <a:gd name="connsiteX62" fmla="*/ 50478 w 492168"/>
                <a:gd name="connsiteY62" fmla="*/ 0 h 29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492168" h="295942">
                  <a:moveTo>
                    <a:pt x="262062" y="97372"/>
                  </a:moveTo>
                  <a:cubicBezTo>
                    <a:pt x="278271" y="117208"/>
                    <a:pt x="286713" y="142261"/>
                    <a:pt x="285815" y="167862"/>
                  </a:cubicBezTo>
                  <a:cubicBezTo>
                    <a:pt x="286713" y="193463"/>
                    <a:pt x="278271" y="218516"/>
                    <a:pt x="262062" y="238352"/>
                  </a:cubicBezTo>
                  <a:lnTo>
                    <a:pt x="364458" y="238352"/>
                  </a:lnTo>
                  <a:cubicBezTo>
                    <a:pt x="367915" y="223226"/>
                    <a:pt x="379727" y="211414"/>
                    <a:pt x="394853" y="207957"/>
                  </a:cubicBezTo>
                  <a:lnTo>
                    <a:pt x="394853" y="127767"/>
                  </a:lnTo>
                  <a:cubicBezTo>
                    <a:pt x="379727" y="124310"/>
                    <a:pt x="367915" y="112498"/>
                    <a:pt x="364458" y="97372"/>
                  </a:cubicBezTo>
                  <a:close/>
                  <a:moveTo>
                    <a:pt x="225295" y="97365"/>
                  </a:moveTo>
                  <a:cubicBezTo>
                    <a:pt x="202147" y="97365"/>
                    <a:pt x="182599" y="129648"/>
                    <a:pt x="182599" y="167855"/>
                  </a:cubicBezTo>
                  <a:lnTo>
                    <a:pt x="182599" y="167862"/>
                  </a:lnTo>
                  <a:cubicBezTo>
                    <a:pt x="182599" y="206068"/>
                    <a:pt x="202147" y="238345"/>
                    <a:pt x="225295" y="238345"/>
                  </a:cubicBezTo>
                  <a:cubicBezTo>
                    <a:pt x="248443" y="238345"/>
                    <a:pt x="267999" y="206061"/>
                    <a:pt x="267999" y="167855"/>
                  </a:cubicBezTo>
                  <a:cubicBezTo>
                    <a:pt x="267999" y="129648"/>
                    <a:pt x="248443" y="97365"/>
                    <a:pt x="225295" y="97365"/>
                  </a:cubicBezTo>
                  <a:close/>
                  <a:moveTo>
                    <a:pt x="78222" y="79548"/>
                  </a:moveTo>
                  <a:lnTo>
                    <a:pt x="372376" y="79548"/>
                  </a:lnTo>
                  <a:cubicBezTo>
                    <a:pt x="377295" y="79548"/>
                    <a:pt x="381284" y="83536"/>
                    <a:pt x="381284" y="88456"/>
                  </a:cubicBezTo>
                  <a:cubicBezTo>
                    <a:pt x="381296" y="100867"/>
                    <a:pt x="391351" y="110925"/>
                    <a:pt x="403761" y="110941"/>
                  </a:cubicBezTo>
                  <a:cubicBezTo>
                    <a:pt x="408681" y="110941"/>
                    <a:pt x="412670" y="114929"/>
                    <a:pt x="412670" y="119849"/>
                  </a:cubicBezTo>
                  <a:lnTo>
                    <a:pt x="412670" y="215875"/>
                  </a:lnTo>
                  <a:cubicBezTo>
                    <a:pt x="412670" y="220795"/>
                    <a:pt x="408681" y="224783"/>
                    <a:pt x="403761" y="224783"/>
                  </a:cubicBezTo>
                  <a:cubicBezTo>
                    <a:pt x="391354" y="224799"/>
                    <a:pt x="381300" y="234853"/>
                    <a:pt x="381284" y="247260"/>
                  </a:cubicBezTo>
                  <a:cubicBezTo>
                    <a:pt x="381284" y="252180"/>
                    <a:pt x="377295" y="256169"/>
                    <a:pt x="372376" y="256169"/>
                  </a:cubicBezTo>
                  <a:lnTo>
                    <a:pt x="132057" y="256169"/>
                  </a:lnTo>
                  <a:cubicBezTo>
                    <a:pt x="127137" y="256169"/>
                    <a:pt x="123148" y="252180"/>
                    <a:pt x="123148" y="247260"/>
                  </a:cubicBezTo>
                  <a:cubicBezTo>
                    <a:pt x="123148" y="242341"/>
                    <a:pt x="127137" y="238352"/>
                    <a:pt x="132057" y="238352"/>
                  </a:cubicBezTo>
                  <a:lnTo>
                    <a:pt x="188528" y="238352"/>
                  </a:lnTo>
                  <a:cubicBezTo>
                    <a:pt x="172321" y="218516"/>
                    <a:pt x="163879" y="193463"/>
                    <a:pt x="164775" y="167862"/>
                  </a:cubicBezTo>
                  <a:cubicBezTo>
                    <a:pt x="163879" y="142261"/>
                    <a:pt x="172321" y="117208"/>
                    <a:pt x="188528" y="97372"/>
                  </a:cubicBezTo>
                  <a:lnTo>
                    <a:pt x="86140" y="97372"/>
                  </a:lnTo>
                  <a:cubicBezTo>
                    <a:pt x="82692" y="112483"/>
                    <a:pt x="70906" y="124291"/>
                    <a:pt x="55802" y="127767"/>
                  </a:cubicBezTo>
                  <a:lnTo>
                    <a:pt x="55802" y="207957"/>
                  </a:lnTo>
                  <a:cubicBezTo>
                    <a:pt x="74134" y="212154"/>
                    <a:pt x="87138" y="228454"/>
                    <a:pt x="87159" y="247260"/>
                  </a:cubicBezTo>
                  <a:cubicBezTo>
                    <a:pt x="87159" y="252180"/>
                    <a:pt x="83171" y="256169"/>
                    <a:pt x="78251" y="256169"/>
                  </a:cubicBezTo>
                  <a:cubicBezTo>
                    <a:pt x="73331" y="256169"/>
                    <a:pt x="69342" y="252180"/>
                    <a:pt x="69342" y="247260"/>
                  </a:cubicBezTo>
                  <a:cubicBezTo>
                    <a:pt x="69330" y="234839"/>
                    <a:pt x="59258" y="224776"/>
                    <a:pt x="46836" y="224776"/>
                  </a:cubicBezTo>
                  <a:cubicBezTo>
                    <a:pt x="41916" y="224776"/>
                    <a:pt x="37928" y="220787"/>
                    <a:pt x="37928" y="215868"/>
                  </a:cubicBezTo>
                  <a:lnTo>
                    <a:pt x="37928" y="119821"/>
                  </a:lnTo>
                  <a:cubicBezTo>
                    <a:pt x="37928" y="114901"/>
                    <a:pt x="41916" y="110912"/>
                    <a:pt x="46836" y="110912"/>
                  </a:cubicBezTo>
                  <a:cubicBezTo>
                    <a:pt x="59235" y="110897"/>
                    <a:pt x="69286" y="100855"/>
                    <a:pt x="69314" y="88456"/>
                  </a:cubicBezTo>
                  <a:cubicBezTo>
                    <a:pt x="69314" y="83536"/>
                    <a:pt x="73302" y="79548"/>
                    <a:pt x="78222" y="79548"/>
                  </a:cubicBezTo>
                  <a:close/>
                  <a:moveTo>
                    <a:pt x="17817" y="57591"/>
                  </a:moveTo>
                  <a:lnTo>
                    <a:pt x="17817" y="278126"/>
                  </a:lnTo>
                  <a:lnTo>
                    <a:pt x="432802" y="278126"/>
                  </a:lnTo>
                  <a:lnTo>
                    <a:pt x="432802" y="57591"/>
                  </a:lnTo>
                  <a:close/>
                  <a:moveTo>
                    <a:pt x="8908" y="39774"/>
                  </a:moveTo>
                  <a:lnTo>
                    <a:pt x="441689" y="39774"/>
                  </a:lnTo>
                  <a:cubicBezTo>
                    <a:pt x="446609" y="39774"/>
                    <a:pt x="450598" y="43762"/>
                    <a:pt x="450598" y="48682"/>
                  </a:cubicBezTo>
                  <a:lnTo>
                    <a:pt x="450598" y="287034"/>
                  </a:lnTo>
                  <a:cubicBezTo>
                    <a:pt x="450598" y="291954"/>
                    <a:pt x="446609" y="295942"/>
                    <a:pt x="441689" y="295942"/>
                  </a:cubicBezTo>
                  <a:lnTo>
                    <a:pt x="8908" y="295942"/>
                  </a:lnTo>
                  <a:cubicBezTo>
                    <a:pt x="3988" y="295942"/>
                    <a:pt x="0" y="291954"/>
                    <a:pt x="0" y="287034"/>
                  </a:cubicBezTo>
                  <a:lnTo>
                    <a:pt x="0" y="48682"/>
                  </a:lnTo>
                  <a:cubicBezTo>
                    <a:pt x="0" y="43762"/>
                    <a:pt x="3988" y="39774"/>
                    <a:pt x="8908" y="39774"/>
                  </a:cubicBezTo>
                  <a:close/>
                  <a:moveTo>
                    <a:pt x="50478" y="0"/>
                  </a:moveTo>
                  <a:lnTo>
                    <a:pt x="483259" y="0"/>
                  </a:lnTo>
                  <a:cubicBezTo>
                    <a:pt x="488179" y="0"/>
                    <a:pt x="492168" y="3988"/>
                    <a:pt x="492168" y="8908"/>
                  </a:cubicBezTo>
                  <a:lnTo>
                    <a:pt x="492168" y="247260"/>
                  </a:lnTo>
                  <a:cubicBezTo>
                    <a:pt x="492168" y="252180"/>
                    <a:pt x="488179" y="256168"/>
                    <a:pt x="483259" y="256168"/>
                  </a:cubicBezTo>
                  <a:cubicBezTo>
                    <a:pt x="478339" y="256168"/>
                    <a:pt x="474351" y="252180"/>
                    <a:pt x="474351" y="247260"/>
                  </a:cubicBezTo>
                  <a:lnTo>
                    <a:pt x="474351" y="17817"/>
                  </a:lnTo>
                  <a:lnTo>
                    <a:pt x="50478" y="17817"/>
                  </a:lnTo>
                  <a:cubicBezTo>
                    <a:pt x="45558" y="17817"/>
                    <a:pt x="41570" y="13828"/>
                    <a:pt x="41570" y="8908"/>
                  </a:cubicBezTo>
                  <a:cubicBezTo>
                    <a:pt x="41570" y="3988"/>
                    <a:pt x="45558" y="0"/>
                    <a:pt x="50478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25" name="Group 262">
            <a:extLst>
              <a:ext uri="{FF2B5EF4-FFF2-40B4-BE49-F238E27FC236}">
                <a16:creationId xmlns:a16="http://schemas.microsoft.com/office/drawing/2014/main" id="{D05C84E6-358C-45B7-2C52-AC3EC5430001}"/>
              </a:ext>
            </a:extLst>
          </p:cNvPr>
          <p:cNvGrpSpPr/>
          <p:nvPr/>
        </p:nvGrpSpPr>
        <p:grpSpPr>
          <a:xfrm>
            <a:off x="8956974" y="3161503"/>
            <a:ext cx="384839" cy="491739"/>
            <a:chOff x="8956974" y="3161503"/>
            <a:chExt cx="384839" cy="491739"/>
          </a:xfrm>
          <a:noFill/>
        </p:grpSpPr>
        <p:sp>
          <p:nvSpPr>
            <p:cNvPr id="126" name="Freeform: Shape 100">
              <a:extLst>
                <a:ext uri="{FF2B5EF4-FFF2-40B4-BE49-F238E27FC236}">
                  <a16:creationId xmlns:a16="http://schemas.microsoft.com/office/drawing/2014/main" id="{28D71F42-9BD8-C2D0-C371-8718A3284076}"/>
                </a:ext>
              </a:extLst>
            </p:cNvPr>
            <p:cNvSpPr/>
            <p:nvPr/>
          </p:nvSpPr>
          <p:spPr>
            <a:xfrm>
              <a:off x="8965883" y="3212038"/>
              <a:ext cx="367699" cy="432725"/>
            </a:xfrm>
            <a:custGeom>
              <a:avLst/>
              <a:gdLst>
                <a:gd name="connsiteX0" fmla="*/ 134551 w 367699"/>
                <a:gd name="connsiteY0" fmla="*/ 383443 h 432725"/>
                <a:gd name="connsiteX1" fmla="*/ 233113 w 367699"/>
                <a:gd name="connsiteY1" fmla="*/ 383443 h 432725"/>
                <a:gd name="connsiteX2" fmla="*/ 183832 w 367699"/>
                <a:gd name="connsiteY2" fmla="*/ 432725 h 432725"/>
                <a:gd name="connsiteX3" fmla="*/ 134551 w 367699"/>
                <a:gd name="connsiteY3" fmla="*/ 383443 h 432725"/>
                <a:gd name="connsiteX4" fmla="*/ 183832 w 367699"/>
                <a:gd name="connsiteY4" fmla="*/ 0 h 432725"/>
                <a:gd name="connsiteX5" fmla="*/ 183860 w 367699"/>
                <a:gd name="connsiteY5" fmla="*/ 0 h 432725"/>
                <a:gd name="connsiteX6" fmla="*/ 328446 w 367699"/>
                <a:gd name="connsiteY6" fmla="*/ 144642 h 432725"/>
                <a:gd name="connsiteX7" fmla="*/ 328446 w 367699"/>
                <a:gd name="connsiteY7" fmla="*/ 245128 h 432725"/>
                <a:gd name="connsiteX8" fmla="*/ 348087 w 367699"/>
                <a:gd name="connsiteY8" fmla="*/ 296226 h 432725"/>
                <a:gd name="connsiteX9" fmla="*/ 367699 w 367699"/>
                <a:gd name="connsiteY9" fmla="*/ 347346 h 432725"/>
                <a:gd name="connsiteX10" fmla="*/ 367699 w 367699"/>
                <a:gd name="connsiteY10" fmla="*/ 383421 h 432725"/>
                <a:gd name="connsiteX11" fmla="*/ 367664 w 367699"/>
                <a:gd name="connsiteY11" fmla="*/ 383421 h 432725"/>
                <a:gd name="connsiteX12" fmla="*/ 367664 w 367699"/>
                <a:gd name="connsiteY12" fmla="*/ 347367 h 432725"/>
                <a:gd name="connsiteX13" fmla="*/ 0 w 367699"/>
                <a:gd name="connsiteY13" fmla="*/ 347367 h 432725"/>
                <a:gd name="connsiteX14" fmla="*/ 0 w 367699"/>
                <a:gd name="connsiteY14" fmla="*/ 347346 h 432725"/>
                <a:gd name="connsiteX15" fmla="*/ 19605 w 367699"/>
                <a:gd name="connsiteY15" fmla="*/ 296219 h 432725"/>
                <a:gd name="connsiteX16" fmla="*/ 39218 w 367699"/>
                <a:gd name="connsiteY16" fmla="*/ 245100 h 432725"/>
                <a:gd name="connsiteX17" fmla="*/ 39218 w 367699"/>
                <a:gd name="connsiteY17" fmla="*/ 144614 h 432725"/>
                <a:gd name="connsiteX18" fmla="*/ 183832 w 367699"/>
                <a:gd name="connsiteY18" fmla="*/ 0 h 43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67699" h="432725">
                  <a:moveTo>
                    <a:pt x="134551" y="383443"/>
                  </a:moveTo>
                  <a:lnTo>
                    <a:pt x="233113" y="383443"/>
                  </a:lnTo>
                  <a:cubicBezTo>
                    <a:pt x="233113" y="410661"/>
                    <a:pt x="211049" y="432725"/>
                    <a:pt x="183832" y="432725"/>
                  </a:cubicBezTo>
                  <a:cubicBezTo>
                    <a:pt x="156615" y="432725"/>
                    <a:pt x="134551" y="410661"/>
                    <a:pt x="134551" y="383443"/>
                  </a:cubicBezTo>
                  <a:close/>
                  <a:moveTo>
                    <a:pt x="183832" y="0"/>
                  </a:moveTo>
                  <a:cubicBezTo>
                    <a:pt x="183841" y="0"/>
                    <a:pt x="183851" y="0"/>
                    <a:pt x="183860" y="0"/>
                  </a:cubicBezTo>
                  <a:cubicBezTo>
                    <a:pt x="263728" y="16"/>
                    <a:pt x="328462" y="64774"/>
                    <a:pt x="328446" y="144642"/>
                  </a:cubicBezTo>
                  <a:lnTo>
                    <a:pt x="328446" y="245128"/>
                  </a:lnTo>
                  <a:cubicBezTo>
                    <a:pt x="328460" y="264002"/>
                    <a:pt x="335456" y="282203"/>
                    <a:pt x="348087" y="296226"/>
                  </a:cubicBezTo>
                  <a:cubicBezTo>
                    <a:pt x="360713" y="310260"/>
                    <a:pt x="367699" y="328469"/>
                    <a:pt x="367699" y="347346"/>
                  </a:cubicBezTo>
                  <a:lnTo>
                    <a:pt x="367699" y="383421"/>
                  </a:lnTo>
                  <a:lnTo>
                    <a:pt x="367664" y="383421"/>
                  </a:lnTo>
                  <a:lnTo>
                    <a:pt x="367664" y="347367"/>
                  </a:lnTo>
                  <a:lnTo>
                    <a:pt x="0" y="347367"/>
                  </a:lnTo>
                  <a:lnTo>
                    <a:pt x="0" y="347346"/>
                  </a:lnTo>
                  <a:cubicBezTo>
                    <a:pt x="-3" y="328467"/>
                    <a:pt x="6981" y="310255"/>
                    <a:pt x="19605" y="296219"/>
                  </a:cubicBezTo>
                  <a:cubicBezTo>
                    <a:pt x="32231" y="282186"/>
                    <a:pt x="39217" y="263977"/>
                    <a:pt x="39218" y="245100"/>
                  </a:cubicBezTo>
                  <a:lnTo>
                    <a:pt x="39218" y="144614"/>
                  </a:lnTo>
                  <a:cubicBezTo>
                    <a:pt x="39218" y="64746"/>
                    <a:pt x="103964" y="0"/>
                    <a:pt x="183832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7" name="Freeform: Shape 101">
              <a:extLst>
                <a:ext uri="{FF2B5EF4-FFF2-40B4-BE49-F238E27FC236}">
                  <a16:creationId xmlns:a16="http://schemas.microsoft.com/office/drawing/2014/main" id="{9F365382-0EB5-D0E1-3BA6-C8B5C7085275}"/>
                </a:ext>
              </a:extLst>
            </p:cNvPr>
            <p:cNvSpPr/>
            <p:nvPr/>
          </p:nvSpPr>
          <p:spPr>
            <a:xfrm>
              <a:off x="8956974" y="3161503"/>
              <a:ext cx="384839" cy="491739"/>
            </a:xfrm>
            <a:custGeom>
              <a:avLst/>
              <a:gdLst>
                <a:gd name="connsiteX0" fmla="*/ 363587 w 384839"/>
                <a:gd name="connsiteY0" fmla="*/ 340825 h 491738"/>
                <a:gd name="connsiteX1" fmla="*/ 346262 w 384839"/>
                <a:gd name="connsiteY1" fmla="*/ 295663 h 491738"/>
                <a:gd name="connsiteX2" fmla="*/ 346262 w 384839"/>
                <a:gd name="connsiteY2" fmla="*/ 195178 h 491738"/>
                <a:gd name="connsiteX3" fmla="*/ 201649 w 384839"/>
                <a:gd name="connsiteY3" fmla="*/ 42076 h 491738"/>
                <a:gd name="connsiteX4" fmla="*/ 201649 w 384839"/>
                <a:gd name="connsiteY4" fmla="*/ 8908 h 491738"/>
                <a:gd name="connsiteX5" fmla="*/ 192740 w 384839"/>
                <a:gd name="connsiteY5" fmla="*/ 0 h 491738"/>
                <a:gd name="connsiteX6" fmla="*/ 183832 w 384839"/>
                <a:gd name="connsiteY6" fmla="*/ 8908 h 491738"/>
                <a:gd name="connsiteX7" fmla="*/ 183832 w 384839"/>
                <a:gd name="connsiteY7" fmla="*/ 41890 h 491738"/>
                <a:gd name="connsiteX8" fmla="*/ 122614 w 384839"/>
                <a:gd name="connsiteY8" fmla="*/ 58545 h 491738"/>
                <a:gd name="connsiteX9" fmla="*/ 118308 w 384839"/>
                <a:gd name="connsiteY9" fmla="*/ 70385 h 491738"/>
                <a:gd name="connsiteX10" fmla="*/ 130148 w 384839"/>
                <a:gd name="connsiteY10" fmla="*/ 74691 h 491738"/>
                <a:gd name="connsiteX11" fmla="*/ 130738 w 384839"/>
                <a:gd name="connsiteY11" fmla="*/ 74388 h 491738"/>
                <a:gd name="connsiteX12" fmla="*/ 192740 w 384839"/>
                <a:gd name="connsiteY12" fmla="*/ 59422 h 491738"/>
                <a:gd name="connsiteX13" fmla="*/ 328446 w 384839"/>
                <a:gd name="connsiteY13" fmla="*/ 195149 h 491738"/>
                <a:gd name="connsiteX14" fmla="*/ 328446 w 384839"/>
                <a:gd name="connsiteY14" fmla="*/ 295635 h 491738"/>
                <a:gd name="connsiteX15" fmla="*/ 350332 w 384839"/>
                <a:gd name="connsiteY15" fmla="*/ 352712 h 491738"/>
                <a:gd name="connsiteX16" fmla="*/ 367664 w 384839"/>
                <a:gd name="connsiteY16" fmla="*/ 397881 h 491738"/>
                <a:gd name="connsiteX17" fmla="*/ 367664 w 384839"/>
                <a:gd name="connsiteY17" fmla="*/ 425055 h 491738"/>
                <a:gd name="connsiteX18" fmla="*/ 17817 w 384839"/>
                <a:gd name="connsiteY18" fmla="*/ 425055 h 491738"/>
                <a:gd name="connsiteX19" fmla="*/ 17817 w 384839"/>
                <a:gd name="connsiteY19" fmla="*/ 406811 h 491738"/>
                <a:gd name="connsiteX20" fmla="*/ 326686 w 384839"/>
                <a:gd name="connsiteY20" fmla="*/ 406811 h 491738"/>
                <a:gd name="connsiteX21" fmla="*/ 335594 w 384839"/>
                <a:gd name="connsiteY21" fmla="*/ 397902 h 491738"/>
                <a:gd name="connsiteX22" fmla="*/ 326686 w 384839"/>
                <a:gd name="connsiteY22" fmla="*/ 388994 h 491738"/>
                <a:gd name="connsiteX23" fmla="*/ 18472 w 384839"/>
                <a:gd name="connsiteY23" fmla="*/ 388994 h 491738"/>
                <a:gd name="connsiteX24" fmla="*/ 35134 w 384839"/>
                <a:gd name="connsiteY24" fmla="*/ 352741 h 491738"/>
                <a:gd name="connsiteX25" fmla="*/ 57027 w 384839"/>
                <a:gd name="connsiteY25" fmla="*/ 295663 h 491738"/>
                <a:gd name="connsiteX26" fmla="*/ 57027 w 384839"/>
                <a:gd name="connsiteY26" fmla="*/ 195178 h 491738"/>
                <a:gd name="connsiteX27" fmla="*/ 90950 w 384839"/>
                <a:gd name="connsiteY27" fmla="*/ 105403 h 491738"/>
                <a:gd name="connsiteX28" fmla="*/ 90163 w 384839"/>
                <a:gd name="connsiteY28" fmla="*/ 92828 h 491738"/>
                <a:gd name="connsiteX29" fmla="*/ 77588 w 384839"/>
                <a:gd name="connsiteY29" fmla="*/ 93616 h 491738"/>
                <a:gd name="connsiteX30" fmla="*/ 39218 w 384839"/>
                <a:gd name="connsiteY30" fmla="*/ 195149 h 491738"/>
                <a:gd name="connsiteX31" fmla="*/ 39218 w 384839"/>
                <a:gd name="connsiteY31" fmla="*/ 295635 h 491738"/>
                <a:gd name="connsiteX32" fmla="*/ 21893 w 384839"/>
                <a:gd name="connsiteY32" fmla="*/ 340796 h 491738"/>
                <a:gd name="connsiteX33" fmla="*/ 0 w 384839"/>
                <a:gd name="connsiteY33" fmla="*/ 397881 h 491738"/>
                <a:gd name="connsiteX34" fmla="*/ 0 w 384839"/>
                <a:gd name="connsiteY34" fmla="*/ 433963 h 491738"/>
                <a:gd name="connsiteX35" fmla="*/ 8908 w 384839"/>
                <a:gd name="connsiteY35" fmla="*/ 442871 h 491738"/>
                <a:gd name="connsiteX36" fmla="*/ 135307 w 384839"/>
                <a:gd name="connsiteY36" fmla="*/ 442871 h 491738"/>
                <a:gd name="connsiteX37" fmla="*/ 201585 w 384839"/>
                <a:gd name="connsiteY37" fmla="*/ 491460 h 491738"/>
                <a:gd name="connsiteX38" fmla="*/ 250174 w 384839"/>
                <a:gd name="connsiteY38" fmla="*/ 442871 h 491738"/>
                <a:gd name="connsiteX39" fmla="*/ 376572 w 384839"/>
                <a:gd name="connsiteY39" fmla="*/ 442871 h 491738"/>
                <a:gd name="connsiteX40" fmla="*/ 385480 w 384839"/>
                <a:gd name="connsiteY40" fmla="*/ 433963 h 491738"/>
                <a:gd name="connsiteX41" fmla="*/ 385480 w 384839"/>
                <a:gd name="connsiteY41" fmla="*/ 397881 h 491738"/>
                <a:gd name="connsiteX42" fmla="*/ 363587 w 384839"/>
                <a:gd name="connsiteY42" fmla="*/ 340825 h 491738"/>
                <a:gd name="connsiteX43" fmla="*/ 192740 w 384839"/>
                <a:gd name="connsiteY43" fmla="*/ 474350 h 491738"/>
                <a:gd name="connsiteX44" fmla="*/ 153358 w 384839"/>
                <a:gd name="connsiteY44" fmla="*/ 442886 h 491738"/>
                <a:gd name="connsiteX45" fmla="*/ 232122 w 384839"/>
                <a:gd name="connsiteY45" fmla="*/ 442886 h 491738"/>
                <a:gd name="connsiteX46" fmla="*/ 192740 w 384839"/>
                <a:gd name="connsiteY46" fmla="*/ 474350 h 491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84839" h="491738">
                  <a:moveTo>
                    <a:pt x="363587" y="340825"/>
                  </a:moveTo>
                  <a:cubicBezTo>
                    <a:pt x="352424" y="328433"/>
                    <a:pt x="346252" y="312342"/>
                    <a:pt x="346262" y="295663"/>
                  </a:cubicBezTo>
                  <a:lnTo>
                    <a:pt x="346262" y="195178"/>
                  </a:lnTo>
                  <a:cubicBezTo>
                    <a:pt x="346145" y="113925"/>
                    <a:pt x="282762" y="46822"/>
                    <a:pt x="201649" y="42076"/>
                  </a:cubicBezTo>
                  <a:lnTo>
                    <a:pt x="201649" y="8908"/>
                  </a:lnTo>
                  <a:cubicBezTo>
                    <a:pt x="201649" y="3988"/>
                    <a:pt x="197660" y="0"/>
                    <a:pt x="192740" y="0"/>
                  </a:cubicBezTo>
                  <a:cubicBezTo>
                    <a:pt x="187820" y="0"/>
                    <a:pt x="183832" y="3988"/>
                    <a:pt x="183832" y="8908"/>
                  </a:cubicBezTo>
                  <a:lnTo>
                    <a:pt x="183832" y="41890"/>
                  </a:lnTo>
                  <a:cubicBezTo>
                    <a:pt x="162490" y="43127"/>
                    <a:pt x="141641" y="48799"/>
                    <a:pt x="122614" y="58545"/>
                  </a:cubicBezTo>
                  <a:cubicBezTo>
                    <a:pt x="118156" y="60626"/>
                    <a:pt x="116228" y="65927"/>
                    <a:pt x="118308" y="70385"/>
                  </a:cubicBezTo>
                  <a:cubicBezTo>
                    <a:pt x="120389" y="74843"/>
                    <a:pt x="125689" y="76771"/>
                    <a:pt x="130148" y="74691"/>
                  </a:cubicBezTo>
                  <a:cubicBezTo>
                    <a:pt x="130348" y="74597"/>
                    <a:pt x="130545" y="74496"/>
                    <a:pt x="130738" y="74388"/>
                  </a:cubicBezTo>
                  <a:cubicBezTo>
                    <a:pt x="149903" y="64489"/>
                    <a:pt x="171171" y="59355"/>
                    <a:pt x="192740" y="59422"/>
                  </a:cubicBezTo>
                  <a:cubicBezTo>
                    <a:pt x="267663" y="59505"/>
                    <a:pt x="328375" y="120227"/>
                    <a:pt x="328446" y="195149"/>
                  </a:cubicBezTo>
                  <a:lnTo>
                    <a:pt x="328446" y="295635"/>
                  </a:lnTo>
                  <a:cubicBezTo>
                    <a:pt x="328430" y="316713"/>
                    <a:pt x="336228" y="337048"/>
                    <a:pt x="350332" y="352712"/>
                  </a:cubicBezTo>
                  <a:cubicBezTo>
                    <a:pt x="361498" y="365106"/>
                    <a:pt x="367673" y="381199"/>
                    <a:pt x="367664" y="397881"/>
                  </a:cubicBezTo>
                  <a:lnTo>
                    <a:pt x="367664" y="425055"/>
                  </a:lnTo>
                  <a:lnTo>
                    <a:pt x="17817" y="425055"/>
                  </a:lnTo>
                  <a:lnTo>
                    <a:pt x="17817" y="406811"/>
                  </a:lnTo>
                  <a:lnTo>
                    <a:pt x="326686" y="406811"/>
                  </a:lnTo>
                  <a:cubicBezTo>
                    <a:pt x="331605" y="406811"/>
                    <a:pt x="335594" y="402822"/>
                    <a:pt x="335594" y="397902"/>
                  </a:cubicBezTo>
                  <a:cubicBezTo>
                    <a:pt x="335594" y="392982"/>
                    <a:pt x="331605" y="388994"/>
                    <a:pt x="326686" y="388994"/>
                  </a:cubicBezTo>
                  <a:lnTo>
                    <a:pt x="18472" y="388994"/>
                  </a:lnTo>
                  <a:cubicBezTo>
                    <a:pt x="20239" y="375505"/>
                    <a:pt x="26048" y="362866"/>
                    <a:pt x="35134" y="352741"/>
                  </a:cubicBezTo>
                  <a:cubicBezTo>
                    <a:pt x="49242" y="337079"/>
                    <a:pt x="57042" y="316742"/>
                    <a:pt x="57027" y="295663"/>
                  </a:cubicBezTo>
                  <a:lnTo>
                    <a:pt x="57027" y="195178"/>
                  </a:lnTo>
                  <a:cubicBezTo>
                    <a:pt x="57007" y="162117"/>
                    <a:pt x="69072" y="130189"/>
                    <a:pt x="90950" y="105403"/>
                  </a:cubicBezTo>
                  <a:cubicBezTo>
                    <a:pt x="94205" y="101713"/>
                    <a:pt x="93853" y="96083"/>
                    <a:pt x="90163" y="92828"/>
                  </a:cubicBezTo>
                  <a:cubicBezTo>
                    <a:pt x="86473" y="89573"/>
                    <a:pt x="80843" y="89926"/>
                    <a:pt x="77588" y="93616"/>
                  </a:cubicBezTo>
                  <a:cubicBezTo>
                    <a:pt x="52848" y="121651"/>
                    <a:pt x="39203" y="157759"/>
                    <a:pt x="39218" y="195149"/>
                  </a:cubicBezTo>
                  <a:lnTo>
                    <a:pt x="39218" y="295635"/>
                  </a:lnTo>
                  <a:cubicBezTo>
                    <a:pt x="39229" y="312314"/>
                    <a:pt x="33056" y="328404"/>
                    <a:pt x="21893" y="340796"/>
                  </a:cubicBezTo>
                  <a:cubicBezTo>
                    <a:pt x="7786" y="356462"/>
                    <a:pt x="-14" y="376800"/>
                    <a:pt x="0" y="397881"/>
                  </a:cubicBezTo>
                  <a:lnTo>
                    <a:pt x="0" y="433963"/>
                  </a:lnTo>
                  <a:cubicBezTo>
                    <a:pt x="0" y="438883"/>
                    <a:pt x="3988" y="442871"/>
                    <a:pt x="8908" y="442871"/>
                  </a:cubicBezTo>
                  <a:lnTo>
                    <a:pt x="135307" y="442871"/>
                  </a:lnTo>
                  <a:cubicBezTo>
                    <a:pt x="140191" y="474591"/>
                    <a:pt x="169865" y="496345"/>
                    <a:pt x="201585" y="491460"/>
                  </a:cubicBezTo>
                  <a:cubicBezTo>
                    <a:pt x="226648" y="487601"/>
                    <a:pt x="246314" y="467935"/>
                    <a:pt x="250174" y="442871"/>
                  </a:cubicBezTo>
                  <a:lnTo>
                    <a:pt x="376572" y="442871"/>
                  </a:lnTo>
                  <a:cubicBezTo>
                    <a:pt x="381492" y="442871"/>
                    <a:pt x="385480" y="438883"/>
                    <a:pt x="385480" y="433963"/>
                  </a:cubicBezTo>
                  <a:lnTo>
                    <a:pt x="385480" y="397881"/>
                  </a:lnTo>
                  <a:cubicBezTo>
                    <a:pt x="385486" y="376810"/>
                    <a:pt x="377687" y="356484"/>
                    <a:pt x="363587" y="340825"/>
                  </a:cubicBezTo>
                  <a:close/>
                  <a:moveTo>
                    <a:pt x="192740" y="474350"/>
                  </a:moveTo>
                  <a:cubicBezTo>
                    <a:pt x="173882" y="474328"/>
                    <a:pt x="157543" y="461274"/>
                    <a:pt x="153358" y="442886"/>
                  </a:cubicBezTo>
                  <a:lnTo>
                    <a:pt x="232122" y="442886"/>
                  </a:lnTo>
                  <a:cubicBezTo>
                    <a:pt x="227933" y="461271"/>
                    <a:pt x="211597" y="474323"/>
                    <a:pt x="192740" y="47435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28" name="Group 261">
            <a:extLst>
              <a:ext uri="{FF2B5EF4-FFF2-40B4-BE49-F238E27FC236}">
                <a16:creationId xmlns:a16="http://schemas.microsoft.com/office/drawing/2014/main" id="{64DC3BB9-4B17-1EED-881A-7051D73AA420}"/>
              </a:ext>
            </a:extLst>
          </p:cNvPr>
          <p:cNvGrpSpPr/>
          <p:nvPr/>
        </p:nvGrpSpPr>
        <p:grpSpPr>
          <a:xfrm>
            <a:off x="7886303" y="3174353"/>
            <a:ext cx="492167" cy="466468"/>
            <a:chOff x="7886303" y="3174353"/>
            <a:chExt cx="492167" cy="466468"/>
          </a:xfrm>
          <a:noFill/>
        </p:grpSpPr>
        <p:sp>
          <p:nvSpPr>
            <p:cNvPr id="129" name="Freeform: Shape 103">
              <a:extLst>
                <a:ext uri="{FF2B5EF4-FFF2-40B4-BE49-F238E27FC236}">
                  <a16:creationId xmlns:a16="http://schemas.microsoft.com/office/drawing/2014/main" id="{D47C3650-632A-7BCF-1DEE-3A9F92314531}"/>
                </a:ext>
              </a:extLst>
            </p:cNvPr>
            <p:cNvSpPr/>
            <p:nvPr/>
          </p:nvSpPr>
          <p:spPr>
            <a:xfrm>
              <a:off x="7895212" y="3183261"/>
              <a:ext cx="474351" cy="448652"/>
            </a:xfrm>
            <a:custGeom>
              <a:avLst/>
              <a:gdLst>
                <a:gd name="connsiteX0" fmla="*/ 175301 w 474351"/>
                <a:gd name="connsiteY0" fmla="*/ 402328 h 448652"/>
                <a:gd name="connsiteX1" fmla="*/ 299049 w 474351"/>
                <a:gd name="connsiteY1" fmla="*/ 402328 h 448652"/>
                <a:gd name="connsiteX2" fmla="*/ 322254 w 474351"/>
                <a:gd name="connsiteY2" fmla="*/ 448652 h 448652"/>
                <a:gd name="connsiteX3" fmla="*/ 152104 w 474351"/>
                <a:gd name="connsiteY3" fmla="*/ 448652 h 448652"/>
                <a:gd name="connsiteX4" fmla="*/ 0 w 474351"/>
                <a:gd name="connsiteY4" fmla="*/ 291772 h 448652"/>
                <a:gd name="connsiteX5" fmla="*/ 474351 w 474351"/>
                <a:gd name="connsiteY5" fmla="*/ 291772 h 448652"/>
                <a:gd name="connsiteX6" fmla="*/ 474351 w 474351"/>
                <a:gd name="connsiteY6" fmla="*/ 343105 h 448652"/>
                <a:gd name="connsiteX7" fmla="*/ 276969 w 474351"/>
                <a:gd name="connsiteY7" fmla="*/ 343105 h 448652"/>
                <a:gd name="connsiteX8" fmla="*/ 197386 w 474351"/>
                <a:gd name="connsiteY8" fmla="*/ 343105 h 448652"/>
                <a:gd name="connsiteX9" fmla="*/ 0 w 474351"/>
                <a:gd name="connsiteY9" fmla="*/ 343105 h 448652"/>
                <a:gd name="connsiteX10" fmla="*/ 187096 w 474351"/>
                <a:gd name="connsiteY10" fmla="*/ 107620 h 448652"/>
                <a:gd name="connsiteX11" fmla="*/ 287255 w 474351"/>
                <a:gd name="connsiteY11" fmla="*/ 107620 h 448652"/>
                <a:gd name="connsiteX12" fmla="*/ 302157 w 474351"/>
                <a:gd name="connsiteY12" fmla="*/ 238067 h 448652"/>
                <a:gd name="connsiteX13" fmla="*/ 172194 w 474351"/>
                <a:gd name="connsiteY13" fmla="*/ 238067 h 448652"/>
                <a:gd name="connsiteX14" fmla="*/ 0 w 474351"/>
                <a:gd name="connsiteY14" fmla="*/ 0 h 448652"/>
                <a:gd name="connsiteX15" fmla="*/ 474351 w 474351"/>
                <a:gd name="connsiteY15" fmla="*/ 0 h 448652"/>
                <a:gd name="connsiteX16" fmla="*/ 474351 w 474351"/>
                <a:gd name="connsiteY16" fmla="*/ 33331 h 448652"/>
                <a:gd name="connsiteX17" fmla="*/ 0 w 474351"/>
                <a:gd name="connsiteY17" fmla="*/ 33331 h 44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74351" h="448652">
                  <a:moveTo>
                    <a:pt x="175301" y="402328"/>
                  </a:moveTo>
                  <a:lnTo>
                    <a:pt x="299049" y="402328"/>
                  </a:lnTo>
                  <a:lnTo>
                    <a:pt x="322254" y="448652"/>
                  </a:lnTo>
                  <a:lnTo>
                    <a:pt x="152104" y="448652"/>
                  </a:lnTo>
                  <a:close/>
                  <a:moveTo>
                    <a:pt x="0" y="291772"/>
                  </a:moveTo>
                  <a:lnTo>
                    <a:pt x="474351" y="291772"/>
                  </a:lnTo>
                  <a:lnTo>
                    <a:pt x="474351" y="343105"/>
                  </a:lnTo>
                  <a:lnTo>
                    <a:pt x="276969" y="343105"/>
                  </a:lnTo>
                  <a:lnTo>
                    <a:pt x="197386" y="343105"/>
                  </a:lnTo>
                  <a:lnTo>
                    <a:pt x="0" y="343105"/>
                  </a:lnTo>
                  <a:close/>
                  <a:moveTo>
                    <a:pt x="187096" y="107620"/>
                  </a:moveTo>
                  <a:lnTo>
                    <a:pt x="287255" y="107620"/>
                  </a:lnTo>
                  <a:lnTo>
                    <a:pt x="302157" y="238067"/>
                  </a:lnTo>
                  <a:lnTo>
                    <a:pt x="172194" y="238067"/>
                  </a:lnTo>
                  <a:close/>
                  <a:moveTo>
                    <a:pt x="0" y="0"/>
                  </a:moveTo>
                  <a:lnTo>
                    <a:pt x="474351" y="0"/>
                  </a:lnTo>
                  <a:lnTo>
                    <a:pt x="474351" y="33331"/>
                  </a:lnTo>
                  <a:lnTo>
                    <a:pt x="0" y="33331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0" name="Freeform: Shape 104">
              <a:extLst>
                <a:ext uri="{FF2B5EF4-FFF2-40B4-BE49-F238E27FC236}">
                  <a16:creationId xmlns:a16="http://schemas.microsoft.com/office/drawing/2014/main" id="{3A92B9B0-DEA2-9CAF-D413-DAA33B51A988}"/>
                </a:ext>
              </a:extLst>
            </p:cNvPr>
            <p:cNvSpPr/>
            <p:nvPr/>
          </p:nvSpPr>
          <p:spPr>
            <a:xfrm>
              <a:off x="7886303" y="3174353"/>
              <a:ext cx="492167" cy="466468"/>
            </a:xfrm>
            <a:custGeom>
              <a:avLst/>
              <a:gdLst>
                <a:gd name="connsiteX0" fmla="*/ 203951 w 492167"/>
                <a:gd name="connsiteY0" fmla="*/ 125464 h 466468"/>
                <a:gd name="connsiteX1" fmla="*/ 191088 w 492167"/>
                <a:gd name="connsiteY1" fmla="*/ 238065 h 466468"/>
                <a:gd name="connsiteX2" fmla="*/ 301081 w 492167"/>
                <a:gd name="connsiteY2" fmla="*/ 238065 h 466468"/>
                <a:gd name="connsiteX3" fmla="*/ 288218 w 492167"/>
                <a:gd name="connsiteY3" fmla="*/ 125464 h 466468"/>
                <a:gd name="connsiteX4" fmla="*/ 282003 w 492167"/>
                <a:gd name="connsiteY4" fmla="*/ 125464 h 466468"/>
                <a:gd name="connsiteX5" fmla="*/ 282003 w 492167"/>
                <a:gd name="connsiteY5" fmla="*/ 136154 h 466468"/>
                <a:gd name="connsiteX6" fmla="*/ 273095 w 492167"/>
                <a:gd name="connsiteY6" fmla="*/ 145062 h 466468"/>
                <a:gd name="connsiteX7" fmla="*/ 264187 w 492167"/>
                <a:gd name="connsiteY7" fmla="*/ 136154 h 466468"/>
                <a:gd name="connsiteX8" fmla="*/ 264187 w 492167"/>
                <a:gd name="connsiteY8" fmla="*/ 125464 h 466468"/>
                <a:gd name="connsiteX9" fmla="*/ 227983 w 492167"/>
                <a:gd name="connsiteY9" fmla="*/ 125464 h 466468"/>
                <a:gd name="connsiteX10" fmla="*/ 227983 w 492167"/>
                <a:gd name="connsiteY10" fmla="*/ 136154 h 466468"/>
                <a:gd name="connsiteX11" fmla="*/ 219075 w 492167"/>
                <a:gd name="connsiteY11" fmla="*/ 145062 h 466468"/>
                <a:gd name="connsiteX12" fmla="*/ 210167 w 492167"/>
                <a:gd name="connsiteY12" fmla="*/ 136154 h 466468"/>
                <a:gd name="connsiteX13" fmla="*/ 210167 w 492167"/>
                <a:gd name="connsiteY13" fmla="*/ 125464 h 466468"/>
                <a:gd name="connsiteX14" fmla="*/ 246085 w 492167"/>
                <a:gd name="connsiteY14" fmla="*/ 90593 h 466468"/>
                <a:gd name="connsiteX15" fmla="*/ 228097 w 492167"/>
                <a:gd name="connsiteY15" fmla="*/ 107619 h 466468"/>
                <a:gd name="connsiteX16" fmla="*/ 264073 w 492167"/>
                <a:gd name="connsiteY16" fmla="*/ 107619 h 466468"/>
                <a:gd name="connsiteX17" fmla="*/ 246085 w 492167"/>
                <a:gd name="connsiteY17" fmla="*/ 90593 h 466468"/>
                <a:gd name="connsiteX18" fmla="*/ 245228 w 492167"/>
                <a:gd name="connsiteY18" fmla="*/ 72679 h 466468"/>
                <a:gd name="connsiteX19" fmla="*/ 281911 w 492167"/>
                <a:gd name="connsiteY19" fmla="*/ 107612 h 466468"/>
                <a:gd name="connsiteX20" fmla="*/ 296164 w 492167"/>
                <a:gd name="connsiteY20" fmla="*/ 107612 h 466468"/>
                <a:gd name="connsiteX21" fmla="*/ 305015 w 492167"/>
                <a:gd name="connsiteY21" fmla="*/ 115508 h 466468"/>
                <a:gd name="connsiteX22" fmla="*/ 319917 w 492167"/>
                <a:gd name="connsiteY22" fmla="*/ 245926 h 466468"/>
                <a:gd name="connsiteX23" fmla="*/ 319975 w 492167"/>
                <a:gd name="connsiteY23" fmla="*/ 246938 h 466468"/>
                <a:gd name="connsiteX24" fmla="*/ 311066 w 492167"/>
                <a:gd name="connsiteY24" fmla="*/ 255846 h 466468"/>
                <a:gd name="connsiteX25" fmla="*/ 181139 w 492167"/>
                <a:gd name="connsiteY25" fmla="*/ 255846 h 466468"/>
                <a:gd name="connsiteX26" fmla="*/ 180126 w 492167"/>
                <a:gd name="connsiteY26" fmla="*/ 255788 h 466468"/>
                <a:gd name="connsiteX27" fmla="*/ 172287 w 492167"/>
                <a:gd name="connsiteY27" fmla="*/ 245926 h 466468"/>
                <a:gd name="connsiteX28" fmla="*/ 187189 w 492167"/>
                <a:gd name="connsiteY28" fmla="*/ 115508 h 466468"/>
                <a:gd name="connsiteX29" fmla="*/ 196041 w 492167"/>
                <a:gd name="connsiteY29" fmla="*/ 107612 h 466468"/>
                <a:gd name="connsiteX30" fmla="*/ 210295 w 492167"/>
                <a:gd name="connsiteY30" fmla="*/ 107612 h 466468"/>
                <a:gd name="connsiteX31" fmla="*/ 245228 w 492167"/>
                <a:gd name="connsiteY31" fmla="*/ 72679 h 466468"/>
                <a:gd name="connsiteX32" fmla="*/ 17817 w 492167"/>
                <a:gd name="connsiteY32" fmla="*/ 17817 h 466468"/>
                <a:gd name="connsiteX33" fmla="*/ 17817 w 492167"/>
                <a:gd name="connsiteY33" fmla="*/ 291794 h 466468"/>
                <a:gd name="connsiteX34" fmla="*/ 440877 w 492167"/>
                <a:gd name="connsiteY34" fmla="*/ 291794 h 466468"/>
                <a:gd name="connsiteX35" fmla="*/ 449785 w 492167"/>
                <a:gd name="connsiteY35" fmla="*/ 300702 h 466468"/>
                <a:gd name="connsiteX36" fmla="*/ 440877 w 492167"/>
                <a:gd name="connsiteY36" fmla="*/ 309610 h 466468"/>
                <a:gd name="connsiteX37" fmla="*/ 17817 w 492167"/>
                <a:gd name="connsiteY37" fmla="*/ 309610 h 466468"/>
                <a:gd name="connsiteX38" fmla="*/ 17817 w 492167"/>
                <a:gd name="connsiteY38" fmla="*/ 343105 h 466468"/>
                <a:gd name="connsiteX39" fmla="*/ 285851 w 492167"/>
                <a:gd name="connsiteY39" fmla="*/ 343105 h 466468"/>
                <a:gd name="connsiteX40" fmla="*/ 474351 w 492167"/>
                <a:gd name="connsiteY40" fmla="*/ 343105 h 466468"/>
                <a:gd name="connsiteX41" fmla="*/ 474351 w 492167"/>
                <a:gd name="connsiteY41" fmla="*/ 51148 h 466468"/>
                <a:gd name="connsiteX42" fmla="*/ 47727 w 492167"/>
                <a:gd name="connsiteY42" fmla="*/ 51148 h 466468"/>
                <a:gd name="connsiteX43" fmla="*/ 38819 w 492167"/>
                <a:gd name="connsiteY43" fmla="*/ 42240 h 466468"/>
                <a:gd name="connsiteX44" fmla="*/ 47727 w 492167"/>
                <a:gd name="connsiteY44" fmla="*/ 33331 h 466468"/>
                <a:gd name="connsiteX45" fmla="*/ 474351 w 492167"/>
                <a:gd name="connsiteY45" fmla="*/ 33331 h 466468"/>
                <a:gd name="connsiteX46" fmla="*/ 474351 w 492167"/>
                <a:gd name="connsiteY46" fmla="*/ 17817 h 466468"/>
                <a:gd name="connsiteX47" fmla="*/ 8908 w 492167"/>
                <a:gd name="connsiteY47" fmla="*/ 0 h 466468"/>
                <a:gd name="connsiteX48" fmla="*/ 483259 w 492167"/>
                <a:gd name="connsiteY48" fmla="*/ 0 h 466468"/>
                <a:gd name="connsiteX49" fmla="*/ 492167 w 492167"/>
                <a:gd name="connsiteY49" fmla="*/ 8908 h 466468"/>
                <a:gd name="connsiteX50" fmla="*/ 492167 w 492167"/>
                <a:gd name="connsiteY50" fmla="*/ 352014 h 466468"/>
                <a:gd name="connsiteX51" fmla="*/ 483259 w 492167"/>
                <a:gd name="connsiteY51" fmla="*/ 360922 h 466468"/>
                <a:gd name="connsiteX52" fmla="*/ 294759 w 492167"/>
                <a:gd name="connsiteY52" fmla="*/ 360922 h 466468"/>
                <a:gd name="connsiteX53" fmla="*/ 294759 w 492167"/>
                <a:gd name="connsiteY53" fmla="*/ 434398 h 466468"/>
                <a:gd name="connsiteX54" fmla="*/ 285851 w 492167"/>
                <a:gd name="connsiteY54" fmla="*/ 443306 h 466468"/>
                <a:gd name="connsiteX55" fmla="*/ 276943 w 492167"/>
                <a:gd name="connsiteY55" fmla="*/ 434398 h 466468"/>
                <a:gd name="connsiteX56" fmla="*/ 276943 w 492167"/>
                <a:gd name="connsiteY56" fmla="*/ 360922 h 466468"/>
                <a:gd name="connsiteX57" fmla="*/ 215176 w 492167"/>
                <a:gd name="connsiteY57" fmla="*/ 360922 h 466468"/>
                <a:gd name="connsiteX58" fmla="*/ 215176 w 492167"/>
                <a:gd name="connsiteY58" fmla="*/ 434398 h 466468"/>
                <a:gd name="connsiteX59" fmla="*/ 206268 w 492167"/>
                <a:gd name="connsiteY59" fmla="*/ 443306 h 466468"/>
                <a:gd name="connsiteX60" fmla="*/ 197359 w 492167"/>
                <a:gd name="connsiteY60" fmla="*/ 434398 h 466468"/>
                <a:gd name="connsiteX61" fmla="*/ 197359 w 492167"/>
                <a:gd name="connsiteY61" fmla="*/ 420144 h 466468"/>
                <a:gd name="connsiteX62" fmla="*/ 189691 w 492167"/>
                <a:gd name="connsiteY62" fmla="*/ 420144 h 466468"/>
                <a:gd name="connsiteX63" fmla="*/ 175438 w 492167"/>
                <a:gd name="connsiteY63" fmla="*/ 448651 h 466468"/>
                <a:gd name="connsiteX64" fmla="*/ 316731 w 492167"/>
                <a:gd name="connsiteY64" fmla="*/ 448651 h 466468"/>
                <a:gd name="connsiteX65" fmla="*/ 299990 w 492167"/>
                <a:gd name="connsiteY65" fmla="*/ 415220 h 466468"/>
                <a:gd name="connsiteX66" fmla="*/ 303886 w 492167"/>
                <a:gd name="connsiteY66" fmla="*/ 403513 h 466468"/>
                <a:gd name="connsiteX67" fmla="*/ 315918 w 492167"/>
                <a:gd name="connsiteY67" fmla="*/ 407245 h 466468"/>
                <a:gd name="connsiteX68" fmla="*/ 339123 w 492167"/>
                <a:gd name="connsiteY68" fmla="*/ 453568 h 466468"/>
                <a:gd name="connsiteX69" fmla="*/ 340067 w 492167"/>
                <a:gd name="connsiteY69" fmla="*/ 457563 h 466468"/>
                <a:gd name="connsiteX70" fmla="*/ 331155 w 492167"/>
                <a:gd name="connsiteY70" fmla="*/ 466468 h 466468"/>
                <a:gd name="connsiteX71" fmla="*/ 161006 w 492167"/>
                <a:gd name="connsiteY71" fmla="*/ 466468 h 466468"/>
                <a:gd name="connsiteX72" fmla="*/ 157012 w 492167"/>
                <a:gd name="connsiteY72" fmla="*/ 465524 h 466468"/>
                <a:gd name="connsiteX73" fmla="*/ 153039 w 492167"/>
                <a:gd name="connsiteY73" fmla="*/ 453568 h 466468"/>
                <a:gd name="connsiteX74" fmla="*/ 176243 w 492167"/>
                <a:gd name="connsiteY74" fmla="*/ 407245 h 466468"/>
                <a:gd name="connsiteX75" fmla="*/ 184211 w 492167"/>
                <a:gd name="connsiteY75" fmla="*/ 402328 h 466468"/>
                <a:gd name="connsiteX76" fmla="*/ 197381 w 492167"/>
                <a:gd name="connsiteY76" fmla="*/ 402328 h 466468"/>
                <a:gd name="connsiteX77" fmla="*/ 197381 w 492167"/>
                <a:gd name="connsiteY77" fmla="*/ 360922 h 466468"/>
                <a:gd name="connsiteX78" fmla="*/ 8908 w 492167"/>
                <a:gd name="connsiteY78" fmla="*/ 360922 h 466468"/>
                <a:gd name="connsiteX79" fmla="*/ 0 w 492167"/>
                <a:gd name="connsiteY79" fmla="*/ 352014 h 466468"/>
                <a:gd name="connsiteX80" fmla="*/ 0 w 492167"/>
                <a:gd name="connsiteY80" fmla="*/ 8908 h 466468"/>
                <a:gd name="connsiteX81" fmla="*/ 8908 w 492167"/>
                <a:gd name="connsiteY81" fmla="*/ 0 h 46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92167" h="466468">
                  <a:moveTo>
                    <a:pt x="203951" y="125464"/>
                  </a:moveTo>
                  <a:lnTo>
                    <a:pt x="191088" y="238065"/>
                  </a:lnTo>
                  <a:lnTo>
                    <a:pt x="301081" y="238065"/>
                  </a:lnTo>
                  <a:lnTo>
                    <a:pt x="288218" y="125464"/>
                  </a:lnTo>
                  <a:lnTo>
                    <a:pt x="282003" y="125464"/>
                  </a:lnTo>
                  <a:lnTo>
                    <a:pt x="282003" y="136154"/>
                  </a:lnTo>
                  <a:cubicBezTo>
                    <a:pt x="282003" y="141074"/>
                    <a:pt x="278015" y="145062"/>
                    <a:pt x="273095" y="145062"/>
                  </a:cubicBezTo>
                  <a:cubicBezTo>
                    <a:pt x="268175" y="145062"/>
                    <a:pt x="264187" y="141074"/>
                    <a:pt x="264187" y="136154"/>
                  </a:cubicBezTo>
                  <a:lnTo>
                    <a:pt x="264187" y="125464"/>
                  </a:lnTo>
                  <a:lnTo>
                    <a:pt x="227983" y="125464"/>
                  </a:lnTo>
                  <a:lnTo>
                    <a:pt x="227983" y="136154"/>
                  </a:lnTo>
                  <a:cubicBezTo>
                    <a:pt x="227983" y="141074"/>
                    <a:pt x="223995" y="145062"/>
                    <a:pt x="219075" y="145062"/>
                  </a:cubicBezTo>
                  <a:cubicBezTo>
                    <a:pt x="214155" y="145062"/>
                    <a:pt x="210167" y="141074"/>
                    <a:pt x="210167" y="136154"/>
                  </a:cubicBezTo>
                  <a:lnTo>
                    <a:pt x="210167" y="125464"/>
                  </a:lnTo>
                  <a:close/>
                  <a:moveTo>
                    <a:pt x="246085" y="90593"/>
                  </a:moveTo>
                  <a:cubicBezTo>
                    <a:pt x="236532" y="90622"/>
                    <a:pt x="228651" y="98082"/>
                    <a:pt x="228097" y="107619"/>
                  </a:cubicBezTo>
                  <a:lnTo>
                    <a:pt x="264073" y="107619"/>
                  </a:lnTo>
                  <a:cubicBezTo>
                    <a:pt x="263519" y="98082"/>
                    <a:pt x="255638" y="90622"/>
                    <a:pt x="246085" y="90593"/>
                  </a:cubicBezTo>
                  <a:close/>
                  <a:moveTo>
                    <a:pt x="245228" y="72679"/>
                  </a:moveTo>
                  <a:cubicBezTo>
                    <a:pt x="265004" y="72196"/>
                    <a:pt x="281427" y="87836"/>
                    <a:pt x="281911" y="107612"/>
                  </a:cubicBezTo>
                  <a:lnTo>
                    <a:pt x="296164" y="107612"/>
                  </a:lnTo>
                  <a:cubicBezTo>
                    <a:pt x="300694" y="107608"/>
                    <a:pt x="304504" y="111007"/>
                    <a:pt x="305015" y="115508"/>
                  </a:cubicBezTo>
                  <a:lnTo>
                    <a:pt x="319917" y="245926"/>
                  </a:lnTo>
                  <a:cubicBezTo>
                    <a:pt x="319955" y="246262"/>
                    <a:pt x="319975" y="246600"/>
                    <a:pt x="319975" y="246938"/>
                  </a:cubicBezTo>
                  <a:cubicBezTo>
                    <a:pt x="319974" y="251858"/>
                    <a:pt x="315986" y="255846"/>
                    <a:pt x="311066" y="255846"/>
                  </a:cubicBezTo>
                  <a:lnTo>
                    <a:pt x="181139" y="255846"/>
                  </a:lnTo>
                  <a:cubicBezTo>
                    <a:pt x="180800" y="255846"/>
                    <a:pt x="180462" y="255827"/>
                    <a:pt x="180126" y="255788"/>
                  </a:cubicBezTo>
                  <a:cubicBezTo>
                    <a:pt x="175238" y="255229"/>
                    <a:pt x="171729" y="250814"/>
                    <a:pt x="172287" y="245926"/>
                  </a:cubicBezTo>
                  <a:lnTo>
                    <a:pt x="187189" y="115508"/>
                  </a:lnTo>
                  <a:cubicBezTo>
                    <a:pt x="187701" y="111007"/>
                    <a:pt x="191511" y="107608"/>
                    <a:pt x="196041" y="107612"/>
                  </a:cubicBezTo>
                  <a:lnTo>
                    <a:pt x="210295" y="107612"/>
                  </a:lnTo>
                  <a:cubicBezTo>
                    <a:pt x="210762" y="88515"/>
                    <a:pt x="226132" y="73146"/>
                    <a:pt x="245228" y="72679"/>
                  </a:cubicBezTo>
                  <a:close/>
                  <a:moveTo>
                    <a:pt x="17817" y="17817"/>
                  </a:moveTo>
                  <a:lnTo>
                    <a:pt x="17817" y="291794"/>
                  </a:lnTo>
                  <a:lnTo>
                    <a:pt x="440877" y="291794"/>
                  </a:lnTo>
                  <a:cubicBezTo>
                    <a:pt x="445797" y="291794"/>
                    <a:pt x="449785" y="295782"/>
                    <a:pt x="449785" y="300702"/>
                  </a:cubicBezTo>
                  <a:cubicBezTo>
                    <a:pt x="449785" y="305622"/>
                    <a:pt x="445797" y="309610"/>
                    <a:pt x="440877" y="309610"/>
                  </a:cubicBezTo>
                  <a:lnTo>
                    <a:pt x="17817" y="309610"/>
                  </a:lnTo>
                  <a:lnTo>
                    <a:pt x="17817" y="343105"/>
                  </a:lnTo>
                  <a:lnTo>
                    <a:pt x="285851" y="343105"/>
                  </a:lnTo>
                  <a:lnTo>
                    <a:pt x="474351" y="343105"/>
                  </a:lnTo>
                  <a:lnTo>
                    <a:pt x="474351" y="51148"/>
                  </a:lnTo>
                  <a:lnTo>
                    <a:pt x="47727" y="51148"/>
                  </a:lnTo>
                  <a:cubicBezTo>
                    <a:pt x="42807" y="51148"/>
                    <a:pt x="38819" y="47160"/>
                    <a:pt x="38819" y="42240"/>
                  </a:cubicBezTo>
                  <a:cubicBezTo>
                    <a:pt x="38819" y="37320"/>
                    <a:pt x="42807" y="33331"/>
                    <a:pt x="47727" y="33331"/>
                  </a:cubicBezTo>
                  <a:lnTo>
                    <a:pt x="474351" y="33331"/>
                  </a:lnTo>
                  <a:lnTo>
                    <a:pt x="474351" y="17817"/>
                  </a:lnTo>
                  <a:close/>
                  <a:moveTo>
                    <a:pt x="8908" y="0"/>
                  </a:moveTo>
                  <a:lnTo>
                    <a:pt x="483259" y="0"/>
                  </a:lnTo>
                  <a:cubicBezTo>
                    <a:pt x="488179" y="0"/>
                    <a:pt x="492167" y="3988"/>
                    <a:pt x="492167" y="8908"/>
                  </a:cubicBezTo>
                  <a:lnTo>
                    <a:pt x="492167" y="352014"/>
                  </a:lnTo>
                  <a:cubicBezTo>
                    <a:pt x="492167" y="356934"/>
                    <a:pt x="488179" y="360922"/>
                    <a:pt x="483259" y="360922"/>
                  </a:cubicBezTo>
                  <a:lnTo>
                    <a:pt x="294759" y="360922"/>
                  </a:lnTo>
                  <a:lnTo>
                    <a:pt x="294759" y="434398"/>
                  </a:lnTo>
                  <a:cubicBezTo>
                    <a:pt x="294759" y="439318"/>
                    <a:pt x="290771" y="443306"/>
                    <a:pt x="285851" y="443306"/>
                  </a:cubicBezTo>
                  <a:cubicBezTo>
                    <a:pt x="280931" y="443306"/>
                    <a:pt x="276943" y="439318"/>
                    <a:pt x="276943" y="434398"/>
                  </a:cubicBezTo>
                  <a:lnTo>
                    <a:pt x="276943" y="360922"/>
                  </a:lnTo>
                  <a:lnTo>
                    <a:pt x="215176" y="360922"/>
                  </a:lnTo>
                  <a:lnTo>
                    <a:pt x="215176" y="434398"/>
                  </a:lnTo>
                  <a:cubicBezTo>
                    <a:pt x="215176" y="439318"/>
                    <a:pt x="211188" y="443306"/>
                    <a:pt x="206268" y="443306"/>
                  </a:cubicBezTo>
                  <a:cubicBezTo>
                    <a:pt x="201348" y="443306"/>
                    <a:pt x="197359" y="439318"/>
                    <a:pt x="197359" y="434398"/>
                  </a:cubicBezTo>
                  <a:lnTo>
                    <a:pt x="197359" y="420144"/>
                  </a:lnTo>
                  <a:lnTo>
                    <a:pt x="189691" y="420144"/>
                  </a:lnTo>
                  <a:lnTo>
                    <a:pt x="175438" y="448651"/>
                  </a:lnTo>
                  <a:lnTo>
                    <a:pt x="316731" y="448651"/>
                  </a:lnTo>
                  <a:lnTo>
                    <a:pt x="299990" y="415220"/>
                  </a:lnTo>
                  <a:cubicBezTo>
                    <a:pt x="297939" y="410904"/>
                    <a:pt x="299658" y="405739"/>
                    <a:pt x="303886" y="403513"/>
                  </a:cubicBezTo>
                  <a:cubicBezTo>
                    <a:pt x="308239" y="401221"/>
                    <a:pt x="313626" y="402892"/>
                    <a:pt x="315918" y="407245"/>
                  </a:cubicBezTo>
                  <a:lnTo>
                    <a:pt x="339123" y="453568"/>
                  </a:lnTo>
                  <a:cubicBezTo>
                    <a:pt x="339744" y="454808"/>
                    <a:pt x="340067" y="456176"/>
                    <a:pt x="340067" y="457563"/>
                  </a:cubicBezTo>
                  <a:cubicBezTo>
                    <a:pt x="340065" y="462483"/>
                    <a:pt x="336075" y="466469"/>
                    <a:pt x="331155" y="466468"/>
                  </a:cubicBezTo>
                  <a:lnTo>
                    <a:pt x="161006" y="466468"/>
                  </a:lnTo>
                  <a:cubicBezTo>
                    <a:pt x="159620" y="466468"/>
                    <a:pt x="158252" y="466145"/>
                    <a:pt x="157012" y="465524"/>
                  </a:cubicBezTo>
                  <a:cubicBezTo>
                    <a:pt x="152614" y="463320"/>
                    <a:pt x="150835" y="457967"/>
                    <a:pt x="153039" y="453568"/>
                  </a:cubicBezTo>
                  <a:lnTo>
                    <a:pt x="176243" y="407245"/>
                  </a:lnTo>
                  <a:cubicBezTo>
                    <a:pt x="177754" y="404230"/>
                    <a:pt x="180838" y="402327"/>
                    <a:pt x="184211" y="402328"/>
                  </a:cubicBezTo>
                  <a:lnTo>
                    <a:pt x="197381" y="402328"/>
                  </a:lnTo>
                  <a:lnTo>
                    <a:pt x="197381" y="360922"/>
                  </a:lnTo>
                  <a:lnTo>
                    <a:pt x="8908" y="360922"/>
                  </a:lnTo>
                  <a:cubicBezTo>
                    <a:pt x="3988" y="360922"/>
                    <a:pt x="0" y="356934"/>
                    <a:pt x="0" y="352014"/>
                  </a:cubicBezTo>
                  <a:lnTo>
                    <a:pt x="0" y="8908"/>
                  </a:lnTo>
                  <a:cubicBezTo>
                    <a:pt x="0" y="3988"/>
                    <a:pt x="3988" y="0"/>
                    <a:pt x="8908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31" name="Group 260">
            <a:extLst>
              <a:ext uri="{FF2B5EF4-FFF2-40B4-BE49-F238E27FC236}">
                <a16:creationId xmlns:a16="http://schemas.microsoft.com/office/drawing/2014/main" id="{76786E62-D1CD-5E62-A1C4-499371361AC7}"/>
              </a:ext>
            </a:extLst>
          </p:cNvPr>
          <p:cNvGrpSpPr/>
          <p:nvPr/>
        </p:nvGrpSpPr>
        <p:grpSpPr>
          <a:xfrm>
            <a:off x="6908249" y="3156621"/>
            <a:ext cx="413615" cy="501903"/>
            <a:chOff x="6908249" y="3156621"/>
            <a:chExt cx="413615" cy="501903"/>
          </a:xfrm>
          <a:noFill/>
        </p:grpSpPr>
        <p:sp>
          <p:nvSpPr>
            <p:cNvPr id="132" name="Freeform: Shape 106">
              <a:extLst>
                <a:ext uri="{FF2B5EF4-FFF2-40B4-BE49-F238E27FC236}">
                  <a16:creationId xmlns:a16="http://schemas.microsoft.com/office/drawing/2014/main" id="{6837DC10-3538-625F-E267-B4F92A2F5CFE}"/>
                </a:ext>
              </a:extLst>
            </p:cNvPr>
            <p:cNvSpPr/>
            <p:nvPr/>
          </p:nvSpPr>
          <p:spPr>
            <a:xfrm>
              <a:off x="6917168" y="3253830"/>
              <a:ext cx="391966" cy="391966"/>
            </a:xfrm>
            <a:custGeom>
              <a:avLst/>
              <a:gdLst>
                <a:gd name="connsiteX0" fmla="*/ 161255 w 391965"/>
                <a:gd name="connsiteY0" fmla="*/ 0 h 391965"/>
                <a:gd name="connsiteX1" fmla="*/ 39952 w 391965"/>
                <a:gd name="connsiteY1" fmla="*/ 39952 h 391965"/>
                <a:gd name="connsiteX2" fmla="*/ 0 w 391965"/>
                <a:gd name="connsiteY2" fmla="*/ 161262 h 391965"/>
                <a:gd name="connsiteX3" fmla="*/ 234538 w 391965"/>
                <a:gd name="connsiteY3" fmla="*/ 395800 h 391965"/>
                <a:gd name="connsiteX4" fmla="*/ 395793 w 391965"/>
                <a:gd name="connsiteY4" fmla="*/ 234538 h 391965"/>
                <a:gd name="connsiteX5" fmla="*/ 112181 w 391965"/>
                <a:gd name="connsiteY5" fmla="*/ 112188 h 391965"/>
                <a:gd name="connsiteX6" fmla="*/ 79425 w 391965"/>
                <a:gd name="connsiteY6" fmla="*/ 112161 h 391965"/>
                <a:gd name="connsiteX7" fmla="*/ 79452 w 391965"/>
                <a:gd name="connsiteY7" fmla="*/ 79405 h 391965"/>
                <a:gd name="connsiteX8" fmla="*/ 112181 w 391965"/>
                <a:gd name="connsiteY8" fmla="*/ 79405 h 391965"/>
                <a:gd name="connsiteX9" fmla="*/ 112208 w 391965"/>
                <a:gd name="connsiteY9" fmla="*/ 112161 h 391965"/>
                <a:gd name="connsiteX10" fmla="*/ 112181 w 391965"/>
                <a:gd name="connsiteY10" fmla="*/ 112188 h 391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1965" h="391965">
                  <a:moveTo>
                    <a:pt x="161255" y="0"/>
                  </a:moveTo>
                  <a:lnTo>
                    <a:pt x="39952" y="39952"/>
                  </a:lnTo>
                  <a:lnTo>
                    <a:pt x="0" y="161262"/>
                  </a:lnTo>
                  <a:lnTo>
                    <a:pt x="234538" y="395800"/>
                  </a:lnTo>
                  <a:lnTo>
                    <a:pt x="395793" y="234538"/>
                  </a:lnTo>
                  <a:close/>
                  <a:moveTo>
                    <a:pt x="112181" y="112188"/>
                  </a:moveTo>
                  <a:cubicBezTo>
                    <a:pt x="103128" y="121225"/>
                    <a:pt x="88463" y="121213"/>
                    <a:pt x="79425" y="112161"/>
                  </a:cubicBezTo>
                  <a:cubicBezTo>
                    <a:pt x="70387" y="103108"/>
                    <a:pt x="70400" y="88443"/>
                    <a:pt x="79452" y="79405"/>
                  </a:cubicBezTo>
                  <a:cubicBezTo>
                    <a:pt x="88494" y="70378"/>
                    <a:pt x="103139" y="70378"/>
                    <a:pt x="112181" y="79405"/>
                  </a:cubicBezTo>
                  <a:cubicBezTo>
                    <a:pt x="121233" y="88443"/>
                    <a:pt x="121245" y="103108"/>
                    <a:pt x="112208" y="112161"/>
                  </a:cubicBezTo>
                  <a:cubicBezTo>
                    <a:pt x="112199" y="112170"/>
                    <a:pt x="112190" y="112179"/>
                    <a:pt x="112181" y="112188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3" name="Freeform: Shape 107">
              <a:extLst>
                <a:ext uri="{FF2B5EF4-FFF2-40B4-BE49-F238E27FC236}">
                  <a16:creationId xmlns:a16="http://schemas.microsoft.com/office/drawing/2014/main" id="{F181D9D9-73D6-163C-CB2B-44814F49AD0B}"/>
                </a:ext>
              </a:extLst>
            </p:cNvPr>
            <p:cNvSpPr/>
            <p:nvPr/>
          </p:nvSpPr>
          <p:spPr>
            <a:xfrm>
              <a:off x="6908249" y="3156621"/>
              <a:ext cx="413615" cy="501903"/>
            </a:xfrm>
            <a:custGeom>
              <a:avLst/>
              <a:gdLst>
                <a:gd name="connsiteX0" fmla="*/ 236743 w 413615"/>
                <a:gd name="connsiteY0" fmla="*/ 312448 h 501903"/>
                <a:gd name="connsiteX1" fmla="*/ 264609 w 413615"/>
                <a:gd name="connsiteY1" fmla="*/ 340306 h 501903"/>
                <a:gd name="connsiteX2" fmla="*/ 259706 w 413615"/>
                <a:gd name="connsiteY2" fmla="*/ 317351 h 501903"/>
                <a:gd name="connsiteX3" fmla="*/ 236743 w 413615"/>
                <a:gd name="connsiteY3" fmla="*/ 312448 h 501903"/>
                <a:gd name="connsiteX4" fmla="*/ 180913 w 413615"/>
                <a:gd name="connsiteY4" fmla="*/ 281803 h 501903"/>
                <a:gd name="connsiteX5" fmla="*/ 185816 w 413615"/>
                <a:gd name="connsiteY5" fmla="*/ 304758 h 501903"/>
                <a:gd name="connsiteX6" fmla="*/ 208672 w 413615"/>
                <a:gd name="connsiteY6" fmla="*/ 309562 h 501903"/>
                <a:gd name="connsiteX7" fmla="*/ 167572 w 413615"/>
                <a:gd name="connsiteY7" fmla="*/ 243284 h 501903"/>
                <a:gd name="connsiteX8" fmla="*/ 180293 w 413615"/>
                <a:gd name="connsiteY8" fmla="*/ 256005 h 501903"/>
                <a:gd name="connsiteX9" fmla="*/ 229054 w 413615"/>
                <a:gd name="connsiteY9" fmla="*/ 261521 h 501903"/>
                <a:gd name="connsiteX10" fmla="*/ 229050 w 413615"/>
                <a:gd name="connsiteY10" fmla="*/ 273898 h 501903"/>
                <a:gd name="connsiteX11" fmla="*/ 216454 w 413615"/>
                <a:gd name="connsiteY11" fmla="*/ 274114 h 501903"/>
                <a:gd name="connsiteX12" fmla="*/ 193606 w 413615"/>
                <a:gd name="connsiteY12" fmla="*/ 269310 h 501903"/>
                <a:gd name="connsiteX13" fmla="*/ 223538 w 413615"/>
                <a:gd name="connsiteY13" fmla="*/ 299242 h 501903"/>
                <a:gd name="connsiteX14" fmla="*/ 265392 w 413615"/>
                <a:gd name="connsiteY14" fmla="*/ 299240 h 501903"/>
                <a:gd name="connsiteX15" fmla="*/ 277821 w 413615"/>
                <a:gd name="connsiteY15" fmla="*/ 353519 h 501903"/>
                <a:gd name="connsiteX16" fmla="*/ 290543 w 413615"/>
                <a:gd name="connsiteY16" fmla="*/ 366233 h 501903"/>
                <a:gd name="connsiteX17" fmla="*/ 290543 w 413615"/>
                <a:gd name="connsiteY17" fmla="*/ 378833 h 501903"/>
                <a:gd name="connsiteX18" fmla="*/ 277943 w 413615"/>
                <a:gd name="connsiteY18" fmla="*/ 378833 h 501903"/>
                <a:gd name="connsiteX19" fmla="*/ 265222 w 413615"/>
                <a:gd name="connsiteY19" fmla="*/ 366112 h 501903"/>
                <a:gd name="connsiteX20" fmla="*/ 216461 w 413615"/>
                <a:gd name="connsiteY20" fmla="*/ 360596 h 501903"/>
                <a:gd name="connsiteX21" fmla="*/ 216461 w 413615"/>
                <a:gd name="connsiteY21" fmla="*/ 347996 h 501903"/>
                <a:gd name="connsiteX22" fmla="*/ 229061 w 413615"/>
                <a:gd name="connsiteY22" fmla="*/ 347996 h 501903"/>
                <a:gd name="connsiteX23" fmla="*/ 252016 w 413615"/>
                <a:gd name="connsiteY23" fmla="*/ 352878 h 501903"/>
                <a:gd name="connsiteX24" fmla="*/ 221977 w 413615"/>
                <a:gd name="connsiteY24" fmla="*/ 322881 h 501903"/>
                <a:gd name="connsiteX25" fmla="*/ 180052 w 413615"/>
                <a:gd name="connsiteY25" fmla="*/ 322881 h 501903"/>
                <a:gd name="connsiteX26" fmla="*/ 167701 w 413615"/>
                <a:gd name="connsiteY26" fmla="*/ 268605 h 501903"/>
                <a:gd name="connsiteX27" fmla="*/ 154979 w 413615"/>
                <a:gd name="connsiteY27" fmla="*/ 255884 h 501903"/>
                <a:gd name="connsiteX28" fmla="*/ 154976 w 413615"/>
                <a:gd name="connsiteY28" fmla="*/ 243506 h 501903"/>
                <a:gd name="connsiteX29" fmla="*/ 167572 w 413615"/>
                <a:gd name="connsiteY29" fmla="*/ 243284 h 501903"/>
                <a:gd name="connsiteX30" fmla="*/ 104716 w 413615"/>
                <a:gd name="connsiteY30" fmla="*/ 178760 h 501903"/>
                <a:gd name="connsiteX31" fmla="*/ 104717 w 413615"/>
                <a:gd name="connsiteY31" fmla="*/ 178760 h 501903"/>
                <a:gd name="connsiteX32" fmla="*/ 103211 w 413615"/>
                <a:gd name="connsiteY32" fmla="*/ 178902 h 501903"/>
                <a:gd name="connsiteX33" fmla="*/ 111051 w 413615"/>
                <a:gd name="connsiteY33" fmla="*/ 186742 h 501903"/>
                <a:gd name="connsiteX34" fmla="*/ 111051 w 413615"/>
                <a:gd name="connsiteY34" fmla="*/ 199342 h 501903"/>
                <a:gd name="connsiteX35" fmla="*/ 98450 w 413615"/>
                <a:gd name="connsiteY35" fmla="*/ 199342 h 501903"/>
                <a:gd name="connsiteX36" fmla="*/ 90611 w 413615"/>
                <a:gd name="connsiteY36" fmla="*/ 191502 h 501903"/>
                <a:gd name="connsiteX37" fmla="*/ 94638 w 413615"/>
                <a:gd name="connsiteY37" fmla="*/ 203090 h 501903"/>
                <a:gd name="connsiteX38" fmla="*/ 114793 w 413615"/>
                <a:gd name="connsiteY38" fmla="*/ 203090 h 501903"/>
                <a:gd name="connsiteX39" fmla="*/ 114793 w 413615"/>
                <a:gd name="connsiteY39" fmla="*/ 182936 h 501903"/>
                <a:gd name="connsiteX40" fmla="*/ 104717 w 413615"/>
                <a:gd name="connsiteY40" fmla="*/ 178760 h 501903"/>
                <a:gd name="connsiteX41" fmla="*/ 104723 w 413615"/>
                <a:gd name="connsiteY41" fmla="*/ 178760 h 501903"/>
                <a:gd name="connsiteX42" fmla="*/ 36615 w 413615"/>
                <a:gd name="connsiteY42" fmla="*/ 175095 h 501903"/>
                <a:gd name="connsiteX43" fmla="*/ 42001 w 413615"/>
                <a:gd name="connsiteY43" fmla="*/ 186484 h 501903"/>
                <a:gd name="connsiteX44" fmla="*/ 19089 w 413615"/>
                <a:gd name="connsiteY44" fmla="*/ 256047 h 501903"/>
                <a:gd name="connsiteX45" fmla="*/ 243451 w 413615"/>
                <a:gd name="connsiteY45" fmla="*/ 480401 h 501903"/>
                <a:gd name="connsiteX46" fmla="*/ 398413 w 413615"/>
                <a:gd name="connsiteY46" fmla="*/ 325447 h 501903"/>
                <a:gd name="connsiteX47" fmla="*/ 398418 w 413615"/>
                <a:gd name="connsiteY47" fmla="*/ 325442 h 501903"/>
                <a:gd name="connsiteX48" fmla="*/ 411006 w 413615"/>
                <a:gd name="connsiteY48" fmla="*/ 325447 h 501903"/>
                <a:gd name="connsiteX49" fmla="*/ 411007 w 413615"/>
                <a:gd name="connsiteY49" fmla="*/ 325448 h 501903"/>
                <a:gd name="connsiteX50" fmla="*/ 411006 w 413615"/>
                <a:gd name="connsiteY50" fmla="*/ 338047 h 501903"/>
                <a:gd name="connsiteX51" fmla="*/ 249730 w 413615"/>
                <a:gd name="connsiteY51" fmla="*/ 499294 h 501903"/>
                <a:gd name="connsiteX52" fmla="*/ 249728 w 413615"/>
                <a:gd name="connsiteY52" fmla="*/ 499296 h 501903"/>
                <a:gd name="connsiteX53" fmla="*/ 237130 w 413615"/>
                <a:gd name="connsiteY53" fmla="*/ 499294 h 501903"/>
                <a:gd name="connsiteX54" fmla="*/ 2591 w 413615"/>
                <a:gd name="connsiteY54" fmla="*/ 264763 h 501903"/>
                <a:gd name="connsiteX55" fmla="*/ 453 w 413615"/>
                <a:gd name="connsiteY55" fmla="*/ 255684 h 501903"/>
                <a:gd name="connsiteX56" fmla="*/ 25082 w 413615"/>
                <a:gd name="connsiteY56" fmla="*/ 180918 h 501903"/>
                <a:gd name="connsiteX57" fmla="*/ 25226 w 413615"/>
                <a:gd name="connsiteY57" fmla="*/ 180481 h 501903"/>
                <a:gd name="connsiteX58" fmla="*/ 36615 w 413615"/>
                <a:gd name="connsiteY58" fmla="*/ 175095 h 501903"/>
                <a:gd name="connsiteX59" fmla="*/ 50395 w 413615"/>
                <a:gd name="connsiteY59" fmla="*/ 2610 h 501903"/>
                <a:gd name="connsiteX60" fmla="*/ 62995 w 413615"/>
                <a:gd name="connsiteY60" fmla="*/ 2610 h 501903"/>
                <a:gd name="connsiteX61" fmla="*/ 62995 w 413615"/>
                <a:gd name="connsiteY61" fmla="*/ 15209 h 501903"/>
                <a:gd name="connsiteX62" fmla="*/ 45278 w 413615"/>
                <a:gd name="connsiteY62" fmla="*/ 32919 h 501903"/>
                <a:gd name="connsiteX63" fmla="*/ 45278 w 413615"/>
                <a:gd name="connsiteY63" fmla="*/ 120956 h 501903"/>
                <a:gd name="connsiteX64" fmla="*/ 51286 w 413615"/>
                <a:gd name="connsiteY64" fmla="*/ 126963 h 501903"/>
                <a:gd name="connsiteX65" fmla="*/ 167387 w 413615"/>
                <a:gd name="connsiteY65" fmla="*/ 88771 h 501903"/>
                <a:gd name="connsiteX66" fmla="*/ 176474 w 413615"/>
                <a:gd name="connsiteY66" fmla="*/ 90909 h 501903"/>
                <a:gd name="connsiteX67" fmla="*/ 381365 w 413615"/>
                <a:gd name="connsiteY67" fmla="*/ 295801 h 501903"/>
                <a:gd name="connsiteX68" fmla="*/ 381365 w 413615"/>
                <a:gd name="connsiteY68" fmla="*/ 308401 h 501903"/>
                <a:gd name="connsiteX69" fmla="*/ 368765 w 413615"/>
                <a:gd name="connsiteY69" fmla="*/ 308401 h 501903"/>
                <a:gd name="connsiteX70" fmla="*/ 167758 w 413615"/>
                <a:gd name="connsiteY70" fmla="*/ 107378 h 501903"/>
                <a:gd name="connsiteX71" fmla="*/ 65404 w 413615"/>
                <a:gd name="connsiteY71" fmla="*/ 141096 h 501903"/>
                <a:gd name="connsiteX72" fmla="*/ 89335 w 413615"/>
                <a:gd name="connsiteY72" fmla="*/ 165027 h 501903"/>
                <a:gd name="connsiteX73" fmla="*/ 127400 w 413615"/>
                <a:gd name="connsiteY73" fmla="*/ 170336 h 501903"/>
                <a:gd name="connsiteX74" fmla="*/ 132868 w 413615"/>
                <a:gd name="connsiteY74" fmla="*/ 208336 h 501903"/>
                <a:gd name="connsiteX75" fmla="*/ 89447 w 413615"/>
                <a:gd name="connsiteY75" fmla="*/ 221047 h 501903"/>
                <a:gd name="connsiteX76" fmla="*/ 76736 w 413615"/>
                <a:gd name="connsiteY76" fmla="*/ 177627 h 501903"/>
                <a:gd name="connsiteX77" fmla="*/ 32679 w 413615"/>
                <a:gd name="connsiteY77" fmla="*/ 133577 h 501903"/>
                <a:gd name="connsiteX78" fmla="*/ 32679 w 413615"/>
                <a:gd name="connsiteY78" fmla="*/ 20348 h 50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413615" h="501903">
                  <a:moveTo>
                    <a:pt x="236743" y="312448"/>
                  </a:moveTo>
                  <a:lnTo>
                    <a:pt x="264609" y="340306"/>
                  </a:lnTo>
                  <a:cubicBezTo>
                    <a:pt x="267618" y="332355"/>
                    <a:pt x="265701" y="323379"/>
                    <a:pt x="259706" y="317351"/>
                  </a:cubicBezTo>
                  <a:cubicBezTo>
                    <a:pt x="253677" y="311351"/>
                    <a:pt x="244696" y="309434"/>
                    <a:pt x="236743" y="312448"/>
                  </a:cubicBezTo>
                  <a:close/>
                  <a:moveTo>
                    <a:pt x="180913" y="281803"/>
                  </a:moveTo>
                  <a:cubicBezTo>
                    <a:pt x="177904" y="289754"/>
                    <a:pt x="179821" y="298731"/>
                    <a:pt x="185816" y="304758"/>
                  </a:cubicBezTo>
                  <a:cubicBezTo>
                    <a:pt x="191907" y="310564"/>
                    <a:pt x="200759" y="312425"/>
                    <a:pt x="208672" y="309562"/>
                  </a:cubicBezTo>
                  <a:close/>
                  <a:moveTo>
                    <a:pt x="167572" y="243284"/>
                  </a:moveTo>
                  <a:lnTo>
                    <a:pt x="180293" y="256005"/>
                  </a:lnTo>
                  <a:cubicBezTo>
                    <a:pt x="195834" y="246203"/>
                    <a:pt x="216095" y="248495"/>
                    <a:pt x="229054" y="261521"/>
                  </a:cubicBezTo>
                  <a:cubicBezTo>
                    <a:pt x="232387" y="264974"/>
                    <a:pt x="232386" y="270447"/>
                    <a:pt x="229050" y="273898"/>
                  </a:cubicBezTo>
                  <a:cubicBezTo>
                    <a:pt x="225631" y="277436"/>
                    <a:pt x="219992" y="277533"/>
                    <a:pt x="216454" y="274114"/>
                  </a:cubicBezTo>
                  <a:cubicBezTo>
                    <a:pt x="210365" y="268309"/>
                    <a:pt x="201517" y="266449"/>
                    <a:pt x="193606" y="269310"/>
                  </a:cubicBezTo>
                  <a:lnTo>
                    <a:pt x="223538" y="299242"/>
                  </a:lnTo>
                  <a:cubicBezTo>
                    <a:pt x="236333" y="291213"/>
                    <a:pt x="252595" y="291212"/>
                    <a:pt x="265392" y="299240"/>
                  </a:cubicBezTo>
                  <a:cubicBezTo>
                    <a:pt x="283813" y="310796"/>
                    <a:pt x="289378" y="335098"/>
                    <a:pt x="277821" y="353519"/>
                  </a:cubicBezTo>
                  <a:lnTo>
                    <a:pt x="290543" y="366233"/>
                  </a:lnTo>
                  <a:cubicBezTo>
                    <a:pt x="294022" y="369712"/>
                    <a:pt x="294022" y="375353"/>
                    <a:pt x="290543" y="378833"/>
                  </a:cubicBezTo>
                  <a:cubicBezTo>
                    <a:pt x="287063" y="382312"/>
                    <a:pt x="281422" y="382312"/>
                    <a:pt x="277943" y="378833"/>
                  </a:cubicBezTo>
                  <a:lnTo>
                    <a:pt x="265222" y="366112"/>
                  </a:lnTo>
                  <a:cubicBezTo>
                    <a:pt x="249673" y="375881"/>
                    <a:pt x="229434" y="373591"/>
                    <a:pt x="216461" y="360596"/>
                  </a:cubicBezTo>
                  <a:cubicBezTo>
                    <a:pt x="212982" y="357116"/>
                    <a:pt x="212982" y="351475"/>
                    <a:pt x="216461" y="347996"/>
                  </a:cubicBezTo>
                  <a:cubicBezTo>
                    <a:pt x="219940" y="344516"/>
                    <a:pt x="225582" y="344516"/>
                    <a:pt x="229061" y="347996"/>
                  </a:cubicBezTo>
                  <a:cubicBezTo>
                    <a:pt x="235093" y="353984"/>
                    <a:pt x="244069" y="355892"/>
                    <a:pt x="252016" y="352878"/>
                  </a:cubicBezTo>
                  <a:lnTo>
                    <a:pt x="221977" y="322881"/>
                  </a:lnTo>
                  <a:cubicBezTo>
                    <a:pt x="209165" y="330944"/>
                    <a:pt x="192864" y="330944"/>
                    <a:pt x="180052" y="322881"/>
                  </a:cubicBezTo>
                  <a:cubicBezTo>
                    <a:pt x="161653" y="311304"/>
                    <a:pt x="156123" y="287004"/>
                    <a:pt x="167701" y="268605"/>
                  </a:cubicBezTo>
                  <a:lnTo>
                    <a:pt x="154979" y="255884"/>
                  </a:lnTo>
                  <a:cubicBezTo>
                    <a:pt x="151644" y="252433"/>
                    <a:pt x="151643" y="246960"/>
                    <a:pt x="154976" y="243506"/>
                  </a:cubicBezTo>
                  <a:cubicBezTo>
                    <a:pt x="158393" y="239967"/>
                    <a:pt x="164032" y="239867"/>
                    <a:pt x="167572" y="243284"/>
                  </a:cubicBezTo>
                  <a:close/>
                  <a:moveTo>
                    <a:pt x="104716" y="178760"/>
                  </a:moveTo>
                  <a:lnTo>
                    <a:pt x="104717" y="178760"/>
                  </a:lnTo>
                  <a:lnTo>
                    <a:pt x="103211" y="178902"/>
                  </a:lnTo>
                  <a:lnTo>
                    <a:pt x="111051" y="186742"/>
                  </a:lnTo>
                  <a:cubicBezTo>
                    <a:pt x="114531" y="190221"/>
                    <a:pt x="114531" y="195862"/>
                    <a:pt x="111051" y="199342"/>
                  </a:cubicBezTo>
                  <a:cubicBezTo>
                    <a:pt x="107572" y="202821"/>
                    <a:pt x="101930" y="202821"/>
                    <a:pt x="98450" y="199342"/>
                  </a:cubicBezTo>
                  <a:lnTo>
                    <a:pt x="90611" y="191502"/>
                  </a:lnTo>
                  <a:cubicBezTo>
                    <a:pt x="89937" y="195795"/>
                    <a:pt x="91447" y="200141"/>
                    <a:pt x="94638" y="203090"/>
                  </a:cubicBezTo>
                  <a:cubicBezTo>
                    <a:pt x="100276" y="208477"/>
                    <a:pt x="109154" y="208477"/>
                    <a:pt x="114793" y="203090"/>
                  </a:cubicBezTo>
                  <a:cubicBezTo>
                    <a:pt x="120357" y="197524"/>
                    <a:pt x="120357" y="188502"/>
                    <a:pt x="114793" y="182936"/>
                  </a:cubicBezTo>
                  <a:lnTo>
                    <a:pt x="104717" y="178760"/>
                  </a:lnTo>
                  <a:lnTo>
                    <a:pt x="104723" y="178760"/>
                  </a:lnTo>
                  <a:close/>
                  <a:moveTo>
                    <a:pt x="36615" y="175095"/>
                  </a:moveTo>
                  <a:cubicBezTo>
                    <a:pt x="41247" y="176753"/>
                    <a:pt x="43659" y="181852"/>
                    <a:pt x="42001" y="186484"/>
                  </a:cubicBezTo>
                  <a:lnTo>
                    <a:pt x="19089" y="256047"/>
                  </a:lnTo>
                  <a:lnTo>
                    <a:pt x="243451" y="480401"/>
                  </a:lnTo>
                  <a:lnTo>
                    <a:pt x="398413" y="325447"/>
                  </a:lnTo>
                  <a:cubicBezTo>
                    <a:pt x="398414" y="325445"/>
                    <a:pt x="398416" y="325444"/>
                    <a:pt x="398418" y="325442"/>
                  </a:cubicBezTo>
                  <a:cubicBezTo>
                    <a:pt x="401895" y="321967"/>
                    <a:pt x="407531" y="321969"/>
                    <a:pt x="411006" y="325447"/>
                  </a:cubicBezTo>
                  <a:cubicBezTo>
                    <a:pt x="411006" y="325447"/>
                    <a:pt x="411007" y="325448"/>
                    <a:pt x="411007" y="325448"/>
                  </a:cubicBezTo>
                  <a:cubicBezTo>
                    <a:pt x="414486" y="328928"/>
                    <a:pt x="414485" y="334568"/>
                    <a:pt x="411006" y="338047"/>
                  </a:cubicBezTo>
                  <a:lnTo>
                    <a:pt x="249730" y="499294"/>
                  </a:lnTo>
                  <a:cubicBezTo>
                    <a:pt x="249729" y="499295"/>
                    <a:pt x="249729" y="499295"/>
                    <a:pt x="249728" y="499296"/>
                  </a:cubicBezTo>
                  <a:cubicBezTo>
                    <a:pt x="246249" y="502774"/>
                    <a:pt x="240608" y="502773"/>
                    <a:pt x="237130" y="499294"/>
                  </a:cubicBezTo>
                  <a:lnTo>
                    <a:pt x="2591" y="264763"/>
                  </a:lnTo>
                  <a:cubicBezTo>
                    <a:pt x="221" y="262383"/>
                    <a:pt x="-606" y="258871"/>
                    <a:pt x="453" y="255684"/>
                  </a:cubicBezTo>
                  <a:lnTo>
                    <a:pt x="25082" y="180918"/>
                  </a:lnTo>
                  <a:cubicBezTo>
                    <a:pt x="25127" y="180771"/>
                    <a:pt x="25175" y="180626"/>
                    <a:pt x="25226" y="180481"/>
                  </a:cubicBezTo>
                  <a:cubicBezTo>
                    <a:pt x="26884" y="175849"/>
                    <a:pt x="31983" y="173438"/>
                    <a:pt x="36615" y="175095"/>
                  </a:cubicBezTo>
                  <a:close/>
                  <a:moveTo>
                    <a:pt x="50395" y="2610"/>
                  </a:moveTo>
                  <a:cubicBezTo>
                    <a:pt x="53875" y="-870"/>
                    <a:pt x="59516" y="-870"/>
                    <a:pt x="62995" y="2610"/>
                  </a:cubicBezTo>
                  <a:cubicBezTo>
                    <a:pt x="66475" y="6089"/>
                    <a:pt x="66475" y="11730"/>
                    <a:pt x="62995" y="15209"/>
                  </a:cubicBezTo>
                  <a:lnTo>
                    <a:pt x="45278" y="32919"/>
                  </a:lnTo>
                  <a:cubicBezTo>
                    <a:pt x="21012" y="57248"/>
                    <a:pt x="21012" y="96626"/>
                    <a:pt x="45278" y="120956"/>
                  </a:cubicBezTo>
                  <a:lnTo>
                    <a:pt x="51286" y="126963"/>
                  </a:lnTo>
                  <a:lnTo>
                    <a:pt x="167387" y="88771"/>
                  </a:lnTo>
                  <a:cubicBezTo>
                    <a:pt x="170577" y="87716"/>
                    <a:pt x="174089" y="88542"/>
                    <a:pt x="176474" y="90909"/>
                  </a:cubicBezTo>
                  <a:lnTo>
                    <a:pt x="381365" y="295801"/>
                  </a:lnTo>
                  <a:cubicBezTo>
                    <a:pt x="384844" y="299280"/>
                    <a:pt x="384844" y="304921"/>
                    <a:pt x="381365" y="308401"/>
                  </a:cubicBezTo>
                  <a:cubicBezTo>
                    <a:pt x="377886" y="311880"/>
                    <a:pt x="372245" y="311880"/>
                    <a:pt x="368765" y="308401"/>
                  </a:cubicBezTo>
                  <a:lnTo>
                    <a:pt x="167758" y="107378"/>
                  </a:lnTo>
                  <a:lnTo>
                    <a:pt x="65404" y="141096"/>
                  </a:lnTo>
                  <a:lnTo>
                    <a:pt x="89335" y="165027"/>
                  </a:lnTo>
                  <a:cubicBezTo>
                    <a:pt x="101769" y="158011"/>
                    <a:pt x="117361" y="160186"/>
                    <a:pt x="127400" y="170336"/>
                  </a:cubicBezTo>
                  <a:cubicBezTo>
                    <a:pt x="137465" y="180380"/>
                    <a:pt x="139693" y="195862"/>
                    <a:pt x="132868" y="208336"/>
                  </a:cubicBezTo>
                  <a:cubicBezTo>
                    <a:pt x="124388" y="223837"/>
                    <a:pt x="104948" y="229527"/>
                    <a:pt x="89447" y="221047"/>
                  </a:cubicBezTo>
                  <a:cubicBezTo>
                    <a:pt x="73946" y="212567"/>
                    <a:pt x="68255" y="193127"/>
                    <a:pt x="76736" y="177627"/>
                  </a:cubicBezTo>
                  <a:lnTo>
                    <a:pt x="32679" y="133577"/>
                  </a:lnTo>
                  <a:cubicBezTo>
                    <a:pt x="1464" y="102287"/>
                    <a:pt x="1464" y="51637"/>
                    <a:pt x="32679" y="20348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34" name="Group 259">
            <a:extLst>
              <a:ext uri="{FF2B5EF4-FFF2-40B4-BE49-F238E27FC236}">
                <a16:creationId xmlns:a16="http://schemas.microsoft.com/office/drawing/2014/main" id="{F63CB2FA-A576-E87B-BE19-B98C6F89F373}"/>
              </a:ext>
            </a:extLst>
          </p:cNvPr>
          <p:cNvGrpSpPr/>
          <p:nvPr/>
        </p:nvGrpSpPr>
        <p:grpSpPr>
          <a:xfrm>
            <a:off x="5877403" y="3161503"/>
            <a:ext cx="440664" cy="492196"/>
            <a:chOff x="5877403" y="3161503"/>
            <a:chExt cx="440664" cy="492196"/>
          </a:xfrm>
          <a:noFill/>
        </p:grpSpPr>
        <p:sp>
          <p:nvSpPr>
            <p:cNvPr id="135" name="Freeform: Shape 109">
              <a:extLst>
                <a:ext uri="{FF2B5EF4-FFF2-40B4-BE49-F238E27FC236}">
                  <a16:creationId xmlns:a16="http://schemas.microsoft.com/office/drawing/2014/main" id="{7C13073D-8440-A1F3-28AF-E749E57CE8FB}"/>
                </a:ext>
              </a:extLst>
            </p:cNvPr>
            <p:cNvSpPr/>
            <p:nvPr/>
          </p:nvSpPr>
          <p:spPr>
            <a:xfrm>
              <a:off x="5886312" y="3170412"/>
              <a:ext cx="422845" cy="430785"/>
            </a:xfrm>
            <a:custGeom>
              <a:avLst/>
              <a:gdLst>
                <a:gd name="connsiteX0" fmla="*/ 0 w 422845"/>
                <a:gd name="connsiteY0" fmla="*/ 87216 h 430785"/>
                <a:gd name="connsiteX1" fmla="*/ 166828 w 422845"/>
                <a:gd name="connsiteY1" fmla="*/ 87216 h 430785"/>
                <a:gd name="connsiteX2" fmla="*/ 166828 w 422845"/>
                <a:gd name="connsiteY2" fmla="*/ 87217 h 430785"/>
                <a:gd name="connsiteX3" fmla="*/ 166828 w 422845"/>
                <a:gd name="connsiteY3" fmla="*/ 176407 h 430785"/>
                <a:gd name="connsiteX4" fmla="*/ 211420 w 422845"/>
                <a:gd name="connsiteY4" fmla="*/ 131816 h 430785"/>
                <a:gd name="connsiteX5" fmla="*/ 256012 w 422845"/>
                <a:gd name="connsiteY5" fmla="*/ 176407 h 430785"/>
                <a:gd name="connsiteX6" fmla="*/ 256012 w 422845"/>
                <a:gd name="connsiteY6" fmla="*/ 87217 h 430785"/>
                <a:gd name="connsiteX7" fmla="*/ 256012 w 422845"/>
                <a:gd name="connsiteY7" fmla="*/ 87216 h 430785"/>
                <a:gd name="connsiteX8" fmla="*/ 422845 w 422845"/>
                <a:gd name="connsiteY8" fmla="*/ 87216 h 430785"/>
                <a:gd name="connsiteX9" fmla="*/ 422845 w 422845"/>
                <a:gd name="connsiteY9" fmla="*/ 430785 h 430785"/>
                <a:gd name="connsiteX10" fmla="*/ 285285 w 422845"/>
                <a:gd name="connsiteY10" fmla="*/ 430785 h 430785"/>
                <a:gd name="connsiteX11" fmla="*/ 291862 w 422845"/>
                <a:gd name="connsiteY11" fmla="*/ 421030 h 430785"/>
                <a:gd name="connsiteX12" fmla="*/ 298722 w 422845"/>
                <a:gd name="connsiteY12" fmla="*/ 387048 h 430785"/>
                <a:gd name="connsiteX13" fmla="*/ 211420 w 422845"/>
                <a:gd name="connsiteY13" fmla="*/ 299746 h 430785"/>
                <a:gd name="connsiteX14" fmla="*/ 124118 w 422845"/>
                <a:gd name="connsiteY14" fmla="*/ 387048 h 430785"/>
                <a:gd name="connsiteX15" fmla="*/ 130979 w 422845"/>
                <a:gd name="connsiteY15" fmla="*/ 421030 h 430785"/>
                <a:gd name="connsiteX16" fmla="*/ 137556 w 422845"/>
                <a:gd name="connsiteY16" fmla="*/ 430785 h 430785"/>
                <a:gd name="connsiteX17" fmla="*/ 0 w 422845"/>
                <a:gd name="connsiteY17" fmla="*/ 430785 h 430785"/>
                <a:gd name="connsiteX18" fmla="*/ 179770 w 422845"/>
                <a:gd name="connsiteY18" fmla="*/ 0 h 430785"/>
                <a:gd name="connsiteX19" fmla="*/ 243070 w 422845"/>
                <a:gd name="connsiteY19" fmla="*/ 0 h 430785"/>
                <a:gd name="connsiteX20" fmla="*/ 256012 w 422845"/>
                <a:gd name="connsiteY20" fmla="*/ 87217 h 430785"/>
                <a:gd name="connsiteX21" fmla="*/ 166828 w 422845"/>
                <a:gd name="connsiteY21" fmla="*/ 87217 h 43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845" h="430785">
                  <a:moveTo>
                    <a:pt x="0" y="87216"/>
                  </a:moveTo>
                  <a:lnTo>
                    <a:pt x="166828" y="87216"/>
                  </a:lnTo>
                  <a:lnTo>
                    <a:pt x="166828" y="87217"/>
                  </a:lnTo>
                  <a:lnTo>
                    <a:pt x="166828" y="176407"/>
                  </a:lnTo>
                  <a:lnTo>
                    <a:pt x="211420" y="131816"/>
                  </a:lnTo>
                  <a:lnTo>
                    <a:pt x="256012" y="176407"/>
                  </a:lnTo>
                  <a:lnTo>
                    <a:pt x="256012" y="87217"/>
                  </a:lnTo>
                  <a:lnTo>
                    <a:pt x="256012" y="87216"/>
                  </a:lnTo>
                  <a:lnTo>
                    <a:pt x="422845" y="87216"/>
                  </a:lnTo>
                  <a:lnTo>
                    <a:pt x="422845" y="430785"/>
                  </a:lnTo>
                  <a:lnTo>
                    <a:pt x="285285" y="430785"/>
                  </a:lnTo>
                  <a:lnTo>
                    <a:pt x="291862" y="421030"/>
                  </a:lnTo>
                  <a:cubicBezTo>
                    <a:pt x="296279" y="410585"/>
                    <a:pt x="298722" y="399102"/>
                    <a:pt x="298722" y="387048"/>
                  </a:cubicBezTo>
                  <a:cubicBezTo>
                    <a:pt x="298722" y="338832"/>
                    <a:pt x="259636" y="299746"/>
                    <a:pt x="211420" y="299746"/>
                  </a:cubicBezTo>
                  <a:cubicBezTo>
                    <a:pt x="163204" y="299746"/>
                    <a:pt x="124118" y="338832"/>
                    <a:pt x="124118" y="387048"/>
                  </a:cubicBezTo>
                  <a:cubicBezTo>
                    <a:pt x="124118" y="399102"/>
                    <a:pt x="126561" y="410585"/>
                    <a:pt x="130979" y="421030"/>
                  </a:cubicBezTo>
                  <a:lnTo>
                    <a:pt x="137556" y="430785"/>
                  </a:lnTo>
                  <a:lnTo>
                    <a:pt x="0" y="430785"/>
                  </a:lnTo>
                  <a:close/>
                  <a:moveTo>
                    <a:pt x="179770" y="0"/>
                  </a:moveTo>
                  <a:lnTo>
                    <a:pt x="243070" y="0"/>
                  </a:lnTo>
                  <a:lnTo>
                    <a:pt x="256012" y="87217"/>
                  </a:lnTo>
                  <a:lnTo>
                    <a:pt x="166828" y="87217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6" name="Freeform: Shape 110">
              <a:extLst>
                <a:ext uri="{FF2B5EF4-FFF2-40B4-BE49-F238E27FC236}">
                  <a16:creationId xmlns:a16="http://schemas.microsoft.com/office/drawing/2014/main" id="{48E53A49-97DC-414B-AB9D-58CDCDEF3DA4}"/>
                </a:ext>
              </a:extLst>
            </p:cNvPr>
            <p:cNvSpPr/>
            <p:nvPr/>
          </p:nvSpPr>
          <p:spPr>
            <a:xfrm>
              <a:off x="5877403" y="3161503"/>
              <a:ext cx="440664" cy="492196"/>
            </a:xfrm>
            <a:custGeom>
              <a:avLst/>
              <a:gdLst>
                <a:gd name="connsiteX0" fmla="*/ 220314 w 440664"/>
                <a:gd name="connsiteY0" fmla="*/ 338502 h 492196"/>
                <a:gd name="connsiteX1" fmla="*/ 229222 w 440664"/>
                <a:gd name="connsiteY1" fmla="*/ 347410 h 492196"/>
                <a:gd name="connsiteX2" fmla="*/ 229222 w 440664"/>
                <a:gd name="connsiteY2" fmla="*/ 422618 h 492196"/>
                <a:gd name="connsiteX3" fmla="*/ 255590 w 440664"/>
                <a:gd name="connsiteY3" fmla="*/ 395537 h 492196"/>
                <a:gd name="connsiteX4" fmla="*/ 255569 w 440664"/>
                <a:gd name="connsiteY4" fmla="*/ 395515 h 492196"/>
                <a:gd name="connsiteX5" fmla="*/ 268024 w 440664"/>
                <a:gd name="connsiteY5" fmla="*/ 395350 h 492196"/>
                <a:gd name="connsiteX6" fmla="*/ 268333 w 440664"/>
                <a:gd name="connsiteY6" fmla="*/ 407944 h 492196"/>
                <a:gd name="connsiteX7" fmla="*/ 226685 w 440664"/>
                <a:gd name="connsiteY7" fmla="*/ 450704 h 492196"/>
                <a:gd name="connsiteX8" fmla="*/ 226518 w 440664"/>
                <a:gd name="connsiteY8" fmla="*/ 450871 h 492196"/>
                <a:gd name="connsiteX9" fmla="*/ 213921 w 440664"/>
                <a:gd name="connsiteY9" fmla="*/ 450704 h 492196"/>
                <a:gd name="connsiteX10" fmla="*/ 172273 w 440664"/>
                <a:gd name="connsiteY10" fmla="*/ 407944 h 492196"/>
                <a:gd name="connsiteX11" fmla="*/ 172438 w 440664"/>
                <a:gd name="connsiteY11" fmla="*/ 395489 h 492196"/>
                <a:gd name="connsiteX12" fmla="*/ 185037 w 440664"/>
                <a:gd name="connsiteY12" fmla="*/ 395515 h 492196"/>
                <a:gd name="connsiteX13" fmla="*/ 211405 w 440664"/>
                <a:gd name="connsiteY13" fmla="*/ 422596 h 492196"/>
                <a:gd name="connsiteX14" fmla="*/ 211405 w 440664"/>
                <a:gd name="connsiteY14" fmla="*/ 347410 h 492196"/>
                <a:gd name="connsiteX15" fmla="*/ 220314 w 440664"/>
                <a:gd name="connsiteY15" fmla="*/ 338502 h 492196"/>
                <a:gd name="connsiteX16" fmla="*/ 220329 w 440664"/>
                <a:gd name="connsiteY16" fmla="*/ 317564 h 492196"/>
                <a:gd name="connsiteX17" fmla="*/ 141935 w 440664"/>
                <a:gd name="connsiteY17" fmla="*/ 395957 h 492196"/>
                <a:gd name="connsiteX18" fmla="*/ 220329 w 440664"/>
                <a:gd name="connsiteY18" fmla="*/ 474350 h 492196"/>
                <a:gd name="connsiteX19" fmla="*/ 298722 w 440664"/>
                <a:gd name="connsiteY19" fmla="*/ 395957 h 492196"/>
                <a:gd name="connsiteX20" fmla="*/ 220329 w 440664"/>
                <a:gd name="connsiteY20" fmla="*/ 317564 h 492196"/>
                <a:gd name="connsiteX21" fmla="*/ 431748 w 440664"/>
                <a:gd name="connsiteY21" fmla="*/ 126712 h 492196"/>
                <a:gd name="connsiteX22" fmla="*/ 431755 w 440664"/>
                <a:gd name="connsiteY22" fmla="*/ 126712 h 492196"/>
                <a:gd name="connsiteX23" fmla="*/ 440664 w 440664"/>
                <a:gd name="connsiteY23" fmla="*/ 135620 h 492196"/>
                <a:gd name="connsiteX24" fmla="*/ 440664 w 440664"/>
                <a:gd name="connsiteY24" fmla="*/ 439693 h 492196"/>
                <a:gd name="connsiteX25" fmla="*/ 431755 w 440664"/>
                <a:gd name="connsiteY25" fmla="*/ 448601 h 492196"/>
                <a:gd name="connsiteX26" fmla="*/ 300767 w 440664"/>
                <a:gd name="connsiteY26" fmla="*/ 448601 h 492196"/>
                <a:gd name="connsiteX27" fmla="*/ 185417 w 440664"/>
                <a:gd name="connsiteY27" fmla="*/ 485669 h 492196"/>
                <a:gd name="connsiteX28" fmla="*/ 130532 w 440664"/>
                <a:gd name="connsiteY28" fmla="*/ 361169 h 492196"/>
                <a:gd name="connsiteX29" fmla="*/ 255033 w 440664"/>
                <a:gd name="connsiteY29" fmla="*/ 306284 h 492196"/>
                <a:gd name="connsiteX30" fmla="*/ 309918 w 440664"/>
                <a:gd name="connsiteY30" fmla="*/ 430785 h 492196"/>
                <a:gd name="connsiteX31" fmla="*/ 422840 w 440664"/>
                <a:gd name="connsiteY31" fmla="*/ 430785 h 492196"/>
                <a:gd name="connsiteX32" fmla="*/ 422840 w 440664"/>
                <a:gd name="connsiteY32" fmla="*/ 135620 h 492196"/>
                <a:gd name="connsiteX33" fmla="*/ 431748 w 440664"/>
                <a:gd name="connsiteY33" fmla="*/ 126712 h 492196"/>
                <a:gd name="connsiteX34" fmla="*/ 262304 w 440664"/>
                <a:gd name="connsiteY34" fmla="*/ 17817 h 492196"/>
                <a:gd name="connsiteX35" fmla="*/ 272602 w 440664"/>
                <a:gd name="connsiteY35" fmla="*/ 87216 h 492196"/>
                <a:gd name="connsiteX36" fmla="*/ 416147 w 440664"/>
                <a:gd name="connsiteY36" fmla="*/ 87216 h 492196"/>
                <a:gd name="connsiteX37" fmla="*/ 375191 w 440664"/>
                <a:gd name="connsiteY37" fmla="*/ 17817 h 492196"/>
                <a:gd name="connsiteX38" fmla="*/ 196362 w 440664"/>
                <a:gd name="connsiteY38" fmla="*/ 17817 h 492196"/>
                <a:gd name="connsiteX39" fmla="*/ 186064 w 440664"/>
                <a:gd name="connsiteY39" fmla="*/ 87216 h 492196"/>
                <a:gd name="connsiteX40" fmla="*/ 254593 w 440664"/>
                <a:gd name="connsiteY40" fmla="*/ 87216 h 492196"/>
                <a:gd name="connsiteX41" fmla="*/ 244295 w 440664"/>
                <a:gd name="connsiteY41" fmla="*/ 17817 h 492196"/>
                <a:gd name="connsiteX42" fmla="*/ 60377 w 440664"/>
                <a:gd name="connsiteY42" fmla="*/ 0 h 492196"/>
                <a:gd name="connsiteX43" fmla="*/ 380272 w 440664"/>
                <a:gd name="connsiteY43" fmla="*/ 0 h 492196"/>
                <a:gd name="connsiteX44" fmla="*/ 387947 w 440664"/>
                <a:gd name="connsiteY44" fmla="*/ 4376 h 492196"/>
                <a:gd name="connsiteX45" fmla="*/ 439423 w 440664"/>
                <a:gd name="connsiteY45" fmla="*/ 91592 h 492196"/>
                <a:gd name="connsiteX46" fmla="*/ 440662 w 440664"/>
                <a:gd name="connsiteY46" fmla="*/ 96131 h 492196"/>
                <a:gd name="connsiteX47" fmla="*/ 431748 w 440664"/>
                <a:gd name="connsiteY47" fmla="*/ 105033 h 492196"/>
                <a:gd name="connsiteX48" fmla="*/ 273828 w 440664"/>
                <a:gd name="connsiteY48" fmla="*/ 105033 h 492196"/>
                <a:gd name="connsiteX49" fmla="*/ 273828 w 440664"/>
                <a:gd name="connsiteY49" fmla="*/ 185307 h 492196"/>
                <a:gd name="connsiteX50" fmla="*/ 271218 w 440664"/>
                <a:gd name="connsiteY50" fmla="*/ 191609 h 492196"/>
                <a:gd name="connsiteX51" fmla="*/ 258620 w 440664"/>
                <a:gd name="connsiteY51" fmla="*/ 191607 h 492196"/>
                <a:gd name="connsiteX52" fmla="*/ 220328 w 440664"/>
                <a:gd name="connsiteY52" fmla="*/ 153308 h 492196"/>
                <a:gd name="connsiteX53" fmla="*/ 182037 w 440664"/>
                <a:gd name="connsiteY53" fmla="*/ 191614 h 492196"/>
                <a:gd name="connsiteX54" fmla="*/ 175735 w 440664"/>
                <a:gd name="connsiteY54" fmla="*/ 194224 h 492196"/>
                <a:gd name="connsiteX55" fmla="*/ 166828 w 440664"/>
                <a:gd name="connsiteY55" fmla="*/ 185314 h 492196"/>
                <a:gd name="connsiteX56" fmla="*/ 166828 w 440664"/>
                <a:gd name="connsiteY56" fmla="*/ 132057 h 492196"/>
                <a:gd name="connsiteX57" fmla="*/ 175737 w 440664"/>
                <a:gd name="connsiteY57" fmla="*/ 123148 h 492196"/>
                <a:gd name="connsiteX58" fmla="*/ 184645 w 440664"/>
                <a:gd name="connsiteY58" fmla="*/ 132057 h 492196"/>
                <a:gd name="connsiteX59" fmla="*/ 184645 w 440664"/>
                <a:gd name="connsiteY59" fmla="*/ 163806 h 492196"/>
                <a:gd name="connsiteX60" fmla="*/ 214029 w 440664"/>
                <a:gd name="connsiteY60" fmla="*/ 134416 h 492196"/>
                <a:gd name="connsiteX61" fmla="*/ 226628 w 440664"/>
                <a:gd name="connsiteY61" fmla="*/ 134416 h 492196"/>
                <a:gd name="connsiteX62" fmla="*/ 256012 w 440664"/>
                <a:gd name="connsiteY62" fmla="*/ 163806 h 492196"/>
                <a:gd name="connsiteX63" fmla="*/ 256012 w 440664"/>
                <a:gd name="connsiteY63" fmla="*/ 105033 h 492196"/>
                <a:gd name="connsiteX64" fmla="*/ 56415 w 440664"/>
                <a:gd name="connsiteY64" fmla="*/ 105033 h 492196"/>
                <a:gd name="connsiteX65" fmla="*/ 47506 w 440664"/>
                <a:gd name="connsiteY65" fmla="*/ 96124 h 492196"/>
                <a:gd name="connsiteX66" fmla="*/ 56415 w 440664"/>
                <a:gd name="connsiteY66" fmla="*/ 87216 h 492196"/>
                <a:gd name="connsiteX67" fmla="*/ 168054 w 440664"/>
                <a:gd name="connsiteY67" fmla="*/ 87216 h 492196"/>
                <a:gd name="connsiteX68" fmla="*/ 178353 w 440664"/>
                <a:gd name="connsiteY68" fmla="*/ 17817 h 492196"/>
                <a:gd name="connsiteX69" fmla="*/ 65465 w 440664"/>
                <a:gd name="connsiteY69" fmla="*/ 17817 h 492196"/>
                <a:gd name="connsiteX70" fmla="*/ 17809 w 440664"/>
                <a:gd name="connsiteY70" fmla="*/ 98562 h 492196"/>
                <a:gd name="connsiteX71" fmla="*/ 17809 w 440664"/>
                <a:gd name="connsiteY71" fmla="*/ 430785 h 492196"/>
                <a:gd name="connsiteX72" fmla="*/ 83731 w 440664"/>
                <a:gd name="connsiteY72" fmla="*/ 430785 h 492196"/>
                <a:gd name="connsiteX73" fmla="*/ 83738 w 440664"/>
                <a:gd name="connsiteY73" fmla="*/ 430785 h 492196"/>
                <a:gd name="connsiteX74" fmla="*/ 92646 w 440664"/>
                <a:gd name="connsiteY74" fmla="*/ 439693 h 492196"/>
                <a:gd name="connsiteX75" fmla="*/ 83738 w 440664"/>
                <a:gd name="connsiteY75" fmla="*/ 448601 h 492196"/>
                <a:gd name="connsiteX76" fmla="*/ 8908 w 440664"/>
                <a:gd name="connsiteY76" fmla="*/ 448601 h 492196"/>
                <a:gd name="connsiteX77" fmla="*/ 0 w 440664"/>
                <a:gd name="connsiteY77" fmla="*/ 439693 h 492196"/>
                <a:gd name="connsiteX78" fmla="*/ 0 w 440664"/>
                <a:gd name="connsiteY78" fmla="*/ 96124 h 492196"/>
                <a:gd name="connsiteX79" fmla="*/ 114 w 440664"/>
                <a:gd name="connsiteY79" fmla="*/ 95561 h 492196"/>
                <a:gd name="connsiteX80" fmla="*/ 1040 w 440664"/>
                <a:gd name="connsiteY80" fmla="*/ 92148 h 492196"/>
                <a:gd name="connsiteX81" fmla="*/ 1233 w 440664"/>
                <a:gd name="connsiteY81" fmla="*/ 91592 h 492196"/>
                <a:gd name="connsiteX82" fmla="*/ 52702 w 440664"/>
                <a:gd name="connsiteY82" fmla="*/ 4376 h 492196"/>
                <a:gd name="connsiteX83" fmla="*/ 60377 w 440664"/>
                <a:gd name="connsiteY83" fmla="*/ 0 h 49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440664" h="492196">
                  <a:moveTo>
                    <a:pt x="220314" y="338502"/>
                  </a:moveTo>
                  <a:cubicBezTo>
                    <a:pt x="225233" y="338502"/>
                    <a:pt x="229222" y="342490"/>
                    <a:pt x="229222" y="347410"/>
                  </a:cubicBezTo>
                  <a:lnTo>
                    <a:pt x="229222" y="422618"/>
                  </a:lnTo>
                  <a:lnTo>
                    <a:pt x="255590" y="395537"/>
                  </a:lnTo>
                  <a:lnTo>
                    <a:pt x="255569" y="395515"/>
                  </a:lnTo>
                  <a:cubicBezTo>
                    <a:pt x="258986" y="392084"/>
                    <a:pt x="264518" y="392010"/>
                    <a:pt x="268024" y="395350"/>
                  </a:cubicBezTo>
                  <a:cubicBezTo>
                    <a:pt x="271588" y="398742"/>
                    <a:pt x="271726" y="404381"/>
                    <a:pt x="268333" y="407944"/>
                  </a:cubicBezTo>
                  <a:lnTo>
                    <a:pt x="226685" y="450704"/>
                  </a:lnTo>
                  <a:cubicBezTo>
                    <a:pt x="226630" y="450760"/>
                    <a:pt x="226574" y="450816"/>
                    <a:pt x="226518" y="450871"/>
                  </a:cubicBezTo>
                  <a:cubicBezTo>
                    <a:pt x="222994" y="454303"/>
                    <a:pt x="217354" y="454229"/>
                    <a:pt x="213921" y="450704"/>
                  </a:cubicBezTo>
                  <a:lnTo>
                    <a:pt x="172273" y="407944"/>
                  </a:lnTo>
                  <a:cubicBezTo>
                    <a:pt x="168934" y="404437"/>
                    <a:pt x="169007" y="398906"/>
                    <a:pt x="172438" y="395489"/>
                  </a:cubicBezTo>
                  <a:cubicBezTo>
                    <a:pt x="175925" y="392017"/>
                    <a:pt x="181565" y="392029"/>
                    <a:pt x="185037" y="395515"/>
                  </a:cubicBezTo>
                  <a:lnTo>
                    <a:pt x="211405" y="422596"/>
                  </a:lnTo>
                  <a:lnTo>
                    <a:pt x="211405" y="347410"/>
                  </a:lnTo>
                  <a:cubicBezTo>
                    <a:pt x="211405" y="342490"/>
                    <a:pt x="215394" y="338502"/>
                    <a:pt x="220314" y="338502"/>
                  </a:cubicBezTo>
                  <a:close/>
                  <a:moveTo>
                    <a:pt x="220329" y="317564"/>
                  </a:moveTo>
                  <a:cubicBezTo>
                    <a:pt x="177033" y="317564"/>
                    <a:pt x="141935" y="352661"/>
                    <a:pt x="141935" y="395957"/>
                  </a:cubicBezTo>
                  <a:cubicBezTo>
                    <a:pt x="141935" y="439252"/>
                    <a:pt x="177033" y="474350"/>
                    <a:pt x="220329" y="474350"/>
                  </a:cubicBezTo>
                  <a:cubicBezTo>
                    <a:pt x="263605" y="474303"/>
                    <a:pt x="298675" y="439233"/>
                    <a:pt x="298722" y="395957"/>
                  </a:cubicBezTo>
                  <a:cubicBezTo>
                    <a:pt x="298722" y="352661"/>
                    <a:pt x="263624" y="317564"/>
                    <a:pt x="220329" y="317564"/>
                  </a:cubicBezTo>
                  <a:close/>
                  <a:moveTo>
                    <a:pt x="431748" y="126712"/>
                  </a:moveTo>
                  <a:cubicBezTo>
                    <a:pt x="431751" y="126712"/>
                    <a:pt x="431753" y="126712"/>
                    <a:pt x="431755" y="126712"/>
                  </a:cubicBezTo>
                  <a:cubicBezTo>
                    <a:pt x="436675" y="126712"/>
                    <a:pt x="440664" y="130700"/>
                    <a:pt x="440664" y="135620"/>
                  </a:cubicBezTo>
                  <a:lnTo>
                    <a:pt x="440664" y="439693"/>
                  </a:lnTo>
                  <a:cubicBezTo>
                    <a:pt x="440664" y="444613"/>
                    <a:pt x="436675" y="448601"/>
                    <a:pt x="431755" y="448601"/>
                  </a:cubicBezTo>
                  <a:lnTo>
                    <a:pt x="300767" y="448601"/>
                  </a:lnTo>
                  <a:cubicBezTo>
                    <a:pt x="275903" y="486656"/>
                    <a:pt x="227796" y="502116"/>
                    <a:pt x="185417" y="485669"/>
                  </a:cubicBezTo>
                  <a:cubicBezTo>
                    <a:pt x="135881" y="466445"/>
                    <a:pt x="111308" y="410705"/>
                    <a:pt x="130532" y="361169"/>
                  </a:cubicBezTo>
                  <a:cubicBezTo>
                    <a:pt x="149756" y="311633"/>
                    <a:pt x="205498" y="287061"/>
                    <a:pt x="255033" y="306284"/>
                  </a:cubicBezTo>
                  <a:cubicBezTo>
                    <a:pt x="304569" y="325508"/>
                    <a:pt x="329142" y="381249"/>
                    <a:pt x="309918" y="430785"/>
                  </a:cubicBezTo>
                  <a:lnTo>
                    <a:pt x="422840" y="430785"/>
                  </a:lnTo>
                  <a:lnTo>
                    <a:pt x="422840" y="135620"/>
                  </a:lnTo>
                  <a:cubicBezTo>
                    <a:pt x="422840" y="130700"/>
                    <a:pt x="426828" y="126712"/>
                    <a:pt x="431748" y="126712"/>
                  </a:cubicBezTo>
                  <a:close/>
                  <a:moveTo>
                    <a:pt x="262304" y="17817"/>
                  </a:moveTo>
                  <a:lnTo>
                    <a:pt x="272602" y="87216"/>
                  </a:lnTo>
                  <a:lnTo>
                    <a:pt x="416147" y="87216"/>
                  </a:lnTo>
                  <a:lnTo>
                    <a:pt x="375191" y="17817"/>
                  </a:lnTo>
                  <a:close/>
                  <a:moveTo>
                    <a:pt x="196362" y="17817"/>
                  </a:moveTo>
                  <a:lnTo>
                    <a:pt x="186064" y="87216"/>
                  </a:lnTo>
                  <a:lnTo>
                    <a:pt x="254593" y="87216"/>
                  </a:lnTo>
                  <a:lnTo>
                    <a:pt x="244295" y="17817"/>
                  </a:lnTo>
                  <a:close/>
                  <a:moveTo>
                    <a:pt x="60377" y="0"/>
                  </a:moveTo>
                  <a:lnTo>
                    <a:pt x="380272" y="0"/>
                  </a:lnTo>
                  <a:cubicBezTo>
                    <a:pt x="383424" y="-2"/>
                    <a:pt x="386343" y="1662"/>
                    <a:pt x="387947" y="4376"/>
                  </a:cubicBezTo>
                  <a:lnTo>
                    <a:pt x="439423" y="91592"/>
                  </a:lnTo>
                  <a:cubicBezTo>
                    <a:pt x="440235" y="92966"/>
                    <a:pt x="440663" y="94534"/>
                    <a:pt x="440662" y="96131"/>
                  </a:cubicBezTo>
                  <a:cubicBezTo>
                    <a:pt x="440659" y="101051"/>
                    <a:pt x="436668" y="105036"/>
                    <a:pt x="431748" y="105033"/>
                  </a:cubicBezTo>
                  <a:lnTo>
                    <a:pt x="273828" y="105033"/>
                  </a:lnTo>
                  <a:lnTo>
                    <a:pt x="273828" y="185307"/>
                  </a:lnTo>
                  <a:cubicBezTo>
                    <a:pt x="273829" y="187671"/>
                    <a:pt x="272890" y="189938"/>
                    <a:pt x="271218" y="191609"/>
                  </a:cubicBezTo>
                  <a:cubicBezTo>
                    <a:pt x="267739" y="195087"/>
                    <a:pt x="262098" y="195086"/>
                    <a:pt x="258620" y="191607"/>
                  </a:cubicBezTo>
                  <a:lnTo>
                    <a:pt x="220328" y="153308"/>
                  </a:lnTo>
                  <a:lnTo>
                    <a:pt x="182037" y="191614"/>
                  </a:lnTo>
                  <a:cubicBezTo>
                    <a:pt x="180366" y="193286"/>
                    <a:pt x="178099" y="194225"/>
                    <a:pt x="175735" y="194224"/>
                  </a:cubicBezTo>
                  <a:cubicBezTo>
                    <a:pt x="170815" y="194223"/>
                    <a:pt x="166827" y="190234"/>
                    <a:pt x="166828" y="185314"/>
                  </a:cubicBezTo>
                  <a:lnTo>
                    <a:pt x="166828" y="132057"/>
                  </a:lnTo>
                  <a:cubicBezTo>
                    <a:pt x="166828" y="127137"/>
                    <a:pt x="170817" y="123148"/>
                    <a:pt x="175737" y="123148"/>
                  </a:cubicBezTo>
                  <a:cubicBezTo>
                    <a:pt x="180657" y="123148"/>
                    <a:pt x="184645" y="127137"/>
                    <a:pt x="184645" y="132057"/>
                  </a:cubicBezTo>
                  <a:lnTo>
                    <a:pt x="184645" y="163806"/>
                  </a:lnTo>
                  <a:lnTo>
                    <a:pt x="214029" y="134416"/>
                  </a:lnTo>
                  <a:cubicBezTo>
                    <a:pt x="217564" y="131074"/>
                    <a:pt x="223093" y="131074"/>
                    <a:pt x="226628" y="134416"/>
                  </a:cubicBezTo>
                  <a:lnTo>
                    <a:pt x="256012" y="163806"/>
                  </a:lnTo>
                  <a:lnTo>
                    <a:pt x="256012" y="105033"/>
                  </a:lnTo>
                  <a:lnTo>
                    <a:pt x="56415" y="105033"/>
                  </a:lnTo>
                  <a:cubicBezTo>
                    <a:pt x="51495" y="105033"/>
                    <a:pt x="47506" y="101044"/>
                    <a:pt x="47506" y="96124"/>
                  </a:cubicBezTo>
                  <a:cubicBezTo>
                    <a:pt x="47506" y="91204"/>
                    <a:pt x="51495" y="87216"/>
                    <a:pt x="56415" y="87216"/>
                  </a:cubicBezTo>
                  <a:lnTo>
                    <a:pt x="168054" y="87216"/>
                  </a:lnTo>
                  <a:lnTo>
                    <a:pt x="178353" y="17817"/>
                  </a:lnTo>
                  <a:lnTo>
                    <a:pt x="65465" y="17817"/>
                  </a:lnTo>
                  <a:lnTo>
                    <a:pt x="17809" y="98562"/>
                  </a:lnTo>
                  <a:lnTo>
                    <a:pt x="17809" y="430785"/>
                  </a:lnTo>
                  <a:lnTo>
                    <a:pt x="83731" y="430785"/>
                  </a:lnTo>
                  <a:lnTo>
                    <a:pt x="83738" y="430785"/>
                  </a:lnTo>
                  <a:cubicBezTo>
                    <a:pt x="88658" y="430785"/>
                    <a:pt x="92646" y="434773"/>
                    <a:pt x="92646" y="439693"/>
                  </a:cubicBezTo>
                  <a:cubicBezTo>
                    <a:pt x="92646" y="444613"/>
                    <a:pt x="88658" y="448601"/>
                    <a:pt x="83738" y="448601"/>
                  </a:cubicBezTo>
                  <a:lnTo>
                    <a:pt x="8908" y="448601"/>
                  </a:lnTo>
                  <a:cubicBezTo>
                    <a:pt x="3988" y="448601"/>
                    <a:pt x="0" y="444613"/>
                    <a:pt x="0" y="439693"/>
                  </a:cubicBezTo>
                  <a:lnTo>
                    <a:pt x="0" y="96124"/>
                  </a:lnTo>
                  <a:cubicBezTo>
                    <a:pt x="0" y="95925"/>
                    <a:pt x="114" y="95761"/>
                    <a:pt x="114" y="95561"/>
                  </a:cubicBezTo>
                  <a:cubicBezTo>
                    <a:pt x="269" y="94387"/>
                    <a:pt x="580" y="93239"/>
                    <a:pt x="1040" y="92148"/>
                  </a:cubicBezTo>
                  <a:cubicBezTo>
                    <a:pt x="1133" y="91969"/>
                    <a:pt x="1126" y="91770"/>
                    <a:pt x="1233" y="91592"/>
                  </a:cubicBezTo>
                  <a:lnTo>
                    <a:pt x="52702" y="4376"/>
                  </a:lnTo>
                  <a:cubicBezTo>
                    <a:pt x="54306" y="1662"/>
                    <a:pt x="57224" y="-2"/>
                    <a:pt x="60377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37" name="Group 258">
            <a:extLst>
              <a:ext uri="{FF2B5EF4-FFF2-40B4-BE49-F238E27FC236}">
                <a16:creationId xmlns:a16="http://schemas.microsoft.com/office/drawing/2014/main" id="{E4A35B78-CDAD-2120-3852-179124954562}"/>
              </a:ext>
            </a:extLst>
          </p:cNvPr>
          <p:cNvGrpSpPr/>
          <p:nvPr/>
        </p:nvGrpSpPr>
        <p:grpSpPr>
          <a:xfrm>
            <a:off x="4835943" y="3163581"/>
            <a:ext cx="489117" cy="488651"/>
            <a:chOff x="4835943" y="3163581"/>
            <a:chExt cx="489117" cy="488651"/>
          </a:xfrm>
          <a:noFill/>
        </p:grpSpPr>
        <p:sp>
          <p:nvSpPr>
            <p:cNvPr id="138" name="Freeform: Shape 112">
              <a:extLst>
                <a:ext uri="{FF2B5EF4-FFF2-40B4-BE49-F238E27FC236}">
                  <a16:creationId xmlns:a16="http://schemas.microsoft.com/office/drawing/2014/main" id="{1DA82DF8-A386-BB05-425C-ADE32C73B773}"/>
                </a:ext>
              </a:extLst>
            </p:cNvPr>
            <p:cNvSpPr/>
            <p:nvPr/>
          </p:nvSpPr>
          <p:spPr>
            <a:xfrm>
              <a:off x="5116774" y="3443957"/>
              <a:ext cx="206673" cy="206673"/>
            </a:xfrm>
            <a:custGeom>
              <a:avLst/>
              <a:gdLst>
                <a:gd name="connsiteX0" fmla="*/ 21745 w 206672"/>
                <a:gd name="connsiteY0" fmla="*/ 18897 h 206672"/>
                <a:gd name="connsiteX1" fmla="*/ 59539 w 206672"/>
                <a:gd name="connsiteY1" fmla="*/ 18897 h 206672"/>
                <a:gd name="connsiteX2" fmla="*/ 191544 w 206672"/>
                <a:gd name="connsiteY2" fmla="*/ 150902 h 206672"/>
                <a:gd name="connsiteX3" fmla="*/ 191544 w 206672"/>
                <a:gd name="connsiteY3" fmla="*/ 188697 h 206672"/>
                <a:gd name="connsiteX4" fmla="*/ 188697 w 206672"/>
                <a:gd name="connsiteY4" fmla="*/ 191544 h 206672"/>
                <a:gd name="connsiteX5" fmla="*/ 150902 w 206672"/>
                <a:gd name="connsiteY5" fmla="*/ 191544 h 206672"/>
                <a:gd name="connsiteX6" fmla="*/ 18897 w 206672"/>
                <a:gd name="connsiteY6" fmla="*/ 59539 h 206672"/>
                <a:gd name="connsiteX7" fmla="*/ 18897 w 206672"/>
                <a:gd name="connsiteY7" fmla="*/ 21745 h 20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672" h="206672">
                  <a:moveTo>
                    <a:pt x="21745" y="18897"/>
                  </a:moveTo>
                  <a:cubicBezTo>
                    <a:pt x="32181" y="8461"/>
                    <a:pt x="49103" y="8461"/>
                    <a:pt x="59539" y="18897"/>
                  </a:cubicBezTo>
                  <a:lnTo>
                    <a:pt x="191544" y="150902"/>
                  </a:lnTo>
                  <a:cubicBezTo>
                    <a:pt x="201981" y="161339"/>
                    <a:pt x="201981" y="178260"/>
                    <a:pt x="191544" y="188697"/>
                  </a:cubicBezTo>
                  <a:lnTo>
                    <a:pt x="188697" y="191544"/>
                  </a:lnTo>
                  <a:cubicBezTo>
                    <a:pt x="178260" y="201981"/>
                    <a:pt x="161339" y="201981"/>
                    <a:pt x="150902" y="191544"/>
                  </a:cubicBezTo>
                  <a:lnTo>
                    <a:pt x="18897" y="59539"/>
                  </a:lnTo>
                  <a:cubicBezTo>
                    <a:pt x="8461" y="49103"/>
                    <a:pt x="8461" y="32181"/>
                    <a:pt x="18897" y="21745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" name="Freeform: Shape 113">
              <a:extLst>
                <a:ext uri="{FF2B5EF4-FFF2-40B4-BE49-F238E27FC236}">
                  <a16:creationId xmlns:a16="http://schemas.microsoft.com/office/drawing/2014/main" id="{A95F1532-E94F-FABA-77FD-A5426F643F7C}"/>
                </a:ext>
              </a:extLst>
            </p:cNvPr>
            <p:cNvSpPr/>
            <p:nvPr/>
          </p:nvSpPr>
          <p:spPr>
            <a:xfrm>
              <a:off x="4835943" y="3163581"/>
              <a:ext cx="489117" cy="488651"/>
            </a:xfrm>
            <a:custGeom>
              <a:avLst/>
              <a:gdLst>
                <a:gd name="connsiteX0" fmla="*/ 321479 w 489117"/>
                <a:gd name="connsiteY0" fmla="*/ 300344 h 488650"/>
                <a:gd name="connsiteX1" fmla="*/ 308881 w 489117"/>
                <a:gd name="connsiteY1" fmla="*/ 305564 h 488650"/>
                <a:gd name="connsiteX2" fmla="*/ 307455 w 489117"/>
                <a:gd name="connsiteY2" fmla="*/ 306989 h 488650"/>
                <a:gd name="connsiteX3" fmla="*/ 306030 w 489117"/>
                <a:gd name="connsiteY3" fmla="*/ 308414 h 488650"/>
                <a:gd name="connsiteX4" fmla="*/ 306027 w 489117"/>
                <a:gd name="connsiteY4" fmla="*/ 308418 h 488650"/>
                <a:gd name="connsiteX5" fmla="*/ 306030 w 489117"/>
                <a:gd name="connsiteY5" fmla="*/ 333614 h 488650"/>
                <a:gd name="connsiteX6" fmla="*/ 438051 w 489117"/>
                <a:gd name="connsiteY6" fmla="*/ 465642 h 488650"/>
                <a:gd name="connsiteX7" fmla="*/ 438055 w 489117"/>
                <a:gd name="connsiteY7" fmla="*/ 465646 h 488650"/>
                <a:gd name="connsiteX8" fmla="*/ 463251 w 489117"/>
                <a:gd name="connsiteY8" fmla="*/ 465642 h 488650"/>
                <a:gd name="connsiteX9" fmla="*/ 466102 w 489117"/>
                <a:gd name="connsiteY9" fmla="*/ 462792 h 488650"/>
                <a:gd name="connsiteX10" fmla="*/ 466126 w 489117"/>
                <a:gd name="connsiteY10" fmla="*/ 462767 h 488650"/>
                <a:gd name="connsiteX11" fmla="*/ 466102 w 489117"/>
                <a:gd name="connsiteY11" fmla="*/ 437571 h 488650"/>
                <a:gd name="connsiteX12" fmla="*/ 334081 w 489117"/>
                <a:gd name="connsiteY12" fmla="*/ 305564 h 488650"/>
                <a:gd name="connsiteX13" fmla="*/ 334077 w 489117"/>
                <a:gd name="connsiteY13" fmla="*/ 305560 h 488650"/>
                <a:gd name="connsiteX14" fmla="*/ 321479 w 489117"/>
                <a:gd name="connsiteY14" fmla="*/ 300344 h 488650"/>
                <a:gd name="connsiteX15" fmla="*/ 168398 w 489117"/>
                <a:gd name="connsiteY15" fmla="*/ 35680 h 488650"/>
                <a:gd name="connsiteX16" fmla="*/ 261888 w 489117"/>
                <a:gd name="connsiteY16" fmla="*/ 74419 h 488650"/>
                <a:gd name="connsiteX17" fmla="*/ 264498 w 489117"/>
                <a:gd name="connsiteY17" fmla="*/ 80720 h 488650"/>
                <a:gd name="connsiteX18" fmla="*/ 255588 w 489117"/>
                <a:gd name="connsiteY18" fmla="*/ 89627 h 488650"/>
                <a:gd name="connsiteX19" fmla="*/ 249295 w 489117"/>
                <a:gd name="connsiteY19" fmla="*/ 87019 h 488650"/>
                <a:gd name="connsiteX20" fmla="*/ 249279 w 489117"/>
                <a:gd name="connsiteY20" fmla="*/ 87003 h 488650"/>
                <a:gd name="connsiteX21" fmla="*/ 87476 w 489117"/>
                <a:gd name="connsiteY21" fmla="*/ 87019 h 488650"/>
                <a:gd name="connsiteX22" fmla="*/ 74877 w 489117"/>
                <a:gd name="connsiteY22" fmla="*/ 87019 h 488650"/>
                <a:gd name="connsiteX23" fmla="*/ 74877 w 489117"/>
                <a:gd name="connsiteY23" fmla="*/ 74419 h 488650"/>
                <a:gd name="connsiteX24" fmla="*/ 74899 w 489117"/>
                <a:gd name="connsiteY24" fmla="*/ 74397 h 488650"/>
                <a:gd name="connsiteX25" fmla="*/ 168398 w 489117"/>
                <a:gd name="connsiteY25" fmla="*/ 35680 h 488650"/>
                <a:gd name="connsiteX26" fmla="*/ 159013 w 489117"/>
                <a:gd name="connsiteY26" fmla="*/ 255 h 488650"/>
                <a:gd name="connsiteX27" fmla="*/ 280506 w 489117"/>
                <a:gd name="connsiteY27" fmla="*/ 42929 h 488650"/>
                <a:gd name="connsiteX28" fmla="*/ 293566 w 489117"/>
                <a:gd name="connsiteY28" fmla="*/ 280506 h 488650"/>
                <a:gd name="connsiteX29" fmla="*/ 301647 w 489117"/>
                <a:gd name="connsiteY29" fmla="*/ 288588 h 488650"/>
                <a:gd name="connsiteX30" fmla="*/ 346673 w 489117"/>
                <a:gd name="connsiteY30" fmla="*/ 292971 h 488650"/>
                <a:gd name="connsiteX31" fmla="*/ 478673 w 489117"/>
                <a:gd name="connsiteY31" fmla="*/ 424978 h 488650"/>
                <a:gd name="connsiteX32" fmla="*/ 478680 w 489117"/>
                <a:gd name="connsiteY32" fmla="*/ 424971 h 488650"/>
                <a:gd name="connsiteX33" fmla="*/ 478680 w 489117"/>
                <a:gd name="connsiteY33" fmla="*/ 475363 h 488650"/>
                <a:gd name="connsiteX34" fmla="*/ 475830 w 489117"/>
                <a:gd name="connsiteY34" fmla="*/ 478214 h 488650"/>
                <a:gd name="connsiteX35" fmla="*/ 425437 w 489117"/>
                <a:gd name="connsiteY35" fmla="*/ 478214 h 488650"/>
                <a:gd name="connsiteX36" fmla="*/ 293430 w 489117"/>
                <a:gd name="connsiteY36" fmla="*/ 346207 h 488650"/>
                <a:gd name="connsiteX37" fmla="*/ 289047 w 489117"/>
                <a:gd name="connsiteY37" fmla="*/ 301181 h 488650"/>
                <a:gd name="connsiteX38" fmla="*/ 280994 w 489117"/>
                <a:gd name="connsiteY38" fmla="*/ 293128 h 488650"/>
                <a:gd name="connsiteX39" fmla="*/ 236666 w 489117"/>
                <a:gd name="connsiteY39" fmla="*/ 322083 h 488650"/>
                <a:gd name="connsiteX40" fmla="*/ 236223 w 489117"/>
                <a:gd name="connsiteY40" fmla="*/ 322280 h 488650"/>
                <a:gd name="connsiteX41" fmla="*/ 224598 w 489117"/>
                <a:gd name="connsiteY41" fmla="*/ 317424 h 488650"/>
                <a:gd name="connsiteX42" fmla="*/ 229454 w 489117"/>
                <a:gd name="connsiteY42" fmla="*/ 305799 h 488650"/>
                <a:gd name="connsiteX43" fmla="*/ 318833 w 489117"/>
                <a:gd name="connsiteY43" fmla="*/ 168651 h 488650"/>
                <a:gd name="connsiteX44" fmla="*/ 168807 w 489117"/>
                <a:gd name="connsiteY44" fmla="*/ 18203 h 488650"/>
                <a:gd name="connsiteX45" fmla="*/ 18360 w 489117"/>
                <a:gd name="connsiteY45" fmla="*/ 168229 h 488650"/>
                <a:gd name="connsiteX46" fmla="*/ 168386 w 489117"/>
                <a:gd name="connsiteY46" fmla="*/ 318677 h 488650"/>
                <a:gd name="connsiteX47" fmla="*/ 177294 w 489117"/>
                <a:gd name="connsiteY47" fmla="*/ 327585 h 488650"/>
                <a:gd name="connsiteX48" fmla="*/ 168386 w 489117"/>
                <a:gd name="connsiteY48" fmla="*/ 336493 h 488650"/>
                <a:gd name="connsiteX49" fmla="*/ 55989 w 489117"/>
                <a:gd name="connsiteY49" fmla="*/ 293566 h 488650"/>
                <a:gd name="connsiteX50" fmla="*/ 42929 w 489117"/>
                <a:gd name="connsiteY50" fmla="*/ 55989 h 488650"/>
                <a:gd name="connsiteX51" fmla="*/ 159013 w 489117"/>
                <a:gd name="connsiteY51" fmla="*/ 255 h 48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489117" h="488650">
                  <a:moveTo>
                    <a:pt x="321479" y="300344"/>
                  </a:moveTo>
                  <a:cubicBezTo>
                    <a:pt x="316919" y="300344"/>
                    <a:pt x="312360" y="302085"/>
                    <a:pt x="308881" y="305564"/>
                  </a:cubicBezTo>
                  <a:lnTo>
                    <a:pt x="307455" y="306989"/>
                  </a:lnTo>
                  <a:lnTo>
                    <a:pt x="306030" y="308414"/>
                  </a:lnTo>
                  <a:cubicBezTo>
                    <a:pt x="306029" y="308415"/>
                    <a:pt x="306028" y="308417"/>
                    <a:pt x="306027" y="308418"/>
                  </a:cubicBezTo>
                  <a:cubicBezTo>
                    <a:pt x="299070" y="315376"/>
                    <a:pt x="299071" y="326657"/>
                    <a:pt x="306030" y="333614"/>
                  </a:cubicBezTo>
                  <a:lnTo>
                    <a:pt x="438051" y="465642"/>
                  </a:lnTo>
                  <a:cubicBezTo>
                    <a:pt x="438052" y="465644"/>
                    <a:pt x="438054" y="465645"/>
                    <a:pt x="438055" y="465646"/>
                  </a:cubicBezTo>
                  <a:cubicBezTo>
                    <a:pt x="445013" y="472603"/>
                    <a:pt x="456294" y="472601"/>
                    <a:pt x="463251" y="465642"/>
                  </a:cubicBezTo>
                  <a:lnTo>
                    <a:pt x="466102" y="462792"/>
                  </a:lnTo>
                  <a:cubicBezTo>
                    <a:pt x="466110" y="462784"/>
                    <a:pt x="466118" y="462775"/>
                    <a:pt x="466126" y="462767"/>
                  </a:cubicBezTo>
                  <a:cubicBezTo>
                    <a:pt x="473077" y="455803"/>
                    <a:pt x="473066" y="444522"/>
                    <a:pt x="466102" y="437571"/>
                  </a:cubicBezTo>
                  <a:lnTo>
                    <a:pt x="334081" y="305564"/>
                  </a:lnTo>
                  <a:cubicBezTo>
                    <a:pt x="334079" y="305563"/>
                    <a:pt x="334078" y="305561"/>
                    <a:pt x="334077" y="305560"/>
                  </a:cubicBezTo>
                  <a:cubicBezTo>
                    <a:pt x="330598" y="302082"/>
                    <a:pt x="326038" y="300343"/>
                    <a:pt x="321479" y="300344"/>
                  </a:cubicBezTo>
                  <a:close/>
                  <a:moveTo>
                    <a:pt x="168398" y="35680"/>
                  </a:moveTo>
                  <a:cubicBezTo>
                    <a:pt x="202237" y="35684"/>
                    <a:pt x="236074" y="48597"/>
                    <a:pt x="261888" y="74419"/>
                  </a:cubicBezTo>
                  <a:cubicBezTo>
                    <a:pt x="263559" y="76090"/>
                    <a:pt x="264498" y="78357"/>
                    <a:pt x="264498" y="80720"/>
                  </a:cubicBezTo>
                  <a:cubicBezTo>
                    <a:pt x="264497" y="85640"/>
                    <a:pt x="260508" y="89628"/>
                    <a:pt x="255588" y="89627"/>
                  </a:cubicBezTo>
                  <a:cubicBezTo>
                    <a:pt x="253227" y="89629"/>
                    <a:pt x="250962" y="88691"/>
                    <a:pt x="249295" y="87019"/>
                  </a:cubicBezTo>
                  <a:cubicBezTo>
                    <a:pt x="249290" y="87013"/>
                    <a:pt x="249285" y="87008"/>
                    <a:pt x="249279" y="87003"/>
                  </a:cubicBezTo>
                  <a:cubicBezTo>
                    <a:pt x="204595" y="42326"/>
                    <a:pt x="132153" y="42333"/>
                    <a:pt x="87476" y="87019"/>
                  </a:cubicBezTo>
                  <a:cubicBezTo>
                    <a:pt x="83997" y="90498"/>
                    <a:pt x="78356" y="90498"/>
                    <a:pt x="74877" y="87019"/>
                  </a:cubicBezTo>
                  <a:cubicBezTo>
                    <a:pt x="71397" y="83539"/>
                    <a:pt x="71397" y="77898"/>
                    <a:pt x="74877" y="74419"/>
                  </a:cubicBezTo>
                  <a:cubicBezTo>
                    <a:pt x="74884" y="74411"/>
                    <a:pt x="74891" y="74404"/>
                    <a:pt x="74899" y="74397"/>
                  </a:cubicBezTo>
                  <a:cubicBezTo>
                    <a:pt x="100720" y="48581"/>
                    <a:pt x="134560" y="35676"/>
                    <a:pt x="168398" y="35680"/>
                  </a:cubicBezTo>
                  <a:close/>
                  <a:moveTo>
                    <a:pt x="159013" y="255"/>
                  </a:moveTo>
                  <a:cubicBezTo>
                    <a:pt x="202006" y="-2108"/>
                    <a:pt x="245901" y="11930"/>
                    <a:pt x="280506" y="42929"/>
                  </a:cubicBezTo>
                  <a:cubicBezTo>
                    <a:pt x="349718" y="104928"/>
                    <a:pt x="355564" y="211295"/>
                    <a:pt x="293566" y="280506"/>
                  </a:cubicBezTo>
                  <a:lnTo>
                    <a:pt x="301647" y="288588"/>
                  </a:lnTo>
                  <a:cubicBezTo>
                    <a:pt x="315782" y="279130"/>
                    <a:pt x="334628" y="280964"/>
                    <a:pt x="346673" y="292971"/>
                  </a:cubicBezTo>
                  <a:lnTo>
                    <a:pt x="478673" y="424978"/>
                  </a:lnTo>
                  <a:lnTo>
                    <a:pt x="478680" y="424971"/>
                  </a:lnTo>
                  <a:cubicBezTo>
                    <a:pt x="492596" y="438886"/>
                    <a:pt x="492596" y="461448"/>
                    <a:pt x="478680" y="475363"/>
                  </a:cubicBezTo>
                  <a:lnTo>
                    <a:pt x="475830" y="478214"/>
                  </a:lnTo>
                  <a:cubicBezTo>
                    <a:pt x="461914" y="492129"/>
                    <a:pt x="439353" y="492129"/>
                    <a:pt x="425437" y="478214"/>
                  </a:cubicBezTo>
                  <a:lnTo>
                    <a:pt x="293430" y="346207"/>
                  </a:lnTo>
                  <a:cubicBezTo>
                    <a:pt x="281426" y="334160"/>
                    <a:pt x="279592" y="315316"/>
                    <a:pt x="289047" y="301181"/>
                  </a:cubicBezTo>
                  <a:lnTo>
                    <a:pt x="280994" y="293128"/>
                  </a:lnTo>
                  <a:cubicBezTo>
                    <a:pt x="267847" y="305069"/>
                    <a:pt x="252884" y="314843"/>
                    <a:pt x="236666" y="322083"/>
                  </a:cubicBezTo>
                  <a:cubicBezTo>
                    <a:pt x="236520" y="322153"/>
                    <a:pt x="236373" y="322218"/>
                    <a:pt x="236223" y="322280"/>
                  </a:cubicBezTo>
                  <a:cubicBezTo>
                    <a:pt x="231672" y="324149"/>
                    <a:pt x="226467" y="321975"/>
                    <a:pt x="224598" y="317424"/>
                  </a:cubicBezTo>
                  <a:cubicBezTo>
                    <a:pt x="222729" y="312873"/>
                    <a:pt x="224903" y="307668"/>
                    <a:pt x="229454" y="305799"/>
                  </a:cubicBezTo>
                  <a:cubicBezTo>
                    <a:pt x="283725" y="281754"/>
                    <a:pt x="318750" y="228009"/>
                    <a:pt x="318833" y="168651"/>
                  </a:cubicBezTo>
                  <a:cubicBezTo>
                    <a:pt x="318950" y="85677"/>
                    <a:pt x="251781" y="18320"/>
                    <a:pt x="168807" y="18203"/>
                  </a:cubicBezTo>
                  <a:cubicBezTo>
                    <a:pt x="85834" y="18087"/>
                    <a:pt x="18476" y="85256"/>
                    <a:pt x="18360" y="168229"/>
                  </a:cubicBezTo>
                  <a:cubicBezTo>
                    <a:pt x="18244" y="251203"/>
                    <a:pt x="85413" y="318560"/>
                    <a:pt x="168386" y="318677"/>
                  </a:cubicBezTo>
                  <a:cubicBezTo>
                    <a:pt x="173306" y="318677"/>
                    <a:pt x="177294" y="322665"/>
                    <a:pt x="177294" y="327585"/>
                  </a:cubicBezTo>
                  <a:cubicBezTo>
                    <a:pt x="177294" y="332505"/>
                    <a:pt x="173306" y="336493"/>
                    <a:pt x="168386" y="336493"/>
                  </a:cubicBezTo>
                  <a:cubicBezTo>
                    <a:pt x="126910" y="336527"/>
                    <a:pt x="86882" y="321240"/>
                    <a:pt x="55989" y="293566"/>
                  </a:cubicBezTo>
                  <a:cubicBezTo>
                    <a:pt x="-13223" y="231567"/>
                    <a:pt x="-19069" y="125200"/>
                    <a:pt x="42929" y="55989"/>
                  </a:cubicBezTo>
                  <a:cubicBezTo>
                    <a:pt x="73929" y="21383"/>
                    <a:pt x="116020" y="2619"/>
                    <a:pt x="159013" y="255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40" name="Group 257">
            <a:extLst>
              <a:ext uri="{FF2B5EF4-FFF2-40B4-BE49-F238E27FC236}">
                <a16:creationId xmlns:a16="http://schemas.microsoft.com/office/drawing/2014/main" id="{744A3CE6-BC83-456E-F3AD-B9140E9B854B}"/>
              </a:ext>
            </a:extLst>
          </p:cNvPr>
          <p:cNvGrpSpPr/>
          <p:nvPr/>
        </p:nvGrpSpPr>
        <p:grpSpPr>
          <a:xfrm>
            <a:off x="3816994" y="3161568"/>
            <a:ext cx="492103" cy="492136"/>
            <a:chOff x="3816994" y="3161568"/>
            <a:chExt cx="492103" cy="492136"/>
          </a:xfrm>
          <a:noFill/>
        </p:grpSpPr>
        <p:sp>
          <p:nvSpPr>
            <p:cNvPr id="141" name="Freeform: Shape 115">
              <a:extLst>
                <a:ext uri="{FF2B5EF4-FFF2-40B4-BE49-F238E27FC236}">
                  <a16:creationId xmlns:a16="http://schemas.microsoft.com/office/drawing/2014/main" id="{5A55C79C-C773-0BEE-51C9-0B971FA7F73C}"/>
                </a:ext>
              </a:extLst>
            </p:cNvPr>
            <p:cNvSpPr/>
            <p:nvPr/>
          </p:nvSpPr>
          <p:spPr>
            <a:xfrm>
              <a:off x="3825903" y="3331573"/>
              <a:ext cx="306447" cy="306446"/>
            </a:xfrm>
            <a:custGeom>
              <a:avLst/>
              <a:gdLst>
                <a:gd name="connsiteX0" fmla="*/ 313230 w 306445"/>
                <a:gd name="connsiteY0" fmla="*/ 187409 h 306445"/>
                <a:gd name="connsiteX1" fmla="*/ 313230 w 306445"/>
                <a:gd name="connsiteY1" fmla="*/ 125814 h 306445"/>
                <a:gd name="connsiteX2" fmla="*/ 271611 w 306445"/>
                <a:gd name="connsiteY2" fmla="*/ 125814 h 306445"/>
                <a:gd name="connsiteX3" fmla="*/ 259724 w 306445"/>
                <a:gd name="connsiteY3" fmla="*/ 97065 h 306445"/>
                <a:gd name="connsiteX4" fmla="*/ 289142 w 306445"/>
                <a:gd name="connsiteY4" fmla="*/ 67646 h 306445"/>
                <a:gd name="connsiteX5" fmla="*/ 245584 w 306445"/>
                <a:gd name="connsiteY5" fmla="*/ 24088 h 306445"/>
                <a:gd name="connsiteX6" fmla="*/ 216165 w 306445"/>
                <a:gd name="connsiteY6" fmla="*/ 53507 h 306445"/>
                <a:gd name="connsiteX7" fmla="*/ 187417 w 306445"/>
                <a:gd name="connsiteY7" fmla="*/ 41620 h 306445"/>
                <a:gd name="connsiteX8" fmla="*/ 187417 w 306445"/>
                <a:gd name="connsiteY8" fmla="*/ 0 h 306445"/>
                <a:gd name="connsiteX9" fmla="*/ 125814 w 306445"/>
                <a:gd name="connsiteY9" fmla="*/ 0 h 306445"/>
                <a:gd name="connsiteX10" fmla="*/ 125814 w 306445"/>
                <a:gd name="connsiteY10" fmla="*/ 41620 h 306445"/>
                <a:gd name="connsiteX11" fmla="*/ 97065 w 306445"/>
                <a:gd name="connsiteY11" fmla="*/ 53507 h 306445"/>
                <a:gd name="connsiteX12" fmla="*/ 67646 w 306445"/>
                <a:gd name="connsiteY12" fmla="*/ 24088 h 306445"/>
                <a:gd name="connsiteX13" fmla="*/ 24088 w 306445"/>
                <a:gd name="connsiteY13" fmla="*/ 67646 h 306445"/>
                <a:gd name="connsiteX14" fmla="*/ 53507 w 306445"/>
                <a:gd name="connsiteY14" fmla="*/ 97065 h 306445"/>
                <a:gd name="connsiteX15" fmla="*/ 41620 w 306445"/>
                <a:gd name="connsiteY15" fmla="*/ 125814 h 306445"/>
                <a:gd name="connsiteX16" fmla="*/ 0 w 306445"/>
                <a:gd name="connsiteY16" fmla="*/ 125814 h 306445"/>
                <a:gd name="connsiteX17" fmla="*/ 0 w 306445"/>
                <a:gd name="connsiteY17" fmla="*/ 187417 h 306445"/>
                <a:gd name="connsiteX18" fmla="*/ 41620 w 306445"/>
                <a:gd name="connsiteY18" fmla="*/ 187417 h 306445"/>
                <a:gd name="connsiteX19" fmla="*/ 53507 w 306445"/>
                <a:gd name="connsiteY19" fmla="*/ 216166 h 306445"/>
                <a:gd name="connsiteX20" fmla="*/ 24088 w 306445"/>
                <a:gd name="connsiteY20" fmla="*/ 245577 h 306445"/>
                <a:gd name="connsiteX21" fmla="*/ 67653 w 306445"/>
                <a:gd name="connsiteY21" fmla="*/ 289100 h 306445"/>
                <a:gd name="connsiteX22" fmla="*/ 97072 w 306445"/>
                <a:gd name="connsiteY22" fmla="*/ 259681 h 306445"/>
                <a:gd name="connsiteX23" fmla="*/ 125821 w 306445"/>
                <a:gd name="connsiteY23" fmla="*/ 271568 h 306445"/>
                <a:gd name="connsiteX24" fmla="*/ 125821 w 306445"/>
                <a:gd name="connsiteY24" fmla="*/ 313188 h 306445"/>
                <a:gd name="connsiteX25" fmla="*/ 187424 w 306445"/>
                <a:gd name="connsiteY25" fmla="*/ 313188 h 306445"/>
                <a:gd name="connsiteX26" fmla="*/ 187424 w 306445"/>
                <a:gd name="connsiteY26" fmla="*/ 271568 h 306445"/>
                <a:gd name="connsiteX27" fmla="*/ 216173 w 306445"/>
                <a:gd name="connsiteY27" fmla="*/ 259681 h 306445"/>
                <a:gd name="connsiteX28" fmla="*/ 245584 w 306445"/>
                <a:gd name="connsiteY28" fmla="*/ 289100 h 306445"/>
                <a:gd name="connsiteX29" fmla="*/ 289142 w 306445"/>
                <a:gd name="connsiteY29" fmla="*/ 245542 h 306445"/>
                <a:gd name="connsiteX30" fmla="*/ 259724 w 306445"/>
                <a:gd name="connsiteY30" fmla="*/ 216123 h 306445"/>
                <a:gd name="connsiteX31" fmla="*/ 271611 w 306445"/>
                <a:gd name="connsiteY31" fmla="*/ 187374 h 306445"/>
                <a:gd name="connsiteX32" fmla="*/ 156644 w 306445"/>
                <a:gd name="connsiteY32" fmla="*/ 226877 h 306445"/>
                <a:gd name="connsiteX33" fmla="*/ 86382 w 306445"/>
                <a:gd name="connsiteY33" fmla="*/ 156615 h 306445"/>
                <a:gd name="connsiteX34" fmla="*/ 156644 w 306445"/>
                <a:gd name="connsiteY34" fmla="*/ 86354 h 306445"/>
                <a:gd name="connsiteX35" fmla="*/ 226905 w 306445"/>
                <a:gd name="connsiteY35" fmla="*/ 156615 h 306445"/>
                <a:gd name="connsiteX36" fmla="*/ 156644 w 306445"/>
                <a:gd name="connsiteY36" fmla="*/ 226877 h 306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06445" h="306445">
                  <a:moveTo>
                    <a:pt x="313230" y="187409"/>
                  </a:moveTo>
                  <a:lnTo>
                    <a:pt x="313230" y="125814"/>
                  </a:lnTo>
                  <a:lnTo>
                    <a:pt x="271611" y="125814"/>
                  </a:lnTo>
                  <a:cubicBezTo>
                    <a:pt x="268931" y="115749"/>
                    <a:pt x="264934" y="106083"/>
                    <a:pt x="259724" y="97065"/>
                  </a:cubicBezTo>
                  <a:lnTo>
                    <a:pt x="289142" y="67646"/>
                  </a:lnTo>
                  <a:lnTo>
                    <a:pt x="245584" y="24088"/>
                  </a:lnTo>
                  <a:lnTo>
                    <a:pt x="216165" y="53507"/>
                  </a:lnTo>
                  <a:cubicBezTo>
                    <a:pt x="207148" y="48296"/>
                    <a:pt x="197481" y="44299"/>
                    <a:pt x="187417" y="41620"/>
                  </a:cubicBezTo>
                  <a:lnTo>
                    <a:pt x="187417" y="0"/>
                  </a:lnTo>
                  <a:lnTo>
                    <a:pt x="125814" y="0"/>
                  </a:lnTo>
                  <a:lnTo>
                    <a:pt x="125814" y="41620"/>
                  </a:lnTo>
                  <a:cubicBezTo>
                    <a:pt x="115749" y="44299"/>
                    <a:pt x="106083" y="48296"/>
                    <a:pt x="97065" y="53507"/>
                  </a:cubicBezTo>
                  <a:lnTo>
                    <a:pt x="67646" y="24088"/>
                  </a:lnTo>
                  <a:lnTo>
                    <a:pt x="24088" y="67646"/>
                  </a:lnTo>
                  <a:lnTo>
                    <a:pt x="53507" y="97065"/>
                  </a:lnTo>
                  <a:cubicBezTo>
                    <a:pt x="48296" y="106083"/>
                    <a:pt x="44299" y="115749"/>
                    <a:pt x="41620" y="125814"/>
                  </a:cubicBezTo>
                  <a:lnTo>
                    <a:pt x="0" y="125814"/>
                  </a:lnTo>
                  <a:lnTo>
                    <a:pt x="0" y="187417"/>
                  </a:lnTo>
                  <a:lnTo>
                    <a:pt x="41620" y="187417"/>
                  </a:lnTo>
                  <a:cubicBezTo>
                    <a:pt x="44299" y="197481"/>
                    <a:pt x="48296" y="207148"/>
                    <a:pt x="53507" y="216166"/>
                  </a:cubicBezTo>
                  <a:lnTo>
                    <a:pt x="24088" y="245577"/>
                  </a:lnTo>
                  <a:lnTo>
                    <a:pt x="67653" y="289100"/>
                  </a:lnTo>
                  <a:lnTo>
                    <a:pt x="97072" y="259681"/>
                  </a:lnTo>
                  <a:cubicBezTo>
                    <a:pt x="106090" y="264891"/>
                    <a:pt x="115757" y="268888"/>
                    <a:pt x="125821" y="271568"/>
                  </a:cubicBezTo>
                  <a:lnTo>
                    <a:pt x="125821" y="313188"/>
                  </a:lnTo>
                  <a:lnTo>
                    <a:pt x="187424" y="313188"/>
                  </a:lnTo>
                  <a:lnTo>
                    <a:pt x="187424" y="271568"/>
                  </a:lnTo>
                  <a:cubicBezTo>
                    <a:pt x="197488" y="268888"/>
                    <a:pt x="207155" y="264891"/>
                    <a:pt x="216173" y="259681"/>
                  </a:cubicBezTo>
                  <a:lnTo>
                    <a:pt x="245584" y="289100"/>
                  </a:lnTo>
                  <a:lnTo>
                    <a:pt x="289142" y="245542"/>
                  </a:lnTo>
                  <a:lnTo>
                    <a:pt x="259724" y="216123"/>
                  </a:lnTo>
                  <a:cubicBezTo>
                    <a:pt x="264934" y="207105"/>
                    <a:pt x="268931" y="197438"/>
                    <a:pt x="271611" y="187374"/>
                  </a:cubicBezTo>
                  <a:close/>
                  <a:moveTo>
                    <a:pt x="156644" y="226877"/>
                  </a:moveTo>
                  <a:cubicBezTo>
                    <a:pt x="117839" y="226877"/>
                    <a:pt x="86382" y="195420"/>
                    <a:pt x="86382" y="156615"/>
                  </a:cubicBezTo>
                  <a:cubicBezTo>
                    <a:pt x="86382" y="117811"/>
                    <a:pt x="117839" y="86354"/>
                    <a:pt x="156644" y="86354"/>
                  </a:cubicBezTo>
                  <a:cubicBezTo>
                    <a:pt x="195448" y="86354"/>
                    <a:pt x="226905" y="117811"/>
                    <a:pt x="226905" y="156615"/>
                  </a:cubicBezTo>
                  <a:cubicBezTo>
                    <a:pt x="226905" y="195420"/>
                    <a:pt x="195448" y="226877"/>
                    <a:pt x="156644" y="226877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" name="Freeform: Shape 116">
              <a:extLst>
                <a:ext uri="{FF2B5EF4-FFF2-40B4-BE49-F238E27FC236}">
                  <a16:creationId xmlns:a16="http://schemas.microsoft.com/office/drawing/2014/main" id="{11900E8B-0AD7-F3FE-A092-2F870200901E}"/>
                </a:ext>
              </a:extLst>
            </p:cNvPr>
            <p:cNvSpPr/>
            <p:nvPr/>
          </p:nvSpPr>
          <p:spPr>
            <a:xfrm>
              <a:off x="3816994" y="3161568"/>
              <a:ext cx="492103" cy="492136"/>
            </a:xfrm>
            <a:custGeom>
              <a:avLst/>
              <a:gdLst>
                <a:gd name="connsiteX0" fmla="*/ 8908 w 492102"/>
                <a:gd name="connsiteY0" fmla="*/ 286903 h 492136"/>
                <a:gd name="connsiteX1" fmla="*/ 50528 w 492102"/>
                <a:gd name="connsiteY1" fmla="*/ 286903 h 492136"/>
                <a:gd name="connsiteX2" fmla="*/ 59436 w 492102"/>
                <a:gd name="connsiteY2" fmla="*/ 295811 h 492136"/>
                <a:gd name="connsiteX3" fmla="*/ 50528 w 492102"/>
                <a:gd name="connsiteY3" fmla="*/ 304720 h 492136"/>
                <a:gd name="connsiteX4" fmla="*/ 17817 w 492102"/>
                <a:gd name="connsiteY4" fmla="*/ 304720 h 492136"/>
                <a:gd name="connsiteX5" fmla="*/ 17817 w 492102"/>
                <a:gd name="connsiteY5" fmla="*/ 348506 h 492136"/>
                <a:gd name="connsiteX6" fmla="*/ 50528 w 492102"/>
                <a:gd name="connsiteY6" fmla="*/ 348506 h 492136"/>
                <a:gd name="connsiteX7" fmla="*/ 59137 w 492102"/>
                <a:gd name="connsiteY7" fmla="*/ 355119 h 492136"/>
                <a:gd name="connsiteX8" fmla="*/ 70126 w 492102"/>
                <a:gd name="connsiteY8" fmla="*/ 381709 h 492136"/>
                <a:gd name="connsiteX9" fmla="*/ 68701 w 492102"/>
                <a:gd name="connsiteY9" fmla="*/ 392470 h 492136"/>
                <a:gd name="connsiteX10" fmla="*/ 45582 w 492102"/>
                <a:gd name="connsiteY10" fmla="*/ 415589 h 492136"/>
                <a:gd name="connsiteX11" fmla="*/ 76547 w 492102"/>
                <a:gd name="connsiteY11" fmla="*/ 446547 h 492136"/>
                <a:gd name="connsiteX12" fmla="*/ 99666 w 492102"/>
                <a:gd name="connsiteY12" fmla="*/ 423435 h 492136"/>
                <a:gd name="connsiteX13" fmla="*/ 110420 w 492102"/>
                <a:gd name="connsiteY13" fmla="*/ 422010 h 492136"/>
                <a:gd name="connsiteX14" fmla="*/ 137045 w 492102"/>
                <a:gd name="connsiteY14" fmla="*/ 433006 h 492136"/>
                <a:gd name="connsiteX15" fmla="*/ 143652 w 492102"/>
                <a:gd name="connsiteY15" fmla="*/ 441608 h 492136"/>
                <a:gd name="connsiteX16" fmla="*/ 143652 w 492102"/>
                <a:gd name="connsiteY16" fmla="*/ 474320 h 492136"/>
                <a:gd name="connsiteX17" fmla="*/ 187438 w 492102"/>
                <a:gd name="connsiteY17" fmla="*/ 474320 h 492136"/>
                <a:gd name="connsiteX18" fmla="*/ 187438 w 492102"/>
                <a:gd name="connsiteY18" fmla="*/ 441608 h 492136"/>
                <a:gd name="connsiteX19" fmla="*/ 194045 w 492102"/>
                <a:gd name="connsiteY19" fmla="*/ 433006 h 492136"/>
                <a:gd name="connsiteX20" fmla="*/ 220614 w 492102"/>
                <a:gd name="connsiteY20" fmla="*/ 422046 h 492136"/>
                <a:gd name="connsiteX21" fmla="*/ 231368 w 492102"/>
                <a:gd name="connsiteY21" fmla="*/ 423471 h 492136"/>
                <a:gd name="connsiteX22" fmla="*/ 254487 w 492102"/>
                <a:gd name="connsiteY22" fmla="*/ 446583 h 492136"/>
                <a:gd name="connsiteX23" fmla="*/ 291737 w 492102"/>
                <a:gd name="connsiteY23" fmla="*/ 409325 h 492136"/>
                <a:gd name="connsiteX24" fmla="*/ 304337 w 492102"/>
                <a:gd name="connsiteY24" fmla="*/ 409325 h 492136"/>
                <a:gd name="connsiteX25" fmla="*/ 304337 w 492102"/>
                <a:gd name="connsiteY25" fmla="*/ 421924 h 492136"/>
                <a:gd name="connsiteX26" fmla="*/ 260786 w 492102"/>
                <a:gd name="connsiteY26" fmla="*/ 465475 h 492136"/>
                <a:gd name="connsiteX27" fmla="*/ 248188 w 492102"/>
                <a:gd name="connsiteY27" fmla="*/ 465477 h 492136"/>
                <a:gd name="connsiteX28" fmla="*/ 248187 w 492102"/>
                <a:gd name="connsiteY28" fmla="*/ 465475 h 492136"/>
                <a:gd name="connsiteX29" fmla="*/ 223471 w 492102"/>
                <a:gd name="connsiteY29" fmla="*/ 440717 h 492136"/>
                <a:gd name="connsiteX30" fmla="*/ 205234 w 492102"/>
                <a:gd name="connsiteY30" fmla="*/ 448257 h 492136"/>
                <a:gd name="connsiteX31" fmla="*/ 205234 w 492102"/>
                <a:gd name="connsiteY31" fmla="*/ 483228 h 492136"/>
                <a:gd name="connsiteX32" fmla="*/ 196326 w 492102"/>
                <a:gd name="connsiteY32" fmla="*/ 492136 h 492136"/>
                <a:gd name="connsiteX33" fmla="*/ 134722 w 492102"/>
                <a:gd name="connsiteY33" fmla="*/ 492136 h 492136"/>
                <a:gd name="connsiteX34" fmla="*/ 125814 w 492102"/>
                <a:gd name="connsiteY34" fmla="*/ 483228 h 492136"/>
                <a:gd name="connsiteX35" fmla="*/ 125814 w 492102"/>
                <a:gd name="connsiteY35" fmla="*/ 448257 h 492136"/>
                <a:gd name="connsiteX36" fmla="*/ 107577 w 492102"/>
                <a:gd name="connsiteY36" fmla="*/ 440717 h 492136"/>
                <a:gd name="connsiteX37" fmla="*/ 82883 w 492102"/>
                <a:gd name="connsiteY37" fmla="*/ 465433 h 492136"/>
                <a:gd name="connsiteX38" fmla="*/ 70285 w 492102"/>
                <a:gd name="connsiteY38" fmla="*/ 465434 h 492136"/>
                <a:gd name="connsiteX39" fmla="*/ 70283 w 492102"/>
                <a:gd name="connsiteY39" fmla="*/ 465433 h 492136"/>
                <a:gd name="connsiteX40" fmla="*/ 26725 w 492102"/>
                <a:gd name="connsiteY40" fmla="*/ 421882 h 492136"/>
                <a:gd name="connsiteX41" fmla="*/ 26723 w 492102"/>
                <a:gd name="connsiteY41" fmla="*/ 409283 h 492136"/>
                <a:gd name="connsiteX42" fmla="*/ 26725 w 492102"/>
                <a:gd name="connsiteY42" fmla="*/ 409282 h 492136"/>
                <a:gd name="connsiteX43" fmla="*/ 51440 w 492102"/>
                <a:gd name="connsiteY43" fmla="*/ 384559 h 492136"/>
                <a:gd name="connsiteX44" fmla="*/ 43900 w 492102"/>
                <a:gd name="connsiteY44" fmla="*/ 366322 h 492136"/>
                <a:gd name="connsiteX45" fmla="*/ 8908 w 492102"/>
                <a:gd name="connsiteY45" fmla="*/ 366322 h 492136"/>
                <a:gd name="connsiteX46" fmla="*/ 0 w 492102"/>
                <a:gd name="connsiteY46" fmla="*/ 357414 h 492136"/>
                <a:gd name="connsiteX47" fmla="*/ 0 w 492102"/>
                <a:gd name="connsiteY47" fmla="*/ 295811 h 492136"/>
                <a:gd name="connsiteX48" fmla="*/ 8908 w 492102"/>
                <a:gd name="connsiteY48" fmla="*/ 286903 h 492136"/>
                <a:gd name="connsiteX49" fmla="*/ 165552 w 492102"/>
                <a:gd name="connsiteY49" fmla="*/ 265260 h 492136"/>
                <a:gd name="connsiteX50" fmla="*/ 104206 w 492102"/>
                <a:gd name="connsiteY50" fmla="*/ 326620 h 492136"/>
                <a:gd name="connsiteX51" fmla="*/ 165567 w 492102"/>
                <a:gd name="connsiteY51" fmla="*/ 387966 h 492136"/>
                <a:gd name="connsiteX52" fmla="*/ 226913 w 492102"/>
                <a:gd name="connsiteY52" fmla="*/ 326613 h 492136"/>
                <a:gd name="connsiteX53" fmla="*/ 165552 w 492102"/>
                <a:gd name="connsiteY53" fmla="*/ 265260 h 492136"/>
                <a:gd name="connsiteX54" fmla="*/ 165510 w 492102"/>
                <a:gd name="connsiteY54" fmla="*/ 247450 h 492136"/>
                <a:gd name="connsiteX55" fmla="*/ 244701 w 492102"/>
                <a:gd name="connsiteY55" fmla="*/ 326599 h 492136"/>
                <a:gd name="connsiteX56" fmla="*/ 244701 w 492102"/>
                <a:gd name="connsiteY56" fmla="*/ 326620 h 492136"/>
                <a:gd name="connsiteX57" fmla="*/ 165552 w 492102"/>
                <a:gd name="connsiteY57" fmla="*/ 405790 h 492136"/>
                <a:gd name="connsiteX58" fmla="*/ 86361 w 492102"/>
                <a:gd name="connsiteY58" fmla="*/ 326641 h 492136"/>
                <a:gd name="connsiteX59" fmla="*/ 165510 w 492102"/>
                <a:gd name="connsiteY59" fmla="*/ 247450 h 492136"/>
                <a:gd name="connsiteX60" fmla="*/ 134722 w 492102"/>
                <a:gd name="connsiteY60" fmla="*/ 161089 h 492136"/>
                <a:gd name="connsiteX61" fmla="*/ 196325 w 492102"/>
                <a:gd name="connsiteY61" fmla="*/ 161089 h 492136"/>
                <a:gd name="connsiteX62" fmla="*/ 205233 w 492102"/>
                <a:gd name="connsiteY62" fmla="*/ 169997 h 492136"/>
                <a:gd name="connsiteX63" fmla="*/ 205233 w 492102"/>
                <a:gd name="connsiteY63" fmla="*/ 204968 h 492136"/>
                <a:gd name="connsiteX64" fmla="*/ 223479 w 492102"/>
                <a:gd name="connsiteY64" fmla="*/ 212522 h 492136"/>
                <a:gd name="connsiteX65" fmla="*/ 248222 w 492102"/>
                <a:gd name="connsiteY65" fmla="*/ 187793 h 492136"/>
                <a:gd name="connsiteX66" fmla="*/ 254522 w 492102"/>
                <a:gd name="connsiteY66" fmla="*/ 185184 h 492136"/>
                <a:gd name="connsiteX67" fmla="*/ 260822 w 492102"/>
                <a:gd name="connsiteY67" fmla="*/ 187793 h 492136"/>
                <a:gd name="connsiteX68" fmla="*/ 304373 w 492102"/>
                <a:gd name="connsiteY68" fmla="*/ 231351 h 492136"/>
                <a:gd name="connsiteX69" fmla="*/ 304375 w 492102"/>
                <a:gd name="connsiteY69" fmla="*/ 243949 h 492136"/>
                <a:gd name="connsiteX70" fmla="*/ 304373 w 492102"/>
                <a:gd name="connsiteY70" fmla="*/ 243951 h 492136"/>
                <a:gd name="connsiteX71" fmla="*/ 279658 w 492102"/>
                <a:gd name="connsiteY71" fmla="*/ 268673 h 492136"/>
                <a:gd name="connsiteX72" fmla="*/ 287198 w 492102"/>
                <a:gd name="connsiteY72" fmla="*/ 286910 h 492136"/>
                <a:gd name="connsiteX73" fmla="*/ 322168 w 492102"/>
                <a:gd name="connsiteY73" fmla="*/ 286910 h 492136"/>
                <a:gd name="connsiteX74" fmla="*/ 331077 w 492102"/>
                <a:gd name="connsiteY74" fmla="*/ 295818 h 492136"/>
                <a:gd name="connsiteX75" fmla="*/ 331077 w 492102"/>
                <a:gd name="connsiteY75" fmla="*/ 357421 h 492136"/>
                <a:gd name="connsiteX76" fmla="*/ 322161 w 492102"/>
                <a:gd name="connsiteY76" fmla="*/ 366322 h 492136"/>
                <a:gd name="connsiteX77" fmla="*/ 322140 w 492102"/>
                <a:gd name="connsiteY77" fmla="*/ 366322 h 492136"/>
                <a:gd name="connsiteX78" fmla="*/ 280520 w 492102"/>
                <a:gd name="connsiteY78" fmla="*/ 366322 h 492136"/>
                <a:gd name="connsiteX79" fmla="*/ 271612 w 492102"/>
                <a:gd name="connsiteY79" fmla="*/ 357414 h 492136"/>
                <a:gd name="connsiteX80" fmla="*/ 280520 w 492102"/>
                <a:gd name="connsiteY80" fmla="*/ 348506 h 492136"/>
                <a:gd name="connsiteX81" fmla="*/ 313232 w 492102"/>
                <a:gd name="connsiteY81" fmla="*/ 348506 h 492136"/>
                <a:gd name="connsiteX82" fmla="*/ 313232 w 492102"/>
                <a:gd name="connsiteY82" fmla="*/ 304719 h 492136"/>
                <a:gd name="connsiteX83" fmla="*/ 280520 w 492102"/>
                <a:gd name="connsiteY83" fmla="*/ 304719 h 492136"/>
                <a:gd name="connsiteX84" fmla="*/ 271918 w 492102"/>
                <a:gd name="connsiteY84" fmla="*/ 298113 h 492136"/>
                <a:gd name="connsiteX85" fmla="*/ 260922 w 492102"/>
                <a:gd name="connsiteY85" fmla="*/ 271531 h 492136"/>
                <a:gd name="connsiteX86" fmla="*/ 262347 w 492102"/>
                <a:gd name="connsiteY86" fmla="*/ 260769 h 492136"/>
                <a:gd name="connsiteX87" fmla="*/ 285459 w 492102"/>
                <a:gd name="connsiteY87" fmla="*/ 237651 h 492136"/>
                <a:gd name="connsiteX88" fmla="*/ 254494 w 492102"/>
                <a:gd name="connsiteY88" fmla="*/ 206685 h 492136"/>
                <a:gd name="connsiteX89" fmla="*/ 231375 w 492102"/>
                <a:gd name="connsiteY89" fmla="*/ 229804 h 492136"/>
                <a:gd name="connsiteX90" fmla="*/ 220614 w 492102"/>
                <a:gd name="connsiteY90" fmla="*/ 231229 h 492136"/>
                <a:gd name="connsiteX91" fmla="*/ 194030 w 492102"/>
                <a:gd name="connsiteY91" fmla="*/ 220240 h 492136"/>
                <a:gd name="connsiteX92" fmla="*/ 187424 w 492102"/>
                <a:gd name="connsiteY92" fmla="*/ 211631 h 492136"/>
                <a:gd name="connsiteX93" fmla="*/ 187424 w 492102"/>
                <a:gd name="connsiteY93" fmla="*/ 178906 h 492136"/>
                <a:gd name="connsiteX94" fmla="*/ 143631 w 492102"/>
                <a:gd name="connsiteY94" fmla="*/ 178906 h 492136"/>
                <a:gd name="connsiteX95" fmla="*/ 143631 w 492102"/>
                <a:gd name="connsiteY95" fmla="*/ 211624 h 492136"/>
                <a:gd name="connsiteX96" fmla="*/ 137024 w 492102"/>
                <a:gd name="connsiteY96" fmla="*/ 220233 h 492136"/>
                <a:gd name="connsiteX97" fmla="*/ 110442 w 492102"/>
                <a:gd name="connsiteY97" fmla="*/ 231222 h 492136"/>
                <a:gd name="connsiteX98" fmla="*/ 99681 w 492102"/>
                <a:gd name="connsiteY98" fmla="*/ 229797 h 492136"/>
                <a:gd name="connsiteX99" fmla="*/ 76562 w 492102"/>
                <a:gd name="connsiteY99" fmla="*/ 206678 h 492136"/>
                <a:gd name="connsiteX100" fmla="*/ 39296 w 492102"/>
                <a:gd name="connsiteY100" fmla="*/ 243951 h 492136"/>
                <a:gd name="connsiteX101" fmla="*/ 26697 w 492102"/>
                <a:gd name="connsiteY101" fmla="*/ 243951 h 492136"/>
                <a:gd name="connsiteX102" fmla="*/ 26697 w 492102"/>
                <a:gd name="connsiteY102" fmla="*/ 231351 h 492136"/>
                <a:gd name="connsiteX103" fmla="*/ 70255 w 492102"/>
                <a:gd name="connsiteY103" fmla="*/ 187793 h 492136"/>
                <a:gd name="connsiteX104" fmla="*/ 76555 w 492102"/>
                <a:gd name="connsiteY104" fmla="*/ 185184 h 492136"/>
                <a:gd name="connsiteX105" fmla="*/ 82855 w 492102"/>
                <a:gd name="connsiteY105" fmla="*/ 187793 h 492136"/>
                <a:gd name="connsiteX106" fmla="*/ 107577 w 492102"/>
                <a:gd name="connsiteY106" fmla="*/ 212522 h 492136"/>
                <a:gd name="connsiteX107" fmla="*/ 125814 w 492102"/>
                <a:gd name="connsiteY107" fmla="*/ 204982 h 492136"/>
                <a:gd name="connsiteX108" fmla="*/ 125814 w 492102"/>
                <a:gd name="connsiteY108" fmla="*/ 169997 h 492136"/>
                <a:gd name="connsiteX109" fmla="*/ 134722 w 492102"/>
                <a:gd name="connsiteY109" fmla="*/ 161089 h 492136"/>
                <a:gd name="connsiteX110" fmla="*/ 379032 w 492102"/>
                <a:gd name="connsiteY110" fmla="*/ 70032 h 492136"/>
                <a:gd name="connsiteX111" fmla="*/ 421520 w 492102"/>
                <a:gd name="connsiteY111" fmla="*/ 113628 h 492136"/>
                <a:gd name="connsiteX112" fmla="*/ 379032 w 492102"/>
                <a:gd name="connsiteY112" fmla="*/ 156116 h 492136"/>
                <a:gd name="connsiteX113" fmla="*/ 335986 w 492102"/>
                <a:gd name="connsiteY113" fmla="*/ 113071 h 492136"/>
                <a:gd name="connsiteX114" fmla="*/ 344894 w 492102"/>
                <a:gd name="connsiteY114" fmla="*/ 104163 h 492136"/>
                <a:gd name="connsiteX115" fmla="*/ 353803 w 492102"/>
                <a:gd name="connsiteY115" fmla="*/ 113071 h 492136"/>
                <a:gd name="connsiteX116" fmla="*/ 379025 w 492102"/>
                <a:gd name="connsiteY116" fmla="*/ 138306 h 492136"/>
                <a:gd name="connsiteX117" fmla="*/ 404260 w 492102"/>
                <a:gd name="connsiteY117" fmla="*/ 113085 h 492136"/>
                <a:gd name="connsiteX118" fmla="*/ 379039 w 492102"/>
                <a:gd name="connsiteY118" fmla="*/ 87849 h 492136"/>
                <a:gd name="connsiteX119" fmla="*/ 379032 w 492102"/>
                <a:gd name="connsiteY119" fmla="*/ 87849 h 492136"/>
                <a:gd name="connsiteX120" fmla="*/ 370124 w 492102"/>
                <a:gd name="connsiteY120" fmla="*/ 78940 h 492136"/>
                <a:gd name="connsiteX121" fmla="*/ 379032 w 492102"/>
                <a:gd name="connsiteY121" fmla="*/ 70032 h 492136"/>
                <a:gd name="connsiteX122" fmla="*/ 353383 w 492102"/>
                <a:gd name="connsiteY122" fmla="*/ 20531 h 492136"/>
                <a:gd name="connsiteX123" fmla="*/ 331953 w 492102"/>
                <a:gd name="connsiteY123" fmla="*/ 29368 h 492136"/>
                <a:gd name="connsiteX124" fmla="*/ 339122 w 492102"/>
                <a:gd name="connsiteY124" fmla="*/ 46743 h 492136"/>
                <a:gd name="connsiteX125" fmla="*/ 336271 w 492102"/>
                <a:gd name="connsiteY125" fmla="*/ 57212 h 492136"/>
                <a:gd name="connsiteX126" fmla="*/ 323265 w 492102"/>
                <a:gd name="connsiteY126" fmla="*/ 70175 h 492136"/>
                <a:gd name="connsiteX127" fmla="*/ 312775 w 492102"/>
                <a:gd name="connsiteY127" fmla="*/ 72983 h 492136"/>
                <a:gd name="connsiteX128" fmla="*/ 295429 w 492102"/>
                <a:gd name="connsiteY128" fmla="*/ 65771 h 492136"/>
                <a:gd name="connsiteX129" fmla="*/ 286527 w 492102"/>
                <a:gd name="connsiteY129" fmla="*/ 87151 h 492136"/>
                <a:gd name="connsiteX130" fmla="*/ 303874 w 492102"/>
                <a:gd name="connsiteY130" fmla="*/ 94363 h 492136"/>
                <a:gd name="connsiteX131" fmla="*/ 309290 w 492102"/>
                <a:gd name="connsiteY131" fmla="*/ 103770 h 492136"/>
                <a:gd name="connsiteX132" fmla="*/ 309290 w 492102"/>
                <a:gd name="connsiteY132" fmla="*/ 122135 h 492136"/>
                <a:gd name="connsiteX133" fmla="*/ 303852 w 492102"/>
                <a:gd name="connsiteY133" fmla="*/ 131521 h 492136"/>
                <a:gd name="connsiteX134" fmla="*/ 286492 w 492102"/>
                <a:gd name="connsiteY134" fmla="*/ 138691 h 492136"/>
                <a:gd name="connsiteX135" fmla="*/ 295329 w 492102"/>
                <a:gd name="connsiteY135" fmla="*/ 160120 h 492136"/>
                <a:gd name="connsiteX136" fmla="*/ 312697 w 492102"/>
                <a:gd name="connsiteY136" fmla="*/ 152951 h 492136"/>
                <a:gd name="connsiteX137" fmla="*/ 323173 w 492102"/>
                <a:gd name="connsiteY137" fmla="*/ 155802 h 492136"/>
                <a:gd name="connsiteX138" fmla="*/ 336122 w 492102"/>
                <a:gd name="connsiteY138" fmla="*/ 168801 h 492136"/>
                <a:gd name="connsiteX139" fmla="*/ 338930 w 492102"/>
                <a:gd name="connsiteY139" fmla="*/ 179291 h 492136"/>
                <a:gd name="connsiteX140" fmla="*/ 331718 w 492102"/>
                <a:gd name="connsiteY140" fmla="*/ 196637 h 492136"/>
                <a:gd name="connsiteX141" fmla="*/ 353097 w 492102"/>
                <a:gd name="connsiteY141" fmla="*/ 205539 h 492136"/>
                <a:gd name="connsiteX142" fmla="*/ 360310 w 492102"/>
                <a:gd name="connsiteY142" fmla="*/ 188192 h 492136"/>
                <a:gd name="connsiteX143" fmla="*/ 369717 w 492102"/>
                <a:gd name="connsiteY143" fmla="*/ 182776 h 492136"/>
                <a:gd name="connsiteX144" fmla="*/ 388082 w 492102"/>
                <a:gd name="connsiteY144" fmla="*/ 182776 h 492136"/>
                <a:gd name="connsiteX145" fmla="*/ 389287 w 492102"/>
                <a:gd name="connsiteY145" fmla="*/ 182719 h 492136"/>
                <a:gd name="connsiteX146" fmla="*/ 397511 w 492102"/>
                <a:gd name="connsiteY146" fmla="*/ 188228 h 492136"/>
                <a:gd name="connsiteX147" fmla="*/ 404680 w 492102"/>
                <a:gd name="connsiteY147" fmla="*/ 205596 h 492136"/>
                <a:gd name="connsiteX148" fmla="*/ 426110 w 492102"/>
                <a:gd name="connsiteY148" fmla="*/ 196759 h 492136"/>
                <a:gd name="connsiteX149" fmla="*/ 418941 w 492102"/>
                <a:gd name="connsiteY149" fmla="*/ 179384 h 492136"/>
                <a:gd name="connsiteX150" fmla="*/ 421791 w 492102"/>
                <a:gd name="connsiteY150" fmla="*/ 168908 h 492136"/>
                <a:gd name="connsiteX151" fmla="*/ 434790 w 492102"/>
                <a:gd name="connsiteY151" fmla="*/ 155959 h 492136"/>
                <a:gd name="connsiteX152" fmla="*/ 445281 w 492102"/>
                <a:gd name="connsiteY152" fmla="*/ 153151 h 492136"/>
                <a:gd name="connsiteX153" fmla="*/ 462627 w 492102"/>
                <a:gd name="connsiteY153" fmla="*/ 160363 h 492136"/>
                <a:gd name="connsiteX154" fmla="*/ 471528 w 492102"/>
                <a:gd name="connsiteY154" fmla="*/ 138983 h 492136"/>
                <a:gd name="connsiteX155" fmla="*/ 454182 w 492102"/>
                <a:gd name="connsiteY155" fmla="*/ 131756 h 492136"/>
                <a:gd name="connsiteX156" fmla="*/ 448766 w 492102"/>
                <a:gd name="connsiteY156" fmla="*/ 122349 h 492136"/>
                <a:gd name="connsiteX157" fmla="*/ 448766 w 492102"/>
                <a:gd name="connsiteY157" fmla="*/ 103984 h 492136"/>
                <a:gd name="connsiteX158" fmla="*/ 454203 w 492102"/>
                <a:gd name="connsiteY158" fmla="*/ 94598 h 492136"/>
                <a:gd name="connsiteX159" fmla="*/ 471571 w 492102"/>
                <a:gd name="connsiteY159" fmla="*/ 87429 h 492136"/>
                <a:gd name="connsiteX160" fmla="*/ 462734 w 492102"/>
                <a:gd name="connsiteY160" fmla="*/ 65992 h 492136"/>
                <a:gd name="connsiteX161" fmla="*/ 445366 w 492102"/>
                <a:gd name="connsiteY161" fmla="*/ 73161 h 492136"/>
                <a:gd name="connsiteX162" fmla="*/ 434897 w 492102"/>
                <a:gd name="connsiteY162" fmla="*/ 70310 h 492136"/>
                <a:gd name="connsiteX163" fmla="*/ 421934 w 492102"/>
                <a:gd name="connsiteY163" fmla="*/ 57304 h 492136"/>
                <a:gd name="connsiteX164" fmla="*/ 419126 w 492102"/>
                <a:gd name="connsiteY164" fmla="*/ 46814 h 492136"/>
                <a:gd name="connsiteX165" fmla="*/ 426338 w 492102"/>
                <a:gd name="connsiteY165" fmla="*/ 29468 h 492136"/>
                <a:gd name="connsiteX166" fmla="*/ 404958 w 492102"/>
                <a:gd name="connsiteY166" fmla="*/ 20566 h 492136"/>
                <a:gd name="connsiteX167" fmla="*/ 397710 w 492102"/>
                <a:gd name="connsiteY167" fmla="*/ 37920 h 492136"/>
                <a:gd name="connsiteX168" fmla="*/ 388303 w 492102"/>
                <a:gd name="connsiteY168" fmla="*/ 43336 h 492136"/>
                <a:gd name="connsiteX169" fmla="*/ 369938 w 492102"/>
                <a:gd name="connsiteY169" fmla="*/ 43336 h 492136"/>
                <a:gd name="connsiteX170" fmla="*/ 360552 w 492102"/>
                <a:gd name="connsiteY170" fmla="*/ 37898 h 492136"/>
                <a:gd name="connsiteX171" fmla="*/ 354822 w 492102"/>
                <a:gd name="connsiteY171" fmla="*/ 676 h 492136"/>
                <a:gd name="connsiteX172" fmla="*/ 366448 w 492102"/>
                <a:gd name="connsiteY172" fmla="*/ 5503 h 492136"/>
                <a:gd name="connsiteX173" fmla="*/ 366453 w 492102"/>
                <a:gd name="connsiteY173" fmla="*/ 5515 h 492136"/>
                <a:gd name="connsiteX174" fmla="*/ 374520 w 492102"/>
                <a:gd name="connsiteY174" fmla="*/ 25049 h 492136"/>
                <a:gd name="connsiteX175" fmla="*/ 383785 w 492102"/>
                <a:gd name="connsiteY175" fmla="*/ 25049 h 492136"/>
                <a:gd name="connsiteX176" fmla="*/ 391895 w 492102"/>
                <a:gd name="connsiteY176" fmla="*/ 5543 h 492136"/>
                <a:gd name="connsiteX177" fmla="*/ 403525 w 492102"/>
                <a:gd name="connsiteY177" fmla="*/ 727 h 492136"/>
                <a:gd name="connsiteX178" fmla="*/ 403540 w 492102"/>
                <a:gd name="connsiteY178" fmla="*/ 733 h 492136"/>
                <a:gd name="connsiteX179" fmla="*/ 441354 w 492102"/>
                <a:gd name="connsiteY179" fmla="*/ 16469 h 492136"/>
                <a:gd name="connsiteX180" fmla="*/ 446165 w 492102"/>
                <a:gd name="connsiteY180" fmla="*/ 28112 h 492136"/>
                <a:gd name="connsiteX181" fmla="*/ 446164 w 492102"/>
                <a:gd name="connsiteY181" fmla="*/ 28114 h 492136"/>
                <a:gd name="connsiteX182" fmla="*/ 438054 w 492102"/>
                <a:gd name="connsiteY182" fmla="*/ 47626 h 492136"/>
                <a:gd name="connsiteX183" fmla="*/ 444589 w 492102"/>
                <a:gd name="connsiteY183" fmla="*/ 54190 h 492136"/>
                <a:gd name="connsiteX184" fmla="*/ 464159 w 492102"/>
                <a:gd name="connsiteY184" fmla="*/ 46130 h 492136"/>
                <a:gd name="connsiteX185" fmla="*/ 475790 w 492102"/>
                <a:gd name="connsiteY185" fmla="*/ 50969 h 492136"/>
                <a:gd name="connsiteX186" fmla="*/ 491426 w 492102"/>
                <a:gd name="connsiteY186" fmla="*/ 88861 h 492136"/>
                <a:gd name="connsiteX187" fmla="*/ 486599 w 492102"/>
                <a:gd name="connsiteY187" fmla="*/ 100487 h 492136"/>
                <a:gd name="connsiteX188" fmla="*/ 486587 w 492102"/>
                <a:gd name="connsiteY188" fmla="*/ 100492 h 492136"/>
                <a:gd name="connsiteX189" fmla="*/ 467053 w 492102"/>
                <a:gd name="connsiteY189" fmla="*/ 108559 h 492136"/>
                <a:gd name="connsiteX190" fmla="*/ 467053 w 492102"/>
                <a:gd name="connsiteY190" fmla="*/ 117824 h 492136"/>
                <a:gd name="connsiteX191" fmla="*/ 486558 w 492102"/>
                <a:gd name="connsiteY191" fmla="*/ 125934 h 492136"/>
                <a:gd name="connsiteX192" fmla="*/ 491369 w 492102"/>
                <a:gd name="connsiteY192" fmla="*/ 137577 h 492136"/>
                <a:gd name="connsiteX193" fmla="*/ 491369 w 492102"/>
                <a:gd name="connsiteY193" fmla="*/ 137579 h 492136"/>
                <a:gd name="connsiteX194" fmla="*/ 475633 w 492102"/>
                <a:gd name="connsiteY194" fmla="*/ 175429 h 492136"/>
                <a:gd name="connsiteX195" fmla="*/ 464016 w 492102"/>
                <a:gd name="connsiteY195" fmla="*/ 180251 h 492136"/>
                <a:gd name="connsiteX196" fmla="*/ 463988 w 492102"/>
                <a:gd name="connsiteY196" fmla="*/ 180239 h 492136"/>
                <a:gd name="connsiteX197" fmla="*/ 444475 w 492102"/>
                <a:gd name="connsiteY197" fmla="*/ 172129 h 492136"/>
                <a:gd name="connsiteX198" fmla="*/ 437912 w 492102"/>
                <a:gd name="connsiteY198" fmla="*/ 178657 h 492136"/>
                <a:gd name="connsiteX199" fmla="*/ 445972 w 492102"/>
                <a:gd name="connsiteY199" fmla="*/ 198198 h 492136"/>
                <a:gd name="connsiteX200" fmla="*/ 441145 w 492102"/>
                <a:gd name="connsiteY200" fmla="*/ 209824 h 492136"/>
                <a:gd name="connsiteX201" fmla="*/ 441133 w 492102"/>
                <a:gd name="connsiteY201" fmla="*/ 209829 h 492136"/>
                <a:gd name="connsiteX202" fmla="*/ 403241 w 492102"/>
                <a:gd name="connsiteY202" fmla="*/ 225465 h 492136"/>
                <a:gd name="connsiteX203" fmla="*/ 399841 w 492102"/>
                <a:gd name="connsiteY203" fmla="*/ 226142 h 492136"/>
                <a:gd name="connsiteX204" fmla="*/ 391610 w 492102"/>
                <a:gd name="connsiteY204" fmla="*/ 220633 h 492136"/>
                <a:gd name="connsiteX205" fmla="*/ 383543 w 492102"/>
                <a:gd name="connsiteY205" fmla="*/ 201120 h 492136"/>
                <a:gd name="connsiteX206" fmla="*/ 374278 w 492102"/>
                <a:gd name="connsiteY206" fmla="*/ 201120 h 492136"/>
                <a:gd name="connsiteX207" fmla="*/ 366168 w 492102"/>
                <a:gd name="connsiteY207" fmla="*/ 220633 h 492136"/>
                <a:gd name="connsiteX208" fmla="*/ 354516 w 492102"/>
                <a:gd name="connsiteY208" fmla="*/ 225443 h 492136"/>
                <a:gd name="connsiteX209" fmla="*/ 316638 w 492102"/>
                <a:gd name="connsiteY209" fmla="*/ 209672 h 492136"/>
                <a:gd name="connsiteX210" fmla="*/ 311834 w 492102"/>
                <a:gd name="connsiteY210" fmla="*/ 198027 h 492136"/>
                <a:gd name="connsiteX211" fmla="*/ 319944 w 492102"/>
                <a:gd name="connsiteY211" fmla="*/ 178522 h 492136"/>
                <a:gd name="connsiteX212" fmla="*/ 313416 w 492102"/>
                <a:gd name="connsiteY212" fmla="*/ 171958 h 492136"/>
                <a:gd name="connsiteX213" fmla="*/ 293904 w 492102"/>
                <a:gd name="connsiteY213" fmla="*/ 180011 h 492136"/>
                <a:gd name="connsiteX214" fmla="*/ 282273 w 492102"/>
                <a:gd name="connsiteY214" fmla="*/ 175172 h 492136"/>
                <a:gd name="connsiteX215" fmla="*/ 266637 w 492102"/>
                <a:gd name="connsiteY215" fmla="*/ 137280 h 492136"/>
                <a:gd name="connsiteX216" fmla="*/ 271464 w 492102"/>
                <a:gd name="connsiteY216" fmla="*/ 125654 h 492136"/>
                <a:gd name="connsiteX217" fmla="*/ 271476 w 492102"/>
                <a:gd name="connsiteY217" fmla="*/ 125649 h 492136"/>
                <a:gd name="connsiteX218" fmla="*/ 290982 w 492102"/>
                <a:gd name="connsiteY218" fmla="*/ 117589 h 492136"/>
                <a:gd name="connsiteX219" fmla="*/ 290982 w 492102"/>
                <a:gd name="connsiteY219" fmla="*/ 108324 h 492136"/>
                <a:gd name="connsiteX220" fmla="*/ 271469 w 492102"/>
                <a:gd name="connsiteY220" fmla="*/ 100214 h 492136"/>
                <a:gd name="connsiteX221" fmla="*/ 266658 w 492102"/>
                <a:gd name="connsiteY221" fmla="*/ 88562 h 492136"/>
                <a:gd name="connsiteX222" fmla="*/ 282430 w 492102"/>
                <a:gd name="connsiteY222" fmla="*/ 50712 h 492136"/>
                <a:gd name="connsiteX223" fmla="*/ 294075 w 492102"/>
                <a:gd name="connsiteY223" fmla="*/ 45909 h 492136"/>
                <a:gd name="connsiteX224" fmla="*/ 313580 w 492102"/>
                <a:gd name="connsiteY224" fmla="*/ 54019 h 492136"/>
                <a:gd name="connsiteX225" fmla="*/ 320144 w 492102"/>
                <a:gd name="connsiteY225" fmla="*/ 47484 h 492136"/>
                <a:gd name="connsiteX226" fmla="*/ 312091 w 492102"/>
                <a:gd name="connsiteY226" fmla="*/ 27943 h 492136"/>
                <a:gd name="connsiteX227" fmla="*/ 316918 w 492102"/>
                <a:gd name="connsiteY227" fmla="*/ 16317 h 492136"/>
                <a:gd name="connsiteX228" fmla="*/ 316930 w 492102"/>
                <a:gd name="connsiteY228" fmla="*/ 16312 h 49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</a:cxnLst>
              <a:rect l="l" t="t" r="r" b="b"/>
              <a:pathLst>
                <a:path w="492102" h="492136">
                  <a:moveTo>
                    <a:pt x="8908" y="286903"/>
                  </a:moveTo>
                  <a:lnTo>
                    <a:pt x="50528" y="286903"/>
                  </a:lnTo>
                  <a:cubicBezTo>
                    <a:pt x="55448" y="286903"/>
                    <a:pt x="59436" y="290891"/>
                    <a:pt x="59436" y="295811"/>
                  </a:cubicBezTo>
                  <a:cubicBezTo>
                    <a:pt x="59436" y="300731"/>
                    <a:pt x="55448" y="304720"/>
                    <a:pt x="50528" y="304720"/>
                  </a:cubicBezTo>
                  <a:lnTo>
                    <a:pt x="17817" y="304720"/>
                  </a:lnTo>
                  <a:lnTo>
                    <a:pt x="17817" y="348506"/>
                  </a:lnTo>
                  <a:lnTo>
                    <a:pt x="50528" y="348506"/>
                  </a:lnTo>
                  <a:cubicBezTo>
                    <a:pt x="54565" y="348505"/>
                    <a:pt x="58097" y="351219"/>
                    <a:pt x="59137" y="355119"/>
                  </a:cubicBezTo>
                  <a:cubicBezTo>
                    <a:pt x="61617" y="364427"/>
                    <a:pt x="65311" y="373367"/>
                    <a:pt x="70126" y="381709"/>
                  </a:cubicBezTo>
                  <a:cubicBezTo>
                    <a:pt x="72144" y="385205"/>
                    <a:pt x="71559" y="389620"/>
                    <a:pt x="68701" y="392470"/>
                  </a:cubicBezTo>
                  <a:lnTo>
                    <a:pt x="45582" y="415589"/>
                  </a:lnTo>
                  <a:lnTo>
                    <a:pt x="76547" y="446547"/>
                  </a:lnTo>
                  <a:lnTo>
                    <a:pt x="99666" y="423435"/>
                  </a:lnTo>
                  <a:cubicBezTo>
                    <a:pt x="102514" y="420578"/>
                    <a:pt x="106927" y="419993"/>
                    <a:pt x="110420" y="422010"/>
                  </a:cubicBezTo>
                  <a:cubicBezTo>
                    <a:pt x="118775" y="426826"/>
                    <a:pt x="127727" y="430523"/>
                    <a:pt x="137045" y="433006"/>
                  </a:cubicBezTo>
                  <a:cubicBezTo>
                    <a:pt x="140942" y="434046"/>
                    <a:pt x="143653" y="437576"/>
                    <a:pt x="143652" y="441608"/>
                  </a:cubicBezTo>
                  <a:lnTo>
                    <a:pt x="143652" y="474320"/>
                  </a:lnTo>
                  <a:lnTo>
                    <a:pt x="187438" y="474320"/>
                  </a:lnTo>
                  <a:lnTo>
                    <a:pt x="187438" y="441608"/>
                  </a:lnTo>
                  <a:cubicBezTo>
                    <a:pt x="187437" y="437576"/>
                    <a:pt x="190148" y="434046"/>
                    <a:pt x="194045" y="433006"/>
                  </a:cubicBezTo>
                  <a:cubicBezTo>
                    <a:pt x="203342" y="430530"/>
                    <a:pt x="212275" y="426845"/>
                    <a:pt x="220614" y="422046"/>
                  </a:cubicBezTo>
                  <a:cubicBezTo>
                    <a:pt x="224107" y="420027"/>
                    <a:pt x="228521" y="420612"/>
                    <a:pt x="231368" y="423471"/>
                  </a:cubicBezTo>
                  <a:lnTo>
                    <a:pt x="254487" y="446583"/>
                  </a:lnTo>
                  <a:lnTo>
                    <a:pt x="291737" y="409325"/>
                  </a:lnTo>
                  <a:cubicBezTo>
                    <a:pt x="295217" y="405845"/>
                    <a:pt x="300858" y="405845"/>
                    <a:pt x="304337" y="409325"/>
                  </a:cubicBezTo>
                  <a:cubicBezTo>
                    <a:pt x="307817" y="412804"/>
                    <a:pt x="307817" y="418445"/>
                    <a:pt x="304337" y="421924"/>
                  </a:cubicBezTo>
                  <a:lnTo>
                    <a:pt x="260786" y="465475"/>
                  </a:lnTo>
                  <a:cubicBezTo>
                    <a:pt x="257308" y="468955"/>
                    <a:pt x="251668" y="468956"/>
                    <a:pt x="248188" y="465477"/>
                  </a:cubicBezTo>
                  <a:cubicBezTo>
                    <a:pt x="248188" y="465477"/>
                    <a:pt x="248187" y="465476"/>
                    <a:pt x="248187" y="465475"/>
                  </a:cubicBezTo>
                  <a:lnTo>
                    <a:pt x="223471" y="440717"/>
                  </a:lnTo>
                  <a:cubicBezTo>
                    <a:pt x="217597" y="443699"/>
                    <a:pt x="211499" y="446220"/>
                    <a:pt x="205234" y="448257"/>
                  </a:cubicBezTo>
                  <a:lnTo>
                    <a:pt x="205234" y="483228"/>
                  </a:lnTo>
                  <a:cubicBezTo>
                    <a:pt x="205234" y="488148"/>
                    <a:pt x="201246" y="492136"/>
                    <a:pt x="196326" y="492136"/>
                  </a:cubicBezTo>
                  <a:lnTo>
                    <a:pt x="134722" y="492136"/>
                  </a:lnTo>
                  <a:cubicBezTo>
                    <a:pt x="129802" y="492136"/>
                    <a:pt x="125814" y="488148"/>
                    <a:pt x="125814" y="483228"/>
                  </a:cubicBezTo>
                  <a:lnTo>
                    <a:pt x="125814" y="448257"/>
                  </a:lnTo>
                  <a:cubicBezTo>
                    <a:pt x="119549" y="446220"/>
                    <a:pt x="113451" y="443699"/>
                    <a:pt x="107577" y="440717"/>
                  </a:cubicBezTo>
                  <a:lnTo>
                    <a:pt x="82883" y="465433"/>
                  </a:lnTo>
                  <a:cubicBezTo>
                    <a:pt x="79404" y="468912"/>
                    <a:pt x="73764" y="468913"/>
                    <a:pt x="70285" y="465434"/>
                  </a:cubicBezTo>
                  <a:cubicBezTo>
                    <a:pt x="70284" y="465434"/>
                    <a:pt x="70284" y="465433"/>
                    <a:pt x="70283" y="465433"/>
                  </a:cubicBezTo>
                  <a:lnTo>
                    <a:pt x="26725" y="421882"/>
                  </a:lnTo>
                  <a:cubicBezTo>
                    <a:pt x="23246" y="418403"/>
                    <a:pt x="23245" y="412763"/>
                    <a:pt x="26723" y="409283"/>
                  </a:cubicBezTo>
                  <a:cubicBezTo>
                    <a:pt x="26724" y="409283"/>
                    <a:pt x="26724" y="409282"/>
                    <a:pt x="26725" y="409282"/>
                  </a:cubicBezTo>
                  <a:lnTo>
                    <a:pt x="51440" y="384559"/>
                  </a:lnTo>
                  <a:cubicBezTo>
                    <a:pt x="48458" y="378685"/>
                    <a:pt x="45937" y="372588"/>
                    <a:pt x="43900" y="366322"/>
                  </a:cubicBezTo>
                  <a:lnTo>
                    <a:pt x="8908" y="366322"/>
                  </a:lnTo>
                  <a:cubicBezTo>
                    <a:pt x="3988" y="366322"/>
                    <a:pt x="0" y="362334"/>
                    <a:pt x="0" y="357414"/>
                  </a:cubicBezTo>
                  <a:lnTo>
                    <a:pt x="0" y="295811"/>
                  </a:lnTo>
                  <a:cubicBezTo>
                    <a:pt x="0" y="290891"/>
                    <a:pt x="3988" y="286903"/>
                    <a:pt x="8908" y="286903"/>
                  </a:cubicBezTo>
                  <a:close/>
                  <a:moveTo>
                    <a:pt x="165552" y="265260"/>
                  </a:moveTo>
                  <a:cubicBezTo>
                    <a:pt x="131668" y="265263"/>
                    <a:pt x="104202" y="292735"/>
                    <a:pt x="104206" y="326620"/>
                  </a:cubicBezTo>
                  <a:cubicBezTo>
                    <a:pt x="104210" y="360504"/>
                    <a:pt x="131682" y="387970"/>
                    <a:pt x="165567" y="387966"/>
                  </a:cubicBezTo>
                  <a:cubicBezTo>
                    <a:pt x="199448" y="387962"/>
                    <a:pt x="226913" y="360495"/>
                    <a:pt x="226913" y="326613"/>
                  </a:cubicBezTo>
                  <a:cubicBezTo>
                    <a:pt x="226873" y="292742"/>
                    <a:pt x="199423" y="265295"/>
                    <a:pt x="165552" y="265260"/>
                  </a:cubicBezTo>
                  <a:close/>
                  <a:moveTo>
                    <a:pt x="165510" y="247450"/>
                  </a:moveTo>
                  <a:cubicBezTo>
                    <a:pt x="209234" y="247438"/>
                    <a:pt x="244689" y="282874"/>
                    <a:pt x="244701" y="326599"/>
                  </a:cubicBezTo>
                  <a:cubicBezTo>
                    <a:pt x="244701" y="326606"/>
                    <a:pt x="244701" y="326613"/>
                    <a:pt x="244701" y="326620"/>
                  </a:cubicBezTo>
                  <a:cubicBezTo>
                    <a:pt x="244650" y="370315"/>
                    <a:pt x="209247" y="405727"/>
                    <a:pt x="165552" y="405790"/>
                  </a:cubicBezTo>
                  <a:cubicBezTo>
                    <a:pt x="121828" y="405802"/>
                    <a:pt x="86373" y="370366"/>
                    <a:pt x="86361" y="326641"/>
                  </a:cubicBezTo>
                  <a:cubicBezTo>
                    <a:pt x="86349" y="282917"/>
                    <a:pt x="121785" y="247462"/>
                    <a:pt x="165510" y="247450"/>
                  </a:cubicBezTo>
                  <a:close/>
                  <a:moveTo>
                    <a:pt x="134722" y="161089"/>
                  </a:moveTo>
                  <a:lnTo>
                    <a:pt x="196325" y="161089"/>
                  </a:lnTo>
                  <a:cubicBezTo>
                    <a:pt x="201245" y="161089"/>
                    <a:pt x="205233" y="165077"/>
                    <a:pt x="205233" y="169997"/>
                  </a:cubicBezTo>
                  <a:lnTo>
                    <a:pt x="205233" y="204968"/>
                  </a:lnTo>
                  <a:cubicBezTo>
                    <a:pt x="211500" y="207012"/>
                    <a:pt x="217600" y="209538"/>
                    <a:pt x="223479" y="212522"/>
                  </a:cubicBezTo>
                  <a:lnTo>
                    <a:pt x="248222" y="187793"/>
                  </a:lnTo>
                  <a:cubicBezTo>
                    <a:pt x="249893" y="186122"/>
                    <a:pt x="252159" y="185184"/>
                    <a:pt x="254522" y="185184"/>
                  </a:cubicBezTo>
                  <a:cubicBezTo>
                    <a:pt x="256885" y="185183"/>
                    <a:pt x="259152" y="186121"/>
                    <a:pt x="260822" y="187793"/>
                  </a:cubicBezTo>
                  <a:lnTo>
                    <a:pt x="304373" y="231351"/>
                  </a:lnTo>
                  <a:cubicBezTo>
                    <a:pt x="307853" y="234829"/>
                    <a:pt x="307853" y="240470"/>
                    <a:pt x="304375" y="243949"/>
                  </a:cubicBezTo>
                  <a:cubicBezTo>
                    <a:pt x="304374" y="243949"/>
                    <a:pt x="304374" y="243950"/>
                    <a:pt x="304373" y="243951"/>
                  </a:cubicBezTo>
                  <a:lnTo>
                    <a:pt x="279658" y="268673"/>
                  </a:lnTo>
                  <a:cubicBezTo>
                    <a:pt x="282639" y="274548"/>
                    <a:pt x="285160" y="280645"/>
                    <a:pt x="287198" y="286910"/>
                  </a:cubicBezTo>
                  <a:lnTo>
                    <a:pt x="322168" y="286910"/>
                  </a:lnTo>
                  <a:cubicBezTo>
                    <a:pt x="327088" y="286910"/>
                    <a:pt x="331077" y="290898"/>
                    <a:pt x="331077" y="295818"/>
                  </a:cubicBezTo>
                  <a:lnTo>
                    <a:pt x="331077" y="357421"/>
                  </a:lnTo>
                  <a:cubicBezTo>
                    <a:pt x="331073" y="362341"/>
                    <a:pt x="327081" y="366326"/>
                    <a:pt x="322161" y="366322"/>
                  </a:cubicBezTo>
                  <a:cubicBezTo>
                    <a:pt x="322154" y="366322"/>
                    <a:pt x="322147" y="366322"/>
                    <a:pt x="322140" y="366322"/>
                  </a:cubicBezTo>
                  <a:lnTo>
                    <a:pt x="280520" y="366322"/>
                  </a:lnTo>
                  <a:cubicBezTo>
                    <a:pt x="275600" y="366322"/>
                    <a:pt x="271612" y="362334"/>
                    <a:pt x="271612" y="357414"/>
                  </a:cubicBezTo>
                  <a:cubicBezTo>
                    <a:pt x="271612" y="352494"/>
                    <a:pt x="275600" y="348506"/>
                    <a:pt x="280520" y="348506"/>
                  </a:cubicBezTo>
                  <a:lnTo>
                    <a:pt x="313232" y="348506"/>
                  </a:lnTo>
                  <a:lnTo>
                    <a:pt x="313232" y="304719"/>
                  </a:lnTo>
                  <a:lnTo>
                    <a:pt x="280520" y="304719"/>
                  </a:lnTo>
                  <a:cubicBezTo>
                    <a:pt x="276487" y="304720"/>
                    <a:pt x="272958" y="302010"/>
                    <a:pt x="271918" y="298113"/>
                  </a:cubicBezTo>
                  <a:cubicBezTo>
                    <a:pt x="269433" y="288809"/>
                    <a:pt x="265736" y="279871"/>
                    <a:pt x="260922" y="271531"/>
                  </a:cubicBezTo>
                  <a:cubicBezTo>
                    <a:pt x="258904" y="268035"/>
                    <a:pt x="259489" y="263619"/>
                    <a:pt x="262347" y="260769"/>
                  </a:cubicBezTo>
                  <a:lnTo>
                    <a:pt x="285459" y="237651"/>
                  </a:lnTo>
                  <a:lnTo>
                    <a:pt x="254494" y="206685"/>
                  </a:lnTo>
                  <a:lnTo>
                    <a:pt x="231375" y="229804"/>
                  </a:lnTo>
                  <a:cubicBezTo>
                    <a:pt x="228530" y="232672"/>
                    <a:pt x="224107" y="233257"/>
                    <a:pt x="220614" y="231229"/>
                  </a:cubicBezTo>
                  <a:cubicBezTo>
                    <a:pt x="212276" y="226409"/>
                    <a:pt x="203337" y="222713"/>
                    <a:pt x="194030" y="220240"/>
                  </a:cubicBezTo>
                  <a:cubicBezTo>
                    <a:pt x="190133" y="219198"/>
                    <a:pt x="187422" y="215666"/>
                    <a:pt x="187424" y="211631"/>
                  </a:cubicBezTo>
                  <a:lnTo>
                    <a:pt x="187424" y="178906"/>
                  </a:lnTo>
                  <a:lnTo>
                    <a:pt x="143631" y="178906"/>
                  </a:lnTo>
                  <a:lnTo>
                    <a:pt x="143631" y="211624"/>
                  </a:lnTo>
                  <a:cubicBezTo>
                    <a:pt x="143632" y="215659"/>
                    <a:pt x="140922" y="219191"/>
                    <a:pt x="137024" y="220233"/>
                  </a:cubicBezTo>
                  <a:cubicBezTo>
                    <a:pt x="127717" y="222706"/>
                    <a:pt x="118778" y="226401"/>
                    <a:pt x="110442" y="231222"/>
                  </a:cubicBezTo>
                  <a:cubicBezTo>
                    <a:pt x="106948" y="233248"/>
                    <a:pt x="102527" y="232662"/>
                    <a:pt x="99681" y="229797"/>
                  </a:cubicBezTo>
                  <a:lnTo>
                    <a:pt x="76562" y="206678"/>
                  </a:lnTo>
                  <a:lnTo>
                    <a:pt x="39296" y="243951"/>
                  </a:lnTo>
                  <a:cubicBezTo>
                    <a:pt x="35817" y="247430"/>
                    <a:pt x="30176" y="247430"/>
                    <a:pt x="26697" y="243951"/>
                  </a:cubicBezTo>
                  <a:cubicBezTo>
                    <a:pt x="23217" y="240471"/>
                    <a:pt x="23217" y="234830"/>
                    <a:pt x="26697" y="231351"/>
                  </a:cubicBezTo>
                  <a:lnTo>
                    <a:pt x="70255" y="187793"/>
                  </a:lnTo>
                  <a:cubicBezTo>
                    <a:pt x="71926" y="186122"/>
                    <a:pt x="74192" y="185184"/>
                    <a:pt x="76555" y="185184"/>
                  </a:cubicBezTo>
                  <a:cubicBezTo>
                    <a:pt x="78917" y="185184"/>
                    <a:pt x="81184" y="186122"/>
                    <a:pt x="82855" y="187793"/>
                  </a:cubicBezTo>
                  <a:lnTo>
                    <a:pt x="107577" y="212522"/>
                  </a:lnTo>
                  <a:cubicBezTo>
                    <a:pt x="113453" y="209542"/>
                    <a:pt x="119550" y="207022"/>
                    <a:pt x="125814" y="204982"/>
                  </a:cubicBezTo>
                  <a:lnTo>
                    <a:pt x="125814" y="169997"/>
                  </a:lnTo>
                  <a:cubicBezTo>
                    <a:pt x="125814" y="165077"/>
                    <a:pt x="129802" y="161089"/>
                    <a:pt x="134722" y="161089"/>
                  </a:cubicBezTo>
                  <a:close/>
                  <a:moveTo>
                    <a:pt x="379032" y="70032"/>
                  </a:moveTo>
                  <a:cubicBezTo>
                    <a:pt x="402803" y="70338"/>
                    <a:pt x="421825" y="89856"/>
                    <a:pt x="421520" y="113628"/>
                  </a:cubicBezTo>
                  <a:cubicBezTo>
                    <a:pt x="421219" y="136968"/>
                    <a:pt x="402372" y="155815"/>
                    <a:pt x="379032" y="156116"/>
                  </a:cubicBezTo>
                  <a:cubicBezTo>
                    <a:pt x="355269" y="156088"/>
                    <a:pt x="336014" y="136833"/>
                    <a:pt x="335986" y="113071"/>
                  </a:cubicBezTo>
                  <a:cubicBezTo>
                    <a:pt x="335986" y="108151"/>
                    <a:pt x="339974" y="104163"/>
                    <a:pt x="344894" y="104163"/>
                  </a:cubicBezTo>
                  <a:cubicBezTo>
                    <a:pt x="349814" y="104163"/>
                    <a:pt x="353803" y="108151"/>
                    <a:pt x="353803" y="113071"/>
                  </a:cubicBezTo>
                  <a:cubicBezTo>
                    <a:pt x="353799" y="127004"/>
                    <a:pt x="365091" y="138302"/>
                    <a:pt x="379025" y="138306"/>
                  </a:cubicBezTo>
                  <a:cubicBezTo>
                    <a:pt x="392958" y="138310"/>
                    <a:pt x="404256" y="127018"/>
                    <a:pt x="404260" y="113085"/>
                  </a:cubicBezTo>
                  <a:cubicBezTo>
                    <a:pt x="404264" y="99151"/>
                    <a:pt x="392972" y="87853"/>
                    <a:pt x="379039" y="87849"/>
                  </a:cubicBezTo>
                  <a:cubicBezTo>
                    <a:pt x="379037" y="87849"/>
                    <a:pt x="379034" y="87849"/>
                    <a:pt x="379032" y="87849"/>
                  </a:cubicBezTo>
                  <a:cubicBezTo>
                    <a:pt x="374112" y="87849"/>
                    <a:pt x="370124" y="83860"/>
                    <a:pt x="370124" y="78940"/>
                  </a:cubicBezTo>
                  <a:cubicBezTo>
                    <a:pt x="370124" y="74020"/>
                    <a:pt x="374112" y="70032"/>
                    <a:pt x="379032" y="70032"/>
                  </a:cubicBezTo>
                  <a:close/>
                  <a:moveTo>
                    <a:pt x="353383" y="20531"/>
                  </a:moveTo>
                  <a:lnTo>
                    <a:pt x="331953" y="29368"/>
                  </a:lnTo>
                  <a:lnTo>
                    <a:pt x="339122" y="46743"/>
                  </a:lnTo>
                  <a:cubicBezTo>
                    <a:pt x="340654" y="50475"/>
                    <a:pt x="339485" y="54771"/>
                    <a:pt x="336271" y="57212"/>
                  </a:cubicBezTo>
                  <a:cubicBezTo>
                    <a:pt x="331385" y="60943"/>
                    <a:pt x="327012" y="65301"/>
                    <a:pt x="323265" y="70175"/>
                  </a:cubicBezTo>
                  <a:cubicBezTo>
                    <a:pt x="320805" y="73374"/>
                    <a:pt x="316504" y="74525"/>
                    <a:pt x="312775" y="72983"/>
                  </a:cubicBezTo>
                  <a:lnTo>
                    <a:pt x="295429" y="65771"/>
                  </a:lnTo>
                  <a:lnTo>
                    <a:pt x="286527" y="87151"/>
                  </a:lnTo>
                  <a:lnTo>
                    <a:pt x="303874" y="94363"/>
                  </a:lnTo>
                  <a:cubicBezTo>
                    <a:pt x="307602" y="95910"/>
                    <a:pt x="309824" y="99769"/>
                    <a:pt x="309290" y="103770"/>
                  </a:cubicBezTo>
                  <a:cubicBezTo>
                    <a:pt x="308483" y="109865"/>
                    <a:pt x="308483" y="116040"/>
                    <a:pt x="309290" y="122135"/>
                  </a:cubicBezTo>
                  <a:cubicBezTo>
                    <a:pt x="309811" y="126134"/>
                    <a:pt x="307580" y="129984"/>
                    <a:pt x="303852" y="131521"/>
                  </a:cubicBezTo>
                  <a:lnTo>
                    <a:pt x="286492" y="138691"/>
                  </a:lnTo>
                  <a:lnTo>
                    <a:pt x="295329" y="160120"/>
                  </a:lnTo>
                  <a:lnTo>
                    <a:pt x="312697" y="152951"/>
                  </a:lnTo>
                  <a:cubicBezTo>
                    <a:pt x="316430" y="151407"/>
                    <a:pt x="320736" y="152579"/>
                    <a:pt x="323173" y="155802"/>
                  </a:cubicBezTo>
                  <a:cubicBezTo>
                    <a:pt x="326897" y="160687"/>
                    <a:pt x="331251" y="165058"/>
                    <a:pt x="336122" y="168801"/>
                  </a:cubicBezTo>
                  <a:cubicBezTo>
                    <a:pt x="339325" y="171258"/>
                    <a:pt x="340477" y="175562"/>
                    <a:pt x="338930" y="179291"/>
                  </a:cubicBezTo>
                  <a:lnTo>
                    <a:pt x="331718" y="196637"/>
                  </a:lnTo>
                  <a:lnTo>
                    <a:pt x="353097" y="205539"/>
                  </a:lnTo>
                  <a:lnTo>
                    <a:pt x="360310" y="188192"/>
                  </a:lnTo>
                  <a:cubicBezTo>
                    <a:pt x="361887" y="184492"/>
                    <a:pt x="365724" y="182282"/>
                    <a:pt x="369717" y="182776"/>
                  </a:cubicBezTo>
                  <a:cubicBezTo>
                    <a:pt x="375812" y="183583"/>
                    <a:pt x="381987" y="183583"/>
                    <a:pt x="388082" y="182776"/>
                  </a:cubicBezTo>
                  <a:cubicBezTo>
                    <a:pt x="388482" y="182731"/>
                    <a:pt x="388884" y="182712"/>
                    <a:pt x="389287" y="182719"/>
                  </a:cubicBezTo>
                  <a:cubicBezTo>
                    <a:pt x="392890" y="182721"/>
                    <a:pt x="396137" y="184896"/>
                    <a:pt x="397511" y="188228"/>
                  </a:cubicBezTo>
                  <a:lnTo>
                    <a:pt x="404680" y="205596"/>
                  </a:lnTo>
                  <a:lnTo>
                    <a:pt x="426110" y="196759"/>
                  </a:lnTo>
                  <a:lnTo>
                    <a:pt x="418941" y="179384"/>
                  </a:lnTo>
                  <a:cubicBezTo>
                    <a:pt x="417405" y="175649"/>
                    <a:pt x="418575" y="171349"/>
                    <a:pt x="421791" y="168908"/>
                  </a:cubicBezTo>
                  <a:cubicBezTo>
                    <a:pt x="426676" y="165183"/>
                    <a:pt x="431047" y="160829"/>
                    <a:pt x="434790" y="155959"/>
                  </a:cubicBezTo>
                  <a:cubicBezTo>
                    <a:pt x="437254" y="152764"/>
                    <a:pt x="441551" y="151614"/>
                    <a:pt x="445281" y="153151"/>
                  </a:cubicBezTo>
                  <a:lnTo>
                    <a:pt x="462627" y="160363"/>
                  </a:lnTo>
                  <a:lnTo>
                    <a:pt x="471528" y="138983"/>
                  </a:lnTo>
                  <a:lnTo>
                    <a:pt x="454182" y="131756"/>
                  </a:lnTo>
                  <a:cubicBezTo>
                    <a:pt x="450454" y="130210"/>
                    <a:pt x="448231" y="126350"/>
                    <a:pt x="448766" y="122349"/>
                  </a:cubicBezTo>
                  <a:cubicBezTo>
                    <a:pt x="449573" y="116254"/>
                    <a:pt x="449573" y="110079"/>
                    <a:pt x="448766" y="103984"/>
                  </a:cubicBezTo>
                  <a:cubicBezTo>
                    <a:pt x="448242" y="99985"/>
                    <a:pt x="450474" y="96133"/>
                    <a:pt x="454203" y="94598"/>
                  </a:cubicBezTo>
                  <a:lnTo>
                    <a:pt x="471571" y="87429"/>
                  </a:lnTo>
                  <a:lnTo>
                    <a:pt x="462734" y="65992"/>
                  </a:lnTo>
                  <a:lnTo>
                    <a:pt x="445366" y="73161"/>
                  </a:lnTo>
                  <a:cubicBezTo>
                    <a:pt x="441634" y="74696"/>
                    <a:pt x="437336" y="73526"/>
                    <a:pt x="434897" y="70310"/>
                  </a:cubicBezTo>
                  <a:cubicBezTo>
                    <a:pt x="431166" y="65424"/>
                    <a:pt x="426807" y="61051"/>
                    <a:pt x="421934" y="57304"/>
                  </a:cubicBezTo>
                  <a:cubicBezTo>
                    <a:pt x="418728" y="54848"/>
                    <a:pt x="417576" y="50543"/>
                    <a:pt x="419126" y="46814"/>
                  </a:cubicBezTo>
                  <a:lnTo>
                    <a:pt x="426338" y="29468"/>
                  </a:lnTo>
                  <a:lnTo>
                    <a:pt x="404958" y="20566"/>
                  </a:lnTo>
                  <a:lnTo>
                    <a:pt x="397710" y="37920"/>
                  </a:lnTo>
                  <a:cubicBezTo>
                    <a:pt x="396138" y="41626"/>
                    <a:pt x="392297" y="43837"/>
                    <a:pt x="388303" y="43336"/>
                  </a:cubicBezTo>
                  <a:cubicBezTo>
                    <a:pt x="382208" y="42529"/>
                    <a:pt x="376033" y="42529"/>
                    <a:pt x="369938" y="43336"/>
                  </a:cubicBezTo>
                  <a:cubicBezTo>
                    <a:pt x="365943" y="43836"/>
                    <a:pt x="362105" y="41613"/>
                    <a:pt x="360552" y="37898"/>
                  </a:cubicBezTo>
                  <a:close/>
                  <a:moveTo>
                    <a:pt x="354822" y="676"/>
                  </a:moveTo>
                  <a:cubicBezTo>
                    <a:pt x="359366" y="-1201"/>
                    <a:pt x="364571" y="960"/>
                    <a:pt x="366448" y="5503"/>
                  </a:cubicBezTo>
                  <a:cubicBezTo>
                    <a:pt x="366450" y="5507"/>
                    <a:pt x="366451" y="5511"/>
                    <a:pt x="366453" y="5515"/>
                  </a:cubicBezTo>
                  <a:lnTo>
                    <a:pt x="374520" y="25049"/>
                  </a:lnTo>
                  <a:cubicBezTo>
                    <a:pt x="377606" y="24889"/>
                    <a:pt x="380699" y="24889"/>
                    <a:pt x="383785" y="25049"/>
                  </a:cubicBezTo>
                  <a:lnTo>
                    <a:pt x="391895" y="5543"/>
                  </a:lnTo>
                  <a:cubicBezTo>
                    <a:pt x="393776" y="1002"/>
                    <a:pt x="398984" y="-1155"/>
                    <a:pt x="403525" y="727"/>
                  </a:cubicBezTo>
                  <a:cubicBezTo>
                    <a:pt x="403530" y="729"/>
                    <a:pt x="403535" y="731"/>
                    <a:pt x="403540" y="733"/>
                  </a:cubicBezTo>
                  <a:lnTo>
                    <a:pt x="441354" y="16469"/>
                  </a:lnTo>
                  <a:cubicBezTo>
                    <a:pt x="445898" y="18355"/>
                    <a:pt x="448052" y="23568"/>
                    <a:pt x="446165" y="28112"/>
                  </a:cubicBezTo>
                  <a:cubicBezTo>
                    <a:pt x="446165" y="28113"/>
                    <a:pt x="446165" y="28113"/>
                    <a:pt x="446164" y="28114"/>
                  </a:cubicBezTo>
                  <a:lnTo>
                    <a:pt x="438054" y="47626"/>
                  </a:lnTo>
                  <a:cubicBezTo>
                    <a:pt x="440345" y="49700"/>
                    <a:pt x="442526" y="51891"/>
                    <a:pt x="444589" y="54190"/>
                  </a:cubicBezTo>
                  <a:lnTo>
                    <a:pt x="464159" y="46130"/>
                  </a:lnTo>
                  <a:cubicBezTo>
                    <a:pt x="468707" y="44259"/>
                    <a:pt x="473911" y="46424"/>
                    <a:pt x="475790" y="50969"/>
                  </a:cubicBezTo>
                  <a:lnTo>
                    <a:pt x="491426" y="88861"/>
                  </a:lnTo>
                  <a:cubicBezTo>
                    <a:pt x="493303" y="93405"/>
                    <a:pt x="491142" y="98610"/>
                    <a:pt x="486599" y="100487"/>
                  </a:cubicBezTo>
                  <a:cubicBezTo>
                    <a:pt x="486595" y="100489"/>
                    <a:pt x="486591" y="100490"/>
                    <a:pt x="486587" y="100492"/>
                  </a:cubicBezTo>
                  <a:lnTo>
                    <a:pt x="467053" y="108559"/>
                  </a:lnTo>
                  <a:cubicBezTo>
                    <a:pt x="467216" y="111645"/>
                    <a:pt x="467216" y="114738"/>
                    <a:pt x="467053" y="117824"/>
                  </a:cubicBezTo>
                  <a:lnTo>
                    <a:pt x="486558" y="125934"/>
                  </a:lnTo>
                  <a:cubicBezTo>
                    <a:pt x="491102" y="127821"/>
                    <a:pt x="493256" y="133034"/>
                    <a:pt x="491369" y="137577"/>
                  </a:cubicBezTo>
                  <a:cubicBezTo>
                    <a:pt x="491369" y="137578"/>
                    <a:pt x="491369" y="137578"/>
                    <a:pt x="491369" y="137579"/>
                  </a:cubicBezTo>
                  <a:lnTo>
                    <a:pt x="475633" y="175429"/>
                  </a:lnTo>
                  <a:cubicBezTo>
                    <a:pt x="473757" y="179968"/>
                    <a:pt x="468556" y="182127"/>
                    <a:pt x="464016" y="180251"/>
                  </a:cubicBezTo>
                  <a:cubicBezTo>
                    <a:pt x="464007" y="180247"/>
                    <a:pt x="463997" y="180243"/>
                    <a:pt x="463988" y="180239"/>
                  </a:cubicBezTo>
                  <a:lnTo>
                    <a:pt x="444475" y="172129"/>
                  </a:lnTo>
                  <a:cubicBezTo>
                    <a:pt x="442402" y="174417"/>
                    <a:pt x="440211" y="176596"/>
                    <a:pt x="437912" y="178657"/>
                  </a:cubicBezTo>
                  <a:lnTo>
                    <a:pt x="445972" y="198198"/>
                  </a:lnTo>
                  <a:cubicBezTo>
                    <a:pt x="447849" y="202742"/>
                    <a:pt x="445688" y="207947"/>
                    <a:pt x="441145" y="209824"/>
                  </a:cubicBezTo>
                  <a:cubicBezTo>
                    <a:pt x="441141" y="209826"/>
                    <a:pt x="441137" y="209827"/>
                    <a:pt x="441133" y="209829"/>
                  </a:cubicBezTo>
                  <a:lnTo>
                    <a:pt x="403241" y="225465"/>
                  </a:lnTo>
                  <a:cubicBezTo>
                    <a:pt x="402163" y="225913"/>
                    <a:pt x="401008" y="226143"/>
                    <a:pt x="399841" y="226142"/>
                  </a:cubicBezTo>
                  <a:cubicBezTo>
                    <a:pt x="396235" y="226141"/>
                    <a:pt x="392986" y="223966"/>
                    <a:pt x="391610" y="220633"/>
                  </a:cubicBezTo>
                  <a:lnTo>
                    <a:pt x="383543" y="201120"/>
                  </a:lnTo>
                  <a:cubicBezTo>
                    <a:pt x="380456" y="201281"/>
                    <a:pt x="377364" y="201281"/>
                    <a:pt x="374278" y="201120"/>
                  </a:cubicBezTo>
                  <a:lnTo>
                    <a:pt x="366168" y="220633"/>
                  </a:lnTo>
                  <a:cubicBezTo>
                    <a:pt x="364278" y="225178"/>
                    <a:pt x="359062" y="227332"/>
                    <a:pt x="354516" y="225443"/>
                  </a:cubicBezTo>
                  <a:lnTo>
                    <a:pt x="316638" y="209672"/>
                  </a:lnTo>
                  <a:cubicBezTo>
                    <a:pt x="312099" y="207779"/>
                    <a:pt x="309950" y="202569"/>
                    <a:pt x="311834" y="198027"/>
                  </a:cubicBezTo>
                  <a:lnTo>
                    <a:pt x="319944" y="178522"/>
                  </a:lnTo>
                  <a:cubicBezTo>
                    <a:pt x="317656" y="176448"/>
                    <a:pt x="315477" y="174257"/>
                    <a:pt x="313416" y="171958"/>
                  </a:cubicBezTo>
                  <a:lnTo>
                    <a:pt x="293904" y="180011"/>
                  </a:lnTo>
                  <a:cubicBezTo>
                    <a:pt x="289356" y="181882"/>
                    <a:pt x="284152" y="179717"/>
                    <a:pt x="282273" y="175172"/>
                  </a:cubicBezTo>
                  <a:lnTo>
                    <a:pt x="266637" y="137280"/>
                  </a:lnTo>
                  <a:cubicBezTo>
                    <a:pt x="264760" y="132736"/>
                    <a:pt x="266921" y="127531"/>
                    <a:pt x="271464" y="125654"/>
                  </a:cubicBezTo>
                  <a:cubicBezTo>
                    <a:pt x="271468" y="125652"/>
                    <a:pt x="271472" y="125651"/>
                    <a:pt x="271476" y="125649"/>
                  </a:cubicBezTo>
                  <a:lnTo>
                    <a:pt x="290982" y="117589"/>
                  </a:lnTo>
                  <a:cubicBezTo>
                    <a:pt x="290818" y="114503"/>
                    <a:pt x="290818" y="111410"/>
                    <a:pt x="290982" y="108324"/>
                  </a:cubicBezTo>
                  <a:lnTo>
                    <a:pt x="271469" y="100214"/>
                  </a:lnTo>
                  <a:cubicBezTo>
                    <a:pt x="266923" y="98324"/>
                    <a:pt x="264770" y="93108"/>
                    <a:pt x="266658" y="88562"/>
                  </a:cubicBezTo>
                  <a:lnTo>
                    <a:pt x="282430" y="50712"/>
                  </a:lnTo>
                  <a:cubicBezTo>
                    <a:pt x="284319" y="46171"/>
                    <a:pt x="289533" y="44020"/>
                    <a:pt x="294075" y="45909"/>
                  </a:cubicBezTo>
                  <a:lnTo>
                    <a:pt x="313580" y="54019"/>
                  </a:lnTo>
                  <a:cubicBezTo>
                    <a:pt x="315654" y="51728"/>
                    <a:pt x="317844" y="49547"/>
                    <a:pt x="320144" y="47484"/>
                  </a:cubicBezTo>
                  <a:lnTo>
                    <a:pt x="312091" y="27943"/>
                  </a:lnTo>
                  <a:cubicBezTo>
                    <a:pt x="310213" y="23399"/>
                    <a:pt x="312375" y="18194"/>
                    <a:pt x="316918" y="16317"/>
                  </a:cubicBezTo>
                  <a:cubicBezTo>
                    <a:pt x="316922" y="16315"/>
                    <a:pt x="316926" y="16313"/>
                    <a:pt x="316930" y="16312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43" name="Group 256">
            <a:extLst>
              <a:ext uri="{FF2B5EF4-FFF2-40B4-BE49-F238E27FC236}">
                <a16:creationId xmlns:a16="http://schemas.microsoft.com/office/drawing/2014/main" id="{F6FAFD87-49DF-7B52-A07C-5427B6B952E0}"/>
              </a:ext>
            </a:extLst>
          </p:cNvPr>
          <p:cNvGrpSpPr/>
          <p:nvPr/>
        </p:nvGrpSpPr>
        <p:grpSpPr>
          <a:xfrm>
            <a:off x="2821955" y="3161503"/>
            <a:ext cx="440671" cy="492183"/>
            <a:chOff x="2821955" y="3161503"/>
            <a:chExt cx="440671" cy="492183"/>
          </a:xfrm>
          <a:noFill/>
        </p:grpSpPr>
        <p:sp>
          <p:nvSpPr>
            <p:cNvPr id="144" name="Freeform: Shape 118">
              <a:extLst>
                <a:ext uri="{FF2B5EF4-FFF2-40B4-BE49-F238E27FC236}">
                  <a16:creationId xmlns:a16="http://schemas.microsoft.com/office/drawing/2014/main" id="{41EE0B16-4434-BEB3-4752-110503ABB615}"/>
                </a:ext>
              </a:extLst>
            </p:cNvPr>
            <p:cNvSpPr/>
            <p:nvPr/>
          </p:nvSpPr>
          <p:spPr>
            <a:xfrm>
              <a:off x="2830870" y="3170412"/>
              <a:ext cx="422845" cy="430785"/>
            </a:xfrm>
            <a:custGeom>
              <a:avLst/>
              <a:gdLst>
                <a:gd name="connsiteX0" fmla="*/ 0 w 422845"/>
                <a:gd name="connsiteY0" fmla="*/ 87216 h 430785"/>
                <a:gd name="connsiteX1" fmla="*/ 166828 w 422845"/>
                <a:gd name="connsiteY1" fmla="*/ 87216 h 430785"/>
                <a:gd name="connsiteX2" fmla="*/ 166828 w 422845"/>
                <a:gd name="connsiteY2" fmla="*/ 87217 h 430785"/>
                <a:gd name="connsiteX3" fmla="*/ 166828 w 422845"/>
                <a:gd name="connsiteY3" fmla="*/ 176407 h 430785"/>
                <a:gd name="connsiteX4" fmla="*/ 211420 w 422845"/>
                <a:gd name="connsiteY4" fmla="*/ 131816 h 430785"/>
                <a:gd name="connsiteX5" fmla="*/ 256012 w 422845"/>
                <a:gd name="connsiteY5" fmla="*/ 176407 h 430785"/>
                <a:gd name="connsiteX6" fmla="*/ 256012 w 422845"/>
                <a:gd name="connsiteY6" fmla="*/ 87217 h 430785"/>
                <a:gd name="connsiteX7" fmla="*/ 256012 w 422845"/>
                <a:gd name="connsiteY7" fmla="*/ 87216 h 430785"/>
                <a:gd name="connsiteX8" fmla="*/ 422845 w 422845"/>
                <a:gd name="connsiteY8" fmla="*/ 87216 h 430785"/>
                <a:gd name="connsiteX9" fmla="*/ 422845 w 422845"/>
                <a:gd name="connsiteY9" fmla="*/ 430785 h 430785"/>
                <a:gd name="connsiteX10" fmla="*/ 285284 w 422845"/>
                <a:gd name="connsiteY10" fmla="*/ 430785 h 430785"/>
                <a:gd name="connsiteX11" fmla="*/ 291862 w 422845"/>
                <a:gd name="connsiteY11" fmla="*/ 421030 h 430785"/>
                <a:gd name="connsiteX12" fmla="*/ 298722 w 422845"/>
                <a:gd name="connsiteY12" fmla="*/ 387048 h 430785"/>
                <a:gd name="connsiteX13" fmla="*/ 211420 w 422845"/>
                <a:gd name="connsiteY13" fmla="*/ 299746 h 430785"/>
                <a:gd name="connsiteX14" fmla="*/ 124118 w 422845"/>
                <a:gd name="connsiteY14" fmla="*/ 387048 h 430785"/>
                <a:gd name="connsiteX15" fmla="*/ 130979 w 422845"/>
                <a:gd name="connsiteY15" fmla="*/ 421030 h 430785"/>
                <a:gd name="connsiteX16" fmla="*/ 137556 w 422845"/>
                <a:gd name="connsiteY16" fmla="*/ 430785 h 430785"/>
                <a:gd name="connsiteX17" fmla="*/ 0 w 422845"/>
                <a:gd name="connsiteY17" fmla="*/ 430785 h 430785"/>
                <a:gd name="connsiteX18" fmla="*/ 179770 w 422845"/>
                <a:gd name="connsiteY18" fmla="*/ 0 h 430785"/>
                <a:gd name="connsiteX19" fmla="*/ 243070 w 422845"/>
                <a:gd name="connsiteY19" fmla="*/ 0 h 430785"/>
                <a:gd name="connsiteX20" fmla="*/ 256012 w 422845"/>
                <a:gd name="connsiteY20" fmla="*/ 87217 h 430785"/>
                <a:gd name="connsiteX21" fmla="*/ 166828 w 422845"/>
                <a:gd name="connsiteY21" fmla="*/ 87217 h 43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845" h="430785">
                  <a:moveTo>
                    <a:pt x="0" y="87216"/>
                  </a:moveTo>
                  <a:lnTo>
                    <a:pt x="166828" y="87216"/>
                  </a:lnTo>
                  <a:lnTo>
                    <a:pt x="166828" y="87217"/>
                  </a:lnTo>
                  <a:lnTo>
                    <a:pt x="166828" y="176407"/>
                  </a:lnTo>
                  <a:lnTo>
                    <a:pt x="211420" y="131816"/>
                  </a:lnTo>
                  <a:lnTo>
                    <a:pt x="256012" y="176407"/>
                  </a:lnTo>
                  <a:lnTo>
                    <a:pt x="256012" y="87217"/>
                  </a:lnTo>
                  <a:lnTo>
                    <a:pt x="256012" y="87216"/>
                  </a:lnTo>
                  <a:lnTo>
                    <a:pt x="422845" y="87216"/>
                  </a:lnTo>
                  <a:lnTo>
                    <a:pt x="422845" y="430785"/>
                  </a:lnTo>
                  <a:lnTo>
                    <a:pt x="285284" y="430785"/>
                  </a:lnTo>
                  <a:lnTo>
                    <a:pt x="291862" y="421030"/>
                  </a:lnTo>
                  <a:cubicBezTo>
                    <a:pt x="296279" y="410585"/>
                    <a:pt x="298722" y="399102"/>
                    <a:pt x="298722" y="387048"/>
                  </a:cubicBezTo>
                  <a:cubicBezTo>
                    <a:pt x="298722" y="338832"/>
                    <a:pt x="259636" y="299746"/>
                    <a:pt x="211420" y="299746"/>
                  </a:cubicBezTo>
                  <a:cubicBezTo>
                    <a:pt x="163204" y="299746"/>
                    <a:pt x="124118" y="338832"/>
                    <a:pt x="124118" y="387048"/>
                  </a:cubicBezTo>
                  <a:cubicBezTo>
                    <a:pt x="124118" y="399102"/>
                    <a:pt x="126561" y="410585"/>
                    <a:pt x="130979" y="421030"/>
                  </a:cubicBezTo>
                  <a:lnTo>
                    <a:pt x="137556" y="430785"/>
                  </a:lnTo>
                  <a:lnTo>
                    <a:pt x="0" y="430785"/>
                  </a:lnTo>
                  <a:close/>
                  <a:moveTo>
                    <a:pt x="179770" y="0"/>
                  </a:moveTo>
                  <a:lnTo>
                    <a:pt x="243070" y="0"/>
                  </a:lnTo>
                  <a:lnTo>
                    <a:pt x="256012" y="87217"/>
                  </a:lnTo>
                  <a:lnTo>
                    <a:pt x="166828" y="87217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" name="Freeform: Shape 119">
              <a:extLst>
                <a:ext uri="{FF2B5EF4-FFF2-40B4-BE49-F238E27FC236}">
                  <a16:creationId xmlns:a16="http://schemas.microsoft.com/office/drawing/2014/main" id="{C01C253E-E31E-5E8C-F84F-E50E7E811640}"/>
                </a:ext>
              </a:extLst>
            </p:cNvPr>
            <p:cNvSpPr/>
            <p:nvPr/>
          </p:nvSpPr>
          <p:spPr>
            <a:xfrm>
              <a:off x="2821955" y="3161503"/>
              <a:ext cx="440671" cy="492183"/>
            </a:xfrm>
            <a:custGeom>
              <a:avLst/>
              <a:gdLst>
                <a:gd name="connsiteX0" fmla="*/ 213985 w 440671"/>
                <a:gd name="connsiteY0" fmla="*/ 341196 h 492183"/>
                <a:gd name="connsiteX1" fmla="*/ 226749 w 440671"/>
                <a:gd name="connsiteY1" fmla="*/ 341196 h 492183"/>
                <a:gd name="connsiteX2" fmla="*/ 268418 w 440671"/>
                <a:gd name="connsiteY2" fmla="*/ 383977 h 492183"/>
                <a:gd name="connsiteX3" fmla="*/ 268558 w 440671"/>
                <a:gd name="connsiteY3" fmla="*/ 384120 h 492183"/>
                <a:gd name="connsiteX4" fmla="*/ 268249 w 440671"/>
                <a:gd name="connsiteY4" fmla="*/ 396714 h 492183"/>
                <a:gd name="connsiteX5" fmla="*/ 255655 w 440671"/>
                <a:gd name="connsiteY5" fmla="*/ 396406 h 492183"/>
                <a:gd name="connsiteX6" fmla="*/ 229286 w 440671"/>
                <a:gd name="connsiteY6" fmla="*/ 369325 h 492183"/>
                <a:gd name="connsiteX7" fmla="*/ 229286 w 440671"/>
                <a:gd name="connsiteY7" fmla="*/ 444489 h 492183"/>
                <a:gd name="connsiteX8" fmla="*/ 220378 w 440671"/>
                <a:gd name="connsiteY8" fmla="*/ 453398 h 492183"/>
                <a:gd name="connsiteX9" fmla="*/ 211469 w 440671"/>
                <a:gd name="connsiteY9" fmla="*/ 444489 h 492183"/>
                <a:gd name="connsiteX10" fmla="*/ 211469 w 440671"/>
                <a:gd name="connsiteY10" fmla="*/ 369303 h 492183"/>
                <a:gd name="connsiteX11" fmla="*/ 185101 w 440671"/>
                <a:gd name="connsiteY11" fmla="*/ 396385 h 492183"/>
                <a:gd name="connsiteX12" fmla="*/ 184962 w 440671"/>
                <a:gd name="connsiteY12" fmla="*/ 396527 h 492183"/>
                <a:gd name="connsiteX13" fmla="*/ 172363 w 440671"/>
                <a:gd name="connsiteY13" fmla="*/ 396554 h 492183"/>
                <a:gd name="connsiteX14" fmla="*/ 172337 w 440671"/>
                <a:gd name="connsiteY14" fmla="*/ 383956 h 492183"/>
                <a:gd name="connsiteX15" fmla="*/ 220335 w 440671"/>
                <a:gd name="connsiteY15" fmla="*/ 317564 h 492183"/>
                <a:gd name="connsiteX16" fmla="*/ 141942 w 440671"/>
                <a:gd name="connsiteY16" fmla="*/ 395957 h 492183"/>
                <a:gd name="connsiteX17" fmla="*/ 220335 w 440671"/>
                <a:gd name="connsiteY17" fmla="*/ 474350 h 492183"/>
                <a:gd name="connsiteX18" fmla="*/ 298729 w 440671"/>
                <a:gd name="connsiteY18" fmla="*/ 395957 h 492183"/>
                <a:gd name="connsiteX19" fmla="*/ 220335 w 440671"/>
                <a:gd name="connsiteY19" fmla="*/ 317564 h 492183"/>
                <a:gd name="connsiteX20" fmla="*/ 431762 w 440671"/>
                <a:gd name="connsiteY20" fmla="*/ 131808 h 492183"/>
                <a:gd name="connsiteX21" fmla="*/ 440671 w 440671"/>
                <a:gd name="connsiteY21" fmla="*/ 140716 h 492183"/>
                <a:gd name="connsiteX22" fmla="*/ 440671 w 440671"/>
                <a:gd name="connsiteY22" fmla="*/ 439679 h 492183"/>
                <a:gd name="connsiteX23" fmla="*/ 431762 w 440671"/>
                <a:gd name="connsiteY23" fmla="*/ 448588 h 492183"/>
                <a:gd name="connsiteX24" fmla="*/ 300774 w 440671"/>
                <a:gd name="connsiteY24" fmla="*/ 448588 h 492183"/>
                <a:gd name="connsiteX25" fmla="*/ 185424 w 440671"/>
                <a:gd name="connsiteY25" fmla="*/ 485656 h 492183"/>
                <a:gd name="connsiteX26" fmla="*/ 130539 w 440671"/>
                <a:gd name="connsiteY26" fmla="*/ 361155 h 492183"/>
                <a:gd name="connsiteX27" fmla="*/ 255040 w 440671"/>
                <a:gd name="connsiteY27" fmla="*/ 306271 h 492183"/>
                <a:gd name="connsiteX28" fmla="*/ 309925 w 440671"/>
                <a:gd name="connsiteY28" fmla="*/ 430771 h 492183"/>
                <a:gd name="connsiteX29" fmla="*/ 422854 w 440671"/>
                <a:gd name="connsiteY29" fmla="*/ 430771 h 492183"/>
                <a:gd name="connsiteX30" fmla="*/ 422854 w 440671"/>
                <a:gd name="connsiteY30" fmla="*/ 140716 h 492183"/>
                <a:gd name="connsiteX31" fmla="*/ 431762 w 440671"/>
                <a:gd name="connsiteY31" fmla="*/ 131808 h 492183"/>
                <a:gd name="connsiteX32" fmla="*/ 262304 w 440671"/>
                <a:gd name="connsiteY32" fmla="*/ 17817 h 492183"/>
                <a:gd name="connsiteX33" fmla="*/ 272610 w 440671"/>
                <a:gd name="connsiteY33" fmla="*/ 87216 h 492183"/>
                <a:gd name="connsiteX34" fmla="*/ 416155 w 440671"/>
                <a:gd name="connsiteY34" fmla="*/ 87216 h 492183"/>
                <a:gd name="connsiteX35" fmla="*/ 375198 w 440671"/>
                <a:gd name="connsiteY35" fmla="*/ 17817 h 492183"/>
                <a:gd name="connsiteX36" fmla="*/ 196369 w 440671"/>
                <a:gd name="connsiteY36" fmla="*/ 17817 h 492183"/>
                <a:gd name="connsiteX37" fmla="*/ 186071 w 440671"/>
                <a:gd name="connsiteY37" fmla="*/ 87216 h 492183"/>
                <a:gd name="connsiteX38" fmla="*/ 254593 w 440671"/>
                <a:gd name="connsiteY38" fmla="*/ 87216 h 492183"/>
                <a:gd name="connsiteX39" fmla="*/ 244295 w 440671"/>
                <a:gd name="connsiteY39" fmla="*/ 17817 h 492183"/>
                <a:gd name="connsiteX40" fmla="*/ 60384 w 440671"/>
                <a:gd name="connsiteY40" fmla="*/ 0 h 492183"/>
                <a:gd name="connsiteX41" fmla="*/ 380286 w 440671"/>
                <a:gd name="connsiteY41" fmla="*/ 0 h 492183"/>
                <a:gd name="connsiteX42" fmla="*/ 387954 w 440671"/>
                <a:gd name="connsiteY42" fmla="*/ 4383 h 492183"/>
                <a:gd name="connsiteX43" fmla="*/ 439430 w 440671"/>
                <a:gd name="connsiteY43" fmla="*/ 91599 h 492183"/>
                <a:gd name="connsiteX44" fmla="*/ 440671 w 440671"/>
                <a:gd name="connsiteY44" fmla="*/ 96139 h 492183"/>
                <a:gd name="connsiteX45" fmla="*/ 431762 w 440671"/>
                <a:gd name="connsiteY45" fmla="*/ 105033 h 492183"/>
                <a:gd name="connsiteX46" fmla="*/ 273835 w 440671"/>
                <a:gd name="connsiteY46" fmla="*/ 105033 h 492183"/>
                <a:gd name="connsiteX47" fmla="*/ 273835 w 440671"/>
                <a:gd name="connsiteY47" fmla="*/ 185307 h 492183"/>
                <a:gd name="connsiteX48" fmla="*/ 271225 w 440671"/>
                <a:gd name="connsiteY48" fmla="*/ 191609 h 492183"/>
                <a:gd name="connsiteX49" fmla="*/ 258627 w 440671"/>
                <a:gd name="connsiteY49" fmla="*/ 191607 h 492183"/>
                <a:gd name="connsiteX50" fmla="*/ 220336 w 440671"/>
                <a:gd name="connsiteY50" fmla="*/ 153316 h 492183"/>
                <a:gd name="connsiteX51" fmla="*/ 182044 w 440671"/>
                <a:gd name="connsiteY51" fmla="*/ 191607 h 492183"/>
                <a:gd name="connsiteX52" fmla="*/ 175742 w 440671"/>
                <a:gd name="connsiteY52" fmla="*/ 194217 h 492183"/>
                <a:gd name="connsiteX53" fmla="*/ 166835 w 440671"/>
                <a:gd name="connsiteY53" fmla="*/ 185307 h 492183"/>
                <a:gd name="connsiteX54" fmla="*/ 166835 w 440671"/>
                <a:gd name="connsiteY54" fmla="*/ 137993 h 492183"/>
                <a:gd name="connsiteX55" fmla="*/ 175744 w 440671"/>
                <a:gd name="connsiteY55" fmla="*/ 129085 h 492183"/>
                <a:gd name="connsiteX56" fmla="*/ 184652 w 440671"/>
                <a:gd name="connsiteY56" fmla="*/ 137993 h 492183"/>
                <a:gd name="connsiteX57" fmla="*/ 184652 w 440671"/>
                <a:gd name="connsiteY57" fmla="*/ 163806 h 492183"/>
                <a:gd name="connsiteX58" fmla="*/ 214036 w 440671"/>
                <a:gd name="connsiteY58" fmla="*/ 134423 h 492183"/>
                <a:gd name="connsiteX59" fmla="*/ 214037 w 440671"/>
                <a:gd name="connsiteY59" fmla="*/ 134421 h 492183"/>
                <a:gd name="connsiteX60" fmla="*/ 226636 w 440671"/>
                <a:gd name="connsiteY60" fmla="*/ 134423 h 492183"/>
                <a:gd name="connsiteX61" fmla="*/ 256019 w 440671"/>
                <a:gd name="connsiteY61" fmla="*/ 163806 h 492183"/>
                <a:gd name="connsiteX62" fmla="*/ 256019 w 440671"/>
                <a:gd name="connsiteY62" fmla="*/ 105033 h 492183"/>
                <a:gd name="connsiteX63" fmla="*/ 65922 w 440671"/>
                <a:gd name="connsiteY63" fmla="*/ 105033 h 492183"/>
                <a:gd name="connsiteX64" fmla="*/ 57013 w 440671"/>
                <a:gd name="connsiteY64" fmla="*/ 96124 h 492183"/>
                <a:gd name="connsiteX65" fmla="*/ 65922 w 440671"/>
                <a:gd name="connsiteY65" fmla="*/ 87216 h 492183"/>
                <a:gd name="connsiteX66" fmla="*/ 168061 w 440671"/>
                <a:gd name="connsiteY66" fmla="*/ 87216 h 492183"/>
                <a:gd name="connsiteX67" fmla="*/ 178360 w 440671"/>
                <a:gd name="connsiteY67" fmla="*/ 17817 h 492183"/>
                <a:gd name="connsiteX68" fmla="*/ 65465 w 440671"/>
                <a:gd name="connsiteY68" fmla="*/ 17817 h 492183"/>
                <a:gd name="connsiteX69" fmla="*/ 17817 w 440671"/>
                <a:gd name="connsiteY69" fmla="*/ 98562 h 492183"/>
                <a:gd name="connsiteX70" fmla="*/ 17817 w 440671"/>
                <a:gd name="connsiteY70" fmla="*/ 430785 h 492183"/>
                <a:gd name="connsiteX71" fmla="*/ 93245 w 440671"/>
                <a:gd name="connsiteY71" fmla="*/ 430785 h 492183"/>
                <a:gd name="connsiteX72" fmla="*/ 102153 w 440671"/>
                <a:gd name="connsiteY72" fmla="*/ 439693 h 492183"/>
                <a:gd name="connsiteX73" fmla="*/ 93245 w 440671"/>
                <a:gd name="connsiteY73" fmla="*/ 448601 h 492183"/>
                <a:gd name="connsiteX74" fmla="*/ 8908 w 440671"/>
                <a:gd name="connsiteY74" fmla="*/ 448601 h 492183"/>
                <a:gd name="connsiteX75" fmla="*/ 0 w 440671"/>
                <a:gd name="connsiteY75" fmla="*/ 439693 h 492183"/>
                <a:gd name="connsiteX76" fmla="*/ 0 w 440671"/>
                <a:gd name="connsiteY76" fmla="*/ 96124 h 492183"/>
                <a:gd name="connsiteX77" fmla="*/ 114 w 440671"/>
                <a:gd name="connsiteY77" fmla="*/ 95554 h 492183"/>
                <a:gd name="connsiteX78" fmla="*/ 1055 w 440671"/>
                <a:gd name="connsiteY78" fmla="*/ 92133 h 492183"/>
                <a:gd name="connsiteX79" fmla="*/ 1240 w 440671"/>
                <a:gd name="connsiteY79" fmla="*/ 91599 h 492183"/>
                <a:gd name="connsiteX80" fmla="*/ 52716 w 440671"/>
                <a:gd name="connsiteY80" fmla="*/ 4383 h 492183"/>
                <a:gd name="connsiteX81" fmla="*/ 60384 w 440671"/>
                <a:gd name="connsiteY81" fmla="*/ 0 h 492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40671" h="492183">
                  <a:moveTo>
                    <a:pt x="213985" y="341196"/>
                  </a:moveTo>
                  <a:cubicBezTo>
                    <a:pt x="217545" y="337757"/>
                    <a:pt x="223189" y="337757"/>
                    <a:pt x="226749" y="341196"/>
                  </a:cubicBezTo>
                  <a:lnTo>
                    <a:pt x="268418" y="383977"/>
                  </a:lnTo>
                  <a:cubicBezTo>
                    <a:pt x="268465" y="384024"/>
                    <a:pt x="268512" y="384072"/>
                    <a:pt x="268558" y="384120"/>
                  </a:cubicBezTo>
                  <a:cubicBezTo>
                    <a:pt x="271950" y="387683"/>
                    <a:pt x="271812" y="393322"/>
                    <a:pt x="268249" y="396714"/>
                  </a:cubicBezTo>
                  <a:cubicBezTo>
                    <a:pt x="264686" y="400107"/>
                    <a:pt x="259047" y="399969"/>
                    <a:pt x="255655" y="396406"/>
                  </a:cubicBezTo>
                  <a:lnTo>
                    <a:pt x="229286" y="369325"/>
                  </a:lnTo>
                  <a:lnTo>
                    <a:pt x="229286" y="444489"/>
                  </a:lnTo>
                  <a:cubicBezTo>
                    <a:pt x="229286" y="449409"/>
                    <a:pt x="225298" y="453398"/>
                    <a:pt x="220378" y="453398"/>
                  </a:cubicBezTo>
                  <a:cubicBezTo>
                    <a:pt x="215458" y="453398"/>
                    <a:pt x="211469" y="449409"/>
                    <a:pt x="211469" y="444489"/>
                  </a:cubicBezTo>
                  <a:lnTo>
                    <a:pt x="211469" y="369303"/>
                  </a:lnTo>
                  <a:lnTo>
                    <a:pt x="185101" y="396385"/>
                  </a:lnTo>
                  <a:cubicBezTo>
                    <a:pt x="185055" y="396433"/>
                    <a:pt x="185009" y="396480"/>
                    <a:pt x="184962" y="396527"/>
                  </a:cubicBezTo>
                  <a:cubicBezTo>
                    <a:pt x="181490" y="400014"/>
                    <a:pt x="175850" y="400025"/>
                    <a:pt x="172363" y="396554"/>
                  </a:cubicBezTo>
                  <a:cubicBezTo>
                    <a:pt x="168877" y="393082"/>
                    <a:pt x="168865" y="387442"/>
                    <a:pt x="172337" y="383956"/>
                  </a:cubicBezTo>
                  <a:close/>
                  <a:moveTo>
                    <a:pt x="220335" y="317564"/>
                  </a:moveTo>
                  <a:cubicBezTo>
                    <a:pt x="177040" y="317564"/>
                    <a:pt x="141942" y="352662"/>
                    <a:pt x="141942" y="395957"/>
                  </a:cubicBezTo>
                  <a:cubicBezTo>
                    <a:pt x="141942" y="439253"/>
                    <a:pt x="177040" y="474350"/>
                    <a:pt x="220335" y="474350"/>
                  </a:cubicBezTo>
                  <a:cubicBezTo>
                    <a:pt x="263612" y="474303"/>
                    <a:pt x="298682" y="439233"/>
                    <a:pt x="298729" y="395957"/>
                  </a:cubicBezTo>
                  <a:cubicBezTo>
                    <a:pt x="298729" y="352662"/>
                    <a:pt x="263631" y="317564"/>
                    <a:pt x="220335" y="317564"/>
                  </a:cubicBezTo>
                  <a:close/>
                  <a:moveTo>
                    <a:pt x="431762" y="131808"/>
                  </a:moveTo>
                  <a:cubicBezTo>
                    <a:pt x="436682" y="131808"/>
                    <a:pt x="440671" y="135796"/>
                    <a:pt x="440671" y="140716"/>
                  </a:cubicBezTo>
                  <a:lnTo>
                    <a:pt x="440671" y="439679"/>
                  </a:lnTo>
                  <a:cubicBezTo>
                    <a:pt x="440671" y="444599"/>
                    <a:pt x="436682" y="448588"/>
                    <a:pt x="431762" y="448588"/>
                  </a:cubicBezTo>
                  <a:lnTo>
                    <a:pt x="300774" y="448588"/>
                  </a:lnTo>
                  <a:cubicBezTo>
                    <a:pt x="275910" y="486643"/>
                    <a:pt x="227802" y="502102"/>
                    <a:pt x="185424" y="485656"/>
                  </a:cubicBezTo>
                  <a:cubicBezTo>
                    <a:pt x="135888" y="466432"/>
                    <a:pt x="111315" y="410691"/>
                    <a:pt x="130539" y="361155"/>
                  </a:cubicBezTo>
                  <a:cubicBezTo>
                    <a:pt x="149763" y="311619"/>
                    <a:pt x="205504" y="287047"/>
                    <a:pt x="255040" y="306271"/>
                  </a:cubicBezTo>
                  <a:cubicBezTo>
                    <a:pt x="304576" y="325494"/>
                    <a:pt x="329149" y="381235"/>
                    <a:pt x="309925" y="430771"/>
                  </a:cubicBezTo>
                  <a:lnTo>
                    <a:pt x="422854" y="430771"/>
                  </a:lnTo>
                  <a:lnTo>
                    <a:pt x="422854" y="140716"/>
                  </a:lnTo>
                  <a:cubicBezTo>
                    <a:pt x="422854" y="135796"/>
                    <a:pt x="426842" y="131808"/>
                    <a:pt x="431762" y="131808"/>
                  </a:cubicBezTo>
                  <a:close/>
                  <a:moveTo>
                    <a:pt x="262304" y="17817"/>
                  </a:moveTo>
                  <a:lnTo>
                    <a:pt x="272610" y="87216"/>
                  </a:lnTo>
                  <a:lnTo>
                    <a:pt x="416155" y="87216"/>
                  </a:lnTo>
                  <a:lnTo>
                    <a:pt x="375198" y="17817"/>
                  </a:lnTo>
                  <a:close/>
                  <a:moveTo>
                    <a:pt x="196369" y="17817"/>
                  </a:moveTo>
                  <a:lnTo>
                    <a:pt x="186071" y="87216"/>
                  </a:lnTo>
                  <a:lnTo>
                    <a:pt x="254593" y="87216"/>
                  </a:lnTo>
                  <a:lnTo>
                    <a:pt x="244295" y="17817"/>
                  </a:lnTo>
                  <a:close/>
                  <a:moveTo>
                    <a:pt x="60384" y="0"/>
                  </a:moveTo>
                  <a:lnTo>
                    <a:pt x="380286" y="0"/>
                  </a:lnTo>
                  <a:cubicBezTo>
                    <a:pt x="383438" y="0"/>
                    <a:pt x="386355" y="1667"/>
                    <a:pt x="387954" y="4383"/>
                  </a:cubicBezTo>
                  <a:lnTo>
                    <a:pt x="439430" y="91599"/>
                  </a:lnTo>
                  <a:cubicBezTo>
                    <a:pt x="440243" y="92973"/>
                    <a:pt x="440672" y="94542"/>
                    <a:pt x="440671" y="96139"/>
                  </a:cubicBezTo>
                  <a:cubicBezTo>
                    <a:pt x="440666" y="101055"/>
                    <a:pt x="436678" y="105037"/>
                    <a:pt x="431762" y="105033"/>
                  </a:cubicBezTo>
                  <a:lnTo>
                    <a:pt x="273835" y="105033"/>
                  </a:lnTo>
                  <a:lnTo>
                    <a:pt x="273835" y="185307"/>
                  </a:lnTo>
                  <a:cubicBezTo>
                    <a:pt x="273836" y="187671"/>
                    <a:pt x="272897" y="189938"/>
                    <a:pt x="271225" y="191609"/>
                  </a:cubicBezTo>
                  <a:cubicBezTo>
                    <a:pt x="267746" y="195087"/>
                    <a:pt x="262106" y="195086"/>
                    <a:pt x="258627" y="191607"/>
                  </a:cubicBezTo>
                  <a:lnTo>
                    <a:pt x="220336" y="153316"/>
                  </a:lnTo>
                  <a:lnTo>
                    <a:pt x="182044" y="191607"/>
                  </a:lnTo>
                  <a:cubicBezTo>
                    <a:pt x="180373" y="193279"/>
                    <a:pt x="178106" y="194218"/>
                    <a:pt x="175742" y="194217"/>
                  </a:cubicBezTo>
                  <a:cubicBezTo>
                    <a:pt x="170823" y="194216"/>
                    <a:pt x="166834" y="190227"/>
                    <a:pt x="166835" y="185307"/>
                  </a:cubicBezTo>
                  <a:lnTo>
                    <a:pt x="166835" y="137993"/>
                  </a:lnTo>
                  <a:cubicBezTo>
                    <a:pt x="166835" y="133073"/>
                    <a:pt x="170824" y="129085"/>
                    <a:pt x="175744" y="129085"/>
                  </a:cubicBezTo>
                  <a:cubicBezTo>
                    <a:pt x="180664" y="129085"/>
                    <a:pt x="184652" y="133073"/>
                    <a:pt x="184652" y="137993"/>
                  </a:cubicBezTo>
                  <a:lnTo>
                    <a:pt x="184652" y="163806"/>
                  </a:lnTo>
                  <a:lnTo>
                    <a:pt x="214036" y="134423"/>
                  </a:lnTo>
                  <a:cubicBezTo>
                    <a:pt x="214036" y="134422"/>
                    <a:pt x="214037" y="134422"/>
                    <a:pt x="214037" y="134421"/>
                  </a:cubicBezTo>
                  <a:cubicBezTo>
                    <a:pt x="217517" y="130943"/>
                    <a:pt x="223157" y="130943"/>
                    <a:pt x="226636" y="134423"/>
                  </a:cubicBezTo>
                  <a:lnTo>
                    <a:pt x="256019" y="163806"/>
                  </a:lnTo>
                  <a:lnTo>
                    <a:pt x="256019" y="105033"/>
                  </a:lnTo>
                  <a:lnTo>
                    <a:pt x="65922" y="105033"/>
                  </a:lnTo>
                  <a:cubicBezTo>
                    <a:pt x="61002" y="105033"/>
                    <a:pt x="57013" y="101044"/>
                    <a:pt x="57013" y="96124"/>
                  </a:cubicBezTo>
                  <a:cubicBezTo>
                    <a:pt x="57013" y="91204"/>
                    <a:pt x="61002" y="87216"/>
                    <a:pt x="65922" y="87216"/>
                  </a:cubicBezTo>
                  <a:lnTo>
                    <a:pt x="168061" y="87216"/>
                  </a:lnTo>
                  <a:lnTo>
                    <a:pt x="178360" y="17817"/>
                  </a:lnTo>
                  <a:lnTo>
                    <a:pt x="65465" y="17817"/>
                  </a:lnTo>
                  <a:lnTo>
                    <a:pt x="17817" y="98562"/>
                  </a:lnTo>
                  <a:lnTo>
                    <a:pt x="17817" y="430785"/>
                  </a:lnTo>
                  <a:lnTo>
                    <a:pt x="93245" y="430785"/>
                  </a:lnTo>
                  <a:cubicBezTo>
                    <a:pt x="98165" y="430785"/>
                    <a:pt x="102153" y="434773"/>
                    <a:pt x="102153" y="439693"/>
                  </a:cubicBezTo>
                  <a:cubicBezTo>
                    <a:pt x="102153" y="444613"/>
                    <a:pt x="98165" y="448601"/>
                    <a:pt x="93245" y="448601"/>
                  </a:cubicBezTo>
                  <a:lnTo>
                    <a:pt x="8908" y="448601"/>
                  </a:lnTo>
                  <a:cubicBezTo>
                    <a:pt x="3988" y="448601"/>
                    <a:pt x="0" y="444613"/>
                    <a:pt x="0" y="439693"/>
                  </a:cubicBezTo>
                  <a:lnTo>
                    <a:pt x="0" y="96124"/>
                  </a:lnTo>
                  <a:cubicBezTo>
                    <a:pt x="0" y="95918"/>
                    <a:pt x="114" y="95754"/>
                    <a:pt x="114" y="95554"/>
                  </a:cubicBezTo>
                  <a:cubicBezTo>
                    <a:pt x="271" y="94377"/>
                    <a:pt x="588" y="93226"/>
                    <a:pt x="1055" y="92133"/>
                  </a:cubicBezTo>
                  <a:cubicBezTo>
                    <a:pt x="1140" y="91962"/>
                    <a:pt x="1140" y="91770"/>
                    <a:pt x="1240" y="91599"/>
                  </a:cubicBezTo>
                  <a:lnTo>
                    <a:pt x="52716" y="4383"/>
                  </a:lnTo>
                  <a:cubicBezTo>
                    <a:pt x="54316" y="1667"/>
                    <a:pt x="57232" y="0"/>
                    <a:pt x="60384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46" name="Group 255">
            <a:extLst>
              <a:ext uri="{FF2B5EF4-FFF2-40B4-BE49-F238E27FC236}">
                <a16:creationId xmlns:a16="http://schemas.microsoft.com/office/drawing/2014/main" id="{DDD22930-5FDE-5852-BABA-8D637EC9F0E6}"/>
              </a:ext>
            </a:extLst>
          </p:cNvPr>
          <p:cNvGrpSpPr/>
          <p:nvPr/>
        </p:nvGrpSpPr>
        <p:grpSpPr>
          <a:xfrm>
            <a:off x="1826107" y="3161539"/>
            <a:ext cx="390779" cy="492132"/>
            <a:chOff x="1826107" y="3161539"/>
            <a:chExt cx="390779" cy="492132"/>
          </a:xfrm>
          <a:noFill/>
        </p:grpSpPr>
        <p:sp>
          <p:nvSpPr>
            <p:cNvPr id="147" name="Freeform: Shape 121">
              <a:extLst>
                <a:ext uri="{FF2B5EF4-FFF2-40B4-BE49-F238E27FC236}">
                  <a16:creationId xmlns:a16="http://schemas.microsoft.com/office/drawing/2014/main" id="{A0D1FCF9-9CDF-6260-96AF-EDBC4291C7B5}"/>
                </a:ext>
              </a:extLst>
            </p:cNvPr>
            <p:cNvSpPr/>
            <p:nvPr/>
          </p:nvSpPr>
          <p:spPr>
            <a:xfrm>
              <a:off x="1835025" y="3270399"/>
              <a:ext cx="370587" cy="370586"/>
            </a:xfrm>
            <a:custGeom>
              <a:avLst/>
              <a:gdLst>
                <a:gd name="connsiteX0" fmla="*/ 372959 w 370585"/>
                <a:gd name="connsiteY0" fmla="*/ 374363 h 370585"/>
                <a:gd name="connsiteX1" fmla="*/ 0 w 370585"/>
                <a:gd name="connsiteY1" fmla="*/ 374363 h 370585"/>
                <a:gd name="connsiteX2" fmla="*/ 42760 w 370585"/>
                <a:gd name="connsiteY2" fmla="*/ 0 h 370585"/>
                <a:gd name="connsiteX3" fmla="*/ 330199 w 370585"/>
                <a:gd name="connsiteY3" fmla="*/ 0 h 370585"/>
                <a:gd name="connsiteX4" fmla="*/ 372959 w 370585"/>
                <a:gd name="connsiteY4" fmla="*/ 374363 h 37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585" h="370585">
                  <a:moveTo>
                    <a:pt x="372959" y="374363"/>
                  </a:moveTo>
                  <a:lnTo>
                    <a:pt x="0" y="374363"/>
                  </a:lnTo>
                  <a:lnTo>
                    <a:pt x="42760" y="0"/>
                  </a:lnTo>
                  <a:lnTo>
                    <a:pt x="330199" y="0"/>
                  </a:lnTo>
                  <a:lnTo>
                    <a:pt x="372959" y="374363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" name="Freeform: Shape 122">
              <a:extLst>
                <a:ext uri="{FF2B5EF4-FFF2-40B4-BE49-F238E27FC236}">
                  <a16:creationId xmlns:a16="http://schemas.microsoft.com/office/drawing/2014/main" id="{6ECAB244-C9DE-7490-3070-64C97BD7922F}"/>
                </a:ext>
              </a:extLst>
            </p:cNvPr>
            <p:cNvSpPr/>
            <p:nvPr/>
          </p:nvSpPr>
          <p:spPr>
            <a:xfrm>
              <a:off x="1826107" y="3161539"/>
              <a:ext cx="390779" cy="492132"/>
            </a:xfrm>
            <a:custGeom>
              <a:avLst/>
              <a:gdLst>
                <a:gd name="connsiteX0" fmla="*/ 119223 w 390778"/>
                <a:gd name="connsiteY0" fmla="*/ 264976 h 492132"/>
                <a:gd name="connsiteX1" fmla="*/ 128132 w 390778"/>
                <a:gd name="connsiteY1" fmla="*/ 273884 h 492132"/>
                <a:gd name="connsiteX2" fmla="*/ 195390 w 390778"/>
                <a:gd name="connsiteY2" fmla="*/ 341142 h 492132"/>
                <a:gd name="connsiteX3" fmla="*/ 262648 w 390778"/>
                <a:gd name="connsiteY3" fmla="*/ 273884 h 492132"/>
                <a:gd name="connsiteX4" fmla="*/ 271556 w 390778"/>
                <a:gd name="connsiteY4" fmla="*/ 264976 h 492132"/>
                <a:gd name="connsiteX5" fmla="*/ 280465 w 390778"/>
                <a:gd name="connsiteY5" fmla="*/ 273884 h 492132"/>
                <a:gd name="connsiteX6" fmla="*/ 195390 w 390778"/>
                <a:gd name="connsiteY6" fmla="*/ 358959 h 492132"/>
                <a:gd name="connsiteX7" fmla="*/ 110315 w 390778"/>
                <a:gd name="connsiteY7" fmla="*/ 273884 h 492132"/>
                <a:gd name="connsiteX8" fmla="*/ 119223 w 390778"/>
                <a:gd name="connsiteY8" fmla="*/ 264976 h 492132"/>
                <a:gd name="connsiteX9" fmla="*/ 195393 w 390778"/>
                <a:gd name="connsiteY9" fmla="*/ 0 h 492132"/>
                <a:gd name="connsiteX10" fmla="*/ 281803 w 390778"/>
                <a:gd name="connsiteY10" fmla="*/ 86411 h 492132"/>
                <a:gd name="connsiteX11" fmla="*/ 281803 w 390778"/>
                <a:gd name="connsiteY11" fmla="*/ 165203 h 492132"/>
                <a:gd name="connsiteX12" fmla="*/ 272895 w 390778"/>
                <a:gd name="connsiteY12" fmla="*/ 174111 h 492132"/>
                <a:gd name="connsiteX13" fmla="*/ 263987 w 390778"/>
                <a:gd name="connsiteY13" fmla="*/ 165203 h 492132"/>
                <a:gd name="connsiteX14" fmla="*/ 263987 w 390778"/>
                <a:gd name="connsiteY14" fmla="*/ 117768 h 492132"/>
                <a:gd name="connsiteX15" fmla="*/ 166886 w 390778"/>
                <a:gd name="connsiteY15" fmla="*/ 117768 h 492132"/>
                <a:gd name="connsiteX16" fmla="*/ 157978 w 390778"/>
                <a:gd name="connsiteY16" fmla="*/ 108860 h 492132"/>
                <a:gd name="connsiteX17" fmla="*/ 166886 w 390778"/>
                <a:gd name="connsiteY17" fmla="*/ 99951 h 492132"/>
                <a:gd name="connsiteX18" fmla="*/ 263987 w 390778"/>
                <a:gd name="connsiteY18" fmla="*/ 99951 h 492132"/>
                <a:gd name="connsiteX19" fmla="*/ 263987 w 390778"/>
                <a:gd name="connsiteY19" fmla="*/ 86411 h 492132"/>
                <a:gd name="connsiteX20" fmla="*/ 195393 w 390778"/>
                <a:gd name="connsiteY20" fmla="*/ 17817 h 492132"/>
                <a:gd name="connsiteX21" fmla="*/ 126799 w 390778"/>
                <a:gd name="connsiteY21" fmla="*/ 86411 h 492132"/>
                <a:gd name="connsiteX22" fmla="*/ 126799 w 390778"/>
                <a:gd name="connsiteY22" fmla="*/ 165203 h 492132"/>
                <a:gd name="connsiteX23" fmla="*/ 117890 w 390778"/>
                <a:gd name="connsiteY23" fmla="*/ 174111 h 492132"/>
                <a:gd name="connsiteX24" fmla="*/ 108982 w 390778"/>
                <a:gd name="connsiteY24" fmla="*/ 165203 h 492132"/>
                <a:gd name="connsiteX25" fmla="*/ 108982 w 390778"/>
                <a:gd name="connsiteY25" fmla="*/ 117768 h 492132"/>
                <a:gd name="connsiteX26" fmla="*/ 59623 w 390778"/>
                <a:gd name="connsiteY26" fmla="*/ 117768 h 492132"/>
                <a:gd name="connsiteX27" fmla="*/ 18894 w 390778"/>
                <a:gd name="connsiteY27" fmla="*/ 474315 h 492132"/>
                <a:gd name="connsiteX28" fmla="*/ 371891 w 390778"/>
                <a:gd name="connsiteY28" fmla="*/ 474315 h 492132"/>
                <a:gd name="connsiteX29" fmla="*/ 330265 w 390778"/>
                <a:gd name="connsiteY29" fmla="*/ 109872 h 492132"/>
                <a:gd name="connsiteX30" fmla="*/ 330213 w 390778"/>
                <a:gd name="connsiteY30" fmla="*/ 109421 h 492132"/>
                <a:gd name="connsiteX31" fmla="*/ 338300 w 390778"/>
                <a:gd name="connsiteY31" fmla="*/ 99761 h 492132"/>
                <a:gd name="connsiteX32" fmla="*/ 347960 w 390778"/>
                <a:gd name="connsiteY32" fmla="*/ 107848 h 492132"/>
                <a:gd name="connsiteX33" fmla="*/ 390720 w 390778"/>
                <a:gd name="connsiteY33" fmla="*/ 482211 h 492132"/>
                <a:gd name="connsiteX34" fmla="*/ 390778 w 390778"/>
                <a:gd name="connsiteY34" fmla="*/ 483224 h 492132"/>
                <a:gd name="connsiteX35" fmla="*/ 381869 w 390778"/>
                <a:gd name="connsiteY35" fmla="*/ 492132 h 492132"/>
                <a:gd name="connsiteX36" fmla="*/ 8910 w 390778"/>
                <a:gd name="connsiteY36" fmla="*/ 492132 h 492132"/>
                <a:gd name="connsiteX37" fmla="*/ 7897 w 390778"/>
                <a:gd name="connsiteY37" fmla="*/ 492074 h 492132"/>
                <a:gd name="connsiteX38" fmla="*/ 58 w 390778"/>
                <a:gd name="connsiteY38" fmla="*/ 482211 h 492132"/>
                <a:gd name="connsiteX39" fmla="*/ 42818 w 390778"/>
                <a:gd name="connsiteY39" fmla="*/ 107848 h 492132"/>
                <a:gd name="connsiteX40" fmla="*/ 51670 w 390778"/>
                <a:gd name="connsiteY40" fmla="*/ 99951 h 492132"/>
                <a:gd name="connsiteX41" fmla="*/ 108982 w 390778"/>
                <a:gd name="connsiteY41" fmla="*/ 99951 h 492132"/>
                <a:gd name="connsiteX42" fmla="*/ 108982 w 390778"/>
                <a:gd name="connsiteY42" fmla="*/ 86411 h 492132"/>
                <a:gd name="connsiteX43" fmla="*/ 195393 w 390778"/>
                <a:gd name="connsiteY43" fmla="*/ 0 h 49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90778" h="492132">
                  <a:moveTo>
                    <a:pt x="119223" y="264976"/>
                  </a:moveTo>
                  <a:cubicBezTo>
                    <a:pt x="124143" y="264976"/>
                    <a:pt x="128132" y="268964"/>
                    <a:pt x="128132" y="273884"/>
                  </a:cubicBezTo>
                  <a:cubicBezTo>
                    <a:pt x="128132" y="311030"/>
                    <a:pt x="158244" y="341142"/>
                    <a:pt x="195390" y="341142"/>
                  </a:cubicBezTo>
                  <a:cubicBezTo>
                    <a:pt x="232536" y="341142"/>
                    <a:pt x="262648" y="311030"/>
                    <a:pt x="262648" y="273884"/>
                  </a:cubicBezTo>
                  <a:cubicBezTo>
                    <a:pt x="262648" y="268964"/>
                    <a:pt x="266637" y="264976"/>
                    <a:pt x="271556" y="264976"/>
                  </a:cubicBezTo>
                  <a:cubicBezTo>
                    <a:pt x="276476" y="264976"/>
                    <a:pt x="280465" y="268964"/>
                    <a:pt x="280465" y="273884"/>
                  </a:cubicBezTo>
                  <a:cubicBezTo>
                    <a:pt x="280465" y="320870"/>
                    <a:pt x="242376" y="358959"/>
                    <a:pt x="195390" y="358959"/>
                  </a:cubicBezTo>
                  <a:cubicBezTo>
                    <a:pt x="148404" y="358959"/>
                    <a:pt x="110315" y="320870"/>
                    <a:pt x="110315" y="273884"/>
                  </a:cubicBezTo>
                  <a:cubicBezTo>
                    <a:pt x="110315" y="268964"/>
                    <a:pt x="114303" y="264976"/>
                    <a:pt x="119223" y="264976"/>
                  </a:cubicBezTo>
                  <a:close/>
                  <a:moveTo>
                    <a:pt x="195393" y="0"/>
                  </a:moveTo>
                  <a:cubicBezTo>
                    <a:pt x="243116" y="0"/>
                    <a:pt x="281803" y="38687"/>
                    <a:pt x="281803" y="86411"/>
                  </a:cubicBezTo>
                  <a:lnTo>
                    <a:pt x="281803" y="165203"/>
                  </a:lnTo>
                  <a:cubicBezTo>
                    <a:pt x="281803" y="170123"/>
                    <a:pt x="277815" y="174111"/>
                    <a:pt x="272895" y="174111"/>
                  </a:cubicBezTo>
                  <a:cubicBezTo>
                    <a:pt x="267975" y="174111"/>
                    <a:pt x="263987" y="170123"/>
                    <a:pt x="263987" y="165203"/>
                  </a:cubicBezTo>
                  <a:lnTo>
                    <a:pt x="263987" y="117768"/>
                  </a:lnTo>
                  <a:lnTo>
                    <a:pt x="166886" y="117768"/>
                  </a:lnTo>
                  <a:cubicBezTo>
                    <a:pt x="161966" y="117768"/>
                    <a:pt x="157978" y="113780"/>
                    <a:pt x="157978" y="108860"/>
                  </a:cubicBezTo>
                  <a:cubicBezTo>
                    <a:pt x="157978" y="103940"/>
                    <a:pt x="161966" y="99951"/>
                    <a:pt x="166886" y="99951"/>
                  </a:cubicBezTo>
                  <a:lnTo>
                    <a:pt x="263987" y="99951"/>
                  </a:lnTo>
                  <a:lnTo>
                    <a:pt x="263987" y="86411"/>
                  </a:lnTo>
                  <a:cubicBezTo>
                    <a:pt x="263987" y="48527"/>
                    <a:pt x="233276" y="17817"/>
                    <a:pt x="195393" y="17817"/>
                  </a:cubicBezTo>
                  <a:cubicBezTo>
                    <a:pt x="157509" y="17817"/>
                    <a:pt x="126799" y="48527"/>
                    <a:pt x="126799" y="86411"/>
                  </a:cubicBezTo>
                  <a:lnTo>
                    <a:pt x="126799" y="165203"/>
                  </a:lnTo>
                  <a:cubicBezTo>
                    <a:pt x="126799" y="170123"/>
                    <a:pt x="122810" y="174111"/>
                    <a:pt x="117890" y="174111"/>
                  </a:cubicBezTo>
                  <a:cubicBezTo>
                    <a:pt x="112971" y="174111"/>
                    <a:pt x="108982" y="170123"/>
                    <a:pt x="108982" y="165203"/>
                  </a:cubicBezTo>
                  <a:lnTo>
                    <a:pt x="108982" y="117768"/>
                  </a:lnTo>
                  <a:lnTo>
                    <a:pt x="59623" y="117768"/>
                  </a:lnTo>
                  <a:lnTo>
                    <a:pt x="18894" y="474315"/>
                  </a:lnTo>
                  <a:lnTo>
                    <a:pt x="371891" y="474315"/>
                  </a:lnTo>
                  <a:lnTo>
                    <a:pt x="330265" y="109872"/>
                  </a:lnTo>
                  <a:cubicBezTo>
                    <a:pt x="330244" y="109722"/>
                    <a:pt x="330226" y="109571"/>
                    <a:pt x="330213" y="109421"/>
                  </a:cubicBezTo>
                  <a:cubicBezTo>
                    <a:pt x="329779" y="104520"/>
                    <a:pt x="333399" y="100195"/>
                    <a:pt x="338300" y="99761"/>
                  </a:cubicBezTo>
                  <a:cubicBezTo>
                    <a:pt x="343201" y="99326"/>
                    <a:pt x="347526" y="102947"/>
                    <a:pt x="347960" y="107848"/>
                  </a:cubicBezTo>
                  <a:lnTo>
                    <a:pt x="390720" y="482211"/>
                  </a:lnTo>
                  <a:cubicBezTo>
                    <a:pt x="390758" y="482548"/>
                    <a:pt x="390778" y="482886"/>
                    <a:pt x="390778" y="483224"/>
                  </a:cubicBezTo>
                  <a:cubicBezTo>
                    <a:pt x="390777" y="488144"/>
                    <a:pt x="386789" y="492132"/>
                    <a:pt x="381869" y="492132"/>
                  </a:cubicBezTo>
                  <a:lnTo>
                    <a:pt x="8910" y="492132"/>
                  </a:lnTo>
                  <a:cubicBezTo>
                    <a:pt x="8571" y="492132"/>
                    <a:pt x="8233" y="492113"/>
                    <a:pt x="7897" y="492074"/>
                  </a:cubicBezTo>
                  <a:cubicBezTo>
                    <a:pt x="3009" y="491515"/>
                    <a:pt x="-500" y="487100"/>
                    <a:pt x="58" y="482211"/>
                  </a:cubicBezTo>
                  <a:lnTo>
                    <a:pt x="42818" y="107848"/>
                  </a:lnTo>
                  <a:cubicBezTo>
                    <a:pt x="43333" y="103348"/>
                    <a:pt x="47141" y="99951"/>
                    <a:pt x="51670" y="99951"/>
                  </a:cubicBezTo>
                  <a:lnTo>
                    <a:pt x="108982" y="99951"/>
                  </a:lnTo>
                  <a:lnTo>
                    <a:pt x="108982" y="86411"/>
                  </a:lnTo>
                  <a:cubicBezTo>
                    <a:pt x="108982" y="38687"/>
                    <a:pt x="147670" y="0"/>
                    <a:pt x="195393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49" name="Group 254">
            <a:extLst>
              <a:ext uri="{FF2B5EF4-FFF2-40B4-BE49-F238E27FC236}">
                <a16:creationId xmlns:a16="http://schemas.microsoft.com/office/drawing/2014/main" id="{E1545089-4C39-C14F-06C9-A9D9396E0E05}"/>
              </a:ext>
            </a:extLst>
          </p:cNvPr>
          <p:cNvGrpSpPr/>
          <p:nvPr/>
        </p:nvGrpSpPr>
        <p:grpSpPr>
          <a:xfrm>
            <a:off x="761567" y="3161503"/>
            <a:ext cx="491739" cy="491739"/>
            <a:chOff x="761567" y="3161503"/>
            <a:chExt cx="491739" cy="491739"/>
          </a:xfrm>
          <a:noFill/>
        </p:grpSpPr>
        <p:sp>
          <p:nvSpPr>
            <p:cNvPr id="150" name="Freeform: Shape 124">
              <a:extLst>
                <a:ext uri="{FF2B5EF4-FFF2-40B4-BE49-F238E27FC236}">
                  <a16:creationId xmlns:a16="http://schemas.microsoft.com/office/drawing/2014/main" id="{6F9C4D00-19E9-3367-2E59-20B8DDE9D256}"/>
                </a:ext>
              </a:extLst>
            </p:cNvPr>
            <p:cNvSpPr/>
            <p:nvPr/>
          </p:nvSpPr>
          <p:spPr>
            <a:xfrm>
              <a:off x="770461" y="3170412"/>
              <a:ext cx="474351" cy="474351"/>
            </a:xfrm>
            <a:custGeom>
              <a:avLst/>
              <a:gdLst>
                <a:gd name="connsiteX0" fmla="*/ 284610 w 474351"/>
                <a:gd name="connsiteY0" fmla="*/ 130276 h 474351"/>
                <a:gd name="connsiteX1" fmla="*/ 284610 w 474351"/>
                <a:gd name="connsiteY1" fmla="*/ 177710 h 474351"/>
                <a:gd name="connsiteX2" fmla="*/ 284609 w 474351"/>
                <a:gd name="connsiteY2" fmla="*/ 177713 h 474351"/>
                <a:gd name="connsiteX3" fmla="*/ 288337 w 474351"/>
                <a:gd name="connsiteY3" fmla="*/ 196174 h 474351"/>
                <a:gd name="connsiteX4" fmla="*/ 332044 w 474351"/>
                <a:gd name="connsiteY4" fmla="*/ 225145 h 474351"/>
                <a:gd name="connsiteX5" fmla="*/ 379479 w 474351"/>
                <a:gd name="connsiteY5" fmla="*/ 177710 h 474351"/>
                <a:gd name="connsiteX6" fmla="*/ 379479 w 474351"/>
                <a:gd name="connsiteY6" fmla="*/ 130276 h 474351"/>
                <a:gd name="connsiteX7" fmla="*/ 94870 w 474351"/>
                <a:gd name="connsiteY7" fmla="*/ 130276 h 474351"/>
                <a:gd name="connsiteX8" fmla="*/ 94870 w 474351"/>
                <a:gd name="connsiteY8" fmla="*/ 177710 h 474351"/>
                <a:gd name="connsiteX9" fmla="*/ 142305 w 474351"/>
                <a:gd name="connsiteY9" fmla="*/ 225145 h 474351"/>
                <a:gd name="connsiteX10" fmla="*/ 189740 w 474351"/>
                <a:gd name="connsiteY10" fmla="*/ 177710 h 474351"/>
                <a:gd name="connsiteX11" fmla="*/ 189740 w 474351"/>
                <a:gd name="connsiteY11" fmla="*/ 130276 h 474351"/>
                <a:gd name="connsiteX12" fmla="*/ 57013 w 474351"/>
                <a:gd name="connsiteY12" fmla="*/ 0 h 474351"/>
                <a:gd name="connsiteX13" fmla="*/ 417338 w 474351"/>
                <a:gd name="connsiteY13" fmla="*/ 0 h 474351"/>
                <a:gd name="connsiteX14" fmla="*/ 474351 w 474351"/>
                <a:gd name="connsiteY14" fmla="*/ 130276 h 474351"/>
                <a:gd name="connsiteX15" fmla="*/ 474349 w 474351"/>
                <a:gd name="connsiteY15" fmla="*/ 130276 h 474351"/>
                <a:gd name="connsiteX16" fmla="*/ 474349 w 474351"/>
                <a:gd name="connsiteY16" fmla="*/ 177710 h 474351"/>
                <a:gd name="connsiteX17" fmla="*/ 445378 w 474351"/>
                <a:gd name="connsiteY17" fmla="*/ 221418 h 474351"/>
                <a:gd name="connsiteX18" fmla="*/ 426915 w 474351"/>
                <a:gd name="connsiteY18" fmla="*/ 225145 h 474351"/>
                <a:gd name="connsiteX19" fmla="*/ 426915 w 474351"/>
                <a:gd name="connsiteY19" fmla="*/ 474351 h 474351"/>
                <a:gd name="connsiteX20" fmla="*/ 303695 w 474351"/>
                <a:gd name="connsiteY20" fmla="*/ 474351 h 474351"/>
                <a:gd name="connsiteX21" fmla="*/ 303695 w 474351"/>
                <a:gd name="connsiteY21" fmla="*/ 326030 h 474351"/>
                <a:gd name="connsiteX22" fmla="*/ 170661 w 474351"/>
                <a:gd name="connsiteY22" fmla="*/ 326030 h 474351"/>
                <a:gd name="connsiteX23" fmla="*/ 170661 w 474351"/>
                <a:gd name="connsiteY23" fmla="*/ 474351 h 474351"/>
                <a:gd name="connsiteX24" fmla="*/ 47435 w 474351"/>
                <a:gd name="connsiteY24" fmla="*/ 474351 h 474351"/>
                <a:gd name="connsiteX25" fmla="*/ 47435 w 474351"/>
                <a:gd name="connsiteY25" fmla="*/ 225145 h 474351"/>
                <a:gd name="connsiteX26" fmla="*/ 0 w 474351"/>
                <a:gd name="connsiteY26" fmla="*/ 177710 h 474351"/>
                <a:gd name="connsiteX27" fmla="*/ 0 w 474351"/>
                <a:gd name="connsiteY27" fmla="*/ 130276 h 474351"/>
                <a:gd name="connsiteX28" fmla="*/ 0 w 474351"/>
                <a:gd name="connsiteY28" fmla="*/ 130275 h 474351"/>
                <a:gd name="connsiteX29" fmla="*/ 0 w 474351"/>
                <a:gd name="connsiteY29" fmla="*/ 130275 h 474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74351" h="474351">
                  <a:moveTo>
                    <a:pt x="284610" y="130276"/>
                  </a:moveTo>
                  <a:lnTo>
                    <a:pt x="284610" y="177710"/>
                  </a:lnTo>
                  <a:lnTo>
                    <a:pt x="284609" y="177713"/>
                  </a:lnTo>
                  <a:lnTo>
                    <a:pt x="288337" y="196174"/>
                  </a:lnTo>
                  <a:cubicBezTo>
                    <a:pt x="295538" y="213199"/>
                    <a:pt x="312395" y="225145"/>
                    <a:pt x="332044" y="225145"/>
                  </a:cubicBezTo>
                  <a:cubicBezTo>
                    <a:pt x="358242" y="225145"/>
                    <a:pt x="379479" y="203908"/>
                    <a:pt x="379479" y="177710"/>
                  </a:cubicBezTo>
                  <a:lnTo>
                    <a:pt x="379479" y="130276"/>
                  </a:lnTo>
                  <a:close/>
                  <a:moveTo>
                    <a:pt x="94870" y="130276"/>
                  </a:moveTo>
                  <a:lnTo>
                    <a:pt x="94870" y="177710"/>
                  </a:lnTo>
                  <a:cubicBezTo>
                    <a:pt x="94870" y="203908"/>
                    <a:pt x="116107" y="225145"/>
                    <a:pt x="142305" y="225145"/>
                  </a:cubicBezTo>
                  <a:cubicBezTo>
                    <a:pt x="168503" y="225145"/>
                    <a:pt x="189740" y="203908"/>
                    <a:pt x="189740" y="177710"/>
                  </a:cubicBezTo>
                  <a:lnTo>
                    <a:pt x="189740" y="130276"/>
                  </a:lnTo>
                  <a:close/>
                  <a:moveTo>
                    <a:pt x="57013" y="0"/>
                  </a:moveTo>
                  <a:lnTo>
                    <a:pt x="417338" y="0"/>
                  </a:lnTo>
                  <a:lnTo>
                    <a:pt x="474351" y="130276"/>
                  </a:lnTo>
                  <a:lnTo>
                    <a:pt x="474349" y="130276"/>
                  </a:lnTo>
                  <a:lnTo>
                    <a:pt x="474349" y="177710"/>
                  </a:lnTo>
                  <a:cubicBezTo>
                    <a:pt x="474349" y="197359"/>
                    <a:pt x="462403" y="214217"/>
                    <a:pt x="445378" y="221418"/>
                  </a:cubicBezTo>
                  <a:lnTo>
                    <a:pt x="426915" y="225145"/>
                  </a:lnTo>
                  <a:lnTo>
                    <a:pt x="426915" y="474351"/>
                  </a:lnTo>
                  <a:lnTo>
                    <a:pt x="303695" y="474351"/>
                  </a:lnTo>
                  <a:lnTo>
                    <a:pt x="303695" y="326030"/>
                  </a:lnTo>
                  <a:lnTo>
                    <a:pt x="170661" y="326030"/>
                  </a:lnTo>
                  <a:lnTo>
                    <a:pt x="170661" y="474351"/>
                  </a:lnTo>
                  <a:lnTo>
                    <a:pt x="47435" y="474351"/>
                  </a:lnTo>
                  <a:lnTo>
                    <a:pt x="47435" y="225145"/>
                  </a:lnTo>
                  <a:cubicBezTo>
                    <a:pt x="21237" y="225145"/>
                    <a:pt x="0" y="203908"/>
                    <a:pt x="0" y="177710"/>
                  </a:cubicBezTo>
                  <a:lnTo>
                    <a:pt x="0" y="130276"/>
                  </a:lnTo>
                  <a:lnTo>
                    <a:pt x="0" y="130275"/>
                  </a:lnTo>
                  <a:lnTo>
                    <a:pt x="0" y="130275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" name="Freeform: Shape 125">
              <a:extLst>
                <a:ext uri="{FF2B5EF4-FFF2-40B4-BE49-F238E27FC236}">
                  <a16:creationId xmlns:a16="http://schemas.microsoft.com/office/drawing/2014/main" id="{C573C573-0C0A-D38B-E900-FD1DF88E3A8F}"/>
                </a:ext>
              </a:extLst>
            </p:cNvPr>
            <p:cNvSpPr/>
            <p:nvPr/>
          </p:nvSpPr>
          <p:spPr>
            <a:xfrm>
              <a:off x="761567" y="3161503"/>
              <a:ext cx="491739" cy="491739"/>
            </a:xfrm>
            <a:custGeom>
              <a:avLst/>
              <a:gdLst>
                <a:gd name="connsiteX0" fmla="*/ 492074 w 491738"/>
                <a:gd name="connsiteY0" fmla="*/ 138813 h 491738"/>
                <a:gd name="connsiteX1" fmla="*/ 491489 w 491738"/>
                <a:gd name="connsiteY1" fmla="*/ 135905 h 491738"/>
                <a:gd name="connsiteX2" fmla="*/ 491418 w 491738"/>
                <a:gd name="connsiteY2" fmla="*/ 135670 h 491738"/>
                <a:gd name="connsiteX3" fmla="*/ 491418 w 491738"/>
                <a:gd name="connsiteY3" fmla="*/ 135613 h 491738"/>
                <a:gd name="connsiteX4" fmla="*/ 434405 w 491738"/>
                <a:gd name="connsiteY4" fmla="*/ 5338 h 491738"/>
                <a:gd name="connsiteX5" fmla="*/ 426245 w 491738"/>
                <a:gd name="connsiteY5" fmla="*/ 0 h 491738"/>
                <a:gd name="connsiteX6" fmla="*/ 65907 w 491738"/>
                <a:gd name="connsiteY6" fmla="*/ 0 h 491738"/>
                <a:gd name="connsiteX7" fmla="*/ 57747 w 491738"/>
                <a:gd name="connsiteY7" fmla="*/ 5338 h 491738"/>
                <a:gd name="connsiteX8" fmla="*/ 734 w 491738"/>
                <a:gd name="connsiteY8" fmla="*/ 135613 h 491738"/>
                <a:gd name="connsiteX9" fmla="*/ 734 w 491738"/>
                <a:gd name="connsiteY9" fmla="*/ 135670 h 491738"/>
                <a:gd name="connsiteX10" fmla="*/ 663 w 491738"/>
                <a:gd name="connsiteY10" fmla="*/ 135905 h 491738"/>
                <a:gd name="connsiteX11" fmla="*/ 78 w 491738"/>
                <a:gd name="connsiteY11" fmla="*/ 138813 h 491738"/>
                <a:gd name="connsiteX12" fmla="*/ 0 w 491738"/>
                <a:gd name="connsiteY12" fmla="*/ 139183 h 491738"/>
                <a:gd name="connsiteX13" fmla="*/ 0 w 491738"/>
                <a:gd name="connsiteY13" fmla="*/ 186618 h 491738"/>
                <a:gd name="connsiteX14" fmla="*/ 47435 w 491738"/>
                <a:gd name="connsiteY14" fmla="*/ 242206 h 491738"/>
                <a:gd name="connsiteX15" fmla="*/ 47435 w 491738"/>
                <a:gd name="connsiteY15" fmla="*/ 483258 h 491738"/>
                <a:gd name="connsiteX16" fmla="*/ 56343 w 491738"/>
                <a:gd name="connsiteY16" fmla="*/ 492166 h 491738"/>
                <a:gd name="connsiteX17" fmla="*/ 435809 w 491738"/>
                <a:gd name="connsiteY17" fmla="*/ 492166 h 491738"/>
                <a:gd name="connsiteX18" fmla="*/ 444717 w 491738"/>
                <a:gd name="connsiteY18" fmla="*/ 483258 h 491738"/>
                <a:gd name="connsiteX19" fmla="*/ 444717 w 491738"/>
                <a:gd name="connsiteY19" fmla="*/ 272224 h 491738"/>
                <a:gd name="connsiteX20" fmla="*/ 435809 w 491738"/>
                <a:gd name="connsiteY20" fmla="*/ 263315 h 491738"/>
                <a:gd name="connsiteX21" fmla="*/ 426901 w 491738"/>
                <a:gd name="connsiteY21" fmla="*/ 272224 h 491738"/>
                <a:gd name="connsiteX22" fmla="*/ 426901 w 491738"/>
                <a:gd name="connsiteY22" fmla="*/ 474350 h 491738"/>
                <a:gd name="connsiteX23" fmla="*/ 321497 w 491738"/>
                <a:gd name="connsiteY23" fmla="*/ 474350 h 491738"/>
                <a:gd name="connsiteX24" fmla="*/ 321497 w 491738"/>
                <a:gd name="connsiteY24" fmla="*/ 334938 h 491738"/>
                <a:gd name="connsiteX25" fmla="*/ 312589 w 491738"/>
                <a:gd name="connsiteY25" fmla="*/ 326030 h 491738"/>
                <a:gd name="connsiteX26" fmla="*/ 179556 w 491738"/>
                <a:gd name="connsiteY26" fmla="*/ 326030 h 491738"/>
                <a:gd name="connsiteX27" fmla="*/ 170648 w 491738"/>
                <a:gd name="connsiteY27" fmla="*/ 334938 h 491738"/>
                <a:gd name="connsiteX28" fmla="*/ 170648 w 491738"/>
                <a:gd name="connsiteY28" fmla="*/ 431376 h 491738"/>
                <a:gd name="connsiteX29" fmla="*/ 179556 w 491738"/>
                <a:gd name="connsiteY29" fmla="*/ 440284 h 491738"/>
                <a:gd name="connsiteX30" fmla="*/ 188464 w 491738"/>
                <a:gd name="connsiteY30" fmla="*/ 431376 h 491738"/>
                <a:gd name="connsiteX31" fmla="*/ 188464 w 491738"/>
                <a:gd name="connsiteY31" fmla="*/ 343847 h 491738"/>
                <a:gd name="connsiteX32" fmla="*/ 303681 w 491738"/>
                <a:gd name="connsiteY32" fmla="*/ 343847 h 491738"/>
                <a:gd name="connsiteX33" fmla="*/ 303681 w 491738"/>
                <a:gd name="connsiteY33" fmla="*/ 474350 h 491738"/>
                <a:gd name="connsiteX34" fmla="*/ 65237 w 491738"/>
                <a:gd name="connsiteY34" fmla="*/ 474350 h 491738"/>
                <a:gd name="connsiteX35" fmla="*/ 65237 w 491738"/>
                <a:gd name="connsiteY35" fmla="*/ 242185 h 491738"/>
                <a:gd name="connsiteX36" fmla="*/ 103764 w 491738"/>
                <a:gd name="connsiteY36" fmla="*/ 216900 h 491738"/>
                <a:gd name="connsiteX37" fmla="*/ 181339 w 491738"/>
                <a:gd name="connsiteY37" fmla="*/ 234194 h 491738"/>
                <a:gd name="connsiteX38" fmla="*/ 198634 w 491738"/>
                <a:gd name="connsiteY38" fmla="*/ 216900 h 491738"/>
                <a:gd name="connsiteX39" fmla="*/ 276209 w 491738"/>
                <a:gd name="connsiteY39" fmla="*/ 234194 h 491738"/>
                <a:gd name="connsiteX40" fmla="*/ 293504 w 491738"/>
                <a:gd name="connsiteY40" fmla="*/ 216900 h 491738"/>
                <a:gd name="connsiteX41" fmla="*/ 371079 w 491738"/>
                <a:gd name="connsiteY41" fmla="*/ 234194 h 491738"/>
                <a:gd name="connsiteX42" fmla="*/ 388374 w 491738"/>
                <a:gd name="connsiteY42" fmla="*/ 216900 h 491738"/>
                <a:gd name="connsiteX43" fmla="*/ 466111 w 491738"/>
                <a:gd name="connsiteY43" fmla="*/ 234118 h 491738"/>
                <a:gd name="connsiteX44" fmla="*/ 492152 w 491738"/>
                <a:gd name="connsiteY44" fmla="*/ 186618 h 491738"/>
                <a:gd name="connsiteX45" fmla="*/ 492152 w 491738"/>
                <a:gd name="connsiteY45" fmla="*/ 139183 h 491738"/>
                <a:gd name="connsiteX46" fmla="*/ 492074 w 491738"/>
                <a:gd name="connsiteY46" fmla="*/ 138813 h 491738"/>
                <a:gd name="connsiteX47" fmla="*/ 56329 w 491738"/>
                <a:gd name="connsiteY47" fmla="*/ 225145 h 491738"/>
                <a:gd name="connsiteX48" fmla="*/ 17802 w 491738"/>
                <a:gd name="connsiteY48" fmla="*/ 186618 h 491738"/>
                <a:gd name="connsiteX49" fmla="*/ 17802 w 491738"/>
                <a:gd name="connsiteY49" fmla="*/ 148092 h 491738"/>
                <a:gd name="connsiteX50" fmla="*/ 94856 w 491738"/>
                <a:gd name="connsiteY50" fmla="*/ 148092 h 491738"/>
                <a:gd name="connsiteX51" fmla="*/ 94856 w 491738"/>
                <a:gd name="connsiteY51" fmla="*/ 186618 h 491738"/>
                <a:gd name="connsiteX52" fmla="*/ 56329 w 491738"/>
                <a:gd name="connsiteY52" fmla="*/ 225145 h 491738"/>
                <a:gd name="connsiteX53" fmla="*/ 151199 w 491738"/>
                <a:gd name="connsiteY53" fmla="*/ 225145 h 491738"/>
                <a:gd name="connsiteX54" fmla="*/ 112672 w 491738"/>
                <a:gd name="connsiteY54" fmla="*/ 186618 h 491738"/>
                <a:gd name="connsiteX55" fmla="*/ 112672 w 491738"/>
                <a:gd name="connsiteY55" fmla="*/ 148092 h 491738"/>
                <a:gd name="connsiteX56" fmla="*/ 142733 w 491738"/>
                <a:gd name="connsiteY56" fmla="*/ 148092 h 491738"/>
                <a:gd name="connsiteX57" fmla="*/ 151641 w 491738"/>
                <a:gd name="connsiteY57" fmla="*/ 139183 h 491738"/>
                <a:gd name="connsiteX58" fmla="*/ 142733 w 491738"/>
                <a:gd name="connsiteY58" fmla="*/ 130275 h 491738"/>
                <a:gd name="connsiteX59" fmla="*/ 22520 w 491738"/>
                <a:gd name="connsiteY59" fmla="*/ 130275 h 491738"/>
                <a:gd name="connsiteX60" fmla="*/ 71737 w 491738"/>
                <a:gd name="connsiteY60" fmla="*/ 17817 h 491738"/>
                <a:gd name="connsiteX61" fmla="*/ 420401 w 491738"/>
                <a:gd name="connsiteY61" fmla="*/ 17817 h 491738"/>
                <a:gd name="connsiteX62" fmla="*/ 469618 w 491738"/>
                <a:gd name="connsiteY62" fmla="*/ 130275 h 491738"/>
                <a:gd name="connsiteX63" fmla="*/ 198634 w 491738"/>
                <a:gd name="connsiteY63" fmla="*/ 130275 h 491738"/>
                <a:gd name="connsiteX64" fmla="*/ 189726 w 491738"/>
                <a:gd name="connsiteY64" fmla="*/ 139183 h 491738"/>
                <a:gd name="connsiteX65" fmla="*/ 189726 w 491738"/>
                <a:gd name="connsiteY65" fmla="*/ 186618 h 491738"/>
                <a:gd name="connsiteX66" fmla="*/ 151199 w 491738"/>
                <a:gd name="connsiteY66" fmla="*/ 225145 h 491738"/>
                <a:gd name="connsiteX67" fmla="*/ 246069 w 491738"/>
                <a:gd name="connsiteY67" fmla="*/ 225145 h 491738"/>
                <a:gd name="connsiteX68" fmla="*/ 207542 w 491738"/>
                <a:gd name="connsiteY68" fmla="*/ 186618 h 491738"/>
                <a:gd name="connsiteX69" fmla="*/ 207542 w 491738"/>
                <a:gd name="connsiteY69" fmla="*/ 148092 h 491738"/>
                <a:gd name="connsiteX70" fmla="*/ 284596 w 491738"/>
                <a:gd name="connsiteY70" fmla="*/ 148092 h 491738"/>
                <a:gd name="connsiteX71" fmla="*/ 284596 w 491738"/>
                <a:gd name="connsiteY71" fmla="*/ 186618 h 491738"/>
                <a:gd name="connsiteX72" fmla="*/ 246069 w 491738"/>
                <a:gd name="connsiteY72" fmla="*/ 225145 h 491738"/>
                <a:gd name="connsiteX73" fmla="*/ 340939 w 491738"/>
                <a:gd name="connsiteY73" fmla="*/ 225145 h 491738"/>
                <a:gd name="connsiteX74" fmla="*/ 302412 w 491738"/>
                <a:gd name="connsiteY74" fmla="*/ 186618 h 491738"/>
                <a:gd name="connsiteX75" fmla="*/ 302412 w 491738"/>
                <a:gd name="connsiteY75" fmla="*/ 148092 h 491738"/>
                <a:gd name="connsiteX76" fmla="*/ 379466 w 491738"/>
                <a:gd name="connsiteY76" fmla="*/ 148092 h 491738"/>
                <a:gd name="connsiteX77" fmla="*/ 379466 w 491738"/>
                <a:gd name="connsiteY77" fmla="*/ 186618 h 491738"/>
                <a:gd name="connsiteX78" fmla="*/ 340939 w 491738"/>
                <a:gd name="connsiteY78" fmla="*/ 225145 h 491738"/>
                <a:gd name="connsiteX79" fmla="*/ 435809 w 491738"/>
                <a:gd name="connsiteY79" fmla="*/ 225145 h 491738"/>
                <a:gd name="connsiteX80" fmla="*/ 397282 w 491738"/>
                <a:gd name="connsiteY80" fmla="*/ 186618 h 491738"/>
                <a:gd name="connsiteX81" fmla="*/ 397282 w 491738"/>
                <a:gd name="connsiteY81" fmla="*/ 148092 h 491738"/>
                <a:gd name="connsiteX82" fmla="*/ 474335 w 491738"/>
                <a:gd name="connsiteY82" fmla="*/ 148092 h 491738"/>
                <a:gd name="connsiteX83" fmla="*/ 474335 w 491738"/>
                <a:gd name="connsiteY83" fmla="*/ 186618 h 491738"/>
                <a:gd name="connsiteX84" fmla="*/ 435809 w 491738"/>
                <a:gd name="connsiteY84" fmla="*/ 225145 h 491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91738" h="491738">
                  <a:moveTo>
                    <a:pt x="492074" y="138813"/>
                  </a:moveTo>
                  <a:cubicBezTo>
                    <a:pt x="492045" y="137818"/>
                    <a:pt x="491847" y="136834"/>
                    <a:pt x="491489" y="135905"/>
                  </a:cubicBezTo>
                  <a:cubicBezTo>
                    <a:pt x="491489" y="135827"/>
                    <a:pt x="491454" y="135741"/>
                    <a:pt x="491418" y="135670"/>
                  </a:cubicBezTo>
                  <a:lnTo>
                    <a:pt x="491418" y="135613"/>
                  </a:lnTo>
                  <a:lnTo>
                    <a:pt x="434405" y="5338"/>
                  </a:lnTo>
                  <a:cubicBezTo>
                    <a:pt x="432988" y="2095"/>
                    <a:pt x="429784" y="-1"/>
                    <a:pt x="426245" y="0"/>
                  </a:cubicBezTo>
                  <a:lnTo>
                    <a:pt x="65907" y="0"/>
                  </a:lnTo>
                  <a:cubicBezTo>
                    <a:pt x="62368" y="-1"/>
                    <a:pt x="59164" y="2095"/>
                    <a:pt x="57747" y="5338"/>
                  </a:cubicBezTo>
                  <a:lnTo>
                    <a:pt x="734" y="135613"/>
                  </a:lnTo>
                  <a:lnTo>
                    <a:pt x="734" y="135670"/>
                  </a:lnTo>
                  <a:cubicBezTo>
                    <a:pt x="734" y="135748"/>
                    <a:pt x="691" y="135827"/>
                    <a:pt x="663" y="135905"/>
                  </a:cubicBezTo>
                  <a:cubicBezTo>
                    <a:pt x="305" y="136834"/>
                    <a:pt x="107" y="137818"/>
                    <a:pt x="78" y="138813"/>
                  </a:cubicBezTo>
                  <a:cubicBezTo>
                    <a:pt x="78" y="138941"/>
                    <a:pt x="0" y="139055"/>
                    <a:pt x="0" y="139183"/>
                  </a:cubicBezTo>
                  <a:lnTo>
                    <a:pt x="0" y="186618"/>
                  </a:lnTo>
                  <a:cubicBezTo>
                    <a:pt x="41" y="214273"/>
                    <a:pt x="20131" y="237816"/>
                    <a:pt x="47435" y="242206"/>
                  </a:cubicBezTo>
                  <a:lnTo>
                    <a:pt x="47435" y="483258"/>
                  </a:lnTo>
                  <a:cubicBezTo>
                    <a:pt x="47435" y="488178"/>
                    <a:pt x="51423" y="492166"/>
                    <a:pt x="56343" y="492166"/>
                  </a:cubicBezTo>
                  <a:lnTo>
                    <a:pt x="435809" y="492166"/>
                  </a:lnTo>
                  <a:cubicBezTo>
                    <a:pt x="440729" y="492166"/>
                    <a:pt x="444717" y="488178"/>
                    <a:pt x="444717" y="483258"/>
                  </a:cubicBezTo>
                  <a:lnTo>
                    <a:pt x="444717" y="272224"/>
                  </a:lnTo>
                  <a:cubicBezTo>
                    <a:pt x="444717" y="267304"/>
                    <a:pt x="440729" y="263315"/>
                    <a:pt x="435809" y="263315"/>
                  </a:cubicBezTo>
                  <a:cubicBezTo>
                    <a:pt x="430889" y="263315"/>
                    <a:pt x="426901" y="267304"/>
                    <a:pt x="426901" y="272224"/>
                  </a:cubicBezTo>
                  <a:lnTo>
                    <a:pt x="426901" y="474350"/>
                  </a:lnTo>
                  <a:lnTo>
                    <a:pt x="321497" y="474350"/>
                  </a:lnTo>
                  <a:lnTo>
                    <a:pt x="321497" y="334938"/>
                  </a:lnTo>
                  <a:cubicBezTo>
                    <a:pt x="321497" y="330018"/>
                    <a:pt x="317509" y="326030"/>
                    <a:pt x="312589" y="326030"/>
                  </a:cubicBezTo>
                  <a:lnTo>
                    <a:pt x="179556" y="326030"/>
                  </a:lnTo>
                  <a:cubicBezTo>
                    <a:pt x="174636" y="326030"/>
                    <a:pt x="170648" y="330018"/>
                    <a:pt x="170648" y="334938"/>
                  </a:cubicBezTo>
                  <a:lnTo>
                    <a:pt x="170648" y="431376"/>
                  </a:lnTo>
                  <a:cubicBezTo>
                    <a:pt x="170648" y="436296"/>
                    <a:pt x="174636" y="440284"/>
                    <a:pt x="179556" y="440284"/>
                  </a:cubicBezTo>
                  <a:cubicBezTo>
                    <a:pt x="184476" y="440284"/>
                    <a:pt x="188464" y="436296"/>
                    <a:pt x="188464" y="431376"/>
                  </a:cubicBezTo>
                  <a:lnTo>
                    <a:pt x="188464" y="343847"/>
                  </a:lnTo>
                  <a:lnTo>
                    <a:pt x="303681" y="343847"/>
                  </a:lnTo>
                  <a:lnTo>
                    <a:pt x="303681" y="474350"/>
                  </a:lnTo>
                  <a:lnTo>
                    <a:pt x="65237" y="474350"/>
                  </a:lnTo>
                  <a:lnTo>
                    <a:pt x="65237" y="242185"/>
                  </a:lnTo>
                  <a:cubicBezTo>
                    <a:pt x="81095" y="239629"/>
                    <a:pt x="95110" y="230431"/>
                    <a:pt x="103764" y="216900"/>
                  </a:cubicBezTo>
                  <a:cubicBezTo>
                    <a:pt x="120410" y="243097"/>
                    <a:pt x="155142" y="250840"/>
                    <a:pt x="181339" y="234194"/>
                  </a:cubicBezTo>
                  <a:cubicBezTo>
                    <a:pt x="188304" y="229769"/>
                    <a:pt x="194209" y="223864"/>
                    <a:pt x="198634" y="216900"/>
                  </a:cubicBezTo>
                  <a:cubicBezTo>
                    <a:pt x="215280" y="243097"/>
                    <a:pt x="250012" y="250840"/>
                    <a:pt x="276209" y="234194"/>
                  </a:cubicBezTo>
                  <a:cubicBezTo>
                    <a:pt x="283174" y="229769"/>
                    <a:pt x="289079" y="223864"/>
                    <a:pt x="293504" y="216900"/>
                  </a:cubicBezTo>
                  <a:cubicBezTo>
                    <a:pt x="310150" y="243097"/>
                    <a:pt x="344882" y="250840"/>
                    <a:pt x="371079" y="234194"/>
                  </a:cubicBezTo>
                  <a:cubicBezTo>
                    <a:pt x="378044" y="229769"/>
                    <a:pt x="383949" y="223864"/>
                    <a:pt x="388374" y="216900"/>
                  </a:cubicBezTo>
                  <a:cubicBezTo>
                    <a:pt x="405085" y="243121"/>
                    <a:pt x="439889" y="250830"/>
                    <a:pt x="466111" y="234118"/>
                  </a:cubicBezTo>
                  <a:cubicBezTo>
                    <a:pt x="482338" y="223776"/>
                    <a:pt x="492160" y="205862"/>
                    <a:pt x="492152" y="186618"/>
                  </a:cubicBezTo>
                  <a:lnTo>
                    <a:pt x="492152" y="139183"/>
                  </a:lnTo>
                  <a:cubicBezTo>
                    <a:pt x="492152" y="139055"/>
                    <a:pt x="492081" y="138941"/>
                    <a:pt x="492074" y="138813"/>
                  </a:cubicBezTo>
                  <a:close/>
                  <a:moveTo>
                    <a:pt x="56329" y="225145"/>
                  </a:moveTo>
                  <a:cubicBezTo>
                    <a:pt x="35061" y="225122"/>
                    <a:pt x="17826" y="207886"/>
                    <a:pt x="17802" y="186618"/>
                  </a:cubicBezTo>
                  <a:lnTo>
                    <a:pt x="17802" y="148092"/>
                  </a:lnTo>
                  <a:lnTo>
                    <a:pt x="94856" y="148092"/>
                  </a:lnTo>
                  <a:lnTo>
                    <a:pt x="94856" y="186618"/>
                  </a:lnTo>
                  <a:cubicBezTo>
                    <a:pt x="94832" y="207886"/>
                    <a:pt x="77597" y="225122"/>
                    <a:pt x="56329" y="225145"/>
                  </a:cubicBezTo>
                  <a:close/>
                  <a:moveTo>
                    <a:pt x="151199" y="225145"/>
                  </a:moveTo>
                  <a:cubicBezTo>
                    <a:pt x="129931" y="225122"/>
                    <a:pt x="112696" y="207886"/>
                    <a:pt x="112672" y="186618"/>
                  </a:cubicBezTo>
                  <a:lnTo>
                    <a:pt x="112672" y="148092"/>
                  </a:lnTo>
                  <a:lnTo>
                    <a:pt x="142733" y="148092"/>
                  </a:lnTo>
                  <a:cubicBezTo>
                    <a:pt x="147652" y="148092"/>
                    <a:pt x="151641" y="144103"/>
                    <a:pt x="151641" y="139183"/>
                  </a:cubicBezTo>
                  <a:cubicBezTo>
                    <a:pt x="151641" y="134264"/>
                    <a:pt x="147652" y="130275"/>
                    <a:pt x="142733" y="130275"/>
                  </a:cubicBezTo>
                  <a:lnTo>
                    <a:pt x="22520" y="130275"/>
                  </a:lnTo>
                  <a:lnTo>
                    <a:pt x="71737" y="17817"/>
                  </a:lnTo>
                  <a:lnTo>
                    <a:pt x="420401" y="17817"/>
                  </a:lnTo>
                  <a:lnTo>
                    <a:pt x="469618" y="130275"/>
                  </a:lnTo>
                  <a:lnTo>
                    <a:pt x="198634" y="130275"/>
                  </a:lnTo>
                  <a:cubicBezTo>
                    <a:pt x="193714" y="130275"/>
                    <a:pt x="189726" y="134264"/>
                    <a:pt x="189726" y="139183"/>
                  </a:cubicBezTo>
                  <a:lnTo>
                    <a:pt x="189726" y="186618"/>
                  </a:lnTo>
                  <a:cubicBezTo>
                    <a:pt x="189702" y="207886"/>
                    <a:pt x="172467" y="225122"/>
                    <a:pt x="151199" y="225145"/>
                  </a:cubicBezTo>
                  <a:close/>
                  <a:moveTo>
                    <a:pt x="246069" y="225145"/>
                  </a:moveTo>
                  <a:cubicBezTo>
                    <a:pt x="224801" y="225122"/>
                    <a:pt x="207566" y="207886"/>
                    <a:pt x="207542" y="186618"/>
                  </a:cubicBezTo>
                  <a:lnTo>
                    <a:pt x="207542" y="148092"/>
                  </a:lnTo>
                  <a:lnTo>
                    <a:pt x="284596" y="148092"/>
                  </a:lnTo>
                  <a:lnTo>
                    <a:pt x="284596" y="186618"/>
                  </a:lnTo>
                  <a:cubicBezTo>
                    <a:pt x="284572" y="207886"/>
                    <a:pt x="267337" y="225122"/>
                    <a:pt x="246069" y="225145"/>
                  </a:cubicBezTo>
                  <a:close/>
                  <a:moveTo>
                    <a:pt x="340939" y="225145"/>
                  </a:moveTo>
                  <a:cubicBezTo>
                    <a:pt x="319671" y="225122"/>
                    <a:pt x="302436" y="207886"/>
                    <a:pt x="302412" y="186618"/>
                  </a:cubicBezTo>
                  <a:lnTo>
                    <a:pt x="302412" y="148092"/>
                  </a:lnTo>
                  <a:lnTo>
                    <a:pt x="379466" y="148092"/>
                  </a:lnTo>
                  <a:lnTo>
                    <a:pt x="379466" y="186618"/>
                  </a:lnTo>
                  <a:cubicBezTo>
                    <a:pt x="379442" y="207886"/>
                    <a:pt x="362207" y="225122"/>
                    <a:pt x="340939" y="225145"/>
                  </a:cubicBezTo>
                  <a:close/>
                  <a:moveTo>
                    <a:pt x="435809" y="225145"/>
                  </a:moveTo>
                  <a:cubicBezTo>
                    <a:pt x="414541" y="225122"/>
                    <a:pt x="397306" y="207886"/>
                    <a:pt x="397282" y="186618"/>
                  </a:cubicBezTo>
                  <a:lnTo>
                    <a:pt x="397282" y="148092"/>
                  </a:lnTo>
                  <a:lnTo>
                    <a:pt x="474335" y="148092"/>
                  </a:lnTo>
                  <a:lnTo>
                    <a:pt x="474335" y="186618"/>
                  </a:lnTo>
                  <a:cubicBezTo>
                    <a:pt x="474312" y="207886"/>
                    <a:pt x="457077" y="225122"/>
                    <a:pt x="435809" y="225145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52" name="Group 265">
            <a:extLst>
              <a:ext uri="{FF2B5EF4-FFF2-40B4-BE49-F238E27FC236}">
                <a16:creationId xmlns:a16="http://schemas.microsoft.com/office/drawing/2014/main" id="{B0D1A2C8-D66E-81FA-5AE4-AEE50A076969}"/>
              </a:ext>
            </a:extLst>
          </p:cNvPr>
          <p:cNvGrpSpPr/>
          <p:nvPr/>
        </p:nvGrpSpPr>
        <p:grpSpPr>
          <a:xfrm>
            <a:off x="10938283" y="2287403"/>
            <a:ext cx="492167" cy="419947"/>
            <a:chOff x="10938283" y="2287403"/>
            <a:chExt cx="492167" cy="419947"/>
          </a:xfrm>
          <a:noFill/>
        </p:grpSpPr>
        <p:sp>
          <p:nvSpPr>
            <p:cNvPr id="153" name="Freeform: Shape 127">
              <a:extLst>
                <a:ext uri="{FF2B5EF4-FFF2-40B4-BE49-F238E27FC236}">
                  <a16:creationId xmlns:a16="http://schemas.microsoft.com/office/drawing/2014/main" id="{AED08A17-3EC9-334C-E99C-DE9472FA042C}"/>
                </a:ext>
              </a:extLst>
            </p:cNvPr>
            <p:cNvSpPr/>
            <p:nvPr/>
          </p:nvSpPr>
          <p:spPr>
            <a:xfrm>
              <a:off x="10947191" y="2326535"/>
              <a:ext cx="430728" cy="371906"/>
            </a:xfrm>
            <a:custGeom>
              <a:avLst/>
              <a:gdLst>
                <a:gd name="connsiteX0" fmla="*/ 371278 w 430728"/>
                <a:gd name="connsiteY0" fmla="*/ 162524 h 371905"/>
                <a:gd name="connsiteX1" fmla="*/ 394711 w 430728"/>
                <a:gd name="connsiteY1" fmla="*/ 185957 h 371905"/>
                <a:gd name="connsiteX2" fmla="*/ 371278 w 430728"/>
                <a:gd name="connsiteY2" fmla="*/ 209390 h 371905"/>
                <a:gd name="connsiteX3" fmla="*/ 347845 w 430728"/>
                <a:gd name="connsiteY3" fmla="*/ 185957 h 371905"/>
                <a:gd name="connsiteX4" fmla="*/ 371278 w 430728"/>
                <a:gd name="connsiteY4" fmla="*/ 162524 h 371905"/>
                <a:gd name="connsiteX5" fmla="*/ 0 w 430728"/>
                <a:gd name="connsiteY5" fmla="*/ 0 h 371905"/>
                <a:gd name="connsiteX6" fmla="*/ 28506 w 430728"/>
                <a:gd name="connsiteY6" fmla="*/ 0 h 371905"/>
                <a:gd name="connsiteX7" fmla="*/ 430728 w 430728"/>
                <a:gd name="connsiteY7" fmla="*/ 0 h 371905"/>
                <a:gd name="connsiteX8" fmla="*/ 430728 w 430728"/>
                <a:gd name="connsiteY8" fmla="*/ 118488 h 371905"/>
                <a:gd name="connsiteX9" fmla="*/ 309468 w 430728"/>
                <a:gd name="connsiteY9" fmla="*/ 118488 h 371905"/>
                <a:gd name="connsiteX10" fmla="*/ 309468 w 430728"/>
                <a:gd name="connsiteY10" fmla="*/ 253418 h 371905"/>
                <a:gd name="connsiteX11" fmla="*/ 430728 w 430728"/>
                <a:gd name="connsiteY11" fmla="*/ 253418 h 371905"/>
                <a:gd name="connsiteX12" fmla="*/ 430728 w 430728"/>
                <a:gd name="connsiteY12" fmla="*/ 341681 h 371905"/>
                <a:gd name="connsiteX13" fmla="*/ 430728 w 430728"/>
                <a:gd name="connsiteY13" fmla="*/ 371905 h 371905"/>
                <a:gd name="connsiteX14" fmla="*/ 0 w 430728"/>
                <a:gd name="connsiteY14" fmla="*/ 371905 h 37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0728" h="371905">
                  <a:moveTo>
                    <a:pt x="371278" y="162524"/>
                  </a:moveTo>
                  <a:cubicBezTo>
                    <a:pt x="384220" y="162524"/>
                    <a:pt x="394711" y="173015"/>
                    <a:pt x="394711" y="185957"/>
                  </a:cubicBezTo>
                  <a:cubicBezTo>
                    <a:pt x="394711" y="198899"/>
                    <a:pt x="384220" y="209390"/>
                    <a:pt x="371278" y="209390"/>
                  </a:cubicBezTo>
                  <a:cubicBezTo>
                    <a:pt x="358336" y="209390"/>
                    <a:pt x="347845" y="198899"/>
                    <a:pt x="347845" y="185957"/>
                  </a:cubicBezTo>
                  <a:cubicBezTo>
                    <a:pt x="347845" y="173015"/>
                    <a:pt x="358336" y="162524"/>
                    <a:pt x="371278" y="162524"/>
                  </a:cubicBezTo>
                  <a:close/>
                  <a:moveTo>
                    <a:pt x="0" y="0"/>
                  </a:moveTo>
                  <a:lnTo>
                    <a:pt x="28506" y="0"/>
                  </a:lnTo>
                  <a:lnTo>
                    <a:pt x="430728" y="0"/>
                  </a:lnTo>
                  <a:lnTo>
                    <a:pt x="430728" y="118488"/>
                  </a:lnTo>
                  <a:lnTo>
                    <a:pt x="309468" y="118488"/>
                  </a:lnTo>
                  <a:lnTo>
                    <a:pt x="309468" y="253418"/>
                  </a:lnTo>
                  <a:lnTo>
                    <a:pt x="430728" y="253418"/>
                  </a:lnTo>
                  <a:lnTo>
                    <a:pt x="430728" y="341681"/>
                  </a:lnTo>
                  <a:lnTo>
                    <a:pt x="430728" y="371905"/>
                  </a:lnTo>
                  <a:lnTo>
                    <a:pt x="0" y="371905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" name="Freeform: Shape 128">
              <a:extLst>
                <a:ext uri="{FF2B5EF4-FFF2-40B4-BE49-F238E27FC236}">
                  <a16:creationId xmlns:a16="http://schemas.microsoft.com/office/drawing/2014/main" id="{46AA50B4-7940-9438-7E0D-D2615877BA1F}"/>
                </a:ext>
              </a:extLst>
            </p:cNvPr>
            <p:cNvSpPr/>
            <p:nvPr/>
          </p:nvSpPr>
          <p:spPr>
            <a:xfrm>
              <a:off x="10938283" y="2287403"/>
              <a:ext cx="492167" cy="419947"/>
            </a:xfrm>
            <a:custGeom>
              <a:avLst/>
              <a:gdLst>
                <a:gd name="connsiteX0" fmla="*/ 380180 w 492167"/>
                <a:gd name="connsiteY0" fmla="*/ 210557 h 419946"/>
                <a:gd name="connsiteX1" fmla="*/ 365655 w 492167"/>
                <a:gd name="connsiteY1" fmla="*/ 225089 h 419946"/>
                <a:gd name="connsiteX2" fmla="*/ 380180 w 492167"/>
                <a:gd name="connsiteY2" fmla="*/ 239613 h 419946"/>
                <a:gd name="connsiteX3" fmla="*/ 394704 w 492167"/>
                <a:gd name="connsiteY3" fmla="*/ 225089 h 419946"/>
                <a:gd name="connsiteX4" fmla="*/ 380180 w 492167"/>
                <a:gd name="connsiteY4" fmla="*/ 210564 h 419946"/>
                <a:gd name="connsiteX5" fmla="*/ 380180 w 492167"/>
                <a:gd name="connsiteY5" fmla="*/ 192747 h 419946"/>
                <a:gd name="connsiteX6" fmla="*/ 412520 w 492167"/>
                <a:gd name="connsiteY6" fmla="*/ 225089 h 419946"/>
                <a:gd name="connsiteX7" fmla="*/ 380180 w 492167"/>
                <a:gd name="connsiteY7" fmla="*/ 257429 h 419946"/>
                <a:gd name="connsiteX8" fmla="*/ 347838 w 492167"/>
                <a:gd name="connsiteY8" fmla="*/ 225089 h 419946"/>
                <a:gd name="connsiteX9" fmla="*/ 380180 w 492167"/>
                <a:gd name="connsiteY9" fmla="*/ 192747 h 419946"/>
                <a:gd name="connsiteX10" fmla="*/ 327285 w 492167"/>
                <a:gd name="connsiteY10" fmla="*/ 166500 h 419946"/>
                <a:gd name="connsiteX11" fmla="*/ 327285 w 492167"/>
                <a:gd name="connsiteY11" fmla="*/ 283642 h 419946"/>
                <a:gd name="connsiteX12" fmla="*/ 474351 w 492167"/>
                <a:gd name="connsiteY12" fmla="*/ 283642 h 419946"/>
                <a:gd name="connsiteX13" fmla="*/ 474351 w 492167"/>
                <a:gd name="connsiteY13" fmla="*/ 166500 h 419946"/>
                <a:gd name="connsiteX14" fmla="*/ 37415 w 492167"/>
                <a:gd name="connsiteY14" fmla="*/ 0 h 419946"/>
                <a:gd name="connsiteX15" fmla="*/ 468143 w 492167"/>
                <a:gd name="connsiteY15" fmla="*/ 0 h 419946"/>
                <a:gd name="connsiteX16" fmla="*/ 477052 w 492167"/>
                <a:gd name="connsiteY16" fmla="*/ 8908 h 419946"/>
                <a:gd name="connsiteX17" fmla="*/ 477052 w 492167"/>
                <a:gd name="connsiteY17" fmla="*/ 148683 h 419946"/>
                <a:gd name="connsiteX18" fmla="*/ 483259 w 492167"/>
                <a:gd name="connsiteY18" fmla="*/ 148683 h 419946"/>
                <a:gd name="connsiteX19" fmla="*/ 483288 w 492167"/>
                <a:gd name="connsiteY19" fmla="*/ 148683 h 419946"/>
                <a:gd name="connsiteX20" fmla="*/ 492167 w 492167"/>
                <a:gd name="connsiteY20" fmla="*/ 157620 h 419946"/>
                <a:gd name="connsiteX21" fmla="*/ 492167 w 492167"/>
                <a:gd name="connsiteY21" fmla="*/ 292550 h 419946"/>
                <a:gd name="connsiteX22" fmla="*/ 483259 w 492167"/>
                <a:gd name="connsiteY22" fmla="*/ 301458 h 419946"/>
                <a:gd name="connsiteX23" fmla="*/ 477052 w 492167"/>
                <a:gd name="connsiteY23" fmla="*/ 301458 h 419946"/>
                <a:gd name="connsiteX24" fmla="*/ 477052 w 492167"/>
                <a:gd name="connsiteY24" fmla="*/ 380813 h 419946"/>
                <a:gd name="connsiteX25" fmla="*/ 468143 w 492167"/>
                <a:gd name="connsiteY25" fmla="*/ 389722 h 419946"/>
                <a:gd name="connsiteX26" fmla="*/ 459235 w 492167"/>
                <a:gd name="connsiteY26" fmla="*/ 380813 h 419946"/>
                <a:gd name="connsiteX27" fmla="*/ 459235 w 492167"/>
                <a:gd name="connsiteY27" fmla="*/ 301458 h 419946"/>
                <a:gd name="connsiteX28" fmla="*/ 448545 w 492167"/>
                <a:gd name="connsiteY28" fmla="*/ 301458 h 419946"/>
                <a:gd name="connsiteX29" fmla="*/ 448545 w 492167"/>
                <a:gd name="connsiteY29" fmla="*/ 411038 h 419946"/>
                <a:gd name="connsiteX30" fmla="*/ 439637 w 492167"/>
                <a:gd name="connsiteY30" fmla="*/ 419946 h 419946"/>
                <a:gd name="connsiteX31" fmla="*/ 8908 w 492167"/>
                <a:gd name="connsiteY31" fmla="*/ 419946 h 419946"/>
                <a:gd name="connsiteX32" fmla="*/ 0 w 492167"/>
                <a:gd name="connsiteY32" fmla="*/ 411038 h 419946"/>
                <a:gd name="connsiteX33" fmla="*/ 0 w 492167"/>
                <a:gd name="connsiteY33" fmla="*/ 39132 h 419946"/>
                <a:gd name="connsiteX34" fmla="*/ 8908 w 492167"/>
                <a:gd name="connsiteY34" fmla="*/ 30224 h 419946"/>
                <a:gd name="connsiteX35" fmla="*/ 439637 w 492167"/>
                <a:gd name="connsiteY35" fmla="*/ 30224 h 419946"/>
                <a:gd name="connsiteX36" fmla="*/ 448545 w 492167"/>
                <a:gd name="connsiteY36" fmla="*/ 39132 h 419946"/>
                <a:gd name="connsiteX37" fmla="*/ 448545 w 492167"/>
                <a:gd name="connsiteY37" fmla="*/ 99509 h 419946"/>
                <a:gd name="connsiteX38" fmla="*/ 439637 w 492167"/>
                <a:gd name="connsiteY38" fmla="*/ 108418 h 419946"/>
                <a:gd name="connsiteX39" fmla="*/ 430729 w 492167"/>
                <a:gd name="connsiteY39" fmla="*/ 99509 h 419946"/>
                <a:gd name="connsiteX40" fmla="*/ 430729 w 492167"/>
                <a:gd name="connsiteY40" fmla="*/ 48041 h 419946"/>
                <a:gd name="connsiteX41" fmla="*/ 17817 w 492167"/>
                <a:gd name="connsiteY41" fmla="*/ 48041 h 419946"/>
                <a:gd name="connsiteX42" fmla="*/ 17817 w 492167"/>
                <a:gd name="connsiteY42" fmla="*/ 402129 h 419946"/>
                <a:gd name="connsiteX43" fmla="*/ 430729 w 492167"/>
                <a:gd name="connsiteY43" fmla="*/ 402129 h 419946"/>
                <a:gd name="connsiteX44" fmla="*/ 430729 w 492167"/>
                <a:gd name="connsiteY44" fmla="*/ 301458 h 419946"/>
                <a:gd name="connsiteX45" fmla="*/ 318377 w 492167"/>
                <a:gd name="connsiteY45" fmla="*/ 301458 h 419946"/>
                <a:gd name="connsiteX46" fmla="*/ 309469 w 492167"/>
                <a:gd name="connsiteY46" fmla="*/ 292550 h 419946"/>
                <a:gd name="connsiteX47" fmla="*/ 309469 w 492167"/>
                <a:gd name="connsiteY47" fmla="*/ 157592 h 419946"/>
                <a:gd name="connsiteX48" fmla="*/ 318377 w 492167"/>
                <a:gd name="connsiteY48" fmla="*/ 148683 h 419946"/>
                <a:gd name="connsiteX49" fmla="*/ 459235 w 492167"/>
                <a:gd name="connsiteY49" fmla="*/ 148683 h 419946"/>
                <a:gd name="connsiteX50" fmla="*/ 459235 w 492167"/>
                <a:gd name="connsiteY50" fmla="*/ 17817 h 419946"/>
                <a:gd name="connsiteX51" fmla="*/ 37415 w 492167"/>
                <a:gd name="connsiteY51" fmla="*/ 17817 h 419946"/>
                <a:gd name="connsiteX52" fmla="*/ 28507 w 492167"/>
                <a:gd name="connsiteY52" fmla="*/ 8908 h 419946"/>
                <a:gd name="connsiteX53" fmla="*/ 37415 w 492167"/>
                <a:gd name="connsiteY53" fmla="*/ 0 h 419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92167" h="419946">
                  <a:moveTo>
                    <a:pt x="380180" y="210557"/>
                  </a:moveTo>
                  <a:cubicBezTo>
                    <a:pt x="372158" y="210564"/>
                    <a:pt x="365659" y="217068"/>
                    <a:pt x="365655" y="225089"/>
                  </a:cubicBezTo>
                  <a:cubicBezTo>
                    <a:pt x="365655" y="233110"/>
                    <a:pt x="372157" y="239613"/>
                    <a:pt x="380180" y="239613"/>
                  </a:cubicBezTo>
                  <a:cubicBezTo>
                    <a:pt x="388201" y="239613"/>
                    <a:pt x="394704" y="233110"/>
                    <a:pt x="394704" y="225089"/>
                  </a:cubicBezTo>
                  <a:cubicBezTo>
                    <a:pt x="394704" y="217067"/>
                    <a:pt x="388201" y="210564"/>
                    <a:pt x="380180" y="210564"/>
                  </a:cubicBezTo>
                  <a:close/>
                  <a:moveTo>
                    <a:pt x="380180" y="192747"/>
                  </a:moveTo>
                  <a:cubicBezTo>
                    <a:pt x="398041" y="192747"/>
                    <a:pt x="412520" y="207226"/>
                    <a:pt x="412520" y="225089"/>
                  </a:cubicBezTo>
                  <a:cubicBezTo>
                    <a:pt x="412520" y="242950"/>
                    <a:pt x="398041" y="257429"/>
                    <a:pt x="380180" y="257429"/>
                  </a:cubicBezTo>
                  <a:cubicBezTo>
                    <a:pt x="362326" y="257410"/>
                    <a:pt x="347858" y="242942"/>
                    <a:pt x="347838" y="225089"/>
                  </a:cubicBezTo>
                  <a:cubicBezTo>
                    <a:pt x="347838" y="207226"/>
                    <a:pt x="362317" y="192747"/>
                    <a:pt x="380180" y="192747"/>
                  </a:cubicBezTo>
                  <a:close/>
                  <a:moveTo>
                    <a:pt x="327285" y="166500"/>
                  </a:moveTo>
                  <a:lnTo>
                    <a:pt x="327285" y="283642"/>
                  </a:lnTo>
                  <a:lnTo>
                    <a:pt x="474351" y="283642"/>
                  </a:lnTo>
                  <a:lnTo>
                    <a:pt x="474351" y="166500"/>
                  </a:lnTo>
                  <a:close/>
                  <a:moveTo>
                    <a:pt x="37415" y="0"/>
                  </a:moveTo>
                  <a:lnTo>
                    <a:pt x="468143" y="0"/>
                  </a:lnTo>
                  <a:cubicBezTo>
                    <a:pt x="473063" y="0"/>
                    <a:pt x="477052" y="3988"/>
                    <a:pt x="477052" y="8908"/>
                  </a:cubicBezTo>
                  <a:lnTo>
                    <a:pt x="477052" y="148683"/>
                  </a:lnTo>
                  <a:lnTo>
                    <a:pt x="483259" y="148683"/>
                  </a:lnTo>
                  <a:cubicBezTo>
                    <a:pt x="483269" y="148683"/>
                    <a:pt x="483278" y="148683"/>
                    <a:pt x="483288" y="148683"/>
                  </a:cubicBezTo>
                  <a:cubicBezTo>
                    <a:pt x="488207" y="148699"/>
                    <a:pt x="492183" y="152700"/>
                    <a:pt x="492167" y="157620"/>
                  </a:cubicBezTo>
                  <a:lnTo>
                    <a:pt x="492167" y="292550"/>
                  </a:lnTo>
                  <a:cubicBezTo>
                    <a:pt x="492167" y="297470"/>
                    <a:pt x="488179" y="301458"/>
                    <a:pt x="483259" y="301458"/>
                  </a:cubicBezTo>
                  <a:lnTo>
                    <a:pt x="477052" y="301458"/>
                  </a:lnTo>
                  <a:lnTo>
                    <a:pt x="477052" y="380813"/>
                  </a:lnTo>
                  <a:cubicBezTo>
                    <a:pt x="477052" y="385733"/>
                    <a:pt x="473063" y="389722"/>
                    <a:pt x="468143" y="389722"/>
                  </a:cubicBezTo>
                  <a:cubicBezTo>
                    <a:pt x="463223" y="389722"/>
                    <a:pt x="459235" y="385733"/>
                    <a:pt x="459235" y="380813"/>
                  </a:cubicBezTo>
                  <a:lnTo>
                    <a:pt x="459235" y="301458"/>
                  </a:lnTo>
                  <a:lnTo>
                    <a:pt x="448545" y="301458"/>
                  </a:lnTo>
                  <a:lnTo>
                    <a:pt x="448545" y="411038"/>
                  </a:lnTo>
                  <a:cubicBezTo>
                    <a:pt x="448545" y="415957"/>
                    <a:pt x="444557" y="419946"/>
                    <a:pt x="439637" y="419946"/>
                  </a:cubicBezTo>
                  <a:lnTo>
                    <a:pt x="8908" y="419946"/>
                  </a:lnTo>
                  <a:cubicBezTo>
                    <a:pt x="3988" y="419946"/>
                    <a:pt x="0" y="415957"/>
                    <a:pt x="0" y="411038"/>
                  </a:cubicBezTo>
                  <a:lnTo>
                    <a:pt x="0" y="39132"/>
                  </a:lnTo>
                  <a:cubicBezTo>
                    <a:pt x="0" y="34213"/>
                    <a:pt x="3988" y="30224"/>
                    <a:pt x="8908" y="30224"/>
                  </a:cubicBezTo>
                  <a:lnTo>
                    <a:pt x="439637" y="30224"/>
                  </a:lnTo>
                  <a:cubicBezTo>
                    <a:pt x="444557" y="30224"/>
                    <a:pt x="448545" y="34213"/>
                    <a:pt x="448545" y="39132"/>
                  </a:cubicBezTo>
                  <a:lnTo>
                    <a:pt x="448545" y="99509"/>
                  </a:lnTo>
                  <a:cubicBezTo>
                    <a:pt x="448545" y="104429"/>
                    <a:pt x="444557" y="108418"/>
                    <a:pt x="439637" y="108418"/>
                  </a:cubicBezTo>
                  <a:cubicBezTo>
                    <a:pt x="434717" y="108418"/>
                    <a:pt x="430729" y="104429"/>
                    <a:pt x="430729" y="99509"/>
                  </a:cubicBezTo>
                  <a:lnTo>
                    <a:pt x="430729" y="48041"/>
                  </a:lnTo>
                  <a:lnTo>
                    <a:pt x="17817" y="48041"/>
                  </a:lnTo>
                  <a:lnTo>
                    <a:pt x="17817" y="402129"/>
                  </a:lnTo>
                  <a:lnTo>
                    <a:pt x="430729" y="402129"/>
                  </a:lnTo>
                  <a:lnTo>
                    <a:pt x="430729" y="301458"/>
                  </a:lnTo>
                  <a:lnTo>
                    <a:pt x="318377" y="301458"/>
                  </a:lnTo>
                  <a:cubicBezTo>
                    <a:pt x="313457" y="301458"/>
                    <a:pt x="309469" y="297470"/>
                    <a:pt x="309469" y="292550"/>
                  </a:cubicBezTo>
                  <a:lnTo>
                    <a:pt x="309469" y="157592"/>
                  </a:lnTo>
                  <a:cubicBezTo>
                    <a:pt x="309469" y="152672"/>
                    <a:pt x="313457" y="148683"/>
                    <a:pt x="318377" y="148683"/>
                  </a:cubicBezTo>
                  <a:lnTo>
                    <a:pt x="459235" y="148683"/>
                  </a:lnTo>
                  <a:lnTo>
                    <a:pt x="459235" y="17817"/>
                  </a:lnTo>
                  <a:lnTo>
                    <a:pt x="37415" y="17817"/>
                  </a:lnTo>
                  <a:cubicBezTo>
                    <a:pt x="32495" y="17817"/>
                    <a:pt x="28507" y="13828"/>
                    <a:pt x="28507" y="8908"/>
                  </a:cubicBezTo>
                  <a:cubicBezTo>
                    <a:pt x="28507" y="3988"/>
                    <a:pt x="32495" y="0"/>
                    <a:pt x="37415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55" name="Group 266">
            <a:extLst>
              <a:ext uri="{FF2B5EF4-FFF2-40B4-BE49-F238E27FC236}">
                <a16:creationId xmlns:a16="http://schemas.microsoft.com/office/drawing/2014/main" id="{9FC733A1-CF47-3FFC-80C3-6347BD76CC35}"/>
              </a:ext>
            </a:extLst>
          </p:cNvPr>
          <p:cNvGrpSpPr/>
          <p:nvPr/>
        </p:nvGrpSpPr>
        <p:grpSpPr>
          <a:xfrm>
            <a:off x="9996892" y="2251294"/>
            <a:ext cx="340297" cy="492167"/>
            <a:chOff x="9996892" y="2251294"/>
            <a:chExt cx="340297" cy="492167"/>
          </a:xfrm>
          <a:noFill/>
        </p:grpSpPr>
        <p:sp>
          <p:nvSpPr>
            <p:cNvPr id="156" name="Freeform: Shape 130">
              <a:extLst>
                <a:ext uri="{FF2B5EF4-FFF2-40B4-BE49-F238E27FC236}">
                  <a16:creationId xmlns:a16="http://schemas.microsoft.com/office/drawing/2014/main" id="{05483BE6-D3BD-B359-0F8E-0AC9DEDB7905}"/>
                </a:ext>
              </a:extLst>
            </p:cNvPr>
            <p:cNvSpPr/>
            <p:nvPr/>
          </p:nvSpPr>
          <p:spPr>
            <a:xfrm>
              <a:off x="10005800" y="2260203"/>
              <a:ext cx="98391" cy="424107"/>
            </a:xfrm>
            <a:custGeom>
              <a:avLst/>
              <a:gdLst>
                <a:gd name="connsiteX0" fmla="*/ 61760 w 98391"/>
                <a:gd name="connsiteY0" fmla="*/ 387476 h 424107"/>
                <a:gd name="connsiteX1" fmla="*/ 98391 w 98391"/>
                <a:gd name="connsiteY1" fmla="*/ 387476 h 424107"/>
                <a:gd name="connsiteX2" fmla="*/ 98391 w 98391"/>
                <a:gd name="connsiteY2" fmla="*/ 424107 h 424107"/>
                <a:gd name="connsiteX3" fmla="*/ 61760 w 98391"/>
                <a:gd name="connsiteY3" fmla="*/ 424107 h 424107"/>
                <a:gd name="connsiteX4" fmla="*/ 61760 w 98391"/>
                <a:gd name="connsiteY4" fmla="*/ 259517 h 424107"/>
                <a:gd name="connsiteX5" fmla="*/ 98391 w 98391"/>
                <a:gd name="connsiteY5" fmla="*/ 259517 h 424107"/>
                <a:gd name="connsiteX6" fmla="*/ 98391 w 98391"/>
                <a:gd name="connsiteY6" fmla="*/ 296148 h 424107"/>
                <a:gd name="connsiteX7" fmla="*/ 61760 w 98391"/>
                <a:gd name="connsiteY7" fmla="*/ 296148 h 424107"/>
                <a:gd name="connsiteX8" fmla="*/ 61760 w 98391"/>
                <a:gd name="connsiteY8" fmla="*/ 131558 h 424107"/>
                <a:gd name="connsiteX9" fmla="*/ 98391 w 98391"/>
                <a:gd name="connsiteY9" fmla="*/ 131558 h 424107"/>
                <a:gd name="connsiteX10" fmla="*/ 98391 w 98391"/>
                <a:gd name="connsiteY10" fmla="*/ 168189 h 424107"/>
                <a:gd name="connsiteX11" fmla="*/ 61760 w 98391"/>
                <a:gd name="connsiteY11" fmla="*/ 168189 h 424107"/>
                <a:gd name="connsiteX12" fmla="*/ 73262 w 98391"/>
                <a:gd name="connsiteY12" fmla="*/ 0 h 424107"/>
                <a:gd name="connsiteX13" fmla="*/ 73262 w 98391"/>
                <a:gd name="connsiteY13" fmla="*/ 73262 h 424107"/>
                <a:gd name="connsiteX14" fmla="*/ 0 w 98391"/>
                <a:gd name="connsiteY14" fmla="*/ 73262 h 42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91" h="424107">
                  <a:moveTo>
                    <a:pt x="61760" y="387476"/>
                  </a:moveTo>
                  <a:lnTo>
                    <a:pt x="98391" y="387476"/>
                  </a:lnTo>
                  <a:lnTo>
                    <a:pt x="98391" y="424107"/>
                  </a:lnTo>
                  <a:lnTo>
                    <a:pt x="61760" y="424107"/>
                  </a:lnTo>
                  <a:close/>
                  <a:moveTo>
                    <a:pt x="61760" y="259517"/>
                  </a:moveTo>
                  <a:lnTo>
                    <a:pt x="98391" y="259517"/>
                  </a:lnTo>
                  <a:lnTo>
                    <a:pt x="98391" y="296148"/>
                  </a:lnTo>
                  <a:lnTo>
                    <a:pt x="61760" y="296148"/>
                  </a:lnTo>
                  <a:close/>
                  <a:moveTo>
                    <a:pt x="61760" y="131558"/>
                  </a:moveTo>
                  <a:lnTo>
                    <a:pt x="98391" y="131558"/>
                  </a:lnTo>
                  <a:lnTo>
                    <a:pt x="98391" y="168189"/>
                  </a:lnTo>
                  <a:lnTo>
                    <a:pt x="61760" y="168189"/>
                  </a:lnTo>
                  <a:close/>
                  <a:moveTo>
                    <a:pt x="73262" y="0"/>
                  </a:moveTo>
                  <a:lnTo>
                    <a:pt x="73262" y="73262"/>
                  </a:lnTo>
                  <a:lnTo>
                    <a:pt x="0" y="73262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" name="Freeform: Shape 131">
              <a:extLst>
                <a:ext uri="{FF2B5EF4-FFF2-40B4-BE49-F238E27FC236}">
                  <a16:creationId xmlns:a16="http://schemas.microsoft.com/office/drawing/2014/main" id="{B058EAEF-B02F-6371-96A1-6D4BCA50BEF3}"/>
                </a:ext>
              </a:extLst>
            </p:cNvPr>
            <p:cNvSpPr/>
            <p:nvPr/>
          </p:nvSpPr>
          <p:spPr>
            <a:xfrm>
              <a:off x="9996892" y="2251294"/>
              <a:ext cx="340297" cy="492167"/>
            </a:xfrm>
            <a:custGeom>
              <a:avLst/>
              <a:gdLst>
                <a:gd name="connsiteX0" fmla="*/ 155603 w 340297"/>
                <a:gd name="connsiteY0" fmla="*/ 405792 h 492167"/>
                <a:gd name="connsiteX1" fmla="*/ 269631 w 340297"/>
                <a:gd name="connsiteY1" fmla="*/ 405792 h 492167"/>
                <a:gd name="connsiteX2" fmla="*/ 278539 w 340297"/>
                <a:gd name="connsiteY2" fmla="*/ 414700 h 492167"/>
                <a:gd name="connsiteX3" fmla="*/ 269631 w 340297"/>
                <a:gd name="connsiteY3" fmla="*/ 423609 h 492167"/>
                <a:gd name="connsiteX4" fmla="*/ 155603 w 340297"/>
                <a:gd name="connsiteY4" fmla="*/ 423609 h 492167"/>
                <a:gd name="connsiteX5" fmla="*/ 146695 w 340297"/>
                <a:gd name="connsiteY5" fmla="*/ 414700 h 492167"/>
                <a:gd name="connsiteX6" fmla="*/ 155603 w 340297"/>
                <a:gd name="connsiteY6" fmla="*/ 405792 h 492167"/>
                <a:gd name="connsiteX7" fmla="*/ 79576 w 340297"/>
                <a:gd name="connsiteY7" fmla="*/ 405286 h 492167"/>
                <a:gd name="connsiteX8" fmla="*/ 79576 w 340297"/>
                <a:gd name="connsiteY8" fmla="*/ 424101 h 492167"/>
                <a:gd name="connsiteX9" fmla="*/ 98391 w 340297"/>
                <a:gd name="connsiteY9" fmla="*/ 424101 h 492167"/>
                <a:gd name="connsiteX10" fmla="*/ 98391 w 340297"/>
                <a:gd name="connsiteY10" fmla="*/ 405286 h 492167"/>
                <a:gd name="connsiteX11" fmla="*/ 70667 w 340297"/>
                <a:gd name="connsiteY11" fmla="*/ 387469 h 492167"/>
                <a:gd name="connsiteX12" fmla="*/ 107299 w 340297"/>
                <a:gd name="connsiteY12" fmla="*/ 387469 h 492167"/>
                <a:gd name="connsiteX13" fmla="*/ 116208 w 340297"/>
                <a:gd name="connsiteY13" fmla="*/ 396377 h 492167"/>
                <a:gd name="connsiteX14" fmla="*/ 116208 w 340297"/>
                <a:gd name="connsiteY14" fmla="*/ 433009 h 492167"/>
                <a:gd name="connsiteX15" fmla="*/ 107299 w 340297"/>
                <a:gd name="connsiteY15" fmla="*/ 441918 h 492167"/>
                <a:gd name="connsiteX16" fmla="*/ 70667 w 340297"/>
                <a:gd name="connsiteY16" fmla="*/ 441918 h 492167"/>
                <a:gd name="connsiteX17" fmla="*/ 61759 w 340297"/>
                <a:gd name="connsiteY17" fmla="*/ 433009 h 492167"/>
                <a:gd name="connsiteX18" fmla="*/ 61759 w 340297"/>
                <a:gd name="connsiteY18" fmla="*/ 396377 h 492167"/>
                <a:gd name="connsiteX19" fmla="*/ 70667 w 340297"/>
                <a:gd name="connsiteY19" fmla="*/ 387469 h 492167"/>
                <a:gd name="connsiteX20" fmla="*/ 155603 w 340297"/>
                <a:gd name="connsiteY20" fmla="*/ 277833 h 492167"/>
                <a:gd name="connsiteX21" fmla="*/ 269631 w 340297"/>
                <a:gd name="connsiteY21" fmla="*/ 277833 h 492167"/>
                <a:gd name="connsiteX22" fmla="*/ 278539 w 340297"/>
                <a:gd name="connsiteY22" fmla="*/ 286741 h 492167"/>
                <a:gd name="connsiteX23" fmla="*/ 269631 w 340297"/>
                <a:gd name="connsiteY23" fmla="*/ 295650 h 492167"/>
                <a:gd name="connsiteX24" fmla="*/ 155603 w 340297"/>
                <a:gd name="connsiteY24" fmla="*/ 295650 h 492167"/>
                <a:gd name="connsiteX25" fmla="*/ 146695 w 340297"/>
                <a:gd name="connsiteY25" fmla="*/ 286741 h 492167"/>
                <a:gd name="connsiteX26" fmla="*/ 155603 w 340297"/>
                <a:gd name="connsiteY26" fmla="*/ 277833 h 492167"/>
                <a:gd name="connsiteX27" fmla="*/ 79576 w 340297"/>
                <a:gd name="connsiteY27" fmla="*/ 277327 h 492167"/>
                <a:gd name="connsiteX28" fmla="*/ 79576 w 340297"/>
                <a:gd name="connsiteY28" fmla="*/ 296142 h 492167"/>
                <a:gd name="connsiteX29" fmla="*/ 98391 w 340297"/>
                <a:gd name="connsiteY29" fmla="*/ 296142 h 492167"/>
                <a:gd name="connsiteX30" fmla="*/ 98391 w 340297"/>
                <a:gd name="connsiteY30" fmla="*/ 277327 h 492167"/>
                <a:gd name="connsiteX31" fmla="*/ 70667 w 340297"/>
                <a:gd name="connsiteY31" fmla="*/ 259510 h 492167"/>
                <a:gd name="connsiteX32" fmla="*/ 107299 w 340297"/>
                <a:gd name="connsiteY32" fmla="*/ 259510 h 492167"/>
                <a:gd name="connsiteX33" fmla="*/ 116208 w 340297"/>
                <a:gd name="connsiteY33" fmla="*/ 268418 h 492167"/>
                <a:gd name="connsiteX34" fmla="*/ 116208 w 340297"/>
                <a:gd name="connsiteY34" fmla="*/ 305050 h 492167"/>
                <a:gd name="connsiteX35" fmla="*/ 107299 w 340297"/>
                <a:gd name="connsiteY35" fmla="*/ 313959 h 492167"/>
                <a:gd name="connsiteX36" fmla="*/ 70667 w 340297"/>
                <a:gd name="connsiteY36" fmla="*/ 313959 h 492167"/>
                <a:gd name="connsiteX37" fmla="*/ 61759 w 340297"/>
                <a:gd name="connsiteY37" fmla="*/ 305050 h 492167"/>
                <a:gd name="connsiteX38" fmla="*/ 61759 w 340297"/>
                <a:gd name="connsiteY38" fmla="*/ 268418 h 492167"/>
                <a:gd name="connsiteX39" fmla="*/ 70667 w 340297"/>
                <a:gd name="connsiteY39" fmla="*/ 259510 h 492167"/>
                <a:gd name="connsiteX40" fmla="*/ 155603 w 340297"/>
                <a:gd name="connsiteY40" fmla="*/ 149874 h 492167"/>
                <a:gd name="connsiteX41" fmla="*/ 269631 w 340297"/>
                <a:gd name="connsiteY41" fmla="*/ 149874 h 492167"/>
                <a:gd name="connsiteX42" fmla="*/ 278539 w 340297"/>
                <a:gd name="connsiteY42" fmla="*/ 158782 h 492167"/>
                <a:gd name="connsiteX43" fmla="*/ 269631 w 340297"/>
                <a:gd name="connsiteY43" fmla="*/ 167691 h 492167"/>
                <a:gd name="connsiteX44" fmla="*/ 155603 w 340297"/>
                <a:gd name="connsiteY44" fmla="*/ 167691 h 492167"/>
                <a:gd name="connsiteX45" fmla="*/ 146695 w 340297"/>
                <a:gd name="connsiteY45" fmla="*/ 158782 h 492167"/>
                <a:gd name="connsiteX46" fmla="*/ 155603 w 340297"/>
                <a:gd name="connsiteY46" fmla="*/ 149874 h 492167"/>
                <a:gd name="connsiteX47" fmla="*/ 79576 w 340297"/>
                <a:gd name="connsiteY47" fmla="*/ 149368 h 492167"/>
                <a:gd name="connsiteX48" fmla="*/ 79576 w 340297"/>
                <a:gd name="connsiteY48" fmla="*/ 168183 h 492167"/>
                <a:gd name="connsiteX49" fmla="*/ 98391 w 340297"/>
                <a:gd name="connsiteY49" fmla="*/ 168183 h 492167"/>
                <a:gd name="connsiteX50" fmla="*/ 98391 w 340297"/>
                <a:gd name="connsiteY50" fmla="*/ 149368 h 492167"/>
                <a:gd name="connsiteX51" fmla="*/ 70667 w 340297"/>
                <a:gd name="connsiteY51" fmla="*/ 131551 h 492167"/>
                <a:gd name="connsiteX52" fmla="*/ 107299 w 340297"/>
                <a:gd name="connsiteY52" fmla="*/ 131551 h 492167"/>
                <a:gd name="connsiteX53" fmla="*/ 116208 w 340297"/>
                <a:gd name="connsiteY53" fmla="*/ 140459 h 492167"/>
                <a:gd name="connsiteX54" fmla="*/ 116208 w 340297"/>
                <a:gd name="connsiteY54" fmla="*/ 177091 h 492167"/>
                <a:gd name="connsiteX55" fmla="*/ 107299 w 340297"/>
                <a:gd name="connsiteY55" fmla="*/ 186000 h 492167"/>
                <a:gd name="connsiteX56" fmla="*/ 70667 w 340297"/>
                <a:gd name="connsiteY56" fmla="*/ 186000 h 492167"/>
                <a:gd name="connsiteX57" fmla="*/ 61759 w 340297"/>
                <a:gd name="connsiteY57" fmla="*/ 177091 h 492167"/>
                <a:gd name="connsiteX58" fmla="*/ 61759 w 340297"/>
                <a:gd name="connsiteY58" fmla="*/ 140459 h 492167"/>
                <a:gd name="connsiteX59" fmla="*/ 70667 w 340297"/>
                <a:gd name="connsiteY59" fmla="*/ 131551 h 492167"/>
                <a:gd name="connsiteX60" fmla="*/ 127389 w 340297"/>
                <a:gd name="connsiteY60" fmla="*/ 0 h 492167"/>
                <a:gd name="connsiteX61" fmla="*/ 331389 w 340297"/>
                <a:gd name="connsiteY61" fmla="*/ 0 h 492167"/>
                <a:gd name="connsiteX62" fmla="*/ 340297 w 340297"/>
                <a:gd name="connsiteY62" fmla="*/ 8908 h 492167"/>
                <a:gd name="connsiteX63" fmla="*/ 340297 w 340297"/>
                <a:gd name="connsiteY63" fmla="*/ 483259 h 492167"/>
                <a:gd name="connsiteX64" fmla="*/ 331389 w 340297"/>
                <a:gd name="connsiteY64" fmla="*/ 492167 h 492167"/>
                <a:gd name="connsiteX65" fmla="*/ 8908 w 340297"/>
                <a:gd name="connsiteY65" fmla="*/ 492167 h 492167"/>
                <a:gd name="connsiteX66" fmla="*/ 0 w 340297"/>
                <a:gd name="connsiteY66" fmla="*/ 483259 h 492167"/>
                <a:gd name="connsiteX67" fmla="*/ 0 w 340297"/>
                <a:gd name="connsiteY67" fmla="*/ 82170 h 492167"/>
                <a:gd name="connsiteX68" fmla="*/ 2608 w 340297"/>
                <a:gd name="connsiteY68" fmla="*/ 75870 h 492167"/>
                <a:gd name="connsiteX69" fmla="*/ 75877 w 340297"/>
                <a:gd name="connsiteY69" fmla="*/ 2615 h 492167"/>
                <a:gd name="connsiteX70" fmla="*/ 82098 w 340297"/>
                <a:gd name="connsiteY70" fmla="*/ 23 h 492167"/>
                <a:gd name="connsiteX71" fmla="*/ 91079 w 340297"/>
                <a:gd name="connsiteY71" fmla="*/ 8873 h 492167"/>
                <a:gd name="connsiteX72" fmla="*/ 91079 w 340297"/>
                <a:gd name="connsiteY72" fmla="*/ 82170 h 492167"/>
                <a:gd name="connsiteX73" fmla="*/ 82170 w 340297"/>
                <a:gd name="connsiteY73" fmla="*/ 91079 h 492167"/>
                <a:gd name="connsiteX74" fmla="*/ 54341 w 340297"/>
                <a:gd name="connsiteY74" fmla="*/ 91079 h 492167"/>
                <a:gd name="connsiteX75" fmla="*/ 45432 w 340297"/>
                <a:gd name="connsiteY75" fmla="*/ 82170 h 492167"/>
                <a:gd name="connsiteX76" fmla="*/ 54341 w 340297"/>
                <a:gd name="connsiteY76" fmla="*/ 73262 h 492167"/>
                <a:gd name="connsiteX77" fmla="*/ 73262 w 340297"/>
                <a:gd name="connsiteY77" fmla="*/ 73262 h 492167"/>
                <a:gd name="connsiteX78" fmla="*/ 73262 w 340297"/>
                <a:gd name="connsiteY78" fmla="*/ 30417 h 492167"/>
                <a:gd name="connsiteX79" fmla="*/ 17817 w 340297"/>
                <a:gd name="connsiteY79" fmla="*/ 85862 h 492167"/>
                <a:gd name="connsiteX80" fmla="*/ 17817 w 340297"/>
                <a:gd name="connsiteY80" fmla="*/ 474351 h 492167"/>
                <a:gd name="connsiteX81" fmla="*/ 322481 w 340297"/>
                <a:gd name="connsiteY81" fmla="*/ 474351 h 492167"/>
                <a:gd name="connsiteX82" fmla="*/ 322481 w 340297"/>
                <a:gd name="connsiteY82" fmla="*/ 17817 h 492167"/>
                <a:gd name="connsiteX83" fmla="*/ 127389 w 340297"/>
                <a:gd name="connsiteY83" fmla="*/ 17817 h 492167"/>
                <a:gd name="connsiteX84" fmla="*/ 118481 w 340297"/>
                <a:gd name="connsiteY84" fmla="*/ 8908 h 492167"/>
                <a:gd name="connsiteX85" fmla="*/ 127389 w 340297"/>
                <a:gd name="connsiteY85" fmla="*/ 0 h 49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40297" h="492167">
                  <a:moveTo>
                    <a:pt x="155603" y="405792"/>
                  </a:moveTo>
                  <a:lnTo>
                    <a:pt x="269631" y="405792"/>
                  </a:lnTo>
                  <a:cubicBezTo>
                    <a:pt x="274551" y="405792"/>
                    <a:pt x="278539" y="409780"/>
                    <a:pt x="278539" y="414700"/>
                  </a:cubicBezTo>
                  <a:cubicBezTo>
                    <a:pt x="278539" y="419620"/>
                    <a:pt x="274551" y="423609"/>
                    <a:pt x="269631" y="423609"/>
                  </a:cubicBezTo>
                  <a:lnTo>
                    <a:pt x="155603" y="423609"/>
                  </a:lnTo>
                  <a:cubicBezTo>
                    <a:pt x="150683" y="423609"/>
                    <a:pt x="146695" y="419620"/>
                    <a:pt x="146695" y="414700"/>
                  </a:cubicBezTo>
                  <a:cubicBezTo>
                    <a:pt x="146695" y="409780"/>
                    <a:pt x="150683" y="405792"/>
                    <a:pt x="155603" y="405792"/>
                  </a:cubicBezTo>
                  <a:close/>
                  <a:moveTo>
                    <a:pt x="79576" y="405286"/>
                  </a:moveTo>
                  <a:lnTo>
                    <a:pt x="79576" y="424101"/>
                  </a:lnTo>
                  <a:lnTo>
                    <a:pt x="98391" y="424101"/>
                  </a:lnTo>
                  <a:lnTo>
                    <a:pt x="98391" y="405286"/>
                  </a:lnTo>
                  <a:close/>
                  <a:moveTo>
                    <a:pt x="70667" y="387469"/>
                  </a:moveTo>
                  <a:lnTo>
                    <a:pt x="107299" y="387469"/>
                  </a:lnTo>
                  <a:cubicBezTo>
                    <a:pt x="112219" y="387469"/>
                    <a:pt x="116208" y="391457"/>
                    <a:pt x="116208" y="396377"/>
                  </a:cubicBezTo>
                  <a:lnTo>
                    <a:pt x="116208" y="433009"/>
                  </a:lnTo>
                  <a:cubicBezTo>
                    <a:pt x="116208" y="437929"/>
                    <a:pt x="112219" y="441918"/>
                    <a:pt x="107299" y="441918"/>
                  </a:cubicBezTo>
                  <a:lnTo>
                    <a:pt x="70667" y="441918"/>
                  </a:lnTo>
                  <a:cubicBezTo>
                    <a:pt x="65747" y="441918"/>
                    <a:pt x="61759" y="437929"/>
                    <a:pt x="61759" y="433009"/>
                  </a:cubicBezTo>
                  <a:lnTo>
                    <a:pt x="61759" y="396377"/>
                  </a:lnTo>
                  <a:cubicBezTo>
                    <a:pt x="61759" y="391457"/>
                    <a:pt x="65747" y="387469"/>
                    <a:pt x="70667" y="387469"/>
                  </a:cubicBezTo>
                  <a:close/>
                  <a:moveTo>
                    <a:pt x="155603" y="277833"/>
                  </a:moveTo>
                  <a:lnTo>
                    <a:pt x="269631" y="277833"/>
                  </a:lnTo>
                  <a:cubicBezTo>
                    <a:pt x="274551" y="277833"/>
                    <a:pt x="278539" y="281821"/>
                    <a:pt x="278539" y="286741"/>
                  </a:cubicBezTo>
                  <a:cubicBezTo>
                    <a:pt x="278539" y="291661"/>
                    <a:pt x="274551" y="295650"/>
                    <a:pt x="269631" y="295650"/>
                  </a:cubicBezTo>
                  <a:lnTo>
                    <a:pt x="155603" y="295650"/>
                  </a:lnTo>
                  <a:cubicBezTo>
                    <a:pt x="150683" y="295650"/>
                    <a:pt x="146695" y="291661"/>
                    <a:pt x="146695" y="286741"/>
                  </a:cubicBezTo>
                  <a:cubicBezTo>
                    <a:pt x="146695" y="281821"/>
                    <a:pt x="150683" y="277833"/>
                    <a:pt x="155603" y="277833"/>
                  </a:cubicBezTo>
                  <a:close/>
                  <a:moveTo>
                    <a:pt x="79576" y="277327"/>
                  </a:moveTo>
                  <a:lnTo>
                    <a:pt x="79576" y="296142"/>
                  </a:lnTo>
                  <a:lnTo>
                    <a:pt x="98391" y="296142"/>
                  </a:lnTo>
                  <a:lnTo>
                    <a:pt x="98391" y="277327"/>
                  </a:lnTo>
                  <a:close/>
                  <a:moveTo>
                    <a:pt x="70667" y="259510"/>
                  </a:moveTo>
                  <a:lnTo>
                    <a:pt x="107299" y="259510"/>
                  </a:lnTo>
                  <a:cubicBezTo>
                    <a:pt x="112219" y="259510"/>
                    <a:pt x="116208" y="263498"/>
                    <a:pt x="116208" y="268418"/>
                  </a:cubicBezTo>
                  <a:lnTo>
                    <a:pt x="116208" y="305050"/>
                  </a:lnTo>
                  <a:cubicBezTo>
                    <a:pt x="116208" y="309970"/>
                    <a:pt x="112219" y="313959"/>
                    <a:pt x="107299" y="313959"/>
                  </a:cubicBezTo>
                  <a:lnTo>
                    <a:pt x="70667" y="313959"/>
                  </a:lnTo>
                  <a:cubicBezTo>
                    <a:pt x="65747" y="313959"/>
                    <a:pt x="61759" y="309970"/>
                    <a:pt x="61759" y="305050"/>
                  </a:cubicBezTo>
                  <a:lnTo>
                    <a:pt x="61759" y="268418"/>
                  </a:lnTo>
                  <a:cubicBezTo>
                    <a:pt x="61759" y="263498"/>
                    <a:pt x="65747" y="259510"/>
                    <a:pt x="70667" y="259510"/>
                  </a:cubicBezTo>
                  <a:close/>
                  <a:moveTo>
                    <a:pt x="155603" y="149874"/>
                  </a:moveTo>
                  <a:lnTo>
                    <a:pt x="269631" y="149874"/>
                  </a:lnTo>
                  <a:cubicBezTo>
                    <a:pt x="274551" y="149874"/>
                    <a:pt x="278539" y="153862"/>
                    <a:pt x="278539" y="158782"/>
                  </a:cubicBezTo>
                  <a:cubicBezTo>
                    <a:pt x="278539" y="163702"/>
                    <a:pt x="274551" y="167691"/>
                    <a:pt x="269631" y="167691"/>
                  </a:cubicBezTo>
                  <a:lnTo>
                    <a:pt x="155603" y="167691"/>
                  </a:lnTo>
                  <a:cubicBezTo>
                    <a:pt x="150683" y="167691"/>
                    <a:pt x="146695" y="163702"/>
                    <a:pt x="146695" y="158782"/>
                  </a:cubicBezTo>
                  <a:cubicBezTo>
                    <a:pt x="146695" y="153862"/>
                    <a:pt x="150683" y="149874"/>
                    <a:pt x="155603" y="149874"/>
                  </a:cubicBezTo>
                  <a:close/>
                  <a:moveTo>
                    <a:pt x="79576" y="149368"/>
                  </a:moveTo>
                  <a:lnTo>
                    <a:pt x="79576" y="168183"/>
                  </a:lnTo>
                  <a:lnTo>
                    <a:pt x="98391" y="168183"/>
                  </a:lnTo>
                  <a:lnTo>
                    <a:pt x="98391" y="149368"/>
                  </a:lnTo>
                  <a:close/>
                  <a:moveTo>
                    <a:pt x="70667" y="131551"/>
                  </a:moveTo>
                  <a:lnTo>
                    <a:pt x="107299" y="131551"/>
                  </a:lnTo>
                  <a:cubicBezTo>
                    <a:pt x="112219" y="131551"/>
                    <a:pt x="116208" y="135539"/>
                    <a:pt x="116208" y="140459"/>
                  </a:cubicBezTo>
                  <a:lnTo>
                    <a:pt x="116208" y="177091"/>
                  </a:lnTo>
                  <a:cubicBezTo>
                    <a:pt x="116208" y="182011"/>
                    <a:pt x="112219" y="186000"/>
                    <a:pt x="107299" y="186000"/>
                  </a:cubicBezTo>
                  <a:lnTo>
                    <a:pt x="70667" y="186000"/>
                  </a:lnTo>
                  <a:cubicBezTo>
                    <a:pt x="65747" y="186000"/>
                    <a:pt x="61759" y="182011"/>
                    <a:pt x="61759" y="177091"/>
                  </a:cubicBezTo>
                  <a:lnTo>
                    <a:pt x="61759" y="140459"/>
                  </a:lnTo>
                  <a:cubicBezTo>
                    <a:pt x="61759" y="135539"/>
                    <a:pt x="65747" y="131551"/>
                    <a:pt x="70667" y="131551"/>
                  </a:cubicBezTo>
                  <a:close/>
                  <a:moveTo>
                    <a:pt x="127389" y="0"/>
                  </a:moveTo>
                  <a:lnTo>
                    <a:pt x="331389" y="0"/>
                  </a:lnTo>
                  <a:cubicBezTo>
                    <a:pt x="336309" y="0"/>
                    <a:pt x="340297" y="3988"/>
                    <a:pt x="340297" y="8908"/>
                  </a:cubicBezTo>
                  <a:lnTo>
                    <a:pt x="340297" y="483259"/>
                  </a:lnTo>
                  <a:cubicBezTo>
                    <a:pt x="340297" y="488179"/>
                    <a:pt x="336309" y="492167"/>
                    <a:pt x="331389" y="492167"/>
                  </a:cubicBezTo>
                  <a:lnTo>
                    <a:pt x="8908" y="492167"/>
                  </a:lnTo>
                  <a:cubicBezTo>
                    <a:pt x="3988" y="492167"/>
                    <a:pt x="0" y="488179"/>
                    <a:pt x="0" y="483259"/>
                  </a:cubicBezTo>
                  <a:lnTo>
                    <a:pt x="0" y="82170"/>
                  </a:lnTo>
                  <a:cubicBezTo>
                    <a:pt x="0" y="79807"/>
                    <a:pt x="938" y="77541"/>
                    <a:pt x="2608" y="75870"/>
                  </a:cubicBezTo>
                  <a:lnTo>
                    <a:pt x="75877" y="2615"/>
                  </a:lnTo>
                  <a:cubicBezTo>
                    <a:pt x="77532" y="971"/>
                    <a:pt x="79765" y="40"/>
                    <a:pt x="82098" y="23"/>
                  </a:cubicBezTo>
                  <a:cubicBezTo>
                    <a:pt x="87022" y="-13"/>
                    <a:pt x="91043" y="3949"/>
                    <a:pt x="91079" y="8873"/>
                  </a:cubicBezTo>
                  <a:lnTo>
                    <a:pt x="91079" y="82170"/>
                  </a:lnTo>
                  <a:cubicBezTo>
                    <a:pt x="91079" y="87090"/>
                    <a:pt x="87090" y="91079"/>
                    <a:pt x="82170" y="91079"/>
                  </a:cubicBezTo>
                  <a:lnTo>
                    <a:pt x="54341" y="91079"/>
                  </a:lnTo>
                  <a:cubicBezTo>
                    <a:pt x="49421" y="91079"/>
                    <a:pt x="45432" y="87090"/>
                    <a:pt x="45432" y="82170"/>
                  </a:cubicBezTo>
                  <a:cubicBezTo>
                    <a:pt x="45432" y="77250"/>
                    <a:pt x="49421" y="73262"/>
                    <a:pt x="54341" y="73262"/>
                  </a:cubicBezTo>
                  <a:lnTo>
                    <a:pt x="73262" y="73262"/>
                  </a:lnTo>
                  <a:lnTo>
                    <a:pt x="73262" y="30417"/>
                  </a:lnTo>
                  <a:lnTo>
                    <a:pt x="17817" y="85862"/>
                  </a:lnTo>
                  <a:lnTo>
                    <a:pt x="17817" y="474351"/>
                  </a:lnTo>
                  <a:lnTo>
                    <a:pt x="322481" y="474351"/>
                  </a:lnTo>
                  <a:lnTo>
                    <a:pt x="322481" y="17817"/>
                  </a:lnTo>
                  <a:lnTo>
                    <a:pt x="127389" y="17817"/>
                  </a:lnTo>
                  <a:cubicBezTo>
                    <a:pt x="122469" y="17817"/>
                    <a:pt x="118481" y="13828"/>
                    <a:pt x="118481" y="8908"/>
                  </a:cubicBezTo>
                  <a:cubicBezTo>
                    <a:pt x="118481" y="3988"/>
                    <a:pt x="122469" y="0"/>
                    <a:pt x="127389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58" name="Group 267">
            <a:extLst>
              <a:ext uri="{FF2B5EF4-FFF2-40B4-BE49-F238E27FC236}">
                <a16:creationId xmlns:a16="http://schemas.microsoft.com/office/drawing/2014/main" id="{DC860949-018A-73F5-F05C-BDA9D9533555}"/>
              </a:ext>
            </a:extLst>
          </p:cNvPr>
          <p:cNvGrpSpPr/>
          <p:nvPr/>
        </p:nvGrpSpPr>
        <p:grpSpPr>
          <a:xfrm>
            <a:off x="8903630" y="2251294"/>
            <a:ext cx="492167" cy="492167"/>
            <a:chOff x="8903630" y="2251294"/>
            <a:chExt cx="492167" cy="492167"/>
          </a:xfrm>
          <a:noFill/>
        </p:grpSpPr>
        <p:sp>
          <p:nvSpPr>
            <p:cNvPr id="159" name="Freeform: Shape 133">
              <a:extLst>
                <a:ext uri="{FF2B5EF4-FFF2-40B4-BE49-F238E27FC236}">
                  <a16:creationId xmlns:a16="http://schemas.microsoft.com/office/drawing/2014/main" id="{6713EEB8-3292-BB5B-084D-0429A85E53A0}"/>
                </a:ext>
              </a:extLst>
            </p:cNvPr>
            <p:cNvSpPr/>
            <p:nvPr/>
          </p:nvSpPr>
          <p:spPr>
            <a:xfrm>
              <a:off x="8943041" y="2471543"/>
              <a:ext cx="413346" cy="256559"/>
            </a:xfrm>
            <a:custGeom>
              <a:avLst/>
              <a:gdLst>
                <a:gd name="connsiteX0" fmla="*/ 377712 w 413345"/>
                <a:gd name="connsiteY0" fmla="*/ 263009 h 256559"/>
                <a:gd name="connsiteX1" fmla="*/ 35633 w 413345"/>
                <a:gd name="connsiteY1" fmla="*/ 263009 h 256559"/>
                <a:gd name="connsiteX2" fmla="*/ 0 w 413345"/>
                <a:gd name="connsiteY2" fmla="*/ 0 h 256559"/>
                <a:gd name="connsiteX3" fmla="*/ 413346 w 413345"/>
                <a:gd name="connsiteY3" fmla="*/ 0 h 256559"/>
                <a:gd name="connsiteX4" fmla="*/ 377712 w 413345"/>
                <a:gd name="connsiteY4" fmla="*/ 263009 h 25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3345" h="256559">
                  <a:moveTo>
                    <a:pt x="377712" y="263009"/>
                  </a:moveTo>
                  <a:lnTo>
                    <a:pt x="35633" y="263009"/>
                  </a:lnTo>
                  <a:lnTo>
                    <a:pt x="0" y="0"/>
                  </a:lnTo>
                  <a:lnTo>
                    <a:pt x="413346" y="0"/>
                  </a:lnTo>
                  <a:lnTo>
                    <a:pt x="377712" y="263009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" name="Freeform: Shape 134">
              <a:extLst>
                <a:ext uri="{FF2B5EF4-FFF2-40B4-BE49-F238E27FC236}">
                  <a16:creationId xmlns:a16="http://schemas.microsoft.com/office/drawing/2014/main" id="{E722BD05-A9FD-E06F-ACF9-BC1F4C395693}"/>
                </a:ext>
              </a:extLst>
            </p:cNvPr>
            <p:cNvSpPr/>
            <p:nvPr/>
          </p:nvSpPr>
          <p:spPr>
            <a:xfrm>
              <a:off x="8903630" y="2251294"/>
              <a:ext cx="492167" cy="492167"/>
            </a:xfrm>
            <a:custGeom>
              <a:avLst/>
              <a:gdLst>
                <a:gd name="connsiteX0" fmla="*/ 135257 w 492167"/>
                <a:gd name="connsiteY0" fmla="*/ 280070 h 492167"/>
                <a:gd name="connsiteX1" fmla="*/ 145490 w 492167"/>
                <a:gd name="connsiteY1" fmla="*/ 287418 h 492167"/>
                <a:gd name="connsiteX2" fmla="*/ 165060 w 492167"/>
                <a:gd name="connsiteY2" fmla="*/ 406768 h 492167"/>
                <a:gd name="connsiteX3" fmla="*/ 157713 w 492167"/>
                <a:gd name="connsiteY3" fmla="*/ 417001 h 492167"/>
                <a:gd name="connsiteX4" fmla="*/ 156287 w 492167"/>
                <a:gd name="connsiteY4" fmla="*/ 417123 h 492167"/>
                <a:gd name="connsiteX5" fmla="*/ 147507 w 492167"/>
                <a:gd name="connsiteY5" fmla="*/ 409675 h 492167"/>
                <a:gd name="connsiteX6" fmla="*/ 127909 w 492167"/>
                <a:gd name="connsiteY6" fmla="*/ 290304 h 492167"/>
                <a:gd name="connsiteX7" fmla="*/ 135257 w 492167"/>
                <a:gd name="connsiteY7" fmla="*/ 280070 h 492167"/>
                <a:gd name="connsiteX8" fmla="*/ 356903 w 492167"/>
                <a:gd name="connsiteY8" fmla="*/ 280056 h 492167"/>
                <a:gd name="connsiteX9" fmla="*/ 364251 w 492167"/>
                <a:gd name="connsiteY9" fmla="*/ 290290 h 492167"/>
                <a:gd name="connsiteX10" fmla="*/ 344652 w 492167"/>
                <a:gd name="connsiteY10" fmla="*/ 409661 h 492167"/>
                <a:gd name="connsiteX11" fmla="*/ 335880 w 492167"/>
                <a:gd name="connsiteY11" fmla="*/ 417123 h 492167"/>
                <a:gd name="connsiteX12" fmla="*/ 335879 w 492167"/>
                <a:gd name="connsiteY12" fmla="*/ 417123 h 492167"/>
                <a:gd name="connsiteX13" fmla="*/ 334454 w 492167"/>
                <a:gd name="connsiteY13" fmla="*/ 417002 h 492167"/>
                <a:gd name="connsiteX14" fmla="*/ 334433 w 492167"/>
                <a:gd name="connsiteY14" fmla="*/ 416998 h 492167"/>
                <a:gd name="connsiteX15" fmla="*/ 327071 w 492167"/>
                <a:gd name="connsiteY15" fmla="*/ 406775 h 492167"/>
                <a:gd name="connsiteX16" fmla="*/ 346669 w 492167"/>
                <a:gd name="connsiteY16" fmla="*/ 287404 h 492167"/>
                <a:gd name="connsiteX17" fmla="*/ 356903 w 492167"/>
                <a:gd name="connsiteY17" fmla="*/ 280056 h 492167"/>
                <a:gd name="connsiteX18" fmla="*/ 246083 w 492167"/>
                <a:gd name="connsiteY18" fmla="*/ 279935 h 492167"/>
                <a:gd name="connsiteX19" fmla="*/ 254992 w 492167"/>
                <a:gd name="connsiteY19" fmla="*/ 288843 h 492167"/>
                <a:gd name="connsiteX20" fmla="*/ 254992 w 492167"/>
                <a:gd name="connsiteY20" fmla="*/ 408215 h 492167"/>
                <a:gd name="connsiteX21" fmla="*/ 246083 w 492167"/>
                <a:gd name="connsiteY21" fmla="*/ 417123 h 492167"/>
                <a:gd name="connsiteX22" fmla="*/ 237175 w 492167"/>
                <a:gd name="connsiteY22" fmla="*/ 408215 h 492167"/>
                <a:gd name="connsiteX23" fmla="*/ 237175 w 492167"/>
                <a:gd name="connsiteY23" fmla="*/ 288843 h 492167"/>
                <a:gd name="connsiteX24" fmla="*/ 246083 w 492167"/>
                <a:gd name="connsiteY24" fmla="*/ 279935 h 492167"/>
                <a:gd name="connsiteX25" fmla="*/ 237175 w 492167"/>
                <a:gd name="connsiteY25" fmla="*/ 115459 h 492167"/>
                <a:gd name="connsiteX26" fmla="*/ 217754 w 492167"/>
                <a:gd name="connsiteY26" fmla="*/ 134880 h 492167"/>
                <a:gd name="connsiteX27" fmla="*/ 237175 w 492167"/>
                <a:gd name="connsiteY27" fmla="*/ 172117 h 492167"/>
                <a:gd name="connsiteX28" fmla="*/ 274413 w 492167"/>
                <a:gd name="connsiteY28" fmla="*/ 152696 h 492167"/>
                <a:gd name="connsiteX29" fmla="*/ 254992 w 492167"/>
                <a:gd name="connsiteY29" fmla="*/ 115459 h 492167"/>
                <a:gd name="connsiteX30" fmla="*/ 254992 w 492167"/>
                <a:gd name="connsiteY30" fmla="*/ 143666 h 492167"/>
                <a:gd name="connsiteX31" fmla="*/ 246083 w 492167"/>
                <a:gd name="connsiteY31" fmla="*/ 152574 h 492167"/>
                <a:gd name="connsiteX32" fmla="*/ 237175 w 492167"/>
                <a:gd name="connsiteY32" fmla="*/ 143666 h 492167"/>
                <a:gd name="connsiteX33" fmla="*/ 237175 w 492167"/>
                <a:gd name="connsiteY33" fmla="*/ 115487 h 492167"/>
                <a:gd name="connsiteX34" fmla="*/ 246083 w 492167"/>
                <a:gd name="connsiteY34" fmla="*/ 0 h 492167"/>
                <a:gd name="connsiteX35" fmla="*/ 254992 w 492167"/>
                <a:gd name="connsiteY35" fmla="*/ 8908 h 492167"/>
                <a:gd name="connsiteX36" fmla="*/ 254992 w 492167"/>
                <a:gd name="connsiteY36" fmla="*/ 96994 h 492167"/>
                <a:gd name="connsiteX37" fmla="*/ 292759 w 492167"/>
                <a:gd name="connsiteY37" fmla="*/ 134760 h 492167"/>
                <a:gd name="connsiteX38" fmla="*/ 254992 w 492167"/>
                <a:gd name="connsiteY38" fmla="*/ 190312 h 492167"/>
                <a:gd name="connsiteX39" fmla="*/ 199439 w 492167"/>
                <a:gd name="connsiteY39" fmla="*/ 152546 h 492167"/>
                <a:gd name="connsiteX40" fmla="*/ 17817 w 492167"/>
                <a:gd name="connsiteY40" fmla="*/ 152546 h 492167"/>
                <a:gd name="connsiteX41" fmla="*/ 17817 w 492167"/>
                <a:gd name="connsiteY41" fmla="*/ 211341 h 492167"/>
                <a:gd name="connsiteX42" fmla="*/ 474351 w 492167"/>
                <a:gd name="connsiteY42" fmla="*/ 211341 h 492167"/>
                <a:gd name="connsiteX43" fmla="*/ 474351 w 492167"/>
                <a:gd name="connsiteY43" fmla="*/ 152546 h 492167"/>
                <a:gd name="connsiteX44" fmla="*/ 335880 w 492167"/>
                <a:gd name="connsiteY44" fmla="*/ 152546 h 492167"/>
                <a:gd name="connsiteX45" fmla="*/ 326972 w 492167"/>
                <a:gd name="connsiteY45" fmla="*/ 143638 h 492167"/>
                <a:gd name="connsiteX46" fmla="*/ 335880 w 492167"/>
                <a:gd name="connsiteY46" fmla="*/ 134729 h 492167"/>
                <a:gd name="connsiteX47" fmla="*/ 483259 w 492167"/>
                <a:gd name="connsiteY47" fmla="*/ 134729 h 492167"/>
                <a:gd name="connsiteX48" fmla="*/ 492167 w 492167"/>
                <a:gd name="connsiteY48" fmla="*/ 143638 h 492167"/>
                <a:gd name="connsiteX49" fmla="*/ 492167 w 492167"/>
                <a:gd name="connsiteY49" fmla="*/ 220249 h 492167"/>
                <a:gd name="connsiteX50" fmla="*/ 483259 w 492167"/>
                <a:gd name="connsiteY50" fmla="*/ 229157 h 492167"/>
                <a:gd name="connsiteX51" fmla="*/ 460532 w 492167"/>
                <a:gd name="connsiteY51" fmla="*/ 229157 h 492167"/>
                <a:gd name="connsiteX52" fmla="*/ 425947 w 492167"/>
                <a:gd name="connsiteY52" fmla="*/ 484456 h 492167"/>
                <a:gd name="connsiteX53" fmla="*/ 417124 w 492167"/>
                <a:gd name="connsiteY53" fmla="*/ 492167 h 492167"/>
                <a:gd name="connsiteX54" fmla="*/ 75044 w 492167"/>
                <a:gd name="connsiteY54" fmla="*/ 492167 h 492167"/>
                <a:gd name="connsiteX55" fmla="*/ 66207 w 492167"/>
                <a:gd name="connsiteY55" fmla="*/ 484456 h 492167"/>
                <a:gd name="connsiteX56" fmla="*/ 36332 w 492167"/>
                <a:gd name="connsiteY56" fmla="*/ 263935 h 492167"/>
                <a:gd name="connsiteX57" fmla="*/ 43964 w 492167"/>
                <a:gd name="connsiteY57" fmla="*/ 253908 h 492167"/>
                <a:gd name="connsiteX58" fmla="*/ 53992 w 492167"/>
                <a:gd name="connsiteY58" fmla="*/ 261541 h 492167"/>
                <a:gd name="connsiteX59" fmla="*/ 82826 w 492167"/>
                <a:gd name="connsiteY59" fmla="*/ 474315 h 492167"/>
                <a:gd name="connsiteX60" fmla="*/ 409349 w 492167"/>
                <a:gd name="connsiteY60" fmla="*/ 474315 h 492167"/>
                <a:gd name="connsiteX61" fmla="*/ 442566 w 492167"/>
                <a:gd name="connsiteY61" fmla="*/ 229157 h 492167"/>
                <a:gd name="connsiteX62" fmla="*/ 8908 w 492167"/>
                <a:gd name="connsiteY62" fmla="*/ 229157 h 492167"/>
                <a:gd name="connsiteX63" fmla="*/ 0 w 492167"/>
                <a:gd name="connsiteY63" fmla="*/ 220249 h 492167"/>
                <a:gd name="connsiteX64" fmla="*/ 0 w 492167"/>
                <a:gd name="connsiteY64" fmla="*/ 143638 h 492167"/>
                <a:gd name="connsiteX65" fmla="*/ 8908 w 492167"/>
                <a:gd name="connsiteY65" fmla="*/ 134729 h 492167"/>
                <a:gd name="connsiteX66" fmla="*/ 199439 w 492167"/>
                <a:gd name="connsiteY66" fmla="*/ 134729 h 492167"/>
                <a:gd name="connsiteX67" fmla="*/ 237175 w 492167"/>
                <a:gd name="connsiteY67" fmla="*/ 96994 h 492167"/>
                <a:gd name="connsiteX68" fmla="*/ 237175 w 492167"/>
                <a:gd name="connsiteY68" fmla="*/ 8908 h 492167"/>
                <a:gd name="connsiteX69" fmla="*/ 246083 w 492167"/>
                <a:gd name="connsiteY69" fmla="*/ 0 h 49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92167" h="492167">
                  <a:moveTo>
                    <a:pt x="135257" y="280070"/>
                  </a:moveTo>
                  <a:cubicBezTo>
                    <a:pt x="140112" y="279273"/>
                    <a:pt x="144693" y="282563"/>
                    <a:pt x="145490" y="287418"/>
                  </a:cubicBezTo>
                  <a:lnTo>
                    <a:pt x="165060" y="406768"/>
                  </a:lnTo>
                  <a:cubicBezTo>
                    <a:pt x="165857" y="411623"/>
                    <a:pt x="162568" y="416204"/>
                    <a:pt x="157713" y="417001"/>
                  </a:cubicBezTo>
                  <a:cubicBezTo>
                    <a:pt x="157242" y="417079"/>
                    <a:pt x="156765" y="417120"/>
                    <a:pt x="156287" y="417123"/>
                  </a:cubicBezTo>
                  <a:cubicBezTo>
                    <a:pt x="151934" y="417119"/>
                    <a:pt x="148221" y="413970"/>
                    <a:pt x="147507" y="409675"/>
                  </a:cubicBezTo>
                  <a:lnTo>
                    <a:pt x="127909" y="290304"/>
                  </a:lnTo>
                  <a:cubicBezTo>
                    <a:pt x="127112" y="285449"/>
                    <a:pt x="130402" y="280867"/>
                    <a:pt x="135257" y="280070"/>
                  </a:cubicBezTo>
                  <a:close/>
                  <a:moveTo>
                    <a:pt x="356903" y="280056"/>
                  </a:moveTo>
                  <a:cubicBezTo>
                    <a:pt x="361758" y="280853"/>
                    <a:pt x="365048" y="285435"/>
                    <a:pt x="364251" y="290290"/>
                  </a:cubicBezTo>
                  <a:lnTo>
                    <a:pt x="344652" y="409661"/>
                  </a:lnTo>
                  <a:cubicBezTo>
                    <a:pt x="343945" y="413958"/>
                    <a:pt x="340235" y="417114"/>
                    <a:pt x="335880" y="417123"/>
                  </a:cubicBezTo>
                  <a:lnTo>
                    <a:pt x="335879" y="417123"/>
                  </a:lnTo>
                  <a:cubicBezTo>
                    <a:pt x="335402" y="417120"/>
                    <a:pt x="334925" y="417080"/>
                    <a:pt x="334454" y="417002"/>
                  </a:cubicBezTo>
                  <a:cubicBezTo>
                    <a:pt x="334447" y="417000"/>
                    <a:pt x="334440" y="416999"/>
                    <a:pt x="334433" y="416998"/>
                  </a:cubicBezTo>
                  <a:cubicBezTo>
                    <a:pt x="329577" y="416208"/>
                    <a:pt x="326281" y="411631"/>
                    <a:pt x="327071" y="406775"/>
                  </a:cubicBezTo>
                  <a:lnTo>
                    <a:pt x="346669" y="287404"/>
                  </a:lnTo>
                  <a:cubicBezTo>
                    <a:pt x="347466" y="282549"/>
                    <a:pt x="352048" y="279259"/>
                    <a:pt x="356903" y="280056"/>
                  </a:cubicBezTo>
                  <a:close/>
                  <a:moveTo>
                    <a:pt x="246083" y="279935"/>
                  </a:moveTo>
                  <a:cubicBezTo>
                    <a:pt x="251003" y="279935"/>
                    <a:pt x="254992" y="283923"/>
                    <a:pt x="254992" y="288843"/>
                  </a:cubicBezTo>
                  <a:lnTo>
                    <a:pt x="254992" y="408215"/>
                  </a:lnTo>
                  <a:cubicBezTo>
                    <a:pt x="254992" y="413135"/>
                    <a:pt x="251003" y="417123"/>
                    <a:pt x="246083" y="417123"/>
                  </a:cubicBezTo>
                  <a:cubicBezTo>
                    <a:pt x="241163" y="417123"/>
                    <a:pt x="237175" y="413135"/>
                    <a:pt x="237175" y="408215"/>
                  </a:cubicBezTo>
                  <a:lnTo>
                    <a:pt x="237175" y="288843"/>
                  </a:lnTo>
                  <a:cubicBezTo>
                    <a:pt x="237175" y="283923"/>
                    <a:pt x="241163" y="279935"/>
                    <a:pt x="246083" y="279935"/>
                  </a:cubicBezTo>
                  <a:close/>
                  <a:moveTo>
                    <a:pt x="237175" y="115459"/>
                  </a:moveTo>
                  <a:cubicBezTo>
                    <a:pt x="227917" y="118370"/>
                    <a:pt x="220665" y="125622"/>
                    <a:pt x="217754" y="134880"/>
                  </a:cubicBezTo>
                  <a:cubicBezTo>
                    <a:pt x="212834" y="150525"/>
                    <a:pt x="221529" y="167197"/>
                    <a:pt x="237175" y="172117"/>
                  </a:cubicBezTo>
                  <a:cubicBezTo>
                    <a:pt x="252822" y="177037"/>
                    <a:pt x="269493" y="168342"/>
                    <a:pt x="274413" y="152696"/>
                  </a:cubicBezTo>
                  <a:cubicBezTo>
                    <a:pt x="279333" y="137051"/>
                    <a:pt x="270638" y="120379"/>
                    <a:pt x="254992" y="115459"/>
                  </a:cubicBezTo>
                  <a:lnTo>
                    <a:pt x="254992" y="143666"/>
                  </a:lnTo>
                  <a:cubicBezTo>
                    <a:pt x="254992" y="148586"/>
                    <a:pt x="251004" y="152574"/>
                    <a:pt x="246083" y="152574"/>
                  </a:cubicBezTo>
                  <a:cubicBezTo>
                    <a:pt x="241163" y="152574"/>
                    <a:pt x="237175" y="148586"/>
                    <a:pt x="237175" y="143666"/>
                  </a:cubicBezTo>
                  <a:lnTo>
                    <a:pt x="237175" y="115487"/>
                  </a:lnTo>
                  <a:close/>
                  <a:moveTo>
                    <a:pt x="246083" y="0"/>
                  </a:moveTo>
                  <a:cubicBezTo>
                    <a:pt x="251004" y="0"/>
                    <a:pt x="254992" y="3988"/>
                    <a:pt x="254992" y="8908"/>
                  </a:cubicBezTo>
                  <a:lnTo>
                    <a:pt x="254992" y="96994"/>
                  </a:lnTo>
                  <a:cubicBezTo>
                    <a:pt x="274137" y="100643"/>
                    <a:pt x="289110" y="115615"/>
                    <a:pt x="292759" y="134760"/>
                  </a:cubicBezTo>
                  <a:cubicBezTo>
                    <a:pt x="297670" y="160529"/>
                    <a:pt x="280762" y="185401"/>
                    <a:pt x="254992" y="190312"/>
                  </a:cubicBezTo>
                  <a:cubicBezTo>
                    <a:pt x="229222" y="195224"/>
                    <a:pt x="204351" y="178315"/>
                    <a:pt x="199439" y="152546"/>
                  </a:cubicBezTo>
                  <a:lnTo>
                    <a:pt x="17817" y="152546"/>
                  </a:lnTo>
                  <a:lnTo>
                    <a:pt x="17817" y="211341"/>
                  </a:lnTo>
                  <a:lnTo>
                    <a:pt x="474351" y="211341"/>
                  </a:lnTo>
                  <a:lnTo>
                    <a:pt x="474351" y="152546"/>
                  </a:lnTo>
                  <a:lnTo>
                    <a:pt x="335880" y="152546"/>
                  </a:lnTo>
                  <a:cubicBezTo>
                    <a:pt x="330960" y="152546"/>
                    <a:pt x="326972" y="148558"/>
                    <a:pt x="326972" y="143638"/>
                  </a:cubicBezTo>
                  <a:cubicBezTo>
                    <a:pt x="326972" y="138718"/>
                    <a:pt x="330960" y="134729"/>
                    <a:pt x="335880" y="134729"/>
                  </a:cubicBezTo>
                  <a:lnTo>
                    <a:pt x="483259" y="134729"/>
                  </a:lnTo>
                  <a:cubicBezTo>
                    <a:pt x="488179" y="134729"/>
                    <a:pt x="492167" y="138718"/>
                    <a:pt x="492167" y="143638"/>
                  </a:cubicBezTo>
                  <a:lnTo>
                    <a:pt x="492167" y="220249"/>
                  </a:lnTo>
                  <a:cubicBezTo>
                    <a:pt x="492167" y="225169"/>
                    <a:pt x="488179" y="229157"/>
                    <a:pt x="483259" y="229157"/>
                  </a:cubicBezTo>
                  <a:lnTo>
                    <a:pt x="460532" y="229157"/>
                  </a:lnTo>
                  <a:lnTo>
                    <a:pt x="425947" y="484456"/>
                  </a:lnTo>
                  <a:cubicBezTo>
                    <a:pt x="425351" y="488873"/>
                    <a:pt x="421580" y="492168"/>
                    <a:pt x="417124" y="492167"/>
                  </a:cubicBezTo>
                  <a:lnTo>
                    <a:pt x="75044" y="492167"/>
                  </a:lnTo>
                  <a:cubicBezTo>
                    <a:pt x="70583" y="492172"/>
                    <a:pt x="66806" y="488877"/>
                    <a:pt x="66207" y="484456"/>
                  </a:cubicBezTo>
                  <a:lnTo>
                    <a:pt x="36332" y="263935"/>
                  </a:lnTo>
                  <a:cubicBezTo>
                    <a:pt x="35670" y="259059"/>
                    <a:pt x="39088" y="254569"/>
                    <a:pt x="43964" y="253908"/>
                  </a:cubicBezTo>
                  <a:cubicBezTo>
                    <a:pt x="48841" y="253247"/>
                    <a:pt x="53330" y="256664"/>
                    <a:pt x="53992" y="261541"/>
                  </a:cubicBezTo>
                  <a:lnTo>
                    <a:pt x="82826" y="474315"/>
                  </a:lnTo>
                  <a:lnTo>
                    <a:pt x="409349" y="474315"/>
                  </a:lnTo>
                  <a:lnTo>
                    <a:pt x="442566" y="229157"/>
                  </a:lnTo>
                  <a:lnTo>
                    <a:pt x="8908" y="229157"/>
                  </a:lnTo>
                  <a:cubicBezTo>
                    <a:pt x="3988" y="229157"/>
                    <a:pt x="0" y="225169"/>
                    <a:pt x="0" y="220249"/>
                  </a:cubicBezTo>
                  <a:lnTo>
                    <a:pt x="0" y="143638"/>
                  </a:lnTo>
                  <a:cubicBezTo>
                    <a:pt x="0" y="138718"/>
                    <a:pt x="3988" y="134729"/>
                    <a:pt x="8908" y="134729"/>
                  </a:cubicBezTo>
                  <a:lnTo>
                    <a:pt x="199439" y="134729"/>
                  </a:lnTo>
                  <a:cubicBezTo>
                    <a:pt x="203122" y="115620"/>
                    <a:pt x="218066" y="100677"/>
                    <a:pt x="237175" y="96994"/>
                  </a:cubicBezTo>
                  <a:lnTo>
                    <a:pt x="237175" y="8908"/>
                  </a:lnTo>
                  <a:cubicBezTo>
                    <a:pt x="237175" y="3988"/>
                    <a:pt x="241163" y="0"/>
                    <a:pt x="246083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1" name="Group 268">
            <a:extLst>
              <a:ext uri="{FF2B5EF4-FFF2-40B4-BE49-F238E27FC236}">
                <a16:creationId xmlns:a16="http://schemas.microsoft.com/office/drawing/2014/main" id="{C0F4EC14-4871-BEF5-D108-AC8C3D1C64D5}"/>
              </a:ext>
            </a:extLst>
          </p:cNvPr>
          <p:cNvGrpSpPr/>
          <p:nvPr/>
        </p:nvGrpSpPr>
        <p:grpSpPr>
          <a:xfrm>
            <a:off x="7890672" y="2251293"/>
            <a:ext cx="477485" cy="491739"/>
            <a:chOff x="7890672" y="2251293"/>
            <a:chExt cx="477485" cy="491739"/>
          </a:xfrm>
          <a:noFill/>
        </p:grpSpPr>
        <p:sp>
          <p:nvSpPr>
            <p:cNvPr id="162" name="Freeform: Shape 136">
              <a:extLst>
                <a:ext uri="{FF2B5EF4-FFF2-40B4-BE49-F238E27FC236}">
                  <a16:creationId xmlns:a16="http://schemas.microsoft.com/office/drawing/2014/main" id="{B5B45D93-43C8-50E7-6021-25D3168A9090}"/>
                </a:ext>
              </a:extLst>
            </p:cNvPr>
            <p:cNvSpPr/>
            <p:nvPr/>
          </p:nvSpPr>
          <p:spPr>
            <a:xfrm>
              <a:off x="7899580" y="2260202"/>
              <a:ext cx="465612" cy="474349"/>
            </a:xfrm>
            <a:custGeom>
              <a:avLst/>
              <a:gdLst>
                <a:gd name="connsiteX0" fmla="*/ 0 w 465612"/>
                <a:gd name="connsiteY0" fmla="*/ 96038 h 474349"/>
                <a:gd name="connsiteX1" fmla="*/ 183704 w 465612"/>
                <a:gd name="connsiteY1" fmla="*/ 96038 h 474349"/>
                <a:gd name="connsiteX2" fmla="*/ 183704 w 465612"/>
                <a:gd name="connsiteY2" fmla="*/ 96039 h 474349"/>
                <a:gd name="connsiteX3" fmla="*/ 183704 w 465612"/>
                <a:gd name="connsiteY3" fmla="*/ 194243 h 474349"/>
                <a:gd name="connsiteX4" fmla="*/ 232807 w 465612"/>
                <a:gd name="connsiteY4" fmla="*/ 145141 h 474349"/>
                <a:gd name="connsiteX5" fmla="*/ 281909 w 465612"/>
                <a:gd name="connsiteY5" fmla="*/ 194243 h 474349"/>
                <a:gd name="connsiteX6" fmla="*/ 281909 w 465612"/>
                <a:gd name="connsiteY6" fmla="*/ 96039 h 474349"/>
                <a:gd name="connsiteX7" fmla="*/ 281909 w 465612"/>
                <a:gd name="connsiteY7" fmla="*/ 96038 h 474349"/>
                <a:gd name="connsiteX8" fmla="*/ 465612 w 465612"/>
                <a:gd name="connsiteY8" fmla="*/ 96038 h 474349"/>
                <a:gd name="connsiteX9" fmla="*/ 465612 w 465612"/>
                <a:gd name="connsiteY9" fmla="*/ 474349 h 474349"/>
                <a:gd name="connsiteX10" fmla="*/ 281909 w 465612"/>
                <a:gd name="connsiteY10" fmla="*/ 474349 h 474349"/>
                <a:gd name="connsiteX11" fmla="*/ 281909 w 465612"/>
                <a:gd name="connsiteY11" fmla="*/ 376144 h 474349"/>
                <a:gd name="connsiteX12" fmla="*/ 232807 w 465612"/>
                <a:gd name="connsiteY12" fmla="*/ 425247 h 474349"/>
                <a:gd name="connsiteX13" fmla="*/ 183704 w 465612"/>
                <a:gd name="connsiteY13" fmla="*/ 376144 h 474349"/>
                <a:gd name="connsiteX14" fmla="*/ 183704 w 465612"/>
                <a:gd name="connsiteY14" fmla="*/ 474349 h 474349"/>
                <a:gd name="connsiteX15" fmla="*/ 0 w 465612"/>
                <a:gd name="connsiteY15" fmla="*/ 474349 h 474349"/>
                <a:gd name="connsiteX16" fmla="*/ 197957 w 465612"/>
                <a:gd name="connsiteY16" fmla="*/ 0 h 474349"/>
                <a:gd name="connsiteX17" fmla="*/ 267656 w 465612"/>
                <a:gd name="connsiteY17" fmla="*/ 0 h 474349"/>
                <a:gd name="connsiteX18" fmla="*/ 281909 w 465612"/>
                <a:gd name="connsiteY18" fmla="*/ 96039 h 474349"/>
                <a:gd name="connsiteX19" fmla="*/ 183704 w 465612"/>
                <a:gd name="connsiteY19" fmla="*/ 96039 h 474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12" h="474349">
                  <a:moveTo>
                    <a:pt x="0" y="96038"/>
                  </a:moveTo>
                  <a:lnTo>
                    <a:pt x="183704" y="96038"/>
                  </a:lnTo>
                  <a:lnTo>
                    <a:pt x="183704" y="96039"/>
                  </a:lnTo>
                  <a:lnTo>
                    <a:pt x="183704" y="194243"/>
                  </a:lnTo>
                  <a:lnTo>
                    <a:pt x="232807" y="145141"/>
                  </a:lnTo>
                  <a:lnTo>
                    <a:pt x="281909" y="194243"/>
                  </a:lnTo>
                  <a:lnTo>
                    <a:pt x="281909" y="96039"/>
                  </a:lnTo>
                  <a:lnTo>
                    <a:pt x="281909" y="96038"/>
                  </a:lnTo>
                  <a:lnTo>
                    <a:pt x="465612" y="96038"/>
                  </a:lnTo>
                  <a:lnTo>
                    <a:pt x="465612" y="474349"/>
                  </a:lnTo>
                  <a:lnTo>
                    <a:pt x="281909" y="474349"/>
                  </a:lnTo>
                  <a:lnTo>
                    <a:pt x="281909" y="376144"/>
                  </a:lnTo>
                  <a:lnTo>
                    <a:pt x="232807" y="425247"/>
                  </a:lnTo>
                  <a:lnTo>
                    <a:pt x="183704" y="376144"/>
                  </a:lnTo>
                  <a:lnTo>
                    <a:pt x="183704" y="474349"/>
                  </a:lnTo>
                  <a:lnTo>
                    <a:pt x="0" y="474349"/>
                  </a:lnTo>
                  <a:close/>
                  <a:moveTo>
                    <a:pt x="197957" y="0"/>
                  </a:moveTo>
                  <a:lnTo>
                    <a:pt x="267656" y="0"/>
                  </a:lnTo>
                  <a:lnTo>
                    <a:pt x="281909" y="96039"/>
                  </a:lnTo>
                  <a:lnTo>
                    <a:pt x="183704" y="96039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" name="Freeform: Shape 137">
              <a:extLst>
                <a:ext uri="{FF2B5EF4-FFF2-40B4-BE49-F238E27FC236}">
                  <a16:creationId xmlns:a16="http://schemas.microsoft.com/office/drawing/2014/main" id="{88C10E28-CC8A-7055-6E05-1C82D02D8BA4}"/>
                </a:ext>
              </a:extLst>
            </p:cNvPr>
            <p:cNvSpPr/>
            <p:nvPr/>
          </p:nvSpPr>
          <p:spPr>
            <a:xfrm>
              <a:off x="7890672" y="2251293"/>
              <a:ext cx="477485" cy="491739"/>
            </a:xfrm>
            <a:custGeom>
              <a:avLst/>
              <a:gdLst>
                <a:gd name="connsiteX0" fmla="*/ 474521 w 477485"/>
                <a:gd name="connsiteY0" fmla="*/ 145141 h 491738"/>
                <a:gd name="connsiteX1" fmla="*/ 465612 w 477485"/>
                <a:gd name="connsiteY1" fmla="*/ 154050 h 491738"/>
                <a:gd name="connsiteX2" fmla="*/ 465612 w 477485"/>
                <a:gd name="connsiteY2" fmla="*/ 474350 h 491738"/>
                <a:gd name="connsiteX3" fmla="*/ 201520 w 477485"/>
                <a:gd name="connsiteY3" fmla="*/ 474350 h 491738"/>
                <a:gd name="connsiteX4" fmla="*/ 201520 w 477485"/>
                <a:gd name="connsiteY4" fmla="*/ 406561 h 491738"/>
                <a:gd name="connsiteX5" fmla="*/ 235415 w 477485"/>
                <a:gd name="connsiteY5" fmla="*/ 440455 h 491738"/>
                <a:gd name="connsiteX6" fmla="*/ 248013 w 477485"/>
                <a:gd name="connsiteY6" fmla="*/ 440457 h 491738"/>
                <a:gd name="connsiteX7" fmla="*/ 248015 w 477485"/>
                <a:gd name="connsiteY7" fmla="*/ 440455 h 491738"/>
                <a:gd name="connsiteX8" fmla="*/ 281909 w 477485"/>
                <a:gd name="connsiteY8" fmla="*/ 406561 h 491738"/>
                <a:gd name="connsiteX9" fmla="*/ 281909 w 477485"/>
                <a:gd name="connsiteY9" fmla="*/ 441175 h 491738"/>
                <a:gd name="connsiteX10" fmla="*/ 290817 w 477485"/>
                <a:gd name="connsiteY10" fmla="*/ 450084 h 491738"/>
                <a:gd name="connsiteX11" fmla="*/ 299725 w 477485"/>
                <a:gd name="connsiteY11" fmla="*/ 441175 h 491738"/>
                <a:gd name="connsiteX12" fmla="*/ 299725 w 477485"/>
                <a:gd name="connsiteY12" fmla="*/ 385053 h 491738"/>
                <a:gd name="connsiteX13" fmla="*/ 290819 w 477485"/>
                <a:gd name="connsiteY13" fmla="*/ 376143 h 491738"/>
                <a:gd name="connsiteX14" fmla="*/ 284517 w 477485"/>
                <a:gd name="connsiteY14" fmla="*/ 378753 h 491738"/>
                <a:gd name="connsiteX15" fmla="*/ 241715 w 477485"/>
                <a:gd name="connsiteY15" fmla="*/ 421563 h 491738"/>
                <a:gd name="connsiteX16" fmla="*/ 198912 w 477485"/>
                <a:gd name="connsiteY16" fmla="*/ 378760 h 491738"/>
                <a:gd name="connsiteX17" fmla="*/ 186314 w 477485"/>
                <a:gd name="connsiteY17" fmla="*/ 378758 h 491738"/>
                <a:gd name="connsiteX18" fmla="*/ 183704 w 477485"/>
                <a:gd name="connsiteY18" fmla="*/ 385060 h 491738"/>
                <a:gd name="connsiteX19" fmla="*/ 183704 w 477485"/>
                <a:gd name="connsiteY19" fmla="*/ 474350 h 491738"/>
                <a:gd name="connsiteX20" fmla="*/ 17817 w 477485"/>
                <a:gd name="connsiteY20" fmla="*/ 474350 h 491738"/>
                <a:gd name="connsiteX21" fmla="*/ 17817 w 477485"/>
                <a:gd name="connsiteY21" fmla="*/ 107377 h 491738"/>
                <a:gd name="connsiteX22" fmla="*/ 70675 w 477485"/>
                <a:gd name="connsiteY22" fmla="*/ 17817 h 491738"/>
                <a:gd name="connsiteX23" fmla="*/ 196539 w 477485"/>
                <a:gd name="connsiteY23" fmla="*/ 17817 h 491738"/>
                <a:gd name="connsiteX24" fmla="*/ 184929 w 477485"/>
                <a:gd name="connsiteY24" fmla="*/ 96039 h 491738"/>
                <a:gd name="connsiteX25" fmla="*/ 64439 w 477485"/>
                <a:gd name="connsiteY25" fmla="*/ 96039 h 491738"/>
                <a:gd name="connsiteX26" fmla="*/ 55531 w 477485"/>
                <a:gd name="connsiteY26" fmla="*/ 104947 h 491738"/>
                <a:gd name="connsiteX27" fmla="*/ 64439 w 477485"/>
                <a:gd name="connsiteY27" fmla="*/ 113855 h 491738"/>
                <a:gd name="connsiteX28" fmla="*/ 281909 w 477485"/>
                <a:gd name="connsiteY28" fmla="*/ 113855 h 491738"/>
                <a:gd name="connsiteX29" fmla="*/ 281909 w 477485"/>
                <a:gd name="connsiteY29" fmla="*/ 181644 h 491738"/>
                <a:gd name="connsiteX30" fmla="*/ 248015 w 477485"/>
                <a:gd name="connsiteY30" fmla="*/ 147735 h 491738"/>
                <a:gd name="connsiteX31" fmla="*/ 235416 w 477485"/>
                <a:gd name="connsiteY31" fmla="*/ 147734 h 491738"/>
                <a:gd name="connsiteX32" fmla="*/ 235415 w 477485"/>
                <a:gd name="connsiteY32" fmla="*/ 147735 h 491738"/>
                <a:gd name="connsiteX33" fmla="*/ 201520 w 477485"/>
                <a:gd name="connsiteY33" fmla="*/ 181644 h 491738"/>
                <a:gd name="connsiteX34" fmla="*/ 201520 w 477485"/>
                <a:gd name="connsiteY34" fmla="*/ 145120 h 491738"/>
                <a:gd name="connsiteX35" fmla="*/ 192612 w 477485"/>
                <a:gd name="connsiteY35" fmla="*/ 136212 h 491738"/>
                <a:gd name="connsiteX36" fmla="*/ 183704 w 477485"/>
                <a:gd name="connsiteY36" fmla="*/ 145120 h 491738"/>
                <a:gd name="connsiteX37" fmla="*/ 183704 w 477485"/>
                <a:gd name="connsiteY37" fmla="*/ 203152 h 491738"/>
                <a:gd name="connsiteX38" fmla="*/ 192610 w 477485"/>
                <a:gd name="connsiteY38" fmla="*/ 212062 h 491738"/>
                <a:gd name="connsiteX39" fmla="*/ 198912 w 477485"/>
                <a:gd name="connsiteY39" fmla="*/ 209452 h 491738"/>
                <a:gd name="connsiteX40" fmla="*/ 241715 w 477485"/>
                <a:gd name="connsiteY40" fmla="*/ 166650 h 491738"/>
                <a:gd name="connsiteX41" fmla="*/ 284517 w 477485"/>
                <a:gd name="connsiteY41" fmla="*/ 209452 h 491738"/>
                <a:gd name="connsiteX42" fmla="*/ 297115 w 477485"/>
                <a:gd name="connsiteY42" fmla="*/ 209454 h 491738"/>
                <a:gd name="connsiteX43" fmla="*/ 299725 w 477485"/>
                <a:gd name="connsiteY43" fmla="*/ 203152 h 491738"/>
                <a:gd name="connsiteX44" fmla="*/ 299725 w 477485"/>
                <a:gd name="connsiteY44" fmla="*/ 113855 h 491738"/>
                <a:gd name="connsiteX45" fmla="*/ 474521 w 477485"/>
                <a:gd name="connsiteY45" fmla="*/ 113855 h 491738"/>
                <a:gd name="connsiteX46" fmla="*/ 483431 w 477485"/>
                <a:gd name="connsiteY46" fmla="*/ 104949 h 491738"/>
                <a:gd name="connsiteX47" fmla="*/ 482196 w 477485"/>
                <a:gd name="connsiteY47" fmla="*/ 100422 h 491738"/>
                <a:gd name="connsiteX48" fmla="*/ 425518 w 477485"/>
                <a:gd name="connsiteY48" fmla="*/ 4383 h 491738"/>
                <a:gd name="connsiteX49" fmla="*/ 417843 w 477485"/>
                <a:gd name="connsiteY49" fmla="*/ 0 h 491738"/>
                <a:gd name="connsiteX50" fmla="*/ 65587 w 477485"/>
                <a:gd name="connsiteY50" fmla="*/ 0 h 491738"/>
                <a:gd name="connsiteX51" fmla="*/ 57911 w 477485"/>
                <a:gd name="connsiteY51" fmla="*/ 4383 h 491738"/>
                <a:gd name="connsiteX52" fmla="*/ 1233 w 477485"/>
                <a:gd name="connsiteY52" fmla="*/ 100422 h 491738"/>
                <a:gd name="connsiteX53" fmla="*/ 0 w 477485"/>
                <a:gd name="connsiteY53" fmla="*/ 104947 h 491738"/>
                <a:gd name="connsiteX54" fmla="*/ 0 w 477485"/>
                <a:gd name="connsiteY54" fmla="*/ 483258 h 491738"/>
                <a:gd name="connsiteX55" fmla="*/ 8908 w 477485"/>
                <a:gd name="connsiteY55" fmla="*/ 492166 h 491738"/>
                <a:gd name="connsiteX56" fmla="*/ 474521 w 477485"/>
                <a:gd name="connsiteY56" fmla="*/ 492166 h 491738"/>
                <a:gd name="connsiteX57" fmla="*/ 483429 w 477485"/>
                <a:gd name="connsiteY57" fmla="*/ 483258 h 491738"/>
                <a:gd name="connsiteX58" fmla="*/ 483429 w 477485"/>
                <a:gd name="connsiteY58" fmla="*/ 154050 h 491738"/>
                <a:gd name="connsiteX59" fmla="*/ 474521 w 477485"/>
                <a:gd name="connsiteY59" fmla="*/ 145141 h 491738"/>
                <a:gd name="connsiteX60" fmla="*/ 458921 w 477485"/>
                <a:gd name="connsiteY60" fmla="*/ 96032 h 491738"/>
                <a:gd name="connsiteX61" fmla="*/ 298500 w 477485"/>
                <a:gd name="connsiteY61" fmla="*/ 96032 h 491738"/>
                <a:gd name="connsiteX62" fmla="*/ 286890 w 477485"/>
                <a:gd name="connsiteY62" fmla="*/ 17817 h 491738"/>
                <a:gd name="connsiteX63" fmla="*/ 412754 w 477485"/>
                <a:gd name="connsiteY63" fmla="*/ 17817 h 491738"/>
                <a:gd name="connsiteX64" fmla="*/ 268881 w 477485"/>
                <a:gd name="connsiteY64" fmla="*/ 17817 h 491738"/>
                <a:gd name="connsiteX65" fmla="*/ 280491 w 477485"/>
                <a:gd name="connsiteY65" fmla="*/ 96039 h 491738"/>
                <a:gd name="connsiteX66" fmla="*/ 202938 w 477485"/>
                <a:gd name="connsiteY66" fmla="*/ 96039 h 491738"/>
                <a:gd name="connsiteX67" fmla="*/ 214548 w 477485"/>
                <a:gd name="connsiteY67" fmla="*/ 17817 h 491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77485" h="491738">
                  <a:moveTo>
                    <a:pt x="474521" y="145141"/>
                  </a:moveTo>
                  <a:cubicBezTo>
                    <a:pt x="469601" y="145141"/>
                    <a:pt x="465612" y="149130"/>
                    <a:pt x="465612" y="154050"/>
                  </a:cubicBezTo>
                  <a:lnTo>
                    <a:pt x="465612" y="474350"/>
                  </a:lnTo>
                  <a:lnTo>
                    <a:pt x="201520" y="474350"/>
                  </a:lnTo>
                  <a:lnTo>
                    <a:pt x="201520" y="406561"/>
                  </a:lnTo>
                  <a:lnTo>
                    <a:pt x="235415" y="440455"/>
                  </a:lnTo>
                  <a:cubicBezTo>
                    <a:pt x="238893" y="443935"/>
                    <a:pt x="244533" y="443936"/>
                    <a:pt x="248013" y="440457"/>
                  </a:cubicBezTo>
                  <a:cubicBezTo>
                    <a:pt x="248013" y="440457"/>
                    <a:pt x="248014" y="440456"/>
                    <a:pt x="248015" y="440455"/>
                  </a:cubicBezTo>
                  <a:lnTo>
                    <a:pt x="281909" y="406561"/>
                  </a:lnTo>
                  <a:lnTo>
                    <a:pt x="281909" y="441175"/>
                  </a:lnTo>
                  <a:cubicBezTo>
                    <a:pt x="281909" y="446095"/>
                    <a:pt x="285897" y="450084"/>
                    <a:pt x="290817" y="450084"/>
                  </a:cubicBezTo>
                  <a:cubicBezTo>
                    <a:pt x="295737" y="450084"/>
                    <a:pt x="299725" y="446095"/>
                    <a:pt x="299725" y="441175"/>
                  </a:cubicBezTo>
                  <a:lnTo>
                    <a:pt x="299725" y="385053"/>
                  </a:lnTo>
                  <a:cubicBezTo>
                    <a:pt x="299726" y="380133"/>
                    <a:pt x="295739" y="376144"/>
                    <a:pt x="290819" y="376143"/>
                  </a:cubicBezTo>
                  <a:cubicBezTo>
                    <a:pt x="288455" y="376142"/>
                    <a:pt x="286188" y="377081"/>
                    <a:pt x="284517" y="378753"/>
                  </a:cubicBezTo>
                  <a:lnTo>
                    <a:pt x="241715" y="421563"/>
                  </a:lnTo>
                  <a:lnTo>
                    <a:pt x="198912" y="378760"/>
                  </a:lnTo>
                  <a:cubicBezTo>
                    <a:pt x="195433" y="375281"/>
                    <a:pt x="189793" y="375280"/>
                    <a:pt x="186314" y="378758"/>
                  </a:cubicBezTo>
                  <a:cubicBezTo>
                    <a:pt x="184642" y="380429"/>
                    <a:pt x="183703" y="382696"/>
                    <a:pt x="183704" y="385060"/>
                  </a:cubicBezTo>
                  <a:lnTo>
                    <a:pt x="183704" y="474350"/>
                  </a:lnTo>
                  <a:lnTo>
                    <a:pt x="17817" y="474350"/>
                  </a:lnTo>
                  <a:lnTo>
                    <a:pt x="17817" y="107377"/>
                  </a:lnTo>
                  <a:lnTo>
                    <a:pt x="70675" y="17817"/>
                  </a:lnTo>
                  <a:lnTo>
                    <a:pt x="196539" y="17817"/>
                  </a:lnTo>
                  <a:lnTo>
                    <a:pt x="184929" y="96039"/>
                  </a:lnTo>
                  <a:lnTo>
                    <a:pt x="64439" y="96039"/>
                  </a:lnTo>
                  <a:cubicBezTo>
                    <a:pt x="59519" y="96039"/>
                    <a:pt x="55531" y="100027"/>
                    <a:pt x="55531" y="104947"/>
                  </a:cubicBezTo>
                  <a:cubicBezTo>
                    <a:pt x="55531" y="109867"/>
                    <a:pt x="59519" y="113855"/>
                    <a:pt x="64439" y="113855"/>
                  </a:cubicBezTo>
                  <a:lnTo>
                    <a:pt x="281909" y="113855"/>
                  </a:lnTo>
                  <a:lnTo>
                    <a:pt x="281909" y="181644"/>
                  </a:lnTo>
                  <a:lnTo>
                    <a:pt x="248015" y="147735"/>
                  </a:lnTo>
                  <a:cubicBezTo>
                    <a:pt x="244536" y="144256"/>
                    <a:pt x="238896" y="144255"/>
                    <a:pt x="235416" y="147734"/>
                  </a:cubicBezTo>
                  <a:cubicBezTo>
                    <a:pt x="235416" y="147734"/>
                    <a:pt x="235415" y="147735"/>
                    <a:pt x="235415" y="147735"/>
                  </a:cubicBezTo>
                  <a:lnTo>
                    <a:pt x="201520" y="181644"/>
                  </a:lnTo>
                  <a:lnTo>
                    <a:pt x="201520" y="145120"/>
                  </a:lnTo>
                  <a:cubicBezTo>
                    <a:pt x="201520" y="140200"/>
                    <a:pt x="197532" y="136212"/>
                    <a:pt x="192612" y="136212"/>
                  </a:cubicBezTo>
                  <a:cubicBezTo>
                    <a:pt x="187692" y="136212"/>
                    <a:pt x="183704" y="140200"/>
                    <a:pt x="183704" y="145120"/>
                  </a:cubicBezTo>
                  <a:lnTo>
                    <a:pt x="183704" y="203152"/>
                  </a:lnTo>
                  <a:cubicBezTo>
                    <a:pt x="183703" y="208072"/>
                    <a:pt x="187690" y="212061"/>
                    <a:pt x="192610" y="212062"/>
                  </a:cubicBezTo>
                  <a:cubicBezTo>
                    <a:pt x="194974" y="212063"/>
                    <a:pt x="197241" y="211124"/>
                    <a:pt x="198912" y="209452"/>
                  </a:cubicBezTo>
                  <a:lnTo>
                    <a:pt x="241715" y="166650"/>
                  </a:lnTo>
                  <a:lnTo>
                    <a:pt x="284517" y="209452"/>
                  </a:lnTo>
                  <a:cubicBezTo>
                    <a:pt x="287996" y="212932"/>
                    <a:pt x="293636" y="212932"/>
                    <a:pt x="297115" y="209454"/>
                  </a:cubicBezTo>
                  <a:cubicBezTo>
                    <a:pt x="298787" y="207783"/>
                    <a:pt x="299726" y="205516"/>
                    <a:pt x="299725" y="203152"/>
                  </a:cubicBezTo>
                  <a:lnTo>
                    <a:pt x="299725" y="113855"/>
                  </a:lnTo>
                  <a:lnTo>
                    <a:pt x="474521" y="113855"/>
                  </a:lnTo>
                  <a:cubicBezTo>
                    <a:pt x="479441" y="113857"/>
                    <a:pt x="483430" y="109869"/>
                    <a:pt x="483431" y="104949"/>
                  </a:cubicBezTo>
                  <a:cubicBezTo>
                    <a:pt x="483432" y="103357"/>
                    <a:pt x="483005" y="101793"/>
                    <a:pt x="482196" y="100422"/>
                  </a:cubicBezTo>
                  <a:lnTo>
                    <a:pt x="425518" y="4383"/>
                  </a:lnTo>
                  <a:cubicBezTo>
                    <a:pt x="423915" y="1667"/>
                    <a:pt x="420996" y="1"/>
                    <a:pt x="417843" y="0"/>
                  </a:cubicBezTo>
                  <a:lnTo>
                    <a:pt x="65587" y="0"/>
                  </a:lnTo>
                  <a:cubicBezTo>
                    <a:pt x="62433" y="1"/>
                    <a:pt x="59514" y="1667"/>
                    <a:pt x="57911" y="4383"/>
                  </a:cubicBezTo>
                  <a:lnTo>
                    <a:pt x="1233" y="100422"/>
                  </a:lnTo>
                  <a:cubicBezTo>
                    <a:pt x="435" y="101797"/>
                    <a:pt x="10" y="103357"/>
                    <a:pt x="0" y="104947"/>
                  </a:cubicBezTo>
                  <a:lnTo>
                    <a:pt x="0" y="483258"/>
                  </a:lnTo>
                  <a:cubicBezTo>
                    <a:pt x="0" y="488178"/>
                    <a:pt x="3988" y="492166"/>
                    <a:pt x="8908" y="492166"/>
                  </a:cubicBezTo>
                  <a:lnTo>
                    <a:pt x="474521" y="492166"/>
                  </a:lnTo>
                  <a:cubicBezTo>
                    <a:pt x="479441" y="492166"/>
                    <a:pt x="483429" y="488178"/>
                    <a:pt x="483429" y="483258"/>
                  </a:cubicBezTo>
                  <a:lnTo>
                    <a:pt x="483429" y="154050"/>
                  </a:lnTo>
                  <a:cubicBezTo>
                    <a:pt x="483429" y="149130"/>
                    <a:pt x="479441" y="145141"/>
                    <a:pt x="474521" y="145141"/>
                  </a:cubicBezTo>
                  <a:close/>
                  <a:moveTo>
                    <a:pt x="458921" y="96032"/>
                  </a:moveTo>
                  <a:lnTo>
                    <a:pt x="298500" y="96032"/>
                  </a:lnTo>
                  <a:lnTo>
                    <a:pt x="286890" y="17817"/>
                  </a:lnTo>
                  <a:lnTo>
                    <a:pt x="412754" y="17817"/>
                  </a:lnTo>
                  <a:close/>
                  <a:moveTo>
                    <a:pt x="268881" y="17817"/>
                  </a:moveTo>
                  <a:lnTo>
                    <a:pt x="280491" y="96039"/>
                  </a:lnTo>
                  <a:lnTo>
                    <a:pt x="202938" y="96039"/>
                  </a:lnTo>
                  <a:lnTo>
                    <a:pt x="214548" y="17817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4" name="Group 269">
            <a:extLst>
              <a:ext uri="{FF2B5EF4-FFF2-40B4-BE49-F238E27FC236}">
                <a16:creationId xmlns:a16="http://schemas.microsoft.com/office/drawing/2014/main" id="{358B75AE-D42E-20DA-35BD-1EF1929F06ED}"/>
              </a:ext>
            </a:extLst>
          </p:cNvPr>
          <p:cNvGrpSpPr/>
          <p:nvPr/>
        </p:nvGrpSpPr>
        <p:grpSpPr>
          <a:xfrm>
            <a:off x="6945209" y="2251294"/>
            <a:ext cx="339699" cy="492167"/>
            <a:chOff x="6945209" y="2251294"/>
            <a:chExt cx="339699" cy="492167"/>
          </a:xfrm>
          <a:noFill/>
        </p:grpSpPr>
        <p:sp>
          <p:nvSpPr>
            <p:cNvPr id="165" name="Freeform: Shape 139">
              <a:extLst>
                <a:ext uri="{FF2B5EF4-FFF2-40B4-BE49-F238E27FC236}">
                  <a16:creationId xmlns:a16="http://schemas.microsoft.com/office/drawing/2014/main" id="{8C58DB1D-DE48-B60D-105B-C50355A0C60A}"/>
                </a:ext>
              </a:extLst>
            </p:cNvPr>
            <p:cNvSpPr/>
            <p:nvPr/>
          </p:nvSpPr>
          <p:spPr>
            <a:xfrm>
              <a:off x="6954117" y="2260203"/>
              <a:ext cx="321889" cy="474351"/>
            </a:xfrm>
            <a:custGeom>
              <a:avLst/>
              <a:gdLst>
                <a:gd name="connsiteX0" fmla="*/ 235693 w 321889"/>
                <a:gd name="connsiteY0" fmla="*/ 369381 h 474351"/>
                <a:gd name="connsiteX1" fmla="*/ 235693 w 321889"/>
                <a:gd name="connsiteY1" fmla="*/ 406119 h 474351"/>
                <a:gd name="connsiteX2" fmla="*/ 272431 w 321889"/>
                <a:gd name="connsiteY2" fmla="*/ 406119 h 474351"/>
                <a:gd name="connsiteX3" fmla="*/ 272431 w 321889"/>
                <a:gd name="connsiteY3" fmla="*/ 369381 h 474351"/>
                <a:gd name="connsiteX4" fmla="*/ 142576 w 321889"/>
                <a:gd name="connsiteY4" fmla="*/ 369381 h 474351"/>
                <a:gd name="connsiteX5" fmla="*/ 142576 w 321889"/>
                <a:gd name="connsiteY5" fmla="*/ 406119 h 474351"/>
                <a:gd name="connsiteX6" fmla="*/ 179314 w 321889"/>
                <a:gd name="connsiteY6" fmla="*/ 406119 h 474351"/>
                <a:gd name="connsiteX7" fmla="*/ 179314 w 321889"/>
                <a:gd name="connsiteY7" fmla="*/ 369381 h 474351"/>
                <a:gd name="connsiteX8" fmla="*/ 49459 w 321889"/>
                <a:gd name="connsiteY8" fmla="*/ 369381 h 474351"/>
                <a:gd name="connsiteX9" fmla="*/ 49459 w 321889"/>
                <a:gd name="connsiteY9" fmla="*/ 406119 h 474351"/>
                <a:gd name="connsiteX10" fmla="*/ 86197 w 321889"/>
                <a:gd name="connsiteY10" fmla="*/ 406119 h 474351"/>
                <a:gd name="connsiteX11" fmla="*/ 86197 w 321889"/>
                <a:gd name="connsiteY11" fmla="*/ 369381 h 474351"/>
                <a:gd name="connsiteX12" fmla="*/ 235693 w 321889"/>
                <a:gd name="connsiteY12" fmla="*/ 282493 h 474351"/>
                <a:gd name="connsiteX13" fmla="*/ 235693 w 321889"/>
                <a:gd name="connsiteY13" fmla="*/ 319231 h 474351"/>
                <a:gd name="connsiteX14" fmla="*/ 272431 w 321889"/>
                <a:gd name="connsiteY14" fmla="*/ 319231 h 474351"/>
                <a:gd name="connsiteX15" fmla="*/ 272431 w 321889"/>
                <a:gd name="connsiteY15" fmla="*/ 282493 h 474351"/>
                <a:gd name="connsiteX16" fmla="*/ 142576 w 321889"/>
                <a:gd name="connsiteY16" fmla="*/ 282493 h 474351"/>
                <a:gd name="connsiteX17" fmla="*/ 142576 w 321889"/>
                <a:gd name="connsiteY17" fmla="*/ 319231 h 474351"/>
                <a:gd name="connsiteX18" fmla="*/ 179314 w 321889"/>
                <a:gd name="connsiteY18" fmla="*/ 319231 h 474351"/>
                <a:gd name="connsiteX19" fmla="*/ 179314 w 321889"/>
                <a:gd name="connsiteY19" fmla="*/ 282493 h 474351"/>
                <a:gd name="connsiteX20" fmla="*/ 49459 w 321889"/>
                <a:gd name="connsiteY20" fmla="*/ 282493 h 474351"/>
                <a:gd name="connsiteX21" fmla="*/ 49459 w 321889"/>
                <a:gd name="connsiteY21" fmla="*/ 319231 h 474351"/>
                <a:gd name="connsiteX22" fmla="*/ 86197 w 321889"/>
                <a:gd name="connsiteY22" fmla="*/ 319231 h 474351"/>
                <a:gd name="connsiteX23" fmla="*/ 86197 w 321889"/>
                <a:gd name="connsiteY23" fmla="*/ 282493 h 474351"/>
                <a:gd name="connsiteX24" fmla="*/ 235693 w 321889"/>
                <a:gd name="connsiteY24" fmla="*/ 195605 h 474351"/>
                <a:gd name="connsiteX25" fmla="*/ 235693 w 321889"/>
                <a:gd name="connsiteY25" fmla="*/ 232343 h 474351"/>
                <a:gd name="connsiteX26" fmla="*/ 272431 w 321889"/>
                <a:gd name="connsiteY26" fmla="*/ 232343 h 474351"/>
                <a:gd name="connsiteX27" fmla="*/ 272431 w 321889"/>
                <a:gd name="connsiteY27" fmla="*/ 195605 h 474351"/>
                <a:gd name="connsiteX28" fmla="*/ 142576 w 321889"/>
                <a:gd name="connsiteY28" fmla="*/ 195605 h 474351"/>
                <a:gd name="connsiteX29" fmla="*/ 142576 w 321889"/>
                <a:gd name="connsiteY29" fmla="*/ 232343 h 474351"/>
                <a:gd name="connsiteX30" fmla="*/ 179314 w 321889"/>
                <a:gd name="connsiteY30" fmla="*/ 232343 h 474351"/>
                <a:gd name="connsiteX31" fmla="*/ 179314 w 321889"/>
                <a:gd name="connsiteY31" fmla="*/ 195605 h 474351"/>
                <a:gd name="connsiteX32" fmla="*/ 49459 w 321889"/>
                <a:gd name="connsiteY32" fmla="*/ 195605 h 474351"/>
                <a:gd name="connsiteX33" fmla="*/ 49459 w 321889"/>
                <a:gd name="connsiteY33" fmla="*/ 232343 h 474351"/>
                <a:gd name="connsiteX34" fmla="*/ 86197 w 321889"/>
                <a:gd name="connsiteY34" fmla="*/ 232343 h 474351"/>
                <a:gd name="connsiteX35" fmla="*/ 86197 w 321889"/>
                <a:gd name="connsiteY35" fmla="*/ 195605 h 474351"/>
                <a:gd name="connsiteX36" fmla="*/ 49459 w 321889"/>
                <a:gd name="connsiteY36" fmla="*/ 47142 h 474351"/>
                <a:gd name="connsiteX37" fmla="*/ 49459 w 321889"/>
                <a:gd name="connsiteY37" fmla="*/ 129098 h 474351"/>
                <a:gd name="connsiteX38" fmla="*/ 272430 w 321889"/>
                <a:gd name="connsiteY38" fmla="*/ 129098 h 474351"/>
                <a:gd name="connsiteX39" fmla="*/ 272430 w 321889"/>
                <a:gd name="connsiteY39" fmla="*/ 47142 h 474351"/>
                <a:gd name="connsiteX40" fmla="*/ 0 w 321889"/>
                <a:gd name="connsiteY40" fmla="*/ 0 h 474351"/>
                <a:gd name="connsiteX41" fmla="*/ 321889 w 321889"/>
                <a:gd name="connsiteY41" fmla="*/ 0 h 474351"/>
                <a:gd name="connsiteX42" fmla="*/ 321889 w 321889"/>
                <a:gd name="connsiteY42" fmla="*/ 474351 h 474351"/>
                <a:gd name="connsiteX43" fmla="*/ 0 w 321889"/>
                <a:gd name="connsiteY43" fmla="*/ 474351 h 474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21889" h="474351">
                  <a:moveTo>
                    <a:pt x="235693" y="369381"/>
                  </a:moveTo>
                  <a:lnTo>
                    <a:pt x="235693" y="406119"/>
                  </a:lnTo>
                  <a:lnTo>
                    <a:pt x="272431" y="406119"/>
                  </a:lnTo>
                  <a:lnTo>
                    <a:pt x="272431" y="369381"/>
                  </a:lnTo>
                  <a:close/>
                  <a:moveTo>
                    <a:pt x="142576" y="369381"/>
                  </a:moveTo>
                  <a:lnTo>
                    <a:pt x="142576" y="406119"/>
                  </a:lnTo>
                  <a:lnTo>
                    <a:pt x="179314" y="406119"/>
                  </a:lnTo>
                  <a:lnTo>
                    <a:pt x="179314" y="369381"/>
                  </a:lnTo>
                  <a:close/>
                  <a:moveTo>
                    <a:pt x="49459" y="369381"/>
                  </a:moveTo>
                  <a:lnTo>
                    <a:pt x="49459" y="406119"/>
                  </a:lnTo>
                  <a:lnTo>
                    <a:pt x="86197" y="406119"/>
                  </a:lnTo>
                  <a:lnTo>
                    <a:pt x="86197" y="369381"/>
                  </a:lnTo>
                  <a:close/>
                  <a:moveTo>
                    <a:pt x="235693" y="282493"/>
                  </a:moveTo>
                  <a:lnTo>
                    <a:pt x="235693" y="319231"/>
                  </a:lnTo>
                  <a:lnTo>
                    <a:pt x="272431" y="319231"/>
                  </a:lnTo>
                  <a:lnTo>
                    <a:pt x="272431" y="282493"/>
                  </a:lnTo>
                  <a:close/>
                  <a:moveTo>
                    <a:pt x="142576" y="282493"/>
                  </a:moveTo>
                  <a:lnTo>
                    <a:pt x="142576" y="319231"/>
                  </a:lnTo>
                  <a:lnTo>
                    <a:pt x="179314" y="319231"/>
                  </a:lnTo>
                  <a:lnTo>
                    <a:pt x="179314" y="282493"/>
                  </a:lnTo>
                  <a:close/>
                  <a:moveTo>
                    <a:pt x="49459" y="282493"/>
                  </a:moveTo>
                  <a:lnTo>
                    <a:pt x="49459" y="319231"/>
                  </a:lnTo>
                  <a:lnTo>
                    <a:pt x="86197" y="319231"/>
                  </a:lnTo>
                  <a:lnTo>
                    <a:pt x="86197" y="282493"/>
                  </a:lnTo>
                  <a:close/>
                  <a:moveTo>
                    <a:pt x="235693" y="195605"/>
                  </a:moveTo>
                  <a:lnTo>
                    <a:pt x="235693" y="232343"/>
                  </a:lnTo>
                  <a:lnTo>
                    <a:pt x="272431" y="232343"/>
                  </a:lnTo>
                  <a:lnTo>
                    <a:pt x="272431" y="195605"/>
                  </a:lnTo>
                  <a:close/>
                  <a:moveTo>
                    <a:pt x="142576" y="195605"/>
                  </a:moveTo>
                  <a:lnTo>
                    <a:pt x="142576" y="232343"/>
                  </a:lnTo>
                  <a:lnTo>
                    <a:pt x="179314" y="232343"/>
                  </a:lnTo>
                  <a:lnTo>
                    <a:pt x="179314" y="195605"/>
                  </a:lnTo>
                  <a:close/>
                  <a:moveTo>
                    <a:pt x="49459" y="195605"/>
                  </a:moveTo>
                  <a:lnTo>
                    <a:pt x="49459" y="232343"/>
                  </a:lnTo>
                  <a:lnTo>
                    <a:pt x="86197" y="232343"/>
                  </a:lnTo>
                  <a:lnTo>
                    <a:pt x="86197" y="195605"/>
                  </a:lnTo>
                  <a:close/>
                  <a:moveTo>
                    <a:pt x="49459" y="47142"/>
                  </a:moveTo>
                  <a:lnTo>
                    <a:pt x="49459" y="129098"/>
                  </a:lnTo>
                  <a:lnTo>
                    <a:pt x="272430" y="129098"/>
                  </a:lnTo>
                  <a:lnTo>
                    <a:pt x="272430" y="47142"/>
                  </a:lnTo>
                  <a:close/>
                  <a:moveTo>
                    <a:pt x="0" y="0"/>
                  </a:moveTo>
                  <a:lnTo>
                    <a:pt x="321889" y="0"/>
                  </a:lnTo>
                  <a:lnTo>
                    <a:pt x="321889" y="474351"/>
                  </a:lnTo>
                  <a:lnTo>
                    <a:pt x="0" y="474351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" name="Freeform: Shape 140">
              <a:extLst>
                <a:ext uri="{FF2B5EF4-FFF2-40B4-BE49-F238E27FC236}">
                  <a16:creationId xmlns:a16="http://schemas.microsoft.com/office/drawing/2014/main" id="{B4C21819-0BC7-1C66-FBD2-8916978B403E}"/>
                </a:ext>
              </a:extLst>
            </p:cNvPr>
            <p:cNvSpPr/>
            <p:nvPr/>
          </p:nvSpPr>
          <p:spPr>
            <a:xfrm>
              <a:off x="6945209" y="2251294"/>
              <a:ext cx="339699" cy="492167"/>
            </a:xfrm>
            <a:custGeom>
              <a:avLst/>
              <a:gdLst>
                <a:gd name="connsiteX0" fmla="*/ 160393 w 339699"/>
                <a:gd name="connsiteY0" fmla="*/ 387192 h 492167"/>
                <a:gd name="connsiteX1" fmla="*/ 160393 w 339699"/>
                <a:gd name="connsiteY1" fmla="*/ 406114 h 492167"/>
                <a:gd name="connsiteX2" fmla="*/ 179307 w 339699"/>
                <a:gd name="connsiteY2" fmla="*/ 406114 h 492167"/>
                <a:gd name="connsiteX3" fmla="*/ 179307 w 339699"/>
                <a:gd name="connsiteY3" fmla="*/ 387192 h 492167"/>
                <a:gd name="connsiteX4" fmla="*/ 67269 w 339699"/>
                <a:gd name="connsiteY4" fmla="*/ 387192 h 492167"/>
                <a:gd name="connsiteX5" fmla="*/ 67269 w 339699"/>
                <a:gd name="connsiteY5" fmla="*/ 406114 h 492167"/>
                <a:gd name="connsiteX6" fmla="*/ 86197 w 339699"/>
                <a:gd name="connsiteY6" fmla="*/ 406114 h 492167"/>
                <a:gd name="connsiteX7" fmla="*/ 86190 w 339699"/>
                <a:gd name="connsiteY7" fmla="*/ 387192 h 492167"/>
                <a:gd name="connsiteX8" fmla="*/ 244593 w 339699"/>
                <a:gd name="connsiteY8" fmla="*/ 369375 h 492167"/>
                <a:gd name="connsiteX9" fmla="*/ 281339 w 339699"/>
                <a:gd name="connsiteY9" fmla="*/ 369375 h 492167"/>
                <a:gd name="connsiteX10" fmla="*/ 290248 w 339699"/>
                <a:gd name="connsiteY10" fmla="*/ 378283 h 492167"/>
                <a:gd name="connsiteX11" fmla="*/ 281339 w 339699"/>
                <a:gd name="connsiteY11" fmla="*/ 387192 h 492167"/>
                <a:gd name="connsiteX12" fmla="*/ 253503 w 339699"/>
                <a:gd name="connsiteY12" fmla="*/ 387192 h 492167"/>
                <a:gd name="connsiteX13" fmla="*/ 253503 w 339699"/>
                <a:gd name="connsiteY13" fmla="*/ 406114 h 492167"/>
                <a:gd name="connsiteX14" fmla="*/ 281332 w 339699"/>
                <a:gd name="connsiteY14" fmla="*/ 406114 h 492167"/>
                <a:gd name="connsiteX15" fmla="*/ 290240 w 339699"/>
                <a:gd name="connsiteY15" fmla="*/ 415022 h 492167"/>
                <a:gd name="connsiteX16" fmla="*/ 281332 w 339699"/>
                <a:gd name="connsiteY16" fmla="*/ 423930 h 492167"/>
                <a:gd name="connsiteX17" fmla="*/ 244593 w 339699"/>
                <a:gd name="connsiteY17" fmla="*/ 423930 h 492167"/>
                <a:gd name="connsiteX18" fmla="*/ 235685 w 339699"/>
                <a:gd name="connsiteY18" fmla="*/ 415022 h 492167"/>
                <a:gd name="connsiteX19" fmla="*/ 235685 w 339699"/>
                <a:gd name="connsiteY19" fmla="*/ 378283 h 492167"/>
                <a:gd name="connsiteX20" fmla="*/ 244593 w 339699"/>
                <a:gd name="connsiteY20" fmla="*/ 369375 h 492167"/>
                <a:gd name="connsiteX21" fmla="*/ 151484 w 339699"/>
                <a:gd name="connsiteY21" fmla="*/ 369375 h 492167"/>
                <a:gd name="connsiteX22" fmla="*/ 188216 w 339699"/>
                <a:gd name="connsiteY22" fmla="*/ 369375 h 492167"/>
                <a:gd name="connsiteX23" fmla="*/ 188223 w 339699"/>
                <a:gd name="connsiteY23" fmla="*/ 369375 h 492167"/>
                <a:gd name="connsiteX24" fmla="*/ 197124 w 339699"/>
                <a:gd name="connsiteY24" fmla="*/ 378290 h 492167"/>
                <a:gd name="connsiteX25" fmla="*/ 197124 w 339699"/>
                <a:gd name="connsiteY25" fmla="*/ 415022 h 492167"/>
                <a:gd name="connsiteX26" fmla="*/ 188216 w 339699"/>
                <a:gd name="connsiteY26" fmla="*/ 423930 h 492167"/>
                <a:gd name="connsiteX27" fmla="*/ 151484 w 339699"/>
                <a:gd name="connsiteY27" fmla="*/ 423930 h 492167"/>
                <a:gd name="connsiteX28" fmla="*/ 142576 w 339699"/>
                <a:gd name="connsiteY28" fmla="*/ 415022 h 492167"/>
                <a:gd name="connsiteX29" fmla="*/ 142576 w 339699"/>
                <a:gd name="connsiteY29" fmla="*/ 378283 h 492167"/>
                <a:gd name="connsiteX30" fmla="*/ 151484 w 339699"/>
                <a:gd name="connsiteY30" fmla="*/ 369375 h 492167"/>
                <a:gd name="connsiteX31" fmla="*/ 58360 w 339699"/>
                <a:gd name="connsiteY31" fmla="*/ 369375 h 492167"/>
                <a:gd name="connsiteX32" fmla="*/ 95106 w 339699"/>
                <a:gd name="connsiteY32" fmla="*/ 369375 h 492167"/>
                <a:gd name="connsiteX33" fmla="*/ 104008 w 339699"/>
                <a:gd name="connsiteY33" fmla="*/ 378290 h 492167"/>
                <a:gd name="connsiteX34" fmla="*/ 104008 w 339699"/>
                <a:gd name="connsiteY34" fmla="*/ 415022 h 492167"/>
                <a:gd name="connsiteX35" fmla="*/ 95099 w 339699"/>
                <a:gd name="connsiteY35" fmla="*/ 423930 h 492167"/>
                <a:gd name="connsiteX36" fmla="*/ 58360 w 339699"/>
                <a:gd name="connsiteY36" fmla="*/ 423930 h 492167"/>
                <a:gd name="connsiteX37" fmla="*/ 49452 w 339699"/>
                <a:gd name="connsiteY37" fmla="*/ 415022 h 492167"/>
                <a:gd name="connsiteX38" fmla="*/ 49452 w 339699"/>
                <a:gd name="connsiteY38" fmla="*/ 378283 h 492167"/>
                <a:gd name="connsiteX39" fmla="*/ 58360 w 339699"/>
                <a:gd name="connsiteY39" fmla="*/ 369375 h 492167"/>
                <a:gd name="connsiteX40" fmla="*/ 253503 w 339699"/>
                <a:gd name="connsiteY40" fmla="*/ 300311 h 492167"/>
                <a:gd name="connsiteX41" fmla="*/ 253503 w 339699"/>
                <a:gd name="connsiteY41" fmla="*/ 319197 h 492167"/>
                <a:gd name="connsiteX42" fmla="*/ 272431 w 339699"/>
                <a:gd name="connsiteY42" fmla="*/ 319197 h 492167"/>
                <a:gd name="connsiteX43" fmla="*/ 272424 w 339699"/>
                <a:gd name="connsiteY43" fmla="*/ 300311 h 492167"/>
                <a:gd name="connsiteX44" fmla="*/ 67269 w 339699"/>
                <a:gd name="connsiteY44" fmla="*/ 300311 h 492167"/>
                <a:gd name="connsiteX45" fmla="*/ 67269 w 339699"/>
                <a:gd name="connsiteY45" fmla="*/ 319197 h 492167"/>
                <a:gd name="connsiteX46" fmla="*/ 86197 w 339699"/>
                <a:gd name="connsiteY46" fmla="*/ 319197 h 492167"/>
                <a:gd name="connsiteX47" fmla="*/ 86190 w 339699"/>
                <a:gd name="connsiteY47" fmla="*/ 300311 h 492167"/>
                <a:gd name="connsiteX48" fmla="*/ 244593 w 339699"/>
                <a:gd name="connsiteY48" fmla="*/ 282494 h 492167"/>
                <a:gd name="connsiteX49" fmla="*/ 281339 w 339699"/>
                <a:gd name="connsiteY49" fmla="*/ 282494 h 492167"/>
                <a:gd name="connsiteX50" fmla="*/ 290248 w 339699"/>
                <a:gd name="connsiteY50" fmla="*/ 291402 h 492167"/>
                <a:gd name="connsiteX51" fmla="*/ 290240 w 339699"/>
                <a:gd name="connsiteY51" fmla="*/ 328134 h 492167"/>
                <a:gd name="connsiteX52" fmla="*/ 281332 w 339699"/>
                <a:gd name="connsiteY52" fmla="*/ 337042 h 492167"/>
                <a:gd name="connsiteX53" fmla="*/ 244593 w 339699"/>
                <a:gd name="connsiteY53" fmla="*/ 337042 h 492167"/>
                <a:gd name="connsiteX54" fmla="*/ 235685 w 339699"/>
                <a:gd name="connsiteY54" fmla="*/ 328134 h 492167"/>
                <a:gd name="connsiteX55" fmla="*/ 235685 w 339699"/>
                <a:gd name="connsiteY55" fmla="*/ 291402 h 492167"/>
                <a:gd name="connsiteX56" fmla="*/ 244593 w 339699"/>
                <a:gd name="connsiteY56" fmla="*/ 282494 h 492167"/>
                <a:gd name="connsiteX57" fmla="*/ 151484 w 339699"/>
                <a:gd name="connsiteY57" fmla="*/ 282494 h 492167"/>
                <a:gd name="connsiteX58" fmla="*/ 188216 w 339699"/>
                <a:gd name="connsiteY58" fmla="*/ 282494 h 492167"/>
                <a:gd name="connsiteX59" fmla="*/ 197124 w 339699"/>
                <a:gd name="connsiteY59" fmla="*/ 291402 h 492167"/>
                <a:gd name="connsiteX60" fmla="*/ 197124 w 339699"/>
                <a:gd name="connsiteY60" fmla="*/ 328134 h 492167"/>
                <a:gd name="connsiteX61" fmla="*/ 188216 w 339699"/>
                <a:gd name="connsiteY61" fmla="*/ 337042 h 492167"/>
                <a:gd name="connsiteX62" fmla="*/ 179307 w 339699"/>
                <a:gd name="connsiteY62" fmla="*/ 328134 h 492167"/>
                <a:gd name="connsiteX63" fmla="*/ 179307 w 339699"/>
                <a:gd name="connsiteY63" fmla="*/ 300339 h 492167"/>
                <a:gd name="connsiteX64" fmla="*/ 160393 w 339699"/>
                <a:gd name="connsiteY64" fmla="*/ 300339 h 492167"/>
                <a:gd name="connsiteX65" fmla="*/ 160393 w 339699"/>
                <a:gd name="connsiteY65" fmla="*/ 328134 h 492167"/>
                <a:gd name="connsiteX66" fmla="*/ 151484 w 339699"/>
                <a:gd name="connsiteY66" fmla="*/ 337042 h 492167"/>
                <a:gd name="connsiteX67" fmla="*/ 142576 w 339699"/>
                <a:gd name="connsiteY67" fmla="*/ 328134 h 492167"/>
                <a:gd name="connsiteX68" fmla="*/ 142576 w 339699"/>
                <a:gd name="connsiteY68" fmla="*/ 291402 h 492167"/>
                <a:gd name="connsiteX69" fmla="*/ 151484 w 339699"/>
                <a:gd name="connsiteY69" fmla="*/ 282494 h 492167"/>
                <a:gd name="connsiteX70" fmla="*/ 58360 w 339699"/>
                <a:gd name="connsiteY70" fmla="*/ 282494 h 492167"/>
                <a:gd name="connsiteX71" fmla="*/ 95106 w 339699"/>
                <a:gd name="connsiteY71" fmla="*/ 282494 h 492167"/>
                <a:gd name="connsiteX72" fmla="*/ 104015 w 339699"/>
                <a:gd name="connsiteY72" fmla="*/ 291402 h 492167"/>
                <a:gd name="connsiteX73" fmla="*/ 104008 w 339699"/>
                <a:gd name="connsiteY73" fmla="*/ 328134 h 492167"/>
                <a:gd name="connsiteX74" fmla="*/ 95099 w 339699"/>
                <a:gd name="connsiteY74" fmla="*/ 337042 h 492167"/>
                <a:gd name="connsiteX75" fmla="*/ 58360 w 339699"/>
                <a:gd name="connsiteY75" fmla="*/ 337042 h 492167"/>
                <a:gd name="connsiteX76" fmla="*/ 49452 w 339699"/>
                <a:gd name="connsiteY76" fmla="*/ 328134 h 492167"/>
                <a:gd name="connsiteX77" fmla="*/ 49452 w 339699"/>
                <a:gd name="connsiteY77" fmla="*/ 291402 h 492167"/>
                <a:gd name="connsiteX78" fmla="*/ 58360 w 339699"/>
                <a:gd name="connsiteY78" fmla="*/ 282494 h 492167"/>
                <a:gd name="connsiteX79" fmla="*/ 253503 w 339699"/>
                <a:gd name="connsiteY79" fmla="*/ 213422 h 492167"/>
                <a:gd name="connsiteX80" fmla="*/ 253503 w 339699"/>
                <a:gd name="connsiteY80" fmla="*/ 232344 h 492167"/>
                <a:gd name="connsiteX81" fmla="*/ 272431 w 339699"/>
                <a:gd name="connsiteY81" fmla="*/ 232344 h 492167"/>
                <a:gd name="connsiteX82" fmla="*/ 272424 w 339699"/>
                <a:gd name="connsiteY82" fmla="*/ 213422 h 492167"/>
                <a:gd name="connsiteX83" fmla="*/ 160393 w 339699"/>
                <a:gd name="connsiteY83" fmla="*/ 213422 h 492167"/>
                <a:gd name="connsiteX84" fmla="*/ 160393 w 339699"/>
                <a:gd name="connsiteY84" fmla="*/ 232344 h 492167"/>
                <a:gd name="connsiteX85" fmla="*/ 179307 w 339699"/>
                <a:gd name="connsiteY85" fmla="*/ 232344 h 492167"/>
                <a:gd name="connsiteX86" fmla="*/ 179307 w 339699"/>
                <a:gd name="connsiteY86" fmla="*/ 213422 h 492167"/>
                <a:gd name="connsiteX87" fmla="*/ 67269 w 339699"/>
                <a:gd name="connsiteY87" fmla="*/ 213422 h 492167"/>
                <a:gd name="connsiteX88" fmla="*/ 67269 w 339699"/>
                <a:gd name="connsiteY88" fmla="*/ 232344 h 492167"/>
                <a:gd name="connsiteX89" fmla="*/ 86197 w 339699"/>
                <a:gd name="connsiteY89" fmla="*/ 232344 h 492167"/>
                <a:gd name="connsiteX90" fmla="*/ 86190 w 339699"/>
                <a:gd name="connsiteY90" fmla="*/ 213422 h 492167"/>
                <a:gd name="connsiteX91" fmla="*/ 244593 w 339699"/>
                <a:gd name="connsiteY91" fmla="*/ 195605 h 492167"/>
                <a:gd name="connsiteX92" fmla="*/ 281339 w 339699"/>
                <a:gd name="connsiteY92" fmla="*/ 195605 h 492167"/>
                <a:gd name="connsiteX93" fmla="*/ 290248 w 339699"/>
                <a:gd name="connsiteY93" fmla="*/ 204513 h 492167"/>
                <a:gd name="connsiteX94" fmla="*/ 290240 w 339699"/>
                <a:gd name="connsiteY94" fmla="*/ 241252 h 492167"/>
                <a:gd name="connsiteX95" fmla="*/ 281332 w 339699"/>
                <a:gd name="connsiteY95" fmla="*/ 250160 h 492167"/>
                <a:gd name="connsiteX96" fmla="*/ 244593 w 339699"/>
                <a:gd name="connsiteY96" fmla="*/ 250160 h 492167"/>
                <a:gd name="connsiteX97" fmla="*/ 235685 w 339699"/>
                <a:gd name="connsiteY97" fmla="*/ 241252 h 492167"/>
                <a:gd name="connsiteX98" fmla="*/ 235685 w 339699"/>
                <a:gd name="connsiteY98" fmla="*/ 204513 h 492167"/>
                <a:gd name="connsiteX99" fmla="*/ 244593 w 339699"/>
                <a:gd name="connsiteY99" fmla="*/ 195605 h 492167"/>
                <a:gd name="connsiteX100" fmla="*/ 151484 w 339699"/>
                <a:gd name="connsiteY100" fmla="*/ 195605 h 492167"/>
                <a:gd name="connsiteX101" fmla="*/ 188216 w 339699"/>
                <a:gd name="connsiteY101" fmla="*/ 195605 h 492167"/>
                <a:gd name="connsiteX102" fmla="*/ 197124 w 339699"/>
                <a:gd name="connsiteY102" fmla="*/ 204513 h 492167"/>
                <a:gd name="connsiteX103" fmla="*/ 197124 w 339699"/>
                <a:gd name="connsiteY103" fmla="*/ 241252 h 492167"/>
                <a:gd name="connsiteX104" fmla="*/ 188216 w 339699"/>
                <a:gd name="connsiteY104" fmla="*/ 250160 h 492167"/>
                <a:gd name="connsiteX105" fmla="*/ 151484 w 339699"/>
                <a:gd name="connsiteY105" fmla="*/ 250160 h 492167"/>
                <a:gd name="connsiteX106" fmla="*/ 142576 w 339699"/>
                <a:gd name="connsiteY106" fmla="*/ 241252 h 492167"/>
                <a:gd name="connsiteX107" fmla="*/ 142576 w 339699"/>
                <a:gd name="connsiteY107" fmla="*/ 204513 h 492167"/>
                <a:gd name="connsiteX108" fmla="*/ 151484 w 339699"/>
                <a:gd name="connsiteY108" fmla="*/ 195605 h 492167"/>
                <a:gd name="connsiteX109" fmla="*/ 58360 w 339699"/>
                <a:gd name="connsiteY109" fmla="*/ 195605 h 492167"/>
                <a:gd name="connsiteX110" fmla="*/ 95106 w 339699"/>
                <a:gd name="connsiteY110" fmla="*/ 195605 h 492167"/>
                <a:gd name="connsiteX111" fmla="*/ 104015 w 339699"/>
                <a:gd name="connsiteY111" fmla="*/ 204513 h 492167"/>
                <a:gd name="connsiteX112" fmla="*/ 104008 w 339699"/>
                <a:gd name="connsiteY112" fmla="*/ 241252 h 492167"/>
                <a:gd name="connsiteX113" fmla="*/ 95099 w 339699"/>
                <a:gd name="connsiteY113" fmla="*/ 250160 h 492167"/>
                <a:gd name="connsiteX114" fmla="*/ 58360 w 339699"/>
                <a:gd name="connsiteY114" fmla="*/ 250160 h 492167"/>
                <a:gd name="connsiteX115" fmla="*/ 49452 w 339699"/>
                <a:gd name="connsiteY115" fmla="*/ 241252 h 492167"/>
                <a:gd name="connsiteX116" fmla="*/ 49452 w 339699"/>
                <a:gd name="connsiteY116" fmla="*/ 204513 h 492167"/>
                <a:gd name="connsiteX117" fmla="*/ 58360 w 339699"/>
                <a:gd name="connsiteY117" fmla="*/ 195605 h 492167"/>
                <a:gd name="connsiteX118" fmla="*/ 58360 w 339699"/>
                <a:gd name="connsiteY118" fmla="*/ 47143 h 492167"/>
                <a:gd name="connsiteX119" fmla="*/ 281339 w 339699"/>
                <a:gd name="connsiteY119" fmla="*/ 47143 h 492167"/>
                <a:gd name="connsiteX120" fmla="*/ 290247 w 339699"/>
                <a:gd name="connsiteY120" fmla="*/ 56051 h 492167"/>
                <a:gd name="connsiteX121" fmla="*/ 290247 w 339699"/>
                <a:gd name="connsiteY121" fmla="*/ 138008 h 492167"/>
                <a:gd name="connsiteX122" fmla="*/ 281339 w 339699"/>
                <a:gd name="connsiteY122" fmla="*/ 146916 h 492167"/>
                <a:gd name="connsiteX123" fmla="*/ 102146 w 339699"/>
                <a:gd name="connsiteY123" fmla="*/ 146916 h 492167"/>
                <a:gd name="connsiteX124" fmla="*/ 93238 w 339699"/>
                <a:gd name="connsiteY124" fmla="*/ 138008 h 492167"/>
                <a:gd name="connsiteX125" fmla="*/ 102146 w 339699"/>
                <a:gd name="connsiteY125" fmla="*/ 129099 h 492167"/>
                <a:gd name="connsiteX126" fmla="*/ 272431 w 339699"/>
                <a:gd name="connsiteY126" fmla="*/ 129099 h 492167"/>
                <a:gd name="connsiteX127" fmla="*/ 272431 w 339699"/>
                <a:gd name="connsiteY127" fmla="*/ 64960 h 492167"/>
                <a:gd name="connsiteX128" fmla="*/ 67269 w 339699"/>
                <a:gd name="connsiteY128" fmla="*/ 64960 h 492167"/>
                <a:gd name="connsiteX129" fmla="*/ 67269 w 339699"/>
                <a:gd name="connsiteY129" fmla="*/ 138008 h 492167"/>
                <a:gd name="connsiteX130" fmla="*/ 58360 w 339699"/>
                <a:gd name="connsiteY130" fmla="*/ 146916 h 492167"/>
                <a:gd name="connsiteX131" fmla="*/ 49452 w 339699"/>
                <a:gd name="connsiteY131" fmla="*/ 138008 h 492167"/>
                <a:gd name="connsiteX132" fmla="*/ 49452 w 339699"/>
                <a:gd name="connsiteY132" fmla="*/ 56051 h 492167"/>
                <a:gd name="connsiteX133" fmla="*/ 58360 w 339699"/>
                <a:gd name="connsiteY133" fmla="*/ 47143 h 492167"/>
                <a:gd name="connsiteX134" fmla="*/ 8908 w 339699"/>
                <a:gd name="connsiteY134" fmla="*/ 0 h 492167"/>
                <a:gd name="connsiteX135" fmla="*/ 330791 w 339699"/>
                <a:gd name="connsiteY135" fmla="*/ 0 h 492167"/>
                <a:gd name="connsiteX136" fmla="*/ 339699 w 339699"/>
                <a:gd name="connsiteY136" fmla="*/ 8908 h 492167"/>
                <a:gd name="connsiteX137" fmla="*/ 330791 w 339699"/>
                <a:gd name="connsiteY137" fmla="*/ 17817 h 492167"/>
                <a:gd name="connsiteX138" fmla="*/ 17817 w 339699"/>
                <a:gd name="connsiteY138" fmla="*/ 17817 h 492167"/>
                <a:gd name="connsiteX139" fmla="*/ 17817 w 339699"/>
                <a:gd name="connsiteY139" fmla="*/ 474386 h 492167"/>
                <a:gd name="connsiteX140" fmla="*/ 321882 w 339699"/>
                <a:gd name="connsiteY140" fmla="*/ 474386 h 492167"/>
                <a:gd name="connsiteX141" fmla="*/ 321882 w 339699"/>
                <a:gd name="connsiteY141" fmla="*/ 56051 h 492167"/>
                <a:gd name="connsiteX142" fmla="*/ 330791 w 339699"/>
                <a:gd name="connsiteY142" fmla="*/ 47143 h 492167"/>
                <a:gd name="connsiteX143" fmla="*/ 339699 w 339699"/>
                <a:gd name="connsiteY143" fmla="*/ 56051 h 492167"/>
                <a:gd name="connsiteX144" fmla="*/ 339699 w 339699"/>
                <a:gd name="connsiteY144" fmla="*/ 483259 h 492167"/>
                <a:gd name="connsiteX145" fmla="*/ 330791 w 339699"/>
                <a:gd name="connsiteY145" fmla="*/ 492167 h 492167"/>
                <a:gd name="connsiteX146" fmla="*/ 8908 w 339699"/>
                <a:gd name="connsiteY146" fmla="*/ 492167 h 492167"/>
                <a:gd name="connsiteX147" fmla="*/ 0 w 339699"/>
                <a:gd name="connsiteY147" fmla="*/ 483259 h 492167"/>
                <a:gd name="connsiteX148" fmla="*/ 0 w 339699"/>
                <a:gd name="connsiteY148" fmla="*/ 8908 h 492167"/>
                <a:gd name="connsiteX149" fmla="*/ 8908 w 339699"/>
                <a:gd name="connsiteY149" fmla="*/ 0 h 49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339699" h="492167">
                  <a:moveTo>
                    <a:pt x="160393" y="387192"/>
                  </a:moveTo>
                  <a:lnTo>
                    <a:pt x="160393" y="406114"/>
                  </a:lnTo>
                  <a:lnTo>
                    <a:pt x="179307" y="406114"/>
                  </a:lnTo>
                  <a:lnTo>
                    <a:pt x="179307" y="387192"/>
                  </a:lnTo>
                  <a:close/>
                  <a:moveTo>
                    <a:pt x="67269" y="387192"/>
                  </a:moveTo>
                  <a:lnTo>
                    <a:pt x="67269" y="406114"/>
                  </a:lnTo>
                  <a:lnTo>
                    <a:pt x="86197" y="406114"/>
                  </a:lnTo>
                  <a:lnTo>
                    <a:pt x="86190" y="387192"/>
                  </a:lnTo>
                  <a:close/>
                  <a:moveTo>
                    <a:pt x="244593" y="369375"/>
                  </a:moveTo>
                  <a:lnTo>
                    <a:pt x="281339" y="369375"/>
                  </a:lnTo>
                  <a:cubicBezTo>
                    <a:pt x="286259" y="369375"/>
                    <a:pt x="290248" y="373363"/>
                    <a:pt x="290248" y="378283"/>
                  </a:cubicBezTo>
                  <a:cubicBezTo>
                    <a:pt x="290248" y="383203"/>
                    <a:pt x="286259" y="387192"/>
                    <a:pt x="281339" y="387192"/>
                  </a:cubicBezTo>
                  <a:lnTo>
                    <a:pt x="253503" y="387192"/>
                  </a:lnTo>
                  <a:lnTo>
                    <a:pt x="253503" y="406114"/>
                  </a:lnTo>
                  <a:lnTo>
                    <a:pt x="281332" y="406114"/>
                  </a:lnTo>
                  <a:cubicBezTo>
                    <a:pt x="286252" y="406114"/>
                    <a:pt x="290240" y="410102"/>
                    <a:pt x="290240" y="415022"/>
                  </a:cubicBezTo>
                  <a:cubicBezTo>
                    <a:pt x="290240" y="419942"/>
                    <a:pt x="286252" y="423930"/>
                    <a:pt x="281332" y="423930"/>
                  </a:cubicBezTo>
                  <a:lnTo>
                    <a:pt x="244593" y="423930"/>
                  </a:lnTo>
                  <a:cubicBezTo>
                    <a:pt x="239673" y="423930"/>
                    <a:pt x="235685" y="419942"/>
                    <a:pt x="235685" y="415022"/>
                  </a:cubicBezTo>
                  <a:lnTo>
                    <a:pt x="235685" y="378283"/>
                  </a:lnTo>
                  <a:cubicBezTo>
                    <a:pt x="235685" y="373363"/>
                    <a:pt x="239673" y="369375"/>
                    <a:pt x="244593" y="369375"/>
                  </a:cubicBezTo>
                  <a:close/>
                  <a:moveTo>
                    <a:pt x="151484" y="369375"/>
                  </a:moveTo>
                  <a:lnTo>
                    <a:pt x="188216" y="369375"/>
                  </a:lnTo>
                  <a:cubicBezTo>
                    <a:pt x="188218" y="369375"/>
                    <a:pt x="188221" y="369375"/>
                    <a:pt x="188223" y="369375"/>
                  </a:cubicBezTo>
                  <a:cubicBezTo>
                    <a:pt x="193143" y="369379"/>
                    <a:pt x="197128" y="373371"/>
                    <a:pt x="197124" y="378290"/>
                  </a:cubicBezTo>
                  <a:lnTo>
                    <a:pt x="197124" y="415022"/>
                  </a:lnTo>
                  <a:cubicBezTo>
                    <a:pt x="197124" y="419942"/>
                    <a:pt x="193136" y="423930"/>
                    <a:pt x="188216" y="423930"/>
                  </a:cubicBezTo>
                  <a:lnTo>
                    <a:pt x="151484" y="423930"/>
                  </a:lnTo>
                  <a:cubicBezTo>
                    <a:pt x="146564" y="423930"/>
                    <a:pt x="142576" y="419942"/>
                    <a:pt x="142576" y="415022"/>
                  </a:cubicBezTo>
                  <a:lnTo>
                    <a:pt x="142576" y="378283"/>
                  </a:lnTo>
                  <a:cubicBezTo>
                    <a:pt x="142576" y="373363"/>
                    <a:pt x="146564" y="369375"/>
                    <a:pt x="151484" y="369375"/>
                  </a:cubicBezTo>
                  <a:close/>
                  <a:moveTo>
                    <a:pt x="58360" y="369375"/>
                  </a:moveTo>
                  <a:lnTo>
                    <a:pt x="95106" y="369375"/>
                  </a:lnTo>
                  <a:cubicBezTo>
                    <a:pt x="100026" y="369379"/>
                    <a:pt x="104011" y="373371"/>
                    <a:pt x="104008" y="378290"/>
                  </a:cubicBezTo>
                  <a:lnTo>
                    <a:pt x="104008" y="415022"/>
                  </a:lnTo>
                  <a:cubicBezTo>
                    <a:pt x="104008" y="419942"/>
                    <a:pt x="100019" y="423930"/>
                    <a:pt x="95099" y="423930"/>
                  </a:cubicBezTo>
                  <a:lnTo>
                    <a:pt x="58360" y="423930"/>
                  </a:lnTo>
                  <a:cubicBezTo>
                    <a:pt x="53440" y="423930"/>
                    <a:pt x="49452" y="419942"/>
                    <a:pt x="49452" y="415022"/>
                  </a:cubicBezTo>
                  <a:lnTo>
                    <a:pt x="49452" y="378283"/>
                  </a:lnTo>
                  <a:cubicBezTo>
                    <a:pt x="49452" y="373363"/>
                    <a:pt x="53440" y="369375"/>
                    <a:pt x="58360" y="369375"/>
                  </a:cubicBezTo>
                  <a:close/>
                  <a:moveTo>
                    <a:pt x="253503" y="300311"/>
                  </a:moveTo>
                  <a:lnTo>
                    <a:pt x="253503" y="319197"/>
                  </a:lnTo>
                  <a:lnTo>
                    <a:pt x="272431" y="319197"/>
                  </a:lnTo>
                  <a:lnTo>
                    <a:pt x="272424" y="300311"/>
                  </a:lnTo>
                  <a:close/>
                  <a:moveTo>
                    <a:pt x="67269" y="300311"/>
                  </a:moveTo>
                  <a:lnTo>
                    <a:pt x="67269" y="319197"/>
                  </a:lnTo>
                  <a:lnTo>
                    <a:pt x="86197" y="319197"/>
                  </a:lnTo>
                  <a:lnTo>
                    <a:pt x="86190" y="300311"/>
                  </a:lnTo>
                  <a:close/>
                  <a:moveTo>
                    <a:pt x="244593" y="282494"/>
                  </a:moveTo>
                  <a:lnTo>
                    <a:pt x="281339" y="282494"/>
                  </a:lnTo>
                  <a:cubicBezTo>
                    <a:pt x="286259" y="282494"/>
                    <a:pt x="290248" y="286482"/>
                    <a:pt x="290248" y="291402"/>
                  </a:cubicBezTo>
                  <a:lnTo>
                    <a:pt x="290240" y="328134"/>
                  </a:lnTo>
                  <a:cubicBezTo>
                    <a:pt x="290240" y="333054"/>
                    <a:pt x="286252" y="337042"/>
                    <a:pt x="281332" y="337042"/>
                  </a:cubicBezTo>
                  <a:lnTo>
                    <a:pt x="244593" y="337042"/>
                  </a:lnTo>
                  <a:cubicBezTo>
                    <a:pt x="239673" y="337042"/>
                    <a:pt x="235685" y="333054"/>
                    <a:pt x="235685" y="328134"/>
                  </a:cubicBezTo>
                  <a:lnTo>
                    <a:pt x="235685" y="291402"/>
                  </a:lnTo>
                  <a:cubicBezTo>
                    <a:pt x="235685" y="286482"/>
                    <a:pt x="239673" y="282494"/>
                    <a:pt x="244593" y="282494"/>
                  </a:cubicBezTo>
                  <a:close/>
                  <a:moveTo>
                    <a:pt x="151484" y="282494"/>
                  </a:moveTo>
                  <a:lnTo>
                    <a:pt x="188216" y="282494"/>
                  </a:lnTo>
                  <a:cubicBezTo>
                    <a:pt x="193136" y="282494"/>
                    <a:pt x="197124" y="286482"/>
                    <a:pt x="197124" y="291402"/>
                  </a:cubicBezTo>
                  <a:lnTo>
                    <a:pt x="197124" y="328134"/>
                  </a:lnTo>
                  <a:cubicBezTo>
                    <a:pt x="197124" y="333054"/>
                    <a:pt x="193136" y="337042"/>
                    <a:pt x="188216" y="337042"/>
                  </a:cubicBezTo>
                  <a:cubicBezTo>
                    <a:pt x="183296" y="337042"/>
                    <a:pt x="179307" y="333054"/>
                    <a:pt x="179307" y="328134"/>
                  </a:cubicBezTo>
                  <a:lnTo>
                    <a:pt x="179307" y="300339"/>
                  </a:lnTo>
                  <a:lnTo>
                    <a:pt x="160393" y="300339"/>
                  </a:lnTo>
                  <a:lnTo>
                    <a:pt x="160393" y="328134"/>
                  </a:lnTo>
                  <a:cubicBezTo>
                    <a:pt x="160393" y="333054"/>
                    <a:pt x="156404" y="337042"/>
                    <a:pt x="151484" y="337042"/>
                  </a:cubicBezTo>
                  <a:cubicBezTo>
                    <a:pt x="146564" y="337042"/>
                    <a:pt x="142576" y="333054"/>
                    <a:pt x="142576" y="328134"/>
                  </a:cubicBezTo>
                  <a:lnTo>
                    <a:pt x="142576" y="291402"/>
                  </a:lnTo>
                  <a:cubicBezTo>
                    <a:pt x="142576" y="286482"/>
                    <a:pt x="146564" y="282494"/>
                    <a:pt x="151484" y="282494"/>
                  </a:cubicBezTo>
                  <a:close/>
                  <a:moveTo>
                    <a:pt x="58360" y="282494"/>
                  </a:moveTo>
                  <a:lnTo>
                    <a:pt x="95106" y="282494"/>
                  </a:lnTo>
                  <a:cubicBezTo>
                    <a:pt x="100026" y="282494"/>
                    <a:pt x="104015" y="286482"/>
                    <a:pt x="104015" y="291402"/>
                  </a:cubicBezTo>
                  <a:lnTo>
                    <a:pt x="104008" y="328134"/>
                  </a:lnTo>
                  <a:cubicBezTo>
                    <a:pt x="104008" y="333054"/>
                    <a:pt x="100019" y="337042"/>
                    <a:pt x="95099" y="337042"/>
                  </a:cubicBezTo>
                  <a:lnTo>
                    <a:pt x="58360" y="337042"/>
                  </a:lnTo>
                  <a:cubicBezTo>
                    <a:pt x="53440" y="337042"/>
                    <a:pt x="49452" y="333054"/>
                    <a:pt x="49452" y="328134"/>
                  </a:cubicBezTo>
                  <a:lnTo>
                    <a:pt x="49452" y="291402"/>
                  </a:lnTo>
                  <a:cubicBezTo>
                    <a:pt x="49452" y="286482"/>
                    <a:pt x="53440" y="282494"/>
                    <a:pt x="58360" y="282494"/>
                  </a:cubicBezTo>
                  <a:close/>
                  <a:moveTo>
                    <a:pt x="253503" y="213422"/>
                  </a:moveTo>
                  <a:lnTo>
                    <a:pt x="253503" y="232344"/>
                  </a:lnTo>
                  <a:lnTo>
                    <a:pt x="272431" y="232344"/>
                  </a:lnTo>
                  <a:lnTo>
                    <a:pt x="272424" y="213422"/>
                  </a:lnTo>
                  <a:close/>
                  <a:moveTo>
                    <a:pt x="160393" y="213422"/>
                  </a:moveTo>
                  <a:lnTo>
                    <a:pt x="160393" y="232344"/>
                  </a:lnTo>
                  <a:lnTo>
                    <a:pt x="179307" y="232344"/>
                  </a:lnTo>
                  <a:lnTo>
                    <a:pt x="179307" y="213422"/>
                  </a:lnTo>
                  <a:close/>
                  <a:moveTo>
                    <a:pt x="67269" y="213422"/>
                  </a:moveTo>
                  <a:lnTo>
                    <a:pt x="67269" y="232344"/>
                  </a:lnTo>
                  <a:lnTo>
                    <a:pt x="86197" y="232344"/>
                  </a:lnTo>
                  <a:lnTo>
                    <a:pt x="86190" y="213422"/>
                  </a:lnTo>
                  <a:close/>
                  <a:moveTo>
                    <a:pt x="244593" y="195605"/>
                  </a:moveTo>
                  <a:lnTo>
                    <a:pt x="281339" y="195605"/>
                  </a:lnTo>
                  <a:cubicBezTo>
                    <a:pt x="286259" y="195605"/>
                    <a:pt x="290248" y="199593"/>
                    <a:pt x="290248" y="204513"/>
                  </a:cubicBezTo>
                  <a:lnTo>
                    <a:pt x="290240" y="241252"/>
                  </a:lnTo>
                  <a:cubicBezTo>
                    <a:pt x="290240" y="246172"/>
                    <a:pt x="286252" y="250160"/>
                    <a:pt x="281332" y="250160"/>
                  </a:cubicBezTo>
                  <a:lnTo>
                    <a:pt x="244593" y="250160"/>
                  </a:lnTo>
                  <a:cubicBezTo>
                    <a:pt x="239673" y="250160"/>
                    <a:pt x="235685" y="246172"/>
                    <a:pt x="235685" y="241252"/>
                  </a:cubicBezTo>
                  <a:lnTo>
                    <a:pt x="235685" y="204513"/>
                  </a:lnTo>
                  <a:cubicBezTo>
                    <a:pt x="235685" y="199593"/>
                    <a:pt x="239673" y="195605"/>
                    <a:pt x="244593" y="195605"/>
                  </a:cubicBezTo>
                  <a:close/>
                  <a:moveTo>
                    <a:pt x="151484" y="195605"/>
                  </a:moveTo>
                  <a:lnTo>
                    <a:pt x="188216" y="195605"/>
                  </a:lnTo>
                  <a:cubicBezTo>
                    <a:pt x="193136" y="195605"/>
                    <a:pt x="197124" y="199593"/>
                    <a:pt x="197124" y="204513"/>
                  </a:cubicBezTo>
                  <a:lnTo>
                    <a:pt x="197124" y="241252"/>
                  </a:lnTo>
                  <a:cubicBezTo>
                    <a:pt x="197124" y="246172"/>
                    <a:pt x="193136" y="250160"/>
                    <a:pt x="188216" y="250160"/>
                  </a:cubicBezTo>
                  <a:lnTo>
                    <a:pt x="151484" y="250160"/>
                  </a:lnTo>
                  <a:cubicBezTo>
                    <a:pt x="146564" y="250160"/>
                    <a:pt x="142576" y="246172"/>
                    <a:pt x="142576" y="241252"/>
                  </a:cubicBezTo>
                  <a:lnTo>
                    <a:pt x="142576" y="204513"/>
                  </a:lnTo>
                  <a:cubicBezTo>
                    <a:pt x="142576" y="199593"/>
                    <a:pt x="146564" y="195605"/>
                    <a:pt x="151484" y="195605"/>
                  </a:cubicBezTo>
                  <a:close/>
                  <a:moveTo>
                    <a:pt x="58360" y="195605"/>
                  </a:moveTo>
                  <a:lnTo>
                    <a:pt x="95106" y="195605"/>
                  </a:lnTo>
                  <a:cubicBezTo>
                    <a:pt x="100026" y="195605"/>
                    <a:pt x="104015" y="199593"/>
                    <a:pt x="104015" y="204513"/>
                  </a:cubicBezTo>
                  <a:lnTo>
                    <a:pt x="104008" y="241252"/>
                  </a:lnTo>
                  <a:cubicBezTo>
                    <a:pt x="104008" y="246172"/>
                    <a:pt x="100019" y="250160"/>
                    <a:pt x="95099" y="250160"/>
                  </a:cubicBezTo>
                  <a:lnTo>
                    <a:pt x="58360" y="250160"/>
                  </a:lnTo>
                  <a:cubicBezTo>
                    <a:pt x="53440" y="250160"/>
                    <a:pt x="49452" y="246172"/>
                    <a:pt x="49452" y="241252"/>
                  </a:cubicBezTo>
                  <a:lnTo>
                    <a:pt x="49452" y="204513"/>
                  </a:lnTo>
                  <a:cubicBezTo>
                    <a:pt x="49452" y="199593"/>
                    <a:pt x="53440" y="195605"/>
                    <a:pt x="58360" y="195605"/>
                  </a:cubicBezTo>
                  <a:close/>
                  <a:moveTo>
                    <a:pt x="58360" y="47143"/>
                  </a:moveTo>
                  <a:lnTo>
                    <a:pt x="281339" y="47143"/>
                  </a:lnTo>
                  <a:cubicBezTo>
                    <a:pt x="286259" y="47143"/>
                    <a:pt x="290247" y="51131"/>
                    <a:pt x="290247" y="56051"/>
                  </a:cubicBezTo>
                  <a:lnTo>
                    <a:pt x="290247" y="138008"/>
                  </a:lnTo>
                  <a:cubicBezTo>
                    <a:pt x="290247" y="142928"/>
                    <a:pt x="286259" y="146916"/>
                    <a:pt x="281339" y="146916"/>
                  </a:cubicBezTo>
                  <a:lnTo>
                    <a:pt x="102146" y="146916"/>
                  </a:lnTo>
                  <a:cubicBezTo>
                    <a:pt x="97227" y="146916"/>
                    <a:pt x="93238" y="142928"/>
                    <a:pt x="93238" y="138008"/>
                  </a:cubicBezTo>
                  <a:cubicBezTo>
                    <a:pt x="93238" y="133088"/>
                    <a:pt x="97227" y="129099"/>
                    <a:pt x="102146" y="129099"/>
                  </a:cubicBezTo>
                  <a:lnTo>
                    <a:pt x="272431" y="129099"/>
                  </a:lnTo>
                  <a:lnTo>
                    <a:pt x="272431" y="64960"/>
                  </a:lnTo>
                  <a:lnTo>
                    <a:pt x="67269" y="64960"/>
                  </a:lnTo>
                  <a:lnTo>
                    <a:pt x="67269" y="138008"/>
                  </a:lnTo>
                  <a:cubicBezTo>
                    <a:pt x="67269" y="142928"/>
                    <a:pt x="63280" y="146916"/>
                    <a:pt x="58360" y="146916"/>
                  </a:cubicBezTo>
                  <a:cubicBezTo>
                    <a:pt x="53440" y="146916"/>
                    <a:pt x="49452" y="142928"/>
                    <a:pt x="49452" y="138008"/>
                  </a:cubicBezTo>
                  <a:lnTo>
                    <a:pt x="49452" y="56051"/>
                  </a:lnTo>
                  <a:cubicBezTo>
                    <a:pt x="49452" y="51131"/>
                    <a:pt x="53440" y="47143"/>
                    <a:pt x="58360" y="47143"/>
                  </a:cubicBezTo>
                  <a:close/>
                  <a:moveTo>
                    <a:pt x="8908" y="0"/>
                  </a:moveTo>
                  <a:lnTo>
                    <a:pt x="330791" y="0"/>
                  </a:lnTo>
                  <a:cubicBezTo>
                    <a:pt x="335710" y="0"/>
                    <a:pt x="339699" y="3988"/>
                    <a:pt x="339699" y="8908"/>
                  </a:cubicBezTo>
                  <a:cubicBezTo>
                    <a:pt x="339699" y="13828"/>
                    <a:pt x="335710" y="17817"/>
                    <a:pt x="330791" y="17817"/>
                  </a:cubicBezTo>
                  <a:lnTo>
                    <a:pt x="17817" y="17817"/>
                  </a:lnTo>
                  <a:lnTo>
                    <a:pt x="17817" y="474386"/>
                  </a:lnTo>
                  <a:lnTo>
                    <a:pt x="321882" y="474386"/>
                  </a:lnTo>
                  <a:lnTo>
                    <a:pt x="321882" y="56051"/>
                  </a:lnTo>
                  <a:cubicBezTo>
                    <a:pt x="321882" y="51131"/>
                    <a:pt x="325871" y="47143"/>
                    <a:pt x="330791" y="47143"/>
                  </a:cubicBezTo>
                  <a:cubicBezTo>
                    <a:pt x="335710" y="47143"/>
                    <a:pt x="339699" y="51131"/>
                    <a:pt x="339699" y="56051"/>
                  </a:cubicBezTo>
                  <a:lnTo>
                    <a:pt x="339699" y="483259"/>
                  </a:lnTo>
                  <a:cubicBezTo>
                    <a:pt x="339699" y="488179"/>
                    <a:pt x="335710" y="492167"/>
                    <a:pt x="330791" y="492167"/>
                  </a:cubicBezTo>
                  <a:lnTo>
                    <a:pt x="8908" y="492167"/>
                  </a:lnTo>
                  <a:cubicBezTo>
                    <a:pt x="3988" y="492167"/>
                    <a:pt x="0" y="488179"/>
                    <a:pt x="0" y="483259"/>
                  </a:cubicBezTo>
                  <a:lnTo>
                    <a:pt x="0" y="8908"/>
                  </a:lnTo>
                  <a:cubicBezTo>
                    <a:pt x="0" y="3988"/>
                    <a:pt x="3988" y="0"/>
                    <a:pt x="8908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7" name="Group 270">
            <a:extLst>
              <a:ext uri="{FF2B5EF4-FFF2-40B4-BE49-F238E27FC236}">
                <a16:creationId xmlns:a16="http://schemas.microsoft.com/office/drawing/2014/main" id="{C06A94FC-24E2-692B-4390-9C00F522F7E9}"/>
              </a:ext>
            </a:extLst>
          </p:cNvPr>
          <p:cNvGrpSpPr/>
          <p:nvPr/>
        </p:nvGrpSpPr>
        <p:grpSpPr>
          <a:xfrm>
            <a:off x="5851650" y="2279907"/>
            <a:ext cx="492167" cy="434940"/>
            <a:chOff x="5851650" y="2279907"/>
            <a:chExt cx="492167" cy="434940"/>
          </a:xfrm>
          <a:noFill/>
        </p:grpSpPr>
        <p:sp>
          <p:nvSpPr>
            <p:cNvPr id="168" name="Freeform: Shape 142">
              <a:extLst>
                <a:ext uri="{FF2B5EF4-FFF2-40B4-BE49-F238E27FC236}">
                  <a16:creationId xmlns:a16="http://schemas.microsoft.com/office/drawing/2014/main" id="{1EAD5C34-DAB5-1B29-45B9-57B6405B1FB7}"/>
                </a:ext>
              </a:extLst>
            </p:cNvPr>
            <p:cNvSpPr/>
            <p:nvPr/>
          </p:nvSpPr>
          <p:spPr>
            <a:xfrm>
              <a:off x="5860559" y="2326230"/>
              <a:ext cx="474351" cy="379709"/>
            </a:xfrm>
            <a:custGeom>
              <a:avLst/>
              <a:gdLst>
                <a:gd name="connsiteX0" fmla="*/ 383969 w 474351"/>
                <a:gd name="connsiteY0" fmla="*/ 289328 h 379709"/>
                <a:gd name="connsiteX1" fmla="*/ 474350 w 474351"/>
                <a:gd name="connsiteY1" fmla="*/ 289328 h 379709"/>
                <a:gd name="connsiteX2" fmla="*/ 383969 w 474351"/>
                <a:gd name="connsiteY2" fmla="*/ 379709 h 379709"/>
                <a:gd name="connsiteX3" fmla="*/ 0 w 474351"/>
                <a:gd name="connsiteY3" fmla="*/ 0 h 379709"/>
                <a:gd name="connsiteX4" fmla="*/ 474351 w 474351"/>
                <a:gd name="connsiteY4" fmla="*/ 0 h 379709"/>
                <a:gd name="connsiteX5" fmla="*/ 474351 w 474351"/>
                <a:gd name="connsiteY5" fmla="*/ 96210 h 379709"/>
                <a:gd name="connsiteX6" fmla="*/ 0 w 474351"/>
                <a:gd name="connsiteY6" fmla="*/ 96210 h 37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351" h="379709">
                  <a:moveTo>
                    <a:pt x="383969" y="289328"/>
                  </a:moveTo>
                  <a:lnTo>
                    <a:pt x="474350" y="289328"/>
                  </a:lnTo>
                  <a:lnTo>
                    <a:pt x="383969" y="379709"/>
                  </a:lnTo>
                  <a:close/>
                  <a:moveTo>
                    <a:pt x="0" y="0"/>
                  </a:moveTo>
                  <a:lnTo>
                    <a:pt x="474351" y="0"/>
                  </a:lnTo>
                  <a:lnTo>
                    <a:pt x="474351" y="96210"/>
                  </a:lnTo>
                  <a:lnTo>
                    <a:pt x="0" y="96210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" name="Freeform: Shape 143">
              <a:extLst>
                <a:ext uri="{FF2B5EF4-FFF2-40B4-BE49-F238E27FC236}">
                  <a16:creationId xmlns:a16="http://schemas.microsoft.com/office/drawing/2014/main" id="{19D04DCC-61F0-359A-8A6F-2803A1FB2C18}"/>
                </a:ext>
              </a:extLst>
            </p:cNvPr>
            <p:cNvSpPr/>
            <p:nvPr/>
          </p:nvSpPr>
          <p:spPr>
            <a:xfrm>
              <a:off x="5851650" y="2279907"/>
              <a:ext cx="492167" cy="434940"/>
            </a:xfrm>
            <a:custGeom>
              <a:avLst/>
              <a:gdLst>
                <a:gd name="connsiteX0" fmla="*/ 396635 w 492167"/>
                <a:gd name="connsiteY0" fmla="*/ 0 h 434940"/>
                <a:gd name="connsiteX1" fmla="*/ 405543 w 492167"/>
                <a:gd name="connsiteY1" fmla="*/ 8908 h 434940"/>
                <a:gd name="connsiteX2" fmla="*/ 405543 w 492167"/>
                <a:gd name="connsiteY2" fmla="*/ 79285 h 434940"/>
                <a:gd name="connsiteX3" fmla="*/ 396635 w 492167"/>
                <a:gd name="connsiteY3" fmla="*/ 88193 h 434940"/>
                <a:gd name="connsiteX4" fmla="*/ 387726 w 492167"/>
                <a:gd name="connsiteY4" fmla="*/ 79285 h 434940"/>
                <a:gd name="connsiteX5" fmla="*/ 387726 w 492167"/>
                <a:gd name="connsiteY5" fmla="*/ 55233 h 434940"/>
                <a:gd name="connsiteX6" fmla="*/ 139183 w 492167"/>
                <a:gd name="connsiteY6" fmla="*/ 55233 h 434940"/>
                <a:gd name="connsiteX7" fmla="*/ 130275 w 492167"/>
                <a:gd name="connsiteY7" fmla="*/ 46324 h 434940"/>
                <a:gd name="connsiteX8" fmla="*/ 139183 w 492167"/>
                <a:gd name="connsiteY8" fmla="*/ 37416 h 434940"/>
                <a:gd name="connsiteX9" fmla="*/ 387726 w 492167"/>
                <a:gd name="connsiteY9" fmla="*/ 37416 h 434940"/>
                <a:gd name="connsiteX10" fmla="*/ 387726 w 492167"/>
                <a:gd name="connsiteY10" fmla="*/ 8908 h 434940"/>
                <a:gd name="connsiteX11" fmla="*/ 396635 w 492167"/>
                <a:gd name="connsiteY11" fmla="*/ 0 h 434940"/>
                <a:gd name="connsiteX12" fmla="*/ 95533 w 492167"/>
                <a:gd name="connsiteY12" fmla="*/ 0 h 434940"/>
                <a:gd name="connsiteX13" fmla="*/ 104441 w 492167"/>
                <a:gd name="connsiteY13" fmla="*/ 8908 h 434940"/>
                <a:gd name="connsiteX14" fmla="*/ 104441 w 492167"/>
                <a:gd name="connsiteY14" fmla="*/ 79284 h 434940"/>
                <a:gd name="connsiteX15" fmla="*/ 95533 w 492167"/>
                <a:gd name="connsiteY15" fmla="*/ 88192 h 434940"/>
                <a:gd name="connsiteX16" fmla="*/ 86624 w 492167"/>
                <a:gd name="connsiteY16" fmla="*/ 79284 h 434940"/>
                <a:gd name="connsiteX17" fmla="*/ 86624 w 492167"/>
                <a:gd name="connsiteY17" fmla="*/ 55232 h 434940"/>
                <a:gd name="connsiteX18" fmla="*/ 17817 w 492167"/>
                <a:gd name="connsiteY18" fmla="*/ 55232 h 434940"/>
                <a:gd name="connsiteX19" fmla="*/ 17817 w 492167"/>
                <a:gd name="connsiteY19" fmla="*/ 133625 h 434940"/>
                <a:gd name="connsiteX20" fmla="*/ 474351 w 492167"/>
                <a:gd name="connsiteY20" fmla="*/ 133625 h 434940"/>
                <a:gd name="connsiteX21" fmla="*/ 474351 w 492167"/>
                <a:gd name="connsiteY21" fmla="*/ 55232 h 434940"/>
                <a:gd name="connsiteX22" fmla="*/ 443257 w 492167"/>
                <a:gd name="connsiteY22" fmla="*/ 55232 h 434940"/>
                <a:gd name="connsiteX23" fmla="*/ 434349 w 492167"/>
                <a:gd name="connsiteY23" fmla="*/ 46323 h 434940"/>
                <a:gd name="connsiteX24" fmla="*/ 443257 w 492167"/>
                <a:gd name="connsiteY24" fmla="*/ 37415 h 434940"/>
                <a:gd name="connsiteX25" fmla="*/ 483259 w 492167"/>
                <a:gd name="connsiteY25" fmla="*/ 37415 h 434940"/>
                <a:gd name="connsiteX26" fmla="*/ 492167 w 492167"/>
                <a:gd name="connsiteY26" fmla="*/ 46309 h 434940"/>
                <a:gd name="connsiteX27" fmla="*/ 492167 w 492167"/>
                <a:gd name="connsiteY27" fmla="*/ 335652 h 434940"/>
                <a:gd name="connsiteX28" fmla="*/ 489559 w 492167"/>
                <a:gd name="connsiteY28" fmla="*/ 341952 h 434940"/>
                <a:gd name="connsiteX29" fmla="*/ 399193 w 492167"/>
                <a:gd name="connsiteY29" fmla="*/ 432325 h 434940"/>
                <a:gd name="connsiteX30" fmla="*/ 392893 w 492167"/>
                <a:gd name="connsiteY30" fmla="*/ 434940 h 434940"/>
                <a:gd name="connsiteX31" fmla="*/ 8908 w 492167"/>
                <a:gd name="connsiteY31" fmla="*/ 434940 h 434940"/>
                <a:gd name="connsiteX32" fmla="*/ 0 w 492167"/>
                <a:gd name="connsiteY32" fmla="*/ 426032 h 434940"/>
                <a:gd name="connsiteX33" fmla="*/ 0 w 492167"/>
                <a:gd name="connsiteY33" fmla="*/ 190746 h 434940"/>
                <a:gd name="connsiteX34" fmla="*/ 8908 w 492167"/>
                <a:gd name="connsiteY34" fmla="*/ 181837 h 434940"/>
                <a:gd name="connsiteX35" fmla="*/ 17817 w 492167"/>
                <a:gd name="connsiteY35" fmla="*/ 190746 h 434940"/>
                <a:gd name="connsiteX36" fmla="*/ 17817 w 492167"/>
                <a:gd name="connsiteY36" fmla="*/ 417124 h 434940"/>
                <a:gd name="connsiteX37" fmla="*/ 383985 w 492167"/>
                <a:gd name="connsiteY37" fmla="*/ 417124 h 434940"/>
                <a:gd name="connsiteX38" fmla="*/ 383985 w 492167"/>
                <a:gd name="connsiteY38" fmla="*/ 335652 h 434940"/>
                <a:gd name="connsiteX39" fmla="*/ 392893 w 492167"/>
                <a:gd name="connsiteY39" fmla="*/ 326744 h 434940"/>
                <a:gd name="connsiteX40" fmla="*/ 438069 w 492167"/>
                <a:gd name="connsiteY40" fmla="*/ 326744 h 434940"/>
                <a:gd name="connsiteX41" fmla="*/ 446977 w 492167"/>
                <a:gd name="connsiteY41" fmla="*/ 335652 h 434940"/>
                <a:gd name="connsiteX42" fmla="*/ 438069 w 492167"/>
                <a:gd name="connsiteY42" fmla="*/ 344560 h 434940"/>
                <a:gd name="connsiteX43" fmla="*/ 401787 w 492167"/>
                <a:gd name="connsiteY43" fmla="*/ 344560 h 434940"/>
                <a:gd name="connsiteX44" fmla="*/ 401787 w 492167"/>
                <a:gd name="connsiteY44" fmla="*/ 404524 h 434940"/>
                <a:gd name="connsiteX45" fmla="*/ 474351 w 492167"/>
                <a:gd name="connsiteY45" fmla="*/ 331960 h 434940"/>
                <a:gd name="connsiteX46" fmla="*/ 474351 w 492167"/>
                <a:gd name="connsiteY46" fmla="*/ 151441 h 434940"/>
                <a:gd name="connsiteX47" fmla="*/ 8908 w 492167"/>
                <a:gd name="connsiteY47" fmla="*/ 151441 h 434940"/>
                <a:gd name="connsiteX48" fmla="*/ 0 w 492167"/>
                <a:gd name="connsiteY48" fmla="*/ 142533 h 434940"/>
                <a:gd name="connsiteX49" fmla="*/ 0 w 492167"/>
                <a:gd name="connsiteY49" fmla="*/ 46323 h 434940"/>
                <a:gd name="connsiteX50" fmla="*/ 8908 w 492167"/>
                <a:gd name="connsiteY50" fmla="*/ 37415 h 434940"/>
                <a:gd name="connsiteX51" fmla="*/ 86624 w 492167"/>
                <a:gd name="connsiteY51" fmla="*/ 37415 h 434940"/>
                <a:gd name="connsiteX52" fmla="*/ 86624 w 492167"/>
                <a:gd name="connsiteY52" fmla="*/ 8908 h 434940"/>
                <a:gd name="connsiteX53" fmla="*/ 95533 w 492167"/>
                <a:gd name="connsiteY53" fmla="*/ 0 h 43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92167" h="434940">
                  <a:moveTo>
                    <a:pt x="396635" y="0"/>
                  </a:moveTo>
                  <a:cubicBezTo>
                    <a:pt x="401554" y="0"/>
                    <a:pt x="405543" y="3988"/>
                    <a:pt x="405543" y="8908"/>
                  </a:cubicBezTo>
                  <a:lnTo>
                    <a:pt x="405543" y="79285"/>
                  </a:lnTo>
                  <a:cubicBezTo>
                    <a:pt x="405543" y="84205"/>
                    <a:pt x="401554" y="88193"/>
                    <a:pt x="396635" y="88193"/>
                  </a:cubicBezTo>
                  <a:cubicBezTo>
                    <a:pt x="391715" y="88193"/>
                    <a:pt x="387726" y="84205"/>
                    <a:pt x="387726" y="79285"/>
                  </a:cubicBezTo>
                  <a:lnTo>
                    <a:pt x="387726" y="55233"/>
                  </a:lnTo>
                  <a:lnTo>
                    <a:pt x="139183" y="55233"/>
                  </a:lnTo>
                  <a:cubicBezTo>
                    <a:pt x="134263" y="55233"/>
                    <a:pt x="130275" y="51244"/>
                    <a:pt x="130275" y="46324"/>
                  </a:cubicBezTo>
                  <a:cubicBezTo>
                    <a:pt x="130275" y="41404"/>
                    <a:pt x="134263" y="37416"/>
                    <a:pt x="139183" y="37416"/>
                  </a:cubicBezTo>
                  <a:lnTo>
                    <a:pt x="387726" y="37416"/>
                  </a:lnTo>
                  <a:lnTo>
                    <a:pt x="387726" y="8908"/>
                  </a:lnTo>
                  <a:cubicBezTo>
                    <a:pt x="387726" y="3988"/>
                    <a:pt x="391715" y="0"/>
                    <a:pt x="396635" y="0"/>
                  </a:cubicBezTo>
                  <a:close/>
                  <a:moveTo>
                    <a:pt x="95533" y="0"/>
                  </a:moveTo>
                  <a:cubicBezTo>
                    <a:pt x="100453" y="0"/>
                    <a:pt x="104441" y="3988"/>
                    <a:pt x="104441" y="8908"/>
                  </a:cubicBezTo>
                  <a:lnTo>
                    <a:pt x="104441" y="79284"/>
                  </a:lnTo>
                  <a:cubicBezTo>
                    <a:pt x="104441" y="84204"/>
                    <a:pt x="100453" y="88192"/>
                    <a:pt x="95533" y="88192"/>
                  </a:cubicBezTo>
                  <a:cubicBezTo>
                    <a:pt x="90613" y="88192"/>
                    <a:pt x="86624" y="84204"/>
                    <a:pt x="86624" y="79284"/>
                  </a:cubicBezTo>
                  <a:lnTo>
                    <a:pt x="86624" y="55232"/>
                  </a:lnTo>
                  <a:lnTo>
                    <a:pt x="17817" y="55232"/>
                  </a:lnTo>
                  <a:lnTo>
                    <a:pt x="17817" y="133625"/>
                  </a:lnTo>
                  <a:lnTo>
                    <a:pt x="474351" y="133625"/>
                  </a:lnTo>
                  <a:lnTo>
                    <a:pt x="474351" y="55232"/>
                  </a:lnTo>
                  <a:lnTo>
                    <a:pt x="443257" y="55232"/>
                  </a:lnTo>
                  <a:cubicBezTo>
                    <a:pt x="438337" y="55232"/>
                    <a:pt x="434349" y="51243"/>
                    <a:pt x="434349" y="46323"/>
                  </a:cubicBezTo>
                  <a:cubicBezTo>
                    <a:pt x="434349" y="41403"/>
                    <a:pt x="438337" y="37415"/>
                    <a:pt x="443257" y="37415"/>
                  </a:cubicBezTo>
                  <a:lnTo>
                    <a:pt x="483259" y="37415"/>
                  </a:lnTo>
                  <a:cubicBezTo>
                    <a:pt x="488173" y="37415"/>
                    <a:pt x="492159" y="41395"/>
                    <a:pt x="492167" y="46309"/>
                  </a:cubicBezTo>
                  <a:lnTo>
                    <a:pt x="492167" y="335652"/>
                  </a:lnTo>
                  <a:cubicBezTo>
                    <a:pt x="492167" y="338015"/>
                    <a:pt x="491229" y="340280"/>
                    <a:pt x="489559" y="341952"/>
                  </a:cubicBezTo>
                  <a:lnTo>
                    <a:pt x="399193" y="432325"/>
                  </a:lnTo>
                  <a:cubicBezTo>
                    <a:pt x="397520" y="433993"/>
                    <a:pt x="395256" y="434933"/>
                    <a:pt x="392893" y="434940"/>
                  </a:cubicBezTo>
                  <a:lnTo>
                    <a:pt x="8908" y="434940"/>
                  </a:lnTo>
                  <a:cubicBezTo>
                    <a:pt x="3988" y="434940"/>
                    <a:pt x="0" y="430952"/>
                    <a:pt x="0" y="426032"/>
                  </a:cubicBezTo>
                  <a:lnTo>
                    <a:pt x="0" y="190746"/>
                  </a:lnTo>
                  <a:cubicBezTo>
                    <a:pt x="0" y="185826"/>
                    <a:pt x="3988" y="181837"/>
                    <a:pt x="8908" y="181837"/>
                  </a:cubicBezTo>
                  <a:cubicBezTo>
                    <a:pt x="13828" y="181837"/>
                    <a:pt x="17817" y="185826"/>
                    <a:pt x="17817" y="190746"/>
                  </a:cubicBezTo>
                  <a:lnTo>
                    <a:pt x="17817" y="417124"/>
                  </a:lnTo>
                  <a:lnTo>
                    <a:pt x="383985" y="417124"/>
                  </a:lnTo>
                  <a:lnTo>
                    <a:pt x="383985" y="335652"/>
                  </a:lnTo>
                  <a:cubicBezTo>
                    <a:pt x="383985" y="330732"/>
                    <a:pt x="387973" y="326744"/>
                    <a:pt x="392893" y="326744"/>
                  </a:cubicBezTo>
                  <a:lnTo>
                    <a:pt x="438069" y="326744"/>
                  </a:lnTo>
                  <a:cubicBezTo>
                    <a:pt x="442989" y="326744"/>
                    <a:pt x="446977" y="330732"/>
                    <a:pt x="446977" y="335652"/>
                  </a:cubicBezTo>
                  <a:cubicBezTo>
                    <a:pt x="446977" y="340572"/>
                    <a:pt x="442989" y="344560"/>
                    <a:pt x="438069" y="344560"/>
                  </a:cubicBezTo>
                  <a:lnTo>
                    <a:pt x="401787" y="344560"/>
                  </a:lnTo>
                  <a:lnTo>
                    <a:pt x="401787" y="404524"/>
                  </a:lnTo>
                  <a:lnTo>
                    <a:pt x="474351" y="331960"/>
                  </a:lnTo>
                  <a:lnTo>
                    <a:pt x="474351" y="151441"/>
                  </a:lnTo>
                  <a:lnTo>
                    <a:pt x="8908" y="151441"/>
                  </a:lnTo>
                  <a:cubicBezTo>
                    <a:pt x="3988" y="151441"/>
                    <a:pt x="0" y="147453"/>
                    <a:pt x="0" y="142533"/>
                  </a:cubicBezTo>
                  <a:lnTo>
                    <a:pt x="0" y="46323"/>
                  </a:lnTo>
                  <a:cubicBezTo>
                    <a:pt x="0" y="41403"/>
                    <a:pt x="3988" y="37415"/>
                    <a:pt x="8908" y="37415"/>
                  </a:cubicBezTo>
                  <a:lnTo>
                    <a:pt x="86624" y="37415"/>
                  </a:lnTo>
                  <a:lnTo>
                    <a:pt x="86624" y="8908"/>
                  </a:lnTo>
                  <a:cubicBezTo>
                    <a:pt x="86624" y="3988"/>
                    <a:pt x="90613" y="0"/>
                    <a:pt x="95533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0" name="Group 271">
            <a:extLst>
              <a:ext uri="{FF2B5EF4-FFF2-40B4-BE49-F238E27FC236}">
                <a16:creationId xmlns:a16="http://schemas.microsoft.com/office/drawing/2014/main" id="{522253F1-CA24-5100-B626-798EF3DA7520}"/>
              </a:ext>
            </a:extLst>
          </p:cNvPr>
          <p:cNvGrpSpPr/>
          <p:nvPr/>
        </p:nvGrpSpPr>
        <p:grpSpPr>
          <a:xfrm>
            <a:off x="4898633" y="2251294"/>
            <a:ext cx="363499" cy="492167"/>
            <a:chOff x="4898633" y="2251294"/>
            <a:chExt cx="363499" cy="492167"/>
          </a:xfrm>
          <a:noFill/>
        </p:grpSpPr>
        <p:sp>
          <p:nvSpPr>
            <p:cNvPr id="171" name="Freeform: Shape 145">
              <a:extLst>
                <a:ext uri="{FF2B5EF4-FFF2-40B4-BE49-F238E27FC236}">
                  <a16:creationId xmlns:a16="http://schemas.microsoft.com/office/drawing/2014/main" id="{B80313E4-2E10-66C9-1496-2AC281DEB6DF}"/>
                </a:ext>
              </a:extLst>
            </p:cNvPr>
            <p:cNvSpPr/>
            <p:nvPr/>
          </p:nvSpPr>
          <p:spPr>
            <a:xfrm>
              <a:off x="4907581" y="2260202"/>
              <a:ext cx="345643" cy="345642"/>
            </a:xfrm>
            <a:custGeom>
              <a:avLst/>
              <a:gdLst>
                <a:gd name="connsiteX0" fmla="*/ 172822 w 345642"/>
                <a:gd name="connsiteY0" fmla="*/ 44677 h 345642"/>
                <a:gd name="connsiteX1" fmla="*/ 44677 w 345642"/>
                <a:gd name="connsiteY1" fmla="*/ 172822 h 345642"/>
                <a:gd name="connsiteX2" fmla="*/ 172822 w 345642"/>
                <a:gd name="connsiteY2" fmla="*/ 300967 h 345642"/>
                <a:gd name="connsiteX3" fmla="*/ 300967 w 345642"/>
                <a:gd name="connsiteY3" fmla="*/ 172822 h 345642"/>
                <a:gd name="connsiteX4" fmla="*/ 172822 w 345642"/>
                <a:gd name="connsiteY4" fmla="*/ 44677 h 345642"/>
                <a:gd name="connsiteX5" fmla="*/ 172821 w 345642"/>
                <a:gd name="connsiteY5" fmla="*/ 0 h 345642"/>
                <a:gd name="connsiteX6" fmla="*/ 345642 w 345642"/>
                <a:gd name="connsiteY6" fmla="*/ 172821 h 345642"/>
                <a:gd name="connsiteX7" fmla="*/ 172821 w 345642"/>
                <a:gd name="connsiteY7" fmla="*/ 345642 h 345642"/>
                <a:gd name="connsiteX8" fmla="*/ 0 w 345642"/>
                <a:gd name="connsiteY8" fmla="*/ 172821 h 345642"/>
                <a:gd name="connsiteX9" fmla="*/ 172821 w 345642"/>
                <a:gd name="connsiteY9" fmla="*/ 0 h 34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5642" h="345642">
                  <a:moveTo>
                    <a:pt x="172822" y="44677"/>
                  </a:moveTo>
                  <a:cubicBezTo>
                    <a:pt x="102049" y="44677"/>
                    <a:pt x="44677" y="102049"/>
                    <a:pt x="44677" y="172822"/>
                  </a:cubicBezTo>
                  <a:cubicBezTo>
                    <a:pt x="44677" y="243594"/>
                    <a:pt x="102049" y="300967"/>
                    <a:pt x="172822" y="300967"/>
                  </a:cubicBezTo>
                  <a:cubicBezTo>
                    <a:pt x="243594" y="300967"/>
                    <a:pt x="300967" y="243594"/>
                    <a:pt x="300967" y="172822"/>
                  </a:cubicBezTo>
                  <a:cubicBezTo>
                    <a:pt x="300967" y="102049"/>
                    <a:pt x="243594" y="44677"/>
                    <a:pt x="172822" y="44677"/>
                  </a:cubicBezTo>
                  <a:close/>
                  <a:moveTo>
                    <a:pt x="172821" y="0"/>
                  </a:moveTo>
                  <a:cubicBezTo>
                    <a:pt x="268268" y="0"/>
                    <a:pt x="345642" y="77375"/>
                    <a:pt x="345642" y="172821"/>
                  </a:cubicBezTo>
                  <a:cubicBezTo>
                    <a:pt x="345642" y="268268"/>
                    <a:pt x="268268" y="345642"/>
                    <a:pt x="172821" y="345642"/>
                  </a:cubicBezTo>
                  <a:cubicBezTo>
                    <a:pt x="77375" y="345642"/>
                    <a:pt x="0" y="268268"/>
                    <a:pt x="0" y="172821"/>
                  </a:cubicBezTo>
                  <a:cubicBezTo>
                    <a:pt x="0" y="77375"/>
                    <a:pt x="77375" y="0"/>
                    <a:pt x="172821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" name="Freeform: Shape 146">
              <a:extLst>
                <a:ext uri="{FF2B5EF4-FFF2-40B4-BE49-F238E27FC236}">
                  <a16:creationId xmlns:a16="http://schemas.microsoft.com/office/drawing/2014/main" id="{28E155A2-B284-F98B-5256-667FB4EE51F4}"/>
                </a:ext>
              </a:extLst>
            </p:cNvPr>
            <p:cNvSpPr/>
            <p:nvPr/>
          </p:nvSpPr>
          <p:spPr>
            <a:xfrm>
              <a:off x="4898633" y="2251294"/>
              <a:ext cx="363499" cy="492167"/>
            </a:xfrm>
            <a:custGeom>
              <a:avLst/>
              <a:gdLst>
                <a:gd name="connsiteX0" fmla="*/ 181769 w 363498"/>
                <a:gd name="connsiteY0" fmla="*/ 389215 h 492167"/>
                <a:gd name="connsiteX1" fmla="*/ 190678 w 363498"/>
                <a:gd name="connsiteY1" fmla="*/ 398123 h 492167"/>
                <a:gd name="connsiteX2" fmla="*/ 190678 w 363498"/>
                <a:gd name="connsiteY2" fmla="*/ 483258 h 492167"/>
                <a:gd name="connsiteX3" fmla="*/ 181769 w 363498"/>
                <a:gd name="connsiteY3" fmla="*/ 492167 h 492167"/>
                <a:gd name="connsiteX4" fmla="*/ 172861 w 363498"/>
                <a:gd name="connsiteY4" fmla="*/ 483258 h 492167"/>
                <a:gd name="connsiteX5" fmla="*/ 172861 w 363498"/>
                <a:gd name="connsiteY5" fmla="*/ 398123 h 492167"/>
                <a:gd name="connsiteX6" fmla="*/ 181769 w 363498"/>
                <a:gd name="connsiteY6" fmla="*/ 389215 h 492167"/>
                <a:gd name="connsiteX7" fmla="*/ 249472 w 363498"/>
                <a:gd name="connsiteY7" fmla="*/ 369018 h 492167"/>
                <a:gd name="connsiteX8" fmla="*/ 258381 w 363498"/>
                <a:gd name="connsiteY8" fmla="*/ 377926 h 492167"/>
                <a:gd name="connsiteX9" fmla="*/ 258381 w 363498"/>
                <a:gd name="connsiteY9" fmla="*/ 483258 h 492167"/>
                <a:gd name="connsiteX10" fmla="*/ 249472 w 363498"/>
                <a:gd name="connsiteY10" fmla="*/ 492166 h 492167"/>
                <a:gd name="connsiteX11" fmla="*/ 240564 w 363498"/>
                <a:gd name="connsiteY11" fmla="*/ 483258 h 492167"/>
                <a:gd name="connsiteX12" fmla="*/ 240564 w 363498"/>
                <a:gd name="connsiteY12" fmla="*/ 377926 h 492167"/>
                <a:gd name="connsiteX13" fmla="*/ 249472 w 363498"/>
                <a:gd name="connsiteY13" fmla="*/ 369018 h 492167"/>
                <a:gd name="connsiteX14" fmla="*/ 114066 w 363498"/>
                <a:gd name="connsiteY14" fmla="*/ 369018 h 492167"/>
                <a:gd name="connsiteX15" fmla="*/ 122975 w 363498"/>
                <a:gd name="connsiteY15" fmla="*/ 377926 h 492167"/>
                <a:gd name="connsiteX16" fmla="*/ 122975 w 363498"/>
                <a:gd name="connsiteY16" fmla="*/ 483258 h 492167"/>
                <a:gd name="connsiteX17" fmla="*/ 114066 w 363498"/>
                <a:gd name="connsiteY17" fmla="*/ 492166 h 492167"/>
                <a:gd name="connsiteX18" fmla="*/ 105158 w 363498"/>
                <a:gd name="connsiteY18" fmla="*/ 483258 h 492167"/>
                <a:gd name="connsiteX19" fmla="*/ 105158 w 363498"/>
                <a:gd name="connsiteY19" fmla="*/ 377926 h 492167"/>
                <a:gd name="connsiteX20" fmla="*/ 114066 w 363498"/>
                <a:gd name="connsiteY20" fmla="*/ 369018 h 492167"/>
                <a:gd name="connsiteX21" fmla="*/ 190678 w 363498"/>
                <a:gd name="connsiteY21" fmla="*/ 192884 h 492167"/>
                <a:gd name="connsiteX22" fmla="*/ 190678 w 363498"/>
                <a:gd name="connsiteY22" fmla="*/ 227597 h 492167"/>
                <a:gd name="connsiteX23" fmla="*/ 201368 w 363498"/>
                <a:gd name="connsiteY23" fmla="*/ 210237 h 492167"/>
                <a:gd name="connsiteX24" fmla="*/ 190678 w 363498"/>
                <a:gd name="connsiteY24" fmla="*/ 192884 h 492167"/>
                <a:gd name="connsiteX25" fmla="*/ 172862 w 363498"/>
                <a:gd name="connsiteY25" fmla="*/ 135870 h 492167"/>
                <a:gd name="connsiteX26" fmla="*/ 162172 w 363498"/>
                <a:gd name="connsiteY26" fmla="*/ 153224 h 492167"/>
                <a:gd name="connsiteX27" fmla="*/ 172862 w 363498"/>
                <a:gd name="connsiteY27" fmla="*/ 170584 h 492167"/>
                <a:gd name="connsiteX28" fmla="*/ 181770 w 363498"/>
                <a:gd name="connsiteY28" fmla="*/ 91792 h 492167"/>
                <a:gd name="connsiteX29" fmla="*/ 190678 w 363498"/>
                <a:gd name="connsiteY29" fmla="*/ 100700 h 492167"/>
                <a:gd name="connsiteX30" fmla="*/ 190678 w 363498"/>
                <a:gd name="connsiteY30" fmla="*/ 116999 h 492167"/>
                <a:gd name="connsiteX31" fmla="*/ 219185 w 363498"/>
                <a:gd name="connsiteY31" fmla="*/ 153224 h 492167"/>
                <a:gd name="connsiteX32" fmla="*/ 210277 w 363498"/>
                <a:gd name="connsiteY32" fmla="*/ 162132 h 492167"/>
                <a:gd name="connsiteX33" fmla="*/ 201368 w 363498"/>
                <a:gd name="connsiteY33" fmla="*/ 153224 h 492167"/>
                <a:gd name="connsiteX34" fmla="*/ 190678 w 363498"/>
                <a:gd name="connsiteY34" fmla="*/ 135870 h 492167"/>
                <a:gd name="connsiteX35" fmla="*/ 190678 w 363498"/>
                <a:gd name="connsiteY35" fmla="*/ 174012 h 492167"/>
                <a:gd name="connsiteX36" fmla="*/ 218128 w 363498"/>
                <a:gd name="connsiteY36" fmla="*/ 201462 h 492167"/>
                <a:gd name="connsiteX37" fmla="*/ 190678 w 363498"/>
                <a:gd name="connsiteY37" fmla="*/ 246462 h 492167"/>
                <a:gd name="connsiteX38" fmla="*/ 190678 w 363498"/>
                <a:gd name="connsiteY38" fmla="*/ 262796 h 492167"/>
                <a:gd name="connsiteX39" fmla="*/ 181770 w 363498"/>
                <a:gd name="connsiteY39" fmla="*/ 271704 h 492167"/>
                <a:gd name="connsiteX40" fmla="*/ 172862 w 363498"/>
                <a:gd name="connsiteY40" fmla="*/ 262796 h 492167"/>
                <a:gd name="connsiteX41" fmla="*/ 172862 w 363498"/>
                <a:gd name="connsiteY41" fmla="*/ 246462 h 492167"/>
                <a:gd name="connsiteX42" fmla="*/ 144355 w 363498"/>
                <a:gd name="connsiteY42" fmla="*/ 210237 h 492167"/>
                <a:gd name="connsiteX43" fmla="*/ 153263 w 363498"/>
                <a:gd name="connsiteY43" fmla="*/ 201329 h 492167"/>
                <a:gd name="connsiteX44" fmla="*/ 162172 w 363498"/>
                <a:gd name="connsiteY44" fmla="*/ 210237 h 492167"/>
                <a:gd name="connsiteX45" fmla="*/ 172862 w 363498"/>
                <a:gd name="connsiteY45" fmla="*/ 227633 h 492167"/>
                <a:gd name="connsiteX46" fmla="*/ 172862 w 363498"/>
                <a:gd name="connsiteY46" fmla="*/ 189484 h 492167"/>
                <a:gd name="connsiteX47" fmla="*/ 145412 w 363498"/>
                <a:gd name="connsiteY47" fmla="*/ 162034 h 492167"/>
                <a:gd name="connsiteX48" fmla="*/ 172862 w 363498"/>
                <a:gd name="connsiteY48" fmla="*/ 117035 h 492167"/>
                <a:gd name="connsiteX49" fmla="*/ 172862 w 363498"/>
                <a:gd name="connsiteY49" fmla="*/ 100700 h 492167"/>
                <a:gd name="connsiteX50" fmla="*/ 181770 w 363498"/>
                <a:gd name="connsiteY50" fmla="*/ 91792 h 492167"/>
                <a:gd name="connsiteX51" fmla="*/ 181770 w 363498"/>
                <a:gd name="connsiteY51" fmla="*/ 62494 h 492167"/>
                <a:gd name="connsiteX52" fmla="*/ 62534 w 363498"/>
                <a:gd name="connsiteY52" fmla="*/ 181730 h 492167"/>
                <a:gd name="connsiteX53" fmla="*/ 181770 w 363498"/>
                <a:gd name="connsiteY53" fmla="*/ 300967 h 492167"/>
                <a:gd name="connsiteX54" fmla="*/ 301007 w 363498"/>
                <a:gd name="connsiteY54" fmla="*/ 181730 h 492167"/>
                <a:gd name="connsiteX55" fmla="*/ 181770 w 363498"/>
                <a:gd name="connsiteY55" fmla="*/ 62494 h 492167"/>
                <a:gd name="connsiteX56" fmla="*/ 181770 w 363498"/>
                <a:gd name="connsiteY56" fmla="*/ 44670 h 492167"/>
                <a:gd name="connsiteX57" fmla="*/ 318823 w 363498"/>
                <a:gd name="connsiteY57" fmla="*/ 181723 h 492167"/>
                <a:gd name="connsiteX58" fmla="*/ 181770 w 363498"/>
                <a:gd name="connsiteY58" fmla="*/ 318776 h 492167"/>
                <a:gd name="connsiteX59" fmla="*/ 44717 w 363498"/>
                <a:gd name="connsiteY59" fmla="*/ 181730 h 492167"/>
                <a:gd name="connsiteX60" fmla="*/ 44717 w 363498"/>
                <a:gd name="connsiteY60" fmla="*/ 181723 h 492167"/>
                <a:gd name="connsiteX61" fmla="*/ 181770 w 363498"/>
                <a:gd name="connsiteY61" fmla="*/ 44670 h 492167"/>
                <a:gd name="connsiteX62" fmla="*/ 181769 w 363498"/>
                <a:gd name="connsiteY62" fmla="*/ 0 h 492167"/>
                <a:gd name="connsiteX63" fmla="*/ 281771 w 363498"/>
                <a:gd name="connsiteY63" fmla="*/ 30003 h 492167"/>
                <a:gd name="connsiteX64" fmla="*/ 333476 w 363498"/>
                <a:gd name="connsiteY64" fmla="*/ 281752 h 492167"/>
                <a:gd name="connsiteX65" fmla="*/ 81726 w 363498"/>
                <a:gd name="connsiteY65" fmla="*/ 333457 h 492167"/>
                <a:gd name="connsiteX66" fmla="*/ 30022 w 363498"/>
                <a:gd name="connsiteY66" fmla="*/ 81707 h 492167"/>
                <a:gd name="connsiteX67" fmla="*/ 42365 w 363498"/>
                <a:gd name="connsiteY67" fmla="*/ 79184 h 492167"/>
                <a:gd name="connsiteX68" fmla="*/ 44888 w 363498"/>
                <a:gd name="connsiteY68" fmla="*/ 91528 h 492167"/>
                <a:gd name="connsiteX69" fmla="*/ 45842 w 363498"/>
                <a:gd name="connsiteY69" fmla="*/ 273268 h 492167"/>
                <a:gd name="connsiteX70" fmla="*/ 273307 w 363498"/>
                <a:gd name="connsiteY70" fmla="*/ 317561 h 492167"/>
                <a:gd name="connsiteX71" fmla="*/ 317600 w 363498"/>
                <a:gd name="connsiteY71" fmla="*/ 90096 h 492167"/>
                <a:gd name="connsiteX72" fmla="*/ 90135 w 363498"/>
                <a:gd name="connsiteY72" fmla="*/ 45803 h 492167"/>
                <a:gd name="connsiteX73" fmla="*/ 77920 w 363498"/>
                <a:gd name="connsiteY73" fmla="*/ 43442 h 492167"/>
                <a:gd name="connsiteX74" fmla="*/ 80158 w 363498"/>
                <a:gd name="connsiteY74" fmla="*/ 31044 h 492167"/>
                <a:gd name="connsiteX75" fmla="*/ 181769 w 363498"/>
                <a:gd name="connsiteY75" fmla="*/ 0 h 49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63498" h="492167">
                  <a:moveTo>
                    <a:pt x="181769" y="389215"/>
                  </a:moveTo>
                  <a:cubicBezTo>
                    <a:pt x="186689" y="389215"/>
                    <a:pt x="190678" y="393203"/>
                    <a:pt x="190678" y="398123"/>
                  </a:cubicBezTo>
                  <a:lnTo>
                    <a:pt x="190678" y="483258"/>
                  </a:lnTo>
                  <a:cubicBezTo>
                    <a:pt x="190678" y="488178"/>
                    <a:pt x="186689" y="492167"/>
                    <a:pt x="181769" y="492167"/>
                  </a:cubicBezTo>
                  <a:cubicBezTo>
                    <a:pt x="176849" y="492167"/>
                    <a:pt x="172861" y="488178"/>
                    <a:pt x="172861" y="483258"/>
                  </a:cubicBezTo>
                  <a:lnTo>
                    <a:pt x="172861" y="398123"/>
                  </a:lnTo>
                  <a:cubicBezTo>
                    <a:pt x="172861" y="393203"/>
                    <a:pt x="176849" y="389215"/>
                    <a:pt x="181769" y="389215"/>
                  </a:cubicBezTo>
                  <a:close/>
                  <a:moveTo>
                    <a:pt x="249472" y="369018"/>
                  </a:moveTo>
                  <a:cubicBezTo>
                    <a:pt x="254392" y="369018"/>
                    <a:pt x="258381" y="373006"/>
                    <a:pt x="258381" y="377926"/>
                  </a:cubicBezTo>
                  <a:lnTo>
                    <a:pt x="258381" y="483258"/>
                  </a:lnTo>
                  <a:cubicBezTo>
                    <a:pt x="258381" y="488178"/>
                    <a:pt x="254392" y="492166"/>
                    <a:pt x="249472" y="492166"/>
                  </a:cubicBezTo>
                  <a:cubicBezTo>
                    <a:pt x="244552" y="492166"/>
                    <a:pt x="240564" y="488178"/>
                    <a:pt x="240564" y="483258"/>
                  </a:cubicBezTo>
                  <a:lnTo>
                    <a:pt x="240564" y="377926"/>
                  </a:lnTo>
                  <a:cubicBezTo>
                    <a:pt x="240564" y="373006"/>
                    <a:pt x="244552" y="369018"/>
                    <a:pt x="249472" y="369018"/>
                  </a:cubicBezTo>
                  <a:close/>
                  <a:moveTo>
                    <a:pt x="114066" y="369018"/>
                  </a:moveTo>
                  <a:cubicBezTo>
                    <a:pt x="118986" y="369018"/>
                    <a:pt x="122975" y="373006"/>
                    <a:pt x="122975" y="377926"/>
                  </a:cubicBezTo>
                  <a:lnTo>
                    <a:pt x="122975" y="483258"/>
                  </a:lnTo>
                  <a:cubicBezTo>
                    <a:pt x="122975" y="488178"/>
                    <a:pt x="118986" y="492166"/>
                    <a:pt x="114066" y="492166"/>
                  </a:cubicBezTo>
                  <a:cubicBezTo>
                    <a:pt x="109146" y="492166"/>
                    <a:pt x="105158" y="488178"/>
                    <a:pt x="105158" y="483258"/>
                  </a:cubicBezTo>
                  <a:lnTo>
                    <a:pt x="105158" y="377926"/>
                  </a:lnTo>
                  <a:cubicBezTo>
                    <a:pt x="105158" y="373006"/>
                    <a:pt x="109146" y="369018"/>
                    <a:pt x="114066" y="369018"/>
                  </a:cubicBezTo>
                  <a:close/>
                  <a:moveTo>
                    <a:pt x="190678" y="192884"/>
                  </a:moveTo>
                  <a:lnTo>
                    <a:pt x="190678" y="227597"/>
                  </a:lnTo>
                  <a:cubicBezTo>
                    <a:pt x="197217" y="224275"/>
                    <a:pt x="201345" y="217571"/>
                    <a:pt x="201368" y="210237"/>
                  </a:cubicBezTo>
                  <a:cubicBezTo>
                    <a:pt x="201343" y="202905"/>
                    <a:pt x="197215" y="196204"/>
                    <a:pt x="190678" y="192884"/>
                  </a:cubicBezTo>
                  <a:close/>
                  <a:moveTo>
                    <a:pt x="172862" y="135870"/>
                  </a:moveTo>
                  <a:cubicBezTo>
                    <a:pt x="166325" y="139191"/>
                    <a:pt x="162197" y="145892"/>
                    <a:pt x="162172" y="153224"/>
                  </a:cubicBezTo>
                  <a:cubicBezTo>
                    <a:pt x="162195" y="160558"/>
                    <a:pt x="166323" y="167262"/>
                    <a:pt x="172862" y="170584"/>
                  </a:cubicBezTo>
                  <a:close/>
                  <a:moveTo>
                    <a:pt x="181770" y="91792"/>
                  </a:moveTo>
                  <a:cubicBezTo>
                    <a:pt x="186690" y="91792"/>
                    <a:pt x="190678" y="95780"/>
                    <a:pt x="190678" y="100700"/>
                  </a:cubicBezTo>
                  <a:lnTo>
                    <a:pt x="190678" y="116999"/>
                  </a:lnTo>
                  <a:cubicBezTo>
                    <a:pt x="207378" y="121085"/>
                    <a:pt x="219140" y="136031"/>
                    <a:pt x="219185" y="153224"/>
                  </a:cubicBezTo>
                  <a:cubicBezTo>
                    <a:pt x="219185" y="158144"/>
                    <a:pt x="215196" y="162132"/>
                    <a:pt x="210277" y="162132"/>
                  </a:cubicBezTo>
                  <a:cubicBezTo>
                    <a:pt x="205357" y="162132"/>
                    <a:pt x="201368" y="158144"/>
                    <a:pt x="201368" y="153224"/>
                  </a:cubicBezTo>
                  <a:cubicBezTo>
                    <a:pt x="201343" y="145892"/>
                    <a:pt x="197215" y="139191"/>
                    <a:pt x="190678" y="135870"/>
                  </a:cubicBezTo>
                  <a:lnTo>
                    <a:pt x="190678" y="174012"/>
                  </a:lnTo>
                  <a:cubicBezTo>
                    <a:pt x="204247" y="177299"/>
                    <a:pt x="214841" y="187893"/>
                    <a:pt x="218128" y="201462"/>
                  </a:cubicBezTo>
                  <a:cubicBezTo>
                    <a:pt x="222974" y="221469"/>
                    <a:pt x="210685" y="241616"/>
                    <a:pt x="190678" y="246462"/>
                  </a:cubicBezTo>
                  <a:lnTo>
                    <a:pt x="190678" y="262796"/>
                  </a:lnTo>
                  <a:cubicBezTo>
                    <a:pt x="190678" y="267716"/>
                    <a:pt x="186690" y="271704"/>
                    <a:pt x="181770" y="271704"/>
                  </a:cubicBezTo>
                  <a:cubicBezTo>
                    <a:pt x="176850" y="271704"/>
                    <a:pt x="172862" y="267716"/>
                    <a:pt x="172862" y="262796"/>
                  </a:cubicBezTo>
                  <a:lnTo>
                    <a:pt x="172862" y="246462"/>
                  </a:lnTo>
                  <a:cubicBezTo>
                    <a:pt x="156162" y="242376"/>
                    <a:pt x="144400" y="227429"/>
                    <a:pt x="144355" y="210237"/>
                  </a:cubicBezTo>
                  <a:cubicBezTo>
                    <a:pt x="144355" y="205317"/>
                    <a:pt x="148343" y="201329"/>
                    <a:pt x="153263" y="201329"/>
                  </a:cubicBezTo>
                  <a:cubicBezTo>
                    <a:pt x="158183" y="201329"/>
                    <a:pt x="162172" y="205317"/>
                    <a:pt x="162172" y="210237"/>
                  </a:cubicBezTo>
                  <a:cubicBezTo>
                    <a:pt x="162181" y="217584"/>
                    <a:pt x="166311" y="224305"/>
                    <a:pt x="172862" y="227633"/>
                  </a:cubicBezTo>
                  <a:lnTo>
                    <a:pt x="172862" y="189484"/>
                  </a:lnTo>
                  <a:cubicBezTo>
                    <a:pt x="159293" y="186197"/>
                    <a:pt x="148698" y="175603"/>
                    <a:pt x="145412" y="162034"/>
                  </a:cubicBezTo>
                  <a:cubicBezTo>
                    <a:pt x="140565" y="142028"/>
                    <a:pt x="152855" y="121881"/>
                    <a:pt x="172862" y="117035"/>
                  </a:cubicBezTo>
                  <a:lnTo>
                    <a:pt x="172862" y="100700"/>
                  </a:lnTo>
                  <a:cubicBezTo>
                    <a:pt x="172862" y="95780"/>
                    <a:pt x="176850" y="91792"/>
                    <a:pt x="181770" y="91792"/>
                  </a:cubicBezTo>
                  <a:close/>
                  <a:moveTo>
                    <a:pt x="181770" y="62494"/>
                  </a:moveTo>
                  <a:cubicBezTo>
                    <a:pt x="115948" y="62568"/>
                    <a:pt x="62608" y="115908"/>
                    <a:pt x="62534" y="181730"/>
                  </a:cubicBezTo>
                  <a:cubicBezTo>
                    <a:pt x="62534" y="247583"/>
                    <a:pt x="115917" y="300967"/>
                    <a:pt x="181770" y="300967"/>
                  </a:cubicBezTo>
                  <a:cubicBezTo>
                    <a:pt x="247623" y="300967"/>
                    <a:pt x="301007" y="247583"/>
                    <a:pt x="301007" y="181730"/>
                  </a:cubicBezTo>
                  <a:cubicBezTo>
                    <a:pt x="301007" y="115877"/>
                    <a:pt x="247623" y="62494"/>
                    <a:pt x="181770" y="62494"/>
                  </a:cubicBezTo>
                  <a:close/>
                  <a:moveTo>
                    <a:pt x="181770" y="44670"/>
                  </a:moveTo>
                  <a:cubicBezTo>
                    <a:pt x="257463" y="44670"/>
                    <a:pt x="318823" y="106031"/>
                    <a:pt x="318823" y="181723"/>
                  </a:cubicBezTo>
                  <a:cubicBezTo>
                    <a:pt x="318823" y="257416"/>
                    <a:pt x="257463" y="318776"/>
                    <a:pt x="181770" y="318776"/>
                  </a:cubicBezTo>
                  <a:cubicBezTo>
                    <a:pt x="106116" y="318690"/>
                    <a:pt x="44807" y="257384"/>
                    <a:pt x="44717" y="181730"/>
                  </a:cubicBezTo>
                  <a:cubicBezTo>
                    <a:pt x="44717" y="181727"/>
                    <a:pt x="44717" y="181725"/>
                    <a:pt x="44717" y="181723"/>
                  </a:cubicBezTo>
                  <a:cubicBezTo>
                    <a:pt x="44717" y="106031"/>
                    <a:pt x="106078" y="44670"/>
                    <a:pt x="181770" y="44670"/>
                  </a:cubicBezTo>
                  <a:close/>
                  <a:moveTo>
                    <a:pt x="181769" y="0"/>
                  </a:moveTo>
                  <a:cubicBezTo>
                    <a:pt x="217320" y="4"/>
                    <a:pt x="252089" y="10436"/>
                    <a:pt x="281771" y="30003"/>
                  </a:cubicBezTo>
                  <a:cubicBezTo>
                    <a:pt x="365568" y="85244"/>
                    <a:pt x="388717" y="197956"/>
                    <a:pt x="333476" y="281752"/>
                  </a:cubicBezTo>
                  <a:cubicBezTo>
                    <a:pt x="278235" y="365549"/>
                    <a:pt x="165523" y="388698"/>
                    <a:pt x="81726" y="333457"/>
                  </a:cubicBezTo>
                  <a:cubicBezTo>
                    <a:pt x="-2070" y="278216"/>
                    <a:pt x="-25219" y="165504"/>
                    <a:pt x="30022" y="81707"/>
                  </a:cubicBezTo>
                  <a:cubicBezTo>
                    <a:pt x="32733" y="77602"/>
                    <a:pt x="38260" y="76473"/>
                    <a:pt x="42365" y="79184"/>
                  </a:cubicBezTo>
                  <a:cubicBezTo>
                    <a:pt x="46470" y="81896"/>
                    <a:pt x="47600" y="87423"/>
                    <a:pt x="44888" y="91528"/>
                  </a:cubicBezTo>
                  <a:cubicBezTo>
                    <a:pt x="8504" y="146750"/>
                    <a:pt x="8880" y="218431"/>
                    <a:pt x="45842" y="273268"/>
                  </a:cubicBezTo>
                  <a:cubicBezTo>
                    <a:pt x="96423" y="348312"/>
                    <a:pt x="198263" y="368143"/>
                    <a:pt x="273307" y="317561"/>
                  </a:cubicBezTo>
                  <a:cubicBezTo>
                    <a:pt x="348351" y="266980"/>
                    <a:pt x="368181" y="165140"/>
                    <a:pt x="317600" y="90096"/>
                  </a:cubicBezTo>
                  <a:cubicBezTo>
                    <a:pt x="267018" y="15052"/>
                    <a:pt x="165179" y="-4778"/>
                    <a:pt x="90135" y="45803"/>
                  </a:cubicBezTo>
                  <a:cubicBezTo>
                    <a:pt x="86097" y="48461"/>
                    <a:pt x="80676" y="47413"/>
                    <a:pt x="77920" y="43442"/>
                  </a:cubicBezTo>
                  <a:cubicBezTo>
                    <a:pt x="75114" y="39400"/>
                    <a:pt x="76116" y="33850"/>
                    <a:pt x="80158" y="31044"/>
                  </a:cubicBezTo>
                  <a:cubicBezTo>
                    <a:pt x="110156" y="10755"/>
                    <a:pt x="145554" y="-60"/>
                    <a:pt x="181769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3" name="Group 272">
            <a:extLst>
              <a:ext uri="{FF2B5EF4-FFF2-40B4-BE49-F238E27FC236}">
                <a16:creationId xmlns:a16="http://schemas.microsoft.com/office/drawing/2014/main" id="{1FE99857-5E29-44AA-BD90-5EBB08AAFEC3}"/>
              </a:ext>
            </a:extLst>
          </p:cNvPr>
          <p:cNvGrpSpPr/>
          <p:nvPr/>
        </p:nvGrpSpPr>
        <p:grpSpPr>
          <a:xfrm>
            <a:off x="3816995" y="2329922"/>
            <a:ext cx="492167" cy="334932"/>
            <a:chOff x="3816995" y="2329922"/>
            <a:chExt cx="492167" cy="334932"/>
          </a:xfrm>
          <a:noFill/>
        </p:grpSpPr>
        <p:sp>
          <p:nvSpPr>
            <p:cNvPr id="174" name="Freeform: Shape 148">
              <a:extLst>
                <a:ext uri="{FF2B5EF4-FFF2-40B4-BE49-F238E27FC236}">
                  <a16:creationId xmlns:a16="http://schemas.microsoft.com/office/drawing/2014/main" id="{B3F8C483-D225-5221-4F2E-ECDDB28FBD85}"/>
                </a:ext>
              </a:extLst>
            </p:cNvPr>
            <p:cNvSpPr/>
            <p:nvPr/>
          </p:nvSpPr>
          <p:spPr>
            <a:xfrm>
              <a:off x="3825904" y="2588184"/>
              <a:ext cx="435539" cy="67740"/>
            </a:xfrm>
            <a:custGeom>
              <a:avLst/>
              <a:gdLst>
                <a:gd name="connsiteX0" fmla="*/ 0 w 435539"/>
                <a:gd name="connsiteY0" fmla="*/ 0 h 67740"/>
                <a:gd name="connsiteX1" fmla="*/ 435539 w 435539"/>
                <a:gd name="connsiteY1" fmla="*/ 0 h 67740"/>
                <a:gd name="connsiteX2" fmla="*/ 351202 w 435539"/>
                <a:gd name="connsiteY2" fmla="*/ 67740 h 67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5539" h="67740">
                  <a:moveTo>
                    <a:pt x="0" y="0"/>
                  </a:moveTo>
                  <a:lnTo>
                    <a:pt x="435539" y="0"/>
                  </a:lnTo>
                  <a:lnTo>
                    <a:pt x="351202" y="67740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" name="Freeform: Shape 149">
              <a:extLst>
                <a:ext uri="{FF2B5EF4-FFF2-40B4-BE49-F238E27FC236}">
                  <a16:creationId xmlns:a16="http://schemas.microsoft.com/office/drawing/2014/main" id="{77B6B0C2-53D9-0DBF-D8B2-50B3E7695D67}"/>
                </a:ext>
              </a:extLst>
            </p:cNvPr>
            <p:cNvSpPr/>
            <p:nvPr/>
          </p:nvSpPr>
          <p:spPr>
            <a:xfrm>
              <a:off x="3816995" y="2329922"/>
              <a:ext cx="492167" cy="334932"/>
            </a:xfrm>
            <a:custGeom>
              <a:avLst/>
              <a:gdLst>
                <a:gd name="connsiteX0" fmla="*/ 206887 w 492167"/>
                <a:gd name="connsiteY0" fmla="*/ 97371 h 334932"/>
                <a:gd name="connsiteX1" fmla="*/ 215796 w 492167"/>
                <a:gd name="connsiteY1" fmla="*/ 106279 h 334932"/>
                <a:gd name="connsiteX2" fmla="*/ 215796 w 492167"/>
                <a:gd name="connsiteY2" fmla="*/ 160891 h 334932"/>
                <a:gd name="connsiteX3" fmla="*/ 206887 w 492167"/>
                <a:gd name="connsiteY3" fmla="*/ 169799 h 334932"/>
                <a:gd name="connsiteX4" fmla="*/ 197979 w 492167"/>
                <a:gd name="connsiteY4" fmla="*/ 160891 h 334932"/>
                <a:gd name="connsiteX5" fmla="*/ 197979 w 492167"/>
                <a:gd name="connsiteY5" fmla="*/ 106279 h 334932"/>
                <a:gd name="connsiteX6" fmla="*/ 206887 w 492167"/>
                <a:gd name="connsiteY6" fmla="*/ 97371 h 334932"/>
                <a:gd name="connsiteX7" fmla="*/ 8908 w 492167"/>
                <a:gd name="connsiteY7" fmla="*/ 0 h 334932"/>
                <a:gd name="connsiteX8" fmla="*/ 483259 w 492167"/>
                <a:gd name="connsiteY8" fmla="*/ 0 h 334932"/>
                <a:gd name="connsiteX9" fmla="*/ 492167 w 492167"/>
                <a:gd name="connsiteY9" fmla="*/ 8908 h 334932"/>
                <a:gd name="connsiteX10" fmla="*/ 492167 w 492167"/>
                <a:gd name="connsiteY10" fmla="*/ 69463 h 334932"/>
                <a:gd name="connsiteX11" fmla="*/ 483259 w 492167"/>
                <a:gd name="connsiteY11" fmla="*/ 78372 h 334932"/>
                <a:gd name="connsiteX12" fmla="*/ 428028 w 492167"/>
                <a:gd name="connsiteY12" fmla="*/ 133604 h 334932"/>
                <a:gd name="connsiteX13" fmla="*/ 483259 w 492167"/>
                <a:gd name="connsiteY13" fmla="*/ 188836 h 334932"/>
                <a:gd name="connsiteX14" fmla="*/ 492167 w 492167"/>
                <a:gd name="connsiteY14" fmla="*/ 197723 h 334932"/>
                <a:gd name="connsiteX15" fmla="*/ 492167 w 492167"/>
                <a:gd name="connsiteY15" fmla="*/ 258256 h 334932"/>
                <a:gd name="connsiteX16" fmla="*/ 483259 w 492167"/>
                <a:gd name="connsiteY16" fmla="*/ 267165 h 334932"/>
                <a:gd name="connsiteX17" fmla="*/ 102125 w 492167"/>
                <a:gd name="connsiteY17" fmla="*/ 267165 h 334932"/>
                <a:gd name="connsiteX18" fmla="*/ 357745 w 492167"/>
                <a:gd name="connsiteY18" fmla="*/ 316474 h 334932"/>
                <a:gd name="connsiteX19" fmla="*/ 401374 w 492167"/>
                <a:gd name="connsiteY19" fmla="*/ 281454 h 334932"/>
                <a:gd name="connsiteX20" fmla="*/ 413899 w 492167"/>
                <a:gd name="connsiteY20" fmla="*/ 282819 h 334932"/>
                <a:gd name="connsiteX21" fmla="*/ 412534 w 492167"/>
                <a:gd name="connsiteY21" fmla="*/ 295344 h 334932"/>
                <a:gd name="connsiteX22" fmla="*/ 365691 w 492167"/>
                <a:gd name="connsiteY22" fmla="*/ 332972 h 334932"/>
                <a:gd name="connsiteX23" fmla="*/ 360111 w 492167"/>
                <a:gd name="connsiteY23" fmla="*/ 334932 h 334932"/>
                <a:gd name="connsiteX24" fmla="*/ 358422 w 492167"/>
                <a:gd name="connsiteY24" fmla="*/ 334761 h 334932"/>
                <a:gd name="connsiteX25" fmla="*/ 7219 w 492167"/>
                <a:gd name="connsiteY25" fmla="*/ 267015 h 334932"/>
                <a:gd name="connsiteX26" fmla="*/ 178 w 492167"/>
                <a:gd name="connsiteY26" fmla="*/ 259176 h 334932"/>
                <a:gd name="connsiteX27" fmla="*/ 0 w 492167"/>
                <a:gd name="connsiteY27" fmla="*/ 258278 h 334932"/>
                <a:gd name="connsiteX28" fmla="*/ 0 w 492167"/>
                <a:gd name="connsiteY28" fmla="*/ 197744 h 334932"/>
                <a:gd name="connsiteX29" fmla="*/ 8908 w 492167"/>
                <a:gd name="connsiteY29" fmla="*/ 188836 h 334932"/>
                <a:gd name="connsiteX30" fmla="*/ 64140 w 492167"/>
                <a:gd name="connsiteY30" fmla="*/ 133604 h 334932"/>
                <a:gd name="connsiteX31" fmla="*/ 8908 w 492167"/>
                <a:gd name="connsiteY31" fmla="*/ 78372 h 334932"/>
                <a:gd name="connsiteX32" fmla="*/ 0 w 492167"/>
                <a:gd name="connsiteY32" fmla="*/ 69463 h 334932"/>
                <a:gd name="connsiteX33" fmla="*/ 8908 w 492167"/>
                <a:gd name="connsiteY33" fmla="*/ 60555 h 334932"/>
                <a:gd name="connsiteX34" fmla="*/ 81065 w 492167"/>
                <a:gd name="connsiteY34" fmla="*/ 124387 h 334932"/>
                <a:gd name="connsiteX35" fmla="*/ 17817 w 492167"/>
                <a:gd name="connsiteY35" fmla="*/ 206068 h 334932"/>
                <a:gd name="connsiteX36" fmla="*/ 17817 w 492167"/>
                <a:gd name="connsiteY36" fmla="*/ 249327 h 334932"/>
                <a:gd name="connsiteX37" fmla="*/ 197978 w 492167"/>
                <a:gd name="connsiteY37" fmla="*/ 249327 h 334932"/>
                <a:gd name="connsiteX38" fmla="*/ 197978 w 492167"/>
                <a:gd name="connsiteY38" fmla="*/ 215475 h 334932"/>
                <a:gd name="connsiteX39" fmla="*/ 206888 w 492167"/>
                <a:gd name="connsiteY39" fmla="*/ 206567 h 334932"/>
                <a:gd name="connsiteX40" fmla="*/ 215796 w 492167"/>
                <a:gd name="connsiteY40" fmla="*/ 215475 h 334932"/>
                <a:gd name="connsiteX41" fmla="*/ 215796 w 492167"/>
                <a:gd name="connsiteY41" fmla="*/ 249327 h 334932"/>
                <a:gd name="connsiteX42" fmla="*/ 474351 w 492167"/>
                <a:gd name="connsiteY42" fmla="*/ 249327 h 334932"/>
                <a:gd name="connsiteX43" fmla="*/ 474351 w 492167"/>
                <a:gd name="connsiteY43" fmla="*/ 206068 h 334932"/>
                <a:gd name="connsiteX44" fmla="*/ 410723 w 492167"/>
                <a:gd name="connsiteY44" fmla="*/ 142441 h 334932"/>
                <a:gd name="connsiteX45" fmla="*/ 474351 w 492167"/>
                <a:gd name="connsiteY45" fmla="*/ 61054 h 334932"/>
                <a:gd name="connsiteX46" fmla="*/ 474351 w 492167"/>
                <a:gd name="connsiteY46" fmla="*/ 17795 h 334932"/>
                <a:gd name="connsiteX47" fmla="*/ 215796 w 492167"/>
                <a:gd name="connsiteY47" fmla="*/ 17795 h 334932"/>
                <a:gd name="connsiteX48" fmla="*/ 215796 w 492167"/>
                <a:gd name="connsiteY48" fmla="*/ 51668 h 334932"/>
                <a:gd name="connsiteX49" fmla="*/ 206888 w 492167"/>
                <a:gd name="connsiteY49" fmla="*/ 60577 h 334932"/>
                <a:gd name="connsiteX50" fmla="*/ 197978 w 492167"/>
                <a:gd name="connsiteY50" fmla="*/ 51668 h 334932"/>
                <a:gd name="connsiteX51" fmla="*/ 197978 w 492167"/>
                <a:gd name="connsiteY51" fmla="*/ 17817 h 334932"/>
                <a:gd name="connsiteX52" fmla="*/ 8908 w 492167"/>
                <a:gd name="connsiteY52" fmla="*/ 17817 h 334932"/>
                <a:gd name="connsiteX53" fmla="*/ 0 w 492167"/>
                <a:gd name="connsiteY53" fmla="*/ 8908 h 334932"/>
                <a:gd name="connsiteX54" fmla="*/ 8908 w 492167"/>
                <a:gd name="connsiteY54" fmla="*/ 0 h 33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92167" h="334932">
                  <a:moveTo>
                    <a:pt x="206887" y="97371"/>
                  </a:moveTo>
                  <a:cubicBezTo>
                    <a:pt x="211807" y="97371"/>
                    <a:pt x="215796" y="101359"/>
                    <a:pt x="215796" y="106279"/>
                  </a:cubicBezTo>
                  <a:lnTo>
                    <a:pt x="215796" y="160891"/>
                  </a:lnTo>
                  <a:cubicBezTo>
                    <a:pt x="215796" y="165811"/>
                    <a:pt x="211807" y="169799"/>
                    <a:pt x="206887" y="169799"/>
                  </a:cubicBezTo>
                  <a:cubicBezTo>
                    <a:pt x="201967" y="169799"/>
                    <a:pt x="197979" y="165811"/>
                    <a:pt x="197979" y="160891"/>
                  </a:cubicBezTo>
                  <a:lnTo>
                    <a:pt x="197979" y="106279"/>
                  </a:lnTo>
                  <a:cubicBezTo>
                    <a:pt x="197979" y="101359"/>
                    <a:pt x="201967" y="97371"/>
                    <a:pt x="206887" y="97371"/>
                  </a:cubicBezTo>
                  <a:close/>
                  <a:moveTo>
                    <a:pt x="8908" y="0"/>
                  </a:moveTo>
                  <a:lnTo>
                    <a:pt x="483259" y="0"/>
                  </a:lnTo>
                  <a:cubicBezTo>
                    <a:pt x="488179" y="0"/>
                    <a:pt x="492167" y="3988"/>
                    <a:pt x="492167" y="8908"/>
                  </a:cubicBezTo>
                  <a:lnTo>
                    <a:pt x="492167" y="69463"/>
                  </a:lnTo>
                  <a:cubicBezTo>
                    <a:pt x="492167" y="74383"/>
                    <a:pt x="488179" y="78372"/>
                    <a:pt x="483259" y="78372"/>
                  </a:cubicBezTo>
                  <a:cubicBezTo>
                    <a:pt x="452756" y="78372"/>
                    <a:pt x="428028" y="103100"/>
                    <a:pt x="428028" y="133604"/>
                  </a:cubicBezTo>
                  <a:cubicBezTo>
                    <a:pt x="428028" y="164108"/>
                    <a:pt x="452756" y="188836"/>
                    <a:pt x="483259" y="188836"/>
                  </a:cubicBezTo>
                  <a:cubicBezTo>
                    <a:pt x="488171" y="188836"/>
                    <a:pt x="492156" y="192811"/>
                    <a:pt x="492167" y="197723"/>
                  </a:cubicBezTo>
                  <a:lnTo>
                    <a:pt x="492167" y="258256"/>
                  </a:lnTo>
                  <a:cubicBezTo>
                    <a:pt x="492167" y="263176"/>
                    <a:pt x="488179" y="267165"/>
                    <a:pt x="483259" y="267165"/>
                  </a:cubicBezTo>
                  <a:lnTo>
                    <a:pt x="102125" y="267165"/>
                  </a:lnTo>
                  <a:lnTo>
                    <a:pt x="357745" y="316474"/>
                  </a:lnTo>
                  <a:lnTo>
                    <a:pt x="401374" y="281454"/>
                  </a:lnTo>
                  <a:cubicBezTo>
                    <a:pt x="405209" y="278372"/>
                    <a:pt x="410817" y="278983"/>
                    <a:pt x="413899" y="282819"/>
                  </a:cubicBezTo>
                  <a:cubicBezTo>
                    <a:pt x="416981" y="286654"/>
                    <a:pt x="416370" y="292262"/>
                    <a:pt x="412534" y="295344"/>
                  </a:cubicBezTo>
                  <a:lnTo>
                    <a:pt x="365691" y="332972"/>
                  </a:lnTo>
                  <a:cubicBezTo>
                    <a:pt x="364107" y="334240"/>
                    <a:pt x="362139" y="334932"/>
                    <a:pt x="360111" y="334932"/>
                  </a:cubicBezTo>
                  <a:cubicBezTo>
                    <a:pt x="359543" y="334928"/>
                    <a:pt x="358978" y="334871"/>
                    <a:pt x="358422" y="334761"/>
                  </a:cubicBezTo>
                  <a:lnTo>
                    <a:pt x="7219" y="267015"/>
                  </a:lnTo>
                  <a:cubicBezTo>
                    <a:pt x="3710" y="265742"/>
                    <a:pt x="1069" y="262801"/>
                    <a:pt x="178" y="259176"/>
                  </a:cubicBezTo>
                  <a:cubicBezTo>
                    <a:pt x="102" y="258880"/>
                    <a:pt x="43" y="258580"/>
                    <a:pt x="0" y="258278"/>
                  </a:cubicBezTo>
                  <a:lnTo>
                    <a:pt x="0" y="197744"/>
                  </a:lnTo>
                  <a:cubicBezTo>
                    <a:pt x="0" y="192824"/>
                    <a:pt x="3988" y="188836"/>
                    <a:pt x="8908" y="188836"/>
                  </a:cubicBezTo>
                  <a:cubicBezTo>
                    <a:pt x="39412" y="188836"/>
                    <a:pt x="64140" y="164108"/>
                    <a:pt x="64140" y="133604"/>
                  </a:cubicBezTo>
                  <a:cubicBezTo>
                    <a:pt x="64140" y="103100"/>
                    <a:pt x="39412" y="78372"/>
                    <a:pt x="8908" y="78372"/>
                  </a:cubicBezTo>
                  <a:cubicBezTo>
                    <a:pt x="3988" y="78372"/>
                    <a:pt x="0" y="74383"/>
                    <a:pt x="0" y="69463"/>
                  </a:cubicBezTo>
                  <a:cubicBezTo>
                    <a:pt x="0" y="64544"/>
                    <a:pt x="3988" y="60555"/>
                    <a:pt x="8908" y="60555"/>
                  </a:cubicBezTo>
                  <a:cubicBezTo>
                    <a:pt x="45571" y="60710"/>
                    <a:pt x="76439" y="88017"/>
                    <a:pt x="81065" y="124387"/>
                  </a:cubicBezTo>
                  <a:cubicBezTo>
                    <a:pt x="86155" y="164408"/>
                    <a:pt x="57838" y="200978"/>
                    <a:pt x="17817" y="206068"/>
                  </a:cubicBezTo>
                  <a:lnTo>
                    <a:pt x="17817" y="249327"/>
                  </a:lnTo>
                  <a:lnTo>
                    <a:pt x="197978" y="249327"/>
                  </a:lnTo>
                  <a:lnTo>
                    <a:pt x="197978" y="215475"/>
                  </a:lnTo>
                  <a:cubicBezTo>
                    <a:pt x="197978" y="210555"/>
                    <a:pt x="201968" y="206567"/>
                    <a:pt x="206888" y="206567"/>
                  </a:cubicBezTo>
                  <a:cubicBezTo>
                    <a:pt x="211808" y="206567"/>
                    <a:pt x="215796" y="210555"/>
                    <a:pt x="215796" y="215475"/>
                  </a:cubicBezTo>
                  <a:lnTo>
                    <a:pt x="215796" y="249327"/>
                  </a:lnTo>
                  <a:lnTo>
                    <a:pt x="474351" y="249327"/>
                  </a:lnTo>
                  <a:lnTo>
                    <a:pt x="474351" y="206068"/>
                  </a:lnTo>
                  <a:cubicBezTo>
                    <a:pt x="441045" y="201990"/>
                    <a:pt x="414802" y="175746"/>
                    <a:pt x="410723" y="142441"/>
                  </a:cubicBezTo>
                  <a:cubicBezTo>
                    <a:pt x="405819" y="102395"/>
                    <a:pt x="434307" y="65958"/>
                    <a:pt x="474351" y="61054"/>
                  </a:cubicBezTo>
                  <a:lnTo>
                    <a:pt x="474351" y="17795"/>
                  </a:lnTo>
                  <a:lnTo>
                    <a:pt x="215796" y="17795"/>
                  </a:lnTo>
                  <a:lnTo>
                    <a:pt x="215796" y="51668"/>
                  </a:lnTo>
                  <a:cubicBezTo>
                    <a:pt x="215796" y="56588"/>
                    <a:pt x="211808" y="60577"/>
                    <a:pt x="206888" y="60577"/>
                  </a:cubicBezTo>
                  <a:cubicBezTo>
                    <a:pt x="201968" y="60577"/>
                    <a:pt x="197978" y="56588"/>
                    <a:pt x="197978" y="51668"/>
                  </a:cubicBezTo>
                  <a:lnTo>
                    <a:pt x="197978" y="17817"/>
                  </a:lnTo>
                  <a:lnTo>
                    <a:pt x="8908" y="17817"/>
                  </a:lnTo>
                  <a:cubicBezTo>
                    <a:pt x="3988" y="17817"/>
                    <a:pt x="0" y="13828"/>
                    <a:pt x="0" y="8908"/>
                  </a:cubicBezTo>
                  <a:cubicBezTo>
                    <a:pt x="0" y="3988"/>
                    <a:pt x="3988" y="0"/>
                    <a:pt x="8908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6" name="Group 224">
            <a:extLst>
              <a:ext uri="{FF2B5EF4-FFF2-40B4-BE49-F238E27FC236}">
                <a16:creationId xmlns:a16="http://schemas.microsoft.com/office/drawing/2014/main" id="{4318FA5C-BB62-6490-971E-03AC50BAEFAE}"/>
              </a:ext>
            </a:extLst>
          </p:cNvPr>
          <p:cNvGrpSpPr/>
          <p:nvPr/>
        </p:nvGrpSpPr>
        <p:grpSpPr>
          <a:xfrm>
            <a:off x="8902635" y="5892739"/>
            <a:ext cx="494139" cy="580623"/>
            <a:chOff x="8902635" y="5892739"/>
            <a:chExt cx="494139" cy="580623"/>
          </a:xfrm>
          <a:noFill/>
        </p:grpSpPr>
        <p:sp>
          <p:nvSpPr>
            <p:cNvPr id="177" name="Freeform: Shape 151">
              <a:extLst>
                <a:ext uri="{FF2B5EF4-FFF2-40B4-BE49-F238E27FC236}">
                  <a16:creationId xmlns:a16="http://schemas.microsoft.com/office/drawing/2014/main" id="{03917A20-8447-4441-F42C-753E57511F09}"/>
                </a:ext>
              </a:extLst>
            </p:cNvPr>
            <p:cNvSpPr/>
            <p:nvPr/>
          </p:nvSpPr>
          <p:spPr>
            <a:xfrm>
              <a:off x="9049940" y="6063490"/>
              <a:ext cx="199546" cy="239134"/>
            </a:xfrm>
            <a:custGeom>
              <a:avLst/>
              <a:gdLst>
                <a:gd name="connsiteX0" fmla="*/ 51262 w 199546"/>
                <a:gd name="connsiteY0" fmla="*/ 120219 h 239134"/>
                <a:gd name="connsiteX1" fmla="*/ 51312 w 199546"/>
                <a:gd name="connsiteY1" fmla="*/ 120219 h 239134"/>
                <a:gd name="connsiteX2" fmla="*/ 148234 w 199546"/>
                <a:gd name="connsiteY2" fmla="*/ 120219 h 239134"/>
                <a:gd name="connsiteX3" fmla="*/ 199546 w 199546"/>
                <a:gd name="connsiteY3" fmla="*/ 171531 h 239134"/>
                <a:gd name="connsiteX4" fmla="*/ 199546 w 199546"/>
                <a:gd name="connsiteY4" fmla="*/ 171581 h 239134"/>
                <a:gd name="connsiteX5" fmla="*/ 199546 w 199546"/>
                <a:gd name="connsiteY5" fmla="*/ 239134 h 239134"/>
                <a:gd name="connsiteX6" fmla="*/ 0 w 199546"/>
                <a:gd name="connsiteY6" fmla="*/ 239134 h 239134"/>
                <a:gd name="connsiteX7" fmla="*/ 0 w 199546"/>
                <a:gd name="connsiteY7" fmla="*/ 171581 h 239134"/>
                <a:gd name="connsiteX8" fmla="*/ 51262 w 199546"/>
                <a:gd name="connsiteY8" fmla="*/ 120219 h 239134"/>
                <a:gd name="connsiteX9" fmla="*/ 99773 w 199546"/>
                <a:gd name="connsiteY9" fmla="*/ 0 h 239134"/>
                <a:gd name="connsiteX10" fmla="*/ 159879 w 199546"/>
                <a:gd name="connsiteY10" fmla="*/ 60106 h 239134"/>
                <a:gd name="connsiteX11" fmla="*/ 99773 w 199546"/>
                <a:gd name="connsiteY11" fmla="*/ 120212 h 239134"/>
                <a:gd name="connsiteX12" fmla="*/ 39667 w 199546"/>
                <a:gd name="connsiteY12" fmla="*/ 60106 h 239134"/>
                <a:gd name="connsiteX13" fmla="*/ 99773 w 199546"/>
                <a:gd name="connsiteY13" fmla="*/ 0 h 239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9546" h="239134">
                  <a:moveTo>
                    <a:pt x="51262" y="120219"/>
                  </a:moveTo>
                  <a:cubicBezTo>
                    <a:pt x="51279" y="120219"/>
                    <a:pt x="51295" y="120219"/>
                    <a:pt x="51312" y="120219"/>
                  </a:cubicBezTo>
                  <a:lnTo>
                    <a:pt x="148234" y="120219"/>
                  </a:lnTo>
                  <a:cubicBezTo>
                    <a:pt x="176573" y="120219"/>
                    <a:pt x="199546" y="143192"/>
                    <a:pt x="199546" y="171531"/>
                  </a:cubicBezTo>
                  <a:cubicBezTo>
                    <a:pt x="199546" y="171547"/>
                    <a:pt x="199546" y="171564"/>
                    <a:pt x="199546" y="171581"/>
                  </a:cubicBezTo>
                  <a:lnTo>
                    <a:pt x="199546" y="239134"/>
                  </a:lnTo>
                  <a:lnTo>
                    <a:pt x="0" y="239134"/>
                  </a:lnTo>
                  <a:lnTo>
                    <a:pt x="0" y="171581"/>
                  </a:lnTo>
                  <a:cubicBezTo>
                    <a:pt x="-28" y="143242"/>
                    <a:pt x="22923" y="120247"/>
                    <a:pt x="51262" y="120219"/>
                  </a:cubicBezTo>
                  <a:close/>
                  <a:moveTo>
                    <a:pt x="99773" y="0"/>
                  </a:moveTo>
                  <a:cubicBezTo>
                    <a:pt x="132969" y="0"/>
                    <a:pt x="159879" y="26910"/>
                    <a:pt x="159879" y="60106"/>
                  </a:cubicBezTo>
                  <a:cubicBezTo>
                    <a:pt x="159879" y="93302"/>
                    <a:pt x="132969" y="120212"/>
                    <a:pt x="99773" y="120212"/>
                  </a:cubicBezTo>
                  <a:cubicBezTo>
                    <a:pt x="66577" y="120212"/>
                    <a:pt x="39667" y="93302"/>
                    <a:pt x="39667" y="60106"/>
                  </a:cubicBezTo>
                  <a:cubicBezTo>
                    <a:pt x="39667" y="26910"/>
                    <a:pt x="66577" y="0"/>
                    <a:pt x="99773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" name="Freeform: Shape 152">
              <a:extLst>
                <a:ext uri="{FF2B5EF4-FFF2-40B4-BE49-F238E27FC236}">
                  <a16:creationId xmlns:a16="http://schemas.microsoft.com/office/drawing/2014/main" id="{6F9AABF9-27AB-C728-6D88-A1F03BD71CEA}"/>
                </a:ext>
              </a:extLst>
            </p:cNvPr>
            <p:cNvSpPr/>
            <p:nvPr/>
          </p:nvSpPr>
          <p:spPr>
            <a:xfrm>
              <a:off x="8902635" y="5892739"/>
              <a:ext cx="494139" cy="580623"/>
            </a:xfrm>
            <a:custGeom>
              <a:avLst/>
              <a:gdLst>
                <a:gd name="connsiteX0" fmla="*/ 247114 w 494139"/>
                <a:gd name="connsiteY0" fmla="*/ 179652 h 580623"/>
                <a:gd name="connsiteX1" fmla="*/ 195909 w 494139"/>
                <a:gd name="connsiteY1" fmla="*/ 230857 h 580623"/>
                <a:gd name="connsiteX2" fmla="*/ 195873 w 494139"/>
                <a:gd name="connsiteY2" fmla="*/ 230857 h 580623"/>
                <a:gd name="connsiteX3" fmla="*/ 247078 w 494139"/>
                <a:gd name="connsiteY3" fmla="*/ 282062 h 580623"/>
                <a:gd name="connsiteX4" fmla="*/ 247114 w 494139"/>
                <a:gd name="connsiteY4" fmla="*/ 282062 h 580623"/>
                <a:gd name="connsiteX5" fmla="*/ 298319 w 494139"/>
                <a:gd name="connsiteY5" fmla="*/ 230857 h 580623"/>
                <a:gd name="connsiteX6" fmla="*/ 247114 w 494139"/>
                <a:gd name="connsiteY6" fmla="*/ 179652 h 580623"/>
                <a:gd name="connsiteX7" fmla="*/ 250810 w 494139"/>
                <a:gd name="connsiteY7" fmla="*/ 161787 h 580623"/>
                <a:gd name="connsiteX8" fmla="*/ 298461 w 494139"/>
                <a:gd name="connsiteY8" fmla="*/ 184592 h 580623"/>
                <a:gd name="connsiteX9" fmla="*/ 293223 w 494139"/>
                <a:gd name="connsiteY9" fmla="*/ 282062 h 580623"/>
                <a:gd name="connsiteX10" fmla="*/ 295540 w 494139"/>
                <a:gd name="connsiteY10" fmla="*/ 282062 h 580623"/>
                <a:gd name="connsiteX11" fmla="*/ 355760 w 494139"/>
                <a:gd name="connsiteY11" fmla="*/ 342332 h 580623"/>
                <a:gd name="connsiteX12" fmla="*/ 355760 w 494139"/>
                <a:gd name="connsiteY12" fmla="*/ 409893 h 580623"/>
                <a:gd name="connsiteX13" fmla="*/ 346851 w 494139"/>
                <a:gd name="connsiteY13" fmla="*/ 418801 h 580623"/>
                <a:gd name="connsiteX14" fmla="*/ 337943 w 494139"/>
                <a:gd name="connsiteY14" fmla="*/ 409893 h 580623"/>
                <a:gd name="connsiteX15" fmla="*/ 337943 w 494139"/>
                <a:gd name="connsiteY15" fmla="*/ 342332 h 580623"/>
                <a:gd name="connsiteX16" fmla="*/ 295540 w 494139"/>
                <a:gd name="connsiteY16" fmla="*/ 299879 h 580623"/>
                <a:gd name="connsiteX17" fmla="*/ 198617 w 494139"/>
                <a:gd name="connsiteY17" fmla="*/ 299879 h 580623"/>
                <a:gd name="connsiteX18" fmla="*/ 156214 w 494139"/>
                <a:gd name="connsiteY18" fmla="*/ 342332 h 580623"/>
                <a:gd name="connsiteX19" fmla="*/ 156214 w 494139"/>
                <a:gd name="connsiteY19" fmla="*/ 409893 h 580623"/>
                <a:gd name="connsiteX20" fmla="*/ 147305 w 494139"/>
                <a:gd name="connsiteY20" fmla="*/ 418801 h 580623"/>
                <a:gd name="connsiteX21" fmla="*/ 138397 w 494139"/>
                <a:gd name="connsiteY21" fmla="*/ 409893 h 580623"/>
                <a:gd name="connsiteX22" fmla="*/ 138397 w 494139"/>
                <a:gd name="connsiteY22" fmla="*/ 342332 h 580623"/>
                <a:gd name="connsiteX23" fmla="*/ 198617 w 494139"/>
                <a:gd name="connsiteY23" fmla="*/ 282062 h 580623"/>
                <a:gd name="connsiteX24" fmla="*/ 200990 w 494139"/>
                <a:gd name="connsiteY24" fmla="*/ 282062 h 580623"/>
                <a:gd name="connsiteX25" fmla="*/ 195753 w 494139"/>
                <a:gd name="connsiteY25" fmla="*/ 276825 h 580623"/>
                <a:gd name="connsiteX26" fmla="*/ 200990 w 494139"/>
                <a:gd name="connsiteY26" fmla="*/ 179354 h 580623"/>
                <a:gd name="connsiteX27" fmla="*/ 250810 w 494139"/>
                <a:gd name="connsiteY27" fmla="*/ 161787 h 580623"/>
                <a:gd name="connsiteX28" fmla="*/ 313491 w 494139"/>
                <a:gd name="connsiteY28" fmla="*/ 52278 h 580623"/>
                <a:gd name="connsiteX29" fmla="*/ 494139 w 494139"/>
                <a:gd name="connsiteY29" fmla="*/ 290309 h 580623"/>
                <a:gd name="connsiteX30" fmla="*/ 271594 w 494139"/>
                <a:gd name="connsiteY30" fmla="*/ 536178 h 580623"/>
                <a:gd name="connsiteX31" fmla="*/ 308638 w 494139"/>
                <a:gd name="connsiteY31" fmla="*/ 564756 h 580623"/>
                <a:gd name="connsiteX32" fmla="*/ 310221 w 494139"/>
                <a:gd name="connsiteY32" fmla="*/ 577035 h 580623"/>
                <a:gd name="connsiteX33" fmla="*/ 297756 w 494139"/>
                <a:gd name="connsiteY33" fmla="*/ 578860 h 580623"/>
                <a:gd name="connsiteX34" fmla="*/ 241633 w 494139"/>
                <a:gd name="connsiteY34" fmla="*/ 535508 h 580623"/>
                <a:gd name="connsiteX35" fmla="*/ 241270 w 494139"/>
                <a:gd name="connsiteY35" fmla="*/ 535088 h 580623"/>
                <a:gd name="connsiteX36" fmla="*/ 238640 w 494139"/>
                <a:gd name="connsiteY36" fmla="*/ 530776 h 580623"/>
                <a:gd name="connsiteX37" fmla="*/ 238241 w 494139"/>
                <a:gd name="connsiteY37" fmla="*/ 529593 h 580623"/>
                <a:gd name="connsiteX38" fmla="*/ 238284 w 494139"/>
                <a:gd name="connsiteY38" fmla="*/ 529009 h 580623"/>
                <a:gd name="connsiteX39" fmla="*/ 238177 w 494139"/>
                <a:gd name="connsiteY39" fmla="*/ 528460 h 580623"/>
                <a:gd name="connsiteX40" fmla="*/ 238405 w 494139"/>
                <a:gd name="connsiteY40" fmla="*/ 527334 h 580623"/>
                <a:gd name="connsiteX41" fmla="*/ 239552 w 494139"/>
                <a:gd name="connsiteY41" fmla="*/ 523992 h 580623"/>
                <a:gd name="connsiteX42" fmla="*/ 240037 w 494139"/>
                <a:gd name="connsiteY42" fmla="*/ 523015 h 580623"/>
                <a:gd name="connsiteX43" fmla="*/ 283688 w 494139"/>
                <a:gd name="connsiteY43" fmla="*/ 466594 h 580623"/>
                <a:gd name="connsiteX44" fmla="*/ 283950 w 494139"/>
                <a:gd name="connsiteY44" fmla="*/ 466254 h 580623"/>
                <a:gd name="connsiteX45" fmla="*/ 296482 w 494139"/>
                <a:gd name="connsiteY45" fmla="*/ 464959 h 580623"/>
                <a:gd name="connsiteX46" fmla="*/ 297777 w 494139"/>
                <a:gd name="connsiteY46" fmla="*/ 477490 h 580623"/>
                <a:gd name="connsiteX47" fmla="*/ 265878 w 494139"/>
                <a:gd name="connsiteY47" fmla="*/ 518718 h 580623"/>
                <a:gd name="connsiteX48" fmla="*/ 467903 w 494139"/>
                <a:gd name="connsiteY48" fmla="*/ 351866 h 580623"/>
                <a:gd name="connsiteX49" fmla="*/ 308717 w 494139"/>
                <a:gd name="connsiteY49" fmla="*/ 69439 h 580623"/>
                <a:gd name="connsiteX50" fmla="*/ 302651 w 494139"/>
                <a:gd name="connsiteY50" fmla="*/ 58696 h 580623"/>
                <a:gd name="connsiteX51" fmla="*/ 313491 w 494139"/>
                <a:gd name="connsiteY51" fmla="*/ 52278 h 580623"/>
                <a:gd name="connsiteX52" fmla="*/ 196402 w 494139"/>
                <a:gd name="connsiteY52" fmla="*/ 1764 h 580623"/>
                <a:gd name="connsiteX53" fmla="*/ 252524 w 494139"/>
                <a:gd name="connsiteY53" fmla="*/ 45115 h 580623"/>
                <a:gd name="connsiteX54" fmla="*/ 252888 w 494139"/>
                <a:gd name="connsiteY54" fmla="*/ 45536 h 580623"/>
                <a:gd name="connsiteX55" fmla="*/ 255517 w 494139"/>
                <a:gd name="connsiteY55" fmla="*/ 49847 h 580623"/>
                <a:gd name="connsiteX56" fmla="*/ 255916 w 494139"/>
                <a:gd name="connsiteY56" fmla="*/ 51030 h 580623"/>
                <a:gd name="connsiteX57" fmla="*/ 255874 w 494139"/>
                <a:gd name="connsiteY57" fmla="*/ 51615 h 580623"/>
                <a:gd name="connsiteX58" fmla="*/ 255988 w 494139"/>
                <a:gd name="connsiteY58" fmla="*/ 52164 h 580623"/>
                <a:gd name="connsiteX59" fmla="*/ 255760 w 494139"/>
                <a:gd name="connsiteY59" fmla="*/ 53290 h 580623"/>
                <a:gd name="connsiteX60" fmla="*/ 254605 w 494139"/>
                <a:gd name="connsiteY60" fmla="*/ 56632 h 580623"/>
                <a:gd name="connsiteX61" fmla="*/ 254120 w 494139"/>
                <a:gd name="connsiteY61" fmla="*/ 57608 h 580623"/>
                <a:gd name="connsiteX62" fmla="*/ 210470 w 494139"/>
                <a:gd name="connsiteY62" fmla="*/ 114030 h 580623"/>
                <a:gd name="connsiteX63" fmla="*/ 210207 w 494139"/>
                <a:gd name="connsiteY63" fmla="*/ 114370 h 580623"/>
                <a:gd name="connsiteX64" fmla="*/ 197676 w 494139"/>
                <a:gd name="connsiteY64" fmla="*/ 115665 h 580623"/>
                <a:gd name="connsiteX65" fmla="*/ 196380 w 494139"/>
                <a:gd name="connsiteY65" fmla="*/ 103133 h 580623"/>
                <a:gd name="connsiteX66" fmla="*/ 228279 w 494139"/>
                <a:gd name="connsiteY66" fmla="*/ 61906 h 580623"/>
                <a:gd name="connsiteX67" fmla="*/ 26584 w 494139"/>
                <a:gd name="connsiteY67" fmla="*/ 227703 h 580623"/>
                <a:gd name="connsiteX68" fmla="*/ 184422 w 494139"/>
                <a:gd name="connsiteY68" fmla="*/ 510886 h 580623"/>
                <a:gd name="connsiteX69" fmla="*/ 184443 w 494139"/>
                <a:gd name="connsiteY69" fmla="*/ 510900 h 580623"/>
                <a:gd name="connsiteX70" fmla="*/ 190907 w 494139"/>
                <a:gd name="connsiteY70" fmla="*/ 519444 h 580623"/>
                <a:gd name="connsiteX71" fmla="*/ 182020 w 494139"/>
                <a:gd name="connsiteY71" fmla="*/ 528374 h 580623"/>
                <a:gd name="connsiteX72" fmla="*/ 179583 w 494139"/>
                <a:gd name="connsiteY72" fmla="*/ 528032 h 580623"/>
                <a:gd name="connsiteX73" fmla="*/ 1238 w 494139"/>
                <a:gd name="connsiteY73" fmla="*/ 314878 h 580623"/>
                <a:gd name="connsiteX74" fmla="*/ 222578 w 494139"/>
                <a:gd name="connsiteY74" fmla="*/ 44481 h 580623"/>
                <a:gd name="connsiteX75" fmla="*/ 185519 w 494139"/>
                <a:gd name="connsiteY75" fmla="*/ 15868 h 580623"/>
                <a:gd name="connsiteX76" fmla="*/ 183936 w 494139"/>
                <a:gd name="connsiteY76" fmla="*/ 3588 h 580623"/>
                <a:gd name="connsiteX77" fmla="*/ 196402 w 494139"/>
                <a:gd name="connsiteY77" fmla="*/ 1764 h 58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494139" h="580623">
                  <a:moveTo>
                    <a:pt x="247114" y="179652"/>
                  </a:moveTo>
                  <a:cubicBezTo>
                    <a:pt x="218834" y="179652"/>
                    <a:pt x="195909" y="202578"/>
                    <a:pt x="195909" y="230857"/>
                  </a:cubicBezTo>
                  <a:lnTo>
                    <a:pt x="195873" y="230857"/>
                  </a:lnTo>
                  <a:cubicBezTo>
                    <a:pt x="195901" y="259126"/>
                    <a:pt x="218810" y="282035"/>
                    <a:pt x="247078" y="282062"/>
                  </a:cubicBezTo>
                  <a:cubicBezTo>
                    <a:pt x="247090" y="282062"/>
                    <a:pt x="247102" y="282062"/>
                    <a:pt x="247114" y="282062"/>
                  </a:cubicBezTo>
                  <a:cubicBezTo>
                    <a:pt x="275394" y="282062"/>
                    <a:pt x="298319" y="259137"/>
                    <a:pt x="298319" y="230857"/>
                  </a:cubicBezTo>
                  <a:cubicBezTo>
                    <a:pt x="298319" y="202578"/>
                    <a:pt x="275394" y="179652"/>
                    <a:pt x="247114" y="179652"/>
                  </a:cubicBezTo>
                  <a:close/>
                  <a:moveTo>
                    <a:pt x="250810" y="161787"/>
                  </a:moveTo>
                  <a:cubicBezTo>
                    <a:pt x="268449" y="162735"/>
                    <a:pt x="285726" y="170411"/>
                    <a:pt x="298461" y="184592"/>
                  </a:cubicBezTo>
                  <a:cubicBezTo>
                    <a:pt x="323930" y="212954"/>
                    <a:pt x="321586" y="256593"/>
                    <a:pt x="293223" y="282062"/>
                  </a:cubicBezTo>
                  <a:lnTo>
                    <a:pt x="295540" y="282062"/>
                  </a:lnTo>
                  <a:cubicBezTo>
                    <a:pt x="328795" y="282117"/>
                    <a:pt x="355732" y="309077"/>
                    <a:pt x="355760" y="342332"/>
                  </a:cubicBezTo>
                  <a:lnTo>
                    <a:pt x="355760" y="409893"/>
                  </a:lnTo>
                  <a:cubicBezTo>
                    <a:pt x="355760" y="414813"/>
                    <a:pt x="351771" y="418801"/>
                    <a:pt x="346851" y="418801"/>
                  </a:cubicBezTo>
                  <a:cubicBezTo>
                    <a:pt x="341932" y="418801"/>
                    <a:pt x="337943" y="414813"/>
                    <a:pt x="337943" y="409893"/>
                  </a:cubicBezTo>
                  <a:lnTo>
                    <a:pt x="337943" y="342332"/>
                  </a:lnTo>
                  <a:cubicBezTo>
                    <a:pt x="337928" y="318912"/>
                    <a:pt x="318960" y="299922"/>
                    <a:pt x="295540" y="299879"/>
                  </a:cubicBezTo>
                  <a:lnTo>
                    <a:pt x="198617" y="299879"/>
                  </a:lnTo>
                  <a:cubicBezTo>
                    <a:pt x="175197" y="299922"/>
                    <a:pt x="156229" y="318912"/>
                    <a:pt x="156214" y="342332"/>
                  </a:cubicBezTo>
                  <a:lnTo>
                    <a:pt x="156214" y="409893"/>
                  </a:lnTo>
                  <a:cubicBezTo>
                    <a:pt x="156214" y="414813"/>
                    <a:pt x="152225" y="418801"/>
                    <a:pt x="147305" y="418801"/>
                  </a:cubicBezTo>
                  <a:cubicBezTo>
                    <a:pt x="142385" y="418801"/>
                    <a:pt x="138397" y="414813"/>
                    <a:pt x="138397" y="409893"/>
                  </a:cubicBezTo>
                  <a:lnTo>
                    <a:pt x="138397" y="342332"/>
                  </a:lnTo>
                  <a:cubicBezTo>
                    <a:pt x="138424" y="309077"/>
                    <a:pt x="165362" y="282117"/>
                    <a:pt x="198617" y="282062"/>
                  </a:cubicBezTo>
                  <a:lnTo>
                    <a:pt x="200990" y="282062"/>
                  </a:lnTo>
                  <a:cubicBezTo>
                    <a:pt x="199152" y="280411"/>
                    <a:pt x="197404" y="278663"/>
                    <a:pt x="195753" y="276825"/>
                  </a:cubicBezTo>
                  <a:cubicBezTo>
                    <a:pt x="170283" y="248463"/>
                    <a:pt x="172628" y="204824"/>
                    <a:pt x="200990" y="179354"/>
                  </a:cubicBezTo>
                  <a:cubicBezTo>
                    <a:pt x="215171" y="166620"/>
                    <a:pt x="233171" y="160838"/>
                    <a:pt x="250810" y="161787"/>
                  </a:cubicBezTo>
                  <a:close/>
                  <a:moveTo>
                    <a:pt x="313491" y="52278"/>
                  </a:moveTo>
                  <a:cubicBezTo>
                    <a:pt x="420161" y="82299"/>
                    <a:pt x="493926" y="179496"/>
                    <a:pt x="494139" y="290309"/>
                  </a:cubicBezTo>
                  <a:cubicBezTo>
                    <a:pt x="493995" y="417212"/>
                    <a:pt x="397856" y="523428"/>
                    <a:pt x="271594" y="536178"/>
                  </a:cubicBezTo>
                  <a:lnTo>
                    <a:pt x="308638" y="564756"/>
                  </a:lnTo>
                  <a:cubicBezTo>
                    <a:pt x="312389" y="567754"/>
                    <a:pt x="313089" y="573185"/>
                    <a:pt x="310221" y="577035"/>
                  </a:cubicBezTo>
                  <a:cubicBezTo>
                    <a:pt x="307283" y="580981"/>
                    <a:pt x="301702" y="581798"/>
                    <a:pt x="297756" y="578860"/>
                  </a:cubicBezTo>
                  <a:lnTo>
                    <a:pt x="241633" y="535508"/>
                  </a:lnTo>
                  <a:cubicBezTo>
                    <a:pt x="241484" y="535394"/>
                    <a:pt x="241413" y="535209"/>
                    <a:pt x="241270" y="535088"/>
                  </a:cubicBezTo>
                  <a:cubicBezTo>
                    <a:pt x="240032" y="533905"/>
                    <a:pt x="239125" y="532419"/>
                    <a:pt x="238640" y="530776"/>
                  </a:cubicBezTo>
                  <a:cubicBezTo>
                    <a:pt x="238479" y="530392"/>
                    <a:pt x="238345" y="529997"/>
                    <a:pt x="238241" y="529593"/>
                  </a:cubicBezTo>
                  <a:cubicBezTo>
                    <a:pt x="238220" y="529401"/>
                    <a:pt x="238291" y="529201"/>
                    <a:pt x="238284" y="529009"/>
                  </a:cubicBezTo>
                  <a:cubicBezTo>
                    <a:pt x="238277" y="528817"/>
                    <a:pt x="238177" y="528653"/>
                    <a:pt x="238177" y="528460"/>
                  </a:cubicBezTo>
                  <a:cubicBezTo>
                    <a:pt x="238227" y="528080"/>
                    <a:pt x="238303" y="527704"/>
                    <a:pt x="238405" y="527334"/>
                  </a:cubicBezTo>
                  <a:cubicBezTo>
                    <a:pt x="238486" y="526138"/>
                    <a:pt x="238881" y="524985"/>
                    <a:pt x="239552" y="523992"/>
                  </a:cubicBezTo>
                  <a:cubicBezTo>
                    <a:pt x="239693" y="523657"/>
                    <a:pt x="239855" y="523330"/>
                    <a:pt x="240037" y="523015"/>
                  </a:cubicBezTo>
                  <a:lnTo>
                    <a:pt x="283688" y="466594"/>
                  </a:lnTo>
                  <a:cubicBezTo>
                    <a:pt x="283773" y="466478"/>
                    <a:pt x="283860" y="466365"/>
                    <a:pt x="283950" y="466254"/>
                  </a:cubicBezTo>
                  <a:cubicBezTo>
                    <a:pt x="287053" y="462436"/>
                    <a:pt x="292664" y="461856"/>
                    <a:pt x="296482" y="464959"/>
                  </a:cubicBezTo>
                  <a:cubicBezTo>
                    <a:pt x="300300" y="468062"/>
                    <a:pt x="300880" y="473672"/>
                    <a:pt x="297777" y="477490"/>
                  </a:cubicBezTo>
                  <a:lnTo>
                    <a:pt x="265878" y="518718"/>
                  </a:lnTo>
                  <a:cubicBezTo>
                    <a:pt x="361501" y="510857"/>
                    <a:pt x="442114" y="444280"/>
                    <a:pt x="467903" y="351866"/>
                  </a:cubicBezTo>
                  <a:cubicBezTo>
                    <a:pt x="501935" y="229918"/>
                    <a:pt x="430665" y="103471"/>
                    <a:pt x="308717" y="69439"/>
                  </a:cubicBezTo>
                  <a:cubicBezTo>
                    <a:pt x="304141" y="68064"/>
                    <a:pt x="301465" y="63324"/>
                    <a:pt x="302651" y="58696"/>
                  </a:cubicBezTo>
                  <a:cubicBezTo>
                    <a:pt x="303872" y="53930"/>
                    <a:pt x="308725" y="51057"/>
                    <a:pt x="313491" y="52278"/>
                  </a:cubicBezTo>
                  <a:close/>
                  <a:moveTo>
                    <a:pt x="196402" y="1764"/>
                  </a:moveTo>
                  <a:lnTo>
                    <a:pt x="252524" y="45115"/>
                  </a:lnTo>
                  <a:cubicBezTo>
                    <a:pt x="252674" y="45229"/>
                    <a:pt x="252745" y="45415"/>
                    <a:pt x="252888" y="45536"/>
                  </a:cubicBezTo>
                  <a:cubicBezTo>
                    <a:pt x="254126" y="46719"/>
                    <a:pt x="255033" y="48205"/>
                    <a:pt x="255517" y="49847"/>
                  </a:cubicBezTo>
                  <a:cubicBezTo>
                    <a:pt x="255679" y="50232"/>
                    <a:pt x="255812" y="50627"/>
                    <a:pt x="255916" y="51030"/>
                  </a:cubicBezTo>
                  <a:cubicBezTo>
                    <a:pt x="255938" y="51223"/>
                    <a:pt x="255859" y="51422"/>
                    <a:pt x="255874" y="51615"/>
                  </a:cubicBezTo>
                  <a:cubicBezTo>
                    <a:pt x="255888" y="51807"/>
                    <a:pt x="255988" y="51971"/>
                    <a:pt x="255988" y="52164"/>
                  </a:cubicBezTo>
                  <a:cubicBezTo>
                    <a:pt x="255938" y="52544"/>
                    <a:pt x="255861" y="52920"/>
                    <a:pt x="255760" y="53290"/>
                  </a:cubicBezTo>
                  <a:cubicBezTo>
                    <a:pt x="255677" y="54486"/>
                    <a:pt x="255279" y="55640"/>
                    <a:pt x="254605" y="56632"/>
                  </a:cubicBezTo>
                  <a:cubicBezTo>
                    <a:pt x="254464" y="56967"/>
                    <a:pt x="254302" y="57293"/>
                    <a:pt x="254120" y="57608"/>
                  </a:cubicBezTo>
                  <a:lnTo>
                    <a:pt x="210470" y="114030"/>
                  </a:lnTo>
                  <a:cubicBezTo>
                    <a:pt x="210385" y="114145"/>
                    <a:pt x="210297" y="114259"/>
                    <a:pt x="210207" y="114370"/>
                  </a:cubicBezTo>
                  <a:cubicBezTo>
                    <a:pt x="207104" y="118188"/>
                    <a:pt x="201494" y="118768"/>
                    <a:pt x="197676" y="115665"/>
                  </a:cubicBezTo>
                  <a:cubicBezTo>
                    <a:pt x="193857" y="112562"/>
                    <a:pt x="193278" y="106952"/>
                    <a:pt x="196380" y="103133"/>
                  </a:cubicBezTo>
                  <a:lnTo>
                    <a:pt x="228279" y="61906"/>
                  </a:lnTo>
                  <a:cubicBezTo>
                    <a:pt x="133069" y="69747"/>
                    <a:pt x="52702" y="135809"/>
                    <a:pt x="26584" y="227703"/>
                  </a:cubicBezTo>
                  <a:cubicBezTo>
                    <a:pt x="-8029" y="349487"/>
                    <a:pt x="62637" y="476272"/>
                    <a:pt x="184422" y="510886"/>
                  </a:cubicBezTo>
                  <a:lnTo>
                    <a:pt x="184443" y="510900"/>
                  </a:lnTo>
                  <a:cubicBezTo>
                    <a:pt x="188261" y="511989"/>
                    <a:pt x="190897" y="515474"/>
                    <a:pt x="190907" y="519444"/>
                  </a:cubicBezTo>
                  <a:cubicBezTo>
                    <a:pt x="190919" y="524364"/>
                    <a:pt x="186940" y="528362"/>
                    <a:pt x="182020" y="528374"/>
                  </a:cubicBezTo>
                  <a:cubicBezTo>
                    <a:pt x="181196" y="528377"/>
                    <a:pt x="180375" y="528262"/>
                    <a:pt x="179583" y="528032"/>
                  </a:cubicBezTo>
                  <a:cubicBezTo>
                    <a:pt x="82022" y="500316"/>
                    <a:pt x="11306" y="415798"/>
                    <a:pt x="1238" y="314878"/>
                  </a:cubicBezTo>
                  <a:cubicBezTo>
                    <a:pt x="-12309" y="179089"/>
                    <a:pt x="86788" y="58028"/>
                    <a:pt x="222578" y="44481"/>
                  </a:cubicBezTo>
                  <a:lnTo>
                    <a:pt x="185519" y="15868"/>
                  </a:lnTo>
                  <a:cubicBezTo>
                    <a:pt x="181769" y="12870"/>
                    <a:pt x="181069" y="7439"/>
                    <a:pt x="183936" y="3588"/>
                  </a:cubicBezTo>
                  <a:cubicBezTo>
                    <a:pt x="186875" y="-358"/>
                    <a:pt x="192456" y="-1175"/>
                    <a:pt x="196402" y="1764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9" name="Group 225">
            <a:extLst>
              <a:ext uri="{FF2B5EF4-FFF2-40B4-BE49-F238E27FC236}">
                <a16:creationId xmlns:a16="http://schemas.microsoft.com/office/drawing/2014/main" id="{C766534A-66FE-18CD-A621-E4B5E849D38F}"/>
              </a:ext>
            </a:extLst>
          </p:cNvPr>
          <p:cNvGrpSpPr/>
          <p:nvPr/>
        </p:nvGrpSpPr>
        <p:grpSpPr>
          <a:xfrm>
            <a:off x="7841977" y="5967750"/>
            <a:ext cx="580823" cy="430593"/>
            <a:chOff x="7841977" y="5967750"/>
            <a:chExt cx="580823" cy="430593"/>
          </a:xfrm>
          <a:noFill/>
        </p:grpSpPr>
        <p:sp>
          <p:nvSpPr>
            <p:cNvPr id="180" name="Freeform: Shape 154">
              <a:extLst>
                <a:ext uri="{FF2B5EF4-FFF2-40B4-BE49-F238E27FC236}">
                  <a16:creationId xmlns:a16="http://schemas.microsoft.com/office/drawing/2014/main" id="{E3937C3B-B9AF-FCE7-5F3D-34E242DC60AF}"/>
                </a:ext>
              </a:extLst>
            </p:cNvPr>
            <p:cNvSpPr/>
            <p:nvPr/>
          </p:nvSpPr>
          <p:spPr>
            <a:xfrm>
              <a:off x="7998763" y="6073588"/>
              <a:ext cx="263686" cy="263686"/>
            </a:xfrm>
            <a:custGeom>
              <a:avLst/>
              <a:gdLst>
                <a:gd name="connsiteX0" fmla="*/ 267249 w 263685"/>
                <a:gd name="connsiteY0" fmla="*/ 156701 h 263685"/>
                <a:gd name="connsiteX1" fmla="*/ 267249 w 263685"/>
                <a:gd name="connsiteY1" fmla="*/ 110556 h 263685"/>
                <a:gd name="connsiteX2" fmla="*/ 237674 w 263685"/>
                <a:gd name="connsiteY2" fmla="*/ 110556 h 263685"/>
                <a:gd name="connsiteX3" fmla="*/ 223492 w 263685"/>
                <a:gd name="connsiteY3" fmla="*/ 76405 h 263685"/>
                <a:gd name="connsiteX4" fmla="*/ 244437 w 263685"/>
                <a:gd name="connsiteY4" fmla="*/ 55452 h 263685"/>
                <a:gd name="connsiteX5" fmla="*/ 211811 w 263685"/>
                <a:gd name="connsiteY5" fmla="*/ 22827 h 263685"/>
                <a:gd name="connsiteX6" fmla="*/ 190859 w 263685"/>
                <a:gd name="connsiteY6" fmla="*/ 43779 h 263685"/>
                <a:gd name="connsiteX7" fmla="*/ 156708 w 263685"/>
                <a:gd name="connsiteY7" fmla="*/ 29590 h 263685"/>
                <a:gd name="connsiteX8" fmla="*/ 156708 w 263685"/>
                <a:gd name="connsiteY8" fmla="*/ 0 h 263685"/>
                <a:gd name="connsiteX9" fmla="*/ 110556 w 263685"/>
                <a:gd name="connsiteY9" fmla="*/ 0 h 263685"/>
                <a:gd name="connsiteX10" fmla="*/ 110556 w 263685"/>
                <a:gd name="connsiteY10" fmla="*/ 29583 h 263685"/>
                <a:gd name="connsiteX11" fmla="*/ 76405 w 263685"/>
                <a:gd name="connsiteY11" fmla="*/ 43772 h 263685"/>
                <a:gd name="connsiteX12" fmla="*/ 55452 w 263685"/>
                <a:gd name="connsiteY12" fmla="*/ 22820 h 263685"/>
                <a:gd name="connsiteX13" fmla="*/ 22827 w 263685"/>
                <a:gd name="connsiteY13" fmla="*/ 55445 h 263685"/>
                <a:gd name="connsiteX14" fmla="*/ 43779 w 263685"/>
                <a:gd name="connsiteY14" fmla="*/ 76398 h 263685"/>
                <a:gd name="connsiteX15" fmla="*/ 29597 w 263685"/>
                <a:gd name="connsiteY15" fmla="*/ 110549 h 263685"/>
                <a:gd name="connsiteX16" fmla="*/ 0 w 263685"/>
                <a:gd name="connsiteY16" fmla="*/ 110549 h 263685"/>
                <a:gd name="connsiteX17" fmla="*/ 0 w 263685"/>
                <a:gd name="connsiteY17" fmla="*/ 156694 h 263685"/>
                <a:gd name="connsiteX18" fmla="*/ 29576 w 263685"/>
                <a:gd name="connsiteY18" fmla="*/ 156694 h 263685"/>
                <a:gd name="connsiteX19" fmla="*/ 43758 w 263685"/>
                <a:gd name="connsiteY19" fmla="*/ 190845 h 263685"/>
                <a:gd name="connsiteX20" fmla="*/ 22805 w 263685"/>
                <a:gd name="connsiteY20" fmla="*/ 211790 h 263685"/>
                <a:gd name="connsiteX21" fmla="*/ 55431 w 263685"/>
                <a:gd name="connsiteY21" fmla="*/ 244416 h 263685"/>
                <a:gd name="connsiteX22" fmla="*/ 76405 w 263685"/>
                <a:gd name="connsiteY22" fmla="*/ 223485 h 263685"/>
                <a:gd name="connsiteX23" fmla="*/ 110556 w 263685"/>
                <a:gd name="connsiteY23" fmla="*/ 237674 h 263685"/>
                <a:gd name="connsiteX24" fmla="*/ 110556 w 263685"/>
                <a:gd name="connsiteY24" fmla="*/ 267256 h 263685"/>
                <a:gd name="connsiteX25" fmla="*/ 156701 w 263685"/>
                <a:gd name="connsiteY25" fmla="*/ 267256 h 263685"/>
                <a:gd name="connsiteX26" fmla="*/ 156701 w 263685"/>
                <a:gd name="connsiteY26" fmla="*/ 237667 h 263685"/>
                <a:gd name="connsiteX27" fmla="*/ 190852 w 263685"/>
                <a:gd name="connsiteY27" fmla="*/ 223485 h 263685"/>
                <a:gd name="connsiteX28" fmla="*/ 211797 w 263685"/>
                <a:gd name="connsiteY28" fmla="*/ 244437 h 263685"/>
                <a:gd name="connsiteX29" fmla="*/ 244423 w 263685"/>
                <a:gd name="connsiteY29" fmla="*/ 211811 h 263685"/>
                <a:gd name="connsiteX30" fmla="*/ 223477 w 263685"/>
                <a:gd name="connsiteY30" fmla="*/ 190866 h 263685"/>
                <a:gd name="connsiteX31" fmla="*/ 237659 w 263685"/>
                <a:gd name="connsiteY31" fmla="*/ 156715 h 263685"/>
                <a:gd name="connsiteX32" fmla="*/ 133625 w 263685"/>
                <a:gd name="connsiteY32" fmla="*/ 178964 h 263685"/>
                <a:gd name="connsiteX33" fmla="*/ 88285 w 263685"/>
                <a:gd name="connsiteY33" fmla="*/ 133625 h 263685"/>
                <a:gd name="connsiteX34" fmla="*/ 133625 w 263685"/>
                <a:gd name="connsiteY34" fmla="*/ 88285 h 263685"/>
                <a:gd name="connsiteX35" fmla="*/ 178964 w 263685"/>
                <a:gd name="connsiteY35" fmla="*/ 133625 h 263685"/>
                <a:gd name="connsiteX36" fmla="*/ 133625 w 263685"/>
                <a:gd name="connsiteY36" fmla="*/ 178964 h 263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63685" h="263685">
                  <a:moveTo>
                    <a:pt x="267249" y="156701"/>
                  </a:moveTo>
                  <a:lnTo>
                    <a:pt x="267249" y="110556"/>
                  </a:lnTo>
                  <a:lnTo>
                    <a:pt x="237674" y="110556"/>
                  </a:lnTo>
                  <a:cubicBezTo>
                    <a:pt x="234986" y="98428"/>
                    <a:pt x="230186" y="86868"/>
                    <a:pt x="223492" y="76405"/>
                  </a:cubicBezTo>
                  <a:lnTo>
                    <a:pt x="244437" y="55452"/>
                  </a:lnTo>
                  <a:lnTo>
                    <a:pt x="211811" y="22827"/>
                  </a:lnTo>
                  <a:lnTo>
                    <a:pt x="190859" y="43779"/>
                  </a:lnTo>
                  <a:cubicBezTo>
                    <a:pt x="180396" y="37082"/>
                    <a:pt x="168836" y="32279"/>
                    <a:pt x="156708" y="29590"/>
                  </a:cubicBezTo>
                  <a:lnTo>
                    <a:pt x="156708" y="0"/>
                  </a:lnTo>
                  <a:lnTo>
                    <a:pt x="110556" y="0"/>
                  </a:lnTo>
                  <a:lnTo>
                    <a:pt x="110556" y="29583"/>
                  </a:lnTo>
                  <a:cubicBezTo>
                    <a:pt x="98428" y="32273"/>
                    <a:pt x="86868" y="37076"/>
                    <a:pt x="76405" y="43772"/>
                  </a:cubicBezTo>
                  <a:lnTo>
                    <a:pt x="55452" y="22820"/>
                  </a:lnTo>
                  <a:lnTo>
                    <a:pt x="22827" y="55445"/>
                  </a:lnTo>
                  <a:lnTo>
                    <a:pt x="43779" y="76398"/>
                  </a:lnTo>
                  <a:cubicBezTo>
                    <a:pt x="37085" y="86861"/>
                    <a:pt x="32284" y="98421"/>
                    <a:pt x="29597" y="110549"/>
                  </a:cubicBezTo>
                  <a:lnTo>
                    <a:pt x="0" y="110549"/>
                  </a:lnTo>
                  <a:lnTo>
                    <a:pt x="0" y="156694"/>
                  </a:lnTo>
                  <a:lnTo>
                    <a:pt x="29576" y="156694"/>
                  </a:lnTo>
                  <a:cubicBezTo>
                    <a:pt x="32263" y="168821"/>
                    <a:pt x="37064" y="180381"/>
                    <a:pt x="43758" y="190845"/>
                  </a:cubicBezTo>
                  <a:lnTo>
                    <a:pt x="22805" y="211790"/>
                  </a:lnTo>
                  <a:lnTo>
                    <a:pt x="55431" y="244416"/>
                  </a:lnTo>
                  <a:lnTo>
                    <a:pt x="76405" y="223485"/>
                  </a:lnTo>
                  <a:cubicBezTo>
                    <a:pt x="86868" y="230181"/>
                    <a:pt x="98428" y="234984"/>
                    <a:pt x="110556" y="237674"/>
                  </a:cubicBezTo>
                  <a:lnTo>
                    <a:pt x="110556" y="267256"/>
                  </a:lnTo>
                  <a:lnTo>
                    <a:pt x="156701" y="267256"/>
                  </a:lnTo>
                  <a:lnTo>
                    <a:pt x="156701" y="237667"/>
                  </a:lnTo>
                  <a:cubicBezTo>
                    <a:pt x="168828" y="234979"/>
                    <a:pt x="180388" y="230179"/>
                    <a:pt x="190852" y="223485"/>
                  </a:cubicBezTo>
                  <a:lnTo>
                    <a:pt x="211797" y="244437"/>
                  </a:lnTo>
                  <a:lnTo>
                    <a:pt x="244423" y="211811"/>
                  </a:lnTo>
                  <a:lnTo>
                    <a:pt x="223477" y="190866"/>
                  </a:lnTo>
                  <a:cubicBezTo>
                    <a:pt x="230172" y="180402"/>
                    <a:pt x="234972" y="168842"/>
                    <a:pt x="237659" y="156715"/>
                  </a:cubicBezTo>
                  <a:close/>
                  <a:moveTo>
                    <a:pt x="133625" y="178964"/>
                  </a:moveTo>
                  <a:cubicBezTo>
                    <a:pt x="108584" y="178964"/>
                    <a:pt x="88285" y="158665"/>
                    <a:pt x="88285" y="133625"/>
                  </a:cubicBezTo>
                  <a:cubicBezTo>
                    <a:pt x="88285" y="108584"/>
                    <a:pt x="108584" y="88285"/>
                    <a:pt x="133625" y="88285"/>
                  </a:cubicBezTo>
                  <a:cubicBezTo>
                    <a:pt x="158665" y="88285"/>
                    <a:pt x="178964" y="108584"/>
                    <a:pt x="178964" y="133625"/>
                  </a:cubicBezTo>
                  <a:cubicBezTo>
                    <a:pt x="178964" y="158665"/>
                    <a:pt x="158665" y="178964"/>
                    <a:pt x="133625" y="178964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" name="Freeform: Shape 155">
              <a:extLst>
                <a:ext uri="{FF2B5EF4-FFF2-40B4-BE49-F238E27FC236}">
                  <a16:creationId xmlns:a16="http://schemas.microsoft.com/office/drawing/2014/main" id="{1F9056EF-D033-9466-AD16-FE37259546C0}"/>
                </a:ext>
              </a:extLst>
            </p:cNvPr>
            <p:cNvSpPr/>
            <p:nvPr/>
          </p:nvSpPr>
          <p:spPr>
            <a:xfrm>
              <a:off x="7841977" y="5967750"/>
              <a:ext cx="580823" cy="430593"/>
            </a:xfrm>
            <a:custGeom>
              <a:avLst/>
              <a:gdLst>
                <a:gd name="connsiteX0" fmla="*/ 290411 w 580823"/>
                <a:gd name="connsiteY0" fmla="*/ 185215 h 430593"/>
                <a:gd name="connsiteX1" fmla="*/ 319344 w 580823"/>
                <a:gd name="connsiteY1" fmla="*/ 193576 h 430593"/>
                <a:gd name="connsiteX2" fmla="*/ 336298 w 580823"/>
                <a:gd name="connsiteY2" fmla="*/ 268398 h 430593"/>
                <a:gd name="connsiteX3" fmla="*/ 261475 w 580823"/>
                <a:gd name="connsiteY3" fmla="*/ 285352 h 430593"/>
                <a:gd name="connsiteX4" fmla="*/ 244522 w 580823"/>
                <a:gd name="connsiteY4" fmla="*/ 210529 h 430593"/>
                <a:gd name="connsiteX5" fmla="*/ 256621 w 580823"/>
                <a:gd name="connsiteY5" fmla="*/ 207792 h 430593"/>
                <a:gd name="connsiteX6" fmla="*/ 259587 w 580823"/>
                <a:gd name="connsiteY6" fmla="*/ 220037 h 430593"/>
                <a:gd name="connsiteX7" fmla="*/ 253982 w 580823"/>
                <a:gd name="connsiteY7" fmla="*/ 239438 h 430593"/>
                <a:gd name="connsiteX8" fmla="*/ 290389 w 580823"/>
                <a:gd name="connsiteY8" fmla="*/ 275867 h 430593"/>
                <a:gd name="connsiteX9" fmla="*/ 326817 w 580823"/>
                <a:gd name="connsiteY9" fmla="*/ 239461 h 430593"/>
                <a:gd name="connsiteX10" fmla="*/ 290411 w 580823"/>
                <a:gd name="connsiteY10" fmla="*/ 203032 h 430593"/>
                <a:gd name="connsiteX11" fmla="*/ 281503 w 580823"/>
                <a:gd name="connsiteY11" fmla="*/ 194123 h 430593"/>
                <a:gd name="connsiteX12" fmla="*/ 290411 w 580823"/>
                <a:gd name="connsiteY12" fmla="*/ 185215 h 430593"/>
                <a:gd name="connsiteX13" fmla="*/ 276243 w 580823"/>
                <a:gd name="connsiteY13" fmla="*/ 114761 h 430593"/>
                <a:gd name="connsiteX14" fmla="*/ 276243 w 580823"/>
                <a:gd name="connsiteY14" fmla="*/ 135428 h 430593"/>
                <a:gd name="connsiteX15" fmla="*/ 269259 w 580823"/>
                <a:gd name="connsiteY15" fmla="*/ 144130 h 430593"/>
                <a:gd name="connsiteX16" fmla="*/ 237980 w 580823"/>
                <a:gd name="connsiteY16" fmla="*/ 157122 h 430593"/>
                <a:gd name="connsiteX17" fmla="*/ 226891 w 580823"/>
                <a:gd name="connsiteY17" fmla="*/ 155910 h 430593"/>
                <a:gd name="connsiteX18" fmla="*/ 212238 w 580823"/>
                <a:gd name="connsiteY18" fmla="*/ 141258 h 430593"/>
                <a:gd name="connsiteX19" fmla="*/ 192205 w 580823"/>
                <a:gd name="connsiteY19" fmla="*/ 161291 h 430593"/>
                <a:gd name="connsiteX20" fmla="*/ 206850 w 580823"/>
                <a:gd name="connsiteY20" fmla="*/ 175901 h 430593"/>
                <a:gd name="connsiteX21" fmla="*/ 208062 w 580823"/>
                <a:gd name="connsiteY21" fmla="*/ 186998 h 430593"/>
                <a:gd name="connsiteX22" fmla="*/ 195063 w 580823"/>
                <a:gd name="connsiteY22" fmla="*/ 218284 h 430593"/>
                <a:gd name="connsiteX23" fmla="*/ 186361 w 580823"/>
                <a:gd name="connsiteY23" fmla="*/ 225275 h 430593"/>
                <a:gd name="connsiteX24" fmla="*/ 165694 w 580823"/>
                <a:gd name="connsiteY24" fmla="*/ 225275 h 430593"/>
                <a:gd name="connsiteX25" fmla="*/ 165694 w 580823"/>
                <a:gd name="connsiteY25" fmla="*/ 253596 h 430593"/>
                <a:gd name="connsiteX26" fmla="*/ 186368 w 580823"/>
                <a:gd name="connsiteY26" fmla="*/ 253596 h 430593"/>
                <a:gd name="connsiteX27" fmla="*/ 195070 w 580823"/>
                <a:gd name="connsiteY27" fmla="*/ 260580 h 430593"/>
                <a:gd name="connsiteX28" fmla="*/ 208069 w 580823"/>
                <a:gd name="connsiteY28" fmla="*/ 291859 h 430593"/>
                <a:gd name="connsiteX29" fmla="*/ 206857 w 580823"/>
                <a:gd name="connsiteY29" fmla="*/ 302955 h 430593"/>
                <a:gd name="connsiteX30" fmla="*/ 192205 w 580823"/>
                <a:gd name="connsiteY30" fmla="*/ 317636 h 430593"/>
                <a:gd name="connsiteX31" fmla="*/ 212238 w 580823"/>
                <a:gd name="connsiteY31" fmla="*/ 337669 h 430593"/>
                <a:gd name="connsiteX32" fmla="*/ 226891 w 580823"/>
                <a:gd name="connsiteY32" fmla="*/ 323017 h 430593"/>
                <a:gd name="connsiteX33" fmla="*/ 237987 w 580823"/>
                <a:gd name="connsiteY33" fmla="*/ 321805 h 430593"/>
                <a:gd name="connsiteX34" fmla="*/ 269266 w 580823"/>
                <a:gd name="connsiteY34" fmla="*/ 334797 h 430593"/>
                <a:gd name="connsiteX35" fmla="*/ 276250 w 580823"/>
                <a:gd name="connsiteY35" fmla="*/ 343499 h 430593"/>
                <a:gd name="connsiteX36" fmla="*/ 276250 w 580823"/>
                <a:gd name="connsiteY36" fmla="*/ 364166 h 430593"/>
                <a:gd name="connsiteX37" fmla="*/ 304572 w 580823"/>
                <a:gd name="connsiteY37" fmla="*/ 364166 h 430593"/>
                <a:gd name="connsiteX38" fmla="*/ 304572 w 580823"/>
                <a:gd name="connsiteY38" fmla="*/ 343499 h 430593"/>
                <a:gd name="connsiteX39" fmla="*/ 311556 w 580823"/>
                <a:gd name="connsiteY39" fmla="*/ 334797 h 430593"/>
                <a:gd name="connsiteX40" fmla="*/ 342835 w 580823"/>
                <a:gd name="connsiteY40" fmla="*/ 321805 h 430593"/>
                <a:gd name="connsiteX41" fmla="*/ 353931 w 580823"/>
                <a:gd name="connsiteY41" fmla="*/ 323017 h 430593"/>
                <a:gd name="connsiteX42" fmla="*/ 368583 w 580823"/>
                <a:gd name="connsiteY42" fmla="*/ 337669 h 430593"/>
                <a:gd name="connsiteX43" fmla="*/ 388616 w 580823"/>
                <a:gd name="connsiteY43" fmla="*/ 317636 h 430593"/>
                <a:gd name="connsiteX44" fmla="*/ 373964 w 580823"/>
                <a:gd name="connsiteY44" fmla="*/ 302991 h 430593"/>
                <a:gd name="connsiteX45" fmla="*/ 372752 w 580823"/>
                <a:gd name="connsiteY45" fmla="*/ 291895 h 430593"/>
                <a:gd name="connsiteX46" fmla="*/ 385751 w 580823"/>
                <a:gd name="connsiteY46" fmla="*/ 260616 h 430593"/>
                <a:gd name="connsiteX47" fmla="*/ 394460 w 580823"/>
                <a:gd name="connsiteY47" fmla="*/ 253603 h 430593"/>
                <a:gd name="connsiteX48" fmla="*/ 415127 w 580823"/>
                <a:gd name="connsiteY48" fmla="*/ 253603 h 430593"/>
                <a:gd name="connsiteX49" fmla="*/ 415127 w 580823"/>
                <a:gd name="connsiteY49" fmla="*/ 225275 h 430593"/>
                <a:gd name="connsiteX50" fmla="*/ 394460 w 580823"/>
                <a:gd name="connsiteY50" fmla="*/ 225275 h 430593"/>
                <a:gd name="connsiteX51" fmla="*/ 385744 w 580823"/>
                <a:gd name="connsiteY51" fmla="*/ 218326 h 430593"/>
                <a:gd name="connsiteX52" fmla="*/ 372745 w 580823"/>
                <a:gd name="connsiteY52" fmla="*/ 187040 h 430593"/>
                <a:gd name="connsiteX53" fmla="*/ 373957 w 580823"/>
                <a:gd name="connsiteY53" fmla="*/ 175944 h 430593"/>
                <a:gd name="connsiteX54" fmla="*/ 388609 w 580823"/>
                <a:gd name="connsiteY54" fmla="*/ 161291 h 430593"/>
                <a:gd name="connsiteX55" fmla="*/ 368576 w 580823"/>
                <a:gd name="connsiteY55" fmla="*/ 141258 h 430593"/>
                <a:gd name="connsiteX56" fmla="*/ 353924 w 580823"/>
                <a:gd name="connsiteY56" fmla="*/ 155910 h 430593"/>
                <a:gd name="connsiteX57" fmla="*/ 342835 w 580823"/>
                <a:gd name="connsiteY57" fmla="*/ 157122 h 430593"/>
                <a:gd name="connsiteX58" fmla="*/ 311556 w 580823"/>
                <a:gd name="connsiteY58" fmla="*/ 144130 h 430593"/>
                <a:gd name="connsiteX59" fmla="*/ 304572 w 580823"/>
                <a:gd name="connsiteY59" fmla="*/ 135428 h 430593"/>
                <a:gd name="connsiteX60" fmla="*/ 304572 w 580823"/>
                <a:gd name="connsiteY60" fmla="*/ 114761 h 430593"/>
                <a:gd name="connsiteX61" fmla="*/ 267342 w 580823"/>
                <a:gd name="connsiteY61" fmla="*/ 96930 h 430593"/>
                <a:gd name="connsiteX62" fmla="*/ 313480 w 580823"/>
                <a:gd name="connsiteY62" fmla="*/ 96930 h 430593"/>
                <a:gd name="connsiteX63" fmla="*/ 322388 w 580823"/>
                <a:gd name="connsiteY63" fmla="*/ 105838 h 430593"/>
                <a:gd name="connsiteX64" fmla="*/ 322388 w 580823"/>
                <a:gd name="connsiteY64" fmla="*/ 128501 h 430593"/>
                <a:gd name="connsiteX65" fmla="*/ 346234 w 580823"/>
                <a:gd name="connsiteY65" fmla="*/ 138414 h 430593"/>
                <a:gd name="connsiteX66" fmla="*/ 362283 w 580823"/>
                <a:gd name="connsiteY66" fmla="*/ 122365 h 430593"/>
                <a:gd name="connsiteX67" fmla="*/ 362285 w 580823"/>
                <a:gd name="connsiteY67" fmla="*/ 122363 h 430593"/>
                <a:gd name="connsiteX68" fmla="*/ 374883 w 580823"/>
                <a:gd name="connsiteY68" fmla="*/ 122365 h 430593"/>
                <a:gd name="connsiteX69" fmla="*/ 407509 w 580823"/>
                <a:gd name="connsiteY69" fmla="*/ 154984 h 430593"/>
                <a:gd name="connsiteX70" fmla="*/ 407511 w 580823"/>
                <a:gd name="connsiteY70" fmla="*/ 154985 h 430593"/>
                <a:gd name="connsiteX71" fmla="*/ 407509 w 580823"/>
                <a:gd name="connsiteY71" fmla="*/ 167584 h 430593"/>
                <a:gd name="connsiteX72" fmla="*/ 391460 w 580823"/>
                <a:gd name="connsiteY72" fmla="*/ 183634 h 430593"/>
                <a:gd name="connsiteX73" fmla="*/ 401373 w 580823"/>
                <a:gd name="connsiteY73" fmla="*/ 207487 h 430593"/>
                <a:gd name="connsiteX74" fmla="*/ 424036 w 580823"/>
                <a:gd name="connsiteY74" fmla="*/ 207487 h 430593"/>
                <a:gd name="connsiteX75" fmla="*/ 432944 w 580823"/>
                <a:gd name="connsiteY75" fmla="*/ 216395 h 430593"/>
                <a:gd name="connsiteX76" fmla="*/ 432944 w 580823"/>
                <a:gd name="connsiteY76" fmla="*/ 262540 h 430593"/>
                <a:gd name="connsiteX77" fmla="*/ 424036 w 580823"/>
                <a:gd name="connsiteY77" fmla="*/ 271448 h 430593"/>
                <a:gd name="connsiteX78" fmla="*/ 401380 w 580823"/>
                <a:gd name="connsiteY78" fmla="*/ 271448 h 430593"/>
                <a:gd name="connsiteX79" fmla="*/ 391467 w 580823"/>
                <a:gd name="connsiteY79" fmla="*/ 295294 h 430593"/>
                <a:gd name="connsiteX80" fmla="*/ 407516 w 580823"/>
                <a:gd name="connsiteY80" fmla="*/ 311343 h 430593"/>
                <a:gd name="connsiteX81" fmla="*/ 407516 w 580823"/>
                <a:gd name="connsiteY81" fmla="*/ 323936 h 430593"/>
                <a:gd name="connsiteX82" fmla="*/ 374890 w 580823"/>
                <a:gd name="connsiteY82" fmla="*/ 356562 h 430593"/>
                <a:gd name="connsiteX83" fmla="*/ 374889 w 580823"/>
                <a:gd name="connsiteY83" fmla="*/ 356564 h 430593"/>
                <a:gd name="connsiteX84" fmla="*/ 362290 w 580823"/>
                <a:gd name="connsiteY84" fmla="*/ 356562 h 430593"/>
                <a:gd name="connsiteX85" fmla="*/ 346241 w 580823"/>
                <a:gd name="connsiteY85" fmla="*/ 340513 h 430593"/>
                <a:gd name="connsiteX86" fmla="*/ 322395 w 580823"/>
                <a:gd name="connsiteY86" fmla="*/ 350426 h 430593"/>
                <a:gd name="connsiteX87" fmla="*/ 322395 w 580823"/>
                <a:gd name="connsiteY87" fmla="*/ 373096 h 430593"/>
                <a:gd name="connsiteX88" fmla="*/ 313487 w 580823"/>
                <a:gd name="connsiteY88" fmla="*/ 382004 h 430593"/>
                <a:gd name="connsiteX89" fmla="*/ 267342 w 580823"/>
                <a:gd name="connsiteY89" fmla="*/ 382004 h 430593"/>
                <a:gd name="connsiteX90" fmla="*/ 258434 w 580823"/>
                <a:gd name="connsiteY90" fmla="*/ 373096 h 430593"/>
                <a:gd name="connsiteX91" fmla="*/ 258434 w 580823"/>
                <a:gd name="connsiteY91" fmla="*/ 350426 h 430593"/>
                <a:gd name="connsiteX92" fmla="*/ 234588 w 580823"/>
                <a:gd name="connsiteY92" fmla="*/ 340513 h 430593"/>
                <a:gd name="connsiteX93" fmla="*/ 218538 w 580823"/>
                <a:gd name="connsiteY93" fmla="*/ 356562 h 430593"/>
                <a:gd name="connsiteX94" fmla="*/ 218536 w 580823"/>
                <a:gd name="connsiteY94" fmla="*/ 356564 h 430593"/>
                <a:gd name="connsiteX95" fmla="*/ 205938 w 580823"/>
                <a:gd name="connsiteY95" fmla="*/ 356562 h 430593"/>
                <a:gd name="connsiteX96" fmla="*/ 173312 w 580823"/>
                <a:gd name="connsiteY96" fmla="*/ 323936 h 430593"/>
                <a:gd name="connsiteX97" fmla="*/ 173312 w 580823"/>
                <a:gd name="connsiteY97" fmla="*/ 311343 h 430593"/>
                <a:gd name="connsiteX98" fmla="*/ 189361 w 580823"/>
                <a:gd name="connsiteY98" fmla="*/ 295294 h 430593"/>
                <a:gd name="connsiteX99" fmla="*/ 179448 w 580823"/>
                <a:gd name="connsiteY99" fmla="*/ 271448 h 430593"/>
                <a:gd name="connsiteX100" fmla="*/ 156785 w 580823"/>
                <a:gd name="connsiteY100" fmla="*/ 271448 h 430593"/>
                <a:gd name="connsiteX101" fmla="*/ 147877 w 580823"/>
                <a:gd name="connsiteY101" fmla="*/ 262540 h 430593"/>
                <a:gd name="connsiteX102" fmla="*/ 147877 w 580823"/>
                <a:gd name="connsiteY102" fmla="*/ 216395 h 430593"/>
                <a:gd name="connsiteX103" fmla="*/ 147877 w 580823"/>
                <a:gd name="connsiteY103" fmla="*/ 216366 h 430593"/>
                <a:gd name="connsiteX104" fmla="*/ 156785 w 580823"/>
                <a:gd name="connsiteY104" fmla="*/ 207458 h 430593"/>
                <a:gd name="connsiteX105" fmla="*/ 179448 w 580823"/>
                <a:gd name="connsiteY105" fmla="*/ 207458 h 430593"/>
                <a:gd name="connsiteX106" fmla="*/ 189361 w 580823"/>
                <a:gd name="connsiteY106" fmla="*/ 183641 h 430593"/>
                <a:gd name="connsiteX107" fmla="*/ 173312 w 580823"/>
                <a:gd name="connsiteY107" fmla="*/ 167591 h 430593"/>
                <a:gd name="connsiteX108" fmla="*/ 173310 w 580823"/>
                <a:gd name="connsiteY108" fmla="*/ 167589 h 430593"/>
                <a:gd name="connsiteX109" fmla="*/ 173312 w 580823"/>
                <a:gd name="connsiteY109" fmla="*/ 154991 h 430593"/>
                <a:gd name="connsiteX110" fmla="*/ 205938 w 580823"/>
                <a:gd name="connsiteY110" fmla="*/ 122365 h 430593"/>
                <a:gd name="connsiteX111" fmla="*/ 205940 w 580823"/>
                <a:gd name="connsiteY111" fmla="*/ 122363 h 430593"/>
                <a:gd name="connsiteX112" fmla="*/ 218538 w 580823"/>
                <a:gd name="connsiteY112" fmla="*/ 122365 h 430593"/>
                <a:gd name="connsiteX113" fmla="*/ 234588 w 580823"/>
                <a:gd name="connsiteY113" fmla="*/ 138414 h 430593"/>
                <a:gd name="connsiteX114" fmla="*/ 258434 w 580823"/>
                <a:gd name="connsiteY114" fmla="*/ 128501 h 430593"/>
                <a:gd name="connsiteX115" fmla="*/ 258434 w 580823"/>
                <a:gd name="connsiteY115" fmla="*/ 105838 h 430593"/>
                <a:gd name="connsiteX116" fmla="*/ 267342 w 580823"/>
                <a:gd name="connsiteY116" fmla="*/ 96930 h 430593"/>
                <a:gd name="connsiteX117" fmla="*/ 46238 w 580823"/>
                <a:gd name="connsiteY117" fmla="*/ 0 h 430593"/>
                <a:gd name="connsiteX118" fmla="*/ 150480 w 580823"/>
                <a:gd name="connsiteY118" fmla="*/ 0 h 430593"/>
                <a:gd name="connsiteX119" fmla="*/ 189392 w 580823"/>
                <a:gd name="connsiteY119" fmla="*/ 14717 h 430593"/>
                <a:gd name="connsiteX120" fmla="*/ 194380 w 580823"/>
                <a:gd name="connsiteY120" fmla="*/ 20810 h 430593"/>
                <a:gd name="connsiteX121" fmla="*/ 218825 w 580823"/>
                <a:gd name="connsiteY121" fmla="*/ 49787 h 430593"/>
                <a:gd name="connsiteX122" fmla="*/ 534585 w 580823"/>
                <a:gd name="connsiteY122" fmla="*/ 49787 h 430593"/>
                <a:gd name="connsiteX123" fmla="*/ 580823 w 580823"/>
                <a:gd name="connsiteY123" fmla="*/ 96024 h 430593"/>
                <a:gd name="connsiteX124" fmla="*/ 580823 w 580823"/>
                <a:gd name="connsiteY124" fmla="*/ 122651 h 430593"/>
                <a:gd name="connsiteX125" fmla="*/ 571915 w 580823"/>
                <a:gd name="connsiteY125" fmla="*/ 131559 h 430593"/>
                <a:gd name="connsiteX126" fmla="*/ 563006 w 580823"/>
                <a:gd name="connsiteY126" fmla="*/ 122651 h 430593"/>
                <a:gd name="connsiteX127" fmla="*/ 563006 w 580823"/>
                <a:gd name="connsiteY127" fmla="*/ 96046 h 430593"/>
                <a:gd name="connsiteX128" fmla="*/ 534585 w 580823"/>
                <a:gd name="connsiteY128" fmla="*/ 67625 h 430593"/>
                <a:gd name="connsiteX129" fmla="*/ 214663 w 580823"/>
                <a:gd name="connsiteY129" fmla="*/ 67625 h 430593"/>
                <a:gd name="connsiteX130" fmla="*/ 207850 w 580823"/>
                <a:gd name="connsiteY130" fmla="*/ 64461 h 430593"/>
                <a:gd name="connsiteX131" fmla="*/ 180768 w 580823"/>
                <a:gd name="connsiteY131" fmla="*/ 32312 h 430593"/>
                <a:gd name="connsiteX132" fmla="*/ 175523 w 580823"/>
                <a:gd name="connsiteY132" fmla="*/ 25898 h 430593"/>
                <a:gd name="connsiteX133" fmla="*/ 150480 w 580823"/>
                <a:gd name="connsiteY133" fmla="*/ 17817 h 430593"/>
                <a:gd name="connsiteX134" fmla="*/ 46238 w 580823"/>
                <a:gd name="connsiteY134" fmla="*/ 17817 h 430593"/>
                <a:gd name="connsiteX135" fmla="*/ 17817 w 580823"/>
                <a:gd name="connsiteY135" fmla="*/ 46238 h 430593"/>
                <a:gd name="connsiteX136" fmla="*/ 17817 w 580823"/>
                <a:gd name="connsiteY136" fmla="*/ 384355 h 430593"/>
                <a:gd name="connsiteX137" fmla="*/ 46238 w 580823"/>
                <a:gd name="connsiteY137" fmla="*/ 412776 h 430593"/>
                <a:gd name="connsiteX138" fmla="*/ 534585 w 580823"/>
                <a:gd name="connsiteY138" fmla="*/ 412776 h 430593"/>
                <a:gd name="connsiteX139" fmla="*/ 563006 w 580823"/>
                <a:gd name="connsiteY139" fmla="*/ 384355 h 430593"/>
                <a:gd name="connsiteX140" fmla="*/ 563006 w 580823"/>
                <a:gd name="connsiteY140" fmla="*/ 173727 h 430593"/>
                <a:gd name="connsiteX141" fmla="*/ 571915 w 580823"/>
                <a:gd name="connsiteY141" fmla="*/ 164819 h 430593"/>
                <a:gd name="connsiteX142" fmla="*/ 580823 w 580823"/>
                <a:gd name="connsiteY142" fmla="*/ 173727 h 430593"/>
                <a:gd name="connsiteX143" fmla="*/ 580823 w 580823"/>
                <a:gd name="connsiteY143" fmla="*/ 384355 h 430593"/>
                <a:gd name="connsiteX144" fmla="*/ 534585 w 580823"/>
                <a:gd name="connsiteY144" fmla="*/ 430593 h 430593"/>
                <a:gd name="connsiteX145" fmla="*/ 46238 w 580823"/>
                <a:gd name="connsiteY145" fmla="*/ 430593 h 430593"/>
                <a:gd name="connsiteX146" fmla="*/ 0 w 580823"/>
                <a:gd name="connsiteY146" fmla="*/ 384355 h 430593"/>
                <a:gd name="connsiteX147" fmla="*/ 0 w 580823"/>
                <a:gd name="connsiteY147" fmla="*/ 46238 h 430593"/>
                <a:gd name="connsiteX148" fmla="*/ 46238 w 580823"/>
                <a:gd name="connsiteY148" fmla="*/ 0 h 430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580823" h="430593">
                  <a:moveTo>
                    <a:pt x="290411" y="185215"/>
                  </a:moveTo>
                  <a:cubicBezTo>
                    <a:pt x="300651" y="185215"/>
                    <a:pt x="310682" y="188114"/>
                    <a:pt x="319344" y="193576"/>
                  </a:cubicBezTo>
                  <a:cubicBezTo>
                    <a:pt x="344687" y="209556"/>
                    <a:pt x="352278" y="243055"/>
                    <a:pt x="336298" y="268398"/>
                  </a:cubicBezTo>
                  <a:cubicBezTo>
                    <a:pt x="320318" y="293741"/>
                    <a:pt x="286819" y="301332"/>
                    <a:pt x="261475" y="285352"/>
                  </a:cubicBezTo>
                  <a:cubicBezTo>
                    <a:pt x="236132" y="269372"/>
                    <a:pt x="228542" y="235873"/>
                    <a:pt x="244522" y="210529"/>
                  </a:cubicBezTo>
                  <a:cubicBezTo>
                    <a:pt x="247153" y="206497"/>
                    <a:pt x="252511" y="205285"/>
                    <a:pt x="256621" y="207792"/>
                  </a:cubicBezTo>
                  <a:cubicBezTo>
                    <a:pt x="260821" y="210354"/>
                    <a:pt x="262149" y="215837"/>
                    <a:pt x="259587" y="220037"/>
                  </a:cubicBezTo>
                  <a:cubicBezTo>
                    <a:pt x="255927" y="225846"/>
                    <a:pt x="253984" y="232572"/>
                    <a:pt x="253982" y="239438"/>
                  </a:cubicBezTo>
                  <a:cubicBezTo>
                    <a:pt x="253975" y="259551"/>
                    <a:pt x="270276" y="275861"/>
                    <a:pt x="290389" y="275867"/>
                  </a:cubicBezTo>
                  <a:cubicBezTo>
                    <a:pt x="310501" y="275873"/>
                    <a:pt x="326811" y="259574"/>
                    <a:pt x="326817" y="239461"/>
                  </a:cubicBezTo>
                  <a:cubicBezTo>
                    <a:pt x="326823" y="219348"/>
                    <a:pt x="310524" y="203038"/>
                    <a:pt x="290411" y="203032"/>
                  </a:cubicBezTo>
                  <a:cubicBezTo>
                    <a:pt x="285491" y="203032"/>
                    <a:pt x="281503" y="199043"/>
                    <a:pt x="281503" y="194123"/>
                  </a:cubicBezTo>
                  <a:cubicBezTo>
                    <a:pt x="281503" y="189203"/>
                    <a:pt x="285491" y="185215"/>
                    <a:pt x="290411" y="185215"/>
                  </a:cubicBezTo>
                  <a:close/>
                  <a:moveTo>
                    <a:pt x="276243" y="114761"/>
                  </a:moveTo>
                  <a:lnTo>
                    <a:pt x="276243" y="135428"/>
                  </a:lnTo>
                  <a:cubicBezTo>
                    <a:pt x="276248" y="139609"/>
                    <a:pt x="273342" y="143229"/>
                    <a:pt x="269259" y="144130"/>
                  </a:cubicBezTo>
                  <a:cubicBezTo>
                    <a:pt x="258150" y="146587"/>
                    <a:pt x="247561" y="150985"/>
                    <a:pt x="237980" y="157122"/>
                  </a:cubicBezTo>
                  <a:cubicBezTo>
                    <a:pt x="234456" y="159363"/>
                    <a:pt x="229848" y="158860"/>
                    <a:pt x="226891" y="155910"/>
                  </a:cubicBezTo>
                  <a:lnTo>
                    <a:pt x="212238" y="141258"/>
                  </a:lnTo>
                  <a:lnTo>
                    <a:pt x="192205" y="161291"/>
                  </a:lnTo>
                  <a:lnTo>
                    <a:pt x="206850" y="175901"/>
                  </a:lnTo>
                  <a:cubicBezTo>
                    <a:pt x="209808" y="178857"/>
                    <a:pt x="210312" y="183473"/>
                    <a:pt x="208062" y="186998"/>
                  </a:cubicBezTo>
                  <a:cubicBezTo>
                    <a:pt x="201922" y="196580"/>
                    <a:pt x="197522" y="207171"/>
                    <a:pt x="195063" y="218284"/>
                  </a:cubicBezTo>
                  <a:cubicBezTo>
                    <a:pt x="194163" y="222368"/>
                    <a:pt x="190543" y="225276"/>
                    <a:pt x="186361" y="225275"/>
                  </a:cubicBezTo>
                  <a:lnTo>
                    <a:pt x="165694" y="225275"/>
                  </a:lnTo>
                  <a:lnTo>
                    <a:pt x="165694" y="253596"/>
                  </a:lnTo>
                  <a:lnTo>
                    <a:pt x="186368" y="253596"/>
                  </a:lnTo>
                  <a:cubicBezTo>
                    <a:pt x="190548" y="253594"/>
                    <a:pt x="194167" y="256499"/>
                    <a:pt x="195070" y="260580"/>
                  </a:cubicBezTo>
                  <a:cubicBezTo>
                    <a:pt x="197530" y="271690"/>
                    <a:pt x="201931" y="282278"/>
                    <a:pt x="208069" y="291859"/>
                  </a:cubicBezTo>
                  <a:cubicBezTo>
                    <a:pt x="210319" y="295384"/>
                    <a:pt x="209816" y="299999"/>
                    <a:pt x="206857" y="302955"/>
                  </a:cubicBezTo>
                  <a:lnTo>
                    <a:pt x="192205" y="317636"/>
                  </a:lnTo>
                  <a:lnTo>
                    <a:pt x="212238" y="337669"/>
                  </a:lnTo>
                  <a:lnTo>
                    <a:pt x="226891" y="323017"/>
                  </a:lnTo>
                  <a:cubicBezTo>
                    <a:pt x="229850" y="320064"/>
                    <a:pt x="234462" y="319560"/>
                    <a:pt x="237987" y="321805"/>
                  </a:cubicBezTo>
                  <a:cubicBezTo>
                    <a:pt x="247566" y="327947"/>
                    <a:pt x="258155" y="332346"/>
                    <a:pt x="269266" y="334797"/>
                  </a:cubicBezTo>
                  <a:cubicBezTo>
                    <a:pt x="273349" y="335698"/>
                    <a:pt x="276255" y="339318"/>
                    <a:pt x="276250" y="343499"/>
                  </a:cubicBezTo>
                  <a:lnTo>
                    <a:pt x="276250" y="364166"/>
                  </a:lnTo>
                  <a:lnTo>
                    <a:pt x="304572" y="364166"/>
                  </a:lnTo>
                  <a:lnTo>
                    <a:pt x="304572" y="343499"/>
                  </a:lnTo>
                  <a:cubicBezTo>
                    <a:pt x="304567" y="339318"/>
                    <a:pt x="307473" y="335698"/>
                    <a:pt x="311556" y="334797"/>
                  </a:cubicBezTo>
                  <a:cubicBezTo>
                    <a:pt x="322667" y="332346"/>
                    <a:pt x="333257" y="327947"/>
                    <a:pt x="342835" y="321805"/>
                  </a:cubicBezTo>
                  <a:cubicBezTo>
                    <a:pt x="346361" y="319560"/>
                    <a:pt x="350973" y="320064"/>
                    <a:pt x="353931" y="323017"/>
                  </a:cubicBezTo>
                  <a:lnTo>
                    <a:pt x="368583" y="337669"/>
                  </a:lnTo>
                  <a:lnTo>
                    <a:pt x="388616" y="317636"/>
                  </a:lnTo>
                  <a:lnTo>
                    <a:pt x="373964" y="302991"/>
                  </a:lnTo>
                  <a:cubicBezTo>
                    <a:pt x="371006" y="300035"/>
                    <a:pt x="370502" y="295419"/>
                    <a:pt x="372752" y="291895"/>
                  </a:cubicBezTo>
                  <a:cubicBezTo>
                    <a:pt x="378890" y="282314"/>
                    <a:pt x="383291" y="271725"/>
                    <a:pt x="385751" y="260616"/>
                  </a:cubicBezTo>
                  <a:cubicBezTo>
                    <a:pt x="386643" y="256521"/>
                    <a:pt x="390269" y="253601"/>
                    <a:pt x="394460" y="253603"/>
                  </a:cubicBezTo>
                  <a:lnTo>
                    <a:pt x="415127" y="253603"/>
                  </a:lnTo>
                  <a:lnTo>
                    <a:pt x="415127" y="225275"/>
                  </a:lnTo>
                  <a:lnTo>
                    <a:pt x="394460" y="225275"/>
                  </a:lnTo>
                  <a:cubicBezTo>
                    <a:pt x="390286" y="225287"/>
                    <a:pt x="386663" y="222399"/>
                    <a:pt x="385744" y="218326"/>
                  </a:cubicBezTo>
                  <a:cubicBezTo>
                    <a:pt x="383285" y="207214"/>
                    <a:pt x="378885" y="196623"/>
                    <a:pt x="372745" y="187040"/>
                  </a:cubicBezTo>
                  <a:cubicBezTo>
                    <a:pt x="370494" y="183516"/>
                    <a:pt x="370998" y="178900"/>
                    <a:pt x="373957" y="175944"/>
                  </a:cubicBezTo>
                  <a:lnTo>
                    <a:pt x="388609" y="161291"/>
                  </a:lnTo>
                  <a:lnTo>
                    <a:pt x="368576" y="141258"/>
                  </a:lnTo>
                  <a:lnTo>
                    <a:pt x="353924" y="155910"/>
                  </a:lnTo>
                  <a:cubicBezTo>
                    <a:pt x="350967" y="158860"/>
                    <a:pt x="346359" y="159363"/>
                    <a:pt x="342835" y="157122"/>
                  </a:cubicBezTo>
                  <a:cubicBezTo>
                    <a:pt x="333254" y="150985"/>
                    <a:pt x="322665" y="146587"/>
                    <a:pt x="311556" y="144130"/>
                  </a:cubicBezTo>
                  <a:cubicBezTo>
                    <a:pt x="307473" y="143229"/>
                    <a:pt x="304567" y="139609"/>
                    <a:pt x="304572" y="135428"/>
                  </a:cubicBezTo>
                  <a:lnTo>
                    <a:pt x="304572" y="114761"/>
                  </a:lnTo>
                  <a:close/>
                  <a:moveTo>
                    <a:pt x="267342" y="96930"/>
                  </a:moveTo>
                  <a:lnTo>
                    <a:pt x="313480" y="96930"/>
                  </a:lnTo>
                  <a:cubicBezTo>
                    <a:pt x="318400" y="96930"/>
                    <a:pt x="322388" y="100918"/>
                    <a:pt x="322388" y="105838"/>
                  </a:cubicBezTo>
                  <a:lnTo>
                    <a:pt x="322388" y="128501"/>
                  </a:lnTo>
                  <a:cubicBezTo>
                    <a:pt x="330685" y="130895"/>
                    <a:pt x="338685" y="134221"/>
                    <a:pt x="346234" y="138414"/>
                  </a:cubicBezTo>
                  <a:lnTo>
                    <a:pt x="362283" y="122365"/>
                  </a:lnTo>
                  <a:cubicBezTo>
                    <a:pt x="362284" y="122364"/>
                    <a:pt x="362284" y="122364"/>
                    <a:pt x="362285" y="122363"/>
                  </a:cubicBezTo>
                  <a:cubicBezTo>
                    <a:pt x="365764" y="118885"/>
                    <a:pt x="371405" y="118886"/>
                    <a:pt x="374883" y="122365"/>
                  </a:cubicBezTo>
                  <a:lnTo>
                    <a:pt x="407509" y="154984"/>
                  </a:lnTo>
                  <a:cubicBezTo>
                    <a:pt x="407510" y="154984"/>
                    <a:pt x="407510" y="154985"/>
                    <a:pt x="407511" y="154985"/>
                  </a:cubicBezTo>
                  <a:cubicBezTo>
                    <a:pt x="410989" y="158465"/>
                    <a:pt x="410988" y="164105"/>
                    <a:pt x="407509" y="167584"/>
                  </a:cubicBezTo>
                  <a:lnTo>
                    <a:pt x="391460" y="183634"/>
                  </a:lnTo>
                  <a:cubicBezTo>
                    <a:pt x="395655" y="191185"/>
                    <a:pt x="398980" y="199187"/>
                    <a:pt x="401373" y="207487"/>
                  </a:cubicBezTo>
                  <a:lnTo>
                    <a:pt x="424036" y="207487"/>
                  </a:lnTo>
                  <a:cubicBezTo>
                    <a:pt x="428956" y="207487"/>
                    <a:pt x="432944" y="211475"/>
                    <a:pt x="432944" y="216395"/>
                  </a:cubicBezTo>
                  <a:lnTo>
                    <a:pt x="432944" y="262540"/>
                  </a:lnTo>
                  <a:cubicBezTo>
                    <a:pt x="432944" y="267460"/>
                    <a:pt x="428956" y="271448"/>
                    <a:pt x="424036" y="271448"/>
                  </a:cubicBezTo>
                  <a:lnTo>
                    <a:pt x="401380" y="271448"/>
                  </a:lnTo>
                  <a:cubicBezTo>
                    <a:pt x="398989" y="279747"/>
                    <a:pt x="395663" y="287746"/>
                    <a:pt x="391467" y="295294"/>
                  </a:cubicBezTo>
                  <a:lnTo>
                    <a:pt x="407516" y="311343"/>
                  </a:lnTo>
                  <a:cubicBezTo>
                    <a:pt x="410991" y="314822"/>
                    <a:pt x="410991" y="320458"/>
                    <a:pt x="407516" y="323936"/>
                  </a:cubicBezTo>
                  <a:lnTo>
                    <a:pt x="374890" y="356562"/>
                  </a:lnTo>
                  <a:cubicBezTo>
                    <a:pt x="374890" y="356563"/>
                    <a:pt x="374889" y="356563"/>
                    <a:pt x="374889" y="356564"/>
                  </a:cubicBezTo>
                  <a:cubicBezTo>
                    <a:pt x="371409" y="360042"/>
                    <a:pt x="365769" y="360041"/>
                    <a:pt x="362290" y="356562"/>
                  </a:cubicBezTo>
                  <a:lnTo>
                    <a:pt x="346241" y="340513"/>
                  </a:lnTo>
                  <a:cubicBezTo>
                    <a:pt x="338694" y="344709"/>
                    <a:pt x="330694" y="348035"/>
                    <a:pt x="322395" y="350426"/>
                  </a:cubicBezTo>
                  <a:lnTo>
                    <a:pt x="322395" y="373096"/>
                  </a:lnTo>
                  <a:cubicBezTo>
                    <a:pt x="322395" y="378016"/>
                    <a:pt x="318407" y="382004"/>
                    <a:pt x="313487" y="382004"/>
                  </a:cubicBezTo>
                  <a:lnTo>
                    <a:pt x="267342" y="382004"/>
                  </a:lnTo>
                  <a:cubicBezTo>
                    <a:pt x="262422" y="382004"/>
                    <a:pt x="258434" y="378016"/>
                    <a:pt x="258434" y="373096"/>
                  </a:cubicBezTo>
                  <a:lnTo>
                    <a:pt x="258434" y="350426"/>
                  </a:lnTo>
                  <a:cubicBezTo>
                    <a:pt x="250135" y="348035"/>
                    <a:pt x="242136" y="344709"/>
                    <a:pt x="234588" y="340513"/>
                  </a:cubicBezTo>
                  <a:lnTo>
                    <a:pt x="218538" y="356562"/>
                  </a:lnTo>
                  <a:cubicBezTo>
                    <a:pt x="218537" y="356563"/>
                    <a:pt x="218537" y="356563"/>
                    <a:pt x="218536" y="356564"/>
                  </a:cubicBezTo>
                  <a:cubicBezTo>
                    <a:pt x="215057" y="360042"/>
                    <a:pt x="209416" y="360041"/>
                    <a:pt x="205938" y="356562"/>
                  </a:cubicBezTo>
                  <a:lnTo>
                    <a:pt x="173312" y="323936"/>
                  </a:lnTo>
                  <a:cubicBezTo>
                    <a:pt x="169837" y="320458"/>
                    <a:pt x="169837" y="314822"/>
                    <a:pt x="173312" y="311343"/>
                  </a:cubicBezTo>
                  <a:lnTo>
                    <a:pt x="189361" y="295294"/>
                  </a:lnTo>
                  <a:cubicBezTo>
                    <a:pt x="185165" y="287746"/>
                    <a:pt x="181839" y="279747"/>
                    <a:pt x="179448" y="271448"/>
                  </a:cubicBezTo>
                  <a:lnTo>
                    <a:pt x="156785" y="271448"/>
                  </a:lnTo>
                  <a:cubicBezTo>
                    <a:pt x="151865" y="271448"/>
                    <a:pt x="147877" y="267460"/>
                    <a:pt x="147877" y="262540"/>
                  </a:cubicBezTo>
                  <a:lnTo>
                    <a:pt x="147877" y="216395"/>
                  </a:lnTo>
                  <a:cubicBezTo>
                    <a:pt x="147877" y="216386"/>
                    <a:pt x="147877" y="216376"/>
                    <a:pt x="147877" y="216366"/>
                  </a:cubicBezTo>
                  <a:cubicBezTo>
                    <a:pt x="147877" y="211447"/>
                    <a:pt x="151865" y="207458"/>
                    <a:pt x="156785" y="207458"/>
                  </a:cubicBezTo>
                  <a:lnTo>
                    <a:pt x="179448" y="207458"/>
                  </a:lnTo>
                  <a:cubicBezTo>
                    <a:pt x="181843" y="199171"/>
                    <a:pt x="185169" y="191181"/>
                    <a:pt x="189361" y="183641"/>
                  </a:cubicBezTo>
                  <a:lnTo>
                    <a:pt x="173312" y="167591"/>
                  </a:lnTo>
                  <a:cubicBezTo>
                    <a:pt x="173312" y="167590"/>
                    <a:pt x="173311" y="167590"/>
                    <a:pt x="173310" y="167589"/>
                  </a:cubicBezTo>
                  <a:cubicBezTo>
                    <a:pt x="169832" y="164110"/>
                    <a:pt x="169833" y="158469"/>
                    <a:pt x="173312" y="154991"/>
                  </a:cubicBezTo>
                  <a:lnTo>
                    <a:pt x="205938" y="122365"/>
                  </a:lnTo>
                  <a:cubicBezTo>
                    <a:pt x="205938" y="122364"/>
                    <a:pt x="205939" y="122364"/>
                    <a:pt x="205940" y="122363"/>
                  </a:cubicBezTo>
                  <a:cubicBezTo>
                    <a:pt x="209419" y="118885"/>
                    <a:pt x="215059" y="118886"/>
                    <a:pt x="218538" y="122365"/>
                  </a:cubicBezTo>
                  <a:lnTo>
                    <a:pt x="234588" y="138414"/>
                  </a:lnTo>
                  <a:cubicBezTo>
                    <a:pt x="242137" y="134221"/>
                    <a:pt x="250137" y="130895"/>
                    <a:pt x="258434" y="128501"/>
                  </a:cubicBezTo>
                  <a:lnTo>
                    <a:pt x="258434" y="105838"/>
                  </a:lnTo>
                  <a:cubicBezTo>
                    <a:pt x="258434" y="100918"/>
                    <a:pt x="262422" y="96930"/>
                    <a:pt x="267342" y="96930"/>
                  </a:cubicBezTo>
                  <a:close/>
                  <a:moveTo>
                    <a:pt x="46238" y="0"/>
                  </a:moveTo>
                  <a:lnTo>
                    <a:pt x="150480" y="0"/>
                  </a:lnTo>
                  <a:cubicBezTo>
                    <a:pt x="174853" y="0"/>
                    <a:pt x="177911" y="463"/>
                    <a:pt x="189392" y="14717"/>
                  </a:cubicBezTo>
                  <a:cubicBezTo>
                    <a:pt x="190817" y="16463"/>
                    <a:pt x="192413" y="18479"/>
                    <a:pt x="194380" y="20810"/>
                  </a:cubicBezTo>
                  <a:lnTo>
                    <a:pt x="218825" y="49787"/>
                  </a:lnTo>
                  <a:lnTo>
                    <a:pt x="534585" y="49787"/>
                  </a:lnTo>
                  <a:cubicBezTo>
                    <a:pt x="560102" y="49834"/>
                    <a:pt x="580776" y="70508"/>
                    <a:pt x="580823" y="96024"/>
                  </a:cubicBezTo>
                  <a:lnTo>
                    <a:pt x="580823" y="122651"/>
                  </a:lnTo>
                  <a:cubicBezTo>
                    <a:pt x="580823" y="127571"/>
                    <a:pt x="576834" y="131559"/>
                    <a:pt x="571915" y="131559"/>
                  </a:cubicBezTo>
                  <a:cubicBezTo>
                    <a:pt x="566995" y="131559"/>
                    <a:pt x="563006" y="127571"/>
                    <a:pt x="563006" y="122651"/>
                  </a:cubicBezTo>
                  <a:lnTo>
                    <a:pt x="563006" y="96046"/>
                  </a:lnTo>
                  <a:cubicBezTo>
                    <a:pt x="562987" y="80357"/>
                    <a:pt x="550274" y="67644"/>
                    <a:pt x="534585" y="67625"/>
                  </a:cubicBezTo>
                  <a:lnTo>
                    <a:pt x="214663" y="67625"/>
                  </a:lnTo>
                  <a:cubicBezTo>
                    <a:pt x="212036" y="67628"/>
                    <a:pt x="209542" y="66470"/>
                    <a:pt x="207850" y="64461"/>
                  </a:cubicBezTo>
                  <a:lnTo>
                    <a:pt x="180768" y="32312"/>
                  </a:lnTo>
                  <a:cubicBezTo>
                    <a:pt x="178702" y="29839"/>
                    <a:pt x="176998" y="27730"/>
                    <a:pt x="175523" y="25898"/>
                  </a:cubicBezTo>
                  <a:cubicBezTo>
                    <a:pt x="169009" y="17817"/>
                    <a:pt x="169009" y="17817"/>
                    <a:pt x="150480" y="17817"/>
                  </a:cubicBezTo>
                  <a:lnTo>
                    <a:pt x="46238" y="17817"/>
                  </a:lnTo>
                  <a:cubicBezTo>
                    <a:pt x="30549" y="17836"/>
                    <a:pt x="17836" y="30549"/>
                    <a:pt x="17817" y="46238"/>
                  </a:cubicBezTo>
                  <a:lnTo>
                    <a:pt x="17817" y="384355"/>
                  </a:lnTo>
                  <a:cubicBezTo>
                    <a:pt x="17836" y="400044"/>
                    <a:pt x="30549" y="412757"/>
                    <a:pt x="46238" y="412776"/>
                  </a:cubicBezTo>
                  <a:lnTo>
                    <a:pt x="534585" y="412776"/>
                  </a:lnTo>
                  <a:cubicBezTo>
                    <a:pt x="550274" y="412757"/>
                    <a:pt x="562987" y="400044"/>
                    <a:pt x="563006" y="384355"/>
                  </a:cubicBezTo>
                  <a:lnTo>
                    <a:pt x="563006" y="173727"/>
                  </a:lnTo>
                  <a:cubicBezTo>
                    <a:pt x="563006" y="168807"/>
                    <a:pt x="566995" y="164819"/>
                    <a:pt x="571915" y="164819"/>
                  </a:cubicBezTo>
                  <a:cubicBezTo>
                    <a:pt x="576834" y="164819"/>
                    <a:pt x="580823" y="168807"/>
                    <a:pt x="580823" y="173727"/>
                  </a:cubicBezTo>
                  <a:lnTo>
                    <a:pt x="580823" y="384355"/>
                  </a:lnTo>
                  <a:cubicBezTo>
                    <a:pt x="580776" y="409872"/>
                    <a:pt x="560102" y="430546"/>
                    <a:pt x="534585" y="430593"/>
                  </a:cubicBezTo>
                  <a:lnTo>
                    <a:pt x="46238" y="430593"/>
                  </a:lnTo>
                  <a:cubicBezTo>
                    <a:pt x="20721" y="430546"/>
                    <a:pt x="47" y="409872"/>
                    <a:pt x="0" y="384355"/>
                  </a:cubicBezTo>
                  <a:lnTo>
                    <a:pt x="0" y="46238"/>
                  </a:lnTo>
                  <a:cubicBezTo>
                    <a:pt x="47" y="20721"/>
                    <a:pt x="20721" y="47"/>
                    <a:pt x="46238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82" name="Group 226">
            <a:extLst>
              <a:ext uri="{FF2B5EF4-FFF2-40B4-BE49-F238E27FC236}">
                <a16:creationId xmlns:a16="http://schemas.microsoft.com/office/drawing/2014/main" id="{400438D4-EB54-340F-4473-A71ECEEBA55E}"/>
              </a:ext>
            </a:extLst>
          </p:cNvPr>
          <p:cNvGrpSpPr/>
          <p:nvPr/>
        </p:nvGrpSpPr>
        <p:grpSpPr>
          <a:xfrm>
            <a:off x="6824649" y="5892709"/>
            <a:ext cx="577259" cy="577259"/>
            <a:chOff x="6824649" y="5892709"/>
            <a:chExt cx="577259" cy="577259"/>
          </a:xfrm>
          <a:noFill/>
        </p:grpSpPr>
        <p:sp>
          <p:nvSpPr>
            <p:cNvPr id="183" name="Freeform: Shape 157">
              <a:extLst>
                <a:ext uri="{FF2B5EF4-FFF2-40B4-BE49-F238E27FC236}">
                  <a16:creationId xmlns:a16="http://schemas.microsoft.com/office/drawing/2014/main" id="{9B129708-CC92-CBBA-7DAE-5332CE572E5E}"/>
                </a:ext>
              </a:extLst>
            </p:cNvPr>
            <p:cNvSpPr/>
            <p:nvPr/>
          </p:nvSpPr>
          <p:spPr>
            <a:xfrm>
              <a:off x="6877223" y="5944731"/>
              <a:ext cx="476152" cy="476631"/>
            </a:xfrm>
            <a:custGeom>
              <a:avLst/>
              <a:gdLst>
                <a:gd name="connsiteX0" fmla="*/ 360057 w 476152"/>
                <a:gd name="connsiteY0" fmla="*/ 292359 h 476631"/>
                <a:gd name="connsiteX1" fmla="*/ 359738 w 476152"/>
                <a:gd name="connsiteY1" fmla="*/ 293818 h 476631"/>
                <a:gd name="connsiteX2" fmla="*/ 475667 w 476152"/>
                <a:gd name="connsiteY2" fmla="*/ 307394 h 476631"/>
                <a:gd name="connsiteX3" fmla="*/ 467052 w 476152"/>
                <a:gd name="connsiteY3" fmla="*/ 335146 h 476631"/>
                <a:gd name="connsiteX4" fmla="*/ 311813 w 476152"/>
                <a:gd name="connsiteY4" fmla="*/ 475895 h 476631"/>
                <a:gd name="connsiteX5" fmla="*/ 306950 w 476152"/>
                <a:gd name="connsiteY5" fmla="*/ 476631 h 476631"/>
                <a:gd name="connsiteX6" fmla="*/ 293340 w 476152"/>
                <a:gd name="connsiteY6" fmla="*/ 360180 h 476631"/>
                <a:gd name="connsiteX7" fmla="*/ 291959 w 476152"/>
                <a:gd name="connsiteY7" fmla="*/ 360483 h 476631"/>
                <a:gd name="connsiteX8" fmla="*/ 332602 w 476152"/>
                <a:gd name="connsiteY8" fmla="*/ 333080 h 476631"/>
                <a:gd name="connsiteX9" fmla="*/ 115615 w 476152"/>
                <a:gd name="connsiteY9" fmla="*/ 292354 h 476631"/>
                <a:gd name="connsiteX10" fmla="*/ 143073 w 476152"/>
                <a:gd name="connsiteY10" fmla="*/ 333080 h 476631"/>
                <a:gd name="connsiteX11" fmla="*/ 183795 w 476152"/>
                <a:gd name="connsiteY11" fmla="*/ 360535 h 476631"/>
                <a:gd name="connsiteX12" fmla="*/ 182334 w 476152"/>
                <a:gd name="connsiteY12" fmla="*/ 360216 h 476631"/>
                <a:gd name="connsiteX13" fmla="*/ 168702 w 476152"/>
                <a:gd name="connsiteY13" fmla="*/ 476627 h 476631"/>
                <a:gd name="connsiteX14" fmla="*/ 163863 w 476152"/>
                <a:gd name="connsiteY14" fmla="*/ 475895 h 476631"/>
                <a:gd name="connsiteX15" fmla="*/ 8623 w 476152"/>
                <a:gd name="connsiteY15" fmla="*/ 335146 h 476631"/>
                <a:gd name="connsiteX16" fmla="*/ 0 w 476152"/>
                <a:gd name="connsiteY16" fmla="*/ 307366 h 476631"/>
                <a:gd name="connsiteX17" fmla="*/ 115928 w 476152"/>
                <a:gd name="connsiteY17" fmla="*/ 293790 h 476631"/>
                <a:gd name="connsiteX18" fmla="*/ 306916 w 476152"/>
                <a:gd name="connsiteY18" fmla="*/ 487 h 476631"/>
                <a:gd name="connsiteX19" fmla="*/ 334668 w 476152"/>
                <a:gd name="connsiteY19" fmla="*/ 9101 h 476631"/>
                <a:gd name="connsiteX20" fmla="*/ 475417 w 476152"/>
                <a:gd name="connsiteY20" fmla="*/ 164342 h 476631"/>
                <a:gd name="connsiteX21" fmla="*/ 476152 w 476152"/>
                <a:gd name="connsiteY21" fmla="*/ 169202 h 476631"/>
                <a:gd name="connsiteX22" fmla="*/ 359702 w 476152"/>
                <a:gd name="connsiteY22" fmla="*/ 182812 h 476631"/>
                <a:gd name="connsiteX23" fmla="*/ 360005 w 476152"/>
                <a:gd name="connsiteY23" fmla="*/ 184197 h 476631"/>
                <a:gd name="connsiteX24" fmla="*/ 332602 w 476152"/>
                <a:gd name="connsiteY24" fmla="*/ 143551 h 476631"/>
                <a:gd name="connsiteX25" fmla="*/ 291878 w 476152"/>
                <a:gd name="connsiteY25" fmla="*/ 116094 h 476631"/>
                <a:gd name="connsiteX26" fmla="*/ 293340 w 476152"/>
                <a:gd name="connsiteY26" fmla="*/ 116413 h 476631"/>
                <a:gd name="connsiteX27" fmla="*/ 168731 w 476152"/>
                <a:gd name="connsiteY27" fmla="*/ 0 h 476631"/>
                <a:gd name="connsiteX28" fmla="*/ 182363 w 476152"/>
                <a:gd name="connsiteY28" fmla="*/ 116406 h 476631"/>
                <a:gd name="connsiteX29" fmla="*/ 183800 w 476152"/>
                <a:gd name="connsiteY29" fmla="*/ 116093 h 476631"/>
                <a:gd name="connsiteX30" fmla="*/ 143073 w 476152"/>
                <a:gd name="connsiteY30" fmla="*/ 143551 h 476631"/>
                <a:gd name="connsiteX31" fmla="*/ 115616 w 476152"/>
                <a:gd name="connsiteY31" fmla="*/ 184275 h 476631"/>
                <a:gd name="connsiteX32" fmla="*/ 115935 w 476152"/>
                <a:gd name="connsiteY32" fmla="*/ 182812 h 476631"/>
                <a:gd name="connsiteX33" fmla="*/ 2 w 476152"/>
                <a:gd name="connsiteY33" fmla="*/ 169259 h 476631"/>
                <a:gd name="connsiteX34" fmla="*/ 8623 w 476152"/>
                <a:gd name="connsiteY34" fmla="*/ 141486 h 476631"/>
                <a:gd name="connsiteX35" fmla="*/ 163863 w 476152"/>
                <a:gd name="connsiteY35" fmla="*/ 736 h 47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76152" h="476631">
                  <a:moveTo>
                    <a:pt x="360057" y="292359"/>
                  </a:moveTo>
                  <a:lnTo>
                    <a:pt x="359738" y="293818"/>
                  </a:lnTo>
                  <a:lnTo>
                    <a:pt x="475667" y="307394"/>
                  </a:lnTo>
                  <a:lnTo>
                    <a:pt x="467052" y="335146"/>
                  </a:lnTo>
                  <a:cubicBezTo>
                    <a:pt x="438729" y="402110"/>
                    <a:pt x="381918" y="454090"/>
                    <a:pt x="311813" y="475895"/>
                  </a:cubicBezTo>
                  <a:lnTo>
                    <a:pt x="306950" y="476631"/>
                  </a:lnTo>
                  <a:lnTo>
                    <a:pt x="293340" y="360180"/>
                  </a:lnTo>
                  <a:lnTo>
                    <a:pt x="291959" y="360483"/>
                  </a:lnTo>
                  <a:lnTo>
                    <a:pt x="332602" y="333080"/>
                  </a:lnTo>
                  <a:close/>
                  <a:moveTo>
                    <a:pt x="115615" y="292354"/>
                  </a:moveTo>
                  <a:lnTo>
                    <a:pt x="143073" y="333080"/>
                  </a:lnTo>
                  <a:lnTo>
                    <a:pt x="183795" y="360535"/>
                  </a:lnTo>
                  <a:lnTo>
                    <a:pt x="182334" y="360216"/>
                  </a:lnTo>
                  <a:lnTo>
                    <a:pt x="168702" y="476627"/>
                  </a:lnTo>
                  <a:lnTo>
                    <a:pt x="163863" y="475895"/>
                  </a:lnTo>
                  <a:cubicBezTo>
                    <a:pt x="93757" y="454090"/>
                    <a:pt x="36947" y="402110"/>
                    <a:pt x="8623" y="335146"/>
                  </a:cubicBezTo>
                  <a:lnTo>
                    <a:pt x="0" y="307366"/>
                  </a:lnTo>
                  <a:lnTo>
                    <a:pt x="115928" y="293790"/>
                  </a:lnTo>
                  <a:close/>
                  <a:moveTo>
                    <a:pt x="306916" y="487"/>
                  </a:moveTo>
                  <a:lnTo>
                    <a:pt x="334668" y="9101"/>
                  </a:lnTo>
                  <a:cubicBezTo>
                    <a:pt x="401632" y="37425"/>
                    <a:pt x="453612" y="94236"/>
                    <a:pt x="475417" y="164342"/>
                  </a:cubicBezTo>
                  <a:lnTo>
                    <a:pt x="476152" y="169202"/>
                  </a:lnTo>
                  <a:lnTo>
                    <a:pt x="359702" y="182812"/>
                  </a:lnTo>
                  <a:lnTo>
                    <a:pt x="360005" y="184197"/>
                  </a:lnTo>
                  <a:lnTo>
                    <a:pt x="332602" y="143551"/>
                  </a:lnTo>
                  <a:lnTo>
                    <a:pt x="291878" y="116094"/>
                  </a:lnTo>
                  <a:lnTo>
                    <a:pt x="293340" y="116413"/>
                  </a:lnTo>
                  <a:close/>
                  <a:moveTo>
                    <a:pt x="168731" y="0"/>
                  </a:moveTo>
                  <a:lnTo>
                    <a:pt x="182363" y="116406"/>
                  </a:lnTo>
                  <a:lnTo>
                    <a:pt x="183800" y="116093"/>
                  </a:lnTo>
                  <a:lnTo>
                    <a:pt x="143073" y="143551"/>
                  </a:lnTo>
                  <a:lnTo>
                    <a:pt x="115616" y="184275"/>
                  </a:lnTo>
                  <a:lnTo>
                    <a:pt x="115935" y="182812"/>
                  </a:lnTo>
                  <a:lnTo>
                    <a:pt x="2" y="169259"/>
                  </a:lnTo>
                  <a:lnTo>
                    <a:pt x="8623" y="141486"/>
                  </a:lnTo>
                  <a:cubicBezTo>
                    <a:pt x="36947" y="74523"/>
                    <a:pt x="93757" y="22542"/>
                    <a:pt x="163863" y="736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" name="Freeform: Shape 158">
              <a:extLst>
                <a:ext uri="{FF2B5EF4-FFF2-40B4-BE49-F238E27FC236}">
                  <a16:creationId xmlns:a16="http://schemas.microsoft.com/office/drawing/2014/main" id="{D52962CE-FEB5-FAD0-27F5-051D80DFBF58}"/>
                </a:ext>
              </a:extLst>
            </p:cNvPr>
            <p:cNvSpPr/>
            <p:nvPr/>
          </p:nvSpPr>
          <p:spPr>
            <a:xfrm>
              <a:off x="6824649" y="5892709"/>
              <a:ext cx="577259" cy="577259"/>
            </a:xfrm>
            <a:custGeom>
              <a:avLst/>
              <a:gdLst>
                <a:gd name="connsiteX0" fmla="*/ 566661 w 577258"/>
                <a:gd name="connsiteY0" fmla="*/ 214573 h 577258"/>
                <a:gd name="connsiteX1" fmla="*/ 557311 w 577258"/>
                <a:gd name="connsiteY1" fmla="*/ 208915 h 577258"/>
                <a:gd name="connsiteX2" fmla="*/ 535682 w 577258"/>
                <a:gd name="connsiteY2" fmla="*/ 211445 h 577258"/>
                <a:gd name="connsiteX3" fmla="*/ 403176 w 577258"/>
                <a:gd name="connsiteY3" fmla="*/ 58585 h 577258"/>
                <a:gd name="connsiteX4" fmla="*/ 391249 w 577258"/>
                <a:gd name="connsiteY4" fmla="*/ 62673 h 577258"/>
                <a:gd name="connsiteX5" fmla="*/ 395337 w 577258"/>
                <a:gd name="connsiteY5" fmla="*/ 74599 h 577258"/>
                <a:gd name="connsiteX6" fmla="*/ 517630 w 577258"/>
                <a:gd name="connsiteY6" fmla="*/ 213569 h 577258"/>
                <a:gd name="connsiteX7" fmla="*/ 417508 w 577258"/>
                <a:gd name="connsiteY7" fmla="*/ 225249 h 577258"/>
                <a:gd name="connsiteX8" fmla="*/ 355506 w 577258"/>
                <a:gd name="connsiteY8" fmla="*/ 163247 h 577258"/>
                <a:gd name="connsiteX9" fmla="*/ 371847 w 577258"/>
                <a:gd name="connsiteY9" fmla="*/ 23444 h 577258"/>
                <a:gd name="connsiteX10" fmla="*/ 366189 w 577258"/>
                <a:gd name="connsiteY10" fmla="*/ 14094 h 577258"/>
                <a:gd name="connsiteX11" fmla="*/ 214655 w 577258"/>
                <a:gd name="connsiteY11" fmla="*/ 14094 h 577258"/>
                <a:gd name="connsiteX12" fmla="*/ 208996 w 577258"/>
                <a:gd name="connsiteY12" fmla="*/ 23451 h 577258"/>
                <a:gd name="connsiteX13" fmla="*/ 211526 w 577258"/>
                <a:gd name="connsiteY13" fmla="*/ 45080 h 577258"/>
                <a:gd name="connsiteX14" fmla="*/ 56336 w 577258"/>
                <a:gd name="connsiteY14" fmla="*/ 182482 h 577258"/>
                <a:gd name="connsiteX15" fmla="*/ 60690 w 577258"/>
                <a:gd name="connsiteY15" fmla="*/ 194305 h 577258"/>
                <a:gd name="connsiteX16" fmla="*/ 72514 w 577258"/>
                <a:gd name="connsiteY16" fmla="*/ 189951 h 577258"/>
                <a:gd name="connsiteX17" fmla="*/ 213621 w 577258"/>
                <a:gd name="connsiteY17" fmla="*/ 63097 h 577258"/>
                <a:gd name="connsiteX18" fmla="*/ 225330 w 577258"/>
                <a:gd name="connsiteY18" fmla="*/ 163247 h 577258"/>
                <a:gd name="connsiteX19" fmla="*/ 163328 w 577258"/>
                <a:gd name="connsiteY19" fmla="*/ 225249 h 577258"/>
                <a:gd name="connsiteX20" fmla="*/ 23511 w 577258"/>
                <a:gd name="connsiteY20" fmla="*/ 208908 h 577258"/>
                <a:gd name="connsiteX21" fmla="*/ 14161 w 577258"/>
                <a:gd name="connsiteY21" fmla="*/ 214566 h 577258"/>
                <a:gd name="connsiteX22" fmla="*/ 14161 w 577258"/>
                <a:gd name="connsiteY22" fmla="*/ 366093 h 577258"/>
                <a:gd name="connsiteX23" fmla="*/ 22470 w 577258"/>
                <a:gd name="connsiteY23" fmla="*/ 371794 h 577258"/>
                <a:gd name="connsiteX24" fmla="*/ 23504 w 577258"/>
                <a:gd name="connsiteY24" fmla="*/ 371730 h 577258"/>
                <a:gd name="connsiteX25" fmla="*/ 45133 w 577258"/>
                <a:gd name="connsiteY25" fmla="*/ 369200 h 577258"/>
                <a:gd name="connsiteX26" fmla="*/ 181373 w 577258"/>
                <a:gd name="connsiteY26" fmla="*/ 523856 h 577258"/>
                <a:gd name="connsiteX27" fmla="*/ 193263 w 577258"/>
                <a:gd name="connsiteY27" fmla="*/ 519691 h 577258"/>
                <a:gd name="connsiteX28" fmla="*/ 189099 w 577258"/>
                <a:gd name="connsiteY28" fmla="*/ 507801 h 577258"/>
                <a:gd name="connsiteX29" fmla="*/ 188927 w 577258"/>
                <a:gd name="connsiteY29" fmla="*/ 507721 h 577258"/>
                <a:gd name="connsiteX30" fmla="*/ 63163 w 577258"/>
                <a:gd name="connsiteY30" fmla="*/ 367127 h 577258"/>
                <a:gd name="connsiteX31" fmla="*/ 163314 w 577258"/>
                <a:gd name="connsiteY31" fmla="*/ 355417 h 577258"/>
                <a:gd name="connsiteX32" fmla="*/ 225316 w 577258"/>
                <a:gd name="connsiteY32" fmla="*/ 417419 h 577258"/>
                <a:gd name="connsiteX33" fmla="*/ 208982 w 577258"/>
                <a:gd name="connsiteY33" fmla="*/ 557230 h 577258"/>
                <a:gd name="connsiteX34" fmla="*/ 214640 w 577258"/>
                <a:gd name="connsiteY34" fmla="*/ 566587 h 577258"/>
                <a:gd name="connsiteX35" fmla="*/ 366174 w 577258"/>
                <a:gd name="connsiteY35" fmla="*/ 566587 h 577258"/>
                <a:gd name="connsiteX36" fmla="*/ 371833 w 577258"/>
                <a:gd name="connsiteY36" fmla="*/ 557237 h 577258"/>
                <a:gd name="connsiteX37" fmla="*/ 369303 w 577258"/>
                <a:gd name="connsiteY37" fmla="*/ 535615 h 577258"/>
                <a:gd name="connsiteX38" fmla="*/ 522740 w 577258"/>
                <a:gd name="connsiteY38" fmla="*/ 401897 h 577258"/>
                <a:gd name="connsiteX39" fmla="*/ 518574 w 577258"/>
                <a:gd name="connsiteY39" fmla="*/ 390007 h 577258"/>
                <a:gd name="connsiteX40" fmla="*/ 506683 w 577258"/>
                <a:gd name="connsiteY40" fmla="*/ 394172 h 577258"/>
                <a:gd name="connsiteX41" fmla="*/ 367208 w 577258"/>
                <a:gd name="connsiteY41" fmla="*/ 517591 h 577258"/>
                <a:gd name="connsiteX42" fmla="*/ 355499 w 577258"/>
                <a:gd name="connsiteY42" fmla="*/ 417434 h 577258"/>
                <a:gd name="connsiteX43" fmla="*/ 417500 w 577258"/>
                <a:gd name="connsiteY43" fmla="*/ 355432 h 577258"/>
                <a:gd name="connsiteX44" fmla="*/ 557304 w 577258"/>
                <a:gd name="connsiteY44" fmla="*/ 371773 h 577258"/>
                <a:gd name="connsiteX45" fmla="*/ 558337 w 577258"/>
                <a:gd name="connsiteY45" fmla="*/ 371837 h 577258"/>
                <a:gd name="connsiteX46" fmla="*/ 566647 w 577258"/>
                <a:gd name="connsiteY46" fmla="*/ 366136 h 577258"/>
                <a:gd name="connsiteX47" fmla="*/ 566647 w 577258"/>
                <a:gd name="connsiteY47" fmla="*/ 214609 h 577258"/>
                <a:gd name="connsiteX48" fmla="*/ 227497 w 577258"/>
                <a:gd name="connsiteY48" fmla="*/ 28368 h 577258"/>
                <a:gd name="connsiteX49" fmla="*/ 353318 w 577258"/>
                <a:gd name="connsiteY49" fmla="*/ 28368 h 577258"/>
                <a:gd name="connsiteX50" fmla="*/ 338416 w 577258"/>
                <a:gd name="connsiteY50" fmla="*/ 155878 h 577258"/>
                <a:gd name="connsiteX51" fmla="*/ 242406 w 577258"/>
                <a:gd name="connsiteY51" fmla="*/ 155878 h 577258"/>
                <a:gd name="connsiteX52" fmla="*/ 28442 w 577258"/>
                <a:gd name="connsiteY52" fmla="*/ 353244 h 577258"/>
                <a:gd name="connsiteX53" fmla="*/ 28442 w 577258"/>
                <a:gd name="connsiteY53" fmla="*/ 227423 h 577258"/>
                <a:gd name="connsiteX54" fmla="*/ 155960 w 577258"/>
                <a:gd name="connsiteY54" fmla="*/ 242325 h 577258"/>
                <a:gd name="connsiteX55" fmla="*/ 155960 w 577258"/>
                <a:gd name="connsiteY55" fmla="*/ 338335 h 577258"/>
                <a:gd name="connsiteX56" fmla="*/ 353325 w 577258"/>
                <a:gd name="connsiteY56" fmla="*/ 552305 h 577258"/>
                <a:gd name="connsiteX57" fmla="*/ 227504 w 577258"/>
                <a:gd name="connsiteY57" fmla="*/ 552305 h 577258"/>
                <a:gd name="connsiteX58" fmla="*/ 242406 w 577258"/>
                <a:gd name="connsiteY58" fmla="*/ 424795 h 577258"/>
                <a:gd name="connsiteX59" fmla="*/ 338416 w 577258"/>
                <a:gd name="connsiteY59" fmla="*/ 424795 h 577258"/>
                <a:gd name="connsiteX60" fmla="*/ 290411 w 577258"/>
                <a:gd name="connsiteY60" fmla="*/ 415452 h 577258"/>
                <a:gd name="connsiteX61" fmla="*/ 165295 w 577258"/>
                <a:gd name="connsiteY61" fmla="*/ 290337 h 577258"/>
                <a:gd name="connsiteX62" fmla="*/ 290411 w 577258"/>
                <a:gd name="connsiteY62" fmla="*/ 165221 h 577258"/>
                <a:gd name="connsiteX63" fmla="*/ 415526 w 577258"/>
                <a:gd name="connsiteY63" fmla="*/ 290337 h 577258"/>
                <a:gd name="connsiteX64" fmla="*/ 290411 w 577258"/>
                <a:gd name="connsiteY64" fmla="*/ 415452 h 577258"/>
                <a:gd name="connsiteX65" fmla="*/ 552379 w 577258"/>
                <a:gd name="connsiteY65" fmla="*/ 353244 h 577258"/>
                <a:gd name="connsiteX66" fmla="*/ 424869 w 577258"/>
                <a:gd name="connsiteY66" fmla="*/ 338342 h 577258"/>
                <a:gd name="connsiteX67" fmla="*/ 424869 w 577258"/>
                <a:gd name="connsiteY67" fmla="*/ 242332 h 577258"/>
                <a:gd name="connsiteX68" fmla="*/ 552379 w 577258"/>
                <a:gd name="connsiteY68" fmla="*/ 227430 h 577258"/>
                <a:gd name="connsiteX69" fmla="*/ 552379 w 577258"/>
                <a:gd name="connsiteY69" fmla="*/ 353251 h 57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577258" h="577258">
                  <a:moveTo>
                    <a:pt x="566661" y="214573"/>
                  </a:moveTo>
                  <a:cubicBezTo>
                    <a:pt x="565197" y="210778"/>
                    <a:pt x="561353" y="208451"/>
                    <a:pt x="557311" y="208915"/>
                  </a:cubicBezTo>
                  <a:lnTo>
                    <a:pt x="535682" y="211445"/>
                  </a:lnTo>
                  <a:cubicBezTo>
                    <a:pt x="514140" y="144592"/>
                    <a:pt x="466295" y="89398"/>
                    <a:pt x="403176" y="58585"/>
                  </a:cubicBezTo>
                  <a:cubicBezTo>
                    <a:pt x="398754" y="56421"/>
                    <a:pt x="393414" y="58250"/>
                    <a:pt x="391249" y="62673"/>
                  </a:cubicBezTo>
                  <a:cubicBezTo>
                    <a:pt x="389085" y="67095"/>
                    <a:pt x="390915" y="72434"/>
                    <a:pt x="395337" y="74599"/>
                  </a:cubicBezTo>
                  <a:cubicBezTo>
                    <a:pt x="453013" y="102746"/>
                    <a:pt x="497044" y="152782"/>
                    <a:pt x="517630" y="213569"/>
                  </a:cubicBezTo>
                  <a:lnTo>
                    <a:pt x="417508" y="225249"/>
                  </a:lnTo>
                  <a:cubicBezTo>
                    <a:pt x="403803" y="198628"/>
                    <a:pt x="382127" y="176952"/>
                    <a:pt x="355506" y="163247"/>
                  </a:cubicBezTo>
                  <a:lnTo>
                    <a:pt x="371847" y="23444"/>
                  </a:lnTo>
                  <a:cubicBezTo>
                    <a:pt x="372319" y="19400"/>
                    <a:pt x="369990" y="15551"/>
                    <a:pt x="366189" y="14094"/>
                  </a:cubicBezTo>
                  <a:cubicBezTo>
                    <a:pt x="317425" y="-4698"/>
                    <a:pt x="263418" y="-4698"/>
                    <a:pt x="214655" y="14094"/>
                  </a:cubicBezTo>
                  <a:cubicBezTo>
                    <a:pt x="210851" y="15552"/>
                    <a:pt x="208521" y="19405"/>
                    <a:pt x="208996" y="23451"/>
                  </a:cubicBezTo>
                  <a:lnTo>
                    <a:pt x="211526" y="45080"/>
                  </a:lnTo>
                  <a:cubicBezTo>
                    <a:pt x="142836" y="67126"/>
                    <a:pt x="86540" y="116969"/>
                    <a:pt x="56336" y="182482"/>
                  </a:cubicBezTo>
                  <a:cubicBezTo>
                    <a:pt x="54274" y="186949"/>
                    <a:pt x="56223" y="192243"/>
                    <a:pt x="60690" y="194305"/>
                  </a:cubicBezTo>
                  <a:cubicBezTo>
                    <a:pt x="65158" y="196368"/>
                    <a:pt x="70451" y="194418"/>
                    <a:pt x="72514" y="189951"/>
                  </a:cubicBezTo>
                  <a:cubicBezTo>
                    <a:pt x="100110" y="130065"/>
                    <a:pt x="151146" y="84184"/>
                    <a:pt x="213621" y="63097"/>
                  </a:cubicBezTo>
                  <a:lnTo>
                    <a:pt x="225330" y="163247"/>
                  </a:lnTo>
                  <a:cubicBezTo>
                    <a:pt x="198710" y="176952"/>
                    <a:pt x="177033" y="198628"/>
                    <a:pt x="163328" y="225249"/>
                  </a:cubicBezTo>
                  <a:lnTo>
                    <a:pt x="23511" y="208908"/>
                  </a:lnTo>
                  <a:cubicBezTo>
                    <a:pt x="19466" y="208431"/>
                    <a:pt x="15614" y="210762"/>
                    <a:pt x="14161" y="214566"/>
                  </a:cubicBezTo>
                  <a:cubicBezTo>
                    <a:pt x="-4720" y="263311"/>
                    <a:pt x="-4720" y="317349"/>
                    <a:pt x="14161" y="366093"/>
                  </a:cubicBezTo>
                  <a:cubicBezTo>
                    <a:pt x="15486" y="369528"/>
                    <a:pt x="18788" y="371794"/>
                    <a:pt x="22470" y="371794"/>
                  </a:cubicBezTo>
                  <a:cubicBezTo>
                    <a:pt x="22816" y="371794"/>
                    <a:pt x="23161" y="371772"/>
                    <a:pt x="23504" y="371730"/>
                  </a:cubicBezTo>
                  <a:lnTo>
                    <a:pt x="45133" y="369200"/>
                  </a:lnTo>
                  <a:cubicBezTo>
                    <a:pt x="67060" y="437457"/>
                    <a:pt x="116427" y="493496"/>
                    <a:pt x="181373" y="523856"/>
                  </a:cubicBezTo>
                  <a:cubicBezTo>
                    <a:pt x="185806" y="525989"/>
                    <a:pt x="191130" y="524125"/>
                    <a:pt x="193263" y="519691"/>
                  </a:cubicBezTo>
                  <a:cubicBezTo>
                    <a:pt x="195397" y="515258"/>
                    <a:pt x="193532" y="509935"/>
                    <a:pt x="189099" y="507801"/>
                  </a:cubicBezTo>
                  <a:cubicBezTo>
                    <a:pt x="189042" y="507774"/>
                    <a:pt x="188985" y="507747"/>
                    <a:pt x="188927" y="507721"/>
                  </a:cubicBezTo>
                  <a:cubicBezTo>
                    <a:pt x="129574" y="479986"/>
                    <a:pt x="84138" y="429192"/>
                    <a:pt x="63163" y="367127"/>
                  </a:cubicBezTo>
                  <a:lnTo>
                    <a:pt x="163314" y="355417"/>
                  </a:lnTo>
                  <a:cubicBezTo>
                    <a:pt x="177019" y="382039"/>
                    <a:pt x="198695" y="403715"/>
                    <a:pt x="225316" y="417419"/>
                  </a:cubicBezTo>
                  <a:lnTo>
                    <a:pt x="208982" y="557230"/>
                  </a:lnTo>
                  <a:cubicBezTo>
                    <a:pt x="208504" y="561276"/>
                    <a:pt x="210835" y="565131"/>
                    <a:pt x="214640" y="566587"/>
                  </a:cubicBezTo>
                  <a:cubicBezTo>
                    <a:pt x="263387" y="585472"/>
                    <a:pt x="317428" y="585472"/>
                    <a:pt x="366174" y="566587"/>
                  </a:cubicBezTo>
                  <a:cubicBezTo>
                    <a:pt x="369977" y="565132"/>
                    <a:pt x="372307" y="561281"/>
                    <a:pt x="371833" y="557237"/>
                  </a:cubicBezTo>
                  <a:lnTo>
                    <a:pt x="369303" y="535615"/>
                  </a:lnTo>
                  <a:cubicBezTo>
                    <a:pt x="436606" y="513942"/>
                    <a:pt x="492070" y="465606"/>
                    <a:pt x="522740" y="401897"/>
                  </a:cubicBezTo>
                  <a:cubicBezTo>
                    <a:pt x="524873" y="397464"/>
                    <a:pt x="523008" y="392140"/>
                    <a:pt x="518574" y="390007"/>
                  </a:cubicBezTo>
                  <a:cubicBezTo>
                    <a:pt x="514140" y="387873"/>
                    <a:pt x="508817" y="389738"/>
                    <a:pt x="506683" y="394172"/>
                  </a:cubicBezTo>
                  <a:cubicBezTo>
                    <a:pt x="478673" y="452388"/>
                    <a:pt x="428400" y="496874"/>
                    <a:pt x="367208" y="517591"/>
                  </a:cubicBezTo>
                  <a:lnTo>
                    <a:pt x="355499" y="417434"/>
                  </a:lnTo>
                  <a:cubicBezTo>
                    <a:pt x="382120" y="403729"/>
                    <a:pt x="403796" y="382053"/>
                    <a:pt x="417500" y="355432"/>
                  </a:cubicBezTo>
                  <a:lnTo>
                    <a:pt x="557304" y="371773"/>
                  </a:lnTo>
                  <a:cubicBezTo>
                    <a:pt x="557647" y="371815"/>
                    <a:pt x="557992" y="371836"/>
                    <a:pt x="558337" y="371837"/>
                  </a:cubicBezTo>
                  <a:cubicBezTo>
                    <a:pt x="562019" y="371837"/>
                    <a:pt x="565321" y="369571"/>
                    <a:pt x="566647" y="366136"/>
                  </a:cubicBezTo>
                  <a:cubicBezTo>
                    <a:pt x="585528" y="317391"/>
                    <a:pt x="585528" y="263354"/>
                    <a:pt x="566647" y="214609"/>
                  </a:cubicBezTo>
                  <a:close/>
                  <a:moveTo>
                    <a:pt x="227497" y="28368"/>
                  </a:moveTo>
                  <a:cubicBezTo>
                    <a:pt x="268251" y="14262"/>
                    <a:pt x="312564" y="14262"/>
                    <a:pt x="353318" y="28368"/>
                  </a:cubicBezTo>
                  <a:lnTo>
                    <a:pt x="338416" y="155878"/>
                  </a:lnTo>
                  <a:cubicBezTo>
                    <a:pt x="307409" y="144583"/>
                    <a:pt x="273412" y="144583"/>
                    <a:pt x="242406" y="155878"/>
                  </a:cubicBezTo>
                  <a:close/>
                  <a:moveTo>
                    <a:pt x="28442" y="353244"/>
                  </a:moveTo>
                  <a:cubicBezTo>
                    <a:pt x="14277" y="312500"/>
                    <a:pt x="14277" y="268167"/>
                    <a:pt x="28442" y="227423"/>
                  </a:cubicBezTo>
                  <a:lnTo>
                    <a:pt x="155960" y="242325"/>
                  </a:lnTo>
                  <a:cubicBezTo>
                    <a:pt x="144663" y="273331"/>
                    <a:pt x="144663" y="307328"/>
                    <a:pt x="155960" y="338335"/>
                  </a:cubicBezTo>
                  <a:close/>
                  <a:moveTo>
                    <a:pt x="353325" y="552305"/>
                  </a:moveTo>
                  <a:cubicBezTo>
                    <a:pt x="312572" y="566419"/>
                    <a:pt x="268257" y="566419"/>
                    <a:pt x="227504" y="552305"/>
                  </a:cubicBezTo>
                  <a:lnTo>
                    <a:pt x="242406" y="424795"/>
                  </a:lnTo>
                  <a:cubicBezTo>
                    <a:pt x="273412" y="436092"/>
                    <a:pt x="307409" y="436092"/>
                    <a:pt x="338416" y="424795"/>
                  </a:cubicBezTo>
                  <a:close/>
                  <a:moveTo>
                    <a:pt x="290411" y="415452"/>
                  </a:moveTo>
                  <a:cubicBezTo>
                    <a:pt x="221312" y="415452"/>
                    <a:pt x="165295" y="359436"/>
                    <a:pt x="165295" y="290337"/>
                  </a:cubicBezTo>
                  <a:cubicBezTo>
                    <a:pt x="165295" y="221238"/>
                    <a:pt x="221312" y="165221"/>
                    <a:pt x="290411" y="165221"/>
                  </a:cubicBezTo>
                  <a:cubicBezTo>
                    <a:pt x="359510" y="165221"/>
                    <a:pt x="415526" y="221238"/>
                    <a:pt x="415526" y="290337"/>
                  </a:cubicBezTo>
                  <a:cubicBezTo>
                    <a:pt x="415452" y="359405"/>
                    <a:pt x="359479" y="415378"/>
                    <a:pt x="290411" y="415452"/>
                  </a:cubicBezTo>
                  <a:close/>
                  <a:moveTo>
                    <a:pt x="552379" y="353244"/>
                  </a:moveTo>
                  <a:lnTo>
                    <a:pt x="424869" y="338342"/>
                  </a:lnTo>
                  <a:cubicBezTo>
                    <a:pt x="436165" y="307335"/>
                    <a:pt x="436165" y="273338"/>
                    <a:pt x="424869" y="242332"/>
                  </a:cubicBezTo>
                  <a:lnTo>
                    <a:pt x="552379" y="227430"/>
                  </a:lnTo>
                  <a:cubicBezTo>
                    <a:pt x="566545" y="268174"/>
                    <a:pt x="566545" y="312507"/>
                    <a:pt x="552379" y="353251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85" name="Group 227">
            <a:extLst>
              <a:ext uri="{FF2B5EF4-FFF2-40B4-BE49-F238E27FC236}">
                <a16:creationId xmlns:a16="http://schemas.microsoft.com/office/drawing/2014/main" id="{371B6209-A98C-C822-2047-DD162501AAAC}"/>
              </a:ext>
            </a:extLst>
          </p:cNvPr>
          <p:cNvGrpSpPr/>
          <p:nvPr/>
        </p:nvGrpSpPr>
        <p:grpSpPr>
          <a:xfrm>
            <a:off x="5807321" y="5955462"/>
            <a:ext cx="580816" cy="455191"/>
            <a:chOff x="5807321" y="5955462"/>
            <a:chExt cx="580816" cy="455191"/>
          </a:xfrm>
          <a:noFill/>
        </p:grpSpPr>
        <p:sp>
          <p:nvSpPr>
            <p:cNvPr id="186" name="Freeform: Shape 160">
              <a:extLst>
                <a:ext uri="{FF2B5EF4-FFF2-40B4-BE49-F238E27FC236}">
                  <a16:creationId xmlns:a16="http://schemas.microsoft.com/office/drawing/2014/main" id="{1F9635C6-6D60-076B-09CB-493F14BA1FB6}"/>
                </a:ext>
              </a:extLst>
            </p:cNvPr>
            <p:cNvSpPr/>
            <p:nvPr/>
          </p:nvSpPr>
          <p:spPr>
            <a:xfrm>
              <a:off x="5816229" y="5964370"/>
              <a:ext cx="298137" cy="278261"/>
            </a:xfrm>
            <a:custGeom>
              <a:avLst/>
              <a:gdLst>
                <a:gd name="connsiteX0" fmla="*/ 27951 w 298137"/>
                <a:gd name="connsiteY0" fmla="*/ 0 h 278260"/>
                <a:gd name="connsiteX1" fmla="*/ 270187 w 298137"/>
                <a:gd name="connsiteY1" fmla="*/ 0 h 278260"/>
                <a:gd name="connsiteX2" fmla="*/ 298137 w 298137"/>
                <a:gd name="connsiteY2" fmla="*/ 27951 h 278260"/>
                <a:gd name="connsiteX3" fmla="*/ 298137 w 298137"/>
                <a:gd name="connsiteY3" fmla="*/ 119172 h 278260"/>
                <a:gd name="connsiteX4" fmla="*/ 254058 w 298137"/>
                <a:gd name="connsiteY4" fmla="*/ 119172 h 278260"/>
                <a:gd name="connsiteX5" fmla="*/ 222102 w 298137"/>
                <a:gd name="connsiteY5" fmla="*/ 151128 h 278260"/>
                <a:gd name="connsiteX6" fmla="*/ 222102 w 298137"/>
                <a:gd name="connsiteY6" fmla="*/ 208697 h 278260"/>
                <a:gd name="connsiteX7" fmla="*/ 118061 w 298137"/>
                <a:gd name="connsiteY7" fmla="*/ 208697 h 278260"/>
                <a:gd name="connsiteX8" fmla="*/ 56521 w 298137"/>
                <a:gd name="connsiteY8" fmla="*/ 278260 h 278260"/>
                <a:gd name="connsiteX9" fmla="*/ 56521 w 298137"/>
                <a:gd name="connsiteY9" fmla="*/ 208697 h 278260"/>
                <a:gd name="connsiteX10" fmla="*/ 27951 w 298137"/>
                <a:gd name="connsiteY10" fmla="*/ 208697 h 278260"/>
                <a:gd name="connsiteX11" fmla="*/ 0 w 298137"/>
                <a:gd name="connsiteY11" fmla="*/ 180746 h 278260"/>
                <a:gd name="connsiteX12" fmla="*/ 0 w 298137"/>
                <a:gd name="connsiteY12" fmla="*/ 27951 h 278260"/>
                <a:gd name="connsiteX13" fmla="*/ 27951 w 298137"/>
                <a:gd name="connsiteY13" fmla="*/ 0 h 27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8137" h="278260">
                  <a:moveTo>
                    <a:pt x="27951" y="0"/>
                  </a:moveTo>
                  <a:lnTo>
                    <a:pt x="270187" y="0"/>
                  </a:lnTo>
                  <a:cubicBezTo>
                    <a:pt x="285623" y="0"/>
                    <a:pt x="298137" y="12514"/>
                    <a:pt x="298137" y="27951"/>
                  </a:cubicBezTo>
                  <a:lnTo>
                    <a:pt x="298137" y="119172"/>
                  </a:lnTo>
                  <a:lnTo>
                    <a:pt x="254058" y="119172"/>
                  </a:lnTo>
                  <a:cubicBezTo>
                    <a:pt x="236409" y="119172"/>
                    <a:pt x="222102" y="133479"/>
                    <a:pt x="222102" y="151128"/>
                  </a:cubicBezTo>
                  <a:lnTo>
                    <a:pt x="222102" y="208697"/>
                  </a:lnTo>
                  <a:lnTo>
                    <a:pt x="118061" y="208697"/>
                  </a:lnTo>
                  <a:lnTo>
                    <a:pt x="56521" y="278260"/>
                  </a:lnTo>
                  <a:lnTo>
                    <a:pt x="56521" y="208697"/>
                  </a:lnTo>
                  <a:lnTo>
                    <a:pt x="27951" y="208697"/>
                  </a:lnTo>
                  <a:cubicBezTo>
                    <a:pt x="12514" y="208697"/>
                    <a:pt x="0" y="196183"/>
                    <a:pt x="0" y="180746"/>
                  </a:cubicBezTo>
                  <a:lnTo>
                    <a:pt x="0" y="27951"/>
                  </a:lnTo>
                  <a:cubicBezTo>
                    <a:pt x="0" y="12514"/>
                    <a:pt x="12514" y="0"/>
                    <a:pt x="27951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" name="Freeform: Shape 161">
              <a:extLst>
                <a:ext uri="{FF2B5EF4-FFF2-40B4-BE49-F238E27FC236}">
                  <a16:creationId xmlns:a16="http://schemas.microsoft.com/office/drawing/2014/main" id="{20F7FC4B-C07C-0E63-8A3F-7CF54D08BAF5}"/>
                </a:ext>
              </a:extLst>
            </p:cNvPr>
            <p:cNvSpPr/>
            <p:nvPr/>
          </p:nvSpPr>
          <p:spPr>
            <a:xfrm>
              <a:off x="5807321" y="5955462"/>
              <a:ext cx="580816" cy="455191"/>
            </a:xfrm>
            <a:custGeom>
              <a:avLst/>
              <a:gdLst>
                <a:gd name="connsiteX0" fmla="*/ 475876 w 580816"/>
                <a:gd name="connsiteY0" fmla="*/ 226991 h 455190"/>
                <a:gd name="connsiteX1" fmla="*/ 475868 w 580816"/>
                <a:gd name="connsiteY1" fmla="*/ 244366 h 455190"/>
                <a:gd name="connsiteX2" fmla="*/ 482632 w 580816"/>
                <a:gd name="connsiteY2" fmla="*/ 244366 h 455190"/>
                <a:gd name="connsiteX3" fmla="*/ 492402 w 580816"/>
                <a:gd name="connsiteY3" fmla="*/ 243404 h 455190"/>
                <a:gd name="connsiteX4" fmla="*/ 496265 w 580816"/>
                <a:gd name="connsiteY4" fmla="*/ 240396 h 455190"/>
                <a:gd name="connsiteX5" fmla="*/ 497690 w 580816"/>
                <a:gd name="connsiteY5" fmla="*/ 235636 h 455190"/>
                <a:gd name="connsiteX6" fmla="*/ 495730 w 580816"/>
                <a:gd name="connsiteY6" fmla="*/ 230127 h 455190"/>
                <a:gd name="connsiteX7" fmla="*/ 490742 w 580816"/>
                <a:gd name="connsiteY7" fmla="*/ 227412 h 455190"/>
                <a:gd name="connsiteX8" fmla="*/ 481848 w 580816"/>
                <a:gd name="connsiteY8" fmla="*/ 226991 h 455190"/>
                <a:gd name="connsiteX9" fmla="*/ 411606 w 580816"/>
                <a:gd name="connsiteY9" fmla="*/ 217163 h 455190"/>
                <a:gd name="connsiteX10" fmla="*/ 423971 w 580816"/>
                <a:gd name="connsiteY10" fmla="*/ 217163 h 455190"/>
                <a:gd name="connsiteX11" fmla="*/ 423971 w 580816"/>
                <a:gd name="connsiteY11" fmla="*/ 267563 h 455190"/>
                <a:gd name="connsiteX12" fmla="*/ 454702 w 580816"/>
                <a:gd name="connsiteY12" fmla="*/ 267563 h 455190"/>
                <a:gd name="connsiteX13" fmla="*/ 454702 w 580816"/>
                <a:gd name="connsiteY13" fmla="*/ 277875 h 455190"/>
                <a:gd name="connsiteX14" fmla="*/ 411606 w 580816"/>
                <a:gd name="connsiteY14" fmla="*/ 277875 h 455190"/>
                <a:gd name="connsiteX15" fmla="*/ 463517 w 580816"/>
                <a:gd name="connsiteY15" fmla="*/ 216658 h 455190"/>
                <a:gd name="connsiteX16" fmla="*/ 483359 w 580816"/>
                <a:gd name="connsiteY16" fmla="*/ 216658 h 455190"/>
                <a:gd name="connsiteX17" fmla="*/ 498054 w 580816"/>
                <a:gd name="connsiteY17" fmla="*/ 217577 h 455190"/>
                <a:gd name="connsiteX18" fmla="*/ 506862 w 580816"/>
                <a:gd name="connsiteY18" fmla="*/ 223570 h 455190"/>
                <a:gd name="connsiteX19" fmla="*/ 510426 w 580816"/>
                <a:gd name="connsiteY19" fmla="*/ 235493 h 455190"/>
                <a:gd name="connsiteX20" fmla="*/ 508380 w 580816"/>
                <a:gd name="connsiteY20" fmla="*/ 244972 h 455190"/>
                <a:gd name="connsiteX21" fmla="*/ 503178 w 580816"/>
                <a:gd name="connsiteY21" fmla="*/ 251008 h 455190"/>
                <a:gd name="connsiteX22" fmla="*/ 496764 w 580816"/>
                <a:gd name="connsiteY22" fmla="*/ 253909 h 455190"/>
                <a:gd name="connsiteX23" fmla="*/ 483936 w 580816"/>
                <a:gd name="connsiteY23" fmla="*/ 254785 h 455190"/>
                <a:gd name="connsiteX24" fmla="*/ 475876 w 580816"/>
                <a:gd name="connsiteY24" fmla="*/ 254785 h 455190"/>
                <a:gd name="connsiteX25" fmla="*/ 475876 w 580816"/>
                <a:gd name="connsiteY25" fmla="*/ 277875 h 455190"/>
                <a:gd name="connsiteX26" fmla="*/ 463517 w 580816"/>
                <a:gd name="connsiteY26" fmla="*/ 277875 h 455190"/>
                <a:gd name="connsiteX27" fmla="*/ 354237 w 580816"/>
                <a:gd name="connsiteY27" fmla="*/ 216657 h 455190"/>
                <a:gd name="connsiteX28" fmla="*/ 399628 w 580816"/>
                <a:gd name="connsiteY28" fmla="*/ 216657 h 455190"/>
                <a:gd name="connsiteX29" fmla="*/ 399628 w 580816"/>
                <a:gd name="connsiteY29" fmla="*/ 227012 h 455190"/>
                <a:gd name="connsiteX30" fmla="*/ 366595 w 580816"/>
                <a:gd name="connsiteY30" fmla="*/ 227012 h 455190"/>
                <a:gd name="connsiteX31" fmla="*/ 366595 w 580816"/>
                <a:gd name="connsiteY31" fmla="*/ 240588 h 455190"/>
                <a:gd name="connsiteX32" fmla="*/ 397326 w 580816"/>
                <a:gd name="connsiteY32" fmla="*/ 240588 h 455190"/>
                <a:gd name="connsiteX33" fmla="*/ 397326 w 580816"/>
                <a:gd name="connsiteY33" fmla="*/ 250901 h 455190"/>
                <a:gd name="connsiteX34" fmla="*/ 366595 w 580816"/>
                <a:gd name="connsiteY34" fmla="*/ 250901 h 455190"/>
                <a:gd name="connsiteX35" fmla="*/ 366595 w 580816"/>
                <a:gd name="connsiteY35" fmla="*/ 267563 h 455190"/>
                <a:gd name="connsiteX36" fmla="*/ 400796 w 580816"/>
                <a:gd name="connsiteY36" fmla="*/ 267563 h 455190"/>
                <a:gd name="connsiteX37" fmla="*/ 400796 w 580816"/>
                <a:gd name="connsiteY37" fmla="*/ 277875 h 455190"/>
                <a:gd name="connsiteX38" fmla="*/ 354237 w 580816"/>
                <a:gd name="connsiteY38" fmla="*/ 277875 h 455190"/>
                <a:gd name="connsiteX39" fmla="*/ 292513 w 580816"/>
                <a:gd name="connsiteY39" fmla="*/ 216657 h 455190"/>
                <a:gd name="connsiteX40" fmla="*/ 304878 w 580816"/>
                <a:gd name="connsiteY40" fmla="*/ 216657 h 455190"/>
                <a:gd name="connsiteX41" fmla="*/ 304878 w 580816"/>
                <a:gd name="connsiteY41" fmla="*/ 240752 h 455190"/>
                <a:gd name="connsiteX42" fmla="*/ 329095 w 580816"/>
                <a:gd name="connsiteY42" fmla="*/ 240752 h 455190"/>
                <a:gd name="connsiteX43" fmla="*/ 329095 w 580816"/>
                <a:gd name="connsiteY43" fmla="*/ 216657 h 455190"/>
                <a:gd name="connsiteX44" fmla="*/ 341460 w 580816"/>
                <a:gd name="connsiteY44" fmla="*/ 216657 h 455190"/>
                <a:gd name="connsiteX45" fmla="*/ 341460 w 580816"/>
                <a:gd name="connsiteY45" fmla="*/ 277875 h 455190"/>
                <a:gd name="connsiteX46" fmla="*/ 329095 w 580816"/>
                <a:gd name="connsiteY46" fmla="*/ 277875 h 455190"/>
                <a:gd name="connsiteX47" fmla="*/ 329095 w 580816"/>
                <a:gd name="connsiteY47" fmla="*/ 251107 h 455190"/>
                <a:gd name="connsiteX48" fmla="*/ 304878 w 580816"/>
                <a:gd name="connsiteY48" fmla="*/ 251107 h 455190"/>
                <a:gd name="connsiteX49" fmla="*/ 304878 w 580816"/>
                <a:gd name="connsiteY49" fmla="*/ 277875 h 455190"/>
                <a:gd name="connsiteX50" fmla="*/ 292513 w 580816"/>
                <a:gd name="connsiteY50" fmla="*/ 277875 h 455190"/>
                <a:gd name="connsiteX51" fmla="*/ 36859 w 580816"/>
                <a:gd name="connsiteY51" fmla="*/ 0 h 455190"/>
                <a:gd name="connsiteX52" fmla="*/ 279094 w 580816"/>
                <a:gd name="connsiteY52" fmla="*/ 0 h 455190"/>
                <a:gd name="connsiteX53" fmla="*/ 315953 w 580816"/>
                <a:gd name="connsiteY53" fmla="*/ 36859 h 455190"/>
                <a:gd name="connsiteX54" fmla="*/ 315953 w 580816"/>
                <a:gd name="connsiteY54" fmla="*/ 87458 h 455190"/>
                <a:gd name="connsiteX55" fmla="*/ 307045 w 580816"/>
                <a:gd name="connsiteY55" fmla="*/ 96367 h 455190"/>
                <a:gd name="connsiteX56" fmla="*/ 298136 w 580816"/>
                <a:gd name="connsiteY56" fmla="*/ 87458 h 455190"/>
                <a:gd name="connsiteX57" fmla="*/ 298136 w 580816"/>
                <a:gd name="connsiteY57" fmla="*/ 36859 h 455190"/>
                <a:gd name="connsiteX58" fmla="*/ 279094 w 580816"/>
                <a:gd name="connsiteY58" fmla="*/ 17817 h 455190"/>
                <a:gd name="connsiteX59" fmla="*/ 36859 w 580816"/>
                <a:gd name="connsiteY59" fmla="*/ 17817 h 455190"/>
                <a:gd name="connsiteX60" fmla="*/ 17817 w 580816"/>
                <a:gd name="connsiteY60" fmla="*/ 36859 h 455190"/>
                <a:gd name="connsiteX61" fmla="*/ 17817 w 580816"/>
                <a:gd name="connsiteY61" fmla="*/ 189654 h 455190"/>
                <a:gd name="connsiteX62" fmla="*/ 36859 w 580816"/>
                <a:gd name="connsiteY62" fmla="*/ 208697 h 455190"/>
                <a:gd name="connsiteX63" fmla="*/ 65430 w 580816"/>
                <a:gd name="connsiteY63" fmla="*/ 208697 h 455190"/>
                <a:gd name="connsiteX64" fmla="*/ 74338 w 580816"/>
                <a:gd name="connsiteY64" fmla="*/ 217606 h 455190"/>
                <a:gd name="connsiteX65" fmla="*/ 74338 w 580816"/>
                <a:gd name="connsiteY65" fmla="*/ 263658 h 455190"/>
                <a:gd name="connsiteX66" fmla="*/ 120298 w 580816"/>
                <a:gd name="connsiteY66" fmla="*/ 211704 h 455190"/>
                <a:gd name="connsiteX67" fmla="*/ 126968 w 580816"/>
                <a:gd name="connsiteY67" fmla="*/ 208697 h 455190"/>
                <a:gd name="connsiteX68" fmla="*/ 222102 w 580816"/>
                <a:gd name="connsiteY68" fmla="*/ 208697 h 455190"/>
                <a:gd name="connsiteX69" fmla="*/ 222102 w 580816"/>
                <a:gd name="connsiteY69" fmla="*/ 160036 h 455190"/>
                <a:gd name="connsiteX70" fmla="*/ 262966 w 580816"/>
                <a:gd name="connsiteY70" fmla="*/ 119172 h 455190"/>
                <a:gd name="connsiteX71" fmla="*/ 539959 w 580816"/>
                <a:gd name="connsiteY71" fmla="*/ 119172 h 455190"/>
                <a:gd name="connsiteX72" fmla="*/ 580816 w 580816"/>
                <a:gd name="connsiteY72" fmla="*/ 160036 h 455190"/>
                <a:gd name="connsiteX73" fmla="*/ 580816 w 580816"/>
                <a:gd name="connsiteY73" fmla="*/ 334754 h 455190"/>
                <a:gd name="connsiteX74" fmla="*/ 539952 w 580816"/>
                <a:gd name="connsiteY74" fmla="*/ 375625 h 455190"/>
                <a:gd name="connsiteX75" fmla="*/ 516191 w 580816"/>
                <a:gd name="connsiteY75" fmla="*/ 375625 h 455190"/>
                <a:gd name="connsiteX76" fmla="*/ 516191 w 580816"/>
                <a:gd name="connsiteY76" fmla="*/ 446286 h 455190"/>
                <a:gd name="connsiteX77" fmla="*/ 513187 w 580816"/>
                <a:gd name="connsiteY77" fmla="*/ 452953 h 455190"/>
                <a:gd name="connsiteX78" fmla="*/ 500612 w 580816"/>
                <a:gd name="connsiteY78" fmla="*/ 452187 h 455190"/>
                <a:gd name="connsiteX79" fmla="*/ 462406 w 580816"/>
                <a:gd name="connsiteY79" fmla="*/ 408999 h 455190"/>
                <a:gd name="connsiteX80" fmla="*/ 462136 w 580816"/>
                <a:gd name="connsiteY80" fmla="*/ 408694 h 455190"/>
                <a:gd name="connsiteX81" fmla="*/ 463194 w 580816"/>
                <a:gd name="connsiteY81" fmla="*/ 396140 h 455190"/>
                <a:gd name="connsiteX82" fmla="*/ 475748 w 580816"/>
                <a:gd name="connsiteY82" fmla="*/ 397198 h 455190"/>
                <a:gd name="connsiteX83" fmla="*/ 498375 w 580816"/>
                <a:gd name="connsiteY83" fmla="*/ 422740 h 455190"/>
                <a:gd name="connsiteX84" fmla="*/ 498375 w 580816"/>
                <a:gd name="connsiteY84" fmla="*/ 366717 h 455190"/>
                <a:gd name="connsiteX85" fmla="*/ 507283 w 580816"/>
                <a:gd name="connsiteY85" fmla="*/ 357809 h 455190"/>
                <a:gd name="connsiteX86" fmla="*/ 539959 w 580816"/>
                <a:gd name="connsiteY86" fmla="*/ 357809 h 455190"/>
                <a:gd name="connsiteX87" fmla="*/ 563006 w 580816"/>
                <a:gd name="connsiteY87" fmla="*/ 334754 h 455190"/>
                <a:gd name="connsiteX88" fmla="*/ 563006 w 580816"/>
                <a:gd name="connsiteY88" fmla="*/ 160036 h 455190"/>
                <a:gd name="connsiteX89" fmla="*/ 539959 w 580816"/>
                <a:gd name="connsiteY89" fmla="*/ 136988 h 455190"/>
                <a:gd name="connsiteX90" fmla="*/ 262966 w 580816"/>
                <a:gd name="connsiteY90" fmla="*/ 136988 h 455190"/>
                <a:gd name="connsiteX91" fmla="*/ 239919 w 580816"/>
                <a:gd name="connsiteY91" fmla="*/ 160036 h 455190"/>
                <a:gd name="connsiteX92" fmla="*/ 239919 w 580816"/>
                <a:gd name="connsiteY92" fmla="*/ 334754 h 455190"/>
                <a:gd name="connsiteX93" fmla="*/ 262966 w 580816"/>
                <a:gd name="connsiteY93" fmla="*/ 357809 h 455190"/>
                <a:gd name="connsiteX94" fmla="*/ 436922 w 580816"/>
                <a:gd name="connsiteY94" fmla="*/ 357809 h 455190"/>
                <a:gd name="connsiteX95" fmla="*/ 445830 w 580816"/>
                <a:gd name="connsiteY95" fmla="*/ 366717 h 455190"/>
                <a:gd name="connsiteX96" fmla="*/ 436922 w 580816"/>
                <a:gd name="connsiteY96" fmla="*/ 375625 h 455190"/>
                <a:gd name="connsiteX97" fmla="*/ 262966 w 580816"/>
                <a:gd name="connsiteY97" fmla="*/ 375625 h 455190"/>
                <a:gd name="connsiteX98" fmla="*/ 222102 w 580816"/>
                <a:gd name="connsiteY98" fmla="*/ 334754 h 455190"/>
                <a:gd name="connsiteX99" fmla="*/ 222102 w 580816"/>
                <a:gd name="connsiteY99" fmla="*/ 226514 h 455190"/>
                <a:gd name="connsiteX100" fmla="*/ 130981 w 580816"/>
                <a:gd name="connsiteY100" fmla="*/ 226514 h 455190"/>
                <a:gd name="connsiteX101" fmla="*/ 72100 w 580816"/>
                <a:gd name="connsiteY101" fmla="*/ 293070 h 455190"/>
                <a:gd name="connsiteX102" fmla="*/ 65433 w 580816"/>
                <a:gd name="connsiteY102" fmla="*/ 296074 h 455190"/>
                <a:gd name="connsiteX103" fmla="*/ 56521 w 580816"/>
                <a:gd name="connsiteY103" fmla="*/ 287169 h 455190"/>
                <a:gd name="connsiteX104" fmla="*/ 56521 w 580816"/>
                <a:gd name="connsiteY104" fmla="*/ 226514 h 455190"/>
                <a:gd name="connsiteX105" fmla="*/ 36859 w 580816"/>
                <a:gd name="connsiteY105" fmla="*/ 226514 h 455190"/>
                <a:gd name="connsiteX106" fmla="*/ 0 w 580816"/>
                <a:gd name="connsiteY106" fmla="*/ 189654 h 455190"/>
                <a:gd name="connsiteX107" fmla="*/ 0 w 580816"/>
                <a:gd name="connsiteY107" fmla="*/ 36859 h 455190"/>
                <a:gd name="connsiteX108" fmla="*/ 36859 w 580816"/>
                <a:gd name="connsiteY108" fmla="*/ 0 h 45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580816" h="455190">
                  <a:moveTo>
                    <a:pt x="475876" y="226991"/>
                  </a:moveTo>
                  <a:lnTo>
                    <a:pt x="475868" y="244366"/>
                  </a:lnTo>
                  <a:lnTo>
                    <a:pt x="482632" y="244366"/>
                  </a:lnTo>
                  <a:cubicBezTo>
                    <a:pt x="485919" y="244551"/>
                    <a:pt x="489214" y="244226"/>
                    <a:pt x="492402" y="243404"/>
                  </a:cubicBezTo>
                  <a:cubicBezTo>
                    <a:pt x="493969" y="242823"/>
                    <a:pt x="495318" y="241773"/>
                    <a:pt x="496265" y="240396"/>
                  </a:cubicBezTo>
                  <a:cubicBezTo>
                    <a:pt x="497220" y="238994"/>
                    <a:pt x="497717" y="237332"/>
                    <a:pt x="497690" y="235636"/>
                  </a:cubicBezTo>
                  <a:cubicBezTo>
                    <a:pt x="497765" y="233616"/>
                    <a:pt x="497064" y="231645"/>
                    <a:pt x="495730" y="230127"/>
                  </a:cubicBezTo>
                  <a:cubicBezTo>
                    <a:pt x="494425" y="228680"/>
                    <a:pt x="492665" y="227722"/>
                    <a:pt x="490742" y="227412"/>
                  </a:cubicBezTo>
                  <a:cubicBezTo>
                    <a:pt x="487792" y="227049"/>
                    <a:pt x="484819" y="226909"/>
                    <a:pt x="481848" y="226991"/>
                  </a:cubicBezTo>
                  <a:close/>
                  <a:moveTo>
                    <a:pt x="411606" y="217163"/>
                  </a:moveTo>
                  <a:lnTo>
                    <a:pt x="423971" y="217163"/>
                  </a:lnTo>
                  <a:lnTo>
                    <a:pt x="423971" y="267563"/>
                  </a:lnTo>
                  <a:lnTo>
                    <a:pt x="454702" y="267563"/>
                  </a:lnTo>
                  <a:lnTo>
                    <a:pt x="454702" y="277875"/>
                  </a:lnTo>
                  <a:lnTo>
                    <a:pt x="411606" y="277875"/>
                  </a:lnTo>
                  <a:close/>
                  <a:moveTo>
                    <a:pt x="463517" y="216658"/>
                  </a:moveTo>
                  <a:lnTo>
                    <a:pt x="483359" y="216658"/>
                  </a:lnTo>
                  <a:cubicBezTo>
                    <a:pt x="488276" y="216461"/>
                    <a:pt x="493200" y="216769"/>
                    <a:pt x="498054" y="217577"/>
                  </a:cubicBezTo>
                  <a:cubicBezTo>
                    <a:pt x="501587" y="218513"/>
                    <a:pt x="504694" y="220628"/>
                    <a:pt x="506862" y="223570"/>
                  </a:cubicBezTo>
                  <a:cubicBezTo>
                    <a:pt x="509354" y="227032"/>
                    <a:pt x="510609" y="231232"/>
                    <a:pt x="510426" y="235493"/>
                  </a:cubicBezTo>
                  <a:cubicBezTo>
                    <a:pt x="510534" y="238773"/>
                    <a:pt x="509831" y="242028"/>
                    <a:pt x="508380" y="244972"/>
                  </a:cubicBezTo>
                  <a:cubicBezTo>
                    <a:pt x="507156" y="247372"/>
                    <a:pt x="505371" y="249443"/>
                    <a:pt x="503178" y="251008"/>
                  </a:cubicBezTo>
                  <a:cubicBezTo>
                    <a:pt x="501253" y="252390"/>
                    <a:pt x="499073" y="253376"/>
                    <a:pt x="496764" y="253909"/>
                  </a:cubicBezTo>
                  <a:cubicBezTo>
                    <a:pt x="492523" y="254591"/>
                    <a:pt x="488230" y="254884"/>
                    <a:pt x="483936" y="254785"/>
                  </a:cubicBezTo>
                  <a:lnTo>
                    <a:pt x="475876" y="254785"/>
                  </a:lnTo>
                  <a:lnTo>
                    <a:pt x="475876" y="277875"/>
                  </a:lnTo>
                  <a:lnTo>
                    <a:pt x="463517" y="277875"/>
                  </a:lnTo>
                  <a:close/>
                  <a:moveTo>
                    <a:pt x="354237" y="216657"/>
                  </a:moveTo>
                  <a:lnTo>
                    <a:pt x="399628" y="216657"/>
                  </a:lnTo>
                  <a:lnTo>
                    <a:pt x="399628" y="227012"/>
                  </a:lnTo>
                  <a:lnTo>
                    <a:pt x="366595" y="227012"/>
                  </a:lnTo>
                  <a:lnTo>
                    <a:pt x="366595" y="240588"/>
                  </a:lnTo>
                  <a:lnTo>
                    <a:pt x="397326" y="240588"/>
                  </a:lnTo>
                  <a:lnTo>
                    <a:pt x="397326" y="250901"/>
                  </a:lnTo>
                  <a:lnTo>
                    <a:pt x="366595" y="250901"/>
                  </a:lnTo>
                  <a:lnTo>
                    <a:pt x="366595" y="267563"/>
                  </a:lnTo>
                  <a:lnTo>
                    <a:pt x="400796" y="267563"/>
                  </a:lnTo>
                  <a:lnTo>
                    <a:pt x="400796" y="277875"/>
                  </a:lnTo>
                  <a:lnTo>
                    <a:pt x="354237" y="277875"/>
                  </a:lnTo>
                  <a:close/>
                  <a:moveTo>
                    <a:pt x="292513" y="216657"/>
                  </a:moveTo>
                  <a:lnTo>
                    <a:pt x="304878" y="216657"/>
                  </a:lnTo>
                  <a:lnTo>
                    <a:pt x="304878" y="240752"/>
                  </a:lnTo>
                  <a:lnTo>
                    <a:pt x="329095" y="240752"/>
                  </a:lnTo>
                  <a:lnTo>
                    <a:pt x="329095" y="216657"/>
                  </a:lnTo>
                  <a:lnTo>
                    <a:pt x="341460" y="216657"/>
                  </a:lnTo>
                  <a:lnTo>
                    <a:pt x="341460" y="277875"/>
                  </a:lnTo>
                  <a:lnTo>
                    <a:pt x="329095" y="277875"/>
                  </a:lnTo>
                  <a:lnTo>
                    <a:pt x="329095" y="251107"/>
                  </a:lnTo>
                  <a:lnTo>
                    <a:pt x="304878" y="251107"/>
                  </a:lnTo>
                  <a:lnTo>
                    <a:pt x="304878" y="277875"/>
                  </a:lnTo>
                  <a:lnTo>
                    <a:pt x="292513" y="277875"/>
                  </a:lnTo>
                  <a:close/>
                  <a:moveTo>
                    <a:pt x="36859" y="0"/>
                  </a:moveTo>
                  <a:lnTo>
                    <a:pt x="279094" y="0"/>
                  </a:lnTo>
                  <a:cubicBezTo>
                    <a:pt x="299441" y="24"/>
                    <a:pt x="315929" y="16512"/>
                    <a:pt x="315953" y="36859"/>
                  </a:cubicBezTo>
                  <a:lnTo>
                    <a:pt x="315953" y="87458"/>
                  </a:lnTo>
                  <a:cubicBezTo>
                    <a:pt x="315953" y="92378"/>
                    <a:pt x="311964" y="96367"/>
                    <a:pt x="307045" y="96367"/>
                  </a:cubicBezTo>
                  <a:cubicBezTo>
                    <a:pt x="302125" y="96367"/>
                    <a:pt x="298136" y="92378"/>
                    <a:pt x="298136" y="87458"/>
                  </a:cubicBezTo>
                  <a:lnTo>
                    <a:pt x="298136" y="36859"/>
                  </a:lnTo>
                  <a:cubicBezTo>
                    <a:pt x="298124" y="26347"/>
                    <a:pt x="289606" y="17828"/>
                    <a:pt x="279094" y="17817"/>
                  </a:cubicBezTo>
                  <a:lnTo>
                    <a:pt x="36859" y="17817"/>
                  </a:lnTo>
                  <a:cubicBezTo>
                    <a:pt x="26347" y="17828"/>
                    <a:pt x="17828" y="26347"/>
                    <a:pt x="17817" y="36859"/>
                  </a:cubicBezTo>
                  <a:lnTo>
                    <a:pt x="17817" y="189654"/>
                  </a:lnTo>
                  <a:cubicBezTo>
                    <a:pt x="17828" y="200166"/>
                    <a:pt x="26347" y="208685"/>
                    <a:pt x="36859" y="208697"/>
                  </a:cubicBezTo>
                  <a:lnTo>
                    <a:pt x="65430" y="208697"/>
                  </a:lnTo>
                  <a:cubicBezTo>
                    <a:pt x="70350" y="208697"/>
                    <a:pt x="74338" y="212685"/>
                    <a:pt x="74338" y="217606"/>
                  </a:cubicBezTo>
                  <a:lnTo>
                    <a:pt x="74338" y="263658"/>
                  </a:lnTo>
                  <a:lnTo>
                    <a:pt x="120298" y="211704"/>
                  </a:lnTo>
                  <a:cubicBezTo>
                    <a:pt x="121988" y="209793"/>
                    <a:pt x="124417" y="208698"/>
                    <a:pt x="126968" y="208697"/>
                  </a:cubicBezTo>
                  <a:lnTo>
                    <a:pt x="222102" y="208697"/>
                  </a:lnTo>
                  <a:lnTo>
                    <a:pt x="222102" y="160036"/>
                  </a:lnTo>
                  <a:cubicBezTo>
                    <a:pt x="222129" y="137479"/>
                    <a:pt x="240409" y="119199"/>
                    <a:pt x="262966" y="119172"/>
                  </a:cubicBezTo>
                  <a:lnTo>
                    <a:pt x="539959" y="119172"/>
                  </a:lnTo>
                  <a:cubicBezTo>
                    <a:pt x="562513" y="119203"/>
                    <a:pt x="580788" y="137482"/>
                    <a:pt x="580816" y="160036"/>
                  </a:cubicBezTo>
                  <a:lnTo>
                    <a:pt x="580816" y="334754"/>
                  </a:lnTo>
                  <a:cubicBezTo>
                    <a:pt x="580792" y="357314"/>
                    <a:pt x="562512" y="375598"/>
                    <a:pt x="539952" y="375625"/>
                  </a:cubicBezTo>
                  <a:lnTo>
                    <a:pt x="516191" y="375625"/>
                  </a:lnTo>
                  <a:lnTo>
                    <a:pt x="516191" y="446286"/>
                  </a:lnTo>
                  <a:cubicBezTo>
                    <a:pt x="516190" y="448836"/>
                    <a:pt x="515097" y="451263"/>
                    <a:pt x="513187" y="452953"/>
                  </a:cubicBezTo>
                  <a:cubicBezTo>
                    <a:pt x="509503" y="456214"/>
                    <a:pt x="503873" y="455871"/>
                    <a:pt x="500612" y="452187"/>
                  </a:cubicBezTo>
                  <a:lnTo>
                    <a:pt x="462406" y="408999"/>
                  </a:lnTo>
                  <a:cubicBezTo>
                    <a:pt x="462314" y="408900"/>
                    <a:pt x="462224" y="408798"/>
                    <a:pt x="462136" y="408694"/>
                  </a:cubicBezTo>
                  <a:cubicBezTo>
                    <a:pt x="458961" y="404935"/>
                    <a:pt x="459435" y="399314"/>
                    <a:pt x="463194" y="396140"/>
                  </a:cubicBezTo>
                  <a:cubicBezTo>
                    <a:pt x="466952" y="392965"/>
                    <a:pt x="472573" y="393439"/>
                    <a:pt x="475748" y="397198"/>
                  </a:cubicBezTo>
                  <a:lnTo>
                    <a:pt x="498375" y="422740"/>
                  </a:lnTo>
                  <a:lnTo>
                    <a:pt x="498375" y="366717"/>
                  </a:lnTo>
                  <a:cubicBezTo>
                    <a:pt x="498375" y="361797"/>
                    <a:pt x="502363" y="357809"/>
                    <a:pt x="507283" y="357809"/>
                  </a:cubicBezTo>
                  <a:lnTo>
                    <a:pt x="539959" y="357809"/>
                  </a:lnTo>
                  <a:cubicBezTo>
                    <a:pt x="552684" y="357793"/>
                    <a:pt x="562994" y="347479"/>
                    <a:pt x="563006" y="334754"/>
                  </a:cubicBezTo>
                  <a:lnTo>
                    <a:pt x="563006" y="160036"/>
                  </a:lnTo>
                  <a:cubicBezTo>
                    <a:pt x="562991" y="147314"/>
                    <a:pt x="552681" y="137004"/>
                    <a:pt x="539959" y="136988"/>
                  </a:cubicBezTo>
                  <a:lnTo>
                    <a:pt x="262966" y="136988"/>
                  </a:lnTo>
                  <a:cubicBezTo>
                    <a:pt x="250244" y="137004"/>
                    <a:pt x="239934" y="147314"/>
                    <a:pt x="239919" y="160036"/>
                  </a:cubicBezTo>
                  <a:lnTo>
                    <a:pt x="239919" y="334754"/>
                  </a:lnTo>
                  <a:cubicBezTo>
                    <a:pt x="239930" y="347479"/>
                    <a:pt x="250241" y="357793"/>
                    <a:pt x="262966" y="357809"/>
                  </a:cubicBezTo>
                  <a:lnTo>
                    <a:pt x="436922" y="357809"/>
                  </a:lnTo>
                  <a:cubicBezTo>
                    <a:pt x="441841" y="357809"/>
                    <a:pt x="445830" y="361797"/>
                    <a:pt x="445830" y="366717"/>
                  </a:cubicBezTo>
                  <a:cubicBezTo>
                    <a:pt x="445830" y="371637"/>
                    <a:pt x="441841" y="375625"/>
                    <a:pt x="436922" y="375625"/>
                  </a:cubicBezTo>
                  <a:lnTo>
                    <a:pt x="262966" y="375625"/>
                  </a:lnTo>
                  <a:cubicBezTo>
                    <a:pt x="240406" y="375598"/>
                    <a:pt x="222126" y="357314"/>
                    <a:pt x="222102" y="334754"/>
                  </a:cubicBezTo>
                  <a:lnTo>
                    <a:pt x="222102" y="226514"/>
                  </a:lnTo>
                  <a:lnTo>
                    <a:pt x="130981" y="226514"/>
                  </a:lnTo>
                  <a:lnTo>
                    <a:pt x="72100" y="293070"/>
                  </a:lnTo>
                  <a:cubicBezTo>
                    <a:pt x="70410" y="294979"/>
                    <a:pt x="67983" y="296073"/>
                    <a:pt x="65433" y="296074"/>
                  </a:cubicBezTo>
                  <a:cubicBezTo>
                    <a:pt x="60513" y="296076"/>
                    <a:pt x="56523" y="292089"/>
                    <a:pt x="56521" y="287169"/>
                  </a:cubicBezTo>
                  <a:lnTo>
                    <a:pt x="56521" y="226514"/>
                  </a:lnTo>
                  <a:lnTo>
                    <a:pt x="36859" y="226514"/>
                  </a:lnTo>
                  <a:cubicBezTo>
                    <a:pt x="16512" y="226491"/>
                    <a:pt x="24" y="210001"/>
                    <a:pt x="0" y="189654"/>
                  </a:cubicBezTo>
                  <a:lnTo>
                    <a:pt x="0" y="36859"/>
                  </a:lnTo>
                  <a:cubicBezTo>
                    <a:pt x="24" y="16512"/>
                    <a:pt x="16512" y="24"/>
                    <a:pt x="36859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88" name="Group 228">
            <a:extLst>
              <a:ext uri="{FF2B5EF4-FFF2-40B4-BE49-F238E27FC236}">
                <a16:creationId xmlns:a16="http://schemas.microsoft.com/office/drawing/2014/main" id="{CA64CE63-A48F-AC90-F3A1-4A3ABE7E85FB}"/>
              </a:ext>
            </a:extLst>
          </p:cNvPr>
          <p:cNvGrpSpPr/>
          <p:nvPr/>
        </p:nvGrpSpPr>
        <p:grpSpPr>
          <a:xfrm>
            <a:off x="4823312" y="5892637"/>
            <a:ext cx="514189" cy="580825"/>
            <a:chOff x="4823312" y="5892637"/>
            <a:chExt cx="514189" cy="580825"/>
          </a:xfrm>
          <a:noFill/>
        </p:grpSpPr>
        <p:sp>
          <p:nvSpPr>
            <p:cNvPr id="189" name="Freeform: Shape 163">
              <a:extLst>
                <a:ext uri="{FF2B5EF4-FFF2-40B4-BE49-F238E27FC236}">
                  <a16:creationId xmlns:a16="http://schemas.microsoft.com/office/drawing/2014/main" id="{B0C9E2E0-FE87-D4C6-5CAD-D8EC34953F9B}"/>
                </a:ext>
              </a:extLst>
            </p:cNvPr>
            <p:cNvSpPr/>
            <p:nvPr/>
          </p:nvSpPr>
          <p:spPr>
            <a:xfrm>
              <a:off x="5003345" y="5974372"/>
              <a:ext cx="154122" cy="346085"/>
            </a:xfrm>
            <a:custGeom>
              <a:avLst/>
              <a:gdLst>
                <a:gd name="connsiteX0" fmla="*/ 21309 w 154122"/>
                <a:gd name="connsiteY0" fmla="*/ 108532 h 346085"/>
                <a:gd name="connsiteX1" fmla="*/ 94059 w 154122"/>
                <a:gd name="connsiteY1" fmla="*/ 108532 h 346085"/>
                <a:gd name="connsiteX2" fmla="*/ 108241 w 154122"/>
                <a:gd name="connsiteY2" fmla="*/ 122707 h 346085"/>
                <a:gd name="connsiteX3" fmla="*/ 108241 w 154122"/>
                <a:gd name="connsiteY3" fmla="*/ 283726 h 346085"/>
                <a:gd name="connsiteX4" fmla="*/ 139940 w 154122"/>
                <a:gd name="connsiteY4" fmla="*/ 283726 h 346085"/>
                <a:gd name="connsiteX5" fmla="*/ 154122 w 154122"/>
                <a:gd name="connsiteY5" fmla="*/ 297908 h 346085"/>
                <a:gd name="connsiteX6" fmla="*/ 154122 w 154122"/>
                <a:gd name="connsiteY6" fmla="*/ 331910 h 346085"/>
                <a:gd name="connsiteX7" fmla="*/ 139940 w 154122"/>
                <a:gd name="connsiteY7" fmla="*/ 346085 h 346085"/>
                <a:gd name="connsiteX8" fmla="*/ 14182 w 154122"/>
                <a:gd name="connsiteY8" fmla="*/ 346085 h 346085"/>
                <a:gd name="connsiteX9" fmla="*/ 0 w 154122"/>
                <a:gd name="connsiteY9" fmla="*/ 331910 h 346085"/>
                <a:gd name="connsiteX10" fmla="*/ 0 w 154122"/>
                <a:gd name="connsiteY10" fmla="*/ 297908 h 346085"/>
                <a:gd name="connsiteX11" fmla="*/ 14182 w 154122"/>
                <a:gd name="connsiteY11" fmla="*/ 283726 h 346085"/>
                <a:gd name="connsiteX12" fmla="*/ 45882 w 154122"/>
                <a:gd name="connsiteY12" fmla="*/ 283726 h 346085"/>
                <a:gd name="connsiteX13" fmla="*/ 45882 w 154122"/>
                <a:gd name="connsiteY13" fmla="*/ 170890 h 346085"/>
                <a:gd name="connsiteX14" fmla="*/ 21309 w 154122"/>
                <a:gd name="connsiteY14" fmla="*/ 170890 h 346085"/>
                <a:gd name="connsiteX15" fmla="*/ 7127 w 154122"/>
                <a:gd name="connsiteY15" fmla="*/ 156708 h 346085"/>
                <a:gd name="connsiteX16" fmla="*/ 7127 w 154122"/>
                <a:gd name="connsiteY16" fmla="*/ 122707 h 346085"/>
                <a:gd name="connsiteX17" fmla="*/ 21309 w 154122"/>
                <a:gd name="connsiteY17" fmla="*/ 108532 h 346085"/>
                <a:gd name="connsiteX18" fmla="*/ 67261 w 154122"/>
                <a:gd name="connsiteY18" fmla="*/ 0 h 346085"/>
                <a:gd name="connsiteX19" fmla="*/ 104227 w 154122"/>
                <a:gd name="connsiteY19" fmla="*/ 36966 h 346085"/>
                <a:gd name="connsiteX20" fmla="*/ 67261 w 154122"/>
                <a:gd name="connsiteY20" fmla="*/ 73932 h 346085"/>
                <a:gd name="connsiteX21" fmla="*/ 30295 w 154122"/>
                <a:gd name="connsiteY21" fmla="*/ 36966 h 346085"/>
                <a:gd name="connsiteX22" fmla="*/ 67261 w 154122"/>
                <a:gd name="connsiteY22" fmla="*/ 0 h 346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4122" h="346085">
                  <a:moveTo>
                    <a:pt x="21309" y="108532"/>
                  </a:moveTo>
                  <a:lnTo>
                    <a:pt x="94059" y="108532"/>
                  </a:lnTo>
                  <a:cubicBezTo>
                    <a:pt x="101888" y="108532"/>
                    <a:pt x="108237" y="114877"/>
                    <a:pt x="108241" y="122707"/>
                  </a:cubicBezTo>
                  <a:lnTo>
                    <a:pt x="108241" y="283726"/>
                  </a:lnTo>
                  <a:lnTo>
                    <a:pt x="139940" y="283726"/>
                  </a:lnTo>
                  <a:cubicBezTo>
                    <a:pt x="147772" y="283726"/>
                    <a:pt x="154122" y="290076"/>
                    <a:pt x="154122" y="297908"/>
                  </a:cubicBezTo>
                  <a:lnTo>
                    <a:pt x="154122" y="331910"/>
                  </a:lnTo>
                  <a:cubicBezTo>
                    <a:pt x="154118" y="339739"/>
                    <a:pt x="147770" y="346085"/>
                    <a:pt x="139940" y="346085"/>
                  </a:cubicBezTo>
                  <a:lnTo>
                    <a:pt x="14182" y="346085"/>
                  </a:lnTo>
                  <a:cubicBezTo>
                    <a:pt x="6352" y="346085"/>
                    <a:pt x="4" y="339739"/>
                    <a:pt x="0" y="331910"/>
                  </a:cubicBezTo>
                  <a:lnTo>
                    <a:pt x="0" y="297908"/>
                  </a:lnTo>
                  <a:cubicBezTo>
                    <a:pt x="0" y="290076"/>
                    <a:pt x="6350" y="283726"/>
                    <a:pt x="14182" y="283726"/>
                  </a:cubicBezTo>
                  <a:lnTo>
                    <a:pt x="45882" y="283726"/>
                  </a:lnTo>
                  <a:lnTo>
                    <a:pt x="45882" y="170890"/>
                  </a:lnTo>
                  <a:lnTo>
                    <a:pt x="21309" y="170890"/>
                  </a:lnTo>
                  <a:cubicBezTo>
                    <a:pt x="13476" y="170890"/>
                    <a:pt x="7127" y="164541"/>
                    <a:pt x="7127" y="156708"/>
                  </a:cubicBezTo>
                  <a:lnTo>
                    <a:pt x="7127" y="122707"/>
                  </a:lnTo>
                  <a:cubicBezTo>
                    <a:pt x="7131" y="114877"/>
                    <a:pt x="13479" y="108532"/>
                    <a:pt x="21309" y="108532"/>
                  </a:cubicBezTo>
                  <a:close/>
                  <a:moveTo>
                    <a:pt x="67261" y="0"/>
                  </a:moveTo>
                  <a:cubicBezTo>
                    <a:pt x="87677" y="0"/>
                    <a:pt x="104227" y="16550"/>
                    <a:pt x="104227" y="36966"/>
                  </a:cubicBezTo>
                  <a:cubicBezTo>
                    <a:pt x="104227" y="57382"/>
                    <a:pt x="87677" y="73932"/>
                    <a:pt x="67261" y="73932"/>
                  </a:cubicBezTo>
                  <a:cubicBezTo>
                    <a:pt x="46845" y="73932"/>
                    <a:pt x="30295" y="57382"/>
                    <a:pt x="30295" y="36966"/>
                  </a:cubicBezTo>
                  <a:cubicBezTo>
                    <a:pt x="30295" y="16550"/>
                    <a:pt x="46845" y="0"/>
                    <a:pt x="67261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" name="Freeform: Shape 164">
              <a:extLst>
                <a:ext uri="{FF2B5EF4-FFF2-40B4-BE49-F238E27FC236}">
                  <a16:creationId xmlns:a16="http://schemas.microsoft.com/office/drawing/2014/main" id="{8B133D1D-B8A6-3664-3F20-F46575D90969}"/>
                </a:ext>
              </a:extLst>
            </p:cNvPr>
            <p:cNvSpPr/>
            <p:nvPr/>
          </p:nvSpPr>
          <p:spPr>
            <a:xfrm>
              <a:off x="4823312" y="5892637"/>
              <a:ext cx="514189" cy="580825"/>
            </a:xfrm>
            <a:custGeom>
              <a:avLst/>
              <a:gdLst>
                <a:gd name="connsiteX0" fmla="*/ 201342 w 514189"/>
                <a:gd name="connsiteY0" fmla="*/ 181366 h 580825"/>
                <a:gd name="connsiteX1" fmla="*/ 274092 w 514189"/>
                <a:gd name="connsiteY1" fmla="*/ 181366 h 580825"/>
                <a:gd name="connsiteX2" fmla="*/ 297182 w 514189"/>
                <a:gd name="connsiteY2" fmla="*/ 204449 h 580825"/>
                <a:gd name="connsiteX3" fmla="*/ 297182 w 514189"/>
                <a:gd name="connsiteY3" fmla="*/ 326637 h 580825"/>
                <a:gd name="connsiteX4" fmla="*/ 288274 w 514189"/>
                <a:gd name="connsiteY4" fmla="*/ 335545 h 580825"/>
                <a:gd name="connsiteX5" fmla="*/ 279366 w 514189"/>
                <a:gd name="connsiteY5" fmla="*/ 326637 h 580825"/>
                <a:gd name="connsiteX6" fmla="*/ 279366 w 514189"/>
                <a:gd name="connsiteY6" fmla="*/ 204463 h 580825"/>
                <a:gd name="connsiteX7" fmla="*/ 274092 w 514189"/>
                <a:gd name="connsiteY7" fmla="*/ 199197 h 580825"/>
                <a:gd name="connsiteX8" fmla="*/ 201342 w 514189"/>
                <a:gd name="connsiteY8" fmla="*/ 199197 h 580825"/>
                <a:gd name="connsiteX9" fmla="*/ 196068 w 514189"/>
                <a:gd name="connsiteY9" fmla="*/ 204463 h 580825"/>
                <a:gd name="connsiteX10" fmla="*/ 196068 w 514189"/>
                <a:gd name="connsiteY10" fmla="*/ 238458 h 580825"/>
                <a:gd name="connsiteX11" fmla="*/ 201342 w 514189"/>
                <a:gd name="connsiteY11" fmla="*/ 243731 h 580825"/>
                <a:gd name="connsiteX12" fmla="*/ 225916 w 514189"/>
                <a:gd name="connsiteY12" fmla="*/ 243731 h 580825"/>
                <a:gd name="connsiteX13" fmla="*/ 234824 w 514189"/>
                <a:gd name="connsiteY13" fmla="*/ 252641 h 580825"/>
                <a:gd name="connsiteX14" fmla="*/ 234824 w 514189"/>
                <a:gd name="connsiteY14" fmla="*/ 365470 h 580825"/>
                <a:gd name="connsiteX15" fmla="*/ 225916 w 514189"/>
                <a:gd name="connsiteY15" fmla="*/ 374378 h 580825"/>
                <a:gd name="connsiteX16" fmla="*/ 194215 w 514189"/>
                <a:gd name="connsiteY16" fmla="*/ 374378 h 580825"/>
                <a:gd name="connsiteX17" fmla="*/ 188942 w 514189"/>
                <a:gd name="connsiteY17" fmla="*/ 379645 h 580825"/>
                <a:gd name="connsiteX18" fmla="*/ 188942 w 514189"/>
                <a:gd name="connsiteY18" fmla="*/ 413653 h 580825"/>
                <a:gd name="connsiteX19" fmla="*/ 194215 w 514189"/>
                <a:gd name="connsiteY19" fmla="*/ 418920 h 580825"/>
                <a:gd name="connsiteX20" fmla="*/ 319973 w 514189"/>
                <a:gd name="connsiteY20" fmla="*/ 418920 h 580825"/>
                <a:gd name="connsiteX21" fmla="*/ 325247 w 514189"/>
                <a:gd name="connsiteY21" fmla="*/ 413653 h 580825"/>
                <a:gd name="connsiteX22" fmla="*/ 325247 w 514189"/>
                <a:gd name="connsiteY22" fmla="*/ 379645 h 580825"/>
                <a:gd name="connsiteX23" fmla="*/ 319973 w 514189"/>
                <a:gd name="connsiteY23" fmla="*/ 374378 h 580825"/>
                <a:gd name="connsiteX24" fmla="*/ 288274 w 514189"/>
                <a:gd name="connsiteY24" fmla="*/ 374378 h 580825"/>
                <a:gd name="connsiteX25" fmla="*/ 279366 w 514189"/>
                <a:gd name="connsiteY25" fmla="*/ 365470 h 580825"/>
                <a:gd name="connsiteX26" fmla="*/ 288274 w 514189"/>
                <a:gd name="connsiteY26" fmla="*/ 356561 h 580825"/>
                <a:gd name="connsiteX27" fmla="*/ 319973 w 514189"/>
                <a:gd name="connsiteY27" fmla="*/ 356561 h 580825"/>
                <a:gd name="connsiteX28" fmla="*/ 343064 w 514189"/>
                <a:gd name="connsiteY28" fmla="*/ 379645 h 580825"/>
                <a:gd name="connsiteX29" fmla="*/ 343064 w 514189"/>
                <a:gd name="connsiteY29" fmla="*/ 413646 h 580825"/>
                <a:gd name="connsiteX30" fmla="*/ 319973 w 514189"/>
                <a:gd name="connsiteY30" fmla="*/ 436729 h 580825"/>
                <a:gd name="connsiteX31" fmla="*/ 194215 w 514189"/>
                <a:gd name="connsiteY31" fmla="*/ 436729 h 580825"/>
                <a:gd name="connsiteX32" fmla="*/ 171125 w 514189"/>
                <a:gd name="connsiteY32" fmla="*/ 413646 h 580825"/>
                <a:gd name="connsiteX33" fmla="*/ 171125 w 514189"/>
                <a:gd name="connsiteY33" fmla="*/ 379637 h 580825"/>
                <a:gd name="connsiteX34" fmla="*/ 194215 w 514189"/>
                <a:gd name="connsiteY34" fmla="*/ 356554 h 580825"/>
                <a:gd name="connsiteX35" fmla="*/ 217022 w 514189"/>
                <a:gd name="connsiteY35" fmla="*/ 356554 h 580825"/>
                <a:gd name="connsiteX36" fmla="*/ 217022 w 514189"/>
                <a:gd name="connsiteY36" fmla="*/ 261535 h 580825"/>
                <a:gd name="connsiteX37" fmla="*/ 201342 w 514189"/>
                <a:gd name="connsiteY37" fmla="*/ 261535 h 580825"/>
                <a:gd name="connsiteX38" fmla="*/ 178252 w 514189"/>
                <a:gd name="connsiteY38" fmla="*/ 238443 h 580825"/>
                <a:gd name="connsiteX39" fmla="*/ 178252 w 514189"/>
                <a:gd name="connsiteY39" fmla="*/ 204449 h 580825"/>
                <a:gd name="connsiteX40" fmla="*/ 201342 w 514189"/>
                <a:gd name="connsiteY40" fmla="*/ 181366 h 580825"/>
                <a:gd name="connsiteX41" fmla="*/ 247302 w 514189"/>
                <a:gd name="connsiteY41" fmla="*/ 90637 h 580825"/>
                <a:gd name="connsiteX42" fmla="*/ 219237 w 514189"/>
                <a:gd name="connsiteY42" fmla="*/ 118702 h 580825"/>
                <a:gd name="connsiteX43" fmla="*/ 247302 w 514189"/>
                <a:gd name="connsiteY43" fmla="*/ 146767 h 580825"/>
                <a:gd name="connsiteX44" fmla="*/ 275367 w 514189"/>
                <a:gd name="connsiteY44" fmla="*/ 118702 h 580825"/>
                <a:gd name="connsiteX45" fmla="*/ 247302 w 514189"/>
                <a:gd name="connsiteY45" fmla="*/ 90637 h 580825"/>
                <a:gd name="connsiteX46" fmla="*/ 247295 w 514189"/>
                <a:gd name="connsiteY46" fmla="*/ 72820 h 580825"/>
                <a:gd name="connsiteX47" fmla="*/ 293177 w 514189"/>
                <a:gd name="connsiteY47" fmla="*/ 118702 h 580825"/>
                <a:gd name="connsiteX48" fmla="*/ 247302 w 514189"/>
                <a:gd name="connsiteY48" fmla="*/ 164584 h 580825"/>
                <a:gd name="connsiteX49" fmla="*/ 247295 w 514189"/>
                <a:gd name="connsiteY49" fmla="*/ 164584 h 580825"/>
                <a:gd name="connsiteX50" fmla="*/ 201413 w 514189"/>
                <a:gd name="connsiteY50" fmla="*/ 118702 h 580825"/>
                <a:gd name="connsiteX51" fmla="*/ 247295 w 514189"/>
                <a:gd name="connsiteY51" fmla="*/ 72820 h 580825"/>
                <a:gd name="connsiteX52" fmla="*/ 58895 w 514189"/>
                <a:gd name="connsiteY52" fmla="*/ 0 h 580825"/>
                <a:gd name="connsiteX53" fmla="*/ 455294 w 514189"/>
                <a:gd name="connsiteY53" fmla="*/ 0 h 580825"/>
                <a:gd name="connsiteX54" fmla="*/ 514189 w 514189"/>
                <a:gd name="connsiteY54" fmla="*/ 58895 h 580825"/>
                <a:gd name="connsiteX55" fmla="*/ 514189 w 514189"/>
                <a:gd name="connsiteY55" fmla="*/ 81736 h 580825"/>
                <a:gd name="connsiteX56" fmla="*/ 505280 w 514189"/>
                <a:gd name="connsiteY56" fmla="*/ 90644 h 580825"/>
                <a:gd name="connsiteX57" fmla="*/ 496372 w 514189"/>
                <a:gd name="connsiteY57" fmla="*/ 81736 h 580825"/>
                <a:gd name="connsiteX58" fmla="*/ 496372 w 514189"/>
                <a:gd name="connsiteY58" fmla="*/ 58895 h 580825"/>
                <a:gd name="connsiteX59" fmla="*/ 455294 w 514189"/>
                <a:gd name="connsiteY59" fmla="*/ 17817 h 580825"/>
                <a:gd name="connsiteX60" fmla="*/ 58895 w 514189"/>
                <a:gd name="connsiteY60" fmla="*/ 17817 h 580825"/>
                <a:gd name="connsiteX61" fmla="*/ 17817 w 514189"/>
                <a:gd name="connsiteY61" fmla="*/ 58895 h 580825"/>
                <a:gd name="connsiteX62" fmla="*/ 17817 w 514189"/>
                <a:gd name="connsiteY62" fmla="*/ 455287 h 580825"/>
                <a:gd name="connsiteX63" fmla="*/ 58895 w 514189"/>
                <a:gd name="connsiteY63" fmla="*/ 496365 h 580825"/>
                <a:gd name="connsiteX64" fmla="*/ 69806 w 514189"/>
                <a:gd name="connsiteY64" fmla="*/ 496365 h 580825"/>
                <a:gd name="connsiteX65" fmla="*/ 78714 w 514189"/>
                <a:gd name="connsiteY65" fmla="*/ 505273 h 580825"/>
                <a:gd name="connsiteX66" fmla="*/ 78714 w 514189"/>
                <a:gd name="connsiteY66" fmla="*/ 550413 h 580825"/>
                <a:gd name="connsiteX67" fmla="*/ 130147 w 514189"/>
                <a:gd name="connsiteY67" fmla="*/ 498980 h 580825"/>
                <a:gd name="connsiteX68" fmla="*/ 136447 w 514189"/>
                <a:gd name="connsiteY68" fmla="*/ 496372 h 580825"/>
                <a:gd name="connsiteX69" fmla="*/ 455294 w 514189"/>
                <a:gd name="connsiteY69" fmla="*/ 496372 h 580825"/>
                <a:gd name="connsiteX70" fmla="*/ 496372 w 514189"/>
                <a:gd name="connsiteY70" fmla="*/ 455294 h 580825"/>
                <a:gd name="connsiteX71" fmla="*/ 496372 w 514189"/>
                <a:gd name="connsiteY71" fmla="*/ 122343 h 580825"/>
                <a:gd name="connsiteX72" fmla="*/ 505280 w 514189"/>
                <a:gd name="connsiteY72" fmla="*/ 113435 h 580825"/>
                <a:gd name="connsiteX73" fmla="*/ 514189 w 514189"/>
                <a:gd name="connsiteY73" fmla="*/ 122343 h 580825"/>
                <a:gd name="connsiteX74" fmla="*/ 514189 w 514189"/>
                <a:gd name="connsiteY74" fmla="*/ 455294 h 580825"/>
                <a:gd name="connsiteX75" fmla="*/ 455294 w 514189"/>
                <a:gd name="connsiteY75" fmla="*/ 514189 h 580825"/>
                <a:gd name="connsiteX76" fmla="*/ 140138 w 514189"/>
                <a:gd name="connsiteY76" fmla="*/ 514189 h 580825"/>
                <a:gd name="connsiteX77" fmla="*/ 76105 w 514189"/>
                <a:gd name="connsiteY77" fmla="*/ 578215 h 580825"/>
                <a:gd name="connsiteX78" fmla="*/ 69804 w 514189"/>
                <a:gd name="connsiteY78" fmla="*/ 580825 h 580825"/>
                <a:gd name="connsiteX79" fmla="*/ 60897 w 514189"/>
                <a:gd name="connsiteY79" fmla="*/ 571915 h 580825"/>
                <a:gd name="connsiteX80" fmla="*/ 60897 w 514189"/>
                <a:gd name="connsiteY80" fmla="*/ 514189 h 580825"/>
                <a:gd name="connsiteX81" fmla="*/ 58895 w 514189"/>
                <a:gd name="connsiteY81" fmla="*/ 514189 h 580825"/>
                <a:gd name="connsiteX82" fmla="*/ 0 w 514189"/>
                <a:gd name="connsiteY82" fmla="*/ 455294 h 580825"/>
                <a:gd name="connsiteX83" fmla="*/ 0 w 514189"/>
                <a:gd name="connsiteY83" fmla="*/ 58895 h 580825"/>
                <a:gd name="connsiteX84" fmla="*/ 58895 w 514189"/>
                <a:gd name="connsiteY84" fmla="*/ 0 h 58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514189" h="580825">
                  <a:moveTo>
                    <a:pt x="201342" y="181366"/>
                  </a:moveTo>
                  <a:lnTo>
                    <a:pt x="274092" y="181366"/>
                  </a:lnTo>
                  <a:cubicBezTo>
                    <a:pt x="286837" y="181378"/>
                    <a:pt x="297166" y="191704"/>
                    <a:pt x="297182" y="204449"/>
                  </a:cubicBezTo>
                  <a:lnTo>
                    <a:pt x="297182" y="326637"/>
                  </a:lnTo>
                  <a:cubicBezTo>
                    <a:pt x="297182" y="331557"/>
                    <a:pt x="293194" y="335545"/>
                    <a:pt x="288274" y="335545"/>
                  </a:cubicBezTo>
                  <a:cubicBezTo>
                    <a:pt x="283354" y="335545"/>
                    <a:pt x="279366" y="331557"/>
                    <a:pt x="279366" y="326637"/>
                  </a:cubicBezTo>
                  <a:lnTo>
                    <a:pt x="279366" y="204463"/>
                  </a:lnTo>
                  <a:cubicBezTo>
                    <a:pt x="279358" y="201555"/>
                    <a:pt x="277000" y="199201"/>
                    <a:pt x="274092" y="199197"/>
                  </a:cubicBezTo>
                  <a:lnTo>
                    <a:pt x="201342" y="199197"/>
                  </a:lnTo>
                  <a:cubicBezTo>
                    <a:pt x="198434" y="199201"/>
                    <a:pt x="196076" y="201555"/>
                    <a:pt x="196068" y="204463"/>
                  </a:cubicBezTo>
                  <a:lnTo>
                    <a:pt x="196068" y="238458"/>
                  </a:lnTo>
                  <a:cubicBezTo>
                    <a:pt x="196072" y="241369"/>
                    <a:pt x="198431" y="243727"/>
                    <a:pt x="201342" y="243731"/>
                  </a:cubicBezTo>
                  <a:lnTo>
                    <a:pt x="225916" y="243731"/>
                  </a:lnTo>
                  <a:cubicBezTo>
                    <a:pt x="230836" y="243731"/>
                    <a:pt x="234824" y="247721"/>
                    <a:pt x="234824" y="252641"/>
                  </a:cubicBezTo>
                  <a:lnTo>
                    <a:pt x="234824" y="365470"/>
                  </a:lnTo>
                  <a:cubicBezTo>
                    <a:pt x="234824" y="370390"/>
                    <a:pt x="230836" y="374378"/>
                    <a:pt x="225916" y="374378"/>
                  </a:cubicBezTo>
                  <a:lnTo>
                    <a:pt x="194215" y="374378"/>
                  </a:lnTo>
                  <a:cubicBezTo>
                    <a:pt x="191307" y="374382"/>
                    <a:pt x="188950" y="376736"/>
                    <a:pt x="188942" y="379645"/>
                  </a:cubicBezTo>
                  <a:lnTo>
                    <a:pt x="188942" y="413653"/>
                  </a:lnTo>
                  <a:cubicBezTo>
                    <a:pt x="188949" y="416561"/>
                    <a:pt x="191307" y="418916"/>
                    <a:pt x="194215" y="418920"/>
                  </a:cubicBezTo>
                  <a:lnTo>
                    <a:pt x="319973" y="418920"/>
                  </a:lnTo>
                  <a:cubicBezTo>
                    <a:pt x="322881" y="418916"/>
                    <a:pt x="325239" y="416561"/>
                    <a:pt x="325247" y="413653"/>
                  </a:cubicBezTo>
                  <a:lnTo>
                    <a:pt x="325247" y="379645"/>
                  </a:lnTo>
                  <a:cubicBezTo>
                    <a:pt x="325239" y="376736"/>
                    <a:pt x="322881" y="374382"/>
                    <a:pt x="319973" y="374378"/>
                  </a:cubicBezTo>
                  <a:lnTo>
                    <a:pt x="288274" y="374378"/>
                  </a:lnTo>
                  <a:cubicBezTo>
                    <a:pt x="283354" y="374378"/>
                    <a:pt x="279366" y="370390"/>
                    <a:pt x="279366" y="365470"/>
                  </a:cubicBezTo>
                  <a:cubicBezTo>
                    <a:pt x="279366" y="360550"/>
                    <a:pt x="283354" y="356561"/>
                    <a:pt x="288274" y="356561"/>
                  </a:cubicBezTo>
                  <a:lnTo>
                    <a:pt x="319973" y="356561"/>
                  </a:lnTo>
                  <a:cubicBezTo>
                    <a:pt x="332718" y="356573"/>
                    <a:pt x="343048" y="366900"/>
                    <a:pt x="343064" y="379645"/>
                  </a:cubicBezTo>
                  <a:lnTo>
                    <a:pt x="343064" y="413646"/>
                  </a:lnTo>
                  <a:cubicBezTo>
                    <a:pt x="343048" y="426391"/>
                    <a:pt x="332718" y="436717"/>
                    <a:pt x="319973" y="436729"/>
                  </a:cubicBezTo>
                  <a:lnTo>
                    <a:pt x="194215" y="436729"/>
                  </a:lnTo>
                  <a:cubicBezTo>
                    <a:pt x="181471" y="436717"/>
                    <a:pt x="171141" y="426391"/>
                    <a:pt x="171125" y="413646"/>
                  </a:cubicBezTo>
                  <a:lnTo>
                    <a:pt x="171125" y="379637"/>
                  </a:lnTo>
                  <a:cubicBezTo>
                    <a:pt x="171141" y="366893"/>
                    <a:pt x="181471" y="356566"/>
                    <a:pt x="194215" y="356554"/>
                  </a:cubicBezTo>
                  <a:lnTo>
                    <a:pt x="217022" y="356554"/>
                  </a:lnTo>
                  <a:lnTo>
                    <a:pt x="217022" y="261535"/>
                  </a:lnTo>
                  <a:lnTo>
                    <a:pt x="201342" y="261535"/>
                  </a:lnTo>
                  <a:cubicBezTo>
                    <a:pt x="188594" y="261523"/>
                    <a:pt x="178263" y="251192"/>
                    <a:pt x="178252" y="238443"/>
                  </a:cubicBezTo>
                  <a:lnTo>
                    <a:pt x="178252" y="204449"/>
                  </a:lnTo>
                  <a:cubicBezTo>
                    <a:pt x="178267" y="191704"/>
                    <a:pt x="188597" y="181378"/>
                    <a:pt x="201342" y="181366"/>
                  </a:cubicBezTo>
                  <a:close/>
                  <a:moveTo>
                    <a:pt x="247302" y="90637"/>
                  </a:moveTo>
                  <a:cubicBezTo>
                    <a:pt x="231803" y="90637"/>
                    <a:pt x="219237" y="103203"/>
                    <a:pt x="219237" y="118702"/>
                  </a:cubicBezTo>
                  <a:cubicBezTo>
                    <a:pt x="219252" y="134196"/>
                    <a:pt x="231809" y="146751"/>
                    <a:pt x="247302" y="146767"/>
                  </a:cubicBezTo>
                  <a:cubicBezTo>
                    <a:pt x="262802" y="146767"/>
                    <a:pt x="275367" y="134202"/>
                    <a:pt x="275367" y="118702"/>
                  </a:cubicBezTo>
                  <a:cubicBezTo>
                    <a:pt x="275367" y="103203"/>
                    <a:pt x="262802" y="90637"/>
                    <a:pt x="247302" y="90637"/>
                  </a:cubicBezTo>
                  <a:close/>
                  <a:moveTo>
                    <a:pt x="247295" y="72820"/>
                  </a:moveTo>
                  <a:cubicBezTo>
                    <a:pt x="272635" y="72820"/>
                    <a:pt x="293177" y="93362"/>
                    <a:pt x="293177" y="118702"/>
                  </a:cubicBezTo>
                  <a:cubicBezTo>
                    <a:pt x="293149" y="144028"/>
                    <a:pt x="272628" y="164552"/>
                    <a:pt x="247302" y="164584"/>
                  </a:cubicBezTo>
                  <a:cubicBezTo>
                    <a:pt x="247300" y="164584"/>
                    <a:pt x="247298" y="164584"/>
                    <a:pt x="247295" y="164584"/>
                  </a:cubicBezTo>
                  <a:cubicBezTo>
                    <a:pt x="221955" y="164584"/>
                    <a:pt x="201413" y="144042"/>
                    <a:pt x="201413" y="118702"/>
                  </a:cubicBezTo>
                  <a:cubicBezTo>
                    <a:pt x="201413" y="93362"/>
                    <a:pt x="221955" y="72820"/>
                    <a:pt x="247295" y="72820"/>
                  </a:cubicBezTo>
                  <a:close/>
                  <a:moveTo>
                    <a:pt x="58895" y="0"/>
                  </a:moveTo>
                  <a:lnTo>
                    <a:pt x="455294" y="0"/>
                  </a:lnTo>
                  <a:cubicBezTo>
                    <a:pt x="487806" y="35"/>
                    <a:pt x="514153" y="26383"/>
                    <a:pt x="514189" y="58895"/>
                  </a:cubicBezTo>
                  <a:lnTo>
                    <a:pt x="514189" y="81736"/>
                  </a:lnTo>
                  <a:cubicBezTo>
                    <a:pt x="514189" y="86655"/>
                    <a:pt x="510200" y="90644"/>
                    <a:pt x="505280" y="90644"/>
                  </a:cubicBezTo>
                  <a:cubicBezTo>
                    <a:pt x="500360" y="90644"/>
                    <a:pt x="496372" y="86655"/>
                    <a:pt x="496372" y="81736"/>
                  </a:cubicBezTo>
                  <a:lnTo>
                    <a:pt x="496372" y="58895"/>
                  </a:lnTo>
                  <a:cubicBezTo>
                    <a:pt x="496349" y="36218"/>
                    <a:pt x="477971" y="17840"/>
                    <a:pt x="455294" y="17817"/>
                  </a:cubicBezTo>
                  <a:lnTo>
                    <a:pt x="58895" y="17817"/>
                  </a:lnTo>
                  <a:cubicBezTo>
                    <a:pt x="36218" y="17840"/>
                    <a:pt x="17840" y="36218"/>
                    <a:pt x="17817" y="58895"/>
                  </a:cubicBezTo>
                  <a:lnTo>
                    <a:pt x="17817" y="455287"/>
                  </a:lnTo>
                  <a:cubicBezTo>
                    <a:pt x="17840" y="477964"/>
                    <a:pt x="36218" y="496341"/>
                    <a:pt x="58895" y="496365"/>
                  </a:cubicBezTo>
                  <a:lnTo>
                    <a:pt x="69806" y="496365"/>
                  </a:lnTo>
                  <a:cubicBezTo>
                    <a:pt x="74725" y="496365"/>
                    <a:pt x="78714" y="500353"/>
                    <a:pt x="78714" y="505273"/>
                  </a:cubicBezTo>
                  <a:lnTo>
                    <a:pt x="78714" y="550413"/>
                  </a:lnTo>
                  <a:lnTo>
                    <a:pt x="130147" y="498980"/>
                  </a:lnTo>
                  <a:cubicBezTo>
                    <a:pt x="131818" y="497310"/>
                    <a:pt x="134084" y="496372"/>
                    <a:pt x="136447" y="496372"/>
                  </a:cubicBezTo>
                  <a:lnTo>
                    <a:pt x="455294" y="496372"/>
                  </a:lnTo>
                  <a:cubicBezTo>
                    <a:pt x="477971" y="496349"/>
                    <a:pt x="496349" y="477971"/>
                    <a:pt x="496372" y="455294"/>
                  </a:cubicBezTo>
                  <a:lnTo>
                    <a:pt x="496372" y="122343"/>
                  </a:lnTo>
                  <a:cubicBezTo>
                    <a:pt x="496372" y="117423"/>
                    <a:pt x="500360" y="113435"/>
                    <a:pt x="505280" y="113435"/>
                  </a:cubicBezTo>
                  <a:cubicBezTo>
                    <a:pt x="510200" y="113435"/>
                    <a:pt x="514189" y="117423"/>
                    <a:pt x="514189" y="122343"/>
                  </a:cubicBezTo>
                  <a:lnTo>
                    <a:pt x="514189" y="455294"/>
                  </a:lnTo>
                  <a:cubicBezTo>
                    <a:pt x="514153" y="487806"/>
                    <a:pt x="487806" y="514153"/>
                    <a:pt x="455294" y="514189"/>
                  </a:cubicBezTo>
                  <a:lnTo>
                    <a:pt x="140138" y="514189"/>
                  </a:lnTo>
                  <a:lnTo>
                    <a:pt x="76105" y="578215"/>
                  </a:lnTo>
                  <a:cubicBezTo>
                    <a:pt x="74434" y="579886"/>
                    <a:pt x="72167" y="580825"/>
                    <a:pt x="69804" y="580825"/>
                  </a:cubicBezTo>
                  <a:cubicBezTo>
                    <a:pt x="64884" y="580824"/>
                    <a:pt x="60896" y="576834"/>
                    <a:pt x="60897" y="571915"/>
                  </a:cubicBezTo>
                  <a:lnTo>
                    <a:pt x="60897" y="514189"/>
                  </a:lnTo>
                  <a:lnTo>
                    <a:pt x="58895" y="514189"/>
                  </a:lnTo>
                  <a:cubicBezTo>
                    <a:pt x="26383" y="514153"/>
                    <a:pt x="35" y="487806"/>
                    <a:pt x="0" y="455294"/>
                  </a:cubicBezTo>
                  <a:lnTo>
                    <a:pt x="0" y="58895"/>
                  </a:lnTo>
                  <a:cubicBezTo>
                    <a:pt x="35" y="26383"/>
                    <a:pt x="26383" y="35"/>
                    <a:pt x="58895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91" name="Group 229">
            <a:extLst>
              <a:ext uri="{FF2B5EF4-FFF2-40B4-BE49-F238E27FC236}">
                <a16:creationId xmlns:a16="http://schemas.microsoft.com/office/drawing/2014/main" id="{A7810012-7A82-D5C3-9716-50A976F16219}"/>
              </a:ext>
            </a:extLst>
          </p:cNvPr>
          <p:cNvGrpSpPr/>
          <p:nvPr/>
        </p:nvGrpSpPr>
        <p:grpSpPr>
          <a:xfrm>
            <a:off x="3772668" y="5943534"/>
            <a:ext cx="577259" cy="477485"/>
            <a:chOff x="3772668" y="5943534"/>
            <a:chExt cx="577259" cy="477485"/>
          </a:xfrm>
          <a:noFill/>
        </p:grpSpPr>
        <p:sp>
          <p:nvSpPr>
            <p:cNvPr id="192" name="Freeform: Shape 166">
              <a:extLst>
                <a:ext uri="{FF2B5EF4-FFF2-40B4-BE49-F238E27FC236}">
                  <a16:creationId xmlns:a16="http://schemas.microsoft.com/office/drawing/2014/main" id="{A51E1607-EC91-C2A7-735F-9EA23472FC11}"/>
                </a:ext>
              </a:extLst>
            </p:cNvPr>
            <p:cNvSpPr/>
            <p:nvPr/>
          </p:nvSpPr>
          <p:spPr>
            <a:xfrm>
              <a:off x="3781576" y="5952442"/>
              <a:ext cx="563005" cy="461210"/>
            </a:xfrm>
            <a:custGeom>
              <a:avLst/>
              <a:gdLst>
                <a:gd name="connsiteX0" fmla="*/ 0 w 563005"/>
                <a:gd name="connsiteY0" fmla="*/ 425376 h 461210"/>
                <a:gd name="connsiteX1" fmla="*/ 35833 w 563005"/>
                <a:gd name="connsiteY1" fmla="*/ 461209 h 461210"/>
                <a:gd name="connsiteX2" fmla="*/ 527172 w 563005"/>
                <a:gd name="connsiteY2" fmla="*/ 461209 h 461210"/>
                <a:gd name="connsiteX3" fmla="*/ 563005 w 563005"/>
                <a:gd name="connsiteY3" fmla="*/ 425376 h 461210"/>
                <a:gd name="connsiteX4" fmla="*/ 563005 w 563005"/>
                <a:gd name="connsiteY4" fmla="*/ 425377 h 461210"/>
                <a:gd name="connsiteX5" fmla="*/ 527172 w 563005"/>
                <a:gd name="connsiteY5" fmla="*/ 461210 h 461210"/>
                <a:gd name="connsiteX6" fmla="*/ 35833 w 563005"/>
                <a:gd name="connsiteY6" fmla="*/ 461210 h 461210"/>
                <a:gd name="connsiteX7" fmla="*/ 0 w 563005"/>
                <a:gd name="connsiteY7" fmla="*/ 425377 h 461210"/>
                <a:gd name="connsiteX8" fmla="*/ 563005 w 563005"/>
                <a:gd name="connsiteY8" fmla="*/ 123185 h 461210"/>
                <a:gd name="connsiteX9" fmla="*/ 563005 w 563005"/>
                <a:gd name="connsiteY9" fmla="*/ 425376 h 461210"/>
                <a:gd name="connsiteX10" fmla="*/ 382039 w 563005"/>
                <a:gd name="connsiteY10" fmla="*/ 237419 h 461210"/>
                <a:gd name="connsiteX11" fmla="*/ 0 w 563005"/>
                <a:gd name="connsiteY11" fmla="*/ 123185 h 461210"/>
                <a:gd name="connsiteX12" fmla="*/ 278696 w 563005"/>
                <a:gd name="connsiteY12" fmla="*/ 299110 h 461210"/>
                <a:gd name="connsiteX13" fmla="*/ 180967 w 563005"/>
                <a:gd name="connsiteY13" fmla="*/ 237454 h 461210"/>
                <a:gd name="connsiteX14" fmla="*/ 0 w 563005"/>
                <a:gd name="connsiteY14" fmla="*/ 425376 h 461210"/>
                <a:gd name="connsiteX15" fmla="*/ 189569 w 563005"/>
                <a:gd name="connsiteY15" fmla="*/ 0 h 461210"/>
                <a:gd name="connsiteX16" fmla="*/ 373437 w 563005"/>
                <a:gd name="connsiteY16" fmla="*/ 0 h 461210"/>
                <a:gd name="connsiteX17" fmla="*/ 394653 w 563005"/>
                <a:gd name="connsiteY17" fmla="*/ 21209 h 461210"/>
                <a:gd name="connsiteX18" fmla="*/ 394653 w 563005"/>
                <a:gd name="connsiteY18" fmla="*/ 87352 h 461210"/>
                <a:gd name="connsiteX19" fmla="*/ 527172 w 563005"/>
                <a:gd name="connsiteY19" fmla="*/ 87352 h 461210"/>
                <a:gd name="connsiteX20" fmla="*/ 563005 w 563005"/>
                <a:gd name="connsiteY20" fmla="*/ 123185 h 461210"/>
                <a:gd name="connsiteX21" fmla="*/ 527172 w 563005"/>
                <a:gd name="connsiteY21" fmla="*/ 87359 h 461210"/>
                <a:gd name="connsiteX22" fmla="*/ 394653 w 563005"/>
                <a:gd name="connsiteY22" fmla="*/ 87359 h 461210"/>
                <a:gd name="connsiteX23" fmla="*/ 394653 w 563005"/>
                <a:gd name="connsiteY23" fmla="*/ 137175 h 461210"/>
                <a:gd name="connsiteX24" fmla="*/ 373437 w 563005"/>
                <a:gd name="connsiteY24" fmla="*/ 158391 h 461210"/>
                <a:gd name="connsiteX25" fmla="*/ 257985 w 563005"/>
                <a:gd name="connsiteY25" fmla="*/ 158391 h 461210"/>
                <a:gd name="connsiteX26" fmla="*/ 211255 w 563005"/>
                <a:gd name="connsiteY26" fmla="*/ 211185 h 461210"/>
                <a:gd name="connsiteX27" fmla="*/ 211255 w 563005"/>
                <a:gd name="connsiteY27" fmla="*/ 158391 h 461210"/>
                <a:gd name="connsiteX28" fmla="*/ 189569 w 563005"/>
                <a:gd name="connsiteY28" fmla="*/ 158391 h 461210"/>
                <a:gd name="connsiteX29" fmla="*/ 168353 w 563005"/>
                <a:gd name="connsiteY29" fmla="*/ 137175 h 461210"/>
                <a:gd name="connsiteX30" fmla="*/ 168353 w 563005"/>
                <a:gd name="connsiteY30" fmla="*/ 87359 h 461210"/>
                <a:gd name="connsiteX31" fmla="*/ 35833 w 563005"/>
                <a:gd name="connsiteY31" fmla="*/ 87359 h 461210"/>
                <a:gd name="connsiteX32" fmla="*/ 0 w 563005"/>
                <a:gd name="connsiteY32" fmla="*/ 123185 h 461210"/>
                <a:gd name="connsiteX33" fmla="*/ 35833 w 563005"/>
                <a:gd name="connsiteY33" fmla="*/ 87352 h 461210"/>
                <a:gd name="connsiteX34" fmla="*/ 168353 w 563005"/>
                <a:gd name="connsiteY34" fmla="*/ 87352 h 461210"/>
                <a:gd name="connsiteX35" fmla="*/ 168353 w 563005"/>
                <a:gd name="connsiteY35" fmla="*/ 21216 h 461210"/>
                <a:gd name="connsiteX36" fmla="*/ 189569 w 563005"/>
                <a:gd name="connsiteY36" fmla="*/ 0 h 461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63005" h="461210">
                  <a:moveTo>
                    <a:pt x="0" y="425376"/>
                  </a:moveTo>
                  <a:cubicBezTo>
                    <a:pt x="0" y="445166"/>
                    <a:pt x="16043" y="461209"/>
                    <a:pt x="35833" y="461209"/>
                  </a:cubicBezTo>
                  <a:lnTo>
                    <a:pt x="527172" y="461209"/>
                  </a:lnTo>
                  <a:cubicBezTo>
                    <a:pt x="546962" y="461209"/>
                    <a:pt x="563005" y="445166"/>
                    <a:pt x="563005" y="425376"/>
                  </a:cubicBezTo>
                  <a:lnTo>
                    <a:pt x="563005" y="425377"/>
                  </a:lnTo>
                  <a:cubicBezTo>
                    <a:pt x="563005" y="445167"/>
                    <a:pt x="546962" y="461210"/>
                    <a:pt x="527172" y="461210"/>
                  </a:cubicBezTo>
                  <a:lnTo>
                    <a:pt x="35833" y="461210"/>
                  </a:lnTo>
                  <a:cubicBezTo>
                    <a:pt x="16043" y="461210"/>
                    <a:pt x="0" y="445167"/>
                    <a:pt x="0" y="425377"/>
                  </a:cubicBezTo>
                  <a:close/>
                  <a:moveTo>
                    <a:pt x="563005" y="123185"/>
                  </a:moveTo>
                  <a:lnTo>
                    <a:pt x="563005" y="425376"/>
                  </a:lnTo>
                  <a:lnTo>
                    <a:pt x="382039" y="237419"/>
                  </a:lnTo>
                  <a:close/>
                  <a:moveTo>
                    <a:pt x="0" y="123185"/>
                  </a:moveTo>
                  <a:lnTo>
                    <a:pt x="278696" y="299110"/>
                  </a:lnTo>
                  <a:lnTo>
                    <a:pt x="180967" y="237454"/>
                  </a:lnTo>
                  <a:lnTo>
                    <a:pt x="0" y="425376"/>
                  </a:lnTo>
                  <a:close/>
                  <a:moveTo>
                    <a:pt x="189569" y="0"/>
                  </a:moveTo>
                  <a:lnTo>
                    <a:pt x="373437" y="0"/>
                  </a:lnTo>
                  <a:cubicBezTo>
                    <a:pt x="385151" y="0"/>
                    <a:pt x="394649" y="9494"/>
                    <a:pt x="394653" y="21209"/>
                  </a:cubicBezTo>
                  <a:lnTo>
                    <a:pt x="394653" y="87352"/>
                  </a:lnTo>
                  <a:lnTo>
                    <a:pt x="527172" y="87352"/>
                  </a:lnTo>
                  <a:cubicBezTo>
                    <a:pt x="546962" y="87352"/>
                    <a:pt x="563005" y="103395"/>
                    <a:pt x="563005" y="123185"/>
                  </a:cubicBezTo>
                  <a:cubicBezTo>
                    <a:pt x="563001" y="103398"/>
                    <a:pt x="546960" y="87359"/>
                    <a:pt x="527172" y="87359"/>
                  </a:cubicBezTo>
                  <a:lnTo>
                    <a:pt x="394653" y="87359"/>
                  </a:lnTo>
                  <a:lnTo>
                    <a:pt x="394653" y="137175"/>
                  </a:lnTo>
                  <a:cubicBezTo>
                    <a:pt x="394653" y="148892"/>
                    <a:pt x="385154" y="158391"/>
                    <a:pt x="373437" y="158391"/>
                  </a:cubicBezTo>
                  <a:lnTo>
                    <a:pt x="257985" y="158391"/>
                  </a:lnTo>
                  <a:lnTo>
                    <a:pt x="211255" y="211185"/>
                  </a:lnTo>
                  <a:lnTo>
                    <a:pt x="211255" y="158391"/>
                  </a:lnTo>
                  <a:lnTo>
                    <a:pt x="189569" y="158391"/>
                  </a:lnTo>
                  <a:cubicBezTo>
                    <a:pt x="177852" y="158391"/>
                    <a:pt x="168353" y="148892"/>
                    <a:pt x="168353" y="137175"/>
                  </a:cubicBezTo>
                  <a:lnTo>
                    <a:pt x="168353" y="87359"/>
                  </a:lnTo>
                  <a:lnTo>
                    <a:pt x="35833" y="87359"/>
                  </a:lnTo>
                  <a:cubicBezTo>
                    <a:pt x="16046" y="87359"/>
                    <a:pt x="4" y="103398"/>
                    <a:pt x="0" y="123185"/>
                  </a:cubicBezTo>
                  <a:cubicBezTo>
                    <a:pt x="0" y="103395"/>
                    <a:pt x="16043" y="87352"/>
                    <a:pt x="35833" y="87352"/>
                  </a:cubicBezTo>
                  <a:lnTo>
                    <a:pt x="168353" y="87352"/>
                  </a:lnTo>
                  <a:lnTo>
                    <a:pt x="168353" y="21216"/>
                  </a:lnTo>
                  <a:cubicBezTo>
                    <a:pt x="168353" y="9499"/>
                    <a:pt x="177852" y="0"/>
                    <a:pt x="189569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" name="Freeform: Shape 167">
              <a:extLst>
                <a:ext uri="{FF2B5EF4-FFF2-40B4-BE49-F238E27FC236}">
                  <a16:creationId xmlns:a16="http://schemas.microsoft.com/office/drawing/2014/main" id="{B4E3DF0A-01B0-9FD0-3840-3812B02985EA}"/>
                </a:ext>
              </a:extLst>
            </p:cNvPr>
            <p:cNvSpPr/>
            <p:nvPr/>
          </p:nvSpPr>
          <p:spPr>
            <a:xfrm>
              <a:off x="3772668" y="5943534"/>
              <a:ext cx="577259" cy="477485"/>
            </a:xfrm>
            <a:custGeom>
              <a:avLst/>
              <a:gdLst>
                <a:gd name="connsiteX0" fmla="*/ 580822 w 577258"/>
                <a:gd name="connsiteY0" fmla="*/ 132092 h 477485"/>
                <a:gd name="connsiteX1" fmla="*/ 536081 w 577258"/>
                <a:gd name="connsiteY1" fmla="*/ 87351 h 477485"/>
                <a:gd name="connsiteX2" fmla="*/ 443634 w 577258"/>
                <a:gd name="connsiteY2" fmla="*/ 87351 h 477485"/>
                <a:gd name="connsiteX3" fmla="*/ 434726 w 577258"/>
                <a:gd name="connsiteY3" fmla="*/ 96260 h 477485"/>
                <a:gd name="connsiteX4" fmla="*/ 443634 w 577258"/>
                <a:gd name="connsiteY4" fmla="*/ 105168 h 477485"/>
                <a:gd name="connsiteX5" fmla="*/ 536081 w 577258"/>
                <a:gd name="connsiteY5" fmla="*/ 105168 h 477485"/>
                <a:gd name="connsiteX6" fmla="*/ 562542 w 577258"/>
                <a:gd name="connsiteY6" fmla="*/ 127481 h 477485"/>
                <a:gd name="connsiteX7" fmla="*/ 290411 w 577258"/>
                <a:gd name="connsiteY7" fmla="*/ 299255 h 477485"/>
                <a:gd name="connsiteX8" fmla="*/ 18280 w 577258"/>
                <a:gd name="connsiteY8" fmla="*/ 127481 h 477485"/>
                <a:gd name="connsiteX9" fmla="*/ 44741 w 577258"/>
                <a:gd name="connsiteY9" fmla="*/ 105168 h 477485"/>
                <a:gd name="connsiteX10" fmla="*/ 168367 w 577258"/>
                <a:gd name="connsiteY10" fmla="*/ 105168 h 477485"/>
                <a:gd name="connsiteX11" fmla="*/ 168367 w 577258"/>
                <a:gd name="connsiteY11" fmla="*/ 146082 h 477485"/>
                <a:gd name="connsiteX12" fmla="*/ 198477 w 577258"/>
                <a:gd name="connsiteY12" fmla="*/ 176206 h 477485"/>
                <a:gd name="connsiteX13" fmla="*/ 211248 w 577258"/>
                <a:gd name="connsiteY13" fmla="*/ 176206 h 477485"/>
                <a:gd name="connsiteX14" fmla="*/ 211248 w 577258"/>
                <a:gd name="connsiteY14" fmla="*/ 220092 h 477485"/>
                <a:gd name="connsiteX15" fmla="*/ 220160 w 577258"/>
                <a:gd name="connsiteY15" fmla="*/ 228997 h 477485"/>
                <a:gd name="connsiteX16" fmla="*/ 226827 w 577258"/>
                <a:gd name="connsiteY16" fmla="*/ 225993 h 477485"/>
                <a:gd name="connsiteX17" fmla="*/ 270877 w 577258"/>
                <a:gd name="connsiteY17" fmla="*/ 176206 h 477485"/>
                <a:gd name="connsiteX18" fmla="*/ 382345 w 577258"/>
                <a:gd name="connsiteY18" fmla="*/ 176206 h 477485"/>
                <a:gd name="connsiteX19" fmla="*/ 412469 w 577258"/>
                <a:gd name="connsiteY19" fmla="*/ 146082 h 477485"/>
                <a:gd name="connsiteX20" fmla="*/ 412469 w 577258"/>
                <a:gd name="connsiteY20" fmla="*/ 30117 h 477485"/>
                <a:gd name="connsiteX21" fmla="*/ 382345 w 577258"/>
                <a:gd name="connsiteY21" fmla="*/ 0 h 477485"/>
                <a:gd name="connsiteX22" fmla="*/ 198477 w 577258"/>
                <a:gd name="connsiteY22" fmla="*/ 0 h 477485"/>
                <a:gd name="connsiteX23" fmla="*/ 168353 w 577258"/>
                <a:gd name="connsiteY23" fmla="*/ 30124 h 477485"/>
                <a:gd name="connsiteX24" fmla="*/ 168353 w 577258"/>
                <a:gd name="connsiteY24" fmla="*/ 87358 h 477485"/>
                <a:gd name="connsiteX25" fmla="*/ 44741 w 577258"/>
                <a:gd name="connsiteY25" fmla="*/ 87358 h 477485"/>
                <a:gd name="connsiteX26" fmla="*/ 0 w 577258"/>
                <a:gd name="connsiteY26" fmla="*/ 132100 h 477485"/>
                <a:gd name="connsiteX27" fmla="*/ 0 w 577258"/>
                <a:gd name="connsiteY27" fmla="*/ 434498 h 477485"/>
                <a:gd name="connsiteX28" fmla="*/ 44734 w 577258"/>
                <a:gd name="connsiteY28" fmla="*/ 479025 h 477485"/>
                <a:gd name="connsiteX29" fmla="*/ 536081 w 577258"/>
                <a:gd name="connsiteY29" fmla="*/ 479025 h 477485"/>
                <a:gd name="connsiteX30" fmla="*/ 580815 w 577258"/>
                <a:gd name="connsiteY30" fmla="*/ 434490 h 477485"/>
                <a:gd name="connsiteX31" fmla="*/ 580815 w 577258"/>
                <a:gd name="connsiteY31" fmla="*/ 132092 h 477485"/>
                <a:gd name="connsiteX32" fmla="*/ 186184 w 577258"/>
                <a:gd name="connsiteY32" fmla="*/ 30117 h 477485"/>
                <a:gd name="connsiteX33" fmla="*/ 198477 w 577258"/>
                <a:gd name="connsiteY33" fmla="*/ 17817 h 477485"/>
                <a:gd name="connsiteX34" fmla="*/ 382345 w 577258"/>
                <a:gd name="connsiteY34" fmla="*/ 17817 h 477485"/>
                <a:gd name="connsiteX35" fmla="*/ 394652 w 577258"/>
                <a:gd name="connsiteY35" fmla="*/ 30124 h 477485"/>
                <a:gd name="connsiteX36" fmla="*/ 394652 w 577258"/>
                <a:gd name="connsiteY36" fmla="*/ 146082 h 477485"/>
                <a:gd name="connsiteX37" fmla="*/ 382345 w 577258"/>
                <a:gd name="connsiteY37" fmla="*/ 158390 h 477485"/>
                <a:gd name="connsiteX38" fmla="*/ 266893 w 577258"/>
                <a:gd name="connsiteY38" fmla="*/ 158390 h 477485"/>
                <a:gd name="connsiteX39" fmla="*/ 260222 w 577258"/>
                <a:gd name="connsiteY39" fmla="*/ 161397 h 477485"/>
                <a:gd name="connsiteX40" fmla="*/ 229093 w 577258"/>
                <a:gd name="connsiteY40" fmla="*/ 196581 h 477485"/>
                <a:gd name="connsiteX41" fmla="*/ 229093 w 577258"/>
                <a:gd name="connsiteY41" fmla="*/ 167298 h 477485"/>
                <a:gd name="connsiteX42" fmla="*/ 220185 w 577258"/>
                <a:gd name="connsiteY42" fmla="*/ 158390 h 477485"/>
                <a:gd name="connsiteX43" fmla="*/ 198477 w 577258"/>
                <a:gd name="connsiteY43" fmla="*/ 158390 h 477485"/>
                <a:gd name="connsiteX44" fmla="*/ 186169 w 577258"/>
                <a:gd name="connsiteY44" fmla="*/ 146082 h 477485"/>
                <a:gd name="connsiteX45" fmla="*/ 404972 w 577258"/>
                <a:gd name="connsiteY45" fmla="*/ 248022 h 477485"/>
                <a:gd name="connsiteX46" fmla="*/ 563034 w 577258"/>
                <a:gd name="connsiteY46" fmla="*/ 148249 h 477485"/>
                <a:gd name="connsiteX47" fmla="*/ 563034 w 577258"/>
                <a:gd name="connsiteY47" fmla="*/ 412191 h 477485"/>
                <a:gd name="connsiteX48" fmla="*/ 536102 w 577258"/>
                <a:gd name="connsiteY48" fmla="*/ 461208 h 477485"/>
                <a:gd name="connsiteX49" fmla="*/ 44741 w 577258"/>
                <a:gd name="connsiteY49" fmla="*/ 461208 h 477485"/>
                <a:gd name="connsiteX50" fmla="*/ 18173 w 577258"/>
                <a:gd name="connsiteY50" fmla="*/ 437533 h 477485"/>
                <a:gd name="connsiteX51" fmla="*/ 164112 w 577258"/>
                <a:gd name="connsiteY51" fmla="*/ 285935 h 477485"/>
                <a:gd name="connsiteX52" fmla="*/ 164164 w 577258"/>
                <a:gd name="connsiteY52" fmla="*/ 273337 h 477485"/>
                <a:gd name="connsiteX53" fmla="*/ 151566 w 577258"/>
                <a:gd name="connsiteY53" fmla="*/ 273285 h 477485"/>
                <a:gd name="connsiteX54" fmla="*/ 151284 w 577258"/>
                <a:gd name="connsiteY54" fmla="*/ 273578 h 477485"/>
                <a:gd name="connsiteX55" fmla="*/ 17817 w 577258"/>
                <a:gd name="connsiteY55" fmla="*/ 412191 h 477485"/>
                <a:gd name="connsiteX56" fmla="*/ 17817 w 577258"/>
                <a:gd name="connsiteY56" fmla="*/ 148256 h 477485"/>
                <a:gd name="connsiteX57" fmla="*/ 285657 w 577258"/>
                <a:gd name="connsiteY57" fmla="*/ 317321 h 477485"/>
                <a:gd name="connsiteX58" fmla="*/ 295164 w 577258"/>
                <a:gd name="connsiteY58" fmla="*/ 317321 h 477485"/>
                <a:gd name="connsiteX59" fmla="*/ 389557 w 577258"/>
                <a:gd name="connsiteY59" fmla="*/ 257735 h 477485"/>
                <a:gd name="connsiteX60" fmla="*/ 562649 w 577258"/>
                <a:gd name="connsiteY60" fmla="*/ 437533 h 477485"/>
                <a:gd name="connsiteX61" fmla="*/ 536081 w 577258"/>
                <a:gd name="connsiteY61" fmla="*/ 461208 h 477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77258" h="477485">
                  <a:moveTo>
                    <a:pt x="580822" y="132092"/>
                  </a:moveTo>
                  <a:cubicBezTo>
                    <a:pt x="580794" y="107394"/>
                    <a:pt x="560779" y="87379"/>
                    <a:pt x="536081" y="87351"/>
                  </a:cubicBezTo>
                  <a:lnTo>
                    <a:pt x="443634" y="87351"/>
                  </a:lnTo>
                  <a:cubicBezTo>
                    <a:pt x="438714" y="87351"/>
                    <a:pt x="434726" y="91340"/>
                    <a:pt x="434726" y="96260"/>
                  </a:cubicBezTo>
                  <a:cubicBezTo>
                    <a:pt x="434726" y="101180"/>
                    <a:pt x="438714" y="105168"/>
                    <a:pt x="443634" y="105168"/>
                  </a:cubicBezTo>
                  <a:lnTo>
                    <a:pt x="536081" y="105168"/>
                  </a:lnTo>
                  <a:cubicBezTo>
                    <a:pt x="549148" y="105197"/>
                    <a:pt x="560307" y="114607"/>
                    <a:pt x="562542" y="127481"/>
                  </a:cubicBezTo>
                  <a:lnTo>
                    <a:pt x="290411" y="299255"/>
                  </a:lnTo>
                  <a:lnTo>
                    <a:pt x="18280" y="127481"/>
                  </a:lnTo>
                  <a:cubicBezTo>
                    <a:pt x="20515" y="114607"/>
                    <a:pt x="31674" y="105197"/>
                    <a:pt x="44741" y="105168"/>
                  </a:cubicBezTo>
                  <a:lnTo>
                    <a:pt x="168367" y="105168"/>
                  </a:lnTo>
                  <a:lnTo>
                    <a:pt x="168367" y="146082"/>
                  </a:lnTo>
                  <a:cubicBezTo>
                    <a:pt x="168383" y="162707"/>
                    <a:pt x="181852" y="176183"/>
                    <a:pt x="198477" y="176206"/>
                  </a:cubicBezTo>
                  <a:lnTo>
                    <a:pt x="211248" y="176206"/>
                  </a:lnTo>
                  <a:lnTo>
                    <a:pt x="211248" y="220092"/>
                  </a:lnTo>
                  <a:cubicBezTo>
                    <a:pt x="211250" y="225012"/>
                    <a:pt x="215240" y="228999"/>
                    <a:pt x="220160" y="228997"/>
                  </a:cubicBezTo>
                  <a:cubicBezTo>
                    <a:pt x="222710" y="228996"/>
                    <a:pt x="225137" y="227902"/>
                    <a:pt x="226827" y="225993"/>
                  </a:cubicBezTo>
                  <a:lnTo>
                    <a:pt x="270877" y="176206"/>
                  </a:lnTo>
                  <a:lnTo>
                    <a:pt x="382345" y="176206"/>
                  </a:lnTo>
                  <a:cubicBezTo>
                    <a:pt x="398974" y="176187"/>
                    <a:pt x="412449" y="162711"/>
                    <a:pt x="412469" y="146082"/>
                  </a:cubicBezTo>
                  <a:lnTo>
                    <a:pt x="412469" y="30117"/>
                  </a:lnTo>
                  <a:cubicBezTo>
                    <a:pt x="412445" y="13491"/>
                    <a:pt x="398971" y="20"/>
                    <a:pt x="382345" y="0"/>
                  </a:cubicBezTo>
                  <a:lnTo>
                    <a:pt x="198477" y="0"/>
                  </a:lnTo>
                  <a:cubicBezTo>
                    <a:pt x="181846" y="16"/>
                    <a:pt x="168369" y="13494"/>
                    <a:pt x="168353" y="30124"/>
                  </a:cubicBezTo>
                  <a:lnTo>
                    <a:pt x="168353" y="87358"/>
                  </a:lnTo>
                  <a:lnTo>
                    <a:pt x="44741" y="87358"/>
                  </a:lnTo>
                  <a:cubicBezTo>
                    <a:pt x="20043" y="87386"/>
                    <a:pt x="27" y="107401"/>
                    <a:pt x="0" y="132100"/>
                  </a:cubicBezTo>
                  <a:lnTo>
                    <a:pt x="0" y="434498"/>
                  </a:lnTo>
                  <a:cubicBezTo>
                    <a:pt x="145" y="459110"/>
                    <a:pt x="20121" y="478994"/>
                    <a:pt x="44734" y="479025"/>
                  </a:cubicBezTo>
                  <a:lnTo>
                    <a:pt x="536081" y="479025"/>
                  </a:lnTo>
                  <a:cubicBezTo>
                    <a:pt x="560696" y="478994"/>
                    <a:pt x="580674" y="459105"/>
                    <a:pt x="580815" y="434490"/>
                  </a:cubicBezTo>
                  <a:lnTo>
                    <a:pt x="580815" y="132092"/>
                  </a:lnTo>
                  <a:close/>
                  <a:moveTo>
                    <a:pt x="186184" y="30117"/>
                  </a:moveTo>
                  <a:cubicBezTo>
                    <a:pt x="186192" y="23330"/>
                    <a:pt x="191690" y="17828"/>
                    <a:pt x="198477" y="17817"/>
                  </a:cubicBezTo>
                  <a:lnTo>
                    <a:pt x="382345" y="17817"/>
                  </a:lnTo>
                  <a:cubicBezTo>
                    <a:pt x="389140" y="17821"/>
                    <a:pt x="394649" y="23329"/>
                    <a:pt x="394652" y="30124"/>
                  </a:cubicBezTo>
                  <a:lnTo>
                    <a:pt x="394652" y="146082"/>
                  </a:lnTo>
                  <a:cubicBezTo>
                    <a:pt x="394649" y="152878"/>
                    <a:pt x="389140" y="158386"/>
                    <a:pt x="382345" y="158390"/>
                  </a:cubicBezTo>
                  <a:lnTo>
                    <a:pt x="266893" y="158390"/>
                  </a:lnTo>
                  <a:cubicBezTo>
                    <a:pt x="264341" y="158391"/>
                    <a:pt x="261913" y="159486"/>
                    <a:pt x="260222" y="161397"/>
                  </a:cubicBezTo>
                  <a:lnTo>
                    <a:pt x="229093" y="196581"/>
                  </a:lnTo>
                  <a:lnTo>
                    <a:pt x="229093" y="167298"/>
                  </a:lnTo>
                  <a:cubicBezTo>
                    <a:pt x="229093" y="162378"/>
                    <a:pt x="225105" y="158390"/>
                    <a:pt x="220185" y="158390"/>
                  </a:cubicBezTo>
                  <a:lnTo>
                    <a:pt x="198477" y="158390"/>
                  </a:lnTo>
                  <a:cubicBezTo>
                    <a:pt x="191681" y="158386"/>
                    <a:pt x="186173" y="152878"/>
                    <a:pt x="186169" y="146082"/>
                  </a:cubicBezTo>
                  <a:close/>
                  <a:moveTo>
                    <a:pt x="404972" y="248022"/>
                  </a:moveTo>
                  <a:lnTo>
                    <a:pt x="563034" y="148249"/>
                  </a:lnTo>
                  <a:lnTo>
                    <a:pt x="563034" y="412191"/>
                  </a:lnTo>
                  <a:close/>
                  <a:moveTo>
                    <a:pt x="536102" y="461208"/>
                  </a:moveTo>
                  <a:lnTo>
                    <a:pt x="44741" y="461208"/>
                  </a:lnTo>
                  <a:cubicBezTo>
                    <a:pt x="31180" y="461150"/>
                    <a:pt x="19787" y="450998"/>
                    <a:pt x="18173" y="437533"/>
                  </a:cubicBezTo>
                  <a:lnTo>
                    <a:pt x="164112" y="285935"/>
                  </a:lnTo>
                  <a:cubicBezTo>
                    <a:pt x="167606" y="282471"/>
                    <a:pt x="167629" y="276830"/>
                    <a:pt x="164164" y="273337"/>
                  </a:cubicBezTo>
                  <a:cubicBezTo>
                    <a:pt x="160700" y="269844"/>
                    <a:pt x="155059" y="269821"/>
                    <a:pt x="151566" y="273285"/>
                  </a:cubicBezTo>
                  <a:cubicBezTo>
                    <a:pt x="151470" y="273381"/>
                    <a:pt x="151376" y="273478"/>
                    <a:pt x="151284" y="273578"/>
                  </a:cubicBezTo>
                  <a:lnTo>
                    <a:pt x="17817" y="412191"/>
                  </a:lnTo>
                  <a:lnTo>
                    <a:pt x="17817" y="148256"/>
                  </a:lnTo>
                  <a:lnTo>
                    <a:pt x="285657" y="317321"/>
                  </a:lnTo>
                  <a:cubicBezTo>
                    <a:pt x="288562" y="319153"/>
                    <a:pt x="292260" y="319153"/>
                    <a:pt x="295164" y="317321"/>
                  </a:cubicBezTo>
                  <a:lnTo>
                    <a:pt x="389557" y="257735"/>
                  </a:lnTo>
                  <a:lnTo>
                    <a:pt x="562649" y="437533"/>
                  </a:lnTo>
                  <a:cubicBezTo>
                    <a:pt x="561034" y="450998"/>
                    <a:pt x="549642" y="461150"/>
                    <a:pt x="536081" y="461208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94" name="Group 230">
            <a:extLst>
              <a:ext uri="{FF2B5EF4-FFF2-40B4-BE49-F238E27FC236}">
                <a16:creationId xmlns:a16="http://schemas.microsoft.com/office/drawing/2014/main" id="{C45F221D-0671-1780-C536-A1AA8E466A63}"/>
              </a:ext>
            </a:extLst>
          </p:cNvPr>
          <p:cNvGrpSpPr/>
          <p:nvPr/>
        </p:nvGrpSpPr>
        <p:grpSpPr>
          <a:xfrm>
            <a:off x="2815134" y="5892641"/>
            <a:ext cx="454319" cy="580816"/>
            <a:chOff x="2815134" y="5892641"/>
            <a:chExt cx="454319" cy="580816"/>
          </a:xfrm>
          <a:noFill/>
        </p:grpSpPr>
        <p:sp>
          <p:nvSpPr>
            <p:cNvPr id="195" name="Freeform: Shape 169">
              <a:extLst>
                <a:ext uri="{FF2B5EF4-FFF2-40B4-BE49-F238E27FC236}">
                  <a16:creationId xmlns:a16="http://schemas.microsoft.com/office/drawing/2014/main" id="{F60EDEF3-1957-B16F-D0DC-DC00B36CFAA5}"/>
                </a:ext>
              </a:extLst>
            </p:cNvPr>
            <p:cNvSpPr/>
            <p:nvPr/>
          </p:nvSpPr>
          <p:spPr>
            <a:xfrm>
              <a:off x="2824036" y="5901543"/>
              <a:ext cx="436487" cy="563005"/>
            </a:xfrm>
            <a:custGeom>
              <a:avLst/>
              <a:gdLst>
                <a:gd name="connsiteX0" fmla="*/ 0 w 436486"/>
                <a:gd name="connsiteY0" fmla="*/ 500647 h 563005"/>
                <a:gd name="connsiteX1" fmla="*/ 331390 w 436486"/>
                <a:gd name="connsiteY1" fmla="*/ 500647 h 563005"/>
                <a:gd name="connsiteX2" fmla="*/ 331390 w 436486"/>
                <a:gd name="connsiteY2" fmla="*/ 534199 h 563005"/>
                <a:gd name="connsiteX3" fmla="*/ 302584 w 436486"/>
                <a:gd name="connsiteY3" fmla="*/ 563005 h 563005"/>
                <a:gd name="connsiteX4" fmla="*/ 28806 w 436486"/>
                <a:gd name="connsiteY4" fmla="*/ 563005 h 563005"/>
                <a:gd name="connsiteX5" fmla="*/ 0 w 436486"/>
                <a:gd name="connsiteY5" fmla="*/ 534199 h 563005"/>
                <a:gd name="connsiteX6" fmla="*/ 231424 w 436486"/>
                <a:gd name="connsiteY6" fmla="*/ 195983 h 563005"/>
                <a:gd name="connsiteX7" fmla="*/ 415292 w 436486"/>
                <a:gd name="connsiteY7" fmla="*/ 195983 h 563005"/>
                <a:gd name="connsiteX8" fmla="*/ 436486 w 436486"/>
                <a:gd name="connsiteY8" fmla="*/ 217199 h 563005"/>
                <a:gd name="connsiteX9" fmla="*/ 436486 w 436486"/>
                <a:gd name="connsiteY9" fmla="*/ 333158 h 563005"/>
                <a:gd name="connsiteX10" fmla="*/ 415270 w 436486"/>
                <a:gd name="connsiteY10" fmla="*/ 354374 h 563005"/>
                <a:gd name="connsiteX11" fmla="*/ 299818 w 436486"/>
                <a:gd name="connsiteY11" fmla="*/ 354374 h 563005"/>
                <a:gd name="connsiteX12" fmla="*/ 253110 w 436486"/>
                <a:gd name="connsiteY12" fmla="*/ 407168 h 563005"/>
                <a:gd name="connsiteX13" fmla="*/ 253110 w 436486"/>
                <a:gd name="connsiteY13" fmla="*/ 354374 h 563005"/>
                <a:gd name="connsiteX14" fmla="*/ 231424 w 436486"/>
                <a:gd name="connsiteY14" fmla="*/ 354374 h 563005"/>
                <a:gd name="connsiteX15" fmla="*/ 210208 w 436486"/>
                <a:gd name="connsiteY15" fmla="*/ 333158 h 563005"/>
                <a:gd name="connsiteX16" fmla="*/ 210208 w 436486"/>
                <a:gd name="connsiteY16" fmla="*/ 217199 h 563005"/>
                <a:gd name="connsiteX17" fmla="*/ 231424 w 436486"/>
                <a:gd name="connsiteY17" fmla="*/ 195983 h 563005"/>
                <a:gd name="connsiteX18" fmla="*/ 28806 w 436486"/>
                <a:gd name="connsiteY18" fmla="*/ 0 h 563005"/>
                <a:gd name="connsiteX19" fmla="*/ 302584 w 436486"/>
                <a:gd name="connsiteY19" fmla="*/ 0 h 563005"/>
                <a:gd name="connsiteX20" fmla="*/ 331390 w 436486"/>
                <a:gd name="connsiteY20" fmla="*/ 28806 h 563005"/>
                <a:gd name="connsiteX21" fmla="*/ 331390 w 436486"/>
                <a:gd name="connsiteY21" fmla="*/ 55231 h 563005"/>
                <a:gd name="connsiteX22" fmla="*/ 0 w 436486"/>
                <a:gd name="connsiteY22" fmla="*/ 55231 h 563005"/>
                <a:gd name="connsiteX23" fmla="*/ 0 w 436486"/>
                <a:gd name="connsiteY23" fmla="*/ 28806 h 563005"/>
                <a:gd name="connsiteX24" fmla="*/ 28806 w 436486"/>
                <a:gd name="connsiteY24" fmla="*/ 0 h 563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36486" h="563005">
                  <a:moveTo>
                    <a:pt x="0" y="500647"/>
                  </a:moveTo>
                  <a:lnTo>
                    <a:pt x="331390" y="500647"/>
                  </a:lnTo>
                  <a:lnTo>
                    <a:pt x="331390" y="534199"/>
                  </a:lnTo>
                  <a:cubicBezTo>
                    <a:pt x="331390" y="550108"/>
                    <a:pt x="318493" y="563005"/>
                    <a:pt x="302584" y="563005"/>
                  </a:cubicBezTo>
                  <a:lnTo>
                    <a:pt x="28806" y="563005"/>
                  </a:lnTo>
                  <a:cubicBezTo>
                    <a:pt x="12897" y="563005"/>
                    <a:pt x="0" y="550108"/>
                    <a:pt x="0" y="534199"/>
                  </a:cubicBezTo>
                  <a:close/>
                  <a:moveTo>
                    <a:pt x="231424" y="195983"/>
                  </a:moveTo>
                  <a:lnTo>
                    <a:pt x="415292" y="195983"/>
                  </a:lnTo>
                  <a:cubicBezTo>
                    <a:pt x="427001" y="195995"/>
                    <a:pt x="436486" y="205490"/>
                    <a:pt x="436486" y="217199"/>
                  </a:cubicBezTo>
                  <a:lnTo>
                    <a:pt x="436486" y="333158"/>
                  </a:lnTo>
                  <a:cubicBezTo>
                    <a:pt x="436486" y="344875"/>
                    <a:pt x="426987" y="354374"/>
                    <a:pt x="415270" y="354374"/>
                  </a:cubicBezTo>
                  <a:lnTo>
                    <a:pt x="299818" y="354374"/>
                  </a:lnTo>
                  <a:lnTo>
                    <a:pt x="253110" y="407168"/>
                  </a:lnTo>
                  <a:lnTo>
                    <a:pt x="253110" y="354374"/>
                  </a:lnTo>
                  <a:lnTo>
                    <a:pt x="231424" y="354374"/>
                  </a:lnTo>
                  <a:cubicBezTo>
                    <a:pt x="219707" y="354374"/>
                    <a:pt x="210208" y="344875"/>
                    <a:pt x="210208" y="333158"/>
                  </a:cubicBezTo>
                  <a:lnTo>
                    <a:pt x="210208" y="217199"/>
                  </a:lnTo>
                  <a:cubicBezTo>
                    <a:pt x="210208" y="205482"/>
                    <a:pt x="219707" y="195983"/>
                    <a:pt x="231424" y="195983"/>
                  </a:cubicBezTo>
                  <a:close/>
                  <a:moveTo>
                    <a:pt x="28806" y="0"/>
                  </a:moveTo>
                  <a:lnTo>
                    <a:pt x="302584" y="0"/>
                  </a:lnTo>
                  <a:cubicBezTo>
                    <a:pt x="318493" y="0"/>
                    <a:pt x="331390" y="12897"/>
                    <a:pt x="331390" y="28806"/>
                  </a:cubicBezTo>
                  <a:lnTo>
                    <a:pt x="331390" y="55231"/>
                  </a:lnTo>
                  <a:lnTo>
                    <a:pt x="0" y="55231"/>
                  </a:lnTo>
                  <a:lnTo>
                    <a:pt x="0" y="28806"/>
                  </a:lnTo>
                  <a:cubicBezTo>
                    <a:pt x="0" y="12897"/>
                    <a:pt x="12897" y="0"/>
                    <a:pt x="28806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" name="Freeform: Shape 170">
              <a:extLst>
                <a:ext uri="{FF2B5EF4-FFF2-40B4-BE49-F238E27FC236}">
                  <a16:creationId xmlns:a16="http://schemas.microsoft.com/office/drawing/2014/main" id="{14FF0165-CA76-CFF6-E025-F9E858A7F26A}"/>
                </a:ext>
              </a:extLst>
            </p:cNvPr>
            <p:cNvSpPr/>
            <p:nvPr/>
          </p:nvSpPr>
          <p:spPr>
            <a:xfrm>
              <a:off x="2815134" y="5892641"/>
              <a:ext cx="454319" cy="580816"/>
            </a:xfrm>
            <a:custGeom>
              <a:avLst/>
              <a:gdLst>
                <a:gd name="connsiteX0" fmla="*/ 174595 w 454318"/>
                <a:gd name="connsiteY0" fmla="*/ 529253 h 580816"/>
                <a:gd name="connsiteX1" fmla="*/ 185064 w 454318"/>
                <a:gd name="connsiteY1" fmla="*/ 539722 h 580816"/>
                <a:gd name="connsiteX2" fmla="*/ 174595 w 454318"/>
                <a:gd name="connsiteY2" fmla="*/ 550191 h 580816"/>
                <a:gd name="connsiteX3" fmla="*/ 164126 w 454318"/>
                <a:gd name="connsiteY3" fmla="*/ 539722 h 580816"/>
                <a:gd name="connsiteX4" fmla="*/ 174595 w 454318"/>
                <a:gd name="connsiteY4" fmla="*/ 529253 h 580816"/>
                <a:gd name="connsiteX5" fmla="*/ 240354 w 454318"/>
                <a:gd name="connsiteY5" fmla="*/ 213793 h 580816"/>
                <a:gd name="connsiteX6" fmla="*/ 228047 w 454318"/>
                <a:gd name="connsiteY6" fmla="*/ 226101 h 580816"/>
                <a:gd name="connsiteX7" fmla="*/ 228047 w 454318"/>
                <a:gd name="connsiteY7" fmla="*/ 342059 h 580816"/>
                <a:gd name="connsiteX8" fmla="*/ 240354 w 454318"/>
                <a:gd name="connsiteY8" fmla="*/ 354366 h 580816"/>
                <a:gd name="connsiteX9" fmla="*/ 262034 w 454318"/>
                <a:gd name="connsiteY9" fmla="*/ 354366 h 580816"/>
                <a:gd name="connsiteX10" fmla="*/ 270942 w 454318"/>
                <a:gd name="connsiteY10" fmla="*/ 363275 h 580816"/>
                <a:gd name="connsiteX11" fmla="*/ 270942 w 454318"/>
                <a:gd name="connsiteY11" fmla="*/ 392572 h 580816"/>
                <a:gd name="connsiteX12" fmla="*/ 302071 w 454318"/>
                <a:gd name="connsiteY12" fmla="*/ 357388 h 580816"/>
                <a:gd name="connsiteX13" fmla="*/ 308742 w 454318"/>
                <a:gd name="connsiteY13" fmla="*/ 354381 h 580816"/>
                <a:gd name="connsiteX14" fmla="*/ 424193 w 454318"/>
                <a:gd name="connsiteY14" fmla="*/ 354381 h 580816"/>
                <a:gd name="connsiteX15" fmla="*/ 436501 w 454318"/>
                <a:gd name="connsiteY15" fmla="*/ 342073 h 580816"/>
                <a:gd name="connsiteX16" fmla="*/ 436530 w 454318"/>
                <a:gd name="connsiteY16" fmla="*/ 226101 h 580816"/>
                <a:gd name="connsiteX17" fmla="*/ 424222 w 454318"/>
                <a:gd name="connsiteY17" fmla="*/ 213793 h 580816"/>
                <a:gd name="connsiteX18" fmla="*/ 136589 w 454318"/>
                <a:gd name="connsiteY18" fmla="*/ 27316 h 580816"/>
                <a:gd name="connsiteX19" fmla="*/ 212609 w 454318"/>
                <a:gd name="connsiteY19" fmla="*/ 27316 h 580816"/>
                <a:gd name="connsiteX20" fmla="*/ 221518 w 454318"/>
                <a:gd name="connsiteY20" fmla="*/ 36224 h 580816"/>
                <a:gd name="connsiteX21" fmla="*/ 212609 w 454318"/>
                <a:gd name="connsiteY21" fmla="*/ 45133 h 580816"/>
                <a:gd name="connsiteX22" fmla="*/ 136589 w 454318"/>
                <a:gd name="connsiteY22" fmla="*/ 45133 h 580816"/>
                <a:gd name="connsiteX23" fmla="*/ 127681 w 454318"/>
                <a:gd name="connsiteY23" fmla="*/ 36224 h 580816"/>
                <a:gd name="connsiteX24" fmla="*/ 136589 w 454318"/>
                <a:gd name="connsiteY24" fmla="*/ 27316 h 580816"/>
                <a:gd name="connsiteX25" fmla="*/ 37707 w 454318"/>
                <a:gd name="connsiteY25" fmla="*/ 0 h 580816"/>
                <a:gd name="connsiteX26" fmla="*/ 311493 w 454318"/>
                <a:gd name="connsiteY26" fmla="*/ 0 h 580816"/>
                <a:gd name="connsiteX27" fmla="*/ 349200 w 454318"/>
                <a:gd name="connsiteY27" fmla="*/ 37707 h 580816"/>
                <a:gd name="connsiteX28" fmla="*/ 349200 w 454318"/>
                <a:gd name="connsiteY28" fmla="*/ 160942 h 580816"/>
                <a:gd name="connsiteX29" fmla="*/ 340291 w 454318"/>
                <a:gd name="connsiteY29" fmla="*/ 169850 h 580816"/>
                <a:gd name="connsiteX30" fmla="*/ 331383 w 454318"/>
                <a:gd name="connsiteY30" fmla="*/ 160942 h 580816"/>
                <a:gd name="connsiteX31" fmla="*/ 331383 w 454318"/>
                <a:gd name="connsiteY31" fmla="*/ 73041 h 580816"/>
                <a:gd name="connsiteX32" fmla="*/ 51661 w 454318"/>
                <a:gd name="connsiteY32" fmla="*/ 73041 h 580816"/>
                <a:gd name="connsiteX33" fmla="*/ 42753 w 454318"/>
                <a:gd name="connsiteY33" fmla="*/ 64133 h 580816"/>
                <a:gd name="connsiteX34" fmla="*/ 51661 w 454318"/>
                <a:gd name="connsiteY34" fmla="*/ 55224 h 580816"/>
                <a:gd name="connsiteX35" fmla="*/ 331383 w 454318"/>
                <a:gd name="connsiteY35" fmla="*/ 55224 h 580816"/>
                <a:gd name="connsiteX36" fmla="*/ 331383 w 454318"/>
                <a:gd name="connsiteY36" fmla="*/ 37707 h 580816"/>
                <a:gd name="connsiteX37" fmla="*/ 311493 w 454318"/>
                <a:gd name="connsiteY37" fmla="*/ 17817 h 580816"/>
                <a:gd name="connsiteX38" fmla="*/ 37700 w 454318"/>
                <a:gd name="connsiteY38" fmla="*/ 17817 h 580816"/>
                <a:gd name="connsiteX39" fmla="*/ 17809 w 454318"/>
                <a:gd name="connsiteY39" fmla="*/ 37707 h 580816"/>
                <a:gd name="connsiteX40" fmla="*/ 17809 w 454318"/>
                <a:gd name="connsiteY40" fmla="*/ 500641 h 580816"/>
                <a:gd name="connsiteX41" fmla="*/ 297539 w 454318"/>
                <a:gd name="connsiteY41" fmla="*/ 500641 h 580816"/>
                <a:gd name="connsiteX42" fmla="*/ 306447 w 454318"/>
                <a:gd name="connsiteY42" fmla="*/ 509549 h 580816"/>
                <a:gd name="connsiteX43" fmla="*/ 297539 w 454318"/>
                <a:gd name="connsiteY43" fmla="*/ 518458 h 580816"/>
                <a:gd name="connsiteX44" fmla="*/ 17817 w 454318"/>
                <a:gd name="connsiteY44" fmla="*/ 518458 h 580816"/>
                <a:gd name="connsiteX45" fmla="*/ 17817 w 454318"/>
                <a:gd name="connsiteY45" fmla="*/ 543109 h 580816"/>
                <a:gd name="connsiteX46" fmla="*/ 37707 w 454318"/>
                <a:gd name="connsiteY46" fmla="*/ 562999 h 580816"/>
                <a:gd name="connsiteX47" fmla="*/ 311464 w 454318"/>
                <a:gd name="connsiteY47" fmla="*/ 562999 h 580816"/>
                <a:gd name="connsiteX48" fmla="*/ 331355 w 454318"/>
                <a:gd name="connsiteY48" fmla="*/ 543109 h 580816"/>
                <a:gd name="connsiteX49" fmla="*/ 331355 w 454318"/>
                <a:gd name="connsiteY49" fmla="*/ 372190 h 580816"/>
                <a:gd name="connsiteX50" fmla="*/ 312726 w 454318"/>
                <a:gd name="connsiteY50" fmla="*/ 372190 h 580816"/>
                <a:gd name="connsiteX51" fmla="*/ 268676 w 454318"/>
                <a:gd name="connsiteY51" fmla="*/ 421977 h 580816"/>
                <a:gd name="connsiteX52" fmla="*/ 262009 w 454318"/>
                <a:gd name="connsiteY52" fmla="*/ 424981 h 580816"/>
                <a:gd name="connsiteX53" fmla="*/ 253097 w 454318"/>
                <a:gd name="connsiteY53" fmla="*/ 416076 h 580816"/>
                <a:gd name="connsiteX54" fmla="*/ 253097 w 454318"/>
                <a:gd name="connsiteY54" fmla="*/ 372190 h 580816"/>
                <a:gd name="connsiteX55" fmla="*/ 240326 w 454318"/>
                <a:gd name="connsiteY55" fmla="*/ 372190 h 580816"/>
                <a:gd name="connsiteX56" fmla="*/ 210201 w 454318"/>
                <a:gd name="connsiteY56" fmla="*/ 342066 h 580816"/>
                <a:gd name="connsiteX57" fmla="*/ 210201 w 454318"/>
                <a:gd name="connsiteY57" fmla="*/ 226101 h 580816"/>
                <a:gd name="connsiteX58" fmla="*/ 240326 w 454318"/>
                <a:gd name="connsiteY58" fmla="*/ 195977 h 580816"/>
                <a:gd name="connsiteX59" fmla="*/ 424193 w 454318"/>
                <a:gd name="connsiteY59" fmla="*/ 195977 h 580816"/>
                <a:gd name="connsiteX60" fmla="*/ 454318 w 454318"/>
                <a:gd name="connsiteY60" fmla="*/ 226101 h 580816"/>
                <a:gd name="connsiteX61" fmla="*/ 454318 w 454318"/>
                <a:gd name="connsiteY61" fmla="*/ 342059 h 580816"/>
                <a:gd name="connsiteX62" fmla="*/ 424193 w 454318"/>
                <a:gd name="connsiteY62" fmla="*/ 372183 h 580816"/>
                <a:gd name="connsiteX63" fmla="*/ 349200 w 454318"/>
                <a:gd name="connsiteY63" fmla="*/ 372183 h 580816"/>
                <a:gd name="connsiteX64" fmla="*/ 349200 w 454318"/>
                <a:gd name="connsiteY64" fmla="*/ 543109 h 580816"/>
                <a:gd name="connsiteX65" fmla="*/ 311493 w 454318"/>
                <a:gd name="connsiteY65" fmla="*/ 580816 h 580816"/>
                <a:gd name="connsiteX66" fmla="*/ 37707 w 454318"/>
                <a:gd name="connsiteY66" fmla="*/ 580816 h 580816"/>
                <a:gd name="connsiteX67" fmla="*/ 0 w 454318"/>
                <a:gd name="connsiteY67" fmla="*/ 543109 h 580816"/>
                <a:gd name="connsiteX68" fmla="*/ 0 w 454318"/>
                <a:gd name="connsiteY68" fmla="*/ 37707 h 580816"/>
                <a:gd name="connsiteX69" fmla="*/ 37707 w 454318"/>
                <a:gd name="connsiteY69" fmla="*/ 0 h 580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4318" h="580816">
                  <a:moveTo>
                    <a:pt x="174595" y="529253"/>
                  </a:moveTo>
                  <a:cubicBezTo>
                    <a:pt x="180377" y="529253"/>
                    <a:pt x="185064" y="533940"/>
                    <a:pt x="185064" y="539722"/>
                  </a:cubicBezTo>
                  <a:cubicBezTo>
                    <a:pt x="185064" y="545504"/>
                    <a:pt x="180377" y="550191"/>
                    <a:pt x="174595" y="550191"/>
                  </a:cubicBezTo>
                  <a:cubicBezTo>
                    <a:pt x="168813" y="550191"/>
                    <a:pt x="164126" y="545504"/>
                    <a:pt x="164126" y="539722"/>
                  </a:cubicBezTo>
                  <a:cubicBezTo>
                    <a:pt x="164130" y="533942"/>
                    <a:pt x="168815" y="529257"/>
                    <a:pt x="174595" y="529253"/>
                  </a:cubicBezTo>
                  <a:close/>
                  <a:moveTo>
                    <a:pt x="240354" y="213793"/>
                  </a:moveTo>
                  <a:cubicBezTo>
                    <a:pt x="233559" y="213797"/>
                    <a:pt x="228051" y="219305"/>
                    <a:pt x="228047" y="226101"/>
                  </a:cubicBezTo>
                  <a:lnTo>
                    <a:pt x="228047" y="342059"/>
                  </a:lnTo>
                  <a:cubicBezTo>
                    <a:pt x="228051" y="348855"/>
                    <a:pt x="233559" y="354363"/>
                    <a:pt x="240354" y="354366"/>
                  </a:cubicBezTo>
                  <a:lnTo>
                    <a:pt x="262034" y="354366"/>
                  </a:lnTo>
                  <a:cubicBezTo>
                    <a:pt x="266954" y="354366"/>
                    <a:pt x="270942" y="358355"/>
                    <a:pt x="270942" y="363275"/>
                  </a:cubicBezTo>
                  <a:lnTo>
                    <a:pt x="270942" y="392572"/>
                  </a:lnTo>
                  <a:lnTo>
                    <a:pt x="302071" y="357388"/>
                  </a:lnTo>
                  <a:cubicBezTo>
                    <a:pt x="303761" y="355477"/>
                    <a:pt x="306190" y="354382"/>
                    <a:pt x="308742" y="354381"/>
                  </a:cubicBezTo>
                  <a:lnTo>
                    <a:pt x="424193" y="354381"/>
                  </a:lnTo>
                  <a:cubicBezTo>
                    <a:pt x="430989" y="354377"/>
                    <a:pt x="436497" y="348869"/>
                    <a:pt x="436501" y="342073"/>
                  </a:cubicBezTo>
                  <a:lnTo>
                    <a:pt x="436530" y="226101"/>
                  </a:lnTo>
                  <a:cubicBezTo>
                    <a:pt x="436526" y="219305"/>
                    <a:pt x="431018" y="213797"/>
                    <a:pt x="424222" y="213793"/>
                  </a:cubicBezTo>
                  <a:close/>
                  <a:moveTo>
                    <a:pt x="136589" y="27316"/>
                  </a:moveTo>
                  <a:lnTo>
                    <a:pt x="212609" y="27316"/>
                  </a:lnTo>
                  <a:cubicBezTo>
                    <a:pt x="217529" y="27316"/>
                    <a:pt x="221518" y="31304"/>
                    <a:pt x="221518" y="36224"/>
                  </a:cubicBezTo>
                  <a:cubicBezTo>
                    <a:pt x="221518" y="41144"/>
                    <a:pt x="217529" y="45133"/>
                    <a:pt x="212609" y="45133"/>
                  </a:cubicBezTo>
                  <a:lnTo>
                    <a:pt x="136589" y="45133"/>
                  </a:lnTo>
                  <a:cubicBezTo>
                    <a:pt x="131669" y="45133"/>
                    <a:pt x="127681" y="41144"/>
                    <a:pt x="127681" y="36224"/>
                  </a:cubicBezTo>
                  <a:cubicBezTo>
                    <a:pt x="127681" y="31304"/>
                    <a:pt x="131669" y="27316"/>
                    <a:pt x="136589" y="27316"/>
                  </a:cubicBezTo>
                  <a:close/>
                  <a:moveTo>
                    <a:pt x="37707" y="0"/>
                  </a:moveTo>
                  <a:lnTo>
                    <a:pt x="311493" y="0"/>
                  </a:lnTo>
                  <a:cubicBezTo>
                    <a:pt x="332303" y="35"/>
                    <a:pt x="349164" y="16897"/>
                    <a:pt x="349200" y="37707"/>
                  </a:cubicBezTo>
                  <a:lnTo>
                    <a:pt x="349200" y="160942"/>
                  </a:lnTo>
                  <a:cubicBezTo>
                    <a:pt x="349200" y="165862"/>
                    <a:pt x="345211" y="169850"/>
                    <a:pt x="340291" y="169850"/>
                  </a:cubicBezTo>
                  <a:cubicBezTo>
                    <a:pt x="335371" y="169850"/>
                    <a:pt x="331383" y="165862"/>
                    <a:pt x="331383" y="160942"/>
                  </a:cubicBezTo>
                  <a:lnTo>
                    <a:pt x="331383" y="73041"/>
                  </a:lnTo>
                  <a:lnTo>
                    <a:pt x="51661" y="73041"/>
                  </a:lnTo>
                  <a:cubicBezTo>
                    <a:pt x="46741" y="73041"/>
                    <a:pt x="42753" y="69053"/>
                    <a:pt x="42753" y="64133"/>
                  </a:cubicBezTo>
                  <a:cubicBezTo>
                    <a:pt x="42753" y="59213"/>
                    <a:pt x="46741" y="55224"/>
                    <a:pt x="51661" y="55224"/>
                  </a:cubicBezTo>
                  <a:lnTo>
                    <a:pt x="331383" y="55224"/>
                  </a:lnTo>
                  <a:lnTo>
                    <a:pt x="331383" y="37707"/>
                  </a:lnTo>
                  <a:cubicBezTo>
                    <a:pt x="331348" y="26737"/>
                    <a:pt x="322463" y="17852"/>
                    <a:pt x="311493" y="17817"/>
                  </a:cubicBezTo>
                  <a:lnTo>
                    <a:pt x="37700" y="17817"/>
                  </a:lnTo>
                  <a:cubicBezTo>
                    <a:pt x="26729" y="17852"/>
                    <a:pt x="17845" y="26737"/>
                    <a:pt x="17809" y="37707"/>
                  </a:cubicBezTo>
                  <a:lnTo>
                    <a:pt x="17809" y="500641"/>
                  </a:lnTo>
                  <a:lnTo>
                    <a:pt x="297539" y="500641"/>
                  </a:lnTo>
                  <a:cubicBezTo>
                    <a:pt x="302458" y="500641"/>
                    <a:pt x="306447" y="504629"/>
                    <a:pt x="306447" y="509549"/>
                  </a:cubicBezTo>
                  <a:cubicBezTo>
                    <a:pt x="306447" y="514469"/>
                    <a:pt x="302458" y="518458"/>
                    <a:pt x="297539" y="518458"/>
                  </a:cubicBezTo>
                  <a:lnTo>
                    <a:pt x="17817" y="518458"/>
                  </a:lnTo>
                  <a:lnTo>
                    <a:pt x="17817" y="543109"/>
                  </a:lnTo>
                  <a:cubicBezTo>
                    <a:pt x="17852" y="554079"/>
                    <a:pt x="26737" y="562964"/>
                    <a:pt x="37707" y="562999"/>
                  </a:cubicBezTo>
                  <a:lnTo>
                    <a:pt x="311464" y="562999"/>
                  </a:lnTo>
                  <a:cubicBezTo>
                    <a:pt x="322435" y="562964"/>
                    <a:pt x="331319" y="554079"/>
                    <a:pt x="331355" y="543109"/>
                  </a:cubicBezTo>
                  <a:lnTo>
                    <a:pt x="331355" y="372190"/>
                  </a:lnTo>
                  <a:lnTo>
                    <a:pt x="312726" y="372190"/>
                  </a:lnTo>
                  <a:lnTo>
                    <a:pt x="268676" y="421977"/>
                  </a:lnTo>
                  <a:cubicBezTo>
                    <a:pt x="266986" y="423886"/>
                    <a:pt x="264558" y="424980"/>
                    <a:pt x="262009" y="424981"/>
                  </a:cubicBezTo>
                  <a:cubicBezTo>
                    <a:pt x="257089" y="424983"/>
                    <a:pt x="253099" y="420996"/>
                    <a:pt x="253097" y="416076"/>
                  </a:cubicBezTo>
                  <a:lnTo>
                    <a:pt x="253097" y="372190"/>
                  </a:lnTo>
                  <a:lnTo>
                    <a:pt x="240326" y="372190"/>
                  </a:lnTo>
                  <a:cubicBezTo>
                    <a:pt x="223695" y="372175"/>
                    <a:pt x="210217" y="358697"/>
                    <a:pt x="210201" y="342066"/>
                  </a:cubicBezTo>
                  <a:lnTo>
                    <a:pt x="210201" y="226101"/>
                  </a:lnTo>
                  <a:cubicBezTo>
                    <a:pt x="210217" y="209470"/>
                    <a:pt x="223695" y="195992"/>
                    <a:pt x="240326" y="195977"/>
                  </a:cubicBezTo>
                  <a:lnTo>
                    <a:pt x="424193" y="195977"/>
                  </a:lnTo>
                  <a:cubicBezTo>
                    <a:pt x="440824" y="195992"/>
                    <a:pt x="454302" y="209470"/>
                    <a:pt x="454318" y="226101"/>
                  </a:cubicBezTo>
                  <a:lnTo>
                    <a:pt x="454318" y="342059"/>
                  </a:lnTo>
                  <a:cubicBezTo>
                    <a:pt x="454302" y="358689"/>
                    <a:pt x="440824" y="372167"/>
                    <a:pt x="424193" y="372183"/>
                  </a:cubicBezTo>
                  <a:lnTo>
                    <a:pt x="349200" y="372183"/>
                  </a:lnTo>
                  <a:lnTo>
                    <a:pt x="349200" y="543109"/>
                  </a:lnTo>
                  <a:cubicBezTo>
                    <a:pt x="349164" y="563919"/>
                    <a:pt x="332303" y="580780"/>
                    <a:pt x="311493" y="580816"/>
                  </a:cubicBezTo>
                  <a:lnTo>
                    <a:pt x="37707" y="580816"/>
                  </a:lnTo>
                  <a:cubicBezTo>
                    <a:pt x="16897" y="580780"/>
                    <a:pt x="35" y="563919"/>
                    <a:pt x="0" y="543109"/>
                  </a:cubicBezTo>
                  <a:lnTo>
                    <a:pt x="0" y="37707"/>
                  </a:lnTo>
                  <a:cubicBezTo>
                    <a:pt x="35" y="16897"/>
                    <a:pt x="16897" y="35"/>
                    <a:pt x="37707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97" name="Group 231">
            <a:extLst>
              <a:ext uri="{FF2B5EF4-FFF2-40B4-BE49-F238E27FC236}">
                <a16:creationId xmlns:a16="http://schemas.microsoft.com/office/drawing/2014/main" id="{C4A024E7-C3F1-1D7B-C0F6-40E5FAD06707}"/>
              </a:ext>
            </a:extLst>
          </p:cNvPr>
          <p:cNvGrpSpPr/>
          <p:nvPr/>
        </p:nvGrpSpPr>
        <p:grpSpPr>
          <a:xfrm>
            <a:off x="1747125" y="5892637"/>
            <a:ext cx="548759" cy="580823"/>
            <a:chOff x="1747125" y="5892637"/>
            <a:chExt cx="548759" cy="580823"/>
          </a:xfrm>
          <a:noFill/>
        </p:grpSpPr>
        <p:sp>
          <p:nvSpPr>
            <p:cNvPr id="198" name="Freeform: Shape 172">
              <a:extLst>
                <a:ext uri="{FF2B5EF4-FFF2-40B4-BE49-F238E27FC236}">
                  <a16:creationId xmlns:a16="http://schemas.microsoft.com/office/drawing/2014/main" id="{35B56909-11BA-54D3-0EA3-4F6269D0FC2B}"/>
                </a:ext>
              </a:extLst>
            </p:cNvPr>
            <p:cNvSpPr/>
            <p:nvPr/>
          </p:nvSpPr>
          <p:spPr>
            <a:xfrm>
              <a:off x="2071774" y="5901545"/>
              <a:ext cx="215197" cy="517573"/>
            </a:xfrm>
            <a:custGeom>
              <a:avLst/>
              <a:gdLst>
                <a:gd name="connsiteX0" fmla="*/ 184908 w 215197"/>
                <a:gd name="connsiteY0" fmla="*/ 45432 h 517573"/>
                <a:gd name="connsiteX1" fmla="*/ 215197 w 215197"/>
                <a:gd name="connsiteY1" fmla="*/ 75720 h 517573"/>
                <a:gd name="connsiteX2" fmla="*/ 215197 w 215197"/>
                <a:gd name="connsiteY2" fmla="*/ 453434 h 517573"/>
                <a:gd name="connsiteX3" fmla="*/ 184908 w 215197"/>
                <a:gd name="connsiteY3" fmla="*/ 517573 h 517573"/>
                <a:gd name="connsiteX4" fmla="*/ 154620 w 215197"/>
                <a:gd name="connsiteY4" fmla="*/ 453434 h 517573"/>
                <a:gd name="connsiteX5" fmla="*/ 154620 w 215197"/>
                <a:gd name="connsiteY5" fmla="*/ 75720 h 517573"/>
                <a:gd name="connsiteX6" fmla="*/ 184908 w 215197"/>
                <a:gd name="connsiteY6" fmla="*/ 45432 h 517573"/>
                <a:gd name="connsiteX7" fmla="*/ 0 w 215197"/>
                <a:gd name="connsiteY7" fmla="*/ 0 h 517573"/>
                <a:gd name="connsiteX8" fmla="*/ 101441 w 215197"/>
                <a:gd name="connsiteY8" fmla="*/ 101441 h 517573"/>
                <a:gd name="connsiteX9" fmla="*/ 0 w 215197"/>
                <a:gd name="connsiteY9" fmla="*/ 101441 h 51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197" h="517573">
                  <a:moveTo>
                    <a:pt x="184908" y="45432"/>
                  </a:moveTo>
                  <a:cubicBezTo>
                    <a:pt x="201636" y="45432"/>
                    <a:pt x="215197" y="58993"/>
                    <a:pt x="215197" y="75720"/>
                  </a:cubicBezTo>
                  <a:lnTo>
                    <a:pt x="215197" y="453434"/>
                  </a:lnTo>
                  <a:lnTo>
                    <a:pt x="184908" y="517573"/>
                  </a:lnTo>
                  <a:lnTo>
                    <a:pt x="154620" y="453434"/>
                  </a:lnTo>
                  <a:lnTo>
                    <a:pt x="154620" y="75720"/>
                  </a:lnTo>
                  <a:cubicBezTo>
                    <a:pt x="154620" y="58993"/>
                    <a:pt x="168180" y="45432"/>
                    <a:pt x="184908" y="45432"/>
                  </a:cubicBezTo>
                  <a:close/>
                  <a:moveTo>
                    <a:pt x="0" y="0"/>
                  </a:moveTo>
                  <a:lnTo>
                    <a:pt x="101441" y="101441"/>
                  </a:lnTo>
                  <a:lnTo>
                    <a:pt x="0" y="101441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" name="Freeform: Shape 173">
              <a:extLst>
                <a:ext uri="{FF2B5EF4-FFF2-40B4-BE49-F238E27FC236}">
                  <a16:creationId xmlns:a16="http://schemas.microsoft.com/office/drawing/2014/main" id="{3B7A345B-ADC0-3DD5-F097-A23D239AC97A}"/>
                </a:ext>
              </a:extLst>
            </p:cNvPr>
            <p:cNvSpPr/>
            <p:nvPr/>
          </p:nvSpPr>
          <p:spPr>
            <a:xfrm>
              <a:off x="1747125" y="5892637"/>
              <a:ext cx="548759" cy="580823"/>
            </a:xfrm>
            <a:custGeom>
              <a:avLst/>
              <a:gdLst>
                <a:gd name="connsiteX0" fmla="*/ 83089 w 548758"/>
                <a:gd name="connsiteY0" fmla="*/ 469168 h 580823"/>
                <a:gd name="connsiteX1" fmla="*/ 343668 w 548758"/>
                <a:gd name="connsiteY1" fmla="*/ 469168 h 580823"/>
                <a:gd name="connsiteX2" fmla="*/ 352576 w 548758"/>
                <a:gd name="connsiteY2" fmla="*/ 478076 h 580823"/>
                <a:gd name="connsiteX3" fmla="*/ 343668 w 548758"/>
                <a:gd name="connsiteY3" fmla="*/ 486985 h 580823"/>
                <a:gd name="connsiteX4" fmla="*/ 83089 w 548758"/>
                <a:gd name="connsiteY4" fmla="*/ 486985 h 580823"/>
                <a:gd name="connsiteX5" fmla="*/ 74181 w 548758"/>
                <a:gd name="connsiteY5" fmla="*/ 478076 h 580823"/>
                <a:gd name="connsiteX6" fmla="*/ 83089 w 548758"/>
                <a:gd name="connsiteY6" fmla="*/ 469168 h 580823"/>
                <a:gd name="connsiteX7" fmla="*/ 83089 w 548758"/>
                <a:gd name="connsiteY7" fmla="*/ 395628 h 580823"/>
                <a:gd name="connsiteX8" fmla="*/ 343668 w 548758"/>
                <a:gd name="connsiteY8" fmla="*/ 395628 h 580823"/>
                <a:gd name="connsiteX9" fmla="*/ 352576 w 548758"/>
                <a:gd name="connsiteY9" fmla="*/ 404536 h 580823"/>
                <a:gd name="connsiteX10" fmla="*/ 343668 w 548758"/>
                <a:gd name="connsiteY10" fmla="*/ 413445 h 580823"/>
                <a:gd name="connsiteX11" fmla="*/ 83089 w 548758"/>
                <a:gd name="connsiteY11" fmla="*/ 413445 h 580823"/>
                <a:gd name="connsiteX12" fmla="*/ 74181 w 548758"/>
                <a:gd name="connsiteY12" fmla="*/ 404536 h 580823"/>
                <a:gd name="connsiteX13" fmla="*/ 83089 w 548758"/>
                <a:gd name="connsiteY13" fmla="*/ 395628 h 580823"/>
                <a:gd name="connsiteX14" fmla="*/ 83089 w 548758"/>
                <a:gd name="connsiteY14" fmla="*/ 322074 h 580823"/>
                <a:gd name="connsiteX15" fmla="*/ 343668 w 548758"/>
                <a:gd name="connsiteY15" fmla="*/ 322074 h 580823"/>
                <a:gd name="connsiteX16" fmla="*/ 352576 w 548758"/>
                <a:gd name="connsiteY16" fmla="*/ 330982 h 580823"/>
                <a:gd name="connsiteX17" fmla="*/ 343668 w 548758"/>
                <a:gd name="connsiteY17" fmla="*/ 339891 h 580823"/>
                <a:gd name="connsiteX18" fmla="*/ 83089 w 548758"/>
                <a:gd name="connsiteY18" fmla="*/ 339891 h 580823"/>
                <a:gd name="connsiteX19" fmla="*/ 74181 w 548758"/>
                <a:gd name="connsiteY19" fmla="*/ 330982 h 580823"/>
                <a:gd name="connsiteX20" fmla="*/ 83089 w 548758"/>
                <a:gd name="connsiteY20" fmla="*/ 322074 h 580823"/>
                <a:gd name="connsiteX21" fmla="*/ 83089 w 548758"/>
                <a:gd name="connsiteY21" fmla="*/ 248534 h 580823"/>
                <a:gd name="connsiteX22" fmla="*/ 343668 w 548758"/>
                <a:gd name="connsiteY22" fmla="*/ 248534 h 580823"/>
                <a:gd name="connsiteX23" fmla="*/ 352576 w 548758"/>
                <a:gd name="connsiteY23" fmla="*/ 257442 h 580823"/>
                <a:gd name="connsiteX24" fmla="*/ 343668 w 548758"/>
                <a:gd name="connsiteY24" fmla="*/ 266351 h 580823"/>
                <a:gd name="connsiteX25" fmla="*/ 83089 w 548758"/>
                <a:gd name="connsiteY25" fmla="*/ 266351 h 580823"/>
                <a:gd name="connsiteX26" fmla="*/ 74181 w 548758"/>
                <a:gd name="connsiteY26" fmla="*/ 257442 h 580823"/>
                <a:gd name="connsiteX27" fmla="*/ 83089 w 548758"/>
                <a:gd name="connsiteY27" fmla="*/ 248534 h 580823"/>
                <a:gd name="connsiteX28" fmla="*/ 83089 w 548758"/>
                <a:gd name="connsiteY28" fmla="*/ 174959 h 580823"/>
                <a:gd name="connsiteX29" fmla="*/ 343668 w 548758"/>
                <a:gd name="connsiteY29" fmla="*/ 174959 h 580823"/>
                <a:gd name="connsiteX30" fmla="*/ 352576 w 548758"/>
                <a:gd name="connsiteY30" fmla="*/ 183867 h 580823"/>
                <a:gd name="connsiteX31" fmla="*/ 343668 w 548758"/>
                <a:gd name="connsiteY31" fmla="*/ 192776 h 580823"/>
                <a:gd name="connsiteX32" fmla="*/ 83089 w 548758"/>
                <a:gd name="connsiteY32" fmla="*/ 192776 h 580823"/>
                <a:gd name="connsiteX33" fmla="*/ 74181 w 548758"/>
                <a:gd name="connsiteY33" fmla="*/ 183867 h 580823"/>
                <a:gd name="connsiteX34" fmla="*/ 83089 w 548758"/>
                <a:gd name="connsiteY34" fmla="*/ 174959 h 580823"/>
                <a:gd name="connsiteX35" fmla="*/ 83089 w 548758"/>
                <a:gd name="connsiteY35" fmla="*/ 101440 h 580823"/>
                <a:gd name="connsiteX36" fmla="*/ 233349 w 548758"/>
                <a:gd name="connsiteY36" fmla="*/ 101440 h 580823"/>
                <a:gd name="connsiteX37" fmla="*/ 242257 w 548758"/>
                <a:gd name="connsiteY37" fmla="*/ 110348 h 580823"/>
                <a:gd name="connsiteX38" fmla="*/ 233349 w 548758"/>
                <a:gd name="connsiteY38" fmla="*/ 119257 h 580823"/>
                <a:gd name="connsiteX39" fmla="*/ 83089 w 548758"/>
                <a:gd name="connsiteY39" fmla="*/ 119257 h 580823"/>
                <a:gd name="connsiteX40" fmla="*/ 74181 w 548758"/>
                <a:gd name="connsiteY40" fmla="*/ 110348 h 580823"/>
                <a:gd name="connsiteX41" fmla="*/ 83089 w 548758"/>
                <a:gd name="connsiteY41" fmla="*/ 101440 h 580823"/>
                <a:gd name="connsiteX42" fmla="*/ 509555 w 548758"/>
                <a:gd name="connsiteY42" fmla="*/ 45432 h 580823"/>
                <a:gd name="connsiteX43" fmla="*/ 548751 w 548758"/>
                <a:gd name="connsiteY43" fmla="*/ 84629 h 580823"/>
                <a:gd name="connsiteX44" fmla="*/ 548751 w 548758"/>
                <a:gd name="connsiteY44" fmla="*/ 110349 h 580823"/>
                <a:gd name="connsiteX45" fmla="*/ 539843 w 548758"/>
                <a:gd name="connsiteY45" fmla="*/ 119257 h 580823"/>
                <a:gd name="connsiteX46" fmla="*/ 530935 w 548758"/>
                <a:gd name="connsiteY46" fmla="*/ 110349 h 580823"/>
                <a:gd name="connsiteX47" fmla="*/ 530935 w 548758"/>
                <a:gd name="connsiteY47" fmla="*/ 84629 h 580823"/>
                <a:gd name="connsiteX48" fmla="*/ 509555 w 548758"/>
                <a:gd name="connsiteY48" fmla="*/ 63249 h 580823"/>
                <a:gd name="connsiteX49" fmla="*/ 488175 w 548758"/>
                <a:gd name="connsiteY49" fmla="*/ 84629 h 580823"/>
                <a:gd name="connsiteX50" fmla="*/ 488175 w 548758"/>
                <a:gd name="connsiteY50" fmla="*/ 460360 h 580823"/>
                <a:gd name="connsiteX51" fmla="*/ 509555 w 548758"/>
                <a:gd name="connsiteY51" fmla="*/ 505635 h 580823"/>
                <a:gd name="connsiteX52" fmla="*/ 530942 w 548758"/>
                <a:gd name="connsiteY52" fmla="*/ 460345 h 580823"/>
                <a:gd name="connsiteX53" fmla="*/ 530942 w 548758"/>
                <a:gd name="connsiteY53" fmla="*/ 152332 h 580823"/>
                <a:gd name="connsiteX54" fmla="*/ 539850 w 548758"/>
                <a:gd name="connsiteY54" fmla="*/ 143423 h 580823"/>
                <a:gd name="connsiteX55" fmla="*/ 548758 w 548758"/>
                <a:gd name="connsiteY55" fmla="*/ 152332 h 580823"/>
                <a:gd name="connsiteX56" fmla="*/ 548758 w 548758"/>
                <a:gd name="connsiteY56" fmla="*/ 462341 h 580823"/>
                <a:gd name="connsiteX57" fmla="*/ 547903 w 548758"/>
                <a:gd name="connsiteY57" fmla="*/ 466147 h 580823"/>
                <a:gd name="connsiteX58" fmla="*/ 517615 w 548758"/>
                <a:gd name="connsiteY58" fmla="*/ 530286 h 580823"/>
                <a:gd name="connsiteX59" fmla="*/ 513359 w 548758"/>
                <a:gd name="connsiteY59" fmla="*/ 534542 h 580823"/>
                <a:gd name="connsiteX60" fmla="*/ 501501 w 548758"/>
                <a:gd name="connsiteY60" fmla="*/ 530286 h 580823"/>
                <a:gd name="connsiteX61" fmla="*/ 471213 w 548758"/>
                <a:gd name="connsiteY61" fmla="*/ 466147 h 580823"/>
                <a:gd name="connsiteX62" fmla="*/ 470358 w 548758"/>
                <a:gd name="connsiteY62" fmla="*/ 462341 h 580823"/>
                <a:gd name="connsiteX63" fmla="*/ 470358 w 548758"/>
                <a:gd name="connsiteY63" fmla="*/ 84629 h 580823"/>
                <a:gd name="connsiteX64" fmla="*/ 509555 w 548758"/>
                <a:gd name="connsiteY64" fmla="*/ 45432 h 580823"/>
                <a:gd name="connsiteX65" fmla="*/ 42510 w 548758"/>
                <a:gd name="connsiteY65" fmla="*/ 0 h 580823"/>
                <a:gd name="connsiteX66" fmla="*/ 324655 w 548758"/>
                <a:gd name="connsiteY66" fmla="*/ 0 h 580823"/>
                <a:gd name="connsiteX67" fmla="*/ 330955 w 548758"/>
                <a:gd name="connsiteY67" fmla="*/ 2615 h 580823"/>
                <a:gd name="connsiteX68" fmla="*/ 432389 w 548758"/>
                <a:gd name="connsiteY68" fmla="*/ 104049 h 580823"/>
                <a:gd name="connsiteX69" fmla="*/ 434997 w 548758"/>
                <a:gd name="connsiteY69" fmla="*/ 110349 h 580823"/>
                <a:gd name="connsiteX70" fmla="*/ 434997 w 548758"/>
                <a:gd name="connsiteY70" fmla="*/ 538312 h 580823"/>
                <a:gd name="connsiteX71" fmla="*/ 392487 w 548758"/>
                <a:gd name="connsiteY71" fmla="*/ 580823 h 580823"/>
                <a:gd name="connsiteX72" fmla="*/ 114917 w 548758"/>
                <a:gd name="connsiteY72" fmla="*/ 580823 h 580823"/>
                <a:gd name="connsiteX73" fmla="*/ 106009 w 548758"/>
                <a:gd name="connsiteY73" fmla="*/ 571915 h 580823"/>
                <a:gd name="connsiteX74" fmla="*/ 114917 w 548758"/>
                <a:gd name="connsiteY74" fmla="*/ 563006 h 580823"/>
                <a:gd name="connsiteX75" fmla="*/ 392487 w 548758"/>
                <a:gd name="connsiteY75" fmla="*/ 563006 h 580823"/>
                <a:gd name="connsiteX76" fmla="*/ 417181 w 548758"/>
                <a:gd name="connsiteY76" fmla="*/ 538312 h 580823"/>
                <a:gd name="connsiteX77" fmla="*/ 417181 w 548758"/>
                <a:gd name="connsiteY77" fmla="*/ 114041 h 580823"/>
                <a:gd name="connsiteX78" fmla="*/ 333528 w 548758"/>
                <a:gd name="connsiteY78" fmla="*/ 30417 h 580823"/>
                <a:gd name="connsiteX79" fmla="*/ 333528 w 548758"/>
                <a:gd name="connsiteY79" fmla="*/ 101441 h 580823"/>
                <a:gd name="connsiteX80" fmla="*/ 375340 w 548758"/>
                <a:gd name="connsiteY80" fmla="*/ 101441 h 580823"/>
                <a:gd name="connsiteX81" fmla="*/ 384249 w 548758"/>
                <a:gd name="connsiteY81" fmla="*/ 110349 h 580823"/>
                <a:gd name="connsiteX82" fmla="*/ 375340 w 548758"/>
                <a:gd name="connsiteY82" fmla="*/ 119257 h 580823"/>
                <a:gd name="connsiteX83" fmla="*/ 324620 w 548758"/>
                <a:gd name="connsiteY83" fmla="*/ 119257 h 580823"/>
                <a:gd name="connsiteX84" fmla="*/ 315712 w 548758"/>
                <a:gd name="connsiteY84" fmla="*/ 110349 h 580823"/>
                <a:gd name="connsiteX85" fmla="*/ 315712 w 548758"/>
                <a:gd name="connsiteY85" fmla="*/ 17817 h 580823"/>
                <a:gd name="connsiteX86" fmla="*/ 42510 w 548758"/>
                <a:gd name="connsiteY86" fmla="*/ 17817 h 580823"/>
                <a:gd name="connsiteX87" fmla="*/ 17817 w 548758"/>
                <a:gd name="connsiteY87" fmla="*/ 42510 h 580823"/>
                <a:gd name="connsiteX88" fmla="*/ 17817 w 548758"/>
                <a:gd name="connsiteY88" fmla="*/ 538312 h 580823"/>
                <a:gd name="connsiteX89" fmla="*/ 42510 w 548758"/>
                <a:gd name="connsiteY89" fmla="*/ 563006 h 580823"/>
                <a:gd name="connsiteX90" fmla="*/ 69485 w 548758"/>
                <a:gd name="connsiteY90" fmla="*/ 563006 h 580823"/>
                <a:gd name="connsiteX91" fmla="*/ 78393 w 548758"/>
                <a:gd name="connsiteY91" fmla="*/ 571915 h 580823"/>
                <a:gd name="connsiteX92" fmla="*/ 69485 w 548758"/>
                <a:gd name="connsiteY92" fmla="*/ 580823 h 580823"/>
                <a:gd name="connsiteX93" fmla="*/ 42510 w 548758"/>
                <a:gd name="connsiteY93" fmla="*/ 580823 h 580823"/>
                <a:gd name="connsiteX94" fmla="*/ 0 w 548758"/>
                <a:gd name="connsiteY94" fmla="*/ 538312 h 580823"/>
                <a:gd name="connsiteX95" fmla="*/ 0 w 548758"/>
                <a:gd name="connsiteY95" fmla="*/ 42510 h 580823"/>
                <a:gd name="connsiteX96" fmla="*/ 42510 w 548758"/>
                <a:gd name="connsiteY96" fmla="*/ 0 h 580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548758" h="580823">
                  <a:moveTo>
                    <a:pt x="83089" y="469168"/>
                  </a:moveTo>
                  <a:lnTo>
                    <a:pt x="343668" y="469168"/>
                  </a:lnTo>
                  <a:cubicBezTo>
                    <a:pt x="348588" y="469168"/>
                    <a:pt x="352576" y="473156"/>
                    <a:pt x="352576" y="478076"/>
                  </a:cubicBezTo>
                  <a:cubicBezTo>
                    <a:pt x="352576" y="482996"/>
                    <a:pt x="348588" y="486985"/>
                    <a:pt x="343668" y="486985"/>
                  </a:cubicBezTo>
                  <a:lnTo>
                    <a:pt x="83089" y="486985"/>
                  </a:lnTo>
                  <a:cubicBezTo>
                    <a:pt x="78169" y="486985"/>
                    <a:pt x="74181" y="482996"/>
                    <a:pt x="74181" y="478076"/>
                  </a:cubicBezTo>
                  <a:cubicBezTo>
                    <a:pt x="74181" y="473156"/>
                    <a:pt x="78169" y="469168"/>
                    <a:pt x="83089" y="469168"/>
                  </a:cubicBezTo>
                  <a:close/>
                  <a:moveTo>
                    <a:pt x="83089" y="395628"/>
                  </a:moveTo>
                  <a:lnTo>
                    <a:pt x="343668" y="395628"/>
                  </a:lnTo>
                  <a:cubicBezTo>
                    <a:pt x="348588" y="395628"/>
                    <a:pt x="352576" y="399616"/>
                    <a:pt x="352576" y="404536"/>
                  </a:cubicBezTo>
                  <a:cubicBezTo>
                    <a:pt x="352576" y="409456"/>
                    <a:pt x="348588" y="413445"/>
                    <a:pt x="343668" y="413445"/>
                  </a:cubicBezTo>
                  <a:lnTo>
                    <a:pt x="83089" y="413445"/>
                  </a:lnTo>
                  <a:cubicBezTo>
                    <a:pt x="78169" y="413445"/>
                    <a:pt x="74181" y="409456"/>
                    <a:pt x="74181" y="404536"/>
                  </a:cubicBezTo>
                  <a:cubicBezTo>
                    <a:pt x="74181" y="399616"/>
                    <a:pt x="78169" y="395628"/>
                    <a:pt x="83089" y="395628"/>
                  </a:cubicBezTo>
                  <a:close/>
                  <a:moveTo>
                    <a:pt x="83089" y="322074"/>
                  </a:moveTo>
                  <a:lnTo>
                    <a:pt x="343668" y="322074"/>
                  </a:lnTo>
                  <a:cubicBezTo>
                    <a:pt x="348588" y="322074"/>
                    <a:pt x="352576" y="326062"/>
                    <a:pt x="352576" y="330982"/>
                  </a:cubicBezTo>
                  <a:cubicBezTo>
                    <a:pt x="352576" y="335902"/>
                    <a:pt x="348588" y="339891"/>
                    <a:pt x="343668" y="339891"/>
                  </a:cubicBezTo>
                  <a:lnTo>
                    <a:pt x="83089" y="339891"/>
                  </a:lnTo>
                  <a:cubicBezTo>
                    <a:pt x="78169" y="339891"/>
                    <a:pt x="74181" y="335902"/>
                    <a:pt x="74181" y="330982"/>
                  </a:cubicBezTo>
                  <a:cubicBezTo>
                    <a:pt x="74181" y="326062"/>
                    <a:pt x="78169" y="322074"/>
                    <a:pt x="83089" y="322074"/>
                  </a:cubicBezTo>
                  <a:close/>
                  <a:moveTo>
                    <a:pt x="83089" y="248534"/>
                  </a:moveTo>
                  <a:lnTo>
                    <a:pt x="343668" y="248534"/>
                  </a:lnTo>
                  <a:cubicBezTo>
                    <a:pt x="348588" y="248534"/>
                    <a:pt x="352576" y="252522"/>
                    <a:pt x="352576" y="257442"/>
                  </a:cubicBezTo>
                  <a:cubicBezTo>
                    <a:pt x="352576" y="262362"/>
                    <a:pt x="348588" y="266351"/>
                    <a:pt x="343668" y="266351"/>
                  </a:cubicBezTo>
                  <a:lnTo>
                    <a:pt x="83089" y="266351"/>
                  </a:lnTo>
                  <a:cubicBezTo>
                    <a:pt x="78169" y="266351"/>
                    <a:pt x="74181" y="262362"/>
                    <a:pt x="74181" y="257442"/>
                  </a:cubicBezTo>
                  <a:cubicBezTo>
                    <a:pt x="74181" y="252522"/>
                    <a:pt x="78169" y="248534"/>
                    <a:pt x="83089" y="248534"/>
                  </a:cubicBezTo>
                  <a:close/>
                  <a:moveTo>
                    <a:pt x="83089" y="174959"/>
                  </a:moveTo>
                  <a:lnTo>
                    <a:pt x="343668" y="174959"/>
                  </a:lnTo>
                  <a:cubicBezTo>
                    <a:pt x="348588" y="174959"/>
                    <a:pt x="352576" y="178947"/>
                    <a:pt x="352576" y="183867"/>
                  </a:cubicBezTo>
                  <a:cubicBezTo>
                    <a:pt x="352576" y="188787"/>
                    <a:pt x="348588" y="192776"/>
                    <a:pt x="343668" y="192776"/>
                  </a:cubicBezTo>
                  <a:lnTo>
                    <a:pt x="83089" y="192776"/>
                  </a:lnTo>
                  <a:cubicBezTo>
                    <a:pt x="78169" y="192776"/>
                    <a:pt x="74181" y="188787"/>
                    <a:pt x="74181" y="183867"/>
                  </a:cubicBezTo>
                  <a:cubicBezTo>
                    <a:pt x="74181" y="178947"/>
                    <a:pt x="78169" y="174959"/>
                    <a:pt x="83089" y="174959"/>
                  </a:cubicBezTo>
                  <a:close/>
                  <a:moveTo>
                    <a:pt x="83089" y="101440"/>
                  </a:moveTo>
                  <a:lnTo>
                    <a:pt x="233349" y="101440"/>
                  </a:lnTo>
                  <a:cubicBezTo>
                    <a:pt x="238269" y="101440"/>
                    <a:pt x="242257" y="105428"/>
                    <a:pt x="242257" y="110348"/>
                  </a:cubicBezTo>
                  <a:cubicBezTo>
                    <a:pt x="242257" y="115268"/>
                    <a:pt x="238269" y="119257"/>
                    <a:pt x="233349" y="119257"/>
                  </a:cubicBezTo>
                  <a:lnTo>
                    <a:pt x="83089" y="119257"/>
                  </a:lnTo>
                  <a:cubicBezTo>
                    <a:pt x="78169" y="119257"/>
                    <a:pt x="74181" y="115268"/>
                    <a:pt x="74181" y="110348"/>
                  </a:cubicBezTo>
                  <a:cubicBezTo>
                    <a:pt x="74181" y="105428"/>
                    <a:pt x="78169" y="101440"/>
                    <a:pt x="83089" y="101440"/>
                  </a:cubicBezTo>
                  <a:close/>
                  <a:moveTo>
                    <a:pt x="509555" y="45432"/>
                  </a:moveTo>
                  <a:cubicBezTo>
                    <a:pt x="531202" y="45432"/>
                    <a:pt x="548751" y="62981"/>
                    <a:pt x="548751" y="84629"/>
                  </a:cubicBezTo>
                  <a:lnTo>
                    <a:pt x="548751" y="110349"/>
                  </a:lnTo>
                  <a:cubicBezTo>
                    <a:pt x="548751" y="115269"/>
                    <a:pt x="544763" y="119257"/>
                    <a:pt x="539843" y="119257"/>
                  </a:cubicBezTo>
                  <a:cubicBezTo>
                    <a:pt x="534923" y="119257"/>
                    <a:pt x="530935" y="115269"/>
                    <a:pt x="530935" y="110349"/>
                  </a:cubicBezTo>
                  <a:lnTo>
                    <a:pt x="530935" y="84629"/>
                  </a:lnTo>
                  <a:cubicBezTo>
                    <a:pt x="530935" y="72821"/>
                    <a:pt x="521362" y="63249"/>
                    <a:pt x="509555" y="63249"/>
                  </a:cubicBezTo>
                  <a:cubicBezTo>
                    <a:pt x="497747" y="63249"/>
                    <a:pt x="488175" y="72821"/>
                    <a:pt x="488175" y="84629"/>
                  </a:cubicBezTo>
                  <a:lnTo>
                    <a:pt x="488175" y="460360"/>
                  </a:lnTo>
                  <a:lnTo>
                    <a:pt x="509555" y="505635"/>
                  </a:lnTo>
                  <a:lnTo>
                    <a:pt x="530942" y="460345"/>
                  </a:lnTo>
                  <a:lnTo>
                    <a:pt x="530942" y="152332"/>
                  </a:lnTo>
                  <a:cubicBezTo>
                    <a:pt x="530942" y="147412"/>
                    <a:pt x="534930" y="143423"/>
                    <a:pt x="539850" y="143423"/>
                  </a:cubicBezTo>
                  <a:cubicBezTo>
                    <a:pt x="544770" y="143423"/>
                    <a:pt x="548758" y="147412"/>
                    <a:pt x="548758" y="152332"/>
                  </a:cubicBezTo>
                  <a:lnTo>
                    <a:pt x="548758" y="462341"/>
                  </a:lnTo>
                  <a:cubicBezTo>
                    <a:pt x="548757" y="463657"/>
                    <a:pt x="548465" y="464956"/>
                    <a:pt x="547903" y="466147"/>
                  </a:cubicBezTo>
                  <a:lnTo>
                    <a:pt x="517615" y="530286"/>
                  </a:lnTo>
                  <a:cubicBezTo>
                    <a:pt x="516733" y="532156"/>
                    <a:pt x="515228" y="533660"/>
                    <a:pt x="513359" y="534542"/>
                  </a:cubicBezTo>
                  <a:cubicBezTo>
                    <a:pt x="508910" y="536641"/>
                    <a:pt x="503601" y="534736"/>
                    <a:pt x="501501" y="530286"/>
                  </a:cubicBezTo>
                  <a:lnTo>
                    <a:pt x="471213" y="466147"/>
                  </a:lnTo>
                  <a:cubicBezTo>
                    <a:pt x="470652" y="464956"/>
                    <a:pt x="470360" y="463657"/>
                    <a:pt x="470358" y="462341"/>
                  </a:cubicBezTo>
                  <a:lnTo>
                    <a:pt x="470358" y="84629"/>
                  </a:lnTo>
                  <a:cubicBezTo>
                    <a:pt x="470358" y="62981"/>
                    <a:pt x="487907" y="45432"/>
                    <a:pt x="509555" y="45432"/>
                  </a:cubicBezTo>
                  <a:close/>
                  <a:moveTo>
                    <a:pt x="42510" y="0"/>
                  </a:moveTo>
                  <a:lnTo>
                    <a:pt x="324655" y="0"/>
                  </a:lnTo>
                  <a:cubicBezTo>
                    <a:pt x="327018" y="8"/>
                    <a:pt x="329282" y="948"/>
                    <a:pt x="330955" y="2615"/>
                  </a:cubicBezTo>
                  <a:lnTo>
                    <a:pt x="432389" y="104049"/>
                  </a:lnTo>
                  <a:cubicBezTo>
                    <a:pt x="434059" y="105720"/>
                    <a:pt x="434997" y="107986"/>
                    <a:pt x="434997" y="110349"/>
                  </a:cubicBezTo>
                  <a:lnTo>
                    <a:pt x="434997" y="538312"/>
                  </a:lnTo>
                  <a:cubicBezTo>
                    <a:pt x="434970" y="561779"/>
                    <a:pt x="415953" y="580795"/>
                    <a:pt x="392487" y="580823"/>
                  </a:cubicBezTo>
                  <a:lnTo>
                    <a:pt x="114917" y="580823"/>
                  </a:lnTo>
                  <a:cubicBezTo>
                    <a:pt x="109997" y="580823"/>
                    <a:pt x="106009" y="576834"/>
                    <a:pt x="106009" y="571915"/>
                  </a:cubicBezTo>
                  <a:cubicBezTo>
                    <a:pt x="106009" y="566995"/>
                    <a:pt x="109997" y="563006"/>
                    <a:pt x="114917" y="563006"/>
                  </a:cubicBezTo>
                  <a:lnTo>
                    <a:pt x="392487" y="563006"/>
                  </a:lnTo>
                  <a:cubicBezTo>
                    <a:pt x="406118" y="562991"/>
                    <a:pt x="417165" y="551944"/>
                    <a:pt x="417181" y="538312"/>
                  </a:cubicBezTo>
                  <a:lnTo>
                    <a:pt x="417181" y="114041"/>
                  </a:lnTo>
                  <a:lnTo>
                    <a:pt x="333528" y="30417"/>
                  </a:lnTo>
                  <a:lnTo>
                    <a:pt x="333528" y="101441"/>
                  </a:lnTo>
                  <a:lnTo>
                    <a:pt x="375340" y="101441"/>
                  </a:lnTo>
                  <a:cubicBezTo>
                    <a:pt x="380260" y="101441"/>
                    <a:pt x="384249" y="105429"/>
                    <a:pt x="384249" y="110349"/>
                  </a:cubicBezTo>
                  <a:cubicBezTo>
                    <a:pt x="384249" y="115269"/>
                    <a:pt x="380260" y="119257"/>
                    <a:pt x="375340" y="119257"/>
                  </a:cubicBezTo>
                  <a:lnTo>
                    <a:pt x="324620" y="119257"/>
                  </a:lnTo>
                  <a:cubicBezTo>
                    <a:pt x="319700" y="119257"/>
                    <a:pt x="315712" y="115269"/>
                    <a:pt x="315712" y="110349"/>
                  </a:cubicBezTo>
                  <a:lnTo>
                    <a:pt x="315712" y="17817"/>
                  </a:lnTo>
                  <a:lnTo>
                    <a:pt x="42510" y="17817"/>
                  </a:lnTo>
                  <a:cubicBezTo>
                    <a:pt x="28879" y="17832"/>
                    <a:pt x="17832" y="28879"/>
                    <a:pt x="17817" y="42510"/>
                  </a:cubicBezTo>
                  <a:lnTo>
                    <a:pt x="17817" y="538312"/>
                  </a:lnTo>
                  <a:cubicBezTo>
                    <a:pt x="17832" y="551944"/>
                    <a:pt x="28879" y="562991"/>
                    <a:pt x="42510" y="563006"/>
                  </a:cubicBezTo>
                  <a:lnTo>
                    <a:pt x="69485" y="563006"/>
                  </a:lnTo>
                  <a:cubicBezTo>
                    <a:pt x="74405" y="563006"/>
                    <a:pt x="78393" y="566995"/>
                    <a:pt x="78393" y="571915"/>
                  </a:cubicBezTo>
                  <a:cubicBezTo>
                    <a:pt x="78393" y="576834"/>
                    <a:pt x="74405" y="580823"/>
                    <a:pt x="69485" y="580823"/>
                  </a:cubicBezTo>
                  <a:lnTo>
                    <a:pt x="42510" y="580823"/>
                  </a:lnTo>
                  <a:cubicBezTo>
                    <a:pt x="19044" y="580795"/>
                    <a:pt x="27" y="561779"/>
                    <a:pt x="0" y="538312"/>
                  </a:cubicBezTo>
                  <a:lnTo>
                    <a:pt x="0" y="42510"/>
                  </a:lnTo>
                  <a:cubicBezTo>
                    <a:pt x="27" y="19044"/>
                    <a:pt x="19044" y="27"/>
                    <a:pt x="42510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00" name="Group 232">
            <a:extLst>
              <a:ext uri="{FF2B5EF4-FFF2-40B4-BE49-F238E27FC236}">
                <a16:creationId xmlns:a16="http://schemas.microsoft.com/office/drawing/2014/main" id="{08245586-3B12-57DE-3B8D-0E870BE99F6D}"/>
              </a:ext>
            </a:extLst>
          </p:cNvPr>
          <p:cNvGrpSpPr/>
          <p:nvPr/>
        </p:nvGrpSpPr>
        <p:grpSpPr>
          <a:xfrm>
            <a:off x="717225" y="5892757"/>
            <a:ext cx="577259" cy="577259"/>
            <a:chOff x="717225" y="5892757"/>
            <a:chExt cx="577259" cy="577259"/>
          </a:xfrm>
          <a:noFill/>
        </p:grpSpPr>
        <p:sp>
          <p:nvSpPr>
            <p:cNvPr id="201" name="Freeform: Shape 175">
              <a:extLst>
                <a:ext uri="{FF2B5EF4-FFF2-40B4-BE49-F238E27FC236}">
                  <a16:creationId xmlns:a16="http://schemas.microsoft.com/office/drawing/2014/main" id="{1797DDFD-8C5C-1EA2-D9F2-EBA220CDE906}"/>
                </a:ext>
              </a:extLst>
            </p:cNvPr>
            <p:cNvSpPr/>
            <p:nvPr/>
          </p:nvSpPr>
          <p:spPr>
            <a:xfrm>
              <a:off x="726133" y="5901665"/>
              <a:ext cx="563005" cy="562885"/>
            </a:xfrm>
            <a:custGeom>
              <a:avLst/>
              <a:gdLst>
                <a:gd name="connsiteX0" fmla="*/ 233754 w 563005"/>
                <a:gd name="connsiteY0" fmla="*/ 528441 h 562885"/>
                <a:gd name="connsiteX1" fmla="*/ 329252 w 563005"/>
                <a:gd name="connsiteY1" fmla="*/ 528441 h 562885"/>
                <a:gd name="connsiteX2" fmla="*/ 363681 w 563005"/>
                <a:gd name="connsiteY2" fmla="*/ 562885 h 562885"/>
                <a:gd name="connsiteX3" fmla="*/ 199311 w 563005"/>
                <a:gd name="connsiteY3" fmla="*/ 562885 h 562885"/>
                <a:gd name="connsiteX4" fmla="*/ 233754 w 563005"/>
                <a:gd name="connsiteY4" fmla="*/ 528441 h 562885"/>
                <a:gd name="connsiteX5" fmla="*/ 0 w 563005"/>
                <a:gd name="connsiteY5" fmla="*/ 404316 h 562885"/>
                <a:gd name="connsiteX6" fmla="*/ 563005 w 563005"/>
                <a:gd name="connsiteY6" fmla="*/ 404316 h 562885"/>
                <a:gd name="connsiteX7" fmla="*/ 563005 w 563005"/>
                <a:gd name="connsiteY7" fmla="*/ 437869 h 562885"/>
                <a:gd name="connsiteX8" fmla="*/ 529453 w 563005"/>
                <a:gd name="connsiteY8" fmla="*/ 471422 h 562885"/>
                <a:gd name="connsiteX9" fmla="*/ 33552 w 563005"/>
                <a:gd name="connsiteY9" fmla="*/ 471422 h 562885"/>
                <a:gd name="connsiteX10" fmla="*/ 0 w 563005"/>
                <a:gd name="connsiteY10" fmla="*/ 437869 h 562885"/>
                <a:gd name="connsiteX11" fmla="*/ 189569 w 563005"/>
                <a:gd name="connsiteY11" fmla="*/ 0 h 562885"/>
                <a:gd name="connsiteX12" fmla="*/ 373437 w 563005"/>
                <a:gd name="connsiteY12" fmla="*/ 0 h 562885"/>
                <a:gd name="connsiteX13" fmla="*/ 394653 w 563005"/>
                <a:gd name="connsiteY13" fmla="*/ 21209 h 562885"/>
                <a:gd name="connsiteX14" fmla="*/ 394653 w 563005"/>
                <a:gd name="connsiteY14" fmla="*/ 137175 h 562885"/>
                <a:gd name="connsiteX15" fmla="*/ 373437 w 563005"/>
                <a:gd name="connsiteY15" fmla="*/ 158391 h 562885"/>
                <a:gd name="connsiteX16" fmla="*/ 257985 w 563005"/>
                <a:gd name="connsiteY16" fmla="*/ 158391 h 562885"/>
                <a:gd name="connsiteX17" fmla="*/ 211255 w 563005"/>
                <a:gd name="connsiteY17" fmla="*/ 211185 h 562885"/>
                <a:gd name="connsiteX18" fmla="*/ 211255 w 563005"/>
                <a:gd name="connsiteY18" fmla="*/ 158391 h 562885"/>
                <a:gd name="connsiteX19" fmla="*/ 189569 w 563005"/>
                <a:gd name="connsiteY19" fmla="*/ 158391 h 562885"/>
                <a:gd name="connsiteX20" fmla="*/ 168353 w 563005"/>
                <a:gd name="connsiteY20" fmla="*/ 137175 h 562885"/>
                <a:gd name="connsiteX21" fmla="*/ 168353 w 563005"/>
                <a:gd name="connsiteY21" fmla="*/ 21216 h 562885"/>
                <a:gd name="connsiteX22" fmla="*/ 189569 w 563005"/>
                <a:gd name="connsiteY22" fmla="*/ 0 h 562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63005" h="562885">
                  <a:moveTo>
                    <a:pt x="233754" y="528441"/>
                  </a:moveTo>
                  <a:lnTo>
                    <a:pt x="329252" y="528441"/>
                  </a:lnTo>
                  <a:cubicBezTo>
                    <a:pt x="348269" y="528449"/>
                    <a:pt x="363681" y="543868"/>
                    <a:pt x="363681" y="562885"/>
                  </a:cubicBezTo>
                  <a:lnTo>
                    <a:pt x="199311" y="562885"/>
                  </a:lnTo>
                  <a:cubicBezTo>
                    <a:pt x="199311" y="543863"/>
                    <a:pt x="214732" y="528441"/>
                    <a:pt x="233754" y="528441"/>
                  </a:cubicBezTo>
                  <a:close/>
                  <a:moveTo>
                    <a:pt x="0" y="404316"/>
                  </a:moveTo>
                  <a:lnTo>
                    <a:pt x="563005" y="404316"/>
                  </a:lnTo>
                  <a:lnTo>
                    <a:pt x="563005" y="437869"/>
                  </a:lnTo>
                  <a:cubicBezTo>
                    <a:pt x="563005" y="456400"/>
                    <a:pt x="547983" y="471422"/>
                    <a:pt x="529453" y="471422"/>
                  </a:cubicBezTo>
                  <a:lnTo>
                    <a:pt x="33552" y="471422"/>
                  </a:lnTo>
                  <a:cubicBezTo>
                    <a:pt x="15022" y="471422"/>
                    <a:pt x="0" y="456400"/>
                    <a:pt x="0" y="437869"/>
                  </a:cubicBezTo>
                  <a:close/>
                  <a:moveTo>
                    <a:pt x="189569" y="0"/>
                  </a:moveTo>
                  <a:lnTo>
                    <a:pt x="373437" y="0"/>
                  </a:lnTo>
                  <a:cubicBezTo>
                    <a:pt x="385151" y="0"/>
                    <a:pt x="394649" y="9494"/>
                    <a:pt x="394653" y="21209"/>
                  </a:cubicBezTo>
                  <a:lnTo>
                    <a:pt x="394653" y="137175"/>
                  </a:lnTo>
                  <a:cubicBezTo>
                    <a:pt x="394653" y="148892"/>
                    <a:pt x="385154" y="158391"/>
                    <a:pt x="373437" y="158391"/>
                  </a:cubicBezTo>
                  <a:lnTo>
                    <a:pt x="257985" y="158391"/>
                  </a:lnTo>
                  <a:lnTo>
                    <a:pt x="211255" y="211185"/>
                  </a:lnTo>
                  <a:lnTo>
                    <a:pt x="211255" y="158391"/>
                  </a:lnTo>
                  <a:lnTo>
                    <a:pt x="189569" y="158391"/>
                  </a:lnTo>
                  <a:cubicBezTo>
                    <a:pt x="177852" y="158391"/>
                    <a:pt x="168353" y="148892"/>
                    <a:pt x="168353" y="137175"/>
                  </a:cubicBezTo>
                  <a:lnTo>
                    <a:pt x="168353" y="21216"/>
                  </a:lnTo>
                  <a:cubicBezTo>
                    <a:pt x="168353" y="9499"/>
                    <a:pt x="177852" y="0"/>
                    <a:pt x="189569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" name="Freeform: Shape 176">
              <a:extLst>
                <a:ext uri="{FF2B5EF4-FFF2-40B4-BE49-F238E27FC236}">
                  <a16:creationId xmlns:a16="http://schemas.microsoft.com/office/drawing/2014/main" id="{17E40788-EE82-6202-884F-6C578AF3B071}"/>
                </a:ext>
              </a:extLst>
            </p:cNvPr>
            <p:cNvSpPr/>
            <p:nvPr/>
          </p:nvSpPr>
          <p:spPr>
            <a:xfrm>
              <a:off x="717225" y="5892757"/>
              <a:ext cx="577259" cy="577259"/>
            </a:xfrm>
            <a:custGeom>
              <a:avLst/>
              <a:gdLst>
                <a:gd name="connsiteX0" fmla="*/ 538361 w 577258"/>
                <a:gd name="connsiteY0" fmla="*/ 105596 h 577258"/>
                <a:gd name="connsiteX1" fmla="*/ 442444 w 577258"/>
                <a:gd name="connsiteY1" fmla="*/ 105596 h 577258"/>
                <a:gd name="connsiteX2" fmla="*/ 433535 w 577258"/>
                <a:gd name="connsiteY2" fmla="*/ 114504 h 577258"/>
                <a:gd name="connsiteX3" fmla="*/ 442444 w 577258"/>
                <a:gd name="connsiteY3" fmla="*/ 123412 h 577258"/>
                <a:gd name="connsiteX4" fmla="*/ 538361 w 577258"/>
                <a:gd name="connsiteY4" fmla="*/ 123412 h 577258"/>
                <a:gd name="connsiteX5" fmla="*/ 563005 w 577258"/>
                <a:gd name="connsiteY5" fmla="*/ 148056 h 577258"/>
                <a:gd name="connsiteX6" fmla="*/ 563005 w 577258"/>
                <a:gd name="connsiteY6" fmla="*/ 404316 h 577258"/>
                <a:gd name="connsiteX7" fmla="*/ 51668 w 577258"/>
                <a:gd name="connsiteY7" fmla="*/ 404316 h 577258"/>
                <a:gd name="connsiteX8" fmla="*/ 42760 w 577258"/>
                <a:gd name="connsiteY8" fmla="*/ 413224 h 577258"/>
                <a:gd name="connsiteX9" fmla="*/ 51668 w 577258"/>
                <a:gd name="connsiteY9" fmla="*/ 422133 h 577258"/>
                <a:gd name="connsiteX10" fmla="*/ 563005 w 577258"/>
                <a:gd name="connsiteY10" fmla="*/ 422133 h 577258"/>
                <a:gd name="connsiteX11" fmla="*/ 563005 w 577258"/>
                <a:gd name="connsiteY11" fmla="*/ 446784 h 577258"/>
                <a:gd name="connsiteX12" fmla="*/ 538361 w 577258"/>
                <a:gd name="connsiteY12" fmla="*/ 471428 h 577258"/>
                <a:gd name="connsiteX13" fmla="*/ 42461 w 577258"/>
                <a:gd name="connsiteY13" fmla="*/ 471428 h 577258"/>
                <a:gd name="connsiteX14" fmla="*/ 17817 w 577258"/>
                <a:gd name="connsiteY14" fmla="*/ 446784 h 577258"/>
                <a:gd name="connsiteX15" fmla="*/ 17817 w 577258"/>
                <a:gd name="connsiteY15" fmla="*/ 148056 h 577258"/>
                <a:gd name="connsiteX16" fmla="*/ 42461 w 577258"/>
                <a:gd name="connsiteY16" fmla="*/ 123412 h 577258"/>
                <a:gd name="connsiteX17" fmla="*/ 168367 w 577258"/>
                <a:gd name="connsiteY17" fmla="*/ 123412 h 577258"/>
                <a:gd name="connsiteX18" fmla="*/ 168367 w 577258"/>
                <a:gd name="connsiteY18" fmla="*/ 146089 h 577258"/>
                <a:gd name="connsiteX19" fmla="*/ 198477 w 577258"/>
                <a:gd name="connsiteY19" fmla="*/ 176206 h 577258"/>
                <a:gd name="connsiteX20" fmla="*/ 211255 w 577258"/>
                <a:gd name="connsiteY20" fmla="*/ 176206 h 577258"/>
                <a:gd name="connsiteX21" fmla="*/ 211255 w 577258"/>
                <a:gd name="connsiteY21" fmla="*/ 220092 h 577258"/>
                <a:gd name="connsiteX22" fmla="*/ 220159 w 577258"/>
                <a:gd name="connsiteY22" fmla="*/ 229005 h 577258"/>
                <a:gd name="connsiteX23" fmla="*/ 226841 w 577258"/>
                <a:gd name="connsiteY23" fmla="*/ 225993 h 577258"/>
                <a:gd name="connsiteX24" fmla="*/ 270891 w 577258"/>
                <a:gd name="connsiteY24" fmla="*/ 176206 h 577258"/>
                <a:gd name="connsiteX25" fmla="*/ 382345 w 577258"/>
                <a:gd name="connsiteY25" fmla="*/ 176206 h 577258"/>
                <a:gd name="connsiteX26" fmla="*/ 412469 w 577258"/>
                <a:gd name="connsiteY26" fmla="*/ 146082 h 577258"/>
                <a:gd name="connsiteX27" fmla="*/ 412469 w 577258"/>
                <a:gd name="connsiteY27" fmla="*/ 30117 h 577258"/>
                <a:gd name="connsiteX28" fmla="*/ 382345 w 577258"/>
                <a:gd name="connsiteY28" fmla="*/ 0 h 577258"/>
                <a:gd name="connsiteX29" fmla="*/ 198477 w 577258"/>
                <a:gd name="connsiteY29" fmla="*/ 0 h 577258"/>
                <a:gd name="connsiteX30" fmla="*/ 168353 w 577258"/>
                <a:gd name="connsiteY30" fmla="*/ 30124 h 577258"/>
                <a:gd name="connsiteX31" fmla="*/ 168353 w 577258"/>
                <a:gd name="connsiteY31" fmla="*/ 105596 h 577258"/>
                <a:gd name="connsiteX32" fmla="*/ 42461 w 577258"/>
                <a:gd name="connsiteY32" fmla="*/ 105596 h 577258"/>
                <a:gd name="connsiteX33" fmla="*/ 0 w 577258"/>
                <a:gd name="connsiteY33" fmla="*/ 148056 h 577258"/>
                <a:gd name="connsiteX34" fmla="*/ 0 w 577258"/>
                <a:gd name="connsiteY34" fmla="*/ 446784 h 577258"/>
                <a:gd name="connsiteX35" fmla="*/ 42461 w 577258"/>
                <a:gd name="connsiteY35" fmla="*/ 489244 h 577258"/>
                <a:gd name="connsiteX36" fmla="*/ 252996 w 577258"/>
                <a:gd name="connsiteY36" fmla="*/ 489244 h 577258"/>
                <a:gd name="connsiteX37" fmla="*/ 252996 w 577258"/>
                <a:gd name="connsiteY37" fmla="*/ 528441 h 577258"/>
                <a:gd name="connsiteX38" fmla="*/ 242662 w 577258"/>
                <a:gd name="connsiteY38" fmla="*/ 528441 h 577258"/>
                <a:gd name="connsiteX39" fmla="*/ 199311 w 577258"/>
                <a:gd name="connsiteY39" fmla="*/ 571800 h 577258"/>
                <a:gd name="connsiteX40" fmla="*/ 208219 w 577258"/>
                <a:gd name="connsiteY40" fmla="*/ 580708 h 577258"/>
                <a:gd name="connsiteX41" fmla="*/ 372588 w 577258"/>
                <a:gd name="connsiteY41" fmla="*/ 580708 h 577258"/>
                <a:gd name="connsiteX42" fmla="*/ 381497 w 577258"/>
                <a:gd name="connsiteY42" fmla="*/ 571800 h 577258"/>
                <a:gd name="connsiteX43" fmla="*/ 338159 w 577258"/>
                <a:gd name="connsiteY43" fmla="*/ 528441 h 577258"/>
                <a:gd name="connsiteX44" fmla="*/ 327826 w 577258"/>
                <a:gd name="connsiteY44" fmla="*/ 528441 h 577258"/>
                <a:gd name="connsiteX45" fmla="*/ 327826 w 577258"/>
                <a:gd name="connsiteY45" fmla="*/ 489244 h 577258"/>
                <a:gd name="connsiteX46" fmla="*/ 538361 w 577258"/>
                <a:gd name="connsiteY46" fmla="*/ 489244 h 577258"/>
                <a:gd name="connsiteX47" fmla="*/ 580822 w 577258"/>
                <a:gd name="connsiteY47" fmla="*/ 446784 h 577258"/>
                <a:gd name="connsiteX48" fmla="*/ 580822 w 577258"/>
                <a:gd name="connsiteY48" fmla="*/ 148056 h 577258"/>
                <a:gd name="connsiteX49" fmla="*/ 538361 w 577258"/>
                <a:gd name="connsiteY49" fmla="*/ 105596 h 577258"/>
                <a:gd name="connsiteX50" fmla="*/ 186184 w 577258"/>
                <a:gd name="connsiteY50" fmla="*/ 30117 h 577258"/>
                <a:gd name="connsiteX51" fmla="*/ 198477 w 577258"/>
                <a:gd name="connsiteY51" fmla="*/ 17817 h 577258"/>
                <a:gd name="connsiteX52" fmla="*/ 382345 w 577258"/>
                <a:gd name="connsiteY52" fmla="*/ 17817 h 577258"/>
                <a:gd name="connsiteX53" fmla="*/ 394652 w 577258"/>
                <a:gd name="connsiteY53" fmla="*/ 30124 h 577258"/>
                <a:gd name="connsiteX54" fmla="*/ 394652 w 577258"/>
                <a:gd name="connsiteY54" fmla="*/ 146082 h 577258"/>
                <a:gd name="connsiteX55" fmla="*/ 382345 w 577258"/>
                <a:gd name="connsiteY55" fmla="*/ 158390 h 577258"/>
                <a:gd name="connsiteX56" fmla="*/ 266893 w 577258"/>
                <a:gd name="connsiteY56" fmla="*/ 158390 h 577258"/>
                <a:gd name="connsiteX57" fmla="*/ 260222 w 577258"/>
                <a:gd name="connsiteY57" fmla="*/ 161397 h 577258"/>
                <a:gd name="connsiteX58" fmla="*/ 229100 w 577258"/>
                <a:gd name="connsiteY58" fmla="*/ 196581 h 577258"/>
                <a:gd name="connsiteX59" fmla="*/ 229100 w 577258"/>
                <a:gd name="connsiteY59" fmla="*/ 167298 h 577258"/>
                <a:gd name="connsiteX60" fmla="*/ 220192 w 577258"/>
                <a:gd name="connsiteY60" fmla="*/ 158390 h 577258"/>
                <a:gd name="connsiteX61" fmla="*/ 198477 w 577258"/>
                <a:gd name="connsiteY61" fmla="*/ 158390 h 577258"/>
                <a:gd name="connsiteX62" fmla="*/ 186169 w 577258"/>
                <a:gd name="connsiteY62" fmla="*/ 146082 h 577258"/>
                <a:gd name="connsiteX63" fmla="*/ 362084 w 577258"/>
                <a:gd name="connsiteY63" fmla="*/ 562884 h 577258"/>
                <a:gd name="connsiteX64" fmla="*/ 218738 w 577258"/>
                <a:gd name="connsiteY64" fmla="*/ 562884 h 577258"/>
                <a:gd name="connsiteX65" fmla="*/ 242662 w 577258"/>
                <a:gd name="connsiteY65" fmla="*/ 546258 h 577258"/>
                <a:gd name="connsiteX66" fmla="*/ 338159 w 577258"/>
                <a:gd name="connsiteY66" fmla="*/ 546258 h 577258"/>
                <a:gd name="connsiteX67" fmla="*/ 362084 w 577258"/>
                <a:gd name="connsiteY67" fmla="*/ 562884 h 577258"/>
                <a:gd name="connsiteX68" fmla="*/ 310009 w 577258"/>
                <a:gd name="connsiteY68" fmla="*/ 528441 h 577258"/>
                <a:gd name="connsiteX69" fmla="*/ 270813 w 577258"/>
                <a:gd name="connsiteY69" fmla="*/ 528441 h 577258"/>
                <a:gd name="connsiteX70" fmla="*/ 270813 w 577258"/>
                <a:gd name="connsiteY70" fmla="*/ 489244 h 577258"/>
                <a:gd name="connsiteX71" fmla="*/ 310009 w 577258"/>
                <a:gd name="connsiteY71" fmla="*/ 489244 h 57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577258" h="577258">
                  <a:moveTo>
                    <a:pt x="538361" y="105596"/>
                  </a:moveTo>
                  <a:lnTo>
                    <a:pt x="442444" y="105596"/>
                  </a:lnTo>
                  <a:cubicBezTo>
                    <a:pt x="437524" y="105596"/>
                    <a:pt x="433535" y="109584"/>
                    <a:pt x="433535" y="114504"/>
                  </a:cubicBezTo>
                  <a:cubicBezTo>
                    <a:pt x="433535" y="119424"/>
                    <a:pt x="437524" y="123412"/>
                    <a:pt x="442444" y="123412"/>
                  </a:cubicBezTo>
                  <a:lnTo>
                    <a:pt x="538361" y="123412"/>
                  </a:lnTo>
                  <a:cubicBezTo>
                    <a:pt x="551965" y="123428"/>
                    <a:pt x="562990" y="134452"/>
                    <a:pt x="563005" y="148056"/>
                  </a:cubicBezTo>
                  <a:lnTo>
                    <a:pt x="563005" y="404316"/>
                  </a:lnTo>
                  <a:lnTo>
                    <a:pt x="51668" y="404316"/>
                  </a:lnTo>
                  <a:cubicBezTo>
                    <a:pt x="46748" y="404316"/>
                    <a:pt x="42760" y="408305"/>
                    <a:pt x="42760" y="413224"/>
                  </a:cubicBezTo>
                  <a:cubicBezTo>
                    <a:pt x="42760" y="418144"/>
                    <a:pt x="46748" y="422133"/>
                    <a:pt x="51668" y="422133"/>
                  </a:cubicBezTo>
                  <a:lnTo>
                    <a:pt x="563005" y="422133"/>
                  </a:lnTo>
                  <a:lnTo>
                    <a:pt x="563005" y="446784"/>
                  </a:lnTo>
                  <a:cubicBezTo>
                    <a:pt x="562990" y="460388"/>
                    <a:pt x="551965" y="471412"/>
                    <a:pt x="538361" y="471428"/>
                  </a:cubicBezTo>
                  <a:lnTo>
                    <a:pt x="42461" y="471428"/>
                  </a:lnTo>
                  <a:cubicBezTo>
                    <a:pt x="28857" y="471412"/>
                    <a:pt x="17832" y="460388"/>
                    <a:pt x="17817" y="446784"/>
                  </a:cubicBezTo>
                  <a:lnTo>
                    <a:pt x="17817" y="148056"/>
                  </a:lnTo>
                  <a:cubicBezTo>
                    <a:pt x="17832" y="134452"/>
                    <a:pt x="28857" y="123428"/>
                    <a:pt x="42461" y="123412"/>
                  </a:cubicBezTo>
                  <a:lnTo>
                    <a:pt x="168367" y="123412"/>
                  </a:lnTo>
                  <a:lnTo>
                    <a:pt x="168367" y="146089"/>
                  </a:lnTo>
                  <a:cubicBezTo>
                    <a:pt x="168391" y="162710"/>
                    <a:pt x="181856" y="176179"/>
                    <a:pt x="198477" y="176206"/>
                  </a:cubicBezTo>
                  <a:lnTo>
                    <a:pt x="211255" y="176206"/>
                  </a:lnTo>
                  <a:lnTo>
                    <a:pt x="211255" y="220092"/>
                  </a:lnTo>
                  <a:cubicBezTo>
                    <a:pt x="211253" y="225012"/>
                    <a:pt x="215239" y="229003"/>
                    <a:pt x="220159" y="229005"/>
                  </a:cubicBezTo>
                  <a:cubicBezTo>
                    <a:pt x="222715" y="229006"/>
                    <a:pt x="225149" y="227909"/>
                    <a:pt x="226841" y="225993"/>
                  </a:cubicBezTo>
                  <a:lnTo>
                    <a:pt x="270891" y="176206"/>
                  </a:lnTo>
                  <a:lnTo>
                    <a:pt x="382345" y="176206"/>
                  </a:lnTo>
                  <a:cubicBezTo>
                    <a:pt x="398974" y="176187"/>
                    <a:pt x="412449" y="162711"/>
                    <a:pt x="412469" y="146082"/>
                  </a:cubicBezTo>
                  <a:lnTo>
                    <a:pt x="412469" y="30117"/>
                  </a:lnTo>
                  <a:cubicBezTo>
                    <a:pt x="412445" y="13491"/>
                    <a:pt x="398971" y="20"/>
                    <a:pt x="382345" y="0"/>
                  </a:cubicBezTo>
                  <a:lnTo>
                    <a:pt x="198477" y="0"/>
                  </a:lnTo>
                  <a:cubicBezTo>
                    <a:pt x="181848" y="20"/>
                    <a:pt x="168372" y="13495"/>
                    <a:pt x="168353" y="30124"/>
                  </a:cubicBezTo>
                  <a:lnTo>
                    <a:pt x="168353" y="105596"/>
                  </a:lnTo>
                  <a:lnTo>
                    <a:pt x="42461" y="105596"/>
                  </a:lnTo>
                  <a:cubicBezTo>
                    <a:pt x="19022" y="105623"/>
                    <a:pt x="27" y="124617"/>
                    <a:pt x="0" y="148056"/>
                  </a:cubicBezTo>
                  <a:lnTo>
                    <a:pt x="0" y="446784"/>
                  </a:lnTo>
                  <a:cubicBezTo>
                    <a:pt x="27" y="470223"/>
                    <a:pt x="19022" y="489217"/>
                    <a:pt x="42461" y="489244"/>
                  </a:cubicBezTo>
                  <a:lnTo>
                    <a:pt x="252996" y="489244"/>
                  </a:lnTo>
                  <a:lnTo>
                    <a:pt x="252996" y="528441"/>
                  </a:lnTo>
                  <a:lnTo>
                    <a:pt x="242662" y="528441"/>
                  </a:lnTo>
                  <a:cubicBezTo>
                    <a:pt x="218729" y="528469"/>
                    <a:pt x="199335" y="547866"/>
                    <a:pt x="199311" y="571800"/>
                  </a:cubicBezTo>
                  <a:cubicBezTo>
                    <a:pt x="199311" y="576719"/>
                    <a:pt x="203299" y="580708"/>
                    <a:pt x="208219" y="580708"/>
                  </a:cubicBezTo>
                  <a:lnTo>
                    <a:pt x="372588" y="580708"/>
                  </a:lnTo>
                  <a:cubicBezTo>
                    <a:pt x="377508" y="580708"/>
                    <a:pt x="381497" y="576719"/>
                    <a:pt x="381497" y="571800"/>
                  </a:cubicBezTo>
                  <a:cubicBezTo>
                    <a:pt x="381473" y="547871"/>
                    <a:pt x="362088" y="528476"/>
                    <a:pt x="338159" y="528441"/>
                  </a:cubicBezTo>
                  <a:lnTo>
                    <a:pt x="327826" y="528441"/>
                  </a:lnTo>
                  <a:lnTo>
                    <a:pt x="327826" y="489244"/>
                  </a:lnTo>
                  <a:lnTo>
                    <a:pt x="538361" y="489244"/>
                  </a:lnTo>
                  <a:cubicBezTo>
                    <a:pt x="561800" y="489217"/>
                    <a:pt x="580794" y="470223"/>
                    <a:pt x="580822" y="446784"/>
                  </a:cubicBezTo>
                  <a:lnTo>
                    <a:pt x="580822" y="148056"/>
                  </a:lnTo>
                  <a:cubicBezTo>
                    <a:pt x="580794" y="124617"/>
                    <a:pt x="561800" y="105623"/>
                    <a:pt x="538361" y="105596"/>
                  </a:cubicBezTo>
                  <a:close/>
                  <a:moveTo>
                    <a:pt x="186184" y="30117"/>
                  </a:moveTo>
                  <a:cubicBezTo>
                    <a:pt x="186192" y="23330"/>
                    <a:pt x="191690" y="17828"/>
                    <a:pt x="198477" y="17817"/>
                  </a:cubicBezTo>
                  <a:lnTo>
                    <a:pt x="382345" y="17817"/>
                  </a:lnTo>
                  <a:cubicBezTo>
                    <a:pt x="389140" y="17821"/>
                    <a:pt x="394649" y="23329"/>
                    <a:pt x="394652" y="30124"/>
                  </a:cubicBezTo>
                  <a:lnTo>
                    <a:pt x="394652" y="146082"/>
                  </a:lnTo>
                  <a:cubicBezTo>
                    <a:pt x="394649" y="152878"/>
                    <a:pt x="389140" y="158386"/>
                    <a:pt x="382345" y="158390"/>
                  </a:cubicBezTo>
                  <a:lnTo>
                    <a:pt x="266893" y="158390"/>
                  </a:lnTo>
                  <a:cubicBezTo>
                    <a:pt x="264342" y="158392"/>
                    <a:pt x="261913" y="159486"/>
                    <a:pt x="260222" y="161397"/>
                  </a:cubicBezTo>
                  <a:lnTo>
                    <a:pt x="229100" y="196581"/>
                  </a:lnTo>
                  <a:lnTo>
                    <a:pt x="229100" y="167298"/>
                  </a:lnTo>
                  <a:cubicBezTo>
                    <a:pt x="229100" y="162378"/>
                    <a:pt x="225112" y="158390"/>
                    <a:pt x="220192" y="158390"/>
                  </a:cubicBezTo>
                  <a:lnTo>
                    <a:pt x="198477" y="158390"/>
                  </a:lnTo>
                  <a:cubicBezTo>
                    <a:pt x="191681" y="158386"/>
                    <a:pt x="186173" y="152878"/>
                    <a:pt x="186169" y="146082"/>
                  </a:cubicBezTo>
                  <a:close/>
                  <a:moveTo>
                    <a:pt x="362084" y="562884"/>
                  </a:moveTo>
                  <a:lnTo>
                    <a:pt x="218738" y="562884"/>
                  </a:lnTo>
                  <a:cubicBezTo>
                    <a:pt x="222471" y="552899"/>
                    <a:pt x="232003" y="546275"/>
                    <a:pt x="242662" y="546258"/>
                  </a:cubicBezTo>
                  <a:lnTo>
                    <a:pt x="338159" y="546258"/>
                  </a:lnTo>
                  <a:cubicBezTo>
                    <a:pt x="348819" y="546275"/>
                    <a:pt x="358351" y="552899"/>
                    <a:pt x="362084" y="562884"/>
                  </a:cubicBezTo>
                  <a:close/>
                  <a:moveTo>
                    <a:pt x="310009" y="528441"/>
                  </a:moveTo>
                  <a:lnTo>
                    <a:pt x="270813" y="528441"/>
                  </a:lnTo>
                  <a:lnTo>
                    <a:pt x="270813" y="489244"/>
                  </a:lnTo>
                  <a:lnTo>
                    <a:pt x="310009" y="489244"/>
                  </a:ln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03" name="Group 242">
            <a:extLst>
              <a:ext uri="{FF2B5EF4-FFF2-40B4-BE49-F238E27FC236}">
                <a16:creationId xmlns:a16="http://schemas.microsoft.com/office/drawing/2014/main" id="{6DF0C881-1B08-2AB4-6A38-D22B44D37B98}"/>
              </a:ext>
            </a:extLst>
          </p:cNvPr>
          <p:cNvGrpSpPr/>
          <p:nvPr/>
        </p:nvGrpSpPr>
        <p:grpSpPr>
          <a:xfrm>
            <a:off x="10901086" y="4980425"/>
            <a:ext cx="521717" cy="580831"/>
            <a:chOff x="10901086" y="4980425"/>
            <a:chExt cx="521717" cy="580831"/>
          </a:xfrm>
          <a:noFill/>
        </p:grpSpPr>
        <p:sp>
          <p:nvSpPr>
            <p:cNvPr id="204" name="Freeform: Shape 178">
              <a:extLst>
                <a:ext uri="{FF2B5EF4-FFF2-40B4-BE49-F238E27FC236}">
                  <a16:creationId xmlns:a16="http://schemas.microsoft.com/office/drawing/2014/main" id="{6CF55F43-303F-5445-F11C-63EC130E5128}"/>
                </a:ext>
              </a:extLst>
            </p:cNvPr>
            <p:cNvSpPr/>
            <p:nvPr/>
          </p:nvSpPr>
          <p:spPr>
            <a:xfrm>
              <a:off x="10909991" y="5065424"/>
              <a:ext cx="402985" cy="410825"/>
            </a:xfrm>
            <a:custGeom>
              <a:avLst/>
              <a:gdLst>
                <a:gd name="connsiteX0" fmla="*/ 25136 w 402985"/>
                <a:gd name="connsiteY0" fmla="*/ 360530 h 410824"/>
                <a:gd name="connsiteX1" fmla="*/ 25143 w 402985"/>
                <a:gd name="connsiteY1" fmla="*/ 360530 h 410824"/>
                <a:gd name="connsiteX2" fmla="*/ 73476 w 402985"/>
                <a:gd name="connsiteY2" fmla="*/ 360530 h 410824"/>
                <a:gd name="connsiteX3" fmla="*/ 98626 w 402985"/>
                <a:gd name="connsiteY3" fmla="*/ 385681 h 410824"/>
                <a:gd name="connsiteX4" fmla="*/ 73483 w 402985"/>
                <a:gd name="connsiteY4" fmla="*/ 410824 h 410824"/>
                <a:gd name="connsiteX5" fmla="*/ 25157 w 402985"/>
                <a:gd name="connsiteY5" fmla="*/ 410824 h 410824"/>
                <a:gd name="connsiteX6" fmla="*/ 0 w 402985"/>
                <a:gd name="connsiteY6" fmla="*/ 385695 h 410824"/>
                <a:gd name="connsiteX7" fmla="*/ 0 w 402985"/>
                <a:gd name="connsiteY7" fmla="*/ 385681 h 410824"/>
                <a:gd name="connsiteX8" fmla="*/ 25136 w 402985"/>
                <a:gd name="connsiteY8" fmla="*/ 360530 h 410824"/>
                <a:gd name="connsiteX9" fmla="*/ 25114 w 402985"/>
                <a:gd name="connsiteY9" fmla="*/ 240332 h 410824"/>
                <a:gd name="connsiteX10" fmla="*/ 25157 w 402985"/>
                <a:gd name="connsiteY10" fmla="*/ 240332 h 410824"/>
                <a:gd name="connsiteX11" fmla="*/ 73490 w 402985"/>
                <a:gd name="connsiteY11" fmla="*/ 240332 h 410824"/>
                <a:gd name="connsiteX12" fmla="*/ 98640 w 402985"/>
                <a:gd name="connsiteY12" fmla="*/ 265482 h 410824"/>
                <a:gd name="connsiteX13" fmla="*/ 73504 w 402985"/>
                <a:gd name="connsiteY13" fmla="*/ 290647 h 410824"/>
                <a:gd name="connsiteX14" fmla="*/ 73483 w 402985"/>
                <a:gd name="connsiteY14" fmla="*/ 290647 h 410824"/>
                <a:gd name="connsiteX15" fmla="*/ 25157 w 402985"/>
                <a:gd name="connsiteY15" fmla="*/ 290647 h 410824"/>
                <a:gd name="connsiteX16" fmla="*/ 0 w 402985"/>
                <a:gd name="connsiteY16" fmla="*/ 265518 h 410824"/>
                <a:gd name="connsiteX17" fmla="*/ 0 w 402985"/>
                <a:gd name="connsiteY17" fmla="*/ 265503 h 410824"/>
                <a:gd name="connsiteX18" fmla="*/ 25114 w 402985"/>
                <a:gd name="connsiteY18" fmla="*/ 240332 h 410824"/>
                <a:gd name="connsiteX19" fmla="*/ 25143 w 402985"/>
                <a:gd name="connsiteY19" fmla="*/ 120177 h 410824"/>
                <a:gd name="connsiteX20" fmla="*/ 25157 w 402985"/>
                <a:gd name="connsiteY20" fmla="*/ 120177 h 410824"/>
                <a:gd name="connsiteX21" fmla="*/ 73490 w 402985"/>
                <a:gd name="connsiteY21" fmla="*/ 120177 h 410824"/>
                <a:gd name="connsiteX22" fmla="*/ 98640 w 402985"/>
                <a:gd name="connsiteY22" fmla="*/ 145320 h 410824"/>
                <a:gd name="connsiteX23" fmla="*/ 73511 w 402985"/>
                <a:gd name="connsiteY23" fmla="*/ 170492 h 410824"/>
                <a:gd name="connsiteX24" fmla="*/ 73483 w 402985"/>
                <a:gd name="connsiteY24" fmla="*/ 170492 h 410824"/>
                <a:gd name="connsiteX25" fmla="*/ 25157 w 402985"/>
                <a:gd name="connsiteY25" fmla="*/ 170492 h 410824"/>
                <a:gd name="connsiteX26" fmla="*/ 0 w 402985"/>
                <a:gd name="connsiteY26" fmla="*/ 145363 h 410824"/>
                <a:gd name="connsiteX27" fmla="*/ 0 w 402985"/>
                <a:gd name="connsiteY27" fmla="*/ 145320 h 410824"/>
                <a:gd name="connsiteX28" fmla="*/ 25143 w 402985"/>
                <a:gd name="connsiteY28" fmla="*/ 120177 h 410824"/>
                <a:gd name="connsiteX29" fmla="*/ 209174 w 402985"/>
                <a:gd name="connsiteY29" fmla="*/ 91888 h 410824"/>
                <a:gd name="connsiteX30" fmla="*/ 227005 w 402985"/>
                <a:gd name="connsiteY30" fmla="*/ 104640 h 410824"/>
                <a:gd name="connsiteX31" fmla="*/ 245470 w 402985"/>
                <a:gd name="connsiteY31" fmla="*/ 146231 h 410824"/>
                <a:gd name="connsiteX32" fmla="*/ 227803 w 402985"/>
                <a:gd name="connsiteY32" fmla="*/ 187737 h 410824"/>
                <a:gd name="connsiteX33" fmla="*/ 252946 w 402985"/>
                <a:gd name="connsiteY33" fmla="*/ 225508 h 410824"/>
                <a:gd name="connsiteX34" fmla="*/ 252918 w 402985"/>
                <a:gd name="connsiteY34" fmla="*/ 225537 h 410824"/>
                <a:gd name="connsiteX35" fmla="*/ 309218 w 402985"/>
                <a:gd name="connsiteY35" fmla="*/ 264078 h 410824"/>
                <a:gd name="connsiteX36" fmla="*/ 326992 w 402985"/>
                <a:gd name="connsiteY36" fmla="*/ 252276 h 410824"/>
                <a:gd name="connsiteX37" fmla="*/ 355841 w 402985"/>
                <a:gd name="connsiteY37" fmla="*/ 239320 h 410824"/>
                <a:gd name="connsiteX38" fmla="*/ 397382 w 402985"/>
                <a:gd name="connsiteY38" fmla="*/ 261591 h 410824"/>
                <a:gd name="connsiteX39" fmla="*/ 375760 w 402985"/>
                <a:gd name="connsiteY39" fmla="*/ 311334 h 410824"/>
                <a:gd name="connsiteX40" fmla="*/ 164733 w 402985"/>
                <a:gd name="connsiteY40" fmla="*/ 158268 h 410824"/>
                <a:gd name="connsiteX41" fmla="*/ 209174 w 402985"/>
                <a:gd name="connsiteY41" fmla="*/ 91888 h 410824"/>
                <a:gd name="connsiteX42" fmla="*/ 25143 w 402985"/>
                <a:gd name="connsiteY42" fmla="*/ 0 h 410824"/>
                <a:gd name="connsiteX43" fmla="*/ 73476 w 402985"/>
                <a:gd name="connsiteY43" fmla="*/ 0 h 410824"/>
                <a:gd name="connsiteX44" fmla="*/ 98626 w 402985"/>
                <a:gd name="connsiteY44" fmla="*/ 25136 h 410824"/>
                <a:gd name="connsiteX45" fmla="*/ 98626 w 402985"/>
                <a:gd name="connsiteY45" fmla="*/ 25143 h 410824"/>
                <a:gd name="connsiteX46" fmla="*/ 73483 w 402985"/>
                <a:gd name="connsiteY46" fmla="*/ 50294 h 410824"/>
                <a:gd name="connsiteX47" fmla="*/ 25157 w 402985"/>
                <a:gd name="connsiteY47" fmla="*/ 50294 h 410824"/>
                <a:gd name="connsiteX48" fmla="*/ 0 w 402985"/>
                <a:gd name="connsiteY48" fmla="*/ 25164 h 410824"/>
                <a:gd name="connsiteX49" fmla="*/ 0 w 402985"/>
                <a:gd name="connsiteY49" fmla="*/ 25143 h 410824"/>
                <a:gd name="connsiteX50" fmla="*/ 25143 w 402985"/>
                <a:gd name="connsiteY50" fmla="*/ 0 h 41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02985" h="410824">
                  <a:moveTo>
                    <a:pt x="25136" y="360530"/>
                  </a:moveTo>
                  <a:cubicBezTo>
                    <a:pt x="25138" y="360530"/>
                    <a:pt x="25140" y="360530"/>
                    <a:pt x="25143" y="360530"/>
                  </a:cubicBezTo>
                  <a:lnTo>
                    <a:pt x="73476" y="360530"/>
                  </a:lnTo>
                  <a:cubicBezTo>
                    <a:pt x="87366" y="360530"/>
                    <a:pt x="98626" y="371790"/>
                    <a:pt x="98626" y="385681"/>
                  </a:cubicBezTo>
                  <a:cubicBezTo>
                    <a:pt x="98626" y="399567"/>
                    <a:pt x="87369" y="410824"/>
                    <a:pt x="73483" y="410824"/>
                  </a:cubicBezTo>
                  <a:lnTo>
                    <a:pt x="25157" y="410824"/>
                  </a:lnTo>
                  <a:cubicBezTo>
                    <a:pt x="11271" y="410832"/>
                    <a:pt x="8" y="399581"/>
                    <a:pt x="0" y="385695"/>
                  </a:cubicBezTo>
                  <a:cubicBezTo>
                    <a:pt x="0" y="385690"/>
                    <a:pt x="0" y="385686"/>
                    <a:pt x="0" y="385681"/>
                  </a:cubicBezTo>
                  <a:cubicBezTo>
                    <a:pt x="-4" y="371794"/>
                    <a:pt x="11250" y="360534"/>
                    <a:pt x="25136" y="360530"/>
                  </a:cubicBezTo>
                  <a:close/>
                  <a:moveTo>
                    <a:pt x="25114" y="240332"/>
                  </a:moveTo>
                  <a:cubicBezTo>
                    <a:pt x="25129" y="240332"/>
                    <a:pt x="25143" y="240332"/>
                    <a:pt x="25157" y="240332"/>
                  </a:cubicBezTo>
                  <a:lnTo>
                    <a:pt x="73490" y="240332"/>
                  </a:lnTo>
                  <a:cubicBezTo>
                    <a:pt x="87380" y="240332"/>
                    <a:pt x="98640" y="251592"/>
                    <a:pt x="98640" y="265482"/>
                  </a:cubicBezTo>
                  <a:cubicBezTo>
                    <a:pt x="98648" y="279373"/>
                    <a:pt x="87394" y="290639"/>
                    <a:pt x="73504" y="290647"/>
                  </a:cubicBezTo>
                  <a:cubicBezTo>
                    <a:pt x="73497" y="290647"/>
                    <a:pt x="73490" y="290647"/>
                    <a:pt x="73483" y="290647"/>
                  </a:cubicBezTo>
                  <a:lnTo>
                    <a:pt x="25157" y="290647"/>
                  </a:lnTo>
                  <a:cubicBezTo>
                    <a:pt x="11271" y="290655"/>
                    <a:pt x="8" y="279405"/>
                    <a:pt x="0" y="265518"/>
                  </a:cubicBezTo>
                  <a:cubicBezTo>
                    <a:pt x="0" y="265513"/>
                    <a:pt x="0" y="265508"/>
                    <a:pt x="0" y="265503"/>
                  </a:cubicBezTo>
                  <a:cubicBezTo>
                    <a:pt x="-16" y="251617"/>
                    <a:pt x="11228" y="240348"/>
                    <a:pt x="25114" y="240332"/>
                  </a:cubicBezTo>
                  <a:close/>
                  <a:moveTo>
                    <a:pt x="25143" y="120177"/>
                  </a:moveTo>
                  <a:cubicBezTo>
                    <a:pt x="25148" y="120177"/>
                    <a:pt x="25152" y="120177"/>
                    <a:pt x="25157" y="120177"/>
                  </a:cubicBezTo>
                  <a:lnTo>
                    <a:pt x="73490" y="120177"/>
                  </a:lnTo>
                  <a:cubicBezTo>
                    <a:pt x="87377" y="120177"/>
                    <a:pt x="98636" y="131433"/>
                    <a:pt x="98640" y="145320"/>
                  </a:cubicBezTo>
                  <a:cubicBezTo>
                    <a:pt x="98652" y="159211"/>
                    <a:pt x="87401" y="170480"/>
                    <a:pt x="73511" y="170492"/>
                  </a:cubicBezTo>
                  <a:cubicBezTo>
                    <a:pt x="73502" y="170492"/>
                    <a:pt x="73492" y="170492"/>
                    <a:pt x="73483" y="170492"/>
                  </a:cubicBezTo>
                  <a:lnTo>
                    <a:pt x="25157" y="170492"/>
                  </a:lnTo>
                  <a:cubicBezTo>
                    <a:pt x="11271" y="170500"/>
                    <a:pt x="8" y="159250"/>
                    <a:pt x="0" y="145363"/>
                  </a:cubicBezTo>
                  <a:cubicBezTo>
                    <a:pt x="0" y="145348"/>
                    <a:pt x="0" y="145334"/>
                    <a:pt x="0" y="145320"/>
                  </a:cubicBezTo>
                  <a:cubicBezTo>
                    <a:pt x="0" y="131434"/>
                    <a:pt x="11257" y="120177"/>
                    <a:pt x="25143" y="120177"/>
                  </a:cubicBezTo>
                  <a:close/>
                  <a:moveTo>
                    <a:pt x="209174" y="91888"/>
                  </a:moveTo>
                  <a:cubicBezTo>
                    <a:pt x="216172" y="91074"/>
                    <a:pt x="222551" y="94606"/>
                    <a:pt x="227005" y="104640"/>
                  </a:cubicBezTo>
                  <a:lnTo>
                    <a:pt x="245470" y="146231"/>
                  </a:lnTo>
                  <a:cubicBezTo>
                    <a:pt x="254172" y="169393"/>
                    <a:pt x="227290" y="175436"/>
                    <a:pt x="227803" y="187737"/>
                  </a:cubicBezTo>
                  <a:cubicBezTo>
                    <a:pt x="228145" y="195769"/>
                    <a:pt x="248278" y="220313"/>
                    <a:pt x="252946" y="225508"/>
                  </a:cubicBezTo>
                  <a:lnTo>
                    <a:pt x="252918" y="225537"/>
                  </a:lnTo>
                  <a:cubicBezTo>
                    <a:pt x="262617" y="236284"/>
                    <a:pt x="293076" y="260130"/>
                    <a:pt x="309218" y="264078"/>
                  </a:cubicBezTo>
                  <a:cubicBezTo>
                    <a:pt x="316808" y="265938"/>
                    <a:pt x="323372" y="256131"/>
                    <a:pt x="326992" y="252276"/>
                  </a:cubicBezTo>
                  <a:cubicBezTo>
                    <a:pt x="341530" y="236797"/>
                    <a:pt x="341994" y="231894"/>
                    <a:pt x="355841" y="239320"/>
                  </a:cubicBezTo>
                  <a:lnTo>
                    <a:pt x="397382" y="261591"/>
                  </a:lnTo>
                  <a:cubicBezTo>
                    <a:pt x="413331" y="271283"/>
                    <a:pt x="391780" y="302554"/>
                    <a:pt x="375760" y="311334"/>
                  </a:cubicBezTo>
                  <a:cubicBezTo>
                    <a:pt x="304066" y="350631"/>
                    <a:pt x="174995" y="231851"/>
                    <a:pt x="164733" y="158268"/>
                  </a:cubicBezTo>
                  <a:cubicBezTo>
                    <a:pt x="161612" y="135878"/>
                    <a:pt x="188179" y="94330"/>
                    <a:pt x="209174" y="91888"/>
                  </a:cubicBezTo>
                  <a:close/>
                  <a:moveTo>
                    <a:pt x="25143" y="0"/>
                  </a:moveTo>
                  <a:lnTo>
                    <a:pt x="73476" y="0"/>
                  </a:lnTo>
                  <a:cubicBezTo>
                    <a:pt x="87362" y="-4"/>
                    <a:pt x="98622" y="11250"/>
                    <a:pt x="98626" y="25136"/>
                  </a:cubicBezTo>
                  <a:cubicBezTo>
                    <a:pt x="98626" y="25138"/>
                    <a:pt x="98626" y="25140"/>
                    <a:pt x="98626" y="25143"/>
                  </a:cubicBezTo>
                  <a:cubicBezTo>
                    <a:pt x="98626" y="39031"/>
                    <a:pt x="87370" y="50290"/>
                    <a:pt x="73483" y="50294"/>
                  </a:cubicBezTo>
                  <a:lnTo>
                    <a:pt x="25157" y="50294"/>
                  </a:lnTo>
                  <a:cubicBezTo>
                    <a:pt x="11271" y="50302"/>
                    <a:pt x="8" y="39051"/>
                    <a:pt x="0" y="25164"/>
                  </a:cubicBezTo>
                  <a:cubicBezTo>
                    <a:pt x="0" y="25157"/>
                    <a:pt x="0" y="25150"/>
                    <a:pt x="0" y="25143"/>
                  </a:cubicBezTo>
                  <a:cubicBezTo>
                    <a:pt x="0" y="11257"/>
                    <a:pt x="11257" y="0"/>
                    <a:pt x="25143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" name="Freeform: Shape 179">
              <a:extLst>
                <a:ext uri="{FF2B5EF4-FFF2-40B4-BE49-F238E27FC236}">
                  <a16:creationId xmlns:a16="http://schemas.microsoft.com/office/drawing/2014/main" id="{57D7D715-030D-1C17-82A1-A593ECE2C5DF}"/>
                </a:ext>
              </a:extLst>
            </p:cNvPr>
            <p:cNvSpPr/>
            <p:nvPr/>
          </p:nvSpPr>
          <p:spPr>
            <a:xfrm>
              <a:off x="10901086" y="4980425"/>
              <a:ext cx="521717" cy="580831"/>
            </a:xfrm>
            <a:custGeom>
              <a:avLst/>
              <a:gdLst>
                <a:gd name="connsiteX0" fmla="*/ 34055 w 521717"/>
                <a:gd name="connsiteY0" fmla="*/ 454446 h 580830"/>
                <a:gd name="connsiteX1" fmla="*/ 17820 w 521717"/>
                <a:gd name="connsiteY1" fmla="*/ 470680 h 580830"/>
                <a:gd name="connsiteX2" fmla="*/ 34055 w 521717"/>
                <a:gd name="connsiteY2" fmla="*/ 486922 h 580830"/>
                <a:gd name="connsiteX3" fmla="*/ 82388 w 521717"/>
                <a:gd name="connsiteY3" fmla="*/ 486922 h 580830"/>
                <a:gd name="connsiteX4" fmla="*/ 98626 w 521717"/>
                <a:gd name="connsiteY4" fmla="*/ 470684 h 580830"/>
                <a:gd name="connsiteX5" fmla="*/ 82388 w 521717"/>
                <a:gd name="connsiteY5" fmla="*/ 454446 h 580830"/>
                <a:gd name="connsiteX6" fmla="*/ 34055 w 521717"/>
                <a:gd name="connsiteY6" fmla="*/ 334261 h 580830"/>
                <a:gd name="connsiteX7" fmla="*/ 17817 w 521717"/>
                <a:gd name="connsiteY7" fmla="*/ 350499 h 580830"/>
                <a:gd name="connsiteX8" fmla="*/ 34055 w 521717"/>
                <a:gd name="connsiteY8" fmla="*/ 366737 h 580830"/>
                <a:gd name="connsiteX9" fmla="*/ 82388 w 521717"/>
                <a:gd name="connsiteY9" fmla="*/ 366737 h 580830"/>
                <a:gd name="connsiteX10" fmla="*/ 98626 w 521717"/>
                <a:gd name="connsiteY10" fmla="*/ 350499 h 580830"/>
                <a:gd name="connsiteX11" fmla="*/ 82388 w 521717"/>
                <a:gd name="connsiteY11" fmla="*/ 334261 h 580830"/>
                <a:gd name="connsiteX12" fmla="*/ 58228 w 521717"/>
                <a:gd name="connsiteY12" fmla="*/ 281502 h 580830"/>
                <a:gd name="connsiteX13" fmla="*/ 67137 w 521717"/>
                <a:gd name="connsiteY13" fmla="*/ 290410 h 580830"/>
                <a:gd name="connsiteX14" fmla="*/ 67137 w 521717"/>
                <a:gd name="connsiteY14" fmla="*/ 316444 h 580830"/>
                <a:gd name="connsiteX15" fmla="*/ 82388 w 521717"/>
                <a:gd name="connsiteY15" fmla="*/ 316444 h 580830"/>
                <a:gd name="connsiteX16" fmla="*/ 116442 w 521717"/>
                <a:gd name="connsiteY16" fmla="*/ 350499 h 580830"/>
                <a:gd name="connsiteX17" fmla="*/ 82388 w 521717"/>
                <a:gd name="connsiteY17" fmla="*/ 384553 h 580830"/>
                <a:gd name="connsiteX18" fmla="*/ 34055 w 521717"/>
                <a:gd name="connsiteY18" fmla="*/ 384553 h 580830"/>
                <a:gd name="connsiteX19" fmla="*/ 0 w 521717"/>
                <a:gd name="connsiteY19" fmla="*/ 350499 h 580830"/>
                <a:gd name="connsiteX20" fmla="*/ 34055 w 521717"/>
                <a:gd name="connsiteY20" fmla="*/ 316444 h 580830"/>
                <a:gd name="connsiteX21" fmla="*/ 49320 w 521717"/>
                <a:gd name="connsiteY21" fmla="*/ 316444 h 580830"/>
                <a:gd name="connsiteX22" fmla="*/ 49320 w 521717"/>
                <a:gd name="connsiteY22" fmla="*/ 290410 h 580830"/>
                <a:gd name="connsiteX23" fmla="*/ 58228 w 521717"/>
                <a:gd name="connsiteY23" fmla="*/ 281502 h 580830"/>
                <a:gd name="connsiteX24" fmla="*/ 34055 w 521717"/>
                <a:gd name="connsiteY24" fmla="*/ 214077 h 580830"/>
                <a:gd name="connsiteX25" fmla="*/ 17817 w 521717"/>
                <a:gd name="connsiteY25" fmla="*/ 230315 h 580830"/>
                <a:gd name="connsiteX26" fmla="*/ 34055 w 521717"/>
                <a:gd name="connsiteY26" fmla="*/ 246553 h 580830"/>
                <a:gd name="connsiteX27" fmla="*/ 82395 w 521717"/>
                <a:gd name="connsiteY27" fmla="*/ 246553 h 580830"/>
                <a:gd name="connsiteX28" fmla="*/ 98629 w 521717"/>
                <a:gd name="connsiteY28" fmla="*/ 230319 h 580830"/>
                <a:gd name="connsiteX29" fmla="*/ 82388 w 521717"/>
                <a:gd name="connsiteY29" fmla="*/ 214077 h 580830"/>
                <a:gd name="connsiteX30" fmla="*/ 212549 w 521717"/>
                <a:gd name="connsiteY30" fmla="*/ 168894 h 580830"/>
                <a:gd name="connsiteX31" fmla="*/ 244084 w 521717"/>
                <a:gd name="connsiteY31" fmla="*/ 185998 h 580830"/>
                <a:gd name="connsiteX32" fmla="*/ 262521 w 521717"/>
                <a:gd name="connsiteY32" fmla="*/ 227553 h 580830"/>
                <a:gd name="connsiteX33" fmla="*/ 251047 w 521717"/>
                <a:gd name="connsiteY33" fmla="*/ 266180 h 580830"/>
                <a:gd name="connsiteX34" fmla="*/ 245616 w 521717"/>
                <a:gd name="connsiteY34" fmla="*/ 272437 h 580830"/>
                <a:gd name="connsiteX35" fmla="*/ 268493 w 521717"/>
                <a:gd name="connsiteY35" fmla="*/ 304507 h 580830"/>
                <a:gd name="connsiteX36" fmla="*/ 320262 w 521717"/>
                <a:gd name="connsiteY36" fmla="*/ 340347 h 580830"/>
                <a:gd name="connsiteX37" fmla="*/ 327139 w 521717"/>
                <a:gd name="connsiteY37" fmla="*/ 333698 h 580830"/>
                <a:gd name="connsiteX38" fmla="*/ 329427 w 521717"/>
                <a:gd name="connsiteY38" fmla="*/ 331089 h 580830"/>
                <a:gd name="connsiteX39" fmla="*/ 335285 w 521717"/>
                <a:gd name="connsiteY39" fmla="*/ 324675 h 580830"/>
                <a:gd name="connsiteX40" fmla="*/ 368979 w 521717"/>
                <a:gd name="connsiteY40" fmla="*/ 316416 h 580830"/>
                <a:gd name="connsiteX41" fmla="*/ 410521 w 521717"/>
                <a:gd name="connsiteY41" fmla="*/ 338686 h 580830"/>
                <a:gd name="connsiteX42" fmla="*/ 420812 w 521717"/>
                <a:gd name="connsiteY42" fmla="*/ 357657 h 580830"/>
                <a:gd name="connsiteX43" fmla="*/ 388963 w 521717"/>
                <a:gd name="connsiteY43" fmla="*/ 404102 h 580830"/>
                <a:gd name="connsiteX44" fmla="*/ 352688 w 521717"/>
                <a:gd name="connsiteY44" fmla="*/ 412967 h 580830"/>
                <a:gd name="connsiteX45" fmla="*/ 338520 w 521717"/>
                <a:gd name="connsiteY45" fmla="*/ 411920 h 580830"/>
                <a:gd name="connsiteX46" fmla="*/ 330973 w 521717"/>
                <a:gd name="connsiteY46" fmla="*/ 401829 h 580830"/>
                <a:gd name="connsiteX47" fmla="*/ 341064 w 521717"/>
                <a:gd name="connsiteY47" fmla="*/ 394281 h 580830"/>
                <a:gd name="connsiteX48" fmla="*/ 380403 w 521717"/>
                <a:gd name="connsiteY48" fmla="*/ 388473 h 580830"/>
                <a:gd name="connsiteX49" fmla="*/ 403002 w 521717"/>
                <a:gd name="connsiteY49" fmla="*/ 357258 h 580830"/>
                <a:gd name="connsiteX50" fmla="*/ 401677 w 521717"/>
                <a:gd name="connsiteY50" fmla="*/ 354151 h 580830"/>
                <a:gd name="connsiteX51" fmla="*/ 360556 w 521717"/>
                <a:gd name="connsiteY51" fmla="*/ 332116 h 580830"/>
                <a:gd name="connsiteX52" fmla="*/ 354976 w 521717"/>
                <a:gd name="connsiteY52" fmla="*/ 329771 h 580830"/>
                <a:gd name="connsiteX53" fmla="*/ 348562 w 521717"/>
                <a:gd name="connsiteY53" fmla="*/ 336527 h 580830"/>
                <a:gd name="connsiteX54" fmla="*/ 342383 w 521717"/>
                <a:gd name="connsiteY54" fmla="*/ 343319 h 580830"/>
                <a:gd name="connsiteX55" fmla="*/ 340687 w 521717"/>
                <a:gd name="connsiteY55" fmla="*/ 345264 h 580830"/>
                <a:gd name="connsiteX56" fmla="*/ 316000 w 521717"/>
                <a:gd name="connsiteY56" fmla="*/ 357672 h 580830"/>
                <a:gd name="connsiteX57" fmla="*/ 255223 w 521717"/>
                <a:gd name="connsiteY57" fmla="*/ 316430 h 580830"/>
                <a:gd name="connsiteX58" fmla="*/ 227800 w 521717"/>
                <a:gd name="connsiteY58" fmla="*/ 273050 h 580830"/>
                <a:gd name="connsiteX59" fmla="*/ 238625 w 521717"/>
                <a:gd name="connsiteY59" fmla="*/ 253409 h 580830"/>
                <a:gd name="connsiteX60" fmla="*/ 246037 w 521717"/>
                <a:gd name="connsiteY60" fmla="*/ 234302 h 580830"/>
                <a:gd name="connsiteX61" fmla="*/ 227771 w 521717"/>
                <a:gd name="connsiteY61" fmla="*/ 193182 h 580830"/>
                <a:gd name="connsiteX62" fmla="*/ 217416 w 521717"/>
                <a:gd name="connsiteY62" fmla="*/ 186012 h 580830"/>
                <a:gd name="connsiteX63" fmla="*/ 182495 w 521717"/>
                <a:gd name="connsiteY63" fmla="*/ 241971 h 580830"/>
                <a:gd name="connsiteX64" fmla="*/ 306450 w 521717"/>
                <a:gd name="connsiteY64" fmla="*/ 383406 h 580830"/>
                <a:gd name="connsiteX65" fmla="*/ 310780 w 521717"/>
                <a:gd name="connsiteY65" fmla="*/ 395240 h 580830"/>
                <a:gd name="connsiteX66" fmla="*/ 298946 w 521717"/>
                <a:gd name="connsiteY66" fmla="*/ 399569 h 580830"/>
                <a:gd name="connsiteX67" fmla="*/ 164850 w 521717"/>
                <a:gd name="connsiteY67" fmla="*/ 244436 h 580830"/>
                <a:gd name="connsiteX68" fmla="*/ 212549 w 521717"/>
                <a:gd name="connsiteY68" fmla="*/ 168894 h 580830"/>
                <a:gd name="connsiteX69" fmla="*/ 58228 w 521717"/>
                <a:gd name="connsiteY69" fmla="*/ 162131 h 580830"/>
                <a:gd name="connsiteX70" fmla="*/ 67137 w 521717"/>
                <a:gd name="connsiteY70" fmla="*/ 171039 h 580830"/>
                <a:gd name="connsiteX71" fmla="*/ 67137 w 521717"/>
                <a:gd name="connsiteY71" fmla="*/ 196268 h 580830"/>
                <a:gd name="connsiteX72" fmla="*/ 82388 w 521717"/>
                <a:gd name="connsiteY72" fmla="*/ 196268 h 580830"/>
                <a:gd name="connsiteX73" fmla="*/ 116442 w 521717"/>
                <a:gd name="connsiteY73" fmla="*/ 230322 h 580830"/>
                <a:gd name="connsiteX74" fmla="*/ 82388 w 521717"/>
                <a:gd name="connsiteY74" fmla="*/ 264377 h 580830"/>
                <a:gd name="connsiteX75" fmla="*/ 34055 w 521717"/>
                <a:gd name="connsiteY75" fmla="*/ 264377 h 580830"/>
                <a:gd name="connsiteX76" fmla="*/ 0 w 521717"/>
                <a:gd name="connsiteY76" fmla="*/ 230322 h 580830"/>
                <a:gd name="connsiteX77" fmla="*/ 34055 w 521717"/>
                <a:gd name="connsiteY77" fmla="*/ 196268 h 580830"/>
                <a:gd name="connsiteX78" fmla="*/ 49320 w 521717"/>
                <a:gd name="connsiteY78" fmla="*/ 196268 h 580830"/>
                <a:gd name="connsiteX79" fmla="*/ 49320 w 521717"/>
                <a:gd name="connsiteY79" fmla="*/ 171039 h 580830"/>
                <a:gd name="connsiteX80" fmla="*/ 58228 w 521717"/>
                <a:gd name="connsiteY80" fmla="*/ 162131 h 580830"/>
                <a:gd name="connsiteX81" fmla="*/ 34055 w 521717"/>
                <a:gd name="connsiteY81" fmla="*/ 93901 h 580830"/>
                <a:gd name="connsiteX82" fmla="*/ 17817 w 521717"/>
                <a:gd name="connsiteY82" fmla="*/ 110139 h 580830"/>
                <a:gd name="connsiteX83" fmla="*/ 34055 w 521717"/>
                <a:gd name="connsiteY83" fmla="*/ 126377 h 580830"/>
                <a:gd name="connsiteX84" fmla="*/ 82395 w 521717"/>
                <a:gd name="connsiteY84" fmla="*/ 126377 h 580830"/>
                <a:gd name="connsiteX85" fmla="*/ 98629 w 521717"/>
                <a:gd name="connsiteY85" fmla="*/ 110142 h 580830"/>
                <a:gd name="connsiteX86" fmla="*/ 82388 w 521717"/>
                <a:gd name="connsiteY86" fmla="*/ 93901 h 580830"/>
                <a:gd name="connsiteX87" fmla="*/ 84340 w 521717"/>
                <a:gd name="connsiteY87" fmla="*/ 0 h 580830"/>
                <a:gd name="connsiteX88" fmla="*/ 486690 w 521717"/>
                <a:gd name="connsiteY88" fmla="*/ 0 h 580830"/>
                <a:gd name="connsiteX89" fmla="*/ 521717 w 521717"/>
                <a:gd name="connsiteY89" fmla="*/ 35027 h 580830"/>
                <a:gd name="connsiteX90" fmla="*/ 521717 w 521717"/>
                <a:gd name="connsiteY90" fmla="*/ 545803 h 580830"/>
                <a:gd name="connsiteX91" fmla="*/ 486690 w 521717"/>
                <a:gd name="connsiteY91" fmla="*/ 580830 h 580830"/>
                <a:gd name="connsiteX92" fmla="*/ 84340 w 521717"/>
                <a:gd name="connsiteY92" fmla="*/ 580830 h 580830"/>
                <a:gd name="connsiteX93" fmla="*/ 49320 w 521717"/>
                <a:gd name="connsiteY93" fmla="*/ 545803 h 580830"/>
                <a:gd name="connsiteX94" fmla="*/ 49320 w 521717"/>
                <a:gd name="connsiteY94" fmla="*/ 504739 h 580830"/>
                <a:gd name="connsiteX95" fmla="*/ 34055 w 521717"/>
                <a:gd name="connsiteY95" fmla="*/ 504739 h 580830"/>
                <a:gd name="connsiteX96" fmla="*/ 0 w 521717"/>
                <a:gd name="connsiteY96" fmla="*/ 470684 h 580830"/>
                <a:gd name="connsiteX97" fmla="*/ 34055 w 521717"/>
                <a:gd name="connsiteY97" fmla="*/ 436629 h 580830"/>
                <a:gd name="connsiteX98" fmla="*/ 49320 w 521717"/>
                <a:gd name="connsiteY98" fmla="*/ 436629 h 580830"/>
                <a:gd name="connsiteX99" fmla="*/ 49320 w 521717"/>
                <a:gd name="connsiteY99" fmla="*/ 410674 h 580830"/>
                <a:gd name="connsiteX100" fmla="*/ 58228 w 521717"/>
                <a:gd name="connsiteY100" fmla="*/ 401766 h 580830"/>
                <a:gd name="connsiteX101" fmla="*/ 67137 w 521717"/>
                <a:gd name="connsiteY101" fmla="*/ 410674 h 580830"/>
                <a:gd name="connsiteX102" fmla="*/ 67137 w 521717"/>
                <a:gd name="connsiteY102" fmla="*/ 436622 h 580830"/>
                <a:gd name="connsiteX103" fmla="*/ 82395 w 521717"/>
                <a:gd name="connsiteY103" fmla="*/ 436622 h 580830"/>
                <a:gd name="connsiteX104" fmla="*/ 116449 w 521717"/>
                <a:gd name="connsiteY104" fmla="*/ 470677 h 580830"/>
                <a:gd name="connsiteX105" fmla="*/ 82395 w 521717"/>
                <a:gd name="connsiteY105" fmla="*/ 504732 h 580830"/>
                <a:gd name="connsiteX106" fmla="*/ 67137 w 521717"/>
                <a:gd name="connsiteY106" fmla="*/ 504732 h 580830"/>
                <a:gd name="connsiteX107" fmla="*/ 67137 w 521717"/>
                <a:gd name="connsiteY107" fmla="*/ 545795 h 580830"/>
                <a:gd name="connsiteX108" fmla="*/ 84340 w 521717"/>
                <a:gd name="connsiteY108" fmla="*/ 563006 h 580830"/>
                <a:gd name="connsiteX109" fmla="*/ 486690 w 521717"/>
                <a:gd name="connsiteY109" fmla="*/ 563006 h 580830"/>
                <a:gd name="connsiteX110" fmla="*/ 503900 w 521717"/>
                <a:gd name="connsiteY110" fmla="*/ 545795 h 580830"/>
                <a:gd name="connsiteX111" fmla="*/ 503900 w 521717"/>
                <a:gd name="connsiteY111" fmla="*/ 35027 h 580830"/>
                <a:gd name="connsiteX112" fmla="*/ 486690 w 521717"/>
                <a:gd name="connsiteY112" fmla="*/ 17817 h 580830"/>
                <a:gd name="connsiteX113" fmla="*/ 84340 w 521717"/>
                <a:gd name="connsiteY113" fmla="*/ 17817 h 580830"/>
                <a:gd name="connsiteX114" fmla="*/ 67137 w 521717"/>
                <a:gd name="connsiteY114" fmla="*/ 35027 h 580830"/>
                <a:gd name="connsiteX115" fmla="*/ 67137 w 521717"/>
                <a:gd name="connsiteY115" fmla="*/ 76091 h 580830"/>
                <a:gd name="connsiteX116" fmla="*/ 82388 w 521717"/>
                <a:gd name="connsiteY116" fmla="*/ 76091 h 580830"/>
                <a:gd name="connsiteX117" fmla="*/ 116442 w 521717"/>
                <a:gd name="connsiteY117" fmla="*/ 110146 h 580830"/>
                <a:gd name="connsiteX118" fmla="*/ 82388 w 521717"/>
                <a:gd name="connsiteY118" fmla="*/ 144201 h 580830"/>
                <a:gd name="connsiteX119" fmla="*/ 34055 w 521717"/>
                <a:gd name="connsiteY119" fmla="*/ 144201 h 580830"/>
                <a:gd name="connsiteX120" fmla="*/ 0 w 521717"/>
                <a:gd name="connsiteY120" fmla="*/ 110146 h 580830"/>
                <a:gd name="connsiteX121" fmla="*/ 34055 w 521717"/>
                <a:gd name="connsiteY121" fmla="*/ 76091 h 580830"/>
                <a:gd name="connsiteX122" fmla="*/ 49320 w 521717"/>
                <a:gd name="connsiteY122" fmla="*/ 76091 h 580830"/>
                <a:gd name="connsiteX123" fmla="*/ 49320 w 521717"/>
                <a:gd name="connsiteY123" fmla="*/ 35027 h 580830"/>
                <a:gd name="connsiteX124" fmla="*/ 84340 w 521717"/>
                <a:gd name="connsiteY124" fmla="*/ 0 h 580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521717" h="580830">
                  <a:moveTo>
                    <a:pt x="34055" y="454446"/>
                  </a:moveTo>
                  <a:cubicBezTo>
                    <a:pt x="25094" y="454458"/>
                    <a:pt x="17832" y="461719"/>
                    <a:pt x="17820" y="470680"/>
                  </a:cubicBezTo>
                  <a:cubicBezTo>
                    <a:pt x="17828" y="479644"/>
                    <a:pt x="25091" y="486910"/>
                    <a:pt x="34055" y="486922"/>
                  </a:cubicBezTo>
                  <a:lnTo>
                    <a:pt x="82388" y="486922"/>
                  </a:lnTo>
                  <a:cubicBezTo>
                    <a:pt x="91356" y="486922"/>
                    <a:pt x="98626" y="479652"/>
                    <a:pt x="98626" y="470684"/>
                  </a:cubicBezTo>
                  <a:cubicBezTo>
                    <a:pt x="98626" y="461716"/>
                    <a:pt x="91356" y="454446"/>
                    <a:pt x="82388" y="454446"/>
                  </a:cubicBezTo>
                  <a:close/>
                  <a:moveTo>
                    <a:pt x="34055" y="334261"/>
                  </a:moveTo>
                  <a:cubicBezTo>
                    <a:pt x="25087" y="334261"/>
                    <a:pt x="17817" y="341531"/>
                    <a:pt x="17817" y="350499"/>
                  </a:cubicBezTo>
                  <a:cubicBezTo>
                    <a:pt x="17817" y="359467"/>
                    <a:pt x="25087" y="366737"/>
                    <a:pt x="34055" y="366737"/>
                  </a:cubicBezTo>
                  <a:lnTo>
                    <a:pt x="82388" y="366737"/>
                  </a:lnTo>
                  <a:cubicBezTo>
                    <a:pt x="91356" y="366737"/>
                    <a:pt x="98626" y="359467"/>
                    <a:pt x="98626" y="350499"/>
                  </a:cubicBezTo>
                  <a:cubicBezTo>
                    <a:pt x="98626" y="341531"/>
                    <a:pt x="91356" y="334261"/>
                    <a:pt x="82388" y="334261"/>
                  </a:cubicBezTo>
                  <a:close/>
                  <a:moveTo>
                    <a:pt x="58228" y="281502"/>
                  </a:moveTo>
                  <a:cubicBezTo>
                    <a:pt x="63148" y="281502"/>
                    <a:pt x="67137" y="285490"/>
                    <a:pt x="67137" y="290410"/>
                  </a:cubicBezTo>
                  <a:lnTo>
                    <a:pt x="67137" y="316444"/>
                  </a:lnTo>
                  <a:lnTo>
                    <a:pt x="82388" y="316444"/>
                  </a:lnTo>
                  <a:cubicBezTo>
                    <a:pt x="101196" y="316444"/>
                    <a:pt x="116442" y="331691"/>
                    <a:pt x="116442" y="350499"/>
                  </a:cubicBezTo>
                  <a:cubicBezTo>
                    <a:pt x="116442" y="369307"/>
                    <a:pt x="101196" y="384553"/>
                    <a:pt x="82388" y="384553"/>
                  </a:cubicBezTo>
                  <a:lnTo>
                    <a:pt x="34055" y="384553"/>
                  </a:lnTo>
                  <a:cubicBezTo>
                    <a:pt x="15247" y="384553"/>
                    <a:pt x="0" y="369307"/>
                    <a:pt x="0" y="350499"/>
                  </a:cubicBezTo>
                  <a:cubicBezTo>
                    <a:pt x="0" y="331691"/>
                    <a:pt x="15247" y="316444"/>
                    <a:pt x="34055" y="316444"/>
                  </a:cubicBezTo>
                  <a:lnTo>
                    <a:pt x="49320" y="316444"/>
                  </a:lnTo>
                  <a:lnTo>
                    <a:pt x="49320" y="290410"/>
                  </a:lnTo>
                  <a:cubicBezTo>
                    <a:pt x="49320" y="285490"/>
                    <a:pt x="53308" y="281502"/>
                    <a:pt x="58228" y="281502"/>
                  </a:cubicBezTo>
                  <a:close/>
                  <a:moveTo>
                    <a:pt x="34055" y="214077"/>
                  </a:moveTo>
                  <a:cubicBezTo>
                    <a:pt x="25087" y="214077"/>
                    <a:pt x="17817" y="221347"/>
                    <a:pt x="17817" y="230315"/>
                  </a:cubicBezTo>
                  <a:cubicBezTo>
                    <a:pt x="17817" y="239283"/>
                    <a:pt x="25087" y="246553"/>
                    <a:pt x="34055" y="246553"/>
                  </a:cubicBezTo>
                  <a:lnTo>
                    <a:pt x="82395" y="246553"/>
                  </a:lnTo>
                  <a:cubicBezTo>
                    <a:pt x="91356" y="246542"/>
                    <a:pt x="98617" y="239280"/>
                    <a:pt x="98629" y="230319"/>
                  </a:cubicBezTo>
                  <a:cubicBezTo>
                    <a:pt x="98621" y="221352"/>
                    <a:pt x="91354" y="214085"/>
                    <a:pt x="82388" y="214077"/>
                  </a:cubicBezTo>
                  <a:close/>
                  <a:moveTo>
                    <a:pt x="212549" y="168894"/>
                  </a:moveTo>
                  <a:cubicBezTo>
                    <a:pt x="218955" y="167098"/>
                    <a:pt x="234819" y="165124"/>
                    <a:pt x="244084" y="185998"/>
                  </a:cubicBezTo>
                  <a:lnTo>
                    <a:pt x="262521" y="227553"/>
                  </a:lnTo>
                  <a:cubicBezTo>
                    <a:pt x="270110" y="247651"/>
                    <a:pt x="258173" y="259246"/>
                    <a:pt x="251047" y="266180"/>
                  </a:cubicBezTo>
                  <a:cubicBezTo>
                    <a:pt x="248933" y="267982"/>
                    <a:pt x="247103" y="270091"/>
                    <a:pt x="245616" y="272437"/>
                  </a:cubicBezTo>
                  <a:cubicBezTo>
                    <a:pt x="251890" y="284029"/>
                    <a:pt x="259574" y="294801"/>
                    <a:pt x="268493" y="304507"/>
                  </a:cubicBezTo>
                  <a:cubicBezTo>
                    <a:pt x="277501" y="314541"/>
                    <a:pt x="306522" y="336976"/>
                    <a:pt x="320262" y="340347"/>
                  </a:cubicBezTo>
                  <a:cubicBezTo>
                    <a:pt x="321773" y="340012"/>
                    <a:pt x="325671" y="335422"/>
                    <a:pt x="327139" y="333698"/>
                  </a:cubicBezTo>
                  <a:cubicBezTo>
                    <a:pt x="328001" y="332707"/>
                    <a:pt x="328714" y="331802"/>
                    <a:pt x="329427" y="331089"/>
                  </a:cubicBezTo>
                  <a:cubicBezTo>
                    <a:pt x="331721" y="328709"/>
                    <a:pt x="333610" y="326557"/>
                    <a:pt x="335285" y="324675"/>
                  </a:cubicBezTo>
                  <a:cubicBezTo>
                    <a:pt x="345419" y="313294"/>
                    <a:pt x="351968" y="307308"/>
                    <a:pt x="368979" y="316416"/>
                  </a:cubicBezTo>
                  <a:lnTo>
                    <a:pt x="410521" y="338686"/>
                  </a:lnTo>
                  <a:cubicBezTo>
                    <a:pt x="417251" y="342566"/>
                    <a:pt x="421229" y="349900"/>
                    <a:pt x="420812" y="357657"/>
                  </a:cubicBezTo>
                  <a:cubicBezTo>
                    <a:pt x="420434" y="374455"/>
                    <a:pt x="403686" y="396027"/>
                    <a:pt x="388963" y="404102"/>
                  </a:cubicBezTo>
                  <a:cubicBezTo>
                    <a:pt x="377821" y="410091"/>
                    <a:pt x="365336" y="413142"/>
                    <a:pt x="352688" y="412967"/>
                  </a:cubicBezTo>
                  <a:cubicBezTo>
                    <a:pt x="347946" y="412958"/>
                    <a:pt x="343212" y="412608"/>
                    <a:pt x="338520" y="411920"/>
                  </a:cubicBezTo>
                  <a:cubicBezTo>
                    <a:pt x="333649" y="411217"/>
                    <a:pt x="330270" y="406699"/>
                    <a:pt x="330973" y="401829"/>
                  </a:cubicBezTo>
                  <a:cubicBezTo>
                    <a:pt x="331676" y="396958"/>
                    <a:pt x="336194" y="393579"/>
                    <a:pt x="341064" y="394281"/>
                  </a:cubicBezTo>
                  <a:cubicBezTo>
                    <a:pt x="354459" y="396729"/>
                    <a:pt x="368287" y="394687"/>
                    <a:pt x="380403" y="388473"/>
                  </a:cubicBezTo>
                  <a:cubicBezTo>
                    <a:pt x="390766" y="382800"/>
                    <a:pt x="402803" y="366167"/>
                    <a:pt x="403002" y="357258"/>
                  </a:cubicBezTo>
                  <a:cubicBezTo>
                    <a:pt x="403045" y="354985"/>
                    <a:pt x="402325" y="354543"/>
                    <a:pt x="401677" y="354151"/>
                  </a:cubicBezTo>
                  <a:lnTo>
                    <a:pt x="360556" y="332116"/>
                  </a:lnTo>
                  <a:cubicBezTo>
                    <a:pt x="358854" y="331001"/>
                    <a:pt x="356963" y="330206"/>
                    <a:pt x="354976" y="329771"/>
                  </a:cubicBezTo>
                  <a:cubicBezTo>
                    <a:pt x="352698" y="331886"/>
                    <a:pt x="350556" y="334142"/>
                    <a:pt x="348562" y="336527"/>
                  </a:cubicBezTo>
                  <a:cubicBezTo>
                    <a:pt x="346794" y="338508"/>
                    <a:pt x="344777" y="340775"/>
                    <a:pt x="342383" y="343319"/>
                  </a:cubicBezTo>
                  <a:cubicBezTo>
                    <a:pt x="341877" y="343839"/>
                    <a:pt x="341314" y="344552"/>
                    <a:pt x="340687" y="345264"/>
                  </a:cubicBezTo>
                  <a:cubicBezTo>
                    <a:pt x="336147" y="350609"/>
                    <a:pt x="327702" y="360579"/>
                    <a:pt x="316000" y="357672"/>
                  </a:cubicBezTo>
                  <a:cubicBezTo>
                    <a:pt x="297414" y="353118"/>
                    <a:pt x="265635" y="328032"/>
                    <a:pt x="255223" y="316430"/>
                  </a:cubicBezTo>
                  <a:cubicBezTo>
                    <a:pt x="254952" y="316131"/>
                    <a:pt x="228363" y="286391"/>
                    <a:pt x="227800" y="273050"/>
                  </a:cubicBezTo>
                  <a:cubicBezTo>
                    <a:pt x="228296" y="265216"/>
                    <a:pt x="232266" y="258013"/>
                    <a:pt x="238625" y="253409"/>
                  </a:cubicBezTo>
                  <a:cubicBezTo>
                    <a:pt x="245844" y="246375"/>
                    <a:pt x="249172" y="242633"/>
                    <a:pt x="246037" y="234302"/>
                  </a:cubicBezTo>
                  <a:lnTo>
                    <a:pt x="227771" y="193182"/>
                  </a:lnTo>
                  <a:cubicBezTo>
                    <a:pt x="223773" y="184173"/>
                    <a:pt x="219789" y="185342"/>
                    <a:pt x="217416" y="186012"/>
                  </a:cubicBezTo>
                  <a:cubicBezTo>
                    <a:pt x="201687" y="190516"/>
                    <a:pt x="180129" y="225031"/>
                    <a:pt x="182495" y="241971"/>
                  </a:cubicBezTo>
                  <a:cubicBezTo>
                    <a:pt x="189038" y="288914"/>
                    <a:pt x="248118" y="356325"/>
                    <a:pt x="306450" y="383406"/>
                  </a:cubicBezTo>
                  <a:cubicBezTo>
                    <a:pt x="310914" y="385478"/>
                    <a:pt x="312852" y="390777"/>
                    <a:pt x="310780" y="395240"/>
                  </a:cubicBezTo>
                  <a:cubicBezTo>
                    <a:pt x="308707" y="399703"/>
                    <a:pt x="303409" y="401642"/>
                    <a:pt x="298946" y="399569"/>
                  </a:cubicBezTo>
                  <a:cubicBezTo>
                    <a:pt x="234883" y="369830"/>
                    <a:pt x="172226" y="297338"/>
                    <a:pt x="164850" y="244436"/>
                  </a:cubicBezTo>
                  <a:cubicBezTo>
                    <a:pt x="161201" y="218282"/>
                    <a:pt x="187954" y="175914"/>
                    <a:pt x="212549" y="168894"/>
                  </a:cubicBezTo>
                  <a:close/>
                  <a:moveTo>
                    <a:pt x="58228" y="162131"/>
                  </a:moveTo>
                  <a:cubicBezTo>
                    <a:pt x="63148" y="162131"/>
                    <a:pt x="67137" y="166119"/>
                    <a:pt x="67137" y="171039"/>
                  </a:cubicBezTo>
                  <a:lnTo>
                    <a:pt x="67137" y="196268"/>
                  </a:lnTo>
                  <a:lnTo>
                    <a:pt x="82388" y="196268"/>
                  </a:lnTo>
                  <a:cubicBezTo>
                    <a:pt x="101196" y="196268"/>
                    <a:pt x="116442" y="211514"/>
                    <a:pt x="116442" y="230322"/>
                  </a:cubicBezTo>
                  <a:cubicBezTo>
                    <a:pt x="116442" y="249130"/>
                    <a:pt x="101196" y="264377"/>
                    <a:pt x="82388" y="264377"/>
                  </a:cubicBezTo>
                  <a:lnTo>
                    <a:pt x="34055" y="264377"/>
                  </a:lnTo>
                  <a:cubicBezTo>
                    <a:pt x="15247" y="264377"/>
                    <a:pt x="0" y="249130"/>
                    <a:pt x="0" y="230322"/>
                  </a:cubicBezTo>
                  <a:cubicBezTo>
                    <a:pt x="0" y="211514"/>
                    <a:pt x="15247" y="196268"/>
                    <a:pt x="34055" y="196268"/>
                  </a:cubicBezTo>
                  <a:lnTo>
                    <a:pt x="49320" y="196268"/>
                  </a:lnTo>
                  <a:lnTo>
                    <a:pt x="49320" y="171039"/>
                  </a:lnTo>
                  <a:cubicBezTo>
                    <a:pt x="49320" y="166119"/>
                    <a:pt x="53308" y="162131"/>
                    <a:pt x="58228" y="162131"/>
                  </a:cubicBezTo>
                  <a:close/>
                  <a:moveTo>
                    <a:pt x="34055" y="93901"/>
                  </a:moveTo>
                  <a:cubicBezTo>
                    <a:pt x="25087" y="93901"/>
                    <a:pt x="17817" y="101171"/>
                    <a:pt x="17817" y="110139"/>
                  </a:cubicBezTo>
                  <a:cubicBezTo>
                    <a:pt x="17817" y="119107"/>
                    <a:pt x="25087" y="126377"/>
                    <a:pt x="34055" y="126377"/>
                  </a:cubicBezTo>
                  <a:lnTo>
                    <a:pt x="82395" y="126377"/>
                  </a:lnTo>
                  <a:cubicBezTo>
                    <a:pt x="91356" y="126365"/>
                    <a:pt x="98617" y="119104"/>
                    <a:pt x="98629" y="110142"/>
                  </a:cubicBezTo>
                  <a:cubicBezTo>
                    <a:pt x="98621" y="101176"/>
                    <a:pt x="91354" y="93909"/>
                    <a:pt x="82388" y="93901"/>
                  </a:cubicBezTo>
                  <a:close/>
                  <a:moveTo>
                    <a:pt x="84340" y="0"/>
                  </a:moveTo>
                  <a:lnTo>
                    <a:pt x="486690" y="0"/>
                  </a:lnTo>
                  <a:cubicBezTo>
                    <a:pt x="506025" y="24"/>
                    <a:pt x="521693" y="15692"/>
                    <a:pt x="521717" y="35027"/>
                  </a:cubicBezTo>
                  <a:lnTo>
                    <a:pt x="521717" y="545803"/>
                  </a:lnTo>
                  <a:cubicBezTo>
                    <a:pt x="521693" y="565138"/>
                    <a:pt x="506025" y="580806"/>
                    <a:pt x="486690" y="580830"/>
                  </a:cubicBezTo>
                  <a:lnTo>
                    <a:pt x="84340" y="580830"/>
                  </a:lnTo>
                  <a:cubicBezTo>
                    <a:pt x="65006" y="580806"/>
                    <a:pt x="49340" y="565137"/>
                    <a:pt x="49320" y="545803"/>
                  </a:cubicBezTo>
                  <a:lnTo>
                    <a:pt x="49320" y="504739"/>
                  </a:lnTo>
                  <a:lnTo>
                    <a:pt x="34055" y="504739"/>
                  </a:lnTo>
                  <a:cubicBezTo>
                    <a:pt x="15247" y="504739"/>
                    <a:pt x="0" y="489492"/>
                    <a:pt x="0" y="470684"/>
                  </a:cubicBezTo>
                  <a:cubicBezTo>
                    <a:pt x="0" y="451876"/>
                    <a:pt x="15247" y="436629"/>
                    <a:pt x="34055" y="436629"/>
                  </a:cubicBezTo>
                  <a:lnTo>
                    <a:pt x="49320" y="436629"/>
                  </a:lnTo>
                  <a:lnTo>
                    <a:pt x="49320" y="410674"/>
                  </a:lnTo>
                  <a:cubicBezTo>
                    <a:pt x="49320" y="405754"/>
                    <a:pt x="53308" y="401766"/>
                    <a:pt x="58228" y="401766"/>
                  </a:cubicBezTo>
                  <a:cubicBezTo>
                    <a:pt x="63148" y="401766"/>
                    <a:pt x="67137" y="405754"/>
                    <a:pt x="67137" y="410674"/>
                  </a:cubicBezTo>
                  <a:lnTo>
                    <a:pt x="67137" y="436622"/>
                  </a:lnTo>
                  <a:lnTo>
                    <a:pt x="82395" y="436622"/>
                  </a:lnTo>
                  <a:cubicBezTo>
                    <a:pt x="101203" y="436622"/>
                    <a:pt x="116449" y="451869"/>
                    <a:pt x="116449" y="470677"/>
                  </a:cubicBezTo>
                  <a:cubicBezTo>
                    <a:pt x="116449" y="489485"/>
                    <a:pt x="101203" y="504732"/>
                    <a:pt x="82395" y="504732"/>
                  </a:cubicBezTo>
                  <a:lnTo>
                    <a:pt x="67137" y="504732"/>
                  </a:lnTo>
                  <a:lnTo>
                    <a:pt x="67137" y="545795"/>
                  </a:lnTo>
                  <a:cubicBezTo>
                    <a:pt x="67144" y="555295"/>
                    <a:pt x="74841" y="562994"/>
                    <a:pt x="84340" y="563006"/>
                  </a:cubicBezTo>
                  <a:lnTo>
                    <a:pt x="486690" y="563006"/>
                  </a:lnTo>
                  <a:cubicBezTo>
                    <a:pt x="496192" y="562998"/>
                    <a:pt x="503893" y="555297"/>
                    <a:pt x="503900" y="545795"/>
                  </a:cubicBezTo>
                  <a:lnTo>
                    <a:pt x="503900" y="35027"/>
                  </a:lnTo>
                  <a:cubicBezTo>
                    <a:pt x="503893" y="25525"/>
                    <a:pt x="496192" y="17824"/>
                    <a:pt x="486690" y="17817"/>
                  </a:cubicBezTo>
                  <a:lnTo>
                    <a:pt x="84340" y="17817"/>
                  </a:lnTo>
                  <a:cubicBezTo>
                    <a:pt x="74841" y="17828"/>
                    <a:pt x="67144" y="25528"/>
                    <a:pt x="67137" y="35027"/>
                  </a:cubicBezTo>
                  <a:lnTo>
                    <a:pt x="67137" y="76091"/>
                  </a:lnTo>
                  <a:lnTo>
                    <a:pt x="82388" y="76091"/>
                  </a:lnTo>
                  <a:cubicBezTo>
                    <a:pt x="101196" y="76091"/>
                    <a:pt x="116442" y="91338"/>
                    <a:pt x="116442" y="110146"/>
                  </a:cubicBezTo>
                  <a:cubicBezTo>
                    <a:pt x="116442" y="128954"/>
                    <a:pt x="101196" y="144201"/>
                    <a:pt x="82388" y="144201"/>
                  </a:cubicBezTo>
                  <a:lnTo>
                    <a:pt x="34055" y="144201"/>
                  </a:lnTo>
                  <a:cubicBezTo>
                    <a:pt x="15247" y="144201"/>
                    <a:pt x="0" y="128954"/>
                    <a:pt x="0" y="110146"/>
                  </a:cubicBezTo>
                  <a:cubicBezTo>
                    <a:pt x="0" y="91338"/>
                    <a:pt x="15247" y="76091"/>
                    <a:pt x="34055" y="76091"/>
                  </a:cubicBezTo>
                  <a:lnTo>
                    <a:pt x="49320" y="76091"/>
                  </a:lnTo>
                  <a:lnTo>
                    <a:pt x="49320" y="35027"/>
                  </a:lnTo>
                  <a:cubicBezTo>
                    <a:pt x="49340" y="15693"/>
                    <a:pt x="65006" y="24"/>
                    <a:pt x="84340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06" name="Group 241">
            <a:extLst>
              <a:ext uri="{FF2B5EF4-FFF2-40B4-BE49-F238E27FC236}">
                <a16:creationId xmlns:a16="http://schemas.microsoft.com/office/drawing/2014/main" id="{D0BC4857-EBE4-401C-DCB8-1DB6A57B0C1E}"/>
              </a:ext>
            </a:extLst>
          </p:cNvPr>
          <p:cNvGrpSpPr/>
          <p:nvPr/>
        </p:nvGrpSpPr>
        <p:grpSpPr>
          <a:xfrm>
            <a:off x="9909946" y="4980426"/>
            <a:ext cx="514189" cy="580825"/>
            <a:chOff x="9909946" y="4980426"/>
            <a:chExt cx="514189" cy="580825"/>
          </a:xfrm>
          <a:noFill/>
        </p:grpSpPr>
        <p:sp>
          <p:nvSpPr>
            <p:cNvPr id="207" name="Freeform: Shape 181">
              <a:extLst>
                <a:ext uri="{FF2B5EF4-FFF2-40B4-BE49-F238E27FC236}">
                  <a16:creationId xmlns:a16="http://schemas.microsoft.com/office/drawing/2014/main" id="{3FE98DFE-8AF1-D178-D009-648B7B6F811A}"/>
                </a:ext>
              </a:extLst>
            </p:cNvPr>
            <p:cNvSpPr/>
            <p:nvPr/>
          </p:nvSpPr>
          <p:spPr>
            <a:xfrm>
              <a:off x="9991246" y="5072679"/>
              <a:ext cx="349206" cy="334952"/>
            </a:xfrm>
            <a:custGeom>
              <a:avLst/>
              <a:gdLst>
                <a:gd name="connsiteX0" fmla="*/ 130397 w 349205"/>
                <a:gd name="connsiteY0" fmla="*/ 197159 h 334952"/>
                <a:gd name="connsiteX1" fmla="*/ 93338 w 349205"/>
                <a:gd name="connsiteY1" fmla="*/ 141436 h 334952"/>
                <a:gd name="connsiteX2" fmla="*/ 119386 w 349205"/>
                <a:gd name="connsiteY2" fmla="*/ 80247 h 334952"/>
                <a:gd name="connsiteX3" fmla="*/ 92169 w 349205"/>
                <a:gd name="connsiteY3" fmla="*/ 18958 h 334952"/>
                <a:gd name="connsiteX4" fmla="*/ 371 w 349205"/>
                <a:gd name="connsiteY4" fmla="*/ 98014 h 334952"/>
                <a:gd name="connsiteX5" fmla="*/ 311456 w 349205"/>
                <a:gd name="connsiteY5" fmla="*/ 323657 h 334952"/>
                <a:gd name="connsiteX6" fmla="*/ 343327 w 349205"/>
                <a:gd name="connsiteY6" fmla="*/ 250331 h 334952"/>
                <a:gd name="connsiteX7" fmla="*/ 282080 w 349205"/>
                <a:gd name="connsiteY7" fmla="*/ 217470 h 334952"/>
                <a:gd name="connsiteX8" fmla="*/ 239548 w 349205"/>
                <a:gd name="connsiteY8" fmla="*/ 236570 h 334952"/>
                <a:gd name="connsiteX9" fmla="*/ 213351 w 349205"/>
                <a:gd name="connsiteY9" fmla="*/ 253973 h 334952"/>
                <a:gd name="connsiteX10" fmla="*/ 130397 w 349205"/>
                <a:gd name="connsiteY10" fmla="*/ 197152 h 334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205" h="334952">
                  <a:moveTo>
                    <a:pt x="130397" y="197159"/>
                  </a:moveTo>
                  <a:cubicBezTo>
                    <a:pt x="123512" y="189498"/>
                    <a:pt x="93837" y="153316"/>
                    <a:pt x="93338" y="141436"/>
                  </a:cubicBezTo>
                  <a:cubicBezTo>
                    <a:pt x="92575" y="123306"/>
                    <a:pt x="132249" y="114391"/>
                    <a:pt x="119386" y="80247"/>
                  </a:cubicBezTo>
                  <a:lnTo>
                    <a:pt x="92169" y="18958"/>
                  </a:lnTo>
                  <a:cubicBezTo>
                    <a:pt x="65908" y="-40194"/>
                    <a:pt x="-5765" y="53999"/>
                    <a:pt x="371" y="98014"/>
                  </a:cubicBezTo>
                  <a:cubicBezTo>
                    <a:pt x="15494" y="206488"/>
                    <a:pt x="205768" y="381583"/>
                    <a:pt x="311456" y="323657"/>
                  </a:cubicBezTo>
                  <a:cubicBezTo>
                    <a:pt x="335074" y="310715"/>
                    <a:pt x="366845" y="264620"/>
                    <a:pt x="343327" y="250331"/>
                  </a:cubicBezTo>
                  <a:lnTo>
                    <a:pt x="282080" y="217470"/>
                  </a:lnTo>
                  <a:cubicBezTo>
                    <a:pt x="261669" y="206524"/>
                    <a:pt x="260992" y="213750"/>
                    <a:pt x="239548" y="236570"/>
                  </a:cubicBezTo>
                  <a:cubicBezTo>
                    <a:pt x="234210" y="242271"/>
                    <a:pt x="224540" y="256710"/>
                    <a:pt x="213351" y="253973"/>
                  </a:cubicBezTo>
                  <a:cubicBezTo>
                    <a:pt x="189555" y="248151"/>
                    <a:pt x="144650" y="213023"/>
                    <a:pt x="130397" y="197152"/>
                  </a:cubicBezTo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" name="Freeform: Shape 182">
              <a:extLst>
                <a:ext uri="{FF2B5EF4-FFF2-40B4-BE49-F238E27FC236}">
                  <a16:creationId xmlns:a16="http://schemas.microsoft.com/office/drawing/2014/main" id="{1EB171C6-ED00-DF73-F425-6697D9995852}"/>
                </a:ext>
              </a:extLst>
            </p:cNvPr>
            <p:cNvSpPr/>
            <p:nvPr/>
          </p:nvSpPr>
          <p:spPr>
            <a:xfrm>
              <a:off x="9909946" y="4980426"/>
              <a:ext cx="514189" cy="580825"/>
            </a:xfrm>
            <a:custGeom>
              <a:avLst/>
              <a:gdLst>
                <a:gd name="connsiteX0" fmla="*/ 269168 w 514189"/>
                <a:gd name="connsiteY0" fmla="*/ 125705 h 580825"/>
                <a:gd name="connsiteX1" fmla="*/ 394025 w 514189"/>
                <a:gd name="connsiteY1" fmla="*/ 250281 h 580825"/>
                <a:gd name="connsiteX2" fmla="*/ 385117 w 514189"/>
                <a:gd name="connsiteY2" fmla="*/ 259190 h 580825"/>
                <a:gd name="connsiteX3" fmla="*/ 376208 w 514189"/>
                <a:gd name="connsiteY3" fmla="*/ 250281 h 580825"/>
                <a:gd name="connsiteX4" fmla="*/ 372954 w 514189"/>
                <a:gd name="connsiteY4" fmla="*/ 224250 h 580825"/>
                <a:gd name="connsiteX5" fmla="*/ 243132 w 514189"/>
                <a:gd name="connsiteY5" fmla="*/ 146780 h 580825"/>
                <a:gd name="connsiteX6" fmla="*/ 232307 w 514189"/>
                <a:gd name="connsiteY6" fmla="*/ 140330 h 580825"/>
                <a:gd name="connsiteX7" fmla="*/ 238757 w 514189"/>
                <a:gd name="connsiteY7" fmla="*/ 129505 h 580825"/>
                <a:gd name="connsiteX8" fmla="*/ 269168 w 514189"/>
                <a:gd name="connsiteY8" fmla="*/ 125705 h 580825"/>
                <a:gd name="connsiteX9" fmla="*/ 140124 w 514189"/>
                <a:gd name="connsiteY9" fmla="*/ 84785 h 580825"/>
                <a:gd name="connsiteX10" fmla="*/ 181594 w 514189"/>
                <a:gd name="connsiteY10" fmla="*/ 107590 h 580825"/>
                <a:gd name="connsiteX11" fmla="*/ 208810 w 514189"/>
                <a:gd name="connsiteY11" fmla="*/ 168879 h 580825"/>
                <a:gd name="connsiteX12" fmla="*/ 192811 w 514189"/>
                <a:gd name="connsiteY12" fmla="*/ 221083 h 580825"/>
                <a:gd name="connsiteX13" fmla="*/ 183546 w 514189"/>
                <a:gd name="connsiteY13" fmla="*/ 233312 h 580825"/>
                <a:gd name="connsiteX14" fmla="*/ 218331 w 514189"/>
                <a:gd name="connsiteY14" fmla="*/ 283463 h 580825"/>
                <a:gd name="connsiteX15" fmla="*/ 296774 w 514189"/>
                <a:gd name="connsiteY15" fmla="*/ 337582 h 580825"/>
                <a:gd name="connsiteX16" fmla="*/ 311142 w 514189"/>
                <a:gd name="connsiteY16" fmla="*/ 326415 h 580825"/>
                <a:gd name="connsiteX17" fmla="*/ 314370 w 514189"/>
                <a:gd name="connsiteY17" fmla="*/ 322731 h 580825"/>
                <a:gd name="connsiteX18" fmla="*/ 323086 w 514189"/>
                <a:gd name="connsiteY18" fmla="*/ 313145 h 580825"/>
                <a:gd name="connsiteX19" fmla="*/ 367606 w 514189"/>
                <a:gd name="connsiteY19" fmla="*/ 301878 h 580825"/>
                <a:gd name="connsiteX20" fmla="*/ 428845 w 514189"/>
                <a:gd name="connsiteY20" fmla="*/ 334710 h 580825"/>
                <a:gd name="connsiteX21" fmla="*/ 441787 w 514189"/>
                <a:gd name="connsiteY21" fmla="*/ 358827 h 580825"/>
                <a:gd name="connsiteX22" fmla="*/ 397032 w 514189"/>
                <a:gd name="connsiteY22" fmla="*/ 423680 h 580825"/>
                <a:gd name="connsiteX23" fmla="*/ 345563 w 514189"/>
                <a:gd name="connsiteY23" fmla="*/ 436258 h 580825"/>
                <a:gd name="connsiteX24" fmla="*/ 329386 w 514189"/>
                <a:gd name="connsiteY24" fmla="*/ 435289 h 580825"/>
                <a:gd name="connsiteX25" fmla="*/ 321592 w 514189"/>
                <a:gd name="connsiteY25" fmla="*/ 425426 h 580825"/>
                <a:gd name="connsiteX26" fmla="*/ 331460 w 514189"/>
                <a:gd name="connsiteY26" fmla="*/ 417593 h 580825"/>
                <a:gd name="connsiteX27" fmla="*/ 388473 w 514189"/>
                <a:gd name="connsiteY27" fmla="*/ 408079 h 580825"/>
                <a:gd name="connsiteX28" fmla="*/ 423985 w 514189"/>
                <a:gd name="connsiteY28" fmla="*/ 358478 h 580825"/>
                <a:gd name="connsiteX29" fmla="*/ 420008 w 514189"/>
                <a:gd name="connsiteY29" fmla="*/ 350197 h 580825"/>
                <a:gd name="connsiteX30" fmla="*/ 359182 w 514189"/>
                <a:gd name="connsiteY30" fmla="*/ 317599 h 580825"/>
                <a:gd name="connsiteX31" fmla="*/ 336377 w 514189"/>
                <a:gd name="connsiteY31" fmla="*/ 325018 h 580825"/>
                <a:gd name="connsiteX32" fmla="*/ 327348 w 514189"/>
                <a:gd name="connsiteY32" fmla="*/ 334953 h 580825"/>
                <a:gd name="connsiteX33" fmla="*/ 324704 w 514189"/>
                <a:gd name="connsiteY33" fmla="*/ 337974 h 580825"/>
                <a:gd name="connsiteX34" fmla="*/ 292534 w 514189"/>
                <a:gd name="connsiteY34" fmla="*/ 354907 h 580825"/>
                <a:gd name="connsiteX35" fmla="*/ 205069 w 514189"/>
                <a:gd name="connsiteY35" fmla="*/ 295386 h 580825"/>
                <a:gd name="connsiteX36" fmla="*/ 165730 w 514189"/>
                <a:gd name="connsiteY36" fmla="*/ 234096 h 580825"/>
                <a:gd name="connsiteX37" fmla="*/ 180403 w 514189"/>
                <a:gd name="connsiteY37" fmla="*/ 208348 h 580825"/>
                <a:gd name="connsiteX38" fmla="*/ 192348 w 514189"/>
                <a:gd name="connsiteY38" fmla="*/ 175672 h 580825"/>
                <a:gd name="connsiteX39" fmla="*/ 165281 w 514189"/>
                <a:gd name="connsiteY39" fmla="*/ 114845 h 580825"/>
                <a:gd name="connsiteX40" fmla="*/ 144984 w 514189"/>
                <a:gd name="connsiteY40" fmla="*/ 101925 h 580825"/>
                <a:gd name="connsiteX41" fmla="*/ 90444 w 514189"/>
                <a:gd name="connsiteY41" fmla="*/ 189056 h 580825"/>
                <a:gd name="connsiteX42" fmla="*/ 288201 w 514189"/>
                <a:gd name="connsiteY42" fmla="*/ 406233 h 580825"/>
                <a:gd name="connsiteX43" fmla="*/ 293101 w 514189"/>
                <a:gd name="connsiteY43" fmla="*/ 417556 h 580825"/>
                <a:gd name="connsiteX44" fmla="*/ 281645 w 514189"/>
                <a:gd name="connsiteY44" fmla="*/ 422796 h 580825"/>
                <a:gd name="connsiteX45" fmla="*/ 72834 w 514189"/>
                <a:gd name="connsiteY45" fmla="*/ 191515 h 580825"/>
                <a:gd name="connsiteX46" fmla="*/ 140124 w 514189"/>
                <a:gd name="connsiteY46" fmla="*/ 84785 h 580825"/>
                <a:gd name="connsiteX47" fmla="*/ 269444 w 514189"/>
                <a:gd name="connsiteY47" fmla="*/ 77929 h 580825"/>
                <a:gd name="connsiteX48" fmla="*/ 441795 w 514189"/>
                <a:gd name="connsiteY48" fmla="*/ 250280 h 580825"/>
                <a:gd name="connsiteX49" fmla="*/ 432887 w 514189"/>
                <a:gd name="connsiteY49" fmla="*/ 259188 h 580825"/>
                <a:gd name="connsiteX50" fmla="*/ 423978 w 514189"/>
                <a:gd name="connsiteY50" fmla="*/ 250280 h 580825"/>
                <a:gd name="connsiteX51" fmla="*/ 418893 w 514189"/>
                <a:gd name="connsiteY51" fmla="*/ 211114 h 580825"/>
                <a:gd name="connsiteX52" fmla="*/ 229955 w 514189"/>
                <a:gd name="connsiteY52" fmla="*/ 100855 h 580825"/>
                <a:gd name="connsiteX53" fmla="*/ 219212 w 514189"/>
                <a:gd name="connsiteY53" fmla="*/ 94599 h 580825"/>
                <a:gd name="connsiteX54" fmla="*/ 225409 w 514189"/>
                <a:gd name="connsiteY54" fmla="*/ 83630 h 580825"/>
                <a:gd name="connsiteX55" fmla="*/ 269444 w 514189"/>
                <a:gd name="connsiteY55" fmla="*/ 77929 h 580825"/>
                <a:gd name="connsiteX56" fmla="*/ 58895 w 514189"/>
                <a:gd name="connsiteY56" fmla="*/ 0 h 580825"/>
                <a:gd name="connsiteX57" fmla="*/ 455294 w 514189"/>
                <a:gd name="connsiteY57" fmla="*/ 0 h 580825"/>
                <a:gd name="connsiteX58" fmla="*/ 514189 w 514189"/>
                <a:gd name="connsiteY58" fmla="*/ 58888 h 580825"/>
                <a:gd name="connsiteX59" fmla="*/ 514189 w 514189"/>
                <a:gd name="connsiteY59" fmla="*/ 80175 h 580825"/>
                <a:gd name="connsiteX60" fmla="*/ 505280 w 514189"/>
                <a:gd name="connsiteY60" fmla="*/ 89083 h 580825"/>
                <a:gd name="connsiteX61" fmla="*/ 496372 w 514189"/>
                <a:gd name="connsiteY61" fmla="*/ 80175 h 580825"/>
                <a:gd name="connsiteX62" fmla="*/ 496372 w 514189"/>
                <a:gd name="connsiteY62" fmla="*/ 58888 h 580825"/>
                <a:gd name="connsiteX63" fmla="*/ 455294 w 514189"/>
                <a:gd name="connsiteY63" fmla="*/ 17817 h 580825"/>
                <a:gd name="connsiteX64" fmla="*/ 58895 w 514189"/>
                <a:gd name="connsiteY64" fmla="*/ 17817 h 580825"/>
                <a:gd name="connsiteX65" fmla="*/ 17817 w 514189"/>
                <a:gd name="connsiteY65" fmla="*/ 58888 h 580825"/>
                <a:gd name="connsiteX66" fmla="*/ 17817 w 514189"/>
                <a:gd name="connsiteY66" fmla="*/ 455294 h 580825"/>
                <a:gd name="connsiteX67" fmla="*/ 58895 w 514189"/>
                <a:gd name="connsiteY67" fmla="*/ 496365 h 580825"/>
                <a:gd name="connsiteX68" fmla="*/ 69806 w 514189"/>
                <a:gd name="connsiteY68" fmla="*/ 496365 h 580825"/>
                <a:gd name="connsiteX69" fmla="*/ 78714 w 514189"/>
                <a:gd name="connsiteY69" fmla="*/ 505273 h 580825"/>
                <a:gd name="connsiteX70" fmla="*/ 78714 w 514189"/>
                <a:gd name="connsiteY70" fmla="*/ 550413 h 580825"/>
                <a:gd name="connsiteX71" fmla="*/ 130147 w 514189"/>
                <a:gd name="connsiteY71" fmla="*/ 498980 h 580825"/>
                <a:gd name="connsiteX72" fmla="*/ 136447 w 514189"/>
                <a:gd name="connsiteY72" fmla="*/ 496372 h 580825"/>
                <a:gd name="connsiteX73" fmla="*/ 455294 w 514189"/>
                <a:gd name="connsiteY73" fmla="*/ 496372 h 580825"/>
                <a:gd name="connsiteX74" fmla="*/ 496372 w 514189"/>
                <a:gd name="connsiteY74" fmla="*/ 455294 h 580825"/>
                <a:gd name="connsiteX75" fmla="*/ 496372 w 514189"/>
                <a:gd name="connsiteY75" fmla="*/ 124125 h 580825"/>
                <a:gd name="connsiteX76" fmla="*/ 505280 w 514189"/>
                <a:gd name="connsiteY76" fmla="*/ 115217 h 580825"/>
                <a:gd name="connsiteX77" fmla="*/ 514189 w 514189"/>
                <a:gd name="connsiteY77" fmla="*/ 124125 h 580825"/>
                <a:gd name="connsiteX78" fmla="*/ 514189 w 514189"/>
                <a:gd name="connsiteY78" fmla="*/ 455301 h 580825"/>
                <a:gd name="connsiteX79" fmla="*/ 455294 w 514189"/>
                <a:gd name="connsiteY79" fmla="*/ 514189 h 580825"/>
                <a:gd name="connsiteX80" fmla="*/ 140138 w 514189"/>
                <a:gd name="connsiteY80" fmla="*/ 514189 h 580825"/>
                <a:gd name="connsiteX81" fmla="*/ 76105 w 514189"/>
                <a:gd name="connsiteY81" fmla="*/ 578215 h 580825"/>
                <a:gd name="connsiteX82" fmla="*/ 69804 w 514189"/>
                <a:gd name="connsiteY82" fmla="*/ 580825 h 580825"/>
                <a:gd name="connsiteX83" fmla="*/ 60897 w 514189"/>
                <a:gd name="connsiteY83" fmla="*/ 571915 h 580825"/>
                <a:gd name="connsiteX84" fmla="*/ 60897 w 514189"/>
                <a:gd name="connsiteY84" fmla="*/ 514189 h 580825"/>
                <a:gd name="connsiteX85" fmla="*/ 58895 w 514189"/>
                <a:gd name="connsiteY85" fmla="*/ 514189 h 580825"/>
                <a:gd name="connsiteX86" fmla="*/ 0 w 514189"/>
                <a:gd name="connsiteY86" fmla="*/ 455294 h 580825"/>
                <a:gd name="connsiteX87" fmla="*/ 0 w 514189"/>
                <a:gd name="connsiteY87" fmla="*/ 58888 h 580825"/>
                <a:gd name="connsiteX88" fmla="*/ 58895 w 514189"/>
                <a:gd name="connsiteY88" fmla="*/ 0 h 58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514189" h="580825">
                  <a:moveTo>
                    <a:pt x="269168" y="125705"/>
                  </a:moveTo>
                  <a:cubicBezTo>
                    <a:pt x="338047" y="125627"/>
                    <a:pt x="393947" y="181403"/>
                    <a:pt x="394025" y="250281"/>
                  </a:cubicBezTo>
                  <a:cubicBezTo>
                    <a:pt x="394025" y="255201"/>
                    <a:pt x="390036" y="259190"/>
                    <a:pt x="385117" y="259190"/>
                  </a:cubicBezTo>
                  <a:cubicBezTo>
                    <a:pt x="380197" y="259190"/>
                    <a:pt x="376208" y="255201"/>
                    <a:pt x="376208" y="250281"/>
                  </a:cubicBezTo>
                  <a:cubicBezTo>
                    <a:pt x="376196" y="241504"/>
                    <a:pt x="375103" y="232761"/>
                    <a:pt x="372954" y="224250"/>
                  </a:cubicBezTo>
                  <a:cubicBezTo>
                    <a:pt x="358497" y="167008"/>
                    <a:pt x="300374" y="132323"/>
                    <a:pt x="243132" y="146780"/>
                  </a:cubicBezTo>
                  <a:cubicBezTo>
                    <a:pt x="238362" y="147988"/>
                    <a:pt x="233515" y="145101"/>
                    <a:pt x="232307" y="140330"/>
                  </a:cubicBezTo>
                  <a:cubicBezTo>
                    <a:pt x="231099" y="135560"/>
                    <a:pt x="233986" y="130713"/>
                    <a:pt x="238757" y="129505"/>
                  </a:cubicBezTo>
                  <a:cubicBezTo>
                    <a:pt x="248699" y="126993"/>
                    <a:pt x="258913" y="125717"/>
                    <a:pt x="269168" y="125705"/>
                  </a:cubicBezTo>
                  <a:close/>
                  <a:moveTo>
                    <a:pt x="140124" y="84785"/>
                  </a:moveTo>
                  <a:cubicBezTo>
                    <a:pt x="157826" y="79739"/>
                    <a:pt x="172913" y="88042"/>
                    <a:pt x="181594" y="107590"/>
                  </a:cubicBezTo>
                  <a:lnTo>
                    <a:pt x="208810" y="168879"/>
                  </a:lnTo>
                  <a:cubicBezTo>
                    <a:pt x="218930" y="195691"/>
                    <a:pt x="203209" y="210970"/>
                    <a:pt x="192811" y="221083"/>
                  </a:cubicBezTo>
                  <a:cubicBezTo>
                    <a:pt x="188207" y="225587"/>
                    <a:pt x="183418" y="230248"/>
                    <a:pt x="183546" y="233312"/>
                  </a:cubicBezTo>
                  <a:cubicBezTo>
                    <a:pt x="184188" y="240211"/>
                    <a:pt x="205375" y="269038"/>
                    <a:pt x="218331" y="283463"/>
                  </a:cubicBezTo>
                  <a:cubicBezTo>
                    <a:pt x="231744" y="298386"/>
                    <a:pt x="275081" y="332273"/>
                    <a:pt x="296774" y="337582"/>
                  </a:cubicBezTo>
                  <a:cubicBezTo>
                    <a:pt x="300758" y="338530"/>
                    <a:pt x="307785" y="330363"/>
                    <a:pt x="311142" y="326415"/>
                  </a:cubicBezTo>
                  <a:cubicBezTo>
                    <a:pt x="312332" y="325011"/>
                    <a:pt x="313415" y="323743"/>
                    <a:pt x="314370" y="322731"/>
                  </a:cubicBezTo>
                  <a:cubicBezTo>
                    <a:pt x="317748" y="319139"/>
                    <a:pt x="320592" y="315939"/>
                    <a:pt x="323086" y="313145"/>
                  </a:cubicBezTo>
                  <a:cubicBezTo>
                    <a:pt x="337781" y="296661"/>
                    <a:pt x="345214" y="289870"/>
                    <a:pt x="367606" y="301878"/>
                  </a:cubicBezTo>
                  <a:lnTo>
                    <a:pt x="428845" y="334710"/>
                  </a:lnTo>
                  <a:cubicBezTo>
                    <a:pt x="437342" y="339685"/>
                    <a:pt x="442340" y="348997"/>
                    <a:pt x="441787" y="358827"/>
                  </a:cubicBezTo>
                  <a:cubicBezTo>
                    <a:pt x="441274" y="381818"/>
                    <a:pt x="417307" y="412569"/>
                    <a:pt x="397032" y="423680"/>
                  </a:cubicBezTo>
                  <a:cubicBezTo>
                    <a:pt x="381223" y="432176"/>
                    <a:pt x="363510" y="436505"/>
                    <a:pt x="345563" y="436258"/>
                  </a:cubicBezTo>
                  <a:cubicBezTo>
                    <a:pt x="340157" y="436248"/>
                    <a:pt x="334755" y="435924"/>
                    <a:pt x="329386" y="435289"/>
                  </a:cubicBezTo>
                  <a:cubicBezTo>
                    <a:pt x="324516" y="434707"/>
                    <a:pt x="321032" y="430298"/>
                    <a:pt x="321592" y="425426"/>
                  </a:cubicBezTo>
                  <a:cubicBezTo>
                    <a:pt x="322154" y="420538"/>
                    <a:pt x="326572" y="417031"/>
                    <a:pt x="331460" y="417593"/>
                  </a:cubicBezTo>
                  <a:cubicBezTo>
                    <a:pt x="350992" y="420506"/>
                    <a:pt x="370945" y="417177"/>
                    <a:pt x="388473" y="408079"/>
                  </a:cubicBezTo>
                  <a:cubicBezTo>
                    <a:pt x="403674" y="399748"/>
                    <a:pt x="423622" y="374185"/>
                    <a:pt x="423985" y="358478"/>
                  </a:cubicBezTo>
                  <a:cubicBezTo>
                    <a:pt x="424479" y="355164"/>
                    <a:pt x="422903" y="351883"/>
                    <a:pt x="420008" y="350197"/>
                  </a:cubicBezTo>
                  <a:lnTo>
                    <a:pt x="359182" y="317599"/>
                  </a:lnTo>
                  <a:cubicBezTo>
                    <a:pt x="348222" y="311720"/>
                    <a:pt x="348222" y="311727"/>
                    <a:pt x="336377" y="325018"/>
                  </a:cubicBezTo>
                  <a:cubicBezTo>
                    <a:pt x="333797" y="327912"/>
                    <a:pt x="330847" y="331233"/>
                    <a:pt x="327348" y="334953"/>
                  </a:cubicBezTo>
                  <a:cubicBezTo>
                    <a:pt x="326564" y="335779"/>
                    <a:pt x="325680" y="336827"/>
                    <a:pt x="324704" y="337974"/>
                  </a:cubicBezTo>
                  <a:cubicBezTo>
                    <a:pt x="318190" y="345643"/>
                    <a:pt x="307229" y="358471"/>
                    <a:pt x="292534" y="354907"/>
                  </a:cubicBezTo>
                  <a:cubicBezTo>
                    <a:pt x="266935" y="348643"/>
                    <a:pt x="220491" y="312547"/>
                    <a:pt x="205069" y="295386"/>
                  </a:cubicBezTo>
                  <a:cubicBezTo>
                    <a:pt x="204684" y="294972"/>
                    <a:pt x="166442" y="251678"/>
                    <a:pt x="165730" y="234096"/>
                  </a:cubicBezTo>
                  <a:cubicBezTo>
                    <a:pt x="165266" y="223064"/>
                    <a:pt x="173277" y="215246"/>
                    <a:pt x="180403" y="208348"/>
                  </a:cubicBezTo>
                  <a:cubicBezTo>
                    <a:pt x="191414" y="197644"/>
                    <a:pt x="197878" y="190339"/>
                    <a:pt x="192348" y="175672"/>
                  </a:cubicBezTo>
                  <a:lnTo>
                    <a:pt x="165281" y="114845"/>
                  </a:lnTo>
                  <a:cubicBezTo>
                    <a:pt x="158753" y="100129"/>
                    <a:pt x="150999" y="100207"/>
                    <a:pt x="144984" y="101925"/>
                  </a:cubicBezTo>
                  <a:cubicBezTo>
                    <a:pt x="119214" y="109286"/>
                    <a:pt x="86588" y="161404"/>
                    <a:pt x="90444" y="189056"/>
                  </a:cubicBezTo>
                  <a:cubicBezTo>
                    <a:pt x="100770" y="263244"/>
                    <a:pt x="198740" y="370814"/>
                    <a:pt x="288201" y="406233"/>
                  </a:cubicBezTo>
                  <a:cubicBezTo>
                    <a:pt x="292607" y="408083"/>
                    <a:pt x="294769" y="413078"/>
                    <a:pt x="293101" y="417556"/>
                  </a:cubicBezTo>
                  <a:cubicBezTo>
                    <a:pt x="291385" y="422167"/>
                    <a:pt x="286255" y="424513"/>
                    <a:pt x="281645" y="422796"/>
                  </a:cubicBezTo>
                  <a:cubicBezTo>
                    <a:pt x="185599" y="384754"/>
                    <a:pt x="84101" y="272352"/>
                    <a:pt x="72834" y="191515"/>
                  </a:cubicBezTo>
                  <a:cubicBezTo>
                    <a:pt x="67788" y="155339"/>
                    <a:pt x="106151" y="94484"/>
                    <a:pt x="140124" y="84785"/>
                  </a:cubicBezTo>
                  <a:close/>
                  <a:moveTo>
                    <a:pt x="269444" y="77929"/>
                  </a:moveTo>
                  <a:cubicBezTo>
                    <a:pt x="364585" y="78039"/>
                    <a:pt x="441685" y="155139"/>
                    <a:pt x="441795" y="250280"/>
                  </a:cubicBezTo>
                  <a:cubicBezTo>
                    <a:pt x="441795" y="255200"/>
                    <a:pt x="437807" y="259188"/>
                    <a:pt x="432887" y="259188"/>
                  </a:cubicBezTo>
                  <a:cubicBezTo>
                    <a:pt x="427967" y="259188"/>
                    <a:pt x="423978" y="255200"/>
                    <a:pt x="423978" y="250280"/>
                  </a:cubicBezTo>
                  <a:cubicBezTo>
                    <a:pt x="423964" y="237061"/>
                    <a:pt x="422254" y="223898"/>
                    <a:pt x="418893" y="211114"/>
                  </a:cubicBezTo>
                  <a:cubicBezTo>
                    <a:pt x="397166" y="128494"/>
                    <a:pt x="312576" y="79129"/>
                    <a:pt x="229955" y="100855"/>
                  </a:cubicBezTo>
                  <a:cubicBezTo>
                    <a:pt x="225270" y="102027"/>
                    <a:pt x="220505" y="99252"/>
                    <a:pt x="219212" y="94599"/>
                  </a:cubicBezTo>
                  <a:cubicBezTo>
                    <a:pt x="217894" y="89859"/>
                    <a:pt x="220668" y="84948"/>
                    <a:pt x="225409" y="83630"/>
                  </a:cubicBezTo>
                  <a:cubicBezTo>
                    <a:pt x="239781" y="79844"/>
                    <a:pt x="254582" y="77928"/>
                    <a:pt x="269444" y="77929"/>
                  </a:cubicBezTo>
                  <a:close/>
                  <a:moveTo>
                    <a:pt x="58895" y="0"/>
                  </a:moveTo>
                  <a:lnTo>
                    <a:pt x="455294" y="0"/>
                  </a:lnTo>
                  <a:cubicBezTo>
                    <a:pt x="487803" y="35"/>
                    <a:pt x="514149" y="26378"/>
                    <a:pt x="514189" y="58888"/>
                  </a:cubicBezTo>
                  <a:lnTo>
                    <a:pt x="514189" y="80175"/>
                  </a:lnTo>
                  <a:cubicBezTo>
                    <a:pt x="514189" y="85095"/>
                    <a:pt x="510200" y="89083"/>
                    <a:pt x="505280" y="89083"/>
                  </a:cubicBezTo>
                  <a:cubicBezTo>
                    <a:pt x="500360" y="89083"/>
                    <a:pt x="496372" y="85095"/>
                    <a:pt x="496372" y="80175"/>
                  </a:cubicBezTo>
                  <a:lnTo>
                    <a:pt x="496372" y="58888"/>
                  </a:lnTo>
                  <a:cubicBezTo>
                    <a:pt x="496345" y="36213"/>
                    <a:pt x="477968" y="17840"/>
                    <a:pt x="455294" y="17817"/>
                  </a:cubicBezTo>
                  <a:lnTo>
                    <a:pt x="58895" y="17817"/>
                  </a:lnTo>
                  <a:cubicBezTo>
                    <a:pt x="36220" y="17840"/>
                    <a:pt x="17844" y="36213"/>
                    <a:pt x="17817" y="58888"/>
                  </a:cubicBezTo>
                  <a:lnTo>
                    <a:pt x="17817" y="455294"/>
                  </a:lnTo>
                  <a:cubicBezTo>
                    <a:pt x="17844" y="477968"/>
                    <a:pt x="36220" y="496341"/>
                    <a:pt x="58895" y="496365"/>
                  </a:cubicBezTo>
                  <a:lnTo>
                    <a:pt x="69806" y="496365"/>
                  </a:lnTo>
                  <a:cubicBezTo>
                    <a:pt x="74725" y="496365"/>
                    <a:pt x="78714" y="500353"/>
                    <a:pt x="78714" y="505273"/>
                  </a:cubicBezTo>
                  <a:lnTo>
                    <a:pt x="78714" y="550413"/>
                  </a:lnTo>
                  <a:lnTo>
                    <a:pt x="130147" y="498980"/>
                  </a:lnTo>
                  <a:cubicBezTo>
                    <a:pt x="131818" y="497310"/>
                    <a:pt x="134084" y="496372"/>
                    <a:pt x="136447" y="496372"/>
                  </a:cubicBezTo>
                  <a:lnTo>
                    <a:pt x="455294" y="496372"/>
                  </a:lnTo>
                  <a:cubicBezTo>
                    <a:pt x="477971" y="496349"/>
                    <a:pt x="496349" y="477971"/>
                    <a:pt x="496372" y="455294"/>
                  </a:cubicBezTo>
                  <a:lnTo>
                    <a:pt x="496372" y="124125"/>
                  </a:lnTo>
                  <a:cubicBezTo>
                    <a:pt x="496372" y="119205"/>
                    <a:pt x="500360" y="115217"/>
                    <a:pt x="505280" y="115217"/>
                  </a:cubicBezTo>
                  <a:cubicBezTo>
                    <a:pt x="510200" y="115217"/>
                    <a:pt x="514189" y="119205"/>
                    <a:pt x="514189" y="124125"/>
                  </a:cubicBezTo>
                  <a:lnTo>
                    <a:pt x="514189" y="455301"/>
                  </a:lnTo>
                  <a:cubicBezTo>
                    <a:pt x="514149" y="487810"/>
                    <a:pt x="487803" y="514153"/>
                    <a:pt x="455294" y="514189"/>
                  </a:cubicBezTo>
                  <a:lnTo>
                    <a:pt x="140138" y="514189"/>
                  </a:lnTo>
                  <a:lnTo>
                    <a:pt x="76105" y="578215"/>
                  </a:lnTo>
                  <a:cubicBezTo>
                    <a:pt x="74434" y="579886"/>
                    <a:pt x="72167" y="580825"/>
                    <a:pt x="69804" y="580825"/>
                  </a:cubicBezTo>
                  <a:cubicBezTo>
                    <a:pt x="64884" y="580824"/>
                    <a:pt x="60896" y="576834"/>
                    <a:pt x="60897" y="571915"/>
                  </a:cubicBezTo>
                  <a:lnTo>
                    <a:pt x="60897" y="514189"/>
                  </a:lnTo>
                  <a:lnTo>
                    <a:pt x="58895" y="514189"/>
                  </a:lnTo>
                  <a:cubicBezTo>
                    <a:pt x="26383" y="514153"/>
                    <a:pt x="35" y="487806"/>
                    <a:pt x="0" y="455294"/>
                  </a:cubicBezTo>
                  <a:lnTo>
                    <a:pt x="0" y="58888"/>
                  </a:lnTo>
                  <a:cubicBezTo>
                    <a:pt x="39" y="26378"/>
                    <a:pt x="26385" y="35"/>
                    <a:pt x="58895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09" name="Group 240">
            <a:extLst>
              <a:ext uri="{FF2B5EF4-FFF2-40B4-BE49-F238E27FC236}">
                <a16:creationId xmlns:a16="http://schemas.microsoft.com/office/drawing/2014/main" id="{96E4AB93-BB66-68A3-3C21-FE85D9B73EA0}"/>
              </a:ext>
            </a:extLst>
          </p:cNvPr>
          <p:cNvGrpSpPr/>
          <p:nvPr/>
        </p:nvGrpSpPr>
        <p:grpSpPr>
          <a:xfrm>
            <a:off x="8892619" y="4980426"/>
            <a:ext cx="514183" cy="580825"/>
            <a:chOff x="8892619" y="4980426"/>
            <a:chExt cx="514183" cy="580825"/>
          </a:xfrm>
          <a:noFill/>
        </p:grpSpPr>
        <p:sp>
          <p:nvSpPr>
            <p:cNvPr id="210" name="Freeform: Shape 184">
              <a:extLst>
                <a:ext uri="{FF2B5EF4-FFF2-40B4-BE49-F238E27FC236}">
                  <a16:creationId xmlns:a16="http://schemas.microsoft.com/office/drawing/2014/main" id="{CCE547DB-785D-05DA-1B3C-405101F34FE1}"/>
                </a:ext>
              </a:extLst>
            </p:cNvPr>
            <p:cNvSpPr/>
            <p:nvPr/>
          </p:nvSpPr>
          <p:spPr>
            <a:xfrm>
              <a:off x="9042813" y="5057876"/>
              <a:ext cx="213861" cy="372185"/>
            </a:xfrm>
            <a:custGeom>
              <a:avLst/>
              <a:gdLst>
                <a:gd name="connsiteX0" fmla="*/ 106901 w 213861"/>
                <a:gd name="connsiteY0" fmla="*/ 318164 h 372185"/>
                <a:gd name="connsiteX1" fmla="*/ 133911 w 213861"/>
                <a:gd name="connsiteY1" fmla="*/ 345175 h 372185"/>
                <a:gd name="connsiteX2" fmla="*/ 106901 w 213861"/>
                <a:gd name="connsiteY2" fmla="*/ 372185 h 372185"/>
                <a:gd name="connsiteX3" fmla="*/ 79890 w 213861"/>
                <a:gd name="connsiteY3" fmla="*/ 345175 h 372185"/>
                <a:gd name="connsiteX4" fmla="*/ 106901 w 213861"/>
                <a:gd name="connsiteY4" fmla="*/ 318164 h 372185"/>
                <a:gd name="connsiteX5" fmla="*/ 106919 w 213861"/>
                <a:gd name="connsiteY5" fmla="*/ 0 h 372185"/>
                <a:gd name="connsiteX6" fmla="*/ 111040 w 213861"/>
                <a:gd name="connsiteY6" fmla="*/ 80 h 372185"/>
                <a:gd name="connsiteX7" fmla="*/ 213782 w 213861"/>
                <a:gd name="connsiteY7" fmla="*/ 110983 h 372185"/>
                <a:gd name="connsiteX8" fmla="*/ 156651 w 213861"/>
                <a:gd name="connsiteY8" fmla="*/ 201551 h 372185"/>
                <a:gd name="connsiteX9" fmla="*/ 133945 w 213861"/>
                <a:gd name="connsiteY9" fmla="*/ 237554 h 372185"/>
                <a:gd name="connsiteX10" fmla="*/ 133945 w 213861"/>
                <a:gd name="connsiteY10" fmla="*/ 257146 h 372185"/>
                <a:gd name="connsiteX11" fmla="*/ 106907 w 213861"/>
                <a:gd name="connsiteY11" fmla="*/ 284127 h 372185"/>
                <a:gd name="connsiteX12" fmla="*/ 106900 w 213861"/>
                <a:gd name="connsiteY12" fmla="*/ 284127 h 372185"/>
                <a:gd name="connsiteX13" fmla="*/ 79897 w 213861"/>
                <a:gd name="connsiteY13" fmla="*/ 257117 h 372185"/>
                <a:gd name="connsiteX14" fmla="*/ 79897 w 213861"/>
                <a:gd name="connsiteY14" fmla="*/ 237554 h 372185"/>
                <a:gd name="connsiteX15" fmla="*/ 131472 w 213861"/>
                <a:gd name="connsiteY15" fmla="*/ 153745 h 372185"/>
                <a:gd name="connsiteX16" fmla="*/ 159751 w 213861"/>
                <a:gd name="connsiteY16" fmla="*/ 104806 h 372185"/>
                <a:gd name="connsiteX17" fmla="*/ 108981 w 213861"/>
                <a:gd name="connsiteY17" fmla="*/ 54036 h 372185"/>
                <a:gd name="connsiteX18" fmla="*/ 54054 w 213861"/>
                <a:gd name="connsiteY18" fmla="*/ 104801 h 372185"/>
                <a:gd name="connsiteX19" fmla="*/ 54013 w 213861"/>
                <a:gd name="connsiteY19" fmla="*/ 106880 h 372185"/>
                <a:gd name="connsiteX20" fmla="*/ 27006 w 213861"/>
                <a:gd name="connsiteY20" fmla="*/ 133887 h 372185"/>
                <a:gd name="connsiteX21" fmla="*/ 0 w 213861"/>
                <a:gd name="connsiteY21" fmla="*/ 106880 h 372185"/>
                <a:gd name="connsiteX22" fmla="*/ 106919 w 213861"/>
                <a:gd name="connsiteY22" fmla="*/ 0 h 372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3861" h="372185">
                  <a:moveTo>
                    <a:pt x="106901" y="318164"/>
                  </a:moveTo>
                  <a:cubicBezTo>
                    <a:pt x="121818" y="318164"/>
                    <a:pt x="133911" y="330257"/>
                    <a:pt x="133911" y="345175"/>
                  </a:cubicBezTo>
                  <a:cubicBezTo>
                    <a:pt x="133911" y="360092"/>
                    <a:pt x="121818" y="372185"/>
                    <a:pt x="106901" y="372185"/>
                  </a:cubicBezTo>
                  <a:cubicBezTo>
                    <a:pt x="91983" y="372185"/>
                    <a:pt x="79890" y="360092"/>
                    <a:pt x="79890" y="345175"/>
                  </a:cubicBezTo>
                  <a:cubicBezTo>
                    <a:pt x="79890" y="330257"/>
                    <a:pt x="91983" y="318164"/>
                    <a:pt x="106901" y="318164"/>
                  </a:cubicBezTo>
                  <a:close/>
                  <a:moveTo>
                    <a:pt x="106919" y="0"/>
                  </a:moveTo>
                  <a:cubicBezTo>
                    <a:pt x="108293" y="0"/>
                    <a:pt x="109667" y="27"/>
                    <a:pt x="111040" y="80"/>
                  </a:cubicBezTo>
                  <a:cubicBezTo>
                    <a:pt x="170036" y="2334"/>
                    <a:pt x="216035" y="51987"/>
                    <a:pt x="213782" y="110983"/>
                  </a:cubicBezTo>
                  <a:cubicBezTo>
                    <a:pt x="212321" y="149221"/>
                    <a:pt x="190532" y="183763"/>
                    <a:pt x="156651" y="201551"/>
                  </a:cubicBezTo>
                  <a:cubicBezTo>
                    <a:pt x="142973" y="208393"/>
                    <a:pt x="134226" y="222263"/>
                    <a:pt x="133945" y="237554"/>
                  </a:cubicBezTo>
                  <a:lnTo>
                    <a:pt x="133945" y="257146"/>
                  </a:lnTo>
                  <a:cubicBezTo>
                    <a:pt x="133930" y="272063"/>
                    <a:pt x="121824" y="284143"/>
                    <a:pt x="106907" y="284127"/>
                  </a:cubicBezTo>
                  <a:cubicBezTo>
                    <a:pt x="106905" y="284127"/>
                    <a:pt x="106902" y="284127"/>
                    <a:pt x="106900" y="284127"/>
                  </a:cubicBezTo>
                  <a:cubicBezTo>
                    <a:pt x="91985" y="284123"/>
                    <a:pt x="79897" y="272032"/>
                    <a:pt x="79897" y="257117"/>
                  </a:cubicBezTo>
                  <a:lnTo>
                    <a:pt x="79897" y="237554"/>
                  </a:lnTo>
                  <a:cubicBezTo>
                    <a:pt x="80144" y="202194"/>
                    <a:pt x="100018" y="169900"/>
                    <a:pt x="131472" y="153745"/>
                  </a:cubicBezTo>
                  <a:cubicBezTo>
                    <a:pt x="149605" y="144311"/>
                    <a:pt x="160632" y="125228"/>
                    <a:pt x="159751" y="104806"/>
                  </a:cubicBezTo>
                  <a:cubicBezTo>
                    <a:pt x="158292" y="77394"/>
                    <a:pt x="136393" y="55495"/>
                    <a:pt x="108981" y="54036"/>
                  </a:cubicBezTo>
                  <a:cubicBezTo>
                    <a:pt x="79795" y="52887"/>
                    <a:pt x="55203" y="75615"/>
                    <a:pt x="54054" y="104801"/>
                  </a:cubicBezTo>
                  <a:cubicBezTo>
                    <a:pt x="54027" y="105494"/>
                    <a:pt x="54013" y="106187"/>
                    <a:pt x="54013" y="106880"/>
                  </a:cubicBezTo>
                  <a:cubicBezTo>
                    <a:pt x="54013" y="121795"/>
                    <a:pt x="41922" y="133887"/>
                    <a:pt x="27006" y="133887"/>
                  </a:cubicBezTo>
                  <a:cubicBezTo>
                    <a:pt x="12091" y="133887"/>
                    <a:pt x="0" y="121795"/>
                    <a:pt x="0" y="106880"/>
                  </a:cubicBezTo>
                  <a:cubicBezTo>
                    <a:pt x="11" y="47841"/>
                    <a:pt x="47880" y="-11"/>
                    <a:pt x="106919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" name="Freeform: Shape 185">
              <a:extLst>
                <a:ext uri="{FF2B5EF4-FFF2-40B4-BE49-F238E27FC236}">
                  <a16:creationId xmlns:a16="http://schemas.microsoft.com/office/drawing/2014/main" id="{DAAD73C8-9E87-A96B-DBA2-D4EEBE4C5B48}"/>
                </a:ext>
              </a:extLst>
            </p:cNvPr>
            <p:cNvSpPr/>
            <p:nvPr/>
          </p:nvSpPr>
          <p:spPr>
            <a:xfrm>
              <a:off x="8892619" y="4980426"/>
              <a:ext cx="514183" cy="580825"/>
            </a:xfrm>
            <a:custGeom>
              <a:avLst/>
              <a:gdLst>
                <a:gd name="connsiteX0" fmla="*/ 257093 w 514182"/>
                <a:gd name="connsiteY0" fmla="*/ 404523 h 580825"/>
                <a:gd name="connsiteX1" fmla="*/ 238992 w 514182"/>
                <a:gd name="connsiteY1" fmla="*/ 422624 h 580825"/>
                <a:gd name="connsiteX2" fmla="*/ 257093 w 514182"/>
                <a:gd name="connsiteY2" fmla="*/ 440726 h 580825"/>
                <a:gd name="connsiteX3" fmla="*/ 275195 w 514182"/>
                <a:gd name="connsiteY3" fmla="*/ 422624 h 580825"/>
                <a:gd name="connsiteX4" fmla="*/ 257093 w 514182"/>
                <a:gd name="connsiteY4" fmla="*/ 404523 h 580825"/>
                <a:gd name="connsiteX5" fmla="*/ 257093 w 514182"/>
                <a:gd name="connsiteY5" fmla="*/ 386706 h 580825"/>
                <a:gd name="connsiteX6" fmla="*/ 293012 w 514182"/>
                <a:gd name="connsiteY6" fmla="*/ 422624 h 580825"/>
                <a:gd name="connsiteX7" fmla="*/ 257093 w 514182"/>
                <a:gd name="connsiteY7" fmla="*/ 458543 h 580825"/>
                <a:gd name="connsiteX8" fmla="*/ 221175 w 514182"/>
                <a:gd name="connsiteY8" fmla="*/ 422624 h 580825"/>
                <a:gd name="connsiteX9" fmla="*/ 257093 w 514182"/>
                <a:gd name="connsiteY9" fmla="*/ 386706 h 580825"/>
                <a:gd name="connsiteX10" fmla="*/ 265888 w 514182"/>
                <a:gd name="connsiteY10" fmla="*/ 68868 h 580825"/>
                <a:gd name="connsiteX11" fmla="*/ 359387 w 514182"/>
                <a:gd name="connsiteY11" fmla="*/ 130339 h 580825"/>
                <a:gd name="connsiteX12" fmla="*/ 310965 w 514182"/>
                <a:gd name="connsiteY12" fmla="*/ 286890 h 580825"/>
                <a:gd name="connsiteX13" fmla="*/ 293013 w 514182"/>
                <a:gd name="connsiteY13" fmla="*/ 315004 h 580825"/>
                <a:gd name="connsiteX14" fmla="*/ 293013 w 514182"/>
                <a:gd name="connsiteY14" fmla="*/ 334596 h 580825"/>
                <a:gd name="connsiteX15" fmla="*/ 293013 w 514182"/>
                <a:gd name="connsiteY15" fmla="*/ 335607 h 580825"/>
                <a:gd name="connsiteX16" fmla="*/ 256592 w 514182"/>
                <a:gd name="connsiteY16" fmla="*/ 371016 h 580825"/>
                <a:gd name="connsiteX17" fmla="*/ 221182 w 514182"/>
                <a:gd name="connsiteY17" fmla="*/ 334596 h 580825"/>
                <a:gd name="connsiteX18" fmla="*/ 221182 w 514182"/>
                <a:gd name="connsiteY18" fmla="*/ 315004 h 580825"/>
                <a:gd name="connsiteX19" fmla="*/ 277520 w 514182"/>
                <a:gd name="connsiteY19" fmla="*/ 223313 h 580825"/>
                <a:gd name="connsiteX20" fmla="*/ 301038 w 514182"/>
                <a:gd name="connsiteY20" fmla="*/ 182591 h 580825"/>
                <a:gd name="connsiteX21" fmla="*/ 258834 w 514182"/>
                <a:gd name="connsiteY21" fmla="*/ 140401 h 580825"/>
                <a:gd name="connsiteX22" fmla="*/ 257081 w 514182"/>
                <a:gd name="connsiteY22" fmla="*/ 140367 h 580825"/>
                <a:gd name="connsiteX23" fmla="*/ 213115 w 514182"/>
                <a:gd name="connsiteY23" fmla="*/ 184344 h 580825"/>
                <a:gd name="connsiteX24" fmla="*/ 213115 w 514182"/>
                <a:gd name="connsiteY24" fmla="*/ 185356 h 580825"/>
                <a:gd name="connsiteX25" fmla="*/ 176694 w 514182"/>
                <a:gd name="connsiteY25" fmla="*/ 220765 h 580825"/>
                <a:gd name="connsiteX26" fmla="*/ 141286 w 514182"/>
                <a:gd name="connsiteY26" fmla="*/ 184344 h 580825"/>
                <a:gd name="connsiteX27" fmla="*/ 176791 w 514182"/>
                <a:gd name="connsiteY27" fmla="*/ 100934 h 580825"/>
                <a:gd name="connsiteX28" fmla="*/ 177211 w 514182"/>
                <a:gd name="connsiteY28" fmla="*/ 100529 h 580825"/>
                <a:gd name="connsiteX29" fmla="*/ 189793 w 514182"/>
                <a:gd name="connsiteY29" fmla="*/ 101181 h 580825"/>
                <a:gd name="connsiteX30" fmla="*/ 189141 w 514182"/>
                <a:gd name="connsiteY30" fmla="*/ 113762 h 580825"/>
                <a:gd name="connsiteX31" fmla="*/ 159102 w 514182"/>
                <a:gd name="connsiteY31" fmla="*/ 184366 h 580825"/>
                <a:gd name="connsiteX32" fmla="*/ 159102 w 514182"/>
                <a:gd name="connsiteY32" fmla="*/ 185084 h 580825"/>
                <a:gd name="connsiteX33" fmla="*/ 177560 w 514182"/>
                <a:gd name="connsiteY33" fmla="*/ 202823 h 580825"/>
                <a:gd name="connsiteX34" fmla="*/ 195298 w 514182"/>
                <a:gd name="connsiteY34" fmla="*/ 184366 h 580825"/>
                <a:gd name="connsiteX35" fmla="*/ 195346 w 514182"/>
                <a:gd name="connsiteY35" fmla="*/ 181931 h 580825"/>
                <a:gd name="connsiteX36" fmla="*/ 259518 w 514182"/>
                <a:gd name="connsiteY36" fmla="*/ 122621 h 580825"/>
                <a:gd name="connsiteX37" fmla="*/ 318847 w 514182"/>
                <a:gd name="connsiteY37" fmla="*/ 181936 h 580825"/>
                <a:gd name="connsiteX38" fmla="*/ 285815 w 514182"/>
                <a:gd name="connsiteY38" fmla="*/ 239098 h 580825"/>
                <a:gd name="connsiteX39" fmla="*/ 239006 w 514182"/>
                <a:gd name="connsiteY39" fmla="*/ 315004 h 580825"/>
                <a:gd name="connsiteX40" fmla="*/ 239006 w 514182"/>
                <a:gd name="connsiteY40" fmla="*/ 334596 h 580825"/>
                <a:gd name="connsiteX41" fmla="*/ 239006 w 514182"/>
                <a:gd name="connsiteY41" fmla="*/ 335314 h 580825"/>
                <a:gd name="connsiteX42" fmla="*/ 257464 w 514182"/>
                <a:gd name="connsiteY42" fmla="*/ 353053 h 580825"/>
                <a:gd name="connsiteX43" fmla="*/ 275203 w 514182"/>
                <a:gd name="connsiteY43" fmla="*/ 334596 h 580825"/>
                <a:gd name="connsiteX44" fmla="*/ 275203 w 514182"/>
                <a:gd name="connsiteY44" fmla="*/ 315004 h 580825"/>
                <a:gd name="connsiteX45" fmla="*/ 302670 w 514182"/>
                <a:gd name="connsiteY45" fmla="*/ 271118 h 580825"/>
                <a:gd name="connsiteX46" fmla="*/ 351638 w 514182"/>
                <a:gd name="connsiteY46" fmla="*/ 158583 h 580825"/>
                <a:gd name="connsiteX47" fmla="*/ 231281 w 514182"/>
                <a:gd name="connsiteY47" fmla="*/ 89745 h 580825"/>
                <a:gd name="connsiteX48" fmla="*/ 230755 w 514182"/>
                <a:gd name="connsiteY48" fmla="*/ 89888 h 580825"/>
                <a:gd name="connsiteX49" fmla="*/ 220025 w 514182"/>
                <a:gd name="connsiteY49" fmla="*/ 83286 h 580825"/>
                <a:gd name="connsiteX50" fmla="*/ 226627 w 514182"/>
                <a:gd name="connsiteY50" fmla="*/ 72556 h 580825"/>
                <a:gd name="connsiteX51" fmla="*/ 265888 w 514182"/>
                <a:gd name="connsiteY51" fmla="*/ 68868 h 580825"/>
                <a:gd name="connsiteX52" fmla="*/ 58895 w 514182"/>
                <a:gd name="connsiteY52" fmla="*/ 0 h 580825"/>
                <a:gd name="connsiteX53" fmla="*/ 455294 w 514182"/>
                <a:gd name="connsiteY53" fmla="*/ 0 h 580825"/>
                <a:gd name="connsiteX54" fmla="*/ 514182 w 514182"/>
                <a:gd name="connsiteY54" fmla="*/ 58895 h 580825"/>
                <a:gd name="connsiteX55" fmla="*/ 514182 w 514182"/>
                <a:gd name="connsiteY55" fmla="*/ 89083 h 580825"/>
                <a:gd name="connsiteX56" fmla="*/ 505273 w 514182"/>
                <a:gd name="connsiteY56" fmla="*/ 97991 h 580825"/>
                <a:gd name="connsiteX57" fmla="*/ 496365 w 514182"/>
                <a:gd name="connsiteY57" fmla="*/ 89083 h 580825"/>
                <a:gd name="connsiteX58" fmla="*/ 496365 w 514182"/>
                <a:gd name="connsiteY58" fmla="*/ 58895 h 580825"/>
                <a:gd name="connsiteX59" fmla="*/ 455294 w 514182"/>
                <a:gd name="connsiteY59" fmla="*/ 17817 h 580825"/>
                <a:gd name="connsiteX60" fmla="*/ 58895 w 514182"/>
                <a:gd name="connsiteY60" fmla="*/ 17817 h 580825"/>
                <a:gd name="connsiteX61" fmla="*/ 17817 w 514182"/>
                <a:gd name="connsiteY61" fmla="*/ 58895 h 580825"/>
                <a:gd name="connsiteX62" fmla="*/ 17817 w 514182"/>
                <a:gd name="connsiteY62" fmla="*/ 455287 h 580825"/>
                <a:gd name="connsiteX63" fmla="*/ 58895 w 514182"/>
                <a:gd name="connsiteY63" fmla="*/ 496365 h 580825"/>
                <a:gd name="connsiteX64" fmla="*/ 69806 w 514182"/>
                <a:gd name="connsiteY64" fmla="*/ 496365 h 580825"/>
                <a:gd name="connsiteX65" fmla="*/ 78714 w 514182"/>
                <a:gd name="connsiteY65" fmla="*/ 505273 h 580825"/>
                <a:gd name="connsiteX66" fmla="*/ 78714 w 514182"/>
                <a:gd name="connsiteY66" fmla="*/ 550413 h 580825"/>
                <a:gd name="connsiteX67" fmla="*/ 130147 w 514182"/>
                <a:gd name="connsiteY67" fmla="*/ 498980 h 580825"/>
                <a:gd name="connsiteX68" fmla="*/ 136447 w 514182"/>
                <a:gd name="connsiteY68" fmla="*/ 496372 h 580825"/>
                <a:gd name="connsiteX69" fmla="*/ 455294 w 514182"/>
                <a:gd name="connsiteY69" fmla="*/ 496372 h 580825"/>
                <a:gd name="connsiteX70" fmla="*/ 496365 w 514182"/>
                <a:gd name="connsiteY70" fmla="*/ 455294 h 580825"/>
                <a:gd name="connsiteX71" fmla="*/ 496365 w 514182"/>
                <a:gd name="connsiteY71" fmla="*/ 134515 h 580825"/>
                <a:gd name="connsiteX72" fmla="*/ 505273 w 514182"/>
                <a:gd name="connsiteY72" fmla="*/ 125607 h 580825"/>
                <a:gd name="connsiteX73" fmla="*/ 514182 w 514182"/>
                <a:gd name="connsiteY73" fmla="*/ 134515 h 580825"/>
                <a:gd name="connsiteX74" fmla="*/ 514182 w 514182"/>
                <a:gd name="connsiteY74" fmla="*/ 455294 h 580825"/>
                <a:gd name="connsiteX75" fmla="*/ 455294 w 514182"/>
                <a:gd name="connsiteY75" fmla="*/ 514189 h 580825"/>
                <a:gd name="connsiteX76" fmla="*/ 140138 w 514182"/>
                <a:gd name="connsiteY76" fmla="*/ 514189 h 580825"/>
                <a:gd name="connsiteX77" fmla="*/ 76105 w 514182"/>
                <a:gd name="connsiteY77" fmla="*/ 578215 h 580825"/>
                <a:gd name="connsiteX78" fmla="*/ 69804 w 514182"/>
                <a:gd name="connsiteY78" fmla="*/ 580825 h 580825"/>
                <a:gd name="connsiteX79" fmla="*/ 60897 w 514182"/>
                <a:gd name="connsiteY79" fmla="*/ 571915 h 580825"/>
                <a:gd name="connsiteX80" fmla="*/ 60897 w 514182"/>
                <a:gd name="connsiteY80" fmla="*/ 514189 h 580825"/>
                <a:gd name="connsiteX81" fmla="*/ 58895 w 514182"/>
                <a:gd name="connsiteY81" fmla="*/ 514189 h 580825"/>
                <a:gd name="connsiteX82" fmla="*/ 0 w 514182"/>
                <a:gd name="connsiteY82" fmla="*/ 455294 h 580825"/>
                <a:gd name="connsiteX83" fmla="*/ 0 w 514182"/>
                <a:gd name="connsiteY83" fmla="*/ 58895 h 580825"/>
                <a:gd name="connsiteX84" fmla="*/ 58895 w 514182"/>
                <a:gd name="connsiteY84" fmla="*/ 0 h 58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514182" h="580825">
                  <a:moveTo>
                    <a:pt x="257093" y="404523"/>
                  </a:moveTo>
                  <a:cubicBezTo>
                    <a:pt x="247096" y="404523"/>
                    <a:pt x="238992" y="412627"/>
                    <a:pt x="238992" y="422624"/>
                  </a:cubicBezTo>
                  <a:cubicBezTo>
                    <a:pt x="238992" y="432622"/>
                    <a:pt x="247096" y="440726"/>
                    <a:pt x="257093" y="440726"/>
                  </a:cubicBezTo>
                  <a:cubicBezTo>
                    <a:pt x="267086" y="440714"/>
                    <a:pt x="275183" y="432617"/>
                    <a:pt x="275195" y="422624"/>
                  </a:cubicBezTo>
                  <a:cubicBezTo>
                    <a:pt x="275195" y="412627"/>
                    <a:pt x="267091" y="404523"/>
                    <a:pt x="257093" y="404523"/>
                  </a:cubicBezTo>
                  <a:close/>
                  <a:moveTo>
                    <a:pt x="257093" y="386706"/>
                  </a:moveTo>
                  <a:cubicBezTo>
                    <a:pt x="276922" y="386726"/>
                    <a:pt x="292992" y="402795"/>
                    <a:pt x="293012" y="422624"/>
                  </a:cubicBezTo>
                  <a:cubicBezTo>
                    <a:pt x="293012" y="442461"/>
                    <a:pt x="276930" y="458543"/>
                    <a:pt x="257093" y="458543"/>
                  </a:cubicBezTo>
                  <a:cubicBezTo>
                    <a:pt x="237256" y="458543"/>
                    <a:pt x="221175" y="442461"/>
                    <a:pt x="221175" y="422624"/>
                  </a:cubicBezTo>
                  <a:cubicBezTo>
                    <a:pt x="221175" y="402787"/>
                    <a:pt x="237256" y="386706"/>
                    <a:pt x="257093" y="386706"/>
                  </a:cubicBezTo>
                  <a:close/>
                  <a:moveTo>
                    <a:pt x="265888" y="68868"/>
                  </a:moveTo>
                  <a:cubicBezTo>
                    <a:pt x="304656" y="71892"/>
                    <a:pt x="340419" y="94383"/>
                    <a:pt x="359387" y="130339"/>
                  </a:cubicBezTo>
                  <a:cubicBezTo>
                    <a:pt x="389246" y="186941"/>
                    <a:pt x="367566" y="257031"/>
                    <a:pt x="310965" y="286890"/>
                  </a:cubicBezTo>
                  <a:cubicBezTo>
                    <a:pt x="300219" y="292194"/>
                    <a:pt x="293304" y="303024"/>
                    <a:pt x="293013" y="315004"/>
                  </a:cubicBezTo>
                  <a:lnTo>
                    <a:pt x="293013" y="334596"/>
                  </a:lnTo>
                  <a:cubicBezTo>
                    <a:pt x="293018" y="334933"/>
                    <a:pt x="293018" y="335270"/>
                    <a:pt x="293013" y="335607"/>
                  </a:cubicBezTo>
                  <a:cubicBezTo>
                    <a:pt x="292734" y="355443"/>
                    <a:pt x="276427" y="371296"/>
                    <a:pt x="256592" y="371016"/>
                  </a:cubicBezTo>
                  <a:cubicBezTo>
                    <a:pt x="236756" y="370737"/>
                    <a:pt x="220903" y="354431"/>
                    <a:pt x="221182" y="334596"/>
                  </a:cubicBezTo>
                  <a:lnTo>
                    <a:pt x="221182" y="315004"/>
                  </a:lnTo>
                  <a:cubicBezTo>
                    <a:pt x="221427" y="276336"/>
                    <a:pt x="243134" y="241006"/>
                    <a:pt x="277520" y="223313"/>
                  </a:cubicBezTo>
                  <a:cubicBezTo>
                    <a:pt x="292606" y="215463"/>
                    <a:pt x="301778" y="199582"/>
                    <a:pt x="301038" y="182591"/>
                  </a:cubicBezTo>
                  <a:cubicBezTo>
                    <a:pt x="299817" y="159810"/>
                    <a:pt x="281615" y="141614"/>
                    <a:pt x="258834" y="140401"/>
                  </a:cubicBezTo>
                  <a:cubicBezTo>
                    <a:pt x="258250" y="140378"/>
                    <a:pt x="257666" y="140367"/>
                    <a:pt x="257081" y="140367"/>
                  </a:cubicBezTo>
                  <a:cubicBezTo>
                    <a:pt x="232796" y="140370"/>
                    <a:pt x="213112" y="160060"/>
                    <a:pt x="213115" y="184344"/>
                  </a:cubicBezTo>
                  <a:cubicBezTo>
                    <a:pt x="213120" y="184682"/>
                    <a:pt x="213120" y="185019"/>
                    <a:pt x="213115" y="185356"/>
                  </a:cubicBezTo>
                  <a:cubicBezTo>
                    <a:pt x="212836" y="205191"/>
                    <a:pt x="196530" y="221045"/>
                    <a:pt x="176694" y="220765"/>
                  </a:cubicBezTo>
                  <a:cubicBezTo>
                    <a:pt x="156859" y="220486"/>
                    <a:pt x="141006" y="204180"/>
                    <a:pt x="141286" y="184344"/>
                  </a:cubicBezTo>
                  <a:cubicBezTo>
                    <a:pt x="141178" y="152848"/>
                    <a:pt x="154015" y="122690"/>
                    <a:pt x="176791" y="100934"/>
                  </a:cubicBezTo>
                  <a:cubicBezTo>
                    <a:pt x="176926" y="100795"/>
                    <a:pt x="177067" y="100660"/>
                    <a:pt x="177211" y="100529"/>
                  </a:cubicBezTo>
                  <a:cubicBezTo>
                    <a:pt x="180865" y="97235"/>
                    <a:pt x="186498" y="97527"/>
                    <a:pt x="189793" y="101181"/>
                  </a:cubicBezTo>
                  <a:cubicBezTo>
                    <a:pt x="193087" y="104835"/>
                    <a:pt x="192795" y="110468"/>
                    <a:pt x="189141" y="113762"/>
                  </a:cubicBezTo>
                  <a:cubicBezTo>
                    <a:pt x="169867" y="132180"/>
                    <a:pt x="159006" y="157707"/>
                    <a:pt x="159102" y="184366"/>
                  </a:cubicBezTo>
                  <a:cubicBezTo>
                    <a:pt x="159097" y="184605"/>
                    <a:pt x="159097" y="184845"/>
                    <a:pt x="159102" y="185084"/>
                  </a:cubicBezTo>
                  <a:cubicBezTo>
                    <a:pt x="159301" y="195079"/>
                    <a:pt x="167564" y="203021"/>
                    <a:pt x="177560" y="202823"/>
                  </a:cubicBezTo>
                  <a:cubicBezTo>
                    <a:pt x="187555" y="202625"/>
                    <a:pt x="195497" y="194361"/>
                    <a:pt x="195298" y="184366"/>
                  </a:cubicBezTo>
                  <a:cubicBezTo>
                    <a:pt x="195298" y="183554"/>
                    <a:pt x="195314" y="182742"/>
                    <a:pt x="195346" y="181931"/>
                  </a:cubicBezTo>
                  <a:cubicBezTo>
                    <a:pt x="196688" y="147832"/>
                    <a:pt x="225419" y="121278"/>
                    <a:pt x="259518" y="122621"/>
                  </a:cubicBezTo>
                  <a:cubicBezTo>
                    <a:pt x="291546" y="124327"/>
                    <a:pt x="317133" y="149908"/>
                    <a:pt x="318847" y="181936"/>
                  </a:cubicBezTo>
                  <a:cubicBezTo>
                    <a:pt x="319877" y="205789"/>
                    <a:pt x="306996" y="228080"/>
                    <a:pt x="285815" y="239098"/>
                  </a:cubicBezTo>
                  <a:cubicBezTo>
                    <a:pt x="257301" y="253717"/>
                    <a:pt x="239266" y="282963"/>
                    <a:pt x="239006" y="315004"/>
                  </a:cubicBezTo>
                  <a:lnTo>
                    <a:pt x="239006" y="334596"/>
                  </a:lnTo>
                  <a:cubicBezTo>
                    <a:pt x="239001" y="334835"/>
                    <a:pt x="239001" y="335074"/>
                    <a:pt x="239006" y="335314"/>
                  </a:cubicBezTo>
                  <a:cubicBezTo>
                    <a:pt x="239205" y="345309"/>
                    <a:pt x="247468" y="353251"/>
                    <a:pt x="257464" y="353053"/>
                  </a:cubicBezTo>
                  <a:cubicBezTo>
                    <a:pt x="267460" y="352855"/>
                    <a:pt x="275402" y="344591"/>
                    <a:pt x="275203" y="334596"/>
                  </a:cubicBezTo>
                  <a:lnTo>
                    <a:pt x="275203" y="315004"/>
                  </a:lnTo>
                  <a:cubicBezTo>
                    <a:pt x="275477" y="296404"/>
                    <a:pt x="286059" y="279495"/>
                    <a:pt x="302670" y="271118"/>
                  </a:cubicBezTo>
                  <a:cubicBezTo>
                    <a:pt x="343356" y="249725"/>
                    <a:pt x="363715" y="202936"/>
                    <a:pt x="351638" y="158583"/>
                  </a:cubicBezTo>
                  <a:cubicBezTo>
                    <a:pt x="337412" y="106339"/>
                    <a:pt x="283526" y="75519"/>
                    <a:pt x="231281" y="89745"/>
                  </a:cubicBezTo>
                  <a:cubicBezTo>
                    <a:pt x="231107" y="89798"/>
                    <a:pt x="230932" y="89846"/>
                    <a:pt x="230755" y="89888"/>
                  </a:cubicBezTo>
                  <a:cubicBezTo>
                    <a:pt x="225969" y="91028"/>
                    <a:pt x="221165" y="88072"/>
                    <a:pt x="220025" y="83286"/>
                  </a:cubicBezTo>
                  <a:cubicBezTo>
                    <a:pt x="218885" y="78500"/>
                    <a:pt x="221841" y="73696"/>
                    <a:pt x="226627" y="72556"/>
                  </a:cubicBezTo>
                  <a:cubicBezTo>
                    <a:pt x="239708" y="69016"/>
                    <a:pt x="252965" y="67861"/>
                    <a:pt x="265888" y="68868"/>
                  </a:cubicBezTo>
                  <a:close/>
                  <a:moveTo>
                    <a:pt x="58895" y="0"/>
                  </a:moveTo>
                  <a:lnTo>
                    <a:pt x="455294" y="0"/>
                  </a:lnTo>
                  <a:cubicBezTo>
                    <a:pt x="487803" y="39"/>
                    <a:pt x="514146" y="26385"/>
                    <a:pt x="514182" y="58895"/>
                  </a:cubicBezTo>
                  <a:lnTo>
                    <a:pt x="514182" y="89083"/>
                  </a:lnTo>
                  <a:cubicBezTo>
                    <a:pt x="514182" y="94003"/>
                    <a:pt x="510193" y="97991"/>
                    <a:pt x="505273" y="97991"/>
                  </a:cubicBezTo>
                  <a:cubicBezTo>
                    <a:pt x="500353" y="97991"/>
                    <a:pt x="496365" y="94003"/>
                    <a:pt x="496365" y="89083"/>
                  </a:cubicBezTo>
                  <a:lnTo>
                    <a:pt x="496365" y="58895"/>
                  </a:lnTo>
                  <a:cubicBezTo>
                    <a:pt x="496341" y="36220"/>
                    <a:pt x="477968" y="17844"/>
                    <a:pt x="455294" y="17817"/>
                  </a:cubicBezTo>
                  <a:lnTo>
                    <a:pt x="58895" y="17817"/>
                  </a:lnTo>
                  <a:cubicBezTo>
                    <a:pt x="36218" y="17840"/>
                    <a:pt x="17840" y="36218"/>
                    <a:pt x="17817" y="58895"/>
                  </a:cubicBezTo>
                  <a:lnTo>
                    <a:pt x="17817" y="455287"/>
                  </a:lnTo>
                  <a:cubicBezTo>
                    <a:pt x="17840" y="477964"/>
                    <a:pt x="36218" y="496341"/>
                    <a:pt x="58895" y="496365"/>
                  </a:cubicBezTo>
                  <a:lnTo>
                    <a:pt x="69806" y="496365"/>
                  </a:lnTo>
                  <a:cubicBezTo>
                    <a:pt x="74725" y="496365"/>
                    <a:pt x="78714" y="500353"/>
                    <a:pt x="78714" y="505273"/>
                  </a:cubicBezTo>
                  <a:lnTo>
                    <a:pt x="78714" y="550413"/>
                  </a:lnTo>
                  <a:lnTo>
                    <a:pt x="130147" y="498980"/>
                  </a:lnTo>
                  <a:cubicBezTo>
                    <a:pt x="131818" y="497310"/>
                    <a:pt x="134084" y="496372"/>
                    <a:pt x="136447" y="496372"/>
                  </a:cubicBezTo>
                  <a:lnTo>
                    <a:pt x="455294" y="496372"/>
                  </a:lnTo>
                  <a:cubicBezTo>
                    <a:pt x="477968" y="496345"/>
                    <a:pt x="496341" y="477968"/>
                    <a:pt x="496365" y="455294"/>
                  </a:cubicBezTo>
                  <a:lnTo>
                    <a:pt x="496365" y="134515"/>
                  </a:lnTo>
                  <a:cubicBezTo>
                    <a:pt x="496365" y="129596"/>
                    <a:pt x="500353" y="125607"/>
                    <a:pt x="505273" y="125607"/>
                  </a:cubicBezTo>
                  <a:cubicBezTo>
                    <a:pt x="510193" y="125607"/>
                    <a:pt x="514182" y="129596"/>
                    <a:pt x="514182" y="134515"/>
                  </a:cubicBezTo>
                  <a:lnTo>
                    <a:pt x="514182" y="455294"/>
                  </a:lnTo>
                  <a:cubicBezTo>
                    <a:pt x="514146" y="487803"/>
                    <a:pt x="487803" y="514149"/>
                    <a:pt x="455294" y="514189"/>
                  </a:cubicBezTo>
                  <a:lnTo>
                    <a:pt x="140138" y="514189"/>
                  </a:lnTo>
                  <a:lnTo>
                    <a:pt x="76105" y="578215"/>
                  </a:lnTo>
                  <a:cubicBezTo>
                    <a:pt x="74434" y="579886"/>
                    <a:pt x="72167" y="580825"/>
                    <a:pt x="69804" y="580825"/>
                  </a:cubicBezTo>
                  <a:cubicBezTo>
                    <a:pt x="64884" y="580824"/>
                    <a:pt x="60896" y="576834"/>
                    <a:pt x="60897" y="571915"/>
                  </a:cubicBezTo>
                  <a:lnTo>
                    <a:pt x="60897" y="514189"/>
                  </a:lnTo>
                  <a:lnTo>
                    <a:pt x="58895" y="514189"/>
                  </a:lnTo>
                  <a:cubicBezTo>
                    <a:pt x="26383" y="514153"/>
                    <a:pt x="35" y="487806"/>
                    <a:pt x="0" y="455294"/>
                  </a:cubicBezTo>
                  <a:lnTo>
                    <a:pt x="0" y="58895"/>
                  </a:lnTo>
                  <a:cubicBezTo>
                    <a:pt x="35" y="26383"/>
                    <a:pt x="26383" y="35"/>
                    <a:pt x="58895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12" name="Group 239">
            <a:extLst>
              <a:ext uri="{FF2B5EF4-FFF2-40B4-BE49-F238E27FC236}">
                <a16:creationId xmlns:a16="http://schemas.microsoft.com/office/drawing/2014/main" id="{EA647CBC-7EC5-4B15-28B0-2C5266AECA98}"/>
              </a:ext>
            </a:extLst>
          </p:cNvPr>
          <p:cNvGrpSpPr/>
          <p:nvPr/>
        </p:nvGrpSpPr>
        <p:grpSpPr>
          <a:xfrm>
            <a:off x="7845539" y="4980435"/>
            <a:ext cx="573659" cy="580812"/>
            <a:chOff x="7845539" y="4980435"/>
            <a:chExt cx="573659" cy="580812"/>
          </a:xfrm>
          <a:noFill/>
        </p:grpSpPr>
        <p:sp>
          <p:nvSpPr>
            <p:cNvPr id="213" name="Freeform: Shape 187">
              <a:extLst>
                <a:ext uri="{FF2B5EF4-FFF2-40B4-BE49-F238E27FC236}">
                  <a16:creationId xmlns:a16="http://schemas.microsoft.com/office/drawing/2014/main" id="{BD87A0B1-B40D-0B0A-ADBC-F52BB41D09F6}"/>
                </a:ext>
              </a:extLst>
            </p:cNvPr>
            <p:cNvSpPr/>
            <p:nvPr/>
          </p:nvSpPr>
          <p:spPr>
            <a:xfrm>
              <a:off x="7854447" y="5152968"/>
              <a:ext cx="399434" cy="399370"/>
            </a:xfrm>
            <a:custGeom>
              <a:avLst/>
              <a:gdLst>
                <a:gd name="connsiteX0" fmla="*/ 199731 w 399434"/>
                <a:gd name="connsiteY0" fmla="*/ 115081 h 399370"/>
                <a:gd name="connsiteX1" fmla="*/ 115145 w 399434"/>
                <a:gd name="connsiteY1" fmla="*/ 199667 h 399370"/>
                <a:gd name="connsiteX2" fmla="*/ 199731 w 399434"/>
                <a:gd name="connsiteY2" fmla="*/ 284254 h 399370"/>
                <a:gd name="connsiteX3" fmla="*/ 284318 w 399434"/>
                <a:gd name="connsiteY3" fmla="*/ 199667 h 399370"/>
                <a:gd name="connsiteX4" fmla="*/ 199731 w 399434"/>
                <a:gd name="connsiteY4" fmla="*/ 115081 h 399370"/>
                <a:gd name="connsiteX5" fmla="*/ 165253 w 399434"/>
                <a:gd name="connsiteY5" fmla="*/ 0 h 399370"/>
                <a:gd name="connsiteX6" fmla="*/ 234246 w 399434"/>
                <a:gd name="connsiteY6" fmla="*/ 0 h 399370"/>
                <a:gd name="connsiteX7" fmla="*/ 234246 w 399434"/>
                <a:gd name="connsiteY7" fmla="*/ 44185 h 399370"/>
                <a:gd name="connsiteX8" fmla="*/ 253238 w 399434"/>
                <a:gd name="connsiteY8" fmla="*/ 52074 h 399370"/>
                <a:gd name="connsiteX9" fmla="*/ 264705 w 399434"/>
                <a:gd name="connsiteY9" fmla="*/ 79228 h 399370"/>
                <a:gd name="connsiteX10" fmla="*/ 296925 w 399434"/>
                <a:gd name="connsiteY10" fmla="*/ 65616 h 399370"/>
                <a:gd name="connsiteX11" fmla="*/ 327984 w 399434"/>
                <a:gd name="connsiteY11" fmla="*/ 96303 h 399370"/>
                <a:gd name="connsiteX12" fmla="*/ 314834 w 399434"/>
                <a:gd name="connsiteY12" fmla="*/ 128701 h 399370"/>
                <a:gd name="connsiteX13" fmla="*/ 345226 w 399434"/>
                <a:gd name="connsiteY13" fmla="*/ 141061 h 399370"/>
                <a:gd name="connsiteX14" fmla="*/ 355249 w 399434"/>
                <a:gd name="connsiteY14" fmla="*/ 165189 h 399370"/>
                <a:gd name="connsiteX15" fmla="*/ 399434 w 399434"/>
                <a:gd name="connsiteY15" fmla="*/ 165189 h 399370"/>
                <a:gd name="connsiteX16" fmla="*/ 399434 w 399434"/>
                <a:gd name="connsiteY16" fmla="*/ 234153 h 399370"/>
                <a:gd name="connsiteX17" fmla="*/ 355221 w 399434"/>
                <a:gd name="connsiteY17" fmla="*/ 234182 h 399370"/>
                <a:gd name="connsiteX18" fmla="*/ 334019 w 399434"/>
                <a:gd name="connsiteY18" fmla="*/ 285223 h 399370"/>
                <a:gd name="connsiteX19" fmla="*/ 365326 w 399434"/>
                <a:gd name="connsiteY19" fmla="*/ 316530 h 399370"/>
                <a:gd name="connsiteX20" fmla="*/ 316566 w 399434"/>
                <a:gd name="connsiteY20" fmla="*/ 365291 h 399370"/>
                <a:gd name="connsiteX21" fmla="*/ 285258 w 399434"/>
                <a:gd name="connsiteY21" fmla="*/ 333983 h 399370"/>
                <a:gd name="connsiteX22" fmla="*/ 234217 w 399434"/>
                <a:gd name="connsiteY22" fmla="*/ 355185 h 399370"/>
                <a:gd name="connsiteX23" fmla="*/ 234217 w 399434"/>
                <a:gd name="connsiteY23" fmla="*/ 399370 h 399370"/>
                <a:gd name="connsiteX24" fmla="*/ 165253 w 399434"/>
                <a:gd name="connsiteY24" fmla="*/ 399370 h 399370"/>
                <a:gd name="connsiteX25" fmla="*/ 165253 w 399434"/>
                <a:gd name="connsiteY25" fmla="*/ 355185 h 399370"/>
                <a:gd name="connsiteX26" fmla="*/ 114205 w 399434"/>
                <a:gd name="connsiteY26" fmla="*/ 333948 h 399370"/>
                <a:gd name="connsiteX27" fmla="*/ 82897 w 399434"/>
                <a:gd name="connsiteY27" fmla="*/ 365255 h 399370"/>
                <a:gd name="connsiteX28" fmla="*/ 34137 w 399434"/>
                <a:gd name="connsiteY28" fmla="*/ 316494 h 399370"/>
                <a:gd name="connsiteX29" fmla="*/ 65387 w 399434"/>
                <a:gd name="connsiteY29" fmla="*/ 285194 h 399370"/>
                <a:gd name="connsiteX30" fmla="*/ 44185 w 399434"/>
                <a:gd name="connsiteY30" fmla="*/ 234153 h 399370"/>
                <a:gd name="connsiteX31" fmla="*/ 0 w 399434"/>
                <a:gd name="connsiteY31" fmla="*/ 234153 h 399370"/>
                <a:gd name="connsiteX32" fmla="*/ 0 w 399434"/>
                <a:gd name="connsiteY32" fmla="*/ 165189 h 399370"/>
                <a:gd name="connsiteX33" fmla="*/ 44242 w 399434"/>
                <a:gd name="connsiteY33" fmla="*/ 165189 h 399370"/>
                <a:gd name="connsiteX34" fmla="*/ 65444 w 399434"/>
                <a:gd name="connsiteY34" fmla="*/ 114148 h 399370"/>
                <a:gd name="connsiteX35" fmla="*/ 34137 w 399434"/>
                <a:gd name="connsiteY35" fmla="*/ 82840 h 399370"/>
                <a:gd name="connsiteX36" fmla="*/ 82904 w 399434"/>
                <a:gd name="connsiteY36" fmla="*/ 34080 h 399370"/>
                <a:gd name="connsiteX37" fmla="*/ 114212 w 399434"/>
                <a:gd name="connsiteY37" fmla="*/ 65387 h 399370"/>
                <a:gd name="connsiteX38" fmla="*/ 165253 w 399434"/>
                <a:gd name="connsiteY38" fmla="*/ 44185 h 39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99434" h="399370">
                  <a:moveTo>
                    <a:pt x="199731" y="115081"/>
                  </a:moveTo>
                  <a:cubicBezTo>
                    <a:pt x="153016" y="115081"/>
                    <a:pt x="115145" y="152952"/>
                    <a:pt x="115145" y="199667"/>
                  </a:cubicBezTo>
                  <a:cubicBezTo>
                    <a:pt x="115145" y="246383"/>
                    <a:pt x="153016" y="284254"/>
                    <a:pt x="199731" y="284254"/>
                  </a:cubicBezTo>
                  <a:cubicBezTo>
                    <a:pt x="246447" y="284254"/>
                    <a:pt x="284318" y="246383"/>
                    <a:pt x="284318" y="199667"/>
                  </a:cubicBezTo>
                  <a:cubicBezTo>
                    <a:pt x="284318" y="152952"/>
                    <a:pt x="246447" y="115081"/>
                    <a:pt x="199731" y="115081"/>
                  </a:cubicBezTo>
                  <a:close/>
                  <a:moveTo>
                    <a:pt x="165253" y="0"/>
                  </a:moveTo>
                  <a:lnTo>
                    <a:pt x="234246" y="0"/>
                  </a:lnTo>
                  <a:lnTo>
                    <a:pt x="234246" y="44185"/>
                  </a:lnTo>
                  <a:lnTo>
                    <a:pt x="253238" y="52074"/>
                  </a:lnTo>
                  <a:lnTo>
                    <a:pt x="264705" y="79228"/>
                  </a:lnTo>
                  <a:lnTo>
                    <a:pt x="296925" y="65616"/>
                  </a:lnTo>
                  <a:cubicBezTo>
                    <a:pt x="305397" y="77588"/>
                    <a:pt x="315910" y="87975"/>
                    <a:pt x="327984" y="96303"/>
                  </a:cubicBezTo>
                  <a:lnTo>
                    <a:pt x="314834" y="128701"/>
                  </a:lnTo>
                  <a:lnTo>
                    <a:pt x="345226" y="141061"/>
                  </a:lnTo>
                  <a:lnTo>
                    <a:pt x="355249" y="165189"/>
                  </a:lnTo>
                  <a:lnTo>
                    <a:pt x="399434" y="165189"/>
                  </a:lnTo>
                  <a:lnTo>
                    <a:pt x="399434" y="234153"/>
                  </a:lnTo>
                  <a:lnTo>
                    <a:pt x="355221" y="234182"/>
                  </a:lnTo>
                  <a:cubicBezTo>
                    <a:pt x="351203" y="252308"/>
                    <a:pt x="344026" y="269585"/>
                    <a:pt x="334019" y="285223"/>
                  </a:cubicBezTo>
                  <a:lnTo>
                    <a:pt x="365326" y="316530"/>
                  </a:lnTo>
                  <a:lnTo>
                    <a:pt x="316566" y="365291"/>
                  </a:lnTo>
                  <a:lnTo>
                    <a:pt x="285258" y="333983"/>
                  </a:lnTo>
                  <a:cubicBezTo>
                    <a:pt x="269620" y="343991"/>
                    <a:pt x="252343" y="351167"/>
                    <a:pt x="234217" y="355185"/>
                  </a:cubicBezTo>
                  <a:lnTo>
                    <a:pt x="234217" y="399370"/>
                  </a:lnTo>
                  <a:lnTo>
                    <a:pt x="165253" y="399370"/>
                  </a:lnTo>
                  <a:lnTo>
                    <a:pt x="165253" y="355185"/>
                  </a:lnTo>
                  <a:cubicBezTo>
                    <a:pt x="147122" y="351157"/>
                    <a:pt x="129842" y="343968"/>
                    <a:pt x="114205" y="333948"/>
                  </a:cubicBezTo>
                  <a:lnTo>
                    <a:pt x="82897" y="365255"/>
                  </a:lnTo>
                  <a:lnTo>
                    <a:pt x="34137" y="316494"/>
                  </a:lnTo>
                  <a:lnTo>
                    <a:pt x="65387" y="285194"/>
                  </a:lnTo>
                  <a:cubicBezTo>
                    <a:pt x="55380" y="269556"/>
                    <a:pt x="48203" y="252279"/>
                    <a:pt x="44185" y="234153"/>
                  </a:cubicBezTo>
                  <a:lnTo>
                    <a:pt x="0" y="234153"/>
                  </a:lnTo>
                  <a:lnTo>
                    <a:pt x="0" y="165189"/>
                  </a:lnTo>
                  <a:lnTo>
                    <a:pt x="44242" y="165189"/>
                  </a:lnTo>
                  <a:cubicBezTo>
                    <a:pt x="48260" y="147063"/>
                    <a:pt x="55437" y="129785"/>
                    <a:pt x="65444" y="114148"/>
                  </a:cubicBezTo>
                  <a:lnTo>
                    <a:pt x="34137" y="82840"/>
                  </a:lnTo>
                  <a:lnTo>
                    <a:pt x="82904" y="34080"/>
                  </a:lnTo>
                  <a:lnTo>
                    <a:pt x="114212" y="65387"/>
                  </a:lnTo>
                  <a:cubicBezTo>
                    <a:pt x="129850" y="55380"/>
                    <a:pt x="147127" y="48203"/>
                    <a:pt x="165253" y="44185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" name="Freeform: Shape 188">
              <a:extLst>
                <a:ext uri="{FF2B5EF4-FFF2-40B4-BE49-F238E27FC236}">
                  <a16:creationId xmlns:a16="http://schemas.microsoft.com/office/drawing/2014/main" id="{F251917B-9182-C5E8-806E-386C4E1835BC}"/>
                </a:ext>
              </a:extLst>
            </p:cNvPr>
            <p:cNvSpPr/>
            <p:nvPr/>
          </p:nvSpPr>
          <p:spPr>
            <a:xfrm>
              <a:off x="7845539" y="4980435"/>
              <a:ext cx="573659" cy="580812"/>
            </a:xfrm>
            <a:custGeom>
              <a:avLst/>
              <a:gdLst>
                <a:gd name="connsiteX0" fmla="*/ 208640 w 573659"/>
                <a:gd name="connsiteY0" fmla="*/ 296522 h 580812"/>
                <a:gd name="connsiteX1" fmla="*/ 132962 w 573659"/>
                <a:gd name="connsiteY1" fmla="*/ 372201 h 580812"/>
                <a:gd name="connsiteX2" fmla="*/ 208640 w 573659"/>
                <a:gd name="connsiteY2" fmla="*/ 447878 h 580812"/>
                <a:gd name="connsiteX3" fmla="*/ 284318 w 573659"/>
                <a:gd name="connsiteY3" fmla="*/ 372201 h 580812"/>
                <a:gd name="connsiteX4" fmla="*/ 208640 w 573659"/>
                <a:gd name="connsiteY4" fmla="*/ 296522 h 580812"/>
                <a:gd name="connsiteX5" fmla="*/ 208640 w 573659"/>
                <a:gd name="connsiteY5" fmla="*/ 278705 h 580812"/>
                <a:gd name="connsiteX6" fmla="*/ 302135 w 573659"/>
                <a:gd name="connsiteY6" fmla="*/ 372201 h 580812"/>
                <a:gd name="connsiteX7" fmla="*/ 208640 w 573659"/>
                <a:gd name="connsiteY7" fmla="*/ 465695 h 580812"/>
                <a:gd name="connsiteX8" fmla="*/ 115145 w 573659"/>
                <a:gd name="connsiteY8" fmla="*/ 372201 h 580812"/>
                <a:gd name="connsiteX9" fmla="*/ 208640 w 573659"/>
                <a:gd name="connsiteY9" fmla="*/ 278705 h 580812"/>
                <a:gd name="connsiteX10" fmla="*/ 174154 w 573659"/>
                <a:gd name="connsiteY10" fmla="*/ 163588 h 580812"/>
                <a:gd name="connsiteX11" fmla="*/ 243126 w 573659"/>
                <a:gd name="connsiteY11" fmla="*/ 163588 h 580812"/>
                <a:gd name="connsiteX12" fmla="*/ 252034 w 573659"/>
                <a:gd name="connsiteY12" fmla="*/ 172496 h 580812"/>
                <a:gd name="connsiteX13" fmla="*/ 243126 w 573659"/>
                <a:gd name="connsiteY13" fmla="*/ 181405 h 580812"/>
                <a:gd name="connsiteX14" fmla="*/ 183069 w 573659"/>
                <a:gd name="connsiteY14" fmla="*/ 181405 h 580812"/>
                <a:gd name="connsiteX15" fmla="*/ 183069 w 573659"/>
                <a:gd name="connsiteY15" fmla="*/ 216717 h 580812"/>
                <a:gd name="connsiteX16" fmla="*/ 176085 w 573659"/>
                <a:gd name="connsiteY16" fmla="*/ 225419 h 580812"/>
                <a:gd name="connsiteX17" fmla="*/ 127916 w 573659"/>
                <a:gd name="connsiteY17" fmla="*/ 245430 h 580812"/>
                <a:gd name="connsiteX18" fmla="*/ 116827 w 573659"/>
                <a:gd name="connsiteY18" fmla="*/ 244219 h 580812"/>
                <a:gd name="connsiteX19" fmla="*/ 91820 w 573659"/>
                <a:gd name="connsiteY19" fmla="*/ 219211 h 580812"/>
                <a:gd name="connsiteX20" fmla="*/ 55652 w 573659"/>
                <a:gd name="connsiteY20" fmla="*/ 255379 h 580812"/>
                <a:gd name="connsiteX21" fmla="*/ 80659 w 573659"/>
                <a:gd name="connsiteY21" fmla="*/ 280388 h 580812"/>
                <a:gd name="connsiteX22" fmla="*/ 81871 w 573659"/>
                <a:gd name="connsiteY22" fmla="*/ 291477 h 580812"/>
                <a:gd name="connsiteX23" fmla="*/ 61859 w 573659"/>
                <a:gd name="connsiteY23" fmla="*/ 339646 h 580812"/>
                <a:gd name="connsiteX24" fmla="*/ 53158 w 573659"/>
                <a:gd name="connsiteY24" fmla="*/ 346630 h 580812"/>
                <a:gd name="connsiteX25" fmla="*/ 17845 w 573659"/>
                <a:gd name="connsiteY25" fmla="*/ 346630 h 580812"/>
                <a:gd name="connsiteX26" fmla="*/ 17845 w 573659"/>
                <a:gd name="connsiteY26" fmla="*/ 397771 h 580812"/>
                <a:gd name="connsiteX27" fmla="*/ 53172 w 573659"/>
                <a:gd name="connsiteY27" fmla="*/ 397771 h 580812"/>
                <a:gd name="connsiteX28" fmla="*/ 61874 w 573659"/>
                <a:gd name="connsiteY28" fmla="*/ 404755 h 580812"/>
                <a:gd name="connsiteX29" fmla="*/ 81885 w 573659"/>
                <a:gd name="connsiteY29" fmla="*/ 452924 h 580812"/>
                <a:gd name="connsiteX30" fmla="*/ 80674 w 573659"/>
                <a:gd name="connsiteY30" fmla="*/ 464013 h 580812"/>
                <a:gd name="connsiteX31" fmla="*/ 55659 w 573659"/>
                <a:gd name="connsiteY31" fmla="*/ 489027 h 580812"/>
                <a:gd name="connsiteX32" fmla="*/ 91827 w 573659"/>
                <a:gd name="connsiteY32" fmla="*/ 525195 h 580812"/>
                <a:gd name="connsiteX33" fmla="*/ 116834 w 573659"/>
                <a:gd name="connsiteY33" fmla="*/ 500188 h 580812"/>
                <a:gd name="connsiteX34" fmla="*/ 127923 w 573659"/>
                <a:gd name="connsiteY34" fmla="*/ 498976 h 580812"/>
                <a:gd name="connsiteX35" fmla="*/ 176078 w 573659"/>
                <a:gd name="connsiteY35" fmla="*/ 519016 h 580812"/>
                <a:gd name="connsiteX36" fmla="*/ 183062 w 573659"/>
                <a:gd name="connsiteY36" fmla="*/ 527718 h 580812"/>
                <a:gd name="connsiteX37" fmla="*/ 183062 w 573659"/>
                <a:gd name="connsiteY37" fmla="*/ 563002 h 580812"/>
                <a:gd name="connsiteX38" fmla="*/ 234217 w 573659"/>
                <a:gd name="connsiteY38" fmla="*/ 563002 h 580812"/>
                <a:gd name="connsiteX39" fmla="*/ 234217 w 573659"/>
                <a:gd name="connsiteY39" fmla="*/ 527689 h 580812"/>
                <a:gd name="connsiteX40" fmla="*/ 241201 w 573659"/>
                <a:gd name="connsiteY40" fmla="*/ 518988 h 580812"/>
                <a:gd name="connsiteX41" fmla="*/ 289370 w 573659"/>
                <a:gd name="connsiteY41" fmla="*/ 498976 h 580812"/>
                <a:gd name="connsiteX42" fmla="*/ 300460 w 573659"/>
                <a:gd name="connsiteY42" fmla="*/ 500188 h 580812"/>
                <a:gd name="connsiteX43" fmla="*/ 325468 w 573659"/>
                <a:gd name="connsiteY43" fmla="*/ 525202 h 580812"/>
                <a:gd name="connsiteX44" fmla="*/ 361636 w 573659"/>
                <a:gd name="connsiteY44" fmla="*/ 489035 h 580812"/>
                <a:gd name="connsiteX45" fmla="*/ 336621 w 573659"/>
                <a:gd name="connsiteY45" fmla="*/ 464020 h 580812"/>
                <a:gd name="connsiteX46" fmla="*/ 335410 w 573659"/>
                <a:gd name="connsiteY46" fmla="*/ 452931 h 580812"/>
                <a:gd name="connsiteX47" fmla="*/ 355421 w 573659"/>
                <a:gd name="connsiteY47" fmla="*/ 404762 h 580812"/>
                <a:gd name="connsiteX48" fmla="*/ 364123 w 573659"/>
                <a:gd name="connsiteY48" fmla="*/ 397778 h 580812"/>
                <a:gd name="connsiteX49" fmla="*/ 399435 w 573659"/>
                <a:gd name="connsiteY49" fmla="*/ 397778 h 580812"/>
                <a:gd name="connsiteX50" fmla="*/ 399435 w 573659"/>
                <a:gd name="connsiteY50" fmla="*/ 337722 h 580812"/>
                <a:gd name="connsiteX51" fmla="*/ 408344 w 573659"/>
                <a:gd name="connsiteY51" fmla="*/ 328813 h 580812"/>
                <a:gd name="connsiteX52" fmla="*/ 417245 w 573659"/>
                <a:gd name="connsiteY52" fmla="*/ 337722 h 580812"/>
                <a:gd name="connsiteX53" fmla="*/ 417245 w 573659"/>
                <a:gd name="connsiteY53" fmla="*/ 406686 h 580812"/>
                <a:gd name="connsiteX54" fmla="*/ 408337 w 573659"/>
                <a:gd name="connsiteY54" fmla="*/ 415594 h 580812"/>
                <a:gd name="connsiteX55" fmla="*/ 371114 w 573659"/>
                <a:gd name="connsiteY55" fmla="*/ 415594 h 580812"/>
                <a:gd name="connsiteX56" fmla="*/ 354167 w 573659"/>
                <a:gd name="connsiteY56" fmla="*/ 456380 h 580812"/>
                <a:gd name="connsiteX57" fmla="*/ 380536 w 573659"/>
                <a:gd name="connsiteY57" fmla="*/ 482749 h 580812"/>
                <a:gd name="connsiteX58" fmla="*/ 380537 w 573659"/>
                <a:gd name="connsiteY58" fmla="*/ 482751 h 580812"/>
                <a:gd name="connsiteX59" fmla="*/ 380536 w 573659"/>
                <a:gd name="connsiteY59" fmla="*/ 495349 h 580812"/>
                <a:gd name="connsiteX60" fmla="*/ 331768 w 573659"/>
                <a:gd name="connsiteY60" fmla="*/ 544109 h 580812"/>
                <a:gd name="connsiteX61" fmla="*/ 319175 w 573659"/>
                <a:gd name="connsiteY61" fmla="*/ 544109 h 580812"/>
                <a:gd name="connsiteX62" fmla="*/ 292805 w 573659"/>
                <a:gd name="connsiteY62" fmla="*/ 517741 h 580812"/>
                <a:gd name="connsiteX63" fmla="*/ 252041 w 573659"/>
                <a:gd name="connsiteY63" fmla="*/ 534681 h 580812"/>
                <a:gd name="connsiteX64" fmla="*/ 252041 w 573659"/>
                <a:gd name="connsiteY64" fmla="*/ 571903 h 580812"/>
                <a:gd name="connsiteX65" fmla="*/ 243133 w 573659"/>
                <a:gd name="connsiteY65" fmla="*/ 580812 h 580812"/>
                <a:gd name="connsiteX66" fmla="*/ 174168 w 573659"/>
                <a:gd name="connsiteY66" fmla="*/ 580812 h 580812"/>
                <a:gd name="connsiteX67" fmla="*/ 165260 w 573659"/>
                <a:gd name="connsiteY67" fmla="*/ 571903 h 580812"/>
                <a:gd name="connsiteX68" fmla="*/ 165260 w 573659"/>
                <a:gd name="connsiteY68" fmla="*/ 534681 h 580812"/>
                <a:gd name="connsiteX69" fmla="*/ 124481 w 573659"/>
                <a:gd name="connsiteY69" fmla="*/ 517741 h 580812"/>
                <a:gd name="connsiteX70" fmla="*/ 98113 w 573659"/>
                <a:gd name="connsiteY70" fmla="*/ 544109 h 580812"/>
                <a:gd name="connsiteX71" fmla="*/ 98111 w 573659"/>
                <a:gd name="connsiteY71" fmla="*/ 544111 h 580812"/>
                <a:gd name="connsiteX72" fmla="*/ 85513 w 573659"/>
                <a:gd name="connsiteY72" fmla="*/ 544109 h 580812"/>
                <a:gd name="connsiteX73" fmla="*/ 36702 w 573659"/>
                <a:gd name="connsiteY73" fmla="*/ 495342 h 580812"/>
                <a:gd name="connsiteX74" fmla="*/ 36690 w 573659"/>
                <a:gd name="connsiteY74" fmla="*/ 495330 h 580812"/>
                <a:gd name="connsiteX75" fmla="*/ 36702 w 573659"/>
                <a:gd name="connsiteY75" fmla="*/ 482742 h 580812"/>
                <a:gd name="connsiteX76" fmla="*/ 63071 w 573659"/>
                <a:gd name="connsiteY76" fmla="*/ 456373 h 580812"/>
                <a:gd name="connsiteX77" fmla="*/ 46131 w 573659"/>
                <a:gd name="connsiteY77" fmla="*/ 415587 h 580812"/>
                <a:gd name="connsiteX78" fmla="*/ 8908 w 573659"/>
                <a:gd name="connsiteY78" fmla="*/ 415587 h 580812"/>
                <a:gd name="connsiteX79" fmla="*/ 0 w 573659"/>
                <a:gd name="connsiteY79" fmla="*/ 406686 h 580812"/>
                <a:gd name="connsiteX80" fmla="*/ 0 w 573659"/>
                <a:gd name="connsiteY80" fmla="*/ 337722 h 580812"/>
                <a:gd name="connsiteX81" fmla="*/ 8908 w 573659"/>
                <a:gd name="connsiteY81" fmla="*/ 328813 h 580812"/>
                <a:gd name="connsiteX82" fmla="*/ 46166 w 573659"/>
                <a:gd name="connsiteY82" fmla="*/ 328813 h 580812"/>
                <a:gd name="connsiteX83" fmla="*/ 63114 w 573659"/>
                <a:gd name="connsiteY83" fmla="*/ 288035 h 580812"/>
                <a:gd name="connsiteX84" fmla="*/ 36745 w 573659"/>
                <a:gd name="connsiteY84" fmla="*/ 261665 h 580812"/>
                <a:gd name="connsiteX85" fmla="*/ 36733 w 573659"/>
                <a:gd name="connsiteY85" fmla="*/ 261653 h 580812"/>
                <a:gd name="connsiteX86" fmla="*/ 36745 w 573659"/>
                <a:gd name="connsiteY86" fmla="*/ 249065 h 580812"/>
                <a:gd name="connsiteX87" fmla="*/ 85491 w 573659"/>
                <a:gd name="connsiteY87" fmla="*/ 200297 h 580812"/>
                <a:gd name="connsiteX88" fmla="*/ 85493 w 573659"/>
                <a:gd name="connsiteY88" fmla="*/ 200296 h 580812"/>
                <a:gd name="connsiteX89" fmla="*/ 98091 w 573659"/>
                <a:gd name="connsiteY89" fmla="*/ 200297 h 580812"/>
                <a:gd name="connsiteX90" fmla="*/ 124460 w 573659"/>
                <a:gd name="connsiteY90" fmla="*/ 226666 h 580812"/>
                <a:gd name="connsiteX91" fmla="*/ 165246 w 573659"/>
                <a:gd name="connsiteY91" fmla="*/ 209719 h 580812"/>
                <a:gd name="connsiteX92" fmla="*/ 165246 w 573659"/>
                <a:gd name="connsiteY92" fmla="*/ 172496 h 580812"/>
                <a:gd name="connsiteX93" fmla="*/ 174154 w 573659"/>
                <a:gd name="connsiteY93" fmla="*/ 163588 h 580812"/>
                <a:gd name="connsiteX94" fmla="*/ 384426 w 573659"/>
                <a:gd name="connsiteY94" fmla="*/ 93433 h 580812"/>
                <a:gd name="connsiteX95" fmla="*/ 395694 w 573659"/>
                <a:gd name="connsiteY95" fmla="*/ 99070 h 580812"/>
                <a:gd name="connsiteX96" fmla="*/ 390056 w 573659"/>
                <a:gd name="connsiteY96" fmla="*/ 110337 h 580812"/>
                <a:gd name="connsiteX97" fmla="*/ 354678 w 573659"/>
                <a:gd name="connsiteY97" fmla="*/ 143498 h 580812"/>
                <a:gd name="connsiteX98" fmla="*/ 386541 w 573659"/>
                <a:gd name="connsiteY98" fmla="*/ 218955 h 580812"/>
                <a:gd name="connsiteX99" fmla="*/ 461999 w 573659"/>
                <a:gd name="connsiteY99" fmla="*/ 187093 h 580812"/>
                <a:gd name="connsiteX100" fmla="*/ 430137 w 573659"/>
                <a:gd name="connsiteY100" fmla="*/ 111634 h 580812"/>
                <a:gd name="connsiteX101" fmla="*/ 425333 w 573659"/>
                <a:gd name="connsiteY101" fmla="*/ 100266 h 580812"/>
                <a:gd name="connsiteX102" fmla="*/ 436836 w 573659"/>
                <a:gd name="connsiteY102" fmla="*/ 95129 h 580812"/>
                <a:gd name="connsiteX103" fmla="*/ 436836 w 573659"/>
                <a:gd name="connsiteY103" fmla="*/ 95122 h 580812"/>
                <a:gd name="connsiteX104" fmla="*/ 480202 w 573659"/>
                <a:gd name="connsiteY104" fmla="*/ 141377 h 580812"/>
                <a:gd name="connsiteX105" fmla="*/ 432258 w 573659"/>
                <a:gd name="connsiteY105" fmla="*/ 237153 h 580812"/>
                <a:gd name="connsiteX106" fmla="*/ 336482 w 573659"/>
                <a:gd name="connsiteY106" fmla="*/ 189209 h 580812"/>
                <a:gd name="connsiteX107" fmla="*/ 384426 w 573659"/>
                <a:gd name="connsiteY107" fmla="*/ 93433 h 580812"/>
                <a:gd name="connsiteX108" fmla="*/ 447348 w 573659"/>
                <a:gd name="connsiteY108" fmla="*/ 20520 h 580812"/>
                <a:gd name="connsiteX109" fmla="*/ 437556 w 573659"/>
                <a:gd name="connsiteY109" fmla="*/ 44630 h 580812"/>
                <a:gd name="connsiteX110" fmla="*/ 427807 w 573659"/>
                <a:gd name="connsiteY110" fmla="*/ 50060 h 580812"/>
                <a:gd name="connsiteX111" fmla="*/ 387263 w 573659"/>
                <a:gd name="connsiteY111" fmla="*/ 50381 h 580812"/>
                <a:gd name="connsiteX112" fmla="*/ 377443 w 573659"/>
                <a:gd name="connsiteY112" fmla="*/ 45086 h 580812"/>
                <a:gd name="connsiteX113" fmla="*/ 367302 w 573659"/>
                <a:gd name="connsiteY113" fmla="*/ 21069 h 580812"/>
                <a:gd name="connsiteX114" fmla="*/ 333529 w 573659"/>
                <a:gd name="connsiteY114" fmla="*/ 35322 h 580812"/>
                <a:gd name="connsiteX115" fmla="*/ 343670 w 573659"/>
                <a:gd name="connsiteY115" fmla="*/ 59339 h 580812"/>
                <a:gd name="connsiteX116" fmla="*/ 340620 w 573659"/>
                <a:gd name="connsiteY116" fmla="*/ 70072 h 580812"/>
                <a:gd name="connsiteX117" fmla="*/ 312112 w 573659"/>
                <a:gd name="connsiteY117" fmla="*/ 98915 h 580812"/>
                <a:gd name="connsiteX118" fmla="*/ 301422 w 573659"/>
                <a:gd name="connsiteY118" fmla="*/ 102114 h 580812"/>
                <a:gd name="connsiteX119" fmla="*/ 277313 w 573659"/>
                <a:gd name="connsiteY119" fmla="*/ 92314 h 580812"/>
                <a:gd name="connsiteX120" fmla="*/ 263515 w 573659"/>
                <a:gd name="connsiteY120" fmla="*/ 126288 h 580812"/>
                <a:gd name="connsiteX121" fmla="*/ 287625 w 573659"/>
                <a:gd name="connsiteY121" fmla="*/ 136080 h 580812"/>
                <a:gd name="connsiteX122" fmla="*/ 293055 w 573659"/>
                <a:gd name="connsiteY122" fmla="*/ 145829 h 580812"/>
                <a:gd name="connsiteX123" fmla="*/ 293383 w 573659"/>
                <a:gd name="connsiteY123" fmla="*/ 186380 h 580812"/>
                <a:gd name="connsiteX124" fmla="*/ 288088 w 573659"/>
                <a:gd name="connsiteY124" fmla="*/ 196200 h 580812"/>
                <a:gd name="connsiteX125" fmla="*/ 264071 w 573659"/>
                <a:gd name="connsiteY125" fmla="*/ 206342 h 580812"/>
                <a:gd name="connsiteX126" fmla="*/ 278325 w 573659"/>
                <a:gd name="connsiteY126" fmla="*/ 240115 h 580812"/>
                <a:gd name="connsiteX127" fmla="*/ 302341 w 573659"/>
                <a:gd name="connsiteY127" fmla="*/ 229974 h 580812"/>
                <a:gd name="connsiteX128" fmla="*/ 313074 w 573659"/>
                <a:gd name="connsiteY128" fmla="*/ 233024 h 580812"/>
                <a:gd name="connsiteX129" fmla="*/ 341917 w 573659"/>
                <a:gd name="connsiteY129" fmla="*/ 261530 h 580812"/>
                <a:gd name="connsiteX130" fmla="*/ 345116 w 573659"/>
                <a:gd name="connsiteY130" fmla="*/ 272220 h 580812"/>
                <a:gd name="connsiteX131" fmla="*/ 335324 w 573659"/>
                <a:gd name="connsiteY131" fmla="*/ 296330 h 580812"/>
                <a:gd name="connsiteX132" fmla="*/ 369290 w 573659"/>
                <a:gd name="connsiteY132" fmla="*/ 310127 h 580812"/>
                <a:gd name="connsiteX133" fmla="*/ 379082 w 573659"/>
                <a:gd name="connsiteY133" fmla="*/ 286018 h 580812"/>
                <a:gd name="connsiteX134" fmla="*/ 388831 w 573659"/>
                <a:gd name="connsiteY134" fmla="*/ 280587 h 580812"/>
                <a:gd name="connsiteX135" fmla="*/ 429382 w 573659"/>
                <a:gd name="connsiteY135" fmla="*/ 280259 h 580812"/>
                <a:gd name="connsiteX136" fmla="*/ 439224 w 573659"/>
                <a:gd name="connsiteY136" fmla="*/ 285547 h 580812"/>
                <a:gd name="connsiteX137" fmla="*/ 449365 w 573659"/>
                <a:gd name="connsiteY137" fmla="*/ 309564 h 580812"/>
                <a:gd name="connsiteX138" fmla="*/ 483138 w 573659"/>
                <a:gd name="connsiteY138" fmla="*/ 295311 h 580812"/>
                <a:gd name="connsiteX139" fmla="*/ 472997 w 573659"/>
                <a:gd name="connsiteY139" fmla="*/ 271294 h 580812"/>
                <a:gd name="connsiteX140" fmla="*/ 476047 w 573659"/>
                <a:gd name="connsiteY140" fmla="*/ 260561 h 580812"/>
                <a:gd name="connsiteX141" fmla="*/ 504554 w 573659"/>
                <a:gd name="connsiteY141" fmla="*/ 231720 h 580812"/>
                <a:gd name="connsiteX142" fmla="*/ 515244 w 573659"/>
                <a:gd name="connsiteY142" fmla="*/ 228520 h 580812"/>
                <a:gd name="connsiteX143" fmla="*/ 539353 w 573659"/>
                <a:gd name="connsiteY143" fmla="*/ 238312 h 580812"/>
                <a:gd name="connsiteX144" fmla="*/ 553122 w 573659"/>
                <a:gd name="connsiteY144" fmla="*/ 204360 h 580812"/>
                <a:gd name="connsiteX145" fmla="*/ 529013 w 573659"/>
                <a:gd name="connsiteY145" fmla="*/ 194568 h 580812"/>
                <a:gd name="connsiteX146" fmla="*/ 523582 w 573659"/>
                <a:gd name="connsiteY146" fmla="*/ 184819 h 580812"/>
                <a:gd name="connsiteX147" fmla="*/ 523261 w 573659"/>
                <a:gd name="connsiteY147" fmla="*/ 144269 h 580812"/>
                <a:gd name="connsiteX148" fmla="*/ 528556 w 573659"/>
                <a:gd name="connsiteY148" fmla="*/ 134448 h 580812"/>
                <a:gd name="connsiteX149" fmla="*/ 552573 w 573659"/>
                <a:gd name="connsiteY149" fmla="*/ 124307 h 580812"/>
                <a:gd name="connsiteX150" fmla="*/ 538320 w 573659"/>
                <a:gd name="connsiteY150" fmla="*/ 90533 h 580812"/>
                <a:gd name="connsiteX151" fmla="*/ 514303 w 573659"/>
                <a:gd name="connsiteY151" fmla="*/ 100675 h 580812"/>
                <a:gd name="connsiteX152" fmla="*/ 503570 w 573659"/>
                <a:gd name="connsiteY152" fmla="*/ 97625 h 580812"/>
                <a:gd name="connsiteX153" fmla="*/ 474729 w 573659"/>
                <a:gd name="connsiteY153" fmla="*/ 69117 h 580812"/>
                <a:gd name="connsiteX154" fmla="*/ 471529 w 573659"/>
                <a:gd name="connsiteY154" fmla="*/ 58427 h 580812"/>
                <a:gd name="connsiteX155" fmla="*/ 481321 w 573659"/>
                <a:gd name="connsiteY155" fmla="*/ 34318 h 580812"/>
                <a:gd name="connsiteX156" fmla="*/ 445816 w 573659"/>
                <a:gd name="connsiteY156" fmla="*/ 651 h 580812"/>
                <a:gd name="connsiteX157" fmla="*/ 496294 w 573659"/>
                <a:gd name="connsiteY157" fmla="*/ 21148 h 580812"/>
                <a:gd name="connsiteX158" fmla="*/ 501197 w 573659"/>
                <a:gd name="connsiteY158" fmla="*/ 32750 h 580812"/>
                <a:gd name="connsiteX159" fmla="*/ 490671 w 573659"/>
                <a:gd name="connsiteY159" fmla="*/ 58669 h 580812"/>
                <a:gd name="connsiteX160" fmla="*/ 513804 w 573659"/>
                <a:gd name="connsiteY160" fmla="*/ 81517 h 580812"/>
                <a:gd name="connsiteX161" fmla="*/ 539617 w 573659"/>
                <a:gd name="connsiteY161" fmla="*/ 70621 h 580812"/>
                <a:gd name="connsiteX162" fmla="*/ 539618 w 573659"/>
                <a:gd name="connsiteY162" fmla="*/ 70620 h 580812"/>
                <a:gd name="connsiteX163" fmla="*/ 551290 w 573659"/>
                <a:gd name="connsiteY163" fmla="*/ 75360 h 580812"/>
                <a:gd name="connsiteX164" fmla="*/ 572485 w 573659"/>
                <a:gd name="connsiteY164" fmla="*/ 125547 h 580812"/>
                <a:gd name="connsiteX165" fmla="*/ 572485 w 573659"/>
                <a:gd name="connsiteY165" fmla="*/ 125548 h 580812"/>
                <a:gd name="connsiteX166" fmla="*/ 567746 w 573659"/>
                <a:gd name="connsiteY166" fmla="*/ 137220 h 580812"/>
                <a:gd name="connsiteX167" fmla="*/ 541933 w 573659"/>
                <a:gd name="connsiteY167" fmla="*/ 148124 h 580812"/>
                <a:gd name="connsiteX168" fmla="*/ 542197 w 573659"/>
                <a:gd name="connsiteY168" fmla="*/ 180650 h 580812"/>
                <a:gd name="connsiteX169" fmla="*/ 568109 w 573659"/>
                <a:gd name="connsiteY169" fmla="*/ 191190 h 580812"/>
                <a:gd name="connsiteX170" fmla="*/ 572963 w 573659"/>
                <a:gd name="connsiteY170" fmla="*/ 195980 h 580812"/>
                <a:gd name="connsiteX171" fmla="*/ 573005 w 573659"/>
                <a:gd name="connsiteY171" fmla="*/ 202785 h 580812"/>
                <a:gd name="connsiteX172" fmla="*/ 552509 w 573659"/>
                <a:gd name="connsiteY172" fmla="*/ 253264 h 580812"/>
                <a:gd name="connsiteX173" fmla="*/ 552505 w 573659"/>
                <a:gd name="connsiteY173" fmla="*/ 253273 h 580812"/>
                <a:gd name="connsiteX174" fmla="*/ 540907 w 573659"/>
                <a:gd name="connsiteY174" fmla="*/ 258167 h 580812"/>
                <a:gd name="connsiteX175" fmla="*/ 514987 w 573659"/>
                <a:gd name="connsiteY175" fmla="*/ 247641 h 580812"/>
                <a:gd name="connsiteX176" fmla="*/ 492096 w 573659"/>
                <a:gd name="connsiteY176" fmla="*/ 270774 h 580812"/>
                <a:gd name="connsiteX177" fmla="*/ 503029 w 573659"/>
                <a:gd name="connsiteY177" fmla="*/ 296579 h 580812"/>
                <a:gd name="connsiteX178" fmla="*/ 503029 w 573659"/>
                <a:gd name="connsiteY178" fmla="*/ 296580 h 580812"/>
                <a:gd name="connsiteX179" fmla="*/ 498290 w 573659"/>
                <a:gd name="connsiteY179" fmla="*/ 308253 h 580812"/>
                <a:gd name="connsiteX180" fmla="*/ 448104 w 573659"/>
                <a:gd name="connsiteY180" fmla="*/ 329447 h 580812"/>
                <a:gd name="connsiteX181" fmla="*/ 448090 w 573659"/>
                <a:gd name="connsiteY181" fmla="*/ 329453 h 580812"/>
                <a:gd name="connsiteX182" fmla="*/ 436430 w 573659"/>
                <a:gd name="connsiteY182" fmla="*/ 324708 h 580812"/>
                <a:gd name="connsiteX183" fmla="*/ 425526 w 573659"/>
                <a:gd name="connsiteY183" fmla="*/ 298895 h 580812"/>
                <a:gd name="connsiteX184" fmla="*/ 393000 w 573659"/>
                <a:gd name="connsiteY184" fmla="*/ 299159 h 580812"/>
                <a:gd name="connsiteX185" fmla="*/ 382474 w 573659"/>
                <a:gd name="connsiteY185" fmla="*/ 325079 h 580812"/>
                <a:gd name="connsiteX186" fmla="*/ 370872 w 573659"/>
                <a:gd name="connsiteY186" fmla="*/ 329982 h 580812"/>
                <a:gd name="connsiteX187" fmla="*/ 320393 w 573659"/>
                <a:gd name="connsiteY187" fmla="*/ 309486 h 580812"/>
                <a:gd name="connsiteX188" fmla="*/ 315490 w 573659"/>
                <a:gd name="connsiteY188" fmla="*/ 297883 h 580812"/>
                <a:gd name="connsiteX189" fmla="*/ 326045 w 573659"/>
                <a:gd name="connsiteY189" fmla="*/ 271964 h 580812"/>
                <a:gd name="connsiteX190" fmla="*/ 302883 w 573659"/>
                <a:gd name="connsiteY190" fmla="*/ 249066 h 580812"/>
                <a:gd name="connsiteX191" fmla="*/ 277070 w 573659"/>
                <a:gd name="connsiteY191" fmla="*/ 259998 h 580812"/>
                <a:gd name="connsiteX192" fmla="*/ 265397 w 573659"/>
                <a:gd name="connsiteY192" fmla="*/ 255259 h 580812"/>
                <a:gd name="connsiteX193" fmla="*/ 244202 w 573659"/>
                <a:gd name="connsiteY193" fmla="*/ 205073 h 580812"/>
                <a:gd name="connsiteX194" fmla="*/ 244202 w 573659"/>
                <a:gd name="connsiteY194" fmla="*/ 205072 h 580812"/>
                <a:gd name="connsiteX195" fmla="*/ 248941 w 573659"/>
                <a:gd name="connsiteY195" fmla="*/ 193400 h 580812"/>
                <a:gd name="connsiteX196" fmla="*/ 274754 w 573659"/>
                <a:gd name="connsiteY196" fmla="*/ 182496 h 580812"/>
                <a:gd name="connsiteX197" fmla="*/ 274490 w 573659"/>
                <a:gd name="connsiteY197" fmla="*/ 149970 h 580812"/>
                <a:gd name="connsiteX198" fmla="*/ 248571 w 573659"/>
                <a:gd name="connsiteY198" fmla="*/ 139444 h 580812"/>
                <a:gd name="connsiteX199" fmla="*/ 243668 w 573659"/>
                <a:gd name="connsiteY199" fmla="*/ 127842 h 580812"/>
                <a:gd name="connsiteX200" fmla="*/ 264171 w 573659"/>
                <a:gd name="connsiteY200" fmla="*/ 77384 h 580812"/>
                <a:gd name="connsiteX201" fmla="*/ 275773 w 573659"/>
                <a:gd name="connsiteY201" fmla="*/ 72481 h 580812"/>
                <a:gd name="connsiteX202" fmla="*/ 301693 w 573659"/>
                <a:gd name="connsiteY202" fmla="*/ 83014 h 580812"/>
                <a:gd name="connsiteX203" fmla="*/ 324548 w 573659"/>
                <a:gd name="connsiteY203" fmla="*/ 59860 h 580812"/>
                <a:gd name="connsiteX204" fmla="*/ 313651 w 573659"/>
                <a:gd name="connsiteY204" fmla="*/ 34047 h 580812"/>
                <a:gd name="connsiteX205" fmla="*/ 313651 w 573659"/>
                <a:gd name="connsiteY205" fmla="*/ 34046 h 580812"/>
                <a:gd name="connsiteX206" fmla="*/ 318391 w 573659"/>
                <a:gd name="connsiteY206" fmla="*/ 22373 h 580812"/>
                <a:gd name="connsiteX207" fmla="*/ 368577 w 573659"/>
                <a:gd name="connsiteY207" fmla="*/ 1179 h 580812"/>
                <a:gd name="connsiteX208" fmla="*/ 368591 w 573659"/>
                <a:gd name="connsiteY208" fmla="*/ 1173 h 580812"/>
                <a:gd name="connsiteX209" fmla="*/ 380251 w 573659"/>
                <a:gd name="connsiteY209" fmla="*/ 5918 h 580812"/>
                <a:gd name="connsiteX210" fmla="*/ 391155 w 573659"/>
                <a:gd name="connsiteY210" fmla="*/ 31731 h 580812"/>
                <a:gd name="connsiteX211" fmla="*/ 423681 w 573659"/>
                <a:gd name="connsiteY211" fmla="*/ 31467 h 580812"/>
                <a:gd name="connsiteX212" fmla="*/ 434214 w 573659"/>
                <a:gd name="connsiteY212" fmla="*/ 5554 h 580812"/>
                <a:gd name="connsiteX213" fmla="*/ 445816 w 573659"/>
                <a:gd name="connsiteY213" fmla="*/ 651 h 58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573659" h="580812">
                  <a:moveTo>
                    <a:pt x="208640" y="296522"/>
                  </a:moveTo>
                  <a:cubicBezTo>
                    <a:pt x="166863" y="296569"/>
                    <a:pt x="133009" y="330424"/>
                    <a:pt x="132962" y="372201"/>
                  </a:cubicBezTo>
                  <a:cubicBezTo>
                    <a:pt x="132962" y="413996"/>
                    <a:pt x="166844" y="447878"/>
                    <a:pt x="208640" y="447878"/>
                  </a:cubicBezTo>
                  <a:cubicBezTo>
                    <a:pt x="250435" y="447878"/>
                    <a:pt x="284318" y="413996"/>
                    <a:pt x="284318" y="372201"/>
                  </a:cubicBezTo>
                  <a:cubicBezTo>
                    <a:pt x="284318" y="330405"/>
                    <a:pt x="250435" y="296522"/>
                    <a:pt x="208640" y="296522"/>
                  </a:cubicBezTo>
                  <a:close/>
                  <a:moveTo>
                    <a:pt x="208640" y="278705"/>
                  </a:moveTo>
                  <a:cubicBezTo>
                    <a:pt x="260276" y="278705"/>
                    <a:pt x="302135" y="320564"/>
                    <a:pt x="302135" y="372201"/>
                  </a:cubicBezTo>
                  <a:cubicBezTo>
                    <a:pt x="302135" y="423836"/>
                    <a:pt x="260276" y="465695"/>
                    <a:pt x="208640" y="465695"/>
                  </a:cubicBezTo>
                  <a:cubicBezTo>
                    <a:pt x="157004" y="465695"/>
                    <a:pt x="115145" y="423836"/>
                    <a:pt x="115145" y="372201"/>
                  </a:cubicBezTo>
                  <a:cubicBezTo>
                    <a:pt x="115204" y="320588"/>
                    <a:pt x="157028" y="278764"/>
                    <a:pt x="208640" y="278705"/>
                  </a:cubicBezTo>
                  <a:close/>
                  <a:moveTo>
                    <a:pt x="174154" y="163588"/>
                  </a:moveTo>
                  <a:lnTo>
                    <a:pt x="243126" y="163588"/>
                  </a:lnTo>
                  <a:cubicBezTo>
                    <a:pt x="248046" y="163588"/>
                    <a:pt x="252034" y="167576"/>
                    <a:pt x="252034" y="172496"/>
                  </a:cubicBezTo>
                  <a:cubicBezTo>
                    <a:pt x="252034" y="177416"/>
                    <a:pt x="248046" y="181405"/>
                    <a:pt x="243126" y="181405"/>
                  </a:cubicBezTo>
                  <a:lnTo>
                    <a:pt x="183069" y="181405"/>
                  </a:lnTo>
                  <a:lnTo>
                    <a:pt x="183069" y="216717"/>
                  </a:lnTo>
                  <a:cubicBezTo>
                    <a:pt x="183071" y="220897"/>
                    <a:pt x="180166" y="224516"/>
                    <a:pt x="176085" y="225419"/>
                  </a:cubicBezTo>
                  <a:cubicBezTo>
                    <a:pt x="158978" y="229207"/>
                    <a:pt x="142672" y="235981"/>
                    <a:pt x="127916" y="245430"/>
                  </a:cubicBezTo>
                  <a:cubicBezTo>
                    <a:pt x="124394" y="247680"/>
                    <a:pt x="119781" y="247176"/>
                    <a:pt x="116827" y="244219"/>
                  </a:cubicBezTo>
                  <a:lnTo>
                    <a:pt x="91820" y="219211"/>
                  </a:lnTo>
                  <a:lnTo>
                    <a:pt x="55652" y="255379"/>
                  </a:lnTo>
                  <a:lnTo>
                    <a:pt x="80659" y="280388"/>
                  </a:lnTo>
                  <a:cubicBezTo>
                    <a:pt x="83614" y="283342"/>
                    <a:pt x="84118" y="287954"/>
                    <a:pt x="81871" y="291477"/>
                  </a:cubicBezTo>
                  <a:cubicBezTo>
                    <a:pt x="72421" y="306232"/>
                    <a:pt x="65647" y="322538"/>
                    <a:pt x="61859" y="339646"/>
                  </a:cubicBezTo>
                  <a:cubicBezTo>
                    <a:pt x="60956" y="343727"/>
                    <a:pt x="57338" y="346632"/>
                    <a:pt x="53158" y="346630"/>
                  </a:cubicBezTo>
                  <a:lnTo>
                    <a:pt x="17845" y="346630"/>
                  </a:lnTo>
                  <a:lnTo>
                    <a:pt x="17845" y="397771"/>
                  </a:lnTo>
                  <a:lnTo>
                    <a:pt x="53172" y="397771"/>
                  </a:lnTo>
                  <a:cubicBezTo>
                    <a:pt x="57352" y="397769"/>
                    <a:pt x="60971" y="400674"/>
                    <a:pt x="61874" y="404755"/>
                  </a:cubicBezTo>
                  <a:cubicBezTo>
                    <a:pt x="65661" y="421862"/>
                    <a:pt x="72435" y="438168"/>
                    <a:pt x="81885" y="452924"/>
                  </a:cubicBezTo>
                  <a:cubicBezTo>
                    <a:pt x="84135" y="456446"/>
                    <a:pt x="83631" y="461059"/>
                    <a:pt x="80674" y="464013"/>
                  </a:cubicBezTo>
                  <a:lnTo>
                    <a:pt x="55659" y="489027"/>
                  </a:lnTo>
                  <a:lnTo>
                    <a:pt x="91827" y="525195"/>
                  </a:lnTo>
                  <a:lnTo>
                    <a:pt x="116834" y="500188"/>
                  </a:lnTo>
                  <a:cubicBezTo>
                    <a:pt x="119789" y="497233"/>
                    <a:pt x="124400" y="496729"/>
                    <a:pt x="127923" y="498976"/>
                  </a:cubicBezTo>
                  <a:cubicBezTo>
                    <a:pt x="142674" y="508432"/>
                    <a:pt x="158974" y="515216"/>
                    <a:pt x="176078" y="519016"/>
                  </a:cubicBezTo>
                  <a:cubicBezTo>
                    <a:pt x="180159" y="519919"/>
                    <a:pt x="183064" y="523538"/>
                    <a:pt x="183062" y="527718"/>
                  </a:cubicBezTo>
                  <a:lnTo>
                    <a:pt x="183062" y="563002"/>
                  </a:lnTo>
                  <a:lnTo>
                    <a:pt x="234217" y="563002"/>
                  </a:lnTo>
                  <a:lnTo>
                    <a:pt x="234217" y="527689"/>
                  </a:lnTo>
                  <a:cubicBezTo>
                    <a:pt x="234216" y="523510"/>
                    <a:pt x="237120" y="519891"/>
                    <a:pt x="241201" y="518988"/>
                  </a:cubicBezTo>
                  <a:cubicBezTo>
                    <a:pt x="258308" y="515198"/>
                    <a:pt x="274614" y="508424"/>
                    <a:pt x="289370" y="498976"/>
                  </a:cubicBezTo>
                  <a:cubicBezTo>
                    <a:pt x="292894" y="496729"/>
                    <a:pt x="297505" y="497233"/>
                    <a:pt x="300460" y="500188"/>
                  </a:cubicBezTo>
                  <a:lnTo>
                    <a:pt x="325468" y="525202"/>
                  </a:lnTo>
                  <a:lnTo>
                    <a:pt x="361636" y="489035"/>
                  </a:lnTo>
                  <a:lnTo>
                    <a:pt x="336621" y="464020"/>
                  </a:lnTo>
                  <a:cubicBezTo>
                    <a:pt x="333664" y="461067"/>
                    <a:pt x="333160" y="456453"/>
                    <a:pt x="335410" y="452931"/>
                  </a:cubicBezTo>
                  <a:cubicBezTo>
                    <a:pt x="344859" y="438175"/>
                    <a:pt x="351633" y="421870"/>
                    <a:pt x="355421" y="404762"/>
                  </a:cubicBezTo>
                  <a:cubicBezTo>
                    <a:pt x="356324" y="400681"/>
                    <a:pt x="359943" y="397776"/>
                    <a:pt x="364123" y="397778"/>
                  </a:cubicBezTo>
                  <a:lnTo>
                    <a:pt x="399435" y="397778"/>
                  </a:lnTo>
                  <a:lnTo>
                    <a:pt x="399435" y="337722"/>
                  </a:lnTo>
                  <a:cubicBezTo>
                    <a:pt x="399435" y="332802"/>
                    <a:pt x="403424" y="328813"/>
                    <a:pt x="408344" y="328813"/>
                  </a:cubicBezTo>
                  <a:cubicBezTo>
                    <a:pt x="413261" y="328817"/>
                    <a:pt x="417245" y="332804"/>
                    <a:pt x="417245" y="337722"/>
                  </a:cubicBezTo>
                  <a:lnTo>
                    <a:pt x="417245" y="406686"/>
                  </a:lnTo>
                  <a:cubicBezTo>
                    <a:pt x="417245" y="411606"/>
                    <a:pt x="413256" y="415594"/>
                    <a:pt x="408337" y="415594"/>
                  </a:cubicBezTo>
                  <a:lnTo>
                    <a:pt x="371114" y="415594"/>
                  </a:lnTo>
                  <a:cubicBezTo>
                    <a:pt x="367301" y="429882"/>
                    <a:pt x="361601" y="443598"/>
                    <a:pt x="354167" y="456380"/>
                  </a:cubicBezTo>
                  <a:lnTo>
                    <a:pt x="380536" y="482749"/>
                  </a:lnTo>
                  <a:cubicBezTo>
                    <a:pt x="380536" y="482749"/>
                    <a:pt x="380537" y="482750"/>
                    <a:pt x="380537" y="482751"/>
                  </a:cubicBezTo>
                  <a:cubicBezTo>
                    <a:pt x="384016" y="486230"/>
                    <a:pt x="384015" y="491870"/>
                    <a:pt x="380536" y="495349"/>
                  </a:cubicBezTo>
                  <a:lnTo>
                    <a:pt x="331768" y="544109"/>
                  </a:lnTo>
                  <a:cubicBezTo>
                    <a:pt x="328290" y="547585"/>
                    <a:pt x="322653" y="547585"/>
                    <a:pt x="319175" y="544109"/>
                  </a:cubicBezTo>
                  <a:lnTo>
                    <a:pt x="292805" y="517741"/>
                  </a:lnTo>
                  <a:cubicBezTo>
                    <a:pt x="280029" y="525170"/>
                    <a:pt x="266320" y="530867"/>
                    <a:pt x="252041" y="534681"/>
                  </a:cubicBezTo>
                  <a:lnTo>
                    <a:pt x="252041" y="571903"/>
                  </a:lnTo>
                  <a:cubicBezTo>
                    <a:pt x="252041" y="576823"/>
                    <a:pt x="248053" y="580812"/>
                    <a:pt x="243133" y="580812"/>
                  </a:cubicBezTo>
                  <a:lnTo>
                    <a:pt x="174168" y="580812"/>
                  </a:lnTo>
                  <a:cubicBezTo>
                    <a:pt x="169248" y="580812"/>
                    <a:pt x="165260" y="576823"/>
                    <a:pt x="165260" y="571903"/>
                  </a:cubicBezTo>
                  <a:lnTo>
                    <a:pt x="165260" y="534681"/>
                  </a:lnTo>
                  <a:cubicBezTo>
                    <a:pt x="150976" y="530868"/>
                    <a:pt x="137262" y="525171"/>
                    <a:pt x="124481" y="517741"/>
                  </a:cubicBezTo>
                  <a:lnTo>
                    <a:pt x="98113" y="544109"/>
                  </a:lnTo>
                  <a:cubicBezTo>
                    <a:pt x="98112" y="544110"/>
                    <a:pt x="98111" y="544110"/>
                    <a:pt x="98111" y="544111"/>
                  </a:cubicBezTo>
                  <a:cubicBezTo>
                    <a:pt x="94632" y="547589"/>
                    <a:pt x="88991" y="547589"/>
                    <a:pt x="85513" y="544109"/>
                  </a:cubicBezTo>
                  <a:lnTo>
                    <a:pt x="36702" y="495342"/>
                  </a:lnTo>
                  <a:cubicBezTo>
                    <a:pt x="36698" y="495338"/>
                    <a:pt x="36694" y="495334"/>
                    <a:pt x="36690" y="495330"/>
                  </a:cubicBezTo>
                  <a:cubicBezTo>
                    <a:pt x="33218" y="491850"/>
                    <a:pt x="33223" y="486215"/>
                    <a:pt x="36702" y="482742"/>
                  </a:cubicBezTo>
                  <a:lnTo>
                    <a:pt x="63071" y="456373"/>
                  </a:lnTo>
                  <a:cubicBezTo>
                    <a:pt x="55639" y="443590"/>
                    <a:pt x="49942" y="429874"/>
                    <a:pt x="46131" y="415587"/>
                  </a:cubicBezTo>
                  <a:lnTo>
                    <a:pt x="8908" y="415587"/>
                  </a:lnTo>
                  <a:cubicBezTo>
                    <a:pt x="3991" y="415587"/>
                    <a:pt x="4" y="411603"/>
                    <a:pt x="0" y="406686"/>
                  </a:cubicBezTo>
                  <a:lnTo>
                    <a:pt x="0" y="337722"/>
                  </a:lnTo>
                  <a:cubicBezTo>
                    <a:pt x="0" y="332802"/>
                    <a:pt x="3988" y="328813"/>
                    <a:pt x="8908" y="328813"/>
                  </a:cubicBezTo>
                  <a:lnTo>
                    <a:pt x="46166" y="328813"/>
                  </a:lnTo>
                  <a:cubicBezTo>
                    <a:pt x="49979" y="314528"/>
                    <a:pt x="55678" y="300814"/>
                    <a:pt x="63114" y="288035"/>
                  </a:cubicBezTo>
                  <a:lnTo>
                    <a:pt x="36745" y="261665"/>
                  </a:lnTo>
                  <a:cubicBezTo>
                    <a:pt x="36741" y="261661"/>
                    <a:pt x="36737" y="261657"/>
                    <a:pt x="36733" y="261653"/>
                  </a:cubicBezTo>
                  <a:cubicBezTo>
                    <a:pt x="33260" y="258174"/>
                    <a:pt x="33266" y="252538"/>
                    <a:pt x="36745" y="249065"/>
                  </a:cubicBezTo>
                  <a:lnTo>
                    <a:pt x="85491" y="200297"/>
                  </a:lnTo>
                  <a:cubicBezTo>
                    <a:pt x="85492" y="200297"/>
                    <a:pt x="85492" y="200296"/>
                    <a:pt x="85493" y="200296"/>
                  </a:cubicBezTo>
                  <a:cubicBezTo>
                    <a:pt x="88972" y="196817"/>
                    <a:pt x="94613" y="196818"/>
                    <a:pt x="98091" y="200297"/>
                  </a:cubicBezTo>
                  <a:lnTo>
                    <a:pt x="124460" y="226666"/>
                  </a:lnTo>
                  <a:cubicBezTo>
                    <a:pt x="137243" y="219231"/>
                    <a:pt x="150958" y="213532"/>
                    <a:pt x="165246" y="209719"/>
                  </a:cubicBezTo>
                  <a:lnTo>
                    <a:pt x="165246" y="172496"/>
                  </a:lnTo>
                  <a:cubicBezTo>
                    <a:pt x="165246" y="167576"/>
                    <a:pt x="169234" y="163588"/>
                    <a:pt x="174154" y="163588"/>
                  </a:cubicBezTo>
                  <a:close/>
                  <a:moveTo>
                    <a:pt x="384426" y="93433"/>
                  </a:moveTo>
                  <a:cubicBezTo>
                    <a:pt x="389094" y="91878"/>
                    <a:pt x="394139" y="94402"/>
                    <a:pt x="395694" y="99070"/>
                  </a:cubicBezTo>
                  <a:cubicBezTo>
                    <a:pt x="397248" y="103738"/>
                    <a:pt x="394724" y="108783"/>
                    <a:pt x="390056" y="110337"/>
                  </a:cubicBezTo>
                  <a:cubicBezTo>
                    <a:pt x="373982" y="115685"/>
                    <a:pt x="361054" y="127802"/>
                    <a:pt x="354678" y="143498"/>
                  </a:cubicBezTo>
                  <a:cubicBezTo>
                    <a:pt x="342640" y="173133"/>
                    <a:pt x="356905" y="206917"/>
                    <a:pt x="386541" y="218955"/>
                  </a:cubicBezTo>
                  <a:cubicBezTo>
                    <a:pt x="416177" y="230994"/>
                    <a:pt x="449961" y="216728"/>
                    <a:pt x="461999" y="187093"/>
                  </a:cubicBezTo>
                  <a:cubicBezTo>
                    <a:pt x="474038" y="157457"/>
                    <a:pt x="459772" y="123673"/>
                    <a:pt x="430137" y="111634"/>
                  </a:cubicBezTo>
                  <a:cubicBezTo>
                    <a:pt x="425745" y="109748"/>
                    <a:pt x="423625" y="104731"/>
                    <a:pt x="425333" y="100266"/>
                  </a:cubicBezTo>
                  <a:cubicBezTo>
                    <a:pt x="427090" y="95671"/>
                    <a:pt x="432241" y="93371"/>
                    <a:pt x="436836" y="95129"/>
                  </a:cubicBezTo>
                  <a:lnTo>
                    <a:pt x="436836" y="95122"/>
                  </a:lnTo>
                  <a:cubicBezTo>
                    <a:pt x="457360" y="103456"/>
                    <a:pt x="473207" y="120358"/>
                    <a:pt x="480202" y="141377"/>
                  </a:cubicBezTo>
                  <a:cubicBezTo>
                    <a:pt x="493410" y="181064"/>
                    <a:pt x="471945" y="223945"/>
                    <a:pt x="432258" y="237153"/>
                  </a:cubicBezTo>
                  <a:cubicBezTo>
                    <a:pt x="392572" y="250361"/>
                    <a:pt x="349690" y="228896"/>
                    <a:pt x="336482" y="189209"/>
                  </a:cubicBezTo>
                  <a:cubicBezTo>
                    <a:pt x="323273" y="149523"/>
                    <a:pt x="344738" y="106641"/>
                    <a:pt x="384426" y="93433"/>
                  </a:cubicBezTo>
                  <a:close/>
                  <a:moveTo>
                    <a:pt x="447348" y="20520"/>
                  </a:moveTo>
                  <a:lnTo>
                    <a:pt x="437556" y="44630"/>
                  </a:lnTo>
                  <a:cubicBezTo>
                    <a:pt x="435988" y="48507"/>
                    <a:pt x="431929" y="50768"/>
                    <a:pt x="427807" y="50060"/>
                  </a:cubicBezTo>
                  <a:cubicBezTo>
                    <a:pt x="414379" y="47782"/>
                    <a:pt x="400654" y="47891"/>
                    <a:pt x="387263" y="50381"/>
                  </a:cubicBezTo>
                  <a:cubicBezTo>
                    <a:pt x="383153" y="51138"/>
                    <a:pt x="379069" y="48936"/>
                    <a:pt x="377443" y="45086"/>
                  </a:cubicBezTo>
                  <a:lnTo>
                    <a:pt x="367302" y="21069"/>
                  </a:lnTo>
                  <a:lnTo>
                    <a:pt x="333529" y="35322"/>
                  </a:lnTo>
                  <a:lnTo>
                    <a:pt x="343670" y="59339"/>
                  </a:lnTo>
                  <a:cubicBezTo>
                    <a:pt x="345300" y="63189"/>
                    <a:pt x="344031" y="67655"/>
                    <a:pt x="340620" y="70072"/>
                  </a:cubicBezTo>
                  <a:cubicBezTo>
                    <a:pt x="329496" y="77936"/>
                    <a:pt x="319846" y="87699"/>
                    <a:pt x="312112" y="98915"/>
                  </a:cubicBezTo>
                  <a:cubicBezTo>
                    <a:pt x="309744" y="102362"/>
                    <a:pt x="305294" y="103694"/>
                    <a:pt x="301422" y="102114"/>
                  </a:cubicBezTo>
                  <a:lnTo>
                    <a:pt x="277313" y="92314"/>
                  </a:lnTo>
                  <a:lnTo>
                    <a:pt x="263515" y="126288"/>
                  </a:lnTo>
                  <a:lnTo>
                    <a:pt x="287625" y="136080"/>
                  </a:lnTo>
                  <a:cubicBezTo>
                    <a:pt x="291498" y="137653"/>
                    <a:pt x="293757" y="141708"/>
                    <a:pt x="293055" y="145829"/>
                  </a:cubicBezTo>
                  <a:cubicBezTo>
                    <a:pt x="290779" y="159260"/>
                    <a:pt x="290890" y="172988"/>
                    <a:pt x="293383" y="186380"/>
                  </a:cubicBezTo>
                  <a:cubicBezTo>
                    <a:pt x="294140" y="190490"/>
                    <a:pt x="291938" y="194574"/>
                    <a:pt x="288088" y="196200"/>
                  </a:cubicBezTo>
                  <a:lnTo>
                    <a:pt x="264071" y="206342"/>
                  </a:lnTo>
                  <a:lnTo>
                    <a:pt x="278325" y="240115"/>
                  </a:lnTo>
                  <a:lnTo>
                    <a:pt x="302341" y="229974"/>
                  </a:lnTo>
                  <a:cubicBezTo>
                    <a:pt x="306191" y="228344"/>
                    <a:pt x="310657" y="229613"/>
                    <a:pt x="313074" y="233024"/>
                  </a:cubicBezTo>
                  <a:cubicBezTo>
                    <a:pt x="320939" y="244146"/>
                    <a:pt x="330702" y="253796"/>
                    <a:pt x="341917" y="261530"/>
                  </a:cubicBezTo>
                  <a:cubicBezTo>
                    <a:pt x="345359" y="263902"/>
                    <a:pt x="346690" y="268348"/>
                    <a:pt x="345116" y="272220"/>
                  </a:cubicBezTo>
                  <a:lnTo>
                    <a:pt x="335324" y="296330"/>
                  </a:lnTo>
                  <a:lnTo>
                    <a:pt x="369290" y="310127"/>
                  </a:lnTo>
                  <a:lnTo>
                    <a:pt x="379082" y="286018"/>
                  </a:lnTo>
                  <a:cubicBezTo>
                    <a:pt x="380661" y="282150"/>
                    <a:pt x="384711" y="279894"/>
                    <a:pt x="388831" y="280587"/>
                  </a:cubicBezTo>
                  <a:cubicBezTo>
                    <a:pt x="402262" y="282861"/>
                    <a:pt x="415989" y="282750"/>
                    <a:pt x="429382" y="280259"/>
                  </a:cubicBezTo>
                  <a:cubicBezTo>
                    <a:pt x="433496" y="279498"/>
                    <a:pt x="437587" y="281696"/>
                    <a:pt x="439224" y="285547"/>
                  </a:cubicBezTo>
                  <a:lnTo>
                    <a:pt x="449365" y="309564"/>
                  </a:lnTo>
                  <a:lnTo>
                    <a:pt x="483138" y="295311"/>
                  </a:lnTo>
                  <a:lnTo>
                    <a:pt x="472997" y="271294"/>
                  </a:lnTo>
                  <a:cubicBezTo>
                    <a:pt x="471367" y="267444"/>
                    <a:pt x="472636" y="262979"/>
                    <a:pt x="476047" y="260561"/>
                  </a:cubicBezTo>
                  <a:cubicBezTo>
                    <a:pt x="487171" y="252698"/>
                    <a:pt x="496821" y="242935"/>
                    <a:pt x="504554" y="231720"/>
                  </a:cubicBezTo>
                  <a:cubicBezTo>
                    <a:pt x="506922" y="228272"/>
                    <a:pt x="511371" y="226940"/>
                    <a:pt x="515244" y="228520"/>
                  </a:cubicBezTo>
                  <a:lnTo>
                    <a:pt x="539353" y="238312"/>
                  </a:lnTo>
                  <a:lnTo>
                    <a:pt x="553122" y="204360"/>
                  </a:lnTo>
                  <a:lnTo>
                    <a:pt x="529013" y="194568"/>
                  </a:lnTo>
                  <a:cubicBezTo>
                    <a:pt x="525139" y="192996"/>
                    <a:pt x="522880" y="188941"/>
                    <a:pt x="523582" y="184819"/>
                  </a:cubicBezTo>
                  <a:cubicBezTo>
                    <a:pt x="525862" y="171389"/>
                    <a:pt x="525753" y="157661"/>
                    <a:pt x="523261" y="144269"/>
                  </a:cubicBezTo>
                  <a:cubicBezTo>
                    <a:pt x="522504" y="140158"/>
                    <a:pt x="524706" y="136074"/>
                    <a:pt x="528556" y="134448"/>
                  </a:cubicBezTo>
                  <a:lnTo>
                    <a:pt x="552573" y="124307"/>
                  </a:lnTo>
                  <a:lnTo>
                    <a:pt x="538320" y="90533"/>
                  </a:lnTo>
                  <a:lnTo>
                    <a:pt x="514303" y="100675"/>
                  </a:lnTo>
                  <a:cubicBezTo>
                    <a:pt x="510453" y="102305"/>
                    <a:pt x="505988" y="101036"/>
                    <a:pt x="503570" y="97625"/>
                  </a:cubicBezTo>
                  <a:cubicBezTo>
                    <a:pt x="495707" y="86500"/>
                    <a:pt x="485944" y="76850"/>
                    <a:pt x="474729" y="69117"/>
                  </a:cubicBezTo>
                  <a:cubicBezTo>
                    <a:pt x="471286" y="66746"/>
                    <a:pt x="469955" y="62300"/>
                    <a:pt x="471529" y="58427"/>
                  </a:cubicBezTo>
                  <a:lnTo>
                    <a:pt x="481321" y="34318"/>
                  </a:lnTo>
                  <a:close/>
                  <a:moveTo>
                    <a:pt x="445816" y="651"/>
                  </a:moveTo>
                  <a:lnTo>
                    <a:pt x="496294" y="21148"/>
                  </a:lnTo>
                  <a:cubicBezTo>
                    <a:pt x="500851" y="22998"/>
                    <a:pt x="503046" y="28192"/>
                    <a:pt x="501197" y="32750"/>
                  </a:cubicBezTo>
                  <a:lnTo>
                    <a:pt x="490671" y="58669"/>
                  </a:lnTo>
                  <a:cubicBezTo>
                    <a:pt x="499284" y="65315"/>
                    <a:pt x="507053" y="72987"/>
                    <a:pt x="513804" y="81517"/>
                  </a:cubicBezTo>
                  <a:lnTo>
                    <a:pt x="539617" y="70621"/>
                  </a:lnTo>
                  <a:cubicBezTo>
                    <a:pt x="539617" y="70621"/>
                    <a:pt x="539617" y="70621"/>
                    <a:pt x="539618" y="70620"/>
                  </a:cubicBezTo>
                  <a:cubicBezTo>
                    <a:pt x="544150" y="68706"/>
                    <a:pt x="549376" y="70828"/>
                    <a:pt x="551290" y="75360"/>
                  </a:cubicBezTo>
                  <a:lnTo>
                    <a:pt x="572485" y="125547"/>
                  </a:lnTo>
                  <a:cubicBezTo>
                    <a:pt x="572485" y="125547"/>
                    <a:pt x="572485" y="125547"/>
                    <a:pt x="572485" y="125548"/>
                  </a:cubicBezTo>
                  <a:cubicBezTo>
                    <a:pt x="574400" y="130080"/>
                    <a:pt x="572278" y="135306"/>
                    <a:pt x="567746" y="137220"/>
                  </a:cubicBezTo>
                  <a:lnTo>
                    <a:pt x="541933" y="148124"/>
                  </a:lnTo>
                  <a:cubicBezTo>
                    <a:pt x="543348" y="158915"/>
                    <a:pt x="543436" y="169838"/>
                    <a:pt x="542197" y="180650"/>
                  </a:cubicBezTo>
                  <a:lnTo>
                    <a:pt x="568109" y="191190"/>
                  </a:lnTo>
                  <a:cubicBezTo>
                    <a:pt x="570298" y="192080"/>
                    <a:pt x="572044" y="193803"/>
                    <a:pt x="572963" y="195980"/>
                  </a:cubicBezTo>
                  <a:cubicBezTo>
                    <a:pt x="573876" y="198153"/>
                    <a:pt x="573892" y="200600"/>
                    <a:pt x="573005" y="202785"/>
                  </a:cubicBezTo>
                  <a:lnTo>
                    <a:pt x="552509" y="253264"/>
                  </a:lnTo>
                  <a:cubicBezTo>
                    <a:pt x="552508" y="253267"/>
                    <a:pt x="552506" y="253270"/>
                    <a:pt x="552505" y="253273"/>
                  </a:cubicBezTo>
                  <a:cubicBezTo>
                    <a:pt x="550654" y="257827"/>
                    <a:pt x="545461" y="260018"/>
                    <a:pt x="540907" y="258167"/>
                  </a:cubicBezTo>
                  <a:lnTo>
                    <a:pt x="514987" y="247641"/>
                  </a:lnTo>
                  <a:cubicBezTo>
                    <a:pt x="508329" y="256256"/>
                    <a:pt x="500641" y="264025"/>
                    <a:pt x="492096" y="270774"/>
                  </a:cubicBezTo>
                  <a:lnTo>
                    <a:pt x="503029" y="296579"/>
                  </a:lnTo>
                  <a:cubicBezTo>
                    <a:pt x="503029" y="296579"/>
                    <a:pt x="503029" y="296580"/>
                    <a:pt x="503029" y="296580"/>
                  </a:cubicBezTo>
                  <a:cubicBezTo>
                    <a:pt x="504944" y="301112"/>
                    <a:pt x="502822" y="306338"/>
                    <a:pt x="498290" y="308253"/>
                  </a:cubicBezTo>
                  <a:lnTo>
                    <a:pt x="448104" y="329447"/>
                  </a:lnTo>
                  <a:cubicBezTo>
                    <a:pt x="448099" y="329449"/>
                    <a:pt x="448094" y="329451"/>
                    <a:pt x="448090" y="329453"/>
                  </a:cubicBezTo>
                  <a:cubicBezTo>
                    <a:pt x="443560" y="331363"/>
                    <a:pt x="438340" y="329238"/>
                    <a:pt x="436430" y="324708"/>
                  </a:cubicBezTo>
                  <a:lnTo>
                    <a:pt x="425526" y="298895"/>
                  </a:lnTo>
                  <a:cubicBezTo>
                    <a:pt x="414736" y="300310"/>
                    <a:pt x="403813" y="300399"/>
                    <a:pt x="393000" y="299159"/>
                  </a:cubicBezTo>
                  <a:lnTo>
                    <a:pt x="382474" y="325079"/>
                  </a:lnTo>
                  <a:cubicBezTo>
                    <a:pt x="380624" y="329636"/>
                    <a:pt x="375430" y="331831"/>
                    <a:pt x="370872" y="329982"/>
                  </a:cubicBezTo>
                  <a:lnTo>
                    <a:pt x="320393" y="309486"/>
                  </a:lnTo>
                  <a:cubicBezTo>
                    <a:pt x="315836" y="307635"/>
                    <a:pt x="313641" y="302441"/>
                    <a:pt x="315490" y="297883"/>
                  </a:cubicBezTo>
                  <a:lnTo>
                    <a:pt x="326045" y="271964"/>
                  </a:lnTo>
                  <a:cubicBezTo>
                    <a:pt x="317418" y="265306"/>
                    <a:pt x="309640" y="257616"/>
                    <a:pt x="302883" y="249066"/>
                  </a:cubicBezTo>
                  <a:lnTo>
                    <a:pt x="277070" y="259998"/>
                  </a:lnTo>
                  <a:cubicBezTo>
                    <a:pt x="272537" y="261913"/>
                    <a:pt x="267311" y="259791"/>
                    <a:pt x="265397" y="255259"/>
                  </a:cubicBezTo>
                  <a:lnTo>
                    <a:pt x="244202" y="205073"/>
                  </a:lnTo>
                  <a:cubicBezTo>
                    <a:pt x="244202" y="205073"/>
                    <a:pt x="244202" y="205073"/>
                    <a:pt x="244202" y="205072"/>
                  </a:cubicBezTo>
                  <a:cubicBezTo>
                    <a:pt x="242287" y="200540"/>
                    <a:pt x="244409" y="195314"/>
                    <a:pt x="248941" y="193400"/>
                  </a:cubicBezTo>
                  <a:lnTo>
                    <a:pt x="274754" y="182496"/>
                  </a:lnTo>
                  <a:cubicBezTo>
                    <a:pt x="273339" y="171705"/>
                    <a:pt x="273251" y="160782"/>
                    <a:pt x="274490" y="149970"/>
                  </a:cubicBezTo>
                  <a:lnTo>
                    <a:pt x="248571" y="139444"/>
                  </a:lnTo>
                  <a:cubicBezTo>
                    <a:pt x="244014" y="137593"/>
                    <a:pt x="241819" y="132399"/>
                    <a:pt x="243668" y="127842"/>
                  </a:cubicBezTo>
                  <a:lnTo>
                    <a:pt x="264171" y="77384"/>
                  </a:lnTo>
                  <a:cubicBezTo>
                    <a:pt x="266022" y="72827"/>
                    <a:pt x="271215" y="70632"/>
                    <a:pt x="275773" y="72481"/>
                  </a:cubicBezTo>
                  <a:lnTo>
                    <a:pt x="301693" y="83014"/>
                  </a:lnTo>
                  <a:cubicBezTo>
                    <a:pt x="308339" y="74393"/>
                    <a:pt x="316014" y="66617"/>
                    <a:pt x="324548" y="59860"/>
                  </a:cubicBezTo>
                  <a:lnTo>
                    <a:pt x="313651" y="34047"/>
                  </a:lnTo>
                  <a:cubicBezTo>
                    <a:pt x="313651" y="34047"/>
                    <a:pt x="313651" y="34046"/>
                    <a:pt x="313651" y="34046"/>
                  </a:cubicBezTo>
                  <a:cubicBezTo>
                    <a:pt x="311736" y="29514"/>
                    <a:pt x="313858" y="24288"/>
                    <a:pt x="318391" y="22373"/>
                  </a:cubicBezTo>
                  <a:lnTo>
                    <a:pt x="368577" y="1179"/>
                  </a:lnTo>
                  <a:cubicBezTo>
                    <a:pt x="368582" y="1177"/>
                    <a:pt x="368587" y="1175"/>
                    <a:pt x="368591" y="1173"/>
                  </a:cubicBezTo>
                  <a:cubicBezTo>
                    <a:pt x="373121" y="-737"/>
                    <a:pt x="378341" y="1388"/>
                    <a:pt x="380251" y="5918"/>
                  </a:cubicBezTo>
                  <a:lnTo>
                    <a:pt x="391155" y="31731"/>
                  </a:lnTo>
                  <a:cubicBezTo>
                    <a:pt x="401946" y="30321"/>
                    <a:pt x="412868" y="30233"/>
                    <a:pt x="423681" y="31467"/>
                  </a:cubicBezTo>
                  <a:lnTo>
                    <a:pt x="434214" y="5554"/>
                  </a:lnTo>
                  <a:cubicBezTo>
                    <a:pt x="436071" y="1003"/>
                    <a:pt x="441258" y="-1189"/>
                    <a:pt x="445816" y="651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15" name="Group 238">
            <a:extLst>
              <a:ext uri="{FF2B5EF4-FFF2-40B4-BE49-F238E27FC236}">
                <a16:creationId xmlns:a16="http://schemas.microsoft.com/office/drawing/2014/main" id="{59BF39D4-FD6D-6981-EE39-AC475657F893}"/>
              </a:ext>
            </a:extLst>
          </p:cNvPr>
          <p:cNvGrpSpPr/>
          <p:nvPr/>
        </p:nvGrpSpPr>
        <p:grpSpPr>
          <a:xfrm>
            <a:off x="6834699" y="4990496"/>
            <a:ext cx="560700" cy="560755"/>
            <a:chOff x="6834699" y="4990496"/>
            <a:chExt cx="560700" cy="560755"/>
          </a:xfrm>
          <a:noFill/>
        </p:grpSpPr>
        <p:sp>
          <p:nvSpPr>
            <p:cNvPr id="216" name="Freeform: Shape 190">
              <a:extLst>
                <a:ext uri="{FF2B5EF4-FFF2-40B4-BE49-F238E27FC236}">
                  <a16:creationId xmlns:a16="http://schemas.microsoft.com/office/drawing/2014/main" id="{BC67C9BF-4B49-D43B-1C94-BB52FFCCD408}"/>
                </a:ext>
              </a:extLst>
            </p:cNvPr>
            <p:cNvSpPr/>
            <p:nvPr/>
          </p:nvSpPr>
          <p:spPr>
            <a:xfrm>
              <a:off x="6843588" y="5106180"/>
              <a:ext cx="434726" cy="434726"/>
            </a:xfrm>
            <a:custGeom>
              <a:avLst/>
              <a:gdLst>
                <a:gd name="connsiteX0" fmla="*/ 322918 w 434725"/>
                <a:gd name="connsiteY0" fmla="*/ 168063 h 434725"/>
                <a:gd name="connsiteX1" fmla="*/ 190591 w 434725"/>
                <a:gd name="connsiteY1" fmla="*/ 300391 h 434725"/>
                <a:gd name="connsiteX2" fmla="*/ 135687 w 434725"/>
                <a:gd name="connsiteY2" fmla="*/ 428981 h 434725"/>
                <a:gd name="connsiteX3" fmla="*/ 61762 w 434725"/>
                <a:gd name="connsiteY3" fmla="*/ 428884 h 434725"/>
                <a:gd name="connsiteX4" fmla="*/ 126130 w 434725"/>
                <a:gd name="connsiteY4" fmla="*/ 364517 h 434725"/>
                <a:gd name="connsiteX5" fmla="*/ 71611 w 434725"/>
                <a:gd name="connsiteY5" fmla="*/ 309998 h 434725"/>
                <a:gd name="connsiteX6" fmla="*/ 7244 w 434725"/>
                <a:gd name="connsiteY6" fmla="*/ 374366 h 434725"/>
                <a:gd name="connsiteX7" fmla="*/ 61813 w 434725"/>
                <a:gd name="connsiteY7" fmla="*/ 245633 h 434725"/>
                <a:gd name="connsiteX8" fmla="*/ 135737 w 434725"/>
                <a:gd name="connsiteY8" fmla="*/ 245537 h 434725"/>
                <a:gd name="connsiteX9" fmla="*/ 268065 w 434725"/>
                <a:gd name="connsiteY9" fmla="*/ 113210 h 434725"/>
                <a:gd name="connsiteX10" fmla="*/ 322873 w 434725"/>
                <a:gd name="connsiteY10" fmla="*/ 4348 h 434725"/>
                <a:gd name="connsiteX11" fmla="*/ 382269 w 434725"/>
                <a:gd name="connsiteY11" fmla="*/ 6310 h 434725"/>
                <a:gd name="connsiteX12" fmla="*/ 326111 w 434725"/>
                <a:gd name="connsiteY12" fmla="*/ 62468 h 434725"/>
                <a:gd name="connsiteX13" fmla="*/ 373674 w 434725"/>
                <a:gd name="connsiteY13" fmla="*/ 110031 h 434725"/>
                <a:gd name="connsiteX14" fmla="*/ 429832 w 434725"/>
                <a:gd name="connsiteY14" fmla="*/ 53873 h 434725"/>
                <a:gd name="connsiteX15" fmla="*/ 382329 w 434725"/>
                <a:gd name="connsiteY15" fmla="*/ 166115 h 434725"/>
                <a:gd name="connsiteX16" fmla="*/ 322933 w 434725"/>
                <a:gd name="connsiteY16" fmla="*/ 168078 h 43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34725" h="434725">
                  <a:moveTo>
                    <a:pt x="322918" y="168063"/>
                  </a:moveTo>
                  <a:lnTo>
                    <a:pt x="190591" y="300391"/>
                  </a:lnTo>
                  <a:cubicBezTo>
                    <a:pt x="210939" y="351061"/>
                    <a:pt x="186357" y="408633"/>
                    <a:pt x="135687" y="428981"/>
                  </a:cubicBezTo>
                  <a:cubicBezTo>
                    <a:pt x="111960" y="438509"/>
                    <a:pt x="85464" y="438474"/>
                    <a:pt x="61762" y="428884"/>
                  </a:cubicBezTo>
                  <a:lnTo>
                    <a:pt x="126130" y="364517"/>
                  </a:lnTo>
                  <a:lnTo>
                    <a:pt x="71611" y="309998"/>
                  </a:lnTo>
                  <a:lnTo>
                    <a:pt x="7244" y="374366"/>
                  </a:lnTo>
                  <a:cubicBezTo>
                    <a:pt x="-13236" y="323748"/>
                    <a:pt x="11195" y="266113"/>
                    <a:pt x="61813" y="245633"/>
                  </a:cubicBezTo>
                  <a:cubicBezTo>
                    <a:pt x="85515" y="236044"/>
                    <a:pt x="112010" y="236009"/>
                    <a:pt x="135737" y="245537"/>
                  </a:cubicBezTo>
                  <a:lnTo>
                    <a:pt x="268065" y="113210"/>
                  </a:lnTo>
                  <a:cubicBezTo>
                    <a:pt x="253138" y="68013"/>
                    <a:pt x="277676" y="19274"/>
                    <a:pt x="322873" y="4348"/>
                  </a:cubicBezTo>
                  <a:cubicBezTo>
                    <a:pt x="342278" y="-2061"/>
                    <a:pt x="363329" y="-1366"/>
                    <a:pt x="382269" y="6310"/>
                  </a:cubicBezTo>
                  <a:lnTo>
                    <a:pt x="326111" y="62468"/>
                  </a:lnTo>
                  <a:lnTo>
                    <a:pt x="373674" y="110031"/>
                  </a:lnTo>
                  <a:lnTo>
                    <a:pt x="429832" y="53873"/>
                  </a:lnTo>
                  <a:cubicBezTo>
                    <a:pt x="447710" y="97986"/>
                    <a:pt x="426442" y="148238"/>
                    <a:pt x="382329" y="166115"/>
                  </a:cubicBezTo>
                  <a:cubicBezTo>
                    <a:pt x="363389" y="173791"/>
                    <a:pt x="342338" y="174487"/>
                    <a:pt x="322933" y="168078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" name="Freeform: Shape 191">
              <a:extLst>
                <a:ext uri="{FF2B5EF4-FFF2-40B4-BE49-F238E27FC236}">
                  <a16:creationId xmlns:a16="http://schemas.microsoft.com/office/drawing/2014/main" id="{F1919F9E-38F2-6E1D-557B-E19E557C4CB0}"/>
                </a:ext>
              </a:extLst>
            </p:cNvPr>
            <p:cNvSpPr/>
            <p:nvPr/>
          </p:nvSpPr>
          <p:spPr>
            <a:xfrm>
              <a:off x="6834699" y="4990496"/>
              <a:ext cx="560700" cy="560755"/>
            </a:xfrm>
            <a:custGeom>
              <a:avLst/>
              <a:gdLst>
                <a:gd name="connsiteX0" fmla="*/ 357373 w 560700"/>
                <a:gd name="connsiteY0" fmla="*/ 106782 h 560755"/>
                <a:gd name="connsiteX1" fmla="*/ 394486 w 560700"/>
                <a:gd name="connsiteY1" fmla="*/ 113741 h 560755"/>
                <a:gd name="connsiteX2" fmla="*/ 397448 w 560700"/>
                <a:gd name="connsiteY2" fmla="*/ 115702 h 560755"/>
                <a:gd name="connsiteX3" fmla="*/ 397444 w 560700"/>
                <a:gd name="connsiteY3" fmla="*/ 128301 h 560755"/>
                <a:gd name="connsiteX4" fmla="*/ 347557 w 560700"/>
                <a:gd name="connsiteY4" fmla="*/ 178187 h 560755"/>
                <a:gd name="connsiteX5" fmla="*/ 382528 w 560700"/>
                <a:gd name="connsiteY5" fmla="*/ 213158 h 560755"/>
                <a:gd name="connsiteX6" fmla="*/ 432414 w 560700"/>
                <a:gd name="connsiteY6" fmla="*/ 163271 h 560755"/>
                <a:gd name="connsiteX7" fmla="*/ 435366 w 560700"/>
                <a:gd name="connsiteY7" fmla="*/ 161317 h 560755"/>
                <a:gd name="connsiteX8" fmla="*/ 446967 w 560700"/>
                <a:gd name="connsiteY8" fmla="*/ 166229 h 560755"/>
                <a:gd name="connsiteX9" fmla="*/ 450714 w 560700"/>
                <a:gd name="connsiteY9" fmla="*/ 226360 h 560755"/>
                <a:gd name="connsiteX10" fmla="*/ 334366 w 560700"/>
                <a:gd name="connsiteY10" fmla="*/ 293797 h 560755"/>
                <a:gd name="connsiteX11" fmla="*/ 209842 w 560700"/>
                <a:gd name="connsiteY11" fmla="*/ 418349 h 560755"/>
                <a:gd name="connsiteX12" fmla="*/ 207664 w 560700"/>
                <a:gd name="connsiteY12" fmla="*/ 493412 h 560755"/>
                <a:gd name="connsiteX13" fmla="*/ 67308 w 560700"/>
                <a:gd name="connsiteY13" fmla="*/ 552843 h 560755"/>
                <a:gd name="connsiteX14" fmla="*/ 64346 w 560700"/>
                <a:gd name="connsiteY14" fmla="*/ 550882 h 560755"/>
                <a:gd name="connsiteX15" fmla="*/ 64350 w 560700"/>
                <a:gd name="connsiteY15" fmla="*/ 538283 h 560755"/>
                <a:gd name="connsiteX16" fmla="*/ 122419 w 560700"/>
                <a:gd name="connsiteY16" fmla="*/ 480208 h 560755"/>
                <a:gd name="connsiteX17" fmla="*/ 80499 w 560700"/>
                <a:gd name="connsiteY17" fmla="*/ 438282 h 560755"/>
                <a:gd name="connsiteX18" fmla="*/ 22424 w 560700"/>
                <a:gd name="connsiteY18" fmla="*/ 496350 h 560755"/>
                <a:gd name="connsiteX19" fmla="*/ 19473 w 560700"/>
                <a:gd name="connsiteY19" fmla="*/ 498305 h 560755"/>
                <a:gd name="connsiteX20" fmla="*/ 7872 w 560700"/>
                <a:gd name="connsiteY20" fmla="*/ 493393 h 560755"/>
                <a:gd name="connsiteX21" fmla="*/ 7771 w 560700"/>
                <a:gd name="connsiteY21" fmla="*/ 412776 h 560755"/>
                <a:gd name="connsiteX22" fmla="*/ 147961 w 560700"/>
                <a:gd name="connsiteY22" fmla="*/ 352955 h 560755"/>
                <a:gd name="connsiteX23" fmla="*/ 152907 w 560700"/>
                <a:gd name="connsiteY23" fmla="*/ 364543 h 560755"/>
                <a:gd name="connsiteX24" fmla="*/ 141319 w 560700"/>
                <a:gd name="connsiteY24" fmla="*/ 369489 h 560755"/>
                <a:gd name="connsiteX25" fmla="*/ 87309 w 560700"/>
                <a:gd name="connsiteY25" fmla="*/ 365355 h 560755"/>
                <a:gd name="connsiteX26" fmla="*/ 20165 w 560700"/>
                <a:gd name="connsiteY26" fmla="*/ 473417 h 560755"/>
                <a:gd name="connsiteX27" fmla="*/ 74214 w 560700"/>
                <a:gd name="connsiteY27" fmla="*/ 419404 h 560755"/>
                <a:gd name="connsiteX28" fmla="*/ 74218 w 560700"/>
                <a:gd name="connsiteY28" fmla="*/ 419399 h 560755"/>
                <a:gd name="connsiteX29" fmla="*/ 86807 w 560700"/>
                <a:gd name="connsiteY29" fmla="*/ 419404 h 560755"/>
                <a:gd name="connsiteX30" fmla="*/ 141326 w 560700"/>
                <a:gd name="connsiteY30" fmla="*/ 473923 h 560755"/>
                <a:gd name="connsiteX31" fmla="*/ 141331 w 560700"/>
                <a:gd name="connsiteY31" fmla="*/ 473927 h 560755"/>
                <a:gd name="connsiteX32" fmla="*/ 141326 w 560700"/>
                <a:gd name="connsiteY32" fmla="*/ 486515 h 560755"/>
                <a:gd name="connsiteX33" fmla="*/ 87298 w 560700"/>
                <a:gd name="connsiteY33" fmla="*/ 540550 h 560755"/>
                <a:gd name="connsiteX34" fmla="*/ 141299 w 560700"/>
                <a:gd name="connsiteY34" fmla="*/ 536415 h 560755"/>
                <a:gd name="connsiteX35" fmla="*/ 191220 w 560700"/>
                <a:gd name="connsiteY35" fmla="*/ 419397 h 560755"/>
                <a:gd name="connsiteX36" fmla="*/ 193187 w 560700"/>
                <a:gd name="connsiteY36" fmla="*/ 409776 h 560755"/>
                <a:gd name="connsiteX37" fmla="*/ 325515 w 560700"/>
                <a:gd name="connsiteY37" fmla="*/ 277419 h 560755"/>
                <a:gd name="connsiteX38" fmla="*/ 334594 w 560700"/>
                <a:gd name="connsiteY38" fmla="*/ 275282 h 560755"/>
                <a:gd name="connsiteX39" fmla="*/ 374439 w 560700"/>
                <a:gd name="connsiteY39" fmla="*/ 277600 h 560755"/>
                <a:gd name="connsiteX40" fmla="*/ 434538 w 560700"/>
                <a:gd name="connsiteY40" fmla="*/ 186326 h 560755"/>
                <a:gd name="connsiteX41" fmla="*/ 388863 w 560700"/>
                <a:gd name="connsiteY41" fmla="*/ 232001 h 560755"/>
                <a:gd name="connsiteX42" fmla="*/ 376263 w 560700"/>
                <a:gd name="connsiteY42" fmla="*/ 232001 h 560755"/>
                <a:gd name="connsiteX43" fmla="*/ 328700 w 560700"/>
                <a:gd name="connsiteY43" fmla="*/ 184430 h 560755"/>
                <a:gd name="connsiteX44" fmla="*/ 328699 w 560700"/>
                <a:gd name="connsiteY44" fmla="*/ 184428 h 560755"/>
                <a:gd name="connsiteX45" fmla="*/ 328700 w 560700"/>
                <a:gd name="connsiteY45" fmla="*/ 171830 h 560755"/>
                <a:gd name="connsiteX46" fmla="*/ 374375 w 560700"/>
                <a:gd name="connsiteY46" fmla="*/ 126155 h 560755"/>
                <a:gd name="connsiteX47" fmla="*/ 334483 w 560700"/>
                <a:gd name="connsiteY47" fmla="*/ 128471 h 560755"/>
                <a:gd name="connsiteX48" fmla="*/ 285392 w 560700"/>
                <a:gd name="connsiteY48" fmla="*/ 226108 h 560755"/>
                <a:gd name="connsiteX49" fmla="*/ 283254 w 560700"/>
                <a:gd name="connsiteY49" fmla="*/ 235187 h 560755"/>
                <a:gd name="connsiteX50" fmla="*/ 182326 w 560700"/>
                <a:gd name="connsiteY50" fmla="*/ 336122 h 560755"/>
                <a:gd name="connsiteX51" fmla="*/ 182107 w 560700"/>
                <a:gd name="connsiteY51" fmla="*/ 336341 h 560755"/>
                <a:gd name="connsiteX52" fmla="*/ 169511 w 560700"/>
                <a:gd name="connsiteY52" fmla="*/ 336125 h 560755"/>
                <a:gd name="connsiteX53" fmla="*/ 169726 w 560700"/>
                <a:gd name="connsiteY53" fmla="*/ 323529 h 560755"/>
                <a:gd name="connsiteX54" fmla="*/ 266919 w 560700"/>
                <a:gd name="connsiteY54" fmla="*/ 226343 h 560755"/>
                <a:gd name="connsiteX55" fmla="*/ 270666 w 560700"/>
                <a:gd name="connsiteY55" fmla="*/ 166211 h 560755"/>
                <a:gd name="connsiteX56" fmla="*/ 357373 w 560700"/>
                <a:gd name="connsiteY56" fmla="*/ 106782 h 560755"/>
                <a:gd name="connsiteX57" fmla="*/ 324295 w 560700"/>
                <a:gd name="connsiteY57" fmla="*/ 0 h 560755"/>
                <a:gd name="connsiteX58" fmla="*/ 391286 w 560700"/>
                <a:gd name="connsiteY58" fmla="*/ 0 h 560755"/>
                <a:gd name="connsiteX59" fmla="*/ 400194 w 560700"/>
                <a:gd name="connsiteY59" fmla="*/ 8908 h 560755"/>
                <a:gd name="connsiteX60" fmla="*/ 400194 w 560700"/>
                <a:gd name="connsiteY60" fmla="*/ 44926 h 560755"/>
                <a:gd name="connsiteX61" fmla="*/ 439554 w 560700"/>
                <a:gd name="connsiteY61" fmla="*/ 61175 h 560755"/>
                <a:gd name="connsiteX62" fmla="*/ 464989 w 560700"/>
                <a:gd name="connsiteY62" fmla="*/ 35747 h 560755"/>
                <a:gd name="connsiteX63" fmla="*/ 464994 w 560700"/>
                <a:gd name="connsiteY63" fmla="*/ 35743 h 560755"/>
                <a:gd name="connsiteX64" fmla="*/ 477582 w 560700"/>
                <a:gd name="connsiteY64" fmla="*/ 35747 h 560755"/>
                <a:gd name="connsiteX65" fmla="*/ 524953 w 560700"/>
                <a:gd name="connsiteY65" fmla="*/ 83125 h 560755"/>
                <a:gd name="connsiteX66" fmla="*/ 524955 w 560700"/>
                <a:gd name="connsiteY66" fmla="*/ 83127 h 560755"/>
                <a:gd name="connsiteX67" fmla="*/ 524953 w 560700"/>
                <a:gd name="connsiteY67" fmla="*/ 95725 h 560755"/>
                <a:gd name="connsiteX68" fmla="*/ 499525 w 560700"/>
                <a:gd name="connsiteY68" fmla="*/ 121160 h 560755"/>
                <a:gd name="connsiteX69" fmla="*/ 515774 w 560700"/>
                <a:gd name="connsiteY69" fmla="*/ 160514 h 560755"/>
                <a:gd name="connsiteX70" fmla="*/ 551792 w 560700"/>
                <a:gd name="connsiteY70" fmla="*/ 160514 h 560755"/>
                <a:gd name="connsiteX71" fmla="*/ 551799 w 560700"/>
                <a:gd name="connsiteY71" fmla="*/ 160514 h 560755"/>
                <a:gd name="connsiteX72" fmla="*/ 560700 w 560700"/>
                <a:gd name="connsiteY72" fmla="*/ 169429 h 560755"/>
                <a:gd name="connsiteX73" fmla="*/ 560700 w 560700"/>
                <a:gd name="connsiteY73" fmla="*/ 236419 h 560755"/>
                <a:gd name="connsiteX74" fmla="*/ 551792 w 560700"/>
                <a:gd name="connsiteY74" fmla="*/ 245328 h 560755"/>
                <a:gd name="connsiteX75" fmla="*/ 515774 w 560700"/>
                <a:gd name="connsiteY75" fmla="*/ 245328 h 560755"/>
                <a:gd name="connsiteX76" fmla="*/ 499525 w 560700"/>
                <a:gd name="connsiteY76" fmla="*/ 284688 h 560755"/>
                <a:gd name="connsiteX77" fmla="*/ 524946 w 560700"/>
                <a:gd name="connsiteY77" fmla="*/ 310116 h 560755"/>
                <a:gd name="connsiteX78" fmla="*/ 524948 w 560700"/>
                <a:gd name="connsiteY78" fmla="*/ 310118 h 560755"/>
                <a:gd name="connsiteX79" fmla="*/ 524946 w 560700"/>
                <a:gd name="connsiteY79" fmla="*/ 322716 h 560755"/>
                <a:gd name="connsiteX80" fmla="*/ 477575 w 560700"/>
                <a:gd name="connsiteY80" fmla="*/ 370094 h 560755"/>
                <a:gd name="connsiteX81" fmla="*/ 464982 w 560700"/>
                <a:gd name="connsiteY81" fmla="*/ 370094 h 560755"/>
                <a:gd name="connsiteX82" fmla="*/ 439547 w 560700"/>
                <a:gd name="connsiteY82" fmla="*/ 344666 h 560755"/>
                <a:gd name="connsiteX83" fmla="*/ 400187 w 560700"/>
                <a:gd name="connsiteY83" fmla="*/ 360915 h 560755"/>
                <a:gd name="connsiteX84" fmla="*/ 400187 w 560700"/>
                <a:gd name="connsiteY84" fmla="*/ 396933 h 560755"/>
                <a:gd name="connsiteX85" fmla="*/ 391278 w 560700"/>
                <a:gd name="connsiteY85" fmla="*/ 405841 h 560755"/>
                <a:gd name="connsiteX86" fmla="*/ 324288 w 560700"/>
                <a:gd name="connsiteY86" fmla="*/ 405841 h 560755"/>
                <a:gd name="connsiteX87" fmla="*/ 315380 w 560700"/>
                <a:gd name="connsiteY87" fmla="*/ 396933 h 560755"/>
                <a:gd name="connsiteX88" fmla="*/ 315380 w 560700"/>
                <a:gd name="connsiteY88" fmla="*/ 353916 h 560755"/>
                <a:gd name="connsiteX89" fmla="*/ 324288 w 560700"/>
                <a:gd name="connsiteY89" fmla="*/ 345008 h 560755"/>
                <a:gd name="connsiteX90" fmla="*/ 333196 w 560700"/>
                <a:gd name="connsiteY90" fmla="*/ 353916 h 560755"/>
                <a:gd name="connsiteX91" fmla="*/ 333196 w 560700"/>
                <a:gd name="connsiteY91" fmla="*/ 388025 h 560755"/>
                <a:gd name="connsiteX92" fmla="*/ 382370 w 560700"/>
                <a:gd name="connsiteY92" fmla="*/ 388025 h 560755"/>
                <a:gd name="connsiteX93" fmla="*/ 382370 w 560700"/>
                <a:gd name="connsiteY93" fmla="*/ 353895 h 560755"/>
                <a:gd name="connsiteX94" fmla="*/ 389354 w 560700"/>
                <a:gd name="connsiteY94" fmla="*/ 345194 h 560755"/>
                <a:gd name="connsiteX95" fmla="*/ 436105 w 560700"/>
                <a:gd name="connsiteY95" fmla="*/ 325909 h 560755"/>
                <a:gd name="connsiteX96" fmla="*/ 447194 w 560700"/>
                <a:gd name="connsiteY96" fmla="*/ 327120 h 560755"/>
                <a:gd name="connsiteX97" fmla="*/ 471275 w 560700"/>
                <a:gd name="connsiteY97" fmla="*/ 351194 h 560755"/>
                <a:gd name="connsiteX98" fmla="*/ 506053 w 560700"/>
                <a:gd name="connsiteY98" fmla="*/ 316416 h 560755"/>
                <a:gd name="connsiteX99" fmla="*/ 481979 w 560700"/>
                <a:gd name="connsiteY99" fmla="*/ 292342 h 560755"/>
                <a:gd name="connsiteX100" fmla="*/ 480768 w 560700"/>
                <a:gd name="connsiteY100" fmla="*/ 281253 h 560755"/>
                <a:gd name="connsiteX101" fmla="*/ 500074 w 560700"/>
                <a:gd name="connsiteY101" fmla="*/ 234488 h 560755"/>
                <a:gd name="connsiteX102" fmla="*/ 508776 w 560700"/>
                <a:gd name="connsiteY102" fmla="*/ 227504 h 560755"/>
                <a:gd name="connsiteX103" fmla="*/ 542891 w 560700"/>
                <a:gd name="connsiteY103" fmla="*/ 227504 h 560755"/>
                <a:gd name="connsiteX104" fmla="*/ 542891 w 560700"/>
                <a:gd name="connsiteY104" fmla="*/ 178330 h 560755"/>
                <a:gd name="connsiteX105" fmla="*/ 508783 w 560700"/>
                <a:gd name="connsiteY105" fmla="*/ 178330 h 560755"/>
                <a:gd name="connsiteX106" fmla="*/ 500081 w 560700"/>
                <a:gd name="connsiteY106" fmla="*/ 171346 h 560755"/>
                <a:gd name="connsiteX107" fmla="*/ 480775 w 560700"/>
                <a:gd name="connsiteY107" fmla="*/ 124588 h 560755"/>
                <a:gd name="connsiteX108" fmla="*/ 481986 w 560700"/>
                <a:gd name="connsiteY108" fmla="*/ 113499 h 560755"/>
                <a:gd name="connsiteX109" fmla="*/ 506060 w 560700"/>
                <a:gd name="connsiteY109" fmla="*/ 89418 h 560755"/>
                <a:gd name="connsiteX110" fmla="*/ 471282 w 560700"/>
                <a:gd name="connsiteY110" fmla="*/ 54640 h 560755"/>
                <a:gd name="connsiteX111" fmla="*/ 447194 w 560700"/>
                <a:gd name="connsiteY111" fmla="*/ 78721 h 560755"/>
                <a:gd name="connsiteX112" fmla="*/ 436098 w 560700"/>
                <a:gd name="connsiteY112" fmla="*/ 79932 h 560755"/>
                <a:gd name="connsiteX113" fmla="*/ 389347 w 560700"/>
                <a:gd name="connsiteY113" fmla="*/ 60619 h 560755"/>
                <a:gd name="connsiteX114" fmla="*/ 382363 w 560700"/>
                <a:gd name="connsiteY114" fmla="*/ 51918 h 560755"/>
                <a:gd name="connsiteX115" fmla="*/ 382363 w 560700"/>
                <a:gd name="connsiteY115" fmla="*/ 17817 h 560755"/>
                <a:gd name="connsiteX116" fmla="*/ 333189 w 560700"/>
                <a:gd name="connsiteY116" fmla="*/ 17817 h 560755"/>
                <a:gd name="connsiteX117" fmla="*/ 333189 w 560700"/>
                <a:gd name="connsiteY117" fmla="*/ 51918 h 560755"/>
                <a:gd name="connsiteX118" fmla="*/ 326205 w 560700"/>
                <a:gd name="connsiteY118" fmla="*/ 60619 h 560755"/>
                <a:gd name="connsiteX119" fmla="*/ 279454 w 560700"/>
                <a:gd name="connsiteY119" fmla="*/ 79932 h 560755"/>
                <a:gd name="connsiteX120" fmla="*/ 268358 w 560700"/>
                <a:gd name="connsiteY120" fmla="*/ 78721 h 560755"/>
                <a:gd name="connsiteX121" fmla="*/ 244284 w 560700"/>
                <a:gd name="connsiteY121" fmla="*/ 54640 h 560755"/>
                <a:gd name="connsiteX122" fmla="*/ 209506 w 560700"/>
                <a:gd name="connsiteY122" fmla="*/ 89418 h 560755"/>
                <a:gd name="connsiteX123" fmla="*/ 233587 w 560700"/>
                <a:gd name="connsiteY123" fmla="*/ 113499 h 560755"/>
                <a:gd name="connsiteX124" fmla="*/ 234799 w 560700"/>
                <a:gd name="connsiteY124" fmla="*/ 124595 h 560755"/>
                <a:gd name="connsiteX125" fmla="*/ 215485 w 560700"/>
                <a:gd name="connsiteY125" fmla="*/ 171346 h 560755"/>
                <a:gd name="connsiteX126" fmla="*/ 206784 w 560700"/>
                <a:gd name="connsiteY126" fmla="*/ 178330 h 560755"/>
                <a:gd name="connsiteX127" fmla="*/ 172676 w 560700"/>
                <a:gd name="connsiteY127" fmla="*/ 178330 h 560755"/>
                <a:gd name="connsiteX128" fmla="*/ 172676 w 560700"/>
                <a:gd name="connsiteY128" fmla="*/ 227504 h 560755"/>
                <a:gd name="connsiteX129" fmla="*/ 206784 w 560700"/>
                <a:gd name="connsiteY129" fmla="*/ 227504 h 560755"/>
                <a:gd name="connsiteX130" fmla="*/ 215692 w 560700"/>
                <a:gd name="connsiteY130" fmla="*/ 236412 h 560755"/>
                <a:gd name="connsiteX131" fmla="*/ 206784 w 560700"/>
                <a:gd name="connsiteY131" fmla="*/ 245321 h 560755"/>
                <a:gd name="connsiteX132" fmla="*/ 163767 w 560700"/>
                <a:gd name="connsiteY132" fmla="*/ 245321 h 560755"/>
                <a:gd name="connsiteX133" fmla="*/ 154859 w 560700"/>
                <a:gd name="connsiteY133" fmla="*/ 236412 h 560755"/>
                <a:gd name="connsiteX134" fmla="*/ 154859 w 560700"/>
                <a:gd name="connsiteY134" fmla="*/ 169422 h 560755"/>
                <a:gd name="connsiteX135" fmla="*/ 163767 w 560700"/>
                <a:gd name="connsiteY135" fmla="*/ 160514 h 560755"/>
                <a:gd name="connsiteX136" fmla="*/ 199800 w 560700"/>
                <a:gd name="connsiteY136" fmla="*/ 160514 h 560755"/>
                <a:gd name="connsiteX137" fmla="*/ 216056 w 560700"/>
                <a:gd name="connsiteY137" fmla="*/ 121160 h 560755"/>
                <a:gd name="connsiteX138" fmla="*/ 190628 w 560700"/>
                <a:gd name="connsiteY138" fmla="*/ 95725 h 560755"/>
                <a:gd name="connsiteX139" fmla="*/ 190626 w 560700"/>
                <a:gd name="connsiteY139" fmla="*/ 95723 h 560755"/>
                <a:gd name="connsiteX140" fmla="*/ 190628 w 560700"/>
                <a:gd name="connsiteY140" fmla="*/ 83125 h 560755"/>
                <a:gd name="connsiteX141" fmla="*/ 237999 w 560700"/>
                <a:gd name="connsiteY141" fmla="*/ 35747 h 560755"/>
                <a:gd name="connsiteX142" fmla="*/ 238000 w 560700"/>
                <a:gd name="connsiteY142" fmla="*/ 35746 h 560755"/>
                <a:gd name="connsiteX143" fmla="*/ 250598 w 560700"/>
                <a:gd name="connsiteY143" fmla="*/ 35747 h 560755"/>
                <a:gd name="connsiteX144" fmla="*/ 276026 w 560700"/>
                <a:gd name="connsiteY144" fmla="*/ 61175 h 560755"/>
                <a:gd name="connsiteX145" fmla="*/ 315387 w 560700"/>
                <a:gd name="connsiteY145" fmla="*/ 44926 h 560755"/>
                <a:gd name="connsiteX146" fmla="*/ 315387 w 560700"/>
                <a:gd name="connsiteY146" fmla="*/ 8908 h 560755"/>
                <a:gd name="connsiteX147" fmla="*/ 324295 w 560700"/>
                <a:gd name="connsiteY147" fmla="*/ 0 h 560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560700" h="560755">
                  <a:moveTo>
                    <a:pt x="357373" y="106782"/>
                  </a:moveTo>
                  <a:cubicBezTo>
                    <a:pt x="369724" y="106589"/>
                    <a:pt x="382316" y="108816"/>
                    <a:pt x="394486" y="113741"/>
                  </a:cubicBezTo>
                  <a:cubicBezTo>
                    <a:pt x="395595" y="114189"/>
                    <a:pt x="396602" y="114856"/>
                    <a:pt x="397448" y="115702"/>
                  </a:cubicBezTo>
                  <a:cubicBezTo>
                    <a:pt x="400926" y="119182"/>
                    <a:pt x="400924" y="124823"/>
                    <a:pt x="397444" y="128301"/>
                  </a:cubicBezTo>
                  <a:lnTo>
                    <a:pt x="347557" y="178187"/>
                  </a:lnTo>
                  <a:lnTo>
                    <a:pt x="382528" y="213158"/>
                  </a:lnTo>
                  <a:lnTo>
                    <a:pt x="432414" y="163271"/>
                  </a:lnTo>
                  <a:cubicBezTo>
                    <a:pt x="433258" y="162429"/>
                    <a:pt x="434261" y="161764"/>
                    <a:pt x="435366" y="161317"/>
                  </a:cubicBezTo>
                  <a:cubicBezTo>
                    <a:pt x="439926" y="159469"/>
                    <a:pt x="445120" y="161669"/>
                    <a:pt x="446967" y="166229"/>
                  </a:cubicBezTo>
                  <a:cubicBezTo>
                    <a:pt x="454700" y="185336"/>
                    <a:pt x="456015" y="206439"/>
                    <a:pt x="450714" y="226360"/>
                  </a:cubicBezTo>
                  <a:cubicBezTo>
                    <a:pt x="437207" y="277111"/>
                    <a:pt x="385117" y="307303"/>
                    <a:pt x="334366" y="293797"/>
                  </a:cubicBezTo>
                  <a:lnTo>
                    <a:pt x="209842" y="418349"/>
                  </a:lnTo>
                  <a:cubicBezTo>
                    <a:pt x="218138" y="442822"/>
                    <a:pt x="217365" y="469462"/>
                    <a:pt x="207664" y="493412"/>
                  </a:cubicBezTo>
                  <a:cubicBezTo>
                    <a:pt x="185317" y="548582"/>
                    <a:pt x="122478" y="575190"/>
                    <a:pt x="67308" y="552843"/>
                  </a:cubicBezTo>
                  <a:cubicBezTo>
                    <a:pt x="66199" y="552395"/>
                    <a:pt x="65192" y="551728"/>
                    <a:pt x="64346" y="550882"/>
                  </a:cubicBezTo>
                  <a:cubicBezTo>
                    <a:pt x="60869" y="547402"/>
                    <a:pt x="60870" y="541761"/>
                    <a:pt x="64350" y="538283"/>
                  </a:cubicBezTo>
                  <a:lnTo>
                    <a:pt x="122419" y="480208"/>
                  </a:lnTo>
                  <a:lnTo>
                    <a:pt x="80499" y="438282"/>
                  </a:lnTo>
                  <a:lnTo>
                    <a:pt x="22424" y="496350"/>
                  </a:lnTo>
                  <a:cubicBezTo>
                    <a:pt x="21581" y="497193"/>
                    <a:pt x="20578" y="497857"/>
                    <a:pt x="19473" y="498305"/>
                  </a:cubicBezTo>
                  <a:cubicBezTo>
                    <a:pt x="14913" y="500152"/>
                    <a:pt x="9719" y="497953"/>
                    <a:pt x="7872" y="493393"/>
                  </a:cubicBezTo>
                  <a:cubicBezTo>
                    <a:pt x="-2589" y="467545"/>
                    <a:pt x="-2625" y="438649"/>
                    <a:pt x="7771" y="412776"/>
                  </a:cubicBezTo>
                  <a:cubicBezTo>
                    <a:pt x="29964" y="357545"/>
                    <a:pt x="92729" y="330762"/>
                    <a:pt x="147961" y="352955"/>
                  </a:cubicBezTo>
                  <a:cubicBezTo>
                    <a:pt x="152527" y="354789"/>
                    <a:pt x="154741" y="359977"/>
                    <a:pt x="152907" y="364543"/>
                  </a:cubicBezTo>
                  <a:cubicBezTo>
                    <a:pt x="151073" y="369108"/>
                    <a:pt x="145885" y="371323"/>
                    <a:pt x="141319" y="369489"/>
                  </a:cubicBezTo>
                  <a:cubicBezTo>
                    <a:pt x="124168" y="362595"/>
                    <a:pt x="105309" y="361152"/>
                    <a:pt x="87309" y="365355"/>
                  </a:cubicBezTo>
                  <a:cubicBezTo>
                    <a:pt x="38927" y="376655"/>
                    <a:pt x="8866" y="425035"/>
                    <a:pt x="20165" y="473417"/>
                  </a:cubicBezTo>
                  <a:lnTo>
                    <a:pt x="74214" y="419404"/>
                  </a:lnTo>
                  <a:cubicBezTo>
                    <a:pt x="74215" y="419402"/>
                    <a:pt x="74217" y="419401"/>
                    <a:pt x="74218" y="419399"/>
                  </a:cubicBezTo>
                  <a:cubicBezTo>
                    <a:pt x="77696" y="415924"/>
                    <a:pt x="83332" y="415926"/>
                    <a:pt x="86807" y="419404"/>
                  </a:cubicBezTo>
                  <a:lnTo>
                    <a:pt x="141326" y="473923"/>
                  </a:lnTo>
                  <a:cubicBezTo>
                    <a:pt x="141328" y="473924"/>
                    <a:pt x="141329" y="473926"/>
                    <a:pt x="141331" y="473927"/>
                  </a:cubicBezTo>
                  <a:cubicBezTo>
                    <a:pt x="144806" y="477405"/>
                    <a:pt x="144804" y="483041"/>
                    <a:pt x="141326" y="486515"/>
                  </a:cubicBezTo>
                  <a:lnTo>
                    <a:pt x="87298" y="540550"/>
                  </a:lnTo>
                  <a:cubicBezTo>
                    <a:pt x="105295" y="544751"/>
                    <a:pt x="124151" y="543308"/>
                    <a:pt x="141299" y="536415"/>
                  </a:cubicBezTo>
                  <a:cubicBezTo>
                    <a:pt x="187398" y="517887"/>
                    <a:pt x="209749" y="465496"/>
                    <a:pt x="191220" y="419397"/>
                  </a:cubicBezTo>
                  <a:cubicBezTo>
                    <a:pt x="189889" y="416085"/>
                    <a:pt x="190663" y="412299"/>
                    <a:pt x="193187" y="409776"/>
                  </a:cubicBezTo>
                  <a:lnTo>
                    <a:pt x="325515" y="277419"/>
                  </a:lnTo>
                  <a:cubicBezTo>
                    <a:pt x="327897" y="275054"/>
                    <a:pt x="331406" y="274228"/>
                    <a:pt x="334594" y="275282"/>
                  </a:cubicBezTo>
                  <a:cubicBezTo>
                    <a:pt x="347444" y="279530"/>
                    <a:pt x="361184" y="280329"/>
                    <a:pt x="374439" y="277600"/>
                  </a:cubicBezTo>
                  <a:cubicBezTo>
                    <a:pt x="416239" y="268991"/>
                    <a:pt x="443146" y="228127"/>
                    <a:pt x="434538" y="186326"/>
                  </a:cubicBezTo>
                  <a:lnTo>
                    <a:pt x="388863" y="232001"/>
                  </a:lnTo>
                  <a:cubicBezTo>
                    <a:pt x="385328" y="235343"/>
                    <a:pt x="379799" y="235343"/>
                    <a:pt x="376263" y="232001"/>
                  </a:cubicBezTo>
                  <a:lnTo>
                    <a:pt x="328700" y="184430"/>
                  </a:lnTo>
                  <a:cubicBezTo>
                    <a:pt x="328700" y="184429"/>
                    <a:pt x="328699" y="184429"/>
                    <a:pt x="328699" y="184428"/>
                  </a:cubicBezTo>
                  <a:cubicBezTo>
                    <a:pt x="325220" y="180949"/>
                    <a:pt x="325221" y="175309"/>
                    <a:pt x="328700" y="171830"/>
                  </a:cubicBezTo>
                  <a:lnTo>
                    <a:pt x="374375" y="126155"/>
                  </a:lnTo>
                  <a:cubicBezTo>
                    <a:pt x="361104" y="123416"/>
                    <a:pt x="347347" y="124215"/>
                    <a:pt x="334483" y="128471"/>
                  </a:cubicBezTo>
                  <a:cubicBezTo>
                    <a:pt x="293965" y="141876"/>
                    <a:pt x="271986" y="185589"/>
                    <a:pt x="285392" y="226108"/>
                  </a:cubicBezTo>
                  <a:cubicBezTo>
                    <a:pt x="286447" y="229295"/>
                    <a:pt x="285620" y="232805"/>
                    <a:pt x="283254" y="235187"/>
                  </a:cubicBezTo>
                  <a:lnTo>
                    <a:pt x="182326" y="336122"/>
                  </a:lnTo>
                  <a:cubicBezTo>
                    <a:pt x="182254" y="336196"/>
                    <a:pt x="182181" y="336269"/>
                    <a:pt x="182107" y="336341"/>
                  </a:cubicBezTo>
                  <a:cubicBezTo>
                    <a:pt x="178569" y="339760"/>
                    <a:pt x="172930" y="339663"/>
                    <a:pt x="169511" y="336125"/>
                  </a:cubicBezTo>
                  <a:cubicBezTo>
                    <a:pt x="166092" y="332587"/>
                    <a:pt x="166188" y="326948"/>
                    <a:pt x="169726" y="323529"/>
                  </a:cubicBezTo>
                  <a:lnTo>
                    <a:pt x="266919" y="226343"/>
                  </a:lnTo>
                  <a:cubicBezTo>
                    <a:pt x="261618" y="206422"/>
                    <a:pt x="262933" y="185319"/>
                    <a:pt x="270666" y="166211"/>
                  </a:cubicBezTo>
                  <a:cubicBezTo>
                    <a:pt x="285443" y="129701"/>
                    <a:pt x="320320" y="107359"/>
                    <a:pt x="357373" y="106782"/>
                  </a:cubicBezTo>
                  <a:close/>
                  <a:moveTo>
                    <a:pt x="324295" y="0"/>
                  </a:moveTo>
                  <a:lnTo>
                    <a:pt x="391286" y="0"/>
                  </a:lnTo>
                  <a:cubicBezTo>
                    <a:pt x="396205" y="0"/>
                    <a:pt x="400194" y="3988"/>
                    <a:pt x="400194" y="8908"/>
                  </a:cubicBezTo>
                  <a:lnTo>
                    <a:pt x="400194" y="44926"/>
                  </a:lnTo>
                  <a:cubicBezTo>
                    <a:pt x="413971" y="48590"/>
                    <a:pt x="427205" y="54053"/>
                    <a:pt x="439554" y="61175"/>
                  </a:cubicBezTo>
                  <a:lnTo>
                    <a:pt x="464989" y="35747"/>
                  </a:lnTo>
                  <a:cubicBezTo>
                    <a:pt x="464991" y="35746"/>
                    <a:pt x="464993" y="35744"/>
                    <a:pt x="464994" y="35743"/>
                  </a:cubicBezTo>
                  <a:cubicBezTo>
                    <a:pt x="468471" y="32268"/>
                    <a:pt x="474107" y="32270"/>
                    <a:pt x="477582" y="35747"/>
                  </a:cubicBezTo>
                  <a:lnTo>
                    <a:pt x="524953" y="83125"/>
                  </a:lnTo>
                  <a:cubicBezTo>
                    <a:pt x="524954" y="83126"/>
                    <a:pt x="524954" y="83126"/>
                    <a:pt x="524955" y="83127"/>
                  </a:cubicBezTo>
                  <a:cubicBezTo>
                    <a:pt x="528433" y="86606"/>
                    <a:pt x="528432" y="92247"/>
                    <a:pt x="524953" y="95725"/>
                  </a:cubicBezTo>
                  <a:lnTo>
                    <a:pt x="499525" y="121160"/>
                  </a:lnTo>
                  <a:cubicBezTo>
                    <a:pt x="506646" y="133508"/>
                    <a:pt x="512109" y="146739"/>
                    <a:pt x="515774" y="160514"/>
                  </a:cubicBezTo>
                  <a:lnTo>
                    <a:pt x="551792" y="160514"/>
                  </a:lnTo>
                  <a:cubicBezTo>
                    <a:pt x="551794" y="160514"/>
                    <a:pt x="551797" y="160514"/>
                    <a:pt x="551799" y="160514"/>
                  </a:cubicBezTo>
                  <a:cubicBezTo>
                    <a:pt x="556719" y="160517"/>
                    <a:pt x="560704" y="164509"/>
                    <a:pt x="560700" y="169429"/>
                  </a:cubicBezTo>
                  <a:lnTo>
                    <a:pt x="560700" y="236419"/>
                  </a:lnTo>
                  <a:cubicBezTo>
                    <a:pt x="560700" y="241339"/>
                    <a:pt x="556712" y="245328"/>
                    <a:pt x="551792" y="245328"/>
                  </a:cubicBezTo>
                  <a:lnTo>
                    <a:pt x="515774" y="245328"/>
                  </a:lnTo>
                  <a:cubicBezTo>
                    <a:pt x="512112" y="259105"/>
                    <a:pt x="506649" y="272340"/>
                    <a:pt x="499525" y="284688"/>
                  </a:cubicBezTo>
                  <a:lnTo>
                    <a:pt x="524946" y="310116"/>
                  </a:lnTo>
                  <a:cubicBezTo>
                    <a:pt x="524946" y="310117"/>
                    <a:pt x="524947" y="310117"/>
                    <a:pt x="524948" y="310118"/>
                  </a:cubicBezTo>
                  <a:cubicBezTo>
                    <a:pt x="528426" y="313597"/>
                    <a:pt x="528425" y="319238"/>
                    <a:pt x="524946" y="322716"/>
                  </a:cubicBezTo>
                  <a:lnTo>
                    <a:pt x="477575" y="370094"/>
                  </a:lnTo>
                  <a:cubicBezTo>
                    <a:pt x="474097" y="373569"/>
                    <a:pt x="468461" y="373569"/>
                    <a:pt x="464982" y="370094"/>
                  </a:cubicBezTo>
                  <a:lnTo>
                    <a:pt x="439547" y="344666"/>
                  </a:lnTo>
                  <a:cubicBezTo>
                    <a:pt x="427199" y="351790"/>
                    <a:pt x="413964" y="357253"/>
                    <a:pt x="400187" y="360915"/>
                  </a:cubicBezTo>
                  <a:lnTo>
                    <a:pt x="400187" y="396933"/>
                  </a:lnTo>
                  <a:cubicBezTo>
                    <a:pt x="400187" y="401853"/>
                    <a:pt x="396198" y="405841"/>
                    <a:pt x="391278" y="405841"/>
                  </a:cubicBezTo>
                  <a:lnTo>
                    <a:pt x="324288" y="405841"/>
                  </a:lnTo>
                  <a:cubicBezTo>
                    <a:pt x="319368" y="405841"/>
                    <a:pt x="315380" y="401853"/>
                    <a:pt x="315380" y="396933"/>
                  </a:cubicBezTo>
                  <a:lnTo>
                    <a:pt x="315380" y="353916"/>
                  </a:lnTo>
                  <a:cubicBezTo>
                    <a:pt x="315380" y="348997"/>
                    <a:pt x="319368" y="345008"/>
                    <a:pt x="324288" y="345008"/>
                  </a:cubicBezTo>
                  <a:cubicBezTo>
                    <a:pt x="329208" y="345008"/>
                    <a:pt x="333196" y="348997"/>
                    <a:pt x="333196" y="353916"/>
                  </a:cubicBezTo>
                  <a:lnTo>
                    <a:pt x="333196" y="388025"/>
                  </a:lnTo>
                  <a:lnTo>
                    <a:pt x="382370" y="388025"/>
                  </a:lnTo>
                  <a:lnTo>
                    <a:pt x="382370" y="353895"/>
                  </a:lnTo>
                  <a:cubicBezTo>
                    <a:pt x="382368" y="349715"/>
                    <a:pt x="385273" y="346096"/>
                    <a:pt x="389354" y="345194"/>
                  </a:cubicBezTo>
                  <a:cubicBezTo>
                    <a:pt x="405950" y="341563"/>
                    <a:pt x="421776" y="335035"/>
                    <a:pt x="436105" y="325909"/>
                  </a:cubicBezTo>
                  <a:cubicBezTo>
                    <a:pt x="439629" y="323667"/>
                    <a:pt x="444237" y="324171"/>
                    <a:pt x="447194" y="327120"/>
                  </a:cubicBezTo>
                  <a:lnTo>
                    <a:pt x="471275" y="351194"/>
                  </a:lnTo>
                  <a:lnTo>
                    <a:pt x="506053" y="316416"/>
                  </a:lnTo>
                  <a:lnTo>
                    <a:pt x="481979" y="292342"/>
                  </a:lnTo>
                  <a:cubicBezTo>
                    <a:pt x="479022" y="289389"/>
                    <a:pt x="478518" y="284776"/>
                    <a:pt x="480768" y="281253"/>
                  </a:cubicBezTo>
                  <a:cubicBezTo>
                    <a:pt x="489902" y="266921"/>
                    <a:pt x="496437" y="251090"/>
                    <a:pt x="500074" y="234488"/>
                  </a:cubicBezTo>
                  <a:cubicBezTo>
                    <a:pt x="500979" y="230408"/>
                    <a:pt x="504597" y="227505"/>
                    <a:pt x="508776" y="227504"/>
                  </a:cubicBezTo>
                  <a:lnTo>
                    <a:pt x="542891" y="227504"/>
                  </a:lnTo>
                  <a:lnTo>
                    <a:pt x="542891" y="178330"/>
                  </a:lnTo>
                  <a:lnTo>
                    <a:pt x="508783" y="178330"/>
                  </a:lnTo>
                  <a:cubicBezTo>
                    <a:pt x="504602" y="178335"/>
                    <a:pt x="500981" y="175429"/>
                    <a:pt x="500081" y="171346"/>
                  </a:cubicBezTo>
                  <a:cubicBezTo>
                    <a:pt x="496442" y="154747"/>
                    <a:pt x="489906" y="138919"/>
                    <a:pt x="480775" y="124588"/>
                  </a:cubicBezTo>
                  <a:cubicBezTo>
                    <a:pt x="478525" y="121066"/>
                    <a:pt x="479029" y="116453"/>
                    <a:pt x="481986" y="113499"/>
                  </a:cubicBezTo>
                  <a:lnTo>
                    <a:pt x="506060" y="89418"/>
                  </a:lnTo>
                  <a:lnTo>
                    <a:pt x="471282" y="54640"/>
                  </a:lnTo>
                  <a:lnTo>
                    <a:pt x="447194" y="78721"/>
                  </a:lnTo>
                  <a:cubicBezTo>
                    <a:pt x="444238" y="81679"/>
                    <a:pt x="439623" y="82183"/>
                    <a:pt x="436098" y="79932"/>
                  </a:cubicBezTo>
                  <a:cubicBezTo>
                    <a:pt x="421772" y="70795"/>
                    <a:pt x="405945" y="64257"/>
                    <a:pt x="389347" y="60619"/>
                  </a:cubicBezTo>
                  <a:cubicBezTo>
                    <a:pt x="385266" y="59716"/>
                    <a:pt x="382361" y="56097"/>
                    <a:pt x="382363" y="51918"/>
                  </a:cubicBezTo>
                  <a:lnTo>
                    <a:pt x="382363" y="17817"/>
                  </a:lnTo>
                  <a:lnTo>
                    <a:pt x="333189" y="17817"/>
                  </a:lnTo>
                  <a:lnTo>
                    <a:pt x="333189" y="51918"/>
                  </a:lnTo>
                  <a:cubicBezTo>
                    <a:pt x="333191" y="56097"/>
                    <a:pt x="330286" y="59716"/>
                    <a:pt x="326205" y="60619"/>
                  </a:cubicBezTo>
                  <a:cubicBezTo>
                    <a:pt x="309606" y="64256"/>
                    <a:pt x="293780" y="70794"/>
                    <a:pt x="279454" y="79932"/>
                  </a:cubicBezTo>
                  <a:cubicBezTo>
                    <a:pt x="275930" y="82183"/>
                    <a:pt x="271314" y="81679"/>
                    <a:pt x="268358" y="78721"/>
                  </a:cubicBezTo>
                  <a:lnTo>
                    <a:pt x="244284" y="54640"/>
                  </a:lnTo>
                  <a:lnTo>
                    <a:pt x="209506" y="89418"/>
                  </a:lnTo>
                  <a:lnTo>
                    <a:pt x="233587" y="113499"/>
                  </a:lnTo>
                  <a:cubicBezTo>
                    <a:pt x="236545" y="116455"/>
                    <a:pt x="237049" y="121071"/>
                    <a:pt x="234799" y="124595"/>
                  </a:cubicBezTo>
                  <a:cubicBezTo>
                    <a:pt x="225664" y="138923"/>
                    <a:pt x="219126" y="154749"/>
                    <a:pt x="215485" y="171346"/>
                  </a:cubicBezTo>
                  <a:cubicBezTo>
                    <a:pt x="214583" y="175427"/>
                    <a:pt x="210964" y="178332"/>
                    <a:pt x="206784" y="178330"/>
                  </a:cubicBezTo>
                  <a:lnTo>
                    <a:pt x="172676" y="178330"/>
                  </a:lnTo>
                  <a:lnTo>
                    <a:pt x="172676" y="227504"/>
                  </a:lnTo>
                  <a:lnTo>
                    <a:pt x="206784" y="227504"/>
                  </a:lnTo>
                  <a:cubicBezTo>
                    <a:pt x="211704" y="227504"/>
                    <a:pt x="215692" y="231492"/>
                    <a:pt x="215692" y="236412"/>
                  </a:cubicBezTo>
                  <a:cubicBezTo>
                    <a:pt x="215692" y="241332"/>
                    <a:pt x="211704" y="245321"/>
                    <a:pt x="206784" y="245321"/>
                  </a:cubicBezTo>
                  <a:lnTo>
                    <a:pt x="163767" y="245321"/>
                  </a:lnTo>
                  <a:cubicBezTo>
                    <a:pt x="158847" y="245321"/>
                    <a:pt x="154859" y="241332"/>
                    <a:pt x="154859" y="236412"/>
                  </a:cubicBezTo>
                  <a:lnTo>
                    <a:pt x="154859" y="169422"/>
                  </a:lnTo>
                  <a:cubicBezTo>
                    <a:pt x="154859" y="164502"/>
                    <a:pt x="158847" y="160514"/>
                    <a:pt x="163767" y="160514"/>
                  </a:cubicBezTo>
                  <a:lnTo>
                    <a:pt x="199800" y="160514"/>
                  </a:lnTo>
                  <a:cubicBezTo>
                    <a:pt x="203463" y="146738"/>
                    <a:pt x="208929" y="133505"/>
                    <a:pt x="216056" y="121160"/>
                  </a:cubicBezTo>
                  <a:lnTo>
                    <a:pt x="190628" y="95725"/>
                  </a:lnTo>
                  <a:cubicBezTo>
                    <a:pt x="190627" y="95725"/>
                    <a:pt x="190627" y="95724"/>
                    <a:pt x="190626" y="95723"/>
                  </a:cubicBezTo>
                  <a:cubicBezTo>
                    <a:pt x="187148" y="92244"/>
                    <a:pt x="187148" y="86604"/>
                    <a:pt x="190628" y="83125"/>
                  </a:cubicBezTo>
                  <a:lnTo>
                    <a:pt x="237999" y="35747"/>
                  </a:lnTo>
                  <a:cubicBezTo>
                    <a:pt x="237999" y="35747"/>
                    <a:pt x="238000" y="35746"/>
                    <a:pt x="238000" y="35746"/>
                  </a:cubicBezTo>
                  <a:cubicBezTo>
                    <a:pt x="241480" y="32267"/>
                    <a:pt x="247120" y="32268"/>
                    <a:pt x="250598" y="35747"/>
                  </a:cubicBezTo>
                  <a:lnTo>
                    <a:pt x="276026" y="61175"/>
                  </a:lnTo>
                  <a:cubicBezTo>
                    <a:pt x="288375" y="54052"/>
                    <a:pt x="301609" y="48588"/>
                    <a:pt x="315387" y="44926"/>
                  </a:cubicBezTo>
                  <a:lnTo>
                    <a:pt x="315387" y="8908"/>
                  </a:lnTo>
                  <a:cubicBezTo>
                    <a:pt x="315387" y="3988"/>
                    <a:pt x="319375" y="0"/>
                    <a:pt x="324295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18" name="Group 237">
            <a:extLst>
              <a:ext uri="{FF2B5EF4-FFF2-40B4-BE49-F238E27FC236}">
                <a16:creationId xmlns:a16="http://schemas.microsoft.com/office/drawing/2014/main" id="{BBF5536D-DB38-B7FA-0005-BA34E7A78BFA}"/>
              </a:ext>
            </a:extLst>
          </p:cNvPr>
          <p:cNvGrpSpPr/>
          <p:nvPr/>
        </p:nvGrpSpPr>
        <p:grpSpPr>
          <a:xfrm>
            <a:off x="5840638" y="4980426"/>
            <a:ext cx="514183" cy="580825"/>
            <a:chOff x="5840638" y="4980426"/>
            <a:chExt cx="514183" cy="580825"/>
          </a:xfrm>
          <a:noFill/>
        </p:grpSpPr>
        <p:sp>
          <p:nvSpPr>
            <p:cNvPr id="219" name="Freeform: Shape 193">
              <a:extLst>
                <a:ext uri="{FF2B5EF4-FFF2-40B4-BE49-F238E27FC236}">
                  <a16:creationId xmlns:a16="http://schemas.microsoft.com/office/drawing/2014/main" id="{35A86089-C37E-8D52-1887-5168DE69B0D3}"/>
                </a:ext>
              </a:extLst>
            </p:cNvPr>
            <p:cNvSpPr/>
            <p:nvPr/>
          </p:nvSpPr>
          <p:spPr>
            <a:xfrm>
              <a:off x="5926693" y="5064164"/>
              <a:ext cx="342080" cy="342079"/>
            </a:xfrm>
            <a:custGeom>
              <a:avLst/>
              <a:gdLst>
                <a:gd name="connsiteX0" fmla="*/ 342079 w 342079"/>
                <a:gd name="connsiteY0" fmla="*/ 200572 h 342079"/>
                <a:gd name="connsiteX1" fmla="*/ 342079 w 342079"/>
                <a:gd name="connsiteY1" fmla="*/ 141507 h 342079"/>
                <a:gd name="connsiteX2" fmla="*/ 304208 w 342079"/>
                <a:gd name="connsiteY2" fmla="*/ 141507 h 342079"/>
                <a:gd name="connsiteX3" fmla="*/ 286049 w 342079"/>
                <a:gd name="connsiteY3" fmla="*/ 97792 h 342079"/>
                <a:gd name="connsiteX4" fmla="*/ 312860 w 342079"/>
                <a:gd name="connsiteY4" fmla="*/ 70981 h 342079"/>
                <a:gd name="connsiteX5" fmla="*/ 271098 w 342079"/>
                <a:gd name="connsiteY5" fmla="*/ 29219 h 342079"/>
                <a:gd name="connsiteX6" fmla="*/ 244280 w 342079"/>
                <a:gd name="connsiteY6" fmla="*/ 56037 h 342079"/>
                <a:gd name="connsiteX7" fmla="*/ 200565 w 342079"/>
                <a:gd name="connsiteY7" fmla="*/ 37878 h 342079"/>
                <a:gd name="connsiteX8" fmla="*/ 200565 w 342079"/>
                <a:gd name="connsiteY8" fmla="*/ 0 h 342079"/>
                <a:gd name="connsiteX9" fmla="*/ 141507 w 342079"/>
                <a:gd name="connsiteY9" fmla="*/ 0 h 342079"/>
                <a:gd name="connsiteX10" fmla="*/ 141507 w 342079"/>
                <a:gd name="connsiteY10" fmla="*/ 37871 h 342079"/>
                <a:gd name="connsiteX11" fmla="*/ 97792 w 342079"/>
                <a:gd name="connsiteY11" fmla="*/ 56030 h 342079"/>
                <a:gd name="connsiteX12" fmla="*/ 70981 w 342079"/>
                <a:gd name="connsiteY12" fmla="*/ 29219 h 342079"/>
                <a:gd name="connsiteX13" fmla="*/ 29219 w 342079"/>
                <a:gd name="connsiteY13" fmla="*/ 70981 h 342079"/>
                <a:gd name="connsiteX14" fmla="*/ 56037 w 342079"/>
                <a:gd name="connsiteY14" fmla="*/ 97799 h 342079"/>
                <a:gd name="connsiteX15" fmla="*/ 37878 w 342079"/>
                <a:gd name="connsiteY15" fmla="*/ 141514 h 342079"/>
                <a:gd name="connsiteX16" fmla="*/ 0 w 342079"/>
                <a:gd name="connsiteY16" fmla="*/ 141514 h 342079"/>
                <a:gd name="connsiteX17" fmla="*/ 0 w 342079"/>
                <a:gd name="connsiteY17" fmla="*/ 200580 h 342079"/>
                <a:gd name="connsiteX18" fmla="*/ 37871 w 342079"/>
                <a:gd name="connsiteY18" fmla="*/ 200580 h 342079"/>
                <a:gd name="connsiteX19" fmla="*/ 56030 w 342079"/>
                <a:gd name="connsiteY19" fmla="*/ 244294 h 342079"/>
                <a:gd name="connsiteX20" fmla="*/ 29219 w 342079"/>
                <a:gd name="connsiteY20" fmla="*/ 271098 h 342079"/>
                <a:gd name="connsiteX21" fmla="*/ 70981 w 342079"/>
                <a:gd name="connsiteY21" fmla="*/ 312860 h 342079"/>
                <a:gd name="connsiteX22" fmla="*/ 97799 w 342079"/>
                <a:gd name="connsiteY22" fmla="*/ 286042 h 342079"/>
                <a:gd name="connsiteX23" fmla="*/ 141514 w 342079"/>
                <a:gd name="connsiteY23" fmla="*/ 304201 h 342079"/>
                <a:gd name="connsiteX24" fmla="*/ 141514 w 342079"/>
                <a:gd name="connsiteY24" fmla="*/ 342079 h 342079"/>
                <a:gd name="connsiteX25" fmla="*/ 200580 w 342079"/>
                <a:gd name="connsiteY25" fmla="*/ 342079 h 342079"/>
                <a:gd name="connsiteX26" fmla="*/ 200580 w 342079"/>
                <a:gd name="connsiteY26" fmla="*/ 304208 h 342079"/>
                <a:gd name="connsiteX27" fmla="*/ 244294 w 342079"/>
                <a:gd name="connsiteY27" fmla="*/ 286049 h 342079"/>
                <a:gd name="connsiteX28" fmla="*/ 271098 w 342079"/>
                <a:gd name="connsiteY28" fmla="*/ 312860 h 342079"/>
                <a:gd name="connsiteX29" fmla="*/ 312860 w 342079"/>
                <a:gd name="connsiteY29" fmla="*/ 271098 h 342079"/>
                <a:gd name="connsiteX30" fmla="*/ 286042 w 342079"/>
                <a:gd name="connsiteY30" fmla="*/ 244280 h 342079"/>
                <a:gd name="connsiteX31" fmla="*/ 304201 w 342079"/>
                <a:gd name="connsiteY31" fmla="*/ 200565 h 342079"/>
                <a:gd name="connsiteX32" fmla="*/ 171040 w 342079"/>
                <a:gd name="connsiteY32" fmla="*/ 229079 h 342079"/>
                <a:gd name="connsiteX33" fmla="*/ 113007 w 342079"/>
                <a:gd name="connsiteY33" fmla="*/ 171047 h 342079"/>
                <a:gd name="connsiteX34" fmla="*/ 171040 w 342079"/>
                <a:gd name="connsiteY34" fmla="*/ 113014 h 342079"/>
                <a:gd name="connsiteX35" fmla="*/ 229072 w 342079"/>
                <a:gd name="connsiteY35" fmla="*/ 171040 h 342079"/>
                <a:gd name="connsiteX36" fmla="*/ 171040 w 342079"/>
                <a:gd name="connsiteY36" fmla="*/ 229072 h 342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42079" h="342079">
                  <a:moveTo>
                    <a:pt x="342079" y="200572"/>
                  </a:moveTo>
                  <a:lnTo>
                    <a:pt x="342079" y="141507"/>
                  </a:lnTo>
                  <a:lnTo>
                    <a:pt x="304208" y="141507"/>
                  </a:lnTo>
                  <a:cubicBezTo>
                    <a:pt x="300767" y="125983"/>
                    <a:pt x="294620" y="111185"/>
                    <a:pt x="286049" y="97792"/>
                  </a:cubicBezTo>
                  <a:lnTo>
                    <a:pt x="312860" y="70981"/>
                  </a:lnTo>
                  <a:lnTo>
                    <a:pt x="271098" y="29219"/>
                  </a:lnTo>
                  <a:lnTo>
                    <a:pt x="244280" y="56037"/>
                  </a:lnTo>
                  <a:cubicBezTo>
                    <a:pt x="230886" y="47467"/>
                    <a:pt x="216089" y="41320"/>
                    <a:pt x="200565" y="37878"/>
                  </a:cubicBezTo>
                  <a:lnTo>
                    <a:pt x="200565" y="0"/>
                  </a:lnTo>
                  <a:lnTo>
                    <a:pt x="141507" y="0"/>
                  </a:lnTo>
                  <a:lnTo>
                    <a:pt x="141507" y="37871"/>
                  </a:lnTo>
                  <a:cubicBezTo>
                    <a:pt x="125983" y="41313"/>
                    <a:pt x="111186" y="47460"/>
                    <a:pt x="97792" y="56030"/>
                  </a:cubicBezTo>
                  <a:lnTo>
                    <a:pt x="70981" y="29219"/>
                  </a:lnTo>
                  <a:lnTo>
                    <a:pt x="29219" y="70981"/>
                  </a:lnTo>
                  <a:lnTo>
                    <a:pt x="56037" y="97799"/>
                  </a:lnTo>
                  <a:cubicBezTo>
                    <a:pt x="47466" y="111192"/>
                    <a:pt x="41319" y="125990"/>
                    <a:pt x="37878" y="141514"/>
                  </a:cubicBezTo>
                  <a:lnTo>
                    <a:pt x="0" y="141514"/>
                  </a:lnTo>
                  <a:lnTo>
                    <a:pt x="0" y="200580"/>
                  </a:lnTo>
                  <a:lnTo>
                    <a:pt x="37871" y="200580"/>
                  </a:lnTo>
                  <a:cubicBezTo>
                    <a:pt x="41312" y="216104"/>
                    <a:pt x="47458" y="230901"/>
                    <a:pt x="56030" y="244294"/>
                  </a:cubicBezTo>
                  <a:lnTo>
                    <a:pt x="29219" y="271098"/>
                  </a:lnTo>
                  <a:lnTo>
                    <a:pt x="70981" y="312860"/>
                  </a:lnTo>
                  <a:lnTo>
                    <a:pt x="97799" y="286042"/>
                  </a:lnTo>
                  <a:cubicBezTo>
                    <a:pt x="111192" y="294613"/>
                    <a:pt x="125990" y="300760"/>
                    <a:pt x="141514" y="304201"/>
                  </a:cubicBezTo>
                  <a:lnTo>
                    <a:pt x="141514" y="342079"/>
                  </a:lnTo>
                  <a:lnTo>
                    <a:pt x="200580" y="342079"/>
                  </a:lnTo>
                  <a:lnTo>
                    <a:pt x="200580" y="304208"/>
                  </a:lnTo>
                  <a:cubicBezTo>
                    <a:pt x="216104" y="300767"/>
                    <a:pt x="230901" y="294620"/>
                    <a:pt x="244294" y="286049"/>
                  </a:cubicBezTo>
                  <a:lnTo>
                    <a:pt x="271098" y="312860"/>
                  </a:lnTo>
                  <a:lnTo>
                    <a:pt x="312860" y="271098"/>
                  </a:lnTo>
                  <a:lnTo>
                    <a:pt x="286042" y="244280"/>
                  </a:lnTo>
                  <a:cubicBezTo>
                    <a:pt x="294613" y="230887"/>
                    <a:pt x="300760" y="216089"/>
                    <a:pt x="304201" y="200565"/>
                  </a:cubicBezTo>
                  <a:close/>
                  <a:moveTo>
                    <a:pt x="171040" y="229079"/>
                  </a:moveTo>
                  <a:cubicBezTo>
                    <a:pt x="138989" y="229079"/>
                    <a:pt x="113007" y="203097"/>
                    <a:pt x="113007" y="171047"/>
                  </a:cubicBezTo>
                  <a:cubicBezTo>
                    <a:pt x="113007" y="138996"/>
                    <a:pt x="138989" y="113014"/>
                    <a:pt x="171040" y="113014"/>
                  </a:cubicBezTo>
                  <a:cubicBezTo>
                    <a:pt x="203087" y="113014"/>
                    <a:pt x="229068" y="138992"/>
                    <a:pt x="229072" y="171040"/>
                  </a:cubicBezTo>
                  <a:cubicBezTo>
                    <a:pt x="229072" y="203090"/>
                    <a:pt x="203090" y="229072"/>
                    <a:pt x="171040" y="229072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" name="Freeform: Shape 194">
              <a:extLst>
                <a:ext uri="{FF2B5EF4-FFF2-40B4-BE49-F238E27FC236}">
                  <a16:creationId xmlns:a16="http://schemas.microsoft.com/office/drawing/2014/main" id="{F1CC5F5F-2887-5F51-2121-169511D485B8}"/>
                </a:ext>
              </a:extLst>
            </p:cNvPr>
            <p:cNvSpPr/>
            <p:nvPr/>
          </p:nvSpPr>
          <p:spPr>
            <a:xfrm>
              <a:off x="5840638" y="4980426"/>
              <a:ext cx="514183" cy="580825"/>
            </a:xfrm>
            <a:custGeom>
              <a:avLst/>
              <a:gdLst>
                <a:gd name="connsiteX0" fmla="*/ 257095 w 514182"/>
                <a:gd name="connsiteY0" fmla="*/ 187837 h 580825"/>
                <a:gd name="connsiteX1" fmla="*/ 302287 w 514182"/>
                <a:gd name="connsiteY1" fmla="*/ 205395 h 580825"/>
                <a:gd name="connsiteX2" fmla="*/ 306472 w 514182"/>
                <a:gd name="connsiteY2" fmla="*/ 299962 h 580825"/>
                <a:gd name="connsiteX3" fmla="*/ 211906 w 514182"/>
                <a:gd name="connsiteY3" fmla="*/ 304147 h 580825"/>
                <a:gd name="connsiteX4" fmla="*/ 207720 w 514182"/>
                <a:gd name="connsiteY4" fmla="*/ 209580 h 580825"/>
                <a:gd name="connsiteX5" fmla="*/ 207806 w 514182"/>
                <a:gd name="connsiteY5" fmla="*/ 209486 h 580825"/>
                <a:gd name="connsiteX6" fmla="*/ 220396 w 514182"/>
                <a:gd name="connsiteY6" fmla="*/ 209021 h 580825"/>
                <a:gd name="connsiteX7" fmla="*/ 220862 w 514182"/>
                <a:gd name="connsiteY7" fmla="*/ 221611 h 580825"/>
                <a:gd name="connsiteX8" fmla="*/ 207974 w 514182"/>
                <a:gd name="connsiteY8" fmla="*/ 254783 h 580825"/>
                <a:gd name="connsiteX9" fmla="*/ 257104 w 514182"/>
                <a:gd name="connsiteY9" fmla="*/ 303903 h 580825"/>
                <a:gd name="connsiteX10" fmla="*/ 306223 w 514182"/>
                <a:gd name="connsiteY10" fmla="*/ 254774 h 580825"/>
                <a:gd name="connsiteX11" fmla="*/ 257095 w 514182"/>
                <a:gd name="connsiteY11" fmla="*/ 205654 h 580825"/>
                <a:gd name="connsiteX12" fmla="*/ 248186 w 514182"/>
                <a:gd name="connsiteY12" fmla="*/ 196745 h 580825"/>
                <a:gd name="connsiteX13" fmla="*/ 257095 w 514182"/>
                <a:gd name="connsiteY13" fmla="*/ 187837 h 580825"/>
                <a:gd name="connsiteX14" fmla="*/ 236476 w 514182"/>
                <a:gd name="connsiteY14" fmla="*/ 92646 h 580825"/>
                <a:gd name="connsiteX15" fmla="*/ 236476 w 514182"/>
                <a:gd name="connsiteY15" fmla="*/ 121608 h 580825"/>
                <a:gd name="connsiteX16" fmla="*/ 229492 w 514182"/>
                <a:gd name="connsiteY16" fmla="*/ 130310 h 580825"/>
                <a:gd name="connsiteX17" fmla="*/ 188650 w 514182"/>
                <a:gd name="connsiteY17" fmla="*/ 147278 h 580825"/>
                <a:gd name="connsiteX18" fmla="*/ 177553 w 514182"/>
                <a:gd name="connsiteY18" fmla="*/ 146067 h 580825"/>
                <a:gd name="connsiteX19" fmla="*/ 157036 w 514182"/>
                <a:gd name="connsiteY19" fmla="*/ 125549 h 580825"/>
                <a:gd name="connsiteX20" fmla="*/ 127866 w 514182"/>
                <a:gd name="connsiteY20" fmla="*/ 154719 h 580825"/>
                <a:gd name="connsiteX21" fmla="*/ 148384 w 514182"/>
                <a:gd name="connsiteY21" fmla="*/ 175236 h 580825"/>
                <a:gd name="connsiteX22" fmla="*/ 149596 w 514182"/>
                <a:gd name="connsiteY22" fmla="*/ 186333 h 580825"/>
                <a:gd name="connsiteX23" fmla="*/ 132627 w 514182"/>
                <a:gd name="connsiteY23" fmla="*/ 227168 h 580825"/>
                <a:gd name="connsiteX24" fmla="*/ 123925 w 514182"/>
                <a:gd name="connsiteY24" fmla="*/ 234152 h 580825"/>
                <a:gd name="connsiteX25" fmla="*/ 94963 w 514182"/>
                <a:gd name="connsiteY25" fmla="*/ 234152 h 580825"/>
                <a:gd name="connsiteX26" fmla="*/ 94963 w 514182"/>
                <a:gd name="connsiteY26" fmla="*/ 275401 h 580825"/>
                <a:gd name="connsiteX27" fmla="*/ 123925 w 514182"/>
                <a:gd name="connsiteY27" fmla="*/ 275401 h 580825"/>
                <a:gd name="connsiteX28" fmla="*/ 132627 w 514182"/>
                <a:gd name="connsiteY28" fmla="*/ 282386 h 580825"/>
                <a:gd name="connsiteX29" fmla="*/ 149595 w 514182"/>
                <a:gd name="connsiteY29" fmla="*/ 323221 h 580825"/>
                <a:gd name="connsiteX30" fmla="*/ 148384 w 514182"/>
                <a:gd name="connsiteY30" fmla="*/ 334317 h 580825"/>
                <a:gd name="connsiteX31" fmla="*/ 127866 w 514182"/>
                <a:gd name="connsiteY31" fmla="*/ 354835 h 580825"/>
                <a:gd name="connsiteX32" fmla="*/ 157036 w 514182"/>
                <a:gd name="connsiteY32" fmla="*/ 384004 h 580825"/>
                <a:gd name="connsiteX33" fmla="*/ 177582 w 514182"/>
                <a:gd name="connsiteY33" fmla="*/ 363487 h 580825"/>
                <a:gd name="connsiteX34" fmla="*/ 188678 w 514182"/>
                <a:gd name="connsiteY34" fmla="*/ 362275 h 580825"/>
                <a:gd name="connsiteX35" fmla="*/ 229485 w 514182"/>
                <a:gd name="connsiteY35" fmla="*/ 379244 h 580825"/>
                <a:gd name="connsiteX36" fmla="*/ 236469 w 514182"/>
                <a:gd name="connsiteY36" fmla="*/ 387945 h 580825"/>
                <a:gd name="connsiteX37" fmla="*/ 236469 w 514182"/>
                <a:gd name="connsiteY37" fmla="*/ 416908 h 580825"/>
                <a:gd name="connsiteX38" fmla="*/ 277718 w 514182"/>
                <a:gd name="connsiteY38" fmla="*/ 416908 h 580825"/>
                <a:gd name="connsiteX39" fmla="*/ 277718 w 514182"/>
                <a:gd name="connsiteY39" fmla="*/ 387945 h 580825"/>
                <a:gd name="connsiteX40" fmla="*/ 284703 w 514182"/>
                <a:gd name="connsiteY40" fmla="*/ 379244 h 580825"/>
                <a:gd name="connsiteX41" fmla="*/ 325538 w 514182"/>
                <a:gd name="connsiteY41" fmla="*/ 362275 h 580825"/>
                <a:gd name="connsiteX42" fmla="*/ 336634 w 514182"/>
                <a:gd name="connsiteY42" fmla="*/ 363487 h 580825"/>
                <a:gd name="connsiteX43" fmla="*/ 357152 w 514182"/>
                <a:gd name="connsiteY43" fmla="*/ 384004 h 580825"/>
                <a:gd name="connsiteX44" fmla="*/ 386321 w 514182"/>
                <a:gd name="connsiteY44" fmla="*/ 354835 h 580825"/>
                <a:gd name="connsiteX45" fmla="*/ 365804 w 514182"/>
                <a:gd name="connsiteY45" fmla="*/ 334317 h 580825"/>
                <a:gd name="connsiteX46" fmla="*/ 364592 w 514182"/>
                <a:gd name="connsiteY46" fmla="*/ 323221 h 580825"/>
                <a:gd name="connsiteX47" fmla="*/ 381561 w 514182"/>
                <a:gd name="connsiteY47" fmla="*/ 282386 h 580825"/>
                <a:gd name="connsiteX48" fmla="*/ 381561 w 514182"/>
                <a:gd name="connsiteY48" fmla="*/ 282393 h 580825"/>
                <a:gd name="connsiteX49" fmla="*/ 390255 w 514182"/>
                <a:gd name="connsiteY49" fmla="*/ 275401 h 580825"/>
                <a:gd name="connsiteX50" fmla="*/ 419225 w 514182"/>
                <a:gd name="connsiteY50" fmla="*/ 275401 h 580825"/>
                <a:gd name="connsiteX51" fmla="*/ 419225 w 514182"/>
                <a:gd name="connsiteY51" fmla="*/ 234152 h 580825"/>
                <a:gd name="connsiteX52" fmla="*/ 390262 w 514182"/>
                <a:gd name="connsiteY52" fmla="*/ 234152 h 580825"/>
                <a:gd name="connsiteX53" fmla="*/ 381561 w 514182"/>
                <a:gd name="connsiteY53" fmla="*/ 227168 h 580825"/>
                <a:gd name="connsiteX54" fmla="*/ 364592 w 514182"/>
                <a:gd name="connsiteY54" fmla="*/ 186333 h 580825"/>
                <a:gd name="connsiteX55" fmla="*/ 365804 w 514182"/>
                <a:gd name="connsiteY55" fmla="*/ 175236 h 580825"/>
                <a:gd name="connsiteX56" fmla="*/ 386321 w 514182"/>
                <a:gd name="connsiteY56" fmla="*/ 154719 h 580825"/>
                <a:gd name="connsiteX57" fmla="*/ 357152 w 514182"/>
                <a:gd name="connsiteY57" fmla="*/ 125549 h 580825"/>
                <a:gd name="connsiteX58" fmla="*/ 336634 w 514182"/>
                <a:gd name="connsiteY58" fmla="*/ 146067 h 580825"/>
                <a:gd name="connsiteX59" fmla="*/ 325538 w 514182"/>
                <a:gd name="connsiteY59" fmla="*/ 147279 h 580825"/>
                <a:gd name="connsiteX60" fmla="*/ 284703 w 514182"/>
                <a:gd name="connsiteY60" fmla="*/ 130310 h 580825"/>
                <a:gd name="connsiteX61" fmla="*/ 277718 w 514182"/>
                <a:gd name="connsiteY61" fmla="*/ 121608 h 580825"/>
                <a:gd name="connsiteX62" fmla="*/ 277718 w 514182"/>
                <a:gd name="connsiteY62" fmla="*/ 92646 h 580825"/>
                <a:gd name="connsiteX63" fmla="*/ 227561 w 514182"/>
                <a:gd name="connsiteY63" fmla="*/ 74829 h 580825"/>
                <a:gd name="connsiteX64" fmla="*/ 286634 w 514182"/>
                <a:gd name="connsiteY64" fmla="*/ 74829 h 580825"/>
                <a:gd name="connsiteX65" fmla="*/ 295542 w 514182"/>
                <a:gd name="connsiteY65" fmla="*/ 83737 h 580825"/>
                <a:gd name="connsiteX66" fmla="*/ 295542 w 514182"/>
                <a:gd name="connsiteY66" fmla="*/ 114638 h 580825"/>
                <a:gd name="connsiteX67" fmla="*/ 328980 w 514182"/>
                <a:gd name="connsiteY67" fmla="*/ 128535 h 580825"/>
                <a:gd name="connsiteX68" fmla="*/ 350859 w 514182"/>
                <a:gd name="connsiteY68" fmla="*/ 106657 h 580825"/>
                <a:gd name="connsiteX69" fmla="*/ 363452 w 514182"/>
                <a:gd name="connsiteY69" fmla="*/ 106657 h 580825"/>
                <a:gd name="connsiteX70" fmla="*/ 405214 w 514182"/>
                <a:gd name="connsiteY70" fmla="*/ 148419 h 580825"/>
                <a:gd name="connsiteX71" fmla="*/ 405216 w 514182"/>
                <a:gd name="connsiteY71" fmla="*/ 148420 h 580825"/>
                <a:gd name="connsiteX72" fmla="*/ 405214 w 514182"/>
                <a:gd name="connsiteY72" fmla="*/ 161019 h 580825"/>
                <a:gd name="connsiteX73" fmla="*/ 383335 w 514182"/>
                <a:gd name="connsiteY73" fmla="*/ 182897 h 580825"/>
                <a:gd name="connsiteX74" fmla="*/ 397232 w 514182"/>
                <a:gd name="connsiteY74" fmla="*/ 216336 h 580825"/>
                <a:gd name="connsiteX75" fmla="*/ 428133 w 514182"/>
                <a:gd name="connsiteY75" fmla="*/ 216336 h 580825"/>
                <a:gd name="connsiteX76" fmla="*/ 437042 w 514182"/>
                <a:gd name="connsiteY76" fmla="*/ 225244 h 580825"/>
                <a:gd name="connsiteX77" fmla="*/ 437042 w 514182"/>
                <a:gd name="connsiteY77" fmla="*/ 284310 h 580825"/>
                <a:gd name="connsiteX78" fmla="*/ 428133 w 514182"/>
                <a:gd name="connsiteY78" fmla="*/ 293218 h 580825"/>
                <a:gd name="connsiteX79" fmla="*/ 397225 w 514182"/>
                <a:gd name="connsiteY79" fmla="*/ 293225 h 580825"/>
                <a:gd name="connsiteX80" fmla="*/ 383328 w 514182"/>
                <a:gd name="connsiteY80" fmla="*/ 326663 h 580825"/>
                <a:gd name="connsiteX81" fmla="*/ 405207 w 514182"/>
                <a:gd name="connsiteY81" fmla="*/ 348542 h 580825"/>
                <a:gd name="connsiteX82" fmla="*/ 405212 w 514182"/>
                <a:gd name="connsiteY82" fmla="*/ 348547 h 580825"/>
                <a:gd name="connsiteX83" fmla="*/ 405207 w 514182"/>
                <a:gd name="connsiteY83" fmla="*/ 361135 h 580825"/>
                <a:gd name="connsiteX84" fmla="*/ 363445 w 514182"/>
                <a:gd name="connsiteY84" fmla="*/ 402897 h 580825"/>
                <a:gd name="connsiteX85" fmla="*/ 363440 w 514182"/>
                <a:gd name="connsiteY85" fmla="*/ 402902 h 580825"/>
                <a:gd name="connsiteX86" fmla="*/ 350852 w 514182"/>
                <a:gd name="connsiteY86" fmla="*/ 402897 h 580825"/>
                <a:gd name="connsiteX87" fmla="*/ 328973 w 514182"/>
                <a:gd name="connsiteY87" fmla="*/ 381018 h 580825"/>
                <a:gd name="connsiteX88" fmla="*/ 295535 w 514182"/>
                <a:gd name="connsiteY88" fmla="*/ 394915 h 580825"/>
                <a:gd name="connsiteX89" fmla="*/ 295535 w 514182"/>
                <a:gd name="connsiteY89" fmla="*/ 425816 h 580825"/>
                <a:gd name="connsiteX90" fmla="*/ 295535 w 514182"/>
                <a:gd name="connsiteY90" fmla="*/ 425824 h 580825"/>
                <a:gd name="connsiteX91" fmla="*/ 286620 w 514182"/>
                <a:gd name="connsiteY91" fmla="*/ 434725 h 580825"/>
                <a:gd name="connsiteX92" fmla="*/ 227561 w 514182"/>
                <a:gd name="connsiteY92" fmla="*/ 434725 h 580825"/>
                <a:gd name="connsiteX93" fmla="*/ 218653 w 514182"/>
                <a:gd name="connsiteY93" fmla="*/ 425816 h 580825"/>
                <a:gd name="connsiteX94" fmla="*/ 218653 w 514182"/>
                <a:gd name="connsiteY94" fmla="*/ 394908 h 580825"/>
                <a:gd name="connsiteX95" fmla="*/ 185215 w 514182"/>
                <a:gd name="connsiteY95" fmla="*/ 381011 h 580825"/>
                <a:gd name="connsiteX96" fmla="*/ 163336 w 514182"/>
                <a:gd name="connsiteY96" fmla="*/ 402890 h 580825"/>
                <a:gd name="connsiteX97" fmla="*/ 163334 w 514182"/>
                <a:gd name="connsiteY97" fmla="*/ 402892 h 580825"/>
                <a:gd name="connsiteX98" fmla="*/ 150736 w 514182"/>
                <a:gd name="connsiteY98" fmla="*/ 402890 h 580825"/>
                <a:gd name="connsiteX99" fmla="*/ 108974 w 514182"/>
                <a:gd name="connsiteY99" fmla="*/ 361128 h 580825"/>
                <a:gd name="connsiteX100" fmla="*/ 108969 w 514182"/>
                <a:gd name="connsiteY100" fmla="*/ 361123 h 580825"/>
                <a:gd name="connsiteX101" fmla="*/ 108974 w 514182"/>
                <a:gd name="connsiteY101" fmla="*/ 348535 h 580825"/>
                <a:gd name="connsiteX102" fmla="*/ 130852 w 514182"/>
                <a:gd name="connsiteY102" fmla="*/ 326656 h 580825"/>
                <a:gd name="connsiteX103" fmla="*/ 116955 w 514182"/>
                <a:gd name="connsiteY103" fmla="*/ 293218 h 580825"/>
                <a:gd name="connsiteX104" fmla="*/ 86054 w 514182"/>
                <a:gd name="connsiteY104" fmla="*/ 293218 h 580825"/>
                <a:gd name="connsiteX105" fmla="*/ 77146 w 514182"/>
                <a:gd name="connsiteY105" fmla="*/ 284310 h 580825"/>
                <a:gd name="connsiteX106" fmla="*/ 77146 w 514182"/>
                <a:gd name="connsiteY106" fmla="*/ 225244 h 580825"/>
                <a:gd name="connsiteX107" fmla="*/ 86054 w 514182"/>
                <a:gd name="connsiteY107" fmla="*/ 216336 h 580825"/>
                <a:gd name="connsiteX108" fmla="*/ 116955 w 514182"/>
                <a:gd name="connsiteY108" fmla="*/ 216336 h 580825"/>
                <a:gd name="connsiteX109" fmla="*/ 130852 w 514182"/>
                <a:gd name="connsiteY109" fmla="*/ 182898 h 580825"/>
                <a:gd name="connsiteX110" fmla="*/ 108974 w 514182"/>
                <a:gd name="connsiteY110" fmla="*/ 161019 h 580825"/>
                <a:gd name="connsiteX111" fmla="*/ 108972 w 514182"/>
                <a:gd name="connsiteY111" fmla="*/ 161017 h 580825"/>
                <a:gd name="connsiteX112" fmla="*/ 108974 w 514182"/>
                <a:gd name="connsiteY112" fmla="*/ 148419 h 580825"/>
                <a:gd name="connsiteX113" fmla="*/ 150736 w 514182"/>
                <a:gd name="connsiteY113" fmla="*/ 106657 h 580825"/>
                <a:gd name="connsiteX114" fmla="*/ 150737 w 514182"/>
                <a:gd name="connsiteY114" fmla="*/ 106655 h 580825"/>
                <a:gd name="connsiteX115" fmla="*/ 163336 w 514182"/>
                <a:gd name="connsiteY115" fmla="*/ 106657 h 580825"/>
                <a:gd name="connsiteX116" fmla="*/ 185214 w 514182"/>
                <a:gd name="connsiteY116" fmla="*/ 128535 h 580825"/>
                <a:gd name="connsiteX117" fmla="*/ 218653 w 514182"/>
                <a:gd name="connsiteY117" fmla="*/ 114638 h 580825"/>
                <a:gd name="connsiteX118" fmla="*/ 218653 w 514182"/>
                <a:gd name="connsiteY118" fmla="*/ 83737 h 580825"/>
                <a:gd name="connsiteX119" fmla="*/ 227561 w 514182"/>
                <a:gd name="connsiteY119" fmla="*/ 74829 h 580825"/>
                <a:gd name="connsiteX120" fmla="*/ 58888 w 514182"/>
                <a:gd name="connsiteY120" fmla="*/ 0 h 580825"/>
                <a:gd name="connsiteX121" fmla="*/ 455294 w 514182"/>
                <a:gd name="connsiteY121" fmla="*/ 0 h 580825"/>
                <a:gd name="connsiteX122" fmla="*/ 514182 w 514182"/>
                <a:gd name="connsiteY122" fmla="*/ 58888 h 580825"/>
                <a:gd name="connsiteX123" fmla="*/ 514182 w 514182"/>
                <a:gd name="connsiteY123" fmla="*/ 83738 h 580825"/>
                <a:gd name="connsiteX124" fmla="*/ 505273 w 514182"/>
                <a:gd name="connsiteY124" fmla="*/ 92646 h 580825"/>
                <a:gd name="connsiteX125" fmla="*/ 496365 w 514182"/>
                <a:gd name="connsiteY125" fmla="*/ 83738 h 580825"/>
                <a:gd name="connsiteX126" fmla="*/ 496365 w 514182"/>
                <a:gd name="connsiteY126" fmla="*/ 58888 h 580825"/>
                <a:gd name="connsiteX127" fmla="*/ 455294 w 514182"/>
                <a:gd name="connsiteY127" fmla="*/ 17817 h 580825"/>
                <a:gd name="connsiteX128" fmla="*/ 58888 w 514182"/>
                <a:gd name="connsiteY128" fmla="*/ 17817 h 580825"/>
                <a:gd name="connsiteX129" fmla="*/ 17817 w 514182"/>
                <a:gd name="connsiteY129" fmla="*/ 58888 h 580825"/>
                <a:gd name="connsiteX130" fmla="*/ 17817 w 514182"/>
                <a:gd name="connsiteY130" fmla="*/ 455287 h 580825"/>
                <a:gd name="connsiteX131" fmla="*/ 58888 w 514182"/>
                <a:gd name="connsiteY131" fmla="*/ 496365 h 580825"/>
                <a:gd name="connsiteX132" fmla="*/ 69806 w 514182"/>
                <a:gd name="connsiteY132" fmla="*/ 496365 h 580825"/>
                <a:gd name="connsiteX133" fmla="*/ 78714 w 514182"/>
                <a:gd name="connsiteY133" fmla="*/ 505273 h 580825"/>
                <a:gd name="connsiteX134" fmla="*/ 78714 w 514182"/>
                <a:gd name="connsiteY134" fmla="*/ 550413 h 580825"/>
                <a:gd name="connsiteX135" fmla="*/ 130147 w 514182"/>
                <a:gd name="connsiteY135" fmla="*/ 498980 h 580825"/>
                <a:gd name="connsiteX136" fmla="*/ 136448 w 514182"/>
                <a:gd name="connsiteY136" fmla="*/ 496372 h 580825"/>
                <a:gd name="connsiteX137" fmla="*/ 455294 w 514182"/>
                <a:gd name="connsiteY137" fmla="*/ 496372 h 580825"/>
                <a:gd name="connsiteX138" fmla="*/ 496365 w 514182"/>
                <a:gd name="connsiteY138" fmla="*/ 455294 h 580825"/>
                <a:gd name="connsiteX139" fmla="*/ 496365 w 514182"/>
                <a:gd name="connsiteY139" fmla="*/ 127389 h 580825"/>
                <a:gd name="connsiteX140" fmla="*/ 505273 w 514182"/>
                <a:gd name="connsiteY140" fmla="*/ 118481 h 580825"/>
                <a:gd name="connsiteX141" fmla="*/ 514182 w 514182"/>
                <a:gd name="connsiteY141" fmla="*/ 127389 h 580825"/>
                <a:gd name="connsiteX142" fmla="*/ 514182 w 514182"/>
                <a:gd name="connsiteY142" fmla="*/ 455294 h 580825"/>
                <a:gd name="connsiteX143" fmla="*/ 455294 w 514182"/>
                <a:gd name="connsiteY143" fmla="*/ 514189 h 580825"/>
                <a:gd name="connsiteX144" fmla="*/ 140139 w 514182"/>
                <a:gd name="connsiteY144" fmla="*/ 514189 h 580825"/>
                <a:gd name="connsiteX145" fmla="*/ 76105 w 514182"/>
                <a:gd name="connsiteY145" fmla="*/ 578215 h 580825"/>
                <a:gd name="connsiteX146" fmla="*/ 69804 w 514182"/>
                <a:gd name="connsiteY146" fmla="*/ 580825 h 580825"/>
                <a:gd name="connsiteX147" fmla="*/ 60897 w 514182"/>
                <a:gd name="connsiteY147" fmla="*/ 571915 h 580825"/>
                <a:gd name="connsiteX148" fmla="*/ 60897 w 514182"/>
                <a:gd name="connsiteY148" fmla="*/ 514189 h 580825"/>
                <a:gd name="connsiteX149" fmla="*/ 58888 w 514182"/>
                <a:gd name="connsiteY149" fmla="*/ 514189 h 580825"/>
                <a:gd name="connsiteX150" fmla="*/ 0 w 514182"/>
                <a:gd name="connsiteY150" fmla="*/ 455294 h 580825"/>
                <a:gd name="connsiteX151" fmla="*/ 0 w 514182"/>
                <a:gd name="connsiteY151" fmla="*/ 58888 h 580825"/>
                <a:gd name="connsiteX152" fmla="*/ 58888 w 514182"/>
                <a:gd name="connsiteY152" fmla="*/ 0 h 58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514182" h="580825">
                  <a:moveTo>
                    <a:pt x="257095" y="187837"/>
                  </a:moveTo>
                  <a:cubicBezTo>
                    <a:pt x="273824" y="187837"/>
                    <a:pt x="289946" y="194100"/>
                    <a:pt x="302287" y="205395"/>
                  </a:cubicBezTo>
                  <a:cubicBezTo>
                    <a:pt x="329556" y="230354"/>
                    <a:pt x="331430" y="272692"/>
                    <a:pt x="306472" y="299962"/>
                  </a:cubicBezTo>
                  <a:cubicBezTo>
                    <a:pt x="281515" y="327231"/>
                    <a:pt x="239176" y="329105"/>
                    <a:pt x="211906" y="304147"/>
                  </a:cubicBezTo>
                  <a:cubicBezTo>
                    <a:pt x="184636" y="279189"/>
                    <a:pt x="182763" y="236851"/>
                    <a:pt x="207720" y="209580"/>
                  </a:cubicBezTo>
                  <a:cubicBezTo>
                    <a:pt x="207749" y="209549"/>
                    <a:pt x="207777" y="209518"/>
                    <a:pt x="207806" y="209486"/>
                  </a:cubicBezTo>
                  <a:cubicBezTo>
                    <a:pt x="211154" y="205881"/>
                    <a:pt x="216791" y="205673"/>
                    <a:pt x="220396" y="209021"/>
                  </a:cubicBezTo>
                  <a:cubicBezTo>
                    <a:pt x="224002" y="212368"/>
                    <a:pt x="224211" y="218005"/>
                    <a:pt x="220862" y="221611"/>
                  </a:cubicBezTo>
                  <a:cubicBezTo>
                    <a:pt x="212571" y="230669"/>
                    <a:pt x="207973" y="242504"/>
                    <a:pt x="207974" y="254783"/>
                  </a:cubicBezTo>
                  <a:cubicBezTo>
                    <a:pt x="207977" y="281914"/>
                    <a:pt x="229974" y="303905"/>
                    <a:pt x="257104" y="303903"/>
                  </a:cubicBezTo>
                  <a:cubicBezTo>
                    <a:pt x="284235" y="303900"/>
                    <a:pt x="306226" y="281904"/>
                    <a:pt x="306223" y="254774"/>
                  </a:cubicBezTo>
                  <a:cubicBezTo>
                    <a:pt x="306221" y="227644"/>
                    <a:pt x="284225" y="205651"/>
                    <a:pt x="257095" y="205654"/>
                  </a:cubicBezTo>
                  <a:cubicBezTo>
                    <a:pt x="252175" y="205654"/>
                    <a:pt x="248186" y="201665"/>
                    <a:pt x="248186" y="196745"/>
                  </a:cubicBezTo>
                  <a:cubicBezTo>
                    <a:pt x="248186" y="191825"/>
                    <a:pt x="252175" y="187837"/>
                    <a:pt x="257095" y="187837"/>
                  </a:cubicBezTo>
                  <a:close/>
                  <a:moveTo>
                    <a:pt x="236476" y="92646"/>
                  </a:moveTo>
                  <a:lnTo>
                    <a:pt x="236476" y="121608"/>
                  </a:lnTo>
                  <a:cubicBezTo>
                    <a:pt x="236475" y="125787"/>
                    <a:pt x="233572" y="129405"/>
                    <a:pt x="229492" y="130310"/>
                  </a:cubicBezTo>
                  <a:cubicBezTo>
                    <a:pt x="214986" y="133520"/>
                    <a:pt x="201160" y="139265"/>
                    <a:pt x="188650" y="147278"/>
                  </a:cubicBezTo>
                  <a:cubicBezTo>
                    <a:pt x="185126" y="149532"/>
                    <a:pt x="180508" y="149028"/>
                    <a:pt x="177553" y="146067"/>
                  </a:cubicBezTo>
                  <a:lnTo>
                    <a:pt x="157036" y="125549"/>
                  </a:lnTo>
                  <a:lnTo>
                    <a:pt x="127866" y="154719"/>
                  </a:lnTo>
                  <a:lnTo>
                    <a:pt x="148384" y="175236"/>
                  </a:lnTo>
                  <a:cubicBezTo>
                    <a:pt x="151342" y="178192"/>
                    <a:pt x="151846" y="182808"/>
                    <a:pt x="149596" y="186333"/>
                  </a:cubicBezTo>
                  <a:cubicBezTo>
                    <a:pt x="141581" y="198840"/>
                    <a:pt x="135836" y="212664"/>
                    <a:pt x="132627" y="227168"/>
                  </a:cubicBezTo>
                  <a:cubicBezTo>
                    <a:pt x="131724" y="231249"/>
                    <a:pt x="128105" y="234154"/>
                    <a:pt x="123925" y="234152"/>
                  </a:cubicBezTo>
                  <a:lnTo>
                    <a:pt x="94963" y="234152"/>
                  </a:lnTo>
                  <a:lnTo>
                    <a:pt x="94963" y="275401"/>
                  </a:lnTo>
                  <a:lnTo>
                    <a:pt x="123925" y="275401"/>
                  </a:lnTo>
                  <a:cubicBezTo>
                    <a:pt x="128105" y="275400"/>
                    <a:pt x="131724" y="278304"/>
                    <a:pt x="132627" y="282386"/>
                  </a:cubicBezTo>
                  <a:cubicBezTo>
                    <a:pt x="135837" y="296889"/>
                    <a:pt x="141582" y="310713"/>
                    <a:pt x="149595" y="323221"/>
                  </a:cubicBezTo>
                  <a:cubicBezTo>
                    <a:pt x="151846" y="326746"/>
                    <a:pt x="151342" y="331362"/>
                    <a:pt x="148384" y="334317"/>
                  </a:cubicBezTo>
                  <a:lnTo>
                    <a:pt x="127866" y="354835"/>
                  </a:lnTo>
                  <a:lnTo>
                    <a:pt x="157036" y="384004"/>
                  </a:lnTo>
                  <a:lnTo>
                    <a:pt x="177582" y="363487"/>
                  </a:lnTo>
                  <a:cubicBezTo>
                    <a:pt x="180538" y="360528"/>
                    <a:pt x="185153" y="360025"/>
                    <a:pt x="188678" y="362275"/>
                  </a:cubicBezTo>
                  <a:cubicBezTo>
                    <a:pt x="201175" y="370290"/>
                    <a:pt x="214990" y="376035"/>
                    <a:pt x="229485" y="379244"/>
                  </a:cubicBezTo>
                  <a:cubicBezTo>
                    <a:pt x="233566" y="380147"/>
                    <a:pt x="236471" y="383766"/>
                    <a:pt x="236469" y="387945"/>
                  </a:cubicBezTo>
                  <a:lnTo>
                    <a:pt x="236469" y="416908"/>
                  </a:lnTo>
                  <a:lnTo>
                    <a:pt x="277718" y="416908"/>
                  </a:lnTo>
                  <a:lnTo>
                    <a:pt x="277718" y="387945"/>
                  </a:lnTo>
                  <a:cubicBezTo>
                    <a:pt x="277717" y="383766"/>
                    <a:pt x="280621" y="380147"/>
                    <a:pt x="284703" y="379244"/>
                  </a:cubicBezTo>
                  <a:cubicBezTo>
                    <a:pt x="299208" y="376038"/>
                    <a:pt x="313033" y="370293"/>
                    <a:pt x="325538" y="362275"/>
                  </a:cubicBezTo>
                  <a:cubicBezTo>
                    <a:pt x="329064" y="360030"/>
                    <a:pt x="333676" y="360534"/>
                    <a:pt x="336634" y="363487"/>
                  </a:cubicBezTo>
                  <a:lnTo>
                    <a:pt x="357152" y="384004"/>
                  </a:lnTo>
                  <a:lnTo>
                    <a:pt x="386321" y="354835"/>
                  </a:lnTo>
                  <a:lnTo>
                    <a:pt x="365804" y="334317"/>
                  </a:lnTo>
                  <a:cubicBezTo>
                    <a:pt x="362845" y="331362"/>
                    <a:pt x="362342" y="326746"/>
                    <a:pt x="364592" y="323221"/>
                  </a:cubicBezTo>
                  <a:cubicBezTo>
                    <a:pt x="372606" y="310713"/>
                    <a:pt x="378350" y="296889"/>
                    <a:pt x="381561" y="282386"/>
                  </a:cubicBezTo>
                  <a:lnTo>
                    <a:pt x="381561" y="282393"/>
                  </a:lnTo>
                  <a:cubicBezTo>
                    <a:pt x="382460" y="278311"/>
                    <a:pt x="386076" y="275404"/>
                    <a:pt x="390255" y="275401"/>
                  </a:cubicBezTo>
                  <a:lnTo>
                    <a:pt x="419225" y="275401"/>
                  </a:lnTo>
                  <a:lnTo>
                    <a:pt x="419225" y="234152"/>
                  </a:lnTo>
                  <a:lnTo>
                    <a:pt x="390262" y="234152"/>
                  </a:lnTo>
                  <a:cubicBezTo>
                    <a:pt x="386083" y="234154"/>
                    <a:pt x="382464" y="231249"/>
                    <a:pt x="381561" y="227168"/>
                  </a:cubicBezTo>
                  <a:cubicBezTo>
                    <a:pt x="378351" y="212664"/>
                    <a:pt x="372607" y="198840"/>
                    <a:pt x="364592" y="186333"/>
                  </a:cubicBezTo>
                  <a:cubicBezTo>
                    <a:pt x="362342" y="182808"/>
                    <a:pt x="362845" y="178192"/>
                    <a:pt x="365804" y="175236"/>
                  </a:cubicBezTo>
                  <a:lnTo>
                    <a:pt x="386321" y="154719"/>
                  </a:lnTo>
                  <a:lnTo>
                    <a:pt x="357152" y="125549"/>
                  </a:lnTo>
                  <a:lnTo>
                    <a:pt x="336634" y="146067"/>
                  </a:lnTo>
                  <a:cubicBezTo>
                    <a:pt x="333677" y="149023"/>
                    <a:pt x="329064" y="149526"/>
                    <a:pt x="325538" y="147279"/>
                  </a:cubicBezTo>
                  <a:cubicBezTo>
                    <a:pt x="313030" y="139265"/>
                    <a:pt x="299206" y="133521"/>
                    <a:pt x="284703" y="130310"/>
                  </a:cubicBezTo>
                  <a:cubicBezTo>
                    <a:pt x="280623" y="129405"/>
                    <a:pt x="277719" y="125787"/>
                    <a:pt x="277718" y="121608"/>
                  </a:cubicBezTo>
                  <a:lnTo>
                    <a:pt x="277718" y="92646"/>
                  </a:lnTo>
                  <a:close/>
                  <a:moveTo>
                    <a:pt x="227561" y="74829"/>
                  </a:moveTo>
                  <a:lnTo>
                    <a:pt x="286634" y="74829"/>
                  </a:lnTo>
                  <a:cubicBezTo>
                    <a:pt x="291554" y="74829"/>
                    <a:pt x="295542" y="78817"/>
                    <a:pt x="295542" y="83737"/>
                  </a:cubicBezTo>
                  <a:lnTo>
                    <a:pt x="295542" y="114638"/>
                  </a:lnTo>
                  <a:cubicBezTo>
                    <a:pt x="307229" y="117845"/>
                    <a:pt x="318464" y="122514"/>
                    <a:pt x="328980" y="128535"/>
                  </a:cubicBezTo>
                  <a:lnTo>
                    <a:pt x="350859" y="106657"/>
                  </a:lnTo>
                  <a:cubicBezTo>
                    <a:pt x="354338" y="103181"/>
                    <a:pt x="359974" y="103181"/>
                    <a:pt x="363452" y="106657"/>
                  </a:cubicBezTo>
                  <a:lnTo>
                    <a:pt x="405214" y="148419"/>
                  </a:lnTo>
                  <a:cubicBezTo>
                    <a:pt x="405215" y="148419"/>
                    <a:pt x="405215" y="148420"/>
                    <a:pt x="405216" y="148420"/>
                  </a:cubicBezTo>
                  <a:cubicBezTo>
                    <a:pt x="408694" y="151900"/>
                    <a:pt x="408693" y="157540"/>
                    <a:pt x="405214" y="161019"/>
                  </a:cubicBezTo>
                  <a:lnTo>
                    <a:pt x="383335" y="182897"/>
                  </a:lnTo>
                  <a:cubicBezTo>
                    <a:pt x="389357" y="193414"/>
                    <a:pt x="394026" y="204649"/>
                    <a:pt x="397232" y="216336"/>
                  </a:cubicBezTo>
                  <a:lnTo>
                    <a:pt x="428133" y="216336"/>
                  </a:lnTo>
                  <a:cubicBezTo>
                    <a:pt x="433053" y="216336"/>
                    <a:pt x="437042" y="220324"/>
                    <a:pt x="437042" y="225244"/>
                  </a:cubicBezTo>
                  <a:lnTo>
                    <a:pt x="437042" y="284310"/>
                  </a:lnTo>
                  <a:cubicBezTo>
                    <a:pt x="437042" y="289230"/>
                    <a:pt x="433053" y="293218"/>
                    <a:pt x="428133" y="293218"/>
                  </a:cubicBezTo>
                  <a:lnTo>
                    <a:pt x="397225" y="293225"/>
                  </a:lnTo>
                  <a:cubicBezTo>
                    <a:pt x="394019" y="304912"/>
                    <a:pt x="389349" y="316147"/>
                    <a:pt x="383328" y="326663"/>
                  </a:cubicBezTo>
                  <a:lnTo>
                    <a:pt x="405207" y="348542"/>
                  </a:lnTo>
                  <a:cubicBezTo>
                    <a:pt x="405209" y="348544"/>
                    <a:pt x="405210" y="348545"/>
                    <a:pt x="405212" y="348547"/>
                  </a:cubicBezTo>
                  <a:cubicBezTo>
                    <a:pt x="408686" y="352024"/>
                    <a:pt x="408684" y="357660"/>
                    <a:pt x="405207" y="361135"/>
                  </a:cubicBezTo>
                  <a:lnTo>
                    <a:pt x="363445" y="402897"/>
                  </a:lnTo>
                  <a:cubicBezTo>
                    <a:pt x="363443" y="402899"/>
                    <a:pt x="363442" y="402900"/>
                    <a:pt x="363440" y="402902"/>
                  </a:cubicBezTo>
                  <a:cubicBezTo>
                    <a:pt x="359963" y="406377"/>
                    <a:pt x="354327" y="406375"/>
                    <a:pt x="350852" y="402897"/>
                  </a:cubicBezTo>
                  <a:lnTo>
                    <a:pt x="328973" y="381018"/>
                  </a:lnTo>
                  <a:cubicBezTo>
                    <a:pt x="318457" y="387040"/>
                    <a:pt x="307222" y="391709"/>
                    <a:pt x="295535" y="394915"/>
                  </a:cubicBezTo>
                  <a:lnTo>
                    <a:pt x="295535" y="425816"/>
                  </a:lnTo>
                  <a:cubicBezTo>
                    <a:pt x="295535" y="425819"/>
                    <a:pt x="295535" y="425821"/>
                    <a:pt x="295535" y="425824"/>
                  </a:cubicBezTo>
                  <a:cubicBezTo>
                    <a:pt x="295531" y="430743"/>
                    <a:pt x="291539" y="434729"/>
                    <a:pt x="286620" y="434725"/>
                  </a:cubicBezTo>
                  <a:lnTo>
                    <a:pt x="227561" y="434725"/>
                  </a:lnTo>
                  <a:cubicBezTo>
                    <a:pt x="222641" y="434725"/>
                    <a:pt x="218653" y="430736"/>
                    <a:pt x="218653" y="425816"/>
                  </a:cubicBezTo>
                  <a:lnTo>
                    <a:pt x="218653" y="394908"/>
                  </a:lnTo>
                  <a:cubicBezTo>
                    <a:pt x="206966" y="391702"/>
                    <a:pt x="195731" y="387032"/>
                    <a:pt x="185215" y="381011"/>
                  </a:cubicBezTo>
                  <a:lnTo>
                    <a:pt x="163336" y="402890"/>
                  </a:lnTo>
                  <a:cubicBezTo>
                    <a:pt x="163335" y="402891"/>
                    <a:pt x="163335" y="402891"/>
                    <a:pt x="163334" y="402892"/>
                  </a:cubicBezTo>
                  <a:cubicBezTo>
                    <a:pt x="159855" y="406370"/>
                    <a:pt x="154214" y="406369"/>
                    <a:pt x="150736" y="402890"/>
                  </a:cubicBezTo>
                  <a:lnTo>
                    <a:pt x="108974" y="361128"/>
                  </a:lnTo>
                  <a:cubicBezTo>
                    <a:pt x="108972" y="361126"/>
                    <a:pt x="108971" y="361125"/>
                    <a:pt x="108969" y="361123"/>
                  </a:cubicBezTo>
                  <a:cubicBezTo>
                    <a:pt x="105494" y="357646"/>
                    <a:pt x="105496" y="352010"/>
                    <a:pt x="108974" y="348535"/>
                  </a:cubicBezTo>
                  <a:lnTo>
                    <a:pt x="130852" y="326656"/>
                  </a:lnTo>
                  <a:cubicBezTo>
                    <a:pt x="124831" y="316140"/>
                    <a:pt x="120162" y="304905"/>
                    <a:pt x="116955" y="293218"/>
                  </a:cubicBezTo>
                  <a:lnTo>
                    <a:pt x="86054" y="293218"/>
                  </a:lnTo>
                  <a:cubicBezTo>
                    <a:pt x="81134" y="293218"/>
                    <a:pt x="77146" y="289230"/>
                    <a:pt x="77146" y="284310"/>
                  </a:cubicBezTo>
                  <a:lnTo>
                    <a:pt x="77146" y="225244"/>
                  </a:lnTo>
                  <a:cubicBezTo>
                    <a:pt x="77146" y="220324"/>
                    <a:pt x="81134" y="216336"/>
                    <a:pt x="86054" y="216336"/>
                  </a:cubicBezTo>
                  <a:lnTo>
                    <a:pt x="116955" y="216336"/>
                  </a:lnTo>
                  <a:cubicBezTo>
                    <a:pt x="120162" y="204649"/>
                    <a:pt x="124831" y="193414"/>
                    <a:pt x="130852" y="182898"/>
                  </a:cubicBezTo>
                  <a:lnTo>
                    <a:pt x="108974" y="161019"/>
                  </a:lnTo>
                  <a:cubicBezTo>
                    <a:pt x="108973" y="161018"/>
                    <a:pt x="108972" y="161018"/>
                    <a:pt x="108972" y="161017"/>
                  </a:cubicBezTo>
                  <a:cubicBezTo>
                    <a:pt x="105494" y="157538"/>
                    <a:pt x="105494" y="151897"/>
                    <a:pt x="108974" y="148419"/>
                  </a:cubicBezTo>
                  <a:lnTo>
                    <a:pt x="150736" y="106657"/>
                  </a:lnTo>
                  <a:cubicBezTo>
                    <a:pt x="150736" y="106656"/>
                    <a:pt x="150737" y="106655"/>
                    <a:pt x="150737" y="106655"/>
                  </a:cubicBezTo>
                  <a:cubicBezTo>
                    <a:pt x="154217" y="103177"/>
                    <a:pt x="159857" y="103177"/>
                    <a:pt x="163336" y="106657"/>
                  </a:cubicBezTo>
                  <a:lnTo>
                    <a:pt x="185214" y="128535"/>
                  </a:lnTo>
                  <a:cubicBezTo>
                    <a:pt x="195731" y="122514"/>
                    <a:pt x="206966" y="117845"/>
                    <a:pt x="218653" y="114638"/>
                  </a:cubicBezTo>
                  <a:lnTo>
                    <a:pt x="218653" y="83737"/>
                  </a:lnTo>
                  <a:cubicBezTo>
                    <a:pt x="218653" y="78817"/>
                    <a:pt x="222641" y="74829"/>
                    <a:pt x="227561" y="74829"/>
                  </a:cubicBezTo>
                  <a:close/>
                  <a:moveTo>
                    <a:pt x="58888" y="0"/>
                  </a:moveTo>
                  <a:lnTo>
                    <a:pt x="455294" y="0"/>
                  </a:lnTo>
                  <a:cubicBezTo>
                    <a:pt x="487800" y="39"/>
                    <a:pt x="514142" y="26381"/>
                    <a:pt x="514182" y="58888"/>
                  </a:cubicBezTo>
                  <a:lnTo>
                    <a:pt x="514182" y="83738"/>
                  </a:lnTo>
                  <a:cubicBezTo>
                    <a:pt x="514182" y="88658"/>
                    <a:pt x="510193" y="92646"/>
                    <a:pt x="505273" y="92646"/>
                  </a:cubicBezTo>
                  <a:cubicBezTo>
                    <a:pt x="500353" y="92646"/>
                    <a:pt x="496365" y="88658"/>
                    <a:pt x="496365" y="83738"/>
                  </a:cubicBezTo>
                  <a:lnTo>
                    <a:pt x="496365" y="58888"/>
                  </a:lnTo>
                  <a:cubicBezTo>
                    <a:pt x="496341" y="36214"/>
                    <a:pt x="477967" y="17840"/>
                    <a:pt x="455294" y="17817"/>
                  </a:cubicBezTo>
                  <a:lnTo>
                    <a:pt x="58888" y="17817"/>
                  </a:lnTo>
                  <a:cubicBezTo>
                    <a:pt x="36214" y="17840"/>
                    <a:pt x="17840" y="36214"/>
                    <a:pt x="17817" y="58888"/>
                  </a:cubicBezTo>
                  <a:lnTo>
                    <a:pt x="17817" y="455287"/>
                  </a:lnTo>
                  <a:cubicBezTo>
                    <a:pt x="17840" y="477961"/>
                    <a:pt x="36213" y="496337"/>
                    <a:pt x="58888" y="496365"/>
                  </a:cubicBezTo>
                  <a:lnTo>
                    <a:pt x="69806" y="496365"/>
                  </a:lnTo>
                  <a:cubicBezTo>
                    <a:pt x="74725" y="496365"/>
                    <a:pt x="78714" y="500353"/>
                    <a:pt x="78714" y="505273"/>
                  </a:cubicBezTo>
                  <a:lnTo>
                    <a:pt x="78714" y="550413"/>
                  </a:lnTo>
                  <a:lnTo>
                    <a:pt x="130147" y="498980"/>
                  </a:lnTo>
                  <a:cubicBezTo>
                    <a:pt x="131818" y="497311"/>
                    <a:pt x="134085" y="496372"/>
                    <a:pt x="136448" y="496372"/>
                  </a:cubicBezTo>
                  <a:lnTo>
                    <a:pt x="455294" y="496372"/>
                  </a:lnTo>
                  <a:cubicBezTo>
                    <a:pt x="477968" y="496345"/>
                    <a:pt x="496341" y="477968"/>
                    <a:pt x="496365" y="455294"/>
                  </a:cubicBezTo>
                  <a:lnTo>
                    <a:pt x="496365" y="127389"/>
                  </a:lnTo>
                  <a:cubicBezTo>
                    <a:pt x="496365" y="122469"/>
                    <a:pt x="500353" y="118481"/>
                    <a:pt x="505273" y="118481"/>
                  </a:cubicBezTo>
                  <a:cubicBezTo>
                    <a:pt x="510193" y="118481"/>
                    <a:pt x="514182" y="122469"/>
                    <a:pt x="514182" y="127389"/>
                  </a:cubicBezTo>
                  <a:lnTo>
                    <a:pt x="514182" y="455294"/>
                  </a:lnTo>
                  <a:cubicBezTo>
                    <a:pt x="514146" y="487803"/>
                    <a:pt x="487803" y="514149"/>
                    <a:pt x="455294" y="514189"/>
                  </a:cubicBezTo>
                  <a:lnTo>
                    <a:pt x="140139" y="514189"/>
                  </a:lnTo>
                  <a:lnTo>
                    <a:pt x="76105" y="578215"/>
                  </a:lnTo>
                  <a:cubicBezTo>
                    <a:pt x="74434" y="579886"/>
                    <a:pt x="72167" y="580825"/>
                    <a:pt x="69804" y="580825"/>
                  </a:cubicBezTo>
                  <a:cubicBezTo>
                    <a:pt x="64884" y="580824"/>
                    <a:pt x="60896" y="576834"/>
                    <a:pt x="60897" y="571915"/>
                  </a:cubicBezTo>
                  <a:lnTo>
                    <a:pt x="60897" y="514189"/>
                  </a:lnTo>
                  <a:lnTo>
                    <a:pt x="58888" y="514189"/>
                  </a:lnTo>
                  <a:cubicBezTo>
                    <a:pt x="26378" y="514149"/>
                    <a:pt x="35" y="487803"/>
                    <a:pt x="0" y="455294"/>
                  </a:cubicBezTo>
                  <a:lnTo>
                    <a:pt x="0" y="58888"/>
                  </a:lnTo>
                  <a:cubicBezTo>
                    <a:pt x="39" y="26381"/>
                    <a:pt x="26381" y="39"/>
                    <a:pt x="58888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21" name="Group 236">
            <a:extLst>
              <a:ext uri="{FF2B5EF4-FFF2-40B4-BE49-F238E27FC236}">
                <a16:creationId xmlns:a16="http://schemas.microsoft.com/office/drawing/2014/main" id="{D16E7688-93D6-DD8D-8CD2-666D1B4A5067}"/>
              </a:ext>
            </a:extLst>
          </p:cNvPr>
          <p:cNvGrpSpPr/>
          <p:nvPr/>
        </p:nvGrpSpPr>
        <p:grpSpPr>
          <a:xfrm>
            <a:off x="4805409" y="4995819"/>
            <a:ext cx="549979" cy="550028"/>
            <a:chOff x="4805409" y="4995819"/>
            <a:chExt cx="549979" cy="550028"/>
          </a:xfrm>
          <a:noFill/>
        </p:grpSpPr>
        <p:sp>
          <p:nvSpPr>
            <p:cNvPr id="222" name="Freeform: Shape 196">
              <a:extLst>
                <a:ext uri="{FF2B5EF4-FFF2-40B4-BE49-F238E27FC236}">
                  <a16:creationId xmlns:a16="http://schemas.microsoft.com/office/drawing/2014/main" id="{38E62992-AE62-519E-36DF-C002C5DA7B79}"/>
                </a:ext>
              </a:extLst>
            </p:cNvPr>
            <p:cNvSpPr/>
            <p:nvPr/>
          </p:nvSpPr>
          <p:spPr>
            <a:xfrm>
              <a:off x="4814317" y="5004723"/>
              <a:ext cx="527372" cy="527372"/>
            </a:xfrm>
            <a:custGeom>
              <a:avLst/>
              <a:gdLst>
                <a:gd name="connsiteX0" fmla="*/ 173293 w 527371"/>
                <a:gd name="connsiteY0" fmla="*/ 415467 h 527371"/>
                <a:gd name="connsiteX1" fmla="*/ 392231 w 527371"/>
                <a:gd name="connsiteY1" fmla="*/ 196522 h 527371"/>
                <a:gd name="connsiteX2" fmla="*/ 524812 w 527371"/>
                <a:gd name="connsiteY2" fmla="*/ 140008 h 527371"/>
                <a:gd name="connsiteX3" fmla="*/ 524722 w 527371"/>
                <a:gd name="connsiteY3" fmla="*/ 63717 h 527371"/>
                <a:gd name="connsiteX4" fmla="*/ 458352 w 527371"/>
                <a:gd name="connsiteY4" fmla="*/ 130066 h 527371"/>
                <a:gd name="connsiteX5" fmla="*/ 402137 w 527371"/>
                <a:gd name="connsiteY5" fmla="*/ 73851 h 527371"/>
                <a:gd name="connsiteX6" fmla="*/ 468486 w 527371"/>
                <a:gd name="connsiteY6" fmla="*/ 7480 h 527371"/>
                <a:gd name="connsiteX7" fmla="*/ 335771 w 527371"/>
                <a:gd name="connsiteY7" fmla="*/ 63681 h 527371"/>
                <a:gd name="connsiteX8" fmla="*/ 335681 w 527371"/>
                <a:gd name="connsiteY8" fmla="*/ 139972 h 527371"/>
                <a:gd name="connsiteX9" fmla="*/ 116736 w 527371"/>
                <a:gd name="connsiteY9" fmla="*/ 358910 h 527371"/>
                <a:gd name="connsiteX10" fmla="*/ 4487 w 527371"/>
                <a:gd name="connsiteY10" fmla="*/ 415397 h 527371"/>
                <a:gd name="connsiteX11" fmla="*/ 6508 w 527371"/>
                <a:gd name="connsiteY11" fmla="*/ 476656 h 527371"/>
                <a:gd name="connsiteX12" fmla="*/ 64405 w 527371"/>
                <a:gd name="connsiteY12" fmla="*/ 418752 h 527371"/>
                <a:gd name="connsiteX13" fmla="*/ 113450 w 527371"/>
                <a:gd name="connsiteY13" fmla="*/ 467798 h 527371"/>
                <a:gd name="connsiteX14" fmla="*/ 55553 w 527371"/>
                <a:gd name="connsiteY14" fmla="*/ 525695 h 527371"/>
                <a:gd name="connsiteX15" fmla="*/ 171275 w 527371"/>
                <a:gd name="connsiteY15" fmla="*/ 476715 h 527371"/>
                <a:gd name="connsiteX16" fmla="*/ 173293 w 527371"/>
                <a:gd name="connsiteY16" fmla="*/ 415467 h 52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7371" h="527371">
                  <a:moveTo>
                    <a:pt x="173293" y="415467"/>
                  </a:moveTo>
                  <a:lnTo>
                    <a:pt x="392231" y="196522"/>
                  </a:lnTo>
                  <a:cubicBezTo>
                    <a:pt x="444448" y="217527"/>
                    <a:pt x="503807" y="192225"/>
                    <a:pt x="524812" y="140008"/>
                  </a:cubicBezTo>
                  <a:cubicBezTo>
                    <a:pt x="534661" y="115525"/>
                    <a:pt x="534629" y="88176"/>
                    <a:pt x="524722" y="63717"/>
                  </a:cubicBezTo>
                  <a:lnTo>
                    <a:pt x="458352" y="130066"/>
                  </a:lnTo>
                  <a:lnTo>
                    <a:pt x="402137" y="73851"/>
                  </a:lnTo>
                  <a:lnTo>
                    <a:pt x="468486" y="7480"/>
                  </a:lnTo>
                  <a:cubicBezTo>
                    <a:pt x="416318" y="-13649"/>
                    <a:pt x="356900" y="11513"/>
                    <a:pt x="335771" y="63681"/>
                  </a:cubicBezTo>
                  <a:cubicBezTo>
                    <a:pt x="325864" y="88140"/>
                    <a:pt x="325832" y="115489"/>
                    <a:pt x="335681" y="139972"/>
                  </a:cubicBezTo>
                  <a:lnTo>
                    <a:pt x="116736" y="358910"/>
                  </a:lnTo>
                  <a:cubicBezTo>
                    <a:pt x="70141" y="343512"/>
                    <a:pt x="19886" y="368802"/>
                    <a:pt x="4487" y="415397"/>
                  </a:cubicBezTo>
                  <a:cubicBezTo>
                    <a:pt x="-2126" y="435410"/>
                    <a:pt x="-1410" y="457122"/>
                    <a:pt x="6508" y="476656"/>
                  </a:cubicBezTo>
                  <a:lnTo>
                    <a:pt x="64405" y="418752"/>
                  </a:lnTo>
                  <a:lnTo>
                    <a:pt x="113450" y="467798"/>
                  </a:lnTo>
                  <a:lnTo>
                    <a:pt x="55553" y="525695"/>
                  </a:lnTo>
                  <a:cubicBezTo>
                    <a:pt x="101034" y="544125"/>
                    <a:pt x="152845" y="522196"/>
                    <a:pt x="171275" y="476715"/>
                  </a:cubicBezTo>
                  <a:cubicBezTo>
                    <a:pt x="179189" y="457184"/>
                    <a:pt x="179904" y="435476"/>
                    <a:pt x="173293" y="415467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" name="Freeform: Shape 197">
              <a:extLst>
                <a:ext uri="{FF2B5EF4-FFF2-40B4-BE49-F238E27FC236}">
                  <a16:creationId xmlns:a16="http://schemas.microsoft.com/office/drawing/2014/main" id="{BA9A2D3E-ABD8-BA15-26F8-4D8B5A7FC924}"/>
                </a:ext>
              </a:extLst>
            </p:cNvPr>
            <p:cNvSpPr/>
            <p:nvPr/>
          </p:nvSpPr>
          <p:spPr>
            <a:xfrm>
              <a:off x="4805409" y="4995819"/>
              <a:ext cx="549979" cy="550028"/>
            </a:xfrm>
            <a:custGeom>
              <a:avLst/>
              <a:gdLst>
                <a:gd name="connsiteX0" fmla="*/ 366776 w 549979"/>
                <a:gd name="connsiteY0" fmla="*/ 227214 h 550028"/>
                <a:gd name="connsiteX1" fmla="*/ 379352 w 549979"/>
                <a:gd name="connsiteY1" fmla="*/ 227969 h 550028"/>
                <a:gd name="connsiteX2" fmla="*/ 378597 w 549979"/>
                <a:gd name="connsiteY2" fmla="*/ 240545 h 550028"/>
                <a:gd name="connsiteX3" fmla="*/ 192242 w 549979"/>
                <a:gd name="connsiteY3" fmla="*/ 426906 h 550028"/>
                <a:gd name="connsiteX4" fmla="*/ 188429 w 549979"/>
                <a:gd name="connsiteY4" fmla="*/ 488945 h 550028"/>
                <a:gd name="connsiteX5" fmla="*/ 61112 w 549979"/>
                <a:gd name="connsiteY5" fmla="*/ 542850 h 550028"/>
                <a:gd name="connsiteX6" fmla="*/ 58161 w 549979"/>
                <a:gd name="connsiteY6" fmla="*/ 540896 h 550028"/>
                <a:gd name="connsiteX7" fmla="*/ 58154 w 549979"/>
                <a:gd name="connsiteY7" fmla="*/ 528297 h 550028"/>
                <a:gd name="connsiteX8" fmla="*/ 109758 w 549979"/>
                <a:gd name="connsiteY8" fmla="*/ 476700 h 550028"/>
                <a:gd name="connsiteX9" fmla="*/ 73313 w 549979"/>
                <a:gd name="connsiteY9" fmla="*/ 440255 h 550028"/>
                <a:gd name="connsiteX10" fmla="*/ 21716 w 549979"/>
                <a:gd name="connsiteY10" fmla="*/ 491859 h 550028"/>
                <a:gd name="connsiteX11" fmla="*/ 18754 w 549979"/>
                <a:gd name="connsiteY11" fmla="*/ 493820 h 550028"/>
                <a:gd name="connsiteX12" fmla="*/ 7156 w 549979"/>
                <a:gd name="connsiteY12" fmla="*/ 488901 h 550028"/>
                <a:gd name="connsiteX13" fmla="*/ 4962 w 549979"/>
                <a:gd name="connsiteY13" fmla="*/ 421429 h 550028"/>
                <a:gd name="connsiteX14" fmla="*/ 128523 w 549979"/>
                <a:gd name="connsiteY14" fmla="*/ 359374 h 550028"/>
                <a:gd name="connsiteX15" fmla="*/ 134203 w 549979"/>
                <a:gd name="connsiteY15" fmla="*/ 370620 h 550028"/>
                <a:gd name="connsiteX16" fmla="*/ 122957 w 549979"/>
                <a:gd name="connsiteY16" fmla="*/ 376300 h 550028"/>
                <a:gd name="connsiteX17" fmla="*/ 81186 w 549979"/>
                <a:gd name="connsiteY17" fmla="*/ 373998 h 550028"/>
                <a:gd name="connsiteX18" fmla="*/ 19621 w 549979"/>
                <a:gd name="connsiteY18" fmla="*/ 468840 h 550028"/>
                <a:gd name="connsiteX19" fmla="*/ 67070 w 549979"/>
                <a:gd name="connsiteY19" fmla="*/ 421390 h 550028"/>
                <a:gd name="connsiteX20" fmla="*/ 67072 w 549979"/>
                <a:gd name="connsiteY20" fmla="*/ 421389 h 550028"/>
                <a:gd name="connsiteX21" fmla="*/ 79670 w 549979"/>
                <a:gd name="connsiteY21" fmla="*/ 421390 h 550028"/>
                <a:gd name="connsiteX22" fmla="*/ 128715 w 549979"/>
                <a:gd name="connsiteY22" fmla="*/ 470429 h 550028"/>
                <a:gd name="connsiteX23" fmla="*/ 128717 w 549979"/>
                <a:gd name="connsiteY23" fmla="*/ 470431 h 550028"/>
                <a:gd name="connsiteX24" fmla="*/ 128715 w 549979"/>
                <a:gd name="connsiteY24" fmla="*/ 483029 h 550028"/>
                <a:gd name="connsiteX25" fmla="*/ 81259 w 549979"/>
                <a:gd name="connsiteY25" fmla="*/ 530485 h 550028"/>
                <a:gd name="connsiteX26" fmla="*/ 123031 w 549979"/>
                <a:gd name="connsiteY26" fmla="*/ 528183 h 550028"/>
                <a:gd name="connsiteX27" fmla="*/ 173799 w 549979"/>
                <a:gd name="connsiteY27" fmla="*/ 427149 h 550028"/>
                <a:gd name="connsiteX28" fmla="*/ 175937 w 549979"/>
                <a:gd name="connsiteY28" fmla="*/ 418069 h 550028"/>
                <a:gd name="connsiteX29" fmla="*/ 366011 w 549979"/>
                <a:gd name="connsiteY29" fmla="*/ 227980 h 550028"/>
                <a:gd name="connsiteX30" fmla="*/ 366776 w 549979"/>
                <a:gd name="connsiteY30" fmla="*/ 227214 h 550028"/>
                <a:gd name="connsiteX31" fmla="*/ 437496 w 549979"/>
                <a:gd name="connsiteY31" fmla="*/ 14 h 550028"/>
                <a:gd name="connsiteX32" fmla="*/ 480757 w 549979"/>
                <a:gd name="connsiteY32" fmla="*/ 8124 h 550028"/>
                <a:gd name="connsiteX33" fmla="*/ 483718 w 549979"/>
                <a:gd name="connsiteY33" fmla="*/ 10085 h 550028"/>
                <a:gd name="connsiteX34" fmla="*/ 483714 w 549979"/>
                <a:gd name="connsiteY34" fmla="*/ 22683 h 550028"/>
                <a:gd name="connsiteX35" fmla="*/ 423644 w 549979"/>
                <a:gd name="connsiteY35" fmla="*/ 82754 h 550028"/>
                <a:gd name="connsiteX36" fmla="*/ 467259 w 549979"/>
                <a:gd name="connsiteY36" fmla="*/ 126369 h 550028"/>
                <a:gd name="connsiteX37" fmla="*/ 527329 w 549979"/>
                <a:gd name="connsiteY37" fmla="*/ 66298 h 550028"/>
                <a:gd name="connsiteX38" fmla="*/ 530291 w 549979"/>
                <a:gd name="connsiteY38" fmla="*/ 64337 h 550028"/>
                <a:gd name="connsiteX39" fmla="*/ 541889 w 549979"/>
                <a:gd name="connsiteY39" fmla="*/ 69256 h 550028"/>
                <a:gd name="connsiteX40" fmla="*/ 541996 w 549979"/>
                <a:gd name="connsiteY40" fmla="*/ 152137 h 550028"/>
                <a:gd name="connsiteX41" fmla="*/ 397824 w 549979"/>
                <a:gd name="connsiteY41" fmla="*/ 213692 h 550028"/>
                <a:gd name="connsiteX42" fmla="*/ 392878 w 549979"/>
                <a:gd name="connsiteY42" fmla="*/ 202104 h 550028"/>
                <a:gd name="connsiteX43" fmla="*/ 404466 w 549979"/>
                <a:gd name="connsiteY43" fmla="*/ 197158 h 550028"/>
                <a:gd name="connsiteX44" fmla="*/ 460759 w 549979"/>
                <a:gd name="connsiteY44" fmla="*/ 201314 h 550028"/>
                <a:gd name="connsiteX45" fmla="*/ 529624 w 549979"/>
                <a:gd name="connsiteY45" fmla="*/ 89211 h 550028"/>
                <a:gd name="connsiteX46" fmla="*/ 473566 w 549979"/>
                <a:gd name="connsiteY46" fmla="*/ 145276 h 550028"/>
                <a:gd name="connsiteX47" fmla="*/ 460966 w 549979"/>
                <a:gd name="connsiteY47" fmla="*/ 145276 h 550028"/>
                <a:gd name="connsiteX48" fmla="*/ 404751 w 549979"/>
                <a:gd name="connsiteY48" fmla="*/ 89061 h 550028"/>
                <a:gd name="connsiteX49" fmla="*/ 404750 w 549979"/>
                <a:gd name="connsiteY49" fmla="*/ 89059 h 550028"/>
                <a:gd name="connsiteX50" fmla="*/ 404751 w 549979"/>
                <a:gd name="connsiteY50" fmla="*/ 76461 h 550028"/>
                <a:gd name="connsiteX51" fmla="*/ 460809 w 549979"/>
                <a:gd name="connsiteY51" fmla="*/ 20396 h 550028"/>
                <a:gd name="connsiteX52" fmla="*/ 404496 w 549979"/>
                <a:gd name="connsiteY52" fmla="*/ 24550 h 550028"/>
                <a:gd name="connsiteX53" fmla="*/ 352855 w 549979"/>
                <a:gd name="connsiteY53" fmla="*/ 145547 h 550028"/>
                <a:gd name="connsiteX54" fmla="*/ 350888 w 549979"/>
                <a:gd name="connsiteY54" fmla="*/ 155168 h 550028"/>
                <a:gd name="connsiteX55" fmla="*/ 162744 w 549979"/>
                <a:gd name="connsiteY55" fmla="*/ 343311 h 550028"/>
                <a:gd name="connsiteX56" fmla="*/ 150145 w 549979"/>
                <a:gd name="connsiteY56" fmla="*/ 343311 h 550028"/>
                <a:gd name="connsiteX57" fmla="*/ 150145 w 549979"/>
                <a:gd name="connsiteY57" fmla="*/ 330711 h 550028"/>
                <a:gd name="connsiteX58" fmla="*/ 334254 w 549979"/>
                <a:gd name="connsiteY58" fmla="*/ 146601 h 550028"/>
                <a:gd name="connsiteX59" fmla="*/ 336431 w 549979"/>
                <a:gd name="connsiteY59" fmla="*/ 69291 h 550028"/>
                <a:gd name="connsiteX60" fmla="*/ 437496 w 549979"/>
                <a:gd name="connsiteY60" fmla="*/ 14 h 550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49979" h="550028">
                  <a:moveTo>
                    <a:pt x="366776" y="227214"/>
                  </a:moveTo>
                  <a:cubicBezTo>
                    <a:pt x="370457" y="223950"/>
                    <a:pt x="376088" y="224288"/>
                    <a:pt x="379352" y="227969"/>
                  </a:cubicBezTo>
                  <a:cubicBezTo>
                    <a:pt x="382616" y="231650"/>
                    <a:pt x="382278" y="237280"/>
                    <a:pt x="378597" y="240545"/>
                  </a:cubicBezTo>
                  <a:lnTo>
                    <a:pt x="192242" y="426906"/>
                  </a:lnTo>
                  <a:cubicBezTo>
                    <a:pt x="197754" y="447450"/>
                    <a:pt x="196415" y="469231"/>
                    <a:pt x="188429" y="488945"/>
                  </a:cubicBezTo>
                  <a:cubicBezTo>
                    <a:pt x="168157" y="538988"/>
                    <a:pt x="111155" y="563122"/>
                    <a:pt x="61112" y="542850"/>
                  </a:cubicBezTo>
                  <a:cubicBezTo>
                    <a:pt x="60007" y="542403"/>
                    <a:pt x="59004" y="541738"/>
                    <a:pt x="58161" y="540896"/>
                  </a:cubicBezTo>
                  <a:cubicBezTo>
                    <a:pt x="54680" y="537418"/>
                    <a:pt x="54677" y="531778"/>
                    <a:pt x="58154" y="528297"/>
                  </a:cubicBezTo>
                  <a:lnTo>
                    <a:pt x="109758" y="476700"/>
                  </a:lnTo>
                  <a:lnTo>
                    <a:pt x="73313" y="440255"/>
                  </a:lnTo>
                  <a:lnTo>
                    <a:pt x="21716" y="491859"/>
                  </a:lnTo>
                  <a:cubicBezTo>
                    <a:pt x="20870" y="492705"/>
                    <a:pt x="19863" y="493372"/>
                    <a:pt x="18754" y="493820"/>
                  </a:cubicBezTo>
                  <a:cubicBezTo>
                    <a:pt x="14193" y="495665"/>
                    <a:pt x="9001" y="493462"/>
                    <a:pt x="7156" y="488901"/>
                  </a:cubicBezTo>
                  <a:cubicBezTo>
                    <a:pt x="-1563" y="467384"/>
                    <a:pt x="-2341" y="443467"/>
                    <a:pt x="4962" y="421429"/>
                  </a:cubicBezTo>
                  <a:cubicBezTo>
                    <a:pt x="21946" y="370172"/>
                    <a:pt x="77267" y="342390"/>
                    <a:pt x="128523" y="359374"/>
                  </a:cubicBezTo>
                  <a:cubicBezTo>
                    <a:pt x="133197" y="360911"/>
                    <a:pt x="135740" y="365946"/>
                    <a:pt x="134203" y="370620"/>
                  </a:cubicBezTo>
                  <a:cubicBezTo>
                    <a:pt x="132666" y="375294"/>
                    <a:pt x="127631" y="377837"/>
                    <a:pt x="122957" y="376300"/>
                  </a:cubicBezTo>
                  <a:cubicBezTo>
                    <a:pt x="109484" y="371839"/>
                    <a:pt x="95067" y="371044"/>
                    <a:pt x="81186" y="373998"/>
                  </a:cubicBezTo>
                  <a:cubicBezTo>
                    <a:pt x="37995" y="383187"/>
                    <a:pt x="10431" y="425649"/>
                    <a:pt x="19621" y="468840"/>
                  </a:cubicBezTo>
                  <a:lnTo>
                    <a:pt x="67070" y="421390"/>
                  </a:lnTo>
                  <a:cubicBezTo>
                    <a:pt x="67070" y="421390"/>
                    <a:pt x="67071" y="421389"/>
                    <a:pt x="67072" y="421389"/>
                  </a:cubicBezTo>
                  <a:cubicBezTo>
                    <a:pt x="70551" y="417910"/>
                    <a:pt x="76191" y="417911"/>
                    <a:pt x="79670" y="421390"/>
                  </a:cubicBezTo>
                  <a:lnTo>
                    <a:pt x="128715" y="470429"/>
                  </a:lnTo>
                  <a:cubicBezTo>
                    <a:pt x="128716" y="470430"/>
                    <a:pt x="128716" y="470430"/>
                    <a:pt x="128717" y="470431"/>
                  </a:cubicBezTo>
                  <a:cubicBezTo>
                    <a:pt x="132195" y="473910"/>
                    <a:pt x="132195" y="479550"/>
                    <a:pt x="128715" y="483029"/>
                  </a:cubicBezTo>
                  <a:lnTo>
                    <a:pt x="81259" y="530485"/>
                  </a:lnTo>
                  <a:cubicBezTo>
                    <a:pt x="95140" y="533439"/>
                    <a:pt x="109558" y="532644"/>
                    <a:pt x="123031" y="528183"/>
                  </a:cubicBezTo>
                  <a:cubicBezTo>
                    <a:pt x="164949" y="514302"/>
                    <a:pt x="187679" y="469068"/>
                    <a:pt x="173799" y="427149"/>
                  </a:cubicBezTo>
                  <a:cubicBezTo>
                    <a:pt x="172740" y="423961"/>
                    <a:pt x="173567" y="420449"/>
                    <a:pt x="175937" y="418069"/>
                  </a:cubicBezTo>
                  <a:lnTo>
                    <a:pt x="366011" y="227980"/>
                  </a:lnTo>
                  <a:cubicBezTo>
                    <a:pt x="366251" y="227710"/>
                    <a:pt x="366506" y="227454"/>
                    <a:pt x="366776" y="227214"/>
                  </a:cubicBezTo>
                  <a:close/>
                  <a:moveTo>
                    <a:pt x="437496" y="14"/>
                  </a:moveTo>
                  <a:cubicBezTo>
                    <a:pt x="451893" y="-211"/>
                    <a:pt x="466571" y="2383"/>
                    <a:pt x="480757" y="8124"/>
                  </a:cubicBezTo>
                  <a:cubicBezTo>
                    <a:pt x="481866" y="8572"/>
                    <a:pt x="482873" y="9239"/>
                    <a:pt x="483718" y="10085"/>
                  </a:cubicBezTo>
                  <a:cubicBezTo>
                    <a:pt x="487196" y="13565"/>
                    <a:pt x="487195" y="19205"/>
                    <a:pt x="483714" y="22683"/>
                  </a:cubicBezTo>
                  <a:lnTo>
                    <a:pt x="423644" y="82754"/>
                  </a:lnTo>
                  <a:lnTo>
                    <a:pt x="467259" y="126369"/>
                  </a:lnTo>
                  <a:lnTo>
                    <a:pt x="527329" y="66298"/>
                  </a:lnTo>
                  <a:cubicBezTo>
                    <a:pt x="528175" y="65452"/>
                    <a:pt x="529182" y="64785"/>
                    <a:pt x="530291" y="64337"/>
                  </a:cubicBezTo>
                  <a:cubicBezTo>
                    <a:pt x="534852" y="62492"/>
                    <a:pt x="540045" y="64695"/>
                    <a:pt x="541889" y="69256"/>
                  </a:cubicBezTo>
                  <a:cubicBezTo>
                    <a:pt x="552640" y="95830"/>
                    <a:pt x="552678" y="125535"/>
                    <a:pt x="541996" y="152137"/>
                  </a:cubicBezTo>
                  <a:cubicBezTo>
                    <a:pt x="519182" y="208946"/>
                    <a:pt x="454634" y="236506"/>
                    <a:pt x="397824" y="213692"/>
                  </a:cubicBezTo>
                  <a:cubicBezTo>
                    <a:pt x="393258" y="211858"/>
                    <a:pt x="391044" y="206669"/>
                    <a:pt x="392878" y="202104"/>
                  </a:cubicBezTo>
                  <a:cubicBezTo>
                    <a:pt x="394712" y="197538"/>
                    <a:pt x="399900" y="195324"/>
                    <a:pt x="404466" y="197158"/>
                  </a:cubicBezTo>
                  <a:cubicBezTo>
                    <a:pt x="422347" y="204340"/>
                    <a:pt x="442017" y="205792"/>
                    <a:pt x="460759" y="201314"/>
                  </a:cubicBezTo>
                  <a:cubicBezTo>
                    <a:pt x="510732" y="189374"/>
                    <a:pt x="541564" y="139184"/>
                    <a:pt x="529624" y="89211"/>
                  </a:cubicBezTo>
                  <a:lnTo>
                    <a:pt x="473566" y="145276"/>
                  </a:lnTo>
                  <a:cubicBezTo>
                    <a:pt x="470032" y="148621"/>
                    <a:pt x="464500" y="148621"/>
                    <a:pt x="460966" y="145276"/>
                  </a:cubicBezTo>
                  <a:lnTo>
                    <a:pt x="404751" y="89061"/>
                  </a:lnTo>
                  <a:cubicBezTo>
                    <a:pt x="404751" y="89060"/>
                    <a:pt x="404750" y="89060"/>
                    <a:pt x="404750" y="89059"/>
                  </a:cubicBezTo>
                  <a:cubicBezTo>
                    <a:pt x="401271" y="85580"/>
                    <a:pt x="401272" y="79939"/>
                    <a:pt x="404751" y="76461"/>
                  </a:cubicBezTo>
                  <a:lnTo>
                    <a:pt x="460809" y="20396"/>
                  </a:lnTo>
                  <a:cubicBezTo>
                    <a:pt x="442061" y="15912"/>
                    <a:pt x="422383" y="17364"/>
                    <a:pt x="404496" y="24550"/>
                  </a:cubicBezTo>
                  <a:cubicBezTo>
                    <a:pt x="356823" y="43702"/>
                    <a:pt x="333703" y="97874"/>
                    <a:pt x="352855" y="145547"/>
                  </a:cubicBezTo>
                  <a:cubicBezTo>
                    <a:pt x="354188" y="148858"/>
                    <a:pt x="353413" y="152645"/>
                    <a:pt x="350888" y="155168"/>
                  </a:cubicBezTo>
                  <a:lnTo>
                    <a:pt x="162744" y="343311"/>
                  </a:lnTo>
                  <a:cubicBezTo>
                    <a:pt x="159265" y="346791"/>
                    <a:pt x="153624" y="346791"/>
                    <a:pt x="150145" y="343311"/>
                  </a:cubicBezTo>
                  <a:cubicBezTo>
                    <a:pt x="146665" y="339832"/>
                    <a:pt x="146665" y="334191"/>
                    <a:pt x="150145" y="330711"/>
                  </a:cubicBezTo>
                  <a:lnTo>
                    <a:pt x="334254" y="146601"/>
                  </a:lnTo>
                  <a:cubicBezTo>
                    <a:pt x="325674" y="121406"/>
                    <a:pt x="326447" y="93964"/>
                    <a:pt x="336431" y="69291"/>
                  </a:cubicBezTo>
                  <a:cubicBezTo>
                    <a:pt x="353654" y="26733"/>
                    <a:pt x="394307" y="688"/>
                    <a:pt x="437496" y="14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224" name="Freeform: Shape 198">
            <a:extLst>
              <a:ext uri="{FF2B5EF4-FFF2-40B4-BE49-F238E27FC236}">
                <a16:creationId xmlns:a16="http://schemas.microsoft.com/office/drawing/2014/main" id="{D986B23B-1EA6-F39A-439D-44503F252C6B}"/>
              </a:ext>
            </a:extLst>
          </p:cNvPr>
          <p:cNvSpPr/>
          <p:nvPr/>
        </p:nvSpPr>
        <p:spPr>
          <a:xfrm>
            <a:off x="3816024" y="4980421"/>
            <a:ext cx="494115" cy="580811"/>
          </a:xfrm>
          <a:custGeom>
            <a:avLst/>
            <a:gdLst>
              <a:gd name="connsiteX0" fmla="*/ 243356 w 494115"/>
              <a:gd name="connsiteY0" fmla="*/ 267018 h 580811"/>
              <a:gd name="connsiteX1" fmla="*/ 217662 w 494115"/>
              <a:gd name="connsiteY1" fmla="*/ 305218 h 580811"/>
              <a:gd name="connsiteX2" fmla="*/ 242473 w 494115"/>
              <a:gd name="connsiteY2" fmla="*/ 305246 h 580811"/>
              <a:gd name="connsiteX3" fmla="*/ 243356 w 494115"/>
              <a:gd name="connsiteY3" fmla="*/ 305246 h 580811"/>
              <a:gd name="connsiteX4" fmla="*/ 293028 w 494115"/>
              <a:gd name="connsiteY4" fmla="*/ 234691 h 580811"/>
              <a:gd name="connsiteX5" fmla="*/ 315612 w 494115"/>
              <a:gd name="connsiteY5" fmla="*/ 234691 h 580811"/>
              <a:gd name="connsiteX6" fmla="*/ 315612 w 494115"/>
              <a:gd name="connsiteY6" fmla="*/ 234713 h 580811"/>
              <a:gd name="connsiteX7" fmla="*/ 315612 w 494115"/>
              <a:gd name="connsiteY7" fmla="*/ 278720 h 580811"/>
              <a:gd name="connsiteX8" fmla="*/ 359870 w 494115"/>
              <a:gd name="connsiteY8" fmla="*/ 278720 h 580811"/>
              <a:gd name="connsiteX9" fmla="*/ 359870 w 494115"/>
              <a:gd name="connsiteY9" fmla="*/ 234712 h 580811"/>
              <a:gd name="connsiteX10" fmla="*/ 382461 w 494115"/>
              <a:gd name="connsiteY10" fmla="*/ 234712 h 580811"/>
              <a:gd name="connsiteX11" fmla="*/ 382461 w 494115"/>
              <a:gd name="connsiteY11" fmla="*/ 234713 h 580811"/>
              <a:gd name="connsiteX12" fmla="*/ 382461 w 494115"/>
              <a:gd name="connsiteY12" fmla="*/ 346581 h 580811"/>
              <a:gd name="connsiteX13" fmla="*/ 382461 w 494115"/>
              <a:gd name="connsiteY13" fmla="*/ 346602 h 580811"/>
              <a:gd name="connsiteX14" fmla="*/ 359877 w 494115"/>
              <a:gd name="connsiteY14" fmla="*/ 346602 h 580811"/>
              <a:gd name="connsiteX15" fmla="*/ 359877 w 494115"/>
              <a:gd name="connsiteY15" fmla="*/ 346581 h 580811"/>
              <a:gd name="connsiteX16" fmla="*/ 359877 w 494115"/>
              <a:gd name="connsiteY16" fmla="*/ 297664 h 580811"/>
              <a:gd name="connsiteX17" fmla="*/ 315612 w 494115"/>
              <a:gd name="connsiteY17" fmla="*/ 297664 h 580811"/>
              <a:gd name="connsiteX18" fmla="*/ 315612 w 494115"/>
              <a:gd name="connsiteY18" fmla="*/ 346573 h 580811"/>
              <a:gd name="connsiteX19" fmla="*/ 315612 w 494115"/>
              <a:gd name="connsiteY19" fmla="*/ 346581 h 580811"/>
              <a:gd name="connsiteX20" fmla="*/ 293028 w 494115"/>
              <a:gd name="connsiteY20" fmla="*/ 346581 h 580811"/>
              <a:gd name="connsiteX21" fmla="*/ 293028 w 494115"/>
              <a:gd name="connsiteY21" fmla="*/ 346580 h 580811"/>
              <a:gd name="connsiteX22" fmla="*/ 293028 w 494115"/>
              <a:gd name="connsiteY22" fmla="*/ 234713 h 580811"/>
              <a:gd name="connsiteX23" fmla="*/ 246099 w 494115"/>
              <a:gd name="connsiteY23" fmla="*/ 234249 h 580811"/>
              <a:gd name="connsiteX24" fmla="*/ 264109 w 494115"/>
              <a:gd name="connsiteY24" fmla="*/ 234249 h 580811"/>
              <a:gd name="connsiteX25" fmla="*/ 264109 w 494115"/>
              <a:gd name="connsiteY25" fmla="*/ 234257 h 580811"/>
              <a:gd name="connsiteX26" fmla="*/ 264109 w 494115"/>
              <a:gd name="connsiteY26" fmla="*/ 305217 h 580811"/>
              <a:gd name="connsiteX27" fmla="*/ 277998 w 494115"/>
              <a:gd name="connsiteY27" fmla="*/ 305217 h 580811"/>
              <a:gd name="connsiteX28" fmla="*/ 277998 w 494115"/>
              <a:gd name="connsiteY28" fmla="*/ 305225 h 580811"/>
              <a:gd name="connsiteX29" fmla="*/ 277998 w 494115"/>
              <a:gd name="connsiteY29" fmla="*/ 324067 h 580811"/>
              <a:gd name="connsiteX30" fmla="*/ 277998 w 494115"/>
              <a:gd name="connsiteY30" fmla="*/ 324075 h 580811"/>
              <a:gd name="connsiteX31" fmla="*/ 264109 w 494115"/>
              <a:gd name="connsiteY31" fmla="*/ 324075 h 580811"/>
              <a:gd name="connsiteX32" fmla="*/ 264109 w 494115"/>
              <a:gd name="connsiteY32" fmla="*/ 346580 h 580811"/>
              <a:gd name="connsiteX33" fmla="*/ 264109 w 494115"/>
              <a:gd name="connsiteY33" fmla="*/ 346588 h 580811"/>
              <a:gd name="connsiteX34" fmla="*/ 243356 w 494115"/>
              <a:gd name="connsiteY34" fmla="*/ 346581 h 580811"/>
              <a:gd name="connsiteX35" fmla="*/ 243356 w 494115"/>
              <a:gd name="connsiteY35" fmla="*/ 346580 h 580811"/>
              <a:gd name="connsiteX36" fmla="*/ 243349 w 494115"/>
              <a:gd name="connsiteY36" fmla="*/ 324068 h 580811"/>
              <a:gd name="connsiteX37" fmla="*/ 197567 w 494115"/>
              <a:gd name="connsiteY37" fmla="*/ 324068 h 580811"/>
              <a:gd name="connsiteX38" fmla="*/ 197567 w 494115"/>
              <a:gd name="connsiteY38" fmla="*/ 324067 h 580811"/>
              <a:gd name="connsiteX39" fmla="*/ 197567 w 494115"/>
              <a:gd name="connsiteY39" fmla="*/ 305296 h 580811"/>
              <a:gd name="connsiteX40" fmla="*/ 151322 w 494115"/>
              <a:gd name="connsiteY40" fmla="*/ 234249 h 580811"/>
              <a:gd name="connsiteX41" fmla="*/ 177341 w 494115"/>
              <a:gd name="connsiteY41" fmla="*/ 243179 h 580811"/>
              <a:gd name="connsiteX42" fmla="*/ 186806 w 494115"/>
              <a:gd name="connsiteY42" fmla="*/ 265386 h 580811"/>
              <a:gd name="connsiteX43" fmla="*/ 184098 w 494115"/>
              <a:gd name="connsiteY43" fmla="*/ 279768 h 580811"/>
              <a:gd name="connsiteX44" fmla="*/ 175546 w 494115"/>
              <a:gd name="connsiteY44" fmla="*/ 294078 h 580811"/>
              <a:gd name="connsiteX45" fmla="*/ 161506 w 494115"/>
              <a:gd name="connsiteY45" fmla="*/ 308332 h 580811"/>
              <a:gd name="connsiteX46" fmla="*/ 148678 w 494115"/>
              <a:gd name="connsiteY46" fmla="*/ 320696 h 580811"/>
              <a:gd name="connsiteX47" fmla="*/ 144288 w 494115"/>
              <a:gd name="connsiteY47" fmla="*/ 326647 h 580811"/>
              <a:gd name="connsiteX48" fmla="*/ 186813 w 494115"/>
              <a:gd name="connsiteY48" fmla="*/ 326661 h 580811"/>
              <a:gd name="connsiteX49" fmla="*/ 186813 w 494115"/>
              <a:gd name="connsiteY49" fmla="*/ 346580 h 580811"/>
              <a:gd name="connsiteX50" fmla="*/ 111648 w 494115"/>
              <a:gd name="connsiteY50" fmla="*/ 346580 h 580811"/>
              <a:gd name="connsiteX51" fmla="*/ 118974 w 494115"/>
              <a:gd name="connsiteY51" fmla="*/ 325200 h 580811"/>
              <a:gd name="connsiteX52" fmla="*/ 118981 w 494115"/>
              <a:gd name="connsiteY52" fmla="*/ 325192 h 580811"/>
              <a:gd name="connsiteX53" fmla="*/ 118988 w 494115"/>
              <a:gd name="connsiteY53" fmla="*/ 325172 h 580811"/>
              <a:gd name="connsiteX54" fmla="*/ 143098 w 494115"/>
              <a:gd name="connsiteY54" fmla="*/ 298347 h 580811"/>
              <a:gd name="connsiteX55" fmla="*/ 160876 w 494115"/>
              <a:gd name="connsiteY55" fmla="*/ 280035 h 580811"/>
              <a:gd name="connsiteX56" fmla="*/ 165290 w 494115"/>
              <a:gd name="connsiteY56" fmla="*/ 266940 h 580811"/>
              <a:gd name="connsiteX57" fmla="*/ 161435 w 494115"/>
              <a:gd name="connsiteY57" fmla="*/ 255914 h 580811"/>
              <a:gd name="connsiteX58" fmla="*/ 140107 w 494115"/>
              <a:gd name="connsiteY58" fmla="*/ 256106 h 580811"/>
              <a:gd name="connsiteX59" fmla="*/ 135543 w 494115"/>
              <a:gd name="connsiteY59" fmla="*/ 269506 h 580811"/>
              <a:gd name="connsiteX60" fmla="*/ 135541 w 494115"/>
              <a:gd name="connsiteY60" fmla="*/ 269506 h 580811"/>
              <a:gd name="connsiteX61" fmla="*/ 135529 w 494115"/>
              <a:gd name="connsiteY61" fmla="*/ 269541 h 580811"/>
              <a:gd name="connsiteX62" fmla="*/ 114149 w 494115"/>
              <a:gd name="connsiteY62" fmla="*/ 267403 h 580811"/>
              <a:gd name="connsiteX63" fmla="*/ 114166 w 494115"/>
              <a:gd name="connsiteY63" fmla="*/ 267367 h 580811"/>
              <a:gd name="connsiteX64" fmla="*/ 114163 w 494115"/>
              <a:gd name="connsiteY64" fmla="*/ 267367 h 580811"/>
              <a:gd name="connsiteX65" fmla="*/ 126143 w 494115"/>
              <a:gd name="connsiteY65" fmla="*/ 241953 h 580811"/>
              <a:gd name="connsiteX66" fmla="*/ 127562 w 494115"/>
              <a:gd name="connsiteY66" fmla="*/ 241519 h 580811"/>
              <a:gd name="connsiteX67" fmla="*/ 313468 w 494115"/>
              <a:gd name="connsiteY67" fmla="*/ 52384 h 580811"/>
              <a:gd name="connsiteX68" fmla="*/ 494115 w 494115"/>
              <a:gd name="connsiteY68" fmla="*/ 290415 h 580811"/>
              <a:gd name="connsiteX69" fmla="*/ 271570 w 494115"/>
              <a:gd name="connsiteY69" fmla="*/ 536228 h 580811"/>
              <a:gd name="connsiteX70" fmla="*/ 308629 w 494115"/>
              <a:gd name="connsiteY70" fmla="*/ 564848 h 580811"/>
              <a:gd name="connsiteX71" fmla="*/ 310232 w 494115"/>
              <a:gd name="connsiteY71" fmla="*/ 577348 h 580811"/>
              <a:gd name="connsiteX72" fmla="*/ 297732 w 494115"/>
              <a:gd name="connsiteY72" fmla="*/ 578952 h 580811"/>
              <a:gd name="connsiteX73" fmla="*/ 241610 w 494115"/>
              <a:gd name="connsiteY73" fmla="*/ 535593 h 580811"/>
              <a:gd name="connsiteX74" fmla="*/ 241239 w 494115"/>
              <a:gd name="connsiteY74" fmla="*/ 535166 h 580811"/>
              <a:gd name="connsiteX75" fmla="*/ 238609 w 494115"/>
              <a:gd name="connsiteY75" fmla="*/ 530833 h 580811"/>
              <a:gd name="connsiteX76" fmla="*/ 238217 w 494115"/>
              <a:gd name="connsiteY76" fmla="*/ 529671 h 580811"/>
              <a:gd name="connsiteX77" fmla="*/ 238260 w 494115"/>
              <a:gd name="connsiteY77" fmla="*/ 529101 h 580811"/>
              <a:gd name="connsiteX78" fmla="*/ 238146 w 494115"/>
              <a:gd name="connsiteY78" fmla="*/ 528545 h 580811"/>
              <a:gd name="connsiteX79" fmla="*/ 238374 w 494115"/>
              <a:gd name="connsiteY79" fmla="*/ 527412 h 580811"/>
              <a:gd name="connsiteX80" fmla="*/ 238723 w 494115"/>
              <a:gd name="connsiteY80" fmla="*/ 525673 h 580811"/>
              <a:gd name="connsiteX81" fmla="*/ 240006 w 494115"/>
              <a:gd name="connsiteY81" fmla="*/ 523100 h 580811"/>
              <a:gd name="connsiteX82" fmla="*/ 283657 w 494115"/>
              <a:gd name="connsiteY82" fmla="*/ 466686 h 580811"/>
              <a:gd name="connsiteX83" fmla="*/ 283761 w 494115"/>
              <a:gd name="connsiteY83" fmla="*/ 466551 h 580811"/>
              <a:gd name="connsiteX84" fmla="*/ 296273 w 494115"/>
              <a:gd name="connsiteY84" fmla="*/ 465078 h 580811"/>
              <a:gd name="connsiteX85" fmla="*/ 297746 w 494115"/>
              <a:gd name="connsiteY85" fmla="*/ 477590 h 580811"/>
              <a:gd name="connsiteX86" fmla="*/ 265854 w 494115"/>
              <a:gd name="connsiteY86" fmla="*/ 518810 h 580811"/>
              <a:gd name="connsiteX87" fmla="*/ 467873 w 494115"/>
              <a:gd name="connsiteY87" fmla="*/ 351964 h 580811"/>
              <a:gd name="connsiteX88" fmla="*/ 308693 w 494115"/>
              <a:gd name="connsiteY88" fmla="*/ 69545 h 580811"/>
              <a:gd name="connsiteX89" fmla="*/ 308340 w 494115"/>
              <a:gd name="connsiteY89" fmla="*/ 69447 h 580811"/>
              <a:gd name="connsiteX90" fmla="*/ 302372 w 494115"/>
              <a:gd name="connsiteY90" fmla="*/ 58352 h 580811"/>
              <a:gd name="connsiteX91" fmla="*/ 313468 w 494115"/>
              <a:gd name="connsiteY91" fmla="*/ 52384 h 580811"/>
              <a:gd name="connsiteX92" fmla="*/ 196378 w 494115"/>
              <a:gd name="connsiteY92" fmla="*/ 1857 h 580811"/>
              <a:gd name="connsiteX93" fmla="*/ 252500 w 494115"/>
              <a:gd name="connsiteY93" fmla="*/ 45215 h 580811"/>
              <a:gd name="connsiteX94" fmla="*/ 252871 w 494115"/>
              <a:gd name="connsiteY94" fmla="*/ 45643 h 580811"/>
              <a:gd name="connsiteX95" fmla="*/ 254952 w 494115"/>
              <a:gd name="connsiteY95" fmla="*/ 48344 h 580811"/>
              <a:gd name="connsiteX96" fmla="*/ 255893 w 494115"/>
              <a:gd name="connsiteY96" fmla="*/ 51138 h 580811"/>
              <a:gd name="connsiteX97" fmla="*/ 255850 w 494115"/>
              <a:gd name="connsiteY97" fmla="*/ 51722 h 580811"/>
              <a:gd name="connsiteX98" fmla="*/ 255964 w 494115"/>
              <a:gd name="connsiteY98" fmla="*/ 52271 h 580811"/>
              <a:gd name="connsiteX99" fmla="*/ 255736 w 494115"/>
              <a:gd name="connsiteY99" fmla="*/ 53397 h 580811"/>
              <a:gd name="connsiteX100" fmla="*/ 254603 w 494115"/>
              <a:gd name="connsiteY100" fmla="*/ 56725 h 580811"/>
              <a:gd name="connsiteX101" fmla="*/ 254104 w 494115"/>
              <a:gd name="connsiteY101" fmla="*/ 57723 h 580811"/>
              <a:gd name="connsiteX102" fmla="*/ 210453 w 494115"/>
              <a:gd name="connsiteY102" fmla="*/ 114137 h 580811"/>
              <a:gd name="connsiteX103" fmla="*/ 197953 w 494115"/>
              <a:gd name="connsiteY103" fmla="*/ 115734 h 580811"/>
              <a:gd name="connsiteX104" fmla="*/ 196371 w 494115"/>
              <a:gd name="connsiteY104" fmla="*/ 103233 h 580811"/>
              <a:gd name="connsiteX105" fmla="*/ 228270 w 494115"/>
              <a:gd name="connsiteY105" fmla="*/ 62013 h 580811"/>
              <a:gd name="connsiteX106" fmla="*/ 26575 w 494115"/>
              <a:gd name="connsiteY106" fmla="*/ 227809 h 580811"/>
              <a:gd name="connsiteX107" fmla="*/ 184412 w 494115"/>
              <a:gd name="connsiteY107" fmla="*/ 510993 h 580811"/>
              <a:gd name="connsiteX108" fmla="*/ 190480 w 494115"/>
              <a:gd name="connsiteY108" fmla="*/ 521864 h 580811"/>
              <a:gd name="connsiteX109" fmla="*/ 179552 w 494115"/>
              <a:gd name="connsiteY109" fmla="*/ 528132 h 580811"/>
              <a:gd name="connsiteX110" fmla="*/ 1242 w 494115"/>
              <a:gd name="connsiteY110" fmla="*/ 315019 h 580811"/>
              <a:gd name="connsiteX111" fmla="*/ 222547 w 494115"/>
              <a:gd name="connsiteY111" fmla="*/ 44581 h 580811"/>
              <a:gd name="connsiteX112" fmla="*/ 185489 w 494115"/>
              <a:gd name="connsiteY112" fmla="*/ 15960 h 580811"/>
              <a:gd name="connsiteX113" fmla="*/ 183882 w 494115"/>
              <a:gd name="connsiteY113" fmla="*/ 3464 h 580811"/>
              <a:gd name="connsiteX114" fmla="*/ 196378 w 494115"/>
              <a:gd name="connsiteY114" fmla="*/ 1857 h 580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494115" h="580811">
                <a:moveTo>
                  <a:pt x="243356" y="267018"/>
                </a:moveTo>
                <a:lnTo>
                  <a:pt x="217662" y="305218"/>
                </a:lnTo>
                <a:lnTo>
                  <a:pt x="242473" y="305246"/>
                </a:lnTo>
                <a:lnTo>
                  <a:pt x="243356" y="305246"/>
                </a:lnTo>
                <a:close/>
                <a:moveTo>
                  <a:pt x="293028" y="234691"/>
                </a:moveTo>
                <a:lnTo>
                  <a:pt x="315612" y="234691"/>
                </a:lnTo>
                <a:lnTo>
                  <a:pt x="315612" y="234713"/>
                </a:lnTo>
                <a:lnTo>
                  <a:pt x="315612" y="278720"/>
                </a:lnTo>
                <a:lnTo>
                  <a:pt x="359870" y="278720"/>
                </a:lnTo>
                <a:lnTo>
                  <a:pt x="359870" y="234712"/>
                </a:lnTo>
                <a:lnTo>
                  <a:pt x="382461" y="234712"/>
                </a:lnTo>
                <a:lnTo>
                  <a:pt x="382461" y="234713"/>
                </a:lnTo>
                <a:lnTo>
                  <a:pt x="382461" y="346581"/>
                </a:lnTo>
                <a:lnTo>
                  <a:pt x="382461" y="346602"/>
                </a:lnTo>
                <a:lnTo>
                  <a:pt x="359877" y="346602"/>
                </a:lnTo>
                <a:lnTo>
                  <a:pt x="359877" y="346581"/>
                </a:lnTo>
                <a:lnTo>
                  <a:pt x="359877" y="297664"/>
                </a:lnTo>
                <a:lnTo>
                  <a:pt x="315612" y="297664"/>
                </a:lnTo>
                <a:lnTo>
                  <a:pt x="315612" y="346573"/>
                </a:lnTo>
                <a:lnTo>
                  <a:pt x="315612" y="346581"/>
                </a:lnTo>
                <a:lnTo>
                  <a:pt x="293028" y="346581"/>
                </a:lnTo>
                <a:lnTo>
                  <a:pt x="293028" y="346580"/>
                </a:lnTo>
                <a:lnTo>
                  <a:pt x="293028" y="234713"/>
                </a:lnTo>
                <a:close/>
                <a:moveTo>
                  <a:pt x="246099" y="234249"/>
                </a:moveTo>
                <a:lnTo>
                  <a:pt x="264109" y="234249"/>
                </a:lnTo>
                <a:lnTo>
                  <a:pt x="264109" y="234257"/>
                </a:lnTo>
                <a:lnTo>
                  <a:pt x="264109" y="305217"/>
                </a:lnTo>
                <a:lnTo>
                  <a:pt x="277998" y="305217"/>
                </a:lnTo>
                <a:lnTo>
                  <a:pt x="277998" y="305225"/>
                </a:lnTo>
                <a:lnTo>
                  <a:pt x="277998" y="324067"/>
                </a:lnTo>
                <a:lnTo>
                  <a:pt x="277998" y="324075"/>
                </a:lnTo>
                <a:lnTo>
                  <a:pt x="264109" y="324075"/>
                </a:lnTo>
                <a:lnTo>
                  <a:pt x="264109" y="346580"/>
                </a:lnTo>
                <a:lnTo>
                  <a:pt x="264109" y="346588"/>
                </a:lnTo>
                <a:lnTo>
                  <a:pt x="243356" y="346581"/>
                </a:lnTo>
                <a:lnTo>
                  <a:pt x="243356" y="346580"/>
                </a:lnTo>
                <a:lnTo>
                  <a:pt x="243349" y="324068"/>
                </a:lnTo>
                <a:lnTo>
                  <a:pt x="197567" y="324068"/>
                </a:lnTo>
                <a:lnTo>
                  <a:pt x="197567" y="324067"/>
                </a:lnTo>
                <a:lnTo>
                  <a:pt x="197567" y="305296"/>
                </a:lnTo>
                <a:close/>
                <a:moveTo>
                  <a:pt x="151322" y="234249"/>
                </a:moveTo>
                <a:cubicBezTo>
                  <a:pt x="160829" y="233707"/>
                  <a:pt x="170171" y="236913"/>
                  <a:pt x="177341" y="243179"/>
                </a:cubicBezTo>
                <a:cubicBezTo>
                  <a:pt x="183542" y="248876"/>
                  <a:pt x="186991" y="256967"/>
                  <a:pt x="186806" y="265386"/>
                </a:cubicBezTo>
                <a:cubicBezTo>
                  <a:pt x="186827" y="270309"/>
                  <a:pt x="185908" y="275190"/>
                  <a:pt x="184098" y="279768"/>
                </a:cubicBezTo>
                <a:cubicBezTo>
                  <a:pt x="181945" y="284922"/>
                  <a:pt x="179065" y="289741"/>
                  <a:pt x="175546" y="294078"/>
                </a:cubicBezTo>
                <a:cubicBezTo>
                  <a:pt x="171218" y="299164"/>
                  <a:pt x="166526" y="303928"/>
                  <a:pt x="161506" y="308332"/>
                </a:cubicBezTo>
                <a:cubicBezTo>
                  <a:pt x="154740" y="314536"/>
                  <a:pt x="150464" y="318658"/>
                  <a:pt x="148678" y="320696"/>
                </a:cubicBezTo>
                <a:cubicBezTo>
                  <a:pt x="147020" y="322528"/>
                  <a:pt x="145549" y="324522"/>
                  <a:pt x="144288" y="326647"/>
                </a:cubicBezTo>
                <a:lnTo>
                  <a:pt x="186813" y="326661"/>
                </a:lnTo>
                <a:lnTo>
                  <a:pt x="186813" y="346580"/>
                </a:lnTo>
                <a:lnTo>
                  <a:pt x="111648" y="346580"/>
                </a:lnTo>
                <a:cubicBezTo>
                  <a:pt x="112485" y="339001"/>
                  <a:pt x="114987" y="331700"/>
                  <a:pt x="118974" y="325200"/>
                </a:cubicBezTo>
                <a:lnTo>
                  <a:pt x="118981" y="325192"/>
                </a:lnTo>
                <a:lnTo>
                  <a:pt x="118988" y="325172"/>
                </a:lnTo>
                <a:cubicBezTo>
                  <a:pt x="125856" y="315245"/>
                  <a:pt x="133957" y="306231"/>
                  <a:pt x="143098" y="298347"/>
                </a:cubicBezTo>
                <a:lnTo>
                  <a:pt x="160876" y="280035"/>
                </a:lnTo>
                <a:lnTo>
                  <a:pt x="165290" y="266940"/>
                </a:lnTo>
                <a:cubicBezTo>
                  <a:pt x="165557" y="262894"/>
                  <a:pt x="164165" y="258912"/>
                  <a:pt x="161435" y="255914"/>
                </a:cubicBezTo>
                <a:lnTo>
                  <a:pt x="140107" y="256106"/>
                </a:lnTo>
                <a:lnTo>
                  <a:pt x="135543" y="269506"/>
                </a:lnTo>
                <a:lnTo>
                  <a:pt x="135541" y="269506"/>
                </a:lnTo>
                <a:lnTo>
                  <a:pt x="135529" y="269541"/>
                </a:lnTo>
                <a:lnTo>
                  <a:pt x="114149" y="267403"/>
                </a:lnTo>
                <a:lnTo>
                  <a:pt x="114166" y="267367"/>
                </a:lnTo>
                <a:lnTo>
                  <a:pt x="114163" y="267367"/>
                </a:lnTo>
                <a:cubicBezTo>
                  <a:pt x="114436" y="257595"/>
                  <a:pt x="118779" y="248381"/>
                  <a:pt x="126143" y="241953"/>
                </a:cubicBezTo>
                <a:lnTo>
                  <a:pt x="127562" y="241519"/>
                </a:lnTo>
                <a:close/>
                <a:moveTo>
                  <a:pt x="313468" y="52384"/>
                </a:moveTo>
                <a:cubicBezTo>
                  <a:pt x="420140" y="82401"/>
                  <a:pt x="493907" y="179601"/>
                  <a:pt x="494115" y="290415"/>
                </a:cubicBezTo>
                <a:cubicBezTo>
                  <a:pt x="493945" y="417298"/>
                  <a:pt x="397812" y="523482"/>
                  <a:pt x="271570" y="536228"/>
                </a:cubicBezTo>
                <a:lnTo>
                  <a:pt x="308629" y="564848"/>
                </a:lnTo>
                <a:cubicBezTo>
                  <a:pt x="312523" y="567857"/>
                  <a:pt x="313241" y="573454"/>
                  <a:pt x="310232" y="577348"/>
                </a:cubicBezTo>
                <a:cubicBezTo>
                  <a:pt x="307223" y="581243"/>
                  <a:pt x="301627" y="581961"/>
                  <a:pt x="297732" y="578952"/>
                </a:cubicBezTo>
                <a:lnTo>
                  <a:pt x="241610" y="535593"/>
                </a:lnTo>
                <a:cubicBezTo>
                  <a:pt x="241460" y="535472"/>
                  <a:pt x="241381" y="535294"/>
                  <a:pt x="241239" y="535166"/>
                </a:cubicBezTo>
                <a:cubicBezTo>
                  <a:pt x="239998" y="533977"/>
                  <a:pt x="239091" y="532483"/>
                  <a:pt x="238609" y="530833"/>
                </a:cubicBezTo>
                <a:cubicBezTo>
                  <a:pt x="238451" y="530455"/>
                  <a:pt x="238320" y="530067"/>
                  <a:pt x="238217" y="529671"/>
                </a:cubicBezTo>
                <a:cubicBezTo>
                  <a:pt x="238196" y="529479"/>
                  <a:pt x="238274" y="529293"/>
                  <a:pt x="238260" y="529101"/>
                </a:cubicBezTo>
                <a:cubicBezTo>
                  <a:pt x="238246" y="528909"/>
                  <a:pt x="238146" y="528745"/>
                  <a:pt x="238146" y="528545"/>
                </a:cubicBezTo>
                <a:cubicBezTo>
                  <a:pt x="238196" y="528163"/>
                  <a:pt x="238272" y="527784"/>
                  <a:pt x="238374" y="527412"/>
                </a:cubicBezTo>
                <a:cubicBezTo>
                  <a:pt x="238431" y="526822"/>
                  <a:pt x="238548" y="526239"/>
                  <a:pt x="238723" y="525673"/>
                </a:cubicBezTo>
                <a:cubicBezTo>
                  <a:pt x="239151" y="524816"/>
                  <a:pt x="239579" y="523958"/>
                  <a:pt x="240006" y="523100"/>
                </a:cubicBezTo>
                <a:lnTo>
                  <a:pt x="283657" y="466686"/>
                </a:lnTo>
                <a:cubicBezTo>
                  <a:pt x="283691" y="466641"/>
                  <a:pt x="283726" y="466596"/>
                  <a:pt x="283761" y="466551"/>
                </a:cubicBezTo>
                <a:cubicBezTo>
                  <a:pt x="286809" y="462689"/>
                  <a:pt x="292411" y="462030"/>
                  <a:pt x="296273" y="465078"/>
                </a:cubicBezTo>
                <a:cubicBezTo>
                  <a:pt x="300135" y="468126"/>
                  <a:pt x="300794" y="473728"/>
                  <a:pt x="297746" y="477590"/>
                </a:cubicBezTo>
                <a:lnTo>
                  <a:pt x="265854" y="518810"/>
                </a:lnTo>
                <a:cubicBezTo>
                  <a:pt x="361475" y="510950"/>
                  <a:pt x="442084" y="444375"/>
                  <a:pt x="467873" y="351964"/>
                </a:cubicBezTo>
                <a:cubicBezTo>
                  <a:pt x="501905" y="230019"/>
                  <a:pt x="430638" y="103577"/>
                  <a:pt x="308693" y="69545"/>
                </a:cubicBezTo>
                <a:cubicBezTo>
                  <a:pt x="308575" y="69515"/>
                  <a:pt x="308457" y="69482"/>
                  <a:pt x="308340" y="69447"/>
                </a:cubicBezTo>
                <a:cubicBezTo>
                  <a:pt x="303628" y="68031"/>
                  <a:pt x="300957" y="63064"/>
                  <a:pt x="302372" y="58352"/>
                </a:cubicBezTo>
                <a:cubicBezTo>
                  <a:pt x="303788" y="53640"/>
                  <a:pt x="308756" y="50968"/>
                  <a:pt x="313468" y="52384"/>
                </a:cubicBezTo>
                <a:close/>
                <a:moveTo>
                  <a:pt x="196378" y="1857"/>
                </a:moveTo>
                <a:lnTo>
                  <a:pt x="252500" y="45215"/>
                </a:lnTo>
                <a:cubicBezTo>
                  <a:pt x="252650" y="45336"/>
                  <a:pt x="252728" y="45515"/>
                  <a:pt x="252871" y="45643"/>
                </a:cubicBezTo>
                <a:cubicBezTo>
                  <a:pt x="253673" y="46454"/>
                  <a:pt x="254372" y="47361"/>
                  <a:pt x="254952" y="48344"/>
                </a:cubicBezTo>
                <a:cubicBezTo>
                  <a:pt x="255265" y="49275"/>
                  <a:pt x="255578" y="50207"/>
                  <a:pt x="255893" y="51138"/>
                </a:cubicBezTo>
                <a:cubicBezTo>
                  <a:pt x="255914" y="51337"/>
                  <a:pt x="255836" y="51530"/>
                  <a:pt x="255850" y="51722"/>
                </a:cubicBezTo>
                <a:cubicBezTo>
                  <a:pt x="255864" y="51914"/>
                  <a:pt x="255964" y="52078"/>
                  <a:pt x="255964" y="52271"/>
                </a:cubicBezTo>
                <a:cubicBezTo>
                  <a:pt x="255914" y="52651"/>
                  <a:pt x="255838" y="53027"/>
                  <a:pt x="255736" y="53397"/>
                </a:cubicBezTo>
                <a:cubicBezTo>
                  <a:pt x="255658" y="54587"/>
                  <a:pt x="255267" y="55735"/>
                  <a:pt x="254603" y="56725"/>
                </a:cubicBezTo>
                <a:cubicBezTo>
                  <a:pt x="254458" y="57068"/>
                  <a:pt x="254291" y="57401"/>
                  <a:pt x="254104" y="57723"/>
                </a:cubicBezTo>
                <a:lnTo>
                  <a:pt x="210453" y="114137"/>
                </a:lnTo>
                <a:cubicBezTo>
                  <a:pt x="207441" y="118027"/>
                  <a:pt x="201846" y="118742"/>
                  <a:pt x="197953" y="115734"/>
                </a:cubicBezTo>
                <a:cubicBezTo>
                  <a:pt x="194067" y="112717"/>
                  <a:pt x="193359" y="107123"/>
                  <a:pt x="196371" y="103233"/>
                </a:cubicBezTo>
                <a:lnTo>
                  <a:pt x="228270" y="62013"/>
                </a:lnTo>
                <a:cubicBezTo>
                  <a:pt x="133059" y="69854"/>
                  <a:pt x="52693" y="135917"/>
                  <a:pt x="26575" y="227809"/>
                </a:cubicBezTo>
                <a:cubicBezTo>
                  <a:pt x="-8038" y="349594"/>
                  <a:pt x="62627" y="476379"/>
                  <a:pt x="184412" y="510993"/>
                </a:cubicBezTo>
                <a:cubicBezTo>
                  <a:pt x="189052" y="512367"/>
                  <a:pt x="191746" y="517194"/>
                  <a:pt x="190480" y="521864"/>
                </a:cubicBezTo>
                <a:cubicBezTo>
                  <a:pt x="189193" y="526613"/>
                  <a:pt x="184301" y="529419"/>
                  <a:pt x="179552" y="528132"/>
                </a:cubicBezTo>
                <a:cubicBezTo>
                  <a:pt x="82019" y="500408"/>
                  <a:pt x="11323" y="415913"/>
                  <a:pt x="1242" y="315019"/>
                </a:cubicBezTo>
                <a:cubicBezTo>
                  <a:pt x="-12326" y="179228"/>
                  <a:pt x="86755" y="58149"/>
                  <a:pt x="222547" y="44581"/>
                </a:cubicBezTo>
                <a:lnTo>
                  <a:pt x="185489" y="15960"/>
                </a:lnTo>
                <a:cubicBezTo>
                  <a:pt x="181594" y="12953"/>
                  <a:pt x="180874" y="7358"/>
                  <a:pt x="183882" y="3464"/>
                </a:cubicBezTo>
                <a:cubicBezTo>
                  <a:pt x="186889" y="-431"/>
                  <a:pt x="192483" y="-1150"/>
                  <a:pt x="196378" y="1857"/>
                </a:cubicBezTo>
                <a:close/>
              </a:path>
            </a:pathLst>
          </a:custGeom>
          <a:noFill/>
          <a:ln w="7069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225" name="Group 235">
            <a:extLst>
              <a:ext uri="{FF2B5EF4-FFF2-40B4-BE49-F238E27FC236}">
                <a16:creationId xmlns:a16="http://schemas.microsoft.com/office/drawing/2014/main" id="{731D64FD-84AA-B475-92F8-30333F55CA75}"/>
              </a:ext>
            </a:extLst>
          </p:cNvPr>
          <p:cNvGrpSpPr/>
          <p:nvPr/>
        </p:nvGrpSpPr>
        <p:grpSpPr>
          <a:xfrm>
            <a:off x="2753839" y="5002354"/>
            <a:ext cx="568507" cy="537519"/>
            <a:chOff x="2753839" y="5002354"/>
            <a:chExt cx="568507" cy="537519"/>
          </a:xfrm>
          <a:noFill/>
        </p:grpSpPr>
        <p:sp>
          <p:nvSpPr>
            <p:cNvPr id="226" name="Freeform: Shape 200">
              <a:extLst>
                <a:ext uri="{FF2B5EF4-FFF2-40B4-BE49-F238E27FC236}">
                  <a16:creationId xmlns:a16="http://schemas.microsoft.com/office/drawing/2014/main" id="{CC8C3575-CB2F-666D-713E-78728DB06B95}"/>
                </a:ext>
              </a:extLst>
            </p:cNvPr>
            <p:cNvSpPr/>
            <p:nvPr/>
          </p:nvSpPr>
          <p:spPr>
            <a:xfrm>
              <a:off x="2762234" y="5010715"/>
              <a:ext cx="520245" cy="520245"/>
            </a:xfrm>
            <a:custGeom>
              <a:avLst/>
              <a:gdLst>
                <a:gd name="connsiteX0" fmla="*/ 260124 w 520245"/>
                <a:gd name="connsiteY0" fmla="*/ 55431 h 520245"/>
                <a:gd name="connsiteX1" fmla="*/ 55431 w 520245"/>
                <a:gd name="connsiteY1" fmla="*/ 260124 h 520245"/>
                <a:gd name="connsiteX2" fmla="*/ 260124 w 520245"/>
                <a:gd name="connsiteY2" fmla="*/ 464815 h 520245"/>
                <a:gd name="connsiteX3" fmla="*/ 464815 w 520245"/>
                <a:gd name="connsiteY3" fmla="*/ 260124 h 520245"/>
                <a:gd name="connsiteX4" fmla="*/ 260124 w 520245"/>
                <a:gd name="connsiteY4" fmla="*/ 55431 h 520245"/>
                <a:gd name="connsiteX5" fmla="*/ 260123 w 520245"/>
                <a:gd name="connsiteY5" fmla="*/ 0 h 520245"/>
                <a:gd name="connsiteX6" fmla="*/ 520245 w 520245"/>
                <a:gd name="connsiteY6" fmla="*/ 260123 h 520245"/>
                <a:gd name="connsiteX7" fmla="*/ 260123 w 520245"/>
                <a:gd name="connsiteY7" fmla="*/ 520245 h 520245"/>
                <a:gd name="connsiteX8" fmla="*/ 0 w 520245"/>
                <a:gd name="connsiteY8" fmla="*/ 260123 h 520245"/>
                <a:gd name="connsiteX9" fmla="*/ 260123 w 520245"/>
                <a:gd name="connsiteY9" fmla="*/ 0 h 52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20245" h="520245">
                  <a:moveTo>
                    <a:pt x="260124" y="55431"/>
                  </a:moveTo>
                  <a:cubicBezTo>
                    <a:pt x="147075" y="55431"/>
                    <a:pt x="55431" y="147075"/>
                    <a:pt x="55431" y="260124"/>
                  </a:cubicBezTo>
                  <a:cubicBezTo>
                    <a:pt x="55431" y="373172"/>
                    <a:pt x="147075" y="464815"/>
                    <a:pt x="260124" y="464815"/>
                  </a:cubicBezTo>
                  <a:cubicBezTo>
                    <a:pt x="373172" y="464815"/>
                    <a:pt x="464815" y="373172"/>
                    <a:pt x="464815" y="260124"/>
                  </a:cubicBezTo>
                  <a:cubicBezTo>
                    <a:pt x="464815" y="147075"/>
                    <a:pt x="373172" y="55431"/>
                    <a:pt x="260124" y="55431"/>
                  </a:cubicBezTo>
                  <a:close/>
                  <a:moveTo>
                    <a:pt x="260123" y="0"/>
                  </a:moveTo>
                  <a:cubicBezTo>
                    <a:pt x="403784" y="0"/>
                    <a:pt x="520245" y="116461"/>
                    <a:pt x="520245" y="260123"/>
                  </a:cubicBezTo>
                  <a:cubicBezTo>
                    <a:pt x="520245" y="403784"/>
                    <a:pt x="403784" y="520245"/>
                    <a:pt x="260123" y="520245"/>
                  </a:cubicBezTo>
                  <a:cubicBezTo>
                    <a:pt x="116461" y="520245"/>
                    <a:pt x="0" y="403784"/>
                    <a:pt x="0" y="260123"/>
                  </a:cubicBezTo>
                  <a:cubicBezTo>
                    <a:pt x="0" y="116461"/>
                    <a:pt x="116461" y="0"/>
                    <a:pt x="260123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" name="Freeform: Shape 201">
              <a:extLst>
                <a:ext uri="{FF2B5EF4-FFF2-40B4-BE49-F238E27FC236}">
                  <a16:creationId xmlns:a16="http://schemas.microsoft.com/office/drawing/2014/main" id="{B11E6310-A194-8EF9-3B81-CB35503E6018}"/>
                </a:ext>
              </a:extLst>
            </p:cNvPr>
            <p:cNvSpPr/>
            <p:nvPr/>
          </p:nvSpPr>
          <p:spPr>
            <a:xfrm>
              <a:off x="2753839" y="5002354"/>
              <a:ext cx="568507" cy="537519"/>
            </a:xfrm>
            <a:custGeom>
              <a:avLst/>
              <a:gdLst>
                <a:gd name="connsiteX0" fmla="*/ 329779 w 568507"/>
                <a:gd name="connsiteY0" fmla="*/ 512173 h 537519"/>
                <a:gd name="connsiteX1" fmla="*/ 329787 w 568507"/>
                <a:gd name="connsiteY1" fmla="*/ 512173 h 537519"/>
                <a:gd name="connsiteX2" fmla="*/ 329780 w 568507"/>
                <a:gd name="connsiteY2" fmla="*/ 512174 h 537519"/>
                <a:gd name="connsiteX3" fmla="*/ 420295 w 568507"/>
                <a:gd name="connsiteY3" fmla="*/ 407781 h 537519"/>
                <a:gd name="connsiteX4" fmla="*/ 392856 w 568507"/>
                <a:gd name="connsiteY4" fmla="*/ 448517 h 537519"/>
                <a:gd name="connsiteX5" fmla="*/ 420295 w 568507"/>
                <a:gd name="connsiteY5" fmla="*/ 448517 h 537519"/>
                <a:gd name="connsiteX6" fmla="*/ 473202 w 568507"/>
                <a:gd name="connsiteY6" fmla="*/ 373381 h 537519"/>
                <a:gd name="connsiteX7" fmla="*/ 497276 w 568507"/>
                <a:gd name="connsiteY7" fmla="*/ 373381 h 537519"/>
                <a:gd name="connsiteX8" fmla="*/ 497276 w 568507"/>
                <a:gd name="connsiteY8" fmla="*/ 420303 h 537519"/>
                <a:gd name="connsiteX9" fmla="*/ 544440 w 568507"/>
                <a:gd name="connsiteY9" fmla="*/ 420303 h 537519"/>
                <a:gd name="connsiteX10" fmla="*/ 544440 w 568507"/>
                <a:gd name="connsiteY10" fmla="*/ 373381 h 537519"/>
                <a:gd name="connsiteX11" fmla="*/ 568507 w 568507"/>
                <a:gd name="connsiteY11" fmla="*/ 373381 h 537519"/>
                <a:gd name="connsiteX12" fmla="*/ 568507 w 568507"/>
                <a:gd name="connsiteY12" fmla="*/ 492596 h 537519"/>
                <a:gd name="connsiteX13" fmla="*/ 544440 w 568507"/>
                <a:gd name="connsiteY13" fmla="*/ 492596 h 537519"/>
                <a:gd name="connsiteX14" fmla="*/ 544440 w 568507"/>
                <a:gd name="connsiteY14" fmla="*/ 440471 h 537519"/>
                <a:gd name="connsiteX15" fmla="*/ 497276 w 568507"/>
                <a:gd name="connsiteY15" fmla="*/ 440471 h 537519"/>
                <a:gd name="connsiteX16" fmla="*/ 497276 w 568507"/>
                <a:gd name="connsiteY16" fmla="*/ 492596 h 537519"/>
                <a:gd name="connsiteX17" fmla="*/ 473202 w 568507"/>
                <a:gd name="connsiteY17" fmla="*/ 492596 h 537519"/>
                <a:gd name="connsiteX18" fmla="*/ 322195 w 568507"/>
                <a:gd name="connsiteY18" fmla="*/ 372896 h 537519"/>
                <a:gd name="connsiteX19" fmla="*/ 349924 w 568507"/>
                <a:gd name="connsiteY19" fmla="*/ 382410 h 537519"/>
                <a:gd name="connsiteX20" fmla="*/ 360009 w 568507"/>
                <a:gd name="connsiteY20" fmla="*/ 406071 h 537519"/>
                <a:gd name="connsiteX21" fmla="*/ 357122 w 568507"/>
                <a:gd name="connsiteY21" fmla="*/ 421400 h 537519"/>
                <a:gd name="connsiteX22" fmla="*/ 347972 w 568507"/>
                <a:gd name="connsiteY22" fmla="*/ 436644 h 537519"/>
                <a:gd name="connsiteX23" fmla="*/ 333006 w 568507"/>
                <a:gd name="connsiteY23" fmla="*/ 451852 h 537519"/>
                <a:gd name="connsiteX24" fmla="*/ 319301 w 568507"/>
                <a:gd name="connsiteY24" fmla="*/ 465030 h 537519"/>
                <a:gd name="connsiteX25" fmla="*/ 314626 w 568507"/>
                <a:gd name="connsiteY25" fmla="*/ 471372 h 537519"/>
                <a:gd name="connsiteX26" fmla="*/ 360009 w 568507"/>
                <a:gd name="connsiteY26" fmla="*/ 471372 h 537519"/>
                <a:gd name="connsiteX27" fmla="*/ 360009 w 568507"/>
                <a:gd name="connsiteY27" fmla="*/ 492588 h 537519"/>
                <a:gd name="connsiteX28" fmla="*/ 279898 w 568507"/>
                <a:gd name="connsiteY28" fmla="*/ 492588 h 537519"/>
                <a:gd name="connsiteX29" fmla="*/ 287737 w 568507"/>
                <a:gd name="connsiteY29" fmla="*/ 469783 h 537519"/>
                <a:gd name="connsiteX30" fmla="*/ 313393 w 568507"/>
                <a:gd name="connsiteY30" fmla="*/ 441198 h 537519"/>
                <a:gd name="connsiteX31" fmla="*/ 332357 w 568507"/>
                <a:gd name="connsiteY31" fmla="*/ 421678 h 537519"/>
                <a:gd name="connsiteX32" fmla="*/ 337075 w 568507"/>
                <a:gd name="connsiteY32" fmla="*/ 407688 h 537519"/>
                <a:gd name="connsiteX33" fmla="*/ 332970 w 568507"/>
                <a:gd name="connsiteY33" fmla="*/ 395937 h 537519"/>
                <a:gd name="connsiteX34" fmla="*/ 310243 w 568507"/>
                <a:gd name="connsiteY34" fmla="*/ 396136 h 537519"/>
                <a:gd name="connsiteX35" fmla="*/ 305362 w 568507"/>
                <a:gd name="connsiteY35" fmla="*/ 410446 h 537519"/>
                <a:gd name="connsiteX36" fmla="*/ 282592 w 568507"/>
                <a:gd name="connsiteY36" fmla="*/ 408166 h 537519"/>
                <a:gd name="connsiteX37" fmla="*/ 295356 w 568507"/>
                <a:gd name="connsiteY37" fmla="*/ 381085 h 537519"/>
                <a:gd name="connsiteX38" fmla="*/ 322195 w 568507"/>
                <a:gd name="connsiteY38" fmla="*/ 372896 h 537519"/>
                <a:gd name="connsiteX39" fmla="*/ 423195 w 568507"/>
                <a:gd name="connsiteY39" fmla="*/ 372889 h 537519"/>
                <a:gd name="connsiteX40" fmla="*/ 442387 w 568507"/>
                <a:gd name="connsiteY40" fmla="*/ 372889 h 537519"/>
                <a:gd name="connsiteX41" fmla="*/ 442387 w 568507"/>
                <a:gd name="connsiteY41" fmla="*/ 448517 h 537519"/>
                <a:gd name="connsiteX42" fmla="*/ 457189 w 568507"/>
                <a:gd name="connsiteY42" fmla="*/ 448517 h 537519"/>
                <a:gd name="connsiteX43" fmla="*/ 457189 w 568507"/>
                <a:gd name="connsiteY43" fmla="*/ 468607 h 537519"/>
                <a:gd name="connsiteX44" fmla="*/ 442387 w 568507"/>
                <a:gd name="connsiteY44" fmla="*/ 468607 h 537519"/>
                <a:gd name="connsiteX45" fmla="*/ 442387 w 568507"/>
                <a:gd name="connsiteY45" fmla="*/ 492595 h 537519"/>
                <a:gd name="connsiteX46" fmla="*/ 420295 w 568507"/>
                <a:gd name="connsiteY46" fmla="*/ 492595 h 537519"/>
                <a:gd name="connsiteX47" fmla="*/ 420295 w 568507"/>
                <a:gd name="connsiteY47" fmla="*/ 468607 h 537519"/>
                <a:gd name="connsiteX48" fmla="*/ 371469 w 568507"/>
                <a:gd name="connsiteY48" fmla="*/ 468607 h 537519"/>
                <a:gd name="connsiteX49" fmla="*/ 371469 w 568507"/>
                <a:gd name="connsiteY49" fmla="*/ 448603 h 537519"/>
                <a:gd name="connsiteX50" fmla="*/ 268511 w 568507"/>
                <a:gd name="connsiteY50" fmla="*/ 139327 h 537519"/>
                <a:gd name="connsiteX51" fmla="*/ 277420 w 568507"/>
                <a:gd name="connsiteY51" fmla="*/ 148235 h 537519"/>
                <a:gd name="connsiteX52" fmla="*/ 277420 w 568507"/>
                <a:gd name="connsiteY52" fmla="*/ 268483 h 537519"/>
                <a:gd name="connsiteX53" fmla="*/ 274726 w 568507"/>
                <a:gd name="connsiteY53" fmla="*/ 274897 h 537519"/>
                <a:gd name="connsiteX54" fmla="*/ 227874 w 568507"/>
                <a:gd name="connsiteY54" fmla="*/ 320437 h 537519"/>
                <a:gd name="connsiteX55" fmla="*/ 227252 w 568507"/>
                <a:gd name="connsiteY55" fmla="*/ 321041 h 537519"/>
                <a:gd name="connsiteX56" fmla="*/ 214679 w 568507"/>
                <a:gd name="connsiteY56" fmla="*/ 320253 h 537519"/>
                <a:gd name="connsiteX57" fmla="*/ 215467 w 568507"/>
                <a:gd name="connsiteY57" fmla="*/ 307680 h 537519"/>
                <a:gd name="connsiteX58" fmla="*/ 259603 w 568507"/>
                <a:gd name="connsiteY58" fmla="*/ 264728 h 537519"/>
                <a:gd name="connsiteX59" fmla="*/ 259603 w 568507"/>
                <a:gd name="connsiteY59" fmla="*/ 148235 h 537519"/>
                <a:gd name="connsiteX60" fmla="*/ 268511 w 568507"/>
                <a:gd name="connsiteY60" fmla="*/ 139327 h 537519"/>
                <a:gd name="connsiteX61" fmla="*/ 268496 w 568507"/>
                <a:gd name="connsiteY61" fmla="*/ 54884 h 537519"/>
                <a:gd name="connsiteX62" fmla="*/ 347304 w 568507"/>
                <a:gd name="connsiteY62" fmla="*/ 69994 h 537519"/>
                <a:gd name="connsiteX63" fmla="*/ 466994 w 568507"/>
                <a:gd name="connsiteY63" fmla="*/ 347554 h 537519"/>
                <a:gd name="connsiteX64" fmla="*/ 466918 w 568507"/>
                <a:gd name="connsiteY64" fmla="*/ 347746 h 537519"/>
                <a:gd name="connsiteX65" fmla="*/ 455287 w 568507"/>
                <a:gd name="connsiteY65" fmla="*/ 352586 h 537519"/>
                <a:gd name="connsiteX66" fmla="*/ 450446 w 568507"/>
                <a:gd name="connsiteY66" fmla="*/ 340955 h 537519"/>
                <a:gd name="connsiteX67" fmla="*/ 462984 w 568507"/>
                <a:gd name="connsiteY67" fmla="*/ 291238 h 537519"/>
                <a:gd name="connsiteX68" fmla="*/ 291223 w 568507"/>
                <a:gd name="connsiteY68" fmla="*/ 74343 h 537519"/>
                <a:gd name="connsiteX69" fmla="*/ 74329 w 568507"/>
                <a:gd name="connsiteY69" fmla="*/ 246104 h 537519"/>
                <a:gd name="connsiteX70" fmla="*/ 246090 w 568507"/>
                <a:gd name="connsiteY70" fmla="*/ 462999 h 537519"/>
                <a:gd name="connsiteX71" fmla="*/ 253992 w 568507"/>
                <a:gd name="connsiteY71" fmla="*/ 471842 h 537519"/>
                <a:gd name="connsiteX72" fmla="*/ 245092 w 568507"/>
                <a:gd name="connsiteY72" fmla="*/ 480758 h 537519"/>
                <a:gd name="connsiteX73" fmla="*/ 244066 w 568507"/>
                <a:gd name="connsiteY73" fmla="*/ 480701 h 537519"/>
                <a:gd name="connsiteX74" fmla="*/ 54847 w 568507"/>
                <a:gd name="connsiteY74" fmla="*/ 268449 h 537519"/>
                <a:gd name="connsiteX75" fmla="*/ 268496 w 568507"/>
                <a:gd name="connsiteY75" fmla="*/ 54884 h 537519"/>
                <a:gd name="connsiteX76" fmla="*/ 289612 w 568507"/>
                <a:gd name="connsiteY76" fmla="*/ 823 h 537519"/>
                <a:gd name="connsiteX77" fmla="*/ 343165 w 568507"/>
                <a:gd name="connsiteY77" fmla="*/ 10565 h 537519"/>
                <a:gd name="connsiteX78" fmla="*/ 527024 w 568507"/>
                <a:gd name="connsiteY78" fmla="*/ 343165 h 537519"/>
                <a:gd name="connsiteX79" fmla="*/ 526828 w 568507"/>
                <a:gd name="connsiteY79" fmla="*/ 343841 h 537519"/>
                <a:gd name="connsiteX80" fmla="*/ 515567 w 568507"/>
                <a:gd name="connsiteY80" fmla="*/ 349488 h 537519"/>
                <a:gd name="connsiteX81" fmla="*/ 509920 w 568507"/>
                <a:gd name="connsiteY81" fmla="*/ 338226 h 537519"/>
                <a:gd name="connsiteX82" fmla="*/ 512199 w 568507"/>
                <a:gd name="connsiteY82" fmla="*/ 207766 h 537519"/>
                <a:gd name="connsiteX83" fmla="*/ 207790 w 568507"/>
                <a:gd name="connsiteY83" fmla="*/ 25352 h 537519"/>
                <a:gd name="connsiteX84" fmla="*/ 25378 w 568507"/>
                <a:gd name="connsiteY84" fmla="*/ 329761 h 537519"/>
                <a:gd name="connsiteX85" fmla="*/ 279492 w 568507"/>
                <a:gd name="connsiteY85" fmla="*/ 519521 h 537519"/>
                <a:gd name="connsiteX86" fmla="*/ 329780 w 568507"/>
                <a:gd name="connsiteY86" fmla="*/ 512174 h 537519"/>
                <a:gd name="connsiteX87" fmla="*/ 340587 w 568507"/>
                <a:gd name="connsiteY87" fmla="*/ 518655 h 537519"/>
                <a:gd name="connsiteX88" fmla="*/ 334105 w 568507"/>
                <a:gd name="connsiteY88" fmla="*/ 529462 h 537519"/>
                <a:gd name="connsiteX89" fmla="*/ 194424 w 568507"/>
                <a:gd name="connsiteY89" fmla="*/ 527024 h 537519"/>
                <a:gd name="connsiteX90" fmla="*/ 10565 w 568507"/>
                <a:gd name="connsiteY90" fmla="*/ 194425 h 537519"/>
                <a:gd name="connsiteX91" fmla="*/ 289612 w 568507"/>
                <a:gd name="connsiteY91" fmla="*/ 823 h 5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568507" h="537519">
                  <a:moveTo>
                    <a:pt x="329779" y="512173"/>
                  </a:moveTo>
                  <a:lnTo>
                    <a:pt x="329787" y="512173"/>
                  </a:lnTo>
                  <a:lnTo>
                    <a:pt x="329780" y="512174"/>
                  </a:lnTo>
                  <a:close/>
                  <a:moveTo>
                    <a:pt x="420295" y="407781"/>
                  </a:moveTo>
                  <a:lnTo>
                    <a:pt x="392856" y="448517"/>
                  </a:lnTo>
                  <a:lnTo>
                    <a:pt x="420295" y="448517"/>
                  </a:lnTo>
                  <a:close/>
                  <a:moveTo>
                    <a:pt x="473202" y="373381"/>
                  </a:moveTo>
                  <a:lnTo>
                    <a:pt x="497276" y="373381"/>
                  </a:lnTo>
                  <a:lnTo>
                    <a:pt x="497276" y="420303"/>
                  </a:lnTo>
                  <a:lnTo>
                    <a:pt x="544440" y="420303"/>
                  </a:lnTo>
                  <a:lnTo>
                    <a:pt x="544440" y="373381"/>
                  </a:lnTo>
                  <a:lnTo>
                    <a:pt x="568507" y="373381"/>
                  </a:lnTo>
                  <a:lnTo>
                    <a:pt x="568507" y="492596"/>
                  </a:lnTo>
                  <a:lnTo>
                    <a:pt x="544440" y="492596"/>
                  </a:lnTo>
                  <a:lnTo>
                    <a:pt x="544440" y="440471"/>
                  </a:lnTo>
                  <a:lnTo>
                    <a:pt x="497276" y="440471"/>
                  </a:lnTo>
                  <a:lnTo>
                    <a:pt x="497276" y="492596"/>
                  </a:lnTo>
                  <a:lnTo>
                    <a:pt x="473202" y="492596"/>
                  </a:lnTo>
                  <a:close/>
                  <a:moveTo>
                    <a:pt x="322195" y="372896"/>
                  </a:moveTo>
                  <a:cubicBezTo>
                    <a:pt x="332327" y="372317"/>
                    <a:pt x="342282" y="375733"/>
                    <a:pt x="349924" y="382410"/>
                  </a:cubicBezTo>
                  <a:cubicBezTo>
                    <a:pt x="356531" y="388481"/>
                    <a:pt x="360205" y="397101"/>
                    <a:pt x="360009" y="406071"/>
                  </a:cubicBezTo>
                  <a:cubicBezTo>
                    <a:pt x="360031" y="411318"/>
                    <a:pt x="359052" y="416521"/>
                    <a:pt x="357122" y="421400"/>
                  </a:cubicBezTo>
                  <a:cubicBezTo>
                    <a:pt x="354816" y="426893"/>
                    <a:pt x="351735" y="432026"/>
                    <a:pt x="347972" y="436644"/>
                  </a:cubicBezTo>
                  <a:cubicBezTo>
                    <a:pt x="343360" y="442071"/>
                    <a:pt x="338358" y="447154"/>
                    <a:pt x="333006" y="451852"/>
                  </a:cubicBezTo>
                  <a:cubicBezTo>
                    <a:pt x="325798" y="458466"/>
                    <a:pt x="321230" y="462858"/>
                    <a:pt x="319301" y="465030"/>
                  </a:cubicBezTo>
                  <a:cubicBezTo>
                    <a:pt x="317535" y="466983"/>
                    <a:pt x="315969" y="469107"/>
                    <a:pt x="314626" y="471372"/>
                  </a:cubicBezTo>
                  <a:lnTo>
                    <a:pt x="360009" y="471372"/>
                  </a:lnTo>
                  <a:lnTo>
                    <a:pt x="360009" y="492588"/>
                  </a:lnTo>
                  <a:lnTo>
                    <a:pt x="279898" y="492588"/>
                  </a:lnTo>
                  <a:cubicBezTo>
                    <a:pt x="280797" y="484501"/>
                    <a:pt x="283474" y="476714"/>
                    <a:pt x="287737" y="469783"/>
                  </a:cubicBezTo>
                  <a:cubicBezTo>
                    <a:pt x="295044" y="459207"/>
                    <a:pt x="303665" y="449602"/>
                    <a:pt x="313393" y="441198"/>
                  </a:cubicBezTo>
                  <a:cubicBezTo>
                    <a:pt x="320252" y="435236"/>
                    <a:pt x="326596" y="428706"/>
                    <a:pt x="332357" y="421678"/>
                  </a:cubicBezTo>
                  <a:cubicBezTo>
                    <a:pt x="335295" y="417592"/>
                    <a:pt x="336938" y="412719"/>
                    <a:pt x="337075" y="407688"/>
                  </a:cubicBezTo>
                  <a:cubicBezTo>
                    <a:pt x="337361" y="403376"/>
                    <a:pt x="335879" y="399133"/>
                    <a:pt x="332970" y="395937"/>
                  </a:cubicBezTo>
                  <a:cubicBezTo>
                    <a:pt x="326384" y="390383"/>
                    <a:pt x="316731" y="390467"/>
                    <a:pt x="310243" y="396136"/>
                  </a:cubicBezTo>
                  <a:cubicBezTo>
                    <a:pt x="306987" y="400185"/>
                    <a:pt x="305259" y="405251"/>
                    <a:pt x="305362" y="410446"/>
                  </a:cubicBezTo>
                  <a:lnTo>
                    <a:pt x="282592" y="408166"/>
                  </a:lnTo>
                  <a:cubicBezTo>
                    <a:pt x="282882" y="397753"/>
                    <a:pt x="287509" y="387936"/>
                    <a:pt x="295356" y="381085"/>
                  </a:cubicBezTo>
                  <a:cubicBezTo>
                    <a:pt x="303130" y="375422"/>
                    <a:pt x="312583" y="372538"/>
                    <a:pt x="322195" y="372896"/>
                  </a:cubicBezTo>
                  <a:close/>
                  <a:moveTo>
                    <a:pt x="423195" y="372889"/>
                  </a:moveTo>
                  <a:lnTo>
                    <a:pt x="442387" y="372889"/>
                  </a:lnTo>
                  <a:lnTo>
                    <a:pt x="442387" y="448517"/>
                  </a:lnTo>
                  <a:lnTo>
                    <a:pt x="457189" y="448517"/>
                  </a:lnTo>
                  <a:lnTo>
                    <a:pt x="457189" y="468607"/>
                  </a:lnTo>
                  <a:lnTo>
                    <a:pt x="442387" y="468607"/>
                  </a:lnTo>
                  <a:lnTo>
                    <a:pt x="442387" y="492595"/>
                  </a:lnTo>
                  <a:lnTo>
                    <a:pt x="420295" y="492595"/>
                  </a:lnTo>
                  <a:lnTo>
                    <a:pt x="420295" y="468607"/>
                  </a:lnTo>
                  <a:lnTo>
                    <a:pt x="371469" y="468607"/>
                  </a:lnTo>
                  <a:lnTo>
                    <a:pt x="371469" y="448603"/>
                  </a:lnTo>
                  <a:close/>
                  <a:moveTo>
                    <a:pt x="268511" y="139327"/>
                  </a:moveTo>
                  <a:cubicBezTo>
                    <a:pt x="273431" y="139327"/>
                    <a:pt x="277420" y="143315"/>
                    <a:pt x="277420" y="148235"/>
                  </a:cubicBezTo>
                  <a:lnTo>
                    <a:pt x="277420" y="268483"/>
                  </a:lnTo>
                  <a:cubicBezTo>
                    <a:pt x="277427" y="270898"/>
                    <a:pt x="276455" y="273212"/>
                    <a:pt x="274726" y="274897"/>
                  </a:cubicBezTo>
                  <a:lnTo>
                    <a:pt x="227874" y="320437"/>
                  </a:lnTo>
                  <a:cubicBezTo>
                    <a:pt x="227677" y="320648"/>
                    <a:pt x="227469" y="320850"/>
                    <a:pt x="227252" y="321041"/>
                  </a:cubicBezTo>
                  <a:cubicBezTo>
                    <a:pt x="223563" y="324296"/>
                    <a:pt x="217933" y="323943"/>
                    <a:pt x="214679" y="320253"/>
                  </a:cubicBezTo>
                  <a:cubicBezTo>
                    <a:pt x="211424" y="316564"/>
                    <a:pt x="211777" y="310934"/>
                    <a:pt x="215467" y="307680"/>
                  </a:cubicBezTo>
                  <a:lnTo>
                    <a:pt x="259603" y="264728"/>
                  </a:lnTo>
                  <a:lnTo>
                    <a:pt x="259603" y="148235"/>
                  </a:lnTo>
                  <a:cubicBezTo>
                    <a:pt x="259603" y="143315"/>
                    <a:pt x="263591" y="139327"/>
                    <a:pt x="268511" y="139327"/>
                  </a:cubicBezTo>
                  <a:close/>
                  <a:moveTo>
                    <a:pt x="268496" y="54884"/>
                  </a:moveTo>
                  <a:cubicBezTo>
                    <a:pt x="295483" y="54900"/>
                    <a:pt x="322224" y="60027"/>
                    <a:pt x="347304" y="69994"/>
                  </a:cubicBezTo>
                  <a:cubicBezTo>
                    <a:pt x="457002" y="113588"/>
                    <a:pt x="510589" y="237856"/>
                    <a:pt x="466994" y="347554"/>
                  </a:cubicBezTo>
                  <a:cubicBezTo>
                    <a:pt x="466970" y="347618"/>
                    <a:pt x="466944" y="347682"/>
                    <a:pt x="466918" y="347746"/>
                  </a:cubicBezTo>
                  <a:cubicBezTo>
                    <a:pt x="465043" y="352294"/>
                    <a:pt x="459835" y="354462"/>
                    <a:pt x="455287" y="352586"/>
                  </a:cubicBezTo>
                  <a:cubicBezTo>
                    <a:pt x="450738" y="350711"/>
                    <a:pt x="448571" y="345503"/>
                    <a:pt x="450446" y="340955"/>
                  </a:cubicBezTo>
                  <a:cubicBezTo>
                    <a:pt x="456789" y="325004"/>
                    <a:pt x="461004" y="308288"/>
                    <a:pt x="462984" y="291238"/>
                  </a:cubicBezTo>
                  <a:cubicBezTo>
                    <a:pt x="475447" y="183914"/>
                    <a:pt x="398547" y="86807"/>
                    <a:pt x="291223" y="74343"/>
                  </a:cubicBezTo>
                  <a:cubicBezTo>
                    <a:pt x="183899" y="61880"/>
                    <a:pt x="86792" y="138780"/>
                    <a:pt x="74329" y="246104"/>
                  </a:cubicBezTo>
                  <a:cubicBezTo>
                    <a:pt x="61865" y="353428"/>
                    <a:pt x="138765" y="450535"/>
                    <a:pt x="246090" y="462999"/>
                  </a:cubicBezTo>
                  <a:cubicBezTo>
                    <a:pt x="250588" y="463510"/>
                    <a:pt x="253987" y="467314"/>
                    <a:pt x="253992" y="471842"/>
                  </a:cubicBezTo>
                  <a:cubicBezTo>
                    <a:pt x="253996" y="476761"/>
                    <a:pt x="250012" y="480754"/>
                    <a:pt x="245092" y="480758"/>
                  </a:cubicBezTo>
                  <a:cubicBezTo>
                    <a:pt x="244749" y="480757"/>
                    <a:pt x="244407" y="480738"/>
                    <a:pt x="244066" y="480701"/>
                  </a:cubicBezTo>
                  <a:cubicBezTo>
                    <a:pt x="136224" y="468308"/>
                    <a:pt x="54826" y="377001"/>
                    <a:pt x="54847" y="268449"/>
                  </a:cubicBezTo>
                  <a:cubicBezTo>
                    <a:pt x="54870" y="150477"/>
                    <a:pt x="150524" y="54861"/>
                    <a:pt x="268496" y="54884"/>
                  </a:cubicBezTo>
                  <a:close/>
                  <a:moveTo>
                    <a:pt x="289612" y="823"/>
                  </a:moveTo>
                  <a:cubicBezTo>
                    <a:pt x="307412" y="2224"/>
                    <a:pt x="325338" y="5431"/>
                    <a:pt x="343165" y="10565"/>
                  </a:cubicBezTo>
                  <a:cubicBezTo>
                    <a:pt x="485780" y="51639"/>
                    <a:pt x="568097" y="200549"/>
                    <a:pt x="527024" y="343165"/>
                  </a:cubicBezTo>
                  <a:cubicBezTo>
                    <a:pt x="526968" y="343392"/>
                    <a:pt x="526902" y="343618"/>
                    <a:pt x="526828" y="343841"/>
                  </a:cubicBezTo>
                  <a:cubicBezTo>
                    <a:pt x="525278" y="348510"/>
                    <a:pt x="520236" y="351038"/>
                    <a:pt x="515567" y="349488"/>
                  </a:cubicBezTo>
                  <a:cubicBezTo>
                    <a:pt x="510897" y="347937"/>
                    <a:pt x="508369" y="342895"/>
                    <a:pt x="509920" y="338226"/>
                  </a:cubicBezTo>
                  <a:cubicBezTo>
                    <a:pt x="522170" y="295701"/>
                    <a:pt x="522956" y="250692"/>
                    <a:pt x="512199" y="207766"/>
                  </a:cubicBezTo>
                  <a:cubicBezTo>
                    <a:pt x="478511" y="73333"/>
                    <a:pt x="342223" y="-8336"/>
                    <a:pt x="207790" y="25352"/>
                  </a:cubicBezTo>
                  <a:cubicBezTo>
                    <a:pt x="73359" y="59040"/>
                    <a:pt x="-8310" y="195329"/>
                    <a:pt x="25378" y="329761"/>
                  </a:cubicBezTo>
                  <a:cubicBezTo>
                    <a:pt x="54855" y="447388"/>
                    <a:pt x="162885" y="524620"/>
                    <a:pt x="279492" y="519521"/>
                  </a:cubicBezTo>
                  <a:lnTo>
                    <a:pt x="329780" y="512174"/>
                  </a:lnTo>
                  <a:lnTo>
                    <a:pt x="340587" y="518655"/>
                  </a:lnTo>
                  <a:cubicBezTo>
                    <a:pt x="341782" y="523429"/>
                    <a:pt x="338880" y="528268"/>
                    <a:pt x="334105" y="529462"/>
                  </a:cubicBezTo>
                  <a:cubicBezTo>
                    <a:pt x="288145" y="540978"/>
                    <a:pt x="239956" y="540136"/>
                    <a:pt x="194424" y="527024"/>
                  </a:cubicBezTo>
                  <a:cubicBezTo>
                    <a:pt x="51809" y="485950"/>
                    <a:pt x="-30508" y="337041"/>
                    <a:pt x="10565" y="194425"/>
                  </a:cubicBezTo>
                  <a:cubicBezTo>
                    <a:pt x="46505" y="69636"/>
                    <a:pt x="165006" y="-8987"/>
                    <a:pt x="289612" y="823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28" name="Group 234">
            <a:extLst>
              <a:ext uri="{FF2B5EF4-FFF2-40B4-BE49-F238E27FC236}">
                <a16:creationId xmlns:a16="http://schemas.microsoft.com/office/drawing/2014/main" id="{67576678-8BE2-50C7-0448-807E05D74DE2}"/>
              </a:ext>
            </a:extLst>
          </p:cNvPr>
          <p:cNvGrpSpPr/>
          <p:nvPr/>
        </p:nvGrpSpPr>
        <p:grpSpPr>
          <a:xfrm>
            <a:off x="1774445" y="4980425"/>
            <a:ext cx="494116" cy="580779"/>
            <a:chOff x="1774445" y="4980425"/>
            <a:chExt cx="494116" cy="580779"/>
          </a:xfrm>
          <a:noFill/>
        </p:grpSpPr>
        <p:sp>
          <p:nvSpPr>
            <p:cNvPr id="229" name="Freeform: Shape 203">
              <a:extLst>
                <a:ext uri="{FF2B5EF4-FFF2-40B4-BE49-F238E27FC236}">
                  <a16:creationId xmlns:a16="http://schemas.microsoft.com/office/drawing/2014/main" id="{A473EBD8-0E54-16A0-0F2C-3BA2B17DB442}"/>
                </a:ext>
              </a:extLst>
            </p:cNvPr>
            <p:cNvSpPr/>
            <p:nvPr/>
          </p:nvSpPr>
          <p:spPr>
            <a:xfrm>
              <a:off x="1889665" y="5145165"/>
              <a:ext cx="256559" cy="249433"/>
            </a:xfrm>
            <a:custGeom>
              <a:avLst/>
              <a:gdLst>
                <a:gd name="connsiteX0" fmla="*/ 97792 w 256559"/>
                <a:gd name="connsiteY0" fmla="*/ 147891 h 249432"/>
                <a:gd name="connsiteX1" fmla="*/ 69998 w 256559"/>
                <a:gd name="connsiteY1" fmla="*/ 106101 h 249432"/>
                <a:gd name="connsiteX2" fmla="*/ 89533 w 256559"/>
                <a:gd name="connsiteY2" fmla="*/ 60212 h 249432"/>
                <a:gd name="connsiteX3" fmla="*/ 69122 w 256559"/>
                <a:gd name="connsiteY3" fmla="*/ 14224 h 249432"/>
                <a:gd name="connsiteX4" fmla="*/ 278 w 256559"/>
                <a:gd name="connsiteY4" fmla="*/ 73517 h 249432"/>
                <a:gd name="connsiteX5" fmla="*/ 233576 w 256559"/>
                <a:gd name="connsiteY5" fmla="*/ 242747 h 249432"/>
                <a:gd name="connsiteX6" fmla="*/ 257479 w 256559"/>
                <a:gd name="connsiteY6" fmla="*/ 187751 h 249432"/>
                <a:gd name="connsiteX7" fmla="*/ 211548 w 256559"/>
                <a:gd name="connsiteY7" fmla="*/ 163121 h 249432"/>
                <a:gd name="connsiteX8" fmla="*/ 179649 w 256559"/>
                <a:gd name="connsiteY8" fmla="*/ 177445 h 249432"/>
                <a:gd name="connsiteX9" fmla="*/ 160001 w 256559"/>
                <a:gd name="connsiteY9" fmla="*/ 190494 h 249432"/>
                <a:gd name="connsiteX10" fmla="*/ 97785 w 256559"/>
                <a:gd name="connsiteY10" fmla="*/ 147884 h 249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559" h="249432">
                  <a:moveTo>
                    <a:pt x="97792" y="147891"/>
                  </a:moveTo>
                  <a:cubicBezTo>
                    <a:pt x="92633" y="142147"/>
                    <a:pt x="70369" y="115009"/>
                    <a:pt x="69998" y="106101"/>
                  </a:cubicBezTo>
                  <a:cubicBezTo>
                    <a:pt x="69428" y="92503"/>
                    <a:pt x="99218" y="85818"/>
                    <a:pt x="89533" y="60212"/>
                  </a:cubicBezTo>
                  <a:lnTo>
                    <a:pt x="69122" y="14224"/>
                  </a:lnTo>
                  <a:cubicBezTo>
                    <a:pt x="49424" y="-30154"/>
                    <a:pt x="-4325" y="40507"/>
                    <a:pt x="278" y="73517"/>
                  </a:cubicBezTo>
                  <a:cubicBezTo>
                    <a:pt x="11617" y="154890"/>
                    <a:pt x="154314" y="286191"/>
                    <a:pt x="233576" y="242747"/>
                  </a:cubicBezTo>
                  <a:cubicBezTo>
                    <a:pt x="251293" y="233040"/>
                    <a:pt x="275118" y="198469"/>
                    <a:pt x="257479" y="187751"/>
                  </a:cubicBezTo>
                  <a:lnTo>
                    <a:pt x="211548" y="163121"/>
                  </a:lnTo>
                  <a:cubicBezTo>
                    <a:pt x="196240" y="154911"/>
                    <a:pt x="195727" y="160327"/>
                    <a:pt x="179649" y="177445"/>
                  </a:cubicBezTo>
                  <a:cubicBezTo>
                    <a:pt x="175651" y="181721"/>
                    <a:pt x="168389" y="192547"/>
                    <a:pt x="160001" y="190494"/>
                  </a:cubicBezTo>
                  <a:cubicBezTo>
                    <a:pt x="142184" y="186126"/>
                    <a:pt x="108475" y="159786"/>
                    <a:pt x="97785" y="147884"/>
                  </a:cubicBezTo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" name="Freeform: Shape 204">
              <a:extLst>
                <a:ext uri="{FF2B5EF4-FFF2-40B4-BE49-F238E27FC236}">
                  <a16:creationId xmlns:a16="http://schemas.microsoft.com/office/drawing/2014/main" id="{A760D9F4-9097-93BE-2474-CF04330EBCB3}"/>
                </a:ext>
              </a:extLst>
            </p:cNvPr>
            <p:cNvSpPr/>
            <p:nvPr/>
          </p:nvSpPr>
          <p:spPr>
            <a:xfrm>
              <a:off x="1774445" y="4980425"/>
              <a:ext cx="494116" cy="580779"/>
            </a:xfrm>
            <a:custGeom>
              <a:avLst/>
              <a:gdLst>
                <a:gd name="connsiteX0" fmla="*/ 158742 w 494116"/>
                <a:gd name="connsiteY0" fmla="*/ 157000 h 580779"/>
                <a:gd name="connsiteX1" fmla="*/ 192487 w 494116"/>
                <a:gd name="connsiteY1" fmla="*/ 175351 h 580779"/>
                <a:gd name="connsiteX2" fmla="*/ 212905 w 494116"/>
                <a:gd name="connsiteY2" fmla="*/ 221332 h 580779"/>
                <a:gd name="connsiteX3" fmla="*/ 200419 w 494116"/>
                <a:gd name="connsiteY3" fmla="*/ 262988 h 580779"/>
                <a:gd name="connsiteX4" fmla="*/ 194119 w 494116"/>
                <a:gd name="connsiteY4" fmla="*/ 270471 h 580779"/>
                <a:gd name="connsiteX5" fmla="*/ 219646 w 494116"/>
                <a:gd name="connsiteY5" fmla="*/ 306689 h 580779"/>
                <a:gd name="connsiteX6" fmla="*/ 277365 w 494116"/>
                <a:gd name="connsiteY6" fmla="*/ 346548 h 580779"/>
                <a:gd name="connsiteX7" fmla="*/ 285917 w 494116"/>
                <a:gd name="connsiteY7" fmla="*/ 338887 h 580779"/>
                <a:gd name="connsiteX8" fmla="*/ 288404 w 494116"/>
                <a:gd name="connsiteY8" fmla="*/ 336037 h 580779"/>
                <a:gd name="connsiteX9" fmla="*/ 294897 w 494116"/>
                <a:gd name="connsiteY9" fmla="*/ 328910 h 580779"/>
                <a:gd name="connsiteX10" fmla="*/ 331000 w 494116"/>
                <a:gd name="connsiteY10" fmla="*/ 319980 h 580779"/>
                <a:gd name="connsiteX11" fmla="*/ 376932 w 494116"/>
                <a:gd name="connsiteY11" fmla="*/ 344610 h 580779"/>
                <a:gd name="connsiteX12" fmla="*/ 387814 w 494116"/>
                <a:gd name="connsiteY12" fmla="*/ 364728 h 580779"/>
                <a:gd name="connsiteX13" fmla="*/ 353093 w 494116"/>
                <a:gd name="connsiteY13" fmla="*/ 415271 h 580779"/>
                <a:gd name="connsiteX14" fmla="*/ 313362 w 494116"/>
                <a:gd name="connsiteY14" fmla="*/ 424963 h 580779"/>
                <a:gd name="connsiteX15" fmla="*/ 310354 w 494116"/>
                <a:gd name="connsiteY15" fmla="*/ 424920 h 580779"/>
                <a:gd name="connsiteX16" fmla="*/ 301717 w 494116"/>
                <a:gd name="connsiteY16" fmla="*/ 415748 h 580779"/>
                <a:gd name="connsiteX17" fmla="*/ 301728 w 494116"/>
                <a:gd name="connsiteY17" fmla="*/ 415380 h 580779"/>
                <a:gd name="connsiteX18" fmla="*/ 310882 w 494116"/>
                <a:gd name="connsiteY18" fmla="*/ 407111 h 580779"/>
                <a:gd name="connsiteX19" fmla="*/ 344534 w 494116"/>
                <a:gd name="connsiteY19" fmla="*/ 399649 h 580779"/>
                <a:gd name="connsiteX20" fmla="*/ 370004 w 494116"/>
                <a:gd name="connsiteY20" fmla="*/ 364336 h 580779"/>
                <a:gd name="connsiteX21" fmla="*/ 368087 w 494116"/>
                <a:gd name="connsiteY21" fmla="*/ 360060 h 580779"/>
                <a:gd name="connsiteX22" fmla="*/ 322570 w 494116"/>
                <a:gd name="connsiteY22" fmla="*/ 335673 h 580779"/>
                <a:gd name="connsiteX23" fmla="*/ 315942 w 494116"/>
                <a:gd name="connsiteY23" fmla="*/ 332972 h 580779"/>
                <a:gd name="connsiteX24" fmla="*/ 308188 w 494116"/>
                <a:gd name="connsiteY24" fmla="*/ 340762 h 580779"/>
                <a:gd name="connsiteX25" fmla="*/ 301375 w 494116"/>
                <a:gd name="connsiteY25" fmla="*/ 348252 h 580779"/>
                <a:gd name="connsiteX26" fmla="*/ 299472 w 494116"/>
                <a:gd name="connsiteY26" fmla="*/ 350425 h 580779"/>
                <a:gd name="connsiteX27" fmla="*/ 273103 w 494116"/>
                <a:gd name="connsiteY27" fmla="*/ 363859 h 580779"/>
                <a:gd name="connsiteX28" fmla="*/ 206377 w 494116"/>
                <a:gd name="connsiteY28" fmla="*/ 318548 h 580779"/>
                <a:gd name="connsiteX29" fmla="*/ 176309 w 494116"/>
                <a:gd name="connsiteY29" fmla="*/ 271184 h 580779"/>
                <a:gd name="connsiteX30" fmla="*/ 187990 w 494116"/>
                <a:gd name="connsiteY30" fmla="*/ 250182 h 580779"/>
                <a:gd name="connsiteX31" fmla="*/ 196421 w 494116"/>
                <a:gd name="connsiteY31" fmla="*/ 228089 h 580779"/>
                <a:gd name="connsiteX32" fmla="*/ 176195 w 494116"/>
                <a:gd name="connsiteY32" fmla="*/ 182585 h 580779"/>
                <a:gd name="connsiteX33" fmla="*/ 163624 w 494116"/>
                <a:gd name="connsiteY33" fmla="*/ 174132 h 580779"/>
                <a:gd name="connsiteX34" fmla="*/ 124313 w 494116"/>
                <a:gd name="connsiteY34" fmla="*/ 237033 h 580779"/>
                <a:gd name="connsiteX35" fmla="*/ 271956 w 494116"/>
                <a:gd name="connsiteY35" fmla="*/ 398416 h 580779"/>
                <a:gd name="connsiteX36" fmla="*/ 277012 w 494116"/>
                <a:gd name="connsiteY36" fmla="*/ 409958 h 580779"/>
                <a:gd name="connsiteX37" fmla="*/ 265471 w 494116"/>
                <a:gd name="connsiteY37" fmla="*/ 415014 h 580779"/>
                <a:gd name="connsiteX38" fmla="*/ 106675 w 494116"/>
                <a:gd name="connsiteY38" fmla="*/ 239492 h 580779"/>
                <a:gd name="connsiteX39" fmla="*/ 158742 w 494116"/>
                <a:gd name="connsiteY39" fmla="*/ 157000 h 580779"/>
                <a:gd name="connsiteX40" fmla="*/ 313469 w 494116"/>
                <a:gd name="connsiteY40" fmla="*/ 52380 h 580779"/>
                <a:gd name="connsiteX41" fmla="*/ 494116 w 494116"/>
                <a:gd name="connsiteY41" fmla="*/ 290411 h 580779"/>
                <a:gd name="connsiteX42" fmla="*/ 271557 w 494116"/>
                <a:gd name="connsiteY42" fmla="*/ 536195 h 580779"/>
                <a:gd name="connsiteX43" fmla="*/ 308615 w 494116"/>
                <a:gd name="connsiteY43" fmla="*/ 564816 h 580779"/>
                <a:gd name="connsiteX44" fmla="*/ 310219 w 494116"/>
                <a:gd name="connsiteY44" fmla="*/ 577316 h 580779"/>
                <a:gd name="connsiteX45" fmla="*/ 297719 w 494116"/>
                <a:gd name="connsiteY45" fmla="*/ 578919 h 580779"/>
                <a:gd name="connsiteX46" fmla="*/ 241596 w 494116"/>
                <a:gd name="connsiteY46" fmla="*/ 535561 h 580779"/>
                <a:gd name="connsiteX47" fmla="*/ 241219 w 494116"/>
                <a:gd name="connsiteY47" fmla="*/ 535133 h 580779"/>
                <a:gd name="connsiteX48" fmla="*/ 238603 w 494116"/>
                <a:gd name="connsiteY48" fmla="*/ 530857 h 580779"/>
                <a:gd name="connsiteX49" fmla="*/ 238204 w 494116"/>
                <a:gd name="connsiteY49" fmla="*/ 529674 h 580779"/>
                <a:gd name="connsiteX50" fmla="*/ 238247 w 494116"/>
                <a:gd name="connsiteY50" fmla="*/ 529090 h 580779"/>
                <a:gd name="connsiteX51" fmla="*/ 238140 w 494116"/>
                <a:gd name="connsiteY51" fmla="*/ 528541 h 580779"/>
                <a:gd name="connsiteX52" fmla="*/ 238368 w 494116"/>
                <a:gd name="connsiteY52" fmla="*/ 527415 h 580779"/>
                <a:gd name="connsiteX53" fmla="*/ 238724 w 494116"/>
                <a:gd name="connsiteY53" fmla="*/ 525669 h 580779"/>
                <a:gd name="connsiteX54" fmla="*/ 239515 w 494116"/>
                <a:gd name="connsiteY54" fmla="*/ 524080 h 580779"/>
                <a:gd name="connsiteX55" fmla="*/ 240007 w 494116"/>
                <a:gd name="connsiteY55" fmla="*/ 523096 h 580779"/>
                <a:gd name="connsiteX56" fmla="*/ 283658 w 494116"/>
                <a:gd name="connsiteY56" fmla="*/ 466682 h 580779"/>
                <a:gd name="connsiteX57" fmla="*/ 283762 w 494116"/>
                <a:gd name="connsiteY57" fmla="*/ 466547 h 580779"/>
                <a:gd name="connsiteX58" fmla="*/ 296274 w 494116"/>
                <a:gd name="connsiteY58" fmla="*/ 465074 h 580779"/>
                <a:gd name="connsiteX59" fmla="*/ 297747 w 494116"/>
                <a:gd name="connsiteY59" fmla="*/ 477586 h 580779"/>
                <a:gd name="connsiteX60" fmla="*/ 265856 w 494116"/>
                <a:gd name="connsiteY60" fmla="*/ 518806 h 580779"/>
                <a:gd name="connsiteX61" fmla="*/ 467874 w 494116"/>
                <a:gd name="connsiteY61" fmla="*/ 351960 h 580779"/>
                <a:gd name="connsiteX62" fmla="*/ 308694 w 494116"/>
                <a:gd name="connsiteY62" fmla="*/ 69541 h 580779"/>
                <a:gd name="connsiteX63" fmla="*/ 308341 w 494116"/>
                <a:gd name="connsiteY63" fmla="*/ 69443 h 580779"/>
                <a:gd name="connsiteX64" fmla="*/ 302374 w 494116"/>
                <a:gd name="connsiteY64" fmla="*/ 58348 h 580779"/>
                <a:gd name="connsiteX65" fmla="*/ 313469 w 494116"/>
                <a:gd name="connsiteY65" fmla="*/ 52380 h 580779"/>
                <a:gd name="connsiteX66" fmla="*/ 196386 w 494116"/>
                <a:gd name="connsiteY66" fmla="*/ 1860 h 580779"/>
                <a:gd name="connsiteX67" fmla="*/ 252509 w 494116"/>
                <a:gd name="connsiteY67" fmla="*/ 45254 h 580779"/>
                <a:gd name="connsiteX68" fmla="*/ 252886 w 494116"/>
                <a:gd name="connsiteY68" fmla="*/ 45682 h 580779"/>
                <a:gd name="connsiteX69" fmla="*/ 255502 w 494116"/>
                <a:gd name="connsiteY69" fmla="*/ 49958 h 580779"/>
                <a:gd name="connsiteX70" fmla="*/ 255901 w 494116"/>
                <a:gd name="connsiteY70" fmla="*/ 51141 h 580779"/>
                <a:gd name="connsiteX71" fmla="*/ 255858 w 494116"/>
                <a:gd name="connsiteY71" fmla="*/ 51725 h 580779"/>
                <a:gd name="connsiteX72" fmla="*/ 255972 w 494116"/>
                <a:gd name="connsiteY72" fmla="*/ 52274 h 580779"/>
                <a:gd name="connsiteX73" fmla="*/ 255744 w 494116"/>
                <a:gd name="connsiteY73" fmla="*/ 53400 h 580779"/>
                <a:gd name="connsiteX74" fmla="*/ 255388 w 494116"/>
                <a:gd name="connsiteY74" fmla="*/ 55146 h 580779"/>
                <a:gd name="connsiteX75" fmla="*/ 254597 w 494116"/>
                <a:gd name="connsiteY75" fmla="*/ 56735 h 580779"/>
                <a:gd name="connsiteX76" fmla="*/ 254105 w 494116"/>
                <a:gd name="connsiteY76" fmla="*/ 57719 h 580779"/>
                <a:gd name="connsiteX77" fmla="*/ 210454 w 494116"/>
                <a:gd name="connsiteY77" fmla="*/ 114133 h 580779"/>
                <a:gd name="connsiteX78" fmla="*/ 210350 w 494116"/>
                <a:gd name="connsiteY78" fmla="*/ 114268 h 580779"/>
                <a:gd name="connsiteX79" fmla="*/ 197838 w 494116"/>
                <a:gd name="connsiteY79" fmla="*/ 115741 h 580779"/>
                <a:gd name="connsiteX80" fmla="*/ 196365 w 494116"/>
                <a:gd name="connsiteY80" fmla="*/ 103229 h 580779"/>
                <a:gd name="connsiteX81" fmla="*/ 228257 w 494116"/>
                <a:gd name="connsiteY81" fmla="*/ 62009 h 580779"/>
                <a:gd name="connsiteX82" fmla="*/ 26562 w 494116"/>
                <a:gd name="connsiteY82" fmla="*/ 227806 h 580779"/>
                <a:gd name="connsiteX83" fmla="*/ 184399 w 494116"/>
                <a:gd name="connsiteY83" fmla="*/ 510989 h 580779"/>
                <a:gd name="connsiteX84" fmla="*/ 184413 w 494116"/>
                <a:gd name="connsiteY84" fmla="*/ 510996 h 580779"/>
                <a:gd name="connsiteX85" fmla="*/ 190481 w 494116"/>
                <a:gd name="connsiteY85" fmla="*/ 521868 h 580779"/>
                <a:gd name="connsiteX86" fmla="*/ 179553 w 494116"/>
                <a:gd name="connsiteY86" fmla="*/ 528136 h 580779"/>
                <a:gd name="connsiteX87" fmla="*/ 1243 w 494116"/>
                <a:gd name="connsiteY87" fmla="*/ 315023 h 580779"/>
                <a:gd name="connsiteX88" fmla="*/ 222548 w 494116"/>
                <a:gd name="connsiteY88" fmla="*/ 44584 h 580779"/>
                <a:gd name="connsiteX89" fmla="*/ 185490 w 494116"/>
                <a:gd name="connsiteY89" fmla="*/ 15964 h 580779"/>
                <a:gd name="connsiteX90" fmla="*/ 183886 w 494116"/>
                <a:gd name="connsiteY90" fmla="*/ 3463 h 580779"/>
                <a:gd name="connsiteX91" fmla="*/ 196386 w 494116"/>
                <a:gd name="connsiteY91" fmla="*/ 1860 h 58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94116" h="580779">
                  <a:moveTo>
                    <a:pt x="158742" y="157000"/>
                  </a:moveTo>
                  <a:cubicBezTo>
                    <a:pt x="165591" y="155047"/>
                    <a:pt x="182509" y="152931"/>
                    <a:pt x="192487" y="175351"/>
                  </a:cubicBezTo>
                  <a:lnTo>
                    <a:pt x="212905" y="221332"/>
                  </a:lnTo>
                  <a:cubicBezTo>
                    <a:pt x="221086" y="242927"/>
                    <a:pt x="208137" y="255484"/>
                    <a:pt x="200419" y="262988"/>
                  </a:cubicBezTo>
                  <a:cubicBezTo>
                    <a:pt x="198195" y="265148"/>
                    <a:pt x="194062" y="269167"/>
                    <a:pt x="194119" y="270471"/>
                  </a:cubicBezTo>
                  <a:cubicBezTo>
                    <a:pt x="195024" y="275603"/>
                    <a:pt x="210446" y="296448"/>
                    <a:pt x="219646" y="306689"/>
                  </a:cubicBezTo>
                  <a:cubicBezTo>
                    <a:pt x="229702" y="317871"/>
                    <a:pt x="262021" y="342843"/>
                    <a:pt x="277365" y="346548"/>
                  </a:cubicBezTo>
                  <a:cubicBezTo>
                    <a:pt x="278719" y="346548"/>
                    <a:pt x="281598" y="343968"/>
                    <a:pt x="285917" y="338887"/>
                  </a:cubicBezTo>
                  <a:cubicBezTo>
                    <a:pt x="286836" y="337790"/>
                    <a:pt x="287692" y="336813"/>
                    <a:pt x="288404" y="336037"/>
                  </a:cubicBezTo>
                  <a:cubicBezTo>
                    <a:pt x="290913" y="333378"/>
                    <a:pt x="293044" y="330991"/>
                    <a:pt x="294897" y="328910"/>
                  </a:cubicBezTo>
                  <a:cubicBezTo>
                    <a:pt x="306107" y="316331"/>
                    <a:pt x="312799" y="310231"/>
                    <a:pt x="331000" y="319980"/>
                  </a:cubicBezTo>
                  <a:lnTo>
                    <a:pt x="376932" y="344610"/>
                  </a:lnTo>
                  <a:cubicBezTo>
                    <a:pt x="384060" y="348730"/>
                    <a:pt x="388267" y="356508"/>
                    <a:pt x="387814" y="364728"/>
                  </a:cubicBezTo>
                  <a:cubicBezTo>
                    <a:pt x="387415" y="382695"/>
                    <a:pt x="368821" y="406654"/>
                    <a:pt x="353093" y="415271"/>
                  </a:cubicBezTo>
                  <a:cubicBezTo>
                    <a:pt x="340886" y="421821"/>
                    <a:pt x="327213" y="425156"/>
                    <a:pt x="313362" y="424963"/>
                  </a:cubicBezTo>
                  <a:cubicBezTo>
                    <a:pt x="312364" y="424968"/>
                    <a:pt x="311362" y="424953"/>
                    <a:pt x="310354" y="424920"/>
                  </a:cubicBezTo>
                  <a:cubicBezTo>
                    <a:pt x="305436" y="424772"/>
                    <a:pt x="301569" y="420666"/>
                    <a:pt x="301717" y="415748"/>
                  </a:cubicBezTo>
                  <a:cubicBezTo>
                    <a:pt x="301718" y="415625"/>
                    <a:pt x="301722" y="415503"/>
                    <a:pt x="301728" y="415380"/>
                  </a:cubicBezTo>
                  <a:cubicBezTo>
                    <a:pt x="301972" y="410569"/>
                    <a:pt x="306070" y="406866"/>
                    <a:pt x="310882" y="407111"/>
                  </a:cubicBezTo>
                  <a:cubicBezTo>
                    <a:pt x="322565" y="407687"/>
                    <a:pt x="334189" y="405110"/>
                    <a:pt x="344534" y="399649"/>
                  </a:cubicBezTo>
                  <a:cubicBezTo>
                    <a:pt x="355210" y="393798"/>
                    <a:pt x="369762" y="375262"/>
                    <a:pt x="370004" y="364336"/>
                  </a:cubicBezTo>
                  <a:cubicBezTo>
                    <a:pt x="370062" y="361486"/>
                    <a:pt x="369092" y="360666"/>
                    <a:pt x="368087" y="360060"/>
                  </a:cubicBezTo>
                  <a:lnTo>
                    <a:pt x="322570" y="335673"/>
                  </a:lnTo>
                  <a:cubicBezTo>
                    <a:pt x="317581" y="332972"/>
                    <a:pt x="316148" y="332929"/>
                    <a:pt x="315942" y="332972"/>
                  </a:cubicBezTo>
                  <a:cubicBezTo>
                    <a:pt x="313064" y="335259"/>
                    <a:pt x="310462" y="337873"/>
                    <a:pt x="308188" y="340762"/>
                  </a:cubicBezTo>
                  <a:cubicBezTo>
                    <a:pt x="306242" y="342942"/>
                    <a:pt x="304012" y="345444"/>
                    <a:pt x="301375" y="348252"/>
                  </a:cubicBezTo>
                  <a:cubicBezTo>
                    <a:pt x="300812" y="348843"/>
                    <a:pt x="300185" y="349599"/>
                    <a:pt x="299472" y="350425"/>
                  </a:cubicBezTo>
                  <a:cubicBezTo>
                    <a:pt x="294576" y="356176"/>
                    <a:pt x="285490" y="366881"/>
                    <a:pt x="273103" y="363859"/>
                  </a:cubicBezTo>
                  <a:cubicBezTo>
                    <a:pt x="252743" y="358877"/>
                    <a:pt x="217843" y="331304"/>
                    <a:pt x="206377" y="318548"/>
                  </a:cubicBezTo>
                  <a:cubicBezTo>
                    <a:pt x="206084" y="318220"/>
                    <a:pt x="176908" y="285345"/>
                    <a:pt x="176309" y="271184"/>
                  </a:cubicBezTo>
                  <a:cubicBezTo>
                    <a:pt x="176901" y="262799"/>
                    <a:pt x="181179" y="255108"/>
                    <a:pt x="187990" y="250182"/>
                  </a:cubicBezTo>
                  <a:cubicBezTo>
                    <a:pt x="196050" y="242342"/>
                    <a:pt x="200091" y="237831"/>
                    <a:pt x="196421" y="228089"/>
                  </a:cubicBezTo>
                  <a:lnTo>
                    <a:pt x="176195" y="182585"/>
                  </a:lnTo>
                  <a:cubicBezTo>
                    <a:pt x="171463" y="171902"/>
                    <a:pt x="166368" y="173348"/>
                    <a:pt x="163624" y="174132"/>
                  </a:cubicBezTo>
                  <a:cubicBezTo>
                    <a:pt x="145472" y="179306"/>
                    <a:pt x="121591" y="217526"/>
                    <a:pt x="124313" y="237033"/>
                  </a:cubicBezTo>
                  <a:cubicBezTo>
                    <a:pt x="132031" y="292393"/>
                    <a:pt x="205158" y="372368"/>
                    <a:pt x="271956" y="398416"/>
                  </a:cubicBezTo>
                  <a:cubicBezTo>
                    <a:pt x="276539" y="400207"/>
                    <a:pt x="278803" y="405374"/>
                    <a:pt x="277012" y="409958"/>
                  </a:cubicBezTo>
                  <a:cubicBezTo>
                    <a:pt x="275222" y="414541"/>
                    <a:pt x="270054" y="416805"/>
                    <a:pt x="265471" y="415014"/>
                  </a:cubicBezTo>
                  <a:cubicBezTo>
                    <a:pt x="192451" y="386493"/>
                    <a:pt x="115284" y="301194"/>
                    <a:pt x="106675" y="239492"/>
                  </a:cubicBezTo>
                  <a:cubicBezTo>
                    <a:pt x="102784" y="211526"/>
                    <a:pt x="132466" y="164504"/>
                    <a:pt x="158742" y="157000"/>
                  </a:cubicBezTo>
                  <a:close/>
                  <a:moveTo>
                    <a:pt x="313469" y="52380"/>
                  </a:moveTo>
                  <a:cubicBezTo>
                    <a:pt x="420141" y="82397"/>
                    <a:pt x="493908" y="179597"/>
                    <a:pt x="494116" y="290411"/>
                  </a:cubicBezTo>
                  <a:cubicBezTo>
                    <a:pt x="493931" y="417288"/>
                    <a:pt x="397794" y="523458"/>
                    <a:pt x="271557" y="536195"/>
                  </a:cubicBezTo>
                  <a:lnTo>
                    <a:pt x="308615" y="564816"/>
                  </a:lnTo>
                  <a:cubicBezTo>
                    <a:pt x="312510" y="567825"/>
                    <a:pt x="313228" y="573421"/>
                    <a:pt x="310219" y="577316"/>
                  </a:cubicBezTo>
                  <a:cubicBezTo>
                    <a:pt x="307210" y="581211"/>
                    <a:pt x="301613" y="581928"/>
                    <a:pt x="297719" y="578919"/>
                  </a:cubicBezTo>
                  <a:lnTo>
                    <a:pt x="241596" y="535561"/>
                  </a:lnTo>
                  <a:cubicBezTo>
                    <a:pt x="241440" y="535447"/>
                    <a:pt x="241361" y="535262"/>
                    <a:pt x="241219" y="535133"/>
                  </a:cubicBezTo>
                  <a:cubicBezTo>
                    <a:pt x="239992" y="533958"/>
                    <a:pt x="239091" y="532485"/>
                    <a:pt x="238603" y="530857"/>
                  </a:cubicBezTo>
                  <a:cubicBezTo>
                    <a:pt x="238442" y="530473"/>
                    <a:pt x="238308" y="530078"/>
                    <a:pt x="238204" y="529674"/>
                  </a:cubicBezTo>
                  <a:cubicBezTo>
                    <a:pt x="238183" y="529475"/>
                    <a:pt x="238254" y="529282"/>
                    <a:pt x="238247" y="529090"/>
                  </a:cubicBezTo>
                  <a:cubicBezTo>
                    <a:pt x="238240" y="528897"/>
                    <a:pt x="238140" y="528734"/>
                    <a:pt x="238140" y="528541"/>
                  </a:cubicBezTo>
                  <a:cubicBezTo>
                    <a:pt x="238190" y="528161"/>
                    <a:pt x="238267" y="527785"/>
                    <a:pt x="238368" y="527415"/>
                  </a:cubicBezTo>
                  <a:cubicBezTo>
                    <a:pt x="238426" y="526822"/>
                    <a:pt x="238546" y="526237"/>
                    <a:pt x="238724" y="525669"/>
                  </a:cubicBezTo>
                  <a:cubicBezTo>
                    <a:pt x="238932" y="525113"/>
                    <a:pt x="239197" y="524581"/>
                    <a:pt x="239515" y="524080"/>
                  </a:cubicBezTo>
                  <a:cubicBezTo>
                    <a:pt x="239659" y="523742"/>
                    <a:pt x="239823" y="523414"/>
                    <a:pt x="240007" y="523096"/>
                  </a:cubicBezTo>
                  <a:lnTo>
                    <a:pt x="283658" y="466682"/>
                  </a:lnTo>
                  <a:cubicBezTo>
                    <a:pt x="283692" y="466637"/>
                    <a:pt x="283727" y="466592"/>
                    <a:pt x="283762" y="466547"/>
                  </a:cubicBezTo>
                  <a:cubicBezTo>
                    <a:pt x="286810" y="462685"/>
                    <a:pt x="292412" y="462026"/>
                    <a:pt x="296274" y="465074"/>
                  </a:cubicBezTo>
                  <a:cubicBezTo>
                    <a:pt x="300136" y="468122"/>
                    <a:pt x="300795" y="473724"/>
                    <a:pt x="297747" y="477586"/>
                  </a:cubicBezTo>
                  <a:lnTo>
                    <a:pt x="265856" y="518806"/>
                  </a:lnTo>
                  <a:cubicBezTo>
                    <a:pt x="361476" y="510946"/>
                    <a:pt x="442085" y="444371"/>
                    <a:pt x="467874" y="351960"/>
                  </a:cubicBezTo>
                  <a:cubicBezTo>
                    <a:pt x="501906" y="230016"/>
                    <a:pt x="430639" y="103573"/>
                    <a:pt x="308694" y="69541"/>
                  </a:cubicBezTo>
                  <a:cubicBezTo>
                    <a:pt x="308576" y="69511"/>
                    <a:pt x="308458" y="69478"/>
                    <a:pt x="308341" y="69443"/>
                  </a:cubicBezTo>
                  <a:cubicBezTo>
                    <a:pt x="303630" y="68027"/>
                    <a:pt x="300958" y="63060"/>
                    <a:pt x="302374" y="58348"/>
                  </a:cubicBezTo>
                  <a:cubicBezTo>
                    <a:pt x="303789" y="53636"/>
                    <a:pt x="308757" y="50964"/>
                    <a:pt x="313469" y="52380"/>
                  </a:cubicBezTo>
                  <a:close/>
                  <a:moveTo>
                    <a:pt x="196386" y="1860"/>
                  </a:moveTo>
                  <a:lnTo>
                    <a:pt x="252509" y="45254"/>
                  </a:lnTo>
                  <a:cubicBezTo>
                    <a:pt x="252665" y="45368"/>
                    <a:pt x="252744" y="45553"/>
                    <a:pt x="252886" y="45682"/>
                  </a:cubicBezTo>
                  <a:cubicBezTo>
                    <a:pt x="254113" y="46857"/>
                    <a:pt x="255014" y="48330"/>
                    <a:pt x="255502" y="49958"/>
                  </a:cubicBezTo>
                  <a:cubicBezTo>
                    <a:pt x="255663" y="50342"/>
                    <a:pt x="255797" y="50737"/>
                    <a:pt x="255901" y="51141"/>
                  </a:cubicBezTo>
                  <a:cubicBezTo>
                    <a:pt x="255922" y="51340"/>
                    <a:pt x="255844" y="51533"/>
                    <a:pt x="255858" y="51725"/>
                  </a:cubicBezTo>
                  <a:cubicBezTo>
                    <a:pt x="255872" y="51918"/>
                    <a:pt x="255972" y="52081"/>
                    <a:pt x="255972" y="52274"/>
                  </a:cubicBezTo>
                  <a:cubicBezTo>
                    <a:pt x="255922" y="52654"/>
                    <a:pt x="255846" y="53030"/>
                    <a:pt x="255744" y="53400"/>
                  </a:cubicBezTo>
                  <a:cubicBezTo>
                    <a:pt x="255686" y="53993"/>
                    <a:pt x="255567" y="54578"/>
                    <a:pt x="255388" y="55146"/>
                  </a:cubicBezTo>
                  <a:cubicBezTo>
                    <a:pt x="255180" y="55702"/>
                    <a:pt x="254915" y="56234"/>
                    <a:pt x="254597" y="56735"/>
                  </a:cubicBezTo>
                  <a:cubicBezTo>
                    <a:pt x="254454" y="57073"/>
                    <a:pt x="254289" y="57401"/>
                    <a:pt x="254105" y="57719"/>
                  </a:cubicBezTo>
                  <a:lnTo>
                    <a:pt x="210454" y="114133"/>
                  </a:lnTo>
                  <a:cubicBezTo>
                    <a:pt x="210420" y="114178"/>
                    <a:pt x="210385" y="114223"/>
                    <a:pt x="210350" y="114268"/>
                  </a:cubicBezTo>
                  <a:cubicBezTo>
                    <a:pt x="207302" y="118130"/>
                    <a:pt x="201700" y="118789"/>
                    <a:pt x="197838" y="115741"/>
                  </a:cubicBezTo>
                  <a:cubicBezTo>
                    <a:pt x="193976" y="112693"/>
                    <a:pt x="193317" y="107091"/>
                    <a:pt x="196365" y="103229"/>
                  </a:cubicBezTo>
                  <a:lnTo>
                    <a:pt x="228257" y="62009"/>
                  </a:lnTo>
                  <a:cubicBezTo>
                    <a:pt x="133047" y="69850"/>
                    <a:pt x="52679" y="135913"/>
                    <a:pt x="26562" y="227806"/>
                  </a:cubicBezTo>
                  <a:cubicBezTo>
                    <a:pt x="-8052" y="349590"/>
                    <a:pt x="62614" y="476375"/>
                    <a:pt x="184399" y="510989"/>
                  </a:cubicBezTo>
                  <a:lnTo>
                    <a:pt x="184413" y="510996"/>
                  </a:lnTo>
                  <a:cubicBezTo>
                    <a:pt x="189053" y="512370"/>
                    <a:pt x="191747" y="517197"/>
                    <a:pt x="190481" y="521868"/>
                  </a:cubicBezTo>
                  <a:cubicBezTo>
                    <a:pt x="189194" y="526616"/>
                    <a:pt x="184302" y="529422"/>
                    <a:pt x="179553" y="528136"/>
                  </a:cubicBezTo>
                  <a:cubicBezTo>
                    <a:pt x="82020" y="500411"/>
                    <a:pt x="11324" y="415917"/>
                    <a:pt x="1243" y="315023"/>
                  </a:cubicBezTo>
                  <a:cubicBezTo>
                    <a:pt x="-12325" y="179232"/>
                    <a:pt x="86756" y="58152"/>
                    <a:pt x="222548" y="44584"/>
                  </a:cubicBezTo>
                  <a:lnTo>
                    <a:pt x="185490" y="15964"/>
                  </a:lnTo>
                  <a:cubicBezTo>
                    <a:pt x="181595" y="12955"/>
                    <a:pt x="180877" y="7358"/>
                    <a:pt x="183886" y="3463"/>
                  </a:cubicBezTo>
                  <a:cubicBezTo>
                    <a:pt x="186895" y="-431"/>
                    <a:pt x="192492" y="-1149"/>
                    <a:pt x="196386" y="186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31" name="Group 233">
            <a:extLst>
              <a:ext uri="{FF2B5EF4-FFF2-40B4-BE49-F238E27FC236}">
                <a16:creationId xmlns:a16="http://schemas.microsoft.com/office/drawing/2014/main" id="{92223FA7-AED4-82F0-4420-00B01C30476C}"/>
              </a:ext>
            </a:extLst>
          </p:cNvPr>
          <p:cNvGrpSpPr/>
          <p:nvPr/>
        </p:nvGrpSpPr>
        <p:grpSpPr>
          <a:xfrm>
            <a:off x="717226" y="5027359"/>
            <a:ext cx="580823" cy="487075"/>
            <a:chOff x="717226" y="5027359"/>
            <a:chExt cx="580823" cy="487075"/>
          </a:xfrm>
          <a:noFill/>
        </p:grpSpPr>
        <p:sp>
          <p:nvSpPr>
            <p:cNvPr id="232" name="Freeform: Shape 206">
              <a:extLst>
                <a:ext uri="{FF2B5EF4-FFF2-40B4-BE49-F238E27FC236}">
                  <a16:creationId xmlns:a16="http://schemas.microsoft.com/office/drawing/2014/main" id="{57DD88E2-3288-8ADE-7CC1-A497C32AEF6F}"/>
                </a:ext>
              </a:extLst>
            </p:cNvPr>
            <p:cNvSpPr/>
            <p:nvPr/>
          </p:nvSpPr>
          <p:spPr>
            <a:xfrm>
              <a:off x="726134" y="5102176"/>
              <a:ext cx="563005" cy="403349"/>
            </a:xfrm>
            <a:custGeom>
              <a:avLst/>
              <a:gdLst>
                <a:gd name="connsiteX0" fmla="*/ 26810 w 563005"/>
                <a:gd name="connsiteY0" fmla="*/ 247815 h 403348"/>
                <a:gd name="connsiteX1" fmla="*/ 536195 w 563005"/>
                <a:gd name="connsiteY1" fmla="*/ 247815 h 403348"/>
                <a:gd name="connsiteX2" fmla="*/ 563005 w 563005"/>
                <a:gd name="connsiteY2" fmla="*/ 274625 h 403348"/>
                <a:gd name="connsiteX3" fmla="*/ 563005 w 563005"/>
                <a:gd name="connsiteY3" fmla="*/ 376538 h 403348"/>
                <a:gd name="connsiteX4" fmla="*/ 536195 w 563005"/>
                <a:gd name="connsiteY4" fmla="*/ 403348 h 403348"/>
                <a:gd name="connsiteX5" fmla="*/ 26810 w 563005"/>
                <a:gd name="connsiteY5" fmla="*/ 403348 h 403348"/>
                <a:gd name="connsiteX6" fmla="*/ 0 w 563005"/>
                <a:gd name="connsiteY6" fmla="*/ 376538 h 403348"/>
                <a:gd name="connsiteX7" fmla="*/ 0 w 563005"/>
                <a:gd name="connsiteY7" fmla="*/ 274625 h 403348"/>
                <a:gd name="connsiteX8" fmla="*/ 26810 w 563005"/>
                <a:gd name="connsiteY8" fmla="*/ 247815 h 403348"/>
                <a:gd name="connsiteX9" fmla="*/ 281504 w 563005"/>
                <a:gd name="connsiteY9" fmla="*/ 0 h 403348"/>
                <a:gd name="connsiteX10" fmla="*/ 305000 w 563005"/>
                <a:gd name="connsiteY10" fmla="*/ 23498 h 403348"/>
                <a:gd name="connsiteX11" fmla="*/ 281504 w 563005"/>
                <a:gd name="connsiteY11" fmla="*/ 46994 h 403348"/>
                <a:gd name="connsiteX12" fmla="*/ 258006 w 563005"/>
                <a:gd name="connsiteY12" fmla="*/ 23498 h 403348"/>
                <a:gd name="connsiteX13" fmla="*/ 281504 w 563005"/>
                <a:gd name="connsiteY13" fmla="*/ 0 h 40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3005" h="403348">
                  <a:moveTo>
                    <a:pt x="26810" y="247815"/>
                  </a:moveTo>
                  <a:lnTo>
                    <a:pt x="536195" y="247815"/>
                  </a:lnTo>
                  <a:cubicBezTo>
                    <a:pt x="551002" y="247815"/>
                    <a:pt x="563005" y="259818"/>
                    <a:pt x="563005" y="274625"/>
                  </a:cubicBezTo>
                  <a:lnTo>
                    <a:pt x="563005" y="376538"/>
                  </a:lnTo>
                  <a:cubicBezTo>
                    <a:pt x="563005" y="391345"/>
                    <a:pt x="551002" y="403348"/>
                    <a:pt x="536195" y="403348"/>
                  </a:cubicBezTo>
                  <a:lnTo>
                    <a:pt x="26810" y="403348"/>
                  </a:lnTo>
                  <a:cubicBezTo>
                    <a:pt x="12003" y="403348"/>
                    <a:pt x="0" y="391345"/>
                    <a:pt x="0" y="376538"/>
                  </a:cubicBezTo>
                  <a:lnTo>
                    <a:pt x="0" y="274625"/>
                  </a:lnTo>
                  <a:cubicBezTo>
                    <a:pt x="0" y="259818"/>
                    <a:pt x="12003" y="247815"/>
                    <a:pt x="26810" y="247815"/>
                  </a:cubicBezTo>
                  <a:close/>
                  <a:moveTo>
                    <a:pt x="281504" y="0"/>
                  </a:moveTo>
                  <a:cubicBezTo>
                    <a:pt x="294480" y="0"/>
                    <a:pt x="305000" y="10520"/>
                    <a:pt x="305000" y="23498"/>
                  </a:cubicBezTo>
                  <a:cubicBezTo>
                    <a:pt x="305000" y="36474"/>
                    <a:pt x="294480" y="46994"/>
                    <a:pt x="281504" y="46994"/>
                  </a:cubicBezTo>
                  <a:cubicBezTo>
                    <a:pt x="268526" y="46994"/>
                    <a:pt x="258006" y="36474"/>
                    <a:pt x="258006" y="23498"/>
                  </a:cubicBezTo>
                  <a:cubicBezTo>
                    <a:pt x="258006" y="10520"/>
                    <a:pt x="268526" y="0"/>
                    <a:pt x="281504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" name="Freeform: Shape 207">
              <a:extLst>
                <a:ext uri="{FF2B5EF4-FFF2-40B4-BE49-F238E27FC236}">
                  <a16:creationId xmlns:a16="http://schemas.microsoft.com/office/drawing/2014/main" id="{CB523AB0-3474-E426-5588-3F2C0363DAE5}"/>
                </a:ext>
              </a:extLst>
            </p:cNvPr>
            <p:cNvSpPr/>
            <p:nvPr/>
          </p:nvSpPr>
          <p:spPr>
            <a:xfrm>
              <a:off x="717226" y="5027359"/>
              <a:ext cx="580823" cy="487075"/>
            </a:xfrm>
            <a:custGeom>
              <a:avLst/>
              <a:gdLst>
                <a:gd name="connsiteX0" fmla="*/ 254521 w 580823"/>
                <a:gd name="connsiteY0" fmla="*/ 294511 h 487074"/>
                <a:gd name="connsiteX1" fmla="*/ 241779 w 580823"/>
                <a:gd name="connsiteY1" fmla="*/ 307253 h 487074"/>
                <a:gd name="connsiteX2" fmla="*/ 241779 w 580823"/>
                <a:gd name="connsiteY2" fmla="*/ 313724 h 487074"/>
                <a:gd name="connsiteX3" fmla="*/ 339044 w 580823"/>
                <a:gd name="connsiteY3" fmla="*/ 313724 h 487074"/>
                <a:gd name="connsiteX4" fmla="*/ 339044 w 580823"/>
                <a:gd name="connsiteY4" fmla="*/ 307253 h 487074"/>
                <a:gd name="connsiteX5" fmla="*/ 326302 w 580823"/>
                <a:gd name="connsiteY5" fmla="*/ 294511 h 487074"/>
                <a:gd name="connsiteX6" fmla="*/ 254521 w 580823"/>
                <a:gd name="connsiteY6" fmla="*/ 276694 h 487074"/>
                <a:gd name="connsiteX7" fmla="*/ 326302 w 580823"/>
                <a:gd name="connsiteY7" fmla="*/ 276694 h 487074"/>
                <a:gd name="connsiteX8" fmla="*/ 356861 w 580823"/>
                <a:gd name="connsiteY8" fmla="*/ 307253 h 487074"/>
                <a:gd name="connsiteX9" fmla="*/ 356861 w 580823"/>
                <a:gd name="connsiteY9" fmla="*/ 313724 h 487074"/>
                <a:gd name="connsiteX10" fmla="*/ 545104 w 580823"/>
                <a:gd name="connsiteY10" fmla="*/ 313724 h 487074"/>
                <a:gd name="connsiteX11" fmla="*/ 580823 w 580823"/>
                <a:gd name="connsiteY11" fmla="*/ 349444 h 487074"/>
                <a:gd name="connsiteX12" fmla="*/ 580823 w 580823"/>
                <a:gd name="connsiteY12" fmla="*/ 364039 h 487074"/>
                <a:gd name="connsiteX13" fmla="*/ 571915 w 580823"/>
                <a:gd name="connsiteY13" fmla="*/ 372948 h 487074"/>
                <a:gd name="connsiteX14" fmla="*/ 563006 w 580823"/>
                <a:gd name="connsiteY14" fmla="*/ 364039 h 487074"/>
                <a:gd name="connsiteX15" fmla="*/ 563006 w 580823"/>
                <a:gd name="connsiteY15" fmla="*/ 349444 h 487074"/>
                <a:gd name="connsiteX16" fmla="*/ 545104 w 580823"/>
                <a:gd name="connsiteY16" fmla="*/ 331542 h 487074"/>
                <a:gd name="connsiteX17" fmla="*/ 35719 w 580823"/>
                <a:gd name="connsiteY17" fmla="*/ 331542 h 487074"/>
                <a:gd name="connsiteX18" fmla="*/ 17817 w 580823"/>
                <a:gd name="connsiteY18" fmla="*/ 349444 h 487074"/>
                <a:gd name="connsiteX19" fmla="*/ 17817 w 580823"/>
                <a:gd name="connsiteY19" fmla="*/ 391491 h 487074"/>
                <a:gd name="connsiteX20" fmla="*/ 454325 w 580823"/>
                <a:gd name="connsiteY20" fmla="*/ 391491 h 487074"/>
                <a:gd name="connsiteX21" fmla="*/ 463233 w 580823"/>
                <a:gd name="connsiteY21" fmla="*/ 400399 h 487074"/>
                <a:gd name="connsiteX22" fmla="*/ 454325 w 580823"/>
                <a:gd name="connsiteY22" fmla="*/ 409308 h 487074"/>
                <a:gd name="connsiteX23" fmla="*/ 17817 w 580823"/>
                <a:gd name="connsiteY23" fmla="*/ 409308 h 487074"/>
                <a:gd name="connsiteX24" fmla="*/ 17817 w 580823"/>
                <a:gd name="connsiteY24" fmla="*/ 451355 h 487074"/>
                <a:gd name="connsiteX25" fmla="*/ 35719 w 580823"/>
                <a:gd name="connsiteY25" fmla="*/ 469257 h 487074"/>
                <a:gd name="connsiteX26" fmla="*/ 545104 w 580823"/>
                <a:gd name="connsiteY26" fmla="*/ 469257 h 487074"/>
                <a:gd name="connsiteX27" fmla="*/ 563006 w 580823"/>
                <a:gd name="connsiteY27" fmla="*/ 451355 h 487074"/>
                <a:gd name="connsiteX28" fmla="*/ 563006 w 580823"/>
                <a:gd name="connsiteY28" fmla="*/ 400399 h 487074"/>
                <a:gd name="connsiteX29" fmla="*/ 571915 w 580823"/>
                <a:gd name="connsiteY29" fmla="*/ 391491 h 487074"/>
                <a:gd name="connsiteX30" fmla="*/ 580823 w 580823"/>
                <a:gd name="connsiteY30" fmla="*/ 400399 h 487074"/>
                <a:gd name="connsiteX31" fmla="*/ 580823 w 580823"/>
                <a:gd name="connsiteY31" fmla="*/ 451355 h 487074"/>
                <a:gd name="connsiteX32" fmla="*/ 545104 w 580823"/>
                <a:gd name="connsiteY32" fmla="*/ 487074 h 487074"/>
                <a:gd name="connsiteX33" fmla="*/ 35719 w 580823"/>
                <a:gd name="connsiteY33" fmla="*/ 487074 h 487074"/>
                <a:gd name="connsiteX34" fmla="*/ 0 w 580823"/>
                <a:gd name="connsiteY34" fmla="*/ 451355 h 487074"/>
                <a:gd name="connsiteX35" fmla="*/ 0 w 580823"/>
                <a:gd name="connsiteY35" fmla="*/ 349444 h 487074"/>
                <a:gd name="connsiteX36" fmla="*/ 35719 w 580823"/>
                <a:gd name="connsiteY36" fmla="*/ 313724 h 487074"/>
                <a:gd name="connsiteX37" fmla="*/ 223962 w 580823"/>
                <a:gd name="connsiteY37" fmla="*/ 313724 h 487074"/>
                <a:gd name="connsiteX38" fmla="*/ 223962 w 580823"/>
                <a:gd name="connsiteY38" fmla="*/ 307253 h 487074"/>
                <a:gd name="connsiteX39" fmla="*/ 254521 w 580823"/>
                <a:gd name="connsiteY39" fmla="*/ 276694 h 487074"/>
                <a:gd name="connsiteX40" fmla="*/ 290411 w 580823"/>
                <a:gd name="connsiteY40" fmla="*/ 83718 h 487074"/>
                <a:gd name="connsiteX41" fmla="*/ 275815 w 580823"/>
                <a:gd name="connsiteY41" fmla="*/ 98314 h 487074"/>
                <a:gd name="connsiteX42" fmla="*/ 290397 w 580823"/>
                <a:gd name="connsiteY42" fmla="*/ 112895 h 487074"/>
                <a:gd name="connsiteX43" fmla="*/ 304992 w 580823"/>
                <a:gd name="connsiteY43" fmla="*/ 98314 h 487074"/>
                <a:gd name="connsiteX44" fmla="*/ 290411 w 580823"/>
                <a:gd name="connsiteY44" fmla="*/ 83718 h 487074"/>
                <a:gd name="connsiteX45" fmla="*/ 281573 w 580823"/>
                <a:gd name="connsiteY45" fmla="*/ 67108 h 487074"/>
                <a:gd name="connsiteX46" fmla="*/ 321482 w 580823"/>
                <a:gd name="connsiteY46" fmla="*/ 89470 h 487074"/>
                <a:gd name="connsiteX47" fmla="*/ 299120 w 580823"/>
                <a:gd name="connsiteY47" fmla="*/ 129380 h 487074"/>
                <a:gd name="connsiteX48" fmla="*/ 299319 w 580823"/>
                <a:gd name="connsiteY48" fmla="*/ 130356 h 487074"/>
                <a:gd name="connsiteX49" fmla="*/ 299319 w 580823"/>
                <a:gd name="connsiteY49" fmla="*/ 249970 h 487074"/>
                <a:gd name="connsiteX50" fmla="*/ 290411 w 580823"/>
                <a:gd name="connsiteY50" fmla="*/ 258878 h 487074"/>
                <a:gd name="connsiteX51" fmla="*/ 281502 w 580823"/>
                <a:gd name="connsiteY51" fmla="*/ 249970 h 487074"/>
                <a:gd name="connsiteX52" fmla="*/ 281502 w 580823"/>
                <a:gd name="connsiteY52" fmla="*/ 130356 h 487074"/>
                <a:gd name="connsiteX53" fmla="*/ 281701 w 580823"/>
                <a:gd name="connsiteY53" fmla="*/ 129380 h 487074"/>
                <a:gd name="connsiteX54" fmla="*/ 257998 w 580823"/>
                <a:gd name="connsiteY54" fmla="*/ 98314 h 487074"/>
                <a:gd name="connsiteX55" fmla="*/ 281573 w 580823"/>
                <a:gd name="connsiteY55" fmla="*/ 67108 h 487074"/>
                <a:gd name="connsiteX56" fmla="*/ 259710 w 580823"/>
                <a:gd name="connsiteY56" fmla="*/ 30568 h 487074"/>
                <a:gd name="connsiteX57" fmla="*/ 271497 w 580823"/>
                <a:gd name="connsiteY57" fmla="*/ 34993 h 487074"/>
                <a:gd name="connsiteX58" fmla="*/ 267071 w 580823"/>
                <a:gd name="connsiteY58" fmla="*/ 46781 h 487074"/>
                <a:gd name="connsiteX59" fmla="*/ 239006 w 580823"/>
                <a:gd name="connsiteY59" fmla="*/ 74718 h 487074"/>
                <a:gd name="connsiteX60" fmla="*/ 266836 w 580823"/>
                <a:gd name="connsiteY60" fmla="*/ 149704 h 487074"/>
                <a:gd name="connsiteX61" fmla="*/ 272028 w 580823"/>
                <a:gd name="connsiteY61" fmla="*/ 157803 h 487074"/>
                <a:gd name="connsiteX62" fmla="*/ 263116 w 580823"/>
                <a:gd name="connsiteY62" fmla="*/ 166708 h 487074"/>
                <a:gd name="connsiteX63" fmla="*/ 259410 w 580823"/>
                <a:gd name="connsiteY63" fmla="*/ 165896 h 487074"/>
                <a:gd name="connsiteX64" fmla="*/ 216065 w 580823"/>
                <a:gd name="connsiteY64" fmla="*/ 98314 h 487074"/>
                <a:gd name="connsiteX65" fmla="*/ 259710 w 580823"/>
                <a:gd name="connsiteY65" fmla="*/ 30568 h 487074"/>
                <a:gd name="connsiteX66" fmla="*/ 320741 w 580823"/>
                <a:gd name="connsiteY66" fmla="*/ 30390 h 487074"/>
                <a:gd name="connsiteX67" fmla="*/ 358167 w 580823"/>
                <a:gd name="connsiteY67" fmla="*/ 67615 h 487074"/>
                <a:gd name="connsiteX68" fmla="*/ 321105 w 580823"/>
                <a:gd name="connsiteY68" fmla="*/ 166039 h 487074"/>
                <a:gd name="connsiteX69" fmla="*/ 309310 w 580823"/>
                <a:gd name="connsiteY69" fmla="*/ 161606 h 487074"/>
                <a:gd name="connsiteX70" fmla="*/ 313743 w 580823"/>
                <a:gd name="connsiteY70" fmla="*/ 149811 h 487074"/>
                <a:gd name="connsiteX71" fmla="*/ 342015 w 580823"/>
                <a:gd name="connsiteY71" fmla="*/ 121383 h 487074"/>
                <a:gd name="connsiteX72" fmla="*/ 313458 w 580823"/>
                <a:gd name="connsiteY72" fmla="*/ 46682 h 487074"/>
                <a:gd name="connsiteX73" fmla="*/ 313465 w 580823"/>
                <a:gd name="connsiteY73" fmla="*/ 46646 h 487074"/>
                <a:gd name="connsiteX74" fmla="*/ 313024 w 580823"/>
                <a:gd name="connsiteY74" fmla="*/ 46449 h 487074"/>
                <a:gd name="connsiteX75" fmla="*/ 308853 w 580823"/>
                <a:gd name="connsiteY75" fmla="*/ 34561 h 487074"/>
                <a:gd name="connsiteX76" fmla="*/ 320741 w 580823"/>
                <a:gd name="connsiteY76" fmla="*/ 30390 h 487074"/>
                <a:gd name="connsiteX77" fmla="*/ 233548 w 580823"/>
                <a:gd name="connsiteY77" fmla="*/ 1120 h 487074"/>
                <a:gd name="connsiteX78" fmla="*/ 245427 w 580823"/>
                <a:gd name="connsiteY78" fmla="*/ 4219 h 487074"/>
                <a:gd name="connsiteX79" fmla="*/ 242556 w 580823"/>
                <a:gd name="connsiteY79" fmla="*/ 16486 h 487074"/>
                <a:gd name="connsiteX80" fmla="*/ 208552 w 580823"/>
                <a:gd name="connsiteY80" fmla="*/ 50489 h 487074"/>
                <a:gd name="connsiteX81" fmla="*/ 242556 w 580823"/>
                <a:gd name="connsiteY81" fmla="*/ 180150 h 487074"/>
                <a:gd name="connsiteX82" fmla="*/ 245654 w 580823"/>
                <a:gd name="connsiteY82" fmla="*/ 192029 h 487074"/>
                <a:gd name="connsiteX83" fmla="*/ 233548 w 580823"/>
                <a:gd name="connsiteY83" fmla="*/ 195515 h 487074"/>
                <a:gd name="connsiteX84" fmla="*/ 193198 w 580823"/>
                <a:gd name="connsiteY84" fmla="*/ 155167 h 487074"/>
                <a:gd name="connsiteX85" fmla="*/ 233548 w 580823"/>
                <a:gd name="connsiteY85" fmla="*/ 1120 h 487074"/>
                <a:gd name="connsiteX86" fmla="*/ 347267 w 580823"/>
                <a:gd name="connsiteY86" fmla="*/ 1114 h 487074"/>
                <a:gd name="connsiteX87" fmla="*/ 387636 w 580823"/>
                <a:gd name="connsiteY87" fmla="*/ 41481 h 487074"/>
                <a:gd name="connsiteX88" fmla="*/ 347267 w 580823"/>
                <a:gd name="connsiteY88" fmla="*/ 195523 h 487074"/>
                <a:gd name="connsiteX89" fmla="*/ 342770 w 580823"/>
                <a:gd name="connsiteY89" fmla="*/ 196749 h 487074"/>
                <a:gd name="connsiteX90" fmla="*/ 335086 w 580823"/>
                <a:gd name="connsiteY90" fmla="*/ 192350 h 487074"/>
                <a:gd name="connsiteX91" fmla="*/ 338259 w 580823"/>
                <a:gd name="connsiteY91" fmla="*/ 180158 h 487074"/>
                <a:gd name="connsiteX92" fmla="*/ 372211 w 580823"/>
                <a:gd name="connsiteY92" fmla="*/ 146207 h 487074"/>
                <a:gd name="connsiteX93" fmla="*/ 338259 w 580823"/>
                <a:gd name="connsiteY93" fmla="*/ 16479 h 487074"/>
                <a:gd name="connsiteX94" fmla="*/ 335161 w 580823"/>
                <a:gd name="connsiteY94" fmla="*/ 4600 h 487074"/>
                <a:gd name="connsiteX95" fmla="*/ 347267 w 580823"/>
                <a:gd name="connsiteY95" fmla="*/ 1114 h 48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580823" h="487074">
                  <a:moveTo>
                    <a:pt x="254521" y="294511"/>
                  </a:moveTo>
                  <a:cubicBezTo>
                    <a:pt x="247487" y="294519"/>
                    <a:pt x="241787" y="300219"/>
                    <a:pt x="241779" y="307253"/>
                  </a:cubicBezTo>
                  <a:lnTo>
                    <a:pt x="241779" y="313724"/>
                  </a:lnTo>
                  <a:lnTo>
                    <a:pt x="339044" y="313724"/>
                  </a:lnTo>
                  <a:lnTo>
                    <a:pt x="339044" y="307253"/>
                  </a:lnTo>
                  <a:cubicBezTo>
                    <a:pt x="339036" y="300219"/>
                    <a:pt x="333336" y="294519"/>
                    <a:pt x="326302" y="294511"/>
                  </a:cubicBezTo>
                  <a:close/>
                  <a:moveTo>
                    <a:pt x="254521" y="276694"/>
                  </a:moveTo>
                  <a:lnTo>
                    <a:pt x="326302" y="276694"/>
                  </a:lnTo>
                  <a:cubicBezTo>
                    <a:pt x="343171" y="276714"/>
                    <a:pt x="356841" y="290384"/>
                    <a:pt x="356861" y="307253"/>
                  </a:cubicBezTo>
                  <a:lnTo>
                    <a:pt x="356861" y="313724"/>
                  </a:lnTo>
                  <a:lnTo>
                    <a:pt x="545104" y="313724"/>
                  </a:lnTo>
                  <a:cubicBezTo>
                    <a:pt x="564823" y="313744"/>
                    <a:pt x="580803" y="329725"/>
                    <a:pt x="580823" y="349444"/>
                  </a:cubicBezTo>
                  <a:lnTo>
                    <a:pt x="580823" y="364039"/>
                  </a:lnTo>
                  <a:cubicBezTo>
                    <a:pt x="580823" y="368959"/>
                    <a:pt x="576834" y="372948"/>
                    <a:pt x="571915" y="372948"/>
                  </a:cubicBezTo>
                  <a:cubicBezTo>
                    <a:pt x="566995" y="372948"/>
                    <a:pt x="563006" y="368959"/>
                    <a:pt x="563006" y="364039"/>
                  </a:cubicBezTo>
                  <a:lnTo>
                    <a:pt x="563006" y="349444"/>
                  </a:lnTo>
                  <a:cubicBezTo>
                    <a:pt x="562994" y="339562"/>
                    <a:pt x="554986" y="331554"/>
                    <a:pt x="545104" y="331542"/>
                  </a:cubicBezTo>
                  <a:lnTo>
                    <a:pt x="35719" y="331542"/>
                  </a:lnTo>
                  <a:cubicBezTo>
                    <a:pt x="25837" y="331554"/>
                    <a:pt x="17828" y="339562"/>
                    <a:pt x="17817" y="349444"/>
                  </a:cubicBezTo>
                  <a:lnTo>
                    <a:pt x="17817" y="391491"/>
                  </a:lnTo>
                  <a:lnTo>
                    <a:pt x="454325" y="391491"/>
                  </a:lnTo>
                  <a:cubicBezTo>
                    <a:pt x="459245" y="391491"/>
                    <a:pt x="463233" y="395479"/>
                    <a:pt x="463233" y="400399"/>
                  </a:cubicBezTo>
                  <a:cubicBezTo>
                    <a:pt x="463233" y="405319"/>
                    <a:pt x="459245" y="409308"/>
                    <a:pt x="454325" y="409308"/>
                  </a:cubicBezTo>
                  <a:lnTo>
                    <a:pt x="17817" y="409308"/>
                  </a:lnTo>
                  <a:lnTo>
                    <a:pt x="17817" y="451355"/>
                  </a:lnTo>
                  <a:cubicBezTo>
                    <a:pt x="17828" y="461237"/>
                    <a:pt x="25837" y="469245"/>
                    <a:pt x="35719" y="469257"/>
                  </a:cubicBezTo>
                  <a:lnTo>
                    <a:pt x="545104" y="469257"/>
                  </a:lnTo>
                  <a:cubicBezTo>
                    <a:pt x="554986" y="469245"/>
                    <a:pt x="562994" y="461237"/>
                    <a:pt x="563006" y="451355"/>
                  </a:cubicBezTo>
                  <a:lnTo>
                    <a:pt x="563006" y="400399"/>
                  </a:lnTo>
                  <a:cubicBezTo>
                    <a:pt x="563006" y="395479"/>
                    <a:pt x="566995" y="391491"/>
                    <a:pt x="571915" y="391491"/>
                  </a:cubicBezTo>
                  <a:cubicBezTo>
                    <a:pt x="576834" y="391491"/>
                    <a:pt x="580823" y="395479"/>
                    <a:pt x="580823" y="400399"/>
                  </a:cubicBezTo>
                  <a:lnTo>
                    <a:pt x="580823" y="451355"/>
                  </a:lnTo>
                  <a:cubicBezTo>
                    <a:pt x="580803" y="471074"/>
                    <a:pt x="564823" y="487054"/>
                    <a:pt x="545104" y="487074"/>
                  </a:cubicBezTo>
                  <a:lnTo>
                    <a:pt x="35719" y="487074"/>
                  </a:lnTo>
                  <a:cubicBezTo>
                    <a:pt x="16000" y="487054"/>
                    <a:pt x="20" y="471074"/>
                    <a:pt x="0" y="451355"/>
                  </a:cubicBezTo>
                  <a:lnTo>
                    <a:pt x="0" y="349444"/>
                  </a:lnTo>
                  <a:cubicBezTo>
                    <a:pt x="20" y="329725"/>
                    <a:pt x="16000" y="313744"/>
                    <a:pt x="35719" y="313724"/>
                  </a:cubicBezTo>
                  <a:lnTo>
                    <a:pt x="223962" y="313724"/>
                  </a:lnTo>
                  <a:lnTo>
                    <a:pt x="223962" y="307253"/>
                  </a:lnTo>
                  <a:cubicBezTo>
                    <a:pt x="223982" y="290384"/>
                    <a:pt x="237652" y="276714"/>
                    <a:pt x="254521" y="276694"/>
                  </a:cubicBezTo>
                  <a:close/>
                  <a:moveTo>
                    <a:pt x="290411" y="83718"/>
                  </a:moveTo>
                  <a:cubicBezTo>
                    <a:pt x="282354" y="83730"/>
                    <a:pt x="275826" y="90258"/>
                    <a:pt x="275815" y="98314"/>
                  </a:cubicBezTo>
                  <a:cubicBezTo>
                    <a:pt x="275819" y="106365"/>
                    <a:pt x="282345" y="112891"/>
                    <a:pt x="290397" y="112895"/>
                  </a:cubicBezTo>
                  <a:cubicBezTo>
                    <a:pt x="298454" y="112899"/>
                    <a:pt x="304988" y="106370"/>
                    <a:pt x="304992" y="98314"/>
                  </a:cubicBezTo>
                  <a:cubicBezTo>
                    <a:pt x="304996" y="90257"/>
                    <a:pt x="298468" y="83722"/>
                    <a:pt x="290411" y="83718"/>
                  </a:cubicBezTo>
                  <a:close/>
                  <a:moveTo>
                    <a:pt x="281573" y="67108"/>
                  </a:moveTo>
                  <a:cubicBezTo>
                    <a:pt x="298770" y="62262"/>
                    <a:pt x="316637" y="72274"/>
                    <a:pt x="321482" y="89470"/>
                  </a:cubicBezTo>
                  <a:cubicBezTo>
                    <a:pt x="326328" y="106666"/>
                    <a:pt x="316315" y="124534"/>
                    <a:pt x="299120" y="129380"/>
                  </a:cubicBezTo>
                  <a:cubicBezTo>
                    <a:pt x="299206" y="129701"/>
                    <a:pt x="299272" y="130027"/>
                    <a:pt x="299319" y="130356"/>
                  </a:cubicBezTo>
                  <a:lnTo>
                    <a:pt x="299319" y="249970"/>
                  </a:lnTo>
                  <a:cubicBezTo>
                    <a:pt x="299319" y="254890"/>
                    <a:pt x="295331" y="258878"/>
                    <a:pt x="290411" y="258878"/>
                  </a:cubicBezTo>
                  <a:cubicBezTo>
                    <a:pt x="285490" y="258878"/>
                    <a:pt x="281502" y="254890"/>
                    <a:pt x="281502" y="249970"/>
                  </a:cubicBezTo>
                  <a:lnTo>
                    <a:pt x="281502" y="130356"/>
                  </a:lnTo>
                  <a:cubicBezTo>
                    <a:pt x="281549" y="130027"/>
                    <a:pt x="281615" y="129701"/>
                    <a:pt x="281701" y="129380"/>
                  </a:cubicBezTo>
                  <a:cubicBezTo>
                    <a:pt x="267733" y="125504"/>
                    <a:pt x="258048" y="112809"/>
                    <a:pt x="257998" y="98314"/>
                  </a:cubicBezTo>
                  <a:cubicBezTo>
                    <a:pt x="257966" y="83801"/>
                    <a:pt x="267604" y="71044"/>
                    <a:pt x="281573" y="67108"/>
                  </a:cubicBezTo>
                  <a:close/>
                  <a:moveTo>
                    <a:pt x="259710" y="30568"/>
                  </a:moveTo>
                  <a:cubicBezTo>
                    <a:pt x="264187" y="28535"/>
                    <a:pt x="269464" y="30516"/>
                    <a:pt x="271497" y="34993"/>
                  </a:cubicBezTo>
                  <a:cubicBezTo>
                    <a:pt x="273530" y="39471"/>
                    <a:pt x="271549" y="44748"/>
                    <a:pt x="267071" y="46781"/>
                  </a:cubicBezTo>
                  <a:cubicBezTo>
                    <a:pt x="254656" y="52407"/>
                    <a:pt x="244689" y="62328"/>
                    <a:pt x="239006" y="74718"/>
                  </a:cubicBezTo>
                  <a:cubicBezTo>
                    <a:pt x="225984" y="103110"/>
                    <a:pt x="238443" y="136682"/>
                    <a:pt x="266836" y="149704"/>
                  </a:cubicBezTo>
                  <a:cubicBezTo>
                    <a:pt x="270001" y="151157"/>
                    <a:pt x="272029" y="154321"/>
                    <a:pt x="272028" y="157803"/>
                  </a:cubicBezTo>
                  <a:cubicBezTo>
                    <a:pt x="272026" y="162723"/>
                    <a:pt x="268036" y="166710"/>
                    <a:pt x="263116" y="166708"/>
                  </a:cubicBezTo>
                  <a:cubicBezTo>
                    <a:pt x="261836" y="166710"/>
                    <a:pt x="260572" y="166433"/>
                    <a:pt x="259410" y="165896"/>
                  </a:cubicBezTo>
                  <a:cubicBezTo>
                    <a:pt x="233036" y="153728"/>
                    <a:pt x="216124" y="127358"/>
                    <a:pt x="216065" y="98314"/>
                  </a:cubicBezTo>
                  <a:cubicBezTo>
                    <a:pt x="216096" y="69135"/>
                    <a:pt x="233153" y="42658"/>
                    <a:pt x="259710" y="30568"/>
                  </a:cubicBezTo>
                  <a:close/>
                  <a:moveTo>
                    <a:pt x="320741" y="30390"/>
                  </a:moveTo>
                  <a:cubicBezTo>
                    <a:pt x="337349" y="37805"/>
                    <a:pt x="350664" y="51048"/>
                    <a:pt x="358167" y="67615"/>
                  </a:cubicBezTo>
                  <a:cubicBezTo>
                    <a:pt x="375112" y="105028"/>
                    <a:pt x="358519" y="149094"/>
                    <a:pt x="321105" y="166039"/>
                  </a:cubicBezTo>
                  <a:cubicBezTo>
                    <a:pt x="316623" y="168072"/>
                    <a:pt x="311343" y="166087"/>
                    <a:pt x="309310" y="161606"/>
                  </a:cubicBezTo>
                  <a:cubicBezTo>
                    <a:pt x="307277" y="157125"/>
                    <a:pt x="309262" y="151844"/>
                    <a:pt x="313743" y="149811"/>
                  </a:cubicBezTo>
                  <a:cubicBezTo>
                    <a:pt x="326322" y="144106"/>
                    <a:pt x="336380" y="133994"/>
                    <a:pt x="342015" y="121383"/>
                  </a:cubicBezTo>
                  <a:cubicBezTo>
                    <a:pt x="354758" y="92869"/>
                    <a:pt x="341973" y="59424"/>
                    <a:pt x="313458" y="46682"/>
                  </a:cubicBezTo>
                  <a:lnTo>
                    <a:pt x="313465" y="46646"/>
                  </a:lnTo>
                  <a:cubicBezTo>
                    <a:pt x="313316" y="46584"/>
                    <a:pt x="313169" y="46518"/>
                    <a:pt x="313024" y="46449"/>
                  </a:cubicBezTo>
                  <a:cubicBezTo>
                    <a:pt x="308589" y="44317"/>
                    <a:pt x="306722" y="38995"/>
                    <a:pt x="308853" y="34561"/>
                  </a:cubicBezTo>
                  <a:cubicBezTo>
                    <a:pt x="310984" y="30126"/>
                    <a:pt x="316307" y="28259"/>
                    <a:pt x="320741" y="30390"/>
                  </a:cubicBezTo>
                  <a:close/>
                  <a:moveTo>
                    <a:pt x="233548" y="1120"/>
                  </a:moveTo>
                  <a:cubicBezTo>
                    <a:pt x="237701" y="-1176"/>
                    <a:pt x="242924" y="187"/>
                    <a:pt x="245427" y="4219"/>
                  </a:cubicBezTo>
                  <a:cubicBezTo>
                    <a:pt x="248021" y="8399"/>
                    <a:pt x="246736" y="13891"/>
                    <a:pt x="242556" y="16486"/>
                  </a:cubicBezTo>
                  <a:cubicBezTo>
                    <a:pt x="228487" y="24708"/>
                    <a:pt x="216776" y="36419"/>
                    <a:pt x="208552" y="50489"/>
                  </a:cubicBezTo>
                  <a:cubicBezTo>
                    <a:pt x="182137" y="95683"/>
                    <a:pt x="197360" y="153735"/>
                    <a:pt x="242556" y="180150"/>
                  </a:cubicBezTo>
                  <a:cubicBezTo>
                    <a:pt x="246588" y="182653"/>
                    <a:pt x="247950" y="187876"/>
                    <a:pt x="245654" y="192029"/>
                  </a:cubicBezTo>
                  <a:cubicBezTo>
                    <a:pt x="243273" y="196335"/>
                    <a:pt x="237853" y="197896"/>
                    <a:pt x="233548" y="195515"/>
                  </a:cubicBezTo>
                  <a:cubicBezTo>
                    <a:pt x="216857" y="185753"/>
                    <a:pt x="202960" y="171858"/>
                    <a:pt x="193198" y="155167"/>
                  </a:cubicBezTo>
                  <a:cubicBezTo>
                    <a:pt x="161802" y="101487"/>
                    <a:pt x="179866" y="32517"/>
                    <a:pt x="233548" y="1120"/>
                  </a:cubicBezTo>
                  <a:close/>
                  <a:moveTo>
                    <a:pt x="347267" y="1114"/>
                  </a:moveTo>
                  <a:cubicBezTo>
                    <a:pt x="363968" y="10879"/>
                    <a:pt x="377871" y="24781"/>
                    <a:pt x="387636" y="41481"/>
                  </a:cubicBezTo>
                  <a:cubicBezTo>
                    <a:pt x="419026" y="95167"/>
                    <a:pt x="400952" y="164133"/>
                    <a:pt x="347267" y="195523"/>
                  </a:cubicBezTo>
                  <a:cubicBezTo>
                    <a:pt x="345906" y="196328"/>
                    <a:pt x="344352" y="196751"/>
                    <a:pt x="342770" y="196749"/>
                  </a:cubicBezTo>
                  <a:cubicBezTo>
                    <a:pt x="339610" y="196749"/>
                    <a:pt x="336686" y="195075"/>
                    <a:pt x="335086" y="192350"/>
                  </a:cubicBezTo>
                  <a:cubicBezTo>
                    <a:pt x="332596" y="188107"/>
                    <a:pt x="334016" y="182648"/>
                    <a:pt x="338259" y="180158"/>
                  </a:cubicBezTo>
                  <a:cubicBezTo>
                    <a:pt x="352301" y="171941"/>
                    <a:pt x="363994" y="160249"/>
                    <a:pt x="372211" y="146207"/>
                  </a:cubicBezTo>
                  <a:cubicBezTo>
                    <a:pt x="398659" y="101008"/>
                    <a:pt x="383458" y="42927"/>
                    <a:pt x="338259" y="16479"/>
                  </a:cubicBezTo>
                  <a:cubicBezTo>
                    <a:pt x="334227" y="13976"/>
                    <a:pt x="332865" y="8753"/>
                    <a:pt x="335161" y="4600"/>
                  </a:cubicBezTo>
                  <a:cubicBezTo>
                    <a:pt x="337541" y="294"/>
                    <a:pt x="342962" y="-1267"/>
                    <a:pt x="347267" y="1114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34" name="Group 243">
            <a:extLst>
              <a:ext uri="{FF2B5EF4-FFF2-40B4-BE49-F238E27FC236}">
                <a16:creationId xmlns:a16="http://schemas.microsoft.com/office/drawing/2014/main" id="{405E0ECC-89BD-F0D4-E0D2-A53D799C060E}"/>
              </a:ext>
            </a:extLst>
          </p:cNvPr>
          <p:cNvGrpSpPr/>
          <p:nvPr/>
        </p:nvGrpSpPr>
        <p:grpSpPr>
          <a:xfrm>
            <a:off x="10893953" y="4029971"/>
            <a:ext cx="580825" cy="575701"/>
            <a:chOff x="10893953" y="4029971"/>
            <a:chExt cx="580825" cy="575701"/>
          </a:xfrm>
          <a:noFill/>
        </p:grpSpPr>
        <p:sp>
          <p:nvSpPr>
            <p:cNvPr id="235" name="Freeform: Shape 209">
              <a:extLst>
                <a:ext uri="{FF2B5EF4-FFF2-40B4-BE49-F238E27FC236}">
                  <a16:creationId xmlns:a16="http://schemas.microsoft.com/office/drawing/2014/main" id="{1CEA34D2-383E-7D58-76E6-6B00D6939651}"/>
                </a:ext>
              </a:extLst>
            </p:cNvPr>
            <p:cNvSpPr/>
            <p:nvPr/>
          </p:nvSpPr>
          <p:spPr>
            <a:xfrm>
              <a:off x="10902864" y="4229604"/>
              <a:ext cx="384839" cy="363459"/>
            </a:xfrm>
            <a:custGeom>
              <a:avLst/>
              <a:gdLst>
                <a:gd name="connsiteX0" fmla="*/ 142846 w 384839"/>
                <a:gd name="connsiteY0" fmla="*/ 216007 h 363459"/>
                <a:gd name="connsiteX1" fmla="*/ 102225 w 384839"/>
                <a:gd name="connsiteY1" fmla="*/ 154967 h 363459"/>
                <a:gd name="connsiteX2" fmla="*/ 130731 w 384839"/>
                <a:gd name="connsiteY2" fmla="*/ 87934 h 363459"/>
                <a:gd name="connsiteX3" fmla="*/ 100963 w 384839"/>
                <a:gd name="connsiteY3" fmla="*/ 20772 h 363459"/>
                <a:gd name="connsiteX4" fmla="*/ 406 w 384839"/>
                <a:gd name="connsiteY4" fmla="*/ 107376 h 363459"/>
                <a:gd name="connsiteX5" fmla="*/ 341174 w 384839"/>
                <a:gd name="connsiteY5" fmla="*/ 354556 h 363459"/>
                <a:gd name="connsiteX6" fmla="*/ 376087 w 384839"/>
                <a:gd name="connsiteY6" fmla="*/ 274196 h 363459"/>
                <a:gd name="connsiteX7" fmla="*/ 309004 w 384839"/>
                <a:gd name="connsiteY7" fmla="*/ 238228 h 363459"/>
                <a:gd name="connsiteX8" fmla="*/ 262417 w 384839"/>
                <a:gd name="connsiteY8" fmla="*/ 259152 h 363459"/>
                <a:gd name="connsiteX9" fmla="*/ 233718 w 384839"/>
                <a:gd name="connsiteY9" fmla="*/ 278216 h 363459"/>
                <a:gd name="connsiteX10" fmla="*/ 142846 w 384839"/>
                <a:gd name="connsiteY10" fmla="*/ 215978 h 36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9" h="363459">
                  <a:moveTo>
                    <a:pt x="142846" y="216007"/>
                  </a:moveTo>
                  <a:cubicBezTo>
                    <a:pt x="135306" y="207612"/>
                    <a:pt x="102795" y="167981"/>
                    <a:pt x="102225" y="154967"/>
                  </a:cubicBezTo>
                  <a:cubicBezTo>
                    <a:pt x="101391" y="135105"/>
                    <a:pt x="144849" y="125342"/>
                    <a:pt x="130731" y="87934"/>
                  </a:cubicBezTo>
                  <a:lnTo>
                    <a:pt x="100963" y="20772"/>
                  </a:lnTo>
                  <a:cubicBezTo>
                    <a:pt x="72193" y="-44037"/>
                    <a:pt x="-6314" y="59157"/>
                    <a:pt x="406" y="107376"/>
                  </a:cubicBezTo>
                  <a:cubicBezTo>
                    <a:pt x="16976" y="226205"/>
                    <a:pt x="225409" y="418005"/>
                    <a:pt x="341174" y="354556"/>
                  </a:cubicBezTo>
                  <a:cubicBezTo>
                    <a:pt x="367022" y="340374"/>
                    <a:pt x="401850" y="289875"/>
                    <a:pt x="376087" y="274196"/>
                  </a:cubicBezTo>
                  <a:lnTo>
                    <a:pt x="309004" y="238228"/>
                  </a:lnTo>
                  <a:cubicBezTo>
                    <a:pt x="286648" y="226241"/>
                    <a:pt x="285900" y="234151"/>
                    <a:pt x="262417" y="259152"/>
                  </a:cubicBezTo>
                  <a:cubicBezTo>
                    <a:pt x="256574" y="265373"/>
                    <a:pt x="245976" y="281244"/>
                    <a:pt x="233718" y="278216"/>
                  </a:cubicBezTo>
                  <a:cubicBezTo>
                    <a:pt x="207649" y="271837"/>
                    <a:pt x="158461" y="233360"/>
                    <a:pt x="142846" y="215978"/>
                  </a:cubicBezTo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" name="Freeform: Shape 210">
              <a:extLst>
                <a:ext uri="{FF2B5EF4-FFF2-40B4-BE49-F238E27FC236}">
                  <a16:creationId xmlns:a16="http://schemas.microsoft.com/office/drawing/2014/main" id="{4774470D-D2F1-92A3-261D-E8311F4E4DD1}"/>
                </a:ext>
              </a:extLst>
            </p:cNvPr>
            <p:cNvSpPr/>
            <p:nvPr/>
          </p:nvSpPr>
          <p:spPr>
            <a:xfrm>
              <a:off x="10893953" y="4029971"/>
              <a:ext cx="580825" cy="575701"/>
            </a:xfrm>
            <a:custGeom>
              <a:avLst/>
              <a:gdLst>
                <a:gd name="connsiteX0" fmla="*/ 73606 w 580825"/>
                <a:gd name="connsiteY0" fmla="*/ 192276 h 575701"/>
                <a:gd name="connsiteX1" fmla="*/ 118020 w 580825"/>
                <a:gd name="connsiteY1" fmla="*/ 216792 h 575701"/>
                <a:gd name="connsiteX2" fmla="*/ 147859 w 580825"/>
                <a:gd name="connsiteY2" fmla="*/ 283968 h 575701"/>
                <a:gd name="connsiteX3" fmla="*/ 130513 w 580825"/>
                <a:gd name="connsiteY3" fmla="*/ 340197 h 575701"/>
                <a:gd name="connsiteX4" fmla="*/ 120079 w 580825"/>
                <a:gd name="connsiteY4" fmla="*/ 354243 h 575701"/>
                <a:gd name="connsiteX5" fmla="*/ 158385 w 580825"/>
                <a:gd name="connsiteY5" fmla="*/ 409689 h 575701"/>
                <a:gd name="connsiteX6" fmla="*/ 244724 w 580825"/>
                <a:gd name="connsiteY6" fmla="*/ 469203 h 575701"/>
                <a:gd name="connsiteX7" fmla="*/ 261308 w 580825"/>
                <a:gd name="connsiteY7" fmla="*/ 456682 h 575701"/>
                <a:gd name="connsiteX8" fmla="*/ 264807 w 580825"/>
                <a:gd name="connsiteY8" fmla="*/ 452684 h 575701"/>
                <a:gd name="connsiteX9" fmla="*/ 274378 w 580825"/>
                <a:gd name="connsiteY9" fmla="*/ 442158 h 575701"/>
                <a:gd name="connsiteX10" fmla="*/ 322127 w 580825"/>
                <a:gd name="connsiteY10" fmla="*/ 430042 h 575701"/>
                <a:gd name="connsiteX11" fmla="*/ 389210 w 580825"/>
                <a:gd name="connsiteY11" fmla="*/ 465989 h 575701"/>
                <a:gd name="connsiteX12" fmla="*/ 402950 w 580825"/>
                <a:gd name="connsiteY12" fmla="*/ 491716 h 575701"/>
                <a:gd name="connsiteX13" fmla="*/ 354368 w 580825"/>
                <a:gd name="connsiteY13" fmla="*/ 562028 h 575701"/>
                <a:gd name="connsiteX14" fmla="*/ 298417 w 580825"/>
                <a:gd name="connsiteY14" fmla="*/ 575690 h 575701"/>
                <a:gd name="connsiteX15" fmla="*/ 271065 w 580825"/>
                <a:gd name="connsiteY15" fmla="*/ 573203 h 575701"/>
                <a:gd name="connsiteX16" fmla="*/ 263827 w 580825"/>
                <a:gd name="connsiteY16" fmla="*/ 562887 h 575701"/>
                <a:gd name="connsiteX17" fmla="*/ 274143 w 580825"/>
                <a:gd name="connsiteY17" fmla="*/ 555650 h 575701"/>
                <a:gd name="connsiteX18" fmla="*/ 345809 w 580825"/>
                <a:gd name="connsiteY18" fmla="*/ 546385 h 575701"/>
                <a:gd name="connsiteX19" fmla="*/ 385148 w 580825"/>
                <a:gd name="connsiteY19" fmla="*/ 491296 h 575701"/>
                <a:gd name="connsiteX20" fmla="*/ 380380 w 580825"/>
                <a:gd name="connsiteY20" fmla="*/ 481483 h 575701"/>
                <a:gd name="connsiteX21" fmla="*/ 313717 w 580825"/>
                <a:gd name="connsiteY21" fmla="*/ 445750 h 575701"/>
                <a:gd name="connsiteX22" fmla="*/ 287712 w 580825"/>
                <a:gd name="connsiteY22" fmla="*/ 454052 h 575701"/>
                <a:gd name="connsiteX23" fmla="*/ 277828 w 580825"/>
                <a:gd name="connsiteY23" fmla="*/ 464913 h 575701"/>
                <a:gd name="connsiteX24" fmla="*/ 274920 w 580825"/>
                <a:gd name="connsiteY24" fmla="*/ 468248 h 575701"/>
                <a:gd name="connsiteX25" fmla="*/ 240527 w 580825"/>
                <a:gd name="connsiteY25" fmla="*/ 486535 h 575701"/>
                <a:gd name="connsiteX26" fmla="*/ 145122 w 580825"/>
                <a:gd name="connsiteY26" fmla="*/ 421604 h 575701"/>
                <a:gd name="connsiteX27" fmla="*/ 102256 w 580825"/>
                <a:gd name="connsiteY27" fmla="*/ 354999 h 575701"/>
                <a:gd name="connsiteX28" fmla="*/ 118077 w 580825"/>
                <a:gd name="connsiteY28" fmla="*/ 327433 h 575701"/>
                <a:gd name="connsiteX29" fmla="*/ 131354 w 580825"/>
                <a:gd name="connsiteY29" fmla="*/ 290738 h 575701"/>
                <a:gd name="connsiteX30" fmla="*/ 101735 w 580825"/>
                <a:gd name="connsiteY30" fmla="*/ 224047 h 575701"/>
                <a:gd name="connsiteX31" fmla="*/ 78495 w 580825"/>
                <a:gd name="connsiteY31" fmla="*/ 209430 h 575701"/>
                <a:gd name="connsiteX32" fmla="*/ 18140 w 580825"/>
                <a:gd name="connsiteY32" fmla="*/ 305782 h 575701"/>
                <a:gd name="connsiteX33" fmla="*/ 232887 w 580825"/>
                <a:gd name="connsiteY33" fmla="*/ 543392 h 575701"/>
                <a:gd name="connsiteX34" fmla="*/ 233209 w 580825"/>
                <a:gd name="connsiteY34" fmla="*/ 543523 h 575701"/>
                <a:gd name="connsiteX35" fmla="*/ 237860 w 580825"/>
                <a:gd name="connsiteY35" fmla="*/ 555231 h 575701"/>
                <a:gd name="connsiteX36" fmla="*/ 226152 w 580825"/>
                <a:gd name="connsiteY36" fmla="*/ 559883 h 575701"/>
                <a:gd name="connsiteX37" fmla="*/ 487 w 580825"/>
                <a:gd name="connsiteY37" fmla="*/ 308241 h 575701"/>
                <a:gd name="connsiteX38" fmla="*/ 73606 w 580825"/>
                <a:gd name="connsiteY38" fmla="*/ 192276 h 575701"/>
                <a:gd name="connsiteX39" fmla="*/ 479527 w 580825"/>
                <a:gd name="connsiteY39" fmla="*/ 115957 h 575701"/>
                <a:gd name="connsiteX40" fmla="*/ 506245 w 580825"/>
                <a:gd name="connsiteY40" fmla="*/ 142675 h 575701"/>
                <a:gd name="connsiteX41" fmla="*/ 479527 w 580825"/>
                <a:gd name="connsiteY41" fmla="*/ 169394 h 575701"/>
                <a:gd name="connsiteX42" fmla="*/ 452808 w 580825"/>
                <a:gd name="connsiteY42" fmla="*/ 142675 h 575701"/>
                <a:gd name="connsiteX43" fmla="*/ 479527 w 580825"/>
                <a:gd name="connsiteY43" fmla="*/ 115957 h 575701"/>
                <a:gd name="connsiteX44" fmla="*/ 385199 w 580825"/>
                <a:gd name="connsiteY44" fmla="*/ 115957 h 575701"/>
                <a:gd name="connsiteX45" fmla="*/ 411917 w 580825"/>
                <a:gd name="connsiteY45" fmla="*/ 142675 h 575701"/>
                <a:gd name="connsiteX46" fmla="*/ 385199 w 580825"/>
                <a:gd name="connsiteY46" fmla="*/ 169394 h 575701"/>
                <a:gd name="connsiteX47" fmla="*/ 358480 w 580825"/>
                <a:gd name="connsiteY47" fmla="*/ 142675 h 575701"/>
                <a:gd name="connsiteX48" fmla="*/ 385199 w 580825"/>
                <a:gd name="connsiteY48" fmla="*/ 115957 h 575701"/>
                <a:gd name="connsiteX49" fmla="*/ 290864 w 580825"/>
                <a:gd name="connsiteY49" fmla="*/ 115957 h 575701"/>
                <a:gd name="connsiteX50" fmla="*/ 317582 w 580825"/>
                <a:gd name="connsiteY50" fmla="*/ 142675 h 575701"/>
                <a:gd name="connsiteX51" fmla="*/ 290864 w 580825"/>
                <a:gd name="connsiteY51" fmla="*/ 169394 h 575701"/>
                <a:gd name="connsiteX52" fmla="*/ 264145 w 580825"/>
                <a:gd name="connsiteY52" fmla="*/ 142675 h 575701"/>
                <a:gd name="connsiteX53" fmla="*/ 290864 w 580825"/>
                <a:gd name="connsiteY53" fmla="*/ 115957 h 575701"/>
                <a:gd name="connsiteX54" fmla="*/ 233493 w 580825"/>
                <a:gd name="connsiteY54" fmla="*/ 0 h 575701"/>
                <a:gd name="connsiteX55" fmla="*/ 536910 w 580825"/>
                <a:gd name="connsiteY55" fmla="*/ 0 h 575701"/>
                <a:gd name="connsiteX56" fmla="*/ 580825 w 580825"/>
                <a:gd name="connsiteY56" fmla="*/ 43914 h 575701"/>
                <a:gd name="connsiteX57" fmla="*/ 580825 w 580825"/>
                <a:gd name="connsiteY57" fmla="*/ 235301 h 575701"/>
                <a:gd name="connsiteX58" fmla="*/ 536910 w 580825"/>
                <a:gd name="connsiteY58" fmla="*/ 279222 h 575701"/>
                <a:gd name="connsiteX59" fmla="*/ 346365 w 580825"/>
                <a:gd name="connsiteY59" fmla="*/ 279222 h 575701"/>
                <a:gd name="connsiteX60" fmla="*/ 337457 w 580825"/>
                <a:gd name="connsiteY60" fmla="*/ 270314 h 575701"/>
                <a:gd name="connsiteX61" fmla="*/ 346365 w 580825"/>
                <a:gd name="connsiteY61" fmla="*/ 261405 h 575701"/>
                <a:gd name="connsiteX62" fmla="*/ 536910 w 580825"/>
                <a:gd name="connsiteY62" fmla="*/ 261405 h 575701"/>
                <a:gd name="connsiteX63" fmla="*/ 563008 w 580825"/>
                <a:gd name="connsiteY63" fmla="*/ 235301 h 575701"/>
                <a:gd name="connsiteX64" fmla="*/ 563008 w 580825"/>
                <a:gd name="connsiteY64" fmla="*/ 43914 h 575701"/>
                <a:gd name="connsiteX65" fmla="*/ 536910 w 580825"/>
                <a:gd name="connsiteY65" fmla="*/ 17809 h 575701"/>
                <a:gd name="connsiteX66" fmla="*/ 233493 w 580825"/>
                <a:gd name="connsiteY66" fmla="*/ 17809 h 575701"/>
                <a:gd name="connsiteX67" fmla="*/ 207396 w 580825"/>
                <a:gd name="connsiteY67" fmla="*/ 43914 h 575701"/>
                <a:gd name="connsiteX68" fmla="*/ 207396 w 580825"/>
                <a:gd name="connsiteY68" fmla="*/ 235301 h 575701"/>
                <a:gd name="connsiteX69" fmla="*/ 233493 w 580825"/>
                <a:gd name="connsiteY69" fmla="*/ 261405 h 575701"/>
                <a:gd name="connsiteX70" fmla="*/ 269276 w 580825"/>
                <a:gd name="connsiteY70" fmla="*/ 261405 h 575701"/>
                <a:gd name="connsiteX71" fmla="*/ 278185 w 580825"/>
                <a:gd name="connsiteY71" fmla="*/ 270314 h 575701"/>
                <a:gd name="connsiteX72" fmla="*/ 278185 w 580825"/>
                <a:gd name="connsiteY72" fmla="*/ 333933 h 575701"/>
                <a:gd name="connsiteX73" fmla="*/ 306869 w 580825"/>
                <a:gd name="connsiteY73" fmla="*/ 301500 h 575701"/>
                <a:gd name="connsiteX74" fmla="*/ 319444 w 580825"/>
                <a:gd name="connsiteY74" fmla="*/ 300727 h 575701"/>
                <a:gd name="connsiteX75" fmla="*/ 320218 w 580825"/>
                <a:gd name="connsiteY75" fmla="*/ 313302 h 575701"/>
                <a:gd name="connsiteX76" fmla="*/ 275947 w 580825"/>
                <a:gd name="connsiteY76" fmla="*/ 363352 h 575701"/>
                <a:gd name="connsiteX77" fmla="*/ 269280 w 580825"/>
                <a:gd name="connsiteY77" fmla="*/ 366356 h 575701"/>
                <a:gd name="connsiteX78" fmla="*/ 260368 w 580825"/>
                <a:gd name="connsiteY78" fmla="*/ 357451 h 575701"/>
                <a:gd name="connsiteX79" fmla="*/ 260368 w 580825"/>
                <a:gd name="connsiteY79" fmla="*/ 279222 h 575701"/>
                <a:gd name="connsiteX80" fmla="*/ 233493 w 580825"/>
                <a:gd name="connsiteY80" fmla="*/ 279222 h 575701"/>
                <a:gd name="connsiteX81" fmla="*/ 189579 w 580825"/>
                <a:gd name="connsiteY81" fmla="*/ 235301 h 575701"/>
                <a:gd name="connsiteX82" fmla="*/ 189579 w 580825"/>
                <a:gd name="connsiteY82" fmla="*/ 43922 h 575701"/>
                <a:gd name="connsiteX83" fmla="*/ 233493 w 580825"/>
                <a:gd name="connsiteY83" fmla="*/ 0 h 575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80825" h="575701">
                  <a:moveTo>
                    <a:pt x="73606" y="192276"/>
                  </a:moveTo>
                  <a:cubicBezTo>
                    <a:pt x="92521" y="186860"/>
                    <a:pt x="108698" y="195804"/>
                    <a:pt x="118020" y="216792"/>
                  </a:cubicBezTo>
                  <a:lnTo>
                    <a:pt x="147859" y="283968"/>
                  </a:lnTo>
                  <a:cubicBezTo>
                    <a:pt x="158720" y="312766"/>
                    <a:pt x="141744" y="329279"/>
                    <a:pt x="130513" y="340197"/>
                  </a:cubicBezTo>
                  <a:cubicBezTo>
                    <a:pt x="125068" y="345499"/>
                    <a:pt x="119915" y="350509"/>
                    <a:pt x="120079" y="354243"/>
                  </a:cubicBezTo>
                  <a:cubicBezTo>
                    <a:pt x="120571" y="361719"/>
                    <a:pt x="143954" y="393604"/>
                    <a:pt x="158385" y="409689"/>
                  </a:cubicBezTo>
                  <a:cubicBezTo>
                    <a:pt x="173137" y="426080"/>
                    <a:pt x="220836" y="463381"/>
                    <a:pt x="244724" y="469203"/>
                  </a:cubicBezTo>
                  <a:cubicBezTo>
                    <a:pt x="249706" y="470329"/>
                    <a:pt x="257239" y="461471"/>
                    <a:pt x="261308" y="456682"/>
                  </a:cubicBezTo>
                  <a:cubicBezTo>
                    <a:pt x="262598" y="455157"/>
                    <a:pt x="263767" y="453781"/>
                    <a:pt x="264807" y="452684"/>
                  </a:cubicBezTo>
                  <a:cubicBezTo>
                    <a:pt x="268513" y="448736"/>
                    <a:pt x="271642" y="445229"/>
                    <a:pt x="274378" y="442158"/>
                  </a:cubicBezTo>
                  <a:cubicBezTo>
                    <a:pt x="290192" y="424484"/>
                    <a:pt x="298189" y="417214"/>
                    <a:pt x="322127" y="430042"/>
                  </a:cubicBezTo>
                  <a:lnTo>
                    <a:pt x="389210" y="465989"/>
                  </a:lnTo>
                  <a:cubicBezTo>
                    <a:pt x="398265" y="471298"/>
                    <a:pt x="403574" y="481239"/>
                    <a:pt x="402950" y="491716"/>
                  </a:cubicBezTo>
                  <a:cubicBezTo>
                    <a:pt x="402394" y="516624"/>
                    <a:pt x="376382" y="549970"/>
                    <a:pt x="354368" y="562028"/>
                  </a:cubicBezTo>
                  <a:cubicBezTo>
                    <a:pt x="337184" y="571268"/>
                    <a:pt x="317926" y="575970"/>
                    <a:pt x="298417" y="575690"/>
                  </a:cubicBezTo>
                  <a:cubicBezTo>
                    <a:pt x="289244" y="575655"/>
                    <a:pt x="280093" y="574822"/>
                    <a:pt x="271065" y="573203"/>
                  </a:cubicBezTo>
                  <a:cubicBezTo>
                    <a:pt x="266217" y="572352"/>
                    <a:pt x="262977" y="567734"/>
                    <a:pt x="263827" y="562887"/>
                  </a:cubicBezTo>
                  <a:cubicBezTo>
                    <a:pt x="264678" y="558040"/>
                    <a:pt x="269296" y="554799"/>
                    <a:pt x="274143" y="555650"/>
                  </a:cubicBezTo>
                  <a:cubicBezTo>
                    <a:pt x="298385" y="560937"/>
                    <a:pt x="323709" y="557663"/>
                    <a:pt x="345809" y="546385"/>
                  </a:cubicBezTo>
                  <a:cubicBezTo>
                    <a:pt x="362813" y="537063"/>
                    <a:pt x="384742" y="509255"/>
                    <a:pt x="385148" y="491296"/>
                  </a:cubicBezTo>
                  <a:cubicBezTo>
                    <a:pt x="385683" y="487363"/>
                    <a:pt x="383803" y="483493"/>
                    <a:pt x="380380" y="481483"/>
                  </a:cubicBezTo>
                  <a:lnTo>
                    <a:pt x="313717" y="445750"/>
                  </a:lnTo>
                  <a:cubicBezTo>
                    <a:pt x="301153" y="439008"/>
                    <a:pt x="301146" y="438993"/>
                    <a:pt x="287712" y="454052"/>
                  </a:cubicBezTo>
                  <a:cubicBezTo>
                    <a:pt x="284883" y="457216"/>
                    <a:pt x="281655" y="460844"/>
                    <a:pt x="277828" y="464913"/>
                  </a:cubicBezTo>
                  <a:cubicBezTo>
                    <a:pt x="276972" y="465832"/>
                    <a:pt x="275996" y="466980"/>
                    <a:pt x="274920" y="468248"/>
                  </a:cubicBezTo>
                  <a:cubicBezTo>
                    <a:pt x="267900" y="476515"/>
                    <a:pt x="256205" y="490405"/>
                    <a:pt x="240527" y="486535"/>
                  </a:cubicBezTo>
                  <a:cubicBezTo>
                    <a:pt x="212619" y="479708"/>
                    <a:pt x="161963" y="440333"/>
                    <a:pt x="145122" y="421604"/>
                  </a:cubicBezTo>
                  <a:cubicBezTo>
                    <a:pt x="144581" y="421006"/>
                    <a:pt x="103054" y="373927"/>
                    <a:pt x="102256" y="354999"/>
                  </a:cubicBezTo>
                  <a:cubicBezTo>
                    <a:pt x="101764" y="343297"/>
                    <a:pt x="110059" y="335237"/>
                    <a:pt x="118077" y="327433"/>
                  </a:cubicBezTo>
                  <a:cubicBezTo>
                    <a:pt x="128717" y="317106"/>
                    <a:pt x="137910" y="308134"/>
                    <a:pt x="131354" y="290738"/>
                  </a:cubicBezTo>
                  <a:lnTo>
                    <a:pt x="101735" y="224047"/>
                  </a:lnTo>
                  <a:cubicBezTo>
                    <a:pt x="94224" y="207142"/>
                    <a:pt x="84859" y="207605"/>
                    <a:pt x="78495" y="209430"/>
                  </a:cubicBezTo>
                  <a:cubicBezTo>
                    <a:pt x="49974" y="217547"/>
                    <a:pt x="13899" y="275195"/>
                    <a:pt x="18140" y="305782"/>
                  </a:cubicBezTo>
                  <a:cubicBezTo>
                    <a:pt x="29535" y="387518"/>
                    <a:pt x="133905" y="502991"/>
                    <a:pt x="232887" y="543392"/>
                  </a:cubicBezTo>
                  <a:cubicBezTo>
                    <a:pt x="232995" y="543433"/>
                    <a:pt x="233102" y="543477"/>
                    <a:pt x="233209" y="543523"/>
                  </a:cubicBezTo>
                  <a:cubicBezTo>
                    <a:pt x="237726" y="545472"/>
                    <a:pt x="239809" y="550714"/>
                    <a:pt x="237860" y="555231"/>
                  </a:cubicBezTo>
                  <a:cubicBezTo>
                    <a:pt x="235912" y="559749"/>
                    <a:pt x="230670" y="561831"/>
                    <a:pt x="226152" y="559883"/>
                  </a:cubicBezTo>
                  <a:cubicBezTo>
                    <a:pt x="122289" y="517494"/>
                    <a:pt x="12602" y="395186"/>
                    <a:pt x="487" y="308241"/>
                  </a:cubicBezTo>
                  <a:cubicBezTo>
                    <a:pt x="-4986" y="268923"/>
                    <a:pt x="36705" y="202809"/>
                    <a:pt x="73606" y="192276"/>
                  </a:cubicBezTo>
                  <a:close/>
                  <a:moveTo>
                    <a:pt x="479527" y="115957"/>
                  </a:moveTo>
                  <a:cubicBezTo>
                    <a:pt x="494283" y="115957"/>
                    <a:pt x="506245" y="127919"/>
                    <a:pt x="506245" y="142675"/>
                  </a:cubicBezTo>
                  <a:cubicBezTo>
                    <a:pt x="506229" y="157425"/>
                    <a:pt x="494276" y="169378"/>
                    <a:pt x="479527" y="169394"/>
                  </a:cubicBezTo>
                  <a:cubicBezTo>
                    <a:pt x="464770" y="169394"/>
                    <a:pt x="452808" y="157432"/>
                    <a:pt x="452808" y="142675"/>
                  </a:cubicBezTo>
                  <a:cubicBezTo>
                    <a:pt x="452808" y="127919"/>
                    <a:pt x="464770" y="115957"/>
                    <a:pt x="479527" y="115957"/>
                  </a:cubicBezTo>
                  <a:close/>
                  <a:moveTo>
                    <a:pt x="385199" y="115957"/>
                  </a:moveTo>
                  <a:cubicBezTo>
                    <a:pt x="399955" y="115957"/>
                    <a:pt x="411917" y="127919"/>
                    <a:pt x="411917" y="142675"/>
                  </a:cubicBezTo>
                  <a:cubicBezTo>
                    <a:pt x="411901" y="157425"/>
                    <a:pt x="399948" y="169378"/>
                    <a:pt x="385199" y="169394"/>
                  </a:cubicBezTo>
                  <a:cubicBezTo>
                    <a:pt x="370442" y="169394"/>
                    <a:pt x="358480" y="157432"/>
                    <a:pt x="358480" y="142675"/>
                  </a:cubicBezTo>
                  <a:cubicBezTo>
                    <a:pt x="358480" y="127919"/>
                    <a:pt x="370442" y="115957"/>
                    <a:pt x="385199" y="115957"/>
                  </a:cubicBezTo>
                  <a:close/>
                  <a:moveTo>
                    <a:pt x="290864" y="115957"/>
                  </a:moveTo>
                  <a:cubicBezTo>
                    <a:pt x="305620" y="115957"/>
                    <a:pt x="317582" y="127919"/>
                    <a:pt x="317582" y="142675"/>
                  </a:cubicBezTo>
                  <a:cubicBezTo>
                    <a:pt x="317582" y="157432"/>
                    <a:pt x="305620" y="169394"/>
                    <a:pt x="290864" y="169394"/>
                  </a:cubicBezTo>
                  <a:cubicBezTo>
                    <a:pt x="276107" y="169394"/>
                    <a:pt x="264145" y="157432"/>
                    <a:pt x="264145" y="142675"/>
                  </a:cubicBezTo>
                  <a:cubicBezTo>
                    <a:pt x="264161" y="127925"/>
                    <a:pt x="276113" y="115973"/>
                    <a:pt x="290864" y="115957"/>
                  </a:cubicBezTo>
                  <a:close/>
                  <a:moveTo>
                    <a:pt x="233493" y="0"/>
                  </a:moveTo>
                  <a:lnTo>
                    <a:pt x="536910" y="0"/>
                  </a:lnTo>
                  <a:cubicBezTo>
                    <a:pt x="561151" y="31"/>
                    <a:pt x="580793" y="19674"/>
                    <a:pt x="580825" y="43914"/>
                  </a:cubicBezTo>
                  <a:lnTo>
                    <a:pt x="580825" y="235301"/>
                  </a:lnTo>
                  <a:cubicBezTo>
                    <a:pt x="580797" y="259544"/>
                    <a:pt x="561153" y="279191"/>
                    <a:pt x="536910" y="279222"/>
                  </a:cubicBezTo>
                  <a:lnTo>
                    <a:pt x="346365" y="279222"/>
                  </a:lnTo>
                  <a:cubicBezTo>
                    <a:pt x="341445" y="279222"/>
                    <a:pt x="337457" y="275234"/>
                    <a:pt x="337457" y="270314"/>
                  </a:cubicBezTo>
                  <a:cubicBezTo>
                    <a:pt x="337457" y="265394"/>
                    <a:pt x="341445" y="261405"/>
                    <a:pt x="346365" y="261405"/>
                  </a:cubicBezTo>
                  <a:lnTo>
                    <a:pt x="536910" y="261405"/>
                  </a:lnTo>
                  <a:cubicBezTo>
                    <a:pt x="551320" y="261390"/>
                    <a:pt x="562996" y="249710"/>
                    <a:pt x="563008" y="235301"/>
                  </a:cubicBezTo>
                  <a:lnTo>
                    <a:pt x="563008" y="43914"/>
                  </a:lnTo>
                  <a:cubicBezTo>
                    <a:pt x="562996" y="29505"/>
                    <a:pt x="551320" y="17825"/>
                    <a:pt x="536910" y="17809"/>
                  </a:cubicBezTo>
                  <a:lnTo>
                    <a:pt x="233493" y="17809"/>
                  </a:lnTo>
                  <a:cubicBezTo>
                    <a:pt x="219084" y="17825"/>
                    <a:pt x="207407" y="29505"/>
                    <a:pt x="207396" y="43914"/>
                  </a:cubicBezTo>
                  <a:lnTo>
                    <a:pt x="207396" y="235301"/>
                  </a:lnTo>
                  <a:cubicBezTo>
                    <a:pt x="207407" y="249710"/>
                    <a:pt x="219084" y="261390"/>
                    <a:pt x="233493" y="261405"/>
                  </a:cubicBezTo>
                  <a:lnTo>
                    <a:pt x="269276" y="261405"/>
                  </a:lnTo>
                  <a:cubicBezTo>
                    <a:pt x="274196" y="261405"/>
                    <a:pt x="278185" y="265394"/>
                    <a:pt x="278185" y="270314"/>
                  </a:cubicBezTo>
                  <a:lnTo>
                    <a:pt x="278185" y="333933"/>
                  </a:lnTo>
                  <a:lnTo>
                    <a:pt x="306869" y="301500"/>
                  </a:lnTo>
                  <a:cubicBezTo>
                    <a:pt x="310128" y="297814"/>
                    <a:pt x="315758" y="297468"/>
                    <a:pt x="319444" y="300727"/>
                  </a:cubicBezTo>
                  <a:cubicBezTo>
                    <a:pt x="323130" y="303986"/>
                    <a:pt x="323477" y="309616"/>
                    <a:pt x="320218" y="313302"/>
                  </a:cubicBezTo>
                  <a:lnTo>
                    <a:pt x="275947" y="363352"/>
                  </a:lnTo>
                  <a:cubicBezTo>
                    <a:pt x="274257" y="365261"/>
                    <a:pt x="271830" y="366355"/>
                    <a:pt x="269280" y="366356"/>
                  </a:cubicBezTo>
                  <a:cubicBezTo>
                    <a:pt x="264360" y="366358"/>
                    <a:pt x="260370" y="362371"/>
                    <a:pt x="260368" y="357451"/>
                  </a:cubicBezTo>
                  <a:lnTo>
                    <a:pt x="260368" y="279222"/>
                  </a:lnTo>
                  <a:lnTo>
                    <a:pt x="233493" y="279222"/>
                  </a:lnTo>
                  <a:cubicBezTo>
                    <a:pt x="209250" y="279191"/>
                    <a:pt x="189606" y="259544"/>
                    <a:pt x="189579" y="235301"/>
                  </a:cubicBezTo>
                  <a:lnTo>
                    <a:pt x="189579" y="43922"/>
                  </a:lnTo>
                  <a:cubicBezTo>
                    <a:pt x="189606" y="19679"/>
                    <a:pt x="209250" y="31"/>
                    <a:pt x="233493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37" name="Group 244">
            <a:extLst>
              <a:ext uri="{FF2B5EF4-FFF2-40B4-BE49-F238E27FC236}">
                <a16:creationId xmlns:a16="http://schemas.microsoft.com/office/drawing/2014/main" id="{B556E312-13F1-F543-91D8-2826D64C203B}"/>
              </a:ext>
            </a:extLst>
          </p:cNvPr>
          <p:cNvGrpSpPr/>
          <p:nvPr/>
        </p:nvGrpSpPr>
        <p:grpSpPr>
          <a:xfrm>
            <a:off x="9876629" y="4090209"/>
            <a:ext cx="580851" cy="455163"/>
            <a:chOff x="9876629" y="4090209"/>
            <a:chExt cx="580851" cy="455163"/>
          </a:xfrm>
          <a:noFill/>
        </p:grpSpPr>
        <p:sp>
          <p:nvSpPr>
            <p:cNvPr id="238" name="Freeform: Shape 212">
              <a:extLst>
                <a:ext uri="{FF2B5EF4-FFF2-40B4-BE49-F238E27FC236}">
                  <a16:creationId xmlns:a16="http://schemas.microsoft.com/office/drawing/2014/main" id="{E724B52D-A0A1-7463-A091-5CB8E31E1D28}"/>
                </a:ext>
              </a:extLst>
            </p:cNvPr>
            <p:cNvSpPr/>
            <p:nvPr/>
          </p:nvSpPr>
          <p:spPr>
            <a:xfrm>
              <a:off x="9885536" y="4099117"/>
              <a:ext cx="298130" cy="278261"/>
            </a:xfrm>
            <a:custGeom>
              <a:avLst/>
              <a:gdLst>
                <a:gd name="connsiteX0" fmla="*/ 27951 w 298130"/>
                <a:gd name="connsiteY0" fmla="*/ 0 h 278260"/>
                <a:gd name="connsiteX1" fmla="*/ 270179 w 298130"/>
                <a:gd name="connsiteY1" fmla="*/ 0 h 278260"/>
                <a:gd name="connsiteX2" fmla="*/ 298130 w 298130"/>
                <a:gd name="connsiteY2" fmla="*/ 27951 h 278260"/>
                <a:gd name="connsiteX3" fmla="*/ 298130 w 298130"/>
                <a:gd name="connsiteY3" fmla="*/ 119172 h 278260"/>
                <a:gd name="connsiteX4" fmla="*/ 254058 w 298130"/>
                <a:gd name="connsiteY4" fmla="*/ 119172 h 278260"/>
                <a:gd name="connsiteX5" fmla="*/ 222102 w 298130"/>
                <a:gd name="connsiteY5" fmla="*/ 151128 h 278260"/>
                <a:gd name="connsiteX6" fmla="*/ 222102 w 298130"/>
                <a:gd name="connsiteY6" fmla="*/ 208697 h 278260"/>
                <a:gd name="connsiteX7" fmla="*/ 118060 w 298130"/>
                <a:gd name="connsiteY7" fmla="*/ 208697 h 278260"/>
                <a:gd name="connsiteX8" fmla="*/ 56521 w 298130"/>
                <a:gd name="connsiteY8" fmla="*/ 278260 h 278260"/>
                <a:gd name="connsiteX9" fmla="*/ 56521 w 298130"/>
                <a:gd name="connsiteY9" fmla="*/ 208697 h 278260"/>
                <a:gd name="connsiteX10" fmla="*/ 27951 w 298130"/>
                <a:gd name="connsiteY10" fmla="*/ 208697 h 278260"/>
                <a:gd name="connsiteX11" fmla="*/ 0 w 298130"/>
                <a:gd name="connsiteY11" fmla="*/ 180746 h 278260"/>
                <a:gd name="connsiteX12" fmla="*/ 0 w 298130"/>
                <a:gd name="connsiteY12" fmla="*/ 27951 h 278260"/>
                <a:gd name="connsiteX13" fmla="*/ 27951 w 298130"/>
                <a:gd name="connsiteY13" fmla="*/ 0 h 27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8130" h="278260">
                  <a:moveTo>
                    <a:pt x="27951" y="0"/>
                  </a:moveTo>
                  <a:lnTo>
                    <a:pt x="270179" y="0"/>
                  </a:lnTo>
                  <a:cubicBezTo>
                    <a:pt x="285616" y="0"/>
                    <a:pt x="298130" y="12514"/>
                    <a:pt x="298130" y="27951"/>
                  </a:cubicBezTo>
                  <a:lnTo>
                    <a:pt x="298130" y="119172"/>
                  </a:lnTo>
                  <a:lnTo>
                    <a:pt x="254058" y="119172"/>
                  </a:lnTo>
                  <a:cubicBezTo>
                    <a:pt x="236409" y="119172"/>
                    <a:pt x="222102" y="133479"/>
                    <a:pt x="222102" y="151128"/>
                  </a:cubicBezTo>
                  <a:lnTo>
                    <a:pt x="222102" y="208697"/>
                  </a:lnTo>
                  <a:lnTo>
                    <a:pt x="118060" y="208697"/>
                  </a:lnTo>
                  <a:lnTo>
                    <a:pt x="56521" y="278260"/>
                  </a:lnTo>
                  <a:lnTo>
                    <a:pt x="56521" y="208697"/>
                  </a:lnTo>
                  <a:lnTo>
                    <a:pt x="27951" y="208697"/>
                  </a:lnTo>
                  <a:cubicBezTo>
                    <a:pt x="12514" y="208697"/>
                    <a:pt x="0" y="196183"/>
                    <a:pt x="0" y="180746"/>
                  </a:cubicBezTo>
                  <a:lnTo>
                    <a:pt x="0" y="27951"/>
                  </a:lnTo>
                  <a:cubicBezTo>
                    <a:pt x="0" y="12514"/>
                    <a:pt x="12514" y="0"/>
                    <a:pt x="27951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" name="Freeform: Shape 213">
              <a:extLst>
                <a:ext uri="{FF2B5EF4-FFF2-40B4-BE49-F238E27FC236}">
                  <a16:creationId xmlns:a16="http://schemas.microsoft.com/office/drawing/2014/main" id="{5DAC55FC-C296-71D0-5D26-244163CEED23}"/>
                </a:ext>
              </a:extLst>
            </p:cNvPr>
            <p:cNvSpPr/>
            <p:nvPr/>
          </p:nvSpPr>
          <p:spPr>
            <a:xfrm>
              <a:off x="9876629" y="4090209"/>
              <a:ext cx="580851" cy="455163"/>
            </a:xfrm>
            <a:custGeom>
              <a:avLst/>
              <a:gdLst>
                <a:gd name="connsiteX0" fmla="*/ 401459 w 580851"/>
                <a:gd name="connsiteY0" fmla="*/ 225031 h 455162"/>
                <a:gd name="connsiteX1" fmla="*/ 426623 w 580851"/>
                <a:gd name="connsiteY1" fmla="*/ 250196 h 455162"/>
                <a:gd name="connsiteX2" fmla="*/ 401459 w 580851"/>
                <a:gd name="connsiteY2" fmla="*/ 275360 h 455162"/>
                <a:gd name="connsiteX3" fmla="*/ 376294 w 580851"/>
                <a:gd name="connsiteY3" fmla="*/ 250196 h 455162"/>
                <a:gd name="connsiteX4" fmla="*/ 401459 w 580851"/>
                <a:gd name="connsiteY4" fmla="*/ 225031 h 455162"/>
                <a:gd name="connsiteX5" fmla="*/ 315354 w 580851"/>
                <a:gd name="connsiteY5" fmla="*/ 225031 h 455162"/>
                <a:gd name="connsiteX6" fmla="*/ 340511 w 580851"/>
                <a:gd name="connsiteY6" fmla="*/ 250196 h 455162"/>
                <a:gd name="connsiteX7" fmla="*/ 315347 w 580851"/>
                <a:gd name="connsiteY7" fmla="*/ 275360 h 455162"/>
                <a:gd name="connsiteX8" fmla="*/ 290182 w 580851"/>
                <a:gd name="connsiteY8" fmla="*/ 250196 h 455162"/>
                <a:gd name="connsiteX9" fmla="*/ 315354 w 580851"/>
                <a:gd name="connsiteY9" fmla="*/ 225031 h 455162"/>
                <a:gd name="connsiteX10" fmla="*/ 487577 w 580851"/>
                <a:gd name="connsiteY10" fmla="*/ 225003 h 455162"/>
                <a:gd name="connsiteX11" fmla="*/ 512741 w 580851"/>
                <a:gd name="connsiteY11" fmla="*/ 250168 h 455162"/>
                <a:gd name="connsiteX12" fmla="*/ 487577 w 580851"/>
                <a:gd name="connsiteY12" fmla="*/ 275332 h 455162"/>
                <a:gd name="connsiteX13" fmla="*/ 462412 w 580851"/>
                <a:gd name="connsiteY13" fmla="*/ 250168 h 455162"/>
                <a:gd name="connsiteX14" fmla="*/ 487577 w 580851"/>
                <a:gd name="connsiteY14" fmla="*/ 225003 h 455162"/>
                <a:gd name="connsiteX15" fmla="*/ 36859 w 580851"/>
                <a:gd name="connsiteY15" fmla="*/ 0 h 455162"/>
                <a:gd name="connsiteX16" fmla="*/ 279087 w 580851"/>
                <a:gd name="connsiteY16" fmla="*/ 0 h 455162"/>
                <a:gd name="connsiteX17" fmla="*/ 315947 w 580851"/>
                <a:gd name="connsiteY17" fmla="*/ 36859 h 455162"/>
                <a:gd name="connsiteX18" fmla="*/ 315947 w 580851"/>
                <a:gd name="connsiteY18" fmla="*/ 86232 h 455162"/>
                <a:gd name="connsiteX19" fmla="*/ 307038 w 580851"/>
                <a:gd name="connsiteY19" fmla="*/ 95141 h 455162"/>
                <a:gd name="connsiteX20" fmla="*/ 298130 w 580851"/>
                <a:gd name="connsiteY20" fmla="*/ 86232 h 455162"/>
                <a:gd name="connsiteX21" fmla="*/ 298130 w 580851"/>
                <a:gd name="connsiteY21" fmla="*/ 36859 h 455162"/>
                <a:gd name="connsiteX22" fmla="*/ 279087 w 580851"/>
                <a:gd name="connsiteY22" fmla="*/ 17817 h 455162"/>
                <a:gd name="connsiteX23" fmla="*/ 36859 w 580851"/>
                <a:gd name="connsiteY23" fmla="*/ 17817 h 455162"/>
                <a:gd name="connsiteX24" fmla="*/ 17817 w 580851"/>
                <a:gd name="connsiteY24" fmla="*/ 36859 h 455162"/>
                <a:gd name="connsiteX25" fmla="*/ 17817 w 580851"/>
                <a:gd name="connsiteY25" fmla="*/ 189654 h 455162"/>
                <a:gd name="connsiteX26" fmla="*/ 36859 w 580851"/>
                <a:gd name="connsiteY26" fmla="*/ 208697 h 455162"/>
                <a:gd name="connsiteX27" fmla="*/ 65430 w 580851"/>
                <a:gd name="connsiteY27" fmla="*/ 208697 h 455162"/>
                <a:gd name="connsiteX28" fmla="*/ 74338 w 580851"/>
                <a:gd name="connsiteY28" fmla="*/ 217605 h 455162"/>
                <a:gd name="connsiteX29" fmla="*/ 74338 w 580851"/>
                <a:gd name="connsiteY29" fmla="*/ 263658 h 455162"/>
                <a:gd name="connsiteX30" fmla="*/ 120291 w 580851"/>
                <a:gd name="connsiteY30" fmla="*/ 211704 h 455162"/>
                <a:gd name="connsiteX31" fmla="*/ 126961 w 580851"/>
                <a:gd name="connsiteY31" fmla="*/ 208697 h 455162"/>
                <a:gd name="connsiteX32" fmla="*/ 222102 w 580851"/>
                <a:gd name="connsiteY32" fmla="*/ 208697 h 455162"/>
                <a:gd name="connsiteX33" fmla="*/ 222102 w 580851"/>
                <a:gd name="connsiteY33" fmla="*/ 160036 h 455162"/>
                <a:gd name="connsiteX34" fmla="*/ 262966 w 580851"/>
                <a:gd name="connsiteY34" fmla="*/ 119172 h 455162"/>
                <a:gd name="connsiteX35" fmla="*/ 539959 w 580851"/>
                <a:gd name="connsiteY35" fmla="*/ 119172 h 455162"/>
                <a:gd name="connsiteX36" fmla="*/ 580851 w 580851"/>
                <a:gd name="connsiteY36" fmla="*/ 160036 h 455162"/>
                <a:gd name="connsiteX37" fmla="*/ 580851 w 580851"/>
                <a:gd name="connsiteY37" fmla="*/ 334754 h 455162"/>
                <a:gd name="connsiteX38" fmla="*/ 539987 w 580851"/>
                <a:gd name="connsiteY38" fmla="*/ 375625 h 455162"/>
                <a:gd name="connsiteX39" fmla="*/ 516227 w 580851"/>
                <a:gd name="connsiteY39" fmla="*/ 375625 h 455162"/>
                <a:gd name="connsiteX40" fmla="*/ 516227 w 580851"/>
                <a:gd name="connsiteY40" fmla="*/ 446257 h 455162"/>
                <a:gd name="connsiteX41" fmla="*/ 513223 w 580851"/>
                <a:gd name="connsiteY41" fmla="*/ 452925 h 455162"/>
                <a:gd name="connsiteX42" fmla="*/ 500648 w 580851"/>
                <a:gd name="connsiteY42" fmla="*/ 452158 h 455162"/>
                <a:gd name="connsiteX43" fmla="*/ 461751 w 580851"/>
                <a:gd name="connsiteY43" fmla="*/ 408230 h 455162"/>
                <a:gd name="connsiteX44" fmla="*/ 462524 w 580851"/>
                <a:gd name="connsiteY44" fmla="*/ 395655 h 455162"/>
                <a:gd name="connsiteX45" fmla="*/ 475099 w 580851"/>
                <a:gd name="connsiteY45" fmla="*/ 396428 h 455162"/>
                <a:gd name="connsiteX46" fmla="*/ 498382 w 580851"/>
                <a:gd name="connsiteY46" fmla="*/ 422747 h 455162"/>
                <a:gd name="connsiteX47" fmla="*/ 498382 w 580851"/>
                <a:gd name="connsiteY47" fmla="*/ 366717 h 455162"/>
                <a:gd name="connsiteX48" fmla="*/ 507290 w 580851"/>
                <a:gd name="connsiteY48" fmla="*/ 357809 h 455162"/>
                <a:gd name="connsiteX49" fmla="*/ 539959 w 580851"/>
                <a:gd name="connsiteY49" fmla="*/ 357809 h 455162"/>
                <a:gd name="connsiteX50" fmla="*/ 563006 w 580851"/>
                <a:gd name="connsiteY50" fmla="*/ 334754 h 455162"/>
                <a:gd name="connsiteX51" fmla="*/ 563006 w 580851"/>
                <a:gd name="connsiteY51" fmla="*/ 160036 h 455162"/>
                <a:gd name="connsiteX52" fmla="*/ 539959 w 580851"/>
                <a:gd name="connsiteY52" fmla="*/ 136988 h 455162"/>
                <a:gd name="connsiteX53" fmla="*/ 262966 w 580851"/>
                <a:gd name="connsiteY53" fmla="*/ 136988 h 455162"/>
                <a:gd name="connsiteX54" fmla="*/ 239919 w 580851"/>
                <a:gd name="connsiteY54" fmla="*/ 160036 h 455162"/>
                <a:gd name="connsiteX55" fmla="*/ 239919 w 580851"/>
                <a:gd name="connsiteY55" fmla="*/ 334754 h 455162"/>
                <a:gd name="connsiteX56" fmla="*/ 262966 w 580851"/>
                <a:gd name="connsiteY56" fmla="*/ 357809 h 455162"/>
                <a:gd name="connsiteX57" fmla="*/ 436922 w 580851"/>
                <a:gd name="connsiteY57" fmla="*/ 357809 h 455162"/>
                <a:gd name="connsiteX58" fmla="*/ 445830 w 580851"/>
                <a:gd name="connsiteY58" fmla="*/ 366717 h 455162"/>
                <a:gd name="connsiteX59" fmla="*/ 436922 w 580851"/>
                <a:gd name="connsiteY59" fmla="*/ 375625 h 455162"/>
                <a:gd name="connsiteX60" fmla="*/ 262966 w 580851"/>
                <a:gd name="connsiteY60" fmla="*/ 375625 h 455162"/>
                <a:gd name="connsiteX61" fmla="*/ 222102 w 580851"/>
                <a:gd name="connsiteY61" fmla="*/ 334754 h 455162"/>
                <a:gd name="connsiteX62" fmla="*/ 222102 w 580851"/>
                <a:gd name="connsiteY62" fmla="*/ 226514 h 455162"/>
                <a:gd name="connsiteX63" fmla="*/ 130981 w 580851"/>
                <a:gd name="connsiteY63" fmla="*/ 226514 h 455162"/>
                <a:gd name="connsiteX64" fmla="*/ 72100 w 580851"/>
                <a:gd name="connsiteY64" fmla="*/ 293070 h 455162"/>
                <a:gd name="connsiteX65" fmla="*/ 65433 w 580851"/>
                <a:gd name="connsiteY65" fmla="*/ 296074 h 455162"/>
                <a:gd name="connsiteX66" fmla="*/ 56521 w 580851"/>
                <a:gd name="connsiteY66" fmla="*/ 287169 h 455162"/>
                <a:gd name="connsiteX67" fmla="*/ 56521 w 580851"/>
                <a:gd name="connsiteY67" fmla="*/ 226514 h 455162"/>
                <a:gd name="connsiteX68" fmla="*/ 36859 w 580851"/>
                <a:gd name="connsiteY68" fmla="*/ 226514 h 455162"/>
                <a:gd name="connsiteX69" fmla="*/ 0 w 580851"/>
                <a:gd name="connsiteY69" fmla="*/ 189654 h 455162"/>
                <a:gd name="connsiteX70" fmla="*/ 0 w 580851"/>
                <a:gd name="connsiteY70" fmla="*/ 36859 h 455162"/>
                <a:gd name="connsiteX71" fmla="*/ 36859 w 580851"/>
                <a:gd name="connsiteY71" fmla="*/ 0 h 455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580851" h="455162">
                  <a:moveTo>
                    <a:pt x="401459" y="225031"/>
                  </a:moveTo>
                  <a:cubicBezTo>
                    <a:pt x="415357" y="225031"/>
                    <a:pt x="426623" y="236297"/>
                    <a:pt x="426623" y="250196"/>
                  </a:cubicBezTo>
                  <a:cubicBezTo>
                    <a:pt x="426623" y="264094"/>
                    <a:pt x="415357" y="275360"/>
                    <a:pt x="401459" y="275360"/>
                  </a:cubicBezTo>
                  <a:cubicBezTo>
                    <a:pt x="387560" y="275360"/>
                    <a:pt x="376294" y="264094"/>
                    <a:pt x="376294" y="250196"/>
                  </a:cubicBezTo>
                  <a:cubicBezTo>
                    <a:pt x="376310" y="236304"/>
                    <a:pt x="387567" y="225047"/>
                    <a:pt x="401459" y="225031"/>
                  </a:cubicBezTo>
                  <a:close/>
                  <a:moveTo>
                    <a:pt x="315354" y="225031"/>
                  </a:moveTo>
                  <a:cubicBezTo>
                    <a:pt x="329249" y="225035"/>
                    <a:pt x="340511" y="236300"/>
                    <a:pt x="340511" y="250196"/>
                  </a:cubicBezTo>
                  <a:cubicBezTo>
                    <a:pt x="340511" y="264094"/>
                    <a:pt x="329245" y="275360"/>
                    <a:pt x="315347" y="275360"/>
                  </a:cubicBezTo>
                  <a:cubicBezTo>
                    <a:pt x="301448" y="275360"/>
                    <a:pt x="290182" y="264094"/>
                    <a:pt x="290182" y="250196"/>
                  </a:cubicBezTo>
                  <a:cubicBezTo>
                    <a:pt x="290198" y="236301"/>
                    <a:pt x="301459" y="225043"/>
                    <a:pt x="315354" y="225031"/>
                  </a:cubicBezTo>
                  <a:close/>
                  <a:moveTo>
                    <a:pt x="487577" y="225003"/>
                  </a:moveTo>
                  <a:cubicBezTo>
                    <a:pt x="501475" y="225003"/>
                    <a:pt x="512741" y="236269"/>
                    <a:pt x="512741" y="250168"/>
                  </a:cubicBezTo>
                  <a:cubicBezTo>
                    <a:pt x="512741" y="264066"/>
                    <a:pt x="501475" y="275332"/>
                    <a:pt x="487577" y="275332"/>
                  </a:cubicBezTo>
                  <a:cubicBezTo>
                    <a:pt x="473685" y="275317"/>
                    <a:pt x="462428" y="264059"/>
                    <a:pt x="462412" y="250168"/>
                  </a:cubicBezTo>
                  <a:cubicBezTo>
                    <a:pt x="462412" y="236269"/>
                    <a:pt x="473678" y="225003"/>
                    <a:pt x="487577" y="225003"/>
                  </a:cubicBezTo>
                  <a:close/>
                  <a:moveTo>
                    <a:pt x="36859" y="0"/>
                  </a:moveTo>
                  <a:lnTo>
                    <a:pt x="279087" y="0"/>
                  </a:lnTo>
                  <a:cubicBezTo>
                    <a:pt x="299435" y="24"/>
                    <a:pt x="315923" y="16512"/>
                    <a:pt x="315947" y="36859"/>
                  </a:cubicBezTo>
                  <a:lnTo>
                    <a:pt x="315947" y="86232"/>
                  </a:lnTo>
                  <a:cubicBezTo>
                    <a:pt x="315947" y="91152"/>
                    <a:pt x="311958" y="95141"/>
                    <a:pt x="307038" y="95141"/>
                  </a:cubicBezTo>
                  <a:cubicBezTo>
                    <a:pt x="302119" y="95141"/>
                    <a:pt x="298130" y="91152"/>
                    <a:pt x="298130" y="86232"/>
                  </a:cubicBezTo>
                  <a:lnTo>
                    <a:pt x="298130" y="36859"/>
                  </a:lnTo>
                  <a:cubicBezTo>
                    <a:pt x="298118" y="26347"/>
                    <a:pt x="289600" y="17828"/>
                    <a:pt x="279087" y="17817"/>
                  </a:cubicBezTo>
                  <a:lnTo>
                    <a:pt x="36859" y="17817"/>
                  </a:lnTo>
                  <a:cubicBezTo>
                    <a:pt x="26347" y="17828"/>
                    <a:pt x="17828" y="26347"/>
                    <a:pt x="17817" y="36859"/>
                  </a:cubicBezTo>
                  <a:lnTo>
                    <a:pt x="17817" y="189654"/>
                  </a:lnTo>
                  <a:cubicBezTo>
                    <a:pt x="17828" y="200166"/>
                    <a:pt x="26347" y="208685"/>
                    <a:pt x="36859" y="208697"/>
                  </a:cubicBezTo>
                  <a:lnTo>
                    <a:pt x="65430" y="208697"/>
                  </a:lnTo>
                  <a:cubicBezTo>
                    <a:pt x="70350" y="208697"/>
                    <a:pt x="74338" y="212685"/>
                    <a:pt x="74338" y="217605"/>
                  </a:cubicBezTo>
                  <a:lnTo>
                    <a:pt x="74338" y="263658"/>
                  </a:lnTo>
                  <a:lnTo>
                    <a:pt x="120291" y="211704"/>
                  </a:lnTo>
                  <a:cubicBezTo>
                    <a:pt x="121981" y="209793"/>
                    <a:pt x="124410" y="208699"/>
                    <a:pt x="126961" y="208697"/>
                  </a:cubicBezTo>
                  <a:lnTo>
                    <a:pt x="222102" y="208697"/>
                  </a:lnTo>
                  <a:lnTo>
                    <a:pt x="222102" y="160036"/>
                  </a:lnTo>
                  <a:cubicBezTo>
                    <a:pt x="222129" y="137479"/>
                    <a:pt x="240409" y="119199"/>
                    <a:pt x="262966" y="119172"/>
                  </a:cubicBezTo>
                  <a:lnTo>
                    <a:pt x="539959" y="119172"/>
                  </a:lnTo>
                  <a:cubicBezTo>
                    <a:pt x="562527" y="119184"/>
                    <a:pt x="580824" y="137468"/>
                    <a:pt x="580851" y="160036"/>
                  </a:cubicBezTo>
                  <a:lnTo>
                    <a:pt x="580851" y="334754"/>
                  </a:lnTo>
                  <a:cubicBezTo>
                    <a:pt x="580828" y="357314"/>
                    <a:pt x="562547" y="375598"/>
                    <a:pt x="539987" y="375625"/>
                  </a:cubicBezTo>
                  <a:lnTo>
                    <a:pt x="516227" y="375625"/>
                  </a:lnTo>
                  <a:lnTo>
                    <a:pt x="516227" y="446257"/>
                  </a:lnTo>
                  <a:cubicBezTo>
                    <a:pt x="516226" y="448807"/>
                    <a:pt x="515132" y="451235"/>
                    <a:pt x="513223" y="452925"/>
                  </a:cubicBezTo>
                  <a:cubicBezTo>
                    <a:pt x="509539" y="456185"/>
                    <a:pt x="503909" y="455842"/>
                    <a:pt x="500648" y="452158"/>
                  </a:cubicBezTo>
                  <a:lnTo>
                    <a:pt x="461751" y="408230"/>
                  </a:lnTo>
                  <a:cubicBezTo>
                    <a:pt x="458492" y="404544"/>
                    <a:pt x="458838" y="398914"/>
                    <a:pt x="462524" y="395655"/>
                  </a:cubicBezTo>
                  <a:cubicBezTo>
                    <a:pt x="466210" y="392396"/>
                    <a:pt x="471840" y="392742"/>
                    <a:pt x="475099" y="396428"/>
                  </a:cubicBezTo>
                  <a:lnTo>
                    <a:pt x="498382" y="422747"/>
                  </a:lnTo>
                  <a:lnTo>
                    <a:pt x="498382" y="366717"/>
                  </a:lnTo>
                  <a:cubicBezTo>
                    <a:pt x="498382" y="361797"/>
                    <a:pt x="502370" y="357809"/>
                    <a:pt x="507290" y="357809"/>
                  </a:cubicBezTo>
                  <a:lnTo>
                    <a:pt x="539959" y="357809"/>
                  </a:lnTo>
                  <a:cubicBezTo>
                    <a:pt x="552682" y="357789"/>
                    <a:pt x="562991" y="347477"/>
                    <a:pt x="563006" y="334754"/>
                  </a:cubicBezTo>
                  <a:lnTo>
                    <a:pt x="563006" y="160036"/>
                  </a:lnTo>
                  <a:cubicBezTo>
                    <a:pt x="562991" y="147314"/>
                    <a:pt x="552681" y="137004"/>
                    <a:pt x="539959" y="136988"/>
                  </a:cubicBezTo>
                  <a:lnTo>
                    <a:pt x="262966" y="136988"/>
                  </a:lnTo>
                  <a:cubicBezTo>
                    <a:pt x="250244" y="137004"/>
                    <a:pt x="239934" y="147314"/>
                    <a:pt x="239919" y="160036"/>
                  </a:cubicBezTo>
                  <a:lnTo>
                    <a:pt x="239919" y="334754"/>
                  </a:lnTo>
                  <a:cubicBezTo>
                    <a:pt x="239930" y="347479"/>
                    <a:pt x="250241" y="357793"/>
                    <a:pt x="262966" y="357809"/>
                  </a:cubicBezTo>
                  <a:lnTo>
                    <a:pt x="436922" y="357809"/>
                  </a:lnTo>
                  <a:cubicBezTo>
                    <a:pt x="441841" y="357809"/>
                    <a:pt x="445830" y="361797"/>
                    <a:pt x="445830" y="366717"/>
                  </a:cubicBezTo>
                  <a:cubicBezTo>
                    <a:pt x="445830" y="371637"/>
                    <a:pt x="441841" y="375625"/>
                    <a:pt x="436922" y="375625"/>
                  </a:cubicBezTo>
                  <a:lnTo>
                    <a:pt x="262966" y="375625"/>
                  </a:lnTo>
                  <a:cubicBezTo>
                    <a:pt x="240406" y="375598"/>
                    <a:pt x="222126" y="357314"/>
                    <a:pt x="222102" y="334754"/>
                  </a:cubicBezTo>
                  <a:lnTo>
                    <a:pt x="222102" y="226514"/>
                  </a:lnTo>
                  <a:lnTo>
                    <a:pt x="130981" y="226514"/>
                  </a:lnTo>
                  <a:lnTo>
                    <a:pt x="72100" y="293070"/>
                  </a:lnTo>
                  <a:cubicBezTo>
                    <a:pt x="70410" y="294979"/>
                    <a:pt x="67983" y="296073"/>
                    <a:pt x="65433" y="296074"/>
                  </a:cubicBezTo>
                  <a:cubicBezTo>
                    <a:pt x="60513" y="296076"/>
                    <a:pt x="56523" y="292089"/>
                    <a:pt x="56521" y="287169"/>
                  </a:cubicBezTo>
                  <a:lnTo>
                    <a:pt x="56521" y="226514"/>
                  </a:lnTo>
                  <a:lnTo>
                    <a:pt x="36859" y="226514"/>
                  </a:lnTo>
                  <a:cubicBezTo>
                    <a:pt x="16512" y="226491"/>
                    <a:pt x="24" y="210001"/>
                    <a:pt x="0" y="189654"/>
                  </a:cubicBezTo>
                  <a:lnTo>
                    <a:pt x="0" y="36859"/>
                  </a:lnTo>
                  <a:cubicBezTo>
                    <a:pt x="24" y="16512"/>
                    <a:pt x="16512" y="24"/>
                    <a:pt x="36859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40" name="Group 245">
            <a:extLst>
              <a:ext uri="{FF2B5EF4-FFF2-40B4-BE49-F238E27FC236}">
                <a16:creationId xmlns:a16="http://schemas.microsoft.com/office/drawing/2014/main" id="{16C07153-17AF-C0C8-9BC2-6649623B06ED}"/>
              </a:ext>
            </a:extLst>
          </p:cNvPr>
          <p:cNvGrpSpPr/>
          <p:nvPr/>
        </p:nvGrpSpPr>
        <p:grpSpPr>
          <a:xfrm>
            <a:off x="8855737" y="4027383"/>
            <a:ext cx="585176" cy="580823"/>
            <a:chOff x="8855737" y="4027383"/>
            <a:chExt cx="585176" cy="580823"/>
          </a:xfrm>
          <a:noFill/>
        </p:grpSpPr>
        <p:sp>
          <p:nvSpPr>
            <p:cNvPr id="241" name="Freeform: Shape 215">
              <a:extLst>
                <a:ext uri="{FF2B5EF4-FFF2-40B4-BE49-F238E27FC236}">
                  <a16:creationId xmlns:a16="http://schemas.microsoft.com/office/drawing/2014/main" id="{92C1B3AB-FBA3-0956-B3DA-ABD43E817106}"/>
                </a:ext>
              </a:extLst>
            </p:cNvPr>
            <p:cNvSpPr/>
            <p:nvPr/>
          </p:nvSpPr>
          <p:spPr>
            <a:xfrm>
              <a:off x="8864647" y="4257709"/>
              <a:ext cx="285067" cy="341589"/>
            </a:xfrm>
            <a:custGeom>
              <a:avLst/>
              <a:gdLst>
                <a:gd name="connsiteX0" fmla="*/ 142533 w 285067"/>
                <a:gd name="connsiteY0" fmla="*/ 0 h 341588"/>
                <a:gd name="connsiteX1" fmla="*/ 228403 w 285067"/>
                <a:gd name="connsiteY1" fmla="*/ 85870 h 341588"/>
                <a:gd name="connsiteX2" fmla="*/ 175958 w 285067"/>
                <a:gd name="connsiteY2" fmla="*/ 164991 h 341588"/>
                <a:gd name="connsiteX3" fmla="*/ 142538 w 285067"/>
                <a:gd name="connsiteY3" fmla="*/ 171738 h 341588"/>
                <a:gd name="connsiteX4" fmla="*/ 211719 w 285067"/>
                <a:gd name="connsiteY4" fmla="*/ 171738 h 341588"/>
                <a:gd name="connsiteX5" fmla="*/ 285067 w 285067"/>
                <a:gd name="connsiteY5" fmla="*/ 245079 h 341588"/>
                <a:gd name="connsiteX6" fmla="*/ 285067 w 285067"/>
                <a:gd name="connsiteY6" fmla="*/ 341588 h 341588"/>
                <a:gd name="connsiteX7" fmla="*/ 0 w 285067"/>
                <a:gd name="connsiteY7" fmla="*/ 341588 h 341588"/>
                <a:gd name="connsiteX8" fmla="*/ 0 w 285067"/>
                <a:gd name="connsiteY8" fmla="*/ 245079 h 341588"/>
                <a:gd name="connsiteX9" fmla="*/ 73347 w 285067"/>
                <a:gd name="connsiteY9" fmla="*/ 171738 h 341588"/>
                <a:gd name="connsiteX10" fmla="*/ 142528 w 285067"/>
                <a:gd name="connsiteY10" fmla="*/ 171738 h 341588"/>
                <a:gd name="connsiteX11" fmla="*/ 109109 w 285067"/>
                <a:gd name="connsiteY11" fmla="*/ 164991 h 341588"/>
                <a:gd name="connsiteX12" fmla="*/ 56664 w 285067"/>
                <a:gd name="connsiteY12" fmla="*/ 85870 h 341588"/>
                <a:gd name="connsiteX13" fmla="*/ 142533 w 285067"/>
                <a:gd name="connsiteY13" fmla="*/ 0 h 34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067" h="341588">
                  <a:moveTo>
                    <a:pt x="142533" y="0"/>
                  </a:moveTo>
                  <a:cubicBezTo>
                    <a:pt x="189958" y="0"/>
                    <a:pt x="228403" y="38445"/>
                    <a:pt x="228403" y="85870"/>
                  </a:cubicBezTo>
                  <a:cubicBezTo>
                    <a:pt x="228403" y="121438"/>
                    <a:pt x="206778" y="151956"/>
                    <a:pt x="175958" y="164991"/>
                  </a:cubicBezTo>
                  <a:lnTo>
                    <a:pt x="142538" y="171738"/>
                  </a:lnTo>
                  <a:lnTo>
                    <a:pt x="211719" y="171738"/>
                  </a:lnTo>
                  <a:cubicBezTo>
                    <a:pt x="252225" y="171738"/>
                    <a:pt x="285063" y="204572"/>
                    <a:pt x="285067" y="245079"/>
                  </a:cubicBezTo>
                  <a:lnTo>
                    <a:pt x="285067" y="341588"/>
                  </a:lnTo>
                  <a:lnTo>
                    <a:pt x="0" y="341588"/>
                  </a:lnTo>
                  <a:lnTo>
                    <a:pt x="0" y="245079"/>
                  </a:lnTo>
                  <a:cubicBezTo>
                    <a:pt x="4" y="204572"/>
                    <a:pt x="32842" y="171738"/>
                    <a:pt x="73347" y="171738"/>
                  </a:cubicBezTo>
                  <a:lnTo>
                    <a:pt x="142528" y="171738"/>
                  </a:lnTo>
                  <a:lnTo>
                    <a:pt x="109109" y="164991"/>
                  </a:lnTo>
                  <a:cubicBezTo>
                    <a:pt x="78289" y="151956"/>
                    <a:pt x="56664" y="121438"/>
                    <a:pt x="56664" y="85870"/>
                  </a:cubicBezTo>
                  <a:cubicBezTo>
                    <a:pt x="56664" y="38445"/>
                    <a:pt x="95109" y="0"/>
                    <a:pt x="142533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" name="Freeform: Shape 216">
              <a:extLst>
                <a:ext uri="{FF2B5EF4-FFF2-40B4-BE49-F238E27FC236}">
                  <a16:creationId xmlns:a16="http://schemas.microsoft.com/office/drawing/2014/main" id="{78D3F8F7-DA23-E1B4-67D1-4351C5A7F04D}"/>
                </a:ext>
              </a:extLst>
            </p:cNvPr>
            <p:cNvSpPr/>
            <p:nvPr/>
          </p:nvSpPr>
          <p:spPr>
            <a:xfrm>
              <a:off x="8855737" y="4027383"/>
              <a:ext cx="585176" cy="580823"/>
            </a:xfrm>
            <a:custGeom>
              <a:avLst/>
              <a:gdLst>
                <a:gd name="connsiteX0" fmla="*/ 151441 w 585176"/>
                <a:gd name="connsiteY0" fmla="*/ 239220 h 580822"/>
                <a:gd name="connsiteX1" fmla="*/ 74473 w 585176"/>
                <a:gd name="connsiteY1" fmla="*/ 316188 h 580822"/>
                <a:gd name="connsiteX2" fmla="*/ 151441 w 585176"/>
                <a:gd name="connsiteY2" fmla="*/ 393156 h 580822"/>
                <a:gd name="connsiteX3" fmla="*/ 228409 w 585176"/>
                <a:gd name="connsiteY3" fmla="*/ 316188 h 580822"/>
                <a:gd name="connsiteX4" fmla="*/ 151441 w 585176"/>
                <a:gd name="connsiteY4" fmla="*/ 239220 h 580822"/>
                <a:gd name="connsiteX5" fmla="*/ 167003 w 585176"/>
                <a:gd name="connsiteY5" fmla="*/ 222539 h 580822"/>
                <a:gd name="connsiteX6" fmla="*/ 228557 w 585176"/>
                <a:gd name="connsiteY6" fmla="*/ 260930 h 580822"/>
                <a:gd name="connsiteX7" fmla="*/ 206545 w 585176"/>
                <a:gd name="connsiteY7" fmla="*/ 393156 h 580822"/>
                <a:gd name="connsiteX8" fmla="*/ 220627 w 585176"/>
                <a:gd name="connsiteY8" fmla="*/ 393156 h 580822"/>
                <a:gd name="connsiteX9" fmla="*/ 302883 w 585176"/>
                <a:gd name="connsiteY9" fmla="*/ 475404 h 580822"/>
                <a:gd name="connsiteX10" fmla="*/ 302883 w 585176"/>
                <a:gd name="connsiteY10" fmla="*/ 571913 h 580822"/>
                <a:gd name="connsiteX11" fmla="*/ 293974 w 585176"/>
                <a:gd name="connsiteY11" fmla="*/ 580822 h 580822"/>
                <a:gd name="connsiteX12" fmla="*/ 285066 w 585176"/>
                <a:gd name="connsiteY12" fmla="*/ 571913 h 580822"/>
                <a:gd name="connsiteX13" fmla="*/ 285066 w 585176"/>
                <a:gd name="connsiteY13" fmla="*/ 475404 h 580822"/>
                <a:gd name="connsiteX14" fmla="*/ 220627 w 585176"/>
                <a:gd name="connsiteY14" fmla="*/ 410972 h 580822"/>
                <a:gd name="connsiteX15" fmla="*/ 82249 w 585176"/>
                <a:gd name="connsiteY15" fmla="*/ 410972 h 580822"/>
                <a:gd name="connsiteX16" fmla="*/ 17817 w 585176"/>
                <a:gd name="connsiteY16" fmla="*/ 475404 h 580822"/>
                <a:gd name="connsiteX17" fmla="*/ 17817 w 585176"/>
                <a:gd name="connsiteY17" fmla="*/ 571913 h 580822"/>
                <a:gd name="connsiteX18" fmla="*/ 8908 w 585176"/>
                <a:gd name="connsiteY18" fmla="*/ 580822 h 580822"/>
                <a:gd name="connsiteX19" fmla="*/ 0 w 585176"/>
                <a:gd name="connsiteY19" fmla="*/ 571913 h 580822"/>
                <a:gd name="connsiteX20" fmla="*/ 0 w 585176"/>
                <a:gd name="connsiteY20" fmla="*/ 475404 h 580822"/>
                <a:gd name="connsiteX21" fmla="*/ 82249 w 585176"/>
                <a:gd name="connsiteY21" fmla="*/ 393156 h 580822"/>
                <a:gd name="connsiteX22" fmla="*/ 96331 w 585176"/>
                <a:gd name="connsiteY22" fmla="*/ 393156 h 580822"/>
                <a:gd name="connsiteX23" fmla="*/ 74319 w 585176"/>
                <a:gd name="connsiteY23" fmla="*/ 371144 h 580822"/>
                <a:gd name="connsiteX24" fmla="*/ 96331 w 585176"/>
                <a:gd name="connsiteY24" fmla="*/ 238918 h 580822"/>
                <a:gd name="connsiteX25" fmla="*/ 167003 w 585176"/>
                <a:gd name="connsiteY25" fmla="*/ 222539 h 580822"/>
                <a:gd name="connsiteX26" fmla="*/ 496500 w 585176"/>
                <a:gd name="connsiteY26" fmla="*/ 100129 h 580822"/>
                <a:gd name="connsiteX27" fmla="*/ 520788 w 585176"/>
                <a:gd name="connsiteY27" fmla="*/ 124402 h 580822"/>
                <a:gd name="connsiteX28" fmla="*/ 496507 w 585176"/>
                <a:gd name="connsiteY28" fmla="*/ 148691 h 580822"/>
                <a:gd name="connsiteX29" fmla="*/ 472226 w 585176"/>
                <a:gd name="connsiteY29" fmla="*/ 124417 h 580822"/>
                <a:gd name="connsiteX30" fmla="*/ 496500 w 585176"/>
                <a:gd name="connsiteY30" fmla="*/ 100129 h 580822"/>
                <a:gd name="connsiteX31" fmla="*/ 333614 w 585176"/>
                <a:gd name="connsiteY31" fmla="*/ 100129 h 580822"/>
                <a:gd name="connsiteX32" fmla="*/ 333628 w 585176"/>
                <a:gd name="connsiteY32" fmla="*/ 100129 h 580822"/>
                <a:gd name="connsiteX33" fmla="*/ 357901 w 585176"/>
                <a:gd name="connsiteY33" fmla="*/ 124431 h 580822"/>
                <a:gd name="connsiteX34" fmla="*/ 333599 w 585176"/>
                <a:gd name="connsiteY34" fmla="*/ 148705 h 580822"/>
                <a:gd name="connsiteX35" fmla="*/ 309325 w 585176"/>
                <a:gd name="connsiteY35" fmla="*/ 124402 h 580822"/>
                <a:gd name="connsiteX36" fmla="*/ 333614 w 585176"/>
                <a:gd name="connsiteY36" fmla="*/ 100129 h 580822"/>
                <a:gd name="connsiteX37" fmla="*/ 415072 w 585176"/>
                <a:gd name="connsiteY37" fmla="*/ 100115 h 580822"/>
                <a:gd name="connsiteX38" fmla="*/ 439359 w 585176"/>
                <a:gd name="connsiteY38" fmla="*/ 124403 h 580822"/>
                <a:gd name="connsiteX39" fmla="*/ 415072 w 585176"/>
                <a:gd name="connsiteY39" fmla="*/ 148691 h 580822"/>
                <a:gd name="connsiteX40" fmla="*/ 390783 w 585176"/>
                <a:gd name="connsiteY40" fmla="*/ 124403 h 580822"/>
                <a:gd name="connsiteX41" fmla="*/ 415072 w 585176"/>
                <a:gd name="connsiteY41" fmla="*/ 100115 h 580822"/>
                <a:gd name="connsiteX42" fmla="*/ 284076 w 585176"/>
                <a:gd name="connsiteY42" fmla="*/ 0 h 580822"/>
                <a:gd name="connsiteX43" fmla="*/ 546044 w 585176"/>
                <a:gd name="connsiteY43" fmla="*/ 0 h 580822"/>
                <a:gd name="connsiteX44" fmla="*/ 585176 w 585176"/>
                <a:gd name="connsiteY44" fmla="*/ 39132 h 580822"/>
                <a:gd name="connsiteX45" fmla="*/ 585176 w 585176"/>
                <a:gd name="connsiteY45" fmla="*/ 204385 h 580822"/>
                <a:gd name="connsiteX46" fmla="*/ 546044 w 585176"/>
                <a:gd name="connsiteY46" fmla="*/ 243519 h 580822"/>
                <a:gd name="connsiteX47" fmla="*/ 381525 w 585176"/>
                <a:gd name="connsiteY47" fmla="*/ 243519 h 580822"/>
                <a:gd name="connsiteX48" fmla="*/ 372617 w 585176"/>
                <a:gd name="connsiteY48" fmla="*/ 234610 h 580822"/>
                <a:gd name="connsiteX49" fmla="*/ 381525 w 585176"/>
                <a:gd name="connsiteY49" fmla="*/ 225702 h 580822"/>
                <a:gd name="connsiteX50" fmla="*/ 546044 w 585176"/>
                <a:gd name="connsiteY50" fmla="*/ 225702 h 580822"/>
                <a:gd name="connsiteX51" fmla="*/ 567360 w 585176"/>
                <a:gd name="connsiteY51" fmla="*/ 204385 h 580822"/>
                <a:gd name="connsiteX52" fmla="*/ 567360 w 585176"/>
                <a:gd name="connsiteY52" fmla="*/ 39132 h 580822"/>
                <a:gd name="connsiteX53" fmla="*/ 546044 w 585176"/>
                <a:gd name="connsiteY53" fmla="*/ 17817 h 580822"/>
                <a:gd name="connsiteX54" fmla="*/ 284076 w 585176"/>
                <a:gd name="connsiteY54" fmla="*/ 17817 h 580822"/>
                <a:gd name="connsiteX55" fmla="*/ 262753 w 585176"/>
                <a:gd name="connsiteY55" fmla="*/ 39132 h 580822"/>
                <a:gd name="connsiteX56" fmla="*/ 262753 w 585176"/>
                <a:gd name="connsiteY56" fmla="*/ 204385 h 580822"/>
                <a:gd name="connsiteX57" fmla="*/ 284076 w 585176"/>
                <a:gd name="connsiteY57" fmla="*/ 225702 h 580822"/>
                <a:gd name="connsiteX58" fmla="*/ 314998 w 585176"/>
                <a:gd name="connsiteY58" fmla="*/ 225702 h 580822"/>
                <a:gd name="connsiteX59" fmla="*/ 323906 w 585176"/>
                <a:gd name="connsiteY59" fmla="*/ 234610 h 580822"/>
                <a:gd name="connsiteX60" fmla="*/ 323906 w 585176"/>
                <a:gd name="connsiteY60" fmla="*/ 286328 h 580822"/>
                <a:gd name="connsiteX61" fmla="*/ 345757 w 585176"/>
                <a:gd name="connsiteY61" fmla="*/ 261627 h 580822"/>
                <a:gd name="connsiteX62" fmla="*/ 358332 w 585176"/>
                <a:gd name="connsiteY62" fmla="*/ 260854 h 580822"/>
                <a:gd name="connsiteX63" fmla="*/ 359105 w 585176"/>
                <a:gd name="connsiteY63" fmla="*/ 273429 h 580822"/>
                <a:gd name="connsiteX64" fmla="*/ 321669 w 585176"/>
                <a:gd name="connsiteY64" fmla="*/ 315747 h 580822"/>
                <a:gd name="connsiteX65" fmla="*/ 315002 w 585176"/>
                <a:gd name="connsiteY65" fmla="*/ 318751 h 580822"/>
                <a:gd name="connsiteX66" fmla="*/ 306090 w 585176"/>
                <a:gd name="connsiteY66" fmla="*/ 309846 h 580822"/>
                <a:gd name="connsiteX67" fmla="*/ 306090 w 585176"/>
                <a:gd name="connsiteY67" fmla="*/ 243519 h 580822"/>
                <a:gd name="connsiteX68" fmla="*/ 284076 w 585176"/>
                <a:gd name="connsiteY68" fmla="*/ 243519 h 580822"/>
                <a:gd name="connsiteX69" fmla="*/ 244936 w 585176"/>
                <a:gd name="connsiteY69" fmla="*/ 204385 h 580822"/>
                <a:gd name="connsiteX70" fmla="*/ 244936 w 585176"/>
                <a:gd name="connsiteY70" fmla="*/ 39132 h 580822"/>
                <a:gd name="connsiteX71" fmla="*/ 284076 w 585176"/>
                <a:gd name="connsiteY71" fmla="*/ 0 h 58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585176" h="580822">
                  <a:moveTo>
                    <a:pt x="151441" y="239220"/>
                  </a:moveTo>
                  <a:cubicBezTo>
                    <a:pt x="108933" y="239220"/>
                    <a:pt x="74473" y="273680"/>
                    <a:pt x="74473" y="316188"/>
                  </a:cubicBezTo>
                  <a:cubicBezTo>
                    <a:pt x="74521" y="358676"/>
                    <a:pt x="108953" y="393109"/>
                    <a:pt x="151441" y="393156"/>
                  </a:cubicBezTo>
                  <a:cubicBezTo>
                    <a:pt x="193949" y="393156"/>
                    <a:pt x="228409" y="358696"/>
                    <a:pt x="228409" y="316188"/>
                  </a:cubicBezTo>
                  <a:cubicBezTo>
                    <a:pt x="228409" y="273680"/>
                    <a:pt x="193949" y="239220"/>
                    <a:pt x="151441" y="239220"/>
                  </a:cubicBezTo>
                  <a:close/>
                  <a:moveTo>
                    <a:pt x="167003" y="222539"/>
                  </a:moveTo>
                  <a:cubicBezTo>
                    <a:pt x="190931" y="226523"/>
                    <a:pt x="213340" y="239634"/>
                    <a:pt x="228557" y="260930"/>
                  </a:cubicBezTo>
                  <a:cubicBezTo>
                    <a:pt x="258991" y="303522"/>
                    <a:pt x="249136" y="362721"/>
                    <a:pt x="206545" y="393156"/>
                  </a:cubicBezTo>
                  <a:lnTo>
                    <a:pt x="220627" y="393156"/>
                  </a:lnTo>
                  <a:cubicBezTo>
                    <a:pt x="266031" y="393207"/>
                    <a:pt x="302828" y="430000"/>
                    <a:pt x="302883" y="475404"/>
                  </a:cubicBezTo>
                  <a:lnTo>
                    <a:pt x="302883" y="571913"/>
                  </a:lnTo>
                  <a:cubicBezTo>
                    <a:pt x="302883" y="576833"/>
                    <a:pt x="298894" y="580822"/>
                    <a:pt x="293974" y="580822"/>
                  </a:cubicBezTo>
                  <a:cubicBezTo>
                    <a:pt x="289054" y="580822"/>
                    <a:pt x="285066" y="576833"/>
                    <a:pt x="285066" y="571913"/>
                  </a:cubicBezTo>
                  <a:lnTo>
                    <a:pt x="285066" y="475404"/>
                  </a:lnTo>
                  <a:cubicBezTo>
                    <a:pt x="285023" y="439835"/>
                    <a:pt x="256196" y="411012"/>
                    <a:pt x="220627" y="410972"/>
                  </a:cubicBezTo>
                  <a:lnTo>
                    <a:pt x="82249" y="410972"/>
                  </a:lnTo>
                  <a:cubicBezTo>
                    <a:pt x="46682" y="411015"/>
                    <a:pt x="17860" y="439837"/>
                    <a:pt x="17817" y="475404"/>
                  </a:cubicBezTo>
                  <a:lnTo>
                    <a:pt x="17817" y="571913"/>
                  </a:lnTo>
                  <a:cubicBezTo>
                    <a:pt x="17817" y="576833"/>
                    <a:pt x="13828" y="580822"/>
                    <a:pt x="8908" y="580822"/>
                  </a:cubicBezTo>
                  <a:cubicBezTo>
                    <a:pt x="3988" y="580822"/>
                    <a:pt x="0" y="576833"/>
                    <a:pt x="0" y="571913"/>
                  </a:cubicBezTo>
                  <a:lnTo>
                    <a:pt x="0" y="475404"/>
                  </a:lnTo>
                  <a:cubicBezTo>
                    <a:pt x="55" y="430002"/>
                    <a:pt x="36847" y="393211"/>
                    <a:pt x="82249" y="393156"/>
                  </a:cubicBezTo>
                  <a:lnTo>
                    <a:pt x="96331" y="393156"/>
                  </a:lnTo>
                  <a:cubicBezTo>
                    <a:pt x="87831" y="387082"/>
                    <a:pt x="80393" y="379644"/>
                    <a:pt x="74319" y="371144"/>
                  </a:cubicBezTo>
                  <a:cubicBezTo>
                    <a:pt x="43884" y="328552"/>
                    <a:pt x="53739" y="269353"/>
                    <a:pt x="96331" y="238918"/>
                  </a:cubicBezTo>
                  <a:cubicBezTo>
                    <a:pt x="117627" y="223701"/>
                    <a:pt x="143075" y="218555"/>
                    <a:pt x="167003" y="222539"/>
                  </a:cubicBezTo>
                  <a:close/>
                  <a:moveTo>
                    <a:pt x="496500" y="100129"/>
                  </a:moveTo>
                  <a:cubicBezTo>
                    <a:pt x="509910" y="100125"/>
                    <a:pt x="520784" y="110993"/>
                    <a:pt x="520788" y="124402"/>
                  </a:cubicBezTo>
                  <a:cubicBezTo>
                    <a:pt x="520776" y="137809"/>
                    <a:pt x="509913" y="148675"/>
                    <a:pt x="496507" y="148691"/>
                  </a:cubicBezTo>
                  <a:cubicBezTo>
                    <a:pt x="483100" y="148691"/>
                    <a:pt x="472230" y="137825"/>
                    <a:pt x="472226" y="124417"/>
                  </a:cubicBezTo>
                  <a:cubicBezTo>
                    <a:pt x="472222" y="111007"/>
                    <a:pt x="483090" y="100133"/>
                    <a:pt x="496500" y="100129"/>
                  </a:cubicBezTo>
                  <a:close/>
                  <a:moveTo>
                    <a:pt x="333614" y="100129"/>
                  </a:moveTo>
                  <a:cubicBezTo>
                    <a:pt x="333618" y="100129"/>
                    <a:pt x="333623" y="100129"/>
                    <a:pt x="333628" y="100129"/>
                  </a:cubicBezTo>
                  <a:cubicBezTo>
                    <a:pt x="347042" y="100137"/>
                    <a:pt x="357909" y="111017"/>
                    <a:pt x="357901" y="124431"/>
                  </a:cubicBezTo>
                  <a:cubicBezTo>
                    <a:pt x="357893" y="137846"/>
                    <a:pt x="347013" y="148713"/>
                    <a:pt x="333599" y="148705"/>
                  </a:cubicBezTo>
                  <a:cubicBezTo>
                    <a:pt x="320185" y="148697"/>
                    <a:pt x="309317" y="137817"/>
                    <a:pt x="309325" y="124402"/>
                  </a:cubicBezTo>
                  <a:cubicBezTo>
                    <a:pt x="309352" y="111002"/>
                    <a:pt x="320213" y="100149"/>
                    <a:pt x="333614" y="100129"/>
                  </a:cubicBezTo>
                  <a:close/>
                  <a:moveTo>
                    <a:pt x="415072" y="100115"/>
                  </a:moveTo>
                  <a:cubicBezTo>
                    <a:pt x="428485" y="100115"/>
                    <a:pt x="439359" y="110989"/>
                    <a:pt x="439359" y="124403"/>
                  </a:cubicBezTo>
                  <a:cubicBezTo>
                    <a:pt x="439343" y="137811"/>
                    <a:pt x="428479" y="148676"/>
                    <a:pt x="415072" y="148691"/>
                  </a:cubicBezTo>
                  <a:cubicBezTo>
                    <a:pt x="401657" y="148691"/>
                    <a:pt x="390783" y="137817"/>
                    <a:pt x="390783" y="124403"/>
                  </a:cubicBezTo>
                  <a:cubicBezTo>
                    <a:pt x="390783" y="110989"/>
                    <a:pt x="401657" y="100115"/>
                    <a:pt x="415072" y="100115"/>
                  </a:cubicBezTo>
                  <a:close/>
                  <a:moveTo>
                    <a:pt x="284076" y="0"/>
                  </a:moveTo>
                  <a:lnTo>
                    <a:pt x="546044" y="0"/>
                  </a:lnTo>
                  <a:cubicBezTo>
                    <a:pt x="567642" y="35"/>
                    <a:pt x="585141" y="17535"/>
                    <a:pt x="585176" y="39132"/>
                  </a:cubicBezTo>
                  <a:lnTo>
                    <a:pt x="585176" y="204385"/>
                  </a:lnTo>
                  <a:cubicBezTo>
                    <a:pt x="585141" y="225984"/>
                    <a:pt x="567642" y="243483"/>
                    <a:pt x="546044" y="243519"/>
                  </a:cubicBezTo>
                  <a:lnTo>
                    <a:pt x="381525" y="243519"/>
                  </a:lnTo>
                  <a:cubicBezTo>
                    <a:pt x="376605" y="243519"/>
                    <a:pt x="372617" y="239530"/>
                    <a:pt x="372617" y="234610"/>
                  </a:cubicBezTo>
                  <a:cubicBezTo>
                    <a:pt x="372617" y="229690"/>
                    <a:pt x="376605" y="225702"/>
                    <a:pt x="381525" y="225702"/>
                  </a:cubicBezTo>
                  <a:lnTo>
                    <a:pt x="546044" y="225702"/>
                  </a:lnTo>
                  <a:cubicBezTo>
                    <a:pt x="557802" y="225667"/>
                    <a:pt x="567325" y="216143"/>
                    <a:pt x="567360" y="204385"/>
                  </a:cubicBezTo>
                  <a:lnTo>
                    <a:pt x="567360" y="39132"/>
                  </a:lnTo>
                  <a:cubicBezTo>
                    <a:pt x="567325" y="27375"/>
                    <a:pt x="557802" y="17852"/>
                    <a:pt x="546044" y="17817"/>
                  </a:cubicBezTo>
                  <a:lnTo>
                    <a:pt x="284076" y="17817"/>
                  </a:lnTo>
                  <a:cubicBezTo>
                    <a:pt x="272315" y="17848"/>
                    <a:pt x="262788" y="27372"/>
                    <a:pt x="262753" y="39132"/>
                  </a:cubicBezTo>
                  <a:lnTo>
                    <a:pt x="262753" y="204385"/>
                  </a:lnTo>
                  <a:cubicBezTo>
                    <a:pt x="262788" y="216146"/>
                    <a:pt x="272315" y="225671"/>
                    <a:pt x="284076" y="225702"/>
                  </a:cubicBezTo>
                  <a:lnTo>
                    <a:pt x="314998" y="225702"/>
                  </a:lnTo>
                  <a:cubicBezTo>
                    <a:pt x="319918" y="225702"/>
                    <a:pt x="323906" y="229690"/>
                    <a:pt x="323906" y="234610"/>
                  </a:cubicBezTo>
                  <a:lnTo>
                    <a:pt x="323906" y="286328"/>
                  </a:lnTo>
                  <a:lnTo>
                    <a:pt x="345757" y="261627"/>
                  </a:lnTo>
                  <a:cubicBezTo>
                    <a:pt x="349016" y="257941"/>
                    <a:pt x="354646" y="257595"/>
                    <a:pt x="358332" y="260854"/>
                  </a:cubicBezTo>
                  <a:cubicBezTo>
                    <a:pt x="362018" y="264113"/>
                    <a:pt x="362364" y="269743"/>
                    <a:pt x="359105" y="273429"/>
                  </a:cubicBezTo>
                  <a:lnTo>
                    <a:pt x="321669" y="315747"/>
                  </a:lnTo>
                  <a:cubicBezTo>
                    <a:pt x="319979" y="317656"/>
                    <a:pt x="317551" y="318750"/>
                    <a:pt x="315002" y="318751"/>
                  </a:cubicBezTo>
                  <a:cubicBezTo>
                    <a:pt x="310082" y="318753"/>
                    <a:pt x="306092" y="314766"/>
                    <a:pt x="306090" y="309846"/>
                  </a:cubicBezTo>
                  <a:lnTo>
                    <a:pt x="306090" y="243519"/>
                  </a:lnTo>
                  <a:lnTo>
                    <a:pt x="284076" y="243519"/>
                  </a:lnTo>
                  <a:cubicBezTo>
                    <a:pt x="262475" y="243487"/>
                    <a:pt x="244971" y="225987"/>
                    <a:pt x="244936" y="204385"/>
                  </a:cubicBezTo>
                  <a:lnTo>
                    <a:pt x="244936" y="39132"/>
                  </a:lnTo>
                  <a:cubicBezTo>
                    <a:pt x="244971" y="17532"/>
                    <a:pt x="262475" y="31"/>
                    <a:pt x="284076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43" name="Group 246">
            <a:extLst>
              <a:ext uri="{FF2B5EF4-FFF2-40B4-BE49-F238E27FC236}">
                <a16:creationId xmlns:a16="http://schemas.microsoft.com/office/drawing/2014/main" id="{13F09508-A1BF-2F2C-3190-F4E539ADEEB3}"/>
              </a:ext>
            </a:extLst>
          </p:cNvPr>
          <p:cNvGrpSpPr/>
          <p:nvPr/>
        </p:nvGrpSpPr>
        <p:grpSpPr>
          <a:xfrm>
            <a:off x="7882098" y="4027426"/>
            <a:ext cx="500591" cy="580775"/>
            <a:chOff x="7882098" y="4027426"/>
            <a:chExt cx="500591" cy="580775"/>
          </a:xfrm>
          <a:noFill/>
        </p:grpSpPr>
        <p:sp>
          <p:nvSpPr>
            <p:cNvPr id="244" name="Freeform: Shape 218">
              <a:extLst>
                <a:ext uri="{FF2B5EF4-FFF2-40B4-BE49-F238E27FC236}">
                  <a16:creationId xmlns:a16="http://schemas.microsoft.com/office/drawing/2014/main" id="{5700735F-6959-02C6-CF1E-B94C9036CA9C}"/>
                </a:ext>
              </a:extLst>
            </p:cNvPr>
            <p:cNvSpPr/>
            <p:nvPr/>
          </p:nvSpPr>
          <p:spPr>
            <a:xfrm>
              <a:off x="7995021" y="4036281"/>
              <a:ext cx="274147" cy="563017"/>
            </a:xfrm>
            <a:custGeom>
              <a:avLst/>
              <a:gdLst>
                <a:gd name="connsiteX0" fmla="*/ 124301 w 274146"/>
                <a:gd name="connsiteY0" fmla="*/ 527384 h 563017"/>
                <a:gd name="connsiteX1" fmla="*/ 150427 w 274146"/>
                <a:gd name="connsiteY1" fmla="*/ 527384 h 563017"/>
                <a:gd name="connsiteX2" fmla="*/ 150434 w 274146"/>
                <a:gd name="connsiteY2" fmla="*/ 527384 h 563017"/>
                <a:gd name="connsiteX3" fmla="*/ 168251 w 274146"/>
                <a:gd name="connsiteY3" fmla="*/ 545201 h 563017"/>
                <a:gd name="connsiteX4" fmla="*/ 150434 w 274146"/>
                <a:gd name="connsiteY4" fmla="*/ 563017 h 563017"/>
                <a:gd name="connsiteX5" fmla="*/ 124301 w 274146"/>
                <a:gd name="connsiteY5" fmla="*/ 563017 h 563017"/>
                <a:gd name="connsiteX6" fmla="*/ 106484 w 274146"/>
                <a:gd name="connsiteY6" fmla="*/ 545201 h 563017"/>
                <a:gd name="connsiteX7" fmla="*/ 124301 w 274146"/>
                <a:gd name="connsiteY7" fmla="*/ 527384 h 563017"/>
                <a:gd name="connsiteX8" fmla="*/ 252709 w 274146"/>
                <a:gd name="connsiteY8" fmla="*/ 291492 h 563017"/>
                <a:gd name="connsiteX9" fmla="*/ 252730 w 274146"/>
                <a:gd name="connsiteY9" fmla="*/ 291492 h 563017"/>
                <a:gd name="connsiteX10" fmla="*/ 274146 w 274146"/>
                <a:gd name="connsiteY10" fmla="*/ 312950 h 563017"/>
                <a:gd name="connsiteX11" fmla="*/ 274146 w 274146"/>
                <a:gd name="connsiteY11" fmla="*/ 481853 h 563017"/>
                <a:gd name="connsiteX12" fmla="*/ 252709 w 274146"/>
                <a:gd name="connsiteY12" fmla="*/ 503290 h 563017"/>
                <a:gd name="connsiteX13" fmla="*/ 252673 w 274146"/>
                <a:gd name="connsiteY13" fmla="*/ 503290 h 563017"/>
                <a:gd name="connsiteX14" fmla="*/ 231278 w 274146"/>
                <a:gd name="connsiteY14" fmla="*/ 481824 h 563017"/>
                <a:gd name="connsiteX15" fmla="*/ 231278 w 274146"/>
                <a:gd name="connsiteY15" fmla="*/ 312922 h 563017"/>
                <a:gd name="connsiteX16" fmla="*/ 252709 w 274146"/>
                <a:gd name="connsiteY16" fmla="*/ 291492 h 563017"/>
                <a:gd name="connsiteX17" fmla="*/ 23943 w 274146"/>
                <a:gd name="connsiteY17" fmla="*/ 291492 h 563017"/>
                <a:gd name="connsiteX18" fmla="*/ 23972 w 274146"/>
                <a:gd name="connsiteY18" fmla="*/ 291492 h 563017"/>
                <a:gd name="connsiteX19" fmla="*/ 45431 w 274146"/>
                <a:gd name="connsiteY19" fmla="*/ 312893 h 563017"/>
                <a:gd name="connsiteX20" fmla="*/ 45431 w 274146"/>
                <a:gd name="connsiteY20" fmla="*/ 312950 h 563017"/>
                <a:gd name="connsiteX21" fmla="*/ 45431 w 274146"/>
                <a:gd name="connsiteY21" fmla="*/ 481853 h 563017"/>
                <a:gd name="connsiteX22" fmla="*/ 24007 w 274146"/>
                <a:gd name="connsiteY22" fmla="*/ 503290 h 563017"/>
                <a:gd name="connsiteX23" fmla="*/ 23972 w 274146"/>
                <a:gd name="connsiteY23" fmla="*/ 503290 h 563017"/>
                <a:gd name="connsiteX24" fmla="*/ 2542 w 274146"/>
                <a:gd name="connsiteY24" fmla="*/ 481860 h 563017"/>
                <a:gd name="connsiteX25" fmla="*/ 2542 w 274146"/>
                <a:gd name="connsiteY25" fmla="*/ 481853 h 563017"/>
                <a:gd name="connsiteX26" fmla="*/ 2542 w 274146"/>
                <a:gd name="connsiteY26" fmla="*/ 312950 h 563017"/>
                <a:gd name="connsiteX27" fmla="*/ 23943 w 274146"/>
                <a:gd name="connsiteY27" fmla="*/ 291492 h 563017"/>
                <a:gd name="connsiteX28" fmla="*/ 136263 w 274146"/>
                <a:gd name="connsiteY28" fmla="*/ 2 h 563017"/>
                <a:gd name="connsiteX29" fmla="*/ 262181 w 274146"/>
                <a:gd name="connsiteY29" fmla="*/ 31619 h 563017"/>
                <a:gd name="connsiteX30" fmla="*/ 270451 w 274146"/>
                <a:gd name="connsiteY30" fmla="*/ 59446 h 563017"/>
                <a:gd name="connsiteX31" fmla="*/ 242625 w 274146"/>
                <a:gd name="connsiteY31" fmla="*/ 67716 h 563017"/>
                <a:gd name="connsiteX32" fmla="*/ 30514 w 274146"/>
                <a:gd name="connsiteY32" fmla="*/ 68586 h 563017"/>
                <a:gd name="connsiteX33" fmla="*/ 20586 w 274146"/>
                <a:gd name="connsiteY33" fmla="*/ 71137 h 563017"/>
                <a:gd name="connsiteX34" fmla="*/ 0 w 274146"/>
                <a:gd name="connsiteY34" fmla="*/ 50688 h 563017"/>
                <a:gd name="connsiteX35" fmla="*/ 10609 w 274146"/>
                <a:gd name="connsiteY35" fmla="*/ 32652 h 563017"/>
                <a:gd name="connsiteX36" fmla="*/ 136263 w 274146"/>
                <a:gd name="connsiteY36" fmla="*/ 2 h 56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74146" h="563017">
                  <a:moveTo>
                    <a:pt x="124301" y="527384"/>
                  </a:moveTo>
                  <a:lnTo>
                    <a:pt x="150427" y="527384"/>
                  </a:lnTo>
                  <a:cubicBezTo>
                    <a:pt x="150429" y="527384"/>
                    <a:pt x="150432" y="527384"/>
                    <a:pt x="150434" y="527384"/>
                  </a:cubicBezTo>
                  <a:cubicBezTo>
                    <a:pt x="160274" y="527384"/>
                    <a:pt x="168251" y="535361"/>
                    <a:pt x="168251" y="545201"/>
                  </a:cubicBezTo>
                  <a:cubicBezTo>
                    <a:pt x="168251" y="555040"/>
                    <a:pt x="160274" y="563017"/>
                    <a:pt x="150434" y="563017"/>
                  </a:cubicBezTo>
                  <a:lnTo>
                    <a:pt x="124301" y="563017"/>
                  </a:lnTo>
                  <a:cubicBezTo>
                    <a:pt x="114461" y="563017"/>
                    <a:pt x="106484" y="555040"/>
                    <a:pt x="106484" y="545201"/>
                  </a:cubicBezTo>
                  <a:cubicBezTo>
                    <a:pt x="106484" y="535361"/>
                    <a:pt x="114461" y="527384"/>
                    <a:pt x="124301" y="527384"/>
                  </a:cubicBezTo>
                  <a:close/>
                  <a:moveTo>
                    <a:pt x="252709" y="291492"/>
                  </a:moveTo>
                  <a:cubicBezTo>
                    <a:pt x="252716" y="291492"/>
                    <a:pt x="252723" y="291492"/>
                    <a:pt x="252730" y="291492"/>
                  </a:cubicBezTo>
                  <a:cubicBezTo>
                    <a:pt x="264570" y="291504"/>
                    <a:pt x="274158" y="301111"/>
                    <a:pt x="274146" y="312950"/>
                  </a:cubicBezTo>
                  <a:lnTo>
                    <a:pt x="274146" y="481853"/>
                  </a:lnTo>
                  <a:cubicBezTo>
                    <a:pt x="274146" y="493692"/>
                    <a:pt x="264548" y="503290"/>
                    <a:pt x="252709" y="503290"/>
                  </a:cubicBezTo>
                  <a:cubicBezTo>
                    <a:pt x="252697" y="503290"/>
                    <a:pt x="252685" y="503290"/>
                    <a:pt x="252673" y="503290"/>
                  </a:cubicBezTo>
                  <a:cubicBezTo>
                    <a:pt x="240837" y="503270"/>
                    <a:pt x="231258" y="493660"/>
                    <a:pt x="231278" y="481824"/>
                  </a:cubicBezTo>
                  <a:lnTo>
                    <a:pt x="231278" y="312922"/>
                  </a:lnTo>
                  <a:cubicBezTo>
                    <a:pt x="231278" y="301086"/>
                    <a:pt x="240872" y="291492"/>
                    <a:pt x="252709" y="291492"/>
                  </a:cubicBezTo>
                  <a:close/>
                  <a:moveTo>
                    <a:pt x="23943" y="291492"/>
                  </a:moveTo>
                  <a:cubicBezTo>
                    <a:pt x="23953" y="291492"/>
                    <a:pt x="23962" y="291492"/>
                    <a:pt x="23972" y="291492"/>
                  </a:cubicBezTo>
                  <a:cubicBezTo>
                    <a:pt x="35808" y="291476"/>
                    <a:pt x="45415" y="301058"/>
                    <a:pt x="45431" y="312893"/>
                  </a:cubicBezTo>
                  <a:cubicBezTo>
                    <a:pt x="45431" y="312912"/>
                    <a:pt x="45431" y="312931"/>
                    <a:pt x="45431" y="312950"/>
                  </a:cubicBezTo>
                  <a:lnTo>
                    <a:pt x="45431" y="481853"/>
                  </a:lnTo>
                  <a:cubicBezTo>
                    <a:pt x="45435" y="493688"/>
                    <a:pt x="35844" y="503286"/>
                    <a:pt x="24007" y="503290"/>
                  </a:cubicBezTo>
                  <a:cubicBezTo>
                    <a:pt x="23996" y="503290"/>
                    <a:pt x="23984" y="503290"/>
                    <a:pt x="23972" y="503290"/>
                  </a:cubicBezTo>
                  <a:cubicBezTo>
                    <a:pt x="12136" y="503290"/>
                    <a:pt x="2542" y="493695"/>
                    <a:pt x="2542" y="481860"/>
                  </a:cubicBezTo>
                  <a:cubicBezTo>
                    <a:pt x="2542" y="481858"/>
                    <a:pt x="2542" y="481855"/>
                    <a:pt x="2542" y="481853"/>
                  </a:cubicBezTo>
                  <a:lnTo>
                    <a:pt x="2542" y="312950"/>
                  </a:lnTo>
                  <a:cubicBezTo>
                    <a:pt x="2526" y="301115"/>
                    <a:pt x="12108" y="291508"/>
                    <a:pt x="23943" y="291492"/>
                  </a:cubicBezTo>
                  <a:close/>
                  <a:moveTo>
                    <a:pt x="136263" y="2"/>
                  </a:moveTo>
                  <a:cubicBezTo>
                    <a:pt x="179560" y="-176"/>
                    <a:pt x="222901" y="10358"/>
                    <a:pt x="262181" y="31619"/>
                  </a:cubicBezTo>
                  <a:cubicBezTo>
                    <a:pt x="272148" y="37019"/>
                    <a:pt x="275851" y="49478"/>
                    <a:pt x="270451" y="59446"/>
                  </a:cubicBezTo>
                  <a:cubicBezTo>
                    <a:pt x="265051" y="69414"/>
                    <a:pt x="252593" y="73117"/>
                    <a:pt x="242625" y="67716"/>
                  </a:cubicBezTo>
                  <a:cubicBezTo>
                    <a:pt x="176382" y="31884"/>
                    <a:pt x="96461" y="32211"/>
                    <a:pt x="30514" y="68586"/>
                  </a:cubicBezTo>
                  <a:cubicBezTo>
                    <a:pt x="27475" y="70267"/>
                    <a:pt x="24059" y="71145"/>
                    <a:pt x="20586" y="71137"/>
                  </a:cubicBezTo>
                  <a:cubicBezTo>
                    <a:pt x="9255" y="71175"/>
                    <a:pt x="38" y="62020"/>
                    <a:pt x="0" y="50688"/>
                  </a:cubicBezTo>
                  <a:cubicBezTo>
                    <a:pt x="-25" y="43190"/>
                    <a:pt x="4043" y="36274"/>
                    <a:pt x="10609" y="32652"/>
                  </a:cubicBezTo>
                  <a:cubicBezTo>
                    <a:pt x="49713" y="11069"/>
                    <a:pt x="92966" y="180"/>
                    <a:pt x="136263" y="2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" name="Freeform: Shape 219">
              <a:extLst>
                <a:ext uri="{FF2B5EF4-FFF2-40B4-BE49-F238E27FC236}">
                  <a16:creationId xmlns:a16="http://schemas.microsoft.com/office/drawing/2014/main" id="{4D101424-15F4-2406-FB3F-54534EA66694}"/>
                </a:ext>
              </a:extLst>
            </p:cNvPr>
            <p:cNvSpPr/>
            <p:nvPr/>
          </p:nvSpPr>
          <p:spPr>
            <a:xfrm>
              <a:off x="7882098" y="4027426"/>
              <a:ext cx="500591" cy="580775"/>
            </a:xfrm>
            <a:custGeom>
              <a:avLst/>
              <a:gdLst>
                <a:gd name="connsiteX0" fmla="*/ 237217 w 500590"/>
                <a:gd name="connsiteY0" fmla="*/ 545149 h 580775"/>
                <a:gd name="connsiteX1" fmla="*/ 228309 w 500590"/>
                <a:gd name="connsiteY1" fmla="*/ 554057 h 580775"/>
                <a:gd name="connsiteX2" fmla="*/ 237217 w 500590"/>
                <a:gd name="connsiteY2" fmla="*/ 562965 h 580775"/>
                <a:gd name="connsiteX3" fmla="*/ 263350 w 500590"/>
                <a:gd name="connsiteY3" fmla="*/ 562965 h 580775"/>
                <a:gd name="connsiteX4" fmla="*/ 272259 w 500590"/>
                <a:gd name="connsiteY4" fmla="*/ 554057 h 580775"/>
                <a:gd name="connsiteX5" fmla="*/ 263350 w 500590"/>
                <a:gd name="connsiteY5" fmla="*/ 545149 h 580775"/>
                <a:gd name="connsiteX6" fmla="*/ 137199 w 500590"/>
                <a:gd name="connsiteY6" fmla="*/ 309600 h 580775"/>
                <a:gd name="connsiteX7" fmla="*/ 124375 w 500590"/>
                <a:gd name="connsiteY7" fmla="*/ 321826 h 580775"/>
                <a:gd name="connsiteX8" fmla="*/ 124375 w 500590"/>
                <a:gd name="connsiteY8" fmla="*/ 490728 h 580775"/>
                <a:gd name="connsiteX9" fmla="*/ 136602 w 500590"/>
                <a:gd name="connsiteY9" fmla="*/ 502954 h 580775"/>
                <a:gd name="connsiteX10" fmla="*/ 149425 w 500590"/>
                <a:gd name="connsiteY10" fmla="*/ 490728 h 580775"/>
                <a:gd name="connsiteX11" fmla="*/ 149425 w 500590"/>
                <a:gd name="connsiteY11" fmla="*/ 321826 h 580775"/>
                <a:gd name="connsiteX12" fmla="*/ 137199 w 500590"/>
                <a:gd name="connsiteY12" fmla="*/ 309600 h 580775"/>
                <a:gd name="connsiteX13" fmla="*/ 365637 w 500590"/>
                <a:gd name="connsiteY13" fmla="*/ 309260 h 580775"/>
                <a:gd name="connsiteX14" fmla="*/ 353112 w 500590"/>
                <a:gd name="connsiteY14" fmla="*/ 321785 h 580775"/>
                <a:gd name="connsiteX15" fmla="*/ 353112 w 500590"/>
                <a:gd name="connsiteY15" fmla="*/ 490687 h 580775"/>
                <a:gd name="connsiteX16" fmla="*/ 365637 w 500590"/>
                <a:gd name="connsiteY16" fmla="*/ 503212 h 580775"/>
                <a:gd name="connsiteX17" fmla="*/ 378162 w 500590"/>
                <a:gd name="connsiteY17" fmla="*/ 490687 h 580775"/>
                <a:gd name="connsiteX18" fmla="*/ 378162 w 500590"/>
                <a:gd name="connsiteY18" fmla="*/ 461981 h 580775"/>
                <a:gd name="connsiteX19" fmla="*/ 387070 w 500590"/>
                <a:gd name="connsiteY19" fmla="*/ 453072 h 580775"/>
                <a:gd name="connsiteX20" fmla="*/ 395978 w 500590"/>
                <a:gd name="connsiteY20" fmla="*/ 461981 h 580775"/>
                <a:gd name="connsiteX21" fmla="*/ 395978 w 500590"/>
                <a:gd name="connsiteY21" fmla="*/ 481223 h 580775"/>
                <a:gd name="connsiteX22" fmla="*/ 400083 w 500590"/>
                <a:gd name="connsiteY22" fmla="*/ 481223 h 580775"/>
                <a:gd name="connsiteX23" fmla="*/ 444475 w 500590"/>
                <a:gd name="connsiteY23" fmla="*/ 436824 h 580775"/>
                <a:gd name="connsiteX24" fmla="*/ 444475 w 500590"/>
                <a:gd name="connsiteY24" fmla="*/ 375663 h 580775"/>
                <a:gd name="connsiteX25" fmla="*/ 400083 w 500590"/>
                <a:gd name="connsiteY25" fmla="*/ 331264 h 580775"/>
                <a:gd name="connsiteX26" fmla="*/ 395978 w 500590"/>
                <a:gd name="connsiteY26" fmla="*/ 331264 h 580775"/>
                <a:gd name="connsiteX27" fmla="*/ 395978 w 500590"/>
                <a:gd name="connsiteY27" fmla="*/ 423404 h 580775"/>
                <a:gd name="connsiteX28" fmla="*/ 387070 w 500590"/>
                <a:gd name="connsiteY28" fmla="*/ 432312 h 580775"/>
                <a:gd name="connsiteX29" fmla="*/ 378162 w 500590"/>
                <a:gd name="connsiteY29" fmla="*/ 423404 h 580775"/>
                <a:gd name="connsiteX30" fmla="*/ 378162 w 500590"/>
                <a:gd name="connsiteY30" fmla="*/ 321785 h 580775"/>
                <a:gd name="connsiteX31" fmla="*/ 365637 w 500590"/>
                <a:gd name="connsiteY31" fmla="*/ 309260 h 580775"/>
                <a:gd name="connsiteX32" fmla="*/ 420394 w 500590"/>
                <a:gd name="connsiteY32" fmla="*/ 87161 h 580775"/>
                <a:gd name="connsiteX33" fmla="*/ 500590 w 500590"/>
                <a:gd name="connsiteY33" fmla="*/ 270766 h 580775"/>
                <a:gd name="connsiteX34" fmla="*/ 500590 w 500590"/>
                <a:gd name="connsiteY34" fmla="*/ 367973 h 580775"/>
                <a:gd name="connsiteX35" fmla="*/ 462306 w 500590"/>
                <a:gd name="connsiteY35" fmla="*/ 414296 h 580775"/>
                <a:gd name="connsiteX36" fmla="*/ 462306 w 500590"/>
                <a:gd name="connsiteY36" fmla="*/ 436852 h 580775"/>
                <a:gd name="connsiteX37" fmla="*/ 426381 w 500590"/>
                <a:gd name="connsiteY37" fmla="*/ 493153 h 580775"/>
                <a:gd name="connsiteX38" fmla="*/ 350838 w 500590"/>
                <a:gd name="connsiteY38" fmla="*/ 562958 h 580775"/>
                <a:gd name="connsiteX39" fmla="*/ 288437 w 500590"/>
                <a:gd name="connsiteY39" fmla="*/ 562958 h 580775"/>
                <a:gd name="connsiteX40" fmla="*/ 263350 w 500590"/>
                <a:gd name="connsiteY40" fmla="*/ 580775 h 580775"/>
                <a:gd name="connsiteX41" fmla="*/ 237217 w 500590"/>
                <a:gd name="connsiteY41" fmla="*/ 580775 h 580775"/>
                <a:gd name="connsiteX42" fmla="*/ 210492 w 500590"/>
                <a:gd name="connsiteY42" fmla="*/ 554050 h 580775"/>
                <a:gd name="connsiteX43" fmla="*/ 237217 w 500590"/>
                <a:gd name="connsiteY43" fmla="*/ 527325 h 580775"/>
                <a:gd name="connsiteX44" fmla="*/ 263350 w 500590"/>
                <a:gd name="connsiteY44" fmla="*/ 527325 h 580775"/>
                <a:gd name="connsiteX45" fmla="*/ 288437 w 500590"/>
                <a:gd name="connsiteY45" fmla="*/ 545142 h 580775"/>
                <a:gd name="connsiteX46" fmla="*/ 350845 w 500590"/>
                <a:gd name="connsiteY46" fmla="*/ 545142 h 580775"/>
                <a:gd name="connsiteX47" fmla="*/ 407716 w 500590"/>
                <a:gd name="connsiteY47" fmla="*/ 498548 h 580775"/>
                <a:gd name="connsiteX48" fmla="*/ 400083 w 500590"/>
                <a:gd name="connsiteY48" fmla="*/ 499068 h 580775"/>
                <a:gd name="connsiteX49" fmla="*/ 394660 w 500590"/>
                <a:gd name="connsiteY49" fmla="*/ 499068 h 580775"/>
                <a:gd name="connsiteX50" fmla="*/ 365473 w 500590"/>
                <a:gd name="connsiteY50" fmla="*/ 521049 h 580775"/>
                <a:gd name="connsiteX51" fmla="*/ 335295 w 500590"/>
                <a:gd name="connsiteY51" fmla="*/ 490708 h 580775"/>
                <a:gd name="connsiteX52" fmla="*/ 335295 w 500590"/>
                <a:gd name="connsiteY52" fmla="*/ 321807 h 580775"/>
                <a:gd name="connsiteX53" fmla="*/ 357276 w 500590"/>
                <a:gd name="connsiteY53" fmla="*/ 292620 h 580775"/>
                <a:gd name="connsiteX54" fmla="*/ 394660 w 500590"/>
                <a:gd name="connsiteY54" fmla="*/ 313447 h 580775"/>
                <a:gd name="connsiteX55" fmla="*/ 400083 w 500590"/>
                <a:gd name="connsiteY55" fmla="*/ 313447 h 580775"/>
                <a:gd name="connsiteX56" fmla="*/ 462292 w 500590"/>
                <a:gd name="connsiteY56" fmla="*/ 375663 h 580775"/>
                <a:gd name="connsiteX57" fmla="*/ 462292 w 500590"/>
                <a:gd name="connsiteY57" fmla="*/ 395845 h 580775"/>
                <a:gd name="connsiteX58" fmla="*/ 482760 w 500590"/>
                <a:gd name="connsiteY58" fmla="*/ 367980 h 580775"/>
                <a:gd name="connsiteX59" fmla="*/ 482760 w 500590"/>
                <a:gd name="connsiteY59" fmla="*/ 270766 h 580775"/>
                <a:gd name="connsiteX60" fmla="*/ 408279 w 500590"/>
                <a:gd name="connsiteY60" fmla="*/ 100231 h 580775"/>
                <a:gd name="connsiteX61" fmla="*/ 407801 w 500590"/>
                <a:gd name="connsiteY61" fmla="*/ 87638 h 580775"/>
                <a:gd name="connsiteX62" fmla="*/ 420394 w 500590"/>
                <a:gd name="connsiteY62" fmla="*/ 87161 h 580775"/>
                <a:gd name="connsiteX63" fmla="*/ 249256 w 500590"/>
                <a:gd name="connsiteY63" fmla="*/ 17794 h 580775"/>
                <a:gd name="connsiteX64" fmla="*/ 127874 w 500590"/>
                <a:gd name="connsiteY64" fmla="*/ 49332 h 580775"/>
                <a:gd name="connsiteX65" fmla="*/ 122344 w 500590"/>
                <a:gd name="connsiteY65" fmla="*/ 56287 h 580775"/>
                <a:gd name="connsiteX66" fmla="*/ 122337 w 500590"/>
                <a:gd name="connsiteY66" fmla="*/ 56266 h 580775"/>
                <a:gd name="connsiteX67" fmla="*/ 123349 w 500590"/>
                <a:gd name="connsiteY67" fmla="*/ 65103 h 580775"/>
                <a:gd name="connsiteX68" fmla="*/ 139127 w 500590"/>
                <a:gd name="connsiteY68" fmla="*/ 69635 h 580775"/>
                <a:gd name="connsiteX69" fmla="*/ 359804 w 500590"/>
                <a:gd name="connsiteY69" fmla="*/ 68730 h 580775"/>
                <a:gd name="connsiteX70" fmla="*/ 360110 w 500590"/>
                <a:gd name="connsiteY70" fmla="*/ 68897 h 580775"/>
                <a:gd name="connsiteX71" fmla="*/ 375783 w 500590"/>
                <a:gd name="connsiteY71" fmla="*/ 64007 h 580775"/>
                <a:gd name="connsiteX72" fmla="*/ 370893 w 500590"/>
                <a:gd name="connsiteY72" fmla="*/ 48334 h 580775"/>
                <a:gd name="connsiteX73" fmla="*/ 249256 w 500590"/>
                <a:gd name="connsiteY73" fmla="*/ 17794 h 580775"/>
                <a:gd name="connsiteX74" fmla="*/ 249191 w 500590"/>
                <a:gd name="connsiteY74" fmla="*/ 3 h 580775"/>
                <a:gd name="connsiteX75" fmla="*/ 379388 w 500590"/>
                <a:gd name="connsiteY75" fmla="*/ 32698 h 580775"/>
                <a:gd name="connsiteX76" fmla="*/ 380117 w 500590"/>
                <a:gd name="connsiteY76" fmla="*/ 33094 h 580775"/>
                <a:gd name="connsiteX77" fmla="*/ 391367 w 500590"/>
                <a:gd name="connsiteY77" fmla="*/ 73159 h 580775"/>
                <a:gd name="connsiteX78" fmla="*/ 351302 w 500590"/>
                <a:gd name="connsiteY78" fmla="*/ 84409 h 580775"/>
                <a:gd name="connsiteX79" fmla="*/ 147751 w 500590"/>
                <a:gd name="connsiteY79" fmla="*/ 85214 h 580775"/>
                <a:gd name="connsiteX80" fmla="*/ 114697 w 500590"/>
                <a:gd name="connsiteY80" fmla="*/ 82050 h 580775"/>
                <a:gd name="connsiteX81" fmla="*/ 17817 w 500590"/>
                <a:gd name="connsiteY81" fmla="*/ 270764 h 580775"/>
                <a:gd name="connsiteX82" fmla="*/ 17817 w 500590"/>
                <a:gd name="connsiteY82" fmla="*/ 367978 h 580775"/>
                <a:gd name="connsiteX83" fmla="*/ 40237 w 500590"/>
                <a:gd name="connsiteY83" fmla="*/ 396442 h 580775"/>
                <a:gd name="connsiteX84" fmla="*/ 40237 w 500590"/>
                <a:gd name="connsiteY84" fmla="*/ 375682 h 580775"/>
                <a:gd name="connsiteX85" fmla="*/ 78229 w 500590"/>
                <a:gd name="connsiteY85" fmla="*/ 318363 h 580775"/>
                <a:gd name="connsiteX86" fmla="*/ 78928 w 500590"/>
                <a:gd name="connsiteY86" fmla="*/ 318067 h 580775"/>
                <a:gd name="connsiteX87" fmla="*/ 90393 w 500590"/>
                <a:gd name="connsiteY87" fmla="*/ 323289 h 580775"/>
                <a:gd name="connsiteX88" fmla="*/ 85171 w 500590"/>
                <a:gd name="connsiteY88" fmla="*/ 334754 h 580775"/>
                <a:gd name="connsiteX89" fmla="*/ 58054 w 500590"/>
                <a:gd name="connsiteY89" fmla="*/ 375661 h 580775"/>
                <a:gd name="connsiteX90" fmla="*/ 58054 w 500590"/>
                <a:gd name="connsiteY90" fmla="*/ 436850 h 580775"/>
                <a:gd name="connsiteX91" fmla="*/ 102447 w 500590"/>
                <a:gd name="connsiteY91" fmla="*/ 481249 h 580775"/>
                <a:gd name="connsiteX92" fmla="*/ 106552 w 500590"/>
                <a:gd name="connsiteY92" fmla="*/ 481249 h 580775"/>
                <a:gd name="connsiteX93" fmla="*/ 106552 w 500590"/>
                <a:gd name="connsiteY93" fmla="*/ 321805 h 580775"/>
                <a:gd name="connsiteX94" fmla="*/ 136897 w 500590"/>
                <a:gd name="connsiteY94" fmla="*/ 291467 h 580775"/>
                <a:gd name="connsiteX95" fmla="*/ 167235 w 500590"/>
                <a:gd name="connsiteY95" fmla="*/ 321812 h 580775"/>
                <a:gd name="connsiteX96" fmla="*/ 167235 w 500590"/>
                <a:gd name="connsiteY96" fmla="*/ 490714 h 580775"/>
                <a:gd name="connsiteX97" fmla="*/ 145254 w 500590"/>
                <a:gd name="connsiteY97" fmla="*/ 519900 h 580775"/>
                <a:gd name="connsiteX98" fmla="*/ 107870 w 500590"/>
                <a:gd name="connsiteY98" fmla="*/ 499073 h 580775"/>
                <a:gd name="connsiteX99" fmla="*/ 102447 w 500590"/>
                <a:gd name="connsiteY99" fmla="*/ 499073 h 580775"/>
                <a:gd name="connsiteX100" fmla="*/ 40237 w 500590"/>
                <a:gd name="connsiteY100" fmla="*/ 436857 h 580775"/>
                <a:gd name="connsiteX101" fmla="*/ 40237 w 500590"/>
                <a:gd name="connsiteY101" fmla="*/ 414594 h 580775"/>
                <a:gd name="connsiteX102" fmla="*/ 0 w 500590"/>
                <a:gd name="connsiteY102" fmla="*/ 367978 h 580775"/>
                <a:gd name="connsiteX103" fmla="*/ 0 w 500590"/>
                <a:gd name="connsiteY103" fmla="*/ 270764 h 580775"/>
                <a:gd name="connsiteX104" fmla="*/ 105169 w 500590"/>
                <a:gd name="connsiteY104" fmla="*/ 67013 h 580775"/>
                <a:gd name="connsiteX105" fmla="*/ 119265 w 500590"/>
                <a:gd name="connsiteY105" fmla="*/ 33760 h 580775"/>
                <a:gd name="connsiteX106" fmla="*/ 249191 w 500590"/>
                <a:gd name="connsiteY106" fmla="*/ 3 h 580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500590" h="580775">
                  <a:moveTo>
                    <a:pt x="237217" y="545149"/>
                  </a:moveTo>
                  <a:cubicBezTo>
                    <a:pt x="232297" y="545149"/>
                    <a:pt x="228309" y="549137"/>
                    <a:pt x="228309" y="554057"/>
                  </a:cubicBezTo>
                  <a:cubicBezTo>
                    <a:pt x="228309" y="558977"/>
                    <a:pt x="232297" y="562965"/>
                    <a:pt x="237217" y="562965"/>
                  </a:cubicBezTo>
                  <a:lnTo>
                    <a:pt x="263350" y="562965"/>
                  </a:lnTo>
                  <a:cubicBezTo>
                    <a:pt x="268270" y="562965"/>
                    <a:pt x="272259" y="558977"/>
                    <a:pt x="272259" y="554057"/>
                  </a:cubicBezTo>
                  <a:cubicBezTo>
                    <a:pt x="272259" y="549137"/>
                    <a:pt x="268270" y="545149"/>
                    <a:pt x="263350" y="545149"/>
                  </a:cubicBezTo>
                  <a:close/>
                  <a:moveTo>
                    <a:pt x="137199" y="309600"/>
                  </a:moveTo>
                  <a:cubicBezTo>
                    <a:pt x="130282" y="309435"/>
                    <a:pt x="124540" y="314909"/>
                    <a:pt x="124375" y="321826"/>
                  </a:cubicBezTo>
                  <a:lnTo>
                    <a:pt x="124375" y="490728"/>
                  </a:lnTo>
                  <a:cubicBezTo>
                    <a:pt x="124535" y="497413"/>
                    <a:pt x="129916" y="502795"/>
                    <a:pt x="136602" y="502954"/>
                  </a:cubicBezTo>
                  <a:cubicBezTo>
                    <a:pt x="143519" y="503119"/>
                    <a:pt x="149260" y="497645"/>
                    <a:pt x="149425" y="490728"/>
                  </a:cubicBezTo>
                  <a:lnTo>
                    <a:pt x="149425" y="321826"/>
                  </a:lnTo>
                  <a:cubicBezTo>
                    <a:pt x="149266" y="315141"/>
                    <a:pt x="143884" y="309759"/>
                    <a:pt x="137199" y="309600"/>
                  </a:cubicBezTo>
                  <a:close/>
                  <a:moveTo>
                    <a:pt x="365637" y="309260"/>
                  </a:moveTo>
                  <a:cubicBezTo>
                    <a:pt x="358719" y="309260"/>
                    <a:pt x="353112" y="314868"/>
                    <a:pt x="353112" y="321785"/>
                  </a:cubicBezTo>
                  <a:lnTo>
                    <a:pt x="353112" y="490687"/>
                  </a:lnTo>
                  <a:cubicBezTo>
                    <a:pt x="353112" y="497604"/>
                    <a:pt x="358719" y="503212"/>
                    <a:pt x="365637" y="503212"/>
                  </a:cubicBezTo>
                  <a:cubicBezTo>
                    <a:pt x="372554" y="503212"/>
                    <a:pt x="378162" y="497604"/>
                    <a:pt x="378162" y="490687"/>
                  </a:cubicBezTo>
                  <a:lnTo>
                    <a:pt x="378162" y="461981"/>
                  </a:lnTo>
                  <a:cubicBezTo>
                    <a:pt x="378162" y="457061"/>
                    <a:pt x="382150" y="453072"/>
                    <a:pt x="387070" y="453072"/>
                  </a:cubicBezTo>
                  <a:cubicBezTo>
                    <a:pt x="391990" y="453072"/>
                    <a:pt x="395978" y="457061"/>
                    <a:pt x="395978" y="461981"/>
                  </a:cubicBezTo>
                  <a:lnTo>
                    <a:pt x="395978" y="481223"/>
                  </a:lnTo>
                  <a:lnTo>
                    <a:pt x="400083" y="481223"/>
                  </a:lnTo>
                  <a:cubicBezTo>
                    <a:pt x="424590" y="481191"/>
                    <a:pt x="444448" y="461330"/>
                    <a:pt x="444475" y="436824"/>
                  </a:cubicBezTo>
                  <a:lnTo>
                    <a:pt x="444475" y="375663"/>
                  </a:lnTo>
                  <a:cubicBezTo>
                    <a:pt x="444448" y="351156"/>
                    <a:pt x="424590" y="331295"/>
                    <a:pt x="400083" y="331264"/>
                  </a:cubicBezTo>
                  <a:lnTo>
                    <a:pt x="395978" y="331264"/>
                  </a:lnTo>
                  <a:lnTo>
                    <a:pt x="395978" y="423404"/>
                  </a:lnTo>
                  <a:cubicBezTo>
                    <a:pt x="395978" y="428324"/>
                    <a:pt x="391990" y="432312"/>
                    <a:pt x="387070" y="432312"/>
                  </a:cubicBezTo>
                  <a:cubicBezTo>
                    <a:pt x="382150" y="432312"/>
                    <a:pt x="378162" y="428324"/>
                    <a:pt x="378162" y="423404"/>
                  </a:cubicBezTo>
                  <a:lnTo>
                    <a:pt x="378162" y="321785"/>
                  </a:lnTo>
                  <a:cubicBezTo>
                    <a:pt x="378162" y="314868"/>
                    <a:pt x="372554" y="309260"/>
                    <a:pt x="365637" y="309260"/>
                  </a:cubicBezTo>
                  <a:close/>
                  <a:moveTo>
                    <a:pt x="420394" y="87161"/>
                  </a:moveTo>
                  <a:cubicBezTo>
                    <a:pt x="471441" y="134586"/>
                    <a:pt x="500488" y="201088"/>
                    <a:pt x="500590" y="270766"/>
                  </a:cubicBezTo>
                  <a:lnTo>
                    <a:pt x="500590" y="367973"/>
                  </a:lnTo>
                  <a:cubicBezTo>
                    <a:pt x="500561" y="390587"/>
                    <a:pt x="484510" y="410008"/>
                    <a:pt x="462306" y="414296"/>
                  </a:cubicBezTo>
                  <a:lnTo>
                    <a:pt x="462306" y="436852"/>
                  </a:lnTo>
                  <a:cubicBezTo>
                    <a:pt x="462267" y="460999"/>
                    <a:pt x="448264" y="482944"/>
                    <a:pt x="426381" y="493153"/>
                  </a:cubicBezTo>
                  <a:cubicBezTo>
                    <a:pt x="423212" y="532539"/>
                    <a:pt x="390352" y="562904"/>
                    <a:pt x="350838" y="562958"/>
                  </a:cubicBezTo>
                  <a:lnTo>
                    <a:pt x="288437" y="562958"/>
                  </a:lnTo>
                  <a:cubicBezTo>
                    <a:pt x="284686" y="573606"/>
                    <a:pt x="274639" y="580741"/>
                    <a:pt x="263350" y="580775"/>
                  </a:cubicBezTo>
                  <a:lnTo>
                    <a:pt x="237217" y="580775"/>
                  </a:lnTo>
                  <a:cubicBezTo>
                    <a:pt x="222457" y="580775"/>
                    <a:pt x="210492" y="568810"/>
                    <a:pt x="210492" y="554050"/>
                  </a:cubicBezTo>
                  <a:cubicBezTo>
                    <a:pt x="210492" y="539290"/>
                    <a:pt x="222457" y="527325"/>
                    <a:pt x="237217" y="527325"/>
                  </a:cubicBezTo>
                  <a:lnTo>
                    <a:pt x="263350" y="527325"/>
                  </a:lnTo>
                  <a:cubicBezTo>
                    <a:pt x="274639" y="527359"/>
                    <a:pt x="284686" y="534494"/>
                    <a:pt x="288437" y="545142"/>
                  </a:cubicBezTo>
                  <a:lnTo>
                    <a:pt x="350845" y="545142"/>
                  </a:lnTo>
                  <a:cubicBezTo>
                    <a:pt x="378468" y="545103"/>
                    <a:pt x="402244" y="525623"/>
                    <a:pt x="407716" y="498548"/>
                  </a:cubicBezTo>
                  <a:cubicBezTo>
                    <a:pt x="405185" y="498878"/>
                    <a:pt x="402636" y="499051"/>
                    <a:pt x="400083" y="499068"/>
                  </a:cubicBezTo>
                  <a:lnTo>
                    <a:pt x="394660" y="499068"/>
                  </a:lnTo>
                  <a:cubicBezTo>
                    <a:pt x="390952" y="512105"/>
                    <a:pt x="379027" y="521085"/>
                    <a:pt x="365473" y="521049"/>
                  </a:cubicBezTo>
                  <a:cubicBezTo>
                    <a:pt x="348761" y="521004"/>
                    <a:pt x="335250" y="507420"/>
                    <a:pt x="335295" y="490708"/>
                  </a:cubicBezTo>
                  <a:lnTo>
                    <a:pt x="335295" y="321807"/>
                  </a:lnTo>
                  <a:cubicBezTo>
                    <a:pt x="335259" y="308253"/>
                    <a:pt x="344239" y="296328"/>
                    <a:pt x="357276" y="292620"/>
                  </a:cubicBezTo>
                  <a:cubicBezTo>
                    <a:pt x="373351" y="288048"/>
                    <a:pt x="390088" y="297373"/>
                    <a:pt x="394660" y="313447"/>
                  </a:cubicBezTo>
                  <a:lnTo>
                    <a:pt x="400083" y="313447"/>
                  </a:lnTo>
                  <a:cubicBezTo>
                    <a:pt x="434427" y="313486"/>
                    <a:pt x="462256" y="341319"/>
                    <a:pt x="462292" y="375663"/>
                  </a:cubicBezTo>
                  <a:lnTo>
                    <a:pt x="462292" y="395845"/>
                  </a:lnTo>
                  <a:cubicBezTo>
                    <a:pt x="474449" y="391998"/>
                    <a:pt x="482724" y="380732"/>
                    <a:pt x="482760" y="367980"/>
                  </a:cubicBezTo>
                  <a:lnTo>
                    <a:pt x="482760" y="270766"/>
                  </a:lnTo>
                  <a:cubicBezTo>
                    <a:pt x="482667" y="206049"/>
                    <a:pt x="455690" y="144281"/>
                    <a:pt x="408279" y="100231"/>
                  </a:cubicBezTo>
                  <a:cubicBezTo>
                    <a:pt x="404670" y="96885"/>
                    <a:pt x="404456" y="91248"/>
                    <a:pt x="407801" y="87638"/>
                  </a:cubicBezTo>
                  <a:cubicBezTo>
                    <a:pt x="411147" y="84029"/>
                    <a:pt x="416785" y="83815"/>
                    <a:pt x="420394" y="87161"/>
                  </a:cubicBezTo>
                  <a:close/>
                  <a:moveTo>
                    <a:pt x="249256" y="17794"/>
                  </a:moveTo>
                  <a:cubicBezTo>
                    <a:pt x="207432" y="17965"/>
                    <a:pt x="165649" y="28484"/>
                    <a:pt x="127874" y="49332"/>
                  </a:cubicBezTo>
                  <a:cubicBezTo>
                    <a:pt x="125174" y="50816"/>
                    <a:pt x="123182" y="53322"/>
                    <a:pt x="122344" y="56287"/>
                  </a:cubicBezTo>
                  <a:lnTo>
                    <a:pt x="122337" y="56266"/>
                  </a:lnTo>
                  <a:cubicBezTo>
                    <a:pt x="121478" y="59228"/>
                    <a:pt x="121843" y="62411"/>
                    <a:pt x="123349" y="65103"/>
                  </a:cubicBezTo>
                  <a:cubicBezTo>
                    <a:pt x="126536" y="70608"/>
                    <a:pt x="133504" y="72609"/>
                    <a:pt x="139127" y="69635"/>
                  </a:cubicBezTo>
                  <a:cubicBezTo>
                    <a:pt x="207736" y="31787"/>
                    <a:pt x="290888" y="31446"/>
                    <a:pt x="359804" y="68730"/>
                  </a:cubicBezTo>
                  <a:cubicBezTo>
                    <a:pt x="359905" y="68787"/>
                    <a:pt x="360007" y="68843"/>
                    <a:pt x="360110" y="68897"/>
                  </a:cubicBezTo>
                  <a:cubicBezTo>
                    <a:pt x="365788" y="71874"/>
                    <a:pt x="372805" y="69685"/>
                    <a:pt x="375783" y="64007"/>
                  </a:cubicBezTo>
                  <a:cubicBezTo>
                    <a:pt x="378761" y="58329"/>
                    <a:pt x="376571" y="51312"/>
                    <a:pt x="370893" y="48334"/>
                  </a:cubicBezTo>
                  <a:cubicBezTo>
                    <a:pt x="332948" y="27797"/>
                    <a:pt x="291081" y="17622"/>
                    <a:pt x="249256" y="17794"/>
                  </a:cubicBezTo>
                  <a:close/>
                  <a:moveTo>
                    <a:pt x="249191" y="3"/>
                  </a:moveTo>
                  <a:cubicBezTo>
                    <a:pt x="293960" y="-180"/>
                    <a:pt x="338774" y="10713"/>
                    <a:pt x="379388" y="32698"/>
                  </a:cubicBezTo>
                  <a:cubicBezTo>
                    <a:pt x="379633" y="32827"/>
                    <a:pt x="379876" y="32959"/>
                    <a:pt x="380117" y="33094"/>
                  </a:cubicBezTo>
                  <a:cubicBezTo>
                    <a:pt x="394287" y="41051"/>
                    <a:pt x="399324" y="58989"/>
                    <a:pt x="391367" y="73159"/>
                  </a:cubicBezTo>
                  <a:cubicBezTo>
                    <a:pt x="383410" y="87329"/>
                    <a:pt x="365472" y="92366"/>
                    <a:pt x="351302" y="84409"/>
                  </a:cubicBezTo>
                  <a:cubicBezTo>
                    <a:pt x="287736" y="50018"/>
                    <a:pt x="211042" y="50321"/>
                    <a:pt x="147751" y="85214"/>
                  </a:cubicBezTo>
                  <a:cubicBezTo>
                    <a:pt x="137141" y="91110"/>
                    <a:pt x="123995" y="89851"/>
                    <a:pt x="114697" y="82050"/>
                  </a:cubicBezTo>
                  <a:cubicBezTo>
                    <a:pt x="53877" y="125665"/>
                    <a:pt x="17809" y="195922"/>
                    <a:pt x="17817" y="270764"/>
                  </a:cubicBezTo>
                  <a:lnTo>
                    <a:pt x="17817" y="367978"/>
                  </a:lnTo>
                  <a:cubicBezTo>
                    <a:pt x="17847" y="381496"/>
                    <a:pt x="27102" y="393247"/>
                    <a:pt x="40237" y="396442"/>
                  </a:cubicBezTo>
                  <a:lnTo>
                    <a:pt x="40237" y="375682"/>
                  </a:lnTo>
                  <a:cubicBezTo>
                    <a:pt x="40209" y="350670"/>
                    <a:pt x="55182" y="328080"/>
                    <a:pt x="78229" y="318363"/>
                  </a:cubicBezTo>
                  <a:cubicBezTo>
                    <a:pt x="78458" y="318254"/>
                    <a:pt x="78691" y="318156"/>
                    <a:pt x="78928" y="318067"/>
                  </a:cubicBezTo>
                  <a:cubicBezTo>
                    <a:pt x="83536" y="316343"/>
                    <a:pt x="88669" y="318681"/>
                    <a:pt x="90393" y="323289"/>
                  </a:cubicBezTo>
                  <a:cubicBezTo>
                    <a:pt x="92117" y="327897"/>
                    <a:pt x="89779" y="333030"/>
                    <a:pt x="85171" y="334754"/>
                  </a:cubicBezTo>
                  <a:cubicBezTo>
                    <a:pt x="68722" y="341688"/>
                    <a:pt x="58035" y="357810"/>
                    <a:pt x="58054" y="375661"/>
                  </a:cubicBezTo>
                  <a:lnTo>
                    <a:pt x="58054" y="436850"/>
                  </a:lnTo>
                  <a:cubicBezTo>
                    <a:pt x="58081" y="461357"/>
                    <a:pt x="77939" y="481218"/>
                    <a:pt x="102447" y="481249"/>
                  </a:cubicBezTo>
                  <a:lnTo>
                    <a:pt x="106552" y="481249"/>
                  </a:lnTo>
                  <a:lnTo>
                    <a:pt x="106552" y="321805"/>
                  </a:lnTo>
                  <a:cubicBezTo>
                    <a:pt x="106571" y="305055"/>
                    <a:pt x="120147" y="291482"/>
                    <a:pt x="136897" y="291467"/>
                  </a:cubicBezTo>
                  <a:cubicBezTo>
                    <a:pt x="153647" y="291486"/>
                    <a:pt x="167219" y="305062"/>
                    <a:pt x="167235" y="321812"/>
                  </a:cubicBezTo>
                  <a:lnTo>
                    <a:pt x="167235" y="490714"/>
                  </a:lnTo>
                  <a:cubicBezTo>
                    <a:pt x="167271" y="504267"/>
                    <a:pt x="158290" y="516192"/>
                    <a:pt x="145254" y="519900"/>
                  </a:cubicBezTo>
                  <a:cubicBezTo>
                    <a:pt x="129179" y="524472"/>
                    <a:pt x="112442" y="515148"/>
                    <a:pt x="107870" y="499073"/>
                  </a:cubicBezTo>
                  <a:lnTo>
                    <a:pt x="102447" y="499073"/>
                  </a:lnTo>
                  <a:cubicBezTo>
                    <a:pt x="68102" y="499034"/>
                    <a:pt x="40272" y="471201"/>
                    <a:pt x="40237" y="436857"/>
                  </a:cubicBezTo>
                  <a:lnTo>
                    <a:pt x="40237" y="414594"/>
                  </a:lnTo>
                  <a:cubicBezTo>
                    <a:pt x="17144" y="411140"/>
                    <a:pt x="43" y="391328"/>
                    <a:pt x="0" y="367978"/>
                  </a:cubicBezTo>
                  <a:lnTo>
                    <a:pt x="0" y="270764"/>
                  </a:lnTo>
                  <a:cubicBezTo>
                    <a:pt x="3" y="189826"/>
                    <a:pt x="39194" y="113899"/>
                    <a:pt x="105169" y="67013"/>
                  </a:cubicBezTo>
                  <a:cubicBezTo>
                    <a:pt x="101607" y="54002"/>
                    <a:pt x="107438" y="40247"/>
                    <a:pt x="119265" y="33760"/>
                  </a:cubicBezTo>
                  <a:cubicBezTo>
                    <a:pt x="159699" y="11444"/>
                    <a:pt x="204422" y="185"/>
                    <a:pt x="249191" y="3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46" name="Group 247">
            <a:extLst>
              <a:ext uri="{FF2B5EF4-FFF2-40B4-BE49-F238E27FC236}">
                <a16:creationId xmlns:a16="http://schemas.microsoft.com/office/drawing/2014/main" id="{E594F6D3-0AFF-20D4-4450-66004D18468D}"/>
              </a:ext>
            </a:extLst>
          </p:cNvPr>
          <p:cNvGrpSpPr/>
          <p:nvPr/>
        </p:nvGrpSpPr>
        <p:grpSpPr>
          <a:xfrm>
            <a:off x="6831774" y="4086178"/>
            <a:ext cx="566604" cy="463233"/>
            <a:chOff x="6831774" y="4086178"/>
            <a:chExt cx="566604" cy="463233"/>
          </a:xfrm>
          <a:noFill/>
        </p:grpSpPr>
        <p:sp>
          <p:nvSpPr>
            <p:cNvPr id="247" name="Freeform: Shape 221">
              <a:extLst>
                <a:ext uri="{FF2B5EF4-FFF2-40B4-BE49-F238E27FC236}">
                  <a16:creationId xmlns:a16="http://schemas.microsoft.com/office/drawing/2014/main" id="{6C1AC290-651E-9E73-7278-63EBE4F9B6C7}"/>
                </a:ext>
              </a:extLst>
            </p:cNvPr>
            <p:cNvSpPr/>
            <p:nvPr/>
          </p:nvSpPr>
          <p:spPr>
            <a:xfrm>
              <a:off x="6840684" y="4095087"/>
              <a:ext cx="548753" cy="445415"/>
            </a:xfrm>
            <a:custGeom>
              <a:avLst/>
              <a:gdLst>
                <a:gd name="connsiteX0" fmla="*/ 0 w 548753"/>
                <a:gd name="connsiteY0" fmla="*/ 386620 h 445415"/>
                <a:gd name="connsiteX1" fmla="*/ 548753 w 548753"/>
                <a:gd name="connsiteY1" fmla="*/ 386620 h 445415"/>
                <a:gd name="connsiteX2" fmla="*/ 548753 w 548753"/>
                <a:gd name="connsiteY2" fmla="*/ 387368 h 445415"/>
                <a:gd name="connsiteX3" fmla="*/ 490706 w 548753"/>
                <a:gd name="connsiteY3" fmla="*/ 445415 h 445415"/>
                <a:gd name="connsiteX4" fmla="*/ 58047 w 548753"/>
                <a:gd name="connsiteY4" fmla="*/ 445415 h 445415"/>
                <a:gd name="connsiteX5" fmla="*/ 0 w 548753"/>
                <a:gd name="connsiteY5" fmla="*/ 387368 h 445415"/>
                <a:gd name="connsiteX6" fmla="*/ 182442 w 548753"/>
                <a:gd name="connsiteY6" fmla="*/ 0 h 445415"/>
                <a:gd name="connsiteX7" fmla="*/ 366310 w 548753"/>
                <a:gd name="connsiteY7" fmla="*/ 0 h 445415"/>
                <a:gd name="connsiteX8" fmla="*/ 387511 w 548753"/>
                <a:gd name="connsiteY8" fmla="*/ 21216 h 445415"/>
                <a:gd name="connsiteX9" fmla="*/ 387511 w 548753"/>
                <a:gd name="connsiteY9" fmla="*/ 137189 h 445415"/>
                <a:gd name="connsiteX10" fmla="*/ 366310 w 548753"/>
                <a:gd name="connsiteY10" fmla="*/ 158391 h 445415"/>
                <a:gd name="connsiteX11" fmla="*/ 250858 w 548753"/>
                <a:gd name="connsiteY11" fmla="*/ 158391 h 445415"/>
                <a:gd name="connsiteX12" fmla="*/ 204128 w 548753"/>
                <a:gd name="connsiteY12" fmla="*/ 211185 h 445415"/>
                <a:gd name="connsiteX13" fmla="*/ 204128 w 548753"/>
                <a:gd name="connsiteY13" fmla="*/ 158391 h 445415"/>
                <a:gd name="connsiteX14" fmla="*/ 182442 w 548753"/>
                <a:gd name="connsiteY14" fmla="*/ 158391 h 445415"/>
                <a:gd name="connsiteX15" fmla="*/ 161226 w 548753"/>
                <a:gd name="connsiteY15" fmla="*/ 137189 h 445415"/>
                <a:gd name="connsiteX16" fmla="*/ 161226 w 548753"/>
                <a:gd name="connsiteY16" fmla="*/ 21216 h 445415"/>
                <a:gd name="connsiteX17" fmla="*/ 182442 w 548753"/>
                <a:gd name="connsiteY17" fmla="*/ 0 h 445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8753" h="445415">
                  <a:moveTo>
                    <a:pt x="0" y="386620"/>
                  </a:moveTo>
                  <a:lnTo>
                    <a:pt x="548753" y="386620"/>
                  </a:lnTo>
                  <a:lnTo>
                    <a:pt x="548753" y="387368"/>
                  </a:lnTo>
                  <a:cubicBezTo>
                    <a:pt x="548753" y="419427"/>
                    <a:pt x="522765" y="445415"/>
                    <a:pt x="490706" y="445415"/>
                  </a:cubicBezTo>
                  <a:lnTo>
                    <a:pt x="58047" y="445415"/>
                  </a:lnTo>
                  <a:cubicBezTo>
                    <a:pt x="25988" y="445415"/>
                    <a:pt x="0" y="419427"/>
                    <a:pt x="0" y="387368"/>
                  </a:cubicBezTo>
                  <a:close/>
                  <a:moveTo>
                    <a:pt x="182442" y="0"/>
                  </a:moveTo>
                  <a:lnTo>
                    <a:pt x="366310" y="0"/>
                  </a:lnTo>
                  <a:cubicBezTo>
                    <a:pt x="378021" y="8"/>
                    <a:pt x="387511" y="9504"/>
                    <a:pt x="387511" y="21216"/>
                  </a:cubicBezTo>
                  <a:lnTo>
                    <a:pt x="387511" y="137189"/>
                  </a:lnTo>
                  <a:cubicBezTo>
                    <a:pt x="387504" y="148895"/>
                    <a:pt x="378016" y="158383"/>
                    <a:pt x="366310" y="158391"/>
                  </a:cubicBezTo>
                  <a:lnTo>
                    <a:pt x="250858" y="158391"/>
                  </a:lnTo>
                  <a:lnTo>
                    <a:pt x="204128" y="211185"/>
                  </a:lnTo>
                  <a:lnTo>
                    <a:pt x="204128" y="158391"/>
                  </a:lnTo>
                  <a:lnTo>
                    <a:pt x="182442" y="158391"/>
                  </a:lnTo>
                  <a:cubicBezTo>
                    <a:pt x="170730" y="158391"/>
                    <a:pt x="161234" y="148901"/>
                    <a:pt x="161226" y="137189"/>
                  </a:cubicBezTo>
                  <a:lnTo>
                    <a:pt x="161226" y="21216"/>
                  </a:lnTo>
                  <a:cubicBezTo>
                    <a:pt x="161226" y="9499"/>
                    <a:pt x="170725" y="0"/>
                    <a:pt x="182442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" name="Freeform: Shape 222">
              <a:extLst>
                <a:ext uri="{FF2B5EF4-FFF2-40B4-BE49-F238E27FC236}">
                  <a16:creationId xmlns:a16="http://schemas.microsoft.com/office/drawing/2014/main" id="{F04477C8-68D0-97DA-E181-573437F91256}"/>
                </a:ext>
              </a:extLst>
            </p:cNvPr>
            <p:cNvSpPr/>
            <p:nvPr/>
          </p:nvSpPr>
          <p:spPr>
            <a:xfrm>
              <a:off x="6831774" y="4086178"/>
              <a:ext cx="566604" cy="463233"/>
            </a:xfrm>
            <a:custGeom>
              <a:avLst/>
              <a:gdLst>
                <a:gd name="connsiteX0" fmla="*/ 250765 w 566604"/>
                <a:gd name="connsiteY0" fmla="*/ 416019 h 463233"/>
                <a:gd name="connsiteX1" fmla="*/ 315796 w 566604"/>
                <a:gd name="connsiteY1" fmla="*/ 416019 h 463233"/>
                <a:gd name="connsiteX2" fmla="*/ 324704 w 566604"/>
                <a:gd name="connsiteY2" fmla="*/ 424927 h 463233"/>
                <a:gd name="connsiteX3" fmla="*/ 315796 w 566604"/>
                <a:gd name="connsiteY3" fmla="*/ 433836 h 463233"/>
                <a:gd name="connsiteX4" fmla="*/ 250765 w 566604"/>
                <a:gd name="connsiteY4" fmla="*/ 433836 h 463233"/>
                <a:gd name="connsiteX5" fmla="*/ 241857 w 566604"/>
                <a:gd name="connsiteY5" fmla="*/ 424927 h 463233"/>
                <a:gd name="connsiteX6" fmla="*/ 250765 w 566604"/>
                <a:gd name="connsiteY6" fmla="*/ 416019 h 463233"/>
                <a:gd name="connsiteX7" fmla="*/ 18494 w 566604"/>
                <a:gd name="connsiteY7" fmla="*/ 404438 h 463233"/>
                <a:gd name="connsiteX8" fmla="*/ 66955 w 566604"/>
                <a:gd name="connsiteY8" fmla="*/ 445416 h 463233"/>
                <a:gd name="connsiteX9" fmla="*/ 499614 w 566604"/>
                <a:gd name="connsiteY9" fmla="*/ 445416 h 463233"/>
                <a:gd name="connsiteX10" fmla="*/ 548075 w 566604"/>
                <a:gd name="connsiteY10" fmla="*/ 404438 h 463233"/>
                <a:gd name="connsiteX11" fmla="*/ 431754 w 566604"/>
                <a:gd name="connsiteY11" fmla="*/ 105596 h 463233"/>
                <a:gd name="connsiteX12" fmla="*/ 484106 w 566604"/>
                <a:gd name="connsiteY12" fmla="*/ 105596 h 463233"/>
                <a:gd name="connsiteX13" fmla="*/ 530045 w 566604"/>
                <a:gd name="connsiteY13" fmla="*/ 151534 h 463233"/>
                <a:gd name="connsiteX14" fmla="*/ 530045 w 566604"/>
                <a:gd name="connsiteY14" fmla="*/ 386621 h 463233"/>
                <a:gd name="connsiteX15" fmla="*/ 557660 w 566604"/>
                <a:gd name="connsiteY15" fmla="*/ 386621 h 463233"/>
                <a:gd name="connsiteX16" fmla="*/ 557696 w 566604"/>
                <a:gd name="connsiteY16" fmla="*/ 386621 h 463233"/>
                <a:gd name="connsiteX17" fmla="*/ 566604 w 566604"/>
                <a:gd name="connsiteY17" fmla="*/ 395529 h 463233"/>
                <a:gd name="connsiteX18" fmla="*/ 566604 w 566604"/>
                <a:gd name="connsiteY18" fmla="*/ 396285 h 463233"/>
                <a:gd name="connsiteX19" fmla="*/ 499649 w 566604"/>
                <a:gd name="connsiteY19" fmla="*/ 463233 h 463233"/>
                <a:gd name="connsiteX20" fmla="*/ 66991 w 566604"/>
                <a:gd name="connsiteY20" fmla="*/ 463233 h 463233"/>
                <a:gd name="connsiteX21" fmla="*/ 0 w 566604"/>
                <a:gd name="connsiteY21" fmla="*/ 396285 h 463233"/>
                <a:gd name="connsiteX22" fmla="*/ 0 w 566604"/>
                <a:gd name="connsiteY22" fmla="*/ 395529 h 463233"/>
                <a:gd name="connsiteX23" fmla="*/ 8908 w 566604"/>
                <a:gd name="connsiteY23" fmla="*/ 386621 h 463233"/>
                <a:gd name="connsiteX24" fmla="*/ 512228 w 566604"/>
                <a:gd name="connsiteY24" fmla="*/ 386621 h 463233"/>
                <a:gd name="connsiteX25" fmla="*/ 512228 w 566604"/>
                <a:gd name="connsiteY25" fmla="*/ 151534 h 463233"/>
                <a:gd name="connsiteX26" fmla="*/ 484106 w 566604"/>
                <a:gd name="connsiteY26" fmla="*/ 123413 h 463233"/>
                <a:gd name="connsiteX27" fmla="*/ 431754 w 566604"/>
                <a:gd name="connsiteY27" fmla="*/ 123413 h 463233"/>
                <a:gd name="connsiteX28" fmla="*/ 422845 w 566604"/>
                <a:gd name="connsiteY28" fmla="*/ 114504 h 463233"/>
                <a:gd name="connsiteX29" fmla="*/ 431754 w 566604"/>
                <a:gd name="connsiteY29" fmla="*/ 105596 h 463233"/>
                <a:gd name="connsiteX30" fmla="*/ 191350 w 566604"/>
                <a:gd name="connsiteY30" fmla="*/ 17817 h 463233"/>
                <a:gd name="connsiteX31" fmla="*/ 179057 w 566604"/>
                <a:gd name="connsiteY31" fmla="*/ 30124 h 463233"/>
                <a:gd name="connsiteX32" fmla="*/ 179057 w 566604"/>
                <a:gd name="connsiteY32" fmla="*/ 146096 h 463233"/>
                <a:gd name="connsiteX33" fmla="*/ 191350 w 566604"/>
                <a:gd name="connsiteY33" fmla="*/ 158390 h 463233"/>
                <a:gd name="connsiteX34" fmla="*/ 213058 w 566604"/>
                <a:gd name="connsiteY34" fmla="*/ 158390 h 463233"/>
                <a:gd name="connsiteX35" fmla="*/ 221967 w 566604"/>
                <a:gd name="connsiteY35" fmla="*/ 167298 h 463233"/>
                <a:gd name="connsiteX36" fmla="*/ 221967 w 566604"/>
                <a:gd name="connsiteY36" fmla="*/ 196581 h 463233"/>
                <a:gd name="connsiteX37" fmla="*/ 253096 w 566604"/>
                <a:gd name="connsiteY37" fmla="*/ 161397 h 463233"/>
                <a:gd name="connsiteX38" fmla="*/ 259766 w 566604"/>
                <a:gd name="connsiteY38" fmla="*/ 158390 h 463233"/>
                <a:gd name="connsiteX39" fmla="*/ 375218 w 566604"/>
                <a:gd name="connsiteY39" fmla="*/ 158390 h 463233"/>
                <a:gd name="connsiteX40" fmla="*/ 387526 w 566604"/>
                <a:gd name="connsiteY40" fmla="*/ 146096 h 463233"/>
                <a:gd name="connsiteX41" fmla="*/ 387526 w 566604"/>
                <a:gd name="connsiteY41" fmla="*/ 30124 h 463233"/>
                <a:gd name="connsiteX42" fmla="*/ 375218 w 566604"/>
                <a:gd name="connsiteY42" fmla="*/ 17817 h 463233"/>
                <a:gd name="connsiteX43" fmla="*/ 191350 w 566604"/>
                <a:gd name="connsiteY43" fmla="*/ 0 h 463233"/>
                <a:gd name="connsiteX44" fmla="*/ 375218 w 566604"/>
                <a:gd name="connsiteY44" fmla="*/ 0 h 463233"/>
                <a:gd name="connsiteX45" fmla="*/ 405328 w 566604"/>
                <a:gd name="connsiteY45" fmla="*/ 30124 h 463233"/>
                <a:gd name="connsiteX46" fmla="*/ 405328 w 566604"/>
                <a:gd name="connsiteY46" fmla="*/ 146096 h 463233"/>
                <a:gd name="connsiteX47" fmla="*/ 375218 w 566604"/>
                <a:gd name="connsiteY47" fmla="*/ 176206 h 463233"/>
                <a:gd name="connsiteX48" fmla="*/ 263750 w 566604"/>
                <a:gd name="connsiteY48" fmla="*/ 176206 h 463233"/>
                <a:gd name="connsiteX49" fmla="*/ 219700 w 566604"/>
                <a:gd name="connsiteY49" fmla="*/ 225993 h 463233"/>
                <a:gd name="connsiteX50" fmla="*/ 213033 w 566604"/>
                <a:gd name="connsiteY50" fmla="*/ 228997 h 463233"/>
                <a:gd name="connsiteX51" fmla="*/ 204121 w 566604"/>
                <a:gd name="connsiteY51" fmla="*/ 220092 h 463233"/>
                <a:gd name="connsiteX52" fmla="*/ 204121 w 566604"/>
                <a:gd name="connsiteY52" fmla="*/ 176206 h 463233"/>
                <a:gd name="connsiteX53" fmla="*/ 191350 w 566604"/>
                <a:gd name="connsiteY53" fmla="*/ 176206 h 463233"/>
                <a:gd name="connsiteX54" fmla="*/ 161240 w 566604"/>
                <a:gd name="connsiteY54" fmla="*/ 146096 h 463233"/>
                <a:gd name="connsiteX55" fmla="*/ 161240 w 566604"/>
                <a:gd name="connsiteY55" fmla="*/ 123441 h 463233"/>
                <a:gd name="connsiteX56" fmla="*/ 82462 w 566604"/>
                <a:gd name="connsiteY56" fmla="*/ 123441 h 463233"/>
                <a:gd name="connsiteX57" fmla="*/ 54341 w 566604"/>
                <a:gd name="connsiteY57" fmla="*/ 151562 h 463233"/>
                <a:gd name="connsiteX58" fmla="*/ 54341 w 566604"/>
                <a:gd name="connsiteY58" fmla="*/ 357523 h 463233"/>
                <a:gd name="connsiteX59" fmla="*/ 45432 w 566604"/>
                <a:gd name="connsiteY59" fmla="*/ 366431 h 463233"/>
                <a:gd name="connsiteX60" fmla="*/ 45404 w 566604"/>
                <a:gd name="connsiteY60" fmla="*/ 366431 h 463233"/>
                <a:gd name="connsiteX61" fmla="*/ 36524 w 566604"/>
                <a:gd name="connsiteY61" fmla="*/ 357494 h 463233"/>
                <a:gd name="connsiteX62" fmla="*/ 36524 w 566604"/>
                <a:gd name="connsiteY62" fmla="*/ 151534 h 463233"/>
                <a:gd name="connsiteX63" fmla="*/ 82462 w 566604"/>
                <a:gd name="connsiteY63" fmla="*/ 105596 h 463233"/>
                <a:gd name="connsiteX64" fmla="*/ 161226 w 566604"/>
                <a:gd name="connsiteY64" fmla="*/ 105596 h 463233"/>
                <a:gd name="connsiteX65" fmla="*/ 161226 w 566604"/>
                <a:gd name="connsiteY65" fmla="*/ 30124 h 463233"/>
                <a:gd name="connsiteX66" fmla="*/ 191350 w 566604"/>
                <a:gd name="connsiteY66" fmla="*/ 0 h 46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66604" h="463233">
                  <a:moveTo>
                    <a:pt x="250765" y="416019"/>
                  </a:moveTo>
                  <a:lnTo>
                    <a:pt x="315796" y="416019"/>
                  </a:lnTo>
                  <a:cubicBezTo>
                    <a:pt x="320716" y="416019"/>
                    <a:pt x="324704" y="420007"/>
                    <a:pt x="324704" y="424927"/>
                  </a:cubicBezTo>
                  <a:cubicBezTo>
                    <a:pt x="324704" y="429847"/>
                    <a:pt x="320716" y="433836"/>
                    <a:pt x="315796" y="433836"/>
                  </a:cubicBezTo>
                  <a:lnTo>
                    <a:pt x="250765" y="433836"/>
                  </a:lnTo>
                  <a:cubicBezTo>
                    <a:pt x="245845" y="433836"/>
                    <a:pt x="241857" y="429847"/>
                    <a:pt x="241857" y="424927"/>
                  </a:cubicBezTo>
                  <a:cubicBezTo>
                    <a:pt x="241857" y="420007"/>
                    <a:pt x="245845" y="416019"/>
                    <a:pt x="250765" y="416019"/>
                  </a:cubicBezTo>
                  <a:close/>
                  <a:moveTo>
                    <a:pt x="18494" y="404438"/>
                  </a:moveTo>
                  <a:cubicBezTo>
                    <a:pt x="22508" y="428079"/>
                    <a:pt x="42975" y="445386"/>
                    <a:pt x="66955" y="445416"/>
                  </a:cubicBezTo>
                  <a:lnTo>
                    <a:pt x="499614" y="445416"/>
                  </a:lnTo>
                  <a:cubicBezTo>
                    <a:pt x="523593" y="445386"/>
                    <a:pt x="544061" y="428079"/>
                    <a:pt x="548075" y="404438"/>
                  </a:cubicBezTo>
                  <a:close/>
                  <a:moveTo>
                    <a:pt x="431754" y="105596"/>
                  </a:moveTo>
                  <a:lnTo>
                    <a:pt x="484106" y="105596"/>
                  </a:lnTo>
                  <a:cubicBezTo>
                    <a:pt x="509466" y="105623"/>
                    <a:pt x="530017" y="126175"/>
                    <a:pt x="530045" y="151534"/>
                  </a:cubicBezTo>
                  <a:lnTo>
                    <a:pt x="530045" y="386621"/>
                  </a:lnTo>
                  <a:lnTo>
                    <a:pt x="557660" y="386621"/>
                  </a:lnTo>
                  <a:cubicBezTo>
                    <a:pt x="557672" y="386621"/>
                    <a:pt x="557684" y="386621"/>
                    <a:pt x="557696" y="386621"/>
                  </a:cubicBezTo>
                  <a:cubicBezTo>
                    <a:pt x="562616" y="386621"/>
                    <a:pt x="566604" y="390610"/>
                    <a:pt x="566604" y="395529"/>
                  </a:cubicBezTo>
                  <a:lnTo>
                    <a:pt x="566604" y="396285"/>
                  </a:lnTo>
                  <a:cubicBezTo>
                    <a:pt x="566557" y="433242"/>
                    <a:pt x="536607" y="463189"/>
                    <a:pt x="499649" y="463233"/>
                  </a:cubicBezTo>
                  <a:lnTo>
                    <a:pt x="66991" y="463233"/>
                  </a:lnTo>
                  <a:cubicBezTo>
                    <a:pt x="30019" y="463209"/>
                    <a:pt x="47" y="433256"/>
                    <a:pt x="0" y="396285"/>
                  </a:cubicBezTo>
                  <a:lnTo>
                    <a:pt x="0" y="395529"/>
                  </a:lnTo>
                  <a:cubicBezTo>
                    <a:pt x="0" y="390610"/>
                    <a:pt x="3988" y="386621"/>
                    <a:pt x="8908" y="386621"/>
                  </a:cubicBezTo>
                  <a:lnTo>
                    <a:pt x="512228" y="386621"/>
                  </a:lnTo>
                  <a:lnTo>
                    <a:pt x="512228" y="151534"/>
                  </a:lnTo>
                  <a:cubicBezTo>
                    <a:pt x="512208" y="136011"/>
                    <a:pt x="499629" y="123432"/>
                    <a:pt x="484106" y="123413"/>
                  </a:cubicBezTo>
                  <a:lnTo>
                    <a:pt x="431754" y="123413"/>
                  </a:lnTo>
                  <a:cubicBezTo>
                    <a:pt x="426834" y="123413"/>
                    <a:pt x="422845" y="119424"/>
                    <a:pt x="422845" y="114504"/>
                  </a:cubicBezTo>
                  <a:cubicBezTo>
                    <a:pt x="422845" y="109584"/>
                    <a:pt x="426834" y="105596"/>
                    <a:pt x="431754" y="105596"/>
                  </a:cubicBezTo>
                  <a:close/>
                  <a:moveTo>
                    <a:pt x="191350" y="17817"/>
                  </a:moveTo>
                  <a:cubicBezTo>
                    <a:pt x="184560" y="17828"/>
                    <a:pt x="179061" y="23334"/>
                    <a:pt x="179057" y="30124"/>
                  </a:cubicBezTo>
                  <a:lnTo>
                    <a:pt x="179057" y="146096"/>
                  </a:lnTo>
                  <a:cubicBezTo>
                    <a:pt x="179069" y="152881"/>
                    <a:pt x="184566" y="158378"/>
                    <a:pt x="191350" y="158390"/>
                  </a:cubicBezTo>
                  <a:lnTo>
                    <a:pt x="213058" y="158390"/>
                  </a:lnTo>
                  <a:cubicBezTo>
                    <a:pt x="217978" y="158390"/>
                    <a:pt x="221967" y="162378"/>
                    <a:pt x="221967" y="167298"/>
                  </a:cubicBezTo>
                  <a:lnTo>
                    <a:pt x="221967" y="196581"/>
                  </a:lnTo>
                  <a:lnTo>
                    <a:pt x="253096" y="161397"/>
                  </a:lnTo>
                  <a:cubicBezTo>
                    <a:pt x="254786" y="159486"/>
                    <a:pt x="257215" y="158391"/>
                    <a:pt x="259766" y="158390"/>
                  </a:cubicBezTo>
                  <a:lnTo>
                    <a:pt x="375218" y="158390"/>
                  </a:lnTo>
                  <a:cubicBezTo>
                    <a:pt x="382008" y="158386"/>
                    <a:pt x="387514" y="152886"/>
                    <a:pt x="387526" y="146096"/>
                  </a:cubicBezTo>
                  <a:lnTo>
                    <a:pt x="387526" y="30124"/>
                  </a:lnTo>
                  <a:cubicBezTo>
                    <a:pt x="387522" y="23329"/>
                    <a:pt x="382014" y="17821"/>
                    <a:pt x="375218" y="17817"/>
                  </a:cubicBezTo>
                  <a:close/>
                  <a:moveTo>
                    <a:pt x="191350" y="0"/>
                  </a:moveTo>
                  <a:lnTo>
                    <a:pt x="375218" y="0"/>
                  </a:lnTo>
                  <a:cubicBezTo>
                    <a:pt x="391842" y="27"/>
                    <a:pt x="405308" y="13501"/>
                    <a:pt x="405328" y="30124"/>
                  </a:cubicBezTo>
                  <a:lnTo>
                    <a:pt x="405328" y="146096"/>
                  </a:lnTo>
                  <a:cubicBezTo>
                    <a:pt x="405301" y="162714"/>
                    <a:pt x="391836" y="176179"/>
                    <a:pt x="375218" y="176206"/>
                  </a:cubicBezTo>
                  <a:lnTo>
                    <a:pt x="263750" y="176206"/>
                  </a:lnTo>
                  <a:lnTo>
                    <a:pt x="219700" y="225993"/>
                  </a:lnTo>
                  <a:cubicBezTo>
                    <a:pt x="218010" y="227902"/>
                    <a:pt x="215583" y="228996"/>
                    <a:pt x="213033" y="228997"/>
                  </a:cubicBezTo>
                  <a:cubicBezTo>
                    <a:pt x="208113" y="228999"/>
                    <a:pt x="204123" y="225012"/>
                    <a:pt x="204121" y="220092"/>
                  </a:cubicBezTo>
                  <a:lnTo>
                    <a:pt x="204121" y="176206"/>
                  </a:lnTo>
                  <a:lnTo>
                    <a:pt x="191350" y="176206"/>
                  </a:lnTo>
                  <a:cubicBezTo>
                    <a:pt x="174731" y="176183"/>
                    <a:pt x="161264" y="162716"/>
                    <a:pt x="161240" y="146096"/>
                  </a:cubicBezTo>
                  <a:lnTo>
                    <a:pt x="161240" y="123441"/>
                  </a:lnTo>
                  <a:lnTo>
                    <a:pt x="82462" y="123441"/>
                  </a:lnTo>
                  <a:cubicBezTo>
                    <a:pt x="66938" y="123456"/>
                    <a:pt x="54356" y="136038"/>
                    <a:pt x="54341" y="151562"/>
                  </a:cubicBezTo>
                  <a:lnTo>
                    <a:pt x="54341" y="357523"/>
                  </a:lnTo>
                  <a:cubicBezTo>
                    <a:pt x="54341" y="362442"/>
                    <a:pt x="50352" y="366431"/>
                    <a:pt x="45432" y="366431"/>
                  </a:cubicBezTo>
                  <a:cubicBezTo>
                    <a:pt x="45423" y="366431"/>
                    <a:pt x="45413" y="366431"/>
                    <a:pt x="45404" y="366431"/>
                  </a:cubicBezTo>
                  <a:cubicBezTo>
                    <a:pt x="40484" y="366415"/>
                    <a:pt x="36508" y="362414"/>
                    <a:pt x="36524" y="357494"/>
                  </a:cubicBezTo>
                  <a:lnTo>
                    <a:pt x="36524" y="151534"/>
                  </a:lnTo>
                  <a:cubicBezTo>
                    <a:pt x="36552" y="126174"/>
                    <a:pt x="57103" y="105623"/>
                    <a:pt x="82462" y="105596"/>
                  </a:cubicBezTo>
                  <a:lnTo>
                    <a:pt x="161226" y="105596"/>
                  </a:lnTo>
                  <a:lnTo>
                    <a:pt x="161226" y="30124"/>
                  </a:lnTo>
                  <a:cubicBezTo>
                    <a:pt x="161242" y="13494"/>
                    <a:pt x="174720" y="16"/>
                    <a:pt x="191350" y="0"/>
                  </a:cubicBezTo>
                  <a:close/>
                </a:path>
              </a:pathLst>
            </a:custGeom>
            <a:grpFill/>
            <a:ln w="7069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249" name="文本框 248">
            <a:extLst>
              <a:ext uri="{FF2B5EF4-FFF2-40B4-BE49-F238E27FC236}">
                <a16:creationId xmlns:a16="http://schemas.microsoft.com/office/drawing/2014/main" id="{4F729333-883B-26FB-E5F1-E24ECC961B17}"/>
              </a:ext>
            </a:extLst>
          </p:cNvPr>
          <p:cNvSpPr txBox="1"/>
          <p:nvPr/>
        </p:nvSpPr>
        <p:spPr>
          <a:xfrm>
            <a:off x="92225" y="2698441"/>
            <a:ext cx="492443" cy="3102533"/>
          </a:xfrm>
          <a:prstGeom prst="rect">
            <a:avLst/>
          </a:prstGeom>
          <a:noFill/>
          <a:ln>
            <a:noFill/>
          </a:ln>
        </p:spPr>
        <p:txBody>
          <a:bodyPr vert="eaVert" wrap="square" rtlCol="0">
            <a:spAutoFit/>
          </a:bodyPr>
          <a:lstStyle/>
          <a:p>
            <a:r>
              <a:rPr lang="zh-CN" altLang="en-US" sz="2000" spc="6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参考矢量图标</a:t>
            </a:r>
          </a:p>
        </p:txBody>
      </p:sp>
      <p:cxnSp>
        <p:nvCxnSpPr>
          <p:cNvPr id="251" name="直接连接符 250">
            <a:extLst>
              <a:ext uri="{FF2B5EF4-FFF2-40B4-BE49-F238E27FC236}">
                <a16:creationId xmlns:a16="http://schemas.microsoft.com/office/drawing/2014/main" id="{8E4F0AA3-5F30-BB65-7750-79259ACA71DD}"/>
              </a:ext>
            </a:extLst>
          </p:cNvPr>
          <p:cNvCxnSpPr>
            <a:cxnSpLocks/>
          </p:cNvCxnSpPr>
          <p:nvPr/>
        </p:nvCxnSpPr>
        <p:spPr>
          <a:xfrm>
            <a:off x="584666" y="2743032"/>
            <a:ext cx="0" cy="1970482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7189912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36">
            <a:extLst>
              <a:ext uri="{FF2B5EF4-FFF2-40B4-BE49-F238E27FC236}">
                <a16:creationId xmlns:a16="http://schemas.microsoft.com/office/drawing/2014/main" id="{B36A4A10-2809-FA94-4F84-130FEEAF3548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1336065"/>
            <a:ext cx="211667" cy="211667"/>
          </a:xfrm>
          <a:custGeom>
            <a:avLst/>
            <a:gdLst>
              <a:gd name="T0" fmla="*/ 44450 w 50"/>
              <a:gd name="T1" fmla="*/ 50800 h 50"/>
              <a:gd name="T2" fmla="*/ 44450 w 50"/>
              <a:gd name="T3" fmla="*/ 107950 h 50"/>
              <a:gd name="T4" fmla="*/ 44450 w 50"/>
              <a:gd name="T5" fmla="*/ 107950 h 50"/>
              <a:gd name="T6" fmla="*/ 85725 w 50"/>
              <a:gd name="T7" fmla="*/ 139700 h 50"/>
              <a:gd name="T8" fmla="*/ 85725 w 50"/>
              <a:gd name="T9" fmla="*/ 114300 h 50"/>
              <a:gd name="T10" fmla="*/ 85725 w 50"/>
              <a:gd name="T11" fmla="*/ 44450 h 50"/>
              <a:gd name="T12" fmla="*/ 85725 w 50"/>
              <a:gd name="T13" fmla="*/ 19050 h 50"/>
              <a:gd name="T14" fmla="*/ 44450 w 50"/>
              <a:gd name="T15" fmla="*/ 50800 h 50"/>
              <a:gd name="T16" fmla="*/ 44450 w 50"/>
              <a:gd name="T17" fmla="*/ 50800 h 50"/>
              <a:gd name="T18" fmla="*/ 117475 w 50"/>
              <a:gd name="T19" fmla="*/ 25400 h 50"/>
              <a:gd name="T20" fmla="*/ 117475 w 50"/>
              <a:gd name="T21" fmla="*/ 25400 h 50"/>
              <a:gd name="T22" fmla="*/ 114300 w 50"/>
              <a:gd name="T23" fmla="*/ 19050 h 50"/>
              <a:gd name="T24" fmla="*/ 123825 w 50"/>
              <a:gd name="T25" fmla="*/ 15875 h 50"/>
              <a:gd name="T26" fmla="*/ 149225 w 50"/>
              <a:gd name="T27" fmla="*/ 44450 h 50"/>
              <a:gd name="T28" fmla="*/ 158750 w 50"/>
              <a:gd name="T29" fmla="*/ 79375 h 50"/>
              <a:gd name="T30" fmla="*/ 149225 w 50"/>
              <a:gd name="T31" fmla="*/ 117475 h 50"/>
              <a:gd name="T32" fmla="*/ 123825 w 50"/>
              <a:gd name="T33" fmla="*/ 142875 h 50"/>
              <a:gd name="T34" fmla="*/ 114300 w 50"/>
              <a:gd name="T35" fmla="*/ 139700 h 50"/>
              <a:gd name="T36" fmla="*/ 117475 w 50"/>
              <a:gd name="T37" fmla="*/ 133350 h 50"/>
              <a:gd name="T38" fmla="*/ 139700 w 50"/>
              <a:gd name="T39" fmla="*/ 111125 h 50"/>
              <a:gd name="T40" fmla="*/ 149225 w 50"/>
              <a:gd name="T41" fmla="*/ 79375 h 50"/>
              <a:gd name="T42" fmla="*/ 139700 w 50"/>
              <a:gd name="T43" fmla="*/ 50800 h 50"/>
              <a:gd name="T44" fmla="*/ 117475 w 50"/>
              <a:gd name="T45" fmla="*/ 25400 h 50"/>
              <a:gd name="T46" fmla="*/ 34925 w 50"/>
              <a:gd name="T47" fmla="*/ 50800 h 50"/>
              <a:gd name="T48" fmla="*/ 34925 w 50"/>
              <a:gd name="T49" fmla="*/ 50800 h 50"/>
              <a:gd name="T50" fmla="*/ 9525 w 50"/>
              <a:gd name="T51" fmla="*/ 50800 h 50"/>
              <a:gd name="T52" fmla="*/ 9525 w 50"/>
              <a:gd name="T53" fmla="*/ 107950 h 50"/>
              <a:gd name="T54" fmla="*/ 34925 w 50"/>
              <a:gd name="T55" fmla="*/ 107950 h 50"/>
              <a:gd name="T56" fmla="*/ 34925 w 50"/>
              <a:gd name="T57" fmla="*/ 50800 h 50"/>
              <a:gd name="T58" fmla="*/ 38100 w 50"/>
              <a:gd name="T59" fmla="*/ 38100 h 50"/>
              <a:gd name="T60" fmla="*/ 38100 w 50"/>
              <a:gd name="T61" fmla="*/ 38100 h 50"/>
              <a:gd name="T62" fmla="*/ 85725 w 50"/>
              <a:gd name="T63" fmla="*/ 3175 h 50"/>
              <a:gd name="T64" fmla="*/ 92075 w 50"/>
              <a:gd name="T65" fmla="*/ 0 h 50"/>
              <a:gd name="T66" fmla="*/ 98425 w 50"/>
              <a:gd name="T67" fmla="*/ 6350 h 50"/>
              <a:gd name="T68" fmla="*/ 98425 w 50"/>
              <a:gd name="T69" fmla="*/ 44450 h 50"/>
              <a:gd name="T70" fmla="*/ 98425 w 50"/>
              <a:gd name="T71" fmla="*/ 47625 h 50"/>
              <a:gd name="T72" fmla="*/ 111125 w 50"/>
              <a:gd name="T73" fmla="*/ 57150 h 50"/>
              <a:gd name="T74" fmla="*/ 117475 w 50"/>
              <a:gd name="T75" fmla="*/ 79375 h 50"/>
              <a:gd name="T76" fmla="*/ 111125 w 50"/>
              <a:gd name="T77" fmla="*/ 101600 h 50"/>
              <a:gd name="T78" fmla="*/ 98425 w 50"/>
              <a:gd name="T79" fmla="*/ 111125 h 50"/>
              <a:gd name="T80" fmla="*/ 98425 w 50"/>
              <a:gd name="T81" fmla="*/ 114300 h 50"/>
              <a:gd name="T82" fmla="*/ 98425 w 50"/>
              <a:gd name="T83" fmla="*/ 152400 h 50"/>
              <a:gd name="T84" fmla="*/ 95250 w 50"/>
              <a:gd name="T85" fmla="*/ 155575 h 50"/>
              <a:gd name="T86" fmla="*/ 85725 w 50"/>
              <a:gd name="T87" fmla="*/ 158750 h 50"/>
              <a:gd name="T88" fmla="*/ 38100 w 50"/>
              <a:gd name="T89" fmla="*/ 120650 h 50"/>
              <a:gd name="T90" fmla="*/ 6350 w 50"/>
              <a:gd name="T91" fmla="*/ 120650 h 50"/>
              <a:gd name="T92" fmla="*/ 3175 w 50"/>
              <a:gd name="T93" fmla="*/ 120650 h 50"/>
              <a:gd name="T94" fmla="*/ 0 w 50"/>
              <a:gd name="T95" fmla="*/ 114300 h 50"/>
              <a:gd name="T96" fmla="*/ 0 w 50"/>
              <a:gd name="T97" fmla="*/ 44450 h 50"/>
              <a:gd name="T98" fmla="*/ 0 w 50"/>
              <a:gd name="T99" fmla="*/ 44450 h 50"/>
              <a:gd name="T100" fmla="*/ 3175 w 50"/>
              <a:gd name="T101" fmla="*/ 38100 h 50"/>
              <a:gd name="T102" fmla="*/ 38100 w 50"/>
              <a:gd name="T103" fmla="*/ 38100 h 50"/>
              <a:gd name="T104" fmla="*/ 98425 w 50"/>
              <a:gd name="T105" fmla="*/ 53975 h 50"/>
              <a:gd name="T106" fmla="*/ 98425 w 50"/>
              <a:gd name="T107" fmla="*/ 53975 h 50"/>
              <a:gd name="T108" fmla="*/ 98425 w 50"/>
              <a:gd name="T109" fmla="*/ 104775 h 50"/>
              <a:gd name="T110" fmla="*/ 104775 w 50"/>
              <a:gd name="T111" fmla="*/ 98425 h 50"/>
              <a:gd name="T112" fmla="*/ 111125 w 50"/>
              <a:gd name="T113" fmla="*/ 79375 h 50"/>
              <a:gd name="T114" fmla="*/ 104775 w 50"/>
              <a:gd name="T115" fmla="*/ 63500 h 50"/>
              <a:gd name="T116" fmla="*/ 98425 w 50"/>
              <a:gd name="T117" fmla="*/ 53975 h 5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0" h="50">
                <a:moveTo>
                  <a:pt x="14" y="16"/>
                </a:move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6"/>
                  <a:pt x="27" y="6"/>
                  <a:pt x="27" y="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6"/>
                  <a:pt x="14" y="16"/>
                  <a:pt x="14" y="16"/>
                </a:cubicBezTo>
                <a:close/>
                <a:moveTo>
                  <a:pt x="37" y="8"/>
                </a:moveTo>
                <a:cubicBezTo>
                  <a:pt x="37" y="8"/>
                  <a:pt x="37" y="8"/>
                  <a:pt x="37" y="8"/>
                </a:cubicBezTo>
                <a:cubicBezTo>
                  <a:pt x="36" y="8"/>
                  <a:pt x="36" y="7"/>
                  <a:pt x="36" y="6"/>
                </a:cubicBezTo>
                <a:cubicBezTo>
                  <a:pt x="37" y="5"/>
                  <a:pt x="38" y="5"/>
                  <a:pt x="39" y="5"/>
                </a:cubicBezTo>
                <a:cubicBezTo>
                  <a:pt x="42" y="7"/>
                  <a:pt x="45" y="10"/>
                  <a:pt x="47" y="14"/>
                </a:cubicBezTo>
                <a:cubicBezTo>
                  <a:pt x="49" y="17"/>
                  <a:pt x="50" y="21"/>
                  <a:pt x="50" y="25"/>
                </a:cubicBezTo>
                <a:cubicBezTo>
                  <a:pt x="50" y="29"/>
                  <a:pt x="49" y="33"/>
                  <a:pt x="47" y="37"/>
                </a:cubicBezTo>
                <a:cubicBezTo>
                  <a:pt x="45" y="40"/>
                  <a:pt x="42" y="43"/>
                  <a:pt x="39" y="45"/>
                </a:cubicBezTo>
                <a:cubicBezTo>
                  <a:pt x="38" y="46"/>
                  <a:pt x="37" y="45"/>
                  <a:pt x="36" y="44"/>
                </a:cubicBezTo>
                <a:cubicBezTo>
                  <a:pt x="36" y="44"/>
                  <a:pt x="36" y="42"/>
                  <a:pt x="37" y="42"/>
                </a:cubicBezTo>
                <a:cubicBezTo>
                  <a:pt x="40" y="40"/>
                  <a:pt x="42" y="38"/>
                  <a:pt x="44" y="35"/>
                </a:cubicBezTo>
                <a:cubicBezTo>
                  <a:pt x="46" y="32"/>
                  <a:pt x="47" y="29"/>
                  <a:pt x="47" y="25"/>
                </a:cubicBezTo>
                <a:cubicBezTo>
                  <a:pt x="47" y="22"/>
                  <a:pt x="46" y="18"/>
                  <a:pt x="44" y="16"/>
                </a:cubicBezTo>
                <a:cubicBezTo>
                  <a:pt x="42" y="13"/>
                  <a:pt x="40" y="10"/>
                  <a:pt x="37" y="8"/>
                </a:cubicBezTo>
                <a:close/>
                <a:moveTo>
                  <a:pt x="11" y="16"/>
                </a:moveTo>
                <a:cubicBezTo>
                  <a:pt x="11" y="16"/>
                  <a:pt x="11" y="16"/>
                  <a:pt x="11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34"/>
                  <a:pt x="3" y="34"/>
                  <a:pt x="3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16"/>
                  <a:pt x="11" y="16"/>
                  <a:pt x="11" y="16"/>
                </a:cubicBezTo>
                <a:close/>
                <a:moveTo>
                  <a:pt x="12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27" y="1"/>
                  <a:pt x="27" y="1"/>
                  <a:pt x="27" y="1"/>
                </a:cubicBezTo>
                <a:cubicBezTo>
                  <a:pt x="28" y="0"/>
                  <a:pt x="28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5"/>
                  <a:pt x="31" y="15"/>
                  <a:pt x="31" y="15"/>
                </a:cubicBezTo>
                <a:cubicBezTo>
                  <a:pt x="32" y="16"/>
                  <a:pt x="34" y="17"/>
                  <a:pt x="35" y="18"/>
                </a:cubicBezTo>
                <a:cubicBezTo>
                  <a:pt x="37" y="20"/>
                  <a:pt x="37" y="23"/>
                  <a:pt x="37" y="25"/>
                </a:cubicBezTo>
                <a:cubicBezTo>
                  <a:pt x="37" y="28"/>
                  <a:pt x="37" y="30"/>
                  <a:pt x="35" y="32"/>
                </a:cubicBezTo>
                <a:cubicBezTo>
                  <a:pt x="34" y="34"/>
                  <a:pt x="32" y="35"/>
                  <a:pt x="31" y="35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9"/>
                  <a:pt x="30" y="49"/>
                  <a:pt x="30" y="49"/>
                </a:cubicBezTo>
                <a:cubicBezTo>
                  <a:pt x="29" y="50"/>
                  <a:pt x="28" y="50"/>
                  <a:pt x="27" y="50"/>
                </a:cubicBezTo>
                <a:cubicBezTo>
                  <a:pt x="12" y="38"/>
                  <a:pt x="12" y="38"/>
                  <a:pt x="12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0" y="12"/>
                  <a:pt x="1" y="12"/>
                </a:cubicBezTo>
                <a:cubicBezTo>
                  <a:pt x="12" y="12"/>
                  <a:pt x="12" y="12"/>
                  <a:pt x="12" y="12"/>
                </a:cubicBezTo>
                <a:close/>
                <a:moveTo>
                  <a:pt x="31" y="17"/>
                </a:moveTo>
                <a:cubicBezTo>
                  <a:pt x="31" y="17"/>
                  <a:pt x="31" y="17"/>
                  <a:pt x="31" y="17"/>
                </a:cubicBezTo>
                <a:cubicBezTo>
                  <a:pt x="31" y="33"/>
                  <a:pt x="31" y="33"/>
                  <a:pt x="31" y="33"/>
                </a:cubicBezTo>
                <a:cubicBezTo>
                  <a:pt x="32" y="32"/>
                  <a:pt x="32" y="32"/>
                  <a:pt x="33" y="31"/>
                </a:cubicBezTo>
                <a:cubicBezTo>
                  <a:pt x="34" y="29"/>
                  <a:pt x="35" y="27"/>
                  <a:pt x="35" y="25"/>
                </a:cubicBezTo>
                <a:cubicBezTo>
                  <a:pt x="35" y="23"/>
                  <a:pt x="34" y="21"/>
                  <a:pt x="33" y="20"/>
                </a:cubicBezTo>
                <a:cubicBezTo>
                  <a:pt x="32" y="19"/>
                  <a:pt x="32" y="18"/>
                  <a:pt x="31" y="1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" name="Freeform 37">
            <a:extLst>
              <a:ext uri="{FF2B5EF4-FFF2-40B4-BE49-F238E27FC236}">
                <a16:creationId xmlns:a16="http://schemas.microsoft.com/office/drawing/2014/main" id="{58FC002F-BC7A-FD71-4C3D-1126764B80A5}"/>
              </a:ext>
            </a:extLst>
          </p:cNvPr>
          <p:cNvSpPr>
            <a:spLocks noEditPoints="1"/>
          </p:cNvSpPr>
          <p:nvPr/>
        </p:nvSpPr>
        <p:spPr bwMode="auto">
          <a:xfrm>
            <a:off x="2056801" y="1336065"/>
            <a:ext cx="177800" cy="211667"/>
          </a:xfrm>
          <a:custGeom>
            <a:avLst/>
            <a:gdLst>
              <a:gd name="T0" fmla="*/ 120650 w 42"/>
              <a:gd name="T1" fmla="*/ 25400 h 50"/>
              <a:gd name="T2" fmla="*/ 60325 w 42"/>
              <a:gd name="T3" fmla="*/ 28575 h 50"/>
              <a:gd name="T4" fmla="*/ 28575 w 42"/>
              <a:gd name="T5" fmla="*/ 107950 h 50"/>
              <a:gd name="T6" fmla="*/ 47625 w 42"/>
              <a:gd name="T7" fmla="*/ 114300 h 50"/>
              <a:gd name="T8" fmla="*/ 47625 w 42"/>
              <a:gd name="T9" fmla="*/ 25400 h 50"/>
              <a:gd name="T10" fmla="*/ 47625 w 42"/>
              <a:gd name="T11" fmla="*/ 25400 h 50"/>
              <a:gd name="T12" fmla="*/ 47625 w 42"/>
              <a:gd name="T13" fmla="*/ 25400 h 50"/>
              <a:gd name="T14" fmla="*/ 47625 w 42"/>
              <a:gd name="T15" fmla="*/ 25400 h 50"/>
              <a:gd name="T16" fmla="*/ 47625 w 42"/>
              <a:gd name="T17" fmla="*/ 22225 h 50"/>
              <a:gd name="T18" fmla="*/ 47625 w 42"/>
              <a:gd name="T19" fmla="*/ 22225 h 50"/>
              <a:gd name="T20" fmla="*/ 47625 w 42"/>
              <a:gd name="T21" fmla="*/ 22225 h 50"/>
              <a:gd name="T22" fmla="*/ 47625 w 42"/>
              <a:gd name="T23" fmla="*/ 22225 h 50"/>
              <a:gd name="T24" fmla="*/ 47625 w 42"/>
              <a:gd name="T25" fmla="*/ 22225 h 50"/>
              <a:gd name="T26" fmla="*/ 47625 w 42"/>
              <a:gd name="T27" fmla="*/ 22225 h 50"/>
              <a:gd name="T28" fmla="*/ 47625 w 42"/>
              <a:gd name="T29" fmla="*/ 22225 h 50"/>
              <a:gd name="T30" fmla="*/ 47625 w 42"/>
              <a:gd name="T31" fmla="*/ 22225 h 50"/>
              <a:gd name="T32" fmla="*/ 47625 w 42"/>
              <a:gd name="T33" fmla="*/ 22225 h 50"/>
              <a:gd name="T34" fmla="*/ 47625 w 42"/>
              <a:gd name="T35" fmla="*/ 22225 h 50"/>
              <a:gd name="T36" fmla="*/ 47625 w 42"/>
              <a:gd name="T37" fmla="*/ 22225 h 50"/>
              <a:gd name="T38" fmla="*/ 47625 w 42"/>
              <a:gd name="T39" fmla="*/ 22225 h 50"/>
              <a:gd name="T40" fmla="*/ 47625 w 42"/>
              <a:gd name="T41" fmla="*/ 22225 h 50"/>
              <a:gd name="T42" fmla="*/ 47625 w 42"/>
              <a:gd name="T43" fmla="*/ 19050 h 50"/>
              <a:gd name="T44" fmla="*/ 47625 w 42"/>
              <a:gd name="T45" fmla="*/ 19050 h 50"/>
              <a:gd name="T46" fmla="*/ 47625 w 42"/>
              <a:gd name="T47" fmla="*/ 19050 h 50"/>
              <a:gd name="T48" fmla="*/ 47625 w 42"/>
              <a:gd name="T49" fmla="*/ 19050 h 50"/>
              <a:gd name="T50" fmla="*/ 47625 w 42"/>
              <a:gd name="T51" fmla="*/ 19050 h 50"/>
              <a:gd name="T52" fmla="*/ 47625 w 42"/>
              <a:gd name="T53" fmla="*/ 19050 h 50"/>
              <a:gd name="T54" fmla="*/ 50800 w 42"/>
              <a:gd name="T55" fmla="*/ 19050 h 50"/>
              <a:gd name="T56" fmla="*/ 50800 w 42"/>
              <a:gd name="T57" fmla="*/ 19050 h 50"/>
              <a:gd name="T58" fmla="*/ 50800 w 42"/>
              <a:gd name="T59" fmla="*/ 19050 h 50"/>
              <a:gd name="T60" fmla="*/ 50800 w 42"/>
              <a:gd name="T61" fmla="*/ 19050 h 50"/>
              <a:gd name="T62" fmla="*/ 50800 w 42"/>
              <a:gd name="T63" fmla="*/ 19050 h 50"/>
              <a:gd name="T64" fmla="*/ 123825 w 42"/>
              <a:gd name="T65" fmla="*/ 0 h 50"/>
              <a:gd name="T66" fmla="*/ 130175 w 42"/>
              <a:gd name="T67" fmla="*/ 6350 h 50"/>
              <a:gd name="T68" fmla="*/ 133350 w 42"/>
              <a:gd name="T69" fmla="*/ 117475 h 50"/>
              <a:gd name="T70" fmla="*/ 123825 w 42"/>
              <a:gd name="T71" fmla="*/ 133350 h 50"/>
              <a:gd name="T72" fmla="*/ 82550 w 42"/>
              <a:gd name="T73" fmla="*/ 133350 h 50"/>
              <a:gd name="T74" fmla="*/ 82550 w 42"/>
              <a:gd name="T75" fmla="*/ 98425 h 50"/>
              <a:gd name="T76" fmla="*/ 120650 w 42"/>
              <a:gd name="T77" fmla="*/ 95250 h 50"/>
              <a:gd name="T78" fmla="*/ 60325 w 42"/>
              <a:gd name="T79" fmla="*/ 47625 h 50"/>
              <a:gd name="T80" fmla="*/ 60325 w 42"/>
              <a:gd name="T81" fmla="*/ 133350 h 50"/>
              <a:gd name="T82" fmla="*/ 50800 w 42"/>
              <a:gd name="T83" fmla="*/ 152400 h 50"/>
              <a:gd name="T84" fmla="*/ 9525 w 42"/>
              <a:gd name="T85" fmla="*/ 152400 h 50"/>
              <a:gd name="T86" fmla="*/ 9525 w 42"/>
              <a:gd name="T87" fmla="*/ 114300 h 50"/>
              <a:gd name="T88" fmla="*/ 41275 w 42"/>
              <a:gd name="T89" fmla="*/ 123825 h 50"/>
              <a:gd name="T90" fmla="*/ 28575 w 42"/>
              <a:gd name="T91" fmla="*/ 120650 h 50"/>
              <a:gd name="T92" fmla="*/ 9525 w 42"/>
              <a:gd name="T93" fmla="*/ 133350 h 50"/>
              <a:gd name="T94" fmla="*/ 28575 w 42"/>
              <a:gd name="T95" fmla="*/ 146050 h 50"/>
              <a:gd name="T96" fmla="*/ 47625 w 42"/>
              <a:gd name="T97" fmla="*/ 133350 h 50"/>
              <a:gd name="T98" fmla="*/ 114300 w 42"/>
              <a:gd name="T99" fmla="*/ 107950 h 50"/>
              <a:gd name="T100" fmla="*/ 101600 w 42"/>
              <a:gd name="T101" fmla="*/ 104775 h 50"/>
              <a:gd name="T102" fmla="*/ 82550 w 42"/>
              <a:gd name="T103" fmla="*/ 117475 h 50"/>
              <a:gd name="T104" fmla="*/ 88900 w 42"/>
              <a:gd name="T105" fmla="*/ 123825 h 50"/>
              <a:gd name="T106" fmla="*/ 101600 w 42"/>
              <a:gd name="T107" fmla="*/ 130175 h 50"/>
              <a:gd name="T108" fmla="*/ 120650 w 42"/>
              <a:gd name="T109" fmla="*/ 117475 h 50"/>
              <a:gd name="T110" fmla="*/ 120650 w 42"/>
              <a:gd name="T111" fmla="*/ 117475 h 50"/>
              <a:gd name="T112" fmla="*/ 114300 w 42"/>
              <a:gd name="T113" fmla="*/ 107950 h 5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42" h="50">
                <a:moveTo>
                  <a:pt x="19" y="12"/>
                </a:moveTo>
                <a:cubicBezTo>
                  <a:pt x="38" y="8"/>
                  <a:pt x="38" y="8"/>
                  <a:pt x="38" y="8"/>
                </a:cubicBezTo>
                <a:cubicBezTo>
                  <a:pt x="38" y="5"/>
                  <a:pt x="38" y="5"/>
                  <a:pt x="38" y="5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12"/>
                  <a:pt x="19" y="12"/>
                  <a:pt x="19" y="12"/>
                </a:cubicBezTo>
                <a:close/>
                <a:moveTo>
                  <a:pt x="9" y="34"/>
                </a:moveTo>
                <a:cubicBezTo>
                  <a:pt x="9" y="34"/>
                  <a:pt x="9" y="34"/>
                  <a:pt x="9" y="34"/>
                </a:cubicBezTo>
                <a:cubicBezTo>
                  <a:pt x="11" y="34"/>
                  <a:pt x="13" y="35"/>
                  <a:pt x="15" y="36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2"/>
                  <a:pt x="41" y="2"/>
                  <a:pt x="41" y="2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9"/>
                  <a:pt x="40" y="41"/>
                  <a:pt x="39" y="42"/>
                </a:cubicBezTo>
                <a:cubicBezTo>
                  <a:pt x="37" y="44"/>
                  <a:pt x="35" y="45"/>
                  <a:pt x="32" y="45"/>
                </a:cubicBezTo>
                <a:cubicBezTo>
                  <a:pt x="30" y="45"/>
                  <a:pt x="27" y="44"/>
                  <a:pt x="26" y="42"/>
                </a:cubicBezTo>
                <a:cubicBezTo>
                  <a:pt x="24" y="41"/>
                  <a:pt x="23" y="39"/>
                  <a:pt x="23" y="37"/>
                </a:cubicBezTo>
                <a:cubicBezTo>
                  <a:pt x="23" y="35"/>
                  <a:pt x="24" y="33"/>
                  <a:pt x="26" y="31"/>
                </a:cubicBezTo>
                <a:cubicBezTo>
                  <a:pt x="27" y="30"/>
                  <a:pt x="30" y="29"/>
                  <a:pt x="32" y="29"/>
                </a:cubicBezTo>
                <a:cubicBezTo>
                  <a:pt x="34" y="29"/>
                  <a:pt x="36" y="30"/>
                  <a:pt x="38" y="30"/>
                </a:cubicBezTo>
                <a:cubicBezTo>
                  <a:pt x="38" y="10"/>
                  <a:pt x="38" y="10"/>
                  <a:pt x="38" y="10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4"/>
                  <a:pt x="17" y="46"/>
                  <a:pt x="16" y="48"/>
                </a:cubicBezTo>
                <a:cubicBezTo>
                  <a:pt x="14" y="49"/>
                  <a:pt x="12" y="50"/>
                  <a:pt x="9" y="50"/>
                </a:cubicBezTo>
                <a:cubicBezTo>
                  <a:pt x="7" y="50"/>
                  <a:pt x="4" y="49"/>
                  <a:pt x="3" y="48"/>
                </a:cubicBezTo>
                <a:cubicBezTo>
                  <a:pt x="1" y="46"/>
                  <a:pt x="0" y="44"/>
                  <a:pt x="0" y="42"/>
                </a:cubicBezTo>
                <a:cubicBezTo>
                  <a:pt x="0" y="40"/>
                  <a:pt x="1" y="38"/>
                  <a:pt x="3" y="36"/>
                </a:cubicBezTo>
                <a:cubicBezTo>
                  <a:pt x="4" y="35"/>
                  <a:pt x="7" y="34"/>
                  <a:pt x="9" y="34"/>
                </a:cubicBezTo>
                <a:close/>
                <a:moveTo>
                  <a:pt x="13" y="39"/>
                </a:moveTo>
                <a:cubicBezTo>
                  <a:pt x="13" y="39"/>
                  <a:pt x="13" y="39"/>
                  <a:pt x="13" y="39"/>
                </a:cubicBezTo>
                <a:cubicBezTo>
                  <a:pt x="12" y="39"/>
                  <a:pt x="11" y="38"/>
                  <a:pt x="9" y="38"/>
                </a:cubicBezTo>
                <a:cubicBezTo>
                  <a:pt x="7" y="38"/>
                  <a:pt x="6" y="39"/>
                  <a:pt x="5" y="39"/>
                </a:cubicBezTo>
                <a:cubicBezTo>
                  <a:pt x="4" y="40"/>
                  <a:pt x="3" y="41"/>
                  <a:pt x="3" y="42"/>
                </a:cubicBezTo>
                <a:cubicBezTo>
                  <a:pt x="3" y="43"/>
                  <a:pt x="4" y="44"/>
                  <a:pt x="5" y="45"/>
                </a:cubicBezTo>
                <a:cubicBezTo>
                  <a:pt x="6" y="45"/>
                  <a:pt x="7" y="46"/>
                  <a:pt x="9" y="46"/>
                </a:cubicBezTo>
                <a:cubicBezTo>
                  <a:pt x="11" y="46"/>
                  <a:pt x="12" y="45"/>
                  <a:pt x="13" y="45"/>
                </a:cubicBezTo>
                <a:cubicBezTo>
                  <a:pt x="14" y="44"/>
                  <a:pt x="15" y="43"/>
                  <a:pt x="15" y="42"/>
                </a:cubicBezTo>
                <a:cubicBezTo>
                  <a:pt x="15" y="41"/>
                  <a:pt x="14" y="40"/>
                  <a:pt x="13" y="39"/>
                </a:cubicBezTo>
                <a:close/>
                <a:moveTo>
                  <a:pt x="36" y="34"/>
                </a:moveTo>
                <a:cubicBezTo>
                  <a:pt x="36" y="34"/>
                  <a:pt x="36" y="34"/>
                  <a:pt x="36" y="34"/>
                </a:cubicBezTo>
                <a:cubicBezTo>
                  <a:pt x="35" y="33"/>
                  <a:pt x="34" y="33"/>
                  <a:pt x="32" y="33"/>
                </a:cubicBezTo>
                <a:cubicBezTo>
                  <a:pt x="30" y="33"/>
                  <a:pt x="29" y="33"/>
                  <a:pt x="28" y="34"/>
                </a:cubicBezTo>
                <a:cubicBezTo>
                  <a:pt x="27" y="35"/>
                  <a:pt x="26" y="36"/>
                  <a:pt x="26" y="37"/>
                </a:cubicBezTo>
                <a:cubicBezTo>
                  <a:pt x="26" y="38"/>
                  <a:pt x="27" y="39"/>
                  <a:pt x="28" y="39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39"/>
                  <a:pt x="28" y="39"/>
                  <a:pt x="28" y="39"/>
                </a:cubicBezTo>
                <a:cubicBezTo>
                  <a:pt x="29" y="40"/>
                  <a:pt x="30" y="41"/>
                  <a:pt x="32" y="41"/>
                </a:cubicBezTo>
                <a:cubicBezTo>
                  <a:pt x="34" y="41"/>
                  <a:pt x="35" y="40"/>
                  <a:pt x="36" y="39"/>
                </a:cubicBezTo>
                <a:cubicBezTo>
                  <a:pt x="37" y="39"/>
                  <a:pt x="38" y="38"/>
                  <a:pt x="38" y="37"/>
                </a:cubicBezTo>
                <a:cubicBezTo>
                  <a:pt x="38" y="37"/>
                  <a:pt x="38" y="37"/>
                  <a:pt x="38" y="37"/>
                </a:cubicBezTo>
                <a:cubicBezTo>
                  <a:pt x="38" y="37"/>
                  <a:pt x="38" y="37"/>
                  <a:pt x="38" y="37"/>
                </a:cubicBezTo>
                <a:cubicBezTo>
                  <a:pt x="38" y="36"/>
                  <a:pt x="37" y="35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4" name="Freeform 38">
            <a:extLst>
              <a:ext uri="{FF2B5EF4-FFF2-40B4-BE49-F238E27FC236}">
                <a16:creationId xmlns:a16="http://schemas.microsoft.com/office/drawing/2014/main" id="{DFB6BFA6-4A43-BEFA-9F96-CB2A2531488C}"/>
              </a:ext>
            </a:extLst>
          </p:cNvPr>
          <p:cNvSpPr>
            <a:spLocks noEditPoints="1"/>
          </p:cNvSpPr>
          <p:nvPr/>
        </p:nvSpPr>
        <p:spPr bwMode="auto">
          <a:xfrm>
            <a:off x="4683586" y="1336065"/>
            <a:ext cx="156633" cy="211667"/>
          </a:xfrm>
          <a:custGeom>
            <a:avLst/>
            <a:gdLst>
              <a:gd name="T0" fmla="*/ 85725 w 37"/>
              <a:gd name="T1" fmla="*/ 12700 h 50"/>
              <a:gd name="T2" fmla="*/ 98425 w 37"/>
              <a:gd name="T3" fmla="*/ 73025 h 50"/>
              <a:gd name="T4" fmla="*/ 85725 w 37"/>
              <a:gd name="T5" fmla="*/ 101600 h 50"/>
              <a:gd name="T6" fmla="*/ 31750 w 37"/>
              <a:gd name="T7" fmla="*/ 101600 h 50"/>
              <a:gd name="T8" fmla="*/ 19050 w 37"/>
              <a:gd name="T9" fmla="*/ 73025 h 50"/>
              <a:gd name="T10" fmla="*/ 31750 w 37"/>
              <a:gd name="T11" fmla="*/ 12700 h 50"/>
              <a:gd name="T12" fmla="*/ 31750 w 37"/>
              <a:gd name="T13" fmla="*/ 53975 h 50"/>
              <a:gd name="T14" fmla="*/ 85725 w 37"/>
              <a:gd name="T15" fmla="*/ 53975 h 50"/>
              <a:gd name="T16" fmla="*/ 76200 w 37"/>
              <a:gd name="T17" fmla="*/ 19050 h 50"/>
              <a:gd name="T18" fmla="*/ 41275 w 37"/>
              <a:gd name="T19" fmla="*/ 19050 h 50"/>
              <a:gd name="T20" fmla="*/ 31750 w 37"/>
              <a:gd name="T21" fmla="*/ 53975 h 50"/>
              <a:gd name="T22" fmla="*/ 85725 w 37"/>
              <a:gd name="T23" fmla="*/ 60325 h 50"/>
              <a:gd name="T24" fmla="*/ 31750 w 37"/>
              <a:gd name="T25" fmla="*/ 73025 h 50"/>
              <a:gd name="T26" fmla="*/ 41275 w 37"/>
              <a:gd name="T27" fmla="*/ 92075 h 50"/>
              <a:gd name="T28" fmla="*/ 76200 w 37"/>
              <a:gd name="T29" fmla="*/ 92075 h 50"/>
              <a:gd name="T30" fmla="*/ 76200 w 37"/>
              <a:gd name="T31" fmla="*/ 92075 h 50"/>
              <a:gd name="T32" fmla="*/ 85725 w 37"/>
              <a:gd name="T33" fmla="*/ 60325 h 50"/>
              <a:gd name="T34" fmla="*/ 22225 w 37"/>
              <a:gd name="T35" fmla="*/ 158750 h 50"/>
              <a:gd name="T36" fmla="*/ 57150 w 37"/>
              <a:gd name="T37" fmla="*/ 158750 h 50"/>
              <a:gd name="T38" fmla="*/ 95250 w 37"/>
              <a:gd name="T39" fmla="*/ 158750 h 50"/>
              <a:gd name="T40" fmla="*/ 95250 w 37"/>
              <a:gd name="T41" fmla="*/ 146050 h 50"/>
              <a:gd name="T42" fmla="*/ 63500 w 37"/>
              <a:gd name="T43" fmla="*/ 133350 h 50"/>
              <a:gd name="T44" fmla="*/ 114300 w 37"/>
              <a:gd name="T45" fmla="*/ 95250 h 50"/>
              <a:gd name="T46" fmla="*/ 117475 w 37"/>
              <a:gd name="T47" fmla="*/ 57150 h 50"/>
              <a:gd name="T48" fmla="*/ 104775 w 37"/>
              <a:gd name="T49" fmla="*/ 57150 h 50"/>
              <a:gd name="T50" fmla="*/ 101600 w 37"/>
              <a:gd name="T51" fmla="*/ 92075 h 50"/>
              <a:gd name="T52" fmla="*/ 57150 w 37"/>
              <a:gd name="T53" fmla="*/ 120650 h 50"/>
              <a:gd name="T54" fmla="*/ 25400 w 37"/>
              <a:gd name="T55" fmla="*/ 107950 h 50"/>
              <a:gd name="T56" fmla="*/ 12700 w 37"/>
              <a:gd name="T57" fmla="*/ 73025 h 50"/>
              <a:gd name="T58" fmla="*/ 6350 w 37"/>
              <a:gd name="T59" fmla="*/ 50800 h 50"/>
              <a:gd name="T60" fmla="*/ 0 w 37"/>
              <a:gd name="T61" fmla="*/ 73025 h 50"/>
              <a:gd name="T62" fmla="*/ 15875 w 37"/>
              <a:gd name="T63" fmla="*/ 114300 h 50"/>
              <a:gd name="T64" fmla="*/ 50800 w 37"/>
              <a:gd name="T65" fmla="*/ 133350 h 50"/>
              <a:gd name="T66" fmla="*/ 22225 w 37"/>
              <a:gd name="T67" fmla="*/ 146050 h 50"/>
              <a:gd name="T68" fmla="*/ 22225 w 37"/>
              <a:gd name="T69" fmla="*/ 158750 h 5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37" h="50">
                <a:moveTo>
                  <a:pt x="18" y="0"/>
                </a:moveTo>
                <a:cubicBezTo>
                  <a:pt x="22" y="0"/>
                  <a:pt x="25" y="1"/>
                  <a:pt x="27" y="4"/>
                </a:cubicBezTo>
                <a:cubicBezTo>
                  <a:pt x="29" y="6"/>
                  <a:pt x="31" y="9"/>
                  <a:pt x="31" y="12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7"/>
                  <a:pt x="29" y="30"/>
                  <a:pt x="27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5" y="34"/>
                  <a:pt x="22" y="35"/>
                  <a:pt x="18" y="35"/>
                </a:cubicBezTo>
                <a:cubicBezTo>
                  <a:pt x="15" y="35"/>
                  <a:pt x="12" y="34"/>
                  <a:pt x="10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8" y="29"/>
                  <a:pt x="6" y="27"/>
                  <a:pt x="6" y="23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9"/>
                  <a:pt x="8" y="6"/>
                  <a:pt x="10" y="4"/>
                </a:cubicBezTo>
                <a:cubicBezTo>
                  <a:pt x="12" y="1"/>
                  <a:pt x="15" y="0"/>
                  <a:pt x="18" y="0"/>
                </a:cubicBezTo>
                <a:close/>
                <a:moveTo>
                  <a:pt x="10" y="17"/>
                </a:moveTo>
                <a:cubicBezTo>
                  <a:pt x="10" y="17"/>
                  <a:pt x="10" y="17"/>
                  <a:pt x="10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0"/>
                  <a:pt x="26" y="8"/>
                  <a:pt x="24" y="6"/>
                </a:cubicBezTo>
                <a:cubicBezTo>
                  <a:pt x="23" y="5"/>
                  <a:pt x="21" y="4"/>
                  <a:pt x="18" y="4"/>
                </a:cubicBezTo>
                <a:cubicBezTo>
                  <a:pt x="16" y="4"/>
                  <a:pt x="14" y="5"/>
                  <a:pt x="13" y="6"/>
                </a:cubicBezTo>
                <a:cubicBezTo>
                  <a:pt x="11" y="8"/>
                  <a:pt x="10" y="10"/>
                  <a:pt x="10" y="12"/>
                </a:cubicBezTo>
                <a:cubicBezTo>
                  <a:pt x="10" y="17"/>
                  <a:pt x="10" y="17"/>
                  <a:pt x="10" y="17"/>
                </a:cubicBezTo>
                <a:close/>
                <a:moveTo>
                  <a:pt x="27" y="19"/>
                </a:moveTo>
                <a:cubicBezTo>
                  <a:pt x="27" y="19"/>
                  <a:pt x="27" y="19"/>
                  <a:pt x="27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5"/>
                  <a:pt x="11" y="28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4" y="31"/>
                  <a:pt x="16" y="31"/>
                  <a:pt x="18" y="31"/>
                </a:cubicBezTo>
                <a:cubicBezTo>
                  <a:pt x="21" y="31"/>
                  <a:pt x="23" y="31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6" y="28"/>
                  <a:pt x="27" y="26"/>
                  <a:pt x="27" y="23"/>
                </a:cubicBezTo>
                <a:cubicBezTo>
                  <a:pt x="27" y="19"/>
                  <a:pt x="27" y="19"/>
                  <a:pt x="27" y="19"/>
                </a:cubicBezTo>
                <a:close/>
                <a:moveTo>
                  <a:pt x="7" y="50"/>
                </a:moveTo>
                <a:cubicBezTo>
                  <a:pt x="7" y="50"/>
                  <a:pt x="7" y="50"/>
                  <a:pt x="7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30" y="50"/>
                  <a:pt x="30" y="50"/>
                  <a:pt x="30" y="50"/>
                </a:cubicBezTo>
                <a:cubicBezTo>
                  <a:pt x="31" y="50"/>
                  <a:pt x="32" y="49"/>
                  <a:pt x="32" y="48"/>
                </a:cubicBezTo>
                <a:cubicBezTo>
                  <a:pt x="32" y="47"/>
                  <a:pt x="31" y="46"/>
                  <a:pt x="30" y="46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1"/>
                  <a:pt x="29" y="39"/>
                  <a:pt x="32" y="36"/>
                </a:cubicBezTo>
                <a:cubicBezTo>
                  <a:pt x="33" y="35"/>
                  <a:pt x="35" y="33"/>
                  <a:pt x="36" y="30"/>
                </a:cubicBezTo>
                <a:cubicBezTo>
                  <a:pt x="36" y="28"/>
                  <a:pt x="37" y="26"/>
                  <a:pt x="37" y="23"/>
                </a:cubicBezTo>
                <a:cubicBezTo>
                  <a:pt x="37" y="18"/>
                  <a:pt x="37" y="18"/>
                  <a:pt x="37" y="18"/>
                </a:cubicBezTo>
                <a:cubicBezTo>
                  <a:pt x="37" y="17"/>
                  <a:pt x="36" y="16"/>
                  <a:pt x="35" y="16"/>
                </a:cubicBezTo>
                <a:cubicBezTo>
                  <a:pt x="34" y="16"/>
                  <a:pt x="33" y="17"/>
                  <a:pt x="33" y="18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25"/>
                  <a:pt x="33" y="27"/>
                  <a:pt x="32" y="29"/>
                </a:cubicBezTo>
                <a:cubicBezTo>
                  <a:pt x="31" y="31"/>
                  <a:pt x="30" y="32"/>
                  <a:pt x="29" y="34"/>
                </a:cubicBezTo>
                <a:cubicBezTo>
                  <a:pt x="26" y="36"/>
                  <a:pt x="22" y="38"/>
                  <a:pt x="18" y="38"/>
                </a:cubicBezTo>
                <a:cubicBezTo>
                  <a:pt x="16" y="38"/>
                  <a:pt x="15" y="38"/>
                  <a:pt x="13" y="37"/>
                </a:cubicBezTo>
                <a:cubicBezTo>
                  <a:pt x="11" y="36"/>
                  <a:pt x="9" y="35"/>
                  <a:pt x="8" y="34"/>
                </a:cubicBezTo>
                <a:cubicBezTo>
                  <a:pt x="7" y="32"/>
                  <a:pt x="6" y="31"/>
                  <a:pt x="5" y="29"/>
                </a:cubicBezTo>
                <a:cubicBezTo>
                  <a:pt x="4" y="27"/>
                  <a:pt x="4" y="25"/>
                  <a:pt x="4" y="23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17"/>
                  <a:pt x="3" y="16"/>
                  <a:pt x="2" y="16"/>
                </a:cubicBezTo>
                <a:cubicBezTo>
                  <a:pt x="1" y="16"/>
                  <a:pt x="0" y="17"/>
                  <a:pt x="0" y="18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6"/>
                  <a:pt x="0" y="28"/>
                  <a:pt x="1" y="30"/>
                </a:cubicBezTo>
                <a:cubicBezTo>
                  <a:pt x="2" y="33"/>
                  <a:pt x="4" y="35"/>
                  <a:pt x="5" y="36"/>
                </a:cubicBezTo>
                <a:cubicBezTo>
                  <a:pt x="7" y="38"/>
                  <a:pt x="9" y="39"/>
                  <a:pt x="11" y="40"/>
                </a:cubicBezTo>
                <a:cubicBezTo>
                  <a:pt x="13" y="41"/>
                  <a:pt x="15" y="42"/>
                  <a:pt x="16" y="42"/>
                </a:cubicBezTo>
                <a:cubicBezTo>
                  <a:pt x="16" y="46"/>
                  <a:pt x="16" y="46"/>
                  <a:pt x="16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6" y="46"/>
                  <a:pt x="5" y="47"/>
                  <a:pt x="5" y="48"/>
                </a:cubicBezTo>
                <a:cubicBezTo>
                  <a:pt x="5" y="49"/>
                  <a:pt x="6" y="50"/>
                  <a:pt x="7" y="5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5" name="Freeform 39">
            <a:extLst>
              <a:ext uri="{FF2B5EF4-FFF2-40B4-BE49-F238E27FC236}">
                <a16:creationId xmlns:a16="http://schemas.microsoft.com/office/drawing/2014/main" id="{5450E689-015E-0B4F-6460-3CE856E85E37}"/>
              </a:ext>
            </a:extLst>
          </p:cNvPr>
          <p:cNvSpPr>
            <a:spLocks noEditPoints="1"/>
          </p:cNvSpPr>
          <p:nvPr/>
        </p:nvSpPr>
        <p:spPr bwMode="auto">
          <a:xfrm>
            <a:off x="5047651" y="1365698"/>
            <a:ext cx="211667" cy="152400"/>
          </a:xfrm>
          <a:custGeom>
            <a:avLst/>
            <a:gdLst>
              <a:gd name="T0" fmla="*/ 6350 w 50"/>
              <a:gd name="T1" fmla="*/ 0 h 36"/>
              <a:gd name="T2" fmla="*/ 0 w 50"/>
              <a:gd name="T3" fmla="*/ 107950 h 36"/>
              <a:gd name="T4" fmla="*/ 152400 w 50"/>
              <a:gd name="T5" fmla="*/ 114300 h 36"/>
              <a:gd name="T6" fmla="*/ 158750 w 50"/>
              <a:gd name="T7" fmla="*/ 6350 h 36"/>
              <a:gd name="T8" fmla="*/ 38100 w 50"/>
              <a:gd name="T9" fmla="*/ 101600 h 36"/>
              <a:gd name="T10" fmla="*/ 44450 w 50"/>
              <a:gd name="T11" fmla="*/ 88900 h 36"/>
              <a:gd name="T12" fmla="*/ 117475 w 50"/>
              <a:gd name="T13" fmla="*/ 101600 h 36"/>
              <a:gd name="T14" fmla="*/ 146050 w 50"/>
              <a:gd name="T15" fmla="*/ 101600 h 36"/>
              <a:gd name="T16" fmla="*/ 127000 w 50"/>
              <a:gd name="T17" fmla="*/ 101600 h 36"/>
              <a:gd name="T18" fmla="*/ 114300 w 50"/>
              <a:gd name="T19" fmla="*/ 79375 h 36"/>
              <a:gd name="T20" fmla="*/ 41275 w 50"/>
              <a:gd name="T21" fmla="*/ 79375 h 36"/>
              <a:gd name="T22" fmla="*/ 31750 w 50"/>
              <a:gd name="T23" fmla="*/ 101600 h 36"/>
              <a:gd name="T24" fmla="*/ 12700 w 50"/>
              <a:gd name="T25" fmla="*/ 12700 h 36"/>
              <a:gd name="T26" fmla="*/ 146050 w 50"/>
              <a:gd name="T27" fmla="*/ 101600 h 36"/>
              <a:gd name="T28" fmla="*/ 101600 w 50"/>
              <a:gd name="T29" fmla="*/ 60325 h 36"/>
              <a:gd name="T30" fmla="*/ 111125 w 50"/>
              <a:gd name="T31" fmla="*/ 66675 h 36"/>
              <a:gd name="T32" fmla="*/ 127000 w 50"/>
              <a:gd name="T33" fmla="*/ 50800 h 36"/>
              <a:gd name="T34" fmla="*/ 111125 w 50"/>
              <a:gd name="T35" fmla="*/ 34925 h 36"/>
              <a:gd name="T36" fmla="*/ 101600 w 50"/>
              <a:gd name="T37" fmla="*/ 38100 h 36"/>
              <a:gd name="T38" fmla="*/ 101600 w 50"/>
              <a:gd name="T39" fmla="*/ 60325 h 36"/>
              <a:gd name="T40" fmla="*/ 104775 w 50"/>
              <a:gd name="T41" fmla="*/ 44450 h 36"/>
              <a:gd name="T42" fmla="*/ 111125 w 50"/>
              <a:gd name="T43" fmla="*/ 41275 h 36"/>
              <a:gd name="T44" fmla="*/ 120650 w 50"/>
              <a:gd name="T45" fmla="*/ 50800 h 36"/>
              <a:gd name="T46" fmla="*/ 111125 w 50"/>
              <a:gd name="T47" fmla="*/ 57150 h 36"/>
              <a:gd name="T48" fmla="*/ 104775 w 50"/>
              <a:gd name="T49" fmla="*/ 57150 h 36"/>
              <a:gd name="T50" fmla="*/ 104775 w 50"/>
              <a:gd name="T51" fmla="*/ 44450 h 36"/>
              <a:gd name="T52" fmla="*/ 34925 w 50"/>
              <a:gd name="T53" fmla="*/ 60325 h 36"/>
              <a:gd name="T54" fmla="*/ 57150 w 50"/>
              <a:gd name="T55" fmla="*/ 60325 h 36"/>
              <a:gd name="T56" fmla="*/ 60325 w 50"/>
              <a:gd name="T57" fmla="*/ 50800 h 36"/>
              <a:gd name="T58" fmla="*/ 57150 w 50"/>
              <a:gd name="T59" fmla="*/ 38100 h 36"/>
              <a:gd name="T60" fmla="*/ 34925 w 50"/>
              <a:gd name="T61" fmla="*/ 38100 h 36"/>
              <a:gd name="T62" fmla="*/ 28575 w 50"/>
              <a:gd name="T63" fmla="*/ 50800 h 36"/>
              <a:gd name="T64" fmla="*/ 34925 w 50"/>
              <a:gd name="T65" fmla="*/ 60325 h 36"/>
              <a:gd name="T66" fmla="*/ 38100 w 50"/>
              <a:gd name="T67" fmla="*/ 44450 h 36"/>
              <a:gd name="T68" fmla="*/ 44450 w 50"/>
              <a:gd name="T69" fmla="*/ 41275 h 36"/>
              <a:gd name="T70" fmla="*/ 50800 w 50"/>
              <a:gd name="T71" fmla="*/ 44450 h 36"/>
              <a:gd name="T72" fmla="*/ 50800 w 50"/>
              <a:gd name="T73" fmla="*/ 57150 h 36"/>
              <a:gd name="T74" fmla="*/ 38100 w 50"/>
              <a:gd name="T75" fmla="*/ 57150 h 36"/>
              <a:gd name="T76" fmla="*/ 38100 w 50"/>
              <a:gd name="T77" fmla="*/ 50800 h 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0" h="36">
                <a:moveTo>
                  <a:pt x="48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5"/>
                  <a:pt x="1" y="36"/>
                  <a:pt x="2" y="36"/>
                </a:cubicBezTo>
                <a:cubicBezTo>
                  <a:pt x="48" y="36"/>
                  <a:pt x="48" y="36"/>
                  <a:pt x="48" y="36"/>
                </a:cubicBezTo>
                <a:cubicBezTo>
                  <a:pt x="49" y="36"/>
                  <a:pt x="50" y="35"/>
                  <a:pt x="50" y="34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1"/>
                  <a:pt x="49" y="0"/>
                  <a:pt x="48" y="0"/>
                </a:cubicBezTo>
                <a:close/>
                <a:moveTo>
                  <a:pt x="12" y="32"/>
                </a:moveTo>
                <a:cubicBezTo>
                  <a:pt x="12" y="32"/>
                  <a:pt x="12" y="32"/>
                  <a:pt x="12" y="32"/>
                </a:cubicBezTo>
                <a:cubicBezTo>
                  <a:pt x="14" y="28"/>
                  <a:pt x="14" y="28"/>
                  <a:pt x="14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7" y="32"/>
                  <a:pt x="37" y="32"/>
                  <a:pt x="37" y="32"/>
                </a:cubicBezTo>
                <a:cubicBezTo>
                  <a:pt x="12" y="32"/>
                  <a:pt x="12" y="32"/>
                  <a:pt x="12" y="32"/>
                </a:cubicBezTo>
                <a:close/>
                <a:moveTo>
                  <a:pt x="46" y="32"/>
                </a:moveTo>
                <a:cubicBezTo>
                  <a:pt x="46" y="32"/>
                  <a:pt x="46" y="32"/>
                  <a:pt x="46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7" y="26"/>
                  <a:pt x="37" y="26"/>
                  <a:pt x="37" y="26"/>
                </a:cubicBezTo>
                <a:cubicBezTo>
                  <a:pt x="37" y="26"/>
                  <a:pt x="37" y="25"/>
                  <a:pt x="36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5"/>
                  <a:pt x="12" y="26"/>
                  <a:pt x="12" y="26"/>
                </a:cubicBezTo>
                <a:cubicBezTo>
                  <a:pt x="10" y="32"/>
                  <a:pt x="10" y="32"/>
                  <a:pt x="10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4"/>
                  <a:pt x="4" y="4"/>
                  <a:pt x="4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32"/>
                  <a:pt x="46" y="32"/>
                  <a:pt x="46" y="32"/>
                </a:cubicBezTo>
                <a:close/>
                <a:moveTo>
                  <a:pt x="32" y="19"/>
                </a:move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3" y="20"/>
                  <a:pt x="34" y="21"/>
                  <a:pt x="35" y="21"/>
                </a:cubicBezTo>
                <a:cubicBezTo>
                  <a:pt x="36" y="21"/>
                  <a:pt x="38" y="20"/>
                  <a:pt x="39" y="19"/>
                </a:cubicBezTo>
                <a:cubicBezTo>
                  <a:pt x="39" y="18"/>
                  <a:pt x="40" y="17"/>
                  <a:pt x="40" y="16"/>
                </a:cubicBezTo>
                <a:cubicBezTo>
                  <a:pt x="40" y="15"/>
                  <a:pt x="39" y="13"/>
                  <a:pt x="39" y="12"/>
                </a:cubicBezTo>
                <a:cubicBezTo>
                  <a:pt x="38" y="12"/>
                  <a:pt x="36" y="11"/>
                  <a:pt x="35" y="11"/>
                </a:cubicBezTo>
                <a:cubicBezTo>
                  <a:pt x="34" y="11"/>
                  <a:pt x="33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1" y="13"/>
                  <a:pt x="30" y="15"/>
                  <a:pt x="30" y="16"/>
                </a:cubicBezTo>
                <a:cubicBezTo>
                  <a:pt x="30" y="17"/>
                  <a:pt x="31" y="18"/>
                  <a:pt x="32" y="19"/>
                </a:cubicBezTo>
                <a:close/>
                <a:moveTo>
                  <a:pt x="33" y="14"/>
                </a:moveTo>
                <a:cubicBezTo>
                  <a:pt x="33" y="14"/>
                  <a:pt x="33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4"/>
                  <a:pt x="34" y="13"/>
                  <a:pt x="35" y="13"/>
                </a:cubicBezTo>
                <a:cubicBezTo>
                  <a:pt x="36" y="13"/>
                  <a:pt x="36" y="14"/>
                  <a:pt x="37" y="14"/>
                </a:cubicBezTo>
                <a:cubicBezTo>
                  <a:pt x="37" y="15"/>
                  <a:pt x="38" y="15"/>
                  <a:pt x="38" y="16"/>
                </a:cubicBezTo>
                <a:cubicBezTo>
                  <a:pt x="38" y="17"/>
                  <a:pt x="37" y="17"/>
                  <a:pt x="37" y="18"/>
                </a:cubicBezTo>
                <a:cubicBezTo>
                  <a:pt x="36" y="18"/>
                  <a:pt x="36" y="18"/>
                  <a:pt x="35" y="18"/>
                </a:cubicBezTo>
                <a:cubicBezTo>
                  <a:pt x="34" y="18"/>
                  <a:pt x="34" y="18"/>
                  <a:pt x="33" y="18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7"/>
                  <a:pt x="33" y="17"/>
                  <a:pt x="33" y="16"/>
                </a:cubicBezTo>
                <a:cubicBezTo>
                  <a:pt x="33" y="15"/>
                  <a:pt x="33" y="15"/>
                  <a:pt x="33" y="14"/>
                </a:cubicBezTo>
                <a:close/>
                <a:moveTo>
                  <a:pt x="11" y="19"/>
                </a:moveTo>
                <a:cubicBezTo>
                  <a:pt x="11" y="19"/>
                  <a:pt x="11" y="19"/>
                  <a:pt x="11" y="19"/>
                </a:cubicBezTo>
                <a:cubicBezTo>
                  <a:pt x="12" y="20"/>
                  <a:pt x="13" y="21"/>
                  <a:pt x="14" y="21"/>
                </a:cubicBezTo>
                <a:cubicBezTo>
                  <a:pt x="16" y="21"/>
                  <a:pt x="17" y="20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9" y="18"/>
                  <a:pt x="19" y="17"/>
                  <a:pt x="19" y="16"/>
                </a:cubicBezTo>
                <a:cubicBezTo>
                  <a:pt x="19" y="15"/>
                  <a:pt x="19" y="13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7" y="12"/>
                  <a:pt x="16" y="11"/>
                  <a:pt x="14" y="11"/>
                </a:cubicBezTo>
                <a:cubicBezTo>
                  <a:pt x="13" y="11"/>
                  <a:pt x="12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0" y="13"/>
                  <a:pt x="9" y="15"/>
                  <a:pt x="9" y="16"/>
                </a:cubicBezTo>
                <a:cubicBezTo>
                  <a:pt x="9" y="17"/>
                  <a:pt x="10" y="18"/>
                  <a:pt x="11" y="19"/>
                </a:cubicBezTo>
                <a:cubicBezTo>
                  <a:pt x="11" y="19"/>
                  <a:pt x="11" y="19"/>
                  <a:pt x="11" y="19"/>
                </a:cubicBezTo>
                <a:close/>
                <a:moveTo>
                  <a:pt x="12" y="14"/>
                </a:move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3" y="14"/>
                  <a:pt x="14" y="13"/>
                  <a:pt x="14" y="13"/>
                </a:cubicBezTo>
                <a:cubicBezTo>
                  <a:pt x="15" y="13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7" y="15"/>
                  <a:pt x="17" y="15"/>
                  <a:pt x="17" y="16"/>
                </a:cubicBezTo>
                <a:cubicBezTo>
                  <a:pt x="17" y="17"/>
                  <a:pt x="17" y="17"/>
                  <a:pt x="16" y="18"/>
                </a:cubicBezTo>
                <a:cubicBezTo>
                  <a:pt x="16" y="18"/>
                  <a:pt x="15" y="18"/>
                  <a:pt x="14" y="18"/>
                </a:cubicBezTo>
                <a:cubicBezTo>
                  <a:pt x="14" y="18"/>
                  <a:pt x="13" y="18"/>
                  <a:pt x="12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7"/>
                  <a:pt x="12" y="17"/>
                  <a:pt x="12" y="16"/>
                </a:cubicBezTo>
                <a:cubicBezTo>
                  <a:pt x="12" y="15"/>
                  <a:pt x="12" y="15"/>
                  <a:pt x="12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6" name="Freeform 40">
            <a:extLst>
              <a:ext uri="{FF2B5EF4-FFF2-40B4-BE49-F238E27FC236}">
                <a16:creationId xmlns:a16="http://schemas.microsoft.com/office/drawing/2014/main" id="{892B6D50-F6F6-DD62-C9C2-A4D2A1E4295D}"/>
              </a:ext>
            </a:extLst>
          </p:cNvPr>
          <p:cNvSpPr>
            <a:spLocks noEditPoints="1"/>
          </p:cNvSpPr>
          <p:nvPr/>
        </p:nvSpPr>
        <p:spPr bwMode="auto">
          <a:xfrm>
            <a:off x="5437119" y="1348765"/>
            <a:ext cx="213783" cy="190500"/>
          </a:xfrm>
          <a:custGeom>
            <a:avLst/>
            <a:gdLst>
              <a:gd name="T0" fmla="*/ 6413 w 50"/>
              <a:gd name="T1" fmla="*/ 142875 h 45"/>
              <a:gd name="T2" fmla="*/ 0 w 50"/>
              <a:gd name="T3" fmla="*/ 136525 h 45"/>
              <a:gd name="T4" fmla="*/ 6413 w 50"/>
              <a:gd name="T5" fmla="*/ 130175 h 45"/>
              <a:gd name="T6" fmla="*/ 153924 w 50"/>
              <a:gd name="T7" fmla="*/ 130175 h 45"/>
              <a:gd name="T8" fmla="*/ 160337 w 50"/>
              <a:gd name="T9" fmla="*/ 136525 h 45"/>
              <a:gd name="T10" fmla="*/ 153924 w 50"/>
              <a:gd name="T11" fmla="*/ 142875 h 45"/>
              <a:gd name="T12" fmla="*/ 6413 w 50"/>
              <a:gd name="T13" fmla="*/ 142875 h 45"/>
              <a:gd name="T14" fmla="*/ 16034 w 50"/>
              <a:gd name="T15" fmla="*/ 38100 h 45"/>
              <a:gd name="T16" fmla="*/ 16034 w 50"/>
              <a:gd name="T17" fmla="*/ 38100 h 45"/>
              <a:gd name="T18" fmla="*/ 22447 w 50"/>
              <a:gd name="T19" fmla="*/ 31750 h 45"/>
              <a:gd name="T20" fmla="*/ 28861 w 50"/>
              <a:gd name="T21" fmla="*/ 38100 h 45"/>
              <a:gd name="T22" fmla="*/ 28861 w 50"/>
              <a:gd name="T23" fmla="*/ 117475 h 45"/>
              <a:gd name="T24" fmla="*/ 22447 w 50"/>
              <a:gd name="T25" fmla="*/ 123825 h 45"/>
              <a:gd name="T26" fmla="*/ 16034 w 50"/>
              <a:gd name="T27" fmla="*/ 117475 h 45"/>
              <a:gd name="T28" fmla="*/ 16034 w 50"/>
              <a:gd name="T29" fmla="*/ 38100 h 45"/>
              <a:gd name="T30" fmla="*/ 128270 w 50"/>
              <a:gd name="T31" fmla="*/ 25400 h 45"/>
              <a:gd name="T32" fmla="*/ 128270 w 50"/>
              <a:gd name="T33" fmla="*/ 25400 h 45"/>
              <a:gd name="T34" fmla="*/ 134683 w 50"/>
              <a:gd name="T35" fmla="*/ 19050 h 45"/>
              <a:gd name="T36" fmla="*/ 141097 w 50"/>
              <a:gd name="T37" fmla="*/ 25400 h 45"/>
              <a:gd name="T38" fmla="*/ 141097 w 50"/>
              <a:gd name="T39" fmla="*/ 117475 h 45"/>
              <a:gd name="T40" fmla="*/ 134683 w 50"/>
              <a:gd name="T41" fmla="*/ 123825 h 45"/>
              <a:gd name="T42" fmla="*/ 128270 w 50"/>
              <a:gd name="T43" fmla="*/ 117475 h 45"/>
              <a:gd name="T44" fmla="*/ 128270 w 50"/>
              <a:gd name="T45" fmla="*/ 25400 h 45"/>
              <a:gd name="T46" fmla="*/ 102616 w 50"/>
              <a:gd name="T47" fmla="*/ 6350 h 45"/>
              <a:gd name="T48" fmla="*/ 102616 w 50"/>
              <a:gd name="T49" fmla="*/ 6350 h 45"/>
              <a:gd name="T50" fmla="*/ 109029 w 50"/>
              <a:gd name="T51" fmla="*/ 0 h 45"/>
              <a:gd name="T52" fmla="*/ 112236 w 50"/>
              <a:gd name="T53" fmla="*/ 6350 h 45"/>
              <a:gd name="T54" fmla="*/ 112236 w 50"/>
              <a:gd name="T55" fmla="*/ 117475 h 45"/>
              <a:gd name="T56" fmla="*/ 109029 w 50"/>
              <a:gd name="T57" fmla="*/ 123825 h 45"/>
              <a:gd name="T58" fmla="*/ 102616 w 50"/>
              <a:gd name="T59" fmla="*/ 117475 h 45"/>
              <a:gd name="T60" fmla="*/ 102616 w 50"/>
              <a:gd name="T61" fmla="*/ 6350 h 45"/>
              <a:gd name="T62" fmla="*/ 73755 w 50"/>
              <a:gd name="T63" fmla="*/ 47625 h 45"/>
              <a:gd name="T64" fmla="*/ 73755 w 50"/>
              <a:gd name="T65" fmla="*/ 47625 h 45"/>
              <a:gd name="T66" fmla="*/ 80169 w 50"/>
              <a:gd name="T67" fmla="*/ 41275 h 45"/>
              <a:gd name="T68" fmla="*/ 86582 w 50"/>
              <a:gd name="T69" fmla="*/ 47625 h 45"/>
              <a:gd name="T70" fmla="*/ 86582 w 50"/>
              <a:gd name="T71" fmla="*/ 117475 h 45"/>
              <a:gd name="T72" fmla="*/ 80169 w 50"/>
              <a:gd name="T73" fmla="*/ 123825 h 45"/>
              <a:gd name="T74" fmla="*/ 73755 w 50"/>
              <a:gd name="T75" fmla="*/ 117475 h 45"/>
              <a:gd name="T76" fmla="*/ 73755 w 50"/>
              <a:gd name="T77" fmla="*/ 47625 h 45"/>
              <a:gd name="T78" fmla="*/ 44894 w 50"/>
              <a:gd name="T79" fmla="*/ 76200 h 45"/>
              <a:gd name="T80" fmla="*/ 44894 w 50"/>
              <a:gd name="T81" fmla="*/ 76200 h 45"/>
              <a:gd name="T82" fmla="*/ 51308 w 50"/>
              <a:gd name="T83" fmla="*/ 69850 h 45"/>
              <a:gd name="T84" fmla="*/ 57721 w 50"/>
              <a:gd name="T85" fmla="*/ 76200 h 45"/>
              <a:gd name="T86" fmla="*/ 57721 w 50"/>
              <a:gd name="T87" fmla="*/ 117475 h 45"/>
              <a:gd name="T88" fmla="*/ 51308 w 50"/>
              <a:gd name="T89" fmla="*/ 123825 h 45"/>
              <a:gd name="T90" fmla="*/ 44894 w 50"/>
              <a:gd name="T91" fmla="*/ 117475 h 45"/>
              <a:gd name="T92" fmla="*/ 44894 w 50"/>
              <a:gd name="T93" fmla="*/ 76200 h 45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45">
                <a:moveTo>
                  <a:pt x="2" y="45"/>
                </a:move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9" y="41"/>
                  <a:pt x="50" y="42"/>
                  <a:pt x="50" y="43"/>
                </a:cubicBezTo>
                <a:cubicBezTo>
                  <a:pt x="50" y="44"/>
                  <a:pt x="49" y="45"/>
                  <a:pt x="48" y="45"/>
                </a:cubicBezTo>
                <a:cubicBezTo>
                  <a:pt x="2" y="45"/>
                  <a:pt x="2" y="45"/>
                  <a:pt x="2" y="45"/>
                </a:cubicBezTo>
                <a:close/>
                <a:moveTo>
                  <a:pt x="5" y="12"/>
                </a:moveTo>
                <a:cubicBezTo>
                  <a:pt x="5" y="12"/>
                  <a:pt x="5" y="12"/>
                  <a:pt x="5" y="12"/>
                </a:cubicBezTo>
                <a:cubicBezTo>
                  <a:pt x="5" y="11"/>
                  <a:pt x="6" y="10"/>
                  <a:pt x="7" y="10"/>
                </a:cubicBezTo>
                <a:cubicBezTo>
                  <a:pt x="8" y="10"/>
                  <a:pt x="9" y="11"/>
                  <a:pt x="9" y="12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8"/>
                  <a:pt x="8" y="39"/>
                  <a:pt x="7" y="39"/>
                </a:cubicBezTo>
                <a:cubicBezTo>
                  <a:pt x="6" y="39"/>
                  <a:pt x="5" y="38"/>
                  <a:pt x="5" y="37"/>
                </a:cubicBezTo>
                <a:cubicBezTo>
                  <a:pt x="5" y="12"/>
                  <a:pt x="5" y="12"/>
                  <a:pt x="5" y="12"/>
                </a:cubicBezTo>
                <a:close/>
                <a:moveTo>
                  <a:pt x="40" y="8"/>
                </a:moveTo>
                <a:cubicBezTo>
                  <a:pt x="40" y="8"/>
                  <a:pt x="40" y="8"/>
                  <a:pt x="40" y="8"/>
                </a:cubicBezTo>
                <a:cubicBezTo>
                  <a:pt x="40" y="7"/>
                  <a:pt x="41" y="6"/>
                  <a:pt x="42" y="6"/>
                </a:cubicBezTo>
                <a:cubicBezTo>
                  <a:pt x="43" y="6"/>
                  <a:pt x="44" y="7"/>
                  <a:pt x="44" y="8"/>
                </a:cubicBezTo>
                <a:cubicBezTo>
                  <a:pt x="44" y="37"/>
                  <a:pt x="44" y="37"/>
                  <a:pt x="44" y="37"/>
                </a:cubicBezTo>
                <a:cubicBezTo>
                  <a:pt x="44" y="38"/>
                  <a:pt x="43" y="39"/>
                  <a:pt x="42" y="39"/>
                </a:cubicBezTo>
                <a:cubicBezTo>
                  <a:pt x="41" y="39"/>
                  <a:pt x="40" y="38"/>
                  <a:pt x="40" y="37"/>
                </a:cubicBezTo>
                <a:cubicBezTo>
                  <a:pt x="40" y="8"/>
                  <a:pt x="40" y="8"/>
                  <a:pt x="40" y="8"/>
                </a:cubicBezTo>
                <a:close/>
                <a:moveTo>
                  <a:pt x="32" y="2"/>
                </a:moveTo>
                <a:cubicBezTo>
                  <a:pt x="32" y="2"/>
                  <a:pt x="32" y="2"/>
                  <a:pt x="32" y="2"/>
                </a:cubicBezTo>
                <a:cubicBezTo>
                  <a:pt x="32" y="1"/>
                  <a:pt x="32" y="0"/>
                  <a:pt x="34" y="0"/>
                </a:cubicBezTo>
                <a:cubicBezTo>
                  <a:pt x="35" y="0"/>
                  <a:pt x="35" y="1"/>
                  <a:pt x="35" y="2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8"/>
                  <a:pt x="35" y="39"/>
                  <a:pt x="34" y="39"/>
                </a:cubicBezTo>
                <a:cubicBezTo>
                  <a:pt x="32" y="39"/>
                  <a:pt x="32" y="38"/>
                  <a:pt x="32" y="37"/>
                </a:cubicBezTo>
                <a:cubicBezTo>
                  <a:pt x="32" y="2"/>
                  <a:pt x="32" y="2"/>
                  <a:pt x="32" y="2"/>
                </a:cubicBezTo>
                <a:close/>
                <a:moveTo>
                  <a:pt x="23" y="15"/>
                </a:moveTo>
                <a:cubicBezTo>
                  <a:pt x="23" y="15"/>
                  <a:pt x="23" y="15"/>
                  <a:pt x="23" y="15"/>
                </a:cubicBezTo>
                <a:cubicBezTo>
                  <a:pt x="23" y="14"/>
                  <a:pt x="24" y="13"/>
                  <a:pt x="25" y="13"/>
                </a:cubicBezTo>
                <a:cubicBezTo>
                  <a:pt x="26" y="13"/>
                  <a:pt x="27" y="14"/>
                  <a:pt x="27" y="15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8"/>
                  <a:pt x="26" y="39"/>
                  <a:pt x="25" y="39"/>
                </a:cubicBezTo>
                <a:cubicBezTo>
                  <a:pt x="24" y="39"/>
                  <a:pt x="23" y="38"/>
                  <a:pt x="23" y="37"/>
                </a:cubicBezTo>
                <a:cubicBezTo>
                  <a:pt x="23" y="15"/>
                  <a:pt x="23" y="15"/>
                  <a:pt x="23" y="15"/>
                </a:cubicBezTo>
                <a:close/>
                <a:moveTo>
                  <a:pt x="14" y="24"/>
                </a:moveTo>
                <a:cubicBezTo>
                  <a:pt x="14" y="24"/>
                  <a:pt x="14" y="24"/>
                  <a:pt x="14" y="24"/>
                </a:cubicBezTo>
                <a:cubicBezTo>
                  <a:pt x="14" y="22"/>
                  <a:pt x="15" y="22"/>
                  <a:pt x="16" y="22"/>
                </a:cubicBezTo>
                <a:cubicBezTo>
                  <a:pt x="17" y="22"/>
                  <a:pt x="18" y="22"/>
                  <a:pt x="18" y="24"/>
                </a:cubicBezTo>
                <a:cubicBezTo>
                  <a:pt x="18" y="37"/>
                  <a:pt x="18" y="37"/>
                  <a:pt x="18" y="37"/>
                </a:cubicBezTo>
                <a:cubicBezTo>
                  <a:pt x="18" y="38"/>
                  <a:pt x="17" y="39"/>
                  <a:pt x="16" y="39"/>
                </a:cubicBezTo>
                <a:cubicBezTo>
                  <a:pt x="15" y="39"/>
                  <a:pt x="14" y="38"/>
                  <a:pt x="14" y="37"/>
                </a:cubicBezTo>
                <a:cubicBezTo>
                  <a:pt x="14" y="24"/>
                  <a:pt x="14" y="24"/>
                  <a:pt x="14" y="2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7" name="Freeform 41">
            <a:extLst>
              <a:ext uri="{FF2B5EF4-FFF2-40B4-BE49-F238E27FC236}">
                <a16:creationId xmlns:a16="http://schemas.microsoft.com/office/drawing/2014/main" id="{18829C17-E2F9-5A61-52B8-AF2BA9E4C434}"/>
              </a:ext>
            </a:extLst>
          </p:cNvPr>
          <p:cNvSpPr>
            <a:spLocks noEditPoints="1"/>
          </p:cNvSpPr>
          <p:nvPr/>
        </p:nvSpPr>
        <p:spPr bwMode="auto">
          <a:xfrm>
            <a:off x="5811768" y="1348765"/>
            <a:ext cx="215900" cy="190500"/>
          </a:xfrm>
          <a:custGeom>
            <a:avLst/>
            <a:gdLst>
              <a:gd name="T0" fmla="*/ 79375 w 51"/>
              <a:gd name="T1" fmla="*/ 41275 h 45"/>
              <a:gd name="T2" fmla="*/ 85725 w 51"/>
              <a:gd name="T3" fmla="*/ 117475 h 45"/>
              <a:gd name="T4" fmla="*/ 73025 w 51"/>
              <a:gd name="T5" fmla="*/ 117475 h 45"/>
              <a:gd name="T6" fmla="*/ 127000 w 51"/>
              <a:gd name="T7" fmla="*/ 95250 h 45"/>
              <a:gd name="T8" fmla="*/ 133350 w 51"/>
              <a:gd name="T9" fmla="*/ 88900 h 45"/>
              <a:gd name="T10" fmla="*/ 139700 w 51"/>
              <a:gd name="T11" fmla="*/ 107950 h 45"/>
              <a:gd name="T12" fmla="*/ 161925 w 51"/>
              <a:gd name="T13" fmla="*/ 114300 h 45"/>
              <a:gd name="T14" fmla="*/ 139700 w 51"/>
              <a:gd name="T15" fmla="*/ 120650 h 45"/>
              <a:gd name="T16" fmla="*/ 133350 w 51"/>
              <a:gd name="T17" fmla="*/ 142875 h 45"/>
              <a:gd name="T18" fmla="*/ 127000 w 51"/>
              <a:gd name="T19" fmla="*/ 120650 h 45"/>
              <a:gd name="T20" fmla="*/ 107950 w 51"/>
              <a:gd name="T21" fmla="*/ 114300 h 45"/>
              <a:gd name="T22" fmla="*/ 127000 w 51"/>
              <a:gd name="T23" fmla="*/ 107950 h 45"/>
              <a:gd name="T24" fmla="*/ 44450 w 51"/>
              <a:gd name="T25" fmla="*/ 76200 h 45"/>
              <a:gd name="T26" fmla="*/ 50800 w 51"/>
              <a:gd name="T27" fmla="*/ 69850 h 45"/>
              <a:gd name="T28" fmla="*/ 57150 w 51"/>
              <a:gd name="T29" fmla="*/ 117475 h 45"/>
              <a:gd name="T30" fmla="*/ 44450 w 51"/>
              <a:gd name="T31" fmla="*/ 117475 h 45"/>
              <a:gd name="T32" fmla="*/ 6350 w 51"/>
              <a:gd name="T33" fmla="*/ 142875 h 45"/>
              <a:gd name="T34" fmla="*/ 0 w 51"/>
              <a:gd name="T35" fmla="*/ 136525 h 45"/>
              <a:gd name="T36" fmla="*/ 92075 w 51"/>
              <a:gd name="T37" fmla="*/ 130175 h 45"/>
              <a:gd name="T38" fmla="*/ 92075 w 51"/>
              <a:gd name="T39" fmla="*/ 142875 h 45"/>
              <a:gd name="T40" fmla="*/ 15875 w 51"/>
              <a:gd name="T41" fmla="*/ 38100 h 45"/>
              <a:gd name="T42" fmla="*/ 22225 w 51"/>
              <a:gd name="T43" fmla="*/ 31750 h 45"/>
              <a:gd name="T44" fmla="*/ 28575 w 51"/>
              <a:gd name="T45" fmla="*/ 117475 h 45"/>
              <a:gd name="T46" fmla="*/ 15875 w 51"/>
              <a:gd name="T47" fmla="*/ 117475 h 45"/>
              <a:gd name="T48" fmla="*/ 130175 w 51"/>
              <a:gd name="T49" fmla="*/ 25400 h 45"/>
              <a:gd name="T50" fmla="*/ 133350 w 51"/>
              <a:gd name="T51" fmla="*/ 19050 h 45"/>
              <a:gd name="T52" fmla="*/ 139700 w 51"/>
              <a:gd name="T53" fmla="*/ 73025 h 45"/>
              <a:gd name="T54" fmla="*/ 130175 w 51"/>
              <a:gd name="T55" fmla="*/ 73025 h 45"/>
              <a:gd name="T56" fmla="*/ 101600 w 51"/>
              <a:gd name="T57" fmla="*/ 6350 h 45"/>
              <a:gd name="T58" fmla="*/ 107950 w 51"/>
              <a:gd name="T59" fmla="*/ 0 h 45"/>
              <a:gd name="T60" fmla="*/ 114300 w 51"/>
              <a:gd name="T61" fmla="*/ 79375 h 45"/>
              <a:gd name="T62" fmla="*/ 101600 w 51"/>
              <a:gd name="T63" fmla="*/ 79375 h 4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1" h="45">
                <a:moveTo>
                  <a:pt x="23" y="15"/>
                </a:moveTo>
                <a:cubicBezTo>
                  <a:pt x="23" y="14"/>
                  <a:pt x="24" y="13"/>
                  <a:pt x="25" y="13"/>
                </a:cubicBezTo>
                <a:cubicBezTo>
                  <a:pt x="26" y="13"/>
                  <a:pt x="27" y="14"/>
                  <a:pt x="27" y="15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8"/>
                  <a:pt x="26" y="39"/>
                  <a:pt x="25" y="39"/>
                </a:cubicBezTo>
                <a:cubicBezTo>
                  <a:pt x="24" y="39"/>
                  <a:pt x="23" y="38"/>
                  <a:pt x="23" y="37"/>
                </a:cubicBezTo>
                <a:cubicBezTo>
                  <a:pt x="23" y="15"/>
                  <a:pt x="23" y="15"/>
                  <a:pt x="23" y="15"/>
                </a:cubicBezTo>
                <a:close/>
                <a:moveTo>
                  <a:pt x="40" y="30"/>
                </a:moveTo>
                <a:cubicBezTo>
                  <a:pt x="40" y="30"/>
                  <a:pt x="40" y="30"/>
                  <a:pt x="40" y="30"/>
                </a:cubicBezTo>
                <a:cubicBezTo>
                  <a:pt x="40" y="29"/>
                  <a:pt x="41" y="28"/>
                  <a:pt x="42" y="28"/>
                </a:cubicBezTo>
                <a:cubicBezTo>
                  <a:pt x="43" y="28"/>
                  <a:pt x="44" y="29"/>
                  <a:pt x="44" y="30"/>
                </a:cubicBezTo>
                <a:cubicBezTo>
                  <a:pt x="44" y="34"/>
                  <a:pt x="44" y="34"/>
                  <a:pt x="44" y="34"/>
                </a:cubicBezTo>
                <a:cubicBezTo>
                  <a:pt x="49" y="34"/>
                  <a:pt x="49" y="34"/>
                  <a:pt x="49" y="34"/>
                </a:cubicBezTo>
                <a:cubicBezTo>
                  <a:pt x="50" y="34"/>
                  <a:pt x="51" y="35"/>
                  <a:pt x="51" y="36"/>
                </a:cubicBezTo>
                <a:cubicBezTo>
                  <a:pt x="51" y="37"/>
                  <a:pt x="50" y="38"/>
                  <a:pt x="49" y="38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4"/>
                  <a:pt x="43" y="45"/>
                  <a:pt x="42" y="45"/>
                </a:cubicBezTo>
                <a:cubicBezTo>
                  <a:pt x="41" y="45"/>
                  <a:pt x="40" y="44"/>
                  <a:pt x="40" y="43"/>
                </a:cubicBezTo>
                <a:cubicBezTo>
                  <a:pt x="40" y="38"/>
                  <a:pt x="40" y="38"/>
                  <a:pt x="40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35" y="38"/>
                  <a:pt x="34" y="37"/>
                  <a:pt x="34" y="36"/>
                </a:cubicBezTo>
                <a:cubicBezTo>
                  <a:pt x="34" y="35"/>
                  <a:pt x="35" y="34"/>
                  <a:pt x="36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0"/>
                  <a:pt x="40" y="30"/>
                  <a:pt x="40" y="30"/>
                </a:cubicBezTo>
                <a:close/>
                <a:moveTo>
                  <a:pt x="14" y="24"/>
                </a:moveTo>
                <a:cubicBezTo>
                  <a:pt x="14" y="24"/>
                  <a:pt x="14" y="24"/>
                  <a:pt x="14" y="24"/>
                </a:cubicBezTo>
                <a:cubicBezTo>
                  <a:pt x="14" y="22"/>
                  <a:pt x="15" y="22"/>
                  <a:pt x="16" y="22"/>
                </a:cubicBezTo>
                <a:cubicBezTo>
                  <a:pt x="17" y="22"/>
                  <a:pt x="18" y="22"/>
                  <a:pt x="18" y="24"/>
                </a:cubicBezTo>
                <a:cubicBezTo>
                  <a:pt x="18" y="37"/>
                  <a:pt x="18" y="37"/>
                  <a:pt x="18" y="37"/>
                </a:cubicBezTo>
                <a:cubicBezTo>
                  <a:pt x="18" y="38"/>
                  <a:pt x="17" y="39"/>
                  <a:pt x="16" y="39"/>
                </a:cubicBezTo>
                <a:cubicBezTo>
                  <a:pt x="15" y="39"/>
                  <a:pt x="14" y="38"/>
                  <a:pt x="14" y="37"/>
                </a:cubicBezTo>
                <a:cubicBezTo>
                  <a:pt x="14" y="24"/>
                  <a:pt x="14" y="24"/>
                  <a:pt x="14" y="24"/>
                </a:cubicBezTo>
                <a:close/>
                <a:moveTo>
                  <a:pt x="2" y="45"/>
                </a:move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29" y="41"/>
                  <a:pt x="29" y="41"/>
                  <a:pt x="29" y="41"/>
                </a:cubicBezTo>
                <a:cubicBezTo>
                  <a:pt x="30" y="41"/>
                  <a:pt x="31" y="42"/>
                  <a:pt x="31" y="43"/>
                </a:cubicBezTo>
                <a:cubicBezTo>
                  <a:pt x="31" y="44"/>
                  <a:pt x="30" y="45"/>
                  <a:pt x="29" y="45"/>
                </a:cubicBezTo>
                <a:cubicBezTo>
                  <a:pt x="2" y="45"/>
                  <a:pt x="2" y="45"/>
                  <a:pt x="2" y="45"/>
                </a:cubicBezTo>
                <a:close/>
                <a:moveTo>
                  <a:pt x="5" y="12"/>
                </a:moveTo>
                <a:cubicBezTo>
                  <a:pt x="5" y="12"/>
                  <a:pt x="5" y="12"/>
                  <a:pt x="5" y="12"/>
                </a:cubicBezTo>
                <a:cubicBezTo>
                  <a:pt x="5" y="11"/>
                  <a:pt x="6" y="10"/>
                  <a:pt x="7" y="10"/>
                </a:cubicBezTo>
                <a:cubicBezTo>
                  <a:pt x="8" y="10"/>
                  <a:pt x="9" y="11"/>
                  <a:pt x="9" y="12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8"/>
                  <a:pt x="8" y="39"/>
                  <a:pt x="7" y="39"/>
                </a:cubicBezTo>
                <a:cubicBezTo>
                  <a:pt x="6" y="39"/>
                  <a:pt x="5" y="38"/>
                  <a:pt x="5" y="37"/>
                </a:cubicBezTo>
                <a:cubicBezTo>
                  <a:pt x="5" y="12"/>
                  <a:pt x="5" y="12"/>
                  <a:pt x="5" y="12"/>
                </a:cubicBezTo>
                <a:close/>
                <a:moveTo>
                  <a:pt x="41" y="8"/>
                </a:moveTo>
                <a:cubicBezTo>
                  <a:pt x="41" y="8"/>
                  <a:pt x="41" y="8"/>
                  <a:pt x="41" y="8"/>
                </a:cubicBezTo>
                <a:cubicBezTo>
                  <a:pt x="41" y="7"/>
                  <a:pt x="41" y="6"/>
                  <a:pt x="42" y="6"/>
                </a:cubicBezTo>
                <a:cubicBezTo>
                  <a:pt x="43" y="6"/>
                  <a:pt x="44" y="7"/>
                  <a:pt x="44" y="8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4"/>
                  <a:pt x="43" y="25"/>
                  <a:pt x="42" y="25"/>
                </a:cubicBezTo>
                <a:cubicBezTo>
                  <a:pt x="41" y="25"/>
                  <a:pt x="41" y="24"/>
                  <a:pt x="41" y="23"/>
                </a:cubicBezTo>
                <a:cubicBezTo>
                  <a:pt x="41" y="8"/>
                  <a:pt x="41" y="8"/>
                  <a:pt x="41" y="8"/>
                </a:cubicBezTo>
                <a:close/>
                <a:moveTo>
                  <a:pt x="32" y="2"/>
                </a:moveTo>
                <a:cubicBezTo>
                  <a:pt x="32" y="2"/>
                  <a:pt x="32" y="2"/>
                  <a:pt x="32" y="2"/>
                </a:cubicBezTo>
                <a:cubicBezTo>
                  <a:pt x="32" y="1"/>
                  <a:pt x="33" y="0"/>
                  <a:pt x="34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6"/>
                  <a:pt x="35" y="27"/>
                  <a:pt x="34" y="27"/>
                </a:cubicBezTo>
                <a:cubicBezTo>
                  <a:pt x="33" y="27"/>
                  <a:pt x="32" y="26"/>
                  <a:pt x="32" y="25"/>
                </a:cubicBezTo>
                <a:cubicBezTo>
                  <a:pt x="32" y="2"/>
                  <a:pt x="32" y="2"/>
                  <a:pt x="32" y="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8" name="Freeform 42">
            <a:extLst>
              <a:ext uri="{FF2B5EF4-FFF2-40B4-BE49-F238E27FC236}">
                <a16:creationId xmlns:a16="http://schemas.microsoft.com/office/drawing/2014/main" id="{13C1EF89-7BA4-55BA-3E49-6B00F23CCEDD}"/>
              </a:ext>
            </a:extLst>
          </p:cNvPr>
          <p:cNvSpPr>
            <a:spLocks noEditPoints="1"/>
          </p:cNvSpPr>
          <p:nvPr/>
        </p:nvSpPr>
        <p:spPr bwMode="auto">
          <a:xfrm>
            <a:off x="3519418" y="1348765"/>
            <a:ext cx="211667" cy="186267"/>
          </a:xfrm>
          <a:custGeom>
            <a:avLst/>
            <a:gdLst>
              <a:gd name="T0" fmla="*/ 6350 w 50"/>
              <a:gd name="T1" fmla="*/ 47625 h 44"/>
              <a:gd name="T2" fmla="*/ 12700 w 50"/>
              <a:gd name="T3" fmla="*/ 47625 h 44"/>
              <a:gd name="T4" fmla="*/ 12700 w 50"/>
              <a:gd name="T5" fmla="*/ 6350 h 44"/>
              <a:gd name="T6" fmla="*/ 19050 w 50"/>
              <a:gd name="T7" fmla="*/ 0 h 44"/>
              <a:gd name="T8" fmla="*/ 19050 w 50"/>
              <a:gd name="T9" fmla="*/ 0 h 44"/>
              <a:gd name="T10" fmla="*/ 63500 w 50"/>
              <a:gd name="T11" fmla="*/ 0 h 44"/>
              <a:gd name="T12" fmla="*/ 69850 w 50"/>
              <a:gd name="T13" fmla="*/ 3175 h 44"/>
              <a:gd name="T14" fmla="*/ 88900 w 50"/>
              <a:gd name="T15" fmla="*/ 25400 h 44"/>
              <a:gd name="T16" fmla="*/ 142875 w 50"/>
              <a:gd name="T17" fmla="*/ 25400 h 44"/>
              <a:gd name="T18" fmla="*/ 149225 w 50"/>
              <a:gd name="T19" fmla="*/ 31750 h 44"/>
              <a:gd name="T20" fmla="*/ 149225 w 50"/>
              <a:gd name="T21" fmla="*/ 31750 h 44"/>
              <a:gd name="T22" fmla="*/ 149225 w 50"/>
              <a:gd name="T23" fmla="*/ 47625 h 44"/>
              <a:gd name="T24" fmla="*/ 155575 w 50"/>
              <a:gd name="T25" fmla="*/ 47625 h 44"/>
              <a:gd name="T26" fmla="*/ 158750 w 50"/>
              <a:gd name="T27" fmla="*/ 53975 h 44"/>
              <a:gd name="T28" fmla="*/ 158750 w 50"/>
              <a:gd name="T29" fmla="*/ 53975 h 44"/>
              <a:gd name="T30" fmla="*/ 149225 w 50"/>
              <a:gd name="T31" fmla="*/ 133350 h 44"/>
              <a:gd name="T32" fmla="*/ 149225 w 50"/>
              <a:gd name="T33" fmla="*/ 136525 h 44"/>
              <a:gd name="T34" fmla="*/ 142875 w 50"/>
              <a:gd name="T35" fmla="*/ 139700 h 44"/>
              <a:gd name="T36" fmla="*/ 142875 w 50"/>
              <a:gd name="T37" fmla="*/ 139700 h 44"/>
              <a:gd name="T38" fmla="*/ 19050 w 50"/>
              <a:gd name="T39" fmla="*/ 139700 h 44"/>
              <a:gd name="T40" fmla="*/ 12700 w 50"/>
              <a:gd name="T41" fmla="*/ 136525 h 44"/>
              <a:gd name="T42" fmla="*/ 9525 w 50"/>
              <a:gd name="T43" fmla="*/ 133350 h 44"/>
              <a:gd name="T44" fmla="*/ 0 w 50"/>
              <a:gd name="T45" fmla="*/ 53975 h 44"/>
              <a:gd name="T46" fmla="*/ 6350 w 50"/>
              <a:gd name="T47" fmla="*/ 47625 h 44"/>
              <a:gd name="T48" fmla="*/ 6350 w 50"/>
              <a:gd name="T49" fmla="*/ 47625 h 44"/>
              <a:gd name="T50" fmla="*/ 25400 w 50"/>
              <a:gd name="T51" fmla="*/ 47625 h 44"/>
              <a:gd name="T52" fmla="*/ 25400 w 50"/>
              <a:gd name="T53" fmla="*/ 47625 h 44"/>
              <a:gd name="T54" fmla="*/ 136525 w 50"/>
              <a:gd name="T55" fmla="*/ 47625 h 44"/>
              <a:gd name="T56" fmla="*/ 136525 w 50"/>
              <a:gd name="T57" fmla="*/ 38100 h 44"/>
              <a:gd name="T58" fmla="*/ 85725 w 50"/>
              <a:gd name="T59" fmla="*/ 38100 h 44"/>
              <a:gd name="T60" fmla="*/ 85725 w 50"/>
              <a:gd name="T61" fmla="*/ 38100 h 44"/>
              <a:gd name="T62" fmla="*/ 82550 w 50"/>
              <a:gd name="T63" fmla="*/ 38100 h 44"/>
              <a:gd name="T64" fmla="*/ 60325 w 50"/>
              <a:gd name="T65" fmla="*/ 12700 h 44"/>
              <a:gd name="T66" fmla="*/ 25400 w 50"/>
              <a:gd name="T67" fmla="*/ 12700 h 44"/>
              <a:gd name="T68" fmla="*/ 25400 w 50"/>
              <a:gd name="T69" fmla="*/ 47625 h 44"/>
              <a:gd name="T70" fmla="*/ 146050 w 50"/>
              <a:gd name="T71" fmla="*/ 60325 h 44"/>
              <a:gd name="T72" fmla="*/ 146050 w 50"/>
              <a:gd name="T73" fmla="*/ 60325 h 44"/>
              <a:gd name="T74" fmla="*/ 142875 w 50"/>
              <a:gd name="T75" fmla="*/ 60325 h 44"/>
              <a:gd name="T76" fmla="*/ 142875 w 50"/>
              <a:gd name="T77" fmla="*/ 60325 h 44"/>
              <a:gd name="T78" fmla="*/ 142875 w 50"/>
              <a:gd name="T79" fmla="*/ 60325 h 44"/>
              <a:gd name="T80" fmla="*/ 19050 w 50"/>
              <a:gd name="T81" fmla="*/ 60325 h 44"/>
              <a:gd name="T82" fmla="*/ 19050 w 50"/>
              <a:gd name="T83" fmla="*/ 60325 h 44"/>
              <a:gd name="T84" fmla="*/ 12700 w 50"/>
              <a:gd name="T85" fmla="*/ 60325 h 44"/>
              <a:gd name="T86" fmla="*/ 22225 w 50"/>
              <a:gd name="T87" fmla="*/ 127000 h 44"/>
              <a:gd name="T88" fmla="*/ 139700 w 50"/>
              <a:gd name="T89" fmla="*/ 127000 h 44"/>
              <a:gd name="T90" fmla="*/ 146050 w 50"/>
              <a:gd name="T91" fmla="*/ 60325 h 4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" h="44">
                <a:moveTo>
                  <a:pt x="2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5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1" y="1"/>
                  <a:pt x="22" y="1"/>
                </a:cubicBezTo>
                <a:cubicBezTo>
                  <a:pt x="28" y="8"/>
                  <a:pt x="28" y="8"/>
                  <a:pt x="28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6" y="8"/>
                  <a:pt x="47" y="9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7" y="15"/>
                  <a:pt x="47" y="15"/>
                  <a:pt x="47" y="15"/>
                </a:cubicBezTo>
                <a:cubicBezTo>
                  <a:pt x="49" y="15"/>
                  <a:pt x="49" y="15"/>
                  <a:pt x="49" y="15"/>
                </a:cubicBezTo>
                <a:cubicBezTo>
                  <a:pt x="50" y="15"/>
                  <a:pt x="50" y="16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3"/>
                  <a:pt x="47" y="43"/>
                </a:cubicBezTo>
                <a:cubicBezTo>
                  <a:pt x="46" y="44"/>
                  <a:pt x="46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5" y="44"/>
                  <a:pt x="4" y="43"/>
                </a:cubicBezTo>
                <a:cubicBezTo>
                  <a:pt x="4" y="43"/>
                  <a:pt x="3" y="42"/>
                  <a:pt x="3" y="4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6"/>
                  <a:pt x="1" y="15"/>
                  <a:pt x="2" y="15"/>
                </a:cubicBezTo>
                <a:cubicBezTo>
                  <a:pt x="2" y="15"/>
                  <a:pt x="2" y="15"/>
                  <a:pt x="2" y="15"/>
                </a:cubicBezTo>
                <a:close/>
                <a:moveTo>
                  <a:pt x="8" y="15"/>
                </a:moveTo>
                <a:cubicBezTo>
                  <a:pt x="8" y="15"/>
                  <a:pt x="8" y="15"/>
                  <a:pt x="8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2"/>
                  <a:pt x="43" y="12"/>
                  <a:pt x="43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6" y="12"/>
                  <a:pt x="26" y="12"/>
                </a:cubicBezTo>
                <a:cubicBezTo>
                  <a:pt x="19" y="4"/>
                  <a:pt x="19" y="4"/>
                  <a:pt x="19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15"/>
                  <a:pt x="8" y="15"/>
                  <a:pt x="8" y="15"/>
                </a:cubicBezTo>
                <a:close/>
                <a:moveTo>
                  <a:pt x="46" y="19"/>
                </a:moveTo>
                <a:cubicBezTo>
                  <a:pt x="46" y="19"/>
                  <a:pt x="46" y="19"/>
                  <a:pt x="46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7" y="40"/>
                  <a:pt x="7" y="40"/>
                  <a:pt x="7" y="40"/>
                </a:cubicBezTo>
                <a:cubicBezTo>
                  <a:pt x="44" y="40"/>
                  <a:pt x="44" y="40"/>
                  <a:pt x="44" y="40"/>
                </a:cubicBezTo>
                <a:cubicBezTo>
                  <a:pt x="46" y="19"/>
                  <a:pt x="46" y="19"/>
                  <a:pt x="46" y="1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9" name="Freeform 43">
            <a:extLst>
              <a:ext uri="{FF2B5EF4-FFF2-40B4-BE49-F238E27FC236}">
                <a16:creationId xmlns:a16="http://schemas.microsoft.com/office/drawing/2014/main" id="{35A4B984-D036-FC19-5EDD-EA30C0EFB601}"/>
              </a:ext>
            </a:extLst>
          </p:cNvPr>
          <p:cNvSpPr>
            <a:spLocks noEditPoints="1"/>
          </p:cNvSpPr>
          <p:nvPr/>
        </p:nvSpPr>
        <p:spPr bwMode="auto">
          <a:xfrm>
            <a:off x="2793402" y="1774215"/>
            <a:ext cx="192617" cy="156633"/>
          </a:xfrm>
          <a:custGeom>
            <a:avLst/>
            <a:gdLst>
              <a:gd name="T0" fmla="*/ 0 w 45"/>
              <a:gd name="T1" fmla="*/ 95250 h 37"/>
              <a:gd name="T2" fmla="*/ 12841 w 45"/>
              <a:gd name="T3" fmla="*/ 88900 h 37"/>
              <a:gd name="T4" fmla="*/ 48154 w 45"/>
              <a:gd name="T5" fmla="*/ 63500 h 37"/>
              <a:gd name="T6" fmla="*/ 57785 w 45"/>
              <a:gd name="T7" fmla="*/ 76200 h 37"/>
              <a:gd name="T8" fmla="*/ 12841 w 45"/>
              <a:gd name="T9" fmla="*/ 101600 h 37"/>
              <a:gd name="T10" fmla="*/ 144463 w 45"/>
              <a:gd name="T11" fmla="*/ 28575 h 37"/>
              <a:gd name="T12" fmla="*/ 131622 w 45"/>
              <a:gd name="T13" fmla="*/ 38100 h 37"/>
              <a:gd name="T14" fmla="*/ 121991 w 45"/>
              <a:gd name="T15" fmla="*/ 47625 h 37"/>
              <a:gd name="T16" fmla="*/ 115570 w 45"/>
              <a:gd name="T17" fmla="*/ 44450 h 37"/>
              <a:gd name="T18" fmla="*/ 109150 w 45"/>
              <a:gd name="T19" fmla="*/ 31750 h 37"/>
              <a:gd name="T20" fmla="*/ 73837 w 45"/>
              <a:gd name="T21" fmla="*/ 53975 h 37"/>
              <a:gd name="T22" fmla="*/ 64206 w 45"/>
              <a:gd name="T23" fmla="*/ 44450 h 37"/>
              <a:gd name="T24" fmla="*/ 109150 w 45"/>
              <a:gd name="T25" fmla="*/ 19050 h 37"/>
              <a:gd name="T26" fmla="*/ 115570 w 45"/>
              <a:gd name="T27" fmla="*/ 6350 h 37"/>
              <a:gd name="T28" fmla="*/ 121991 w 45"/>
              <a:gd name="T29" fmla="*/ 3175 h 37"/>
              <a:gd name="T30" fmla="*/ 144463 w 45"/>
              <a:gd name="T31" fmla="*/ 22225 h 37"/>
              <a:gd name="T32" fmla="*/ 144463 w 45"/>
              <a:gd name="T33" fmla="*/ 28575 h 37"/>
              <a:gd name="T34" fmla="*/ 134832 w 45"/>
              <a:gd name="T35" fmla="*/ 25400 h 37"/>
              <a:gd name="T36" fmla="*/ 125201 w 45"/>
              <a:gd name="T37" fmla="*/ 34925 h 37"/>
              <a:gd name="T38" fmla="*/ 144463 w 45"/>
              <a:gd name="T39" fmla="*/ 98425 h 37"/>
              <a:gd name="T40" fmla="*/ 144463 w 45"/>
              <a:gd name="T41" fmla="*/ 98425 h 37"/>
              <a:gd name="T42" fmla="*/ 131622 w 45"/>
              <a:gd name="T43" fmla="*/ 82550 h 37"/>
              <a:gd name="T44" fmla="*/ 118781 w 45"/>
              <a:gd name="T45" fmla="*/ 69850 h 37"/>
              <a:gd name="T46" fmla="*/ 115570 w 45"/>
              <a:gd name="T47" fmla="*/ 88900 h 37"/>
              <a:gd name="T48" fmla="*/ 102729 w 45"/>
              <a:gd name="T49" fmla="*/ 88900 h 37"/>
              <a:gd name="T50" fmla="*/ 22472 w 45"/>
              <a:gd name="T51" fmla="*/ 19050 h 37"/>
              <a:gd name="T52" fmla="*/ 6421 w 45"/>
              <a:gd name="T53" fmla="*/ 19050 h 37"/>
              <a:gd name="T54" fmla="*/ 6421 w 45"/>
              <a:gd name="T55" fmla="*/ 31750 h 37"/>
              <a:gd name="T56" fmla="*/ 22472 w 45"/>
              <a:gd name="T57" fmla="*/ 31750 h 37"/>
              <a:gd name="T58" fmla="*/ 102729 w 45"/>
              <a:gd name="T59" fmla="*/ 101600 h 37"/>
              <a:gd name="T60" fmla="*/ 115570 w 45"/>
              <a:gd name="T61" fmla="*/ 101600 h 37"/>
              <a:gd name="T62" fmla="*/ 118781 w 45"/>
              <a:gd name="T63" fmla="*/ 117475 h 37"/>
              <a:gd name="T64" fmla="*/ 131622 w 45"/>
              <a:gd name="T65" fmla="*/ 107950 h 37"/>
              <a:gd name="T66" fmla="*/ 134832 w 45"/>
              <a:gd name="T67" fmla="*/ 95250 h 37"/>
              <a:gd name="T68" fmla="*/ 125201 w 45"/>
              <a:gd name="T69" fmla="*/ 104775 h 37"/>
              <a:gd name="T70" fmla="*/ 128412 w 45"/>
              <a:gd name="T71" fmla="*/ 85725 h 3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5" h="37">
                <a:moveTo>
                  <a:pt x="2" y="32"/>
                </a:moveTo>
                <a:cubicBezTo>
                  <a:pt x="1" y="32"/>
                  <a:pt x="0" y="31"/>
                  <a:pt x="0" y="30"/>
                </a:cubicBezTo>
                <a:cubicBezTo>
                  <a:pt x="0" y="29"/>
                  <a:pt x="1" y="28"/>
                  <a:pt x="2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9" y="28"/>
                  <a:pt x="12" y="24"/>
                  <a:pt x="15" y="20"/>
                </a:cubicBezTo>
                <a:cubicBezTo>
                  <a:pt x="16" y="21"/>
                  <a:pt x="16" y="21"/>
                  <a:pt x="16" y="21"/>
                </a:cubicBezTo>
                <a:cubicBezTo>
                  <a:pt x="17" y="22"/>
                  <a:pt x="17" y="23"/>
                  <a:pt x="18" y="24"/>
                </a:cubicBezTo>
                <a:cubicBezTo>
                  <a:pt x="14" y="28"/>
                  <a:pt x="11" y="32"/>
                  <a:pt x="7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2"/>
                  <a:pt x="2" y="32"/>
                  <a:pt x="2" y="32"/>
                </a:cubicBezTo>
                <a:close/>
                <a:moveTo>
                  <a:pt x="45" y="9"/>
                </a:moveTo>
                <a:cubicBezTo>
                  <a:pt x="45" y="9"/>
                  <a:pt x="45" y="9"/>
                  <a:pt x="45" y="9"/>
                </a:cubicBezTo>
                <a:cubicBezTo>
                  <a:pt x="41" y="12"/>
                  <a:pt x="41" y="12"/>
                  <a:pt x="41" y="12"/>
                </a:cubicBezTo>
                <a:cubicBezTo>
                  <a:pt x="41" y="12"/>
                  <a:pt x="41" y="12"/>
                  <a:pt x="41" y="12"/>
                </a:cubicBezTo>
                <a:cubicBezTo>
                  <a:pt x="38" y="15"/>
                  <a:pt x="38" y="15"/>
                  <a:pt x="38" y="15"/>
                </a:cubicBezTo>
                <a:cubicBezTo>
                  <a:pt x="38" y="16"/>
                  <a:pt x="37" y="16"/>
                  <a:pt x="37" y="15"/>
                </a:cubicBezTo>
                <a:cubicBezTo>
                  <a:pt x="36" y="15"/>
                  <a:pt x="36" y="14"/>
                  <a:pt x="36" y="14"/>
                </a:cubicBezTo>
                <a:cubicBezTo>
                  <a:pt x="36" y="10"/>
                  <a:pt x="36" y="10"/>
                  <a:pt x="36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29" y="10"/>
                  <a:pt x="26" y="13"/>
                  <a:pt x="23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16"/>
                  <a:pt x="21" y="15"/>
                  <a:pt x="20" y="14"/>
                </a:cubicBezTo>
                <a:cubicBezTo>
                  <a:pt x="24" y="10"/>
                  <a:pt x="28" y="6"/>
                  <a:pt x="32" y="6"/>
                </a:cubicBezTo>
                <a:cubicBezTo>
                  <a:pt x="34" y="6"/>
                  <a:pt x="34" y="6"/>
                  <a:pt x="34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2"/>
                  <a:pt x="36" y="2"/>
                  <a:pt x="36" y="2"/>
                </a:cubicBezTo>
                <a:cubicBezTo>
                  <a:pt x="36" y="1"/>
                  <a:pt x="37" y="0"/>
                  <a:pt x="37" y="0"/>
                </a:cubicBezTo>
                <a:cubicBezTo>
                  <a:pt x="38" y="0"/>
                  <a:pt x="38" y="1"/>
                  <a:pt x="38" y="1"/>
                </a:cubicBezTo>
                <a:cubicBezTo>
                  <a:pt x="41" y="4"/>
                  <a:pt x="41" y="4"/>
                  <a:pt x="41" y="4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8"/>
                  <a:pt x="45" y="8"/>
                  <a:pt x="45" y="9"/>
                </a:cubicBezTo>
                <a:cubicBezTo>
                  <a:pt x="45" y="9"/>
                  <a:pt x="45" y="9"/>
                  <a:pt x="45" y="9"/>
                </a:cubicBezTo>
                <a:close/>
                <a:moveTo>
                  <a:pt x="42" y="8"/>
                </a:moveTo>
                <a:cubicBezTo>
                  <a:pt x="42" y="8"/>
                  <a:pt x="42" y="8"/>
                  <a:pt x="42" y="8"/>
                </a:cubicBezTo>
                <a:cubicBezTo>
                  <a:pt x="41" y="7"/>
                  <a:pt x="40" y="6"/>
                  <a:pt x="39" y="4"/>
                </a:cubicBezTo>
                <a:cubicBezTo>
                  <a:pt x="39" y="11"/>
                  <a:pt x="39" y="11"/>
                  <a:pt x="39" y="11"/>
                </a:cubicBezTo>
                <a:cubicBezTo>
                  <a:pt x="40" y="10"/>
                  <a:pt x="41" y="9"/>
                  <a:pt x="42" y="8"/>
                </a:cubicBezTo>
                <a:close/>
                <a:moveTo>
                  <a:pt x="45" y="31"/>
                </a:moveTo>
                <a:cubicBezTo>
                  <a:pt x="45" y="31"/>
                  <a:pt x="45" y="31"/>
                  <a:pt x="45" y="31"/>
                </a:cubicBezTo>
                <a:cubicBezTo>
                  <a:pt x="45" y="31"/>
                  <a:pt x="45" y="31"/>
                  <a:pt x="45" y="31"/>
                </a:cubicBezTo>
                <a:cubicBezTo>
                  <a:pt x="45" y="30"/>
                  <a:pt x="45" y="29"/>
                  <a:pt x="45" y="29"/>
                </a:cubicBezTo>
                <a:cubicBezTo>
                  <a:pt x="41" y="26"/>
                  <a:pt x="41" y="26"/>
                  <a:pt x="41" y="26"/>
                </a:cubicBezTo>
                <a:cubicBezTo>
                  <a:pt x="38" y="23"/>
                  <a:pt x="38" y="23"/>
                  <a:pt x="38" y="23"/>
                </a:cubicBezTo>
                <a:cubicBezTo>
                  <a:pt x="38" y="22"/>
                  <a:pt x="38" y="22"/>
                  <a:pt x="37" y="22"/>
                </a:cubicBezTo>
                <a:cubicBezTo>
                  <a:pt x="37" y="22"/>
                  <a:pt x="36" y="23"/>
                  <a:pt x="36" y="23"/>
                </a:cubicBezTo>
                <a:cubicBezTo>
                  <a:pt x="36" y="28"/>
                  <a:pt x="36" y="28"/>
                  <a:pt x="36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28" y="28"/>
                  <a:pt x="24" y="23"/>
                  <a:pt x="21" y="18"/>
                </a:cubicBezTo>
                <a:cubicBezTo>
                  <a:pt x="16" y="12"/>
                  <a:pt x="12" y="6"/>
                  <a:pt x="7" y="6"/>
                </a:cubicBezTo>
                <a:cubicBezTo>
                  <a:pt x="4" y="6"/>
                  <a:pt x="4" y="6"/>
                  <a:pt x="4" y="6"/>
                </a:cubicBezTo>
                <a:cubicBezTo>
                  <a:pt x="2" y="6"/>
                  <a:pt x="2" y="6"/>
                  <a:pt x="2" y="6"/>
                </a:cubicBezTo>
                <a:cubicBezTo>
                  <a:pt x="1" y="6"/>
                  <a:pt x="0" y="7"/>
                  <a:pt x="0" y="8"/>
                </a:cubicBezTo>
                <a:cubicBezTo>
                  <a:pt x="0" y="9"/>
                  <a:pt x="1" y="10"/>
                  <a:pt x="2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10" y="10"/>
                  <a:pt x="14" y="15"/>
                  <a:pt x="18" y="20"/>
                </a:cubicBezTo>
                <a:cubicBezTo>
                  <a:pt x="22" y="26"/>
                  <a:pt x="26" y="32"/>
                  <a:pt x="32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36"/>
                  <a:pt x="36" y="37"/>
                  <a:pt x="37" y="37"/>
                </a:cubicBezTo>
                <a:cubicBezTo>
                  <a:pt x="37" y="37"/>
                  <a:pt x="38" y="37"/>
                  <a:pt x="38" y="37"/>
                </a:cubicBezTo>
                <a:cubicBezTo>
                  <a:pt x="41" y="34"/>
                  <a:pt x="41" y="34"/>
                  <a:pt x="41" y="34"/>
                </a:cubicBezTo>
                <a:cubicBezTo>
                  <a:pt x="45" y="31"/>
                  <a:pt x="45" y="31"/>
                  <a:pt x="45" y="31"/>
                </a:cubicBezTo>
                <a:close/>
                <a:moveTo>
                  <a:pt x="42" y="30"/>
                </a:moveTo>
                <a:cubicBezTo>
                  <a:pt x="42" y="30"/>
                  <a:pt x="42" y="30"/>
                  <a:pt x="42" y="30"/>
                </a:cubicBezTo>
                <a:cubicBezTo>
                  <a:pt x="41" y="31"/>
                  <a:pt x="40" y="32"/>
                  <a:pt x="39" y="33"/>
                </a:cubicBezTo>
                <a:cubicBezTo>
                  <a:pt x="39" y="26"/>
                  <a:pt x="39" y="26"/>
                  <a:pt x="39" y="26"/>
                </a:cubicBezTo>
                <a:cubicBezTo>
                  <a:pt x="40" y="27"/>
                  <a:pt x="40" y="27"/>
                  <a:pt x="40" y="27"/>
                </a:cubicBezTo>
                <a:cubicBezTo>
                  <a:pt x="42" y="30"/>
                  <a:pt x="42" y="30"/>
                  <a:pt x="42" y="3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115A5C86-0848-DCC0-A830-0A309C44E709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1757281"/>
            <a:ext cx="211667" cy="194733"/>
          </a:xfrm>
          <a:custGeom>
            <a:avLst/>
            <a:gdLst>
              <a:gd name="T0" fmla="*/ 50800 w 50"/>
              <a:gd name="T1" fmla="*/ 69850 h 46"/>
              <a:gd name="T2" fmla="*/ 57150 w 50"/>
              <a:gd name="T3" fmla="*/ 120650 h 46"/>
              <a:gd name="T4" fmla="*/ 44450 w 50"/>
              <a:gd name="T5" fmla="*/ 120650 h 46"/>
              <a:gd name="T6" fmla="*/ 149225 w 50"/>
              <a:gd name="T7" fmla="*/ 98425 h 46"/>
              <a:gd name="T8" fmla="*/ 155575 w 50"/>
              <a:gd name="T9" fmla="*/ 98425 h 46"/>
              <a:gd name="T10" fmla="*/ 142875 w 50"/>
              <a:gd name="T11" fmla="*/ 120650 h 46"/>
              <a:gd name="T12" fmla="*/ 155575 w 50"/>
              <a:gd name="T13" fmla="*/ 142875 h 46"/>
              <a:gd name="T14" fmla="*/ 136525 w 50"/>
              <a:gd name="T15" fmla="*/ 130175 h 46"/>
              <a:gd name="T16" fmla="*/ 114300 w 50"/>
              <a:gd name="T17" fmla="*/ 142875 h 46"/>
              <a:gd name="T18" fmla="*/ 127000 w 50"/>
              <a:gd name="T19" fmla="*/ 120650 h 46"/>
              <a:gd name="T20" fmla="*/ 114300 w 50"/>
              <a:gd name="T21" fmla="*/ 98425 h 46"/>
              <a:gd name="T22" fmla="*/ 136525 w 50"/>
              <a:gd name="T23" fmla="*/ 111125 h 46"/>
              <a:gd name="T24" fmla="*/ 6350 w 50"/>
              <a:gd name="T25" fmla="*/ 142875 h 46"/>
              <a:gd name="T26" fmla="*/ 0 w 50"/>
              <a:gd name="T27" fmla="*/ 136525 h 46"/>
              <a:gd name="T28" fmla="*/ 92075 w 50"/>
              <a:gd name="T29" fmla="*/ 130175 h 46"/>
              <a:gd name="T30" fmla="*/ 92075 w 50"/>
              <a:gd name="T31" fmla="*/ 142875 h 46"/>
              <a:gd name="T32" fmla="*/ 15875 w 50"/>
              <a:gd name="T33" fmla="*/ 38100 h 46"/>
              <a:gd name="T34" fmla="*/ 22225 w 50"/>
              <a:gd name="T35" fmla="*/ 31750 h 46"/>
              <a:gd name="T36" fmla="*/ 28575 w 50"/>
              <a:gd name="T37" fmla="*/ 120650 h 46"/>
              <a:gd name="T38" fmla="*/ 15875 w 50"/>
              <a:gd name="T39" fmla="*/ 120650 h 46"/>
              <a:gd name="T40" fmla="*/ 130175 w 50"/>
              <a:gd name="T41" fmla="*/ 25400 h 46"/>
              <a:gd name="T42" fmla="*/ 136525 w 50"/>
              <a:gd name="T43" fmla="*/ 19050 h 46"/>
              <a:gd name="T44" fmla="*/ 142875 w 50"/>
              <a:gd name="T45" fmla="*/ 79375 h 46"/>
              <a:gd name="T46" fmla="*/ 130175 w 50"/>
              <a:gd name="T47" fmla="*/ 79375 h 46"/>
              <a:gd name="T48" fmla="*/ 101600 w 50"/>
              <a:gd name="T49" fmla="*/ 6350 h 46"/>
              <a:gd name="T50" fmla="*/ 107950 w 50"/>
              <a:gd name="T51" fmla="*/ 0 h 46"/>
              <a:gd name="T52" fmla="*/ 114300 w 50"/>
              <a:gd name="T53" fmla="*/ 79375 h 46"/>
              <a:gd name="T54" fmla="*/ 101600 w 50"/>
              <a:gd name="T55" fmla="*/ 79375 h 46"/>
              <a:gd name="T56" fmla="*/ 73025 w 50"/>
              <a:gd name="T57" fmla="*/ 50800 h 46"/>
              <a:gd name="T58" fmla="*/ 79375 w 50"/>
              <a:gd name="T59" fmla="*/ 44450 h 46"/>
              <a:gd name="T60" fmla="*/ 85725 w 50"/>
              <a:gd name="T61" fmla="*/ 120650 h 46"/>
              <a:gd name="T62" fmla="*/ 73025 w 50"/>
              <a:gd name="T63" fmla="*/ 120650 h 4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0" h="46">
                <a:moveTo>
                  <a:pt x="14" y="24"/>
                </a:moveTo>
                <a:cubicBezTo>
                  <a:pt x="14" y="23"/>
                  <a:pt x="15" y="22"/>
                  <a:pt x="16" y="22"/>
                </a:cubicBezTo>
                <a:cubicBezTo>
                  <a:pt x="17" y="22"/>
                  <a:pt x="18" y="23"/>
                  <a:pt x="18" y="24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9"/>
                  <a:pt x="17" y="39"/>
                  <a:pt x="16" y="39"/>
                </a:cubicBezTo>
                <a:cubicBezTo>
                  <a:pt x="15" y="39"/>
                  <a:pt x="14" y="39"/>
                  <a:pt x="14" y="38"/>
                </a:cubicBezTo>
                <a:cubicBezTo>
                  <a:pt x="14" y="24"/>
                  <a:pt x="14" y="24"/>
                  <a:pt x="14" y="24"/>
                </a:cubicBezTo>
                <a:close/>
                <a:moveTo>
                  <a:pt x="47" y="31"/>
                </a:moveTo>
                <a:cubicBezTo>
                  <a:pt x="47" y="31"/>
                  <a:pt x="47" y="31"/>
                  <a:pt x="47" y="31"/>
                </a:cubicBezTo>
                <a:cubicBezTo>
                  <a:pt x="47" y="30"/>
                  <a:pt x="49" y="30"/>
                  <a:pt x="49" y="31"/>
                </a:cubicBezTo>
                <a:cubicBezTo>
                  <a:pt x="50" y="32"/>
                  <a:pt x="50" y="33"/>
                  <a:pt x="49" y="34"/>
                </a:cubicBezTo>
                <a:cubicBezTo>
                  <a:pt x="45" y="38"/>
                  <a:pt x="45" y="38"/>
                  <a:pt x="45" y="38"/>
                </a:cubicBezTo>
                <a:cubicBezTo>
                  <a:pt x="49" y="42"/>
                  <a:pt x="49" y="42"/>
                  <a:pt x="49" y="42"/>
                </a:cubicBezTo>
                <a:cubicBezTo>
                  <a:pt x="50" y="43"/>
                  <a:pt x="50" y="44"/>
                  <a:pt x="49" y="45"/>
                </a:cubicBezTo>
                <a:cubicBezTo>
                  <a:pt x="49" y="46"/>
                  <a:pt x="47" y="46"/>
                  <a:pt x="47" y="45"/>
                </a:cubicBezTo>
                <a:cubicBezTo>
                  <a:pt x="43" y="41"/>
                  <a:pt x="43" y="41"/>
                  <a:pt x="43" y="41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6"/>
                  <a:pt x="36" y="46"/>
                  <a:pt x="36" y="45"/>
                </a:cubicBezTo>
                <a:cubicBezTo>
                  <a:pt x="35" y="44"/>
                  <a:pt x="35" y="43"/>
                  <a:pt x="36" y="42"/>
                </a:cubicBezTo>
                <a:cubicBezTo>
                  <a:pt x="40" y="38"/>
                  <a:pt x="40" y="38"/>
                  <a:pt x="40" y="38"/>
                </a:cubicBezTo>
                <a:cubicBezTo>
                  <a:pt x="36" y="34"/>
                  <a:pt x="36" y="34"/>
                  <a:pt x="36" y="34"/>
                </a:cubicBezTo>
                <a:cubicBezTo>
                  <a:pt x="35" y="33"/>
                  <a:pt x="35" y="32"/>
                  <a:pt x="36" y="31"/>
                </a:cubicBezTo>
                <a:cubicBezTo>
                  <a:pt x="36" y="30"/>
                  <a:pt x="38" y="30"/>
                  <a:pt x="38" y="31"/>
                </a:cubicBezTo>
                <a:cubicBezTo>
                  <a:pt x="43" y="35"/>
                  <a:pt x="43" y="35"/>
                  <a:pt x="43" y="35"/>
                </a:cubicBezTo>
                <a:cubicBezTo>
                  <a:pt x="47" y="31"/>
                  <a:pt x="47" y="31"/>
                  <a:pt x="47" y="31"/>
                </a:cubicBezTo>
                <a:close/>
                <a:moveTo>
                  <a:pt x="2" y="45"/>
                </a:move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29" y="41"/>
                  <a:pt x="29" y="41"/>
                  <a:pt x="29" y="41"/>
                </a:cubicBezTo>
                <a:cubicBezTo>
                  <a:pt x="31" y="41"/>
                  <a:pt x="31" y="42"/>
                  <a:pt x="31" y="43"/>
                </a:cubicBezTo>
                <a:cubicBezTo>
                  <a:pt x="31" y="44"/>
                  <a:pt x="31" y="45"/>
                  <a:pt x="29" y="45"/>
                </a:cubicBezTo>
                <a:cubicBezTo>
                  <a:pt x="2" y="45"/>
                  <a:pt x="2" y="45"/>
                  <a:pt x="2" y="45"/>
                </a:cubicBezTo>
                <a:close/>
                <a:moveTo>
                  <a:pt x="5" y="12"/>
                </a:moveTo>
                <a:cubicBezTo>
                  <a:pt x="5" y="12"/>
                  <a:pt x="5" y="12"/>
                  <a:pt x="5" y="12"/>
                </a:cubicBezTo>
                <a:cubicBezTo>
                  <a:pt x="5" y="11"/>
                  <a:pt x="6" y="10"/>
                  <a:pt x="7" y="10"/>
                </a:cubicBezTo>
                <a:cubicBezTo>
                  <a:pt x="8" y="10"/>
                  <a:pt x="9" y="11"/>
                  <a:pt x="9" y="12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9"/>
                  <a:pt x="8" y="39"/>
                  <a:pt x="7" y="39"/>
                </a:cubicBezTo>
                <a:cubicBezTo>
                  <a:pt x="6" y="39"/>
                  <a:pt x="5" y="39"/>
                  <a:pt x="5" y="38"/>
                </a:cubicBezTo>
                <a:cubicBezTo>
                  <a:pt x="5" y="12"/>
                  <a:pt x="5" y="12"/>
                  <a:pt x="5" y="12"/>
                </a:cubicBezTo>
                <a:close/>
                <a:moveTo>
                  <a:pt x="41" y="8"/>
                </a:moveTo>
                <a:cubicBezTo>
                  <a:pt x="41" y="8"/>
                  <a:pt x="41" y="8"/>
                  <a:pt x="41" y="8"/>
                </a:cubicBezTo>
                <a:cubicBezTo>
                  <a:pt x="41" y="7"/>
                  <a:pt x="42" y="6"/>
                  <a:pt x="43" y="6"/>
                </a:cubicBezTo>
                <a:cubicBezTo>
                  <a:pt x="44" y="6"/>
                  <a:pt x="45" y="7"/>
                  <a:pt x="45" y="8"/>
                </a:cubicBezTo>
                <a:cubicBezTo>
                  <a:pt x="45" y="25"/>
                  <a:pt x="45" y="25"/>
                  <a:pt x="45" y="25"/>
                </a:cubicBezTo>
                <a:cubicBezTo>
                  <a:pt x="45" y="26"/>
                  <a:pt x="44" y="27"/>
                  <a:pt x="43" y="27"/>
                </a:cubicBezTo>
                <a:cubicBezTo>
                  <a:pt x="42" y="27"/>
                  <a:pt x="41" y="26"/>
                  <a:pt x="41" y="25"/>
                </a:cubicBezTo>
                <a:cubicBezTo>
                  <a:pt x="41" y="8"/>
                  <a:pt x="41" y="8"/>
                  <a:pt x="41" y="8"/>
                </a:cubicBezTo>
                <a:close/>
                <a:moveTo>
                  <a:pt x="32" y="2"/>
                </a:moveTo>
                <a:cubicBezTo>
                  <a:pt x="32" y="2"/>
                  <a:pt x="32" y="2"/>
                  <a:pt x="32" y="2"/>
                </a:cubicBezTo>
                <a:cubicBezTo>
                  <a:pt x="32" y="1"/>
                  <a:pt x="33" y="0"/>
                  <a:pt x="34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6"/>
                  <a:pt x="35" y="27"/>
                  <a:pt x="34" y="27"/>
                </a:cubicBezTo>
                <a:cubicBezTo>
                  <a:pt x="33" y="27"/>
                  <a:pt x="32" y="26"/>
                  <a:pt x="32" y="25"/>
                </a:cubicBezTo>
                <a:cubicBezTo>
                  <a:pt x="32" y="2"/>
                  <a:pt x="32" y="2"/>
                  <a:pt x="32" y="2"/>
                </a:cubicBezTo>
                <a:close/>
                <a:moveTo>
                  <a:pt x="23" y="16"/>
                </a:moveTo>
                <a:cubicBezTo>
                  <a:pt x="23" y="16"/>
                  <a:pt x="23" y="16"/>
                  <a:pt x="23" y="16"/>
                </a:cubicBezTo>
                <a:cubicBezTo>
                  <a:pt x="23" y="15"/>
                  <a:pt x="24" y="14"/>
                  <a:pt x="25" y="14"/>
                </a:cubicBezTo>
                <a:cubicBezTo>
                  <a:pt x="26" y="14"/>
                  <a:pt x="27" y="15"/>
                  <a:pt x="27" y="16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9"/>
                  <a:pt x="26" y="39"/>
                  <a:pt x="25" y="39"/>
                </a:cubicBezTo>
                <a:cubicBezTo>
                  <a:pt x="24" y="39"/>
                  <a:pt x="23" y="39"/>
                  <a:pt x="23" y="38"/>
                </a:cubicBezTo>
                <a:cubicBezTo>
                  <a:pt x="23" y="16"/>
                  <a:pt x="23" y="16"/>
                  <a:pt x="23" y="1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1" name="Freeform 45">
            <a:extLst>
              <a:ext uri="{FF2B5EF4-FFF2-40B4-BE49-F238E27FC236}">
                <a16:creationId xmlns:a16="http://schemas.microsoft.com/office/drawing/2014/main" id="{68C7AFD0-C5C5-36CC-2C3F-F782840274ED}"/>
              </a:ext>
            </a:extLst>
          </p:cNvPr>
          <p:cNvSpPr>
            <a:spLocks noEditPoints="1"/>
          </p:cNvSpPr>
          <p:nvPr/>
        </p:nvSpPr>
        <p:spPr bwMode="auto">
          <a:xfrm>
            <a:off x="1703318" y="1746699"/>
            <a:ext cx="160867" cy="213783"/>
          </a:xfrm>
          <a:custGeom>
            <a:avLst/>
            <a:gdLst>
              <a:gd name="T0" fmla="*/ 38100 w 38"/>
              <a:gd name="T1" fmla="*/ 137890 h 50"/>
              <a:gd name="T2" fmla="*/ 25400 w 38"/>
              <a:gd name="T3" fmla="*/ 157130 h 50"/>
              <a:gd name="T4" fmla="*/ 44450 w 38"/>
              <a:gd name="T5" fmla="*/ 80169 h 50"/>
              <a:gd name="T6" fmla="*/ 41275 w 38"/>
              <a:gd name="T7" fmla="*/ 80169 h 50"/>
              <a:gd name="T8" fmla="*/ 41275 w 38"/>
              <a:gd name="T9" fmla="*/ 41688 h 50"/>
              <a:gd name="T10" fmla="*/ 76200 w 38"/>
              <a:gd name="T11" fmla="*/ 41688 h 50"/>
              <a:gd name="T12" fmla="*/ 76200 w 38"/>
              <a:gd name="T13" fmla="*/ 80169 h 50"/>
              <a:gd name="T14" fmla="*/ 76200 w 38"/>
              <a:gd name="T15" fmla="*/ 80169 h 50"/>
              <a:gd name="T16" fmla="*/ 98425 w 38"/>
              <a:gd name="T17" fmla="*/ 150717 h 50"/>
              <a:gd name="T18" fmla="*/ 85725 w 38"/>
              <a:gd name="T19" fmla="*/ 153924 h 50"/>
              <a:gd name="T20" fmla="*/ 34925 w 38"/>
              <a:gd name="T21" fmla="*/ 86582 h 50"/>
              <a:gd name="T22" fmla="*/ 28575 w 38"/>
              <a:gd name="T23" fmla="*/ 73755 h 50"/>
              <a:gd name="T24" fmla="*/ 34925 w 38"/>
              <a:gd name="T25" fmla="*/ 35274 h 50"/>
              <a:gd name="T26" fmla="*/ 82550 w 38"/>
              <a:gd name="T27" fmla="*/ 35274 h 50"/>
              <a:gd name="T28" fmla="*/ 92075 w 38"/>
              <a:gd name="T29" fmla="*/ 73755 h 50"/>
              <a:gd name="T30" fmla="*/ 82550 w 38"/>
              <a:gd name="T31" fmla="*/ 86582 h 50"/>
              <a:gd name="T32" fmla="*/ 88900 w 38"/>
              <a:gd name="T33" fmla="*/ 89789 h 50"/>
              <a:gd name="T34" fmla="*/ 98425 w 38"/>
              <a:gd name="T35" fmla="*/ 76962 h 50"/>
              <a:gd name="T36" fmla="*/ 88900 w 38"/>
              <a:gd name="T37" fmla="*/ 32067 h 50"/>
              <a:gd name="T38" fmla="*/ 31750 w 38"/>
              <a:gd name="T39" fmla="*/ 32067 h 50"/>
              <a:gd name="T40" fmla="*/ 22225 w 38"/>
              <a:gd name="T41" fmla="*/ 76962 h 50"/>
              <a:gd name="T42" fmla="*/ 34925 w 38"/>
              <a:gd name="T43" fmla="*/ 89789 h 50"/>
              <a:gd name="T44" fmla="*/ 98425 w 38"/>
              <a:gd name="T45" fmla="*/ 76962 h 50"/>
              <a:gd name="T46" fmla="*/ 92075 w 38"/>
              <a:gd name="T47" fmla="*/ 80169 h 50"/>
              <a:gd name="T48" fmla="*/ 60325 w 38"/>
              <a:gd name="T49" fmla="*/ 115443 h 50"/>
              <a:gd name="T50" fmla="*/ 60325 w 38"/>
              <a:gd name="T51" fmla="*/ 115443 h 50"/>
              <a:gd name="T52" fmla="*/ 53975 w 38"/>
              <a:gd name="T53" fmla="*/ 115443 h 50"/>
              <a:gd name="T54" fmla="*/ 53975 w 38"/>
              <a:gd name="T55" fmla="*/ 121856 h 50"/>
              <a:gd name="T56" fmla="*/ 60325 w 38"/>
              <a:gd name="T57" fmla="*/ 121856 h 50"/>
              <a:gd name="T58" fmla="*/ 60325 w 38"/>
              <a:gd name="T59" fmla="*/ 121856 h 50"/>
              <a:gd name="T60" fmla="*/ 63500 w 38"/>
              <a:gd name="T61" fmla="*/ 121856 h 50"/>
              <a:gd name="T62" fmla="*/ 63500 w 38"/>
              <a:gd name="T63" fmla="*/ 115443 h 50"/>
              <a:gd name="T64" fmla="*/ 60325 w 38"/>
              <a:gd name="T65" fmla="*/ 115443 h 50"/>
              <a:gd name="T66" fmla="*/ 60325 w 38"/>
              <a:gd name="T67" fmla="*/ 115443 h 50"/>
              <a:gd name="T68" fmla="*/ 60325 w 38"/>
              <a:gd name="T69" fmla="*/ 115443 h 50"/>
              <a:gd name="T70" fmla="*/ 28575 w 38"/>
              <a:gd name="T71" fmla="*/ 105822 h 50"/>
              <a:gd name="T72" fmla="*/ 6350 w 38"/>
              <a:gd name="T73" fmla="*/ 60928 h 50"/>
              <a:gd name="T74" fmla="*/ 22225 w 38"/>
              <a:gd name="T75" fmla="*/ 22447 h 50"/>
              <a:gd name="T76" fmla="*/ 95250 w 38"/>
              <a:gd name="T77" fmla="*/ 22447 h 50"/>
              <a:gd name="T78" fmla="*/ 111125 w 38"/>
              <a:gd name="T79" fmla="*/ 60928 h 50"/>
              <a:gd name="T80" fmla="*/ 88900 w 38"/>
              <a:gd name="T81" fmla="*/ 105822 h 50"/>
              <a:gd name="T82" fmla="*/ 95250 w 38"/>
              <a:gd name="T83" fmla="*/ 109029 h 50"/>
              <a:gd name="T84" fmla="*/ 120650 w 38"/>
              <a:gd name="T85" fmla="*/ 60928 h 50"/>
              <a:gd name="T86" fmla="*/ 101600 w 38"/>
              <a:gd name="T87" fmla="*/ 19240 h 50"/>
              <a:gd name="T88" fmla="*/ 15875 w 38"/>
              <a:gd name="T89" fmla="*/ 19240 h 50"/>
              <a:gd name="T90" fmla="*/ 6350 w 38"/>
              <a:gd name="T91" fmla="*/ 89789 h 50"/>
              <a:gd name="T92" fmla="*/ 28575 w 38"/>
              <a:gd name="T93" fmla="*/ 109029 h 50"/>
              <a:gd name="T94" fmla="*/ 53975 w 38"/>
              <a:gd name="T95" fmla="*/ 86582 h 50"/>
              <a:gd name="T96" fmla="*/ 41275 w 38"/>
              <a:gd name="T97" fmla="*/ 131476 h 50"/>
              <a:gd name="T98" fmla="*/ 63500 w 38"/>
              <a:gd name="T99" fmla="*/ 86582 h 50"/>
              <a:gd name="T100" fmla="*/ 53975 w 38"/>
              <a:gd name="T101" fmla="*/ 86582 h 50"/>
              <a:gd name="T102" fmla="*/ 69850 w 38"/>
              <a:gd name="T103" fmla="*/ 51308 h 50"/>
              <a:gd name="T104" fmla="*/ 50800 w 38"/>
              <a:gd name="T105" fmla="*/ 51308 h 50"/>
              <a:gd name="T106" fmla="*/ 50800 w 38"/>
              <a:gd name="T107" fmla="*/ 70548 h 50"/>
              <a:gd name="T108" fmla="*/ 60325 w 38"/>
              <a:gd name="T109" fmla="*/ 73755 h 50"/>
              <a:gd name="T110" fmla="*/ 69850 w 38"/>
              <a:gd name="T111" fmla="*/ 70548 h 50"/>
              <a:gd name="T112" fmla="*/ 69850 w 38"/>
              <a:gd name="T113" fmla="*/ 51308 h 5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38" h="50">
                <a:moveTo>
                  <a:pt x="25" y="43"/>
                </a:moveTo>
                <a:cubicBezTo>
                  <a:pt x="12" y="43"/>
                  <a:pt x="12" y="43"/>
                  <a:pt x="12" y="43"/>
                </a:cubicBezTo>
                <a:cubicBezTo>
                  <a:pt x="11" y="48"/>
                  <a:pt x="11" y="48"/>
                  <a:pt x="11" y="48"/>
                </a:cubicBezTo>
                <a:cubicBezTo>
                  <a:pt x="10" y="49"/>
                  <a:pt x="9" y="50"/>
                  <a:pt x="8" y="49"/>
                </a:cubicBezTo>
                <a:cubicBezTo>
                  <a:pt x="7" y="49"/>
                  <a:pt x="7" y="48"/>
                  <a:pt x="7" y="47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3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2" y="23"/>
                  <a:pt x="11" y="21"/>
                  <a:pt x="11" y="19"/>
                </a:cubicBezTo>
                <a:cubicBezTo>
                  <a:pt x="11" y="17"/>
                  <a:pt x="12" y="15"/>
                  <a:pt x="13" y="13"/>
                </a:cubicBezTo>
                <a:cubicBezTo>
                  <a:pt x="15" y="12"/>
                  <a:pt x="17" y="11"/>
                  <a:pt x="19" y="11"/>
                </a:cubicBezTo>
                <a:cubicBezTo>
                  <a:pt x="21" y="11"/>
                  <a:pt x="23" y="12"/>
                  <a:pt x="24" y="13"/>
                </a:cubicBezTo>
                <a:cubicBezTo>
                  <a:pt x="26" y="15"/>
                  <a:pt x="27" y="17"/>
                  <a:pt x="27" y="19"/>
                </a:cubicBezTo>
                <a:cubicBezTo>
                  <a:pt x="27" y="21"/>
                  <a:pt x="26" y="23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48"/>
                  <a:pt x="30" y="49"/>
                  <a:pt x="29" y="49"/>
                </a:cubicBezTo>
                <a:cubicBezTo>
                  <a:pt x="28" y="50"/>
                  <a:pt x="27" y="49"/>
                  <a:pt x="27" y="48"/>
                </a:cubicBezTo>
                <a:cubicBezTo>
                  <a:pt x="25" y="43"/>
                  <a:pt x="25" y="43"/>
                  <a:pt x="25" y="43"/>
                </a:cubicBezTo>
                <a:close/>
                <a:moveTo>
                  <a:pt x="11" y="27"/>
                </a:moveTo>
                <a:cubicBezTo>
                  <a:pt x="11" y="27"/>
                  <a:pt x="11" y="27"/>
                  <a:pt x="11" y="27"/>
                </a:cubicBezTo>
                <a:cubicBezTo>
                  <a:pt x="10" y="26"/>
                  <a:pt x="9" y="24"/>
                  <a:pt x="9" y="23"/>
                </a:cubicBezTo>
                <a:cubicBezTo>
                  <a:pt x="8" y="22"/>
                  <a:pt x="8" y="21"/>
                  <a:pt x="8" y="19"/>
                </a:cubicBezTo>
                <a:cubicBezTo>
                  <a:pt x="8" y="16"/>
                  <a:pt x="9" y="13"/>
                  <a:pt x="11" y="11"/>
                </a:cubicBezTo>
                <a:cubicBezTo>
                  <a:pt x="13" y="10"/>
                  <a:pt x="16" y="8"/>
                  <a:pt x="19" y="8"/>
                </a:cubicBezTo>
                <a:cubicBezTo>
                  <a:pt x="22" y="8"/>
                  <a:pt x="24" y="10"/>
                  <a:pt x="26" y="11"/>
                </a:cubicBezTo>
                <a:cubicBezTo>
                  <a:pt x="28" y="13"/>
                  <a:pt x="29" y="16"/>
                  <a:pt x="29" y="19"/>
                </a:cubicBezTo>
                <a:cubicBezTo>
                  <a:pt x="29" y="21"/>
                  <a:pt x="29" y="22"/>
                  <a:pt x="29" y="23"/>
                </a:cubicBezTo>
                <a:cubicBezTo>
                  <a:pt x="29" y="23"/>
                  <a:pt x="29" y="23"/>
                  <a:pt x="29" y="23"/>
                </a:cubicBezTo>
                <a:cubicBezTo>
                  <a:pt x="28" y="25"/>
                  <a:pt x="27" y="26"/>
                  <a:pt x="26" y="27"/>
                </a:cubicBezTo>
                <a:cubicBezTo>
                  <a:pt x="26" y="27"/>
                  <a:pt x="26" y="28"/>
                  <a:pt x="26" y="28"/>
                </a:cubicBezTo>
                <a:cubicBezTo>
                  <a:pt x="27" y="29"/>
                  <a:pt x="27" y="29"/>
                  <a:pt x="28" y="28"/>
                </a:cubicBezTo>
                <a:cubicBezTo>
                  <a:pt x="29" y="27"/>
                  <a:pt x="30" y="26"/>
                  <a:pt x="31" y="24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3"/>
                  <a:pt x="32" y="21"/>
                  <a:pt x="32" y="19"/>
                </a:cubicBezTo>
                <a:cubicBezTo>
                  <a:pt x="32" y="15"/>
                  <a:pt x="30" y="12"/>
                  <a:pt x="28" y="10"/>
                </a:cubicBezTo>
                <a:cubicBezTo>
                  <a:pt x="26" y="7"/>
                  <a:pt x="22" y="6"/>
                  <a:pt x="19" y="6"/>
                </a:cubicBezTo>
                <a:cubicBezTo>
                  <a:pt x="15" y="6"/>
                  <a:pt x="12" y="7"/>
                  <a:pt x="10" y="10"/>
                </a:cubicBezTo>
                <a:cubicBezTo>
                  <a:pt x="7" y="12"/>
                  <a:pt x="6" y="15"/>
                  <a:pt x="6" y="19"/>
                </a:cubicBezTo>
                <a:cubicBezTo>
                  <a:pt x="6" y="21"/>
                  <a:pt x="6" y="23"/>
                  <a:pt x="7" y="24"/>
                </a:cubicBezTo>
                <a:cubicBezTo>
                  <a:pt x="7" y="26"/>
                  <a:pt x="8" y="27"/>
                  <a:pt x="10" y="28"/>
                </a:cubicBezTo>
                <a:cubicBezTo>
                  <a:pt x="10" y="29"/>
                  <a:pt x="11" y="29"/>
                  <a:pt x="11" y="28"/>
                </a:cubicBezTo>
                <a:cubicBezTo>
                  <a:pt x="12" y="28"/>
                  <a:pt x="12" y="27"/>
                  <a:pt x="11" y="27"/>
                </a:cubicBezTo>
                <a:close/>
                <a:moveTo>
                  <a:pt x="31" y="24"/>
                </a:moveTo>
                <a:cubicBezTo>
                  <a:pt x="31" y="24"/>
                  <a:pt x="31" y="24"/>
                  <a:pt x="31" y="24"/>
                </a:cubicBezTo>
                <a:cubicBezTo>
                  <a:pt x="29" y="25"/>
                  <a:pt x="29" y="25"/>
                  <a:pt x="29" y="25"/>
                </a:cubicBezTo>
                <a:cubicBezTo>
                  <a:pt x="30" y="25"/>
                  <a:pt x="30" y="25"/>
                  <a:pt x="31" y="24"/>
                </a:cubicBezTo>
                <a:close/>
                <a:moveTo>
                  <a:pt x="19" y="36"/>
                </a:move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7" y="36"/>
                  <a:pt x="17" y="36"/>
                </a:cubicBezTo>
                <a:cubicBezTo>
                  <a:pt x="17" y="35"/>
                  <a:pt x="16" y="36"/>
                  <a:pt x="16" y="37"/>
                </a:cubicBezTo>
                <a:cubicBezTo>
                  <a:pt x="16" y="37"/>
                  <a:pt x="16" y="38"/>
                  <a:pt x="17" y="38"/>
                </a:cubicBezTo>
                <a:cubicBezTo>
                  <a:pt x="17" y="38"/>
                  <a:pt x="18" y="38"/>
                  <a:pt x="18" y="38"/>
                </a:cubicBezTo>
                <a:cubicBezTo>
                  <a:pt x="18" y="38"/>
                  <a:pt x="18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8"/>
                  <a:pt x="19" y="38"/>
                  <a:pt x="20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21" y="38"/>
                  <a:pt x="22" y="37"/>
                  <a:pt x="22" y="37"/>
                </a:cubicBezTo>
                <a:cubicBezTo>
                  <a:pt x="21" y="36"/>
                  <a:pt x="21" y="35"/>
                  <a:pt x="20" y="36"/>
                </a:cubicBezTo>
                <a:cubicBezTo>
                  <a:pt x="20" y="36"/>
                  <a:pt x="20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lose/>
                <a:moveTo>
                  <a:pt x="9" y="33"/>
                </a:moveTo>
                <a:cubicBezTo>
                  <a:pt x="9" y="33"/>
                  <a:pt x="9" y="33"/>
                  <a:pt x="9" y="33"/>
                </a:cubicBezTo>
                <a:cubicBezTo>
                  <a:pt x="7" y="31"/>
                  <a:pt x="5" y="29"/>
                  <a:pt x="4" y="27"/>
                </a:cubicBezTo>
                <a:cubicBezTo>
                  <a:pt x="3" y="24"/>
                  <a:pt x="2" y="22"/>
                  <a:pt x="2" y="19"/>
                </a:cubicBezTo>
                <a:cubicBezTo>
                  <a:pt x="2" y="14"/>
                  <a:pt x="4" y="10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10" y="4"/>
                  <a:pt x="14" y="2"/>
                  <a:pt x="19" y="2"/>
                </a:cubicBezTo>
                <a:cubicBezTo>
                  <a:pt x="23" y="2"/>
                  <a:pt x="27" y="4"/>
                  <a:pt x="30" y="7"/>
                </a:cubicBezTo>
                <a:cubicBezTo>
                  <a:pt x="30" y="7"/>
                  <a:pt x="30" y="7"/>
                  <a:pt x="30" y="7"/>
                </a:cubicBezTo>
                <a:cubicBezTo>
                  <a:pt x="33" y="10"/>
                  <a:pt x="35" y="14"/>
                  <a:pt x="35" y="19"/>
                </a:cubicBezTo>
                <a:cubicBezTo>
                  <a:pt x="35" y="22"/>
                  <a:pt x="35" y="24"/>
                  <a:pt x="33" y="27"/>
                </a:cubicBezTo>
                <a:cubicBezTo>
                  <a:pt x="32" y="29"/>
                  <a:pt x="30" y="31"/>
                  <a:pt x="28" y="33"/>
                </a:cubicBezTo>
                <a:cubicBezTo>
                  <a:pt x="28" y="33"/>
                  <a:pt x="28" y="34"/>
                  <a:pt x="28" y="34"/>
                </a:cubicBezTo>
                <a:cubicBezTo>
                  <a:pt x="28" y="35"/>
                  <a:pt x="29" y="35"/>
                  <a:pt x="30" y="34"/>
                </a:cubicBezTo>
                <a:cubicBezTo>
                  <a:pt x="32" y="33"/>
                  <a:pt x="34" y="30"/>
                  <a:pt x="35" y="28"/>
                </a:cubicBezTo>
                <a:cubicBezTo>
                  <a:pt x="37" y="25"/>
                  <a:pt x="38" y="22"/>
                  <a:pt x="38" y="19"/>
                </a:cubicBezTo>
                <a:cubicBezTo>
                  <a:pt x="38" y="14"/>
                  <a:pt x="35" y="9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29" y="2"/>
                  <a:pt x="24" y="0"/>
                  <a:pt x="19" y="0"/>
                </a:cubicBez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4"/>
                  <a:pt x="0" y="19"/>
                </a:cubicBezTo>
                <a:cubicBezTo>
                  <a:pt x="0" y="22"/>
                  <a:pt x="1" y="25"/>
                  <a:pt x="2" y="28"/>
                </a:cubicBezTo>
                <a:cubicBezTo>
                  <a:pt x="3" y="30"/>
                  <a:pt x="5" y="33"/>
                  <a:pt x="8" y="34"/>
                </a:cubicBezTo>
                <a:cubicBezTo>
                  <a:pt x="8" y="35"/>
                  <a:pt x="9" y="35"/>
                  <a:pt x="9" y="34"/>
                </a:cubicBezTo>
                <a:cubicBezTo>
                  <a:pt x="10" y="34"/>
                  <a:pt x="10" y="33"/>
                  <a:pt x="9" y="33"/>
                </a:cubicBezTo>
                <a:close/>
                <a:moveTo>
                  <a:pt x="17" y="27"/>
                </a:moveTo>
                <a:cubicBezTo>
                  <a:pt x="17" y="27"/>
                  <a:pt x="17" y="27"/>
                  <a:pt x="17" y="27"/>
                </a:cubicBezTo>
                <a:cubicBezTo>
                  <a:pt x="13" y="41"/>
                  <a:pt x="13" y="41"/>
                  <a:pt x="13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19" y="27"/>
                  <a:pt x="19" y="27"/>
                </a:cubicBezTo>
                <a:cubicBezTo>
                  <a:pt x="18" y="27"/>
                  <a:pt x="18" y="27"/>
                  <a:pt x="17" y="27"/>
                </a:cubicBezTo>
                <a:close/>
                <a:moveTo>
                  <a:pt x="22" y="16"/>
                </a:moveTo>
                <a:cubicBezTo>
                  <a:pt x="22" y="16"/>
                  <a:pt x="22" y="16"/>
                  <a:pt x="22" y="16"/>
                </a:cubicBezTo>
                <a:cubicBezTo>
                  <a:pt x="21" y="15"/>
                  <a:pt x="20" y="15"/>
                  <a:pt x="19" y="15"/>
                </a:cubicBezTo>
                <a:cubicBezTo>
                  <a:pt x="18" y="15"/>
                  <a:pt x="17" y="15"/>
                  <a:pt x="16" y="16"/>
                </a:cubicBezTo>
                <a:cubicBezTo>
                  <a:pt x="15" y="17"/>
                  <a:pt x="15" y="18"/>
                  <a:pt x="15" y="19"/>
                </a:cubicBezTo>
                <a:cubicBezTo>
                  <a:pt x="15" y="20"/>
                  <a:pt x="15" y="21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7" y="23"/>
                  <a:pt x="18" y="23"/>
                  <a:pt x="19" y="23"/>
                </a:cubicBezTo>
                <a:cubicBezTo>
                  <a:pt x="20" y="23"/>
                  <a:pt x="21" y="23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1"/>
                  <a:pt x="23" y="20"/>
                  <a:pt x="23" y="19"/>
                </a:cubicBezTo>
                <a:cubicBezTo>
                  <a:pt x="23" y="18"/>
                  <a:pt x="22" y="17"/>
                  <a:pt x="22" y="1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2" name="Freeform 46">
            <a:extLst>
              <a:ext uri="{FF2B5EF4-FFF2-40B4-BE49-F238E27FC236}">
                <a16:creationId xmlns:a16="http://schemas.microsoft.com/office/drawing/2014/main" id="{90E40611-CD90-0872-E16D-FBD9A9987DFD}"/>
              </a:ext>
            </a:extLst>
          </p:cNvPr>
          <p:cNvSpPr>
            <a:spLocks noEditPoints="1"/>
          </p:cNvSpPr>
          <p:nvPr/>
        </p:nvSpPr>
        <p:spPr bwMode="auto">
          <a:xfrm>
            <a:off x="1309618" y="1746699"/>
            <a:ext cx="211667" cy="213783"/>
          </a:xfrm>
          <a:custGeom>
            <a:avLst/>
            <a:gdLst>
              <a:gd name="T0" fmla="*/ 28575 w 50"/>
              <a:gd name="T1" fmla="*/ 57721 h 50"/>
              <a:gd name="T2" fmla="*/ 25400 w 50"/>
              <a:gd name="T3" fmla="*/ 86582 h 50"/>
              <a:gd name="T4" fmla="*/ 130175 w 50"/>
              <a:gd name="T5" fmla="*/ 89789 h 50"/>
              <a:gd name="T6" fmla="*/ 133350 w 50"/>
              <a:gd name="T7" fmla="*/ 64135 h 50"/>
              <a:gd name="T8" fmla="*/ 53975 w 50"/>
              <a:gd name="T9" fmla="*/ 83375 h 50"/>
              <a:gd name="T10" fmla="*/ 34925 w 50"/>
              <a:gd name="T11" fmla="*/ 83375 h 50"/>
              <a:gd name="T12" fmla="*/ 53975 w 50"/>
              <a:gd name="T13" fmla="*/ 67342 h 50"/>
              <a:gd name="T14" fmla="*/ 127000 w 50"/>
              <a:gd name="T15" fmla="*/ 83375 h 50"/>
              <a:gd name="T16" fmla="*/ 66675 w 50"/>
              <a:gd name="T17" fmla="*/ 83375 h 50"/>
              <a:gd name="T18" fmla="*/ 127000 w 50"/>
              <a:gd name="T19" fmla="*/ 67342 h 50"/>
              <a:gd name="T20" fmla="*/ 152400 w 50"/>
              <a:gd name="T21" fmla="*/ 44894 h 50"/>
              <a:gd name="T22" fmla="*/ 149225 w 50"/>
              <a:gd name="T23" fmla="*/ 44894 h 50"/>
              <a:gd name="T24" fmla="*/ 127000 w 50"/>
              <a:gd name="T25" fmla="*/ 35274 h 50"/>
              <a:gd name="T26" fmla="*/ 98425 w 50"/>
              <a:gd name="T27" fmla="*/ 19240 h 50"/>
              <a:gd name="T28" fmla="*/ 63500 w 50"/>
              <a:gd name="T29" fmla="*/ 0 h 50"/>
              <a:gd name="T30" fmla="*/ 60325 w 50"/>
              <a:gd name="T31" fmla="*/ 6413 h 50"/>
              <a:gd name="T32" fmla="*/ 92075 w 50"/>
              <a:gd name="T33" fmla="*/ 28861 h 50"/>
              <a:gd name="T34" fmla="*/ 31750 w 50"/>
              <a:gd name="T35" fmla="*/ 35274 h 50"/>
              <a:gd name="T36" fmla="*/ 9525 w 50"/>
              <a:gd name="T37" fmla="*/ 44894 h 50"/>
              <a:gd name="T38" fmla="*/ 0 w 50"/>
              <a:gd name="T39" fmla="*/ 128270 h 50"/>
              <a:gd name="T40" fmla="*/ 9525 w 50"/>
              <a:gd name="T41" fmla="*/ 150717 h 50"/>
              <a:gd name="T42" fmla="*/ 130175 w 50"/>
              <a:gd name="T43" fmla="*/ 160337 h 50"/>
              <a:gd name="T44" fmla="*/ 149225 w 50"/>
              <a:gd name="T45" fmla="*/ 150717 h 50"/>
              <a:gd name="T46" fmla="*/ 158750 w 50"/>
              <a:gd name="T47" fmla="*/ 128270 h 50"/>
              <a:gd name="T48" fmla="*/ 152400 w 50"/>
              <a:gd name="T49" fmla="*/ 44894 h 50"/>
              <a:gd name="T50" fmla="*/ 146050 w 50"/>
              <a:gd name="T51" fmla="*/ 128270 h 50"/>
              <a:gd name="T52" fmla="*/ 142875 w 50"/>
              <a:gd name="T53" fmla="*/ 141097 h 50"/>
              <a:gd name="T54" fmla="*/ 31750 w 50"/>
              <a:gd name="T55" fmla="*/ 147510 h 50"/>
              <a:gd name="T56" fmla="*/ 19050 w 50"/>
              <a:gd name="T57" fmla="*/ 141097 h 50"/>
              <a:gd name="T58" fmla="*/ 12700 w 50"/>
              <a:gd name="T59" fmla="*/ 67342 h 50"/>
              <a:gd name="T60" fmla="*/ 19050 w 50"/>
              <a:gd name="T61" fmla="*/ 51308 h 50"/>
              <a:gd name="T62" fmla="*/ 130175 w 50"/>
              <a:gd name="T63" fmla="*/ 48101 h 50"/>
              <a:gd name="T64" fmla="*/ 142875 w 50"/>
              <a:gd name="T65" fmla="*/ 54515 h 50"/>
              <a:gd name="T66" fmla="*/ 146050 w 50"/>
              <a:gd name="T67" fmla="*/ 128270 h 50"/>
              <a:gd name="T68" fmla="*/ 127000 w 50"/>
              <a:gd name="T69" fmla="*/ 102616 h 50"/>
              <a:gd name="T70" fmla="*/ 95250 w 50"/>
              <a:gd name="T71" fmla="*/ 102616 h 50"/>
              <a:gd name="T72" fmla="*/ 88900 w 50"/>
              <a:gd name="T73" fmla="*/ 118649 h 50"/>
              <a:gd name="T74" fmla="*/ 95250 w 50"/>
              <a:gd name="T75" fmla="*/ 134683 h 50"/>
              <a:gd name="T76" fmla="*/ 127000 w 50"/>
              <a:gd name="T77" fmla="*/ 134683 h 50"/>
              <a:gd name="T78" fmla="*/ 133350 w 50"/>
              <a:gd name="T79" fmla="*/ 118649 h 50"/>
              <a:gd name="T80" fmla="*/ 127000 w 50"/>
              <a:gd name="T81" fmla="*/ 102616 h 50"/>
              <a:gd name="T82" fmla="*/ 123825 w 50"/>
              <a:gd name="T83" fmla="*/ 128270 h 50"/>
              <a:gd name="T84" fmla="*/ 111125 w 50"/>
              <a:gd name="T85" fmla="*/ 131476 h 50"/>
              <a:gd name="T86" fmla="*/ 101600 w 50"/>
              <a:gd name="T87" fmla="*/ 128270 h 50"/>
              <a:gd name="T88" fmla="*/ 101600 w 50"/>
              <a:gd name="T89" fmla="*/ 105822 h 50"/>
              <a:gd name="T90" fmla="*/ 111125 w 50"/>
              <a:gd name="T91" fmla="*/ 102616 h 50"/>
              <a:gd name="T92" fmla="*/ 123825 w 50"/>
              <a:gd name="T93" fmla="*/ 105822 h 50"/>
              <a:gd name="T94" fmla="*/ 123825 w 50"/>
              <a:gd name="T95" fmla="*/ 128270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0">
                <a:moveTo>
                  <a:pt x="41" y="18"/>
                </a:moveTo>
                <a:cubicBezTo>
                  <a:pt x="9" y="18"/>
                  <a:pt x="9" y="18"/>
                  <a:pt x="9" y="18"/>
                </a:cubicBezTo>
                <a:cubicBezTo>
                  <a:pt x="9" y="18"/>
                  <a:pt x="8" y="19"/>
                  <a:pt x="8" y="20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9" y="28"/>
                  <a:pt x="9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42" y="28"/>
                  <a:pt x="42" y="27"/>
                  <a:pt x="42" y="27"/>
                </a:cubicBezTo>
                <a:cubicBezTo>
                  <a:pt x="42" y="20"/>
                  <a:pt x="42" y="20"/>
                  <a:pt x="42" y="20"/>
                </a:cubicBezTo>
                <a:cubicBezTo>
                  <a:pt x="42" y="19"/>
                  <a:pt x="42" y="18"/>
                  <a:pt x="41" y="18"/>
                </a:cubicBezTo>
                <a:close/>
                <a:moveTo>
                  <a:pt x="17" y="26"/>
                </a:moveTo>
                <a:cubicBezTo>
                  <a:pt x="17" y="26"/>
                  <a:pt x="17" y="26"/>
                  <a:pt x="17" y="26"/>
                </a:cubicBezTo>
                <a:cubicBezTo>
                  <a:pt x="11" y="26"/>
                  <a:pt x="11" y="26"/>
                  <a:pt x="11" y="26"/>
                </a:cubicBezTo>
                <a:cubicBezTo>
                  <a:pt x="11" y="21"/>
                  <a:pt x="11" y="21"/>
                  <a:pt x="11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26"/>
                  <a:pt x="17" y="26"/>
                  <a:pt x="17" y="26"/>
                </a:cubicBezTo>
                <a:close/>
                <a:moveTo>
                  <a:pt x="40" y="26"/>
                </a:moveTo>
                <a:cubicBezTo>
                  <a:pt x="40" y="26"/>
                  <a:pt x="40" y="26"/>
                  <a:pt x="40" y="26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1"/>
                  <a:pt x="21" y="21"/>
                  <a:pt x="21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6"/>
                  <a:pt x="40" y="26"/>
                  <a:pt x="40" y="26"/>
                </a:cubicBezTo>
                <a:close/>
                <a:moveTo>
                  <a:pt x="48" y="14"/>
                </a:moveTo>
                <a:cubicBezTo>
                  <a:pt x="48" y="14"/>
                  <a:pt x="48" y="14"/>
                  <a:pt x="48" y="14"/>
                </a:cubicBezTo>
                <a:cubicBezTo>
                  <a:pt x="47" y="14"/>
                  <a:pt x="47" y="14"/>
                  <a:pt x="47" y="14"/>
                </a:cubicBezTo>
                <a:cubicBezTo>
                  <a:pt x="46" y="12"/>
                  <a:pt x="43" y="11"/>
                  <a:pt x="41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31" y="6"/>
                  <a:pt x="31" y="6"/>
                  <a:pt x="31" y="6"/>
                </a:cubicBezTo>
                <a:cubicBezTo>
                  <a:pt x="31" y="6"/>
                  <a:pt x="30" y="6"/>
                  <a:pt x="30" y="6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9" y="0"/>
                  <a:pt x="18" y="1"/>
                </a:cubicBezTo>
                <a:cubicBezTo>
                  <a:pt x="18" y="1"/>
                  <a:pt x="18" y="2"/>
                  <a:pt x="19" y="2"/>
                </a:cubicBezTo>
                <a:cubicBezTo>
                  <a:pt x="28" y="8"/>
                  <a:pt x="28" y="8"/>
                  <a:pt x="28" y="8"/>
                </a:cubicBezTo>
                <a:cubicBezTo>
                  <a:pt x="29" y="9"/>
                  <a:pt x="29" y="9"/>
                  <a:pt x="29" y="9"/>
                </a:cubicBezTo>
                <a:cubicBezTo>
                  <a:pt x="32" y="11"/>
                  <a:pt x="32" y="11"/>
                  <a:pt x="32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7" y="11"/>
                  <a:pt x="5" y="12"/>
                  <a:pt x="3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2" y="15"/>
                  <a:pt x="0" y="18"/>
                  <a:pt x="0" y="2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3"/>
                  <a:pt x="1" y="45"/>
                  <a:pt x="3" y="47"/>
                </a:cubicBezTo>
                <a:cubicBezTo>
                  <a:pt x="3" y="47"/>
                  <a:pt x="3" y="47"/>
                  <a:pt x="3" y="47"/>
                </a:cubicBezTo>
                <a:cubicBezTo>
                  <a:pt x="5" y="48"/>
                  <a:pt x="7" y="50"/>
                  <a:pt x="10" y="50"/>
                </a:cubicBezTo>
                <a:cubicBezTo>
                  <a:pt x="41" y="50"/>
                  <a:pt x="41" y="50"/>
                  <a:pt x="41" y="50"/>
                </a:cubicBezTo>
                <a:cubicBezTo>
                  <a:pt x="43" y="50"/>
                  <a:pt x="46" y="48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9" y="45"/>
                  <a:pt x="50" y="43"/>
                  <a:pt x="50" y="40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18"/>
                  <a:pt x="49" y="16"/>
                  <a:pt x="48" y="14"/>
                </a:cubicBezTo>
                <a:close/>
                <a:moveTo>
                  <a:pt x="46" y="40"/>
                </a:moveTo>
                <a:cubicBezTo>
                  <a:pt x="46" y="40"/>
                  <a:pt x="46" y="40"/>
                  <a:pt x="46" y="40"/>
                </a:cubicBezTo>
                <a:cubicBezTo>
                  <a:pt x="46" y="42"/>
                  <a:pt x="46" y="43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4" y="45"/>
                  <a:pt x="42" y="46"/>
                  <a:pt x="41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8" y="46"/>
                  <a:pt x="7" y="45"/>
                  <a:pt x="6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3"/>
                  <a:pt x="4" y="41"/>
                  <a:pt x="4" y="40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19"/>
                  <a:pt x="5" y="18"/>
                  <a:pt x="6" y="16"/>
                </a:cubicBezTo>
                <a:cubicBezTo>
                  <a:pt x="6" y="16"/>
                  <a:pt x="6" y="16"/>
                  <a:pt x="6" y="16"/>
                </a:cubicBezTo>
                <a:cubicBezTo>
                  <a:pt x="7" y="15"/>
                  <a:pt x="8" y="15"/>
                  <a:pt x="10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2" y="15"/>
                  <a:pt x="44" y="15"/>
                  <a:pt x="45" y="16"/>
                </a:cubicBezTo>
                <a:cubicBezTo>
                  <a:pt x="45" y="17"/>
                  <a:pt x="45" y="17"/>
                  <a:pt x="45" y="17"/>
                </a:cubicBezTo>
                <a:cubicBezTo>
                  <a:pt x="46" y="18"/>
                  <a:pt x="46" y="19"/>
                  <a:pt x="46" y="21"/>
                </a:cubicBezTo>
                <a:cubicBezTo>
                  <a:pt x="46" y="40"/>
                  <a:pt x="46" y="40"/>
                  <a:pt x="46" y="40"/>
                </a:cubicBezTo>
                <a:close/>
                <a:moveTo>
                  <a:pt x="40" y="32"/>
                </a:moveTo>
                <a:cubicBezTo>
                  <a:pt x="40" y="32"/>
                  <a:pt x="40" y="32"/>
                  <a:pt x="40" y="32"/>
                </a:cubicBezTo>
                <a:cubicBezTo>
                  <a:pt x="39" y="30"/>
                  <a:pt x="37" y="30"/>
                  <a:pt x="35" y="30"/>
                </a:cubicBezTo>
                <a:cubicBezTo>
                  <a:pt x="33" y="30"/>
                  <a:pt x="32" y="30"/>
                  <a:pt x="30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29" y="33"/>
                  <a:pt x="28" y="35"/>
                  <a:pt x="28" y="37"/>
                </a:cubicBezTo>
                <a:cubicBezTo>
                  <a:pt x="28" y="39"/>
                  <a:pt x="29" y="40"/>
                  <a:pt x="30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32" y="43"/>
                  <a:pt x="33" y="44"/>
                  <a:pt x="35" y="44"/>
                </a:cubicBezTo>
                <a:cubicBezTo>
                  <a:pt x="37" y="44"/>
                  <a:pt x="39" y="43"/>
                  <a:pt x="40" y="42"/>
                </a:cubicBezTo>
                <a:cubicBezTo>
                  <a:pt x="40" y="42"/>
                  <a:pt x="40" y="42"/>
                  <a:pt x="40" y="42"/>
                </a:cubicBezTo>
                <a:cubicBezTo>
                  <a:pt x="42" y="40"/>
                  <a:pt x="42" y="39"/>
                  <a:pt x="42" y="37"/>
                </a:cubicBezTo>
                <a:cubicBezTo>
                  <a:pt x="42" y="35"/>
                  <a:pt x="42" y="33"/>
                  <a:pt x="40" y="32"/>
                </a:cubicBezTo>
                <a:cubicBezTo>
                  <a:pt x="40" y="32"/>
                  <a:pt x="40" y="32"/>
                  <a:pt x="40" y="32"/>
                </a:cubicBezTo>
                <a:close/>
                <a:moveTo>
                  <a:pt x="39" y="40"/>
                </a:moveTo>
                <a:cubicBezTo>
                  <a:pt x="39" y="40"/>
                  <a:pt x="39" y="40"/>
                  <a:pt x="39" y="40"/>
                </a:cubicBezTo>
                <a:cubicBezTo>
                  <a:pt x="39" y="40"/>
                  <a:pt x="39" y="40"/>
                  <a:pt x="39" y="40"/>
                </a:cubicBezTo>
                <a:cubicBezTo>
                  <a:pt x="38" y="41"/>
                  <a:pt x="37" y="41"/>
                  <a:pt x="35" y="41"/>
                </a:cubicBezTo>
                <a:cubicBezTo>
                  <a:pt x="34" y="41"/>
                  <a:pt x="33" y="41"/>
                  <a:pt x="32" y="40"/>
                </a:cubicBezTo>
                <a:cubicBezTo>
                  <a:pt x="32" y="40"/>
                  <a:pt x="32" y="40"/>
                  <a:pt x="32" y="40"/>
                </a:cubicBezTo>
                <a:cubicBezTo>
                  <a:pt x="31" y="39"/>
                  <a:pt x="31" y="38"/>
                  <a:pt x="31" y="37"/>
                </a:cubicBezTo>
                <a:cubicBezTo>
                  <a:pt x="31" y="35"/>
                  <a:pt x="31" y="34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3" y="32"/>
                  <a:pt x="34" y="32"/>
                  <a:pt x="35" y="32"/>
                </a:cubicBezTo>
                <a:cubicBezTo>
                  <a:pt x="37" y="32"/>
                  <a:pt x="38" y="33"/>
                  <a:pt x="39" y="33"/>
                </a:cubicBezTo>
                <a:cubicBezTo>
                  <a:pt x="39" y="33"/>
                  <a:pt x="39" y="33"/>
                  <a:pt x="39" y="33"/>
                </a:cubicBezTo>
                <a:cubicBezTo>
                  <a:pt x="40" y="34"/>
                  <a:pt x="40" y="35"/>
                  <a:pt x="40" y="37"/>
                </a:cubicBezTo>
                <a:cubicBezTo>
                  <a:pt x="40" y="38"/>
                  <a:pt x="40" y="39"/>
                  <a:pt x="39" y="4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3" name="Freeform 47">
            <a:extLst>
              <a:ext uri="{FF2B5EF4-FFF2-40B4-BE49-F238E27FC236}">
                <a16:creationId xmlns:a16="http://schemas.microsoft.com/office/drawing/2014/main" id="{AD45C244-4EFE-F295-C48E-F72BBB25E89B}"/>
              </a:ext>
            </a:extLst>
          </p:cNvPr>
          <p:cNvSpPr>
            <a:spLocks noEditPoints="1"/>
          </p:cNvSpPr>
          <p:nvPr/>
        </p:nvSpPr>
        <p:spPr bwMode="auto">
          <a:xfrm>
            <a:off x="2403934" y="1746699"/>
            <a:ext cx="211667" cy="213783"/>
          </a:xfrm>
          <a:custGeom>
            <a:avLst/>
            <a:gdLst>
              <a:gd name="T0" fmla="*/ 152400 w 50"/>
              <a:gd name="T1" fmla="*/ 0 h 50"/>
              <a:gd name="T2" fmla="*/ 3175 w 50"/>
              <a:gd name="T3" fmla="*/ 0 h 50"/>
              <a:gd name="T4" fmla="*/ 0 w 50"/>
              <a:gd name="T5" fmla="*/ 6413 h 50"/>
              <a:gd name="T6" fmla="*/ 0 w 50"/>
              <a:gd name="T7" fmla="*/ 153924 h 50"/>
              <a:gd name="T8" fmla="*/ 3175 w 50"/>
              <a:gd name="T9" fmla="*/ 160337 h 50"/>
              <a:gd name="T10" fmla="*/ 152400 w 50"/>
              <a:gd name="T11" fmla="*/ 160337 h 50"/>
              <a:gd name="T12" fmla="*/ 158750 w 50"/>
              <a:gd name="T13" fmla="*/ 153924 h 50"/>
              <a:gd name="T14" fmla="*/ 158750 w 50"/>
              <a:gd name="T15" fmla="*/ 6413 h 50"/>
              <a:gd name="T16" fmla="*/ 152400 w 50"/>
              <a:gd name="T17" fmla="*/ 0 h 50"/>
              <a:gd name="T18" fmla="*/ 107950 w 50"/>
              <a:gd name="T19" fmla="*/ 12827 h 50"/>
              <a:gd name="T20" fmla="*/ 107950 w 50"/>
              <a:gd name="T21" fmla="*/ 12827 h 50"/>
              <a:gd name="T22" fmla="*/ 130175 w 50"/>
              <a:gd name="T23" fmla="*/ 12827 h 50"/>
              <a:gd name="T24" fmla="*/ 130175 w 50"/>
              <a:gd name="T25" fmla="*/ 54515 h 50"/>
              <a:gd name="T26" fmla="*/ 107950 w 50"/>
              <a:gd name="T27" fmla="*/ 54515 h 50"/>
              <a:gd name="T28" fmla="*/ 107950 w 50"/>
              <a:gd name="T29" fmla="*/ 12827 h 50"/>
              <a:gd name="T30" fmla="*/ 28575 w 50"/>
              <a:gd name="T31" fmla="*/ 12827 h 50"/>
              <a:gd name="T32" fmla="*/ 28575 w 50"/>
              <a:gd name="T33" fmla="*/ 12827 h 50"/>
              <a:gd name="T34" fmla="*/ 95250 w 50"/>
              <a:gd name="T35" fmla="*/ 12827 h 50"/>
              <a:gd name="T36" fmla="*/ 95250 w 50"/>
              <a:gd name="T37" fmla="*/ 48101 h 50"/>
              <a:gd name="T38" fmla="*/ 28575 w 50"/>
              <a:gd name="T39" fmla="*/ 48101 h 50"/>
              <a:gd name="T40" fmla="*/ 28575 w 50"/>
              <a:gd name="T41" fmla="*/ 12827 h 50"/>
              <a:gd name="T42" fmla="*/ 146050 w 50"/>
              <a:gd name="T43" fmla="*/ 147510 h 50"/>
              <a:gd name="T44" fmla="*/ 146050 w 50"/>
              <a:gd name="T45" fmla="*/ 147510 h 50"/>
              <a:gd name="T46" fmla="*/ 9525 w 50"/>
              <a:gd name="T47" fmla="*/ 147510 h 50"/>
              <a:gd name="T48" fmla="*/ 9525 w 50"/>
              <a:gd name="T49" fmla="*/ 12827 h 50"/>
              <a:gd name="T50" fmla="*/ 19050 w 50"/>
              <a:gd name="T51" fmla="*/ 12827 h 50"/>
              <a:gd name="T52" fmla="*/ 19050 w 50"/>
              <a:gd name="T53" fmla="*/ 54515 h 50"/>
              <a:gd name="T54" fmla="*/ 22225 w 50"/>
              <a:gd name="T55" fmla="*/ 60928 h 50"/>
              <a:gd name="T56" fmla="*/ 133350 w 50"/>
              <a:gd name="T57" fmla="*/ 60928 h 50"/>
              <a:gd name="T58" fmla="*/ 136525 w 50"/>
              <a:gd name="T59" fmla="*/ 57721 h 50"/>
              <a:gd name="T60" fmla="*/ 136525 w 50"/>
              <a:gd name="T61" fmla="*/ 12827 h 50"/>
              <a:gd name="T62" fmla="*/ 146050 w 50"/>
              <a:gd name="T63" fmla="*/ 12827 h 50"/>
              <a:gd name="T64" fmla="*/ 146050 w 50"/>
              <a:gd name="T65" fmla="*/ 147510 h 50"/>
              <a:gd name="T66" fmla="*/ 133350 w 50"/>
              <a:gd name="T67" fmla="*/ 80169 h 50"/>
              <a:gd name="T68" fmla="*/ 133350 w 50"/>
              <a:gd name="T69" fmla="*/ 80169 h 50"/>
              <a:gd name="T70" fmla="*/ 25400 w 50"/>
              <a:gd name="T71" fmla="*/ 80169 h 50"/>
              <a:gd name="T72" fmla="*/ 19050 w 50"/>
              <a:gd name="T73" fmla="*/ 83375 h 50"/>
              <a:gd name="T74" fmla="*/ 19050 w 50"/>
              <a:gd name="T75" fmla="*/ 134683 h 50"/>
              <a:gd name="T76" fmla="*/ 25400 w 50"/>
              <a:gd name="T77" fmla="*/ 137890 h 50"/>
              <a:gd name="T78" fmla="*/ 133350 w 50"/>
              <a:gd name="T79" fmla="*/ 137890 h 50"/>
              <a:gd name="T80" fmla="*/ 136525 w 50"/>
              <a:gd name="T81" fmla="*/ 134683 h 50"/>
              <a:gd name="T82" fmla="*/ 136525 w 50"/>
              <a:gd name="T83" fmla="*/ 83375 h 50"/>
              <a:gd name="T84" fmla="*/ 133350 w 50"/>
              <a:gd name="T85" fmla="*/ 80169 h 50"/>
              <a:gd name="T86" fmla="*/ 130175 w 50"/>
              <a:gd name="T87" fmla="*/ 131476 h 50"/>
              <a:gd name="T88" fmla="*/ 130175 w 50"/>
              <a:gd name="T89" fmla="*/ 131476 h 50"/>
              <a:gd name="T90" fmla="*/ 28575 w 50"/>
              <a:gd name="T91" fmla="*/ 131476 h 50"/>
              <a:gd name="T92" fmla="*/ 28575 w 50"/>
              <a:gd name="T93" fmla="*/ 86582 h 50"/>
              <a:gd name="T94" fmla="*/ 130175 w 50"/>
              <a:gd name="T95" fmla="*/ 86582 h 50"/>
              <a:gd name="T96" fmla="*/ 130175 w 50"/>
              <a:gd name="T97" fmla="*/ 131476 h 5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0" h="50">
                <a:moveTo>
                  <a:pt x="48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0" y="50"/>
                  <a:pt x="1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9" y="50"/>
                  <a:pt x="50" y="49"/>
                  <a:pt x="50" y="48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1"/>
                  <a:pt x="49" y="0"/>
                  <a:pt x="48" y="0"/>
                </a:cubicBezTo>
                <a:close/>
                <a:moveTo>
                  <a:pt x="34" y="4"/>
                </a:moveTo>
                <a:cubicBezTo>
                  <a:pt x="34" y="4"/>
                  <a:pt x="34" y="4"/>
                  <a:pt x="34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41" y="17"/>
                  <a:pt x="41" y="17"/>
                  <a:pt x="41" y="17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4"/>
                  <a:pt x="34" y="4"/>
                  <a:pt x="34" y="4"/>
                </a:cubicBezTo>
                <a:close/>
                <a:moveTo>
                  <a:pt x="9" y="4"/>
                </a:moveTo>
                <a:cubicBezTo>
                  <a:pt x="9" y="4"/>
                  <a:pt x="9" y="4"/>
                  <a:pt x="9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15"/>
                  <a:pt x="30" y="15"/>
                  <a:pt x="30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4"/>
                  <a:pt x="9" y="4"/>
                  <a:pt x="9" y="4"/>
                </a:cubicBezTo>
                <a:close/>
                <a:moveTo>
                  <a:pt x="46" y="46"/>
                </a:moveTo>
                <a:cubicBezTo>
                  <a:pt x="46" y="46"/>
                  <a:pt x="46" y="46"/>
                  <a:pt x="46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3" y="4"/>
                  <a:pt x="3" y="4"/>
                  <a:pt x="3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8"/>
                  <a:pt x="6" y="19"/>
                  <a:pt x="7" y="19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19"/>
                  <a:pt x="43" y="18"/>
                  <a:pt x="43" y="18"/>
                </a:cubicBezTo>
                <a:cubicBezTo>
                  <a:pt x="43" y="4"/>
                  <a:pt x="43" y="4"/>
                  <a:pt x="43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6"/>
                  <a:pt x="46" y="46"/>
                  <a:pt x="46" y="46"/>
                </a:cubicBezTo>
                <a:close/>
                <a:moveTo>
                  <a:pt x="42" y="25"/>
                </a:moveTo>
                <a:cubicBezTo>
                  <a:pt x="42" y="25"/>
                  <a:pt x="42" y="25"/>
                  <a:pt x="42" y="25"/>
                </a:cubicBezTo>
                <a:cubicBezTo>
                  <a:pt x="8" y="25"/>
                  <a:pt x="8" y="25"/>
                  <a:pt x="8" y="25"/>
                </a:cubicBezTo>
                <a:cubicBezTo>
                  <a:pt x="7" y="25"/>
                  <a:pt x="6" y="26"/>
                  <a:pt x="6" y="26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3"/>
                  <a:pt x="7" y="43"/>
                  <a:pt x="8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3"/>
                  <a:pt x="43" y="43"/>
                  <a:pt x="43" y="42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6"/>
                  <a:pt x="42" y="25"/>
                  <a:pt x="42" y="25"/>
                </a:cubicBezTo>
                <a:close/>
                <a:moveTo>
                  <a:pt x="41" y="41"/>
                </a:moveTo>
                <a:cubicBezTo>
                  <a:pt x="41" y="41"/>
                  <a:pt x="41" y="41"/>
                  <a:pt x="41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27"/>
                  <a:pt x="9" y="27"/>
                  <a:pt x="9" y="27"/>
                </a:cubicBezTo>
                <a:cubicBezTo>
                  <a:pt x="41" y="27"/>
                  <a:pt x="41" y="27"/>
                  <a:pt x="41" y="27"/>
                </a:cubicBezTo>
                <a:cubicBezTo>
                  <a:pt x="41" y="41"/>
                  <a:pt x="41" y="41"/>
                  <a:pt x="41" y="4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4" name="Freeform 48">
            <a:extLst>
              <a:ext uri="{FF2B5EF4-FFF2-40B4-BE49-F238E27FC236}">
                <a16:creationId xmlns:a16="http://schemas.microsoft.com/office/drawing/2014/main" id="{86781985-BD50-6C59-7A2E-421C1D8E7A89}"/>
              </a:ext>
            </a:extLst>
          </p:cNvPr>
          <p:cNvSpPr>
            <a:spLocks noEditPoints="1"/>
          </p:cNvSpPr>
          <p:nvPr/>
        </p:nvSpPr>
        <p:spPr bwMode="auto">
          <a:xfrm>
            <a:off x="922268" y="1765747"/>
            <a:ext cx="209551" cy="177800"/>
          </a:xfrm>
          <a:custGeom>
            <a:avLst/>
            <a:gdLst>
              <a:gd name="T0" fmla="*/ 134711 w 49"/>
              <a:gd name="T1" fmla="*/ 22225 h 42"/>
              <a:gd name="T2" fmla="*/ 80185 w 49"/>
              <a:gd name="T3" fmla="*/ 0 h 42"/>
              <a:gd name="T4" fmla="*/ 25659 w 49"/>
              <a:gd name="T5" fmla="*/ 22225 h 42"/>
              <a:gd name="T6" fmla="*/ 0 w 49"/>
              <a:gd name="T7" fmla="*/ 76200 h 42"/>
              <a:gd name="T8" fmla="*/ 25659 w 49"/>
              <a:gd name="T9" fmla="*/ 130175 h 42"/>
              <a:gd name="T10" fmla="*/ 28867 w 49"/>
              <a:gd name="T11" fmla="*/ 123825 h 42"/>
              <a:gd name="T12" fmla="*/ 9622 w 49"/>
              <a:gd name="T13" fmla="*/ 76200 h 42"/>
              <a:gd name="T14" fmla="*/ 28867 w 49"/>
              <a:gd name="T15" fmla="*/ 25400 h 42"/>
              <a:gd name="T16" fmla="*/ 80185 w 49"/>
              <a:gd name="T17" fmla="*/ 6350 h 42"/>
              <a:gd name="T18" fmla="*/ 128296 w 49"/>
              <a:gd name="T19" fmla="*/ 25400 h 42"/>
              <a:gd name="T20" fmla="*/ 150748 w 49"/>
              <a:gd name="T21" fmla="*/ 76200 h 42"/>
              <a:gd name="T22" fmla="*/ 131504 w 49"/>
              <a:gd name="T23" fmla="*/ 120650 h 42"/>
              <a:gd name="T24" fmla="*/ 128296 w 49"/>
              <a:gd name="T25" fmla="*/ 133350 h 42"/>
              <a:gd name="T26" fmla="*/ 137919 w 49"/>
              <a:gd name="T27" fmla="*/ 127000 h 42"/>
              <a:gd name="T28" fmla="*/ 157163 w 49"/>
              <a:gd name="T29" fmla="*/ 76200 h 42"/>
              <a:gd name="T30" fmla="*/ 118674 w 49"/>
              <a:gd name="T31" fmla="*/ 34925 h 42"/>
              <a:gd name="T32" fmla="*/ 80185 w 49"/>
              <a:gd name="T33" fmla="*/ 19050 h 42"/>
              <a:gd name="T34" fmla="*/ 22452 w 49"/>
              <a:gd name="T35" fmla="*/ 76200 h 42"/>
              <a:gd name="T36" fmla="*/ 80185 w 49"/>
              <a:gd name="T37" fmla="*/ 133350 h 42"/>
              <a:gd name="T38" fmla="*/ 134711 w 49"/>
              <a:gd name="T39" fmla="*/ 76200 h 42"/>
              <a:gd name="T40" fmla="*/ 112259 w 49"/>
              <a:gd name="T41" fmla="*/ 107950 h 42"/>
              <a:gd name="T42" fmla="*/ 80185 w 49"/>
              <a:gd name="T43" fmla="*/ 120650 h 42"/>
              <a:gd name="T44" fmla="*/ 35281 w 49"/>
              <a:gd name="T45" fmla="*/ 76200 h 42"/>
              <a:gd name="T46" fmla="*/ 80185 w 49"/>
              <a:gd name="T47" fmla="*/ 31750 h 42"/>
              <a:gd name="T48" fmla="*/ 125089 w 49"/>
              <a:gd name="T49" fmla="*/ 76200 h 42"/>
              <a:gd name="T50" fmla="*/ 60941 w 49"/>
              <a:gd name="T51" fmla="*/ 50800 h 42"/>
              <a:gd name="T52" fmla="*/ 51319 w 49"/>
              <a:gd name="T53" fmla="*/ 47625 h 42"/>
              <a:gd name="T54" fmla="*/ 41696 w 49"/>
              <a:gd name="T55" fmla="*/ 63500 h 42"/>
              <a:gd name="T56" fmla="*/ 57733 w 49"/>
              <a:gd name="T57" fmla="*/ 73025 h 42"/>
              <a:gd name="T58" fmla="*/ 64148 w 49"/>
              <a:gd name="T59" fmla="*/ 66675 h 42"/>
              <a:gd name="T60" fmla="*/ 60941 w 49"/>
              <a:gd name="T61" fmla="*/ 50800 h 42"/>
              <a:gd name="T62" fmla="*/ 57733 w 49"/>
              <a:gd name="T63" fmla="*/ 63500 h 42"/>
              <a:gd name="T64" fmla="*/ 51319 w 49"/>
              <a:gd name="T65" fmla="*/ 66675 h 42"/>
              <a:gd name="T66" fmla="*/ 48111 w 49"/>
              <a:gd name="T67" fmla="*/ 57150 h 42"/>
              <a:gd name="T68" fmla="*/ 57733 w 49"/>
              <a:gd name="T69" fmla="*/ 57150 h 42"/>
              <a:gd name="T70" fmla="*/ 57733 w 49"/>
              <a:gd name="T71" fmla="*/ 63500 h 4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9" h="42">
                <a:moveTo>
                  <a:pt x="47" y="15"/>
                </a:moveTo>
                <a:cubicBezTo>
                  <a:pt x="46" y="12"/>
                  <a:pt x="44" y="9"/>
                  <a:pt x="42" y="7"/>
                </a:cubicBezTo>
                <a:cubicBezTo>
                  <a:pt x="40" y="4"/>
                  <a:pt x="37" y="3"/>
                  <a:pt x="34" y="1"/>
                </a:cubicBezTo>
                <a:cubicBezTo>
                  <a:pt x="31" y="0"/>
                  <a:pt x="28" y="0"/>
                  <a:pt x="25" y="0"/>
                </a:cubicBezTo>
                <a:cubicBezTo>
                  <a:pt x="21" y="0"/>
                  <a:pt x="18" y="0"/>
                  <a:pt x="15" y="1"/>
                </a:cubicBezTo>
                <a:cubicBezTo>
                  <a:pt x="12" y="3"/>
                  <a:pt x="10" y="4"/>
                  <a:pt x="8" y="7"/>
                </a:cubicBezTo>
                <a:cubicBezTo>
                  <a:pt x="5" y="9"/>
                  <a:pt x="3" y="12"/>
                  <a:pt x="2" y="15"/>
                </a:cubicBezTo>
                <a:cubicBezTo>
                  <a:pt x="1" y="17"/>
                  <a:pt x="0" y="21"/>
                  <a:pt x="0" y="24"/>
                </a:cubicBezTo>
                <a:cubicBezTo>
                  <a:pt x="0" y="27"/>
                  <a:pt x="1" y="30"/>
                  <a:pt x="2" y="33"/>
                </a:cubicBezTo>
                <a:cubicBezTo>
                  <a:pt x="3" y="36"/>
                  <a:pt x="5" y="39"/>
                  <a:pt x="8" y="41"/>
                </a:cubicBezTo>
                <a:cubicBezTo>
                  <a:pt x="8" y="41"/>
                  <a:pt x="9" y="41"/>
                  <a:pt x="9" y="41"/>
                </a:cubicBezTo>
                <a:cubicBezTo>
                  <a:pt x="10" y="41"/>
                  <a:pt x="10" y="40"/>
                  <a:pt x="9" y="39"/>
                </a:cubicBezTo>
                <a:cubicBezTo>
                  <a:pt x="7" y="37"/>
                  <a:pt x="5" y="35"/>
                  <a:pt x="4" y="32"/>
                </a:cubicBezTo>
                <a:cubicBezTo>
                  <a:pt x="3" y="30"/>
                  <a:pt x="3" y="27"/>
                  <a:pt x="3" y="24"/>
                </a:cubicBezTo>
                <a:cubicBezTo>
                  <a:pt x="3" y="21"/>
                  <a:pt x="3" y="18"/>
                  <a:pt x="4" y="15"/>
                </a:cubicBezTo>
                <a:cubicBezTo>
                  <a:pt x="5" y="13"/>
                  <a:pt x="7" y="10"/>
                  <a:pt x="9" y="8"/>
                </a:cubicBezTo>
                <a:cubicBezTo>
                  <a:pt x="11" y="6"/>
                  <a:pt x="14" y="5"/>
                  <a:pt x="16" y="4"/>
                </a:cubicBezTo>
                <a:cubicBezTo>
                  <a:pt x="19" y="2"/>
                  <a:pt x="22" y="2"/>
                  <a:pt x="25" y="2"/>
                </a:cubicBezTo>
                <a:cubicBezTo>
                  <a:pt x="28" y="2"/>
                  <a:pt x="31" y="2"/>
                  <a:pt x="33" y="4"/>
                </a:cubicBezTo>
                <a:cubicBezTo>
                  <a:pt x="36" y="5"/>
                  <a:pt x="38" y="6"/>
                  <a:pt x="40" y="8"/>
                </a:cubicBezTo>
                <a:cubicBezTo>
                  <a:pt x="42" y="10"/>
                  <a:pt x="44" y="13"/>
                  <a:pt x="45" y="15"/>
                </a:cubicBezTo>
                <a:cubicBezTo>
                  <a:pt x="46" y="18"/>
                  <a:pt x="47" y="21"/>
                  <a:pt x="47" y="24"/>
                </a:cubicBezTo>
                <a:cubicBezTo>
                  <a:pt x="47" y="27"/>
                  <a:pt x="46" y="30"/>
                  <a:pt x="45" y="32"/>
                </a:cubicBezTo>
                <a:cubicBezTo>
                  <a:pt x="44" y="34"/>
                  <a:pt x="43" y="37"/>
                  <a:pt x="41" y="38"/>
                </a:cubicBezTo>
                <a:cubicBezTo>
                  <a:pt x="41" y="38"/>
                  <a:pt x="40" y="39"/>
                  <a:pt x="39" y="39"/>
                </a:cubicBezTo>
                <a:cubicBezTo>
                  <a:pt x="39" y="40"/>
                  <a:pt x="39" y="41"/>
                  <a:pt x="40" y="42"/>
                </a:cubicBezTo>
                <a:cubicBezTo>
                  <a:pt x="41" y="42"/>
                  <a:pt x="42" y="42"/>
                  <a:pt x="43" y="41"/>
                </a:cubicBezTo>
                <a:cubicBezTo>
                  <a:pt x="43" y="41"/>
                  <a:pt x="43" y="40"/>
                  <a:pt x="43" y="40"/>
                </a:cubicBezTo>
                <a:cubicBezTo>
                  <a:pt x="45" y="38"/>
                  <a:pt x="46" y="36"/>
                  <a:pt x="47" y="33"/>
                </a:cubicBezTo>
                <a:cubicBezTo>
                  <a:pt x="48" y="30"/>
                  <a:pt x="49" y="27"/>
                  <a:pt x="49" y="24"/>
                </a:cubicBezTo>
                <a:cubicBezTo>
                  <a:pt x="49" y="21"/>
                  <a:pt x="48" y="17"/>
                  <a:pt x="47" y="15"/>
                </a:cubicBezTo>
                <a:close/>
                <a:moveTo>
                  <a:pt x="37" y="11"/>
                </a:moveTo>
                <a:cubicBezTo>
                  <a:pt x="37" y="11"/>
                  <a:pt x="37" y="11"/>
                  <a:pt x="37" y="11"/>
                </a:cubicBezTo>
                <a:cubicBezTo>
                  <a:pt x="34" y="8"/>
                  <a:pt x="30" y="6"/>
                  <a:pt x="25" y="6"/>
                </a:cubicBezTo>
                <a:cubicBezTo>
                  <a:pt x="20" y="6"/>
                  <a:pt x="15" y="8"/>
                  <a:pt x="12" y="11"/>
                </a:cubicBezTo>
                <a:cubicBezTo>
                  <a:pt x="9" y="15"/>
                  <a:pt x="7" y="19"/>
                  <a:pt x="7" y="24"/>
                </a:cubicBezTo>
                <a:cubicBezTo>
                  <a:pt x="7" y="29"/>
                  <a:pt x="9" y="33"/>
                  <a:pt x="12" y="36"/>
                </a:cubicBezTo>
                <a:cubicBezTo>
                  <a:pt x="15" y="40"/>
                  <a:pt x="20" y="42"/>
                  <a:pt x="25" y="42"/>
                </a:cubicBezTo>
                <a:cubicBezTo>
                  <a:pt x="30" y="42"/>
                  <a:pt x="34" y="40"/>
                  <a:pt x="37" y="36"/>
                </a:cubicBezTo>
                <a:cubicBezTo>
                  <a:pt x="40" y="33"/>
                  <a:pt x="42" y="29"/>
                  <a:pt x="42" y="24"/>
                </a:cubicBezTo>
                <a:cubicBezTo>
                  <a:pt x="42" y="19"/>
                  <a:pt x="40" y="15"/>
                  <a:pt x="37" y="11"/>
                </a:cubicBezTo>
                <a:close/>
                <a:moveTo>
                  <a:pt x="35" y="34"/>
                </a:moveTo>
                <a:cubicBezTo>
                  <a:pt x="35" y="34"/>
                  <a:pt x="35" y="34"/>
                  <a:pt x="35" y="34"/>
                </a:cubicBezTo>
                <a:cubicBezTo>
                  <a:pt x="32" y="36"/>
                  <a:pt x="29" y="38"/>
                  <a:pt x="25" y="38"/>
                </a:cubicBezTo>
                <a:cubicBezTo>
                  <a:pt x="21" y="38"/>
                  <a:pt x="17" y="36"/>
                  <a:pt x="15" y="34"/>
                </a:cubicBezTo>
                <a:cubicBezTo>
                  <a:pt x="12" y="31"/>
                  <a:pt x="11" y="28"/>
                  <a:pt x="11" y="24"/>
                </a:cubicBezTo>
                <a:cubicBezTo>
                  <a:pt x="11" y="20"/>
                  <a:pt x="12" y="17"/>
                  <a:pt x="15" y="14"/>
                </a:cubicBezTo>
                <a:cubicBezTo>
                  <a:pt x="17" y="12"/>
                  <a:pt x="21" y="10"/>
                  <a:pt x="25" y="10"/>
                </a:cubicBezTo>
                <a:cubicBezTo>
                  <a:pt x="29" y="10"/>
                  <a:pt x="32" y="12"/>
                  <a:pt x="35" y="14"/>
                </a:cubicBezTo>
                <a:cubicBezTo>
                  <a:pt x="37" y="17"/>
                  <a:pt x="39" y="20"/>
                  <a:pt x="39" y="24"/>
                </a:cubicBezTo>
                <a:cubicBezTo>
                  <a:pt x="39" y="28"/>
                  <a:pt x="37" y="31"/>
                  <a:pt x="35" y="34"/>
                </a:cubicBezTo>
                <a:close/>
                <a:moveTo>
                  <a:pt x="19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8" y="15"/>
                  <a:pt x="17" y="15"/>
                  <a:pt x="16" y="15"/>
                </a:cubicBezTo>
                <a:cubicBezTo>
                  <a:pt x="15" y="16"/>
                  <a:pt x="14" y="16"/>
                  <a:pt x="13" y="17"/>
                </a:cubicBezTo>
                <a:cubicBezTo>
                  <a:pt x="13" y="18"/>
                  <a:pt x="13" y="19"/>
                  <a:pt x="13" y="20"/>
                </a:cubicBezTo>
                <a:cubicBezTo>
                  <a:pt x="13" y="21"/>
                  <a:pt x="14" y="22"/>
                  <a:pt x="15" y="23"/>
                </a:cubicBezTo>
                <a:cubicBezTo>
                  <a:pt x="16" y="23"/>
                  <a:pt x="17" y="23"/>
                  <a:pt x="18" y="23"/>
                </a:cubicBezTo>
                <a:cubicBezTo>
                  <a:pt x="19" y="23"/>
                  <a:pt x="20" y="22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1" y="20"/>
                  <a:pt x="21" y="19"/>
                  <a:pt x="21" y="18"/>
                </a:cubicBezTo>
                <a:cubicBezTo>
                  <a:pt x="20" y="17"/>
                  <a:pt x="20" y="16"/>
                  <a:pt x="19" y="16"/>
                </a:cubicBezTo>
                <a:close/>
                <a:moveTo>
                  <a:pt x="18" y="20"/>
                </a:moveTo>
                <a:cubicBezTo>
                  <a:pt x="18" y="20"/>
                  <a:pt x="18" y="20"/>
                  <a:pt x="18" y="20"/>
                </a:cubicBezTo>
                <a:cubicBezTo>
                  <a:pt x="18" y="21"/>
                  <a:pt x="18" y="21"/>
                  <a:pt x="17" y="21"/>
                </a:cubicBezTo>
                <a:cubicBezTo>
                  <a:pt x="17" y="21"/>
                  <a:pt x="16" y="21"/>
                  <a:pt x="16" y="21"/>
                </a:cubicBezTo>
                <a:cubicBezTo>
                  <a:pt x="16" y="21"/>
                  <a:pt x="15" y="20"/>
                  <a:pt x="15" y="20"/>
                </a:cubicBezTo>
                <a:cubicBezTo>
                  <a:pt x="15" y="19"/>
                  <a:pt x="15" y="19"/>
                  <a:pt x="15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7" y="18"/>
                  <a:pt x="17" y="18"/>
                  <a:pt x="18" y="18"/>
                </a:cubicBezTo>
                <a:cubicBezTo>
                  <a:pt x="18" y="18"/>
                  <a:pt x="18" y="18"/>
                  <a:pt x="18" y="19"/>
                </a:cubicBezTo>
                <a:cubicBezTo>
                  <a:pt x="19" y="19"/>
                  <a:pt x="19" y="20"/>
                  <a:pt x="18" y="2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5" name="Freeform 49">
            <a:extLst>
              <a:ext uri="{FF2B5EF4-FFF2-40B4-BE49-F238E27FC236}">
                <a16:creationId xmlns:a16="http://schemas.microsoft.com/office/drawing/2014/main" id="{6C3522B3-9165-8134-B5B4-D47694851E54}"/>
              </a:ext>
            </a:extLst>
          </p:cNvPr>
          <p:cNvSpPr>
            <a:spLocks noEditPoints="1"/>
          </p:cNvSpPr>
          <p:nvPr/>
        </p:nvSpPr>
        <p:spPr bwMode="auto">
          <a:xfrm>
            <a:off x="6948418" y="1336065"/>
            <a:ext cx="211667" cy="211667"/>
          </a:xfrm>
          <a:custGeom>
            <a:avLst/>
            <a:gdLst>
              <a:gd name="T0" fmla="*/ 3175 w 50"/>
              <a:gd name="T1" fmla="*/ 0 h 50"/>
              <a:gd name="T2" fmla="*/ 0 w 50"/>
              <a:gd name="T3" fmla="*/ 152400 h 50"/>
              <a:gd name="T4" fmla="*/ 152400 w 50"/>
              <a:gd name="T5" fmla="*/ 158750 h 50"/>
              <a:gd name="T6" fmla="*/ 158750 w 50"/>
              <a:gd name="T7" fmla="*/ 6350 h 50"/>
              <a:gd name="T8" fmla="*/ 38100 w 50"/>
              <a:gd name="T9" fmla="*/ 146050 h 50"/>
              <a:gd name="T10" fmla="*/ 9525 w 50"/>
              <a:gd name="T11" fmla="*/ 146050 h 50"/>
              <a:gd name="T12" fmla="*/ 19050 w 50"/>
              <a:gd name="T13" fmla="*/ 136525 h 50"/>
              <a:gd name="T14" fmla="*/ 19050 w 50"/>
              <a:gd name="T15" fmla="*/ 123825 h 50"/>
              <a:gd name="T16" fmla="*/ 9525 w 50"/>
              <a:gd name="T17" fmla="*/ 101600 h 50"/>
              <a:gd name="T18" fmla="*/ 25400 w 50"/>
              <a:gd name="T19" fmla="*/ 95250 h 50"/>
              <a:gd name="T20" fmla="*/ 9525 w 50"/>
              <a:gd name="T21" fmla="*/ 88900 h 50"/>
              <a:gd name="T22" fmla="*/ 19050 w 50"/>
              <a:gd name="T23" fmla="*/ 69850 h 50"/>
              <a:gd name="T24" fmla="*/ 19050 w 50"/>
              <a:gd name="T25" fmla="*/ 57150 h 50"/>
              <a:gd name="T26" fmla="*/ 9525 w 50"/>
              <a:gd name="T27" fmla="*/ 38100 h 50"/>
              <a:gd name="T28" fmla="*/ 25400 w 50"/>
              <a:gd name="T29" fmla="*/ 31750 h 50"/>
              <a:gd name="T30" fmla="*/ 9525 w 50"/>
              <a:gd name="T31" fmla="*/ 25400 h 50"/>
              <a:gd name="T32" fmla="*/ 38100 w 50"/>
              <a:gd name="T33" fmla="*/ 12700 h 50"/>
              <a:gd name="T34" fmla="*/ 146050 w 50"/>
              <a:gd name="T35" fmla="*/ 146050 h 50"/>
              <a:gd name="T36" fmla="*/ 47625 w 50"/>
              <a:gd name="T37" fmla="*/ 146050 h 50"/>
              <a:gd name="T38" fmla="*/ 146050 w 50"/>
              <a:gd name="T39" fmla="*/ 12700 h 50"/>
              <a:gd name="T40" fmla="*/ 69850 w 50"/>
              <a:gd name="T41" fmla="*/ 114300 h 50"/>
              <a:gd name="T42" fmla="*/ 120650 w 50"/>
              <a:gd name="T43" fmla="*/ 114300 h 50"/>
              <a:gd name="T44" fmla="*/ 123825 w 50"/>
              <a:gd name="T45" fmla="*/ 104775 h 50"/>
              <a:gd name="T46" fmla="*/ 117475 w 50"/>
              <a:gd name="T47" fmla="*/ 92075 h 50"/>
              <a:gd name="T48" fmla="*/ 111125 w 50"/>
              <a:gd name="T49" fmla="*/ 88900 h 50"/>
              <a:gd name="T50" fmla="*/ 117475 w 50"/>
              <a:gd name="T51" fmla="*/ 69850 h 50"/>
              <a:gd name="T52" fmla="*/ 95250 w 50"/>
              <a:gd name="T53" fmla="*/ 47625 h 50"/>
              <a:gd name="T54" fmla="*/ 73025 w 50"/>
              <a:gd name="T55" fmla="*/ 69850 h 50"/>
              <a:gd name="T56" fmla="*/ 79375 w 50"/>
              <a:gd name="T57" fmla="*/ 88900 h 50"/>
              <a:gd name="T58" fmla="*/ 69850 w 50"/>
              <a:gd name="T59" fmla="*/ 98425 h 50"/>
              <a:gd name="T60" fmla="*/ 66675 w 50"/>
              <a:gd name="T61" fmla="*/ 111125 h 50"/>
              <a:gd name="T62" fmla="*/ 85725 w 50"/>
              <a:gd name="T63" fmla="*/ 60325 h 50"/>
              <a:gd name="T64" fmla="*/ 95250 w 50"/>
              <a:gd name="T65" fmla="*/ 53975 h 50"/>
              <a:gd name="T66" fmla="*/ 111125 w 50"/>
              <a:gd name="T67" fmla="*/ 69850 h 50"/>
              <a:gd name="T68" fmla="*/ 95250 w 50"/>
              <a:gd name="T69" fmla="*/ 85725 h 50"/>
              <a:gd name="T70" fmla="*/ 85725 w 50"/>
              <a:gd name="T71" fmla="*/ 82550 h 50"/>
              <a:gd name="T72" fmla="*/ 85725 w 50"/>
              <a:gd name="T73" fmla="*/ 60325 h 50"/>
              <a:gd name="T74" fmla="*/ 76200 w 50"/>
              <a:gd name="T75" fmla="*/ 104775 h 50"/>
              <a:gd name="T76" fmla="*/ 79375 w 50"/>
              <a:gd name="T77" fmla="*/ 98425 h 50"/>
              <a:gd name="T78" fmla="*/ 104775 w 50"/>
              <a:gd name="T79" fmla="*/ 95250 h 50"/>
              <a:gd name="T80" fmla="*/ 114300 w 50"/>
              <a:gd name="T81" fmla="*/ 98425 h 50"/>
              <a:gd name="T82" fmla="*/ 117475 w 50"/>
              <a:gd name="T83" fmla="*/ 104775 h 50"/>
              <a:gd name="T84" fmla="*/ 76200 w 50"/>
              <a:gd name="T85" fmla="*/ 107950 h 5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0" h="50">
                <a:moveTo>
                  <a:pt x="48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0" y="50"/>
                  <a:pt x="1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9" y="50"/>
                  <a:pt x="50" y="49"/>
                  <a:pt x="50" y="48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1"/>
                  <a:pt x="49" y="0"/>
                  <a:pt x="48" y="0"/>
                </a:cubicBezTo>
                <a:close/>
                <a:moveTo>
                  <a:pt x="12" y="46"/>
                </a:moveTo>
                <a:cubicBezTo>
                  <a:pt x="12" y="46"/>
                  <a:pt x="12" y="46"/>
                  <a:pt x="12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3" y="43"/>
                  <a:pt x="3" y="43"/>
                  <a:pt x="3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7" y="43"/>
                  <a:pt x="8" y="42"/>
                  <a:pt x="8" y="41"/>
                </a:cubicBezTo>
                <a:cubicBezTo>
                  <a:pt x="8" y="40"/>
                  <a:pt x="7" y="39"/>
                  <a:pt x="6" y="39"/>
                </a:cubicBezTo>
                <a:cubicBezTo>
                  <a:pt x="3" y="39"/>
                  <a:pt x="3" y="39"/>
                  <a:pt x="3" y="39"/>
                </a:cubicBezTo>
                <a:cubicBezTo>
                  <a:pt x="3" y="32"/>
                  <a:pt x="3" y="32"/>
                  <a:pt x="3" y="32"/>
                </a:cubicBezTo>
                <a:cubicBezTo>
                  <a:pt x="6" y="32"/>
                  <a:pt x="6" y="32"/>
                  <a:pt x="6" y="32"/>
                </a:cubicBezTo>
                <a:cubicBezTo>
                  <a:pt x="7" y="32"/>
                  <a:pt x="8" y="31"/>
                  <a:pt x="8" y="30"/>
                </a:cubicBezTo>
                <a:cubicBezTo>
                  <a:pt x="8" y="29"/>
                  <a:pt x="7" y="28"/>
                  <a:pt x="6" y="28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22"/>
                  <a:pt x="3" y="22"/>
                  <a:pt x="3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7" y="22"/>
                  <a:pt x="8" y="21"/>
                  <a:pt x="8" y="20"/>
                </a:cubicBezTo>
                <a:cubicBezTo>
                  <a:pt x="8" y="19"/>
                  <a:pt x="7" y="18"/>
                  <a:pt x="6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12"/>
                  <a:pt x="3" y="12"/>
                  <a:pt x="3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7" y="12"/>
                  <a:pt x="8" y="11"/>
                  <a:pt x="8" y="10"/>
                </a:cubicBezTo>
                <a:cubicBezTo>
                  <a:pt x="8" y="9"/>
                  <a:pt x="7" y="8"/>
                  <a:pt x="6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4"/>
                  <a:pt x="3" y="4"/>
                  <a:pt x="3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6"/>
                  <a:pt x="12" y="46"/>
                  <a:pt x="12" y="46"/>
                </a:cubicBezTo>
                <a:close/>
                <a:moveTo>
                  <a:pt x="46" y="46"/>
                </a:moveTo>
                <a:cubicBezTo>
                  <a:pt x="46" y="46"/>
                  <a:pt x="46" y="46"/>
                  <a:pt x="46" y="46"/>
                </a:cubicBezTo>
                <a:cubicBezTo>
                  <a:pt x="15" y="46"/>
                  <a:pt x="15" y="46"/>
                  <a:pt x="15" y="46"/>
                </a:cubicBezTo>
                <a:cubicBezTo>
                  <a:pt x="15" y="4"/>
                  <a:pt x="15" y="4"/>
                  <a:pt x="15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6"/>
                  <a:pt x="46" y="46"/>
                  <a:pt x="46" y="46"/>
                </a:cubicBezTo>
                <a:close/>
                <a:moveTo>
                  <a:pt x="22" y="36"/>
                </a:moveTo>
                <a:cubicBezTo>
                  <a:pt x="22" y="36"/>
                  <a:pt x="22" y="36"/>
                  <a:pt x="22" y="36"/>
                </a:cubicBezTo>
                <a:cubicBezTo>
                  <a:pt x="38" y="36"/>
                  <a:pt x="38" y="36"/>
                  <a:pt x="38" y="36"/>
                </a:cubicBezTo>
                <a:cubicBezTo>
                  <a:pt x="39" y="36"/>
                  <a:pt x="39" y="36"/>
                  <a:pt x="39" y="35"/>
                </a:cubicBezTo>
                <a:cubicBezTo>
                  <a:pt x="39" y="33"/>
                  <a:pt x="39" y="33"/>
                  <a:pt x="39" y="33"/>
                </a:cubicBezTo>
                <a:cubicBezTo>
                  <a:pt x="39" y="33"/>
                  <a:pt x="39" y="32"/>
                  <a:pt x="39" y="31"/>
                </a:cubicBezTo>
                <a:cubicBezTo>
                  <a:pt x="38" y="30"/>
                  <a:pt x="38" y="30"/>
                  <a:pt x="37" y="29"/>
                </a:cubicBezTo>
                <a:cubicBezTo>
                  <a:pt x="37" y="29"/>
                  <a:pt x="36" y="28"/>
                  <a:pt x="35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5" y="27"/>
                  <a:pt x="35" y="27"/>
                  <a:pt x="35" y="27"/>
                </a:cubicBezTo>
                <a:cubicBezTo>
                  <a:pt x="37" y="26"/>
                  <a:pt x="37" y="24"/>
                  <a:pt x="37" y="22"/>
                </a:cubicBezTo>
                <a:cubicBezTo>
                  <a:pt x="37" y="20"/>
                  <a:pt x="37" y="19"/>
                  <a:pt x="35" y="17"/>
                </a:cubicBezTo>
                <a:cubicBezTo>
                  <a:pt x="34" y="16"/>
                  <a:pt x="32" y="15"/>
                  <a:pt x="30" y="15"/>
                </a:cubicBezTo>
                <a:cubicBezTo>
                  <a:pt x="28" y="15"/>
                  <a:pt x="26" y="16"/>
                  <a:pt x="25" y="17"/>
                </a:cubicBezTo>
                <a:cubicBezTo>
                  <a:pt x="24" y="19"/>
                  <a:pt x="23" y="20"/>
                  <a:pt x="23" y="22"/>
                </a:cubicBezTo>
                <a:cubicBezTo>
                  <a:pt x="23" y="24"/>
                  <a:pt x="24" y="26"/>
                  <a:pt x="25" y="27"/>
                </a:cubicBezTo>
                <a:cubicBezTo>
                  <a:pt x="25" y="28"/>
                  <a:pt x="25" y="28"/>
                  <a:pt x="25" y="28"/>
                </a:cubicBezTo>
                <a:cubicBezTo>
                  <a:pt x="24" y="28"/>
                  <a:pt x="24" y="28"/>
                  <a:pt x="23" y="29"/>
                </a:cubicBezTo>
                <a:cubicBezTo>
                  <a:pt x="22" y="30"/>
                  <a:pt x="22" y="30"/>
                  <a:pt x="22" y="31"/>
                </a:cubicBezTo>
                <a:cubicBezTo>
                  <a:pt x="21" y="32"/>
                  <a:pt x="21" y="33"/>
                  <a:pt x="21" y="33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6"/>
                  <a:pt x="22" y="36"/>
                  <a:pt x="22" y="36"/>
                </a:cubicBezTo>
                <a:close/>
                <a:moveTo>
                  <a:pt x="27" y="19"/>
                </a:moveTo>
                <a:cubicBezTo>
                  <a:pt x="27" y="19"/>
                  <a:pt x="27" y="19"/>
                  <a:pt x="27" y="19"/>
                </a:cubicBezTo>
                <a:cubicBezTo>
                  <a:pt x="28" y="18"/>
                  <a:pt x="29" y="17"/>
                  <a:pt x="30" y="17"/>
                </a:cubicBezTo>
                <a:cubicBezTo>
                  <a:pt x="32" y="17"/>
                  <a:pt x="33" y="18"/>
                  <a:pt x="34" y="19"/>
                </a:cubicBezTo>
                <a:cubicBezTo>
                  <a:pt x="35" y="20"/>
                  <a:pt x="35" y="21"/>
                  <a:pt x="35" y="22"/>
                </a:cubicBezTo>
                <a:cubicBezTo>
                  <a:pt x="35" y="24"/>
                  <a:pt x="35" y="25"/>
                  <a:pt x="34" y="26"/>
                </a:cubicBezTo>
                <a:cubicBezTo>
                  <a:pt x="33" y="27"/>
                  <a:pt x="32" y="27"/>
                  <a:pt x="30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29" y="27"/>
                  <a:pt x="28" y="27"/>
                  <a:pt x="27" y="26"/>
                </a:cubicBezTo>
                <a:cubicBezTo>
                  <a:pt x="26" y="25"/>
                  <a:pt x="25" y="24"/>
                  <a:pt x="25" y="22"/>
                </a:cubicBezTo>
                <a:cubicBezTo>
                  <a:pt x="25" y="21"/>
                  <a:pt x="26" y="20"/>
                  <a:pt x="27" y="19"/>
                </a:cubicBezTo>
                <a:close/>
                <a:moveTo>
                  <a:pt x="24" y="33"/>
                </a:moveTo>
                <a:cubicBezTo>
                  <a:pt x="24" y="33"/>
                  <a:pt x="24" y="33"/>
                  <a:pt x="24" y="33"/>
                </a:cubicBezTo>
                <a:cubicBezTo>
                  <a:pt x="24" y="33"/>
                  <a:pt x="24" y="32"/>
                  <a:pt x="24" y="32"/>
                </a:cubicBezTo>
                <a:cubicBezTo>
                  <a:pt x="24" y="32"/>
                  <a:pt x="24" y="31"/>
                  <a:pt x="25" y="31"/>
                </a:cubicBezTo>
                <a:cubicBezTo>
                  <a:pt x="25" y="30"/>
                  <a:pt x="26" y="30"/>
                  <a:pt x="27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4" y="30"/>
                  <a:pt x="34" y="30"/>
                  <a:pt x="35" y="30"/>
                </a:cubicBezTo>
                <a:cubicBezTo>
                  <a:pt x="35" y="30"/>
                  <a:pt x="35" y="30"/>
                  <a:pt x="36" y="31"/>
                </a:cubicBezTo>
                <a:cubicBezTo>
                  <a:pt x="36" y="31"/>
                  <a:pt x="36" y="32"/>
                  <a:pt x="37" y="32"/>
                </a:cubicBezTo>
                <a:cubicBezTo>
                  <a:pt x="37" y="32"/>
                  <a:pt x="37" y="33"/>
                  <a:pt x="37" y="33"/>
                </a:cubicBezTo>
                <a:cubicBezTo>
                  <a:pt x="37" y="34"/>
                  <a:pt x="37" y="34"/>
                  <a:pt x="37" y="34"/>
                </a:cubicBezTo>
                <a:cubicBezTo>
                  <a:pt x="24" y="34"/>
                  <a:pt x="24" y="34"/>
                  <a:pt x="24" y="34"/>
                </a:cubicBezTo>
                <a:cubicBezTo>
                  <a:pt x="24" y="33"/>
                  <a:pt x="24" y="33"/>
                  <a:pt x="24" y="3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6" name="Freeform 50">
            <a:extLst>
              <a:ext uri="{FF2B5EF4-FFF2-40B4-BE49-F238E27FC236}">
                <a16:creationId xmlns:a16="http://schemas.microsoft.com/office/drawing/2014/main" id="{5669D3DC-9FC4-6EF7-7DC5-6E76786C3CF4}"/>
              </a:ext>
            </a:extLst>
          </p:cNvPr>
          <p:cNvSpPr>
            <a:spLocks noEditPoints="1"/>
          </p:cNvSpPr>
          <p:nvPr/>
        </p:nvSpPr>
        <p:spPr bwMode="auto">
          <a:xfrm>
            <a:off x="11016651" y="1361465"/>
            <a:ext cx="218016" cy="165100"/>
          </a:xfrm>
          <a:custGeom>
            <a:avLst/>
            <a:gdLst>
              <a:gd name="T0" fmla="*/ 6412 w 51"/>
              <a:gd name="T1" fmla="*/ 0 h 39"/>
              <a:gd name="T2" fmla="*/ 6412 w 51"/>
              <a:gd name="T3" fmla="*/ 0 h 39"/>
              <a:gd name="T4" fmla="*/ 157100 w 51"/>
              <a:gd name="T5" fmla="*/ 0 h 39"/>
              <a:gd name="T6" fmla="*/ 163512 w 51"/>
              <a:gd name="T7" fmla="*/ 3175 h 39"/>
              <a:gd name="T8" fmla="*/ 163512 w 51"/>
              <a:gd name="T9" fmla="*/ 6350 h 39"/>
              <a:gd name="T10" fmla="*/ 163512 w 51"/>
              <a:gd name="T11" fmla="*/ 117475 h 39"/>
              <a:gd name="T12" fmla="*/ 157100 w 51"/>
              <a:gd name="T13" fmla="*/ 123825 h 39"/>
              <a:gd name="T14" fmla="*/ 157100 w 51"/>
              <a:gd name="T15" fmla="*/ 123825 h 39"/>
              <a:gd name="T16" fmla="*/ 6412 w 51"/>
              <a:gd name="T17" fmla="*/ 123825 h 39"/>
              <a:gd name="T18" fmla="*/ 0 w 51"/>
              <a:gd name="T19" fmla="*/ 117475 h 39"/>
              <a:gd name="T20" fmla="*/ 0 w 51"/>
              <a:gd name="T21" fmla="*/ 117475 h 39"/>
              <a:gd name="T22" fmla="*/ 0 w 51"/>
              <a:gd name="T23" fmla="*/ 3175 h 39"/>
              <a:gd name="T24" fmla="*/ 6412 w 51"/>
              <a:gd name="T25" fmla="*/ 0 h 39"/>
              <a:gd name="T26" fmla="*/ 150688 w 51"/>
              <a:gd name="T27" fmla="*/ 15875 h 39"/>
              <a:gd name="T28" fmla="*/ 150688 w 51"/>
              <a:gd name="T29" fmla="*/ 15875 h 39"/>
              <a:gd name="T30" fmla="*/ 83359 w 51"/>
              <a:gd name="T31" fmla="*/ 79375 h 39"/>
              <a:gd name="T32" fmla="*/ 80153 w 51"/>
              <a:gd name="T33" fmla="*/ 79375 h 39"/>
              <a:gd name="T34" fmla="*/ 12824 w 51"/>
              <a:gd name="T35" fmla="*/ 15875 h 39"/>
              <a:gd name="T36" fmla="*/ 12824 w 51"/>
              <a:gd name="T37" fmla="*/ 111125 h 39"/>
              <a:gd name="T38" fmla="*/ 150688 w 51"/>
              <a:gd name="T39" fmla="*/ 111125 h 39"/>
              <a:gd name="T40" fmla="*/ 150688 w 51"/>
              <a:gd name="T41" fmla="*/ 15875 h 39"/>
              <a:gd name="T42" fmla="*/ 144275 w 51"/>
              <a:gd name="T43" fmla="*/ 9525 h 39"/>
              <a:gd name="T44" fmla="*/ 144275 w 51"/>
              <a:gd name="T45" fmla="*/ 9525 h 39"/>
              <a:gd name="T46" fmla="*/ 19237 w 51"/>
              <a:gd name="T47" fmla="*/ 9525 h 39"/>
              <a:gd name="T48" fmla="*/ 80153 w 51"/>
              <a:gd name="T49" fmla="*/ 73025 h 39"/>
              <a:gd name="T50" fmla="*/ 144275 w 51"/>
              <a:gd name="T51" fmla="*/ 9525 h 3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1" h="39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50" y="0"/>
                  <a:pt x="51" y="0"/>
                  <a:pt x="51" y="1"/>
                </a:cubicBezTo>
                <a:cubicBezTo>
                  <a:pt x="51" y="2"/>
                  <a:pt x="51" y="2"/>
                  <a:pt x="51" y="2"/>
                </a:cubicBezTo>
                <a:cubicBezTo>
                  <a:pt x="51" y="37"/>
                  <a:pt x="51" y="37"/>
                  <a:pt x="51" y="37"/>
                </a:cubicBezTo>
                <a:cubicBezTo>
                  <a:pt x="51" y="38"/>
                  <a:pt x="50" y="39"/>
                  <a:pt x="49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2" y="39"/>
                  <a:pt x="2" y="39"/>
                  <a:pt x="2" y="39"/>
                </a:cubicBezTo>
                <a:cubicBezTo>
                  <a:pt x="1" y="39"/>
                  <a:pt x="0" y="38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1" y="0"/>
                  <a:pt x="2" y="0"/>
                </a:cubicBezTo>
                <a:close/>
                <a:moveTo>
                  <a:pt x="47" y="5"/>
                </a:moveTo>
                <a:cubicBezTo>
                  <a:pt x="47" y="5"/>
                  <a:pt x="47" y="5"/>
                  <a:pt x="47" y="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6"/>
                  <a:pt x="25" y="26"/>
                  <a:pt x="25" y="25"/>
                </a:cubicBezTo>
                <a:cubicBezTo>
                  <a:pt x="4" y="5"/>
                  <a:pt x="4" y="5"/>
                  <a:pt x="4" y="5"/>
                </a:cubicBezTo>
                <a:cubicBezTo>
                  <a:pt x="4" y="35"/>
                  <a:pt x="4" y="35"/>
                  <a:pt x="4" y="35"/>
                </a:cubicBezTo>
                <a:cubicBezTo>
                  <a:pt x="47" y="35"/>
                  <a:pt x="47" y="35"/>
                  <a:pt x="47" y="35"/>
                </a:cubicBezTo>
                <a:cubicBezTo>
                  <a:pt x="47" y="5"/>
                  <a:pt x="47" y="5"/>
                  <a:pt x="47" y="5"/>
                </a:cubicBezTo>
                <a:close/>
                <a:moveTo>
                  <a:pt x="45" y="3"/>
                </a:moveTo>
                <a:cubicBezTo>
                  <a:pt x="45" y="3"/>
                  <a:pt x="45" y="3"/>
                  <a:pt x="45" y="3"/>
                </a:cubicBezTo>
                <a:cubicBezTo>
                  <a:pt x="6" y="3"/>
                  <a:pt x="6" y="3"/>
                  <a:pt x="6" y="3"/>
                </a:cubicBezTo>
                <a:cubicBezTo>
                  <a:pt x="25" y="23"/>
                  <a:pt x="25" y="23"/>
                  <a:pt x="25" y="23"/>
                </a:cubicBezTo>
                <a:cubicBezTo>
                  <a:pt x="45" y="3"/>
                  <a:pt x="45" y="3"/>
                  <a:pt x="45" y="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7" name="Freeform 51">
            <a:extLst>
              <a:ext uri="{FF2B5EF4-FFF2-40B4-BE49-F238E27FC236}">
                <a16:creationId xmlns:a16="http://schemas.microsoft.com/office/drawing/2014/main" id="{DF75140B-4644-A4D0-F9BB-300C864A18CF}"/>
              </a:ext>
            </a:extLst>
          </p:cNvPr>
          <p:cNvSpPr>
            <a:spLocks noEditPoints="1"/>
          </p:cNvSpPr>
          <p:nvPr/>
        </p:nvSpPr>
        <p:spPr bwMode="auto">
          <a:xfrm>
            <a:off x="7308252" y="1336065"/>
            <a:ext cx="213783" cy="211667"/>
          </a:xfrm>
          <a:custGeom>
            <a:avLst/>
            <a:gdLst>
              <a:gd name="T0" fmla="*/ 80169 w 50"/>
              <a:gd name="T1" fmla="*/ 0 h 50"/>
              <a:gd name="T2" fmla="*/ 137890 w 50"/>
              <a:gd name="T3" fmla="*/ 22225 h 50"/>
              <a:gd name="T4" fmla="*/ 137890 w 50"/>
              <a:gd name="T5" fmla="*/ 25400 h 50"/>
              <a:gd name="T6" fmla="*/ 160337 w 50"/>
              <a:gd name="T7" fmla="*/ 79375 h 50"/>
              <a:gd name="T8" fmla="*/ 157130 w 50"/>
              <a:gd name="T9" fmla="*/ 104775 h 50"/>
              <a:gd name="T10" fmla="*/ 147510 w 50"/>
              <a:gd name="T11" fmla="*/ 123825 h 50"/>
              <a:gd name="T12" fmla="*/ 147510 w 50"/>
              <a:gd name="T13" fmla="*/ 152400 h 50"/>
              <a:gd name="T14" fmla="*/ 141097 w 50"/>
              <a:gd name="T15" fmla="*/ 158750 h 50"/>
              <a:gd name="T16" fmla="*/ 141097 w 50"/>
              <a:gd name="T17" fmla="*/ 158750 h 50"/>
              <a:gd name="T18" fmla="*/ 80169 w 50"/>
              <a:gd name="T19" fmla="*/ 158750 h 50"/>
              <a:gd name="T20" fmla="*/ 25654 w 50"/>
              <a:gd name="T21" fmla="*/ 136525 h 50"/>
              <a:gd name="T22" fmla="*/ 25654 w 50"/>
              <a:gd name="T23" fmla="*/ 136525 h 50"/>
              <a:gd name="T24" fmla="*/ 25654 w 50"/>
              <a:gd name="T25" fmla="*/ 136525 h 50"/>
              <a:gd name="T26" fmla="*/ 0 w 50"/>
              <a:gd name="T27" fmla="*/ 79375 h 50"/>
              <a:gd name="T28" fmla="*/ 25654 w 50"/>
              <a:gd name="T29" fmla="*/ 22225 h 50"/>
              <a:gd name="T30" fmla="*/ 25654 w 50"/>
              <a:gd name="T31" fmla="*/ 22225 h 50"/>
              <a:gd name="T32" fmla="*/ 80169 w 50"/>
              <a:gd name="T33" fmla="*/ 0 h 50"/>
              <a:gd name="T34" fmla="*/ 41688 w 50"/>
              <a:gd name="T35" fmla="*/ 63500 h 50"/>
              <a:gd name="T36" fmla="*/ 41688 w 50"/>
              <a:gd name="T37" fmla="*/ 63500 h 50"/>
              <a:gd name="T38" fmla="*/ 121856 w 50"/>
              <a:gd name="T39" fmla="*/ 63500 h 50"/>
              <a:gd name="T40" fmla="*/ 125063 w 50"/>
              <a:gd name="T41" fmla="*/ 60325 h 50"/>
              <a:gd name="T42" fmla="*/ 121856 w 50"/>
              <a:gd name="T43" fmla="*/ 57150 h 50"/>
              <a:gd name="T44" fmla="*/ 41688 w 50"/>
              <a:gd name="T45" fmla="*/ 57150 h 50"/>
              <a:gd name="T46" fmla="*/ 38481 w 50"/>
              <a:gd name="T47" fmla="*/ 60325 h 50"/>
              <a:gd name="T48" fmla="*/ 41688 w 50"/>
              <a:gd name="T49" fmla="*/ 63500 h 50"/>
              <a:gd name="T50" fmla="*/ 41688 w 50"/>
              <a:gd name="T51" fmla="*/ 82550 h 50"/>
              <a:gd name="T52" fmla="*/ 41688 w 50"/>
              <a:gd name="T53" fmla="*/ 82550 h 50"/>
              <a:gd name="T54" fmla="*/ 121856 w 50"/>
              <a:gd name="T55" fmla="*/ 82550 h 50"/>
              <a:gd name="T56" fmla="*/ 125063 w 50"/>
              <a:gd name="T57" fmla="*/ 79375 h 50"/>
              <a:gd name="T58" fmla="*/ 121856 w 50"/>
              <a:gd name="T59" fmla="*/ 76200 h 50"/>
              <a:gd name="T60" fmla="*/ 41688 w 50"/>
              <a:gd name="T61" fmla="*/ 76200 h 50"/>
              <a:gd name="T62" fmla="*/ 38481 w 50"/>
              <a:gd name="T63" fmla="*/ 79375 h 50"/>
              <a:gd name="T64" fmla="*/ 41688 w 50"/>
              <a:gd name="T65" fmla="*/ 82550 h 50"/>
              <a:gd name="T66" fmla="*/ 41688 w 50"/>
              <a:gd name="T67" fmla="*/ 101600 h 50"/>
              <a:gd name="T68" fmla="*/ 41688 w 50"/>
              <a:gd name="T69" fmla="*/ 101600 h 50"/>
              <a:gd name="T70" fmla="*/ 121856 w 50"/>
              <a:gd name="T71" fmla="*/ 101600 h 50"/>
              <a:gd name="T72" fmla="*/ 125063 w 50"/>
              <a:gd name="T73" fmla="*/ 98425 h 50"/>
              <a:gd name="T74" fmla="*/ 121856 w 50"/>
              <a:gd name="T75" fmla="*/ 95250 h 50"/>
              <a:gd name="T76" fmla="*/ 41688 w 50"/>
              <a:gd name="T77" fmla="*/ 95250 h 50"/>
              <a:gd name="T78" fmla="*/ 38481 w 50"/>
              <a:gd name="T79" fmla="*/ 98425 h 50"/>
              <a:gd name="T80" fmla="*/ 41688 w 50"/>
              <a:gd name="T81" fmla="*/ 101600 h 50"/>
              <a:gd name="T82" fmla="*/ 128270 w 50"/>
              <a:gd name="T83" fmla="*/ 31750 h 50"/>
              <a:gd name="T84" fmla="*/ 128270 w 50"/>
              <a:gd name="T85" fmla="*/ 31750 h 50"/>
              <a:gd name="T86" fmla="*/ 80169 w 50"/>
              <a:gd name="T87" fmla="*/ 12700 h 50"/>
              <a:gd name="T88" fmla="*/ 32067 w 50"/>
              <a:gd name="T89" fmla="*/ 31750 h 50"/>
              <a:gd name="T90" fmla="*/ 32067 w 50"/>
              <a:gd name="T91" fmla="*/ 31750 h 50"/>
              <a:gd name="T92" fmla="*/ 32067 w 50"/>
              <a:gd name="T93" fmla="*/ 31750 h 50"/>
              <a:gd name="T94" fmla="*/ 12827 w 50"/>
              <a:gd name="T95" fmla="*/ 79375 h 50"/>
              <a:gd name="T96" fmla="*/ 32067 w 50"/>
              <a:gd name="T97" fmla="*/ 127000 h 50"/>
              <a:gd name="T98" fmla="*/ 32067 w 50"/>
              <a:gd name="T99" fmla="*/ 127000 h 50"/>
              <a:gd name="T100" fmla="*/ 80169 w 50"/>
              <a:gd name="T101" fmla="*/ 146050 h 50"/>
              <a:gd name="T102" fmla="*/ 134683 w 50"/>
              <a:gd name="T103" fmla="*/ 146050 h 50"/>
              <a:gd name="T104" fmla="*/ 134683 w 50"/>
              <a:gd name="T105" fmla="*/ 123825 h 50"/>
              <a:gd name="T106" fmla="*/ 134683 w 50"/>
              <a:gd name="T107" fmla="*/ 123825 h 50"/>
              <a:gd name="T108" fmla="*/ 134683 w 50"/>
              <a:gd name="T109" fmla="*/ 120650 h 50"/>
              <a:gd name="T110" fmla="*/ 144303 w 50"/>
              <a:gd name="T111" fmla="*/ 101600 h 50"/>
              <a:gd name="T112" fmla="*/ 147510 w 50"/>
              <a:gd name="T113" fmla="*/ 79375 h 50"/>
              <a:gd name="T114" fmla="*/ 128270 w 50"/>
              <a:gd name="T115" fmla="*/ 31750 h 50"/>
              <a:gd name="T116" fmla="*/ 128270 w 50"/>
              <a:gd name="T117" fmla="*/ 31750 h 5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0" h="50">
                <a:moveTo>
                  <a:pt x="25" y="0"/>
                </a:moveTo>
                <a:cubicBezTo>
                  <a:pt x="32" y="0"/>
                  <a:pt x="38" y="3"/>
                  <a:pt x="43" y="7"/>
                </a:cubicBezTo>
                <a:cubicBezTo>
                  <a:pt x="43" y="8"/>
                  <a:pt x="43" y="8"/>
                  <a:pt x="43" y="8"/>
                </a:cubicBezTo>
                <a:cubicBezTo>
                  <a:pt x="48" y="12"/>
                  <a:pt x="50" y="18"/>
                  <a:pt x="50" y="25"/>
                </a:cubicBezTo>
                <a:cubicBezTo>
                  <a:pt x="50" y="28"/>
                  <a:pt x="50" y="30"/>
                  <a:pt x="49" y="33"/>
                </a:cubicBezTo>
                <a:cubicBezTo>
                  <a:pt x="48" y="35"/>
                  <a:pt x="47" y="37"/>
                  <a:pt x="46" y="39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9"/>
                  <a:pt x="45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18" y="50"/>
                  <a:pt x="12" y="47"/>
                  <a:pt x="8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12" y="3"/>
                  <a:pt x="18" y="0"/>
                  <a:pt x="25" y="0"/>
                </a:cubicBezTo>
                <a:close/>
                <a:moveTo>
                  <a:pt x="13" y="20"/>
                </a:moveTo>
                <a:cubicBezTo>
                  <a:pt x="13" y="20"/>
                  <a:pt x="13" y="20"/>
                  <a:pt x="13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9" y="20"/>
                  <a:pt x="39" y="19"/>
                </a:cubicBezTo>
                <a:cubicBezTo>
                  <a:pt x="39" y="18"/>
                  <a:pt x="38" y="18"/>
                  <a:pt x="38" y="18"/>
                </a:cubicBezTo>
                <a:cubicBezTo>
                  <a:pt x="13" y="18"/>
                  <a:pt x="13" y="18"/>
                  <a:pt x="13" y="18"/>
                </a:cubicBezTo>
                <a:cubicBezTo>
                  <a:pt x="12" y="18"/>
                  <a:pt x="12" y="18"/>
                  <a:pt x="12" y="19"/>
                </a:cubicBezTo>
                <a:cubicBezTo>
                  <a:pt x="12" y="20"/>
                  <a:pt x="12" y="20"/>
                  <a:pt x="13" y="20"/>
                </a:cubicBezTo>
                <a:close/>
                <a:moveTo>
                  <a:pt x="13" y="26"/>
                </a:moveTo>
                <a:cubicBezTo>
                  <a:pt x="13" y="26"/>
                  <a:pt x="13" y="26"/>
                  <a:pt x="13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9" y="26"/>
                  <a:pt x="39" y="25"/>
                </a:cubicBezTo>
                <a:cubicBezTo>
                  <a:pt x="39" y="25"/>
                  <a:pt x="38" y="24"/>
                  <a:pt x="38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2" y="24"/>
                  <a:pt x="12" y="25"/>
                  <a:pt x="12" y="25"/>
                </a:cubicBezTo>
                <a:cubicBezTo>
                  <a:pt x="12" y="26"/>
                  <a:pt x="12" y="26"/>
                  <a:pt x="13" y="26"/>
                </a:cubicBezTo>
                <a:close/>
                <a:moveTo>
                  <a:pt x="13" y="32"/>
                </a:moveTo>
                <a:cubicBezTo>
                  <a:pt x="13" y="32"/>
                  <a:pt x="13" y="32"/>
                  <a:pt x="13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9" y="32"/>
                  <a:pt x="39" y="31"/>
                </a:cubicBezTo>
                <a:cubicBezTo>
                  <a:pt x="39" y="31"/>
                  <a:pt x="38" y="30"/>
                  <a:pt x="38" y="30"/>
                </a:cubicBezTo>
                <a:cubicBezTo>
                  <a:pt x="13" y="30"/>
                  <a:pt x="13" y="30"/>
                  <a:pt x="13" y="30"/>
                </a:cubicBezTo>
                <a:cubicBezTo>
                  <a:pt x="12" y="30"/>
                  <a:pt x="12" y="31"/>
                  <a:pt x="12" y="31"/>
                </a:cubicBezTo>
                <a:cubicBezTo>
                  <a:pt x="12" y="32"/>
                  <a:pt x="12" y="32"/>
                  <a:pt x="13" y="32"/>
                </a:cubicBezTo>
                <a:close/>
                <a:moveTo>
                  <a:pt x="40" y="10"/>
                </a:moveTo>
                <a:cubicBezTo>
                  <a:pt x="40" y="10"/>
                  <a:pt x="40" y="10"/>
                  <a:pt x="40" y="10"/>
                </a:cubicBezTo>
                <a:cubicBezTo>
                  <a:pt x="36" y="6"/>
                  <a:pt x="31" y="4"/>
                  <a:pt x="25" y="4"/>
                </a:cubicBezTo>
                <a:cubicBezTo>
                  <a:pt x="19" y="4"/>
                  <a:pt x="14" y="6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4" y="19"/>
                  <a:pt x="4" y="25"/>
                </a:cubicBezTo>
                <a:cubicBezTo>
                  <a:pt x="4" y="31"/>
                  <a:pt x="6" y="36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4" y="44"/>
                  <a:pt x="19" y="46"/>
                  <a:pt x="25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8"/>
                  <a:pt x="42" y="38"/>
                  <a:pt x="42" y="38"/>
                </a:cubicBezTo>
                <a:cubicBezTo>
                  <a:pt x="44" y="36"/>
                  <a:pt x="45" y="34"/>
                  <a:pt x="45" y="32"/>
                </a:cubicBezTo>
                <a:cubicBezTo>
                  <a:pt x="46" y="30"/>
                  <a:pt x="46" y="27"/>
                  <a:pt x="46" y="25"/>
                </a:cubicBezTo>
                <a:cubicBezTo>
                  <a:pt x="46" y="19"/>
                  <a:pt x="44" y="14"/>
                  <a:pt x="40" y="10"/>
                </a:cubicBezTo>
                <a:cubicBezTo>
                  <a:pt x="40" y="10"/>
                  <a:pt x="40" y="10"/>
                  <a:pt x="40" y="1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8" name="Freeform 52">
            <a:extLst>
              <a:ext uri="{FF2B5EF4-FFF2-40B4-BE49-F238E27FC236}">
                <a16:creationId xmlns:a16="http://schemas.microsoft.com/office/drawing/2014/main" id="{E53CAD11-0E7F-5A5D-4089-45D187AA23E9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1340298"/>
            <a:ext cx="211667" cy="203200"/>
          </a:xfrm>
          <a:custGeom>
            <a:avLst/>
            <a:gdLst>
              <a:gd name="T0" fmla="*/ 85725 w 50"/>
              <a:gd name="T1" fmla="*/ 6350 h 48"/>
              <a:gd name="T2" fmla="*/ 101600 w 50"/>
              <a:gd name="T3" fmla="*/ 53975 h 48"/>
              <a:gd name="T4" fmla="*/ 152400 w 50"/>
              <a:gd name="T5" fmla="*/ 53975 h 48"/>
              <a:gd name="T6" fmla="*/ 158750 w 50"/>
              <a:gd name="T7" fmla="*/ 60325 h 48"/>
              <a:gd name="T8" fmla="*/ 155575 w 50"/>
              <a:gd name="T9" fmla="*/ 63500 h 48"/>
              <a:gd name="T10" fmla="*/ 155575 w 50"/>
              <a:gd name="T11" fmla="*/ 63500 h 48"/>
              <a:gd name="T12" fmla="*/ 114300 w 50"/>
              <a:gd name="T13" fmla="*/ 95250 h 48"/>
              <a:gd name="T14" fmla="*/ 130175 w 50"/>
              <a:gd name="T15" fmla="*/ 146050 h 48"/>
              <a:gd name="T16" fmla="*/ 127000 w 50"/>
              <a:gd name="T17" fmla="*/ 152400 h 48"/>
              <a:gd name="T18" fmla="*/ 120650 w 50"/>
              <a:gd name="T19" fmla="*/ 152400 h 48"/>
              <a:gd name="T20" fmla="*/ 120650 w 50"/>
              <a:gd name="T21" fmla="*/ 152400 h 48"/>
              <a:gd name="T22" fmla="*/ 79375 w 50"/>
              <a:gd name="T23" fmla="*/ 120650 h 48"/>
              <a:gd name="T24" fmla="*/ 38100 w 50"/>
              <a:gd name="T25" fmla="*/ 152400 h 48"/>
              <a:gd name="T26" fmla="*/ 28575 w 50"/>
              <a:gd name="T27" fmla="*/ 149225 h 48"/>
              <a:gd name="T28" fmla="*/ 28575 w 50"/>
              <a:gd name="T29" fmla="*/ 142875 h 48"/>
              <a:gd name="T30" fmla="*/ 44450 w 50"/>
              <a:gd name="T31" fmla="*/ 95250 h 48"/>
              <a:gd name="T32" fmla="*/ 3175 w 50"/>
              <a:gd name="T33" fmla="*/ 63500 h 48"/>
              <a:gd name="T34" fmla="*/ 3175 w 50"/>
              <a:gd name="T35" fmla="*/ 57150 h 48"/>
              <a:gd name="T36" fmla="*/ 6350 w 50"/>
              <a:gd name="T37" fmla="*/ 53975 h 48"/>
              <a:gd name="T38" fmla="*/ 57150 w 50"/>
              <a:gd name="T39" fmla="*/ 53975 h 48"/>
              <a:gd name="T40" fmla="*/ 73025 w 50"/>
              <a:gd name="T41" fmla="*/ 6350 h 48"/>
              <a:gd name="T42" fmla="*/ 82550 w 50"/>
              <a:gd name="T43" fmla="*/ 0 h 48"/>
              <a:gd name="T44" fmla="*/ 85725 w 50"/>
              <a:gd name="T45" fmla="*/ 6350 h 48"/>
              <a:gd name="T46" fmla="*/ 85725 w 50"/>
              <a:gd name="T47" fmla="*/ 6350 h 48"/>
              <a:gd name="T48" fmla="*/ 92075 w 50"/>
              <a:gd name="T49" fmla="*/ 63500 h 48"/>
              <a:gd name="T50" fmla="*/ 92075 w 50"/>
              <a:gd name="T51" fmla="*/ 63500 h 48"/>
              <a:gd name="T52" fmla="*/ 79375 w 50"/>
              <a:gd name="T53" fmla="*/ 25400 h 48"/>
              <a:gd name="T54" fmla="*/ 69850 w 50"/>
              <a:gd name="T55" fmla="*/ 60325 h 48"/>
              <a:gd name="T56" fmla="*/ 63500 w 50"/>
              <a:gd name="T57" fmla="*/ 66675 h 48"/>
              <a:gd name="T58" fmla="*/ 25400 w 50"/>
              <a:gd name="T59" fmla="*/ 66675 h 48"/>
              <a:gd name="T60" fmla="*/ 57150 w 50"/>
              <a:gd name="T61" fmla="*/ 88900 h 48"/>
              <a:gd name="T62" fmla="*/ 57150 w 50"/>
              <a:gd name="T63" fmla="*/ 95250 h 48"/>
              <a:gd name="T64" fmla="*/ 47625 w 50"/>
              <a:gd name="T65" fmla="*/ 130175 h 48"/>
              <a:gd name="T66" fmla="*/ 76200 w 50"/>
              <a:gd name="T67" fmla="*/ 107950 h 48"/>
              <a:gd name="T68" fmla="*/ 82550 w 50"/>
              <a:gd name="T69" fmla="*/ 107950 h 48"/>
              <a:gd name="T70" fmla="*/ 114300 w 50"/>
              <a:gd name="T71" fmla="*/ 130175 h 48"/>
              <a:gd name="T72" fmla="*/ 101600 w 50"/>
              <a:gd name="T73" fmla="*/ 95250 h 48"/>
              <a:gd name="T74" fmla="*/ 104775 w 50"/>
              <a:gd name="T75" fmla="*/ 88900 h 48"/>
              <a:gd name="T76" fmla="*/ 133350 w 50"/>
              <a:gd name="T77" fmla="*/ 66675 h 48"/>
              <a:gd name="T78" fmla="*/ 98425 w 50"/>
              <a:gd name="T79" fmla="*/ 66675 h 48"/>
              <a:gd name="T80" fmla="*/ 92075 w 50"/>
              <a:gd name="T81" fmla="*/ 63500 h 4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0" h="48">
                <a:moveTo>
                  <a:pt x="27" y="2"/>
                </a:moveTo>
                <a:cubicBezTo>
                  <a:pt x="32" y="17"/>
                  <a:pt x="32" y="17"/>
                  <a:pt x="32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49" y="17"/>
                  <a:pt x="50" y="18"/>
                  <a:pt x="50" y="19"/>
                </a:cubicBezTo>
                <a:cubicBezTo>
                  <a:pt x="50" y="20"/>
                  <a:pt x="50" y="20"/>
                  <a:pt x="49" y="20"/>
                </a:cubicBezTo>
                <a:cubicBezTo>
                  <a:pt x="49" y="20"/>
                  <a:pt x="49" y="20"/>
                  <a:pt x="49" y="20"/>
                </a:cubicBezTo>
                <a:cubicBezTo>
                  <a:pt x="36" y="30"/>
                  <a:pt x="36" y="30"/>
                  <a:pt x="36" y="30"/>
                </a:cubicBezTo>
                <a:cubicBezTo>
                  <a:pt x="41" y="46"/>
                  <a:pt x="41" y="46"/>
                  <a:pt x="41" y="46"/>
                </a:cubicBezTo>
                <a:cubicBezTo>
                  <a:pt x="42" y="47"/>
                  <a:pt x="41" y="48"/>
                  <a:pt x="40" y="48"/>
                </a:cubicBezTo>
                <a:cubicBezTo>
                  <a:pt x="40" y="48"/>
                  <a:pt x="39" y="48"/>
                  <a:pt x="38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25" y="38"/>
                  <a:pt x="25" y="38"/>
                  <a:pt x="25" y="38"/>
                </a:cubicBezTo>
                <a:cubicBezTo>
                  <a:pt x="12" y="48"/>
                  <a:pt x="12" y="48"/>
                  <a:pt x="12" y="48"/>
                </a:cubicBezTo>
                <a:cubicBezTo>
                  <a:pt x="11" y="48"/>
                  <a:pt x="10" y="48"/>
                  <a:pt x="9" y="47"/>
                </a:cubicBezTo>
                <a:cubicBezTo>
                  <a:pt x="9" y="47"/>
                  <a:pt x="9" y="46"/>
                  <a:pt x="9" y="45"/>
                </a:cubicBezTo>
                <a:cubicBezTo>
                  <a:pt x="14" y="30"/>
                  <a:pt x="14" y="30"/>
                  <a:pt x="14" y="3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9"/>
                  <a:pt x="1" y="18"/>
                </a:cubicBezTo>
                <a:cubicBezTo>
                  <a:pt x="1" y="17"/>
                  <a:pt x="1" y="17"/>
                  <a:pt x="2" y="17"/>
                </a:cubicBezTo>
                <a:cubicBezTo>
                  <a:pt x="18" y="17"/>
                  <a:pt x="18" y="17"/>
                  <a:pt x="18" y="17"/>
                </a:cubicBezTo>
                <a:cubicBezTo>
                  <a:pt x="23" y="2"/>
                  <a:pt x="23" y="2"/>
                  <a:pt x="23" y="2"/>
                </a:cubicBezTo>
                <a:cubicBezTo>
                  <a:pt x="24" y="1"/>
                  <a:pt x="25" y="0"/>
                  <a:pt x="26" y="0"/>
                </a:cubicBezTo>
                <a:cubicBezTo>
                  <a:pt x="26" y="0"/>
                  <a:pt x="27" y="1"/>
                  <a:pt x="27" y="2"/>
                </a:cubicBezTo>
                <a:cubicBezTo>
                  <a:pt x="27" y="2"/>
                  <a:pt x="27" y="2"/>
                  <a:pt x="27" y="2"/>
                </a:cubicBezTo>
                <a:close/>
                <a:moveTo>
                  <a:pt x="29" y="20"/>
                </a:moveTo>
                <a:cubicBezTo>
                  <a:pt x="29" y="20"/>
                  <a:pt x="29" y="20"/>
                  <a:pt x="29" y="20"/>
                </a:cubicBezTo>
                <a:cubicBezTo>
                  <a:pt x="25" y="8"/>
                  <a:pt x="25" y="8"/>
                  <a:pt x="25" y="8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20"/>
                  <a:pt x="21" y="21"/>
                  <a:pt x="20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9"/>
                  <a:pt x="18" y="30"/>
                </a:cubicBezTo>
                <a:cubicBezTo>
                  <a:pt x="15" y="41"/>
                  <a:pt x="15" y="41"/>
                  <a:pt x="15" y="41"/>
                </a:cubicBezTo>
                <a:cubicBezTo>
                  <a:pt x="24" y="34"/>
                  <a:pt x="24" y="34"/>
                  <a:pt x="24" y="34"/>
                </a:cubicBezTo>
                <a:cubicBezTo>
                  <a:pt x="25" y="34"/>
                  <a:pt x="26" y="34"/>
                  <a:pt x="26" y="34"/>
                </a:cubicBezTo>
                <a:cubicBezTo>
                  <a:pt x="36" y="41"/>
                  <a:pt x="36" y="41"/>
                  <a:pt x="36" y="41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29"/>
                  <a:pt x="32" y="28"/>
                  <a:pt x="33" y="28"/>
                </a:cubicBezTo>
                <a:cubicBezTo>
                  <a:pt x="42" y="21"/>
                  <a:pt x="42" y="21"/>
                  <a:pt x="42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0" y="21"/>
                  <a:pt x="29" y="20"/>
                  <a:pt x="29" y="2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9" name="Freeform 53">
            <a:extLst>
              <a:ext uri="{FF2B5EF4-FFF2-40B4-BE49-F238E27FC236}">
                <a16:creationId xmlns:a16="http://schemas.microsoft.com/office/drawing/2014/main" id="{97438934-D012-6B30-805A-72D31C4B6778}"/>
              </a:ext>
            </a:extLst>
          </p:cNvPr>
          <p:cNvSpPr>
            <a:spLocks noEditPoints="1"/>
          </p:cNvSpPr>
          <p:nvPr/>
        </p:nvSpPr>
        <p:spPr bwMode="auto">
          <a:xfrm>
            <a:off x="6944185" y="1761514"/>
            <a:ext cx="215900" cy="186267"/>
          </a:xfrm>
          <a:custGeom>
            <a:avLst/>
            <a:gdLst>
              <a:gd name="T0" fmla="*/ 9525 w 51"/>
              <a:gd name="T1" fmla="*/ 47625 h 44"/>
              <a:gd name="T2" fmla="*/ 12700 w 51"/>
              <a:gd name="T3" fmla="*/ 47625 h 44"/>
              <a:gd name="T4" fmla="*/ 12700 w 51"/>
              <a:gd name="T5" fmla="*/ 6350 h 44"/>
              <a:gd name="T6" fmla="*/ 19050 w 51"/>
              <a:gd name="T7" fmla="*/ 0 h 44"/>
              <a:gd name="T8" fmla="*/ 19050 w 51"/>
              <a:gd name="T9" fmla="*/ 0 h 44"/>
              <a:gd name="T10" fmla="*/ 63500 w 51"/>
              <a:gd name="T11" fmla="*/ 0 h 44"/>
              <a:gd name="T12" fmla="*/ 69850 w 51"/>
              <a:gd name="T13" fmla="*/ 3175 h 44"/>
              <a:gd name="T14" fmla="*/ 88900 w 51"/>
              <a:gd name="T15" fmla="*/ 25400 h 44"/>
              <a:gd name="T16" fmla="*/ 142875 w 51"/>
              <a:gd name="T17" fmla="*/ 25400 h 44"/>
              <a:gd name="T18" fmla="*/ 149225 w 51"/>
              <a:gd name="T19" fmla="*/ 31750 h 44"/>
              <a:gd name="T20" fmla="*/ 149225 w 51"/>
              <a:gd name="T21" fmla="*/ 31750 h 44"/>
              <a:gd name="T22" fmla="*/ 149225 w 51"/>
              <a:gd name="T23" fmla="*/ 47625 h 44"/>
              <a:gd name="T24" fmla="*/ 155575 w 51"/>
              <a:gd name="T25" fmla="*/ 47625 h 44"/>
              <a:gd name="T26" fmla="*/ 161925 w 51"/>
              <a:gd name="T27" fmla="*/ 53975 h 44"/>
              <a:gd name="T28" fmla="*/ 161925 w 51"/>
              <a:gd name="T29" fmla="*/ 53975 h 44"/>
              <a:gd name="T30" fmla="*/ 152400 w 51"/>
              <a:gd name="T31" fmla="*/ 133350 h 44"/>
              <a:gd name="T32" fmla="*/ 149225 w 51"/>
              <a:gd name="T33" fmla="*/ 136525 h 44"/>
              <a:gd name="T34" fmla="*/ 142875 w 51"/>
              <a:gd name="T35" fmla="*/ 139700 h 44"/>
              <a:gd name="T36" fmla="*/ 142875 w 51"/>
              <a:gd name="T37" fmla="*/ 139700 h 44"/>
              <a:gd name="T38" fmla="*/ 19050 w 51"/>
              <a:gd name="T39" fmla="*/ 139700 h 44"/>
              <a:gd name="T40" fmla="*/ 15875 w 51"/>
              <a:gd name="T41" fmla="*/ 136525 h 44"/>
              <a:gd name="T42" fmla="*/ 12700 w 51"/>
              <a:gd name="T43" fmla="*/ 133350 h 44"/>
              <a:gd name="T44" fmla="*/ 3175 w 51"/>
              <a:gd name="T45" fmla="*/ 53975 h 44"/>
              <a:gd name="T46" fmla="*/ 6350 w 51"/>
              <a:gd name="T47" fmla="*/ 47625 h 44"/>
              <a:gd name="T48" fmla="*/ 9525 w 51"/>
              <a:gd name="T49" fmla="*/ 47625 h 44"/>
              <a:gd name="T50" fmla="*/ 25400 w 51"/>
              <a:gd name="T51" fmla="*/ 47625 h 44"/>
              <a:gd name="T52" fmla="*/ 25400 w 51"/>
              <a:gd name="T53" fmla="*/ 47625 h 44"/>
              <a:gd name="T54" fmla="*/ 136525 w 51"/>
              <a:gd name="T55" fmla="*/ 47625 h 44"/>
              <a:gd name="T56" fmla="*/ 136525 w 51"/>
              <a:gd name="T57" fmla="*/ 38100 h 44"/>
              <a:gd name="T58" fmla="*/ 88900 w 51"/>
              <a:gd name="T59" fmla="*/ 38100 h 44"/>
              <a:gd name="T60" fmla="*/ 88900 w 51"/>
              <a:gd name="T61" fmla="*/ 38100 h 44"/>
              <a:gd name="T62" fmla="*/ 82550 w 51"/>
              <a:gd name="T63" fmla="*/ 34925 h 44"/>
              <a:gd name="T64" fmla="*/ 60325 w 51"/>
              <a:gd name="T65" fmla="*/ 12700 h 44"/>
              <a:gd name="T66" fmla="*/ 25400 w 51"/>
              <a:gd name="T67" fmla="*/ 12700 h 44"/>
              <a:gd name="T68" fmla="*/ 25400 w 51"/>
              <a:gd name="T69" fmla="*/ 47625 h 44"/>
              <a:gd name="T70" fmla="*/ 149225 w 51"/>
              <a:gd name="T71" fmla="*/ 60325 h 44"/>
              <a:gd name="T72" fmla="*/ 149225 w 51"/>
              <a:gd name="T73" fmla="*/ 60325 h 44"/>
              <a:gd name="T74" fmla="*/ 142875 w 51"/>
              <a:gd name="T75" fmla="*/ 60325 h 44"/>
              <a:gd name="T76" fmla="*/ 142875 w 51"/>
              <a:gd name="T77" fmla="*/ 60325 h 44"/>
              <a:gd name="T78" fmla="*/ 142875 w 51"/>
              <a:gd name="T79" fmla="*/ 60325 h 44"/>
              <a:gd name="T80" fmla="*/ 19050 w 51"/>
              <a:gd name="T81" fmla="*/ 60325 h 44"/>
              <a:gd name="T82" fmla="*/ 19050 w 51"/>
              <a:gd name="T83" fmla="*/ 60325 h 44"/>
              <a:gd name="T84" fmla="*/ 15875 w 51"/>
              <a:gd name="T85" fmla="*/ 60325 h 44"/>
              <a:gd name="T86" fmla="*/ 22225 w 51"/>
              <a:gd name="T87" fmla="*/ 123825 h 44"/>
              <a:gd name="T88" fmla="*/ 139700 w 51"/>
              <a:gd name="T89" fmla="*/ 123825 h 44"/>
              <a:gd name="T90" fmla="*/ 149225 w 51"/>
              <a:gd name="T91" fmla="*/ 60325 h 4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1" h="44">
                <a:moveTo>
                  <a:pt x="3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5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1" y="0"/>
                  <a:pt x="22" y="1"/>
                </a:cubicBezTo>
                <a:cubicBezTo>
                  <a:pt x="28" y="8"/>
                  <a:pt x="28" y="8"/>
                  <a:pt x="28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6" y="8"/>
                  <a:pt x="47" y="9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7" y="15"/>
                  <a:pt x="47" y="15"/>
                  <a:pt x="47" y="15"/>
                </a:cubicBezTo>
                <a:cubicBezTo>
                  <a:pt x="49" y="15"/>
                  <a:pt x="49" y="15"/>
                  <a:pt x="49" y="15"/>
                </a:cubicBezTo>
                <a:cubicBezTo>
                  <a:pt x="50" y="15"/>
                  <a:pt x="51" y="16"/>
                  <a:pt x="51" y="17"/>
                </a:cubicBezTo>
                <a:cubicBezTo>
                  <a:pt x="51" y="17"/>
                  <a:pt x="51" y="17"/>
                  <a:pt x="51" y="17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42"/>
                  <a:pt x="47" y="43"/>
                  <a:pt x="47" y="43"/>
                </a:cubicBezTo>
                <a:cubicBezTo>
                  <a:pt x="46" y="43"/>
                  <a:pt x="46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5" y="43"/>
                  <a:pt x="5" y="43"/>
                </a:cubicBezTo>
                <a:cubicBezTo>
                  <a:pt x="4" y="43"/>
                  <a:pt x="4" y="42"/>
                  <a:pt x="4" y="42"/>
                </a:cubicBezTo>
                <a:cubicBezTo>
                  <a:pt x="1" y="17"/>
                  <a:pt x="1" y="17"/>
                  <a:pt x="1" y="17"/>
                </a:cubicBezTo>
                <a:cubicBezTo>
                  <a:pt x="0" y="16"/>
                  <a:pt x="1" y="15"/>
                  <a:pt x="2" y="15"/>
                </a:cubicBezTo>
                <a:cubicBezTo>
                  <a:pt x="3" y="15"/>
                  <a:pt x="3" y="15"/>
                  <a:pt x="3" y="15"/>
                </a:cubicBezTo>
                <a:close/>
                <a:moveTo>
                  <a:pt x="8" y="15"/>
                </a:moveTo>
                <a:cubicBezTo>
                  <a:pt x="8" y="15"/>
                  <a:pt x="8" y="15"/>
                  <a:pt x="8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2"/>
                  <a:pt x="43" y="12"/>
                  <a:pt x="43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7" y="12"/>
                  <a:pt x="27" y="12"/>
                  <a:pt x="26" y="11"/>
                </a:cubicBezTo>
                <a:cubicBezTo>
                  <a:pt x="19" y="4"/>
                  <a:pt x="19" y="4"/>
                  <a:pt x="19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15"/>
                  <a:pt x="8" y="15"/>
                  <a:pt x="8" y="15"/>
                </a:cubicBezTo>
                <a:close/>
                <a:moveTo>
                  <a:pt x="47" y="19"/>
                </a:moveTo>
                <a:cubicBezTo>
                  <a:pt x="47" y="19"/>
                  <a:pt x="47" y="19"/>
                  <a:pt x="47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7" y="39"/>
                  <a:pt x="7" y="39"/>
                  <a:pt x="7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7" y="19"/>
                  <a:pt x="47" y="19"/>
                  <a:pt x="47" y="1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0" name="Freeform 54">
            <a:extLst>
              <a:ext uri="{FF2B5EF4-FFF2-40B4-BE49-F238E27FC236}">
                <a16:creationId xmlns:a16="http://schemas.microsoft.com/office/drawing/2014/main" id="{F11F6FC6-3B06-F62C-40A9-B957C44BAAD5}"/>
              </a:ext>
            </a:extLst>
          </p:cNvPr>
          <p:cNvSpPr>
            <a:spLocks noEditPoints="1"/>
          </p:cNvSpPr>
          <p:nvPr/>
        </p:nvSpPr>
        <p:spPr bwMode="auto">
          <a:xfrm>
            <a:off x="11391301" y="1344532"/>
            <a:ext cx="211667" cy="198967"/>
          </a:xfrm>
          <a:custGeom>
            <a:avLst/>
            <a:gdLst>
              <a:gd name="T0" fmla="*/ 101600 w 50"/>
              <a:gd name="T1" fmla="*/ 127000 h 47"/>
              <a:gd name="T2" fmla="*/ 104775 w 50"/>
              <a:gd name="T3" fmla="*/ 123825 h 47"/>
              <a:gd name="T4" fmla="*/ 104775 w 50"/>
              <a:gd name="T5" fmla="*/ 69850 h 47"/>
              <a:gd name="T6" fmla="*/ 101600 w 50"/>
              <a:gd name="T7" fmla="*/ 66675 h 47"/>
              <a:gd name="T8" fmla="*/ 60325 w 50"/>
              <a:gd name="T9" fmla="*/ 66675 h 47"/>
              <a:gd name="T10" fmla="*/ 57150 w 50"/>
              <a:gd name="T11" fmla="*/ 69850 h 47"/>
              <a:gd name="T12" fmla="*/ 57150 w 50"/>
              <a:gd name="T13" fmla="*/ 123825 h 47"/>
              <a:gd name="T14" fmla="*/ 60325 w 50"/>
              <a:gd name="T15" fmla="*/ 127000 h 47"/>
              <a:gd name="T16" fmla="*/ 101600 w 50"/>
              <a:gd name="T17" fmla="*/ 127000 h 47"/>
              <a:gd name="T18" fmla="*/ 63500 w 50"/>
              <a:gd name="T19" fmla="*/ 73025 h 47"/>
              <a:gd name="T20" fmla="*/ 63500 w 50"/>
              <a:gd name="T21" fmla="*/ 73025 h 47"/>
              <a:gd name="T22" fmla="*/ 98425 w 50"/>
              <a:gd name="T23" fmla="*/ 73025 h 47"/>
              <a:gd name="T24" fmla="*/ 98425 w 50"/>
              <a:gd name="T25" fmla="*/ 120650 h 47"/>
              <a:gd name="T26" fmla="*/ 63500 w 50"/>
              <a:gd name="T27" fmla="*/ 120650 h 47"/>
              <a:gd name="T28" fmla="*/ 63500 w 50"/>
              <a:gd name="T29" fmla="*/ 73025 h 47"/>
              <a:gd name="T30" fmla="*/ 130175 w 50"/>
              <a:gd name="T31" fmla="*/ 76200 h 47"/>
              <a:gd name="T32" fmla="*/ 130175 w 50"/>
              <a:gd name="T33" fmla="*/ 76200 h 47"/>
              <a:gd name="T34" fmla="*/ 123825 w 50"/>
              <a:gd name="T35" fmla="*/ 82550 h 47"/>
              <a:gd name="T36" fmla="*/ 123825 w 50"/>
              <a:gd name="T37" fmla="*/ 136525 h 47"/>
              <a:gd name="T38" fmla="*/ 34925 w 50"/>
              <a:gd name="T39" fmla="*/ 136525 h 47"/>
              <a:gd name="T40" fmla="*/ 34925 w 50"/>
              <a:gd name="T41" fmla="*/ 82550 h 47"/>
              <a:gd name="T42" fmla="*/ 28575 w 50"/>
              <a:gd name="T43" fmla="*/ 76200 h 47"/>
              <a:gd name="T44" fmla="*/ 22225 w 50"/>
              <a:gd name="T45" fmla="*/ 82550 h 47"/>
              <a:gd name="T46" fmla="*/ 22225 w 50"/>
              <a:gd name="T47" fmla="*/ 142875 h 47"/>
              <a:gd name="T48" fmla="*/ 28575 w 50"/>
              <a:gd name="T49" fmla="*/ 149225 h 47"/>
              <a:gd name="T50" fmla="*/ 130175 w 50"/>
              <a:gd name="T51" fmla="*/ 149225 h 47"/>
              <a:gd name="T52" fmla="*/ 136525 w 50"/>
              <a:gd name="T53" fmla="*/ 142875 h 47"/>
              <a:gd name="T54" fmla="*/ 136525 w 50"/>
              <a:gd name="T55" fmla="*/ 82550 h 47"/>
              <a:gd name="T56" fmla="*/ 130175 w 50"/>
              <a:gd name="T57" fmla="*/ 76200 h 47"/>
              <a:gd name="T58" fmla="*/ 158750 w 50"/>
              <a:gd name="T59" fmla="*/ 73025 h 47"/>
              <a:gd name="T60" fmla="*/ 158750 w 50"/>
              <a:gd name="T61" fmla="*/ 73025 h 47"/>
              <a:gd name="T62" fmla="*/ 85725 w 50"/>
              <a:gd name="T63" fmla="*/ 0 h 47"/>
              <a:gd name="T64" fmla="*/ 76200 w 50"/>
              <a:gd name="T65" fmla="*/ 0 h 47"/>
              <a:gd name="T66" fmla="*/ 3175 w 50"/>
              <a:gd name="T67" fmla="*/ 73025 h 47"/>
              <a:gd name="T68" fmla="*/ 3175 w 50"/>
              <a:gd name="T69" fmla="*/ 82550 h 47"/>
              <a:gd name="T70" fmla="*/ 9525 w 50"/>
              <a:gd name="T71" fmla="*/ 82550 h 47"/>
              <a:gd name="T72" fmla="*/ 79375 w 50"/>
              <a:gd name="T73" fmla="*/ 12700 h 47"/>
              <a:gd name="T74" fmla="*/ 149225 w 50"/>
              <a:gd name="T75" fmla="*/ 82550 h 47"/>
              <a:gd name="T76" fmla="*/ 158750 w 50"/>
              <a:gd name="T77" fmla="*/ 82550 h 47"/>
              <a:gd name="T78" fmla="*/ 158750 w 50"/>
              <a:gd name="T79" fmla="*/ 73025 h 4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0" h="47">
                <a:moveTo>
                  <a:pt x="32" y="40"/>
                </a:moveTo>
                <a:cubicBezTo>
                  <a:pt x="32" y="40"/>
                  <a:pt x="33" y="40"/>
                  <a:pt x="33" y="39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1"/>
                  <a:pt x="32" y="21"/>
                  <a:pt x="32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8" y="21"/>
                  <a:pt x="18" y="21"/>
                  <a:pt x="18" y="22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40"/>
                  <a:pt x="18" y="40"/>
                  <a:pt x="19" y="40"/>
                </a:cubicBezTo>
                <a:cubicBezTo>
                  <a:pt x="32" y="40"/>
                  <a:pt x="32" y="40"/>
                  <a:pt x="32" y="40"/>
                </a:cubicBezTo>
                <a:close/>
                <a:moveTo>
                  <a:pt x="20" y="23"/>
                </a:moveTo>
                <a:cubicBezTo>
                  <a:pt x="20" y="23"/>
                  <a:pt x="20" y="23"/>
                  <a:pt x="20" y="23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38"/>
                  <a:pt x="31" y="38"/>
                  <a:pt x="31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23"/>
                  <a:pt x="20" y="23"/>
                  <a:pt x="20" y="23"/>
                </a:cubicBezTo>
                <a:close/>
                <a:moveTo>
                  <a:pt x="41" y="24"/>
                </a:moveTo>
                <a:cubicBezTo>
                  <a:pt x="41" y="24"/>
                  <a:pt x="41" y="24"/>
                  <a:pt x="41" y="24"/>
                </a:cubicBezTo>
                <a:cubicBezTo>
                  <a:pt x="40" y="24"/>
                  <a:pt x="39" y="25"/>
                  <a:pt x="39" y="26"/>
                </a:cubicBezTo>
                <a:cubicBezTo>
                  <a:pt x="39" y="43"/>
                  <a:pt x="39" y="43"/>
                  <a:pt x="39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26"/>
                  <a:pt x="11" y="26"/>
                  <a:pt x="11" y="26"/>
                </a:cubicBezTo>
                <a:cubicBezTo>
                  <a:pt x="11" y="25"/>
                  <a:pt x="10" y="24"/>
                  <a:pt x="9" y="24"/>
                </a:cubicBezTo>
                <a:cubicBezTo>
                  <a:pt x="8" y="24"/>
                  <a:pt x="7" y="25"/>
                  <a:pt x="7" y="26"/>
                </a:cubicBezTo>
                <a:cubicBezTo>
                  <a:pt x="7" y="45"/>
                  <a:pt x="7" y="45"/>
                  <a:pt x="7" y="45"/>
                </a:cubicBezTo>
                <a:cubicBezTo>
                  <a:pt x="7" y="46"/>
                  <a:pt x="8" y="47"/>
                  <a:pt x="9" y="47"/>
                </a:cubicBezTo>
                <a:cubicBezTo>
                  <a:pt x="41" y="47"/>
                  <a:pt x="41" y="47"/>
                  <a:pt x="41" y="47"/>
                </a:cubicBezTo>
                <a:cubicBezTo>
                  <a:pt x="42" y="47"/>
                  <a:pt x="43" y="46"/>
                  <a:pt x="43" y="45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5"/>
                  <a:pt x="42" y="24"/>
                  <a:pt x="41" y="24"/>
                </a:cubicBezTo>
                <a:close/>
                <a:moveTo>
                  <a:pt x="50" y="23"/>
                </a:moveTo>
                <a:cubicBezTo>
                  <a:pt x="50" y="23"/>
                  <a:pt x="50" y="23"/>
                  <a:pt x="50" y="23"/>
                </a:cubicBezTo>
                <a:cubicBezTo>
                  <a:pt x="27" y="0"/>
                  <a:pt x="27" y="0"/>
                  <a:pt x="27" y="0"/>
                </a:cubicBezTo>
                <a:cubicBezTo>
                  <a:pt x="26" y="0"/>
                  <a:pt x="25" y="0"/>
                  <a:pt x="24" y="0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4"/>
                  <a:pt x="0" y="25"/>
                  <a:pt x="1" y="26"/>
                </a:cubicBezTo>
                <a:cubicBezTo>
                  <a:pt x="1" y="27"/>
                  <a:pt x="3" y="27"/>
                  <a:pt x="3" y="26"/>
                </a:cubicBezTo>
                <a:cubicBezTo>
                  <a:pt x="25" y="4"/>
                  <a:pt x="25" y="4"/>
                  <a:pt x="25" y="4"/>
                </a:cubicBezTo>
                <a:cubicBezTo>
                  <a:pt x="47" y="26"/>
                  <a:pt x="47" y="26"/>
                  <a:pt x="47" y="26"/>
                </a:cubicBezTo>
                <a:cubicBezTo>
                  <a:pt x="48" y="27"/>
                  <a:pt x="49" y="27"/>
                  <a:pt x="50" y="26"/>
                </a:cubicBezTo>
                <a:cubicBezTo>
                  <a:pt x="50" y="25"/>
                  <a:pt x="50" y="24"/>
                  <a:pt x="50" y="2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1" name="Freeform 55">
            <a:extLst>
              <a:ext uri="{FF2B5EF4-FFF2-40B4-BE49-F238E27FC236}">
                <a16:creationId xmlns:a16="http://schemas.microsoft.com/office/drawing/2014/main" id="{173E13B4-BB62-22E5-BEDB-D5AD3EC864F9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1365699"/>
            <a:ext cx="211667" cy="156633"/>
          </a:xfrm>
          <a:custGeom>
            <a:avLst/>
            <a:gdLst>
              <a:gd name="T0" fmla="*/ 92075 w 50"/>
              <a:gd name="T1" fmla="*/ 38100 h 37"/>
              <a:gd name="T2" fmla="*/ 76200 w 50"/>
              <a:gd name="T3" fmla="*/ 41275 h 37"/>
              <a:gd name="T4" fmla="*/ 76200 w 50"/>
              <a:gd name="T5" fmla="*/ 73025 h 37"/>
              <a:gd name="T6" fmla="*/ 104775 w 50"/>
              <a:gd name="T7" fmla="*/ 73025 h 37"/>
              <a:gd name="T8" fmla="*/ 104775 w 50"/>
              <a:gd name="T9" fmla="*/ 44450 h 37"/>
              <a:gd name="T10" fmla="*/ 101600 w 50"/>
              <a:gd name="T11" fmla="*/ 66675 h 37"/>
              <a:gd name="T12" fmla="*/ 92075 w 50"/>
              <a:gd name="T13" fmla="*/ 69850 h 37"/>
              <a:gd name="T14" fmla="*/ 79375 w 50"/>
              <a:gd name="T15" fmla="*/ 66675 h 37"/>
              <a:gd name="T16" fmla="*/ 76200 w 50"/>
              <a:gd name="T17" fmla="*/ 57150 h 37"/>
              <a:gd name="T18" fmla="*/ 79375 w 50"/>
              <a:gd name="T19" fmla="*/ 47625 h 37"/>
              <a:gd name="T20" fmla="*/ 101600 w 50"/>
              <a:gd name="T21" fmla="*/ 47625 h 37"/>
              <a:gd name="T22" fmla="*/ 104775 w 50"/>
              <a:gd name="T23" fmla="*/ 57150 h 37"/>
              <a:gd name="T24" fmla="*/ 158750 w 50"/>
              <a:gd name="T25" fmla="*/ 28575 h 37"/>
              <a:gd name="T26" fmla="*/ 155575 w 50"/>
              <a:gd name="T27" fmla="*/ 25400 h 37"/>
              <a:gd name="T28" fmla="*/ 133350 w 50"/>
              <a:gd name="T29" fmla="*/ 47625 h 37"/>
              <a:gd name="T30" fmla="*/ 123825 w 50"/>
              <a:gd name="T31" fmla="*/ 6350 h 37"/>
              <a:gd name="T32" fmla="*/ 28575 w 50"/>
              <a:gd name="T33" fmla="*/ 0 h 37"/>
              <a:gd name="T34" fmla="*/ 0 w 50"/>
              <a:gd name="T35" fmla="*/ 25400 h 37"/>
              <a:gd name="T36" fmla="*/ 9525 w 50"/>
              <a:gd name="T37" fmla="*/ 107950 h 37"/>
              <a:gd name="T38" fmla="*/ 104775 w 50"/>
              <a:gd name="T39" fmla="*/ 117475 h 37"/>
              <a:gd name="T40" fmla="*/ 133350 w 50"/>
              <a:gd name="T41" fmla="*/ 92075 h 37"/>
              <a:gd name="T42" fmla="*/ 152400 w 50"/>
              <a:gd name="T43" fmla="*/ 88900 h 37"/>
              <a:gd name="T44" fmla="*/ 158750 w 50"/>
              <a:gd name="T45" fmla="*/ 85725 h 37"/>
              <a:gd name="T46" fmla="*/ 120650 w 50"/>
              <a:gd name="T47" fmla="*/ 92075 h 37"/>
              <a:gd name="T48" fmla="*/ 114300 w 50"/>
              <a:gd name="T49" fmla="*/ 101600 h 37"/>
              <a:gd name="T50" fmla="*/ 28575 w 50"/>
              <a:gd name="T51" fmla="*/ 104775 h 37"/>
              <a:gd name="T52" fmla="*/ 12700 w 50"/>
              <a:gd name="T53" fmla="*/ 92075 h 37"/>
              <a:gd name="T54" fmla="*/ 15875 w 50"/>
              <a:gd name="T55" fmla="*/ 15875 h 37"/>
              <a:gd name="T56" fmla="*/ 104775 w 50"/>
              <a:gd name="T57" fmla="*/ 9525 h 37"/>
              <a:gd name="T58" fmla="*/ 120650 w 50"/>
              <a:gd name="T59" fmla="*/ 25400 h 37"/>
              <a:gd name="T60" fmla="*/ 149225 w 50"/>
              <a:gd name="T61" fmla="*/ 76200 h 37"/>
              <a:gd name="T62" fmla="*/ 133350 w 50"/>
              <a:gd name="T63" fmla="*/ 57150 h 37"/>
              <a:gd name="T64" fmla="*/ 149225 w 50"/>
              <a:gd name="T65" fmla="*/ 38100 h 37"/>
              <a:gd name="T66" fmla="*/ 57150 w 50"/>
              <a:gd name="T67" fmla="*/ 41275 h 37"/>
              <a:gd name="T68" fmla="*/ 41275 w 50"/>
              <a:gd name="T69" fmla="*/ 38100 h 37"/>
              <a:gd name="T70" fmla="*/ 28575 w 50"/>
              <a:gd name="T71" fmla="*/ 41275 h 37"/>
              <a:gd name="T72" fmla="*/ 28575 w 50"/>
              <a:gd name="T73" fmla="*/ 73025 h 37"/>
              <a:gd name="T74" fmla="*/ 57150 w 50"/>
              <a:gd name="T75" fmla="*/ 73025 h 37"/>
              <a:gd name="T76" fmla="*/ 57150 w 50"/>
              <a:gd name="T77" fmla="*/ 44450 h 37"/>
              <a:gd name="T78" fmla="*/ 50800 w 50"/>
              <a:gd name="T79" fmla="*/ 66675 h 37"/>
              <a:gd name="T80" fmla="*/ 41275 w 50"/>
              <a:gd name="T81" fmla="*/ 69850 h 37"/>
              <a:gd name="T82" fmla="*/ 31750 w 50"/>
              <a:gd name="T83" fmla="*/ 66675 h 37"/>
              <a:gd name="T84" fmla="*/ 28575 w 50"/>
              <a:gd name="T85" fmla="*/ 57150 h 37"/>
              <a:gd name="T86" fmla="*/ 31750 w 50"/>
              <a:gd name="T87" fmla="*/ 47625 h 37"/>
              <a:gd name="T88" fmla="*/ 50800 w 50"/>
              <a:gd name="T89" fmla="*/ 47625 h 37"/>
              <a:gd name="T90" fmla="*/ 57150 w 50"/>
              <a:gd name="T91" fmla="*/ 57150 h 37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" h="37">
                <a:moveTo>
                  <a:pt x="33" y="13"/>
                </a:moveTo>
                <a:cubicBezTo>
                  <a:pt x="32" y="12"/>
                  <a:pt x="30" y="12"/>
                  <a:pt x="29" y="12"/>
                </a:cubicBezTo>
                <a:cubicBezTo>
                  <a:pt x="27" y="12"/>
                  <a:pt x="25" y="12"/>
                  <a:pt x="24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3" y="15"/>
                  <a:pt x="22" y="16"/>
                  <a:pt x="22" y="18"/>
                </a:cubicBezTo>
                <a:cubicBezTo>
                  <a:pt x="22" y="20"/>
                  <a:pt x="23" y="22"/>
                  <a:pt x="24" y="23"/>
                </a:cubicBezTo>
                <a:cubicBezTo>
                  <a:pt x="25" y="24"/>
                  <a:pt x="27" y="25"/>
                  <a:pt x="29" y="25"/>
                </a:cubicBezTo>
                <a:cubicBezTo>
                  <a:pt x="30" y="25"/>
                  <a:pt x="32" y="24"/>
                  <a:pt x="33" y="23"/>
                </a:cubicBezTo>
                <a:cubicBezTo>
                  <a:pt x="34" y="22"/>
                  <a:pt x="35" y="20"/>
                  <a:pt x="35" y="18"/>
                </a:cubicBezTo>
                <a:cubicBezTo>
                  <a:pt x="35" y="16"/>
                  <a:pt x="34" y="15"/>
                  <a:pt x="33" y="14"/>
                </a:cubicBezTo>
                <a:cubicBezTo>
                  <a:pt x="33" y="13"/>
                  <a:pt x="33" y="13"/>
                  <a:pt x="33" y="13"/>
                </a:cubicBezTo>
                <a:close/>
                <a:moveTo>
                  <a:pt x="32" y="21"/>
                </a:moveTo>
                <a:cubicBezTo>
                  <a:pt x="32" y="21"/>
                  <a:pt x="32" y="21"/>
                  <a:pt x="32" y="21"/>
                </a:cubicBezTo>
                <a:cubicBezTo>
                  <a:pt x="31" y="22"/>
                  <a:pt x="30" y="22"/>
                  <a:pt x="29" y="22"/>
                </a:cubicBezTo>
                <a:cubicBezTo>
                  <a:pt x="27" y="22"/>
                  <a:pt x="26" y="22"/>
                  <a:pt x="25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0"/>
                  <a:pt x="24" y="19"/>
                  <a:pt x="24" y="18"/>
                </a:cubicBezTo>
                <a:cubicBezTo>
                  <a:pt x="24" y="17"/>
                  <a:pt x="25" y="16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6" y="14"/>
                  <a:pt x="27" y="14"/>
                  <a:pt x="29" y="14"/>
                </a:cubicBezTo>
                <a:cubicBezTo>
                  <a:pt x="30" y="14"/>
                  <a:pt x="31" y="14"/>
                  <a:pt x="32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6"/>
                  <a:pt x="33" y="17"/>
                  <a:pt x="33" y="18"/>
                </a:cubicBezTo>
                <a:cubicBezTo>
                  <a:pt x="33" y="19"/>
                  <a:pt x="32" y="20"/>
                  <a:pt x="32" y="21"/>
                </a:cubicBezTo>
                <a:close/>
                <a:moveTo>
                  <a:pt x="50" y="9"/>
                </a:moveTo>
                <a:cubicBezTo>
                  <a:pt x="50" y="9"/>
                  <a:pt x="50" y="9"/>
                  <a:pt x="50" y="9"/>
                </a:cubicBezTo>
                <a:cubicBezTo>
                  <a:pt x="50" y="9"/>
                  <a:pt x="50" y="9"/>
                  <a:pt x="49" y="8"/>
                </a:cubicBezTo>
                <a:cubicBezTo>
                  <a:pt x="49" y="8"/>
                  <a:pt x="48" y="8"/>
                  <a:pt x="48" y="8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6"/>
                  <a:pt x="41" y="3"/>
                  <a:pt x="39" y="2"/>
                </a:cubicBezTo>
                <a:cubicBezTo>
                  <a:pt x="38" y="1"/>
                  <a:pt x="36" y="0"/>
                  <a:pt x="33" y="0"/>
                </a:cubicBezTo>
                <a:cubicBezTo>
                  <a:pt x="9" y="0"/>
                  <a:pt x="9" y="0"/>
                  <a:pt x="9" y="0"/>
                </a:cubicBezTo>
                <a:cubicBezTo>
                  <a:pt x="6" y="0"/>
                  <a:pt x="4" y="1"/>
                  <a:pt x="3" y="2"/>
                </a:cubicBezTo>
                <a:cubicBezTo>
                  <a:pt x="1" y="3"/>
                  <a:pt x="0" y="6"/>
                  <a:pt x="0" y="8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31"/>
                  <a:pt x="1" y="33"/>
                  <a:pt x="3" y="34"/>
                </a:cubicBezTo>
                <a:cubicBezTo>
                  <a:pt x="4" y="36"/>
                  <a:pt x="6" y="37"/>
                  <a:pt x="9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6" y="37"/>
                  <a:pt x="38" y="36"/>
                  <a:pt x="39" y="34"/>
                </a:cubicBezTo>
                <a:cubicBezTo>
                  <a:pt x="41" y="33"/>
                  <a:pt x="42" y="31"/>
                  <a:pt x="42" y="29"/>
                </a:cubicBezTo>
                <a:cubicBezTo>
                  <a:pt x="42" y="22"/>
                  <a:pt x="42" y="22"/>
                  <a:pt x="42" y="22"/>
                </a:cubicBezTo>
                <a:cubicBezTo>
                  <a:pt x="48" y="28"/>
                  <a:pt x="48" y="28"/>
                  <a:pt x="48" y="28"/>
                </a:cubicBezTo>
                <a:cubicBezTo>
                  <a:pt x="48" y="28"/>
                  <a:pt x="48" y="28"/>
                  <a:pt x="49" y="28"/>
                </a:cubicBezTo>
                <a:cubicBezTo>
                  <a:pt x="49" y="28"/>
                  <a:pt x="50" y="28"/>
                  <a:pt x="50" y="27"/>
                </a:cubicBezTo>
                <a:cubicBezTo>
                  <a:pt x="50" y="9"/>
                  <a:pt x="50" y="9"/>
                  <a:pt x="50" y="9"/>
                </a:cubicBezTo>
                <a:close/>
                <a:moveTo>
                  <a:pt x="38" y="29"/>
                </a:moveTo>
                <a:cubicBezTo>
                  <a:pt x="38" y="29"/>
                  <a:pt x="38" y="29"/>
                  <a:pt x="38" y="29"/>
                </a:cubicBezTo>
                <a:cubicBezTo>
                  <a:pt x="38" y="30"/>
                  <a:pt x="37" y="31"/>
                  <a:pt x="36" y="32"/>
                </a:cubicBezTo>
                <a:cubicBezTo>
                  <a:pt x="36" y="32"/>
                  <a:pt x="35" y="33"/>
                  <a:pt x="33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7" y="33"/>
                  <a:pt x="6" y="32"/>
                  <a:pt x="5" y="32"/>
                </a:cubicBezTo>
                <a:cubicBezTo>
                  <a:pt x="5" y="31"/>
                  <a:pt x="4" y="30"/>
                  <a:pt x="4" y="29"/>
                </a:cubicBezTo>
                <a:cubicBezTo>
                  <a:pt x="4" y="8"/>
                  <a:pt x="4" y="8"/>
                  <a:pt x="4" y="8"/>
                </a:cubicBezTo>
                <a:cubicBezTo>
                  <a:pt x="4" y="7"/>
                  <a:pt x="5" y="5"/>
                  <a:pt x="5" y="5"/>
                </a:cubicBezTo>
                <a:cubicBezTo>
                  <a:pt x="6" y="4"/>
                  <a:pt x="7" y="3"/>
                  <a:pt x="9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5" y="3"/>
                  <a:pt x="36" y="4"/>
                  <a:pt x="36" y="5"/>
                </a:cubicBezTo>
                <a:cubicBezTo>
                  <a:pt x="37" y="5"/>
                  <a:pt x="38" y="7"/>
                  <a:pt x="38" y="8"/>
                </a:cubicBezTo>
                <a:cubicBezTo>
                  <a:pt x="38" y="29"/>
                  <a:pt x="38" y="29"/>
                  <a:pt x="38" y="29"/>
                </a:cubicBezTo>
                <a:close/>
                <a:moveTo>
                  <a:pt x="47" y="24"/>
                </a:moveTo>
                <a:cubicBezTo>
                  <a:pt x="47" y="24"/>
                  <a:pt x="47" y="24"/>
                  <a:pt x="47" y="24"/>
                </a:cubicBezTo>
                <a:cubicBezTo>
                  <a:pt x="42" y="18"/>
                  <a:pt x="42" y="18"/>
                  <a:pt x="42" y="18"/>
                </a:cubicBezTo>
                <a:cubicBezTo>
                  <a:pt x="42" y="18"/>
                  <a:pt x="42" y="18"/>
                  <a:pt x="42" y="18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24"/>
                  <a:pt x="47" y="24"/>
                  <a:pt x="47" y="24"/>
                </a:cubicBezTo>
                <a:close/>
                <a:moveTo>
                  <a:pt x="18" y="13"/>
                </a:moveTo>
                <a:cubicBezTo>
                  <a:pt x="18" y="13"/>
                  <a:pt x="18" y="13"/>
                  <a:pt x="18" y="13"/>
                </a:cubicBezTo>
                <a:cubicBezTo>
                  <a:pt x="17" y="12"/>
                  <a:pt x="15" y="12"/>
                  <a:pt x="13" y="12"/>
                </a:cubicBezTo>
                <a:cubicBezTo>
                  <a:pt x="12" y="12"/>
                  <a:pt x="10" y="12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8" y="15"/>
                  <a:pt x="7" y="16"/>
                  <a:pt x="7" y="18"/>
                </a:cubicBezTo>
                <a:cubicBezTo>
                  <a:pt x="7" y="20"/>
                  <a:pt x="8" y="22"/>
                  <a:pt x="9" y="23"/>
                </a:cubicBezTo>
                <a:cubicBezTo>
                  <a:pt x="10" y="24"/>
                  <a:pt x="12" y="25"/>
                  <a:pt x="13" y="25"/>
                </a:cubicBezTo>
                <a:cubicBezTo>
                  <a:pt x="15" y="25"/>
                  <a:pt x="17" y="24"/>
                  <a:pt x="18" y="23"/>
                </a:cubicBezTo>
                <a:cubicBezTo>
                  <a:pt x="19" y="22"/>
                  <a:pt x="20" y="20"/>
                  <a:pt x="20" y="18"/>
                </a:cubicBezTo>
                <a:cubicBezTo>
                  <a:pt x="20" y="16"/>
                  <a:pt x="19" y="15"/>
                  <a:pt x="18" y="14"/>
                </a:cubicBezTo>
                <a:cubicBezTo>
                  <a:pt x="18" y="13"/>
                  <a:pt x="18" y="13"/>
                  <a:pt x="18" y="13"/>
                </a:cubicBezTo>
                <a:close/>
                <a:moveTo>
                  <a:pt x="16" y="21"/>
                </a:moveTo>
                <a:cubicBezTo>
                  <a:pt x="16" y="21"/>
                  <a:pt x="16" y="21"/>
                  <a:pt x="16" y="21"/>
                </a:cubicBezTo>
                <a:cubicBezTo>
                  <a:pt x="16" y="22"/>
                  <a:pt x="15" y="22"/>
                  <a:pt x="13" y="22"/>
                </a:cubicBezTo>
                <a:cubicBezTo>
                  <a:pt x="12" y="22"/>
                  <a:pt x="11" y="22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0"/>
                  <a:pt x="9" y="19"/>
                  <a:pt x="9" y="18"/>
                </a:cubicBezTo>
                <a:cubicBezTo>
                  <a:pt x="9" y="17"/>
                  <a:pt x="10" y="16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4"/>
                  <a:pt x="12" y="14"/>
                  <a:pt x="13" y="14"/>
                </a:cubicBezTo>
                <a:cubicBezTo>
                  <a:pt x="15" y="14"/>
                  <a:pt x="16" y="14"/>
                  <a:pt x="16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6"/>
                  <a:pt x="18" y="17"/>
                  <a:pt x="18" y="18"/>
                </a:cubicBezTo>
                <a:cubicBezTo>
                  <a:pt x="18" y="19"/>
                  <a:pt x="17" y="20"/>
                  <a:pt x="16" y="2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2" name="Freeform 56">
            <a:extLst>
              <a:ext uri="{FF2B5EF4-FFF2-40B4-BE49-F238E27FC236}">
                <a16:creationId xmlns:a16="http://schemas.microsoft.com/office/drawing/2014/main" id="{F35425AD-B7F2-4EE8-4BA6-463B2A785A37}"/>
              </a:ext>
            </a:extLst>
          </p:cNvPr>
          <p:cNvSpPr>
            <a:spLocks noEditPoints="1"/>
          </p:cNvSpPr>
          <p:nvPr/>
        </p:nvSpPr>
        <p:spPr bwMode="auto">
          <a:xfrm>
            <a:off x="9901167" y="1746699"/>
            <a:ext cx="211667" cy="213783"/>
          </a:xfrm>
          <a:custGeom>
            <a:avLst/>
            <a:gdLst>
              <a:gd name="T0" fmla="*/ 44450 w 50"/>
              <a:gd name="T1" fmla="*/ 51308 h 50"/>
              <a:gd name="T2" fmla="*/ 44450 w 50"/>
              <a:gd name="T3" fmla="*/ 109029 h 50"/>
              <a:gd name="T4" fmla="*/ 44450 w 50"/>
              <a:gd name="T5" fmla="*/ 109029 h 50"/>
              <a:gd name="T6" fmla="*/ 85725 w 50"/>
              <a:gd name="T7" fmla="*/ 141097 h 50"/>
              <a:gd name="T8" fmla="*/ 85725 w 50"/>
              <a:gd name="T9" fmla="*/ 115443 h 50"/>
              <a:gd name="T10" fmla="*/ 85725 w 50"/>
              <a:gd name="T11" fmla="*/ 44894 h 50"/>
              <a:gd name="T12" fmla="*/ 85725 w 50"/>
              <a:gd name="T13" fmla="*/ 19240 h 50"/>
              <a:gd name="T14" fmla="*/ 44450 w 50"/>
              <a:gd name="T15" fmla="*/ 51308 h 50"/>
              <a:gd name="T16" fmla="*/ 44450 w 50"/>
              <a:gd name="T17" fmla="*/ 51308 h 50"/>
              <a:gd name="T18" fmla="*/ 117475 w 50"/>
              <a:gd name="T19" fmla="*/ 25654 h 50"/>
              <a:gd name="T20" fmla="*/ 117475 w 50"/>
              <a:gd name="T21" fmla="*/ 25654 h 50"/>
              <a:gd name="T22" fmla="*/ 114300 w 50"/>
              <a:gd name="T23" fmla="*/ 19240 h 50"/>
              <a:gd name="T24" fmla="*/ 123825 w 50"/>
              <a:gd name="T25" fmla="*/ 16034 h 50"/>
              <a:gd name="T26" fmla="*/ 149225 w 50"/>
              <a:gd name="T27" fmla="*/ 41688 h 50"/>
              <a:gd name="T28" fmla="*/ 158750 w 50"/>
              <a:gd name="T29" fmla="*/ 80169 h 50"/>
              <a:gd name="T30" fmla="*/ 149225 w 50"/>
              <a:gd name="T31" fmla="*/ 115443 h 50"/>
              <a:gd name="T32" fmla="*/ 123825 w 50"/>
              <a:gd name="T33" fmla="*/ 144303 h 50"/>
              <a:gd name="T34" fmla="*/ 114300 w 50"/>
              <a:gd name="T35" fmla="*/ 141097 h 50"/>
              <a:gd name="T36" fmla="*/ 117475 w 50"/>
              <a:gd name="T37" fmla="*/ 134683 h 50"/>
              <a:gd name="T38" fmla="*/ 139700 w 50"/>
              <a:gd name="T39" fmla="*/ 109029 h 50"/>
              <a:gd name="T40" fmla="*/ 149225 w 50"/>
              <a:gd name="T41" fmla="*/ 80169 h 50"/>
              <a:gd name="T42" fmla="*/ 139700 w 50"/>
              <a:gd name="T43" fmla="*/ 48101 h 50"/>
              <a:gd name="T44" fmla="*/ 117475 w 50"/>
              <a:gd name="T45" fmla="*/ 25654 h 50"/>
              <a:gd name="T46" fmla="*/ 34925 w 50"/>
              <a:gd name="T47" fmla="*/ 51308 h 50"/>
              <a:gd name="T48" fmla="*/ 34925 w 50"/>
              <a:gd name="T49" fmla="*/ 51308 h 50"/>
              <a:gd name="T50" fmla="*/ 9525 w 50"/>
              <a:gd name="T51" fmla="*/ 51308 h 50"/>
              <a:gd name="T52" fmla="*/ 9525 w 50"/>
              <a:gd name="T53" fmla="*/ 109029 h 50"/>
              <a:gd name="T54" fmla="*/ 34925 w 50"/>
              <a:gd name="T55" fmla="*/ 109029 h 50"/>
              <a:gd name="T56" fmla="*/ 34925 w 50"/>
              <a:gd name="T57" fmla="*/ 51308 h 50"/>
              <a:gd name="T58" fmla="*/ 38100 w 50"/>
              <a:gd name="T59" fmla="*/ 38481 h 50"/>
              <a:gd name="T60" fmla="*/ 38100 w 50"/>
              <a:gd name="T61" fmla="*/ 38481 h 50"/>
              <a:gd name="T62" fmla="*/ 85725 w 50"/>
              <a:gd name="T63" fmla="*/ 0 h 50"/>
              <a:gd name="T64" fmla="*/ 92075 w 50"/>
              <a:gd name="T65" fmla="*/ 0 h 50"/>
              <a:gd name="T66" fmla="*/ 98425 w 50"/>
              <a:gd name="T67" fmla="*/ 6413 h 50"/>
              <a:gd name="T68" fmla="*/ 98425 w 50"/>
              <a:gd name="T69" fmla="*/ 44894 h 50"/>
              <a:gd name="T70" fmla="*/ 98425 w 50"/>
              <a:gd name="T71" fmla="*/ 44894 h 50"/>
              <a:gd name="T72" fmla="*/ 111125 w 50"/>
              <a:gd name="T73" fmla="*/ 57721 h 50"/>
              <a:gd name="T74" fmla="*/ 117475 w 50"/>
              <a:gd name="T75" fmla="*/ 80169 h 50"/>
              <a:gd name="T76" fmla="*/ 111125 w 50"/>
              <a:gd name="T77" fmla="*/ 102616 h 50"/>
              <a:gd name="T78" fmla="*/ 98425 w 50"/>
              <a:gd name="T79" fmla="*/ 112236 h 50"/>
              <a:gd name="T80" fmla="*/ 98425 w 50"/>
              <a:gd name="T81" fmla="*/ 115443 h 50"/>
              <a:gd name="T82" fmla="*/ 98425 w 50"/>
              <a:gd name="T83" fmla="*/ 153924 h 50"/>
              <a:gd name="T84" fmla="*/ 98425 w 50"/>
              <a:gd name="T85" fmla="*/ 153924 h 50"/>
              <a:gd name="T86" fmla="*/ 95250 w 50"/>
              <a:gd name="T87" fmla="*/ 157130 h 50"/>
              <a:gd name="T88" fmla="*/ 85725 w 50"/>
              <a:gd name="T89" fmla="*/ 160337 h 50"/>
              <a:gd name="T90" fmla="*/ 38100 w 50"/>
              <a:gd name="T91" fmla="*/ 121856 h 50"/>
              <a:gd name="T92" fmla="*/ 6350 w 50"/>
              <a:gd name="T93" fmla="*/ 121856 h 50"/>
              <a:gd name="T94" fmla="*/ 6350 w 50"/>
              <a:gd name="T95" fmla="*/ 121856 h 50"/>
              <a:gd name="T96" fmla="*/ 0 w 50"/>
              <a:gd name="T97" fmla="*/ 115443 h 50"/>
              <a:gd name="T98" fmla="*/ 0 w 50"/>
              <a:gd name="T99" fmla="*/ 44894 h 50"/>
              <a:gd name="T100" fmla="*/ 0 w 50"/>
              <a:gd name="T101" fmla="*/ 44894 h 50"/>
              <a:gd name="T102" fmla="*/ 6350 w 50"/>
              <a:gd name="T103" fmla="*/ 38481 h 50"/>
              <a:gd name="T104" fmla="*/ 38100 w 50"/>
              <a:gd name="T105" fmla="*/ 38481 h 50"/>
              <a:gd name="T106" fmla="*/ 98425 w 50"/>
              <a:gd name="T107" fmla="*/ 54515 h 50"/>
              <a:gd name="T108" fmla="*/ 98425 w 50"/>
              <a:gd name="T109" fmla="*/ 54515 h 50"/>
              <a:gd name="T110" fmla="*/ 98425 w 50"/>
              <a:gd name="T111" fmla="*/ 105822 h 50"/>
              <a:gd name="T112" fmla="*/ 104775 w 50"/>
              <a:gd name="T113" fmla="*/ 96202 h 50"/>
              <a:gd name="T114" fmla="*/ 111125 w 50"/>
              <a:gd name="T115" fmla="*/ 80169 h 50"/>
              <a:gd name="T116" fmla="*/ 104775 w 50"/>
              <a:gd name="T117" fmla="*/ 60928 h 50"/>
              <a:gd name="T118" fmla="*/ 98425 w 50"/>
              <a:gd name="T119" fmla="*/ 54515 h 5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50">
                <a:moveTo>
                  <a:pt x="14" y="16"/>
                </a:move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6"/>
                  <a:pt x="27" y="6"/>
                  <a:pt x="27" y="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6"/>
                  <a:pt x="14" y="16"/>
                  <a:pt x="14" y="16"/>
                </a:cubicBezTo>
                <a:close/>
                <a:moveTo>
                  <a:pt x="37" y="8"/>
                </a:moveTo>
                <a:cubicBezTo>
                  <a:pt x="37" y="8"/>
                  <a:pt x="37" y="8"/>
                  <a:pt x="37" y="8"/>
                </a:cubicBezTo>
                <a:cubicBezTo>
                  <a:pt x="36" y="8"/>
                  <a:pt x="36" y="6"/>
                  <a:pt x="36" y="6"/>
                </a:cubicBezTo>
                <a:cubicBezTo>
                  <a:pt x="37" y="5"/>
                  <a:pt x="38" y="4"/>
                  <a:pt x="39" y="5"/>
                </a:cubicBezTo>
                <a:cubicBezTo>
                  <a:pt x="42" y="7"/>
                  <a:pt x="45" y="10"/>
                  <a:pt x="47" y="13"/>
                </a:cubicBezTo>
                <a:cubicBezTo>
                  <a:pt x="49" y="17"/>
                  <a:pt x="50" y="21"/>
                  <a:pt x="50" y="25"/>
                </a:cubicBezTo>
                <a:cubicBezTo>
                  <a:pt x="50" y="29"/>
                  <a:pt x="49" y="33"/>
                  <a:pt x="47" y="36"/>
                </a:cubicBezTo>
                <a:cubicBezTo>
                  <a:pt x="45" y="40"/>
                  <a:pt x="42" y="43"/>
                  <a:pt x="39" y="45"/>
                </a:cubicBezTo>
                <a:cubicBezTo>
                  <a:pt x="38" y="45"/>
                  <a:pt x="37" y="45"/>
                  <a:pt x="36" y="44"/>
                </a:cubicBezTo>
                <a:cubicBezTo>
                  <a:pt x="36" y="43"/>
                  <a:pt x="36" y="42"/>
                  <a:pt x="37" y="42"/>
                </a:cubicBezTo>
                <a:cubicBezTo>
                  <a:pt x="40" y="40"/>
                  <a:pt x="42" y="37"/>
                  <a:pt x="44" y="34"/>
                </a:cubicBezTo>
                <a:cubicBezTo>
                  <a:pt x="46" y="32"/>
                  <a:pt x="47" y="28"/>
                  <a:pt x="47" y="25"/>
                </a:cubicBezTo>
                <a:cubicBezTo>
                  <a:pt x="47" y="21"/>
                  <a:pt x="46" y="18"/>
                  <a:pt x="44" y="15"/>
                </a:cubicBezTo>
                <a:cubicBezTo>
                  <a:pt x="42" y="12"/>
                  <a:pt x="40" y="10"/>
                  <a:pt x="37" y="8"/>
                </a:cubicBezTo>
                <a:close/>
                <a:moveTo>
                  <a:pt x="11" y="16"/>
                </a:moveTo>
                <a:cubicBezTo>
                  <a:pt x="11" y="16"/>
                  <a:pt x="11" y="16"/>
                  <a:pt x="11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34"/>
                  <a:pt x="3" y="34"/>
                  <a:pt x="3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16"/>
                  <a:pt x="11" y="16"/>
                  <a:pt x="11" y="16"/>
                </a:cubicBezTo>
                <a:close/>
                <a:moveTo>
                  <a:pt x="12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27" y="0"/>
                  <a:pt x="27" y="0"/>
                  <a:pt x="27" y="0"/>
                </a:cubicBezTo>
                <a:cubicBezTo>
                  <a:pt x="28" y="0"/>
                  <a:pt x="28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2" y="15"/>
                  <a:pt x="34" y="16"/>
                  <a:pt x="35" y="18"/>
                </a:cubicBezTo>
                <a:cubicBezTo>
                  <a:pt x="37" y="20"/>
                  <a:pt x="37" y="22"/>
                  <a:pt x="37" y="25"/>
                </a:cubicBezTo>
                <a:cubicBezTo>
                  <a:pt x="37" y="27"/>
                  <a:pt x="37" y="30"/>
                  <a:pt x="35" y="32"/>
                </a:cubicBezTo>
                <a:cubicBezTo>
                  <a:pt x="34" y="33"/>
                  <a:pt x="32" y="34"/>
                  <a:pt x="31" y="35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8"/>
                  <a:pt x="30" y="49"/>
                  <a:pt x="30" y="49"/>
                </a:cubicBezTo>
                <a:cubicBezTo>
                  <a:pt x="29" y="50"/>
                  <a:pt x="28" y="50"/>
                  <a:pt x="27" y="50"/>
                </a:cubicBezTo>
                <a:cubicBezTo>
                  <a:pt x="12" y="38"/>
                  <a:pt x="12" y="38"/>
                  <a:pt x="12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0" y="12"/>
                  <a:pt x="2" y="12"/>
                </a:cubicBezTo>
                <a:cubicBezTo>
                  <a:pt x="12" y="12"/>
                  <a:pt x="12" y="12"/>
                  <a:pt x="12" y="12"/>
                </a:cubicBezTo>
                <a:close/>
                <a:moveTo>
                  <a:pt x="31" y="17"/>
                </a:moveTo>
                <a:cubicBezTo>
                  <a:pt x="31" y="17"/>
                  <a:pt x="31" y="17"/>
                  <a:pt x="31" y="17"/>
                </a:cubicBezTo>
                <a:cubicBezTo>
                  <a:pt x="31" y="33"/>
                  <a:pt x="31" y="33"/>
                  <a:pt x="31" y="33"/>
                </a:cubicBezTo>
                <a:cubicBezTo>
                  <a:pt x="32" y="32"/>
                  <a:pt x="32" y="31"/>
                  <a:pt x="33" y="30"/>
                </a:cubicBezTo>
                <a:cubicBezTo>
                  <a:pt x="34" y="29"/>
                  <a:pt x="35" y="27"/>
                  <a:pt x="35" y="25"/>
                </a:cubicBezTo>
                <a:cubicBezTo>
                  <a:pt x="35" y="23"/>
                  <a:pt x="34" y="21"/>
                  <a:pt x="33" y="19"/>
                </a:cubicBezTo>
                <a:cubicBezTo>
                  <a:pt x="32" y="18"/>
                  <a:pt x="32" y="18"/>
                  <a:pt x="31" y="1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3" name="Freeform 57">
            <a:extLst>
              <a:ext uri="{FF2B5EF4-FFF2-40B4-BE49-F238E27FC236}">
                <a16:creationId xmlns:a16="http://schemas.microsoft.com/office/drawing/2014/main" id="{8AC5C376-852C-E132-5E2F-FC32B1CDE241}"/>
              </a:ext>
            </a:extLst>
          </p:cNvPr>
          <p:cNvSpPr>
            <a:spLocks noEditPoints="1"/>
          </p:cNvSpPr>
          <p:nvPr/>
        </p:nvSpPr>
        <p:spPr bwMode="auto">
          <a:xfrm>
            <a:off x="10280052" y="1746699"/>
            <a:ext cx="190500" cy="213783"/>
          </a:xfrm>
          <a:custGeom>
            <a:avLst/>
            <a:gdLst>
              <a:gd name="T0" fmla="*/ 47625 w 45"/>
              <a:gd name="T1" fmla="*/ 109029 h 50"/>
              <a:gd name="T2" fmla="*/ 88900 w 45"/>
              <a:gd name="T3" fmla="*/ 141097 h 50"/>
              <a:gd name="T4" fmla="*/ 88900 w 45"/>
              <a:gd name="T5" fmla="*/ 44894 h 50"/>
              <a:gd name="T6" fmla="*/ 47625 w 45"/>
              <a:gd name="T7" fmla="*/ 51308 h 50"/>
              <a:gd name="T8" fmla="*/ 136525 w 45"/>
              <a:gd name="T9" fmla="*/ 0 h 50"/>
              <a:gd name="T10" fmla="*/ 142875 w 45"/>
              <a:gd name="T11" fmla="*/ 0 h 50"/>
              <a:gd name="T12" fmla="*/ 130175 w 45"/>
              <a:gd name="T13" fmla="*/ 16034 h 50"/>
              <a:gd name="T14" fmla="*/ 142875 w 45"/>
              <a:gd name="T15" fmla="*/ 35274 h 50"/>
              <a:gd name="T16" fmla="*/ 123825 w 45"/>
              <a:gd name="T17" fmla="*/ 22447 h 50"/>
              <a:gd name="T18" fmla="*/ 107950 w 45"/>
              <a:gd name="T19" fmla="*/ 35274 h 50"/>
              <a:gd name="T20" fmla="*/ 120650 w 45"/>
              <a:gd name="T21" fmla="*/ 16034 h 50"/>
              <a:gd name="T22" fmla="*/ 107950 w 45"/>
              <a:gd name="T23" fmla="*/ 0 h 50"/>
              <a:gd name="T24" fmla="*/ 123825 w 45"/>
              <a:gd name="T25" fmla="*/ 12827 h 50"/>
              <a:gd name="T26" fmla="*/ 38100 w 45"/>
              <a:gd name="T27" fmla="*/ 51308 h 50"/>
              <a:gd name="T28" fmla="*/ 12700 w 45"/>
              <a:gd name="T29" fmla="*/ 51308 h 50"/>
              <a:gd name="T30" fmla="*/ 38100 w 45"/>
              <a:gd name="T31" fmla="*/ 109029 h 50"/>
              <a:gd name="T32" fmla="*/ 41275 w 45"/>
              <a:gd name="T33" fmla="*/ 38481 h 50"/>
              <a:gd name="T34" fmla="*/ 88900 w 45"/>
              <a:gd name="T35" fmla="*/ 0 h 50"/>
              <a:gd name="T36" fmla="*/ 98425 w 45"/>
              <a:gd name="T37" fmla="*/ 6413 h 50"/>
              <a:gd name="T38" fmla="*/ 98425 w 45"/>
              <a:gd name="T39" fmla="*/ 44894 h 50"/>
              <a:gd name="T40" fmla="*/ 120650 w 45"/>
              <a:gd name="T41" fmla="*/ 80169 h 50"/>
              <a:gd name="T42" fmla="*/ 98425 w 45"/>
              <a:gd name="T43" fmla="*/ 112236 h 50"/>
              <a:gd name="T44" fmla="*/ 98425 w 45"/>
              <a:gd name="T45" fmla="*/ 153924 h 50"/>
              <a:gd name="T46" fmla="*/ 98425 w 45"/>
              <a:gd name="T47" fmla="*/ 157130 h 50"/>
              <a:gd name="T48" fmla="*/ 41275 w 45"/>
              <a:gd name="T49" fmla="*/ 121856 h 50"/>
              <a:gd name="T50" fmla="*/ 6350 w 45"/>
              <a:gd name="T51" fmla="*/ 121856 h 50"/>
              <a:gd name="T52" fmla="*/ 0 w 45"/>
              <a:gd name="T53" fmla="*/ 44894 h 50"/>
              <a:gd name="T54" fmla="*/ 6350 w 45"/>
              <a:gd name="T55" fmla="*/ 38481 h 50"/>
              <a:gd name="T56" fmla="*/ 98425 w 45"/>
              <a:gd name="T57" fmla="*/ 54515 h 50"/>
              <a:gd name="T58" fmla="*/ 98425 w 45"/>
              <a:gd name="T59" fmla="*/ 105822 h 50"/>
              <a:gd name="T60" fmla="*/ 114300 w 45"/>
              <a:gd name="T61" fmla="*/ 80169 h 50"/>
              <a:gd name="T62" fmla="*/ 98425 w 45"/>
              <a:gd name="T63" fmla="*/ 54515 h 5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5" h="50">
                <a:moveTo>
                  <a:pt x="15" y="16"/>
                </a:move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14"/>
                  <a:pt x="28" y="14"/>
                  <a:pt x="28" y="14"/>
                </a:cubicBezTo>
                <a:cubicBezTo>
                  <a:pt x="28" y="6"/>
                  <a:pt x="28" y="6"/>
                  <a:pt x="28" y="6"/>
                </a:cubicBezTo>
                <a:cubicBezTo>
                  <a:pt x="15" y="16"/>
                  <a:pt x="15" y="16"/>
                  <a:pt x="15" y="16"/>
                </a:cubicBezTo>
                <a:cubicBezTo>
                  <a:pt x="15" y="16"/>
                  <a:pt x="15" y="16"/>
                  <a:pt x="15" y="16"/>
                </a:cubicBezTo>
                <a:close/>
                <a:moveTo>
                  <a:pt x="43" y="0"/>
                </a:move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5" y="0"/>
                </a:cubicBezTo>
                <a:cubicBezTo>
                  <a:pt x="45" y="1"/>
                  <a:pt x="45" y="1"/>
                  <a:pt x="45" y="2"/>
                </a:cubicBezTo>
                <a:cubicBezTo>
                  <a:pt x="41" y="5"/>
                  <a:pt x="41" y="5"/>
                  <a:pt x="41" y="5"/>
                </a:cubicBezTo>
                <a:cubicBezTo>
                  <a:pt x="45" y="9"/>
                  <a:pt x="45" y="9"/>
                  <a:pt x="45" y="9"/>
                </a:cubicBezTo>
                <a:cubicBezTo>
                  <a:pt x="45" y="10"/>
                  <a:pt x="45" y="10"/>
                  <a:pt x="45" y="11"/>
                </a:cubicBezTo>
                <a:cubicBezTo>
                  <a:pt x="44" y="11"/>
                  <a:pt x="44" y="11"/>
                  <a:pt x="43" y="11"/>
                </a:cubicBezTo>
                <a:cubicBezTo>
                  <a:pt x="39" y="7"/>
                  <a:pt x="39" y="7"/>
                  <a:pt x="39" y="7"/>
                </a:cubicBezTo>
                <a:cubicBezTo>
                  <a:pt x="36" y="11"/>
                  <a:pt x="36" y="11"/>
                  <a:pt x="36" y="11"/>
                </a:cubicBezTo>
                <a:cubicBezTo>
                  <a:pt x="35" y="11"/>
                  <a:pt x="35" y="11"/>
                  <a:pt x="34" y="11"/>
                </a:cubicBezTo>
                <a:cubicBezTo>
                  <a:pt x="34" y="10"/>
                  <a:pt x="34" y="10"/>
                  <a:pt x="34" y="9"/>
                </a:cubicBezTo>
                <a:cubicBezTo>
                  <a:pt x="38" y="5"/>
                  <a:pt x="38" y="5"/>
                  <a:pt x="38" y="5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1"/>
                  <a:pt x="34" y="1"/>
                  <a:pt x="34" y="0"/>
                </a:cubicBezTo>
                <a:cubicBezTo>
                  <a:pt x="35" y="0"/>
                  <a:pt x="35" y="0"/>
                  <a:pt x="36" y="0"/>
                </a:cubicBezTo>
                <a:cubicBezTo>
                  <a:pt x="39" y="4"/>
                  <a:pt x="39" y="4"/>
                  <a:pt x="39" y="4"/>
                </a:cubicBezTo>
                <a:cubicBezTo>
                  <a:pt x="43" y="0"/>
                  <a:pt x="43" y="0"/>
                  <a:pt x="43" y="0"/>
                </a:cubicBezTo>
                <a:close/>
                <a:moveTo>
                  <a:pt x="12" y="16"/>
                </a:moveTo>
                <a:cubicBezTo>
                  <a:pt x="12" y="16"/>
                  <a:pt x="12" y="16"/>
                  <a:pt x="12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34"/>
                  <a:pt x="4" y="34"/>
                  <a:pt x="4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12" y="16"/>
                  <a:pt x="12" y="16"/>
                  <a:pt x="12" y="16"/>
                </a:cubicBezTo>
                <a:close/>
                <a:moveTo>
                  <a:pt x="13" y="12"/>
                </a:moveTo>
                <a:cubicBezTo>
                  <a:pt x="13" y="12"/>
                  <a:pt x="13" y="12"/>
                  <a:pt x="13" y="12"/>
                </a:cubicBezTo>
                <a:cubicBezTo>
                  <a:pt x="28" y="0"/>
                  <a:pt x="28" y="0"/>
                  <a:pt x="28" y="0"/>
                </a:cubicBezTo>
                <a:cubicBezTo>
                  <a:pt x="29" y="0"/>
                  <a:pt x="29" y="0"/>
                  <a:pt x="30" y="0"/>
                </a:cubicBezTo>
                <a:cubicBezTo>
                  <a:pt x="31" y="0"/>
                  <a:pt x="31" y="1"/>
                  <a:pt x="31" y="2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3" y="15"/>
                  <a:pt x="35" y="16"/>
                  <a:pt x="36" y="18"/>
                </a:cubicBezTo>
                <a:cubicBezTo>
                  <a:pt x="37" y="20"/>
                  <a:pt x="38" y="22"/>
                  <a:pt x="38" y="25"/>
                </a:cubicBezTo>
                <a:cubicBezTo>
                  <a:pt x="38" y="27"/>
                  <a:pt x="37" y="30"/>
                  <a:pt x="36" y="32"/>
                </a:cubicBezTo>
                <a:cubicBezTo>
                  <a:pt x="35" y="33"/>
                  <a:pt x="33" y="34"/>
                  <a:pt x="31" y="35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8"/>
                  <a:pt x="31" y="49"/>
                  <a:pt x="31" y="49"/>
                </a:cubicBezTo>
                <a:cubicBezTo>
                  <a:pt x="30" y="50"/>
                  <a:pt x="29" y="50"/>
                  <a:pt x="28" y="50"/>
                </a:cubicBezTo>
                <a:cubicBezTo>
                  <a:pt x="13" y="38"/>
                  <a:pt x="13" y="38"/>
                  <a:pt x="13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7"/>
                  <a:pt x="0" y="36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1" y="12"/>
                  <a:pt x="2" y="12"/>
                </a:cubicBezTo>
                <a:cubicBezTo>
                  <a:pt x="13" y="12"/>
                  <a:pt x="13" y="12"/>
                  <a:pt x="13" y="12"/>
                </a:cubicBezTo>
                <a:close/>
                <a:moveTo>
                  <a:pt x="31" y="17"/>
                </a:moveTo>
                <a:cubicBezTo>
                  <a:pt x="31" y="17"/>
                  <a:pt x="31" y="17"/>
                  <a:pt x="31" y="17"/>
                </a:cubicBezTo>
                <a:cubicBezTo>
                  <a:pt x="31" y="33"/>
                  <a:pt x="31" y="33"/>
                  <a:pt x="31" y="33"/>
                </a:cubicBezTo>
                <a:cubicBezTo>
                  <a:pt x="32" y="32"/>
                  <a:pt x="33" y="31"/>
                  <a:pt x="34" y="30"/>
                </a:cubicBezTo>
                <a:cubicBezTo>
                  <a:pt x="35" y="29"/>
                  <a:pt x="36" y="27"/>
                  <a:pt x="36" y="25"/>
                </a:cubicBezTo>
                <a:cubicBezTo>
                  <a:pt x="36" y="23"/>
                  <a:pt x="35" y="21"/>
                  <a:pt x="34" y="19"/>
                </a:cubicBezTo>
                <a:cubicBezTo>
                  <a:pt x="33" y="18"/>
                  <a:pt x="32" y="18"/>
                  <a:pt x="31" y="1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4" name="Freeform 58">
            <a:extLst>
              <a:ext uri="{FF2B5EF4-FFF2-40B4-BE49-F238E27FC236}">
                <a16:creationId xmlns:a16="http://schemas.microsoft.com/office/drawing/2014/main" id="{DC7802B2-497A-E717-1F06-C2A2142800DF}"/>
              </a:ext>
            </a:extLst>
          </p:cNvPr>
          <p:cNvSpPr>
            <a:spLocks noEditPoints="1"/>
          </p:cNvSpPr>
          <p:nvPr/>
        </p:nvSpPr>
        <p:spPr bwMode="auto">
          <a:xfrm>
            <a:off x="6580118" y="1336065"/>
            <a:ext cx="177800" cy="211667"/>
          </a:xfrm>
          <a:custGeom>
            <a:avLst/>
            <a:gdLst>
              <a:gd name="T0" fmla="*/ 88900 w 42"/>
              <a:gd name="T1" fmla="*/ 111125 h 50"/>
              <a:gd name="T2" fmla="*/ 44450 w 42"/>
              <a:gd name="T3" fmla="*/ 111125 h 50"/>
              <a:gd name="T4" fmla="*/ 31750 w 42"/>
              <a:gd name="T5" fmla="*/ 111125 h 50"/>
              <a:gd name="T6" fmla="*/ 12700 w 42"/>
              <a:gd name="T7" fmla="*/ 142875 h 50"/>
              <a:gd name="T8" fmla="*/ 12700 w 42"/>
              <a:gd name="T9" fmla="*/ 146050 h 50"/>
              <a:gd name="T10" fmla="*/ 120650 w 42"/>
              <a:gd name="T11" fmla="*/ 146050 h 50"/>
              <a:gd name="T12" fmla="*/ 120650 w 42"/>
              <a:gd name="T13" fmla="*/ 142875 h 50"/>
              <a:gd name="T14" fmla="*/ 107950 w 42"/>
              <a:gd name="T15" fmla="*/ 114300 h 50"/>
              <a:gd name="T16" fmla="*/ 101600 w 42"/>
              <a:gd name="T17" fmla="*/ 111125 h 50"/>
              <a:gd name="T18" fmla="*/ 95250 w 42"/>
              <a:gd name="T19" fmla="*/ 111125 h 50"/>
              <a:gd name="T20" fmla="*/ 88900 w 42"/>
              <a:gd name="T21" fmla="*/ 111125 h 50"/>
              <a:gd name="T22" fmla="*/ 92075 w 42"/>
              <a:gd name="T23" fmla="*/ 98425 h 50"/>
              <a:gd name="T24" fmla="*/ 92075 w 42"/>
              <a:gd name="T25" fmla="*/ 98425 h 50"/>
              <a:gd name="T26" fmla="*/ 98425 w 42"/>
              <a:gd name="T27" fmla="*/ 98425 h 50"/>
              <a:gd name="T28" fmla="*/ 104775 w 42"/>
              <a:gd name="T29" fmla="*/ 101600 h 50"/>
              <a:gd name="T30" fmla="*/ 133350 w 42"/>
              <a:gd name="T31" fmla="*/ 142875 h 50"/>
              <a:gd name="T32" fmla="*/ 133350 w 42"/>
              <a:gd name="T33" fmla="*/ 152400 h 50"/>
              <a:gd name="T34" fmla="*/ 127000 w 42"/>
              <a:gd name="T35" fmla="*/ 158750 h 50"/>
              <a:gd name="T36" fmla="*/ 127000 w 42"/>
              <a:gd name="T37" fmla="*/ 158750 h 50"/>
              <a:gd name="T38" fmla="*/ 6350 w 42"/>
              <a:gd name="T39" fmla="*/ 158750 h 50"/>
              <a:gd name="T40" fmla="*/ 0 w 42"/>
              <a:gd name="T41" fmla="*/ 152400 h 50"/>
              <a:gd name="T42" fmla="*/ 0 w 42"/>
              <a:gd name="T43" fmla="*/ 152400 h 50"/>
              <a:gd name="T44" fmla="*/ 0 w 42"/>
              <a:gd name="T45" fmla="*/ 142875 h 50"/>
              <a:gd name="T46" fmla="*/ 25400 w 42"/>
              <a:gd name="T47" fmla="*/ 101600 h 50"/>
              <a:gd name="T48" fmla="*/ 38100 w 42"/>
              <a:gd name="T49" fmla="*/ 98425 h 50"/>
              <a:gd name="T50" fmla="*/ 12700 w 42"/>
              <a:gd name="T51" fmla="*/ 53975 h 50"/>
              <a:gd name="T52" fmla="*/ 66675 w 42"/>
              <a:gd name="T53" fmla="*/ 0 h 50"/>
              <a:gd name="T54" fmla="*/ 117475 w 42"/>
              <a:gd name="T55" fmla="*/ 53975 h 50"/>
              <a:gd name="T56" fmla="*/ 92075 w 42"/>
              <a:gd name="T57" fmla="*/ 98425 h 50"/>
              <a:gd name="T58" fmla="*/ 66675 w 42"/>
              <a:gd name="T59" fmla="*/ 12700 h 50"/>
              <a:gd name="T60" fmla="*/ 66675 w 42"/>
              <a:gd name="T61" fmla="*/ 12700 h 50"/>
              <a:gd name="T62" fmla="*/ 28575 w 42"/>
              <a:gd name="T63" fmla="*/ 38100 h 50"/>
              <a:gd name="T64" fmla="*/ 25400 w 42"/>
              <a:gd name="T65" fmla="*/ 53975 h 50"/>
              <a:gd name="T66" fmla="*/ 50800 w 42"/>
              <a:gd name="T67" fmla="*/ 88900 h 50"/>
              <a:gd name="T68" fmla="*/ 82550 w 42"/>
              <a:gd name="T69" fmla="*/ 88900 h 50"/>
              <a:gd name="T70" fmla="*/ 107950 w 42"/>
              <a:gd name="T71" fmla="*/ 53975 h 50"/>
              <a:gd name="T72" fmla="*/ 66675 w 42"/>
              <a:gd name="T73" fmla="*/ 12700 h 5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2" h="50">
                <a:moveTo>
                  <a:pt x="28" y="35"/>
                </a:moveTo>
                <a:cubicBezTo>
                  <a:pt x="14" y="35"/>
                  <a:pt x="14" y="35"/>
                  <a:pt x="14" y="35"/>
                </a:cubicBezTo>
                <a:cubicBezTo>
                  <a:pt x="12" y="35"/>
                  <a:pt x="11" y="35"/>
                  <a:pt x="10" y="35"/>
                </a:cubicBezTo>
                <a:cubicBezTo>
                  <a:pt x="6" y="37"/>
                  <a:pt x="4" y="41"/>
                  <a:pt x="4" y="45"/>
                </a:cubicBezTo>
                <a:cubicBezTo>
                  <a:pt x="4" y="46"/>
                  <a:pt x="4" y="46"/>
                  <a:pt x="4" y="46"/>
                </a:cubicBezTo>
                <a:cubicBezTo>
                  <a:pt x="38" y="46"/>
                  <a:pt x="38" y="46"/>
                  <a:pt x="38" y="46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1"/>
                  <a:pt x="36" y="38"/>
                  <a:pt x="34" y="36"/>
                </a:cubicBezTo>
                <a:cubicBezTo>
                  <a:pt x="33" y="36"/>
                  <a:pt x="33" y="36"/>
                  <a:pt x="32" y="35"/>
                </a:cubicBezTo>
                <a:cubicBezTo>
                  <a:pt x="31" y="35"/>
                  <a:pt x="31" y="35"/>
                  <a:pt x="30" y="35"/>
                </a:cubicBezTo>
                <a:cubicBezTo>
                  <a:pt x="29" y="35"/>
                  <a:pt x="29" y="35"/>
                  <a:pt x="28" y="35"/>
                </a:cubicBezTo>
                <a:close/>
                <a:moveTo>
                  <a:pt x="29" y="31"/>
                </a:moveTo>
                <a:cubicBezTo>
                  <a:pt x="29" y="31"/>
                  <a:pt x="29" y="31"/>
                  <a:pt x="29" y="31"/>
                </a:cubicBezTo>
                <a:cubicBezTo>
                  <a:pt x="30" y="31"/>
                  <a:pt x="30" y="31"/>
                  <a:pt x="31" y="31"/>
                </a:cubicBezTo>
                <a:cubicBezTo>
                  <a:pt x="32" y="31"/>
                  <a:pt x="33" y="32"/>
                  <a:pt x="33" y="32"/>
                </a:cubicBezTo>
                <a:cubicBezTo>
                  <a:pt x="38" y="34"/>
                  <a:pt x="42" y="39"/>
                  <a:pt x="42" y="45"/>
                </a:cubicBezTo>
                <a:cubicBezTo>
                  <a:pt x="42" y="48"/>
                  <a:pt x="42" y="48"/>
                  <a:pt x="42" y="48"/>
                </a:cubicBezTo>
                <a:cubicBezTo>
                  <a:pt x="42" y="49"/>
                  <a:pt x="41" y="50"/>
                  <a:pt x="40" y="50"/>
                </a:cubicBezTo>
                <a:cubicBezTo>
                  <a:pt x="40" y="50"/>
                  <a:pt x="40" y="50"/>
                  <a:pt x="40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39"/>
                  <a:pt x="3" y="34"/>
                  <a:pt x="8" y="32"/>
                </a:cubicBezTo>
                <a:cubicBezTo>
                  <a:pt x="10" y="31"/>
                  <a:pt x="11" y="31"/>
                  <a:pt x="12" y="31"/>
                </a:cubicBezTo>
                <a:cubicBezTo>
                  <a:pt x="7" y="28"/>
                  <a:pt x="4" y="22"/>
                  <a:pt x="4" y="17"/>
                </a:cubicBezTo>
                <a:cubicBezTo>
                  <a:pt x="4" y="8"/>
                  <a:pt x="12" y="0"/>
                  <a:pt x="21" y="0"/>
                </a:cubicBezTo>
                <a:cubicBezTo>
                  <a:pt x="30" y="0"/>
                  <a:pt x="37" y="8"/>
                  <a:pt x="37" y="17"/>
                </a:cubicBezTo>
                <a:cubicBezTo>
                  <a:pt x="37" y="22"/>
                  <a:pt x="34" y="28"/>
                  <a:pt x="29" y="31"/>
                </a:cubicBezTo>
                <a:close/>
                <a:moveTo>
                  <a:pt x="21" y="4"/>
                </a:moveTo>
                <a:cubicBezTo>
                  <a:pt x="21" y="4"/>
                  <a:pt x="21" y="4"/>
                  <a:pt x="21" y="4"/>
                </a:cubicBezTo>
                <a:cubicBezTo>
                  <a:pt x="16" y="4"/>
                  <a:pt x="11" y="7"/>
                  <a:pt x="9" y="12"/>
                </a:cubicBezTo>
                <a:cubicBezTo>
                  <a:pt x="8" y="13"/>
                  <a:pt x="8" y="15"/>
                  <a:pt x="8" y="17"/>
                </a:cubicBezTo>
                <a:cubicBezTo>
                  <a:pt x="8" y="22"/>
                  <a:pt x="11" y="26"/>
                  <a:pt x="16" y="28"/>
                </a:cubicBezTo>
                <a:cubicBezTo>
                  <a:pt x="19" y="30"/>
                  <a:pt x="23" y="30"/>
                  <a:pt x="26" y="28"/>
                </a:cubicBezTo>
                <a:cubicBezTo>
                  <a:pt x="30" y="26"/>
                  <a:pt x="34" y="22"/>
                  <a:pt x="34" y="17"/>
                </a:cubicBezTo>
                <a:cubicBezTo>
                  <a:pt x="34" y="10"/>
                  <a:pt x="28" y="4"/>
                  <a:pt x="21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5" name="Freeform 59">
            <a:extLst>
              <a:ext uri="{FF2B5EF4-FFF2-40B4-BE49-F238E27FC236}">
                <a16:creationId xmlns:a16="http://schemas.microsoft.com/office/drawing/2014/main" id="{5D8B110C-6ACE-3706-C3D0-31833C797696}"/>
              </a:ext>
            </a:extLst>
          </p:cNvPr>
          <p:cNvSpPr>
            <a:spLocks noEditPoints="1"/>
          </p:cNvSpPr>
          <p:nvPr/>
        </p:nvSpPr>
        <p:spPr bwMode="auto">
          <a:xfrm>
            <a:off x="6184301" y="1336065"/>
            <a:ext cx="215900" cy="215900"/>
          </a:xfrm>
          <a:custGeom>
            <a:avLst/>
            <a:gdLst>
              <a:gd name="T0" fmla="*/ 60325 w 51"/>
              <a:gd name="T1" fmla="*/ 34925 h 51"/>
              <a:gd name="T2" fmla="*/ 63500 w 51"/>
              <a:gd name="T3" fmla="*/ 41275 h 51"/>
              <a:gd name="T4" fmla="*/ 63500 w 51"/>
              <a:gd name="T5" fmla="*/ 53975 h 51"/>
              <a:gd name="T6" fmla="*/ 57150 w 51"/>
              <a:gd name="T7" fmla="*/ 57150 h 51"/>
              <a:gd name="T8" fmla="*/ 47625 w 51"/>
              <a:gd name="T9" fmla="*/ 66675 h 51"/>
              <a:gd name="T10" fmla="*/ 63500 w 51"/>
              <a:gd name="T11" fmla="*/ 95250 h 51"/>
              <a:gd name="T12" fmla="*/ 63500 w 51"/>
              <a:gd name="T13" fmla="*/ 95250 h 51"/>
              <a:gd name="T14" fmla="*/ 95250 w 51"/>
              <a:gd name="T15" fmla="*/ 114300 h 51"/>
              <a:gd name="T16" fmla="*/ 104775 w 51"/>
              <a:gd name="T17" fmla="*/ 101600 h 51"/>
              <a:gd name="T18" fmla="*/ 114300 w 51"/>
              <a:gd name="T19" fmla="*/ 95250 h 51"/>
              <a:gd name="T20" fmla="*/ 120650 w 51"/>
              <a:gd name="T21" fmla="*/ 95250 h 51"/>
              <a:gd name="T22" fmla="*/ 123825 w 51"/>
              <a:gd name="T23" fmla="*/ 98425 h 51"/>
              <a:gd name="T24" fmla="*/ 155575 w 51"/>
              <a:gd name="T25" fmla="*/ 123825 h 51"/>
              <a:gd name="T26" fmla="*/ 158750 w 51"/>
              <a:gd name="T27" fmla="*/ 127000 h 51"/>
              <a:gd name="T28" fmla="*/ 158750 w 51"/>
              <a:gd name="T29" fmla="*/ 139700 h 51"/>
              <a:gd name="T30" fmla="*/ 155575 w 51"/>
              <a:gd name="T31" fmla="*/ 146050 h 51"/>
              <a:gd name="T32" fmla="*/ 149225 w 51"/>
              <a:gd name="T33" fmla="*/ 152400 h 51"/>
              <a:gd name="T34" fmla="*/ 85725 w 51"/>
              <a:gd name="T35" fmla="*/ 155575 h 51"/>
              <a:gd name="T36" fmla="*/ 6350 w 51"/>
              <a:gd name="T37" fmla="*/ 73025 h 51"/>
              <a:gd name="T38" fmla="*/ 9525 w 51"/>
              <a:gd name="T39" fmla="*/ 12700 h 51"/>
              <a:gd name="T40" fmla="*/ 9525 w 51"/>
              <a:gd name="T41" fmla="*/ 12700 h 51"/>
              <a:gd name="T42" fmla="*/ 19050 w 51"/>
              <a:gd name="T43" fmla="*/ 0 h 51"/>
              <a:gd name="T44" fmla="*/ 25400 w 51"/>
              <a:gd name="T45" fmla="*/ 0 h 51"/>
              <a:gd name="T46" fmla="*/ 31750 w 51"/>
              <a:gd name="T47" fmla="*/ 3175 h 51"/>
              <a:gd name="T48" fmla="*/ 50800 w 51"/>
              <a:gd name="T49" fmla="*/ 44450 h 51"/>
              <a:gd name="T50" fmla="*/ 28575 w 51"/>
              <a:gd name="T51" fmla="*/ 12700 h 51"/>
              <a:gd name="T52" fmla="*/ 28575 w 51"/>
              <a:gd name="T53" fmla="*/ 12700 h 51"/>
              <a:gd name="T54" fmla="*/ 25400 w 51"/>
              <a:gd name="T55" fmla="*/ 12700 h 51"/>
              <a:gd name="T56" fmla="*/ 25400 w 51"/>
              <a:gd name="T57" fmla="*/ 12700 h 51"/>
              <a:gd name="T58" fmla="*/ 19050 w 51"/>
              <a:gd name="T59" fmla="*/ 19050 h 51"/>
              <a:gd name="T60" fmla="*/ 19050 w 51"/>
              <a:gd name="T61" fmla="*/ 69850 h 51"/>
              <a:gd name="T62" fmla="*/ 92075 w 51"/>
              <a:gd name="T63" fmla="*/ 142875 h 51"/>
              <a:gd name="T64" fmla="*/ 142875 w 51"/>
              <a:gd name="T65" fmla="*/ 139700 h 51"/>
              <a:gd name="T66" fmla="*/ 146050 w 51"/>
              <a:gd name="T67" fmla="*/ 136525 h 51"/>
              <a:gd name="T68" fmla="*/ 149225 w 51"/>
              <a:gd name="T69" fmla="*/ 136525 h 51"/>
              <a:gd name="T70" fmla="*/ 149225 w 51"/>
              <a:gd name="T71" fmla="*/ 133350 h 51"/>
              <a:gd name="T72" fmla="*/ 149225 w 51"/>
              <a:gd name="T73" fmla="*/ 133350 h 51"/>
              <a:gd name="T74" fmla="*/ 146050 w 51"/>
              <a:gd name="T75" fmla="*/ 133350 h 51"/>
              <a:gd name="T76" fmla="*/ 117475 w 51"/>
              <a:gd name="T77" fmla="*/ 107950 h 51"/>
              <a:gd name="T78" fmla="*/ 117475 w 51"/>
              <a:gd name="T79" fmla="*/ 107950 h 51"/>
              <a:gd name="T80" fmla="*/ 114300 w 51"/>
              <a:gd name="T81" fmla="*/ 107950 h 51"/>
              <a:gd name="T82" fmla="*/ 114300 w 51"/>
              <a:gd name="T83" fmla="*/ 107950 h 51"/>
              <a:gd name="T84" fmla="*/ 114300 w 51"/>
              <a:gd name="T85" fmla="*/ 111125 h 51"/>
              <a:gd name="T86" fmla="*/ 114300 w 51"/>
              <a:gd name="T87" fmla="*/ 111125 h 51"/>
              <a:gd name="T88" fmla="*/ 101600 w 51"/>
              <a:gd name="T89" fmla="*/ 123825 h 51"/>
              <a:gd name="T90" fmla="*/ 57150 w 51"/>
              <a:gd name="T91" fmla="*/ 104775 h 51"/>
              <a:gd name="T92" fmla="*/ 38100 w 51"/>
              <a:gd name="T93" fmla="*/ 82550 h 51"/>
              <a:gd name="T94" fmla="*/ 38100 w 51"/>
              <a:gd name="T95" fmla="*/ 57150 h 51"/>
              <a:gd name="T96" fmla="*/ 50800 w 51"/>
              <a:gd name="T97" fmla="*/ 47625 h 51"/>
              <a:gd name="T98" fmla="*/ 50800 w 51"/>
              <a:gd name="T99" fmla="*/ 47625 h 51"/>
              <a:gd name="T100" fmla="*/ 50800 w 51"/>
              <a:gd name="T101" fmla="*/ 44450 h 51"/>
              <a:gd name="T102" fmla="*/ 50800 w 51"/>
              <a:gd name="T103" fmla="*/ 44450 h 51"/>
              <a:gd name="T104" fmla="*/ 38100 w 51"/>
              <a:gd name="T105" fmla="*/ 6350 h 51"/>
              <a:gd name="T106" fmla="*/ 38100 w 51"/>
              <a:gd name="T107" fmla="*/ 6350 h 51"/>
              <a:gd name="T108" fmla="*/ 38100 w 51"/>
              <a:gd name="T109" fmla="*/ 6350 h 51"/>
              <a:gd name="T110" fmla="*/ 38100 w 51"/>
              <a:gd name="T111" fmla="*/ 6350 h 5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1" h="51">
                <a:moveTo>
                  <a:pt x="12" y="2"/>
                </a:moveTo>
                <a:cubicBezTo>
                  <a:pt x="19" y="11"/>
                  <a:pt x="19" y="11"/>
                  <a:pt x="19" y="11"/>
                </a:cubicBezTo>
                <a:cubicBezTo>
                  <a:pt x="19" y="12"/>
                  <a:pt x="19" y="12"/>
                  <a:pt x="19" y="12"/>
                </a:cubicBezTo>
                <a:cubicBezTo>
                  <a:pt x="20" y="12"/>
                  <a:pt x="20" y="13"/>
                  <a:pt x="20" y="13"/>
                </a:cubicBezTo>
                <a:cubicBezTo>
                  <a:pt x="20" y="14"/>
                  <a:pt x="20" y="14"/>
                  <a:pt x="20" y="15"/>
                </a:cubicBezTo>
                <a:cubicBezTo>
                  <a:pt x="20" y="16"/>
                  <a:pt x="20" y="16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19" y="17"/>
                  <a:pt x="19" y="18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5" y="21"/>
                  <a:pt x="15" y="21"/>
                  <a:pt x="15" y="21"/>
                </a:cubicBezTo>
                <a:cubicBezTo>
                  <a:pt x="14" y="21"/>
                  <a:pt x="14" y="22"/>
                  <a:pt x="15" y="24"/>
                </a:cubicBezTo>
                <a:cubicBezTo>
                  <a:pt x="17" y="26"/>
                  <a:pt x="18" y="28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2" y="32"/>
                  <a:pt x="24" y="34"/>
                  <a:pt x="27" y="35"/>
                </a:cubicBezTo>
                <a:cubicBezTo>
                  <a:pt x="28" y="36"/>
                  <a:pt x="29" y="36"/>
                  <a:pt x="30" y="36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1"/>
                  <a:pt x="34" y="31"/>
                </a:cubicBezTo>
                <a:cubicBezTo>
                  <a:pt x="34" y="31"/>
                  <a:pt x="35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0"/>
                  <a:pt x="37" y="30"/>
                  <a:pt x="38" y="30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9" y="31"/>
                  <a:pt x="39" y="31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39"/>
                  <a:pt x="50" y="40"/>
                  <a:pt x="50" y="40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41"/>
                  <a:pt x="51" y="42"/>
                  <a:pt x="51" y="42"/>
                </a:cubicBezTo>
                <a:cubicBezTo>
                  <a:pt x="51" y="43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5"/>
                  <a:pt x="50" y="45"/>
                  <a:pt x="49" y="46"/>
                </a:cubicBezTo>
                <a:cubicBezTo>
                  <a:pt x="48" y="46"/>
                  <a:pt x="48" y="47"/>
                  <a:pt x="47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6" y="48"/>
                  <a:pt x="45" y="49"/>
                  <a:pt x="44" y="49"/>
                </a:cubicBezTo>
                <a:cubicBezTo>
                  <a:pt x="38" y="51"/>
                  <a:pt x="33" y="50"/>
                  <a:pt x="27" y="49"/>
                </a:cubicBezTo>
                <a:cubicBezTo>
                  <a:pt x="22" y="47"/>
                  <a:pt x="16" y="43"/>
                  <a:pt x="12" y="39"/>
                </a:cubicBezTo>
                <a:cubicBezTo>
                  <a:pt x="7" y="34"/>
                  <a:pt x="4" y="29"/>
                  <a:pt x="2" y="23"/>
                </a:cubicBezTo>
                <a:cubicBezTo>
                  <a:pt x="0" y="18"/>
                  <a:pt x="0" y="12"/>
                  <a:pt x="2" y="7"/>
                </a:cubicBezTo>
                <a:cubicBezTo>
                  <a:pt x="2" y="6"/>
                  <a:pt x="3" y="5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4" y="3"/>
                  <a:pt x="4" y="2"/>
                  <a:pt x="5" y="2"/>
                </a:cubicBezTo>
                <a:cubicBezTo>
                  <a:pt x="5" y="1"/>
                  <a:pt x="6" y="1"/>
                  <a:pt x="6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8" y="0"/>
                  <a:pt x="8" y="0"/>
                </a:cubicBezTo>
                <a:cubicBezTo>
                  <a:pt x="9" y="0"/>
                  <a:pt x="10" y="0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2" y="2"/>
                  <a:pt x="12" y="2"/>
                  <a:pt x="12" y="2"/>
                </a:cubicBezTo>
                <a:close/>
                <a:moveTo>
                  <a:pt x="16" y="14"/>
                </a:moveTo>
                <a:cubicBezTo>
                  <a:pt x="16" y="14"/>
                  <a:pt x="16" y="14"/>
                  <a:pt x="16" y="1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7" y="5"/>
                  <a:pt x="7" y="5"/>
                  <a:pt x="6" y="6"/>
                </a:cubicBezTo>
                <a:cubicBezTo>
                  <a:pt x="6" y="6"/>
                  <a:pt x="6" y="7"/>
                  <a:pt x="5" y="8"/>
                </a:cubicBezTo>
                <a:cubicBezTo>
                  <a:pt x="4" y="13"/>
                  <a:pt x="4" y="17"/>
                  <a:pt x="6" y="22"/>
                </a:cubicBezTo>
                <a:cubicBezTo>
                  <a:pt x="7" y="27"/>
                  <a:pt x="10" y="32"/>
                  <a:pt x="15" y="36"/>
                </a:cubicBezTo>
                <a:cubicBezTo>
                  <a:pt x="19" y="40"/>
                  <a:pt x="24" y="43"/>
                  <a:pt x="29" y="45"/>
                </a:cubicBezTo>
                <a:cubicBezTo>
                  <a:pt x="33" y="47"/>
                  <a:pt x="38" y="47"/>
                  <a:pt x="42" y="45"/>
                </a:cubicBezTo>
                <a:cubicBezTo>
                  <a:pt x="43" y="45"/>
                  <a:pt x="44" y="45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5" y="44"/>
                  <a:pt x="46" y="43"/>
                  <a:pt x="46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6" y="42"/>
                </a:cubicBezTo>
                <a:cubicBezTo>
                  <a:pt x="46" y="42"/>
                  <a:pt x="46" y="42"/>
                  <a:pt x="46" y="42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2" y="39"/>
                  <a:pt x="32" y="39"/>
                </a:cubicBezTo>
                <a:cubicBezTo>
                  <a:pt x="32" y="39"/>
                  <a:pt x="29" y="42"/>
                  <a:pt x="25" y="39"/>
                </a:cubicBezTo>
                <a:cubicBezTo>
                  <a:pt x="22" y="37"/>
                  <a:pt x="20" y="35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6" y="31"/>
                  <a:pt x="14" y="29"/>
                  <a:pt x="12" y="26"/>
                </a:cubicBezTo>
                <a:cubicBezTo>
                  <a:pt x="9" y="22"/>
                  <a:pt x="12" y="19"/>
                  <a:pt x="12" y="19"/>
                </a:cubicBezTo>
                <a:cubicBezTo>
                  <a:pt x="12" y="18"/>
                  <a:pt x="12" y="18"/>
                  <a:pt x="12" y="18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6" name="Freeform 60">
            <a:extLst>
              <a:ext uri="{FF2B5EF4-FFF2-40B4-BE49-F238E27FC236}">
                <a16:creationId xmlns:a16="http://schemas.microsoft.com/office/drawing/2014/main" id="{444E1EC4-5384-7E73-4A92-3A812F0E4402}"/>
              </a:ext>
            </a:extLst>
          </p:cNvPr>
          <p:cNvSpPr>
            <a:spLocks noEditPoints="1"/>
          </p:cNvSpPr>
          <p:nvPr/>
        </p:nvSpPr>
        <p:spPr bwMode="auto">
          <a:xfrm>
            <a:off x="10644119" y="1746698"/>
            <a:ext cx="215900" cy="218016"/>
          </a:xfrm>
          <a:custGeom>
            <a:avLst/>
            <a:gdLst>
              <a:gd name="T0" fmla="*/ 63500 w 51"/>
              <a:gd name="T1" fmla="*/ 35267 h 51"/>
              <a:gd name="T2" fmla="*/ 63500 w 51"/>
              <a:gd name="T3" fmla="*/ 51298 h 51"/>
              <a:gd name="T4" fmla="*/ 60325 w 51"/>
              <a:gd name="T5" fmla="*/ 57710 h 51"/>
              <a:gd name="T6" fmla="*/ 66675 w 51"/>
              <a:gd name="T7" fmla="*/ 96184 h 51"/>
              <a:gd name="T8" fmla="*/ 85725 w 51"/>
              <a:gd name="T9" fmla="*/ 112214 h 51"/>
              <a:gd name="T10" fmla="*/ 104775 w 51"/>
              <a:gd name="T11" fmla="*/ 102596 h 51"/>
              <a:gd name="T12" fmla="*/ 114300 w 51"/>
              <a:gd name="T13" fmla="*/ 96184 h 51"/>
              <a:gd name="T14" fmla="*/ 120650 w 51"/>
              <a:gd name="T15" fmla="*/ 96184 h 51"/>
              <a:gd name="T16" fmla="*/ 155575 w 51"/>
              <a:gd name="T17" fmla="*/ 121832 h 51"/>
              <a:gd name="T18" fmla="*/ 161925 w 51"/>
              <a:gd name="T19" fmla="*/ 134657 h 51"/>
              <a:gd name="T20" fmla="*/ 158750 w 51"/>
              <a:gd name="T21" fmla="*/ 147481 h 51"/>
              <a:gd name="T22" fmla="*/ 139700 w 51"/>
              <a:gd name="T23" fmla="*/ 157100 h 51"/>
              <a:gd name="T24" fmla="*/ 6350 w 51"/>
              <a:gd name="T25" fmla="*/ 73741 h 51"/>
              <a:gd name="T26" fmla="*/ 12700 w 51"/>
              <a:gd name="T27" fmla="*/ 12824 h 51"/>
              <a:gd name="T28" fmla="*/ 22225 w 51"/>
              <a:gd name="T29" fmla="*/ 0 h 51"/>
              <a:gd name="T30" fmla="*/ 34925 w 51"/>
              <a:gd name="T31" fmla="*/ 0 h 51"/>
              <a:gd name="T32" fmla="*/ 53975 w 51"/>
              <a:gd name="T33" fmla="*/ 41680 h 51"/>
              <a:gd name="T34" fmla="*/ 28575 w 51"/>
              <a:gd name="T35" fmla="*/ 12824 h 51"/>
              <a:gd name="T36" fmla="*/ 28575 w 51"/>
              <a:gd name="T37" fmla="*/ 12824 h 51"/>
              <a:gd name="T38" fmla="*/ 25400 w 51"/>
              <a:gd name="T39" fmla="*/ 12824 h 51"/>
              <a:gd name="T40" fmla="*/ 19050 w 51"/>
              <a:gd name="T41" fmla="*/ 70535 h 51"/>
              <a:gd name="T42" fmla="*/ 136525 w 51"/>
              <a:gd name="T43" fmla="*/ 144275 h 51"/>
              <a:gd name="T44" fmla="*/ 149225 w 51"/>
              <a:gd name="T45" fmla="*/ 137863 h 51"/>
              <a:gd name="T46" fmla="*/ 149225 w 51"/>
              <a:gd name="T47" fmla="*/ 134657 h 51"/>
              <a:gd name="T48" fmla="*/ 149225 w 51"/>
              <a:gd name="T49" fmla="*/ 134657 h 51"/>
              <a:gd name="T50" fmla="*/ 117475 w 51"/>
              <a:gd name="T51" fmla="*/ 109008 h 51"/>
              <a:gd name="T52" fmla="*/ 117475 w 51"/>
              <a:gd name="T53" fmla="*/ 109008 h 51"/>
              <a:gd name="T54" fmla="*/ 117475 w 51"/>
              <a:gd name="T55" fmla="*/ 109008 h 51"/>
              <a:gd name="T56" fmla="*/ 114300 w 51"/>
              <a:gd name="T57" fmla="*/ 109008 h 51"/>
              <a:gd name="T58" fmla="*/ 104775 w 51"/>
              <a:gd name="T59" fmla="*/ 125039 h 51"/>
              <a:gd name="T60" fmla="*/ 57150 w 51"/>
              <a:gd name="T61" fmla="*/ 105802 h 51"/>
              <a:gd name="T62" fmla="*/ 41275 w 51"/>
              <a:gd name="T63" fmla="*/ 57710 h 51"/>
              <a:gd name="T64" fmla="*/ 53975 w 51"/>
              <a:gd name="T65" fmla="*/ 48092 h 51"/>
              <a:gd name="T66" fmla="*/ 53975 w 51"/>
              <a:gd name="T67" fmla="*/ 44886 h 51"/>
              <a:gd name="T68" fmla="*/ 136525 w 51"/>
              <a:gd name="T69" fmla="*/ 28855 h 51"/>
              <a:gd name="T70" fmla="*/ 136525 w 51"/>
              <a:gd name="T71" fmla="*/ 22443 h 51"/>
              <a:gd name="T72" fmla="*/ 117475 w 51"/>
              <a:gd name="T73" fmla="*/ 0 h 51"/>
              <a:gd name="T74" fmla="*/ 88900 w 51"/>
              <a:gd name="T75" fmla="*/ 22443 h 51"/>
              <a:gd name="T76" fmla="*/ 88900 w 51"/>
              <a:gd name="T77" fmla="*/ 25649 h 51"/>
              <a:gd name="T78" fmla="*/ 88900 w 51"/>
              <a:gd name="T79" fmla="*/ 25649 h 51"/>
              <a:gd name="T80" fmla="*/ 88900 w 51"/>
              <a:gd name="T81" fmla="*/ 25649 h 51"/>
              <a:gd name="T82" fmla="*/ 88900 w 51"/>
              <a:gd name="T83" fmla="*/ 25649 h 51"/>
              <a:gd name="T84" fmla="*/ 88900 w 51"/>
              <a:gd name="T85" fmla="*/ 25649 h 51"/>
              <a:gd name="T86" fmla="*/ 88900 w 51"/>
              <a:gd name="T87" fmla="*/ 28855 h 51"/>
              <a:gd name="T88" fmla="*/ 88900 w 51"/>
              <a:gd name="T89" fmla="*/ 28855 h 51"/>
              <a:gd name="T90" fmla="*/ 88900 w 51"/>
              <a:gd name="T91" fmla="*/ 28855 h 51"/>
              <a:gd name="T92" fmla="*/ 114300 w 51"/>
              <a:gd name="T93" fmla="*/ 51298 h 51"/>
              <a:gd name="T94" fmla="*/ 101600 w 51"/>
              <a:gd name="T95" fmla="*/ 28855 h 51"/>
              <a:gd name="T96" fmla="*/ 38100 w 51"/>
              <a:gd name="T97" fmla="*/ 6412 h 51"/>
              <a:gd name="T98" fmla="*/ 38100 w 51"/>
              <a:gd name="T99" fmla="*/ 6412 h 51"/>
              <a:gd name="T100" fmla="*/ 38100 w 51"/>
              <a:gd name="T101" fmla="*/ 6412 h 51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1" h="51">
                <a:moveTo>
                  <a:pt x="12" y="2"/>
                </a:move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2"/>
                  <a:pt x="21" y="12"/>
                  <a:pt x="21" y="13"/>
                </a:cubicBezTo>
                <a:cubicBezTo>
                  <a:pt x="21" y="13"/>
                  <a:pt x="21" y="14"/>
                  <a:pt x="21" y="15"/>
                </a:cubicBezTo>
                <a:cubicBezTo>
                  <a:pt x="21" y="15"/>
                  <a:pt x="20" y="16"/>
                  <a:pt x="20" y="16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19" y="17"/>
                  <a:pt x="19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5" y="21"/>
                  <a:pt x="15" y="21"/>
                  <a:pt x="15" y="21"/>
                </a:cubicBezTo>
                <a:cubicBezTo>
                  <a:pt x="15" y="21"/>
                  <a:pt x="15" y="22"/>
                  <a:pt x="16" y="24"/>
                </a:cubicBezTo>
                <a:cubicBezTo>
                  <a:pt x="17" y="26"/>
                  <a:pt x="19" y="28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3" y="32"/>
                  <a:pt x="25" y="34"/>
                  <a:pt x="27" y="35"/>
                </a:cubicBezTo>
                <a:cubicBezTo>
                  <a:pt x="29" y="36"/>
                  <a:pt x="30" y="36"/>
                  <a:pt x="30" y="36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1"/>
                  <a:pt x="34" y="31"/>
                  <a:pt x="34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5" y="30"/>
                  <a:pt x="36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7" y="30"/>
                  <a:pt x="38" y="30"/>
                  <a:pt x="38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9" y="30"/>
                  <a:pt x="39" y="31"/>
                  <a:pt x="40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39"/>
                  <a:pt x="49" y="39"/>
                  <a:pt x="49" y="39"/>
                </a:cubicBezTo>
                <a:cubicBezTo>
                  <a:pt x="50" y="39"/>
                  <a:pt x="50" y="39"/>
                  <a:pt x="51" y="40"/>
                </a:cubicBezTo>
                <a:cubicBezTo>
                  <a:pt x="51" y="41"/>
                  <a:pt x="51" y="41"/>
                  <a:pt x="51" y="42"/>
                </a:cubicBezTo>
                <a:cubicBezTo>
                  <a:pt x="51" y="43"/>
                  <a:pt x="51" y="43"/>
                  <a:pt x="51" y="44"/>
                </a:cubicBezTo>
                <a:cubicBezTo>
                  <a:pt x="51" y="44"/>
                  <a:pt x="51" y="44"/>
                  <a:pt x="51" y="44"/>
                </a:cubicBezTo>
                <a:cubicBezTo>
                  <a:pt x="51" y="45"/>
                  <a:pt x="50" y="45"/>
                  <a:pt x="50" y="46"/>
                </a:cubicBezTo>
                <a:cubicBezTo>
                  <a:pt x="49" y="46"/>
                  <a:pt x="48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6" y="48"/>
                  <a:pt x="45" y="48"/>
                  <a:pt x="44" y="49"/>
                </a:cubicBezTo>
                <a:cubicBezTo>
                  <a:pt x="39" y="51"/>
                  <a:pt x="33" y="50"/>
                  <a:pt x="28" y="48"/>
                </a:cubicBezTo>
                <a:cubicBezTo>
                  <a:pt x="22" y="47"/>
                  <a:pt x="17" y="43"/>
                  <a:pt x="12" y="39"/>
                </a:cubicBezTo>
                <a:cubicBezTo>
                  <a:pt x="8" y="34"/>
                  <a:pt x="4" y="29"/>
                  <a:pt x="2" y="23"/>
                </a:cubicBezTo>
                <a:cubicBezTo>
                  <a:pt x="1" y="18"/>
                  <a:pt x="0" y="12"/>
                  <a:pt x="2" y="7"/>
                </a:cubicBezTo>
                <a:cubicBezTo>
                  <a:pt x="3" y="6"/>
                  <a:pt x="3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3"/>
                  <a:pt x="5" y="2"/>
                  <a:pt x="5" y="1"/>
                </a:cubicBezTo>
                <a:cubicBezTo>
                  <a:pt x="6" y="1"/>
                  <a:pt x="6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8" y="0"/>
                  <a:pt x="8" y="0"/>
                  <a:pt x="9" y="0"/>
                </a:cubicBezTo>
                <a:cubicBezTo>
                  <a:pt x="10" y="0"/>
                  <a:pt x="10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2" y="2"/>
                  <a:pt x="12" y="2"/>
                  <a:pt x="12" y="2"/>
                </a:cubicBezTo>
                <a:close/>
                <a:moveTo>
                  <a:pt x="17" y="13"/>
                </a:moveTo>
                <a:cubicBezTo>
                  <a:pt x="17" y="13"/>
                  <a:pt x="17" y="13"/>
                  <a:pt x="17" y="13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7" y="5"/>
                  <a:pt x="7" y="6"/>
                </a:cubicBezTo>
                <a:cubicBezTo>
                  <a:pt x="6" y="6"/>
                  <a:pt x="6" y="7"/>
                  <a:pt x="6" y="8"/>
                </a:cubicBezTo>
                <a:cubicBezTo>
                  <a:pt x="4" y="12"/>
                  <a:pt x="5" y="17"/>
                  <a:pt x="6" y="22"/>
                </a:cubicBezTo>
                <a:cubicBezTo>
                  <a:pt x="8" y="27"/>
                  <a:pt x="11" y="32"/>
                  <a:pt x="15" y="36"/>
                </a:cubicBezTo>
                <a:cubicBezTo>
                  <a:pt x="19" y="40"/>
                  <a:pt x="24" y="43"/>
                  <a:pt x="29" y="45"/>
                </a:cubicBezTo>
                <a:cubicBezTo>
                  <a:pt x="34" y="46"/>
                  <a:pt x="39" y="47"/>
                  <a:pt x="43" y="45"/>
                </a:cubicBezTo>
                <a:cubicBezTo>
                  <a:pt x="44" y="45"/>
                  <a:pt x="45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6" y="44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1"/>
                  <a:pt x="47" y="41"/>
                  <a:pt x="47" y="41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3" y="39"/>
                  <a:pt x="33" y="39"/>
                </a:cubicBezTo>
                <a:cubicBezTo>
                  <a:pt x="33" y="39"/>
                  <a:pt x="29" y="41"/>
                  <a:pt x="25" y="38"/>
                </a:cubicBezTo>
                <a:cubicBezTo>
                  <a:pt x="23" y="37"/>
                  <a:pt x="20" y="35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6" y="31"/>
                  <a:pt x="14" y="28"/>
                  <a:pt x="13" y="26"/>
                </a:cubicBezTo>
                <a:cubicBezTo>
                  <a:pt x="10" y="22"/>
                  <a:pt x="12" y="18"/>
                  <a:pt x="12" y="18"/>
                </a:cubicBezTo>
                <a:cubicBezTo>
                  <a:pt x="12" y="18"/>
                  <a:pt x="12" y="18"/>
                  <a:pt x="13" y="18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3"/>
                  <a:pt x="17" y="13"/>
                  <a:pt x="17" y="13"/>
                </a:cubicBezTo>
                <a:close/>
                <a:moveTo>
                  <a:pt x="43" y="9"/>
                </a:moveTo>
                <a:cubicBezTo>
                  <a:pt x="43" y="9"/>
                  <a:pt x="43" y="9"/>
                  <a:pt x="43" y="9"/>
                </a:cubicBezTo>
                <a:cubicBezTo>
                  <a:pt x="44" y="9"/>
                  <a:pt x="44" y="9"/>
                  <a:pt x="44" y="8"/>
                </a:cubicBezTo>
                <a:cubicBezTo>
                  <a:pt x="44" y="8"/>
                  <a:pt x="44" y="7"/>
                  <a:pt x="43" y="7"/>
                </a:cubicBezTo>
                <a:cubicBezTo>
                  <a:pt x="32" y="7"/>
                  <a:pt x="32" y="7"/>
                  <a:pt x="32" y="7"/>
                </a:cubicBezTo>
                <a:cubicBezTo>
                  <a:pt x="37" y="2"/>
                  <a:pt x="37" y="2"/>
                  <a:pt x="37" y="2"/>
                </a:cubicBezTo>
                <a:cubicBezTo>
                  <a:pt x="38" y="1"/>
                  <a:pt x="38" y="1"/>
                  <a:pt x="37" y="0"/>
                </a:cubicBezTo>
                <a:cubicBezTo>
                  <a:pt x="37" y="0"/>
                  <a:pt x="36" y="0"/>
                  <a:pt x="36" y="0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17"/>
                  <a:pt x="37" y="17"/>
                  <a:pt x="37" y="16"/>
                </a:cubicBezTo>
                <a:cubicBezTo>
                  <a:pt x="38" y="16"/>
                  <a:pt x="38" y="15"/>
                  <a:pt x="37" y="15"/>
                </a:cubicBezTo>
                <a:cubicBezTo>
                  <a:pt x="32" y="9"/>
                  <a:pt x="32" y="9"/>
                  <a:pt x="32" y="9"/>
                </a:cubicBezTo>
                <a:cubicBezTo>
                  <a:pt x="43" y="9"/>
                  <a:pt x="43" y="9"/>
                  <a:pt x="43" y="9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7" name="Freeform 61">
            <a:extLst>
              <a:ext uri="{FF2B5EF4-FFF2-40B4-BE49-F238E27FC236}">
                <a16:creationId xmlns:a16="http://schemas.microsoft.com/office/drawing/2014/main" id="{DB513D31-D099-D7F1-F6D6-DF6C4DBF4A96}"/>
              </a:ext>
            </a:extLst>
          </p:cNvPr>
          <p:cNvSpPr>
            <a:spLocks noEditPoints="1"/>
          </p:cNvSpPr>
          <p:nvPr/>
        </p:nvSpPr>
        <p:spPr bwMode="auto">
          <a:xfrm>
            <a:off x="11016651" y="1746698"/>
            <a:ext cx="218016" cy="218016"/>
          </a:xfrm>
          <a:custGeom>
            <a:avLst/>
            <a:gdLst>
              <a:gd name="T0" fmla="*/ 60916 w 51"/>
              <a:gd name="T1" fmla="*/ 35267 h 51"/>
              <a:gd name="T2" fmla="*/ 64122 w 51"/>
              <a:gd name="T3" fmla="*/ 51298 h 51"/>
              <a:gd name="T4" fmla="*/ 57710 w 51"/>
              <a:gd name="T5" fmla="*/ 57710 h 51"/>
              <a:gd name="T6" fmla="*/ 64122 w 51"/>
              <a:gd name="T7" fmla="*/ 96184 h 51"/>
              <a:gd name="T8" fmla="*/ 86565 w 51"/>
              <a:gd name="T9" fmla="*/ 112214 h 51"/>
              <a:gd name="T10" fmla="*/ 109008 w 51"/>
              <a:gd name="T11" fmla="*/ 99390 h 51"/>
              <a:gd name="T12" fmla="*/ 121832 w 51"/>
              <a:gd name="T13" fmla="*/ 96184 h 51"/>
              <a:gd name="T14" fmla="*/ 125039 w 51"/>
              <a:gd name="T15" fmla="*/ 99390 h 51"/>
              <a:gd name="T16" fmla="*/ 160306 w 51"/>
              <a:gd name="T17" fmla="*/ 128245 h 51"/>
              <a:gd name="T18" fmla="*/ 160306 w 51"/>
              <a:gd name="T19" fmla="*/ 141069 h 51"/>
              <a:gd name="T20" fmla="*/ 150688 w 51"/>
              <a:gd name="T21" fmla="*/ 150688 h 51"/>
              <a:gd name="T22" fmla="*/ 38473 w 51"/>
              <a:gd name="T23" fmla="*/ 125039 h 51"/>
              <a:gd name="T24" fmla="*/ 9618 w 51"/>
              <a:gd name="T25" fmla="*/ 12824 h 51"/>
              <a:gd name="T26" fmla="*/ 19237 w 51"/>
              <a:gd name="T27" fmla="*/ 0 h 51"/>
              <a:gd name="T28" fmla="*/ 32061 w 51"/>
              <a:gd name="T29" fmla="*/ 0 h 51"/>
              <a:gd name="T30" fmla="*/ 51298 w 51"/>
              <a:gd name="T31" fmla="*/ 41680 h 51"/>
              <a:gd name="T32" fmla="*/ 28855 w 51"/>
              <a:gd name="T33" fmla="*/ 12824 h 51"/>
              <a:gd name="T34" fmla="*/ 25649 w 51"/>
              <a:gd name="T35" fmla="*/ 12824 h 51"/>
              <a:gd name="T36" fmla="*/ 25649 w 51"/>
              <a:gd name="T37" fmla="*/ 12824 h 51"/>
              <a:gd name="T38" fmla="*/ 16031 w 51"/>
              <a:gd name="T39" fmla="*/ 25649 h 51"/>
              <a:gd name="T40" fmla="*/ 92977 w 51"/>
              <a:gd name="T41" fmla="*/ 144275 h 51"/>
              <a:gd name="T42" fmla="*/ 144275 w 51"/>
              <a:gd name="T43" fmla="*/ 141069 h 51"/>
              <a:gd name="T44" fmla="*/ 150688 w 51"/>
              <a:gd name="T45" fmla="*/ 137863 h 51"/>
              <a:gd name="T46" fmla="*/ 150688 w 51"/>
              <a:gd name="T47" fmla="*/ 134657 h 51"/>
              <a:gd name="T48" fmla="*/ 147481 w 51"/>
              <a:gd name="T49" fmla="*/ 131451 h 51"/>
              <a:gd name="T50" fmla="*/ 118626 w 51"/>
              <a:gd name="T51" fmla="*/ 109008 h 51"/>
              <a:gd name="T52" fmla="*/ 115420 w 51"/>
              <a:gd name="T53" fmla="*/ 109008 h 51"/>
              <a:gd name="T54" fmla="*/ 115420 w 51"/>
              <a:gd name="T55" fmla="*/ 109008 h 51"/>
              <a:gd name="T56" fmla="*/ 102596 w 51"/>
              <a:gd name="T57" fmla="*/ 125039 h 51"/>
              <a:gd name="T58" fmla="*/ 57710 w 51"/>
              <a:gd name="T59" fmla="*/ 105802 h 51"/>
              <a:gd name="T60" fmla="*/ 38473 w 51"/>
              <a:gd name="T61" fmla="*/ 57710 h 51"/>
              <a:gd name="T62" fmla="*/ 51298 w 51"/>
              <a:gd name="T63" fmla="*/ 48092 h 51"/>
              <a:gd name="T64" fmla="*/ 51298 w 51"/>
              <a:gd name="T65" fmla="*/ 44886 h 51"/>
              <a:gd name="T66" fmla="*/ 51298 w 51"/>
              <a:gd name="T67" fmla="*/ 41680 h 51"/>
              <a:gd name="T68" fmla="*/ 128245 w 51"/>
              <a:gd name="T69" fmla="*/ 28855 h 51"/>
              <a:gd name="T70" fmla="*/ 115420 w 51"/>
              <a:gd name="T71" fmla="*/ 51298 h 51"/>
              <a:gd name="T72" fmla="*/ 137863 w 51"/>
              <a:gd name="T73" fmla="*/ 28855 h 51"/>
              <a:gd name="T74" fmla="*/ 137863 w 51"/>
              <a:gd name="T75" fmla="*/ 28855 h 51"/>
              <a:gd name="T76" fmla="*/ 141069 w 51"/>
              <a:gd name="T77" fmla="*/ 28855 h 51"/>
              <a:gd name="T78" fmla="*/ 141069 w 51"/>
              <a:gd name="T79" fmla="*/ 25649 h 51"/>
              <a:gd name="T80" fmla="*/ 141069 w 51"/>
              <a:gd name="T81" fmla="*/ 25649 h 51"/>
              <a:gd name="T82" fmla="*/ 141069 w 51"/>
              <a:gd name="T83" fmla="*/ 25649 h 51"/>
              <a:gd name="T84" fmla="*/ 141069 w 51"/>
              <a:gd name="T85" fmla="*/ 25649 h 51"/>
              <a:gd name="T86" fmla="*/ 137863 w 51"/>
              <a:gd name="T87" fmla="*/ 25649 h 51"/>
              <a:gd name="T88" fmla="*/ 137863 w 51"/>
              <a:gd name="T89" fmla="*/ 22443 h 51"/>
              <a:gd name="T90" fmla="*/ 109008 w 51"/>
              <a:gd name="T91" fmla="*/ 0 h 51"/>
              <a:gd name="T92" fmla="*/ 92977 w 51"/>
              <a:gd name="T93" fmla="*/ 22443 h 51"/>
              <a:gd name="T94" fmla="*/ 38473 w 51"/>
              <a:gd name="T95" fmla="*/ 6412 h 51"/>
              <a:gd name="T96" fmla="*/ 38473 w 51"/>
              <a:gd name="T97" fmla="*/ 6412 h 5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" h="51">
                <a:moveTo>
                  <a:pt x="12" y="2"/>
                </a:move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20" y="12"/>
                  <a:pt x="20" y="12"/>
                  <a:pt x="20" y="13"/>
                </a:cubicBezTo>
                <a:cubicBezTo>
                  <a:pt x="20" y="13"/>
                  <a:pt x="20" y="14"/>
                  <a:pt x="20" y="15"/>
                </a:cubicBezTo>
                <a:cubicBezTo>
                  <a:pt x="20" y="15"/>
                  <a:pt x="20" y="16"/>
                  <a:pt x="20" y="16"/>
                </a:cubicBezTo>
                <a:cubicBezTo>
                  <a:pt x="20" y="17"/>
                  <a:pt x="20" y="17"/>
                  <a:pt x="20" y="17"/>
                </a:cubicBezTo>
                <a:cubicBezTo>
                  <a:pt x="19" y="17"/>
                  <a:pt x="19" y="17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5" y="21"/>
                  <a:pt x="15" y="21"/>
                  <a:pt x="15" y="21"/>
                </a:cubicBezTo>
                <a:cubicBezTo>
                  <a:pt x="14" y="21"/>
                  <a:pt x="14" y="22"/>
                  <a:pt x="15" y="24"/>
                </a:cubicBezTo>
                <a:cubicBezTo>
                  <a:pt x="17" y="26"/>
                  <a:pt x="18" y="28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2" y="32"/>
                  <a:pt x="24" y="34"/>
                  <a:pt x="27" y="35"/>
                </a:cubicBezTo>
                <a:cubicBezTo>
                  <a:pt x="28" y="36"/>
                  <a:pt x="29" y="36"/>
                  <a:pt x="30" y="36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1"/>
                  <a:pt x="33" y="31"/>
                  <a:pt x="34" y="31"/>
                </a:cubicBezTo>
                <a:cubicBezTo>
                  <a:pt x="34" y="30"/>
                  <a:pt x="35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0"/>
                  <a:pt x="37" y="30"/>
                  <a:pt x="38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9" y="31"/>
                  <a:pt x="39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39"/>
                  <a:pt x="50" y="39"/>
                  <a:pt x="50" y="40"/>
                </a:cubicBezTo>
                <a:cubicBezTo>
                  <a:pt x="50" y="41"/>
                  <a:pt x="51" y="41"/>
                  <a:pt x="51" y="42"/>
                </a:cubicBezTo>
                <a:cubicBezTo>
                  <a:pt x="51" y="43"/>
                  <a:pt x="50" y="43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5"/>
                  <a:pt x="50" y="45"/>
                  <a:pt x="49" y="46"/>
                </a:cubicBezTo>
                <a:cubicBezTo>
                  <a:pt x="48" y="46"/>
                  <a:pt x="48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6" y="48"/>
                  <a:pt x="45" y="48"/>
                  <a:pt x="44" y="49"/>
                </a:cubicBezTo>
                <a:cubicBezTo>
                  <a:pt x="38" y="51"/>
                  <a:pt x="33" y="50"/>
                  <a:pt x="27" y="48"/>
                </a:cubicBezTo>
                <a:cubicBezTo>
                  <a:pt x="22" y="47"/>
                  <a:pt x="16" y="43"/>
                  <a:pt x="12" y="39"/>
                </a:cubicBezTo>
                <a:cubicBezTo>
                  <a:pt x="7" y="34"/>
                  <a:pt x="4" y="29"/>
                  <a:pt x="2" y="23"/>
                </a:cubicBezTo>
                <a:cubicBezTo>
                  <a:pt x="0" y="18"/>
                  <a:pt x="0" y="12"/>
                  <a:pt x="2" y="7"/>
                </a:cubicBezTo>
                <a:cubicBezTo>
                  <a:pt x="2" y="6"/>
                  <a:pt x="2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4" y="3"/>
                  <a:pt x="4" y="2"/>
                  <a:pt x="5" y="1"/>
                </a:cubicBezTo>
                <a:cubicBezTo>
                  <a:pt x="5" y="1"/>
                  <a:pt x="6" y="0"/>
                  <a:pt x="6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8" y="0"/>
                  <a:pt x="8" y="0"/>
                </a:cubicBezTo>
                <a:cubicBezTo>
                  <a:pt x="9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2" y="2"/>
                  <a:pt x="12" y="2"/>
                  <a:pt x="12" y="2"/>
                </a:cubicBezTo>
                <a:close/>
                <a:moveTo>
                  <a:pt x="16" y="13"/>
                </a:moveTo>
                <a:cubicBezTo>
                  <a:pt x="16" y="13"/>
                  <a:pt x="16" y="13"/>
                  <a:pt x="16" y="13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7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7"/>
                  <a:pt x="5" y="8"/>
                </a:cubicBezTo>
                <a:cubicBezTo>
                  <a:pt x="4" y="12"/>
                  <a:pt x="4" y="17"/>
                  <a:pt x="6" y="22"/>
                </a:cubicBezTo>
                <a:cubicBezTo>
                  <a:pt x="7" y="27"/>
                  <a:pt x="10" y="32"/>
                  <a:pt x="15" y="36"/>
                </a:cubicBezTo>
                <a:cubicBezTo>
                  <a:pt x="19" y="40"/>
                  <a:pt x="23" y="43"/>
                  <a:pt x="29" y="45"/>
                </a:cubicBezTo>
                <a:cubicBezTo>
                  <a:pt x="33" y="46"/>
                  <a:pt x="38" y="47"/>
                  <a:pt x="42" y="45"/>
                </a:cubicBezTo>
                <a:cubicBezTo>
                  <a:pt x="43" y="45"/>
                  <a:pt x="44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5" y="44"/>
                  <a:pt x="46" y="43"/>
                  <a:pt x="46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6" y="42"/>
                </a:cubicBezTo>
                <a:cubicBezTo>
                  <a:pt x="46" y="41"/>
                  <a:pt x="46" y="41"/>
                  <a:pt x="46" y="41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2" y="39"/>
                  <a:pt x="32" y="39"/>
                </a:cubicBezTo>
                <a:cubicBezTo>
                  <a:pt x="32" y="39"/>
                  <a:pt x="29" y="41"/>
                  <a:pt x="25" y="38"/>
                </a:cubicBezTo>
                <a:cubicBezTo>
                  <a:pt x="22" y="37"/>
                  <a:pt x="20" y="35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6" y="31"/>
                  <a:pt x="14" y="28"/>
                  <a:pt x="12" y="26"/>
                </a:cubicBezTo>
                <a:cubicBezTo>
                  <a:pt x="9" y="22"/>
                  <a:pt x="11" y="18"/>
                  <a:pt x="11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3"/>
                  <a:pt x="16" y="13"/>
                  <a:pt x="16" y="13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6"/>
                  <a:pt x="34" y="16"/>
                </a:cubicBezTo>
                <a:cubicBezTo>
                  <a:pt x="35" y="17"/>
                  <a:pt x="36" y="17"/>
                  <a:pt x="36" y="16"/>
                </a:cubicBezTo>
                <a:cubicBezTo>
                  <a:pt x="43" y="9"/>
                  <a:pt x="43" y="9"/>
                  <a:pt x="43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5" y="0"/>
                  <a:pt x="34" y="0"/>
                </a:cubicBezTo>
                <a:cubicBezTo>
                  <a:pt x="34" y="1"/>
                  <a:pt x="34" y="1"/>
                  <a:pt x="34" y="2"/>
                </a:cubicBezTo>
                <a:cubicBezTo>
                  <a:pt x="40" y="7"/>
                  <a:pt x="40" y="7"/>
                  <a:pt x="40" y="7"/>
                </a:cubicBezTo>
                <a:cubicBezTo>
                  <a:pt x="29" y="7"/>
                  <a:pt x="29" y="7"/>
                  <a:pt x="29" y="7"/>
                </a:cubicBezTo>
                <a:cubicBezTo>
                  <a:pt x="28" y="7"/>
                  <a:pt x="27" y="8"/>
                  <a:pt x="27" y="8"/>
                </a:cubicBezTo>
                <a:cubicBezTo>
                  <a:pt x="27" y="9"/>
                  <a:pt x="28" y="9"/>
                  <a:pt x="29" y="9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8" name="Freeform 62">
            <a:extLst>
              <a:ext uri="{FF2B5EF4-FFF2-40B4-BE49-F238E27FC236}">
                <a16:creationId xmlns:a16="http://schemas.microsoft.com/office/drawing/2014/main" id="{7A349BF6-24FC-71F4-C8F5-B97F070A0886}"/>
              </a:ext>
            </a:extLst>
          </p:cNvPr>
          <p:cNvSpPr>
            <a:spLocks noEditPoints="1"/>
          </p:cNvSpPr>
          <p:nvPr/>
        </p:nvSpPr>
        <p:spPr bwMode="auto">
          <a:xfrm>
            <a:off x="7678667" y="1336065"/>
            <a:ext cx="211667" cy="211667"/>
          </a:xfrm>
          <a:custGeom>
            <a:avLst/>
            <a:gdLst>
              <a:gd name="T0" fmla="*/ 6350 w 50"/>
              <a:gd name="T1" fmla="*/ 0 h 50"/>
              <a:gd name="T2" fmla="*/ 76200 w 50"/>
              <a:gd name="T3" fmla="*/ 6350 h 50"/>
              <a:gd name="T4" fmla="*/ 76200 w 50"/>
              <a:gd name="T5" fmla="*/ 69850 h 50"/>
              <a:gd name="T6" fmla="*/ 69850 w 50"/>
              <a:gd name="T7" fmla="*/ 76200 h 50"/>
              <a:gd name="T8" fmla="*/ 0 w 50"/>
              <a:gd name="T9" fmla="*/ 69850 h 50"/>
              <a:gd name="T10" fmla="*/ 0 w 50"/>
              <a:gd name="T11" fmla="*/ 6350 h 50"/>
              <a:gd name="T12" fmla="*/ 63500 w 50"/>
              <a:gd name="T13" fmla="*/ 12700 h 50"/>
              <a:gd name="T14" fmla="*/ 12700 w 50"/>
              <a:gd name="T15" fmla="*/ 12700 h 50"/>
              <a:gd name="T16" fmla="*/ 63500 w 50"/>
              <a:gd name="T17" fmla="*/ 63500 h 50"/>
              <a:gd name="T18" fmla="*/ 146050 w 50"/>
              <a:gd name="T19" fmla="*/ 12700 h 50"/>
              <a:gd name="T20" fmla="*/ 95250 w 50"/>
              <a:gd name="T21" fmla="*/ 12700 h 50"/>
              <a:gd name="T22" fmla="*/ 146050 w 50"/>
              <a:gd name="T23" fmla="*/ 63500 h 50"/>
              <a:gd name="T24" fmla="*/ 88900 w 50"/>
              <a:gd name="T25" fmla="*/ 0 h 50"/>
              <a:gd name="T26" fmla="*/ 152400 w 50"/>
              <a:gd name="T27" fmla="*/ 0 h 50"/>
              <a:gd name="T28" fmla="*/ 158750 w 50"/>
              <a:gd name="T29" fmla="*/ 6350 h 50"/>
              <a:gd name="T30" fmla="*/ 158750 w 50"/>
              <a:gd name="T31" fmla="*/ 69850 h 50"/>
              <a:gd name="T32" fmla="*/ 88900 w 50"/>
              <a:gd name="T33" fmla="*/ 76200 h 50"/>
              <a:gd name="T34" fmla="*/ 82550 w 50"/>
              <a:gd name="T35" fmla="*/ 69850 h 50"/>
              <a:gd name="T36" fmla="*/ 82550 w 50"/>
              <a:gd name="T37" fmla="*/ 6350 h 50"/>
              <a:gd name="T38" fmla="*/ 12700 w 50"/>
              <a:gd name="T39" fmla="*/ 146050 h 50"/>
              <a:gd name="T40" fmla="*/ 63500 w 50"/>
              <a:gd name="T41" fmla="*/ 146050 h 50"/>
              <a:gd name="T42" fmla="*/ 12700 w 50"/>
              <a:gd name="T43" fmla="*/ 95250 h 50"/>
              <a:gd name="T44" fmla="*/ 69850 w 50"/>
              <a:gd name="T45" fmla="*/ 158750 h 50"/>
              <a:gd name="T46" fmla="*/ 6350 w 50"/>
              <a:gd name="T47" fmla="*/ 158750 h 50"/>
              <a:gd name="T48" fmla="*/ 0 w 50"/>
              <a:gd name="T49" fmla="*/ 152400 h 50"/>
              <a:gd name="T50" fmla="*/ 0 w 50"/>
              <a:gd name="T51" fmla="*/ 88900 h 50"/>
              <a:gd name="T52" fmla="*/ 69850 w 50"/>
              <a:gd name="T53" fmla="*/ 82550 h 50"/>
              <a:gd name="T54" fmla="*/ 76200 w 50"/>
              <a:gd name="T55" fmla="*/ 88900 h 50"/>
              <a:gd name="T56" fmla="*/ 76200 w 50"/>
              <a:gd name="T57" fmla="*/ 152400 h 50"/>
              <a:gd name="T58" fmla="*/ 152400 w 50"/>
              <a:gd name="T59" fmla="*/ 158750 h 50"/>
              <a:gd name="T60" fmla="*/ 152400 w 50"/>
              <a:gd name="T61" fmla="*/ 158750 h 50"/>
              <a:gd name="T62" fmla="*/ 82550 w 50"/>
              <a:gd name="T63" fmla="*/ 152400 h 50"/>
              <a:gd name="T64" fmla="*/ 82550 w 50"/>
              <a:gd name="T65" fmla="*/ 88900 h 50"/>
              <a:gd name="T66" fmla="*/ 88900 w 50"/>
              <a:gd name="T67" fmla="*/ 82550 h 50"/>
              <a:gd name="T68" fmla="*/ 158750 w 50"/>
              <a:gd name="T69" fmla="*/ 88900 h 50"/>
              <a:gd name="T70" fmla="*/ 158750 w 50"/>
              <a:gd name="T71" fmla="*/ 152400 h 50"/>
              <a:gd name="T72" fmla="*/ 95250 w 50"/>
              <a:gd name="T73" fmla="*/ 146050 h 50"/>
              <a:gd name="T74" fmla="*/ 146050 w 50"/>
              <a:gd name="T75" fmla="*/ 146050 h 50"/>
              <a:gd name="T76" fmla="*/ 95250 w 50"/>
              <a:gd name="T77" fmla="*/ 95250 h 5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0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2"/>
                  <a:pt x="24" y="2"/>
                  <a:pt x="24" y="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3"/>
                  <a:pt x="23" y="24"/>
                  <a:pt x="22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4"/>
                  <a:pt x="0" y="23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0" y="4"/>
                </a:moveTo>
                <a:cubicBezTo>
                  <a:pt x="20" y="4"/>
                  <a:pt x="20" y="4"/>
                  <a:pt x="20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0"/>
                  <a:pt x="4" y="20"/>
                  <a:pt x="4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4"/>
                  <a:pt x="20" y="4"/>
                  <a:pt x="20" y="4"/>
                </a:cubicBezTo>
                <a:close/>
                <a:moveTo>
                  <a:pt x="46" y="4"/>
                </a:moveTo>
                <a:cubicBezTo>
                  <a:pt x="46" y="4"/>
                  <a:pt x="46" y="4"/>
                  <a:pt x="46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20"/>
                  <a:pt x="30" y="20"/>
                  <a:pt x="30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6" y="4"/>
                  <a:pt x="46" y="4"/>
                  <a:pt x="46" y="4"/>
                </a:cubicBezTo>
                <a:close/>
                <a:moveTo>
                  <a:pt x="28" y="0"/>
                </a:moveTo>
                <a:cubicBezTo>
                  <a:pt x="28" y="0"/>
                  <a:pt x="28" y="0"/>
                  <a:pt x="2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3"/>
                  <a:pt x="49" y="24"/>
                  <a:pt x="48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7" y="24"/>
                  <a:pt x="26" y="23"/>
                  <a:pt x="26" y="22"/>
                </a:cubicBezTo>
                <a:cubicBezTo>
                  <a:pt x="26" y="2"/>
                  <a:pt x="26" y="2"/>
                  <a:pt x="26" y="2"/>
                </a:cubicBezTo>
                <a:cubicBezTo>
                  <a:pt x="26" y="2"/>
                  <a:pt x="26" y="2"/>
                  <a:pt x="26" y="2"/>
                </a:cubicBezTo>
                <a:cubicBezTo>
                  <a:pt x="26" y="1"/>
                  <a:pt x="27" y="0"/>
                  <a:pt x="28" y="0"/>
                </a:cubicBezTo>
                <a:close/>
                <a:moveTo>
                  <a:pt x="4" y="46"/>
                </a:moveTo>
                <a:cubicBezTo>
                  <a:pt x="4" y="46"/>
                  <a:pt x="4" y="46"/>
                  <a:pt x="4" y="46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30"/>
                  <a:pt x="20" y="30"/>
                  <a:pt x="20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4" y="46"/>
                  <a:pt x="4" y="46"/>
                  <a:pt x="4" y="46"/>
                </a:cubicBezTo>
                <a:close/>
                <a:moveTo>
                  <a:pt x="22" y="50"/>
                </a:moveTo>
                <a:cubicBezTo>
                  <a:pt x="22" y="50"/>
                  <a:pt x="22" y="50"/>
                  <a:pt x="22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1" y="26"/>
                  <a:pt x="2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3" y="26"/>
                  <a:pt x="24" y="27"/>
                  <a:pt x="24" y="2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9"/>
                  <a:pt x="23" y="50"/>
                  <a:pt x="22" y="50"/>
                </a:cubicBezTo>
                <a:close/>
                <a:moveTo>
                  <a:pt x="48" y="50"/>
                </a:moveTo>
                <a:cubicBezTo>
                  <a:pt x="48" y="50"/>
                  <a:pt x="48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28" y="50"/>
                  <a:pt x="28" y="50"/>
                  <a:pt x="28" y="50"/>
                </a:cubicBezTo>
                <a:cubicBezTo>
                  <a:pt x="27" y="50"/>
                  <a:pt x="26" y="49"/>
                  <a:pt x="26" y="48"/>
                </a:cubicBezTo>
                <a:cubicBezTo>
                  <a:pt x="26" y="48"/>
                  <a:pt x="26" y="48"/>
                  <a:pt x="26" y="4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7"/>
                  <a:pt x="27" y="26"/>
                  <a:pt x="28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9" y="26"/>
                  <a:pt x="50" y="27"/>
                  <a:pt x="50" y="28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49" y="50"/>
                  <a:pt x="48" y="50"/>
                </a:cubicBezTo>
                <a:close/>
                <a:moveTo>
                  <a:pt x="30" y="46"/>
                </a:moveTo>
                <a:cubicBezTo>
                  <a:pt x="30" y="46"/>
                  <a:pt x="30" y="46"/>
                  <a:pt x="30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30"/>
                  <a:pt x="46" y="30"/>
                  <a:pt x="46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46"/>
                  <a:pt x="30" y="46"/>
                  <a:pt x="30" y="4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9" name="Freeform 63">
            <a:extLst>
              <a:ext uri="{FF2B5EF4-FFF2-40B4-BE49-F238E27FC236}">
                <a16:creationId xmlns:a16="http://schemas.microsoft.com/office/drawing/2014/main" id="{934D6B6E-266D-A290-5DCE-776115FD8510}"/>
              </a:ext>
            </a:extLst>
          </p:cNvPr>
          <p:cNvSpPr>
            <a:spLocks noEditPoints="1"/>
          </p:cNvSpPr>
          <p:nvPr/>
        </p:nvSpPr>
        <p:spPr bwMode="auto">
          <a:xfrm>
            <a:off x="8063901" y="1336065"/>
            <a:ext cx="177800" cy="211667"/>
          </a:xfrm>
          <a:custGeom>
            <a:avLst/>
            <a:gdLst>
              <a:gd name="T0" fmla="*/ 0 w 42"/>
              <a:gd name="T1" fmla="*/ 44450 h 50"/>
              <a:gd name="T2" fmla="*/ 111125 w 42"/>
              <a:gd name="T3" fmla="*/ 38100 h 50"/>
              <a:gd name="T4" fmla="*/ 85725 w 42"/>
              <a:gd name="T5" fmla="*/ 3175 h 50"/>
              <a:gd name="T6" fmla="*/ 130175 w 42"/>
              <a:gd name="T7" fmla="*/ 41275 h 50"/>
              <a:gd name="T8" fmla="*/ 133350 w 42"/>
              <a:gd name="T9" fmla="*/ 41275 h 50"/>
              <a:gd name="T10" fmla="*/ 133350 w 42"/>
              <a:gd name="T11" fmla="*/ 41275 h 50"/>
              <a:gd name="T12" fmla="*/ 133350 w 42"/>
              <a:gd name="T13" fmla="*/ 41275 h 50"/>
              <a:gd name="T14" fmla="*/ 133350 w 42"/>
              <a:gd name="T15" fmla="*/ 41275 h 50"/>
              <a:gd name="T16" fmla="*/ 133350 w 42"/>
              <a:gd name="T17" fmla="*/ 44450 h 50"/>
              <a:gd name="T18" fmla="*/ 133350 w 42"/>
              <a:gd name="T19" fmla="*/ 44450 h 50"/>
              <a:gd name="T20" fmla="*/ 133350 w 42"/>
              <a:gd name="T21" fmla="*/ 44450 h 50"/>
              <a:gd name="T22" fmla="*/ 133350 w 42"/>
              <a:gd name="T23" fmla="*/ 44450 h 50"/>
              <a:gd name="T24" fmla="*/ 133350 w 42"/>
              <a:gd name="T25" fmla="*/ 44450 h 50"/>
              <a:gd name="T26" fmla="*/ 133350 w 42"/>
              <a:gd name="T27" fmla="*/ 47625 h 50"/>
              <a:gd name="T28" fmla="*/ 133350 w 42"/>
              <a:gd name="T29" fmla="*/ 47625 h 50"/>
              <a:gd name="T30" fmla="*/ 133350 w 42"/>
              <a:gd name="T31" fmla="*/ 47625 h 50"/>
              <a:gd name="T32" fmla="*/ 133350 w 42"/>
              <a:gd name="T33" fmla="*/ 47625 h 50"/>
              <a:gd name="T34" fmla="*/ 133350 w 42"/>
              <a:gd name="T35" fmla="*/ 47625 h 50"/>
              <a:gd name="T36" fmla="*/ 92075 w 42"/>
              <a:gd name="T37" fmla="*/ 88900 h 50"/>
              <a:gd name="T38" fmla="*/ 85725 w 42"/>
              <a:gd name="T39" fmla="*/ 79375 h 50"/>
              <a:gd name="T40" fmla="*/ 3175 w 42"/>
              <a:gd name="T41" fmla="*/ 50800 h 50"/>
              <a:gd name="T42" fmla="*/ 133350 w 42"/>
              <a:gd name="T43" fmla="*/ 44450 h 50"/>
              <a:gd name="T44" fmla="*/ 133350 w 42"/>
              <a:gd name="T45" fmla="*/ 44450 h 50"/>
              <a:gd name="T46" fmla="*/ 127000 w 42"/>
              <a:gd name="T47" fmla="*/ 107950 h 50"/>
              <a:gd name="T48" fmla="*/ 19050 w 42"/>
              <a:gd name="T49" fmla="*/ 107950 h 50"/>
              <a:gd name="T50" fmla="*/ 47625 w 42"/>
              <a:gd name="T51" fmla="*/ 73025 h 50"/>
              <a:gd name="T52" fmla="*/ 0 w 42"/>
              <a:gd name="T53" fmla="*/ 111125 h 50"/>
              <a:gd name="T54" fmla="*/ 0 w 42"/>
              <a:gd name="T55" fmla="*/ 111125 h 50"/>
              <a:gd name="T56" fmla="*/ 0 w 42"/>
              <a:gd name="T57" fmla="*/ 111125 h 50"/>
              <a:gd name="T58" fmla="*/ 0 w 42"/>
              <a:gd name="T59" fmla="*/ 111125 h 50"/>
              <a:gd name="T60" fmla="*/ 0 w 42"/>
              <a:gd name="T61" fmla="*/ 111125 h 50"/>
              <a:gd name="T62" fmla="*/ 0 w 42"/>
              <a:gd name="T63" fmla="*/ 114300 h 50"/>
              <a:gd name="T64" fmla="*/ 0 w 42"/>
              <a:gd name="T65" fmla="*/ 114300 h 50"/>
              <a:gd name="T66" fmla="*/ 0 w 42"/>
              <a:gd name="T67" fmla="*/ 114300 h 50"/>
              <a:gd name="T68" fmla="*/ 0 w 42"/>
              <a:gd name="T69" fmla="*/ 114300 h 50"/>
              <a:gd name="T70" fmla="*/ 0 w 42"/>
              <a:gd name="T71" fmla="*/ 117475 h 50"/>
              <a:gd name="T72" fmla="*/ 0 w 42"/>
              <a:gd name="T73" fmla="*/ 117475 h 50"/>
              <a:gd name="T74" fmla="*/ 0 w 42"/>
              <a:gd name="T75" fmla="*/ 117475 h 50"/>
              <a:gd name="T76" fmla="*/ 0 w 42"/>
              <a:gd name="T77" fmla="*/ 117475 h 50"/>
              <a:gd name="T78" fmla="*/ 0 w 42"/>
              <a:gd name="T79" fmla="*/ 117475 h 50"/>
              <a:gd name="T80" fmla="*/ 0 w 42"/>
              <a:gd name="T81" fmla="*/ 117475 h 50"/>
              <a:gd name="T82" fmla="*/ 38100 w 42"/>
              <a:gd name="T83" fmla="*/ 158750 h 50"/>
              <a:gd name="T84" fmla="*/ 47625 w 42"/>
              <a:gd name="T85" fmla="*/ 149225 h 50"/>
              <a:gd name="T86" fmla="*/ 127000 w 42"/>
              <a:gd name="T87" fmla="*/ 120650 h 50"/>
              <a:gd name="T88" fmla="*/ 127000 w 42"/>
              <a:gd name="T89" fmla="*/ 107950 h 50"/>
              <a:gd name="T90" fmla="*/ 0 w 42"/>
              <a:gd name="T91" fmla="*/ 114300 h 50"/>
              <a:gd name="T92" fmla="*/ 0 w 42"/>
              <a:gd name="T93" fmla="*/ 114300 h 50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2" h="50">
                <a:moveTo>
                  <a:pt x="1" y="16"/>
                </a:moveTo>
                <a:cubicBezTo>
                  <a:pt x="0" y="16"/>
                  <a:pt x="0" y="15"/>
                  <a:pt x="0" y="14"/>
                </a:cubicBezTo>
                <a:cubicBezTo>
                  <a:pt x="0" y="13"/>
                  <a:pt x="0" y="12"/>
                  <a:pt x="1" y="12"/>
                </a:cubicBezTo>
                <a:cubicBezTo>
                  <a:pt x="35" y="12"/>
                  <a:pt x="35" y="12"/>
                  <a:pt x="35" y="12"/>
                </a:cubicBezTo>
                <a:cubicBezTo>
                  <a:pt x="27" y="3"/>
                  <a:pt x="27" y="3"/>
                  <a:pt x="27" y="3"/>
                </a:cubicBezTo>
                <a:cubicBezTo>
                  <a:pt x="26" y="3"/>
                  <a:pt x="26" y="1"/>
                  <a:pt x="27" y="1"/>
                </a:cubicBezTo>
                <a:cubicBezTo>
                  <a:pt x="27" y="0"/>
                  <a:pt x="29" y="0"/>
                  <a:pt x="29" y="1"/>
                </a:cubicBezTo>
                <a:cubicBezTo>
                  <a:pt x="41" y="13"/>
                  <a:pt x="41" y="13"/>
                  <a:pt x="41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8"/>
                  <a:pt x="27" y="28"/>
                  <a:pt x="27" y="28"/>
                </a:cubicBezTo>
                <a:cubicBezTo>
                  <a:pt x="26" y="27"/>
                  <a:pt x="26" y="26"/>
                  <a:pt x="27" y="25"/>
                </a:cubicBezTo>
                <a:cubicBezTo>
                  <a:pt x="35" y="16"/>
                  <a:pt x="35" y="16"/>
                  <a:pt x="35" y="16"/>
                </a:cubicBezTo>
                <a:cubicBezTo>
                  <a:pt x="1" y="16"/>
                  <a:pt x="1" y="16"/>
                  <a:pt x="1" y="16"/>
                </a:cubicBezTo>
                <a:close/>
                <a:moveTo>
                  <a:pt x="42" y="14"/>
                </a:move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lose/>
                <a:moveTo>
                  <a:pt x="40" y="34"/>
                </a:moveTo>
                <a:cubicBezTo>
                  <a:pt x="40" y="34"/>
                  <a:pt x="40" y="34"/>
                  <a:pt x="40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15" y="25"/>
                  <a:pt x="15" y="25"/>
                  <a:pt x="15" y="25"/>
                </a:cubicBezTo>
                <a:cubicBezTo>
                  <a:pt x="16" y="25"/>
                  <a:pt x="16" y="23"/>
                  <a:pt x="15" y="23"/>
                </a:cubicBezTo>
                <a:cubicBezTo>
                  <a:pt x="14" y="22"/>
                  <a:pt x="13" y="22"/>
                  <a:pt x="12" y="23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0" y="38"/>
                  <a:pt x="0" y="38"/>
                </a:cubicBezTo>
                <a:cubicBezTo>
                  <a:pt x="12" y="50"/>
                  <a:pt x="12" y="50"/>
                  <a:pt x="12" y="50"/>
                </a:cubicBezTo>
                <a:cubicBezTo>
                  <a:pt x="13" y="50"/>
                  <a:pt x="14" y="50"/>
                  <a:pt x="15" y="50"/>
                </a:cubicBezTo>
                <a:cubicBezTo>
                  <a:pt x="16" y="49"/>
                  <a:pt x="16" y="48"/>
                  <a:pt x="15" y="47"/>
                </a:cubicBezTo>
                <a:cubicBezTo>
                  <a:pt x="6" y="38"/>
                  <a:pt x="6" y="38"/>
                  <a:pt x="6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1" y="38"/>
                  <a:pt x="42" y="37"/>
                  <a:pt x="42" y="36"/>
                </a:cubicBezTo>
                <a:cubicBezTo>
                  <a:pt x="42" y="35"/>
                  <a:pt x="41" y="34"/>
                  <a:pt x="40" y="34"/>
                </a:cubicBezTo>
                <a:close/>
                <a:moveTo>
                  <a:pt x="0" y="36"/>
                </a:move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0" name="Freeform 64">
            <a:extLst>
              <a:ext uri="{FF2B5EF4-FFF2-40B4-BE49-F238E27FC236}">
                <a16:creationId xmlns:a16="http://schemas.microsoft.com/office/drawing/2014/main" id="{99E8F07F-1FF5-0F28-92AE-CB42D2DBDC6A}"/>
              </a:ext>
            </a:extLst>
          </p:cNvPr>
          <p:cNvSpPr>
            <a:spLocks noEditPoints="1"/>
          </p:cNvSpPr>
          <p:nvPr/>
        </p:nvSpPr>
        <p:spPr bwMode="auto">
          <a:xfrm>
            <a:off x="6558952" y="1746698"/>
            <a:ext cx="215900" cy="218016"/>
          </a:xfrm>
          <a:custGeom>
            <a:avLst/>
            <a:gdLst>
              <a:gd name="T0" fmla="*/ 76200 w 51"/>
              <a:gd name="T1" fmla="*/ 44886 h 51"/>
              <a:gd name="T2" fmla="*/ 66675 w 51"/>
              <a:gd name="T3" fmla="*/ 44886 h 51"/>
              <a:gd name="T4" fmla="*/ 66675 w 51"/>
              <a:gd name="T5" fmla="*/ 38473 h 51"/>
              <a:gd name="T6" fmla="*/ 95250 w 51"/>
              <a:gd name="T7" fmla="*/ 9618 h 51"/>
              <a:gd name="T8" fmla="*/ 120650 w 51"/>
              <a:gd name="T9" fmla="*/ 0 h 51"/>
              <a:gd name="T10" fmla="*/ 161925 w 51"/>
              <a:gd name="T11" fmla="*/ 38473 h 51"/>
              <a:gd name="T12" fmla="*/ 149225 w 51"/>
              <a:gd name="T13" fmla="*/ 67328 h 51"/>
              <a:gd name="T14" fmla="*/ 120650 w 51"/>
              <a:gd name="T15" fmla="*/ 96184 h 51"/>
              <a:gd name="T16" fmla="*/ 120650 w 51"/>
              <a:gd name="T17" fmla="*/ 96184 h 51"/>
              <a:gd name="T18" fmla="*/ 95250 w 51"/>
              <a:gd name="T19" fmla="*/ 105802 h 51"/>
              <a:gd name="T20" fmla="*/ 60325 w 51"/>
              <a:gd name="T21" fmla="*/ 86565 h 51"/>
              <a:gd name="T22" fmla="*/ 60325 w 51"/>
              <a:gd name="T23" fmla="*/ 86565 h 51"/>
              <a:gd name="T24" fmla="*/ 57150 w 51"/>
              <a:gd name="T25" fmla="*/ 80153 h 51"/>
              <a:gd name="T26" fmla="*/ 60325 w 51"/>
              <a:gd name="T27" fmla="*/ 70535 h 51"/>
              <a:gd name="T28" fmla="*/ 66675 w 51"/>
              <a:gd name="T29" fmla="*/ 73741 h 51"/>
              <a:gd name="T30" fmla="*/ 69850 w 51"/>
              <a:gd name="T31" fmla="*/ 80153 h 51"/>
              <a:gd name="T32" fmla="*/ 95250 w 51"/>
              <a:gd name="T33" fmla="*/ 96184 h 51"/>
              <a:gd name="T34" fmla="*/ 114300 w 51"/>
              <a:gd name="T35" fmla="*/ 86565 h 51"/>
              <a:gd name="T36" fmla="*/ 114300 w 51"/>
              <a:gd name="T37" fmla="*/ 86565 h 51"/>
              <a:gd name="T38" fmla="*/ 114300 w 51"/>
              <a:gd name="T39" fmla="*/ 86565 h 51"/>
              <a:gd name="T40" fmla="*/ 142875 w 51"/>
              <a:gd name="T41" fmla="*/ 57710 h 51"/>
              <a:gd name="T42" fmla="*/ 149225 w 51"/>
              <a:gd name="T43" fmla="*/ 38473 h 51"/>
              <a:gd name="T44" fmla="*/ 120650 w 51"/>
              <a:gd name="T45" fmla="*/ 12824 h 51"/>
              <a:gd name="T46" fmla="*/ 101600 w 51"/>
              <a:gd name="T47" fmla="*/ 19237 h 51"/>
              <a:gd name="T48" fmla="*/ 101600 w 51"/>
              <a:gd name="T49" fmla="*/ 19237 h 51"/>
              <a:gd name="T50" fmla="*/ 76200 w 51"/>
              <a:gd name="T51" fmla="*/ 44886 h 51"/>
              <a:gd name="T52" fmla="*/ 85725 w 51"/>
              <a:gd name="T53" fmla="*/ 112214 h 51"/>
              <a:gd name="T54" fmla="*/ 85725 w 51"/>
              <a:gd name="T55" fmla="*/ 112214 h 51"/>
              <a:gd name="T56" fmla="*/ 60325 w 51"/>
              <a:gd name="T57" fmla="*/ 141069 h 51"/>
              <a:gd name="T58" fmla="*/ 22225 w 51"/>
              <a:gd name="T59" fmla="*/ 141069 h 51"/>
              <a:gd name="T60" fmla="*/ 22225 w 51"/>
              <a:gd name="T61" fmla="*/ 141069 h 51"/>
              <a:gd name="T62" fmla="*/ 22225 w 51"/>
              <a:gd name="T63" fmla="*/ 99390 h 51"/>
              <a:gd name="T64" fmla="*/ 50800 w 51"/>
              <a:gd name="T65" fmla="*/ 73741 h 51"/>
              <a:gd name="T66" fmla="*/ 69850 w 51"/>
              <a:gd name="T67" fmla="*/ 64122 h 51"/>
              <a:gd name="T68" fmla="*/ 88900 w 51"/>
              <a:gd name="T69" fmla="*/ 73741 h 51"/>
              <a:gd name="T70" fmla="*/ 92075 w 51"/>
              <a:gd name="T71" fmla="*/ 76947 h 51"/>
              <a:gd name="T72" fmla="*/ 95250 w 51"/>
              <a:gd name="T73" fmla="*/ 83359 h 51"/>
              <a:gd name="T74" fmla="*/ 104775 w 51"/>
              <a:gd name="T75" fmla="*/ 89771 h 51"/>
              <a:gd name="T76" fmla="*/ 107950 w 51"/>
              <a:gd name="T77" fmla="*/ 80153 h 51"/>
              <a:gd name="T78" fmla="*/ 104775 w 51"/>
              <a:gd name="T79" fmla="*/ 70535 h 51"/>
              <a:gd name="T80" fmla="*/ 98425 w 51"/>
              <a:gd name="T81" fmla="*/ 64122 h 51"/>
              <a:gd name="T82" fmla="*/ 98425 w 51"/>
              <a:gd name="T83" fmla="*/ 64122 h 51"/>
              <a:gd name="T84" fmla="*/ 69850 w 51"/>
              <a:gd name="T85" fmla="*/ 51298 h 51"/>
              <a:gd name="T86" fmla="*/ 41275 w 51"/>
              <a:gd name="T87" fmla="*/ 64122 h 51"/>
              <a:gd name="T88" fmla="*/ 12700 w 51"/>
              <a:gd name="T89" fmla="*/ 92977 h 51"/>
              <a:gd name="T90" fmla="*/ 12700 w 51"/>
              <a:gd name="T91" fmla="*/ 147481 h 51"/>
              <a:gd name="T92" fmla="*/ 12700 w 51"/>
              <a:gd name="T93" fmla="*/ 147481 h 51"/>
              <a:gd name="T94" fmla="*/ 69850 w 51"/>
              <a:gd name="T95" fmla="*/ 147481 h 51"/>
              <a:gd name="T96" fmla="*/ 69850 w 51"/>
              <a:gd name="T97" fmla="*/ 147481 h 51"/>
              <a:gd name="T98" fmla="*/ 69850 w 51"/>
              <a:gd name="T99" fmla="*/ 147481 h 51"/>
              <a:gd name="T100" fmla="*/ 95250 w 51"/>
              <a:gd name="T101" fmla="*/ 121832 h 51"/>
              <a:gd name="T102" fmla="*/ 95250 w 51"/>
              <a:gd name="T103" fmla="*/ 112214 h 51"/>
              <a:gd name="T104" fmla="*/ 85725 w 51"/>
              <a:gd name="T105" fmla="*/ 112214 h 5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51" h="51">
                <a:moveTo>
                  <a:pt x="24" y="14"/>
                </a:moveTo>
                <a:cubicBezTo>
                  <a:pt x="23" y="15"/>
                  <a:pt x="22" y="15"/>
                  <a:pt x="21" y="14"/>
                </a:cubicBezTo>
                <a:cubicBezTo>
                  <a:pt x="21" y="14"/>
                  <a:pt x="21" y="12"/>
                  <a:pt x="21" y="12"/>
                </a:cubicBezTo>
                <a:cubicBezTo>
                  <a:pt x="30" y="3"/>
                  <a:pt x="30" y="3"/>
                  <a:pt x="30" y="3"/>
                </a:cubicBezTo>
                <a:cubicBezTo>
                  <a:pt x="32" y="1"/>
                  <a:pt x="35" y="0"/>
                  <a:pt x="38" y="0"/>
                </a:cubicBezTo>
                <a:cubicBezTo>
                  <a:pt x="45" y="0"/>
                  <a:pt x="51" y="5"/>
                  <a:pt x="51" y="12"/>
                </a:cubicBezTo>
                <a:cubicBezTo>
                  <a:pt x="51" y="15"/>
                  <a:pt x="50" y="19"/>
                  <a:pt x="47" y="21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6" y="32"/>
                  <a:pt x="33" y="33"/>
                  <a:pt x="30" y="33"/>
                </a:cubicBezTo>
                <a:cubicBezTo>
                  <a:pt x="25" y="33"/>
                  <a:pt x="21" y="31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8" y="27"/>
                  <a:pt x="18" y="26"/>
                  <a:pt x="18" y="25"/>
                </a:cubicBezTo>
                <a:cubicBezTo>
                  <a:pt x="17" y="24"/>
                  <a:pt x="18" y="22"/>
                  <a:pt x="19" y="22"/>
                </a:cubicBezTo>
                <a:cubicBezTo>
                  <a:pt x="20" y="22"/>
                  <a:pt x="21" y="22"/>
                  <a:pt x="21" y="23"/>
                </a:cubicBezTo>
                <a:cubicBezTo>
                  <a:pt x="22" y="24"/>
                  <a:pt x="22" y="25"/>
                  <a:pt x="22" y="25"/>
                </a:cubicBezTo>
                <a:cubicBezTo>
                  <a:pt x="24" y="28"/>
                  <a:pt x="27" y="30"/>
                  <a:pt x="30" y="30"/>
                </a:cubicBezTo>
                <a:cubicBezTo>
                  <a:pt x="32" y="30"/>
                  <a:pt x="34" y="29"/>
                  <a:pt x="36" y="27"/>
                </a:cubicBezTo>
                <a:cubicBezTo>
                  <a:pt x="36" y="27"/>
                  <a:pt x="36" y="27"/>
                  <a:pt x="36" y="27"/>
                </a:cubicBezTo>
                <a:cubicBezTo>
                  <a:pt x="36" y="27"/>
                  <a:pt x="36" y="27"/>
                  <a:pt x="36" y="27"/>
                </a:cubicBezTo>
                <a:cubicBezTo>
                  <a:pt x="45" y="18"/>
                  <a:pt x="45" y="18"/>
                  <a:pt x="45" y="18"/>
                </a:cubicBezTo>
                <a:cubicBezTo>
                  <a:pt x="46" y="17"/>
                  <a:pt x="47" y="14"/>
                  <a:pt x="47" y="12"/>
                </a:cubicBezTo>
                <a:cubicBezTo>
                  <a:pt x="47" y="7"/>
                  <a:pt x="43" y="4"/>
                  <a:pt x="38" y="4"/>
                </a:cubicBezTo>
                <a:cubicBezTo>
                  <a:pt x="36" y="4"/>
                  <a:pt x="34" y="4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24" y="14"/>
                  <a:pt x="24" y="14"/>
                  <a:pt x="24" y="14"/>
                </a:cubicBezTo>
                <a:close/>
                <a:moveTo>
                  <a:pt x="27" y="35"/>
                </a:moveTo>
                <a:cubicBezTo>
                  <a:pt x="27" y="35"/>
                  <a:pt x="27" y="35"/>
                  <a:pt x="27" y="35"/>
                </a:cubicBezTo>
                <a:cubicBezTo>
                  <a:pt x="19" y="44"/>
                  <a:pt x="19" y="44"/>
                  <a:pt x="19" y="44"/>
                </a:cubicBezTo>
                <a:cubicBezTo>
                  <a:pt x="16" y="47"/>
                  <a:pt x="10" y="47"/>
                  <a:pt x="7" y="44"/>
                </a:cubicBezTo>
                <a:cubicBezTo>
                  <a:pt x="7" y="44"/>
                  <a:pt x="7" y="44"/>
                  <a:pt x="7" y="44"/>
                </a:cubicBezTo>
                <a:cubicBezTo>
                  <a:pt x="4" y="40"/>
                  <a:pt x="4" y="35"/>
                  <a:pt x="7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8" y="21"/>
                  <a:pt x="20" y="20"/>
                  <a:pt x="22" y="20"/>
                </a:cubicBezTo>
                <a:cubicBezTo>
                  <a:pt x="24" y="20"/>
                  <a:pt x="26" y="21"/>
                  <a:pt x="28" y="23"/>
                </a:cubicBezTo>
                <a:cubicBezTo>
                  <a:pt x="29" y="23"/>
                  <a:pt x="29" y="24"/>
                  <a:pt x="29" y="24"/>
                </a:cubicBezTo>
                <a:cubicBezTo>
                  <a:pt x="30" y="25"/>
                  <a:pt x="30" y="26"/>
                  <a:pt x="30" y="26"/>
                </a:cubicBezTo>
                <a:cubicBezTo>
                  <a:pt x="31" y="27"/>
                  <a:pt x="32" y="28"/>
                  <a:pt x="33" y="28"/>
                </a:cubicBezTo>
                <a:cubicBezTo>
                  <a:pt x="34" y="27"/>
                  <a:pt x="34" y="26"/>
                  <a:pt x="34" y="25"/>
                </a:cubicBezTo>
                <a:cubicBezTo>
                  <a:pt x="34" y="24"/>
                  <a:pt x="33" y="23"/>
                  <a:pt x="33" y="22"/>
                </a:cubicBezTo>
                <a:cubicBezTo>
                  <a:pt x="32" y="21"/>
                  <a:pt x="32" y="21"/>
                  <a:pt x="31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28" y="17"/>
                  <a:pt x="25" y="16"/>
                  <a:pt x="22" y="16"/>
                </a:cubicBezTo>
                <a:cubicBezTo>
                  <a:pt x="19" y="16"/>
                  <a:pt x="16" y="17"/>
                  <a:pt x="13" y="20"/>
                </a:cubicBezTo>
                <a:cubicBezTo>
                  <a:pt x="4" y="29"/>
                  <a:pt x="4" y="29"/>
                  <a:pt x="4" y="29"/>
                </a:cubicBezTo>
                <a:cubicBezTo>
                  <a:pt x="0" y="34"/>
                  <a:pt x="0" y="41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9" y="51"/>
                  <a:pt x="17" y="51"/>
                  <a:pt x="22" y="46"/>
                </a:cubicBezTo>
                <a:cubicBezTo>
                  <a:pt x="22" y="46"/>
                  <a:pt x="22" y="46"/>
                  <a:pt x="22" y="46"/>
                </a:cubicBezTo>
                <a:cubicBezTo>
                  <a:pt x="22" y="46"/>
                  <a:pt x="22" y="46"/>
                  <a:pt x="22" y="46"/>
                </a:cubicBezTo>
                <a:cubicBezTo>
                  <a:pt x="30" y="38"/>
                  <a:pt x="30" y="38"/>
                  <a:pt x="30" y="38"/>
                </a:cubicBezTo>
                <a:cubicBezTo>
                  <a:pt x="31" y="37"/>
                  <a:pt x="31" y="36"/>
                  <a:pt x="30" y="35"/>
                </a:cubicBezTo>
                <a:cubicBezTo>
                  <a:pt x="29" y="35"/>
                  <a:pt x="28" y="35"/>
                  <a:pt x="27" y="3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1" name="Freeform 65">
            <a:extLst>
              <a:ext uri="{FF2B5EF4-FFF2-40B4-BE49-F238E27FC236}">
                <a16:creationId xmlns:a16="http://schemas.microsoft.com/office/drawing/2014/main" id="{C100A584-3C45-744D-EF8A-3FCA38FF28C5}"/>
              </a:ext>
            </a:extLst>
          </p:cNvPr>
          <p:cNvSpPr>
            <a:spLocks noEditPoints="1"/>
          </p:cNvSpPr>
          <p:nvPr/>
        </p:nvSpPr>
        <p:spPr bwMode="auto">
          <a:xfrm>
            <a:off x="8785685" y="1344532"/>
            <a:ext cx="215900" cy="194733"/>
          </a:xfrm>
          <a:custGeom>
            <a:avLst/>
            <a:gdLst>
              <a:gd name="T0" fmla="*/ 76200 w 51"/>
              <a:gd name="T1" fmla="*/ 142875 h 46"/>
              <a:gd name="T2" fmla="*/ 15875 w 51"/>
              <a:gd name="T3" fmla="*/ 82550 h 46"/>
              <a:gd name="T4" fmla="*/ 3175 w 51"/>
              <a:gd name="T5" fmla="*/ 60325 h 46"/>
              <a:gd name="T6" fmla="*/ 3175 w 51"/>
              <a:gd name="T7" fmla="*/ 34925 h 46"/>
              <a:gd name="T8" fmla="*/ 15875 w 51"/>
              <a:gd name="T9" fmla="*/ 15875 h 46"/>
              <a:gd name="T10" fmla="*/ 34925 w 51"/>
              <a:gd name="T11" fmla="*/ 3175 h 46"/>
              <a:gd name="T12" fmla="*/ 60325 w 51"/>
              <a:gd name="T13" fmla="*/ 3175 h 46"/>
              <a:gd name="T14" fmla="*/ 82550 w 51"/>
              <a:gd name="T15" fmla="*/ 12700 h 46"/>
              <a:gd name="T16" fmla="*/ 101600 w 51"/>
              <a:gd name="T17" fmla="*/ 3175 h 46"/>
              <a:gd name="T18" fmla="*/ 127000 w 51"/>
              <a:gd name="T19" fmla="*/ 3175 h 46"/>
              <a:gd name="T20" fmla="*/ 146050 w 51"/>
              <a:gd name="T21" fmla="*/ 15875 h 46"/>
              <a:gd name="T22" fmla="*/ 158750 w 51"/>
              <a:gd name="T23" fmla="*/ 34925 h 46"/>
              <a:gd name="T24" fmla="*/ 158750 w 51"/>
              <a:gd name="T25" fmla="*/ 34925 h 46"/>
              <a:gd name="T26" fmla="*/ 158750 w 51"/>
              <a:gd name="T27" fmla="*/ 60325 h 46"/>
              <a:gd name="T28" fmla="*/ 146050 w 51"/>
              <a:gd name="T29" fmla="*/ 82550 h 46"/>
              <a:gd name="T30" fmla="*/ 146050 w 51"/>
              <a:gd name="T31" fmla="*/ 82550 h 46"/>
              <a:gd name="T32" fmla="*/ 85725 w 51"/>
              <a:gd name="T33" fmla="*/ 142875 h 46"/>
              <a:gd name="T34" fmla="*/ 76200 w 51"/>
              <a:gd name="T35" fmla="*/ 142875 h 46"/>
              <a:gd name="T36" fmla="*/ 76200 w 51"/>
              <a:gd name="T37" fmla="*/ 142875 h 46"/>
              <a:gd name="T38" fmla="*/ 88900 w 51"/>
              <a:gd name="T39" fmla="*/ 25400 h 46"/>
              <a:gd name="T40" fmla="*/ 88900 w 51"/>
              <a:gd name="T41" fmla="*/ 25400 h 46"/>
              <a:gd name="T42" fmla="*/ 69850 w 51"/>
              <a:gd name="T43" fmla="*/ 44450 h 46"/>
              <a:gd name="T44" fmla="*/ 63500 w 51"/>
              <a:gd name="T45" fmla="*/ 44450 h 46"/>
              <a:gd name="T46" fmla="*/ 63500 w 51"/>
              <a:gd name="T47" fmla="*/ 38100 h 46"/>
              <a:gd name="T48" fmla="*/ 76200 w 51"/>
              <a:gd name="T49" fmla="*/ 25400 h 46"/>
              <a:gd name="T50" fmla="*/ 76200 w 51"/>
              <a:gd name="T51" fmla="*/ 25400 h 46"/>
              <a:gd name="T52" fmla="*/ 57150 w 51"/>
              <a:gd name="T53" fmla="*/ 15875 h 46"/>
              <a:gd name="T54" fmla="*/ 41275 w 51"/>
              <a:gd name="T55" fmla="*/ 15875 h 46"/>
              <a:gd name="T56" fmla="*/ 25400 w 51"/>
              <a:gd name="T57" fmla="*/ 25400 h 46"/>
              <a:gd name="T58" fmla="*/ 15875 w 51"/>
              <a:gd name="T59" fmla="*/ 38100 h 46"/>
              <a:gd name="T60" fmla="*/ 15875 w 51"/>
              <a:gd name="T61" fmla="*/ 57150 h 46"/>
              <a:gd name="T62" fmla="*/ 25400 w 51"/>
              <a:gd name="T63" fmla="*/ 73025 h 46"/>
              <a:gd name="T64" fmla="*/ 82550 w 51"/>
              <a:gd name="T65" fmla="*/ 130175 h 46"/>
              <a:gd name="T66" fmla="*/ 136525 w 51"/>
              <a:gd name="T67" fmla="*/ 73025 h 46"/>
              <a:gd name="T68" fmla="*/ 136525 w 51"/>
              <a:gd name="T69" fmla="*/ 73025 h 46"/>
              <a:gd name="T70" fmla="*/ 149225 w 51"/>
              <a:gd name="T71" fmla="*/ 57150 h 46"/>
              <a:gd name="T72" fmla="*/ 146050 w 51"/>
              <a:gd name="T73" fmla="*/ 38100 h 46"/>
              <a:gd name="T74" fmla="*/ 146050 w 51"/>
              <a:gd name="T75" fmla="*/ 38100 h 46"/>
              <a:gd name="T76" fmla="*/ 136525 w 51"/>
              <a:gd name="T77" fmla="*/ 25400 h 46"/>
              <a:gd name="T78" fmla="*/ 123825 w 51"/>
              <a:gd name="T79" fmla="*/ 15875 h 46"/>
              <a:gd name="T80" fmla="*/ 104775 w 51"/>
              <a:gd name="T81" fmla="*/ 15875 h 46"/>
              <a:gd name="T82" fmla="*/ 88900 w 51"/>
              <a:gd name="T83" fmla="*/ 25400 h 4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1" h="46">
                <a:moveTo>
                  <a:pt x="24" y="45"/>
                </a:moveTo>
                <a:cubicBezTo>
                  <a:pt x="5" y="26"/>
                  <a:pt x="5" y="26"/>
                  <a:pt x="5" y="26"/>
                </a:cubicBezTo>
                <a:cubicBezTo>
                  <a:pt x="3" y="24"/>
                  <a:pt x="2" y="22"/>
                  <a:pt x="1" y="19"/>
                </a:cubicBezTo>
                <a:cubicBezTo>
                  <a:pt x="0" y="17"/>
                  <a:pt x="0" y="14"/>
                  <a:pt x="1" y="11"/>
                </a:cubicBezTo>
                <a:cubicBezTo>
                  <a:pt x="2" y="9"/>
                  <a:pt x="3" y="7"/>
                  <a:pt x="5" y="5"/>
                </a:cubicBezTo>
                <a:cubicBezTo>
                  <a:pt x="7" y="3"/>
                  <a:pt x="9" y="2"/>
                  <a:pt x="11" y="1"/>
                </a:cubicBezTo>
                <a:cubicBezTo>
                  <a:pt x="14" y="0"/>
                  <a:pt x="17" y="0"/>
                  <a:pt x="19" y="1"/>
                </a:cubicBezTo>
                <a:cubicBezTo>
                  <a:pt x="22" y="2"/>
                  <a:pt x="24" y="3"/>
                  <a:pt x="26" y="4"/>
                </a:cubicBezTo>
                <a:cubicBezTo>
                  <a:pt x="28" y="3"/>
                  <a:pt x="30" y="2"/>
                  <a:pt x="32" y="1"/>
                </a:cubicBezTo>
                <a:cubicBezTo>
                  <a:pt x="34" y="0"/>
                  <a:pt x="37" y="0"/>
                  <a:pt x="40" y="1"/>
                </a:cubicBezTo>
                <a:cubicBezTo>
                  <a:pt x="42" y="2"/>
                  <a:pt x="44" y="3"/>
                  <a:pt x="46" y="5"/>
                </a:cubicBezTo>
                <a:cubicBezTo>
                  <a:pt x="48" y="7"/>
                  <a:pt x="49" y="9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51" y="14"/>
                  <a:pt x="51" y="17"/>
                  <a:pt x="50" y="19"/>
                </a:cubicBezTo>
                <a:cubicBezTo>
                  <a:pt x="50" y="22"/>
                  <a:pt x="48" y="24"/>
                  <a:pt x="46" y="26"/>
                </a:cubicBezTo>
                <a:cubicBezTo>
                  <a:pt x="46" y="26"/>
                  <a:pt x="46" y="26"/>
                  <a:pt x="46" y="26"/>
                </a:cubicBezTo>
                <a:cubicBezTo>
                  <a:pt x="27" y="45"/>
                  <a:pt x="27" y="45"/>
                  <a:pt x="27" y="45"/>
                </a:cubicBezTo>
                <a:cubicBezTo>
                  <a:pt x="26" y="46"/>
                  <a:pt x="25" y="46"/>
                  <a:pt x="24" y="45"/>
                </a:cubicBezTo>
                <a:cubicBezTo>
                  <a:pt x="24" y="45"/>
                  <a:pt x="24" y="45"/>
                  <a:pt x="24" y="45"/>
                </a:cubicBezTo>
                <a:close/>
                <a:moveTo>
                  <a:pt x="28" y="8"/>
                </a:moveTo>
                <a:cubicBezTo>
                  <a:pt x="28" y="8"/>
                  <a:pt x="28" y="8"/>
                  <a:pt x="28" y="8"/>
                </a:cubicBezTo>
                <a:cubicBezTo>
                  <a:pt x="22" y="14"/>
                  <a:pt x="22" y="14"/>
                  <a:pt x="22" y="14"/>
                </a:cubicBezTo>
                <a:cubicBezTo>
                  <a:pt x="21" y="14"/>
                  <a:pt x="21" y="14"/>
                  <a:pt x="20" y="14"/>
                </a:cubicBezTo>
                <a:cubicBezTo>
                  <a:pt x="20" y="13"/>
                  <a:pt x="20" y="13"/>
                  <a:pt x="20" y="12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2" y="6"/>
                  <a:pt x="20" y="5"/>
                  <a:pt x="18" y="5"/>
                </a:cubicBezTo>
                <a:cubicBezTo>
                  <a:pt x="17" y="4"/>
                  <a:pt x="15" y="4"/>
                  <a:pt x="13" y="5"/>
                </a:cubicBezTo>
                <a:cubicBezTo>
                  <a:pt x="11" y="6"/>
                  <a:pt x="9" y="7"/>
                  <a:pt x="8" y="8"/>
                </a:cubicBezTo>
                <a:cubicBezTo>
                  <a:pt x="7" y="9"/>
                  <a:pt x="5" y="11"/>
                  <a:pt x="5" y="12"/>
                </a:cubicBezTo>
                <a:cubicBezTo>
                  <a:pt x="4" y="14"/>
                  <a:pt x="4" y="16"/>
                  <a:pt x="5" y="18"/>
                </a:cubicBezTo>
                <a:cubicBezTo>
                  <a:pt x="5" y="20"/>
                  <a:pt x="6" y="22"/>
                  <a:pt x="8" y="23"/>
                </a:cubicBezTo>
                <a:cubicBezTo>
                  <a:pt x="26" y="41"/>
                  <a:pt x="26" y="41"/>
                  <a:pt x="26" y="41"/>
                </a:cubicBezTo>
                <a:cubicBezTo>
                  <a:pt x="43" y="23"/>
                  <a:pt x="43" y="23"/>
                  <a:pt x="43" y="23"/>
                </a:cubicBezTo>
                <a:cubicBezTo>
                  <a:pt x="43" y="23"/>
                  <a:pt x="43" y="23"/>
                  <a:pt x="43" y="23"/>
                </a:cubicBezTo>
                <a:cubicBezTo>
                  <a:pt x="45" y="22"/>
                  <a:pt x="46" y="20"/>
                  <a:pt x="47" y="18"/>
                </a:cubicBezTo>
                <a:cubicBezTo>
                  <a:pt x="47" y="16"/>
                  <a:pt x="47" y="14"/>
                  <a:pt x="46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11"/>
                  <a:pt x="45" y="9"/>
                  <a:pt x="43" y="8"/>
                </a:cubicBezTo>
                <a:cubicBezTo>
                  <a:pt x="42" y="7"/>
                  <a:pt x="40" y="6"/>
                  <a:pt x="39" y="5"/>
                </a:cubicBezTo>
                <a:cubicBezTo>
                  <a:pt x="37" y="4"/>
                  <a:pt x="35" y="4"/>
                  <a:pt x="33" y="5"/>
                </a:cubicBezTo>
                <a:cubicBezTo>
                  <a:pt x="31" y="5"/>
                  <a:pt x="29" y="6"/>
                  <a:pt x="28" y="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2" name="Freeform 66">
            <a:extLst>
              <a:ext uri="{FF2B5EF4-FFF2-40B4-BE49-F238E27FC236}">
                <a16:creationId xmlns:a16="http://schemas.microsoft.com/office/drawing/2014/main" id="{7AE071A2-C715-FEA9-C528-2B2930EECBA4}"/>
              </a:ext>
            </a:extLst>
          </p:cNvPr>
          <p:cNvSpPr>
            <a:spLocks noEditPoints="1"/>
          </p:cNvSpPr>
          <p:nvPr/>
        </p:nvSpPr>
        <p:spPr bwMode="auto">
          <a:xfrm>
            <a:off x="8430085" y="1746699"/>
            <a:ext cx="177800" cy="213783"/>
          </a:xfrm>
          <a:custGeom>
            <a:avLst/>
            <a:gdLst>
              <a:gd name="T0" fmla="*/ 120650 w 42"/>
              <a:gd name="T1" fmla="*/ 25654 h 50"/>
              <a:gd name="T2" fmla="*/ 60325 w 42"/>
              <a:gd name="T3" fmla="*/ 28861 h 50"/>
              <a:gd name="T4" fmla="*/ 31750 w 42"/>
              <a:gd name="T5" fmla="*/ 109029 h 50"/>
              <a:gd name="T6" fmla="*/ 47625 w 42"/>
              <a:gd name="T7" fmla="*/ 112236 h 50"/>
              <a:gd name="T8" fmla="*/ 47625 w 42"/>
              <a:gd name="T9" fmla="*/ 22447 h 50"/>
              <a:gd name="T10" fmla="*/ 47625 w 42"/>
              <a:gd name="T11" fmla="*/ 22447 h 50"/>
              <a:gd name="T12" fmla="*/ 47625 w 42"/>
              <a:gd name="T13" fmla="*/ 22447 h 50"/>
              <a:gd name="T14" fmla="*/ 47625 w 42"/>
              <a:gd name="T15" fmla="*/ 22447 h 50"/>
              <a:gd name="T16" fmla="*/ 47625 w 42"/>
              <a:gd name="T17" fmla="*/ 22447 h 50"/>
              <a:gd name="T18" fmla="*/ 47625 w 42"/>
              <a:gd name="T19" fmla="*/ 22447 h 50"/>
              <a:gd name="T20" fmla="*/ 47625 w 42"/>
              <a:gd name="T21" fmla="*/ 22447 h 50"/>
              <a:gd name="T22" fmla="*/ 47625 w 42"/>
              <a:gd name="T23" fmla="*/ 22447 h 50"/>
              <a:gd name="T24" fmla="*/ 47625 w 42"/>
              <a:gd name="T25" fmla="*/ 22447 h 50"/>
              <a:gd name="T26" fmla="*/ 47625 w 42"/>
              <a:gd name="T27" fmla="*/ 22447 h 50"/>
              <a:gd name="T28" fmla="*/ 47625 w 42"/>
              <a:gd name="T29" fmla="*/ 22447 h 50"/>
              <a:gd name="T30" fmla="*/ 50800 w 42"/>
              <a:gd name="T31" fmla="*/ 22447 h 50"/>
              <a:gd name="T32" fmla="*/ 50800 w 42"/>
              <a:gd name="T33" fmla="*/ 19240 h 50"/>
              <a:gd name="T34" fmla="*/ 50800 w 42"/>
              <a:gd name="T35" fmla="*/ 19240 h 50"/>
              <a:gd name="T36" fmla="*/ 50800 w 42"/>
              <a:gd name="T37" fmla="*/ 19240 h 50"/>
              <a:gd name="T38" fmla="*/ 50800 w 42"/>
              <a:gd name="T39" fmla="*/ 19240 h 50"/>
              <a:gd name="T40" fmla="*/ 50800 w 42"/>
              <a:gd name="T41" fmla="*/ 19240 h 50"/>
              <a:gd name="T42" fmla="*/ 50800 w 42"/>
              <a:gd name="T43" fmla="*/ 19240 h 50"/>
              <a:gd name="T44" fmla="*/ 50800 w 42"/>
              <a:gd name="T45" fmla="*/ 19240 h 50"/>
              <a:gd name="T46" fmla="*/ 50800 w 42"/>
              <a:gd name="T47" fmla="*/ 19240 h 50"/>
              <a:gd name="T48" fmla="*/ 50800 w 42"/>
              <a:gd name="T49" fmla="*/ 19240 h 50"/>
              <a:gd name="T50" fmla="*/ 50800 w 42"/>
              <a:gd name="T51" fmla="*/ 19240 h 50"/>
              <a:gd name="T52" fmla="*/ 50800 w 42"/>
              <a:gd name="T53" fmla="*/ 19240 h 50"/>
              <a:gd name="T54" fmla="*/ 50800 w 42"/>
              <a:gd name="T55" fmla="*/ 19240 h 50"/>
              <a:gd name="T56" fmla="*/ 50800 w 42"/>
              <a:gd name="T57" fmla="*/ 19240 h 50"/>
              <a:gd name="T58" fmla="*/ 50800 w 42"/>
              <a:gd name="T59" fmla="*/ 19240 h 50"/>
              <a:gd name="T60" fmla="*/ 50800 w 42"/>
              <a:gd name="T61" fmla="*/ 19240 h 50"/>
              <a:gd name="T62" fmla="*/ 53975 w 42"/>
              <a:gd name="T63" fmla="*/ 19240 h 50"/>
              <a:gd name="T64" fmla="*/ 53975 w 42"/>
              <a:gd name="T65" fmla="*/ 19240 h 50"/>
              <a:gd name="T66" fmla="*/ 133350 w 42"/>
              <a:gd name="T67" fmla="*/ 6413 h 50"/>
              <a:gd name="T68" fmla="*/ 133350 w 42"/>
              <a:gd name="T69" fmla="*/ 6413 h 50"/>
              <a:gd name="T70" fmla="*/ 133350 w 42"/>
              <a:gd name="T71" fmla="*/ 118649 h 50"/>
              <a:gd name="T72" fmla="*/ 104775 w 42"/>
              <a:gd name="T73" fmla="*/ 141097 h 50"/>
              <a:gd name="T74" fmla="*/ 82550 w 42"/>
              <a:gd name="T75" fmla="*/ 134683 h 50"/>
              <a:gd name="T76" fmla="*/ 82550 w 42"/>
              <a:gd name="T77" fmla="*/ 99409 h 50"/>
              <a:gd name="T78" fmla="*/ 120650 w 42"/>
              <a:gd name="T79" fmla="*/ 96202 h 50"/>
              <a:gd name="T80" fmla="*/ 60325 w 42"/>
              <a:gd name="T81" fmla="*/ 48101 h 50"/>
              <a:gd name="T82" fmla="*/ 60325 w 42"/>
              <a:gd name="T83" fmla="*/ 134683 h 50"/>
              <a:gd name="T84" fmla="*/ 50800 w 42"/>
              <a:gd name="T85" fmla="*/ 150717 h 50"/>
              <a:gd name="T86" fmla="*/ 9525 w 42"/>
              <a:gd name="T87" fmla="*/ 150717 h 50"/>
              <a:gd name="T88" fmla="*/ 9525 w 42"/>
              <a:gd name="T89" fmla="*/ 115443 h 50"/>
              <a:gd name="T90" fmla="*/ 44450 w 42"/>
              <a:gd name="T91" fmla="*/ 125063 h 50"/>
              <a:gd name="T92" fmla="*/ 31750 w 42"/>
              <a:gd name="T93" fmla="*/ 121856 h 50"/>
              <a:gd name="T94" fmla="*/ 12700 w 42"/>
              <a:gd name="T95" fmla="*/ 134683 h 50"/>
              <a:gd name="T96" fmla="*/ 31750 w 42"/>
              <a:gd name="T97" fmla="*/ 147510 h 50"/>
              <a:gd name="T98" fmla="*/ 47625 w 42"/>
              <a:gd name="T99" fmla="*/ 134683 h 50"/>
              <a:gd name="T100" fmla="*/ 117475 w 42"/>
              <a:gd name="T101" fmla="*/ 109029 h 50"/>
              <a:gd name="T102" fmla="*/ 104775 w 42"/>
              <a:gd name="T103" fmla="*/ 105822 h 50"/>
              <a:gd name="T104" fmla="*/ 85725 w 42"/>
              <a:gd name="T105" fmla="*/ 115443 h 50"/>
              <a:gd name="T106" fmla="*/ 92075 w 42"/>
              <a:gd name="T107" fmla="*/ 125063 h 50"/>
              <a:gd name="T108" fmla="*/ 104775 w 42"/>
              <a:gd name="T109" fmla="*/ 128270 h 50"/>
              <a:gd name="T110" fmla="*/ 120650 w 42"/>
              <a:gd name="T111" fmla="*/ 118649 h 50"/>
              <a:gd name="T112" fmla="*/ 120650 w 42"/>
              <a:gd name="T113" fmla="*/ 115443 h 50"/>
              <a:gd name="T114" fmla="*/ 117475 w 42"/>
              <a:gd name="T115" fmla="*/ 109029 h 5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42" h="50">
                <a:moveTo>
                  <a:pt x="19" y="12"/>
                </a:moveTo>
                <a:cubicBezTo>
                  <a:pt x="38" y="8"/>
                  <a:pt x="38" y="8"/>
                  <a:pt x="38" y="8"/>
                </a:cubicBezTo>
                <a:cubicBezTo>
                  <a:pt x="38" y="4"/>
                  <a:pt x="38" y="4"/>
                  <a:pt x="38" y="4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12"/>
                  <a:pt x="19" y="12"/>
                  <a:pt x="19" y="12"/>
                </a:cubicBezTo>
                <a:close/>
                <a:moveTo>
                  <a:pt x="10" y="34"/>
                </a:moveTo>
                <a:cubicBezTo>
                  <a:pt x="10" y="34"/>
                  <a:pt x="10" y="34"/>
                  <a:pt x="10" y="34"/>
                </a:cubicBezTo>
                <a:cubicBezTo>
                  <a:pt x="12" y="34"/>
                  <a:pt x="14" y="35"/>
                  <a:pt x="15" y="35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7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40" y="0"/>
                  <a:pt x="40" y="0"/>
                  <a:pt x="40" y="0"/>
                </a:cubicBezTo>
                <a:cubicBezTo>
                  <a:pt x="41" y="0"/>
                  <a:pt x="42" y="1"/>
                  <a:pt x="42" y="2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9"/>
                  <a:pt x="41" y="41"/>
                  <a:pt x="39" y="42"/>
                </a:cubicBezTo>
                <a:cubicBezTo>
                  <a:pt x="38" y="43"/>
                  <a:pt x="35" y="44"/>
                  <a:pt x="33" y="44"/>
                </a:cubicBezTo>
                <a:cubicBezTo>
                  <a:pt x="30" y="44"/>
                  <a:pt x="28" y="43"/>
                  <a:pt x="26" y="42"/>
                </a:cubicBezTo>
                <a:cubicBezTo>
                  <a:pt x="26" y="42"/>
                  <a:pt x="26" y="42"/>
                  <a:pt x="26" y="42"/>
                </a:cubicBezTo>
                <a:cubicBezTo>
                  <a:pt x="24" y="41"/>
                  <a:pt x="23" y="39"/>
                  <a:pt x="23" y="36"/>
                </a:cubicBezTo>
                <a:cubicBezTo>
                  <a:pt x="23" y="34"/>
                  <a:pt x="24" y="32"/>
                  <a:pt x="26" y="31"/>
                </a:cubicBezTo>
                <a:cubicBezTo>
                  <a:pt x="28" y="29"/>
                  <a:pt x="30" y="29"/>
                  <a:pt x="33" y="29"/>
                </a:cubicBezTo>
                <a:cubicBezTo>
                  <a:pt x="35" y="29"/>
                  <a:pt x="37" y="29"/>
                  <a:pt x="38" y="30"/>
                </a:cubicBezTo>
                <a:cubicBezTo>
                  <a:pt x="38" y="10"/>
                  <a:pt x="38" y="10"/>
                  <a:pt x="38" y="10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4"/>
                  <a:pt x="18" y="46"/>
                  <a:pt x="16" y="47"/>
                </a:cubicBezTo>
                <a:cubicBezTo>
                  <a:pt x="15" y="49"/>
                  <a:pt x="12" y="50"/>
                  <a:pt x="10" y="50"/>
                </a:cubicBezTo>
                <a:cubicBezTo>
                  <a:pt x="7" y="50"/>
                  <a:pt x="5" y="49"/>
                  <a:pt x="3" y="47"/>
                </a:cubicBezTo>
                <a:cubicBezTo>
                  <a:pt x="1" y="46"/>
                  <a:pt x="0" y="44"/>
                  <a:pt x="0" y="42"/>
                </a:cubicBezTo>
                <a:cubicBezTo>
                  <a:pt x="0" y="40"/>
                  <a:pt x="1" y="38"/>
                  <a:pt x="3" y="36"/>
                </a:cubicBezTo>
                <a:cubicBezTo>
                  <a:pt x="5" y="35"/>
                  <a:pt x="7" y="34"/>
                  <a:pt x="10" y="34"/>
                </a:cubicBezTo>
                <a:close/>
                <a:moveTo>
                  <a:pt x="14" y="39"/>
                </a:moveTo>
                <a:cubicBezTo>
                  <a:pt x="14" y="39"/>
                  <a:pt x="14" y="39"/>
                  <a:pt x="14" y="39"/>
                </a:cubicBezTo>
                <a:cubicBezTo>
                  <a:pt x="13" y="38"/>
                  <a:pt x="11" y="38"/>
                  <a:pt x="10" y="38"/>
                </a:cubicBezTo>
                <a:cubicBezTo>
                  <a:pt x="8" y="38"/>
                  <a:pt x="7" y="38"/>
                  <a:pt x="6" y="39"/>
                </a:cubicBezTo>
                <a:cubicBezTo>
                  <a:pt x="5" y="40"/>
                  <a:pt x="4" y="41"/>
                  <a:pt x="4" y="42"/>
                </a:cubicBezTo>
                <a:cubicBezTo>
                  <a:pt x="4" y="43"/>
                  <a:pt x="5" y="44"/>
                  <a:pt x="6" y="44"/>
                </a:cubicBezTo>
                <a:cubicBezTo>
                  <a:pt x="7" y="45"/>
                  <a:pt x="8" y="46"/>
                  <a:pt x="10" y="46"/>
                </a:cubicBezTo>
                <a:cubicBezTo>
                  <a:pt x="11" y="46"/>
                  <a:pt x="13" y="45"/>
                  <a:pt x="14" y="44"/>
                </a:cubicBezTo>
                <a:cubicBezTo>
                  <a:pt x="15" y="44"/>
                  <a:pt x="15" y="43"/>
                  <a:pt x="15" y="42"/>
                </a:cubicBezTo>
                <a:cubicBezTo>
                  <a:pt x="15" y="41"/>
                  <a:pt x="15" y="40"/>
                  <a:pt x="14" y="39"/>
                </a:cubicBezTo>
                <a:close/>
                <a:moveTo>
                  <a:pt x="37" y="34"/>
                </a:moveTo>
                <a:cubicBezTo>
                  <a:pt x="37" y="34"/>
                  <a:pt x="37" y="34"/>
                  <a:pt x="37" y="34"/>
                </a:cubicBezTo>
                <a:cubicBezTo>
                  <a:pt x="36" y="33"/>
                  <a:pt x="34" y="33"/>
                  <a:pt x="33" y="33"/>
                </a:cubicBezTo>
                <a:cubicBezTo>
                  <a:pt x="31" y="33"/>
                  <a:pt x="30" y="33"/>
                  <a:pt x="29" y="34"/>
                </a:cubicBezTo>
                <a:cubicBezTo>
                  <a:pt x="28" y="35"/>
                  <a:pt x="27" y="35"/>
                  <a:pt x="27" y="36"/>
                </a:cubicBezTo>
                <a:cubicBezTo>
                  <a:pt x="27" y="37"/>
                  <a:pt x="28" y="38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30" y="40"/>
                  <a:pt x="31" y="40"/>
                  <a:pt x="33" y="40"/>
                </a:cubicBezTo>
                <a:cubicBezTo>
                  <a:pt x="34" y="40"/>
                  <a:pt x="36" y="40"/>
                  <a:pt x="37" y="39"/>
                </a:cubicBezTo>
                <a:cubicBezTo>
                  <a:pt x="38" y="38"/>
                  <a:pt x="38" y="37"/>
                  <a:pt x="38" y="37"/>
                </a:cubicBezTo>
                <a:cubicBezTo>
                  <a:pt x="38" y="36"/>
                  <a:pt x="38" y="36"/>
                  <a:pt x="38" y="36"/>
                </a:cubicBezTo>
                <a:cubicBezTo>
                  <a:pt x="38" y="36"/>
                  <a:pt x="38" y="36"/>
                  <a:pt x="38" y="36"/>
                </a:cubicBezTo>
                <a:cubicBezTo>
                  <a:pt x="38" y="35"/>
                  <a:pt x="38" y="35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3" name="Freeform 67">
            <a:extLst>
              <a:ext uri="{FF2B5EF4-FFF2-40B4-BE49-F238E27FC236}">
                <a16:creationId xmlns:a16="http://schemas.microsoft.com/office/drawing/2014/main" id="{0F019FA4-28D5-F5CA-FF7E-7B90C58C98C5}"/>
              </a:ext>
            </a:extLst>
          </p:cNvPr>
          <p:cNvSpPr>
            <a:spLocks noEditPoints="1"/>
          </p:cNvSpPr>
          <p:nvPr/>
        </p:nvSpPr>
        <p:spPr bwMode="auto">
          <a:xfrm>
            <a:off x="8789919" y="1757281"/>
            <a:ext cx="207433" cy="190500"/>
          </a:xfrm>
          <a:custGeom>
            <a:avLst/>
            <a:gdLst>
              <a:gd name="T0" fmla="*/ 95250 w 49"/>
              <a:gd name="T1" fmla="*/ 3175 h 45"/>
              <a:gd name="T2" fmla="*/ 95250 w 49"/>
              <a:gd name="T3" fmla="*/ 3175 h 45"/>
              <a:gd name="T4" fmla="*/ 146050 w 49"/>
              <a:gd name="T5" fmla="*/ 53975 h 45"/>
              <a:gd name="T6" fmla="*/ 146050 w 49"/>
              <a:gd name="T7" fmla="*/ 63500 h 45"/>
              <a:gd name="T8" fmla="*/ 146050 w 49"/>
              <a:gd name="T9" fmla="*/ 63500 h 45"/>
              <a:gd name="T10" fmla="*/ 69850 w 49"/>
              <a:gd name="T11" fmla="*/ 139700 h 45"/>
              <a:gd name="T12" fmla="*/ 60325 w 49"/>
              <a:gd name="T13" fmla="*/ 139700 h 45"/>
              <a:gd name="T14" fmla="*/ 60325 w 49"/>
              <a:gd name="T15" fmla="*/ 139700 h 45"/>
              <a:gd name="T16" fmla="*/ 9525 w 49"/>
              <a:gd name="T17" fmla="*/ 92075 h 45"/>
              <a:gd name="T18" fmla="*/ 9525 w 49"/>
              <a:gd name="T19" fmla="*/ 82550 h 45"/>
              <a:gd name="T20" fmla="*/ 9525 w 49"/>
              <a:gd name="T21" fmla="*/ 82550 h 45"/>
              <a:gd name="T22" fmla="*/ 88900 w 49"/>
              <a:gd name="T23" fmla="*/ 3175 h 45"/>
              <a:gd name="T24" fmla="*/ 95250 w 49"/>
              <a:gd name="T25" fmla="*/ 3175 h 45"/>
              <a:gd name="T26" fmla="*/ 149225 w 49"/>
              <a:gd name="T27" fmla="*/ 69850 h 45"/>
              <a:gd name="T28" fmla="*/ 149225 w 49"/>
              <a:gd name="T29" fmla="*/ 69850 h 45"/>
              <a:gd name="T30" fmla="*/ 107950 w 49"/>
              <a:gd name="T31" fmla="*/ 111125 h 45"/>
              <a:gd name="T32" fmla="*/ 107950 w 49"/>
              <a:gd name="T33" fmla="*/ 117475 h 45"/>
              <a:gd name="T34" fmla="*/ 111125 w 49"/>
              <a:gd name="T35" fmla="*/ 117475 h 45"/>
              <a:gd name="T36" fmla="*/ 152400 w 49"/>
              <a:gd name="T37" fmla="*/ 76200 h 45"/>
              <a:gd name="T38" fmla="*/ 152400 w 49"/>
              <a:gd name="T39" fmla="*/ 69850 h 45"/>
              <a:gd name="T40" fmla="*/ 149225 w 49"/>
              <a:gd name="T41" fmla="*/ 69850 h 45"/>
              <a:gd name="T42" fmla="*/ 149225 w 49"/>
              <a:gd name="T43" fmla="*/ 85725 h 45"/>
              <a:gd name="T44" fmla="*/ 149225 w 49"/>
              <a:gd name="T45" fmla="*/ 85725 h 45"/>
              <a:gd name="T46" fmla="*/ 120650 w 49"/>
              <a:gd name="T47" fmla="*/ 114300 h 45"/>
              <a:gd name="T48" fmla="*/ 120650 w 49"/>
              <a:gd name="T49" fmla="*/ 117475 h 45"/>
              <a:gd name="T50" fmla="*/ 127000 w 49"/>
              <a:gd name="T51" fmla="*/ 117475 h 45"/>
              <a:gd name="T52" fmla="*/ 155575 w 49"/>
              <a:gd name="T53" fmla="*/ 88900 h 45"/>
              <a:gd name="T54" fmla="*/ 155575 w 49"/>
              <a:gd name="T55" fmla="*/ 85725 h 45"/>
              <a:gd name="T56" fmla="*/ 149225 w 49"/>
              <a:gd name="T57" fmla="*/ 85725 h 45"/>
              <a:gd name="T58" fmla="*/ 44450 w 49"/>
              <a:gd name="T59" fmla="*/ 28575 h 45"/>
              <a:gd name="T60" fmla="*/ 44450 w 49"/>
              <a:gd name="T61" fmla="*/ 28575 h 45"/>
              <a:gd name="T62" fmla="*/ 3175 w 49"/>
              <a:gd name="T63" fmla="*/ 69850 h 45"/>
              <a:gd name="T64" fmla="*/ 3175 w 49"/>
              <a:gd name="T65" fmla="*/ 73025 h 45"/>
              <a:gd name="T66" fmla="*/ 9525 w 49"/>
              <a:gd name="T67" fmla="*/ 73025 h 45"/>
              <a:gd name="T68" fmla="*/ 50800 w 49"/>
              <a:gd name="T69" fmla="*/ 34925 h 45"/>
              <a:gd name="T70" fmla="*/ 50800 w 49"/>
              <a:gd name="T71" fmla="*/ 28575 h 45"/>
              <a:gd name="T72" fmla="*/ 44450 w 49"/>
              <a:gd name="T73" fmla="*/ 28575 h 45"/>
              <a:gd name="T74" fmla="*/ 28575 w 49"/>
              <a:gd name="T75" fmla="*/ 25400 h 45"/>
              <a:gd name="T76" fmla="*/ 28575 w 49"/>
              <a:gd name="T77" fmla="*/ 25400 h 45"/>
              <a:gd name="T78" fmla="*/ 3175 w 49"/>
              <a:gd name="T79" fmla="*/ 53975 h 45"/>
              <a:gd name="T80" fmla="*/ 3175 w 49"/>
              <a:gd name="T81" fmla="*/ 60325 h 45"/>
              <a:gd name="T82" fmla="*/ 6350 w 49"/>
              <a:gd name="T83" fmla="*/ 60325 h 45"/>
              <a:gd name="T84" fmla="*/ 34925 w 49"/>
              <a:gd name="T85" fmla="*/ 31750 h 45"/>
              <a:gd name="T86" fmla="*/ 34925 w 49"/>
              <a:gd name="T87" fmla="*/ 25400 h 45"/>
              <a:gd name="T88" fmla="*/ 28575 w 49"/>
              <a:gd name="T89" fmla="*/ 25400 h 45"/>
              <a:gd name="T90" fmla="*/ 38100 w 49"/>
              <a:gd name="T91" fmla="*/ 95250 h 45"/>
              <a:gd name="T92" fmla="*/ 38100 w 49"/>
              <a:gd name="T93" fmla="*/ 95250 h 45"/>
              <a:gd name="T94" fmla="*/ 53975 w 49"/>
              <a:gd name="T95" fmla="*/ 111125 h 45"/>
              <a:gd name="T96" fmla="*/ 57150 w 49"/>
              <a:gd name="T97" fmla="*/ 111125 h 45"/>
              <a:gd name="T98" fmla="*/ 57150 w 49"/>
              <a:gd name="T99" fmla="*/ 107950 h 45"/>
              <a:gd name="T100" fmla="*/ 41275 w 49"/>
              <a:gd name="T101" fmla="*/ 92075 h 45"/>
              <a:gd name="T102" fmla="*/ 38100 w 49"/>
              <a:gd name="T103" fmla="*/ 92075 h 45"/>
              <a:gd name="T104" fmla="*/ 38100 w 49"/>
              <a:gd name="T105" fmla="*/ 95250 h 45"/>
              <a:gd name="T106" fmla="*/ 133350 w 49"/>
              <a:gd name="T107" fmla="*/ 57150 h 45"/>
              <a:gd name="T108" fmla="*/ 133350 w 49"/>
              <a:gd name="T109" fmla="*/ 57150 h 45"/>
              <a:gd name="T110" fmla="*/ 92075 w 49"/>
              <a:gd name="T111" fmla="*/ 15875 h 45"/>
              <a:gd name="T112" fmla="*/ 22225 w 49"/>
              <a:gd name="T113" fmla="*/ 85725 h 45"/>
              <a:gd name="T114" fmla="*/ 63500 w 49"/>
              <a:gd name="T115" fmla="*/ 127000 h 45"/>
              <a:gd name="T116" fmla="*/ 133350 w 49"/>
              <a:gd name="T117" fmla="*/ 57150 h 45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49" h="45">
                <a:moveTo>
                  <a:pt x="30" y="1"/>
                </a:moveTo>
                <a:cubicBezTo>
                  <a:pt x="30" y="1"/>
                  <a:pt x="30" y="1"/>
                  <a:pt x="30" y="1"/>
                </a:cubicBezTo>
                <a:cubicBezTo>
                  <a:pt x="46" y="17"/>
                  <a:pt x="46" y="17"/>
                  <a:pt x="46" y="17"/>
                </a:cubicBezTo>
                <a:cubicBezTo>
                  <a:pt x="47" y="18"/>
                  <a:pt x="47" y="19"/>
                  <a:pt x="4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22" y="44"/>
                  <a:pt x="22" y="44"/>
                  <a:pt x="22" y="44"/>
                </a:cubicBezTo>
                <a:cubicBezTo>
                  <a:pt x="21" y="45"/>
                  <a:pt x="20" y="45"/>
                  <a:pt x="19" y="44"/>
                </a:cubicBezTo>
                <a:cubicBezTo>
                  <a:pt x="19" y="44"/>
                  <a:pt x="19" y="44"/>
                  <a:pt x="19" y="44"/>
                </a:cubicBezTo>
                <a:cubicBezTo>
                  <a:pt x="3" y="29"/>
                  <a:pt x="3" y="29"/>
                  <a:pt x="3" y="29"/>
                </a:cubicBezTo>
                <a:cubicBezTo>
                  <a:pt x="2" y="28"/>
                  <a:pt x="2" y="27"/>
                  <a:pt x="3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0"/>
                  <a:pt x="30" y="0"/>
                  <a:pt x="30" y="1"/>
                </a:cubicBezTo>
                <a:close/>
                <a:moveTo>
                  <a:pt x="47" y="22"/>
                </a:moveTo>
                <a:cubicBezTo>
                  <a:pt x="47" y="22"/>
                  <a:pt x="47" y="22"/>
                  <a:pt x="47" y="22"/>
                </a:cubicBezTo>
                <a:cubicBezTo>
                  <a:pt x="34" y="35"/>
                  <a:pt x="34" y="35"/>
                  <a:pt x="34" y="35"/>
                </a:cubicBezTo>
                <a:cubicBezTo>
                  <a:pt x="33" y="36"/>
                  <a:pt x="33" y="36"/>
                  <a:pt x="34" y="37"/>
                </a:cubicBezTo>
                <a:cubicBezTo>
                  <a:pt x="34" y="37"/>
                  <a:pt x="35" y="37"/>
                  <a:pt x="35" y="37"/>
                </a:cubicBezTo>
                <a:cubicBezTo>
                  <a:pt x="48" y="24"/>
                  <a:pt x="48" y="24"/>
                  <a:pt x="48" y="24"/>
                </a:cubicBezTo>
                <a:cubicBezTo>
                  <a:pt x="49" y="24"/>
                  <a:pt x="49" y="23"/>
                  <a:pt x="48" y="22"/>
                </a:cubicBezTo>
                <a:cubicBezTo>
                  <a:pt x="48" y="22"/>
                  <a:pt x="47" y="22"/>
                  <a:pt x="47" y="22"/>
                </a:cubicBezTo>
                <a:close/>
                <a:moveTo>
                  <a:pt x="47" y="27"/>
                </a:moveTo>
                <a:cubicBezTo>
                  <a:pt x="47" y="27"/>
                  <a:pt x="47" y="27"/>
                  <a:pt x="47" y="27"/>
                </a:cubicBezTo>
                <a:cubicBezTo>
                  <a:pt x="38" y="36"/>
                  <a:pt x="38" y="36"/>
                  <a:pt x="38" y="36"/>
                </a:cubicBezTo>
                <a:cubicBezTo>
                  <a:pt x="38" y="36"/>
                  <a:pt x="38" y="37"/>
                  <a:pt x="38" y="37"/>
                </a:cubicBezTo>
                <a:cubicBezTo>
                  <a:pt x="39" y="38"/>
                  <a:pt x="39" y="38"/>
                  <a:pt x="40" y="37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28"/>
                  <a:pt x="49" y="27"/>
                  <a:pt x="49" y="27"/>
                </a:cubicBezTo>
                <a:cubicBezTo>
                  <a:pt x="48" y="26"/>
                  <a:pt x="47" y="26"/>
                  <a:pt x="47" y="27"/>
                </a:cubicBezTo>
                <a:close/>
                <a:moveTo>
                  <a:pt x="14" y="9"/>
                </a:moveTo>
                <a:cubicBezTo>
                  <a:pt x="14" y="9"/>
                  <a:pt x="14" y="9"/>
                  <a:pt x="14" y="9"/>
                </a:cubicBezTo>
                <a:cubicBezTo>
                  <a:pt x="1" y="22"/>
                  <a:pt x="1" y="22"/>
                  <a:pt x="1" y="22"/>
                </a:cubicBezTo>
                <a:cubicBezTo>
                  <a:pt x="1" y="22"/>
                  <a:pt x="1" y="23"/>
                  <a:pt x="1" y="23"/>
                </a:cubicBezTo>
                <a:cubicBezTo>
                  <a:pt x="2" y="24"/>
                  <a:pt x="2" y="24"/>
                  <a:pt x="3" y="23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0"/>
                  <a:pt x="16" y="9"/>
                  <a:pt x="16" y="9"/>
                </a:cubicBezTo>
                <a:cubicBezTo>
                  <a:pt x="15" y="8"/>
                  <a:pt x="14" y="8"/>
                  <a:pt x="14" y="9"/>
                </a:cubicBezTo>
                <a:close/>
                <a:moveTo>
                  <a:pt x="9" y="8"/>
                </a:moveTo>
                <a:cubicBezTo>
                  <a:pt x="9" y="8"/>
                  <a:pt x="9" y="8"/>
                  <a:pt x="9" y="8"/>
                </a:cubicBezTo>
                <a:cubicBezTo>
                  <a:pt x="1" y="17"/>
                  <a:pt x="1" y="17"/>
                  <a:pt x="1" y="17"/>
                </a:cubicBezTo>
                <a:cubicBezTo>
                  <a:pt x="0" y="18"/>
                  <a:pt x="0" y="18"/>
                  <a:pt x="1" y="19"/>
                </a:cubicBezTo>
                <a:cubicBezTo>
                  <a:pt x="1" y="19"/>
                  <a:pt x="2" y="19"/>
                  <a:pt x="2" y="19"/>
                </a:cubicBezTo>
                <a:cubicBezTo>
                  <a:pt x="11" y="10"/>
                  <a:pt x="11" y="10"/>
                  <a:pt x="11" y="10"/>
                </a:cubicBezTo>
                <a:cubicBezTo>
                  <a:pt x="12" y="10"/>
                  <a:pt x="12" y="9"/>
                  <a:pt x="11" y="8"/>
                </a:cubicBezTo>
                <a:cubicBezTo>
                  <a:pt x="11" y="8"/>
                  <a:pt x="10" y="8"/>
                  <a:pt x="9" y="8"/>
                </a:cubicBezTo>
                <a:close/>
                <a:moveTo>
                  <a:pt x="12" y="30"/>
                </a:moveTo>
                <a:cubicBezTo>
                  <a:pt x="12" y="30"/>
                  <a:pt x="12" y="30"/>
                  <a:pt x="12" y="30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6"/>
                  <a:pt x="18" y="36"/>
                  <a:pt x="18" y="35"/>
                </a:cubicBezTo>
                <a:cubicBezTo>
                  <a:pt x="19" y="35"/>
                  <a:pt x="19" y="34"/>
                  <a:pt x="18" y="34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8"/>
                  <a:pt x="12" y="28"/>
                  <a:pt x="12" y="29"/>
                </a:cubicBezTo>
                <a:cubicBezTo>
                  <a:pt x="11" y="29"/>
                  <a:pt x="11" y="30"/>
                  <a:pt x="12" y="30"/>
                </a:cubicBezTo>
                <a:close/>
                <a:moveTo>
                  <a:pt x="42" y="18"/>
                </a:moveTo>
                <a:cubicBezTo>
                  <a:pt x="42" y="18"/>
                  <a:pt x="42" y="18"/>
                  <a:pt x="42" y="18"/>
                </a:cubicBezTo>
                <a:cubicBezTo>
                  <a:pt x="29" y="5"/>
                  <a:pt x="29" y="5"/>
                  <a:pt x="29" y="5"/>
                </a:cubicBezTo>
                <a:cubicBezTo>
                  <a:pt x="7" y="27"/>
                  <a:pt x="7" y="27"/>
                  <a:pt x="7" y="27"/>
                </a:cubicBezTo>
                <a:cubicBezTo>
                  <a:pt x="20" y="40"/>
                  <a:pt x="20" y="40"/>
                  <a:pt x="20" y="40"/>
                </a:cubicBezTo>
                <a:cubicBezTo>
                  <a:pt x="42" y="18"/>
                  <a:pt x="42" y="18"/>
                  <a:pt x="42" y="1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4" name="Freeform 68">
            <a:extLst>
              <a:ext uri="{FF2B5EF4-FFF2-40B4-BE49-F238E27FC236}">
                <a16:creationId xmlns:a16="http://schemas.microsoft.com/office/drawing/2014/main" id="{A64DB6C1-BA83-60A2-9179-AB667BFA207F}"/>
              </a:ext>
            </a:extLst>
          </p:cNvPr>
          <p:cNvSpPr>
            <a:spLocks/>
          </p:cNvSpPr>
          <p:nvPr/>
        </p:nvSpPr>
        <p:spPr bwMode="auto">
          <a:xfrm>
            <a:off x="9196319" y="1382632"/>
            <a:ext cx="114300" cy="118533"/>
          </a:xfrm>
          <a:custGeom>
            <a:avLst/>
            <a:gdLst>
              <a:gd name="T0" fmla="*/ 3175 w 27"/>
              <a:gd name="T1" fmla="*/ 50800 h 28"/>
              <a:gd name="T2" fmla="*/ 0 w 27"/>
              <a:gd name="T3" fmla="*/ 44450 h 28"/>
              <a:gd name="T4" fmla="*/ 3175 w 27"/>
              <a:gd name="T5" fmla="*/ 38100 h 28"/>
              <a:gd name="T6" fmla="*/ 63500 w 27"/>
              <a:gd name="T7" fmla="*/ 38100 h 28"/>
              <a:gd name="T8" fmla="*/ 34925 w 27"/>
              <a:gd name="T9" fmla="*/ 9525 h 28"/>
              <a:gd name="T10" fmla="*/ 34925 w 27"/>
              <a:gd name="T11" fmla="*/ 3175 h 28"/>
              <a:gd name="T12" fmla="*/ 44450 w 27"/>
              <a:gd name="T13" fmla="*/ 3175 h 28"/>
              <a:gd name="T14" fmla="*/ 82550 w 27"/>
              <a:gd name="T15" fmla="*/ 41275 h 28"/>
              <a:gd name="T16" fmla="*/ 82550 w 27"/>
              <a:gd name="T17" fmla="*/ 41275 h 28"/>
              <a:gd name="T18" fmla="*/ 82550 w 27"/>
              <a:gd name="T19" fmla="*/ 41275 h 28"/>
              <a:gd name="T20" fmla="*/ 82550 w 27"/>
              <a:gd name="T21" fmla="*/ 41275 h 28"/>
              <a:gd name="T22" fmla="*/ 82550 w 27"/>
              <a:gd name="T23" fmla="*/ 41275 h 28"/>
              <a:gd name="T24" fmla="*/ 82550 w 27"/>
              <a:gd name="T25" fmla="*/ 41275 h 28"/>
              <a:gd name="T26" fmla="*/ 82550 w 27"/>
              <a:gd name="T27" fmla="*/ 41275 h 28"/>
              <a:gd name="T28" fmla="*/ 82550 w 27"/>
              <a:gd name="T29" fmla="*/ 41275 h 28"/>
              <a:gd name="T30" fmla="*/ 82550 w 27"/>
              <a:gd name="T31" fmla="*/ 41275 h 28"/>
              <a:gd name="T32" fmla="*/ 82550 w 27"/>
              <a:gd name="T33" fmla="*/ 44450 h 28"/>
              <a:gd name="T34" fmla="*/ 82550 w 27"/>
              <a:gd name="T35" fmla="*/ 44450 h 28"/>
              <a:gd name="T36" fmla="*/ 82550 w 27"/>
              <a:gd name="T37" fmla="*/ 44450 h 28"/>
              <a:gd name="T38" fmla="*/ 85725 w 27"/>
              <a:gd name="T39" fmla="*/ 44450 h 28"/>
              <a:gd name="T40" fmla="*/ 85725 w 27"/>
              <a:gd name="T41" fmla="*/ 44450 h 28"/>
              <a:gd name="T42" fmla="*/ 85725 w 27"/>
              <a:gd name="T43" fmla="*/ 44450 h 28"/>
              <a:gd name="T44" fmla="*/ 85725 w 27"/>
              <a:gd name="T45" fmla="*/ 44450 h 28"/>
              <a:gd name="T46" fmla="*/ 85725 w 27"/>
              <a:gd name="T47" fmla="*/ 44450 h 28"/>
              <a:gd name="T48" fmla="*/ 85725 w 27"/>
              <a:gd name="T49" fmla="*/ 44450 h 28"/>
              <a:gd name="T50" fmla="*/ 82550 w 27"/>
              <a:gd name="T51" fmla="*/ 44450 h 28"/>
              <a:gd name="T52" fmla="*/ 82550 w 27"/>
              <a:gd name="T53" fmla="*/ 47625 h 28"/>
              <a:gd name="T54" fmla="*/ 82550 w 27"/>
              <a:gd name="T55" fmla="*/ 47625 h 28"/>
              <a:gd name="T56" fmla="*/ 82550 w 27"/>
              <a:gd name="T57" fmla="*/ 47625 h 28"/>
              <a:gd name="T58" fmla="*/ 82550 w 27"/>
              <a:gd name="T59" fmla="*/ 47625 h 28"/>
              <a:gd name="T60" fmla="*/ 82550 w 27"/>
              <a:gd name="T61" fmla="*/ 47625 h 28"/>
              <a:gd name="T62" fmla="*/ 82550 w 27"/>
              <a:gd name="T63" fmla="*/ 47625 h 28"/>
              <a:gd name="T64" fmla="*/ 82550 w 27"/>
              <a:gd name="T65" fmla="*/ 47625 h 28"/>
              <a:gd name="T66" fmla="*/ 82550 w 27"/>
              <a:gd name="T67" fmla="*/ 47625 h 28"/>
              <a:gd name="T68" fmla="*/ 82550 w 27"/>
              <a:gd name="T69" fmla="*/ 47625 h 28"/>
              <a:gd name="T70" fmla="*/ 82550 w 27"/>
              <a:gd name="T71" fmla="*/ 47625 h 28"/>
              <a:gd name="T72" fmla="*/ 82550 w 27"/>
              <a:gd name="T73" fmla="*/ 50800 h 28"/>
              <a:gd name="T74" fmla="*/ 44450 w 27"/>
              <a:gd name="T75" fmla="*/ 88900 h 28"/>
              <a:gd name="T76" fmla="*/ 34925 w 27"/>
              <a:gd name="T77" fmla="*/ 88900 h 28"/>
              <a:gd name="T78" fmla="*/ 34925 w 27"/>
              <a:gd name="T79" fmla="*/ 79375 h 28"/>
              <a:gd name="T80" fmla="*/ 63500 w 27"/>
              <a:gd name="T81" fmla="*/ 50800 h 28"/>
              <a:gd name="T82" fmla="*/ 3175 w 27"/>
              <a:gd name="T83" fmla="*/ 50800 h 28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7" h="28">
                <a:moveTo>
                  <a:pt x="1" y="16"/>
                </a:moveTo>
                <a:cubicBezTo>
                  <a:pt x="0" y="16"/>
                  <a:pt x="0" y="15"/>
                  <a:pt x="0" y="14"/>
                </a:cubicBezTo>
                <a:cubicBezTo>
                  <a:pt x="0" y="13"/>
                  <a:pt x="0" y="12"/>
                  <a:pt x="1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3"/>
                  <a:pt x="10" y="1"/>
                  <a:pt x="11" y="1"/>
                </a:cubicBezTo>
                <a:cubicBezTo>
                  <a:pt x="12" y="0"/>
                  <a:pt x="13" y="0"/>
                  <a:pt x="14" y="1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6"/>
                  <a:pt x="26" y="16"/>
                  <a:pt x="26" y="16"/>
                </a:cubicBezTo>
                <a:cubicBezTo>
                  <a:pt x="14" y="28"/>
                  <a:pt x="14" y="28"/>
                  <a:pt x="14" y="28"/>
                </a:cubicBezTo>
                <a:cubicBezTo>
                  <a:pt x="13" y="28"/>
                  <a:pt x="12" y="28"/>
                  <a:pt x="11" y="28"/>
                </a:cubicBezTo>
                <a:cubicBezTo>
                  <a:pt x="10" y="27"/>
                  <a:pt x="10" y="26"/>
                  <a:pt x="11" y="25"/>
                </a:cubicBezTo>
                <a:cubicBezTo>
                  <a:pt x="20" y="16"/>
                  <a:pt x="20" y="16"/>
                  <a:pt x="20" y="16"/>
                </a:cubicBezTo>
                <a:cubicBezTo>
                  <a:pt x="1" y="16"/>
                  <a:pt x="1" y="16"/>
                  <a:pt x="1" y="1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5" name="Freeform 69">
            <a:extLst>
              <a:ext uri="{FF2B5EF4-FFF2-40B4-BE49-F238E27FC236}">
                <a16:creationId xmlns:a16="http://schemas.microsoft.com/office/drawing/2014/main" id="{435069EB-9109-FA47-0F9B-47D35F36E2FA}"/>
              </a:ext>
            </a:extLst>
          </p:cNvPr>
          <p:cNvSpPr>
            <a:spLocks/>
          </p:cNvSpPr>
          <p:nvPr/>
        </p:nvSpPr>
        <p:spPr bwMode="auto">
          <a:xfrm>
            <a:off x="9575201" y="1382632"/>
            <a:ext cx="114300" cy="118533"/>
          </a:xfrm>
          <a:custGeom>
            <a:avLst/>
            <a:gdLst>
              <a:gd name="T0" fmla="*/ 79375 w 27"/>
              <a:gd name="T1" fmla="*/ 50800 h 28"/>
              <a:gd name="T2" fmla="*/ 85725 w 27"/>
              <a:gd name="T3" fmla="*/ 44450 h 28"/>
              <a:gd name="T4" fmla="*/ 79375 w 27"/>
              <a:gd name="T5" fmla="*/ 38100 h 28"/>
              <a:gd name="T6" fmla="*/ 22225 w 27"/>
              <a:gd name="T7" fmla="*/ 38100 h 28"/>
              <a:gd name="T8" fmla="*/ 50800 w 27"/>
              <a:gd name="T9" fmla="*/ 9525 h 28"/>
              <a:gd name="T10" fmla="*/ 50800 w 27"/>
              <a:gd name="T11" fmla="*/ 3175 h 28"/>
              <a:gd name="T12" fmla="*/ 41275 w 27"/>
              <a:gd name="T13" fmla="*/ 3175 h 28"/>
              <a:gd name="T14" fmla="*/ 3175 w 27"/>
              <a:gd name="T15" fmla="*/ 41275 h 28"/>
              <a:gd name="T16" fmla="*/ 3175 w 27"/>
              <a:gd name="T17" fmla="*/ 41275 h 28"/>
              <a:gd name="T18" fmla="*/ 3175 w 27"/>
              <a:gd name="T19" fmla="*/ 41275 h 28"/>
              <a:gd name="T20" fmla="*/ 3175 w 27"/>
              <a:gd name="T21" fmla="*/ 41275 h 28"/>
              <a:gd name="T22" fmla="*/ 3175 w 27"/>
              <a:gd name="T23" fmla="*/ 41275 h 28"/>
              <a:gd name="T24" fmla="*/ 0 w 27"/>
              <a:gd name="T25" fmla="*/ 41275 h 28"/>
              <a:gd name="T26" fmla="*/ 0 w 27"/>
              <a:gd name="T27" fmla="*/ 41275 h 28"/>
              <a:gd name="T28" fmla="*/ 0 w 27"/>
              <a:gd name="T29" fmla="*/ 41275 h 28"/>
              <a:gd name="T30" fmla="*/ 0 w 27"/>
              <a:gd name="T31" fmla="*/ 41275 h 28"/>
              <a:gd name="T32" fmla="*/ 0 w 27"/>
              <a:gd name="T33" fmla="*/ 44450 h 28"/>
              <a:gd name="T34" fmla="*/ 0 w 27"/>
              <a:gd name="T35" fmla="*/ 44450 h 28"/>
              <a:gd name="T36" fmla="*/ 0 w 27"/>
              <a:gd name="T37" fmla="*/ 44450 h 28"/>
              <a:gd name="T38" fmla="*/ 0 w 27"/>
              <a:gd name="T39" fmla="*/ 44450 h 28"/>
              <a:gd name="T40" fmla="*/ 0 w 27"/>
              <a:gd name="T41" fmla="*/ 44450 h 28"/>
              <a:gd name="T42" fmla="*/ 0 w 27"/>
              <a:gd name="T43" fmla="*/ 44450 h 28"/>
              <a:gd name="T44" fmla="*/ 0 w 27"/>
              <a:gd name="T45" fmla="*/ 44450 h 28"/>
              <a:gd name="T46" fmla="*/ 0 w 27"/>
              <a:gd name="T47" fmla="*/ 44450 h 28"/>
              <a:gd name="T48" fmla="*/ 0 w 27"/>
              <a:gd name="T49" fmla="*/ 44450 h 28"/>
              <a:gd name="T50" fmla="*/ 0 w 27"/>
              <a:gd name="T51" fmla="*/ 44450 h 28"/>
              <a:gd name="T52" fmla="*/ 0 w 27"/>
              <a:gd name="T53" fmla="*/ 47625 h 28"/>
              <a:gd name="T54" fmla="*/ 0 w 27"/>
              <a:gd name="T55" fmla="*/ 47625 h 28"/>
              <a:gd name="T56" fmla="*/ 0 w 27"/>
              <a:gd name="T57" fmla="*/ 47625 h 28"/>
              <a:gd name="T58" fmla="*/ 0 w 27"/>
              <a:gd name="T59" fmla="*/ 47625 h 28"/>
              <a:gd name="T60" fmla="*/ 0 w 27"/>
              <a:gd name="T61" fmla="*/ 47625 h 28"/>
              <a:gd name="T62" fmla="*/ 0 w 27"/>
              <a:gd name="T63" fmla="*/ 47625 h 28"/>
              <a:gd name="T64" fmla="*/ 3175 w 27"/>
              <a:gd name="T65" fmla="*/ 47625 h 28"/>
              <a:gd name="T66" fmla="*/ 3175 w 27"/>
              <a:gd name="T67" fmla="*/ 47625 h 28"/>
              <a:gd name="T68" fmla="*/ 3175 w 27"/>
              <a:gd name="T69" fmla="*/ 47625 h 28"/>
              <a:gd name="T70" fmla="*/ 3175 w 27"/>
              <a:gd name="T71" fmla="*/ 47625 h 28"/>
              <a:gd name="T72" fmla="*/ 3175 w 27"/>
              <a:gd name="T73" fmla="*/ 50800 h 28"/>
              <a:gd name="T74" fmla="*/ 41275 w 27"/>
              <a:gd name="T75" fmla="*/ 88900 h 28"/>
              <a:gd name="T76" fmla="*/ 50800 w 27"/>
              <a:gd name="T77" fmla="*/ 88900 h 28"/>
              <a:gd name="T78" fmla="*/ 50800 w 27"/>
              <a:gd name="T79" fmla="*/ 79375 h 28"/>
              <a:gd name="T80" fmla="*/ 22225 w 27"/>
              <a:gd name="T81" fmla="*/ 50800 h 28"/>
              <a:gd name="T82" fmla="*/ 79375 w 27"/>
              <a:gd name="T83" fmla="*/ 50800 h 28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7" h="28">
                <a:moveTo>
                  <a:pt x="25" y="16"/>
                </a:moveTo>
                <a:cubicBezTo>
                  <a:pt x="26" y="16"/>
                  <a:pt x="27" y="15"/>
                  <a:pt x="27" y="14"/>
                </a:cubicBezTo>
                <a:cubicBezTo>
                  <a:pt x="27" y="13"/>
                  <a:pt x="26" y="12"/>
                  <a:pt x="25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3"/>
                  <a:pt x="16" y="1"/>
                  <a:pt x="16" y="1"/>
                </a:cubicBezTo>
                <a:cubicBezTo>
                  <a:pt x="15" y="0"/>
                  <a:pt x="14" y="0"/>
                  <a:pt x="13" y="1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0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3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1" y="15"/>
                  <a:pt x="1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6"/>
                  <a:pt x="1" y="16"/>
                  <a:pt x="1" y="16"/>
                </a:cubicBezTo>
                <a:cubicBezTo>
                  <a:pt x="13" y="28"/>
                  <a:pt x="13" y="28"/>
                  <a:pt x="13" y="28"/>
                </a:cubicBezTo>
                <a:cubicBezTo>
                  <a:pt x="14" y="28"/>
                  <a:pt x="15" y="28"/>
                  <a:pt x="16" y="28"/>
                </a:cubicBezTo>
                <a:cubicBezTo>
                  <a:pt x="16" y="27"/>
                  <a:pt x="16" y="26"/>
                  <a:pt x="16" y="25"/>
                </a:cubicBezTo>
                <a:cubicBezTo>
                  <a:pt x="7" y="16"/>
                  <a:pt x="7" y="16"/>
                  <a:pt x="7" y="16"/>
                </a:cubicBezTo>
                <a:cubicBezTo>
                  <a:pt x="25" y="16"/>
                  <a:pt x="25" y="16"/>
                  <a:pt x="25" y="1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6" name="Freeform 70">
            <a:extLst>
              <a:ext uri="{FF2B5EF4-FFF2-40B4-BE49-F238E27FC236}">
                <a16:creationId xmlns:a16="http://schemas.microsoft.com/office/drawing/2014/main" id="{C059B7D7-BCCC-E6B4-66AB-CD684D525865}"/>
              </a:ext>
            </a:extLst>
          </p:cNvPr>
          <p:cNvSpPr>
            <a:spLocks noEditPoints="1"/>
          </p:cNvSpPr>
          <p:nvPr/>
        </p:nvSpPr>
        <p:spPr bwMode="auto">
          <a:xfrm>
            <a:off x="9939267" y="1374165"/>
            <a:ext cx="135467" cy="135467"/>
          </a:xfrm>
          <a:custGeom>
            <a:avLst/>
            <a:gdLst>
              <a:gd name="T0" fmla="*/ 50800 w 32"/>
              <a:gd name="T1" fmla="*/ 0 h 32"/>
              <a:gd name="T2" fmla="*/ 85725 w 32"/>
              <a:gd name="T3" fmla="*/ 15875 h 32"/>
              <a:gd name="T4" fmla="*/ 85725 w 32"/>
              <a:gd name="T5" fmla="*/ 15875 h 32"/>
              <a:gd name="T6" fmla="*/ 101600 w 32"/>
              <a:gd name="T7" fmla="*/ 50800 h 32"/>
              <a:gd name="T8" fmla="*/ 85725 w 32"/>
              <a:gd name="T9" fmla="*/ 85725 h 32"/>
              <a:gd name="T10" fmla="*/ 85725 w 32"/>
              <a:gd name="T11" fmla="*/ 85725 h 32"/>
              <a:gd name="T12" fmla="*/ 50800 w 32"/>
              <a:gd name="T13" fmla="*/ 101600 h 32"/>
              <a:gd name="T14" fmla="*/ 15875 w 32"/>
              <a:gd name="T15" fmla="*/ 85725 h 32"/>
              <a:gd name="T16" fmla="*/ 15875 w 32"/>
              <a:gd name="T17" fmla="*/ 85725 h 32"/>
              <a:gd name="T18" fmla="*/ 0 w 32"/>
              <a:gd name="T19" fmla="*/ 50800 h 32"/>
              <a:gd name="T20" fmla="*/ 15875 w 32"/>
              <a:gd name="T21" fmla="*/ 15875 h 32"/>
              <a:gd name="T22" fmla="*/ 15875 w 32"/>
              <a:gd name="T23" fmla="*/ 15875 h 32"/>
              <a:gd name="T24" fmla="*/ 50800 w 32"/>
              <a:gd name="T25" fmla="*/ 0 h 32"/>
              <a:gd name="T26" fmla="*/ 79375 w 32"/>
              <a:gd name="T27" fmla="*/ 28575 h 32"/>
              <a:gd name="T28" fmla="*/ 79375 w 32"/>
              <a:gd name="T29" fmla="*/ 28575 h 32"/>
              <a:gd name="T30" fmla="*/ 25400 w 32"/>
              <a:gd name="T31" fmla="*/ 79375 h 32"/>
              <a:gd name="T32" fmla="*/ 50800 w 32"/>
              <a:gd name="T33" fmla="*/ 88900 h 32"/>
              <a:gd name="T34" fmla="*/ 76200 w 32"/>
              <a:gd name="T35" fmla="*/ 79375 h 32"/>
              <a:gd name="T36" fmla="*/ 88900 w 32"/>
              <a:gd name="T37" fmla="*/ 50800 h 32"/>
              <a:gd name="T38" fmla="*/ 79375 w 32"/>
              <a:gd name="T39" fmla="*/ 28575 h 32"/>
              <a:gd name="T40" fmla="*/ 22225 w 32"/>
              <a:gd name="T41" fmla="*/ 76200 h 32"/>
              <a:gd name="T42" fmla="*/ 22225 w 32"/>
              <a:gd name="T43" fmla="*/ 76200 h 32"/>
              <a:gd name="T44" fmla="*/ 76200 w 32"/>
              <a:gd name="T45" fmla="*/ 22225 h 32"/>
              <a:gd name="T46" fmla="*/ 50800 w 32"/>
              <a:gd name="T47" fmla="*/ 12700 h 32"/>
              <a:gd name="T48" fmla="*/ 25400 w 32"/>
              <a:gd name="T49" fmla="*/ 25400 h 32"/>
              <a:gd name="T50" fmla="*/ 25400 w 32"/>
              <a:gd name="T51" fmla="*/ 25400 h 32"/>
              <a:gd name="T52" fmla="*/ 12700 w 32"/>
              <a:gd name="T53" fmla="*/ 50800 h 32"/>
              <a:gd name="T54" fmla="*/ 22225 w 32"/>
              <a:gd name="T55" fmla="*/ 76200 h 3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2" h="32">
                <a:moveTo>
                  <a:pt x="16" y="0"/>
                </a:moveTo>
                <a:cubicBezTo>
                  <a:pt x="20" y="0"/>
                  <a:pt x="24" y="2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30" y="8"/>
                  <a:pt x="32" y="12"/>
                  <a:pt x="32" y="16"/>
                </a:cubicBezTo>
                <a:cubicBezTo>
                  <a:pt x="32" y="20"/>
                  <a:pt x="30" y="24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4" y="30"/>
                  <a:pt x="20" y="32"/>
                  <a:pt x="16" y="32"/>
                </a:cubicBezTo>
                <a:cubicBezTo>
                  <a:pt x="12" y="32"/>
                  <a:pt x="8" y="30"/>
                  <a:pt x="5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2" y="24"/>
                  <a:pt x="0" y="20"/>
                  <a:pt x="0" y="16"/>
                </a:cubicBezTo>
                <a:cubicBezTo>
                  <a:pt x="0" y="12"/>
                  <a:pt x="2" y="8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8" y="2"/>
                  <a:pt x="12" y="0"/>
                  <a:pt x="16" y="0"/>
                </a:cubicBezTo>
                <a:close/>
                <a:moveTo>
                  <a:pt x="25" y="9"/>
                </a:moveTo>
                <a:cubicBezTo>
                  <a:pt x="25" y="9"/>
                  <a:pt x="25" y="9"/>
                  <a:pt x="25" y="9"/>
                </a:cubicBezTo>
                <a:cubicBezTo>
                  <a:pt x="8" y="25"/>
                  <a:pt x="8" y="25"/>
                  <a:pt x="8" y="25"/>
                </a:cubicBezTo>
                <a:cubicBezTo>
                  <a:pt x="10" y="27"/>
                  <a:pt x="13" y="28"/>
                  <a:pt x="16" y="28"/>
                </a:cubicBezTo>
                <a:cubicBezTo>
                  <a:pt x="19" y="28"/>
                  <a:pt x="22" y="27"/>
                  <a:pt x="24" y="25"/>
                </a:cubicBezTo>
                <a:cubicBezTo>
                  <a:pt x="27" y="22"/>
                  <a:pt x="28" y="19"/>
                  <a:pt x="28" y="16"/>
                </a:cubicBezTo>
                <a:cubicBezTo>
                  <a:pt x="28" y="13"/>
                  <a:pt x="27" y="11"/>
                  <a:pt x="25" y="9"/>
                </a:cubicBezTo>
                <a:close/>
                <a:moveTo>
                  <a:pt x="7" y="24"/>
                </a:moveTo>
                <a:cubicBezTo>
                  <a:pt x="7" y="24"/>
                  <a:pt x="7" y="24"/>
                  <a:pt x="7" y="24"/>
                </a:cubicBezTo>
                <a:cubicBezTo>
                  <a:pt x="24" y="7"/>
                  <a:pt x="24" y="7"/>
                  <a:pt x="24" y="7"/>
                </a:cubicBezTo>
                <a:cubicBezTo>
                  <a:pt x="21" y="5"/>
                  <a:pt x="19" y="4"/>
                  <a:pt x="16" y="4"/>
                </a:cubicBezTo>
                <a:cubicBezTo>
                  <a:pt x="13" y="4"/>
                  <a:pt x="10" y="6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5" y="10"/>
                  <a:pt x="4" y="13"/>
                  <a:pt x="4" y="16"/>
                </a:cubicBezTo>
                <a:cubicBezTo>
                  <a:pt x="4" y="19"/>
                  <a:pt x="5" y="22"/>
                  <a:pt x="7" y="2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7" name="Freeform 71">
            <a:extLst>
              <a:ext uri="{FF2B5EF4-FFF2-40B4-BE49-F238E27FC236}">
                <a16:creationId xmlns:a16="http://schemas.microsoft.com/office/drawing/2014/main" id="{1A8BDA22-197E-19AD-2413-088D3210D074}"/>
              </a:ext>
            </a:extLst>
          </p:cNvPr>
          <p:cNvSpPr>
            <a:spLocks noEditPoints="1"/>
          </p:cNvSpPr>
          <p:nvPr/>
        </p:nvSpPr>
        <p:spPr bwMode="auto">
          <a:xfrm>
            <a:off x="10263118" y="1331831"/>
            <a:ext cx="220133" cy="211667"/>
          </a:xfrm>
          <a:custGeom>
            <a:avLst/>
            <a:gdLst>
              <a:gd name="T0" fmla="*/ 12700 w 52"/>
              <a:gd name="T1" fmla="*/ 120650 h 50"/>
              <a:gd name="T2" fmla="*/ 19050 w 52"/>
              <a:gd name="T3" fmla="*/ 50800 h 50"/>
              <a:gd name="T4" fmla="*/ 25400 w 52"/>
              <a:gd name="T5" fmla="*/ 47625 h 50"/>
              <a:gd name="T6" fmla="*/ 28575 w 52"/>
              <a:gd name="T7" fmla="*/ 50800 h 50"/>
              <a:gd name="T8" fmla="*/ 28575 w 52"/>
              <a:gd name="T9" fmla="*/ 50800 h 50"/>
              <a:gd name="T10" fmla="*/ 28575 w 52"/>
              <a:gd name="T11" fmla="*/ 53975 h 50"/>
              <a:gd name="T12" fmla="*/ 34925 w 52"/>
              <a:gd name="T13" fmla="*/ 41275 h 50"/>
              <a:gd name="T14" fmla="*/ 66675 w 52"/>
              <a:gd name="T15" fmla="*/ 15875 h 50"/>
              <a:gd name="T16" fmla="*/ 73025 w 52"/>
              <a:gd name="T17" fmla="*/ 19050 h 50"/>
              <a:gd name="T18" fmla="*/ 73025 w 52"/>
              <a:gd name="T19" fmla="*/ 22225 h 50"/>
              <a:gd name="T20" fmla="*/ 69850 w 52"/>
              <a:gd name="T21" fmla="*/ 31750 h 50"/>
              <a:gd name="T22" fmla="*/ 101600 w 52"/>
              <a:gd name="T23" fmla="*/ 12700 h 50"/>
              <a:gd name="T24" fmla="*/ 165100 w 52"/>
              <a:gd name="T25" fmla="*/ 31750 h 50"/>
              <a:gd name="T26" fmla="*/ 161925 w 52"/>
              <a:gd name="T27" fmla="*/ 41275 h 50"/>
              <a:gd name="T28" fmla="*/ 158750 w 52"/>
              <a:gd name="T29" fmla="*/ 41275 h 50"/>
              <a:gd name="T30" fmla="*/ 123825 w 52"/>
              <a:gd name="T31" fmla="*/ 73025 h 50"/>
              <a:gd name="T32" fmla="*/ 73025 w 52"/>
              <a:gd name="T33" fmla="*/ 104775 h 50"/>
              <a:gd name="T34" fmla="*/ 79375 w 52"/>
              <a:gd name="T35" fmla="*/ 107950 h 50"/>
              <a:gd name="T36" fmla="*/ 85725 w 52"/>
              <a:gd name="T37" fmla="*/ 117475 h 50"/>
              <a:gd name="T38" fmla="*/ 82550 w 52"/>
              <a:gd name="T39" fmla="*/ 120650 h 50"/>
              <a:gd name="T40" fmla="*/ 22225 w 52"/>
              <a:gd name="T41" fmla="*/ 127000 h 50"/>
              <a:gd name="T42" fmla="*/ 19050 w 52"/>
              <a:gd name="T43" fmla="*/ 152400 h 50"/>
              <a:gd name="T44" fmla="*/ 19050 w 52"/>
              <a:gd name="T45" fmla="*/ 152400 h 50"/>
              <a:gd name="T46" fmla="*/ 34925 w 52"/>
              <a:gd name="T47" fmla="*/ 152400 h 50"/>
              <a:gd name="T48" fmla="*/ 38100 w 52"/>
              <a:gd name="T49" fmla="*/ 155575 h 50"/>
              <a:gd name="T50" fmla="*/ 34925 w 52"/>
              <a:gd name="T51" fmla="*/ 158750 h 50"/>
              <a:gd name="T52" fmla="*/ 15875 w 52"/>
              <a:gd name="T53" fmla="*/ 158750 h 50"/>
              <a:gd name="T54" fmla="*/ 12700 w 52"/>
              <a:gd name="T55" fmla="*/ 158750 h 50"/>
              <a:gd name="T56" fmla="*/ 12700 w 52"/>
              <a:gd name="T57" fmla="*/ 158750 h 50"/>
              <a:gd name="T58" fmla="*/ 6350 w 52"/>
              <a:gd name="T59" fmla="*/ 155575 h 50"/>
              <a:gd name="T60" fmla="*/ 12700 w 52"/>
              <a:gd name="T61" fmla="*/ 120650 h 50"/>
              <a:gd name="T62" fmla="*/ 57150 w 52"/>
              <a:gd name="T63" fmla="*/ 158750 h 50"/>
              <a:gd name="T64" fmla="*/ 57150 w 52"/>
              <a:gd name="T65" fmla="*/ 158750 h 50"/>
              <a:gd name="T66" fmla="*/ 120650 w 52"/>
              <a:gd name="T67" fmla="*/ 158750 h 50"/>
              <a:gd name="T68" fmla="*/ 123825 w 52"/>
              <a:gd name="T69" fmla="*/ 155575 h 50"/>
              <a:gd name="T70" fmla="*/ 120650 w 52"/>
              <a:gd name="T71" fmla="*/ 152400 h 50"/>
              <a:gd name="T72" fmla="*/ 57150 w 52"/>
              <a:gd name="T73" fmla="*/ 152400 h 50"/>
              <a:gd name="T74" fmla="*/ 53975 w 52"/>
              <a:gd name="T75" fmla="*/ 155575 h 50"/>
              <a:gd name="T76" fmla="*/ 57150 w 52"/>
              <a:gd name="T77" fmla="*/ 158750 h 50"/>
              <a:gd name="T78" fmla="*/ 22225 w 52"/>
              <a:gd name="T79" fmla="*/ 114300 h 50"/>
              <a:gd name="T80" fmla="*/ 22225 w 52"/>
              <a:gd name="T81" fmla="*/ 114300 h 50"/>
              <a:gd name="T82" fmla="*/ 63500 w 52"/>
              <a:gd name="T83" fmla="*/ 114300 h 50"/>
              <a:gd name="T84" fmla="*/ 53975 w 52"/>
              <a:gd name="T85" fmla="*/ 104775 h 50"/>
              <a:gd name="T86" fmla="*/ 60325 w 52"/>
              <a:gd name="T87" fmla="*/ 92075 h 50"/>
              <a:gd name="T88" fmla="*/ 114300 w 52"/>
              <a:gd name="T89" fmla="*/ 66675 h 50"/>
              <a:gd name="T90" fmla="*/ 149225 w 52"/>
              <a:gd name="T91" fmla="*/ 31750 h 50"/>
              <a:gd name="T92" fmla="*/ 66675 w 52"/>
              <a:gd name="T93" fmla="*/ 57150 h 50"/>
              <a:gd name="T94" fmla="*/ 60325 w 52"/>
              <a:gd name="T95" fmla="*/ 60325 h 50"/>
              <a:gd name="T96" fmla="*/ 53975 w 52"/>
              <a:gd name="T97" fmla="*/ 53975 h 50"/>
              <a:gd name="T98" fmla="*/ 57150 w 52"/>
              <a:gd name="T99" fmla="*/ 34925 h 50"/>
              <a:gd name="T100" fmla="*/ 44450 w 52"/>
              <a:gd name="T101" fmla="*/ 47625 h 50"/>
              <a:gd name="T102" fmla="*/ 41275 w 52"/>
              <a:gd name="T103" fmla="*/ 76200 h 50"/>
              <a:gd name="T104" fmla="*/ 38100 w 52"/>
              <a:gd name="T105" fmla="*/ 82550 h 50"/>
              <a:gd name="T106" fmla="*/ 31750 w 52"/>
              <a:gd name="T107" fmla="*/ 82550 h 50"/>
              <a:gd name="T108" fmla="*/ 22225 w 52"/>
              <a:gd name="T109" fmla="*/ 69850 h 50"/>
              <a:gd name="T110" fmla="*/ 22225 w 52"/>
              <a:gd name="T111" fmla="*/ 114300 h 5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2" h="50">
                <a:moveTo>
                  <a:pt x="4" y="38"/>
                </a:moveTo>
                <a:cubicBezTo>
                  <a:pt x="0" y="32"/>
                  <a:pt x="2" y="22"/>
                  <a:pt x="6" y="16"/>
                </a:cubicBezTo>
                <a:cubicBezTo>
                  <a:pt x="6" y="15"/>
                  <a:pt x="7" y="15"/>
                  <a:pt x="8" y="15"/>
                </a:cubicBezTo>
                <a:cubicBezTo>
                  <a:pt x="9" y="15"/>
                  <a:pt x="9" y="16"/>
                  <a:pt x="9" y="16"/>
                </a:cubicBezTo>
                <a:cubicBezTo>
                  <a:pt x="9" y="16"/>
                  <a:pt x="9" y="16"/>
                  <a:pt x="9" y="16"/>
                </a:cubicBezTo>
                <a:cubicBezTo>
                  <a:pt x="9" y="17"/>
                  <a:pt x="9" y="17"/>
                  <a:pt x="9" y="17"/>
                </a:cubicBezTo>
                <a:cubicBezTo>
                  <a:pt x="10" y="16"/>
                  <a:pt x="10" y="15"/>
                  <a:pt x="11" y="13"/>
                </a:cubicBezTo>
                <a:cubicBezTo>
                  <a:pt x="13" y="9"/>
                  <a:pt x="17" y="6"/>
                  <a:pt x="21" y="5"/>
                </a:cubicBezTo>
                <a:cubicBezTo>
                  <a:pt x="22" y="4"/>
                  <a:pt x="23" y="5"/>
                  <a:pt x="23" y="6"/>
                </a:cubicBezTo>
                <a:cubicBezTo>
                  <a:pt x="23" y="6"/>
                  <a:pt x="23" y="7"/>
                  <a:pt x="23" y="7"/>
                </a:cubicBezTo>
                <a:cubicBezTo>
                  <a:pt x="23" y="8"/>
                  <a:pt x="22" y="9"/>
                  <a:pt x="22" y="10"/>
                </a:cubicBezTo>
                <a:cubicBezTo>
                  <a:pt x="25" y="7"/>
                  <a:pt x="29" y="5"/>
                  <a:pt x="32" y="4"/>
                </a:cubicBezTo>
                <a:cubicBezTo>
                  <a:pt x="40" y="1"/>
                  <a:pt x="49" y="2"/>
                  <a:pt x="52" y="10"/>
                </a:cubicBezTo>
                <a:cubicBezTo>
                  <a:pt x="52" y="11"/>
                  <a:pt x="52" y="12"/>
                  <a:pt x="51" y="13"/>
                </a:cubicBezTo>
                <a:cubicBezTo>
                  <a:pt x="50" y="13"/>
                  <a:pt x="50" y="13"/>
                  <a:pt x="50" y="13"/>
                </a:cubicBezTo>
                <a:cubicBezTo>
                  <a:pt x="44" y="15"/>
                  <a:pt x="42" y="19"/>
                  <a:pt x="39" y="23"/>
                </a:cubicBezTo>
                <a:cubicBezTo>
                  <a:pt x="36" y="28"/>
                  <a:pt x="33" y="34"/>
                  <a:pt x="23" y="33"/>
                </a:cubicBezTo>
                <a:cubicBezTo>
                  <a:pt x="23" y="34"/>
                  <a:pt x="24" y="34"/>
                  <a:pt x="25" y="34"/>
                </a:cubicBezTo>
                <a:cubicBezTo>
                  <a:pt x="26" y="35"/>
                  <a:pt x="27" y="36"/>
                  <a:pt x="27" y="37"/>
                </a:cubicBezTo>
                <a:cubicBezTo>
                  <a:pt x="27" y="37"/>
                  <a:pt x="26" y="38"/>
                  <a:pt x="26" y="38"/>
                </a:cubicBezTo>
                <a:cubicBezTo>
                  <a:pt x="21" y="41"/>
                  <a:pt x="12" y="43"/>
                  <a:pt x="7" y="40"/>
                </a:cubicBezTo>
                <a:cubicBezTo>
                  <a:pt x="6" y="42"/>
                  <a:pt x="5" y="44"/>
                  <a:pt x="6" y="48"/>
                </a:cubicBezTo>
                <a:cubicBezTo>
                  <a:pt x="6" y="48"/>
                  <a:pt x="6" y="48"/>
                  <a:pt x="6" y="48"/>
                </a:cubicBezTo>
                <a:cubicBezTo>
                  <a:pt x="11" y="48"/>
                  <a:pt x="11" y="48"/>
                  <a:pt x="11" y="48"/>
                </a:cubicBezTo>
                <a:cubicBezTo>
                  <a:pt x="12" y="48"/>
                  <a:pt x="12" y="48"/>
                  <a:pt x="12" y="49"/>
                </a:cubicBezTo>
                <a:cubicBezTo>
                  <a:pt x="12" y="50"/>
                  <a:pt x="12" y="50"/>
                  <a:pt x="11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3" y="50"/>
                  <a:pt x="2" y="49"/>
                  <a:pt x="2" y="49"/>
                </a:cubicBezTo>
                <a:cubicBezTo>
                  <a:pt x="1" y="43"/>
                  <a:pt x="3" y="40"/>
                  <a:pt x="4" y="38"/>
                </a:cubicBezTo>
                <a:close/>
                <a:moveTo>
                  <a:pt x="18" y="50"/>
                </a:moveTo>
                <a:cubicBezTo>
                  <a:pt x="18" y="50"/>
                  <a:pt x="18" y="50"/>
                  <a:pt x="18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39" y="50"/>
                  <a:pt x="39" y="50"/>
                  <a:pt x="39" y="49"/>
                </a:cubicBezTo>
                <a:cubicBezTo>
                  <a:pt x="39" y="48"/>
                  <a:pt x="39" y="48"/>
                  <a:pt x="38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7" y="48"/>
                  <a:pt x="17" y="48"/>
                  <a:pt x="17" y="49"/>
                </a:cubicBezTo>
                <a:cubicBezTo>
                  <a:pt x="17" y="50"/>
                  <a:pt x="17" y="50"/>
                  <a:pt x="18" y="50"/>
                </a:cubicBezTo>
                <a:close/>
                <a:moveTo>
                  <a:pt x="7" y="36"/>
                </a:moveTo>
                <a:cubicBezTo>
                  <a:pt x="7" y="36"/>
                  <a:pt x="7" y="36"/>
                  <a:pt x="7" y="36"/>
                </a:cubicBezTo>
                <a:cubicBezTo>
                  <a:pt x="10" y="39"/>
                  <a:pt x="17" y="37"/>
                  <a:pt x="20" y="36"/>
                </a:cubicBezTo>
                <a:cubicBezTo>
                  <a:pt x="18" y="35"/>
                  <a:pt x="17" y="34"/>
                  <a:pt x="17" y="33"/>
                </a:cubicBezTo>
                <a:cubicBezTo>
                  <a:pt x="16" y="32"/>
                  <a:pt x="16" y="29"/>
                  <a:pt x="19" y="29"/>
                </a:cubicBezTo>
                <a:cubicBezTo>
                  <a:pt x="30" y="31"/>
                  <a:pt x="33" y="26"/>
                  <a:pt x="36" y="21"/>
                </a:cubicBezTo>
                <a:cubicBezTo>
                  <a:pt x="38" y="17"/>
                  <a:pt x="41" y="12"/>
                  <a:pt x="47" y="10"/>
                </a:cubicBezTo>
                <a:cubicBezTo>
                  <a:pt x="41" y="0"/>
                  <a:pt x="24" y="11"/>
                  <a:pt x="21" y="18"/>
                </a:cubicBezTo>
                <a:cubicBezTo>
                  <a:pt x="20" y="19"/>
                  <a:pt x="20" y="19"/>
                  <a:pt x="19" y="19"/>
                </a:cubicBezTo>
                <a:cubicBezTo>
                  <a:pt x="18" y="19"/>
                  <a:pt x="17" y="18"/>
                  <a:pt x="17" y="17"/>
                </a:cubicBezTo>
                <a:cubicBezTo>
                  <a:pt x="17" y="17"/>
                  <a:pt x="17" y="15"/>
                  <a:pt x="18" y="11"/>
                </a:cubicBezTo>
                <a:cubicBezTo>
                  <a:pt x="17" y="12"/>
                  <a:pt x="15" y="14"/>
                  <a:pt x="14" y="15"/>
                </a:cubicBezTo>
                <a:cubicBezTo>
                  <a:pt x="13" y="18"/>
                  <a:pt x="12" y="21"/>
                  <a:pt x="13" y="24"/>
                </a:cubicBezTo>
                <a:cubicBezTo>
                  <a:pt x="13" y="25"/>
                  <a:pt x="13" y="26"/>
                  <a:pt x="12" y="26"/>
                </a:cubicBezTo>
                <a:cubicBezTo>
                  <a:pt x="11" y="27"/>
                  <a:pt x="10" y="27"/>
                  <a:pt x="10" y="26"/>
                </a:cubicBezTo>
                <a:cubicBezTo>
                  <a:pt x="9" y="24"/>
                  <a:pt x="8" y="23"/>
                  <a:pt x="7" y="22"/>
                </a:cubicBezTo>
                <a:cubicBezTo>
                  <a:pt x="5" y="26"/>
                  <a:pt x="5" y="32"/>
                  <a:pt x="7" y="3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8" name="Freeform 72">
            <a:extLst>
              <a:ext uri="{FF2B5EF4-FFF2-40B4-BE49-F238E27FC236}">
                <a16:creationId xmlns:a16="http://schemas.microsoft.com/office/drawing/2014/main" id="{9025C4A0-3954-409B-299C-DAC277700D87}"/>
              </a:ext>
            </a:extLst>
          </p:cNvPr>
          <p:cNvSpPr>
            <a:spLocks noEditPoints="1"/>
          </p:cNvSpPr>
          <p:nvPr/>
        </p:nvSpPr>
        <p:spPr bwMode="auto">
          <a:xfrm>
            <a:off x="9537101" y="1746699"/>
            <a:ext cx="194733" cy="213783"/>
          </a:xfrm>
          <a:custGeom>
            <a:avLst/>
            <a:gdLst>
              <a:gd name="T0" fmla="*/ 98425 w 46"/>
              <a:gd name="T1" fmla="*/ 9620 h 50"/>
              <a:gd name="T2" fmla="*/ 95250 w 46"/>
              <a:gd name="T3" fmla="*/ 28861 h 50"/>
              <a:gd name="T4" fmla="*/ 73025 w 46"/>
              <a:gd name="T5" fmla="*/ 12827 h 50"/>
              <a:gd name="T6" fmla="*/ 44450 w 46"/>
              <a:gd name="T7" fmla="*/ 38481 h 50"/>
              <a:gd name="T8" fmla="*/ 76200 w 46"/>
              <a:gd name="T9" fmla="*/ 51308 h 50"/>
              <a:gd name="T10" fmla="*/ 44450 w 46"/>
              <a:gd name="T11" fmla="*/ 60928 h 50"/>
              <a:gd name="T12" fmla="*/ 47625 w 46"/>
              <a:gd name="T13" fmla="*/ 83375 h 50"/>
              <a:gd name="T14" fmla="*/ 38100 w 46"/>
              <a:gd name="T15" fmla="*/ 89789 h 50"/>
              <a:gd name="T16" fmla="*/ 34925 w 46"/>
              <a:gd name="T17" fmla="*/ 38481 h 50"/>
              <a:gd name="T18" fmla="*/ 73025 w 46"/>
              <a:gd name="T19" fmla="*/ 0 h 50"/>
              <a:gd name="T20" fmla="*/ 139700 w 46"/>
              <a:gd name="T21" fmla="*/ 6413 h 50"/>
              <a:gd name="T22" fmla="*/ 0 w 46"/>
              <a:gd name="T23" fmla="*/ 150717 h 50"/>
              <a:gd name="T24" fmla="*/ 142875 w 46"/>
              <a:gd name="T25" fmla="*/ 12827 h 50"/>
              <a:gd name="T26" fmla="*/ 139700 w 46"/>
              <a:gd name="T27" fmla="*/ 6413 h 50"/>
              <a:gd name="T28" fmla="*/ 111125 w 46"/>
              <a:gd name="T29" fmla="*/ 70548 h 50"/>
              <a:gd name="T30" fmla="*/ 98425 w 46"/>
              <a:gd name="T31" fmla="*/ 73755 h 50"/>
              <a:gd name="T32" fmla="*/ 92075 w 46"/>
              <a:gd name="T33" fmla="*/ 92995 h 50"/>
              <a:gd name="T34" fmla="*/ 79375 w 46"/>
              <a:gd name="T35" fmla="*/ 99409 h 50"/>
              <a:gd name="T36" fmla="*/ 66675 w 46"/>
              <a:gd name="T37" fmla="*/ 112236 h 50"/>
              <a:gd name="T38" fmla="*/ 98425 w 46"/>
              <a:gd name="T39" fmla="*/ 102616 h 50"/>
              <a:gd name="T40" fmla="*/ 111125 w 46"/>
              <a:gd name="T41" fmla="*/ 73755 h 50"/>
              <a:gd name="T42" fmla="*/ 34925 w 46"/>
              <a:gd name="T43" fmla="*/ 160337 h 50"/>
              <a:gd name="T44" fmla="*/ 73025 w 46"/>
              <a:gd name="T45" fmla="*/ 160337 h 50"/>
              <a:gd name="T46" fmla="*/ 73025 w 46"/>
              <a:gd name="T47" fmla="*/ 160337 h 50"/>
              <a:gd name="T48" fmla="*/ 114300 w 46"/>
              <a:gd name="T49" fmla="*/ 153924 h 50"/>
              <a:gd name="T50" fmla="*/ 79375 w 46"/>
              <a:gd name="T51" fmla="*/ 147510 h 50"/>
              <a:gd name="T52" fmla="*/ 114300 w 46"/>
              <a:gd name="T53" fmla="*/ 115443 h 50"/>
              <a:gd name="T54" fmla="*/ 130175 w 46"/>
              <a:gd name="T55" fmla="*/ 73755 h 50"/>
              <a:gd name="T56" fmla="*/ 123825 w 46"/>
              <a:gd name="T57" fmla="*/ 51308 h 50"/>
              <a:gd name="T58" fmla="*/ 117475 w 46"/>
              <a:gd name="T59" fmla="*/ 73755 h 50"/>
              <a:gd name="T60" fmla="*/ 104775 w 46"/>
              <a:gd name="T61" fmla="*/ 105822 h 50"/>
              <a:gd name="T62" fmla="*/ 53975 w 46"/>
              <a:gd name="T63" fmla="*/ 118649 h 50"/>
              <a:gd name="T64" fmla="*/ 66675 w 46"/>
              <a:gd name="T65" fmla="*/ 131476 h 50"/>
              <a:gd name="T66" fmla="*/ 34925 w 46"/>
              <a:gd name="T67" fmla="*/ 147510 h 50"/>
              <a:gd name="T68" fmla="*/ 34925 w 46"/>
              <a:gd name="T69" fmla="*/ 160337 h 50"/>
              <a:gd name="T70" fmla="*/ 22225 w 46"/>
              <a:gd name="T71" fmla="*/ 105822 h 50"/>
              <a:gd name="T72" fmla="*/ 31750 w 46"/>
              <a:gd name="T73" fmla="*/ 99409 h 50"/>
              <a:gd name="T74" fmla="*/ 25400 w 46"/>
              <a:gd name="T75" fmla="*/ 73755 h 50"/>
              <a:gd name="T76" fmla="*/ 19050 w 46"/>
              <a:gd name="T77" fmla="*/ 51308 h 50"/>
              <a:gd name="T78" fmla="*/ 12700 w 46"/>
              <a:gd name="T79" fmla="*/ 73755 h 50"/>
              <a:gd name="T80" fmla="*/ 22225 w 46"/>
              <a:gd name="T81" fmla="*/ 105822 h 5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6" h="50">
                <a:moveTo>
                  <a:pt x="23" y="0"/>
                </a:moveTo>
                <a:cubicBezTo>
                  <a:pt x="26" y="0"/>
                  <a:pt x="29" y="1"/>
                  <a:pt x="31" y="3"/>
                </a:cubicBezTo>
                <a:cubicBezTo>
                  <a:pt x="32" y="5"/>
                  <a:pt x="33" y="6"/>
                  <a:pt x="34" y="8"/>
                </a:cubicBezTo>
                <a:cubicBezTo>
                  <a:pt x="35" y="10"/>
                  <a:pt x="31" y="11"/>
                  <a:pt x="30" y="9"/>
                </a:cubicBezTo>
                <a:cubicBezTo>
                  <a:pt x="30" y="8"/>
                  <a:pt x="29" y="7"/>
                  <a:pt x="29" y="6"/>
                </a:cubicBezTo>
                <a:cubicBezTo>
                  <a:pt x="27" y="5"/>
                  <a:pt x="25" y="4"/>
                  <a:pt x="23" y="4"/>
                </a:cubicBezTo>
                <a:cubicBezTo>
                  <a:pt x="20" y="4"/>
                  <a:pt x="18" y="5"/>
                  <a:pt x="17" y="6"/>
                </a:cubicBezTo>
                <a:cubicBezTo>
                  <a:pt x="15" y="8"/>
                  <a:pt x="14" y="10"/>
                  <a:pt x="14" y="12"/>
                </a:cubicBezTo>
                <a:cubicBezTo>
                  <a:pt x="14" y="16"/>
                  <a:pt x="14" y="16"/>
                  <a:pt x="14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6" y="16"/>
                  <a:pt x="26" y="19"/>
                  <a:pt x="24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4"/>
                  <a:pt x="15" y="25"/>
                  <a:pt x="15" y="26"/>
                </a:cubicBezTo>
                <a:cubicBezTo>
                  <a:pt x="16" y="28"/>
                  <a:pt x="14" y="29"/>
                  <a:pt x="13" y="29"/>
                </a:cubicBezTo>
                <a:cubicBezTo>
                  <a:pt x="12" y="29"/>
                  <a:pt x="12" y="29"/>
                  <a:pt x="12" y="28"/>
                </a:cubicBezTo>
                <a:cubicBezTo>
                  <a:pt x="11" y="26"/>
                  <a:pt x="11" y="25"/>
                  <a:pt x="11" y="23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9"/>
                  <a:pt x="12" y="6"/>
                  <a:pt x="14" y="3"/>
                </a:cubicBezTo>
                <a:cubicBezTo>
                  <a:pt x="16" y="1"/>
                  <a:pt x="19" y="0"/>
                  <a:pt x="23" y="0"/>
                </a:cubicBezTo>
                <a:close/>
                <a:moveTo>
                  <a:pt x="44" y="2"/>
                </a:moveTo>
                <a:cubicBezTo>
                  <a:pt x="44" y="2"/>
                  <a:pt x="44" y="2"/>
                  <a:pt x="44" y="2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6"/>
                  <a:pt x="0" y="47"/>
                  <a:pt x="0" y="47"/>
                </a:cubicBezTo>
                <a:cubicBezTo>
                  <a:pt x="1" y="48"/>
                  <a:pt x="1" y="48"/>
                  <a:pt x="2" y="47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4"/>
                  <a:pt x="46" y="3"/>
                  <a:pt x="45" y="2"/>
                </a:cubicBezTo>
                <a:cubicBezTo>
                  <a:pt x="45" y="2"/>
                  <a:pt x="44" y="2"/>
                  <a:pt x="44" y="2"/>
                </a:cubicBezTo>
                <a:close/>
                <a:moveTo>
                  <a:pt x="35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5" y="19"/>
                  <a:pt x="31" y="19"/>
                  <a:pt x="31" y="22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5"/>
                  <a:pt x="30" y="27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8" y="30"/>
                  <a:pt x="27" y="30"/>
                  <a:pt x="25" y="31"/>
                </a:cubicBezTo>
                <a:cubicBezTo>
                  <a:pt x="24" y="31"/>
                  <a:pt x="23" y="31"/>
                  <a:pt x="22" y="31"/>
                </a:cubicBezTo>
                <a:cubicBezTo>
                  <a:pt x="19" y="31"/>
                  <a:pt x="19" y="35"/>
                  <a:pt x="21" y="35"/>
                </a:cubicBezTo>
                <a:cubicBezTo>
                  <a:pt x="22" y="35"/>
                  <a:pt x="22" y="35"/>
                  <a:pt x="23" y="35"/>
                </a:cubicBezTo>
                <a:cubicBezTo>
                  <a:pt x="26" y="35"/>
                  <a:pt x="29" y="34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33" y="29"/>
                  <a:pt x="35" y="26"/>
                  <a:pt x="35" y="23"/>
                </a:cubicBezTo>
                <a:cubicBezTo>
                  <a:pt x="35" y="22"/>
                  <a:pt x="35" y="22"/>
                  <a:pt x="35" y="22"/>
                </a:cubicBezTo>
                <a:close/>
                <a:moveTo>
                  <a:pt x="11" y="50"/>
                </a:moveTo>
                <a:cubicBezTo>
                  <a:pt x="11" y="50"/>
                  <a:pt x="11" y="50"/>
                  <a:pt x="11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34" y="50"/>
                  <a:pt x="34" y="50"/>
                  <a:pt x="34" y="50"/>
                </a:cubicBezTo>
                <a:cubicBezTo>
                  <a:pt x="35" y="50"/>
                  <a:pt x="36" y="49"/>
                  <a:pt x="36" y="48"/>
                </a:cubicBezTo>
                <a:cubicBezTo>
                  <a:pt x="36" y="47"/>
                  <a:pt x="35" y="46"/>
                  <a:pt x="34" y="46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1"/>
                  <a:pt x="25" y="41"/>
                  <a:pt x="25" y="41"/>
                </a:cubicBezTo>
                <a:cubicBezTo>
                  <a:pt x="29" y="41"/>
                  <a:pt x="33" y="39"/>
                  <a:pt x="36" y="36"/>
                </a:cubicBezTo>
                <a:cubicBezTo>
                  <a:pt x="38" y="34"/>
                  <a:pt x="39" y="32"/>
                  <a:pt x="40" y="30"/>
                </a:cubicBezTo>
                <a:cubicBezTo>
                  <a:pt x="41" y="28"/>
                  <a:pt x="41" y="25"/>
                  <a:pt x="41" y="23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16"/>
                  <a:pt x="40" y="16"/>
                  <a:pt x="39" y="16"/>
                </a:cubicBezTo>
                <a:cubicBezTo>
                  <a:pt x="38" y="16"/>
                  <a:pt x="37" y="16"/>
                  <a:pt x="37" y="17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5"/>
                  <a:pt x="37" y="27"/>
                  <a:pt x="36" y="29"/>
                </a:cubicBezTo>
                <a:cubicBezTo>
                  <a:pt x="36" y="30"/>
                  <a:pt x="34" y="32"/>
                  <a:pt x="33" y="33"/>
                </a:cubicBezTo>
                <a:cubicBezTo>
                  <a:pt x="30" y="36"/>
                  <a:pt x="27" y="38"/>
                  <a:pt x="23" y="38"/>
                </a:cubicBezTo>
                <a:cubicBezTo>
                  <a:pt x="21" y="38"/>
                  <a:pt x="19" y="37"/>
                  <a:pt x="17" y="37"/>
                </a:cubicBezTo>
                <a:cubicBezTo>
                  <a:pt x="15" y="36"/>
                  <a:pt x="13" y="39"/>
                  <a:pt x="15" y="40"/>
                </a:cubicBezTo>
                <a:cubicBezTo>
                  <a:pt x="17" y="41"/>
                  <a:pt x="19" y="41"/>
                  <a:pt x="21" y="41"/>
                </a:cubicBezTo>
                <a:cubicBezTo>
                  <a:pt x="21" y="46"/>
                  <a:pt x="21" y="46"/>
                  <a:pt x="21" y="46"/>
                </a:cubicBezTo>
                <a:cubicBezTo>
                  <a:pt x="11" y="46"/>
                  <a:pt x="11" y="46"/>
                  <a:pt x="11" y="46"/>
                </a:cubicBezTo>
                <a:cubicBezTo>
                  <a:pt x="10" y="46"/>
                  <a:pt x="9" y="47"/>
                  <a:pt x="9" y="48"/>
                </a:cubicBezTo>
                <a:cubicBezTo>
                  <a:pt x="9" y="49"/>
                  <a:pt x="10" y="50"/>
                  <a:pt x="11" y="50"/>
                </a:cubicBezTo>
                <a:close/>
                <a:moveTo>
                  <a:pt x="7" y="33"/>
                </a:moveTo>
                <a:cubicBezTo>
                  <a:pt x="7" y="33"/>
                  <a:pt x="7" y="33"/>
                  <a:pt x="7" y="33"/>
                </a:cubicBezTo>
                <a:cubicBezTo>
                  <a:pt x="7" y="33"/>
                  <a:pt x="8" y="34"/>
                  <a:pt x="8" y="34"/>
                </a:cubicBezTo>
                <a:cubicBezTo>
                  <a:pt x="10" y="34"/>
                  <a:pt x="11" y="32"/>
                  <a:pt x="10" y="31"/>
                </a:cubicBezTo>
                <a:cubicBezTo>
                  <a:pt x="10" y="30"/>
                  <a:pt x="9" y="29"/>
                  <a:pt x="9" y="29"/>
                </a:cubicBezTo>
                <a:cubicBezTo>
                  <a:pt x="8" y="27"/>
                  <a:pt x="8" y="25"/>
                  <a:pt x="8" y="23"/>
                </a:cubicBezTo>
                <a:cubicBezTo>
                  <a:pt x="8" y="17"/>
                  <a:pt x="8" y="17"/>
                  <a:pt x="8" y="17"/>
                </a:cubicBezTo>
                <a:cubicBezTo>
                  <a:pt x="8" y="16"/>
                  <a:pt x="7" y="16"/>
                  <a:pt x="6" y="16"/>
                </a:cubicBezTo>
                <a:cubicBezTo>
                  <a:pt x="5" y="16"/>
                  <a:pt x="4" y="16"/>
                  <a:pt x="4" y="17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25"/>
                  <a:pt x="5" y="28"/>
                  <a:pt x="6" y="30"/>
                </a:cubicBezTo>
                <a:cubicBezTo>
                  <a:pt x="6" y="31"/>
                  <a:pt x="6" y="32"/>
                  <a:pt x="7" y="3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9" name="Freeform 73">
            <a:extLst>
              <a:ext uri="{FF2B5EF4-FFF2-40B4-BE49-F238E27FC236}">
                <a16:creationId xmlns:a16="http://schemas.microsoft.com/office/drawing/2014/main" id="{EE51FDBF-E67F-196F-8967-4BA1F56BF559}"/>
              </a:ext>
            </a:extLst>
          </p:cNvPr>
          <p:cNvSpPr>
            <a:spLocks noEditPoints="1"/>
          </p:cNvSpPr>
          <p:nvPr/>
        </p:nvSpPr>
        <p:spPr bwMode="auto">
          <a:xfrm>
            <a:off x="9170919" y="1746699"/>
            <a:ext cx="162983" cy="213783"/>
          </a:xfrm>
          <a:custGeom>
            <a:avLst/>
            <a:gdLst>
              <a:gd name="T0" fmla="*/ 90069 w 38"/>
              <a:gd name="T1" fmla="*/ 9620 h 50"/>
              <a:gd name="T2" fmla="*/ 99720 w 38"/>
              <a:gd name="T3" fmla="*/ 73755 h 50"/>
              <a:gd name="T4" fmla="*/ 90069 w 38"/>
              <a:gd name="T5" fmla="*/ 102616 h 50"/>
              <a:gd name="T6" fmla="*/ 32168 w 38"/>
              <a:gd name="T7" fmla="*/ 102616 h 50"/>
              <a:gd name="T8" fmla="*/ 22517 w 38"/>
              <a:gd name="T9" fmla="*/ 73755 h 50"/>
              <a:gd name="T10" fmla="*/ 32168 w 38"/>
              <a:gd name="T11" fmla="*/ 9620 h 50"/>
              <a:gd name="T12" fmla="*/ 35384 w 38"/>
              <a:gd name="T13" fmla="*/ 51308 h 50"/>
              <a:gd name="T14" fmla="*/ 86853 w 38"/>
              <a:gd name="T15" fmla="*/ 51308 h 50"/>
              <a:gd name="T16" fmla="*/ 80419 w 38"/>
              <a:gd name="T17" fmla="*/ 19240 h 50"/>
              <a:gd name="T18" fmla="*/ 41818 w 38"/>
              <a:gd name="T19" fmla="*/ 19240 h 50"/>
              <a:gd name="T20" fmla="*/ 35384 w 38"/>
              <a:gd name="T21" fmla="*/ 51308 h 50"/>
              <a:gd name="T22" fmla="*/ 86853 w 38"/>
              <a:gd name="T23" fmla="*/ 60928 h 50"/>
              <a:gd name="T24" fmla="*/ 35384 w 38"/>
              <a:gd name="T25" fmla="*/ 73755 h 50"/>
              <a:gd name="T26" fmla="*/ 41818 w 38"/>
              <a:gd name="T27" fmla="*/ 92995 h 50"/>
              <a:gd name="T28" fmla="*/ 80419 w 38"/>
              <a:gd name="T29" fmla="*/ 92995 h 50"/>
              <a:gd name="T30" fmla="*/ 80419 w 38"/>
              <a:gd name="T31" fmla="*/ 92995 h 50"/>
              <a:gd name="T32" fmla="*/ 86853 w 38"/>
              <a:gd name="T33" fmla="*/ 60928 h 50"/>
              <a:gd name="T34" fmla="*/ 25734 w 38"/>
              <a:gd name="T35" fmla="*/ 160337 h 50"/>
              <a:gd name="T36" fmla="*/ 61119 w 38"/>
              <a:gd name="T37" fmla="*/ 160337 h 50"/>
              <a:gd name="T38" fmla="*/ 96503 w 38"/>
              <a:gd name="T39" fmla="*/ 160337 h 50"/>
              <a:gd name="T40" fmla="*/ 96503 w 38"/>
              <a:gd name="T41" fmla="*/ 147510 h 50"/>
              <a:gd name="T42" fmla="*/ 67552 w 38"/>
              <a:gd name="T43" fmla="*/ 131476 h 50"/>
              <a:gd name="T44" fmla="*/ 115803 w 38"/>
              <a:gd name="T45" fmla="*/ 96202 h 50"/>
              <a:gd name="T46" fmla="*/ 122237 w 38"/>
              <a:gd name="T47" fmla="*/ 54515 h 50"/>
              <a:gd name="T48" fmla="*/ 109370 w 38"/>
              <a:gd name="T49" fmla="*/ 54515 h 50"/>
              <a:gd name="T50" fmla="*/ 106153 w 38"/>
              <a:gd name="T51" fmla="*/ 92995 h 50"/>
              <a:gd name="T52" fmla="*/ 61119 w 38"/>
              <a:gd name="T53" fmla="*/ 121856 h 50"/>
              <a:gd name="T54" fmla="*/ 28951 w 38"/>
              <a:gd name="T55" fmla="*/ 105822 h 50"/>
              <a:gd name="T56" fmla="*/ 12867 w 38"/>
              <a:gd name="T57" fmla="*/ 73755 h 50"/>
              <a:gd name="T58" fmla="*/ 6434 w 38"/>
              <a:gd name="T59" fmla="*/ 48101 h 50"/>
              <a:gd name="T60" fmla="*/ 0 w 38"/>
              <a:gd name="T61" fmla="*/ 73755 h 50"/>
              <a:gd name="T62" fmla="*/ 19301 w 38"/>
              <a:gd name="T63" fmla="*/ 115443 h 50"/>
              <a:gd name="T64" fmla="*/ 54685 w 38"/>
              <a:gd name="T65" fmla="*/ 131476 h 50"/>
              <a:gd name="T66" fmla="*/ 25734 w 38"/>
              <a:gd name="T67" fmla="*/ 147510 h 50"/>
              <a:gd name="T68" fmla="*/ 25734 w 38"/>
              <a:gd name="T69" fmla="*/ 160337 h 5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38" h="50">
                <a:moveTo>
                  <a:pt x="19" y="0"/>
                </a:moveTo>
                <a:cubicBezTo>
                  <a:pt x="22" y="0"/>
                  <a:pt x="25" y="1"/>
                  <a:pt x="28" y="3"/>
                </a:cubicBezTo>
                <a:cubicBezTo>
                  <a:pt x="30" y="6"/>
                  <a:pt x="31" y="9"/>
                  <a:pt x="31" y="12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6"/>
                  <a:pt x="30" y="29"/>
                  <a:pt x="28" y="32"/>
                </a:cubicBezTo>
                <a:cubicBezTo>
                  <a:pt x="28" y="32"/>
                  <a:pt x="28" y="32"/>
                  <a:pt x="28" y="32"/>
                </a:cubicBezTo>
                <a:cubicBezTo>
                  <a:pt x="25" y="34"/>
                  <a:pt x="22" y="35"/>
                  <a:pt x="19" y="35"/>
                </a:cubicBezTo>
                <a:cubicBezTo>
                  <a:pt x="16" y="35"/>
                  <a:pt x="13" y="34"/>
                  <a:pt x="10" y="32"/>
                </a:cubicBezTo>
                <a:cubicBezTo>
                  <a:pt x="10" y="31"/>
                  <a:pt x="10" y="31"/>
                  <a:pt x="10" y="31"/>
                </a:cubicBezTo>
                <a:cubicBezTo>
                  <a:pt x="8" y="29"/>
                  <a:pt x="7" y="26"/>
                  <a:pt x="7" y="23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9"/>
                  <a:pt x="8" y="6"/>
                  <a:pt x="10" y="3"/>
                </a:cubicBezTo>
                <a:cubicBezTo>
                  <a:pt x="13" y="1"/>
                  <a:pt x="16" y="0"/>
                  <a:pt x="19" y="0"/>
                </a:cubicBezTo>
                <a:close/>
                <a:moveTo>
                  <a:pt x="11" y="16"/>
                </a:moveTo>
                <a:cubicBezTo>
                  <a:pt x="11" y="16"/>
                  <a:pt x="11" y="16"/>
                  <a:pt x="11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0"/>
                  <a:pt x="26" y="8"/>
                  <a:pt x="25" y="6"/>
                </a:cubicBezTo>
                <a:cubicBezTo>
                  <a:pt x="23" y="5"/>
                  <a:pt x="21" y="4"/>
                  <a:pt x="19" y="4"/>
                </a:cubicBezTo>
                <a:cubicBezTo>
                  <a:pt x="17" y="4"/>
                  <a:pt x="15" y="5"/>
                  <a:pt x="13" y="6"/>
                </a:cubicBezTo>
                <a:cubicBezTo>
                  <a:pt x="12" y="8"/>
                  <a:pt x="11" y="10"/>
                  <a:pt x="11" y="12"/>
                </a:cubicBezTo>
                <a:cubicBezTo>
                  <a:pt x="11" y="16"/>
                  <a:pt x="11" y="16"/>
                  <a:pt x="11" y="16"/>
                </a:cubicBezTo>
                <a:close/>
                <a:moveTo>
                  <a:pt x="27" y="19"/>
                </a:moveTo>
                <a:cubicBezTo>
                  <a:pt x="27" y="19"/>
                  <a:pt x="27" y="19"/>
                  <a:pt x="27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5"/>
                  <a:pt x="12" y="27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5" y="30"/>
                  <a:pt x="17" y="31"/>
                  <a:pt x="19" y="31"/>
                </a:cubicBezTo>
                <a:cubicBezTo>
                  <a:pt x="21" y="31"/>
                  <a:pt x="23" y="30"/>
                  <a:pt x="25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6" y="27"/>
                  <a:pt x="27" y="25"/>
                  <a:pt x="27" y="23"/>
                </a:cubicBezTo>
                <a:cubicBezTo>
                  <a:pt x="27" y="19"/>
                  <a:pt x="27" y="19"/>
                  <a:pt x="27" y="19"/>
                </a:cubicBezTo>
                <a:close/>
                <a:moveTo>
                  <a:pt x="8" y="50"/>
                </a:moveTo>
                <a:cubicBezTo>
                  <a:pt x="8" y="50"/>
                  <a:pt x="8" y="50"/>
                  <a:pt x="8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30" y="50"/>
                  <a:pt x="30" y="50"/>
                  <a:pt x="30" y="50"/>
                </a:cubicBezTo>
                <a:cubicBezTo>
                  <a:pt x="32" y="50"/>
                  <a:pt x="32" y="49"/>
                  <a:pt x="32" y="48"/>
                </a:cubicBezTo>
                <a:cubicBezTo>
                  <a:pt x="32" y="47"/>
                  <a:pt x="32" y="46"/>
                  <a:pt x="30" y="46"/>
                </a:cubicBezTo>
                <a:cubicBezTo>
                  <a:pt x="21" y="46"/>
                  <a:pt x="21" y="46"/>
                  <a:pt x="21" y="46"/>
                </a:cubicBezTo>
                <a:cubicBezTo>
                  <a:pt x="21" y="41"/>
                  <a:pt x="21" y="41"/>
                  <a:pt x="21" y="41"/>
                </a:cubicBezTo>
                <a:cubicBezTo>
                  <a:pt x="25" y="41"/>
                  <a:pt x="29" y="39"/>
                  <a:pt x="32" y="36"/>
                </a:cubicBezTo>
                <a:cubicBezTo>
                  <a:pt x="34" y="34"/>
                  <a:pt x="35" y="32"/>
                  <a:pt x="36" y="30"/>
                </a:cubicBezTo>
                <a:cubicBezTo>
                  <a:pt x="37" y="28"/>
                  <a:pt x="38" y="25"/>
                  <a:pt x="38" y="23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6"/>
                  <a:pt x="37" y="15"/>
                  <a:pt x="36" y="15"/>
                </a:cubicBezTo>
                <a:cubicBezTo>
                  <a:pt x="35" y="15"/>
                  <a:pt x="34" y="16"/>
                  <a:pt x="34" y="17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5"/>
                  <a:pt x="33" y="27"/>
                  <a:pt x="33" y="29"/>
                </a:cubicBezTo>
                <a:cubicBezTo>
                  <a:pt x="32" y="30"/>
                  <a:pt x="31" y="32"/>
                  <a:pt x="29" y="33"/>
                </a:cubicBezTo>
                <a:cubicBezTo>
                  <a:pt x="27" y="36"/>
                  <a:pt x="23" y="38"/>
                  <a:pt x="19" y="38"/>
                </a:cubicBezTo>
                <a:cubicBezTo>
                  <a:pt x="17" y="38"/>
                  <a:pt x="15" y="37"/>
                  <a:pt x="13" y="37"/>
                </a:cubicBezTo>
                <a:cubicBezTo>
                  <a:pt x="12" y="36"/>
                  <a:pt x="10" y="35"/>
                  <a:pt x="9" y="33"/>
                </a:cubicBezTo>
                <a:cubicBezTo>
                  <a:pt x="7" y="32"/>
                  <a:pt x="6" y="30"/>
                  <a:pt x="5" y="29"/>
                </a:cubicBezTo>
                <a:cubicBezTo>
                  <a:pt x="5" y="27"/>
                  <a:pt x="4" y="25"/>
                  <a:pt x="4" y="23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6"/>
                  <a:pt x="3" y="15"/>
                  <a:pt x="2" y="15"/>
                </a:cubicBezTo>
                <a:cubicBezTo>
                  <a:pt x="1" y="15"/>
                  <a:pt x="0" y="16"/>
                  <a:pt x="0" y="1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5"/>
                  <a:pt x="1" y="28"/>
                  <a:pt x="2" y="30"/>
                </a:cubicBezTo>
                <a:cubicBezTo>
                  <a:pt x="3" y="32"/>
                  <a:pt x="4" y="34"/>
                  <a:pt x="6" y="36"/>
                </a:cubicBezTo>
                <a:cubicBezTo>
                  <a:pt x="8" y="38"/>
                  <a:pt x="10" y="39"/>
                  <a:pt x="12" y="40"/>
                </a:cubicBezTo>
                <a:cubicBezTo>
                  <a:pt x="14" y="41"/>
                  <a:pt x="15" y="41"/>
                  <a:pt x="17" y="41"/>
                </a:cubicBezTo>
                <a:cubicBezTo>
                  <a:pt x="17" y="46"/>
                  <a:pt x="17" y="46"/>
                  <a:pt x="17" y="46"/>
                </a:cubicBezTo>
                <a:cubicBezTo>
                  <a:pt x="8" y="46"/>
                  <a:pt x="8" y="46"/>
                  <a:pt x="8" y="46"/>
                </a:cubicBezTo>
                <a:cubicBezTo>
                  <a:pt x="7" y="46"/>
                  <a:pt x="6" y="47"/>
                  <a:pt x="6" y="48"/>
                </a:cubicBezTo>
                <a:cubicBezTo>
                  <a:pt x="6" y="49"/>
                  <a:pt x="7" y="50"/>
                  <a:pt x="8" y="5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40" name="Freeform 74">
            <a:extLst>
              <a:ext uri="{FF2B5EF4-FFF2-40B4-BE49-F238E27FC236}">
                <a16:creationId xmlns:a16="http://schemas.microsoft.com/office/drawing/2014/main" id="{950F0569-323B-9C65-DB45-23FE407CDDE1}"/>
              </a:ext>
            </a:extLst>
          </p:cNvPr>
          <p:cNvSpPr>
            <a:spLocks noEditPoints="1"/>
          </p:cNvSpPr>
          <p:nvPr/>
        </p:nvSpPr>
        <p:spPr bwMode="auto">
          <a:xfrm>
            <a:off x="7308251" y="1746699"/>
            <a:ext cx="218016" cy="213783"/>
          </a:xfrm>
          <a:custGeom>
            <a:avLst/>
            <a:gdLst>
              <a:gd name="T0" fmla="*/ 109008 w 51"/>
              <a:gd name="T1" fmla="*/ 0 h 50"/>
              <a:gd name="T2" fmla="*/ 102596 w 51"/>
              <a:gd name="T3" fmla="*/ 0 h 50"/>
              <a:gd name="T4" fmla="*/ 3206 w 51"/>
              <a:gd name="T5" fmla="*/ 99409 h 50"/>
              <a:gd name="T6" fmla="*/ 3206 w 51"/>
              <a:gd name="T7" fmla="*/ 99409 h 50"/>
              <a:gd name="T8" fmla="*/ 3206 w 51"/>
              <a:gd name="T9" fmla="*/ 99409 h 50"/>
              <a:gd name="T10" fmla="*/ 3206 w 51"/>
              <a:gd name="T11" fmla="*/ 99409 h 50"/>
              <a:gd name="T12" fmla="*/ 3206 w 51"/>
              <a:gd name="T13" fmla="*/ 99409 h 50"/>
              <a:gd name="T14" fmla="*/ 3206 w 51"/>
              <a:gd name="T15" fmla="*/ 99409 h 50"/>
              <a:gd name="T16" fmla="*/ 3206 w 51"/>
              <a:gd name="T17" fmla="*/ 102616 h 50"/>
              <a:gd name="T18" fmla="*/ 0 w 51"/>
              <a:gd name="T19" fmla="*/ 102616 h 50"/>
              <a:gd name="T20" fmla="*/ 0 w 51"/>
              <a:gd name="T21" fmla="*/ 102616 h 50"/>
              <a:gd name="T22" fmla="*/ 0 w 51"/>
              <a:gd name="T23" fmla="*/ 102616 h 50"/>
              <a:gd name="T24" fmla="*/ 0 w 51"/>
              <a:gd name="T25" fmla="*/ 102616 h 50"/>
              <a:gd name="T26" fmla="*/ 0 w 51"/>
              <a:gd name="T27" fmla="*/ 102616 h 50"/>
              <a:gd name="T28" fmla="*/ 0 w 51"/>
              <a:gd name="T29" fmla="*/ 102616 h 50"/>
              <a:gd name="T30" fmla="*/ 0 w 51"/>
              <a:gd name="T31" fmla="*/ 102616 h 50"/>
              <a:gd name="T32" fmla="*/ 0 w 51"/>
              <a:gd name="T33" fmla="*/ 102616 h 50"/>
              <a:gd name="T34" fmla="*/ 0 w 51"/>
              <a:gd name="T35" fmla="*/ 102616 h 50"/>
              <a:gd name="T36" fmla="*/ 0 w 51"/>
              <a:gd name="T37" fmla="*/ 102616 h 50"/>
              <a:gd name="T38" fmla="*/ 0 w 51"/>
              <a:gd name="T39" fmla="*/ 102616 h 50"/>
              <a:gd name="T40" fmla="*/ 0 w 51"/>
              <a:gd name="T41" fmla="*/ 102616 h 50"/>
              <a:gd name="T42" fmla="*/ 0 w 51"/>
              <a:gd name="T43" fmla="*/ 102616 h 50"/>
              <a:gd name="T44" fmla="*/ 0 w 51"/>
              <a:gd name="T45" fmla="*/ 102616 h 50"/>
              <a:gd name="T46" fmla="*/ 0 w 51"/>
              <a:gd name="T47" fmla="*/ 102616 h 50"/>
              <a:gd name="T48" fmla="*/ 0 w 51"/>
              <a:gd name="T49" fmla="*/ 102616 h 50"/>
              <a:gd name="T50" fmla="*/ 0 w 51"/>
              <a:gd name="T51" fmla="*/ 102616 h 50"/>
              <a:gd name="T52" fmla="*/ 0 w 51"/>
              <a:gd name="T53" fmla="*/ 102616 h 50"/>
              <a:gd name="T54" fmla="*/ 0 w 51"/>
              <a:gd name="T55" fmla="*/ 102616 h 50"/>
              <a:gd name="T56" fmla="*/ 0 w 51"/>
              <a:gd name="T57" fmla="*/ 102616 h 50"/>
              <a:gd name="T58" fmla="*/ 0 w 51"/>
              <a:gd name="T59" fmla="*/ 102616 h 50"/>
              <a:gd name="T60" fmla="*/ 0 w 51"/>
              <a:gd name="T61" fmla="*/ 102616 h 50"/>
              <a:gd name="T62" fmla="*/ 6412 w 51"/>
              <a:gd name="T63" fmla="*/ 160337 h 50"/>
              <a:gd name="T64" fmla="*/ 57710 w 51"/>
              <a:gd name="T65" fmla="*/ 160337 h 50"/>
              <a:gd name="T66" fmla="*/ 57710 w 51"/>
              <a:gd name="T67" fmla="*/ 160337 h 50"/>
              <a:gd name="T68" fmla="*/ 57710 w 51"/>
              <a:gd name="T69" fmla="*/ 160337 h 50"/>
              <a:gd name="T70" fmla="*/ 57710 w 51"/>
              <a:gd name="T71" fmla="*/ 160337 h 50"/>
              <a:gd name="T72" fmla="*/ 57710 w 51"/>
              <a:gd name="T73" fmla="*/ 160337 h 50"/>
              <a:gd name="T74" fmla="*/ 57710 w 51"/>
              <a:gd name="T75" fmla="*/ 160337 h 50"/>
              <a:gd name="T76" fmla="*/ 57710 w 51"/>
              <a:gd name="T77" fmla="*/ 160337 h 50"/>
              <a:gd name="T78" fmla="*/ 57710 w 51"/>
              <a:gd name="T79" fmla="*/ 160337 h 50"/>
              <a:gd name="T80" fmla="*/ 57710 w 51"/>
              <a:gd name="T81" fmla="*/ 160337 h 50"/>
              <a:gd name="T82" fmla="*/ 60916 w 51"/>
              <a:gd name="T83" fmla="*/ 160337 h 50"/>
              <a:gd name="T84" fmla="*/ 60916 w 51"/>
              <a:gd name="T85" fmla="*/ 160337 h 50"/>
              <a:gd name="T86" fmla="*/ 60916 w 51"/>
              <a:gd name="T87" fmla="*/ 160337 h 50"/>
              <a:gd name="T88" fmla="*/ 60916 w 51"/>
              <a:gd name="T89" fmla="*/ 160337 h 50"/>
              <a:gd name="T90" fmla="*/ 60916 w 51"/>
              <a:gd name="T91" fmla="*/ 157130 h 50"/>
              <a:gd name="T92" fmla="*/ 60916 w 51"/>
              <a:gd name="T93" fmla="*/ 157130 h 50"/>
              <a:gd name="T94" fmla="*/ 160306 w 51"/>
              <a:gd name="T95" fmla="*/ 51308 h 50"/>
              <a:gd name="T96" fmla="*/ 105802 w 51"/>
              <a:gd name="T97" fmla="*/ 12827 h 50"/>
              <a:gd name="T98" fmla="*/ 22443 w 51"/>
              <a:gd name="T99" fmla="*/ 112236 h 50"/>
              <a:gd name="T100" fmla="*/ 105802 w 51"/>
              <a:gd name="T101" fmla="*/ 12827 h 50"/>
              <a:gd name="T102" fmla="*/ 12824 w 51"/>
              <a:gd name="T103" fmla="*/ 147510 h 50"/>
              <a:gd name="T104" fmla="*/ 41680 w 51"/>
              <a:gd name="T105" fmla="*/ 147510 h 50"/>
              <a:gd name="T106" fmla="*/ 28855 w 51"/>
              <a:gd name="T107" fmla="*/ 118649 h 50"/>
              <a:gd name="T108" fmla="*/ 118626 w 51"/>
              <a:gd name="T109" fmla="*/ 25654 h 50"/>
              <a:gd name="T110" fmla="*/ 44886 w 51"/>
              <a:gd name="T111" fmla="*/ 131476 h 50"/>
              <a:gd name="T112" fmla="*/ 57710 w 51"/>
              <a:gd name="T113" fmla="*/ 144303 h 50"/>
              <a:gd name="T114" fmla="*/ 48092 w 51"/>
              <a:gd name="T115" fmla="*/ 137890 h 50"/>
              <a:gd name="T116" fmla="*/ 147481 w 51"/>
              <a:gd name="T117" fmla="*/ 54515 h 5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1" h="50">
                <a:moveTo>
                  <a:pt x="50" y="16"/>
                </a:move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2" y="0"/>
                  <a:pt x="32" y="0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1" y="50"/>
                  <a:pt x="2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49"/>
                  <a:pt x="19" y="49"/>
                </a:cubicBezTo>
                <a:cubicBezTo>
                  <a:pt x="50" y="18"/>
                  <a:pt x="50" y="18"/>
                  <a:pt x="50" y="18"/>
                </a:cubicBezTo>
                <a:cubicBezTo>
                  <a:pt x="51" y="18"/>
                  <a:pt x="51" y="17"/>
                  <a:pt x="50" y="16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35" y="7"/>
                  <a:pt x="35" y="7"/>
                  <a:pt x="35" y="7"/>
                </a:cubicBezTo>
                <a:cubicBezTo>
                  <a:pt x="7" y="35"/>
                  <a:pt x="7" y="35"/>
                  <a:pt x="7" y="35"/>
                </a:cubicBezTo>
                <a:cubicBezTo>
                  <a:pt x="5" y="33"/>
                  <a:pt x="5" y="33"/>
                  <a:pt x="5" y="33"/>
                </a:cubicBezTo>
                <a:cubicBezTo>
                  <a:pt x="33" y="4"/>
                  <a:pt x="33" y="4"/>
                  <a:pt x="33" y="4"/>
                </a:cubicBezTo>
                <a:close/>
                <a:moveTo>
                  <a:pt x="4" y="46"/>
                </a:moveTo>
                <a:cubicBezTo>
                  <a:pt x="4" y="46"/>
                  <a:pt x="4" y="46"/>
                  <a:pt x="4" y="46"/>
                </a:cubicBezTo>
                <a:cubicBezTo>
                  <a:pt x="4" y="37"/>
                  <a:pt x="4" y="37"/>
                  <a:pt x="4" y="37"/>
                </a:cubicBezTo>
                <a:cubicBezTo>
                  <a:pt x="13" y="46"/>
                  <a:pt x="13" y="46"/>
                  <a:pt x="13" y="46"/>
                </a:cubicBezTo>
                <a:cubicBezTo>
                  <a:pt x="4" y="46"/>
                  <a:pt x="4" y="46"/>
                  <a:pt x="4" y="46"/>
                </a:cubicBezTo>
                <a:close/>
                <a:moveTo>
                  <a:pt x="9" y="37"/>
                </a:moveTo>
                <a:cubicBezTo>
                  <a:pt x="9" y="37"/>
                  <a:pt x="9" y="37"/>
                  <a:pt x="9" y="37"/>
                </a:cubicBezTo>
                <a:cubicBezTo>
                  <a:pt x="37" y="8"/>
                  <a:pt x="37" y="8"/>
                  <a:pt x="37" y="8"/>
                </a:cubicBezTo>
                <a:cubicBezTo>
                  <a:pt x="42" y="13"/>
                  <a:pt x="42" y="13"/>
                  <a:pt x="42" y="13"/>
                </a:cubicBezTo>
                <a:cubicBezTo>
                  <a:pt x="14" y="41"/>
                  <a:pt x="14" y="41"/>
                  <a:pt x="14" y="41"/>
                </a:cubicBezTo>
                <a:cubicBezTo>
                  <a:pt x="9" y="37"/>
                  <a:pt x="9" y="37"/>
                  <a:pt x="9" y="37"/>
                </a:cubicBezTo>
                <a:close/>
                <a:moveTo>
                  <a:pt x="18" y="45"/>
                </a:moveTo>
                <a:cubicBezTo>
                  <a:pt x="18" y="45"/>
                  <a:pt x="18" y="45"/>
                  <a:pt x="18" y="45"/>
                </a:cubicBezTo>
                <a:cubicBezTo>
                  <a:pt x="15" y="43"/>
                  <a:pt x="15" y="43"/>
                  <a:pt x="15" y="43"/>
                </a:cubicBezTo>
                <a:cubicBezTo>
                  <a:pt x="43" y="15"/>
                  <a:pt x="43" y="15"/>
                  <a:pt x="43" y="15"/>
                </a:cubicBezTo>
                <a:cubicBezTo>
                  <a:pt x="46" y="17"/>
                  <a:pt x="46" y="17"/>
                  <a:pt x="46" y="17"/>
                </a:cubicBezTo>
                <a:cubicBezTo>
                  <a:pt x="18" y="45"/>
                  <a:pt x="18" y="45"/>
                  <a:pt x="18" y="4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41" name="Freeform 75">
            <a:extLst>
              <a:ext uri="{FF2B5EF4-FFF2-40B4-BE49-F238E27FC236}">
                <a16:creationId xmlns:a16="http://schemas.microsoft.com/office/drawing/2014/main" id="{71EC9E02-44C9-7852-F664-DF4586B807CC}"/>
              </a:ext>
            </a:extLst>
          </p:cNvPr>
          <p:cNvSpPr>
            <a:spLocks noEditPoints="1"/>
          </p:cNvSpPr>
          <p:nvPr/>
        </p:nvSpPr>
        <p:spPr bwMode="auto">
          <a:xfrm>
            <a:off x="4668768" y="3008231"/>
            <a:ext cx="179917" cy="211667"/>
          </a:xfrm>
          <a:custGeom>
            <a:avLst/>
            <a:gdLst>
              <a:gd name="T0" fmla="*/ 125300 w 42"/>
              <a:gd name="T1" fmla="*/ 25400 h 50"/>
              <a:gd name="T2" fmla="*/ 61043 w 42"/>
              <a:gd name="T3" fmla="*/ 28575 h 50"/>
              <a:gd name="T4" fmla="*/ 32128 w 42"/>
              <a:gd name="T5" fmla="*/ 107950 h 50"/>
              <a:gd name="T6" fmla="*/ 51405 w 42"/>
              <a:gd name="T7" fmla="*/ 114300 h 50"/>
              <a:gd name="T8" fmla="*/ 51405 w 42"/>
              <a:gd name="T9" fmla="*/ 25400 h 50"/>
              <a:gd name="T10" fmla="*/ 51405 w 42"/>
              <a:gd name="T11" fmla="*/ 25400 h 50"/>
              <a:gd name="T12" fmla="*/ 51405 w 42"/>
              <a:gd name="T13" fmla="*/ 25400 h 50"/>
              <a:gd name="T14" fmla="*/ 51405 w 42"/>
              <a:gd name="T15" fmla="*/ 25400 h 50"/>
              <a:gd name="T16" fmla="*/ 51405 w 42"/>
              <a:gd name="T17" fmla="*/ 25400 h 50"/>
              <a:gd name="T18" fmla="*/ 51405 w 42"/>
              <a:gd name="T19" fmla="*/ 22225 h 50"/>
              <a:gd name="T20" fmla="*/ 51405 w 42"/>
              <a:gd name="T21" fmla="*/ 22225 h 50"/>
              <a:gd name="T22" fmla="*/ 51405 w 42"/>
              <a:gd name="T23" fmla="*/ 22225 h 50"/>
              <a:gd name="T24" fmla="*/ 51405 w 42"/>
              <a:gd name="T25" fmla="*/ 22225 h 50"/>
              <a:gd name="T26" fmla="*/ 51405 w 42"/>
              <a:gd name="T27" fmla="*/ 22225 h 50"/>
              <a:gd name="T28" fmla="*/ 51405 w 42"/>
              <a:gd name="T29" fmla="*/ 22225 h 50"/>
              <a:gd name="T30" fmla="*/ 51405 w 42"/>
              <a:gd name="T31" fmla="*/ 22225 h 50"/>
              <a:gd name="T32" fmla="*/ 51405 w 42"/>
              <a:gd name="T33" fmla="*/ 22225 h 50"/>
              <a:gd name="T34" fmla="*/ 51405 w 42"/>
              <a:gd name="T35" fmla="*/ 22225 h 50"/>
              <a:gd name="T36" fmla="*/ 51405 w 42"/>
              <a:gd name="T37" fmla="*/ 22225 h 50"/>
              <a:gd name="T38" fmla="*/ 51405 w 42"/>
              <a:gd name="T39" fmla="*/ 22225 h 50"/>
              <a:gd name="T40" fmla="*/ 51405 w 42"/>
              <a:gd name="T41" fmla="*/ 22225 h 50"/>
              <a:gd name="T42" fmla="*/ 51405 w 42"/>
              <a:gd name="T43" fmla="*/ 22225 h 50"/>
              <a:gd name="T44" fmla="*/ 51405 w 42"/>
              <a:gd name="T45" fmla="*/ 19050 h 50"/>
              <a:gd name="T46" fmla="*/ 51405 w 42"/>
              <a:gd name="T47" fmla="*/ 19050 h 50"/>
              <a:gd name="T48" fmla="*/ 51405 w 42"/>
              <a:gd name="T49" fmla="*/ 19050 h 50"/>
              <a:gd name="T50" fmla="*/ 51405 w 42"/>
              <a:gd name="T51" fmla="*/ 19050 h 50"/>
              <a:gd name="T52" fmla="*/ 51405 w 42"/>
              <a:gd name="T53" fmla="*/ 19050 h 50"/>
              <a:gd name="T54" fmla="*/ 51405 w 42"/>
              <a:gd name="T55" fmla="*/ 19050 h 50"/>
              <a:gd name="T56" fmla="*/ 54618 w 42"/>
              <a:gd name="T57" fmla="*/ 19050 h 50"/>
              <a:gd name="T58" fmla="*/ 54618 w 42"/>
              <a:gd name="T59" fmla="*/ 19050 h 50"/>
              <a:gd name="T60" fmla="*/ 54618 w 42"/>
              <a:gd name="T61" fmla="*/ 19050 h 50"/>
              <a:gd name="T62" fmla="*/ 134938 w 42"/>
              <a:gd name="T63" fmla="*/ 6350 h 50"/>
              <a:gd name="T64" fmla="*/ 134938 w 42"/>
              <a:gd name="T65" fmla="*/ 9525 h 50"/>
              <a:gd name="T66" fmla="*/ 134938 w 42"/>
              <a:gd name="T67" fmla="*/ 117475 h 50"/>
              <a:gd name="T68" fmla="*/ 106023 w 42"/>
              <a:gd name="T69" fmla="*/ 142875 h 50"/>
              <a:gd name="T70" fmla="*/ 73895 w 42"/>
              <a:gd name="T71" fmla="*/ 117475 h 50"/>
              <a:gd name="T72" fmla="*/ 106023 w 42"/>
              <a:gd name="T73" fmla="*/ 92075 h 50"/>
              <a:gd name="T74" fmla="*/ 125300 w 42"/>
              <a:gd name="T75" fmla="*/ 31750 h 50"/>
              <a:gd name="T76" fmla="*/ 61043 w 42"/>
              <a:gd name="T77" fmla="*/ 133350 h 50"/>
              <a:gd name="T78" fmla="*/ 51405 w 42"/>
              <a:gd name="T79" fmla="*/ 152400 h 50"/>
              <a:gd name="T80" fmla="*/ 9638 w 42"/>
              <a:gd name="T81" fmla="*/ 152400 h 50"/>
              <a:gd name="T82" fmla="*/ 9638 w 42"/>
              <a:gd name="T83" fmla="*/ 117475 h 50"/>
              <a:gd name="T84" fmla="*/ 44979 w 42"/>
              <a:gd name="T85" fmla="*/ 127000 h 50"/>
              <a:gd name="T86" fmla="*/ 32128 w 42"/>
              <a:gd name="T87" fmla="*/ 120650 h 50"/>
              <a:gd name="T88" fmla="*/ 12851 w 42"/>
              <a:gd name="T89" fmla="*/ 133350 h 50"/>
              <a:gd name="T90" fmla="*/ 32128 w 42"/>
              <a:gd name="T91" fmla="*/ 146050 h 50"/>
              <a:gd name="T92" fmla="*/ 51405 w 42"/>
              <a:gd name="T93" fmla="*/ 133350 h 50"/>
              <a:gd name="T94" fmla="*/ 118874 w 42"/>
              <a:gd name="T95" fmla="*/ 107950 h 50"/>
              <a:gd name="T96" fmla="*/ 106023 w 42"/>
              <a:gd name="T97" fmla="*/ 104775 h 50"/>
              <a:gd name="T98" fmla="*/ 86746 w 42"/>
              <a:gd name="T99" fmla="*/ 117475 h 50"/>
              <a:gd name="T100" fmla="*/ 93171 w 42"/>
              <a:gd name="T101" fmla="*/ 127000 h 50"/>
              <a:gd name="T102" fmla="*/ 118874 w 42"/>
              <a:gd name="T103" fmla="*/ 127000 h 50"/>
              <a:gd name="T104" fmla="*/ 125300 w 42"/>
              <a:gd name="T105" fmla="*/ 117475 h 50"/>
              <a:gd name="T106" fmla="*/ 118874 w 42"/>
              <a:gd name="T107" fmla="*/ 107950 h 50"/>
              <a:gd name="T108" fmla="*/ 118874 w 42"/>
              <a:gd name="T109" fmla="*/ 107950 h 5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42" h="50">
                <a:moveTo>
                  <a:pt x="19" y="13"/>
                </a:moveTo>
                <a:cubicBezTo>
                  <a:pt x="39" y="8"/>
                  <a:pt x="39" y="8"/>
                  <a:pt x="39" y="8"/>
                </a:cubicBezTo>
                <a:cubicBezTo>
                  <a:pt x="39" y="5"/>
                  <a:pt x="39" y="5"/>
                  <a:pt x="39" y="5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13"/>
                  <a:pt x="19" y="13"/>
                  <a:pt x="19" y="13"/>
                </a:cubicBezTo>
                <a:close/>
                <a:moveTo>
                  <a:pt x="10" y="34"/>
                </a:moveTo>
                <a:cubicBezTo>
                  <a:pt x="10" y="34"/>
                  <a:pt x="10" y="34"/>
                  <a:pt x="10" y="34"/>
                </a:cubicBezTo>
                <a:cubicBezTo>
                  <a:pt x="12" y="34"/>
                  <a:pt x="14" y="35"/>
                  <a:pt x="16" y="36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40" y="1"/>
                  <a:pt x="40" y="1"/>
                  <a:pt x="40" y="1"/>
                </a:cubicBezTo>
                <a:cubicBezTo>
                  <a:pt x="41" y="0"/>
                  <a:pt x="42" y="1"/>
                  <a:pt x="42" y="2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2"/>
                  <a:pt x="42" y="2"/>
                  <a:pt x="42" y="3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9"/>
                  <a:pt x="41" y="41"/>
                  <a:pt x="39" y="43"/>
                </a:cubicBezTo>
                <a:cubicBezTo>
                  <a:pt x="38" y="44"/>
                  <a:pt x="35" y="45"/>
                  <a:pt x="33" y="45"/>
                </a:cubicBezTo>
                <a:cubicBezTo>
                  <a:pt x="30" y="45"/>
                  <a:pt x="28" y="44"/>
                  <a:pt x="26" y="43"/>
                </a:cubicBezTo>
                <a:cubicBezTo>
                  <a:pt x="25" y="41"/>
                  <a:pt x="23" y="39"/>
                  <a:pt x="23" y="37"/>
                </a:cubicBezTo>
                <a:cubicBezTo>
                  <a:pt x="23" y="35"/>
                  <a:pt x="25" y="33"/>
                  <a:pt x="26" y="31"/>
                </a:cubicBezTo>
                <a:cubicBezTo>
                  <a:pt x="28" y="30"/>
                  <a:pt x="30" y="29"/>
                  <a:pt x="33" y="29"/>
                </a:cubicBezTo>
                <a:cubicBezTo>
                  <a:pt x="35" y="29"/>
                  <a:pt x="37" y="30"/>
                  <a:pt x="39" y="31"/>
                </a:cubicBezTo>
                <a:cubicBezTo>
                  <a:pt x="39" y="10"/>
                  <a:pt x="39" y="10"/>
                  <a:pt x="39" y="10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5"/>
                  <a:pt x="18" y="46"/>
                  <a:pt x="16" y="48"/>
                </a:cubicBezTo>
                <a:cubicBezTo>
                  <a:pt x="15" y="49"/>
                  <a:pt x="12" y="50"/>
                  <a:pt x="10" y="50"/>
                </a:cubicBezTo>
                <a:cubicBezTo>
                  <a:pt x="7" y="50"/>
                  <a:pt x="5" y="49"/>
                  <a:pt x="3" y="48"/>
                </a:cubicBezTo>
                <a:cubicBezTo>
                  <a:pt x="2" y="46"/>
                  <a:pt x="0" y="44"/>
                  <a:pt x="0" y="42"/>
                </a:cubicBezTo>
                <a:cubicBezTo>
                  <a:pt x="0" y="40"/>
                  <a:pt x="2" y="38"/>
                  <a:pt x="3" y="37"/>
                </a:cubicBezTo>
                <a:cubicBezTo>
                  <a:pt x="5" y="35"/>
                  <a:pt x="7" y="34"/>
                  <a:pt x="10" y="34"/>
                </a:cubicBezTo>
                <a:close/>
                <a:moveTo>
                  <a:pt x="14" y="40"/>
                </a:moveTo>
                <a:cubicBezTo>
                  <a:pt x="14" y="40"/>
                  <a:pt x="14" y="40"/>
                  <a:pt x="14" y="40"/>
                </a:cubicBezTo>
                <a:cubicBezTo>
                  <a:pt x="13" y="39"/>
                  <a:pt x="12" y="38"/>
                  <a:pt x="10" y="38"/>
                </a:cubicBezTo>
                <a:cubicBezTo>
                  <a:pt x="8" y="38"/>
                  <a:pt x="7" y="39"/>
                  <a:pt x="6" y="40"/>
                </a:cubicBezTo>
                <a:cubicBezTo>
                  <a:pt x="5" y="40"/>
                  <a:pt x="4" y="41"/>
                  <a:pt x="4" y="42"/>
                </a:cubicBezTo>
                <a:cubicBezTo>
                  <a:pt x="4" y="43"/>
                  <a:pt x="5" y="44"/>
                  <a:pt x="6" y="45"/>
                </a:cubicBezTo>
                <a:cubicBezTo>
                  <a:pt x="7" y="46"/>
                  <a:pt x="8" y="46"/>
                  <a:pt x="10" y="46"/>
                </a:cubicBezTo>
                <a:cubicBezTo>
                  <a:pt x="12" y="46"/>
                  <a:pt x="13" y="46"/>
                  <a:pt x="14" y="45"/>
                </a:cubicBezTo>
                <a:cubicBezTo>
                  <a:pt x="15" y="44"/>
                  <a:pt x="16" y="43"/>
                  <a:pt x="16" y="42"/>
                </a:cubicBezTo>
                <a:cubicBezTo>
                  <a:pt x="16" y="41"/>
                  <a:pt x="15" y="40"/>
                  <a:pt x="14" y="40"/>
                </a:cubicBezTo>
                <a:close/>
                <a:moveTo>
                  <a:pt x="37" y="34"/>
                </a:moveTo>
                <a:cubicBezTo>
                  <a:pt x="37" y="34"/>
                  <a:pt x="37" y="34"/>
                  <a:pt x="37" y="34"/>
                </a:cubicBezTo>
                <a:cubicBezTo>
                  <a:pt x="36" y="33"/>
                  <a:pt x="35" y="33"/>
                  <a:pt x="33" y="33"/>
                </a:cubicBezTo>
                <a:cubicBezTo>
                  <a:pt x="31" y="33"/>
                  <a:pt x="30" y="33"/>
                  <a:pt x="29" y="34"/>
                </a:cubicBezTo>
                <a:cubicBezTo>
                  <a:pt x="28" y="35"/>
                  <a:pt x="27" y="36"/>
                  <a:pt x="27" y="37"/>
                </a:cubicBezTo>
                <a:cubicBezTo>
                  <a:pt x="27" y="38"/>
                  <a:pt x="28" y="39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30" y="40"/>
                  <a:pt x="31" y="41"/>
                  <a:pt x="33" y="41"/>
                </a:cubicBezTo>
                <a:cubicBezTo>
                  <a:pt x="35" y="41"/>
                  <a:pt x="36" y="40"/>
                  <a:pt x="37" y="40"/>
                </a:cubicBezTo>
                <a:cubicBezTo>
                  <a:pt x="38" y="39"/>
                  <a:pt x="39" y="38"/>
                  <a:pt x="39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6"/>
                  <a:pt x="38" y="35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42" name="Freeform 76">
            <a:extLst>
              <a:ext uri="{FF2B5EF4-FFF2-40B4-BE49-F238E27FC236}">
                <a16:creationId xmlns:a16="http://schemas.microsoft.com/office/drawing/2014/main" id="{0FC74014-B928-F1EF-86D6-11126E794578}"/>
              </a:ext>
            </a:extLst>
          </p:cNvPr>
          <p:cNvSpPr>
            <a:spLocks noEditPoints="1"/>
          </p:cNvSpPr>
          <p:nvPr/>
        </p:nvSpPr>
        <p:spPr bwMode="auto">
          <a:xfrm>
            <a:off x="5056119" y="3037866"/>
            <a:ext cx="190500" cy="156633"/>
          </a:xfrm>
          <a:custGeom>
            <a:avLst/>
            <a:gdLst>
              <a:gd name="T0" fmla="*/ 0 w 45"/>
              <a:gd name="T1" fmla="*/ 92075 h 37"/>
              <a:gd name="T2" fmla="*/ 15875 w 45"/>
              <a:gd name="T3" fmla="*/ 85725 h 37"/>
              <a:gd name="T4" fmla="*/ 50800 w 45"/>
              <a:gd name="T5" fmla="*/ 63500 h 37"/>
              <a:gd name="T6" fmla="*/ 57150 w 45"/>
              <a:gd name="T7" fmla="*/ 73025 h 37"/>
              <a:gd name="T8" fmla="*/ 15875 w 45"/>
              <a:gd name="T9" fmla="*/ 98425 h 37"/>
              <a:gd name="T10" fmla="*/ 142875 w 45"/>
              <a:gd name="T11" fmla="*/ 25400 h 37"/>
              <a:gd name="T12" fmla="*/ 133350 w 45"/>
              <a:gd name="T13" fmla="*/ 34925 h 37"/>
              <a:gd name="T14" fmla="*/ 117475 w 45"/>
              <a:gd name="T15" fmla="*/ 47625 h 37"/>
              <a:gd name="T16" fmla="*/ 117475 w 45"/>
              <a:gd name="T17" fmla="*/ 28575 h 37"/>
              <a:gd name="T18" fmla="*/ 101600 w 45"/>
              <a:gd name="T19" fmla="*/ 28575 h 37"/>
              <a:gd name="T20" fmla="*/ 73025 w 45"/>
              <a:gd name="T21" fmla="*/ 50800 h 37"/>
              <a:gd name="T22" fmla="*/ 101600 w 45"/>
              <a:gd name="T23" fmla="*/ 15875 h 37"/>
              <a:gd name="T24" fmla="*/ 117475 w 45"/>
              <a:gd name="T25" fmla="*/ 15875 h 37"/>
              <a:gd name="T26" fmla="*/ 120650 w 45"/>
              <a:gd name="T27" fmla="*/ 0 h 37"/>
              <a:gd name="T28" fmla="*/ 133350 w 45"/>
              <a:gd name="T29" fmla="*/ 9525 h 37"/>
              <a:gd name="T30" fmla="*/ 142875 w 45"/>
              <a:gd name="T31" fmla="*/ 25400 h 37"/>
              <a:gd name="T32" fmla="*/ 136525 w 45"/>
              <a:gd name="T33" fmla="*/ 22225 h 37"/>
              <a:gd name="T34" fmla="*/ 123825 w 45"/>
              <a:gd name="T35" fmla="*/ 12700 h 37"/>
              <a:gd name="T36" fmla="*/ 136525 w 45"/>
              <a:gd name="T37" fmla="*/ 22225 h 37"/>
              <a:gd name="T38" fmla="*/ 142875 w 45"/>
              <a:gd name="T39" fmla="*/ 95250 h 37"/>
              <a:gd name="T40" fmla="*/ 123825 w 45"/>
              <a:gd name="T41" fmla="*/ 114300 h 37"/>
              <a:gd name="T42" fmla="*/ 117475 w 45"/>
              <a:gd name="T43" fmla="*/ 114300 h 37"/>
              <a:gd name="T44" fmla="*/ 107950 w 45"/>
              <a:gd name="T45" fmla="*/ 98425 h 37"/>
              <a:gd name="T46" fmla="*/ 57150 w 45"/>
              <a:gd name="T47" fmla="*/ 60325 h 37"/>
              <a:gd name="T48" fmla="*/ 15875 w 45"/>
              <a:gd name="T49" fmla="*/ 28575 h 37"/>
              <a:gd name="T50" fmla="*/ 0 w 45"/>
              <a:gd name="T51" fmla="*/ 22225 h 37"/>
              <a:gd name="T52" fmla="*/ 15875 w 45"/>
              <a:gd name="T53" fmla="*/ 15875 h 37"/>
              <a:gd name="T54" fmla="*/ 66675 w 45"/>
              <a:gd name="T55" fmla="*/ 53975 h 37"/>
              <a:gd name="T56" fmla="*/ 107950 w 45"/>
              <a:gd name="T57" fmla="*/ 85725 h 37"/>
              <a:gd name="T58" fmla="*/ 117475 w 45"/>
              <a:gd name="T59" fmla="*/ 73025 h 37"/>
              <a:gd name="T60" fmla="*/ 123825 w 45"/>
              <a:gd name="T61" fmla="*/ 69850 h 37"/>
              <a:gd name="T62" fmla="*/ 142875 w 45"/>
              <a:gd name="T63" fmla="*/ 88900 h 37"/>
              <a:gd name="T64" fmla="*/ 142875 w 45"/>
              <a:gd name="T65" fmla="*/ 95250 h 37"/>
              <a:gd name="T66" fmla="*/ 136525 w 45"/>
              <a:gd name="T67" fmla="*/ 92075 h 37"/>
              <a:gd name="T68" fmla="*/ 123825 w 45"/>
              <a:gd name="T69" fmla="*/ 82550 h 37"/>
              <a:gd name="T70" fmla="*/ 136525 w 45"/>
              <a:gd name="T71" fmla="*/ 92075 h 3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5" h="37">
                <a:moveTo>
                  <a:pt x="2" y="31"/>
                </a:moveTo>
                <a:cubicBezTo>
                  <a:pt x="1" y="31"/>
                  <a:pt x="0" y="30"/>
                  <a:pt x="0" y="29"/>
                </a:cubicBezTo>
                <a:cubicBezTo>
                  <a:pt x="0" y="28"/>
                  <a:pt x="1" y="27"/>
                  <a:pt x="2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10" y="27"/>
                  <a:pt x="13" y="24"/>
                  <a:pt x="16" y="20"/>
                </a:cubicBezTo>
                <a:cubicBezTo>
                  <a:pt x="16" y="21"/>
                  <a:pt x="16" y="21"/>
                  <a:pt x="16" y="21"/>
                </a:cubicBezTo>
                <a:cubicBezTo>
                  <a:pt x="17" y="21"/>
                  <a:pt x="18" y="22"/>
                  <a:pt x="18" y="23"/>
                </a:cubicBezTo>
                <a:cubicBezTo>
                  <a:pt x="15" y="27"/>
                  <a:pt x="11" y="31"/>
                  <a:pt x="7" y="31"/>
                </a:cubicBezTo>
                <a:cubicBezTo>
                  <a:pt x="5" y="31"/>
                  <a:pt x="5" y="31"/>
                  <a:pt x="5" y="31"/>
                </a:cubicBezTo>
                <a:cubicBezTo>
                  <a:pt x="2" y="31"/>
                  <a:pt x="2" y="31"/>
                  <a:pt x="2" y="31"/>
                </a:cubicBezTo>
                <a:close/>
                <a:moveTo>
                  <a:pt x="45" y="8"/>
                </a:moveTo>
                <a:cubicBezTo>
                  <a:pt x="45" y="8"/>
                  <a:pt x="45" y="8"/>
                  <a:pt x="45" y="8"/>
                </a:cubicBezTo>
                <a:cubicBezTo>
                  <a:pt x="42" y="11"/>
                  <a:pt x="42" y="11"/>
                  <a:pt x="42" y="11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5"/>
                  <a:pt x="38" y="15"/>
                  <a:pt x="37" y="15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9"/>
                  <a:pt x="37" y="9"/>
                  <a:pt x="37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2" y="9"/>
                  <a:pt x="32" y="9"/>
                  <a:pt x="32" y="9"/>
                </a:cubicBezTo>
                <a:cubicBezTo>
                  <a:pt x="29" y="9"/>
                  <a:pt x="26" y="13"/>
                  <a:pt x="23" y="17"/>
                </a:cubicBezTo>
                <a:cubicBezTo>
                  <a:pt x="23" y="16"/>
                  <a:pt x="23" y="16"/>
                  <a:pt x="23" y="16"/>
                </a:cubicBezTo>
                <a:cubicBezTo>
                  <a:pt x="22" y="15"/>
                  <a:pt x="21" y="14"/>
                  <a:pt x="21" y="14"/>
                </a:cubicBezTo>
                <a:cubicBezTo>
                  <a:pt x="24" y="9"/>
                  <a:pt x="28" y="5"/>
                  <a:pt x="32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7" y="5"/>
                  <a:pt x="37" y="5"/>
                  <a:pt x="37" y="5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0"/>
                  <a:pt x="37" y="0"/>
                  <a:pt x="38" y="0"/>
                </a:cubicBezTo>
                <a:cubicBezTo>
                  <a:pt x="38" y="0"/>
                  <a:pt x="38" y="0"/>
                  <a:pt x="39" y="0"/>
                </a:cubicBezTo>
                <a:cubicBezTo>
                  <a:pt x="42" y="3"/>
                  <a:pt x="42" y="3"/>
                  <a:pt x="42" y="3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lose/>
                <a:moveTo>
                  <a:pt x="43" y="7"/>
                </a:moveTo>
                <a:cubicBezTo>
                  <a:pt x="43" y="7"/>
                  <a:pt x="43" y="7"/>
                  <a:pt x="43" y="7"/>
                </a:cubicBezTo>
                <a:cubicBezTo>
                  <a:pt x="41" y="6"/>
                  <a:pt x="40" y="5"/>
                  <a:pt x="39" y="4"/>
                </a:cubicBezTo>
                <a:cubicBezTo>
                  <a:pt x="39" y="11"/>
                  <a:pt x="39" y="11"/>
                  <a:pt x="39" y="11"/>
                </a:cubicBezTo>
                <a:cubicBezTo>
                  <a:pt x="40" y="10"/>
                  <a:pt x="41" y="9"/>
                  <a:pt x="43" y="7"/>
                </a:cubicBezTo>
                <a:close/>
                <a:moveTo>
                  <a:pt x="45" y="30"/>
                </a:moveTo>
                <a:cubicBezTo>
                  <a:pt x="45" y="30"/>
                  <a:pt x="45" y="30"/>
                  <a:pt x="45" y="30"/>
                </a:cubicBezTo>
                <a:cubicBezTo>
                  <a:pt x="42" y="33"/>
                  <a:pt x="42" y="33"/>
                  <a:pt x="42" y="33"/>
                </a:cubicBezTo>
                <a:cubicBezTo>
                  <a:pt x="39" y="36"/>
                  <a:pt x="39" y="36"/>
                  <a:pt x="39" y="36"/>
                </a:cubicBezTo>
                <a:cubicBezTo>
                  <a:pt x="38" y="37"/>
                  <a:pt x="38" y="37"/>
                  <a:pt x="37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31"/>
                  <a:pt x="37" y="31"/>
                  <a:pt x="37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27" y="31"/>
                  <a:pt x="22" y="25"/>
                  <a:pt x="18" y="19"/>
                </a:cubicBezTo>
                <a:cubicBezTo>
                  <a:pt x="14" y="14"/>
                  <a:pt x="10" y="9"/>
                  <a:pt x="7" y="9"/>
                </a:cubicBezTo>
                <a:cubicBezTo>
                  <a:pt x="5" y="9"/>
                  <a:pt x="5" y="9"/>
                  <a:pt x="5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8"/>
                  <a:pt x="0" y="7"/>
                </a:cubicBezTo>
                <a:cubicBezTo>
                  <a:pt x="0" y="6"/>
                  <a:pt x="1" y="5"/>
                  <a:pt x="2" y="5"/>
                </a:cubicBezTo>
                <a:cubicBezTo>
                  <a:pt x="5" y="5"/>
                  <a:pt x="5" y="5"/>
                  <a:pt x="5" y="5"/>
                </a:cubicBezTo>
                <a:cubicBezTo>
                  <a:pt x="7" y="5"/>
                  <a:pt x="7" y="5"/>
                  <a:pt x="7" y="5"/>
                </a:cubicBezTo>
                <a:cubicBezTo>
                  <a:pt x="12" y="5"/>
                  <a:pt x="17" y="11"/>
                  <a:pt x="21" y="17"/>
                </a:cubicBezTo>
                <a:cubicBezTo>
                  <a:pt x="25" y="22"/>
                  <a:pt x="29" y="27"/>
                  <a:pt x="32" y="27"/>
                </a:cubicBezTo>
                <a:cubicBezTo>
                  <a:pt x="34" y="27"/>
                  <a:pt x="34" y="27"/>
                  <a:pt x="34" y="27"/>
                </a:cubicBezTo>
                <a:cubicBezTo>
                  <a:pt x="37" y="27"/>
                  <a:pt x="37" y="27"/>
                  <a:pt x="37" y="27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2"/>
                  <a:pt x="37" y="22"/>
                  <a:pt x="38" y="22"/>
                </a:cubicBezTo>
                <a:cubicBezTo>
                  <a:pt x="38" y="22"/>
                  <a:pt x="38" y="22"/>
                  <a:pt x="39" y="22"/>
                </a:cubicBezTo>
                <a:cubicBezTo>
                  <a:pt x="42" y="25"/>
                  <a:pt x="42" y="25"/>
                  <a:pt x="42" y="25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9"/>
                  <a:pt x="45" y="30"/>
                  <a:pt x="45" y="30"/>
                </a:cubicBezTo>
                <a:cubicBezTo>
                  <a:pt x="45" y="30"/>
                  <a:pt x="45" y="30"/>
                  <a:pt x="45" y="30"/>
                </a:cubicBezTo>
                <a:close/>
                <a:moveTo>
                  <a:pt x="43" y="29"/>
                </a:moveTo>
                <a:cubicBezTo>
                  <a:pt x="43" y="29"/>
                  <a:pt x="43" y="29"/>
                  <a:pt x="43" y="29"/>
                </a:cubicBezTo>
                <a:cubicBezTo>
                  <a:pt x="40" y="27"/>
                  <a:pt x="40" y="27"/>
                  <a:pt x="40" y="27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33"/>
                  <a:pt x="39" y="33"/>
                  <a:pt x="39" y="33"/>
                </a:cubicBezTo>
                <a:cubicBezTo>
                  <a:pt x="40" y="32"/>
                  <a:pt x="41" y="30"/>
                  <a:pt x="43" y="2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43" name="Freeform 77">
            <a:extLst>
              <a:ext uri="{FF2B5EF4-FFF2-40B4-BE49-F238E27FC236}">
                <a16:creationId xmlns:a16="http://schemas.microsoft.com/office/drawing/2014/main" id="{7848782E-B844-1894-6E65-73D06B98101F}"/>
              </a:ext>
            </a:extLst>
          </p:cNvPr>
          <p:cNvSpPr>
            <a:spLocks noEditPoints="1"/>
          </p:cNvSpPr>
          <p:nvPr/>
        </p:nvSpPr>
        <p:spPr bwMode="auto">
          <a:xfrm>
            <a:off x="3898301" y="2570081"/>
            <a:ext cx="211667" cy="230717"/>
          </a:xfrm>
          <a:custGeom>
            <a:avLst/>
            <a:gdLst>
              <a:gd name="T0" fmla="*/ 6350 w 50"/>
              <a:gd name="T1" fmla="*/ 44862 h 54"/>
              <a:gd name="T2" fmla="*/ 66675 w 50"/>
              <a:gd name="T3" fmla="*/ 19226 h 54"/>
              <a:gd name="T4" fmla="*/ 69850 w 50"/>
              <a:gd name="T5" fmla="*/ 3204 h 54"/>
              <a:gd name="T6" fmla="*/ 88900 w 50"/>
              <a:gd name="T7" fmla="*/ 3204 h 54"/>
              <a:gd name="T8" fmla="*/ 95250 w 50"/>
              <a:gd name="T9" fmla="*/ 19226 h 54"/>
              <a:gd name="T10" fmla="*/ 152400 w 50"/>
              <a:gd name="T11" fmla="*/ 44862 h 54"/>
              <a:gd name="T12" fmla="*/ 158750 w 50"/>
              <a:gd name="T13" fmla="*/ 51271 h 54"/>
              <a:gd name="T14" fmla="*/ 152400 w 50"/>
              <a:gd name="T15" fmla="*/ 173038 h 54"/>
              <a:gd name="T16" fmla="*/ 6350 w 50"/>
              <a:gd name="T17" fmla="*/ 173038 h 54"/>
              <a:gd name="T18" fmla="*/ 0 w 50"/>
              <a:gd name="T19" fmla="*/ 166629 h 54"/>
              <a:gd name="T20" fmla="*/ 6350 w 50"/>
              <a:gd name="T21" fmla="*/ 44862 h 54"/>
              <a:gd name="T22" fmla="*/ 53975 w 50"/>
              <a:gd name="T23" fmla="*/ 64088 h 54"/>
              <a:gd name="T24" fmla="*/ 53975 w 50"/>
              <a:gd name="T25" fmla="*/ 105745 h 54"/>
              <a:gd name="T26" fmla="*/ 53975 w 50"/>
              <a:gd name="T27" fmla="*/ 64088 h 54"/>
              <a:gd name="T28" fmla="*/ 149225 w 50"/>
              <a:gd name="T29" fmla="*/ 153812 h 54"/>
              <a:gd name="T30" fmla="*/ 73025 w 50"/>
              <a:gd name="T31" fmla="*/ 140994 h 54"/>
              <a:gd name="T32" fmla="*/ 79375 w 50"/>
              <a:gd name="T33" fmla="*/ 150607 h 54"/>
              <a:gd name="T34" fmla="*/ 66675 w 50"/>
              <a:gd name="T35" fmla="*/ 144198 h 54"/>
              <a:gd name="T36" fmla="*/ 66675 w 50"/>
              <a:gd name="T37" fmla="*/ 140994 h 54"/>
              <a:gd name="T38" fmla="*/ 66675 w 50"/>
              <a:gd name="T39" fmla="*/ 140994 h 54"/>
              <a:gd name="T40" fmla="*/ 66675 w 50"/>
              <a:gd name="T41" fmla="*/ 140994 h 54"/>
              <a:gd name="T42" fmla="*/ 12700 w 50"/>
              <a:gd name="T43" fmla="*/ 153812 h 54"/>
              <a:gd name="T44" fmla="*/ 149225 w 50"/>
              <a:gd name="T45" fmla="*/ 160220 h 54"/>
              <a:gd name="T46" fmla="*/ 12700 w 50"/>
              <a:gd name="T47" fmla="*/ 140994 h 54"/>
              <a:gd name="T48" fmla="*/ 41275 w 50"/>
              <a:gd name="T49" fmla="*/ 112154 h 54"/>
              <a:gd name="T50" fmla="*/ 69850 w 50"/>
              <a:gd name="T51" fmla="*/ 134585 h 54"/>
              <a:gd name="T52" fmla="*/ 107950 w 50"/>
              <a:gd name="T53" fmla="*/ 102541 h 54"/>
              <a:gd name="T54" fmla="*/ 149225 w 50"/>
              <a:gd name="T55" fmla="*/ 57679 h 54"/>
              <a:gd name="T56" fmla="*/ 12700 w 50"/>
              <a:gd name="T57" fmla="*/ 140994 h 54"/>
              <a:gd name="T58" fmla="*/ 53975 w 50"/>
              <a:gd name="T59" fmla="*/ 70497 h 54"/>
              <a:gd name="T60" fmla="*/ 53975 w 50"/>
              <a:gd name="T61" fmla="*/ 99337 h 54"/>
              <a:gd name="T62" fmla="*/ 53975 w 50"/>
              <a:gd name="T63" fmla="*/ 70497 h 54"/>
              <a:gd name="T64" fmla="*/ 44450 w 50"/>
              <a:gd name="T65" fmla="*/ 44862 h 54"/>
              <a:gd name="T66" fmla="*/ 88900 w 50"/>
              <a:gd name="T67" fmla="*/ 25635 h 54"/>
              <a:gd name="T68" fmla="*/ 69850 w 50"/>
              <a:gd name="T69" fmla="*/ 25635 h 54"/>
              <a:gd name="T70" fmla="*/ 85725 w 50"/>
              <a:gd name="T71" fmla="*/ 9613 h 54"/>
              <a:gd name="T72" fmla="*/ 85725 w 50"/>
              <a:gd name="T73" fmla="*/ 9613 h 54"/>
              <a:gd name="T74" fmla="*/ 76200 w 50"/>
              <a:gd name="T75" fmla="*/ 9613 h 54"/>
              <a:gd name="T76" fmla="*/ 76200 w 50"/>
              <a:gd name="T77" fmla="*/ 16022 h 54"/>
              <a:gd name="T78" fmla="*/ 76200 w 50"/>
              <a:gd name="T79" fmla="*/ 16022 h 54"/>
              <a:gd name="T80" fmla="*/ 76200 w 50"/>
              <a:gd name="T81" fmla="*/ 16022 h 54"/>
              <a:gd name="T82" fmla="*/ 79375 w 50"/>
              <a:gd name="T83" fmla="*/ 19226 h 54"/>
              <a:gd name="T84" fmla="*/ 85725 w 50"/>
              <a:gd name="T85" fmla="*/ 19226 h 54"/>
              <a:gd name="T86" fmla="*/ 85725 w 50"/>
              <a:gd name="T87" fmla="*/ 16022 h 54"/>
              <a:gd name="T88" fmla="*/ 85725 w 50"/>
              <a:gd name="T89" fmla="*/ 16022 h 54"/>
              <a:gd name="T90" fmla="*/ 85725 w 50"/>
              <a:gd name="T91" fmla="*/ 12818 h 5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" h="54">
                <a:moveTo>
                  <a:pt x="2" y="14"/>
                </a:moveTo>
                <a:cubicBezTo>
                  <a:pt x="2" y="14"/>
                  <a:pt x="2" y="14"/>
                  <a:pt x="2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5"/>
                  <a:pt x="21" y="5"/>
                  <a:pt x="21" y="4"/>
                </a:cubicBezTo>
                <a:cubicBezTo>
                  <a:pt x="21" y="3"/>
                  <a:pt x="21" y="2"/>
                  <a:pt x="22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27" y="0"/>
                  <a:pt x="28" y="0"/>
                  <a:pt x="28" y="1"/>
                </a:cubicBezTo>
                <a:cubicBezTo>
                  <a:pt x="29" y="2"/>
                  <a:pt x="30" y="3"/>
                  <a:pt x="30" y="4"/>
                </a:cubicBezTo>
                <a:cubicBezTo>
                  <a:pt x="30" y="5"/>
                  <a:pt x="30" y="5"/>
                  <a:pt x="30" y="6"/>
                </a:cubicBezTo>
                <a:cubicBezTo>
                  <a:pt x="41" y="14"/>
                  <a:pt x="41" y="14"/>
                  <a:pt x="41" y="14"/>
                </a:cubicBezTo>
                <a:cubicBezTo>
                  <a:pt x="48" y="14"/>
                  <a:pt x="48" y="14"/>
                  <a:pt x="48" y="14"/>
                </a:cubicBezTo>
                <a:cubicBezTo>
                  <a:pt x="50" y="14"/>
                  <a:pt x="50" y="15"/>
                  <a:pt x="50" y="16"/>
                </a:cubicBezTo>
                <a:cubicBezTo>
                  <a:pt x="50" y="16"/>
                  <a:pt x="50" y="16"/>
                  <a:pt x="50" y="16"/>
                </a:cubicBezTo>
                <a:cubicBezTo>
                  <a:pt x="50" y="52"/>
                  <a:pt x="50" y="52"/>
                  <a:pt x="50" y="52"/>
                </a:cubicBezTo>
                <a:cubicBezTo>
                  <a:pt x="50" y="53"/>
                  <a:pt x="50" y="54"/>
                  <a:pt x="48" y="54"/>
                </a:cubicBezTo>
                <a:cubicBezTo>
                  <a:pt x="48" y="54"/>
                  <a:pt x="48" y="54"/>
                  <a:pt x="48" y="54"/>
                </a:cubicBezTo>
                <a:cubicBezTo>
                  <a:pt x="2" y="54"/>
                  <a:pt x="2" y="54"/>
                  <a:pt x="2" y="54"/>
                </a:cubicBezTo>
                <a:cubicBezTo>
                  <a:pt x="1" y="54"/>
                  <a:pt x="0" y="53"/>
                  <a:pt x="0" y="5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5"/>
                  <a:pt x="1" y="14"/>
                  <a:pt x="2" y="14"/>
                </a:cubicBezTo>
                <a:close/>
                <a:moveTo>
                  <a:pt x="17" y="20"/>
                </a:moveTo>
                <a:cubicBezTo>
                  <a:pt x="17" y="20"/>
                  <a:pt x="17" y="20"/>
                  <a:pt x="17" y="20"/>
                </a:cubicBezTo>
                <a:cubicBezTo>
                  <a:pt x="21" y="20"/>
                  <a:pt x="24" y="23"/>
                  <a:pt x="24" y="26"/>
                </a:cubicBezTo>
                <a:cubicBezTo>
                  <a:pt x="24" y="30"/>
                  <a:pt x="21" y="33"/>
                  <a:pt x="17" y="33"/>
                </a:cubicBezTo>
                <a:cubicBezTo>
                  <a:pt x="13" y="33"/>
                  <a:pt x="10" y="30"/>
                  <a:pt x="10" y="26"/>
                </a:cubicBezTo>
                <a:cubicBezTo>
                  <a:pt x="10" y="23"/>
                  <a:pt x="13" y="20"/>
                  <a:pt x="17" y="20"/>
                </a:cubicBezTo>
                <a:close/>
                <a:moveTo>
                  <a:pt x="47" y="48"/>
                </a:moveTo>
                <a:cubicBezTo>
                  <a:pt x="47" y="48"/>
                  <a:pt x="47" y="48"/>
                  <a:pt x="47" y="48"/>
                </a:cubicBezTo>
                <a:cubicBezTo>
                  <a:pt x="33" y="34"/>
                  <a:pt x="33" y="34"/>
                  <a:pt x="33" y="34"/>
                </a:cubicBezTo>
                <a:cubicBezTo>
                  <a:pt x="23" y="44"/>
                  <a:pt x="23" y="44"/>
                  <a:pt x="23" y="44"/>
                </a:cubicBezTo>
                <a:cubicBezTo>
                  <a:pt x="25" y="46"/>
                  <a:pt x="25" y="46"/>
                  <a:pt x="25" y="46"/>
                </a:cubicBezTo>
                <a:cubicBezTo>
                  <a:pt x="26" y="46"/>
                  <a:pt x="26" y="47"/>
                  <a:pt x="25" y="47"/>
                </a:cubicBezTo>
                <a:cubicBezTo>
                  <a:pt x="25" y="48"/>
                  <a:pt x="24" y="48"/>
                  <a:pt x="24" y="47"/>
                </a:cubicBezTo>
                <a:cubicBezTo>
                  <a:pt x="21" y="45"/>
                  <a:pt x="21" y="45"/>
                  <a:pt x="21" y="45"/>
                </a:cubicBezTo>
                <a:cubicBezTo>
                  <a:pt x="21" y="45"/>
                  <a:pt x="21" y="45"/>
                  <a:pt x="21" y="45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14" y="38"/>
                  <a:pt x="14" y="38"/>
                  <a:pt x="14" y="38"/>
                </a:cubicBezTo>
                <a:cubicBezTo>
                  <a:pt x="4" y="48"/>
                  <a:pt x="4" y="48"/>
                  <a:pt x="4" y="48"/>
                </a:cubicBezTo>
                <a:cubicBezTo>
                  <a:pt x="4" y="50"/>
                  <a:pt x="4" y="50"/>
                  <a:pt x="4" y="50"/>
                </a:cubicBezTo>
                <a:cubicBezTo>
                  <a:pt x="18" y="50"/>
                  <a:pt x="32" y="50"/>
                  <a:pt x="47" y="50"/>
                </a:cubicBezTo>
                <a:cubicBezTo>
                  <a:pt x="47" y="48"/>
                  <a:pt x="47" y="48"/>
                  <a:pt x="47" y="48"/>
                </a:cubicBezTo>
                <a:close/>
                <a:moveTo>
                  <a:pt x="4" y="44"/>
                </a:moveTo>
                <a:cubicBezTo>
                  <a:pt x="4" y="44"/>
                  <a:pt x="4" y="44"/>
                  <a:pt x="4" y="44"/>
                </a:cubicBezTo>
                <a:cubicBezTo>
                  <a:pt x="13" y="35"/>
                  <a:pt x="13" y="35"/>
                  <a:pt x="13" y="35"/>
                </a:cubicBezTo>
                <a:cubicBezTo>
                  <a:pt x="14" y="35"/>
                  <a:pt x="14" y="35"/>
                  <a:pt x="15" y="35"/>
                </a:cubicBezTo>
                <a:cubicBezTo>
                  <a:pt x="22" y="42"/>
                  <a:pt x="22" y="42"/>
                  <a:pt x="22" y="4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1"/>
                  <a:pt x="33" y="31"/>
                  <a:pt x="34" y="32"/>
                </a:cubicBezTo>
                <a:cubicBezTo>
                  <a:pt x="47" y="45"/>
                  <a:pt x="47" y="45"/>
                  <a:pt x="47" y="45"/>
                </a:cubicBezTo>
                <a:cubicBezTo>
                  <a:pt x="47" y="18"/>
                  <a:pt x="47" y="18"/>
                  <a:pt x="47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44"/>
                  <a:pt x="4" y="44"/>
                  <a:pt x="4" y="44"/>
                </a:cubicBezTo>
                <a:close/>
                <a:moveTo>
                  <a:pt x="17" y="22"/>
                </a:moveTo>
                <a:cubicBezTo>
                  <a:pt x="17" y="22"/>
                  <a:pt x="17" y="22"/>
                  <a:pt x="17" y="22"/>
                </a:cubicBezTo>
                <a:cubicBezTo>
                  <a:pt x="15" y="22"/>
                  <a:pt x="13" y="24"/>
                  <a:pt x="13" y="26"/>
                </a:cubicBezTo>
                <a:cubicBezTo>
                  <a:pt x="13" y="29"/>
                  <a:pt x="15" y="31"/>
                  <a:pt x="17" y="31"/>
                </a:cubicBezTo>
                <a:cubicBezTo>
                  <a:pt x="19" y="31"/>
                  <a:pt x="21" y="29"/>
                  <a:pt x="21" y="26"/>
                </a:cubicBezTo>
                <a:cubicBezTo>
                  <a:pt x="21" y="24"/>
                  <a:pt x="19" y="22"/>
                  <a:pt x="17" y="22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6" y="9"/>
                  <a:pt x="25" y="9"/>
                </a:cubicBezTo>
                <a:cubicBezTo>
                  <a:pt x="24" y="9"/>
                  <a:pt x="23" y="8"/>
                  <a:pt x="22" y="8"/>
                </a:cubicBezTo>
                <a:cubicBezTo>
                  <a:pt x="14" y="14"/>
                  <a:pt x="14" y="14"/>
                  <a:pt x="14" y="14"/>
                </a:cubicBezTo>
                <a:close/>
                <a:moveTo>
                  <a:pt x="27" y="3"/>
                </a:moveTo>
                <a:cubicBezTo>
                  <a:pt x="27" y="3"/>
                  <a:pt x="27" y="3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26" y="3"/>
                  <a:pt x="26" y="2"/>
                  <a:pt x="25" y="2"/>
                </a:cubicBezTo>
                <a:cubicBezTo>
                  <a:pt x="25" y="2"/>
                  <a:pt x="24" y="3"/>
                  <a:pt x="24" y="3"/>
                </a:cubicBezTo>
                <a:cubicBezTo>
                  <a:pt x="23" y="3"/>
                  <a:pt x="23" y="4"/>
                  <a:pt x="23" y="4"/>
                </a:cubicBezTo>
                <a:cubicBezTo>
                  <a:pt x="23" y="5"/>
                  <a:pt x="23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5" y="6"/>
                  <a:pt x="25" y="6"/>
                </a:cubicBezTo>
                <a:cubicBezTo>
                  <a:pt x="26" y="6"/>
                  <a:pt x="26" y="6"/>
                  <a:pt x="27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6"/>
                  <a:pt x="27" y="6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4"/>
                </a:cubicBezTo>
                <a:cubicBezTo>
                  <a:pt x="27" y="4"/>
                  <a:pt x="27" y="3"/>
                  <a:pt x="27" y="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44" name="Freeform 78">
            <a:extLst>
              <a:ext uri="{FF2B5EF4-FFF2-40B4-BE49-F238E27FC236}">
                <a16:creationId xmlns:a16="http://schemas.microsoft.com/office/drawing/2014/main" id="{6E867774-BD54-CF6B-C493-8F922037656B}"/>
              </a:ext>
            </a:extLst>
          </p:cNvPr>
          <p:cNvSpPr>
            <a:spLocks noEditPoints="1"/>
          </p:cNvSpPr>
          <p:nvPr/>
        </p:nvSpPr>
        <p:spPr bwMode="auto">
          <a:xfrm>
            <a:off x="1318085" y="2167914"/>
            <a:ext cx="194733" cy="194733"/>
          </a:xfrm>
          <a:custGeom>
            <a:avLst/>
            <a:gdLst>
              <a:gd name="T0" fmla="*/ 104775 w 46"/>
              <a:gd name="T1" fmla="*/ 111125 h 46"/>
              <a:gd name="T2" fmla="*/ 101600 w 46"/>
              <a:gd name="T3" fmla="*/ 123825 h 46"/>
              <a:gd name="T4" fmla="*/ 95250 w 46"/>
              <a:gd name="T5" fmla="*/ 146050 h 46"/>
              <a:gd name="T6" fmla="*/ 85725 w 46"/>
              <a:gd name="T7" fmla="*/ 146050 h 46"/>
              <a:gd name="T8" fmla="*/ 69850 w 46"/>
              <a:gd name="T9" fmla="*/ 146050 h 46"/>
              <a:gd name="T10" fmla="*/ 47625 w 46"/>
              <a:gd name="T11" fmla="*/ 123825 h 46"/>
              <a:gd name="T12" fmla="*/ 3175 w 46"/>
              <a:gd name="T13" fmla="*/ 60325 h 46"/>
              <a:gd name="T14" fmla="*/ 3175 w 46"/>
              <a:gd name="T15" fmla="*/ 53975 h 46"/>
              <a:gd name="T16" fmla="*/ 34925 w 46"/>
              <a:gd name="T17" fmla="*/ 44450 h 46"/>
              <a:gd name="T18" fmla="*/ 57150 w 46"/>
              <a:gd name="T19" fmla="*/ 31750 h 46"/>
              <a:gd name="T20" fmla="*/ 101600 w 46"/>
              <a:gd name="T21" fmla="*/ 15875 h 46"/>
              <a:gd name="T22" fmla="*/ 111125 w 46"/>
              <a:gd name="T23" fmla="*/ 15875 h 46"/>
              <a:gd name="T24" fmla="*/ 130175 w 46"/>
              <a:gd name="T25" fmla="*/ 0 h 46"/>
              <a:gd name="T26" fmla="*/ 146050 w 46"/>
              <a:gd name="T27" fmla="*/ 15875 h 46"/>
              <a:gd name="T28" fmla="*/ 130175 w 46"/>
              <a:gd name="T29" fmla="*/ 34925 h 46"/>
              <a:gd name="T30" fmla="*/ 133350 w 46"/>
              <a:gd name="T31" fmla="*/ 44450 h 46"/>
              <a:gd name="T32" fmla="*/ 139700 w 46"/>
              <a:gd name="T33" fmla="*/ 15875 h 46"/>
              <a:gd name="T34" fmla="*/ 136525 w 46"/>
              <a:gd name="T35" fmla="*/ 9525 h 46"/>
              <a:gd name="T36" fmla="*/ 123825 w 46"/>
              <a:gd name="T37" fmla="*/ 9525 h 46"/>
              <a:gd name="T38" fmla="*/ 123825 w 46"/>
              <a:gd name="T39" fmla="*/ 25400 h 46"/>
              <a:gd name="T40" fmla="*/ 136525 w 46"/>
              <a:gd name="T41" fmla="*/ 25400 h 46"/>
              <a:gd name="T42" fmla="*/ 107950 w 46"/>
              <a:gd name="T43" fmla="*/ 85725 h 46"/>
              <a:gd name="T44" fmla="*/ 120650 w 46"/>
              <a:gd name="T45" fmla="*/ 47625 h 46"/>
              <a:gd name="T46" fmla="*/ 101600 w 46"/>
              <a:gd name="T47" fmla="*/ 25400 h 46"/>
              <a:gd name="T48" fmla="*/ 63500 w 46"/>
              <a:gd name="T49" fmla="*/ 41275 h 46"/>
              <a:gd name="T50" fmla="*/ 41275 w 46"/>
              <a:gd name="T51" fmla="*/ 53975 h 46"/>
              <a:gd name="T52" fmla="*/ 15875 w 46"/>
              <a:gd name="T53" fmla="*/ 57150 h 46"/>
              <a:gd name="T54" fmla="*/ 88900 w 46"/>
              <a:gd name="T55" fmla="*/ 123825 h 46"/>
              <a:gd name="T56" fmla="*/ 92075 w 46"/>
              <a:gd name="T57" fmla="*/ 104775 h 46"/>
              <a:gd name="T58" fmla="*/ 73025 w 46"/>
              <a:gd name="T59" fmla="*/ 130175 h 46"/>
              <a:gd name="T60" fmla="*/ 63500 w 46"/>
              <a:gd name="T61" fmla="*/ 120650 h 46"/>
              <a:gd name="T62" fmla="*/ 63500 w 46"/>
              <a:gd name="T63" fmla="*/ 130175 h 46"/>
              <a:gd name="T64" fmla="*/ 73025 w 46"/>
              <a:gd name="T65" fmla="*/ 130175 h 4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6" h="46">
                <a:moveTo>
                  <a:pt x="37" y="29"/>
                </a:moveTo>
                <a:cubicBezTo>
                  <a:pt x="35" y="31"/>
                  <a:pt x="34" y="33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2" y="37"/>
                  <a:pt x="32" y="38"/>
                  <a:pt x="32" y="39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41"/>
                  <a:pt x="32" y="44"/>
                  <a:pt x="30" y="46"/>
                </a:cubicBezTo>
                <a:cubicBezTo>
                  <a:pt x="29" y="46"/>
                  <a:pt x="28" y="46"/>
                  <a:pt x="27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6" y="44"/>
                  <a:pt x="26" y="44"/>
                  <a:pt x="26" y="44"/>
                </a:cubicBezTo>
                <a:cubicBezTo>
                  <a:pt x="25" y="45"/>
                  <a:pt x="23" y="46"/>
                  <a:pt x="22" y="46"/>
                </a:cubicBezTo>
                <a:cubicBezTo>
                  <a:pt x="20" y="46"/>
                  <a:pt x="18" y="45"/>
                  <a:pt x="17" y="44"/>
                </a:cubicBezTo>
                <a:cubicBezTo>
                  <a:pt x="16" y="43"/>
                  <a:pt x="15" y="41"/>
                  <a:pt x="15" y="39"/>
                </a:cubicBezTo>
                <a:cubicBezTo>
                  <a:pt x="15" y="38"/>
                  <a:pt x="16" y="37"/>
                  <a:pt x="17" y="35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19"/>
                  <a:pt x="0" y="17"/>
                  <a:pt x="1" y="17"/>
                </a:cubicBezTo>
                <a:cubicBezTo>
                  <a:pt x="1" y="17"/>
                  <a:pt x="1" y="17"/>
                  <a:pt x="1" y="17"/>
                </a:cubicBezTo>
                <a:cubicBezTo>
                  <a:pt x="3" y="14"/>
                  <a:pt x="5" y="14"/>
                  <a:pt x="8" y="15"/>
                </a:cubicBezTo>
                <a:cubicBezTo>
                  <a:pt x="9" y="15"/>
                  <a:pt x="10" y="15"/>
                  <a:pt x="11" y="14"/>
                </a:cubicBezTo>
                <a:cubicBezTo>
                  <a:pt x="14" y="13"/>
                  <a:pt x="16" y="11"/>
                  <a:pt x="17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9" y="9"/>
                  <a:pt x="20" y="8"/>
                  <a:pt x="21" y="8"/>
                </a:cubicBezTo>
                <a:cubicBezTo>
                  <a:pt x="24" y="5"/>
                  <a:pt x="28" y="4"/>
                  <a:pt x="32" y="5"/>
                </a:cubicBezTo>
                <a:cubicBezTo>
                  <a:pt x="33" y="5"/>
                  <a:pt x="34" y="5"/>
                  <a:pt x="35" y="6"/>
                </a:cubicBezTo>
                <a:cubicBezTo>
                  <a:pt x="35" y="5"/>
                  <a:pt x="35" y="5"/>
                  <a:pt x="35" y="5"/>
                </a:cubicBezTo>
                <a:cubicBezTo>
                  <a:pt x="35" y="4"/>
                  <a:pt x="36" y="3"/>
                  <a:pt x="37" y="2"/>
                </a:cubicBezTo>
                <a:cubicBezTo>
                  <a:pt x="38" y="0"/>
                  <a:pt x="40" y="0"/>
                  <a:pt x="41" y="0"/>
                </a:cubicBezTo>
                <a:cubicBezTo>
                  <a:pt x="42" y="0"/>
                  <a:pt x="44" y="0"/>
                  <a:pt x="45" y="2"/>
                </a:cubicBezTo>
                <a:cubicBezTo>
                  <a:pt x="46" y="3"/>
                  <a:pt x="46" y="4"/>
                  <a:pt x="46" y="5"/>
                </a:cubicBezTo>
                <a:cubicBezTo>
                  <a:pt x="46" y="7"/>
                  <a:pt x="46" y="8"/>
                  <a:pt x="45" y="9"/>
                </a:cubicBezTo>
                <a:cubicBezTo>
                  <a:pt x="44" y="10"/>
                  <a:pt x="42" y="11"/>
                  <a:pt x="41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2" y="12"/>
                  <a:pt x="42" y="13"/>
                  <a:pt x="42" y="14"/>
                </a:cubicBezTo>
                <a:cubicBezTo>
                  <a:pt x="43" y="20"/>
                  <a:pt x="40" y="25"/>
                  <a:pt x="37" y="29"/>
                </a:cubicBezTo>
                <a:close/>
                <a:moveTo>
                  <a:pt x="44" y="5"/>
                </a:moveTo>
                <a:cubicBezTo>
                  <a:pt x="44" y="5"/>
                  <a:pt x="44" y="5"/>
                  <a:pt x="44" y="5"/>
                </a:cubicBezTo>
                <a:cubicBezTo>
                  <a:pt x="44" y="5"/>
                  <a:pt x="44" y="4"/>
                  <a:pt x="43" y="3"/>
                </a:cubicBezTo>
                <a:cubicBezTo>
                  <a:pt x="43" y="3"/>
                  <a:pt x="42" y="2"/>
                  <a:pt x="41" y="2"/>
                </a:cubicBezTo>
                <a:cubicBezTo>
                  <a:pt x="40" y="2"/>
                  <a:pt x="39" y="3"/>
                  <a:pt x="39" y="3"/>
                </a:cubicBezTo>
                <a:cubicBezTo>
                  <a:pt x="38" y="4"/>
                  <a:pt x="38" y="5"/>
                  <a:pt x="38" y="5"/>
                </a:cubicBezTo>
                <a:cubicBezTo>
                  <a:pt x="38" y="6"/>
                  <a:pt x="38" y="7"/>
                  <a:pt x="39" y="8"/>
                </a:cubicBezTo>
                <a:cubicBezTo>
                  <a:pt x="39" y="8"/>
                  <a:pt x="40" y="9"/>
                  <a:pt x="41" y="9"/>
                </a:cubicBezTo>
                <a:cubicBezTo>
                  <a:pt x="42" y="9"/>
                  <a:pt x="43" y="8"/>
                  <a:pt x="43" y="8"/>
                </a:cubicBezTo>
                <a:cubicBezTo>
                  <a:pt x="44" y="7"/>
                  <a:pt x="44" y="6"/>
                  <a:pt x="44" y="5"/>
                </a:cubicBezTo>
                <a:close/>
                <a:moveTo>
                  <a:pt x="34" y="27"/>
                </a:moveTo>
                <a:cubicBezTo>
                  <a:pt x="34" y="27"/>
                  <a:pt x="34" y="27"/>
                  <a:pt x="34" y="27"/>
                </a:cubicBezTo>
                <a:cubicBezTo>
                  <a:pt x="36" y="24"/>
                  <a:pt x="39" y="20"/>
                  <a:pt x="38" y="15"/>
                </a:cubicBezTo>
                <a:cubicBezTo>
                  <a:pt x="38" y="14"/>
                  <a:pt x="37" y="12"/>
                  <a:pt x="36" y="11"/>
                </a:cubicBezTo>
                <a:cubicBezTo>
                  <a:pt x="35" y="10"/>
                  <a:pt x="33" y="9"/>
                  <a:pt x="32" y="8"/>
                </a:cubicBezTo>
                <a:cubicBezTo>
                  <a:pt x="28" y="8"/>
                  <a:pt x="26" y="9"/>
                  <a:pt x="23" y="11"/>
                </a:cubicBezTo>
                <a:cubicBezTo>
                  <a:pt x="22" y="11"/>
                  <a:pt x="21" y="12"/>
                  <a:pt x="20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18" y="15"/>
                  <a:pt x="16" y="16"/>
                  <a:pt x="13" y="17"/>
                </a:cubicBezTo>
                <a:cubicBezTo>
                  <a:pt x="11" y="19"/>
                  <a:pt x="9" y="19"/>
                  <a:pt x="7" y="18"/>
                </a:cubicBezTo>
                <a:cubicBezTo>
                  <a:pt x="7" y="18"/>
                  <a:pt x="6" y="18"/>
                  <a:pt x="5" y="18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0"/>
                  <a:pt x="28" y="40"/>
                  <a:pt x="28" y="39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37"/>
                  <a:pt x="28" y="35"/>
                  <a:pt x="29" y="33"/>
                </a:cubicBezTo>
                <a:cubicBezTo>
                  <a:pt x="31" y="31"/>
                  <a:pt x="32" y="29"/>
                  <a:pt x="34" y="27"/>
                </a:cubicBezTo>
                <a:close/>
                <a:moveTo>
                  <a:pt x="23" y="41"/>
                </a:moveTo>
                <a:cubicBezTo>
                  <a:pt x="23" y="41"/>
                  <a:pt x="23" y="41"/>
                  <a:pt x="23" y="41"/>
                </a:cubicBezTo>
                <a:cubicBezTo>
                  <a:pt x="20" y="38"/>
                  <a:pt x="20" y="38"/>
                  <a:pt x="20" y="38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40"/>
                  <a:pt x="19" y="41"/>
                  <a:pt x="20" y="41"/>
                </a:cubicBezTo>
                <a:cubicBezTo>
                  <a:pt x="20" y="42"/>
                  <a:pt x="21" y="42"/>
                  <a:pt x="22" y="42"/>
                </a:cubicBezTo>
                <a:cubicBezTo>
                  <a:pt x="22" y="42"/>
                  <a:pt x="23" y="42"/>
                  <a:pt x="23" y="4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45" name="Freeform 79">
            <a:extLst>
              <a:ext uri="{FF2B5EF4-FFF2-40B4-BE49-F238E27FC236}">
                <a16:creationId xmlns:a16="http://schemas.microsoft.com/office/drawing/2014/main" id="{863F6E00-8F14-8925-036B-5D683D7A8F95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2580665"/>
            <a:ext cx="211667" cy="215900"/>
          </a:xfrm>
          <a:custGeom>
            <a:avLst/>
            <a:gdLst>
              <a:gd name="T0" fmla="*/ 79375 w 50"/>
              <a:gd name="T1" fmla="*/ 41275 h 51"/>
              <a:gd name="T2" fmla="*/ 117475 w 50"/>
              <a:gd name="T3" fmla="*/ 79375 h 51"/>
              <a:gd name="T4" fmla="*/ 123825 w 50"/>
              <a:gd name="T5" fmla="*/ 69850 h 51"/>
              <a:gd name="T6" fmla="*/ 88900 w 50"/>
              <a:gd name="T7" fmla="*/ 31750 h 51"/>
              <a:gd name="T8" fmla="*/ 79375 w 50"/>
              <a:gd name="T9" fmla="*/ 41275 h 51"/>
              <a:gd name="T10" fmla="*/ 111125 w 50"/>
              <a:gd name="T11" fmla="*/ 82550 h 51"/>
              <a:gd name="T12" fmla="*/ 111125 w 50"/>
              <a:gd name="T13" fmla="*/ 82550 h 51"/>
              <a:gd name="T14" fmla="*/ 76200 w 50"/>
              <a:gd name="T15" fmla="*/ 47625 h 51"/>
              <a:gd name="T16" fmla="*/ 28575 w 50"/>
              <a:gd name="T17" fmla="*/ 95250 h 51"/>
              <a:gd name="T18" fmla="*/ 63500 w 50"/>
              <a:gd name="T19" fmla="*/ 130175 h 51"/>
              <a:gd name="T20" fmla="*/ 111125 w 50"/>
              <a:gd name="T21" fmla="*/ 82550 h 51"/>
              <a:gd name="T22" fmla="*/ 95250 w 50"/>
              <a:gd name="T23" fmla="*/ 9525 h 51"/>
              <a:gd name="T24" fmla="*/ 95250 w 50"/>
              <a:gd name="T25" fmla="*/ 9525 h 51"/>
              <a:gd name="T26" fmla="*/ 120650 w 50"/>
              <a:gd name="T27" fmla="*/ 0 h 51"/>
              <a:gd name="T28" fmla="*/ 158750 w 50"/>
              <a:gd name="T29" fmla="*/ 38100 h 51"/>
              <a:gd name="T30" fmla="*/ 146050 w 50"/>
              <a:gd name="T31" fmla="*/ 66675 h 51"/>
              <a:gd name="T32" fmla="*/ 69850 w 50"/>
              <a:gd name="T33" fmla="*/ 142875 h 51"/>
              <a:gd name="T34" fmla="*/ 47625 w 50"/>
              <a:gd name="T35" fmla="*/ 152400 h 51"/>
              <a:gd name="T36" fmla="*/ 28575 w 50"/>
              <a:gd name="T37" fmla="*/ 149225 h 51"/>
              <a:gd name="T38" fmla="*/ 28575 w 50"/>
              <a:gd name="T39" fmla="*/ 152400 h 51"/>
              <a:gd name="T40" fmla="*/ 28575 w 50"/>
              <a:gd name="T41" fmla="*/ 152400 h 51"/>
              <a:gd name="T42" fmla="*/ 3175 w 50"/>
              <a:gd name="T43" fmla="*/ 146050 h 51"/>
              <a:gd name="T44" fmla="*/ 6350 w 50"/>
              <a:gd name="T45" fmla="*/ 130175 h 51"/>
              <a:gd name="T46" fmla="*/ 6350 w 50"/>
              <a:gd name="T47" fmla="*/ 130175 h 51"/>
              <a:gd name="T48" fmla="*/ 9525 w 50"/>
              <a:gd name="T49" fmla="*/ 130175 h 51"/>
              <a:gd name="T50" fmla="*/ 6350 w 50"/>
              <a:gd name="T51" fmla="*/ 111125 h 51"/>
              <a:gd name="T52" fmla="*/ 15875 w 50"/>
              <a:gd name="T53" fmla="*/ 88900 h 51"/>
              <a:gd name="T54" fmla="*/ 88900 w 50"/>
              <a:gd name="T55" fmla="*/ 15875 h 51"/>
              <a:gd name="T56" fmla="*/ 85725 w 50"/>
              <a:gd name="T57" fmla="*/ 9525 h 51"/>
              <a:gd name="T58" fmla="*/ 44450 w 50"/>
              <a:gd name="T59" fmla="*/ 50800 h 51"/>
              <a:gd name="T60" fmla="*/ 38100 w 50"/>
              <a:gd name="T61" fmla="*/ 50800 h 51"/>
              <a:gd name="T62" fmla="*/ 38100 w 50"/>
              <a:gd name="T63" fmla="*/ 44450 h 51"/>
              <a:gd name="T64" fmla="*/ 82550 w 50"/>
              <a:gd name="T65" fmla="*/ 0 h 51"/>
              <a:gd name="T66" fmla="*/ 85725 w 50"/>
              <a:gd name="T67" fmla="*/ 0 h 51"/>
              <a:gd name="T68" fmla="*/ 95250 w 50"/>
              <a:gd name="T69" fmla="*/ 9525 h 51"/>
              <a:gd name="T70" fmla="*/ 120650 w 50"/>
              <a:gd name="T71" fmla="*/ 12700 h 51"/>
              <a:gd name="T72" fmla="*/ 120650 w 50"/>
              <a:gd name="T73" fmla="*/ 12700 h 51"/>
              <a:gd name="T74" fmla="*/ 101600 w 50"/>
              <a:gd name="T75" fmla="*/ 19050 h 51"/>
              <a:gd name="T76" fmla="*/ 101600 w 50"/>
              <a:gd name="T77" fmla="*/ 22225 h 51"/>
              <a:gd name="T78" fmla="*/ 95250 w 50"/>
              <a:gd name="T79" fmla="*/ 28575 h 51"/>
              <a:gd name="T80" fmla="*/ 130175 w 50"/>
              <a:gd name="T81" fmla="*/ 63500 h 51"/>
              <a:gd name="T82" fmla="*/ 136525 w 50"/>
              <a:gd name="T83" fmla="*/ 57150 h 51"/>
              <a:gd name="T84" fmla="*/ 146050 w 50"/>
              <a:gd name="T85" fmla="*/ 38100 h 51"/>
              <a:gd name="T86" fmla="*/ 120650 w 50"/>
              <a:gd name="T87" fmla="*/ 12700 h 51"/>
              <a:gd name="T88" fmla="*/ 22225 w 50"/>
              <a:gd name="T89" fmla="*/ 98425 h 51"/>
              <a:gd name="T90" fmla="*/ 22225 w 50"/>
              <a:gd name="T91" fmla="*/ 98425 h 51"/>
              <a:gd name="T92" fmla="*/ 19050 w 50"/>
              <a:gd name="T93" fmla="*/ 111125 h 51"/>
              <a:gd name="T94" fmla="*/ 19050 w 50"/>
              <a:gd name="T95" fmla="*/ 127000 h 51"/>
              <a:gd name="T96" fmla="*/ 19050 w 50"/>
              <a:gd name="T97" fmla="*/ 133350 h 51"/>
              <a:gd name="T98" fmla="*/ 15875 w 50"/>
              <a:gd name="T99" fmla="*/ 139700 h 51"/>
              <a:gd name="T100" fmla="*/ 19050 w 50"/>
              <a:gd name="T101" fmla="*/ 142875 h 51"/>
              <a:gd name="T102" fmla="*/ 22225 w 50"/>
              <a:gd name="T103" fmla="*/ 139700 h 51"/>
              <a:gd name="T104" fmla="*/ 31750 w 50"/>
              <a:gd name="T105" fmla="*/ 136525 h 51"/>
              <a:gd name="T106" fmla="*/ 47625 w 50"/>
              <a:gd name="T107" fmla="*/ 139700 h 51"/>
              <a:gd name="T108" fmla="*/ 57150 w 50"/>
              <a:gd name="T109" fmla="*/ 136525 h 51"/>
              <a:gd name="T110" fmla="*/ 22225 w 50"/>
              <a:gd name="T111" fmla="*/ 98425 h 5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0" h="51">
                <a:moveTo>
                  <a:pt x="25" y="13"/>
                </a:moveTo>
                <a:cubicBezTo>
                  <a:pt x="37" y="25"/>
                  <a:pt x="37" y="25"/>
                  <a:pt x="37" y="25"/>
                </a:cubicBezTo>
                <a:cubicBezTo>
                  <a:pt x="39" y="22"/>
                  <a:pt x="39" y="22"/>
                  <a:pt x="39" y="22"/>
                </a:cubicBezTo>
                <a:cubicBezTo>
                  <a:pt x="28" y="10"/>
                  <a:pt x="28" y="10"/>
                  <a:pt x="28" y="10"/>
                </a:cubicBezTo>
                <a:cubicBezTo>
                  <a:pt x="25" y="13"/>
                  <a:pt x="25" y="13"/>
                  <a:pt x="25" y="13"/>
                </a:cubicBezTo>
                <a:close/>
                <a:moveTo>
                  <a:pt x="35" y="26"/>
                </a:moveTo>
                <a:cubicBezTo>
                  <a:pt x="35" y="26"/>
                  <a:pt x="35" y="26"/>
                  <a:pt x="35" y="26"/>
                </a:cubicBezTo>
                <a:cubicBezTo>
                  <a:pt x="24" y="15"/>
                  <a:pt x="24" y="15"/>
                  <a:pt x="24" y="15"/>
                </a:cubicBezTo>
                <a:cubicBezTo>
                  <a:pt x="9" y="30"/>
                  <a:pt x="9" y="30"/>
                  <a:pt x="9" y="30"/>
                </a:cubicBezTo>
                <a:cubicBezTo>
                  <a:pt x="20" y="41"/>
                  <a:pt x="20" y="41"/>
                  <a:pt x="20" y="41"/>
                </a:cubicBezTo>
                <a:cubicBezTo>
                  <a:pt x="35" y="26"/>
                  <a:pt x="35" y="26"/>
                  <a:pt x="35" y="26"/>
                </a:cubicBezTo>
                <a:close/>
                <a:moveTo>
                  <a:pt x="30" y="3"/>
                </a:moveTo>
                <a:cubicBezTo>
                  <a:pt x="30" y="3"/>
                  <a:pt x="30" y="3"/>
                  <a:pt x="30" y="3"/>
                </a:cubicBezTo>
                <a:cubicBezTo>
                  <a:pt x="32" y="1"/>
                  <a:pt x="35" y="0"/>
                  <a:pt x="38" y="0"/>
                </a:cubicBezTo>
                <a:cubicBezTo>
                  <a:pt x="44" y="0"/>
                  <a:pt x="50" y="6"/>
                  <a:pt x="50" y="12"/>
                </a:cubicBezTo>
                <a:cubicBezTo>
                  <a:pt x="50" y="15"/>
                  <a:pt x="48" y="18"/>
                  <a:pt x="46" y="21"/>
                </a:cubicBezTo>
                <a:cubicBezTo>
                  <a:pt x="22" y="45"/>
                  <a:pt x="22" y="45"/>
                  <a:pt x="22" y="45"/>
                </a:cubicBezTo>
                <a:cubicBezTo>
                  <a:pt x="20" y="47"/>
                  <a:pt x="18" y="48"/>
                  <a:pt x="15" y="48"/>
                </a:cubicBezTo>
                <a:cubicBezTo>
                  <a:pt x="13" y="48"/>
                  <a:pt x="11" y="48"/>
                  <a:pt x="9" y="47"/>
                </a:cubicBezTo>
                <a:cubicBezTo>
                  <a:pt x="9" y="48"/>
                  <a:pt x="9" y="48"/>
                  <a:pt x="9" y="48"/>
                </a:cubicBezTo>
                <a:cubicBezTo>
                  <a:pt x="9" y="48"/>
                  <a:pt x="9" y="48"/>
                  <a:pt x="9" y="48"/>
                </a:cubicBezTo>
                <a:cubicBezTo>
                  <a:pt x="6" y="51"/>
                  <a:pt x="2" y="49"/>
                  <a:pt x="1" y="46"/>
                </a:cubicBezTo>
                <a:cubicBezTo>
                  <a:pt x="0" y="45"/>
                  <a:pt x="0" y="43"/>
                  <a:pt x="2" y="41"/>
                </a:cubicBezTo>
                <a:cubicBezTo>
                  <a:pt x="2" y="41"/>
                  <a:pt x="2" y="41"/>
                  <a:pt x="2" y="41"/>
                </a:cubicBezTo>
                <a:cubicBezTo>
                  <a:pt x="3" y="41"/>
                  <a:pt x="3" y="41"/>
                  <a:pt x="3" y="41"/>
                </a:cubicBezTo>
                <a:cubicBezTo>
                  <a:pt x="2" y="39"/>
                  <a:pt x="2" y="37"/>
                  <a:pt x="2" y="35"/>
                </a:cubicBezTo>
                <a:cubicBezTo>
                  <a:pt x="2" y="32"/>
                  <a:pt x="3" y="30"/>
                  <a:pt x="5" y="28"/>
                </a:cubicBezTo>
                <a:cubicBezTo>
                  <a:pt x="28" y="5"/>
                  <a:pt x="28" y="5"/>
                  <a:pt x="28" y="5"/>
                </a:cubicBezTo>
                <a:cubicBezTo>
                  <a:pt x="27" y="3"/>
                  <a:pt x="27" y="3"/>
                  <a:pt x="27" y="3"/>
                </a:cubicBezTo>
                <a:cubicBezTo>
                  <a:pt x="14" y="16"/>
                  <a:pt x="14" y="16"/>
                  <a:pt x="14" y="16"/>
                </a:cubicBezTo>
                <a:cubicBezTo>
                  <a:pt x="13" y="16"/>
                  <a:pt x="12" y="16"/>
                  <a:pt x="12" y="16"/>
                </a:cubicBezTo>
                <a:cubicBezTo>
                  <a:pt x="12" y="15"/>
                  <a:pt x="12" y="15"/>
                  <a:pt x="12" y="14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7" y="0"/>
                  <a:pt x="27" y="0"/>
                </a:cubicBezTo>
                <a:cubicBezTo>
                  <a:pt x="30" y="3"/>
                  <a:pt x="30" y="3"/>
                  <a:pt x="30" y="3"/>
                </a:cubicBezTo>
                <a:close/>
                <a:moveTo>
                  <a:pt x="38" y="4"/>
                </a:moveTo>
                <a:cubicBezTo>
                  <a:pt x="38" y="4"/>
                  <a:pt x="38" y="4"/>
                  <a:pt x="38" y="4"/>
                </a:cubicBezTo>
                <a:cubicBezTo>
                  <a:pt x="36" y="4"/>
                  <a:pt x="34" y="5"/>
                  <a:pt x="32" y="6"/>
                </a:cubicBezTo>
                <a:cubicBezTo>
                  <a:pt x="32" y="7"/>
                  <a:pt x="32" y="7"/>
                  <a:pt x="32" y="7"/>
                </a:cubicBezTo>
                <a:cubicBezTo>
                  <a:pt x="30" y="9"/>
                  <a:pt x="30" y="9"/>
                  <a:pt x="30" y="9"/>
                </a:cubicBezTo>
                <a:cubicBezTo>
                  <a:pt x="41" y="20"/>
                  <a:pt x="41" y="20"/>
                  <a:pt x="41" y="20"/>
                </a:cubicBezTo>
                <a:cubicBezTo>
                  <a:pt x="43" y="18"/>
                  <a:pt x="43" y="18"/>
                  <a:pt x="43" y="18"/>
                </a:cubicBezTo>
                <a:cubicBezTo>
                  <a:pt x="45" y="16"/>
                  <a:pt x="46" y="14"/>
                  <a:pt x="46" y="12"/>
                </a:cubicBezTo>
                <a:cubicBezTo>
                  <a:pt x="46" y="8"/>
                  <a:pt x="42" y="4"/>
                  <a:pt x="38" y="4"/>
                </a:cubicBezTo>
                <a:close/>
                <a:moveTo>
                  <a:pt x="7" y="31"/>
                </a:moveTo>
                <a:cubicBezTo>
                  <a:pt x="7" y="31"/>
                  <a:pt x="7" y="31"/>
                  <a:pt x="7" y="31"/>
                </a:cubicBezTo>
                <a:cubicBezTo>
                  <a:pt x="6" y="33"/>
                  <a:pt x="6" y="34"/>
                  <a:pt x="6" y="35"/>
                </a:cubicBezTo>
                <a:cubicBezTo>
                  <a:pt x="5" y="37"/>
                  <a:pt x="6" y="38"/>
                  <a:pt x="6" y="40"/>
                </a:cubicBezTo>
                <a:cubicBezTo>
                  <a:pt x="7" y="41"/>
                  <a:pt x="7" y="42"/>
                  <a:pt x="6" y="42"/>
                </a:cubicBezTo>
                <a:cubicBezTo>
                  <a:pt x="5" y="44"/>
                  <a:pt x="5" y="44"/>
                  <a:pt x="5" y="44"/>
                </a:cubicBezTo>
                <a:cubicBezTo>
                  <a:pt x="4" y="45"/>
                  <a:pt x="5" y="46"/>
                  <a:pt x="6" y="45"/>
                </a:cubicBezTo>
                <a:cubicBezTo>
                  <a:pt x="7" y="44"/>
                  <a:pt x="7" y="44"/>
                  <a:pt x="7" y="44"/>
                </a:cubicBezTo>
                <a:cubicBezTo>
                  <a:pt x="8" y="43"/>
                  <a:pt x="9" y="43"/>
                  <a:pt x="10" y="43"/>
                </a:cubicBezTo>
                <a:cubicBezTo>
                  <a:pt x="11" y="44"/>
                  <a:pt x="13" y="45"/>
                  <a:pt x="15" y="44"/>
                </a:cubicBezTo>
                <a:cubicBezTo>
                  <a:pt x="16" y="44"/>
                  <a:pt x="17" y="44"/>
                  <a:pt x="18" y="43"/>
                </a:cubicBezTo>
                <a:cubicBezTo>
                  <a:pt x="7" y="31"/>
                  <a:pt x="7" y="31"/>
                  <a:pt x="7" y="3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46" name="Freeform 80">
            <a:extLst>
              <a:ext uri="{FF2B5EF4-FFF2-40B4-BE49-F238E27FC236}">
                <a16:creationId xmlns:a16="http://schemas.microsoft.com/office/drawing/2014/main" id="{C61253CB-5130-B1FE-201B-C563DCE8FF51}"/>
              </a:ext>
            </a:extLst>
          </p:cNvPr>
          <p:cNvSpPr>
            <a:spLocks noEditPoints="1"/>
          </p:cNvSpPr>
          <p:nvPr/>
        </p:nvSpPr>
        <p:spPr bwMode="auto">
          <a:xfrm>
            <a:off x="3527885" y="2574315"/>
            <a:ext cx="198967" cy="218017"/>
          </a:xfrm>
          <a:custGeom>
            <a:avLst/>
            <a:gdLst>
              <a:gd name="T0" fmla="*/ 6350 w 47"/>
              <a:gd name="T1" fmla="*/ 51298 h 51"/>
              <a:gd name="T2" fmla="*/ 149225 w 47"/>
              <a:gd name="T3" fmla="*/ 57710 h 51"/>
              <a:gd name="T4" fmla="*/ 149225 w 47"/>
              <a:gd name="T5" fmla="*/ 83360 h 51"/>
              <a:gd name="T6" fmla="*/ 142875 w 47"/>
              <a:gd name="T7" fmla="*/ 89772 h 51"/>
              <a:gd name="T8" fmla="*/ 142875 w 47"/>
              <a:gd name="T9" fmla="*/ 160307 h 51"/>
              <a:gd name="T10" fmla="*/ 136525 w 47"/>
              <a:gd name="T11" fmla="*/ 163513 h 51"/>
              <a:gd name="T12" fmla="*/ 6350 w 47"/>
              <a:gd name="T13" fmla="*/ 160307 h 51"/>
              <a:gd name="T14" fmla="*/ 6350 w 47"/>
              <a:gd name="T15" fmla="*/ 89772 h 51"/>
              <a:gd name="T16" fmla="*/ 0 w 47"/>
              <a:gd name="T17" fmla="*/ 83360 h 51"/>
              <a:gd name="T18" fmla="*/ 0 w 47"/>
              <a:gd name="T19" fmla="*/ 57710 h 51"/>
              <a:gd name="T20" fmla="*/ 85725 w 47"/>
              <a:gd name="T21" fmla="*/ 153895 h 51"/>
              <a:gd name="T22" fmla="*/ 85725 w 47"/>
              <a:gd name="T23" fmla="*/ 89772 h 51"/>
              <a:gd name="T24" fmla="*/ 63500 w 47"/>
              <a:gd name="T25" fmla="*/ 153895 h 51"/>
              <a:gd name="T26" fmla="*/ 53975 w 47"/>
              <a:gd name="T27" fmla="*/ 153895 h 51"/>
              <a:gd name="T28" fmla="*/ 53975 w 47"/>
              <a:gd name="T29" fmla="*/ 89772 h 51"/>
              <a:gd name="T30" fmla="*/ 19050 w 47"/>
              <a:gd name="T31" fmla="*/ 153895 h 51"/>
              <a:gd name="T32" fmla="*/ 92075 w 47"/>
              <a:gd name="T33" fmla="*/ 89772 h 51"/>
              <a:gd name="T34" fmla="*/ 92075 w 47"/>
              <a:gd name="T35" fmla="*/ 153895 h 51"/>
              <a:gd name="T36" fmla="*/ 130175 w 47"/>
              <a:gd name="T37" fmla="*/ 89772 h 51"/>
              <a:gd name="T38" fmla="*/ 76200 w 47"/>
              <a:gd name="T39" fmla="*/ 12825 h 51"/>
              <a:gd name="T40" fmla="*/ 82550 w 47"/>
              <a:gd name="T41" fmla="*/ 16031 h 51"/>
              <a:gd name="T42" fmla="*/ 104775 w 47"/>
              <a:gd name="T43" fmla="*/ 0 h 51"/>
              <a:gd name="T44" fmla="*/ 123825 w 47"/>
              <a:gd name="T45" fmla="*/ 22443 h 51"/>
              <a:gd name="T46" fmla="*/ 104775 w 47"/>
              <a:gd name="T47" fmla="*/ 44886 h 51"/>
              <a:gd name="T48" fmla="*/ 28575 w 47"/>
              <a:gd name="T49" fmla="*/ 38474 h 51"/>
              <a:gd name="T50" fmla="*/ 28575 w 47"/>
              <a:gd name="T51" fmla="*/ 6412 h 51"/>
              <a:gd name="T52" fmla="*/ 60325 w 47"/>
              <a:gd name="T53" fmla="*/ 6412 h 51"/>
              <a:gd name="T54" fmla="*/ 76200 w 47"/>
              <a:gd name="T55" fmla="*/ 12825 h 51"/>
              <a:gd name="T56" fmla="*/ 79375 w 47"/>
              <a:gd name="T57" fmla="*/ 22443 h 51"/>
              <a:gd name="T58" fmla="*/ 69850 w 47"/>
              <a:gd name="T59" fmla="*/ 22443 h 51"/>
              <a:gd name="T60" fmla="*/ 69850 w 47"/>
              <a:gd name="T61" fmla="*/ 35268 h 51"/>
              <a:gd name="T62" fmla="*/ 79375 w 47"/>
              <a:gd name="T63" fmla="*/ 35268 h 51"/>
              <a:gd name="T64" fmla="*/ 82550 w 47"/>
              <a:gd name="T65" fmla="*/ 28855 h 51"/>
              <a:gd name="T66" fmla="*/ 88900 w 47"/>
              <a:gd name="T67" fmla="*/ 22443 h 51"/>
              <a:gd name="T68" fmla="*/ 88900 w 47"/>
              <a:gd name="T69" fmla="*/ 28855 h 51"/>
              <a:gd name="T70" fmla="*/ 104775 w 47"/>
              <a:gd name="T71" fmla="*/ 38474 h 51"/>
              <a:gd name="T72" fmla="*/ 114300 w 47"/>
              <a:gd name="T73" fmla="*/ 32061 h 51"/>
              <a:gd name="T74" fmla="*/ 114300 w 47"/>
              <a:gd name="T75" fmla="*/ 12825 h 51"/>
              <a:gd name="T76" fmla="*/ 92075 w 47"/>
              <a:gd name="T77" fmla="*/ 12825 h 51"/>
              <a:gd name="T78" fmla="*/ 88900 w 47"/>
              <a:gd name="T79" fmla="*/ 22443 h 51"/>
              <a:gd name="T80" fmla="*/ 60325 w 47"/>
              <a:gd name="T81" fmla="*/ 38474 h 51"/>
              <a:gd name="T82" fmla="*/ 60325 w 47"/>
              <a:gd name="T83" fmla="*/ 22443 h 51"/>
              <a:gd name="T84" fmla="*/ 53975 w 47"/>
              <a:gd name="T85" fmla="*/ 12825 h 51"/>
              <a:gd name="T86" fmla="*/ 34925 w 47"/>
              <a:gd name="T87" fmla="*/ 12825 h 51"/>
              <a:gd name="T88" fmla="*/ 34925 w 47"/>
              <a:gd name="T89" fmla="*/ 32061 h 51"/>
              <a:gd name="T90" fmla="*/ 44450 w 47"/>
              <a:gd name="T91" fmla="*/ 38474 h 51"/>
              <a:gd name="T92" fmla="*/ 136525 w 47"/>
              <a:gd name="T93" fmla="*/ 64123 h 51"/>
              <a:gd name="T94" fmla="*/ 12700 w 47"/>
              <a:gd name="T95" fmla="*/ 64123 h 51"/>
              <a:gd name="T96" fmla="*/ 136525 w 47"/>
              <a:gd name="T97" fmla="*/ 76947 h 5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47" h="51">
                <a:moveTo>
                  <a:pt x="2" y="16"/>
                </a:moveTo>
                <a:cubicBezTo>
                  <a:pt x="2" y="16"/>
                  <a:pt x="2" y="16"/>
                  <a:pt x="2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6" y="16"/>
                  <a:pt x="47" y="17"/>
                  <a:pt x="47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26"/>
                  <a:pt x="47" y="26"/>
                  <a:pt x="47" y="26"/>
                </a:cubicBezTo>
                <a:cubicBezTo>
                  <a:pt x="47" y="27"/>
                  <a:pt x="46" y="28"/>
                  <a:pt x="45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50"/>
                  <a:pt x="45" y="50"/>
                  <a:pt x="45" y="50"/>
                </a:cubicBezTo>
                <a:cubicBezTo>
                  <a:pt x="45" y="51"/>
                  <a:pt x="44" y="51"/>
                  <a:pt x="43" y="51"/>
                </a:cubicBezTo>
                <a:cubicBezTo>
                  <a:pt x="43" y="51"/>
                  <a:pt x="43" y="51"/>
                  <a:pt x="43" y="51"/>
                </a:cubicBezTo>
                <a:cubicBezTo>
                  <a:pt x="4" y="51"/>
                  <a:pt x="4" y="51"/>
                  <a:pt x="4" y="51"/>
                </a:cubicBezTo>
                <a:cubicBezTo>
                  <a:pt x="3" y="51"/>
                  <a:pt x="2" y="51"/>
                  <a:pt x="2" y="50"/>
                </a:cubicBezTo>
                <a:cubicBezTo>
                  <a:pt x="2" y="49"/>
                  <a:pt x="2" y="49"/>
                  <a:pt x="2" y="49"/>
                </a:cubicBezTo>
                <a:cubicBezTo>
                  <a:pt x="2" y="28"/>
                  <a:pt x="2" y="28"/>
                  <a:pt x="2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8"/>
                  <a:pt x="0" y="27"/>
                  <a:pt x="0" y="26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7"/>
                  <a:pt x="1" y="16"/>
                  <a:pt x="2" y="16"/>
                </a:cubicBezTo>
                <a:close/>
                <a:moveTo>
                  <a:pt x="27" y="48"/>
                </a:moveTo>
                <a:cubicBezTo>
                  <a:pt x="27" y="48"/>
                  <a:pt x="27" y="48"/>
                  <a:pt x="27" y="48"/>
                </a:cubicBezTo>
                <a:cubicBezTo>
                  <a:pt x="27" y="28"/>
                  <a:pt x="27" y="28"/>
                  <a:pt x="27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48"/>
                  <a:pt x="20" y="48"/>
                  <a:pt x="20" y="48"/>
                </a:cubicBezTo>
                <a:cubicBezTo>
                  <a:pt x="27" y="48"/>
                  <a:pt x="27" y="48"/>
                  <a:pt x="27" y="48"/>
                </a:cubicBezTo>
                <a:close/>
                <a:moveTo>
                  <a:pt x="17" y="48"/>
                </a:moveTo>
                <a:cubicBezTo>
                  <a:pt x="17" y="48"/>
                  <a:pt x="17" y="48"/>
                  <a:pt x="17" y="48"/>
                </a:cubicBezTo>
                <a:cubicBezTo>
                  <a:pt x="17" y="28"/>
                  <a:pt x="17" y="28"/>
                  <a:pt x="17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48"/>
                  <a:pt x="6" y="48"/>
                  <a:pt x="6" y="48"/>
                </a:cubicBezTo>
                <a:cubicBezTo>
                  <a:pt x="17" y="48"/>
                  <a:pt x="17" y="48"/>
                  <a:pt x="17" y="48"/>
                </a:cubicBezTo>
                <a:close/>
                <a:moveTo>
                  <a:pt x="29" y="28"/>
                </a:moveTo>
                <a:cubicBezTo>
                  <a:pt x="29" y="28"/>
                  <a:pt x="29" y="28"/>
                  <a:pt x="29" y="28"/>
                </a:cubicBezTo>
                <a:cubicBezTo>
                  <a:pt x="29" y="48"/>
                  <a:pt x="29" y="48"/>
                  <a:pt x="29" y="48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28"/>
                  <a:pt x="41" y="28"/>
                  <a:pt x="41" y="28"/>
                </a:cubicBezTo>
                <a:cubicBezTo>
                  <a:pt x="29" y="28"/>
                  <a:pt x="29" y="28"/>
                  <a:pt x="29" y="28"/>
                </a:cubicBezTo>
                <a:close/>
                <a:moveTo>
                  <a:pt x="24" y="4"/>
                </a:move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5" y="4"/>
                  <a:pt x="26" y="5"/>
                </a:cubicBezTo>
                <a:cubicBezTo>
                  <a:pt x="26" y="4"/>
                  <a:pt x="27" y="3"/>
                  <a:pt x="28" y="2"/>
                </a:cubicBezTo>
                <a:cubicBezTo>
                  <a:pt x="29" y="1"/>
                  <a:pt x="31" y="0"/>
                  <a:pt x="33" y="0"/>
                </a:cubicBezTo>
                <a:cubicBezTo>
                  <a:pt x="35" y="0"/>
                  <a:pt x="36" y="1"/>
                  <a:pt x="37" y="2"/>
                </a:cubicBezTo>
                <a:cubicBezTo>
                  <a:pt x="39" y="3"/>
                  <a:pt x="39" y="5"/>
                  <a:pt x="39" y="7"/>
                </a:cubicBezTo>
                <a:cubicBezTo>
                  <a:pt x="39" y="9"/>
                  <a:pt x="39" y="11"/>
                  <a:pt x="37" y="12"/>
                </a:cubicBezTo>
                <a:cubicBezTo>
                  <a:pt x="36" y="13"/>
                  <a:pt x="35" y="14"/>
                  <a:pt x="33" y="14"/>
                </a:cubicBezTo>
                <a:cubicBezTo>
                  <a:pt x="26" y="14"/>
                  <a:pt x="20" y="14"/>
                  <a:pt x="14" y="14"/>
                </a:cubicBezTo>
                <a:cubicBezTo>
                  <a:pt x="12" y="14"/>
                  <a:pt x="11" y="13"/>
                  <a:pt x="9" y="12"/>
                </a:cubicBezTo>
                <a:cubicBezTo>
                  <a:pt x="8" y="11"/>
                  <a:pt x="7" y="9"/>
                  <a:pt x="7" y="7"/>
                </a:cubicBezTo>
                <a:cubicBezTo>
                  <a:pt x="7" y="5"/>
                  <a:pt x="8" y="3"/>
                  <a:pt x="9" y="2"/>
                </a:cubicBezTo>
                <a:cubicBezTo>
                  <a:pt x="11" y="1"/>
                  <a:pt x="12" y="0"/>
                  <a:pt x="14" y="0"/>
                </a:cubicBezTo>
                <a:cubicBezTo>
                  <a:pt x="16" y="0"/>
                  <a:pt x="18" y="1"/>
                  <a:pt x="19" y="2"/>
                </a:cubicBezTo>
                <a:cubicBezTo>
                  <a:pt x="20" y="3"/>
                  <a:pt x="20" y="4"/>
                  <a:pt x="21" y="5"/>
                </a:cubicBezTo>
                <a:cubicBezTo>
                  <a:pt x="22" y="4"/>
                  <a:pt x="22" y="4"/>
                  <a:pt x="24" y="4"/>
                </a:cubicBezTo>
                <a:close/>
                <a:moveTo>
                  <a:pt x="25" y="7"/>
                </a:move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4" y="6"/>
                  <a:pt x="24" y="6"/>
                </a:cubicBezTo>
                <a:cubicBezTo>
                  <a:pt x="23" y="6"/>
                  <a:pt x="22" y="7"/>
                  <a:pt x="22" y="7"/>
                </a:cubicBezTo>
                <a:cubicBezTo>
                  <a:pt x="21" y="8"/>
                  <a:pt x="21" y="8"/>
                  <a:pt x="21" y="9"/>
                </a:cubicBezTo>
                <a:cubicBezTo>
                  <a:pt x="21" y="10"/>
                  <a:pt x="21" y="10"/>
                  <a:pt x="22" y="11"/>
                </a:cubicBezTo>
                <a:cubicBezTo>
                  <a:pt x="22" y="11"/>
                  <a:pt x="23" y="12"/>
                  <a:pt x="24" y="12"/>
                </a:cubicBezTo>
                <a:cubicBezTo>
                  <a:pt x="24" y="12"/>
                  <a:pt x="25" y="11"/>
                  <a:pt x="25" y="11"/>
                </a:cubicBezTo>
                <a:cubicBezTo>
                  <a:pt x="25" y="11"/>
                  <a:pt x="25" y="11"/>
                  <a:pt x="25" y="11"/>
                </a:cubicBezTo>
                <a:cubicBezTo>
                  <a:pt x="26" y="10"/>
                  <a:pt x="26" y="10"/>
                  <a:pt x="26" y="9"/>
                </a:cubicBezTo>
                <a:cubicBezTo>
                  <a:pt x="26" y="8"/>
                  <a:pt x="26" y="8"/>
                  <a:pt x="25" y="7"/>
                </a:cubicBezTo>
                <a:close/>
                <a:moveTo>
                  <a:pt x="28" y="7"/>
                </a:moveTo>
                <a:cubicBezTo>
                  <a:pt x="28" y="7"/>
                  <a:pt x="28" y="7"/>
                  <a:pt x="28" y="7"/>
                </a:cubicBezTo>
                <a:cubicBezTo>
                  <a:pt x="28" y="8"/>
                  <a:pt x="28" y="8"/>
                  <a:pt x="28" y="9"/>
                </a:cubicBezTo>
                <a:cubicBezTo>
                  <a:pt x="28" y="10"/>
                  <a:pt x="28" y="11"/>
                  <a:pt x="28" y="12"/>
                </a:cubicBezTo>
                <a:cubicBezTo>
                  <a:pt x="33" y="12"/>
                  <a:pt x="33" y="12"/>
                  <a:pt x="33" y="12"/>
                </a:cubicBezTo>
                <a:cubicBezTo>
                  <a:pt x="33" y="12"/>
                  <a:pt x="33" y="12"/>
                  <a:pt x="33" y="12"/>
                </a:cubicBezTo>
                <a:cubicBezTo>
                  <a:pt x="34" y="12"/>
                  <a:pt x="35" y="11"/>
                  <a:pt x="36" y="10"/>
                </a:cubicBezTo>
                <a:cubicBezTo>
                  <a:pt x="37" y="9"/>
                  <a:pt x="37" y="8"/>
                  <a:pt x="37" y="7"/>
                </a:cubicBezTo>
                <a:cubicBezTo>
                  <a:pt x="37" y="6"/>
                  <a:pt x="37" y="5"/>
                  <a:pt x="36" y="4"/>
                </a:cubicBezTo>
                <a:cubicBezTo>
                  <a:pt x="35" y="3"/>
                  <a:pt x="34" y="2"/>
                  <a:pt x="33" y="2"/>
                </a:cubicBezTo>
                <a:cubicBezTo>
                  <a:pt x="31" y="2"/>
                  <a:pt x="30" y="3"/>
                  <a:pt x="29" y="4"/>
                </a:cubicBezTo>
                <a:cubicBezTo>
                  <a:pt x="29" y="5"/>
                  <a:pt x="28" y="6"/>
                  <a:pt x="28" y="7"/>
                </a:cubicBezTo>
                <a:cubicBezTo>
                  <a:pt x="28" y="7"/>
                  <a:pt x="28" y="7"/>
                  <a:pt x="28" y="7"/>
                </a:cubicBezTo>
                <a:close/>
                <a:moveTo>
                  <a:pt x="19" y="12"/>
                </a:moveTo>
                <a:cubicBezTo>
                  <a:pt x="19" y="12"/>
                  <a:pt x="19" y="12"/>
                  <a:pt x="19" y="12"/>
                </a:cubicBezTo>
                <a:cubicBezTo>
                  <a:pt x="19" y="11"/>
                  <a:pt x="19" y="10"/>
                  <a:pt x="19" y="9"/>
                </a:cubicBezTo>
                <a:cubicBezTo>
                  <a:pt x="19" y="8"/>
                  <a:pt x="19" y="8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6"/>
                  <a:pt x="18" y="5"/>
                  <a:pt x="17" y="4"/>
                </a:cubicBezTo>
                <a:cubicBezTo>
                  <a:pt x="17" y="3"/>
                  <a:pt x="15" y="2"/>
                  <a:pt x="14" y="2"/>
                </a:cubicBezTo>
                <a:cubicBezTo>
                  <a:pt x="13" y="2"/>
                  <a:pt x="12" y="3"/>
                  <a:pt x="11" y="4"/>
                </a:cubicBezTo>
                <a:cubicBezTo>
                  <a:pt x="10" y="5"/>
                  <a:pt x="10" y="6"/>
                  <a:pt x="10" y="7"/>
                </a:cubicBezTo>
                <a:cubicBezTo>
                  <a:pt x="10" y="8"/>
                  <a:pt x="10" y="9"/>
                  <a:pt x="11" y="10"/>
                </a:cubicBezTo>
                <a:cubicBezTo>
                  <a:pt x="12" y="11"/>
                  <a:pt x="13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9" y="12"/>
                  <a:pt x="19" y="12"/>
                  <a:pt x="19" y="12"/>
                </a:cubicBezTo>
                <a:close/>
                <a:moveTo>
                  <a:pt x="43" y="20"/>
                </a:moveTo>
                <a:cubicBezTo>
                  <a:pt x="43" y="20"/>
                  <a:pt x="43" y="20"/>
                  <a:pt x="43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4"/>
                  <a:pt x="4" y="24"/>
                  <a:pt x="4" y="24"/>
                </a:cubicBezTo>
                <a:cubicBezTo>
                  <a:pt x="18" y="24"/>
                  <a:pt x="29" y="24"/>
                  <a:pt x="43" y="24"/>
                </a:cubicBezTo>
                <a:cubicBezTo>
                  <a:pt x="43" y="20"/>
                  <a:pt x="43" y="20"/>
                  <a:pt x="43" y="2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47" name="Freeform 81">
            <a:extLst>
              <a:ext uri="{FF2B5EF4-FFF2-40B4-BE49-F238E27FC236}">
                <a16:creationId xmlns:a16="http://schemas.microsoft.com/office/drawing/2014/main" id="{330A9023-527B-03CC-2DD5-11C4DFE3AD4A}"/>
              </a:ext>
            </a:extLst>
          </p:cNvPr>
          <p:cNvSpPr>
            <a:spLocks noEditPoints="1"/>
          </p:cNvSpPr>
          <p:nvPr/>
        </p:nvSpPr>
        <p:spPr bwMode="auto">
          <a:xfrm>
            <a:off x="537034" y="2159447"/>
            <a:ext cx="203200" cy="211667"/>
          </a:xfrm>
          <a:custGeom>
            <a:avLst/>
            <a:gdLst>
              <a:gd name="T0" fmla="*/ 123825 w 48"/>
              <a:gd name="T1" fmla="*/ 104775 h 50"/>
              <a:gd name="T2" fmla="*/ 142875 w 48"/>
              <a:gd name="T3" fmla="*/ 111125 h 50"/>
              <a:gd name="T4" fmla="*/ 142875 w 48"/>
              <a:gd name="T5" fmla="*/ 111125 h 50"/>
              <a:gd name="T6" fmla="*/ 152400 w 48"/>
              <a:gd name="T7" fmla="*/ 130175 h 50"/>
              <a:gd name="T8" fmla="*/ 123825 w 48"/>
              <a:gd name="T9" fmla="*/ 158750 h 50"/>
              <a:gd name="T10" fmla="*/ 95250 w 48"/>
              <a:gd name="T11" fmla="*/ 130175 h 50"/>
              <a:gd name="T12" fmla="*/ 95250 w 48"/>
              <a:gd name="T13" fmla="*/ 123825 h 50"/>
              <a:gd name="T14" fmla="*/ 66675 w 48"/>
              <a:gd name="T15" fmla="*/ 104775 h 50"/>
              <a:gd name="T16" fmla="*/ 66675 w 48"/>
              <a:gd name="T17" fmla="*/ 104775 h 50"/>
              <a:gd name="T18" fmla="*/ 66675 w 48"/>
              <a:gd name="T19" fmla="*/ 107950 h 50"/>
              <a:gd name="T20" fmla="*/ 38100 w 48"/>
              <a:gd name="T21" fmla="*/ 117475 h 50"/>
              <a:gd name="T22" fmla="*/ 0 w 48"/>
              <a:gd name="T23" fmla="*/ 79375 h 50"/>
              <a:gd name="T24" fmla="*/ 38100 w 48"/>
              <a:gd name="T25" fmla="*/ 41275 h 50"/>
              <a:gd name="T26" fmla="*/ 66675 w 48"/>
              <a:gd name="T27" fmla="*/ 53975 h 50"/>
              <a:gd name="T28" fmla="*/ 66675 w 48"/>
              <a:gd name="T29" fmla="*/ 53975 h 50"/>
              <a:gd name="T30" fmla="*/ 66675 w 48"/>
              <a:gd name="T31" fmla="*/ 53975 h 50"/>
              <a:gd name="T32" fmla="*/ 66675 w 48"/>
              <a:gd name="T33" fmla="*/ 53975 h 50"/>
              <a:gd name="T34" fmla="*/ 95250 w 48"/>
              <a:gd name="T35" fmla="*/ 38100 h 50"/>
              <a:gd name="T36" fmla="*/ 95250 w 48"/>
              <a:gd name="T37" fmla="*/ 28575 h 50"/>
              <a:gd name="T38" fmla="*/ 123825 w 48"/>
              <a:gd name="T39" fmla="*/ 0 h 50"/>
              <a:gd name="T40" fmla="*/ 152400 w 48"/>
              <a:gd name="T41" fmla="*/ 28575 h 50"/>
              <a:gd name="T42" fmla="*/ 123825 w 48"/>
              <a:gd name="T43" fmla="*/ 53975 h 50"/>
              <a:gd name="T44" fmla="*/ 104775 w 48"/>
              <a:gd name="T45" fmla="*/ 47625 h 50"/>
              <a:gd name="T46" fmla="*/ 104775 w 48"/>
              <a:gd name="T47" fmla="*/ 47625 h 50"/>
              <a:gd name="T48" fmla="*/ 73025 w 48"/>
              <a:gd name="T49" fmla="*/ 63500 h 50"/>
              <a:gd name="T50" fmla="*/ 76200 w 48"/>
              <a:gd name="T51" fmla="*/ 79375 h 50"/>
              <a:gd name="T52" fmla="*/ 73025 w 48"/>
              <a:gd name="T53" fmla="*/ 95250 h 50"/>
              <a:gd name="T54" fmla="*/ 104775 w 48"/>
              <a:gd name="T55" fmla="*/ 111125 h 50"/>
              <a:gd name="T56" fmla="*/ 104775 w 48"/>
              <a:gd name="T57" fmla="*/ 111125 h 50"/>
              <a:gd name="T58" fmla="*/ 104775 w 48"/>
              <a:gd name="T59" fmla="*/ 111125 h 50"/>
              <a:gd name="T60" fmla="*/ 104775 w 48"/>
              <a:gd name="T61" fmla="*/ 111125 h 50"/>
              <a:gd name="T62" fmla="*/ 123825 w 48"/>
              <a:gd name="T63" fmla="*/ 104775 h 50"/>
              <a:gd name="T64" fmla="*/ 133350 w 48"/>
              <a:gd name="T65" fmla="*/ 120650 h 50"/>
              <a:gd name="T66" fmla="*/ 133350 w 48"/>
              <a:gd name="T67" fmla="*/ 120650 h 50"/>
              <a:gd name="T68" fmla="*/ 123825 w 48"/>
              <a:gd name="T69" fmla="*/ 117475 h 50"/>
              <a:gd name="T70" fmla="*/ 111125 w 48"/>
              <a:gd name="T71" fmla="*/ 120650 h 50"/>
              <a:gd name="T72" fmla="*/ 111125 w 48"/>
              <a:gd name="T73" fmla="*/ 120650 h 50"/>
              <a:gd name="T74" fmla="*/ 107950 w 48"/>
              <a:gd name="T75" fmla="*/ 130175 h 50"/>
              <a:gd name="T76" fmla="*/ 123825 w 48"/>
              <a:gd name="T77" fmla="*/ 146050 h 50"/>
              <a:gd name="T78" fmla="*/ 139700 w 48"/>
              <a:gd name="T79" fmla="*/ 130175 h 50"/>
              <a:gd name="T80" fmla="*/ 133350 w 48"/>
              <a:gd name="T81" fmla="*/ 120650 h 50"/>
              <a:gd name="T82" fmla="*/ 133350 w 48"/>
              <a:gd name="T83" fmla="*/ 120650 h 50"/>
              <a:gd name="T84" fmla="*/ 57150 w 48"/>
              <a:gd name="T85" fmla="*/ 60325 h 50"/>
              <a:gd name="T86" fmla="*/ 57150 w 48"/>
              <a:gd name="T87" fmla="*/ 60325 h 50"/>
              <a:gd name="T88" fmla="*/ 38100 w 48"/>
              <a:gd name="T89" fmla="*/ 53975 h 50"/>
              <a:gd name="T90" fmla="*/ 12700 w 48"/>
              <a:gd name="T91" fmla="*/ 79375 h 50"/>
              <a:gd name="T92" fmla="*/ 38100 w 48"/>
              <a:gd name="T93" fmla="*/ 104775 h 50"/>
              <a:gd name="T94" fmla="*/ 57150 w 48"/>
              <a:gd name="T95" fmla="*/ 98425 h 50"/>
              <a:gd name="T96" fmla="*/ 57150 w 48"/>
              <a:gd name="T97" fmla="*/ 98425 h 50"/>
              <a:gd name="T98" fmla="*/ 63500 w 48"/>
              <a:gd name="T99" fmla="*/ 79375 h 50"/>
              <a:gd name="T100" fmla="*/ 57150 w 48"/>
              <a:gd name="T101" fmla="*/ 60325 h 50"/>
              <a:gd name="T102" fmla="*/ 57150 w 48"/>
              <a:gd name="T103" fmla="*/ 60325 h 50"/>
              <a:gd name="T104" fmla="*/ 123825 w 48"/>
              <a:gd name="T105" fmla="*/ 12700 h 50"/>
              <a:gd name="T106" fmla="*/ 123825 w 48"/>
              <a:gd name="T107" fmla="*/ 12700 h 50"/>
              <a:gd name="T108" fmla="*/ 107950 w 48"/>
              <a:gd name="T109" fmla="*/ 28575 h 50"/>
              <a:gd name="T110" fmla="*/ 111125 w 48"/>
              <a:gd name="T111" fmla="*/ 34925 h 50"/>
              <a:gd name="T112" fmla="*/ 111125 w 48"/>
              <a:gd name="T113" fmla="*/ 34925 h 50"/>
              <a:gd name="T114" fmla="*/ 111125 w 48"/>
              <a:gd name="T115" fmla="*/ 34925 h 50"/>
              <a:gd name="T116" fmla="*/ 111125 w 48"/>
              <a:gd name="T117" fmla="*/ 38100 h 50"/>
              <a:gd name="T118" fmla="*/ 111125 w 48"/>
              <a:gd name="T119" fmla="*/ 38100 h 50"/>
              <a:gd name="T120" fmla="*/ 123825 w 48"/>
              <a:gd name="T121" fmla="*/ 44450 h 50"/>
              <a:gd name="T122" fmla="*/ 139700 w 48"/>
              <a:gd name="T123" fmla="*/ 28575 h 50"/>
              <a:gd name="T124" fmla="*/ 123825 w 48"/>
              <a:gd name="T125" fmla="*/ 12700 h 50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48" h="50">
                <a:moveTo>
                  <a:pt x="39" y="33"/>
                </a:moveTo>
                <a:cubicBezTo>
                  <a:pt x="41" y="33"/>
                  <a:pt x="43" y="34"/>
                  <a:pt x="45" y="35"/>
                </a:cubicBezTo>
                <a:cubicBezTo>
                  <a:pt x="45" y="35"/>
                  <a:pt x="45" y="35"/>
                  <a:pt x="45" y="35"/>
                </a:cubicBezTo>
                <a:cubicBezTo>
                  <a:pt x="47" y="37"/>
                  <a:pt x="48" y="39"/>
                  <a:pt x="48" y="41"/>
                </a:cubicBezTo>
                <a:cubicBezTo>
                  <a:pt x="48" y="46"/>
                  <a:pt x="44" y="50"/>
                  <a:pt x="39" y="50"/>
                </a:cubicBezTo>
                <a:cubicBezTo>
                  <a:pt x="34" y="50"/>
                  <a:pt x="30" y="46"/>
                  <a:pt x="30" y="41"/>
                </a:cubicBezTo>
                <a:cubicBezTo>
                  <a:pt x="30" y="40"/>
                  <a:pt x="30" y="39"/>
                  <a:pt x="30" y="39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4"/>
                  <a:pt x="21" y="34"/>
                  <a:pt x="21" y="34"/>
                </a:cubicBezTo>
                <a:cubicBezTo>
                  <a:pt x="19" y="36"/>
                  <a:pt x="16" y="37"/>
                  <a:pt x="12" y="37"/>
                </a:cubicBezTo>
                <a:cubicBezTo>
                  <a:pt x="6" y="37"/>
                  <a:pt x="0" y="32"/>
                  <a:pt x="0" y="25"/>
                </a:cubicBezTo>
                <a:cubicBezTo>
                  <a:pt x="0" y="18"/>
                  <a:pt x="6" y="13"/>
                  <a:pt x="12" y="13"/>
                </a:cubicBezTo>
                <a:cubicBezTo>
                  <a:pt x="16" y="13"/>
                  <a:pt x="19" y="14"/>
                  <a:pt x="21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1"/>
                  <a:pt x="30" y="10"/>
                  <a:pt x="30" y="9"/>
                </a:cubicBezTo>
                <a:cubicBezTo>
                  <a:pt x="30" y="4"/>
                  <a:pt x="34" y="0"/>
                  <a:pt x="39" y="0"/>
                </a:cubicBezTo>
                <a:cubicBezTo>
                  <a:pt x="44" y="0"/>
                  <a:pt x="48" y="4"/>
                  <a:pt x="48" y="9"/>
                </a:cubicBezTo>
                <a:cubicBezTo>
                  <a:pt x="48" y="13"/>
                  <a:pt x="44" y="17"/>
                  <a:pt x="39" y="17"/>
                </a:cubicBezTo>
                <a:cubicBezTo>
                  <a:pt x="36" y="17"/>
                  <a:pt x="34" y="16"/>
                  <a:pt x="33" y="15"/>
                </a:cubicBezTo>
                <a:cubicBezTo>
                  <a:pt x="33" y="15"/>
                  <a:pt x="33" y="15"/>
                  <a:pt x="33" y="15"/>
                </a:cubicBezTo>
                <a:cubicBezTo>
                  <a:pt x="23" y="20"/>
                  <a:pt x="23" y="20"/>
                  <a:pt x="23" y="20"/>
                </a:cubicBezTo>
                <a:cubicBezTo>
                  <a:pt x="24" y="22"/>
                  <a:pt x="24" y="23"/>
                  <a:pt x="24" y="25"/>
                </a:cubicBezTo>
                <a:cubicBezTo>
                  <a:pt x="24" y="27"/>
                  <a:pt x="24" y="28"/>
                  <a:pt x="23" y="30"/>
                </a:cubicBezTo>
                <a:cubicBezTo>
                  <a:pt x="33" y="35"/>
                  <a:pt x="33" y="35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4" y="34"/>
                  <a:pt x="36" y="33"/>
                  <a:pt x="39" y="33"/>
                </a:cubicBezTo>
                <a:close/>
                <a:moveTo>
                  <a:pt x="42" y="38"/>
                </a:moveTo>
                <a:cubicBezTo>
                  <a:pt x="42" y="38"/>
                  <a:pt x="42" y="38"/>
                  <a:pt x="42" y="38"/>
                </a:cubicBezTo>
                <a:cubicBezTo>
                  <a:pt x="41" y="37"/>
                  <a:pt x="40" y="37"/>
                  <a:pt x="39" y="37"/>
                </a:cubicBezTo>
                <a:cubicBezTo>
                  <a:pt x="37" y="37"/>
                  <a:pt x="36" y="37"/>
                  <a:pt x="35" y="38"/>
                </a:cubicBezTo>
                <a:cubicBezTo>
                  <a:pt x="35" y="38"/>
                  <a:pt x="35" y="38"/>
                  <a:pt x="35" y="38"/>
                </a:cubicBezTo>
                <a:cubicBezTo>
                  <a:pt x="34" y="39"/>
                  <a:pt x="34" y="40"/>
                  <a:pt x="34" y="41"/>
                </a:cubicBezTo>
                <a:cubicBezTo>
                  <a:pt x="34" y="44"/>
                  <a:pt x="36" y="46"/>
                  <a:pt x="39" y="46"/>
                </a:cubicBezTo>
                <a:cubicBezTo>
                  <a:pt x="41" y="46"/>
                  <a:pt x="44" y="44"/>
                  <a:pt x="44" y="41"/>
                </a:cubicBezTo>
                <a:cubicBezTo>
                  <a:pt x="44" y="40"/>
                  <a:pt x="43" y="39"/>
                  <a:pt x="42" y="38"/>
                </a:cubicBezTo>
                <a:cubicBezTo>
                  <a:pt x="42" y="38"/>
                  <a:pt x="42" y="38"/>
                  <a:pt x="42" y="38"/>
                </a:cubicBezTo>
                <a:close/>
                <a:moveTo>
                  <a:pt x="18" y="19"/>
                </a:moveTo>
                <a:cubicBezTo>
                  <a:pt x="18" y="19"/>
                  <a:pt x="18" y="19"/>
                  <a:pt x="18" y="19"/>
                </a:cubicBezTo>
                <a:cubicBezTo>
                  <a:pt x="17" y="18"/>
                  <a:pt x="15" y="17"/>
                  <a:pt x="12" y="17"/>
                </a:cubicBezTo>
                <a:cubicBezTo>
                  <a:pt x="8" y="17"/>
                  <a:pt x="4" y="21"/>
                  <a:pt x="4" y="25"/>
                </a:cubicBezTo>
                <a:cubicBezTo>
                  <a:pt x="4" y="29"/>
                  <a:pt x="8" y="33"/>
                  <a:pt x="12" y="33"/>
                </a:cubicBezTo>
                <a:cubicBezTo>
                  <a:pt x="15" y="33"/>
                  <a:pt x="17" y="32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9" y="29"/>
                  <a:pt x="20" y="27"/>
                  <a:pt x="20" y="25"/>
                </a:cubicBezTo>
                <a:cubicBezTo>
                  <a:pt x="20" y="23"/>
                  <a:pt x="19" y="21"/>
                  <a:pt x="18" y="19"/>
                </a:cubicBezTo>
                <a:cubicBezTo>
                  <a:pt x="18" y="19"/>
                  <a:pt x="18" y="19"/>
                  <a:pt x="18" y="19"/>
                </a:cubicBezTo>
                <a:close/>
                <a:moveTo>
                  <a:pt x="39" y="4"/>
                </a:moveTo>
                <a:cubicBezTo>
                  <a:pt x="39" y="4"/>
                  <a:pt x="39" y="4"/>
                  <a:pt x="39" y="4"/>
                </a:cubicBezTo>
                <a:cubicBezTo>
                  <a:pt x="36" y="4"/>
                  <a:pt x="34" y="6"/>
                  <a:pt x="34" y="9"/>
                </a:cubicBezTo>
                <a:cubicBezTo>
                  <a:pt x="34" y="10"/>
                  <a:pt x="34" y="10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2"/>
                  <a:pt x="35" y="12"/>
                  <a:pt x="35" y="12"/>
                </a:cubicBezTo>
                <a:cubicBezTo>
                  <a:pt x="35" y="12"/>
                  <a:pt x="35" y="12"/>
                  <a:pt x="35" y="12"/>
                </a:cubicBezTo>
                <a:cubicBezTo>
                  <a:pt x="36" y="13"/>
                  <a:pt x="37" y="14"/>
                  <a:pt x="39" y="14"/>
                </a:cubicBezTo>
                <a:cubicBezTo>
                  <a:pt x="41" y="14"/>
                  <a:pt x="44" y="11"/>
                  <a:pt x="44" y="9"/>
                </a:cubicBezTo>
                <a:cubicBezTo>
                  <a:pt x="44" y="6"/>
                  <a:pt x="41" y="4"/>
                  <a:pt x="39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48" name="Freeform 82">
            <a:extLst>
              <a:ext uri="{FF2B5EF4-FFF2-40B4-BE49-F238E27FC236}">
                <a16:creationId xmlns:a16="http://schemas.microsoft.com/office/drawing/2014/main" id="{8826C529-2E45-9B39-D8C8-4548A294D896}"/>
              </a:ext>
            </a:extLst>
          </p:cNvPr>
          <p:cNvSpPr>
            <a:spLocks noEditPoints="1"/>
          </p:cNvSpPr>
          <p:nvPr/>
        </p:nvSpPr>
        <p:spPr bwMode="auto">
          <a:xfrm>
            <a:off x="2780701" y="2580666"/>
            <a:ext cx="213784" cy="207433"/>
          </a:xfrm>
          <a:custGeom>
            <a:avLst/>
            <a:gdLst>
              <a:gd name="T0" fmla="*/ 147511 w 50"/>
              <a:gd name="T1" fmla="*/ 146050 h 49"/>
              <a:gd name="T2" fmla="*/ 160338 w 50"/>
              <a:gd name="T3" fmla="*/ 152400 h 49"/>
              <a:gd name="T4" fmla="*/ 9620 w 50"/>
              <a:gd name="T5" fmla="*/ 155575 h 49"/>
              <a:gd name="T6" fmla="*/ 9620 w 50"/>
              <a:gd name="T7" fmla="*/ 146050 h 49"/>
              <a:gd name="T8" fmla="*/ 16034 w 50"/>
              <a:gd name="T9" fmla="*/ 117475 h 49"/>
              <a:gd name="T10" fmla="*/ 0 w 50"/>
              <a:gd name="T11" fmla="*/ 98425 h 49"/>
              <a:gd name="T12" fmla="*/ 22447 w 50"/>
              <a:gd name="T13" fmla="*/ 69850 h 49"/>
              <a:gd name="T14" fmla="*/ 60928 w 50"/>
              <a:gd name="T15" fmla="*/ 44450 h 49"/>
              <a:gd name="T16" fmla="*/ 64135 w 50"/>
              <a:gd name="T17" fmla="*/ 41275 h 49"/>
              <a:gd name="T18" fmla="*/ 76962 w 50"/>
              <a:gd name="T19" fmla="*/ 38100 h 49"/>
              <a:gd name="T20" fmla="*/ 80169 w 50"/>
              <a:gd name="T21" fmla="*/ 0 h 49"/>
              <a:gd name="T22" fmla="*/ 83376 w 50"/>
              <a:gd name="T23" fmla="*/ 0 h 49"/>
              <a:gd name="T24" fmla="*/ 92996 w 50"/>
              <a:gd name="T25" fmla="*/ 22225 h 49"/>
              <a:gd name="T26" fmla="*/ 83376 w 50"/>
              <a:gd name="T27" fmla="*/ 41275 h 49"/>
              <a:gd name="T28" fmla="*/ 99410 w 50"/>
              <a:gd name="T29" fmla="*/ 44450 h 49"/>
              <a:gd name="T30" fmla="*/ 99410 w 50"/>
              <a:gd name="T31" fmla="*/ 69850 h 49"/>
              <a:gd name="T32" fmla="*/ 160338 w 50"/>
              <a:gd name="T33" fmla="*/ 88900 h 49"/>
              <a:gd name="T34" fmla="*/ 157131 w 50"/>
              <a:gd name="T35" fmla="*/ 114300 h 49"/>
              <a:gd name="T36" fmla="*/ 76962 w 50"/>
              <a:gd name="T37" fmla="*/ 25400 h 49"/>
              <a:gd name="T38" fmla="*/ 80169 w 50"/>
              <a:gd name="T39" fmla="*/ 19050 h 49"/>
              <a:gd name="T40" fmla="*/ 83376 w 50"/>
              <a:gd name="T41" fmla="*/ 28575 h 49"/>
              <a:gd name="T42" fmla="*/ 86583 w 50"/>
              <a:gd name="T43" fmla="*/ 22225 h 49"/>
              <a:gd name="T44" fmla="*/ 76962 w 50"/>
              <a:gd name="T45" fmla="*/ 22225 h 49"/>
              <a:gd name="T46" fmla="*/ 76962 w 50"/>
              <a:gd name="T47" fmla="*/ 28575 h 49"/>
              <a:gd name="T48" fmla="*/ 70549 w 50"/>
              <a:gd name="T49" fmla="*/ 69850 h 49"/>
              <a:gd name="T50" fmla="*/ 92996 w 50"/>
              <a:gd name="T51" fmla="*/ 69850 h 49"/>
              <a:gd name="T52" fmla="*/ 70549 w 50"/>
              <a:gd name="T53" fmla="*/ 47625 h 49"/>
              <a:gd name="T54" fmla="*/ 28861 w 50"/>
              <a:gd name="T55" fmla="*/ 104775 h 49"/>
              <a:gd name="T56" fmla="*/ 35274 w 50"/>
              <a:gd name="T57" fmla="*/ 98425 h 49"/>
              <a:gd name="T58" fmla="*/ 80169 w 50"/>
              <a:gd name="T59" fmla="*/ 107950 h 49"/>
              <a:gd name="T60" fmla="*/ 96203 w 50"/>
              <a:gd name="T61" fmla="*/ 101600 h 49"/>
              <a:gd name="T62" fmla="*/ 112237 w 50"/>
              <a:gd name="T63" fmla="*/ 95250 h 49"/>
              <a:gd name="T64" fmla="*/ 125064 w 50"/>
              <a:gd name="T65" fmla="*/ 101600 h 49"/>
              <a:gd name="T66" fmla="*/ 147511 w 50"/>
              <a:gd name="T67" fmla="*/ 104775 h 49"/>
              <a:gd name="T68" fmla="*/ 150718 w 50"/>
              <a:gd name="T69" fmla="*/ 88900 h 49"/>
              <a:gd name="T70" fmla="*/ 22447 w 50"/>
              <a:gd name="T71" fmla="*/ 79375 h 49"/>
              <a:gd name="T72" fmla="*/ 12827 w 50"/>
              <a:gd name="T73" fmla="*/ 98425 h 49"/>
              <a:gd name="T74" fmla="*/ 28861 w 50"/>
              <a:gd name="T75" fmla="*/ 104775 h 49"/>
              <a:gd name="T76" fmla="*/ 28861 w 50"/>
              <a:gd name="T77" fmla="*/ 117475 h 49"/>
              <a:gd name="T78" fmla="*/ 134684 w 50"/>
              <a:gd name="T79" fmla="*/ 146050 h 49"/>
              <a:gd name="T80" fmla="*/ 134684 w 50"/>
              <a:gd name="T81" fmla="*/ 117475 h 49"/>
              <a:gd name="T82" fmla="*/ 115443 w 50"/>
              <a:gd name="T83" fmla="*/ 107950 h 49"/>
              <a:gd name="T84" fmla="*/ 105823 w 50"/>
              <a:gd name="T85" fmla="*/ 111125 h 49"/>
              <a:gd name="T86" fmla="*/ 92996 w 50"/>
              <a:gd name="T87" fmla="*/ 117475 h 49"/>
              <a:gd name="T88" fmla="*/ 57722 w 50"/>
              <a:gd name="T89" fmla="*/ 107950 h 49"/>
              <a:gd name="T90" fmla="*/ 35274 w 50"/>
              <a:gd name="T91" fmla="*/ 117475 h 4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" h="49">
                <a:moveTo>
                  <a:pt x="46" y="37"/>
                </a:moveTo>
                <a:cubicBezTo>
                  <a:pt x="46" y="46"/>
                  <a:pt x="46" y="46"/>
                  <a:pt x="46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49" y="46"/>
                  <a:pt x="50" y="46"/>
                  <a:pt x="50" y="48"/>
                </a:cubicBezTo>
                <a:cubicBezTo>
                  <a:pt x="50" y="49"/>
                  <a:pt x="49" y="49"/>
                  <a:pt x="48" y="49"/>
                </a:cubicBezTo>
                <a:cubicBezTo>
                  <a:pt x="33" y="49"/>
                  <a:pt x="18" y="49"/>
                  <a:pt x="3" y="49"/>
                </a:cubicBezTo>
                <a:cubicBezTo>
                  <a:pt x="2" y="49"/>
                  <a:pt x="1" y="49"/>
                  <a:pt x="1" y="48"/>
                </a:cubicBezTo>
                <a:cubicBezTo>
                  <a:pt x="1" y="46"/>
                  <a:pt x="2" y="46"/>
                  <a:pt x="3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37"/>
                  <a:pt x="5" y="37"/>
                  <a:pt x="5" y="37"/>
                </a:cubicBezTo>
                <a:cubicBezTo>
                  <a:pt x="4" y="37"/>
                  <a:pt x="3" y="37"/>
                  <a:pt x="2" y="36"/>
                </a:cubicBezTo>
                <a:cubicBezTo>
                  <a:pt x="1" y="35"/>
                  <a:pt x="0" y="33"/>
                  <a:pt x="0" y="3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4"/>
                  <a:pt x="3" y="22"/>
                  <a:pt x="7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20" y="13"/>
                  <a:pt x="20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2"/>
                  <a:pt x="24" y="12"/>
                  <a:pt x="24" y="12"/>
                </a:cubicBezTo>
                <a:cubicBezTo>
                  <a:pt x="22" y="11"/>
                  <a:pt x="21" y="9"/>
                  <a:pt x="21" y="7"/>
                </a:cubicBezTo>
                <a:cubicBezTo>
                  <a:pt x="21" y="4"/>
                  <a:pt x="23" y="2"/>
                  <a:pt x="25" y="0"/>
                </a:cubicBezTo>
                <a:cubicBezTo>
                  <a:pt x="25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8" y="2"/>
                  <a:pt x="29" y="4"/>
                  <a:pt x="29" y="7"/>
                </a:cubicBezTo>
                <a:cubicBezTo>
                  <a:pt x="29" y="9"/>
                  <a:pt x="28" y="11"/>
                  <a:pt x="26" y="12"/>
                </a:cubicBezTo>
                <a:cubicBezTo>
                  <a:pt x="26" y="13"/>
                  <a:pt x="26" y="13"/>
                  <a:pt x="26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1" y="13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22"/>
                  <a:pt x="31" y="22"/>
                  <a:pt x="31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7" y="22"/>
                  <a:pt x="50" y="24"/>
                  <a:pt x="50" y="28"/>
                </a:cubicBezTo>
                <a:cubicBezTo>
                  <a:pt x="50" y="31"/>
                  <a:pt x="50" y="31"/>
                  <a:pt x="50" y="31"/>
                </a:cubicBezTo>
                <a:cubicBezTo>
                  <a:pt x="50" y="33"/>
                  <a:pt x="50" y="35"/>
                  <a:pt x="49" y="36"/>
                </a:cubicBezTo>
                <a:cubicBezTo>
                  <a:pt x="48" y="37"/>
                  <a:pt x="47" y="37"/>
                  <a:pt x="46" y="37"/>
                </a:cubicBezTo>
                <a:close/>
                <a:moveTo>
                  <a:pt x="24" y="8"/>
                </a:moveTo>
                <a:cubicBezTo>
                  <a:pt x="24" y="8"/>
                  <a:pt x="24" y="8"/>
                  <a:pt x="24" y="8"/>
                </a:cubicBezTo>
                <a:cubicBezTo>
                  <a:pt x="24" y="7"/>
                  <a:pt x="25" y="6"/>
                  <a:pt x="25" y="6"/>
                </a:cubicBezTo>
                <a:cubicBezTo>
                  <a:pt x="26" y="6"/>
                  <a:pt x="26" y="7"/>
                  <a:pt x="26" y="8"/>
                </a:cubicBezTo>
                <a:cubicBezTo>
                  <a:pt x="26" y="9"/>
                  <a:pt x="26" y="9"/>
                  <a:pt x="26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8"/>
                  <a:pt x="27" y="7"/>
                  <a:pt x="27" y="7"/>
                </a:cubicBezTo>
                <a:cubicBezTo>
                  <a:pt x="27" y="5"/>
                  <a:pt x="26" y="4"/>
                  <a:pt x="25" y="3"/>
                </a:cubicBezTo>
                <a:cubicBezTo>
                  <a:pt x="24" y="4"/>
                  <a:pt x="24" y="5"/>
                  <a:pt x="24" y="7"/>
                </a:cubicBezTo>
                <a:cubicBezTo>
                  <a:pt x="24" y="7"/>
                  <a:pt x="24" y="8"/>
                  <a:pt x="24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8"/>
                  <a:pt x="24" y="8"/>
                  <a:pt x="24" y="8"/>
                </a:cubicBezTo>
                <a:close/>
                <a:moveTo>
                  <a:pt x="22" y="22"/>
                </a:moveTo>
                <a:cubicBezTo>
                  <a:pt x="22" y="22"/>
                  <a:pt x="22" y="22"/>
                  <a:pt x="22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15"/>
                  <a:pt x="29" y="15"/>
                  <a:pt x="29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22"/>
                  <a:pt x="22" y="22"/>
                  <a:pt x="22" y="22"/>
                </a:cubicBezTo>
                <a:close/>
                <a:moveTo>
                  <a:pt x="9" y="33"/>
                </a:moveTo>
                <a:cubicBezTo>
                  <a:pt x="9" y="33"/>
                  <a:pt x="9" y="33"/>
                  <a:pt x="9" y="33"/>
                </a:cubicBezTo>
                <a:cubicBezTo>
                  <a:pt x="10" y="33"/>
                  <a:pt x="11" y="32"/>
                  <a:pt x="11" y="31"/>
                </a:cubicBezTo>
                <a:cubicBezTo>
                  <a:pt x="16" y="27"/>
                  <a:pt x="18" y="29"/>
                  <a:pt x="21" y="31"/>
                </a:cubicBezTo>
                <a:cubicBezTo>
                  <a:pt x="22" y="33"/>
                  <a:pt x="24" y="34"/>
                  <a:pt x="25" y="34"/>
                </a:cubicBezTo>
                <a:cubicBezTo>
                  <a:pt x="26" y="34"/>
                  <a:pt x="27" y="34"/>
                  <a:pt x="28" y="33"/>
                </a:cubicBezTo>
                <a:cubicBezTo>
                  <a:pt x="29" y="33"/>
                  <a:pt x="29" y="32"/>
                  <a:pt x="30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31" y="31"/>
                  <a:pt x="33" y="30"/>
                  <a:pt x="35" y="30"/>
                </a:cubicBezTo>
                <a:cubicBezTo>
                  <a:pt x="36" y="30"/>
                  <a:pt x="38" y="30"/>
                  <a:pt x="39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40" y="33"/>
                  <a:pt x="41" y="33"/>
                  <a:pt x="42" y="34"/>
                </a:cubicBezTo>
                <a:cubicBezTo>
                  <a:pt x="44" y="34"/>
                  <a:pt x="45" y="34"/>
                  <a:pt x="46" y="33"/>
                </a:cubicBezTo>
                <a:cubicBezTo>
                  <a:pt x="46" y="33"/>
                  <a:pt x="47" y="32"/>
                  <a:pt x="47" y="31"/>
                </a:cubicBezTo>
                <a:cubicBezTo>
                  <a:pt x="47" y="28"/>
                  <a:pt x="47" y="28"/>
                  <a:pt x="47" y="28"/>
                </a:cubicBezTo>
                <a:cubicBezTo>
                  <a:pt x="47" y="27"/>
                  <a:pt x="45" y="25"/>
                  <a:pt x="44" y="25"/>
                </a:cubicBezTo>
                <a:cubicBezTo>
                  <a:pt x="32" y="25"/>
                  <a:pt x="19" y="25"/>
                  <a:pt x="7" y="25"/>
                </a:cubicBezTo>
                <a:cubicBezTo>
                  <a:pt x="5" y="25"/>
                  <a:pt x="4" y="27"/>
                  <a:pt x="4" y="28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2"/>
                  <a:pt x="4" y="33"/>
                  <a:pt x="5" y="33"/>
                </a:cubicBezTo>
                <a:cubicBezTo>
                  <a:pt x="6" y="34"/>
                  <a:pt x="8" y="34"/>
                  <a:pt x="9" y="33"/>
                </a:cubicBezTo>
                <a:close/>
                <a:moveTo>
                  <a:pt x="9" y="37"/>
                </a:moveTo>
                <a:cubicBezTo>
                  <a:pt x="9" y="37"/>
                  <a:pt x="9" y="37"/>
                  <a:pt x="9" y="37"/>
                </a:cubicBezTo>
                <a:cubicBezTo>
                  <a:pt x="9" y="46"/>
                  <a:pt x="9" y="46"/>
                  <a:pt x="9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0" y="37"/>
                  <a:pt x="38" y="36"/>
                  <a:pt x="37" y="35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5" y="34"/>
                  <a:pt x="35" y="34"/>
                </a:cubicBezTo>
                <a:cubicBezTo>
                  <a:pt x="34" y="34"/>
                  <a:pt x="33" y="34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2" y="36"/>
                  <a:pt x="31" y="36"/>
                  <a:pt x="29" y="37"/>
                </a:cubicBezTo>
                <a:cubicBezTo>
                  <a:pt x="28" y="37"/>
                  <a:pt x="27" y="38"/>
                  <a:pt x="25" y="38"/>
                </a:cubicBezTo>
                <a:cubicBezTo>
                  <a:pt x="22" y="38"/>
                  <a:pt x="20" y="36"/>
                  <a:pt x="18" y="34"/>
                </a:cubicBezTo>
                <a:cubicBezTo>
                  <a:pt x="17" y="33"/>
                  <a:pt x="16" y="32"/>
                  <a:pt x="14" y="34"/>
                </a:cubicBezTo>
                <a:cubicBezTo>
                  <a:pt x="13" y="35"/>
                  <a:pt x="12" y="36"/>
                  <a:pt x="11" y="37"/>
                </a:cubicBezTo>
                <a:cubicBezTo>
                  <a:pt x="10" y="37"/>
                  <a:pt x="9" y="37"/>
                  <a:pt x="9" y="3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49" name="Freeform 83">
            <a:extLst>
              <a:ext uri="{FF2B5EF4-FFF2-40B4-BE49-F238E27FC236}">
                <a16:creationId xmlns:a16="http://schemas.microsoft.com/office/drawing/2014/main" id="{08182092-9AF8-CC46-AE33-459BC4F95573}"/>
              </a:ext>
            </a:extLst>
          </p:cNvPr>
          <p:cNvSpPr>
            <a:spLocks noEditPoints="1"/>
          </p:cNvSpPr>
          <p:nvPr/>
        </p:nvSpPr>
        <p:spPr bwMode="auto">
          <a:xfrm>
            <a:off x="4279302" y="3008232"/>
            <a:ext cx="207433" cy="215900"/>
          </a:xfrm>
          <a:custGeom>
            <a:avLst/>
            <a:gdLst>
              <a:gd name="T0" fmla="*/ 79375 w 49"/>
              <a:gd name="T1" fmla="*/ 0 h 51"/>
              <a:gd name="T2" fmla="*/ 127000 w 49"/>
              <a:gd name="T3" fmla="*/ 22225 h 51"/>
              <a:gd name="T4" fmla="*/ 136525 w 49"/>
              <a:gd name="T5" fmla="*/ 111125 h 51"/>
              <a:gd name="T6" fmla="*/ 104775 w 49"/>
              <a:gd name="T7" fmla="*/ 136525 h 51"/>
              <a:gd name="T8" fmla="*/ 82550 w 49"/>
              <a:gd name="T9" fmla="*/ 158750 h 51"/>
              <a:gd name="T10" fmla="*/ 73025 w 49"/>
              <a:gd name="T11" fmla="*/ 158750 h 51"/>
              <a:gd name="T12" fmla="*/ 73025 w 49"/>
              <a:gd name="T13" fmla="*/ 158750 h 51"/>
              <a:gd name="T14" fmla="*/ 73025 w 49"/>
              <a:gd name="T15" fmla="*/ 158750 h 51"/>
              <a:gd name="T16" fmla="*/ 50800 w 49"/>
              <a:gd name="T17" fmla="*/ 136525 h 51"/>
              <a:gd name="T18" fmla="*/ 19050 w 49"/>
              <a:gd name="T19" fmla="*/ 111125 h 51"/>
              <a:gd name="T20" fmla="*/ 28575 w 49"/>
              <a:gd name="T21" fmla="*/ 22225 h 51"/>
              <a:gd name="T22" fmla="*/ 79375 w 49"/>
              <a:gd name="T23" fmla="*/ 0 h 51"/>
              <a:gd name="T24" fmla="*/ 79375 w 49"/>
              <a:gd name="T25" fmla="*/ 34925 h 51"/>
              <a:gd name="T26" fmla="*/ 79375 w 49"/>
              <a:gd name="T27" fmla="*/ 34925 h 51"/>
              <a:gd name="T28" fmla="*/ 101600 w 49"/>
              <a:gd name="T29" fmla="*/ 44450 h 51"/>
              <a:gd name="T30" fmla="*/ 114300 w 49"/>
              <a:gd name="T31" fmla="*/ 69850 h 51"/>
              <a:gd name="T32" fmla="*/ 101600 w 49"/>
              <a:gd name="T33" fmla="*/ 95250 h 51"/>
              <a:gd name="T34" fmla="*/ 79375 w 49"/>
              <a:gd name="T35" fmla="*/ 104775 h 51"/>
              <a:gd name="T36" fmla="*/ 53975 w 49"/>
              <a:gd name="T37" fmla="*/ 95250 h 51"/>
              <a:gd name="T38" fmla="*/ 41275 w 49"/>
              <a:gd name="T39" fmla="*/ 69850 h 51"/>
              <a:gd name="T40" fmla="*/ 53975 w 49"/>
              <a:gd name="T41" fmla="*/ 44450 h 51"/>
              <a:gd name="T42" fmla="*/ 79375 w 49"/>
              <a:gd name="T43" fmla="*/ 34925 h 51"/>
              <a:gd name="T44" fmla="*/ 98425 w 49"/>
              <a:gd name="T45" fmla="*/ 50800 h 51"/>
              <a:gd name="T46" fmla="*/ 98425 w 49"/>
              <a:gd name="T47" fmla="*/ 50800 h 51"/>
              <a:gd name="T48" fmla="*/ 79375 w 49"/>
              <a:gd name="T49" fmla="*/ 41275 h 51"/>
              <a:gd name="T50" fmla="*/ 57150 w 49"/>
              <a:gd name="T51" fmla="*/ 50800 h 51"/>
              <a:gd name="T52" fmla="*/ 50800 w 49"/>
              <a:gd name="T53" fmla="*/ 69850 h 51"/>
              <a:gd name="T54" fmla="*/ 57150 w 49"/>
              <a:gd name="T55" fmla="*/ 88900 h 51"/>
              <a:gd name="T56" fmla="*/ 79375 w 49"/>
              <a:gd name="T57" fmla="*/ 98425 h 51"/>
              <a:gd name="T58" fmla="*/ 98425 w 49"/>
              <a:gd name="T59" fmla="*/ 88900 h 51"/>
              <a:gd name="T60" fmla="*/ 104775 w 49"/>
              <a:gd name="T61" fmla="*/ 69850 h 51"/>
              <a:gd name="T62" fmla="*/ 98425 w 49"/>
              <a:gd name="T63" fmla="*/ 50800 h 51"/>
              <a:gd name="T64" fmla="*/ 117475 w 49"/>
              <a:gd name="T65" fmla="*/ 28575 h 51"/>
              <a:gd name="T66" fmla="*/ 117475 w 49"/>
              <a:gd name="T67" fmla="*/ 28575 h 51"/>
              <a:gd name="T68" fmla="*/ 79375 w 49"/>
              <a:gd name="T69" fmla="*/ 12700 h 51"/>
              <a:gd name="T70" fmla="*/ 38100 w 49"/>
              <a:gd name="T71" fmla="*/ 28575 h 51"/>
              <a:gd name="T72" fmla="*/ 28575 w 49"/>
              <a:gd name="T73" fmla="*/ 104775 h 51"/>
              <a:gd name="T74" fmla="*/ 57150 w 49"/>
              <a:gd name="T75" fmla="*/ 123825 h 51"/>
              <a:gd name="T76" fmla="*/ 60325 w 49"/>
              <a:gd name="T77" fmla="*/ 127000 h 51"/>
              <a:gd name="T78" fmla="*/ 79375 w 49"/>
              <a:gd name="T79" fmla="*/ 146050 h 51"/>
              <a:gd name="T80" fmla="*/ 95250 w 49"/>
              <a:gd name="T81" fmla="*/ 127000 h 51"/>
              <a:gd name="T82" fmla="*/ 98425 w 49"/>
              <a:gd name="T83" fmla="*/ 123825 h 51"/>
              <a:gd name="T84" fmla="*/ 127000 w 49"/>
              <a:gd name="T85" fmla="*/ 104775 h 51"/>
              <a:gd name="T86" fmla="*/ 117475 w 49"/>
              <a:gd name="T87" fmla="*/ 28575 h 5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9" h="51">
                <a:moveTo>
                  <a:pt x="25" y="0"/>
                </a:moveTo>
                <a:cubicBezTo>
                  <a:pt x="31" y="0"/>
                  <a:pt x="36" y="3"/>
                  <a:pt x="40" y="7"/>
                </a:cubicBezTo>
                <a:cubicBezTo>
                  <a:pt x="48" y="14"/>
                  <a:pt x="49" y="26"/>
                  <a:pt x="43" y="35"/>
                </a:cubicBezTo>
                <a:cubicBezTo>
                  <a:pt x="40" y="38"/>
                  <a:pt x="37" y="41"/>
                  <a:pt x="33" y="43"/>
                </a:cubicBezTo>
                <a:cubicBezTo>
                  <a:pt x="26" y="50"/>
                  <a:pt x="26" y="50"/>
                  <a:pt x="26" y="50"/>
                </a:cubicBezTo>
                <a:cubicBezTo>
                  <a:pt x="25" y="51"/>
                  <a:pt x="24" y="51"/>
                  <a:pt x="23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16" y="43"/>
                  <a:pt x="16" y="43"/>
                  <a:pt x="16" y="43"/>
                </a:cubicBezTo>
                <a:cubicBezTo>
                  <a:pt x="12" y="41"/>
                  <a:pt x="9" y="38"/>
                  <a:pt x="6" y="35"/>
                </a:cubicBezTo>
                <a:cubicBezTo>
                  <a:pt x="0" y="26"/>
                  <a:pt x="1" y="14"/>
                  <a:pt x="9" y="7"/>
                </a:cubicBezTo>
                <a:cubicBezTo>
                  <a:pt x="13" y="3"/>
                  <a:pt x="18" y="0"/>
                  <a:pt x="25" y="0"/>
                </a:cubicBezTo>
                <a:close/>
                <a:moveTo>
                  <a:pt x="25" y="11"/>
                </a:moveTo>
                <a:cubicBezTo>
                  <a:pt x="25" y="11"/>
                  <a:pt x="25" y="11"/>
                  <a:pt x="25" y="11"/>
                </a:cubicBezTo>
                <a:cubicBezTo>
                  <a:pt x="28" y="11"/>
                  <a:pt x="30" y="12"/>
                  <a:pt x="32" y="14"/>
                </a:cubicBezTo>
                <a:cubicBezTo>
                  <a:pt x="34" y="16"/>
                  <a:pt x="36" y="19"/>
                  <a:pt x="36" y="22"/>
                </a:cubicBezTo>
                <a:cubicBezTo>
                  <a:pt x="36" y="25"/>
                  <a:pt x="34" y="28"/>
                  <a:pt x="32" y="30"/>
                </a:cubicBezTo>
                <a:cubicBezTo>
                  <a:pt x="30" y="32"/>
                  <a:pt x="28" y="33"/>
                  <a:pt x="25" y="33"/>
                </a:cubicBezTo>
                <a:cubicBezTo>
                  <a:pt x="21" y="33"/>
                  <a:pt x="19" y="32"/>
                  <a:pt x="17" y="30"/>
                </a:cubicBezTo>
                <a:cubicBezTo>
                  <a:pt x="15" y="28"/>
                  <a:pt x="13" y="25"/>
                  <a:pt x="13" y="22"/>
                </a:cubicBezTo>
                <a:cubicBezTo>
                  <a:pt x="13" y="19"/>
                  <a:pt x="15" y="16"/>
                  <a:pt x="17" y="14"/>
                </a:cubicBezTo>
                <a:cubicBezTo>
                  <a:pt x="19" y="12"/>
                  <a:pt x="21" y="11"/>
                  <a:pt x="25" y="11"/>
                </a:cubicBezTo>
                <a:close/>
                <a:moveTo>
                  <a:pt x="31" y="16"/>
                </a:moveTo>
                <a:cubicBezTo>
                  <a:pt x="31" y="16"/>
                  <a:pt x="31" y="16"/>
                  <a:pt x="31" y="16"/>
                </a:cubicBezTo>
                <a:cubicBezTo>
                  <a:pt x="29" y="14"/>
                  <a:pt x="27" y="13"/>
                  <a:pt x="25" y="13"/>
                </a:cubicBezTo>
                <a:cubicBezTo>
                  <a:pt x="22" y="13"/>
                  <a:pt x="20" y="14"/>
                  <a:pt x="18" y="16"/>
                </a:cubicBezTo>
                <a:cubicBezTo>
                  <a:pt x="17" y="18"/>
                  <a:pt x="16" y="20"/>
                  <a:pt x="16" y="22"/>
                </a:cubicBezTo>
                <a:cubicBezTo>
                  <a:pt x="16" y="25"/>
                  <a:pt x="17" y="27"/>
                  <a:pt x="18" y="28"/>
                </a:cubicBezTo>
                <a:cubicBezTo>
                  <a:pt x="20" y="30"/>
                  <a:pt x="22" y="31"/>
                  <a:pt x="25" y="31"/>
                </a:cubicBezTo>
                <a:cubicBezTo>
                  <a:pt x="27" y="31"/>
                  <a:pt x="29" y="30"/>
                  <a:pt x="31" y="28"/>
                </a:cubicBezTo>
                <a:cubicBezTo>
                  <a:pt x="32" y="27"/>
                  <a:pt x="33" y="25"/>
                  <a:pt x="33" y="22"/>
                </a:cubicBezTo>
                <a:cubicBezTo>
                  <a:pt x="33" y="20"/>
                  <a:pt x="32" y="18"/>
                  <a:pt x="31" y="16"/>
                </a:cubicBezTo>
                <a:close/>
                <a:moveTo>
                  <a:pt x="37" y="9"/>
                </a:moveTo>
                <a:cubicBezTo>
                  <a:pt x="37" y="9"/>
                  <a:pt x="37" y="9"/>
                  <a:pt x="37" y="9"/>
                </a:cubicBezTo>
                <a:cubicBezTo>
                  <a:pt x="34" y="6"/>
                  <a:pt x="30" y="4"/>
                  <a:pt x="25" y="4"/>
                </a:cubicBezTo>
                <a:cubicBezTo>
                  <a:pt x="19" y="4"/>
                  <a:pt x="15" y="6"/>
                  <a:pt x="12" y="9"/>
                </a:cubicBezTo>
                <a:cubicBezTo>
                  <a:pt x="5" y="16"/>
                  <a:pt x="5" y="25"/>
                  <a:pt x="9" y="33"/>
                </a:cubicBezTo>
                <a:cubicBezTo>
                  <a:pt x="12" y="36"/>
                  <a:pt x="14" y="38"/>
                  <a:pt x="18" y="39"/>
                </a:cubicBezTo>
                <a:cubicBezTo>
                  <a:pt x="18" y="39"/>
                  <a:pt x="18" y="39"/>
                  <a:pt x="19" y="40"/>
                </a:cubicBezTo>
                <a:cubicBezTo>
                  <a:pt x="25" y="46"/>
                  <a:pt x="25" y="46"/>
                  <a:pt x="25" y="46"/>
                </a:cubicBezTo>
                <a:cubicBezTo>
                  <a:pt x="30" y="40"/>
                  <a:pt x="30" y="40"/>
                  <a:pt x="30" y="40"/>
                </a:cubicBezTo>
                <a:cubicBezTo>
                  <a:pt x="31" y="39"/>
                  <a:pt x="31" y="39"/>
                  <a:pt x="31" y="39"/>
                </a:cubicBezTo>
                <a:cubicBezTo>
                  <a:pt x="35" y="38"/>
                  <a:pt x="37" y="36"/>
                  <a:pt x="40" y="33"/>
                </a:cubicBezTo>
                <a:cubicBezTo>
                  <a:pt x="44" y="25"/>
                  <a:pt x="44" y="16"/>
                  <a:pt x="37" y="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50" name="Freeform 84">
            <a:extLst>
              <a:ext uri="{FF2B5EF4-FFF2-40B4-BE49-F238E27FC236}">
                <a16:creationId xmlns:a16="http://schemas.microsoft.com/office/drawing/2014/main" id="{600E9211-3DFF-FD14-2518-8FA6133D8869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3020931"/>
            <a:ext cx="215900" cy="186267"/>
          </a:xfrm>
          <a:custGeom>
            <a:avLst/>
            <a:gdLst>
              <a:gd name="T0" fmla="*/ 66675 w 51"/>
              <a:gd name="T1" fmla="*/ 57150 h 44"/>
              <a:gd name="T2" fmla="*/ 60325 w 51"/>
              <a:gd name="T3" fmla="*/ 22225 h 44"/>
              <a:gd name="T4" fmla="*/ 41275 w 51"/>
              <a:gd name="T5" fmla="*/ 12700 h 44"/>
              <a:gd name="T6" fmla="*/ 12700 w 51"/>
              <a:gd name="T7" fmla="*/ 41275 h 44"/>
              <a:gd name="T8" fmla="*/ 6350 w 51"/>
              <a:gd name="T9" fmla="*/ 69850 h 44"/>
              <a:gd name="T10" fmla="*/ 0 w 51"/>
              <a:gd name="T11" fmla="*/ 41275 h 44"/>
              <a:gd name="T12" fmla="*/ 12700 w 51"/>
              <a:gd name="T13" fmla="*/ 12700 h 44"/>
              <a:gd name="T14" fmla="*/ 66675 w 51"/>
              <a:gd name="T15" fmla="*/ 12700 h 44"/>
              <a:gd name="T16" fmla="*/ 79375 w 51"/>
              <a:gd name="T17" fmla="*/ 41275 h 44"/>
              <a:gd name="T18" fmla="*/ 146050 w 51"/>
              <a:gd name="T19" fmla="*/ 57150 h 44"/>
              <a:gd name="T20" fmla="*/ 161925 w 51"/>
              <a:gd name="T21" fmla="*/ 69850 h 44"/>
              <a:gd name="T22" fmla="*/ 155575 w 51"/>
              <a:gd name="T23" fmla="*/ 136525 h 44"/>
              <a:gd name="T24" fmla="*/ 146050 w 51"/>
              <a:gd name="T25" fmla="*/ 139700 h 44"/>
              <a:gd name="T26" fmla="*/ 57150 w 51"/>
              <a:gd name="T27" fmla="*/ 136525 h 44"/>
              <a:gd name="T28" fmla="*/ 50800 w 51"/>
              <a:gd name="T29" fmla="*/ 69850 h 44"/>
              <a:gd name="T30" fmla="*/ 57150 w 51"/>
              <a:gd name="T31" fmla="*/ 60325 h 44"/>
              <a:gd name="T32" fmla="*/ 104775 w 51"/>
              <a:gd name="T33" fmla="*/ 101600 h 44"/>
              <a:gd name="T34" fmla="*/ 104775 w 51"/>
              <a:gd name="T35" fmla="*/ 101600 h 44"/>
              <a:gd name="T36" fmla="*/ 111125 w 51"/>
              <a:gd name="T37" fmla="*/ 98425 h 44"/>
              <a:gd name="T38" fmla="*/ 111125 w 51"/>
              <a:gd name="T39" fmla="*/ 88900 h 44"/>
              <a:gd name="T40" fmla="*/ 101600 w 51"/>
              <a:gd name="T41" fmla="*/ 88900 h 44"/>
              <a:gd name="T42" fmla="*/ 101600 w 51"/>
              <a:gd name="T43" fmla="*/ 98425 h 44"/>
              <a:gd name="T44" fmla="*/ 111125 w 51"/>
              <a:gd name="T45" fmla="*/ 107950 h 44"/>
              <a:gd name="T46" fmla="*/ 111125 w 51"/>
              <a:gd name="T47" fmla="*/ 114300 h 44"/>
              <a:gd name="T48" fmla="*/ 101600 w 51"/>
              <a:gd name="T49" fmla="*/ 114300 h 44"/>
              <a:gd name="T50" fmla="*/ 95250 w 51"/>
              <a:gd name="T51" fmla="*/ 104775 h 44"/>
              <a:gd name="T52" fmla="*/ 95250 w 51"/>
              <a:gd name="T53" fmla="*/ 82550 h 44"/>
              <a:gd name="T54" fmla="*/ 117475 w 51"/>
              <a:gd name="T55" fmla="*/ 82550 h 44"/>
              <a:gd name="T56" fmla="*/ 117475 w 51"/>
              <a:gd name="T57" fmla="*/ 104775 h 44"/>
              <a:gd name="T58" fmla="*/ 146050 w 51"/>
              <a:gd name="T59" fmla="*/ 69850 h 44"/>
              <a:gd name="T60" fmla="*/ 73025 w 51"/>
              <a:gd name="T61" fmla="*/ 69850 h 44"/>
              <a:gd name="T62" fmla="*/ 73025 w 51"/>
              <a:gd name="T63" fmla="*/ 69850 h 44"/>
              <a:gd name="T64" fmla="*/ 63500 w 51"/>
              <a:gd name="T65" fmla="*/ 69850 h 44"/>
              <a:gd name="T66" fmla="*/ 63500 w 51"/>
              <a:gd name="T67" fmla="*/ 69850 h 44"/>
              <a:gd name="T68" fmla="*/ 63500 w 51"/>
              <a:gd name="T69" fmla="*/ 127000 h 44"/>
              <a:gd name="T70" fmla="*/ 146050 w 51"/>
              <a:gd name="T71" fmla="*/ 127000 h 44"/>
              <a:gd name="T72" fmla="*/ 149225 w 51"/>
              <a:gd name="T73" fmla="*/ 127000 h 44"/>
              <a:gd name="T74" fmla="*/ 149225 w 51"/>
              <a:gd name="T75" fmla="*/ 69850 h 44"/>
              <a:gd name="T76" fmla="*/ 146050 w 51"/>
              <a:gd name="T77" fmla="*/ 69850 h 44"/>
              <a:gd name="T78" fmla="*/ 155575 w 51"/>
              <a:gd name="T79" fmla="*/ 136525 h 44"/>
              <a:gd name="T80" fmla="*/ 155575 w 51"/>
              <a:gd name="T81" fmla="*/ 136525 h 4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1" h="44">
                <a:moveTo>
                  <a:pt x="21" y="18"/>
                </a:moveTo>
                <a:cubicBezTo>
                  <a:pt x="21" y="18"/>
                  <a:pt x="21" y="18"/>
                  <a:pt x="21" y="18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10"/>
                  <a:pt x="20" y="8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7" y="5"/>
                  <a:pt x="15" y="4"/>
                  <a:pt x="13" y="4"/>
                </a:cubicBezTo>
                <a:cubicBezTo>
                  <a:pt x="10" y="4"/>
                  <a:pt x="8" y="5"/>
                  <a:pt x="7" y="7"/>
                </a:cubicBezTo>
                <a:cubicBezTo>
                  <a:pt x="5" y="8"/>
                  <a:pt x="4" y="10"/>
                  <a:pt x="4" y="13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1"/>
                  <a:pt x="3" y="22"/>
                  <a:pt x="2" y="22"/>
                </a:cubicBezTo>
                <a:cubicBezTo>
                  <a:pt x="1" y="22"/>
                  <a:pt x="0" y="21"/>
                  <a:pt x="0" y="20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9"/>
                  <a:pt x="2" y="6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6" y="2"/>
                  <a:pt x="9" y="0"/>
                  <a:pt x="13" y="0"/>
                </a:cubicBezTo>
                <a:cubicBezTo>
                  <a:pt x="16" y="0"/>
                  <a:pt x="19" y="2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4" y="6"/>
                  <a:pt x="25" y="9"/>
                  <a:pt x="25" y="13"/>
                </a:cubicBezTo>
                <a:cubicBezTo>
                  <a:pt x="25" y="18"/>
                  <a:pt x="25" y="18"/>
                  <a:pt x="25" y="18"/>
                </a:cubicBezTo>
                <a:cubicBezTo>
                  <a:pt x="46" y="18"/>
                  <a:pt x="46" y="18"/>
                  <a:pt x="46" y="18"/>
                </a:cubicBezTo>
                <a:cubicBezTo>
                  <a:pt x="47" y="18"/>
                  <a:pt x="48" y="18"/>
                  <a:pt x="49" y="19"/>
                </a:cubicBezTo>
                <a:cubicBezTo>
                  <a:pt x="50" y="20"/>
                  <a:pt x="51" y="21"/>
                  <a:pt x="51" y="22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41"/>
                  <a:pt x="50" y="42"/>
                  <a:pt x="49" y="43"/>
                </a:cubicBezTo>
                <a:cubicBezTo>
                  <a:pt x="49" y="43"/>
                  <a:pt x="49" y="43"/>
                  <a:pt x="49" y="43"/>
                </a:cubicBezTo>
                <a:cubicBezTo>
                  <a:pt x="48" y="44"/>
                  <a:pt x="47" y="44"/>
                  <a:pt x="46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19" y="44"/>
                  <a:pt x="18" y="44"/>
                  <a:pt x="18" y="43"/>
                </a:cubicBezTo>
                <a:cubicBezTo>
                  <a:pt x="17" y="42"/>
                  <a:pt x="16" y="41"/>
                  <a:pt x="16" y="39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1"/>
                  <a:pt x="17" y="20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9" y="18"/>
                  <a:pt x="21" y="18"/>
                </a:cubicBezTo>
                <a:close/>
                <a:moveTo>
                  <a:pt x="33" y="32"/>
                </a:move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4" y="32"/>
                  <a:pt x="35" y="31"/>
                  <a:pt x="35" y="31"/>
                </a:cubicBezTo>
                <a:cubicBezTo>
                  <a:pt x="35" y="30"/>
                  <a:pt x="36" y="30"/>
                  <a:pt x="36" y="29"/>
                </a:cubicBezTo>
                <a:cubicBezTo>
                  <a:pt x="36" y="29"/>
                  <a:pt x="35" y="28"/>
                  <a:pt x="35" y="28"/>
                </a:cubicBezTo>
                <a:cubicBezTo>
                  <a:pt x="35" y="27"/>
                  <a:pt x="34" y="27"/>
                  <a:pt x="33" y="27"/>
                </a:cubicBezTo>
                <a:cubicBezTo>
                  <a:pt x="33" y="27"/>
                  <a:pt x="32" y="27"/>
                  <a:pt x="32" y="28"/>
                </a:cubicBezTo>
                <a:cubicBezTo>
                  <a:pt x="31" y="28"/>
                  <a:pt x="31" y="29"/>
                  <a:pt x="31" y="29"/>
                </a:cubicBezTo>
                <a:cubicBezTo>
                  <a:pt x="31" y="30"/>
                  <a:pt x="31" y="30"/>
                  <a:pt x="32" y="31"/>
                </a:cubicBezTo>
                <a:cubicBezTo>
                  <a:pt x="32" y="31"/>
                  <a:pt x="33" y="32"/>
                  <a:pt x="33" y="32"/>
                </a:cubicBezTo>
                <a:close/>
                <a:moveTo>
                  <a:pt x="35" y="34"/>
                </a:moveTo>
                <a:cubicBezTo>
                  <a:pt x="35" y="34"/>
                  <a:pt x="35" y="34"/>
                  <a:pt x="35" y="34"/>
                </a:cubicBezTo>
                <a:cubicBezTo>
                  <a:pt x="35" y="36"/>
                  <a:pt x="35" y="36"/>
                  <a:pt x="35" y="36"/>
                </a:cubicBezTo>
                <a:cubicBezTo>
                  <a:pt x="35" y="37"/>
                  <a:pt x="34" y="37"/>
                  <a:pt x="33" y="37"/>
                </a:cubicBezTo>
                <a:cubicBezTo>
                  <a:pt x="33" y="37"/>
                  <a:pt x="32" y="37"/>
                  <a:pt x="32" y="36"/>
                </a:cubicBezTo>
                <a:cubicBezTo>
                  <a:pt x="32" y="34"/>
                  <a:pt x="32" y="34"/>
                  <a:pt x="32" y="34"/>
                </a:cubicBezTo>
                <a:cubicBezTo>
                  <a:pt x="31" y="34"/>
                  <a:pt x="31" y="33"/>
                  <a:pt x="30" y="33"/>
                </a:cubicBezTo>
                <a:cubicBezTo>
                  <a:pt x="29" y="32"/>
                  <a:pt x="29" y="31"/>
                  <a:pt x="29" y="29"/>
                </a:cubicBezTo>
                <a:cubicBezTo>
                  <a:pt x="29" y="28"/>
                  <a:pt x="29" y="27"/>
                  <a:pt x="30" y="26"/>
                </a:cubicBezTo>
                <a:cubicBezTo>
                  <a:pt x="31" y="25"/>
                  <a:pt x="32" y="25"/>
                  <a:pt x="33" y="25"/>
                </a:cubicBezTo>
                <a:cubicBezTo>
                  <a:pt x="35" y="25"/>
                  <a:pt x="36" y="25"/>
                  <a:pt x="37" y="26"/>
                </a:cubicBezTo>
                <a:cubicBezTo>
                  <a:pt x="38" y="27"/>
                  <a:pt x="38" y="28"/>
                  <a:pt x="38" y="29"/>
                </a:cubicBezTo>
                <a:cubicBezTo>
                  <a:pt x="38" y="31"/>
                  <a:pt x="38" y="32"/>
                  <a:pt x="37" y="33"/>
                </a:cubicBezTo>
                <a:cubicBezTo>
                  <a:pt x="36" y="33"/>
                  <a:pt x="35" y="34"/>
                  <a:pt x="35" y="34"/>
                </a:cubicBezTo>
                <a:close/>
                <a:moveTo>
                  <a:pt x="46" y="22"/>
                </a:moveTo>
                <a:cubicBezTo>
                  <a:pt x="46" y="22"/>
                  <a:pt x="46" y="22"/>
                  <a:pt x="46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1" y="22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40"/>
                  <a:pt x="21" y="40"/>
                  <a:pt x="21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47" y="40"/>
                  <a:pt x="47" y="40"/>
                  <a:pt x="47" y="39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6" y="22"/>
                  <a:pt x="46" y="22"/>
                  <a:pt x="46" y="22"/>
                </a:cubicBezTo>
                <a:close/>
                <a:moveTo>
                  <a:pt x="49" y="43"/>
                </a:moveTo>
                <a:cubicBezTo>
                  <a:pt x="49" y="43"/>
                  <a:pt x="49" y="43"/>
                  <a:pt x="49" y="43"/>
                </a:cubicBezTo>
                <a:cubicBezTo>
                  <a:pt x="48" y="44"/>
                  <a:pt x="47" y="43"/>
                  <a:pt x="47" y="43"/>
                </a:cubicBezTo>
                <a:cubicBezTo>
                  <a:pt x="49" y="43"/>
                  <a:pt x="49" y="43"/>
                  <a:pt x="49" y="4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51" name="Freeform 85">
            <a:extLst>
              <a:ext uri="{FF2B5EF4-FFF2-40B4-BE49-F238E27FC236}">
                <a16:creationId xmlns:a16="http://schemas.microsoft.com/office/drawing/2014/main" id="{CE5310E5-D797-B063-20A1-9C1F4AD75C93}"/>
              </a:ext>
            </a:extLst>
          </p:cNvPr>
          <p:cNvSpPr>
            <a:spLocks noEditPoints="1"/>
          </p:cNvSpPr>
          <p:nvPr/>
        </p:nvSpPr>
        <p:spPr bwMode="auto">
          <a:xfrm>
            <a:off x="1707552" y="3020931"/>
            <a:ext cx="148167" cy="186267"/>
          </a:xfrm>
          <a:custGeom>
            <a:avLst/>
            <a:gdLst>
              <a:gd name="T0" fmla="*/ 15875 w 35"/>
              <a:gd name="T1" fmla="*/ 57150 h 44"/>
              <a:gd name="T2" fmla="*/ 28575 w 35"/>
              <a:gd name="T3" fmla="*/ 12700 h 44"/>
              <a:gd name="T4" fmla="*/ 57150 w 35"/>
              <a:gd name="T5" fmla="*/ 0 h 44"/>
              <a:gd name="T6" fmla="*/ 95250 w 35"/>
              <a:gd name="T7" fmla="*/ 41275 h 44"/>
              <a:gd name="T8" fmla="*/ 95250 w 35"/>
              <a:gd name="T9" fmla="*/ 57150 h 44"/>
              <a:gd name="T10" fmla="*/ 111125 w 35"/>
              <a:gd name="T11" fmla="*/ 69850 h 44"/>
              <a:gd name="T12" fmla="*/ 107950 w 35"/>
              <a:gd name="T13" fmla="*/ 136525 h 44"/>
              <a:gd name="T14" fmla="*/ 95250 w 35"/>
              <a:gd name="T15" fmla="*/ 139700 h 44"/>
              <a:gd name="T16" fmla="*/ 6350 w 35"/>
              <a:gd name="T17" fmla="*/ 136525 h 44"/>
              <a:gd name="T18" fmla="*/ 0 w 35"/>
              <a:gd name="T19" fmla="*/ 69850 h 44"/>
              <a:gd name="T20" fmla="*/ 6350 w 35"/>
              <a:gd name="T21" fmla="*/ 60325 h 44"/>
              <a:gd name="T22" fmla="*/ 57150 w 35"/>
              <a:gd name="T23" fmla="*/ 101600 h 44"/>
              <a:gd name="T24" fmla="*/ 57150 w 35"/>
              <a:gd name="T25" fmla="*/ 101600 h 44"/>
              <a:gd name="T26" fmla="*/ 60325 w 35"/>
              <a:gd name="T27" fmla="*/ 98425 h 44"/>
              <a:gd name="T28" fmla="*/ 60325 w 35"/>
              <a:gd name="T29" fmla="*/ 88900 h 44"/>
              <a:gd name="T30" fmla="*/ 50800 w 35"/>
              <a:gd name="T31" fmla="*/ 88900 h 44"/>
              <a:gd name="T32" fmla="*/ 50800 w 35"/>
              <a:gd name="T33" fmla="*/ 98425 h 44"/>
              <a:gd name="T34" fmla="*/ 60325 w 35"/>
              <a:gd name="T35" fmla="*/ 107950 h 44"/>
              <a:gd name="T36" fmla="*/ 60325 w 35"/>
              <a:gd name="T37" fmla="*/ 114300 h 44"/>
              <a:gd name="T38" fmla="*/ 53975 w 35"/>
              <a:gd name="T39" fmla="*/ 114300 h 44"/>
              <a:gd name="T40" fmla="*/ 44450 w 35"/>
              <a:gd name="T41" fmla="*/ 104775 h 44"/>
              <a:gd name="T42" fmla="*/ 44450 w 35"/>
              <a:gd name="T43" fmla="*/ 82550 h 44"/>
              <a:gd name="T44" fmla="*/ 66675 w 35"/>
              <a:gd name="T45" fmla="*/ 82550 h 44"/>
              <a:gd name="T46" fmla="*/ 66675 w 35"/>
              <a:gd name="T47" fmla="*/ 104775 h 44"/>
              <a:gd name="T48" fmla="*/ 28575 w 35"/>
              <a:gd name="T49" fmla="*/ 57150 h 44"/>
              <a:gd name="T50" fmla="*/ 82550 w 35"/>
              <a:gd name="T51" fmla="*/ 57150 h 44"/>
              <a:gd name="T52" fmla="*/ 76200 w 35"/>
              <a:gd name="T53" fmla="*/ 22225 h 44"/>
              <a:gd name="T54" fmla="*/ 38100 w 35"/>
              <a:gd name="T55" fmla="*/ 22225 h 44"/>
              <a:gd name="T56" fmla="*/ 28575 w 35"/>
              <a:gd name="T57" fmla="*/ 41275 h 44"/>
              <a:gd name="T58" fmla="*/ 95250 w 35"/>
              <a:gd name="T59" fmla="*/ 69850 h 44"/>
              <a:gd name="T60" fmla="*/ 88900 w 35"/>
              <a:gd name="T61" fmla="*/ 69850 h 44"/>
              <a:gd name="T62" fmla="*/ 88900 w 35"/>
              <a:gd name="T63" fmla="*/ 69850 h 44"/>
              <a:gd name="T64" fmla="*/ 22225 w 35"/>
              <a:gd name="T65" fmla="*/ 69850 h 44"/>
              <a:gd name="T66" fmla="*/ 15875 w 35"/>
              <a:gd name="T67" fmla="*/ 69850 h 44"/>
              <a:gd name="T68" fmla="*/ 15875 w 35"/>
              <a:gd name="T69" fmla="*/ 69850 h 44"/>
              <a:gd name="T70" fmla="*/ 12700 w 35"/>
              <a:gd name="T71" fmla="*/ 123825 h 44"/>
              <a:gd name="T72" fmla="*/ 15875 w 35"/>
              <a:gd name="T73" fmla="*/ 127000 h 44"/>
              <a:gd name="T74" fmla="*/ 98425 w 35"/>
              <a:gd name="T75" fmla="*/ 127000 h 44"/>
              <a:gd name="T76" fmla="*/ 98425 w 35"/>
              <a:gd name="T77" fmla="*/ 123825 h 44"/>
              <a:gd name="T78" fmla="*/ 98425 w 35"/>
              <a:gd name="T79" fmla="*/ 69850 h 44"/>
              <a:gd name="T80" fmla="*/ 104775 w 35"/>
              <a:gd name="T81" fmla="*/ 136525 h 44"/>
              <a:gd name="T82" fmla="*/ 98425 w 35"/>
              <a:gd name="T83" fmla="*/ 136525 h 4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5" h="44">
                <a:moveTo>
                  <a:pt x="5" y="18"/>
                </a:moveTo>
                <a:cubicBezTo>
                  <a:pt x="5" y="18"/>
                  <a:pt x="5" y="18"/>
                  <a:pt x="5" y="18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9"/>
                  <a:pt x="7" y="6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11" y="2"/>
                  <a:pt x="14" y="0"/>
                  <a:pt x="18" y="0"/>
                </a:cubicBezTo>
                <a:cubicBezTo>
                  <a:pt x="21" y="0"/>
                  <a:pt x="24" y="2"/>
                  <a:pt x="26" y="4"/>
                </a:cubicBezTo>
                <a:cubicBezTo>
                  <a:pt x="29" y="6"/>
                  <a:pt x="30" y="9"/>
                  <a:pt x="30" y="13"/>
                </a:cubicBezTo>
                <a:cubicBezTo>
                  <a:pt x="30" y="18"/>
                  <a:pt x="30" y="18"/>
                  <a:pt x="30" y="18"/>
                </a:cubicBezTo>
                <a:cubicBezTo>
                  <a:pt x="30" y="18"/>
                  <a:pt x="30" y="18"/>
                  <a:pt x="30" y="18"/>
                </a:cubicBezTo>
                <a:cubicBezTo>
                  <a:pt x="32" y="18"/>
                  <a:pt x="33" y="18"/>
                  <a:pt x="34" y="19"/>
                </a:cubicBezTo>
                <a:cubicBezTo>
                  <a:pt x="34" y="20"/>
                  <a:pt x="35" y="21"/>
                  <a:pt x="35" y="22"/>
                </a:cubicBezTo>
                <a:cubicBezTo>
                  <a:pt x="35" y="39"/>
                  <a:pt x="35" y="39"/>
                  <a:pt x="35" y="39"/>
                </a:cubicBezTo>
                <a:cubicBezTo>
                  <a:pt x="35" y="41"/>
                  <a:pt x="34" y="42"/>
                  <a:pt x="34" y="43"/>
                </a:cubicBezTo>
                <a:cubicBezTo>
                  <a:pt x="33" y="43"/>
                  <a:pt x="33" y="43"/>
                  <a:pt x="33" y="43"/>
                </a:cubicBezTo>
                <a:cubicBezTo>
                  <a:pt x="33" y="44"/>
                  <a:pt x="32" y="44"/>
                  <a:pt x="30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4" y="44"/>
                  <a:pt x="3" y="44"/>
                  <a:pt x="2" y="43"/>
                </a:cubicBezTo>
                <a:cubicBezTo>
                  <a:pt x="1" y="42"/>
                  <a:pt x="0" y="41"/>
                  <a:pt x="0" y="39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1"/>
                  <a:pt x="1" y="20"/>
                  <a:pt x="2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3" y="18"/>
                  <a:pt x="4" y="18"/>
                  <a:pt x="5" y="18"/>
                </a:cubicBezTo>
                <a:close/>
                <a:moveTo>
                  <a:pt x="18" y="32"/>
                </a:move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9" y="31"/>
                  <a:pt x="19" y="31"/>
                </a:cubicBezTo>
                <a:cubicBezTo>
                  <a:pt x="20" y="30"/>
                  <a:pt x="20" y="30"/>
                  <a:pt x="20" y="29"/>
                </a:cubicBezTo>
                <a:cubicBezTo>
                  <a:pt x="20" y="29"/>
                  <a:pt x="20" y="28"/>
                  <a:pt x="19" y="28"/>
                </a:cubicBezTo>
                <a:cubicBezTo>
                  <a:pt x="19" y="27"/>
                  <a:pt x="18" y="27"/>
                  <a:pt x="18" y="27"/>
                </a:cubicBezTo>
                <a:cubicBezTo>
                  <a:pt x="17" y="27"/>
                  <a:pt x="17" y="27"/>
                  <a:pt x="16" y="28"/>
                </a:cubicBezTo>
                <a:cubicBezTo>
                  <a:pt x="16" y="28"/>
                  <a:pt x="15" y="29"/>
                  <a:pt x="15" y="29"/>
                </a:cubicBezTo>
                <a:cubicBezTo>
                  <a:pt x="15" y="30"/>
                  <a:pt x="16" y="30"/>
                  <a:pt x="16" y="31"/>
                </a:cubicBezTo>
                <a:cubicBezTo>
                  <a:pt x="16" y="31"/>
                  <a:pt x="17" y="32"/>
                  <a:pt x="18" y="32"/>
                </a:cubicBezTo>
                <a:close/>
                <a:moveTo>
                  <a:pt x="19" y="34"/>
                </a:moveTo>
                <a:cubicBezTo>
                  <a:pt x="19" y="34"/>
                  <a:pt x="19" y="34"/>
                  <a:pt x="19" y="34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7"/>
                  <a:pt x="18" y="37"/>
                  <a:pt x="18" y="37"/>
                </a:cubicBezTo>
                <a:cubicBezTo>
                  <a:pt x="17" y="37"/>
                  <a:pt x="17" y="37"/>
                  <a:pt x="17" y="36"/>
                </a:cubicBezTo>
                <a:cubicBezTo>
                  <a:pt x="17" y="34"/>
                  <a:pt x="17" y="34"/>
                  <a:pt x="17" y="34"/>
                </a:cubicBezTo>
                <a:cubicBezTo>
                  <a:pt x="16" y="34"/>
                  <a:pt x="15" y="33"/>
                  <a:pt x="14" y="33"/>
                </a:cubicBezTo>
                <a:cubicBezTo>
                  <a:pt x="14" y="32"/>
                  <a:pt x="13" y="31"/>
                  <a:pt x="13" y="29"/>
                </a:cubicBezTo>
                <a:cubicBezTo>
                  <a:pt x="13" y="28"/>
                  <a:pt x="14" y="27"/>
                  <a:pt x="14" y="26"/>
                </a:cubicBezTo>
                <a:cubicBezTo>
                  <a:pt x="15" y="25"/>
                  <a:pt x="16" y="25"/>
                  <a:pt x="18" y="25"/>
                </a:cubicBezTo>
                <a:cubicBezTo>
                  <a:pt x="19" y="25"/>
                  <a:pt x="20" y="25"/>
                  <a:pt x="21" y="26"/>
                </a:cubicBezTo>
                <a:cubicBezTo>
                  <a:pt x="22" y="27"/>
                  <a:pt x="22" y="28"/>
                  <a:pt x="22" y="29"/>
                </a:cubicBezTo>
                <a:cubicBezTo>
                  <a:pt x="22" y="31"/>
                  <a:pt x="22" y="32"/>
                  <a:pt x="21" y="33"/>
                </a:cubicBezTo>
                <a:cubicBezTo>
                  <a:pt x="20" y="33"/>
                  <a:pt x="20" y="34"/>
                  <a:pt x="19" y="34"/>
                </a:cubicBezTo>
                <a:close/>
                <a:moveTo>
                  <a:pt x="9" y="18"/>
                </a:moveTo>
                <a:cubicBezTo>
                  <a:pt x="9" y="18"/>
                  <a:pt x="9" y="18"/>
                  <a:pt x="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0"/>
                  <a:pt x="25" y="8"/>
                  <a:pt x="24" y="7"/>
                </a:cubicBezTo>
                <a:cubicBezTo>
                  <a:pt x="22" y="5"/>
                  <a:pt x="20" y="4"/>
                  <a:pt x="18" y="4"/>
                </a:cubicBezTo>
                <a:cubicBezTo>
                  <a:pt x="15" y="4"/>
                  <a:pt x="13" y="5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0" y="8"/>
                  <a:pt x="9" y="10"/>
                  <a:pt x="9" y="13"/>
                </a:cubicBezTo>
                <a:cubicBezTo>
                  <a:pt x="9" y="18"/>
                  <a:pt x="9" y="18"/>
                  <a:pt x="9" y="18"/>
                </a:cubicBezTo>
                <a:close/>
                <a:moveTo>
                  <a:pt x="30" y="22"/>
                </a:moveTo>
                <a:cubicBezTo>
                  <a:pt x="30" y="22"/>
                  <a:pt x="30" y="22"/>
                  <a:pt x="30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39"/>
                  <a:pt x="4" y="39"/>
                  <a:pt x="4" y="39"/>
                </a:cubicBezTo>
                <a:cubicBezTo>
                  <a:pt x="4" y="40"/>
                  <a:pt x="4" y="40"/>
                  <a:pt x="5" y="40"/>
                </a:cubicBezTo>
                <a:cubicBezTo>
                  <a:pt x="5" y="40"/>
                  <a:pt x="5" y="40"/>
                  <a:pt x="5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0"/>
                  <a:pt x="31" y="40"/>
                  <a:pt x="31" y="39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0" y="22"/>
                </a:cubicBezTo>
                <a:close/>
                <a:moveTo>
                  <a:pt x="33" y="43"/>
                </a:moveTo>
                <a:cubicBezTo>
                  <a:pt x="33" y="43"/>
                  <a:pt x="33" y="43"/>
                  <a:pt x="33" y="43"/>
                </a:cubicBezTo>
                <a:cubicBezTo>
                  <a:pt x="33" y="44"/>
                  <a:pt x="32" y="43"/>
                  <a:pt x="31" y="43"/>
                </a:cubicBezTo>
                <a:cubicBezTo>
                  <a:pt x="33" y="43"/>
                  <a:pt x="33" y="43"/>
                  <a:pt x="33" y="4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52" name="Freeform 86">
            <a:extLst>
              <a:ext uri="{FF2B5EF4-FFF2-40B4-BE49-F238E27FC236}">
                <a16:creationId xmlns:a16="http://schemas.microsoft.com/office/drawing/2014/main" id="{E6E24D7E-4A97-1D31-0FAC-5A678D0B1246}"/>
              </a:ext>
            </a:extLst>
          </p:cNvPr>
          <p:cNvSpPr>
            <a:spLocks noEditPoints="1"/>
          </p:cNvSpPr>
          <p:nvPr/>
        </p:nvSpPr>
        <p:spPr bwMode="auto">
          <a:xfrm>
            <a:off x="4651834" y="2167914"/>
            <a:ext cx="213784" cy="194733"/>
          </a:xfrm>
          <a:custGeom>
            <a:avLst/>
            <a:gdLst>
              <a:gd name="T0" fmla="*/ 54515 w 50"/>
              <a:gd name="T1" fmla="*/ 57150 h 46"/>
              <a:gd name="T2" fmla="*/ 51308 w 50"/>
              <a:gd name="T3" fmla="*/ 73025 h 46"/>
              <a:gd name="T4" fmla="*/ 32068 w 50"/>
              <a:gd name="T5" fmla="*/ 69850 h 46"/>
              <a:gd name="T6" fmla="*/ 32068 w 50"/>
              <a:gd name="T7" fmla="*/ 57150 h 46"/>
              <a:gd name="T8" fmla="*/ 38481 w 50"/>
              <a:gd name="T9" fmla="*/ 41275 h 46"/>
              <a:gd name="T10" fmla="*/ 48101 w 50"/>
              <a:gd name="T11" fmla="*/ 44450 h 46"/>
              <a:gd name="T12" fmla="*/ 44895 w 50"/>
              <a:gd name="T13" fmla="*/ 47625 h 46"/>
              <a:gd name="T14" fmla="*/ 80169 w 50"/>
              <a:gd name="T15" fmla="*/ 0 h 46"/>
              <a:gd name="T16" fmla="*/ 160338 w 50"/>
              <a:gd name="T17" fmla="*/ 69850 h 46"/>
              <a:gd name="T18" fmla="*/ 60928 w 50"/>
              <a:gd name="T19" fmla="*/ 136525 h 46"/>
              <a:gd name="T20" fmla="*/ 22447 w 50"/>
              <a:gd name="T21" fmla="*/ 146050 h 46"/>
              <a:gd name="T22" fmla="*/ 12827 w 50"/>
              <a:gd name="T23" fmla="*/ 136525 h 46"/>
              <a:gd name="T24" fmla="*/ 6414 w 50"/>
              <a:gd name="T25" fmla="*/ 95250 h 46"/>
              <a:gd name="T26" fmla="*/ 80169 w 50"/>
              <a:gd name="T27" fmla="*/ 0 h 46"/>
              <a:gd name="T28" fmla="*/ 80169 w 50"/>
              <a:gd name="T29" fmla="*/ 12700 h 46"/>
              <a:gd name="T30" fmla="*/ 16034 w 50"/>
              <a:gd name="T31" fmla="*/ 88900 h 46"/>
              <a:gd name="T32" fmla="*/ 25654 w 50"/>
              <a:gd name="T33" fmla="*/ 130175 h 46"/>
              <a:gd name="T34" fmla="*/ 64135 w 50"/>
              <a:gd name="T35" fmla="*/ 127000 h 46"/>
              <a:gd name="T36" fmla="*/ 150718 w 50"/>
              <a:gd name="T37" fmla="*/ 69850 h 46"/>
              <a:gd name="T38" fmla="*/ 105823 w 50"/>
              <a:gd name="T39" fmla="*/ 85725 h 46"/>
              <a:gd name="T40" fmla="*/ 102616 w 50"/>
              <a:gd name="T41" fmla="*/ 95250 h 46"/>
              <a:gd name="T42" fmla="*/ 89789 w 50"/>
              <a:gd name="T43" fmla="*/ 101600 h 46"/>
              <a:gd name="T44" fmla="*/ 96203 w 50"/>
              <a:gd name="T45" fmla="*/ 95250 h 46"/>
              <a:gd name="T46" fmla="*/ 96203 w 50"/>
              <a:gd name="T47" fmla="*/ 88900 h 46"/>
              <a:gd name="T48" fmla="*/ 83376 w 50"/>
              <a:gd name="T49" fmla="*/ 85725 h 46"/>
              <a:gd name="T50" fmla="*/ 86583 w 50"/>
              <a:gd name="T51" fmla="*/ 66675 h 46"/>
              <a:gd name="T52" fmla="*/ 105823 w 50"/>
              <a:gd name="T53" fmla="*/ 69850 h 46"/>
              <a:gd name="T54" fmla="*/ 105823 w 50"/>
              <a:gd name="T55" fmla="*/ 85725 h 46"/>
              <a:gd name="T56" fmla="*/ 128270 w 50"/>
              <a:gd name="T57" fmla="*/ 85725 h 46"/>
              <a:gd name="T58" fmla="*/ 125064 w 50"/>
              <a:gd name="T59" fmla="*/ 101600 h 46"/>
              <a:gd name="T60" fmla="*/ 115443 w 50"/>
              <a:gd name="T61" fmla="*/ 95250 h 46"/>
              <a:gd name="T62" fmla="*/ 118650 w 50"/>
              <a:gd name="T63" fmla="*/ 95250 h 46"/>
              <a:gd name="T64" fmla="*/ 121857 w 50"/>
              <a:gd name="T65" fmla="*/ 88900 h 46"/>
              <a:gd name="T66" fmla="*/ 109030 w 50"/>
              <a:gd name="T67" fmla="*/ 85725 h 46"/>
              <a:gd name="T68" fmla="*/ 112237 w 50"/>
              <a:gd name="T69" fmla="*/ 66675 h 46"/>
              <a:gd name="T70" fmla="*/ 128270 w 50"/>
              <a:gd name="T71" fmla="*/ 69850 h 46"/>
              <a:gd name="T72" fmla="*/ 57722 w 50"/>
              <a:gd name="T73" fmla="*/ 57150 h 46"/>
              <a:gd name="T74" fmla="*/ 60928 w 50"/>
              <a:gd name="T75" fmla="*/ 44450 h 46"/>
              <a:gd name="T76" fmla="*/ 67342 w 50"/>
              <a:gd name="T77" fmla="*/ 38100 h 46"/>
              <a:gd name="T78" fmla="*/ 67342 w 50"/>
              <a:gd name="T79" fmla="*/ 47625 h 46"/>
              <a:gd name="T80" fmla="*/ 64135 w 50"/>
              <a:gd name="T81" fmla="*/ 53975 h 46"/>
              <a:gd name="T82" fmla="*/ 80169 w 50"/>
              <a:gd name="T83" fmla="*/ 57150 h 46"/>
              <a:gd name="T84" fmla="*/ 73755 w 50"/>
              <a:gd name="T85" fmla="*/ 73025 h 46"/>
              <a:gd name="T86" fmla="*/ 57722 w 50"/>
              <a:gd name="T87" fmla="*/ 69850 h 4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0" h="46">
                <a:moveTo>
                  <a:pt x="13" y="17"/>
                </a:moveTo>
                <a:cubicBezTo>
                  <a:pt x="16" y="17"/>
                  <a:pt x="16" y="17"/>
                  <a:pt x="16" y="17"/>
                </a:cubicBezTo>
                <a:cubicBezTo>
                  <a:pt x="16" y="17"/>
                  <a:pt x="17" y="17"/>
                  <a:pt x="17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3"/>
                  <a:pt x="16" y="23"/>
                  <a:pt x="16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1" y="23"/>
                  <a:pt x="10" y="23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1"/>
                  <a:pt x="10" y="19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6"/>
                  <a:pt x="11" y="15"/>
                  <a:pt x="11" y="14"/>
                </a:cubicBezTo>
                <a:cubicBezTo>
                  <a:pt x="11" y="14"/>
                  <a:pt x="12" y="13"/>
                  <a:pt x="12" y="13"/>
                </a:cubicBezTo>
                <a:cubicBezTo>
                  <a:pt x="13" y="13"/>
                  <a:pt x="13" y="12"/>
                  <a:pt x="14" y="12"/>
                </a:cubicBezTo>
                <a:cubicBezTo>
                  <a:pt x="14" y="12"/>
                  <a:pt x="15" y="12"/>
                  <a:pt x="15" y="13"/>
                </a:cubicBezTo>
                <a:cubicBezTo>
                  <a:pt x="15" y="13"/>
                  <a:pt x="15" y="14"/>
                  <a:pt x="15" y="14"/>
                </a:cubicBezTo>
                <a:cubicBezTo>
                  <a:pt x="14" y="14"/>
                  <a:pt x="14" y="14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6"/>
                  <a:pt x="13" y="16"/>
                  <a:pt x="13" y="17"/>
                </a:cubicBezTo>
                <a:close/>
                <a:moveTo>
                  <a:pt x="25" y="0"/>
                </a:moveTo>
                <a:cubicBezTo>
                  <a:pt x="25" y="0"/>
                  <a:pt x="25" y="0"/>
                  <a:pt x="25" y="0"/>
                </a:cubicBezTo>
                <a:cubicBezTo>
                  <a:pt x="32" y="0"/>
                  <a:pt x="39" y="3"/>
                  <a:pt x="43" y="7"/>
                </a:cubicBezTo>
                <a:cubicBezTo>
                  <a:pt x="48" y="11"/>
                  <a:pt x="50" y="16"/>
                  <a:pt x="50" y="22"/>
                </a:cubicBezTo>
                <a:cubicBezTo>
                  <a:pt x="50" y="28"/>
                  <a:pt x="48" y="34"/>
                  <a:pt x="43" y="38"/>
                </a:cubicBezTo>
                <a:cubicBezTo>
                  <a:pt x="39" y="42"/>
                  <a:pt x="32" y="44"/>
                  <a:pt x="25" y="44"/>
                </a:cubicBezTo>
                <a:cubicBezTo>
                  <a:pt x="23" y="44"/>
                  <a:pt x="21" y="44"/>
                  <a:pt x="19" y="43"/>
                </a:cubicBezTo>
                <a:cubicBezTo>
                  <a:pt x="18" y="43"/>
                  <a:pt x="16" y="43"/>
                  <a:pt x="15" y="42"/>
                </a:cubicBezTo>
                <a:cubicBezTo>
                  <a:pt x="9" y="45"/>
                  <a:pt x="9" y="45"/>
                  <a:pt x="9" y="45"/>
                </a:cubicBezTo>
                <a:cubicBezTo>
                  <a:pt x="8" y="46"/>
                  <a:pt x="7" y="46"/>
                  <a:pt x="7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6" y="46"/>
                  <a:pt x="6" y="45"/>
                  <a:pt x="5" y="45"/>
                </a:cubicBezTo>
                <a:cubicBezTo>
                  <a:pt x="4" y="45"/>
                  <a:pt x="4" y="44"/>
                  <a:pt x="4" y="43"/>
                </a:cubicBezTo>
                <a:cubicBezTo>
                  <a:pt x="4" y="43"/>
                  <a:pt x="4" y="42"/>
                  <a:pt x="4" y="42"/>
                </a:cubicBezTo>
                <a:cubicBezTo>
                  <a:pt x="5" y="35"/>
                  <a:pt x="5" y="35"/>
                  <a:pt x="5" y="35"/>
                </a:cubicBezTo>
                <a:cubicBezTo>
                  <a:pt x="4" y="33"/>
                  <a:pt x="3" y="32"/>
                  <a:pt x="2" y="30"/>
                </a:cubicBezTo>
                <a:cubicBezTo>
                  <a:pt x="1" y="27"/>
                  <a:pt x="0" y="25"/>
                  <a:pt x="0" y="22"/>
                </a:cubicBezTo>
                <a:cubicBezTo>
                  <a:pt x="0" y="16"/>
                  <a:pt x="3" y="11"/>
                  <a:pt x="8" y="7"/>
                </a:cubicBezTo>
                <a:cubicBezTo>
                  <a:pt x="12" y="3"/>
                  <a:pt x="19" y="0"/>
                  <a:pt x="25" y="0"/>
                </a:cubicBezTo>
                <a:close/>
                <a:moveTo>
                  <a:pt x="41" y="10"/>
                </a:moveTo>
                <a:cubicBezTo>
                  <a:pt x="41" y="10"/>
                  <a:pt x="41" y="10"/>
                  <a:pt x="41" y="10"/>
                </a:cubicBezTo>
                <a:cubicBezTo>
                  <a:pt x="37" y="6"/>
                  <a:pt x="31" y="4"/>
                  <a:pt x="25" y="4"/>
                </a:cubicBezTo>
                <a:cubicBezTo>
                  <a:pt x="19" y="4"/>
                  <a:pt x="14" y="6"/>
                  <a:pt x="10" y="10"/>
                </a:cubicBezTo>
                <a:cubicBezTo>
                  <a:pt x="7" y="13"/>
                  <a:pt x="4" y="17"/>
                  <a:pt x="4" y="22"/>
                </a:cubicBezTo>
                <a:cubicBezTo>
                  <a:pt x="4" y="24"/>
                  <a:pt x="5" y="26"/>
                  <a:pt x="5" y="28"/>
                </a:cubicBezTo>
                <a:cubicBezTo>
                  <a:pt x="6" y="30"/>
                  <a:pt x="7" y="32"/>
                  <a:pt x="9" y="33"/>
                </a:cubicBezTo>
                <a:cubicBezTo>
                  <a:pt x="9" y="34"/>
                  <a:pt x="9" y="34"/>
                  <a:pt x="9" y="35"/>
                </a:cubicBezTo>
                <a:cubicBezTo>
                  <a:pt x="8" y="41"/>
                  <a:pt x="8" y="41"/>
                  <a:pt x="8" y="41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38"/>
                  <a:pt x="15" y="38"/>
                  <a:pt x="15" y="38"/>
                </a:cubicBezTo>
                <a:cubicBezTo>
                  <a:pt x="17" y="39"/>
                  <a:pt x="18" y="39"/>
                  <a:pt x="20" y="40"/>
                </a:cubicBezTo>
                <a:cubicBezTo>
                  <a:pt x="22" y="40"/>
                  <a:pt x="24" y="40"/>
                  <a:pt x="25" y="40"/>
                </a:cubicBezTo>
                <a:cubicBezTo>
                  <a:pt x="31" y="40"/>
                  <a:pt x="37" y="38"/>
                  <a:pt x="41" y="35"/>
                </a:cubicBezTo>
                <a:cubicBezTo>
                  <a:pt x="44" y="32"/>
                  <a:pt x="47" y="27"/>
                  <a:pt x="47" y="22"/>
                </a:cubicBezTo>
                <a:cubicBezTo>
                  <a:pt x="47" y="17"/>
                  <a:pt x="44" y="13"/>
                  <a:pt x="41" y="10"/>
                </a:cubicBezTo>
                <a:close/>
                <a:moveTo>
                  <a:pt x="33" y="27"/>
                </a:move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8"/>
                  <a:pt x="33" y="29"/>
                </a:cubicBezTo>
                <a:cubicBezTo>
                  <a:pt x="33" y="29"/>
                  <a:pt x="32" y="30"/>
                  <a:pt x="32" y="30"/>
                </a:cubicBezTo>
                <a:cubicBezTo>
                  <a:pt x="32" y="31"/>
                  <a:pt x="32" y="31"/>
                  <a:pt x="31" y="32"/>
                </a:cubicBezTo>
                <a:cubicBezTo>
                  <a:pt x="31" y="32"/>
                  <a:pt x="30" y="32"/>
                  <a:pt x="30" y="33"/>
                </a:cubicBezTo>
                <a:cubicBezTo>
                  <a:pt x="29" y="33"/>
                  <a:pt x="28" y="33"/>
                  <a:pt x="28" y="32"/>
                </a:cubicBezTo>
                <a:cubicBezTo>
                  <a:pt x="28" y="31"/>
                  <a:pt x="28" y="31"/>
                  <a:pt x="29" y="30"/>
                </a:cubicBezTo>
                <a:cubicBezTo>
                  <a:pt x="29" y="30"/>
                  <a:pt x="29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29"/>
                  <a:pt x="30" y="29"/>
                </a:cubicBezTo>
                <a:cubicBezTo>
                  <a:pt x="30" y="29"/>
                  <a:pt x="30" y="29"/>
                  <a:pt x="30" y="28"/>
                </a:cubicBezTo>
                <a:cubicBezTo>
                  <a:pt x="30" y="28"/>
                  <a:pt x="30" y="28"/>
                  <a:pt x="31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6" y="27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7" y="21"/>
                  <a:pt x="27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4"/>
                  <a:pt x="33" y="25"/>
                  <a:pt x="33" y="27"/>
                </a:cubicBezTo>
                <a:cubicBezTo>
                  <a:pt x="33" y="27"/>
                  <a:pt x="33" y="27"/>
                  <a:pt x="33" y="27"/>
                </a:cubicBezTo>
                <a:close/>
                <a:moveTo>
                  <a:pt x="40" y="27"/>
                </a:moveTo>
                <a:cubicBezTo>
                  <a:pt x="40" y="27"/>
                  <a:pt x="40" y="27"/>
                  <a:pt x="40" y="27"/>
                </a:cubicBezTo>
                <a:cubicBezTo>
                  <a:pt x="40" y="27"/>
                  <a:pt x="40" y="27"/>
                  <a:pt x="40" y="27"/>
                </a:cubicBezTo>
                <a:cubicBezTo>
                  <a:pt x="40" y="27"/>
                  <a:pt x="40" y="28"/>
                  <a:pt x="40" y="29"/>
                </a:cubicBezTo>
                <a:cubicBezTo>
                  <a:pt x="40" y="29"/>
                  <a:pt x="40" y="30"/>
                  <a:pt x="40" y="30"/>
                </a:cubicBezTo>
                <a:cubicBezTo>
                  <a:pt x="40" y="31"/>
                  <a:pt x="39" y="31"/>
                  <a:pt x="39" y="32"/>
                </a:cubicBezTo>
                <a:cubicBezTo>
                  <a:pt x="38" y="32"/>
                  <a:pt x="38" y="32"/>
                  <a:pt x="37" y="33"/>
                </a:cubicBezTo>
                <a:cubicBezTo>
                  <a:pt x="37" y="33"/>
                  <a:pt x="36" y="33"/>
                  <a:pt x="36" y="32"/>
                </a:cubicBezTo>
                <a:cubicBezTo>
                  <a:pt x="35" y="31"/>
                  <a:pt x="36" y="31"/>
                  <a:pt x="36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0"/>
                  <a:pt x="38" y="29"/>
                  <a:pt x="38" y="29"/>
                </a:cubicBezTo>
                <a:cubicBezTo>
                  <a:pt x="38" y="29"/>
                  <a:pt x="38" y="29"/>
                  <a:pt x="38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4" y="28"/>
                  <a:pt x="34" y="27"/>
                  <a:pt x="34" y="27"/>
                </a:cubicBezTo>
                <a:cubicBezTo>
                  <a:pt x="34" y="27"/>
                  <a:pt x="34" y="27"/>
                  <a:pt x="34" y="27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9" y="21"/>
                  <a:pt x="39" y="21"/>
                  <a:pt x="39" y="21"/>
                </a:cubicBezTo>
                <a:cubicBezTo>
                  <a:pt x="40" y="21"/>
                  <a:pt x="40" y="22"/>
                  <a:pt x="40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40" y="24"/>
                  <a:pt x="40" y="25"/>
                  <a:pt x="40" y="27"/>
                </a:cubicBezTo>
                <a:cubicBezTo>
                  <a:pt x="40" y="27"/>
                  <a:pt x="40" y="27"/>
                  <a:pt x="40" y="27"/>
                </a:cubicBezTo>
                <a:close/>
                <a:moveTo>
                  <a:pt x="18" y="18"/>
                </a:moveTo>
                <a:cubicBezTo>
                  <a:pt x="18" y="18"/>
                  <a:pt x="18" y="18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6"/>
                  <a:pt x="18" y="15"/>
                  <a:pt x="19" y="14"/>
                </a:cubicBezTo>
                <a:cubicBezTo>
                  <a:pt x="19" y="14"/>
                  <a:pt x="19" y="13"/>
                  <a:pt x="20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2"/>
                  <a:pt x="21" y="12"/>
                  <a:pt x="21" y="12"/>
                </a:cubicBezTo>
                <a:cubicBezTo>
                  <a:pt x="22" y="12"/>
                  <a:pt x="22" y="12"/>
                  <a:pt x="23" y="13"/>
                </a:cubicBezTo>
                <a:cubicBezTo>
                  <a:pt x="23" y="13"/>
                  <a:pt x="23" y="14"/>
                  <a:pt x="22" y="14"/>
                </a:cubicBezTo>
                <a:cubicBezTo>
                  <a:pt x="22" y="14"/>
                  <a:pt x="22" y="14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0" y="16"/>
                  <a:pt x="20" y="16"/>
                  <a:pt x="20" y="17"/>
                </a:cubicBezTo>
                <a:cubicBezTo>
                  <a:pt x="23" y="17"/>
                  <a:pt x="23" y="17"/>
                  <a:pt x="23" y="17"/>
                </a:cubicBezTo>
                <a:cubicBezTo>
                  <a:pt x="24" y="17"/>
                  <a:pt x="25" y="17"/>
                  <a:pt x="25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3"/>
                  <a:pt x="24" y="23"/>
                  <a:pt x="23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8" y="23"/>
                  <a:pt x="18" y="23"/>
                  <a:pt x="18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21"/>
                  <a:pt x="18" y="19"/>
                  <a:pt x="18" y="18"/>
                </a:cubicBezTo>
                <a:cubicBezTo>
                  <a:pt x="18" y="18"/>
                  <a:pt x="18" y="18"/>
                  <a:pt x="18" y="1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53" name="Freeform 87">
            <a:extLst>
              <a:ext uri="{FF2B5EF4-FFF2-40B4-BE49-F238E27FC236}">
                <a16:creationId xmlns:a16="http://schemas.microsoft.com/office/drawing/2014/main" id="{8A79A4C6-B981-CED3-D22F-7159ECF0AE3F}"/>
              </a:ext>
            </a:extLst>
          </p:cNvPr>
          <p:cNvSpPr>
            <a:spLocks noEditPoints="1"/>
          </p:cNvSpPr>
          <p:nvPr/>
        </p:nvSpPr>
        <p:spPr bwMode="auto">
          <a:xfrm>
            <a:off x="5060352" y="2580665"/>
            <a:ext cx="182033" cy="211667"/>
          </a:xfrm>
          <a:custGeom>
            <a:avLst/>
            <a:gdLst>
              <a:gd name="T0" fmla="*/ 136525 w 43"/>
              <a:gd name="T1" fmla="*/ 22225 h 50"/>
              <a:gd name="T2" fmla="*/ 136525 w 43"/>
              <a:gd name="T3" fmla="*/ 152400 h 50"/>
              <a:gd name="T4" fmla="*/ 130175 w 43"/>
              <a:gd name="T5" fmla="*/ 158750 h 50"/>
              <a:gd name="T6" fmla="*/ 25400 w 43"/>
              <a:gd name="T7" fmla="*/ 158750 h 50"/>
              <a:gd name="T8" fmla="*/ 0 w 43"/>
              <a:gd name="T9" fmla="*/ 142875 h 50"/>
              <a:gd name="T10" fmla="*/ 0 w 43"/>
              <a:gd name="T11" fmla="*/ 15875 h 50"/>
              <a:gd name="T12" fmla="*/ 9525 w 43"/>
              <a:gd name="T13" fmla="*/ 3175 h 50"/>
              <a:gd name="T14" fmla="*/ 130175 w 43"/>
              <a:gd name="T15" fmla="*/ 0 h 50"/>
              <a:gd name="T16" fmla="*/ 130175 w 43"/>
              <a:gd name="T17" fmla="*/ 12700 h 50"/>
              <a:gd name="T18" fmla="*/ 15875 w 43"/>
              <a:gd name="T19" fmla="*/ 12700 h 50"/>
              <a:gd name="T20" fmla="*/ 15875 w 43"/>
              <a:gd name="T21" fmla="*/ 15875 h 50"/>
              <a:gd name="T22" fmla="*/ 130175 w 43"/>
              <a:gd name="T23" fmla="*/ 15875 h 50"/>
              <a:gd name="T24" fmla="*/ 41275 w 43"/>
              <a:gd name="T25" fmla="*/ 123825 h 50"/>
              <a:gd name="T26" fmla="*/ 38100 w 43"/>
              <a:gd name="T27" fmla="*/ 127000 h 50"/>
              <a:gd name="T28" fmla="*/ 41275 w 43"/>
              <a:gd name="T29" fmla="*/ 111125 h 50"/>
              <a:gd name="T30" fmla="*/ 53975 w 43"/>
              <a:gd name="T31" fmla="*/ 104775 h 50"/>
              <a:gd name="T32" fmla="*/ 57150 w 43"/>
              <a:gd name="T33" fmla="*/ 104775 h 50"/>
              <a:gd name="T34" fmla="*/ 50800 w 43"/>
              <a:gd name="T35" fmla="*/ 95250 h 50"/>
              <a:gd name="T36" fmla="*/ 44450 w 43"/>
              <a:gd name="T37" fmla="*/ 88900 h 50"/>
              <a:gd name="T38" fmla="*/ 44450 w 43"/>
              <a:gd name="T39" fmla="*/ 73025 h 50"/>
              <a:gd name="T40" fmla="*/ 53975 w 43"/>
              <a:gd name="T41" fmla="*/ 53975 h 50"/>
              <a:gd name="T42" fmla="*/ 73025 w 43"/>
              <a:gd name="T43" fmla="*/ 50800 h 50"/>
              <a:gd name="T44" fmla="*/ 88900 w 43"/>
              <a:gd name="T45" fmla="*/ 57150 h 50"/>
              <a:gd name="T46" fmla="*/ 92075 w 43"/>
              <a:gd name="T47" fmla="*/ 76200 h 50"/>
              <a:gd name="T48" fmla="*/ 92075 w 43"/>
              <a:gd name="T49" fmla="*/ 88900 h 50"/>
              <a:gd name="T50" fmla="*/ 88900 w 43"/>
              <a:gd name="T51" fmla="*/ 95250 h 50"/>
              <a:gd name="T52" fmla="*/ 85725 w 43"/>
              <a:gd name="T53" fmla="*/ 95250 h 50"/>
              <a:gd name="T54" fmla="*/ 82550 w 43"/>
              <a:gd name="T55" fmla="*/ 104775 h 50"/>
              <a:gd name="T56" fmla="*/ 82550 w 43"/>
              <a:gd name="T57" fmla="*/ 104775 h 50"/>
              <a:gd name="T58" fmla="*/ 101600 w 43"/>
              <a:gd name="T59" fmla="*/ 123825 h 50"/>
              <a:gd name="T60" fmla="*/ 95250 w 43"/>
              <a:gd name="T61" fmla="*/ 123825 h 50"/>
              <a:gd name="T62" fmla="*/ 82550 w 43"/>
              <a:gd name="T63" fmla="*/ 111125 h 50"/>
              <a:gd name="T64" fmla="*/ 76200 w 43"/>
              <a:gd name="T65" fmla="*/ 111125 h 50"/>
              <a:gd name="T66" fmla="*/ 73025 w 43"/>
              <a:gd name="T67" fmla="*/ 104775 h 50"/>
              <a:gd name="T68" fmla="*/ 76200 w 43"/>
              <a:gd name="T69" fmla="*/ 98425 h 50"/>
              <a:gd name="T70" fmla="*/ 82550 w 43"/>
              <a:gd name="T71" fmla="*/ 88900 h 50"/>
              <a:gd name="T72" fmla="*/ 85725 w 43"/>
              <a:gd name="T73" fmla="*/ 85725 h 50"/>
              <a:gd name="T74" fmla="*/ 85725 w 43"/>
              <a:gd name="T75" fmla="*/ 82550 h 50"/>
              <a:gd name="T76" fmla="*/ 85725 w 43"/>
              <a:gd name="T77" fmla="*/ 79375 h 50"/>
              <a:gd name="T78" fmla="*/ 85725 w 43"/>
              <a:gd name="T79" fmla="*/ 73025 h 50"/>
              <a:gd name="T80" fmla="*/ 82550 w 43"/>
              <a:gd name="T81" fmla="*/ 63500 h 50"/>
              <a:gd name="T82" fmla="*/ 76200 w 43"/>
              <a:gd name="T83" fmla="*/ 60325 h 50"/>
              <a:gd name="T84" fmla="*/ 73025 w 43"/>
              <a:gd name="T85" fmla="*/ 57150 h 50"/>
              <a:gd name="T86" fmla="*/ 66675 w 43"/>
              <a:gd name="T87" fmla="*/ 57150 h 50"/>
              <a:gd name="T88" fmla="*/ 53975 w 43"/>
              <a:gd name="T89" fmla="*/ 66675 h 50"/>
              <a:gd name="T90" fmla="*/ 53975 w 43"/>
              <a:gd name="T91" fmla="*/ 79375 h 50"/>
              <a:gd name="T92" fmla="*/ 53975 w 43"/>
              <a:gd name="T93" fmla="*/ 85725 h 50"/>
              <a:gd name="T94" fmla="*/ 53975 w 43"/>
              <a:gd name="T95" fmla="*/ 88900 h 50"/>
              <a:gd name="T96" fmla="*/ 60325 w 43"/>
              <a:gd name="T97" fmla="*/ 98425 h 50"/>
              <a:gd name="T98" fmla="*/ 63500 w 43"/>
              <a:gd name="T99" fmla="*/ 101600 h 50"/>
              <a:gd name="T100" fmla="*/ 63500 w 43"/>
              <a:gd name="T101" fmla="*/ 104775 h 50"/>
              <a:gd name="T102" fmla="*/ 53975 w 43"/>
              <a:gd name="T103" fmla="*/ 111125 h 50"/>
              <a:gd name="T104" fmla="*/ 41275 w 43"/>
              <a:gd name="T105" fmla="*/ 123825 h 50"/>
              <a:gd name="T106" fmla="*/ 25400 w 43"/>
              <a:gd name="T107" fmla="*/ 28575 h 50"/>
              <a:gd name="T108" fmla="*/ 12700 w 43"/>
              <a:gd name="T109" fmla="*/ 142875 h 50"/>
              <a:gd name="T110" fmla="*/ 25400 w 43"/>
              <a:gd name="T111" fmla="*/ 146050 h 50"/>
              <a:gd name="T112" fmla="*/ 123825 w 43"/>
              <a:gd name="T113" fmla="*/ 28575 h 5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43" h="50">
                <a:moveTo>
                  <a:pt x="41" y="5"/>
                </a:moveTo>
                <a:cubicBezTo>
                  <a:pt x="42" y="5"/>
                  <a:pt x="43" y="6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48"/>
                  <a:pt x="43" y="48"/>
                  <a:pt x="4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3" y="49"/>
                  <a:pt x="42" y="50"/>
                  <a:pt x="41" y="50"/>
                </a:cubicBezTo>
                <a:cubicBezTo>
                  <a:pt x="41" y="50"/>
                  <a:pt x="41" y="50"/>
                  <a:pt x="41" y="50"/>
                </a:cubicBezTo>
                <a:cubicBezTo>
                  <a:pt x="8" y="50"/>
                  <a:pt x="8" y="50"/>
                  <a:pt x="8" y="50"/>
                </a:cubicBezTo>
                <a:cubicBezTo>
                  <a:pt x="6" y="50"/>
                  <a:pt x="4" y="49"/>
                  <a:pt x="3" y="49"/>
                </a:cubicBezTo>
                <a:cubicBezTo>
                  <a:pt x="1" y="48"/>
                  <a:pt x="0" y="47"/>
                  <a:pt x="0" y="45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1" y="2"/>
                  <a:pt x="3" y="1"/>
                </a:cubicBezTo>
                <a:cubicBezTo>
                  <a:pt x="4" y="0"/>
                  <a:pt x="6" y="0"/>
                  <a:pt x="8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2" y="0"/>
                  <a:pt x="43" y="1"/>
                  <a:pt x="43" y="2"/>
                </a:cubicBezTo>
                <a:cubicBezTo>
                  <a:pt x="43" y="3"/>
                  <a:pt x="42" y="4"/>
                  <a:pt x="41" y="4"/>
                </a:cubicBezTo>
                <a:cubicBezTo>
                  <a:pt x="8" y="4"/>
                  <a:pt x="8" y="4"/>
                  <a:pt x="8" y="4"/>
                </a:cubicBezTo>
                <a:cubicBezTo>
                  <a:pt x="7" y="4"/>
                  <a:pt x="5" y="4"/>
                  <a:pt x="5" y="4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5" y="5"/>
                </a:cubicBezTo>
                <a:cubicBezTo>
                  <a:pt x="5" y="5"/>
                  <a:pt x="7" y="5"/>
                  <a:pt x="8" y="5"/>
                </a:cubicBezTo>
                <a:cubicBezTo>
                  <a:pt x="41" y="5"/>
                  <a:pt x="41" y="5"/>
                  <a:pt x="41" y="5"/>
                </a:cubicBezTo>
                <a:cubicBezTo>
                  <a:pt x="41" y="5"/>
                  <a:pt x="41" y="5"/>
                  <a:pt x="41" y="5"/>
                </a:cubicBezTo>
                <a:close/>
                <a:moveTo>
                  <a:pt x="13" y="39"/>
                </a:moveTo>
                <a:cubicBezTo>
                  <a:pt x="13" y="39"/>
                  <a:pt x="13" y="39"/>
                  <a:pt x="13" y="39"/>
                </a:cubicBezTo>
                <a:cubicBezTo>
                  <a:pt x="13" y="40"/>
                  <a:pt x="13" y="40"/>
                  <a:pt x="12" y="40"/>
                </a:cubicBezTo>
                <a:cubicBezTo>
                  <a:pt x="11" y="40"/>
                  <a:pt x="11" y="40"/>
                  <a:pt x="11" y="39"/>
                </a:cubicBezTo>
                <a:cubicBezTo>
                  <a:pt x="11" y="37"/>
                  <a:pt x="12" y="36"/>
                  <a:pt x="13" y="35"/>
                </a:cubicBezTo>
                <a:cubicBezTo>
                  <a:pt x="14" y="34"/>
                  <a:pt x="16" y="33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33"/>
                  <a:pt x="17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7" y="32"/>
                  <a:pt x="16" y="31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5" y="29"/>
                  <a:pt x="15" y="29"/>
                  <a:pt x="14" y="28"/>
                </a:cubicBezTo>
                <a:cubicBezTo>
                  <a:pt x="14" y="27"/>
                  <a:pt x="14" y="26"/>
                  <a:pt x="14" y="25"/>
                </a:cubicBezTo>
                <a:cubicBezTo>
                  <a:pt x="14" y="25"/>
                  <a:pt x="14" y="24"/>
                  <a:pt x="14" y="23"/>
                </a:cubicBezTo>
                <a:cubicBezTo>
                  <a:pt x="14" y="22"/>
                  <a:pt x="14" y="21"/>
                  <a:pt x="15" y="20"/>
                </a:cubicBezTo>
                <a:cubicBezTo>
                  <a:pt x="15" y="19"/>
                  <a:pt x="16" y="17"/>
                  <a:pt x="17" y="17"/>
                </a:cubicBezTo>
                <a:cubicBezTo>
                  <a:pt x="18" y="16"/>
                  <a:pt x="19" y="16"/>
                  <a:pt x="21" y="16"/>
                </a:cubicBezTo>
                <a:cubicBezTo>
                  <a:pt x="21" y="16"/>
                  <a:pt x="22" y="16"/>
                  <a:pt x="23" y="16"/>
                </a:cubicBezTo>
                <a:cubicBezTo>
                  <a:pt x="24" y="16"/>
                  <a:pt x="25" y="16"/>
                  <a:pt x="25" y="17"/>
                </a:cubicBezTo>
                <a:cubicBezTo>
                  <a:pt x="26" y="17"/>
                  <a:pt x="27" y="17"/>
                  <a:pt x="28" y="18"/>
                </a:cubicBezTo>
                <a:cubicBezTo>
                  <a:pt x="28" y="19"/>
                  <a:pt x="29" y="21"/>
                  <a:pt x="29" y="22"/>
                </a:cubicBezTo>
                <a:cubicBezTo>
                  <a:pt x="29" y="22"/>
                  <a:pt x="29" y="23"/>
                  <a:pt x="29" y="24"/>
                </a:cubicBezTo>
                <a:cubicBezTo>
                  <a:pt x="29" y="24"/>
                  <a:pt x="29" y="25"/>
                  <a:pt x="29" y="25"/>
                </a:cubicBezTo>
                <a:cubicBezTo>
                  <a:pt x="29" y="26"/>
                  <a:pt x="29" y="27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9"/>
                  <a:pt x="28" y="29"/>
                  <a:pt x="28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7" y="30"/>
                  <a:pt x="27" y="30"/>
                </a:cubicBezTo>
                <a:cubicBezTo>
                  <a:pt x="27" y="31"/>
                  <a:pt x="27" y="32"/>
                  <a:pt x="26" y="33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3"/>
                  <a:pt x="26" y="33"/>
                  <a:pt x="26" y="33"/>
                </a:cubicBezTo>
                <a:cubicBezTo>
                  <a:pt x="27" y="33"/>
                  <a:pt x="29" y="34"/>
                  <a:pt x="31" y="35"/>
                </a:cubicBezTo>
                <a:cubicBezTo>
                  <a:pt x="32" y="36"/>
                  <a:pt x="32" y="37"/>
                  <a:pt x="32" y="39"/>
                </a:cubicBezTo>
                <a:cubicBezTo>
                  <a:pt x="33" y="40"/>
                  <a:pt x="32" y="40"/>
                  <a:pt x="31" y="40"/>
                </a:cubicBezTo>
                <a:cubicBezTo>
                  <a:pt x="31" y="40"/>
                  <a:pt x="30" y="40"/>
                  <a:pt x="30" y="39"/>
                </a:cubicBezTo>
                <a:cubicBezTo>
                  <a:pt x="30" y="38"/>
                  <a:pt x="30" y="37"/>
                  <a:pt x="29" y="37"/>
                </a:cubicBezTo>
                <a:cubicBezTo>
                  <a:pt x="28" y="36"/>
                  <a:pt x="27" y="36"/>
                  <a:pt x="26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5" y="35"/>
                  <a:pt x="25" y="35"/>
                  <a:pt x="24" y="35"/>
                </a:cubicBezTo>
                <a:cubicBezTo>
                  <a:pt x="24" y="35"/>
                  <a:pt x="24" y="35"/>
                  <a:pt x="24" y="35"/>
                </a:cubicBezTo>
                <a:cubicBezTo>
                  <a:pt x="24" y="34"/>
                  <a:pt x="23" y="34"/>
                  <a:pt x="23" y="33"/>
                </a:cubicBezTo>
                <a:cubicBezTo>
                  <a:pt x="23" y="32"/>
                  <a:pt x="23" y="32"/>
                  <a:pt x="23" y="32"/>
                </a:cubicBezTo>
                <a:cubicBezTo>
                  <a:pt x="23" y="32"/>
                  <a:pt x="24" y="32"/>
                  <a:pt x="24" y="31"/>
                </a:cubicBezTo>
                <a:cubicBezTo>
                  <a:pt x="25" y="31"/>
                  <a:pt x="25" y="30"/>
                  <a:pt x="25" y="30"/>
                </a:cubicBezTo>
                <a:cubicBezTo>
                  <a:pt x="25" y="29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6"/>
                  <a:pt x="27" y="26"/>
                </a:cubicBezTo>
                <a:cubicBezTo>
                  <a:pt x="27" y="26"/>
                  <a:pt x="27" y="26"/>
                  <a:pt x="27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5"/>
                  <a:pt x="27" y="25"/>
                  <a:pt x="27" y="25"/>
                </a:cubicBezTo>
                <a:cubicBezTo>
                  <a:pt x="27" y="24"/>
                  <a:pt x="27" y="24"/>
                  <a:pt x="27" y="23"/>
                </a:cubicBezTo>
                <a:cubicBezTo>
                  <a:pt x="27" y="23"/>
                  <a:pt x="27" y="22"/>
                  <a:pt x="27" y="22"/>
                </a:cubicBezTo>
                <a:cubicBezTo>
                  <a:pt x="27" y="21"/>
                  <a:pt x="26" y="20"/>
                  <a:pt x="26" y="20"/>
                </a:cubicBezTo>
                <a:cubicBezTo>
                  <a:pt x="26" y="19"/>
                  <a:pt x="25" y="19"/>
                  <a:pt x="25" y="19"/>
                </a:cubicBezTo>
                <a:cubicBezTo>
                  <a:pt x="25" y="19"/>
                  <a:pt x="24" y="19"/>
                  <a:pt x="24" y="19"/>
                </a:cubicBezTo>
                <a:cubicBezTo>
                  <a:pt x="24" y="19"/>
                  <a:pt x="23" y="19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2" y="18"/>
                </a:cubicBezTo>
                <a:cubicBezTo>
                  <a:pt x="22" y="18"/>
                  <a:pt x="21" y="18"/>
                  <a:pt x="21" y="18"/>
                </a:cubicBezTo>
                <a:cubicBezTo>
                  <a:pt x="20" y="18"/>
                  <a:pt x="19" y="18"/>
                  <a:pt x="18" y="19"/>
                </a:cubicBezTo>
                <a:cubicBezTo>
                  <a:pt x="18" y="19"/>
                  <a:pt x="17" y="20"/>
                  <a:pt x="17" y="21"/>
                </a:cubicBezTo>
                <a:cubicBezTo>
                  <a:pt x="17" y="21"/>
                  <a:pt x="16" y="22"/>
                  <a:pt x="16" y="23"/>
                </a:cubicBezTo>
                <a:cubicBezTo>
                  <a:pt x="16" y="24"/>
                  <a:pt x="17" y="24"/>
                  <a:pt x="17" y="25"/>
                </a:cubicBezTo>
                <a:cubicBezTo>
                  <a:pt x="17" y="25"/>
                  <a:pt x="17" y="26"/>
                  <a:pt x="17" y="26"/>
                </a:cubicBezTo>
                <a:cubicBezTo>
                  <a:pt x="16" y="26"/>
                  <a:pt x="16" y="27"/>
                  <a:pt x="17" y="27"/>
                </a:cubicBezTo>
                <a:cubicBezTo>
                  <a:pt x="17" y="27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8" y="28"/>
                  <a:pt x="18" y="29"/>
                  <a:pt x="18" y="30"/>
                </a:cubicBezTo>
                <a:cubicBezTo>
                  <a:pt x="18" y="30"/>
                  <a:pt x="19" y="31"/>
                  <a:pt x="19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4"/>
                  <a:pt x="20" y="34"/>
                  <a:pt x="19" y="35"/>
                </a:cubicBezTo>
                <a:cubicBezTo>
                  <a:pt x="19" y="35"/>
                  <a:pt x="18" y="35"/>
                  <a:pt x="17" y="35"/>
                </a:cubicBezTo>
                <a:cubicBezTo>
                  <a:pt x="17" y="36"/>
                  <a:pt x="15" y="36"/>
                  <a:pt x="14" y="37"/>
                </a:cubicBezTo>
                <a:cubicBezTo>
                  <a:pt x="14" y="37"/>
                  <a:pt x="13" y="38"/>
                  <a:pt x="13" y="39"/>
                </a:cubicBezTo>
                <a:close/>
                <a:moveTo>
                  <a:pt x="8" y="9"/>
                </a:moveTo>
                <a:cubicBezTo>
                  <a:pt x="8" y="9"/>
                  <a:pt x="8" y="9"/>
                  <a:pt x="8" y="9"/>
                </a:cubicBezTo>
                <a:cubicBezTo>
                  <a:pt x="6" y="9"/>
                  <a:pt x="5" y="9"/>
                  <a:pt x="4" y="9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4" y="45"/>
                  <a:pt x="5" y="45"/>
                </a:cubicBezTo>
                <a:cubicBezTo>
                  <a:pt x="5" y="46"/>
                  <a:pt x="7" y="46"/>
                  <a:pt x="8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9"/>
                  <a:pt x="39" y="9"/>
                  <a:pt x="39" y="9"/>
                </a:cubicBezTo>
                <a:cubicBezTo>
                  <a:pt x="8" y="9"/>
                  <a:pt x="8" y="9"/>
                  <a:pt x="8" y="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54" name="Freeform 88">
            <a:extLst>
              <a:ext uri="{FF2B5EF4-FFF2-40B4-BE49-F238E27FC236}">
                <a16:creationId xmlns:a16="http://schemas.microsoft.com/office/drawing/2014/main" id="{7DBAC3EA-B2DE-22AD-203F-8F02E11F9C2C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2589132"/>
            <a:ext cx="215900" cy="194733"/>
          </a:xfrm>
          <a:custGeom>
            <a:avLst/>
            <a:gdLst>
              <a:gd name="T0" fmla="*/ 142875 w 51"/>
              <a:gd name="T1" fmla="*/ 92075 h 46"/>
              <a:gd name="T2" fmla="*/ 149225 w 51"/>
              <a:gd name="T3" fmla="*/ 79375 h 46"/>
              <a:gd name="T4" fmla="*/ 133350 w 51"/>
              <a:gd name="T5" fmla="*/ 60325 h 46"/>
              <a:gd name="T6" fmla="*/ 127000 w 51"/>
              <a:gd name="T7" fmla="*/ 53975 h 46"/>
              <a:gd name="T8" fmla="*/ 85725 w 51"/>
              <a:gd name="T9" fmla="*/ 12700 h 46"/>
              <a:gd name="T10" fmla="*/ 47625 w 51"/>
              <a:gd name="T11" fmla="*/ 38100 h 46"/>
              <a:gd name="T12" fmla="*/ 22225 w 51"/>
              <a:gd name="T13" fmla="*/ 50800 h 46"/>
              <a:gd name="T14" fmla="*/ 22225 w 51"/>
              <a:gd name="T15" fmla="*/ 88900 h 46"/>
              <a:gd name="T16" fmla="*/ 41275 w 51"/>
              <a:gd name="T17" fmla="*/ 98425 h 46"/>
              <a:gd name="T18" fmla="*/ 44450 w 51"/>
              <a:gd name="T19" fmla="*/ 98425 h 46"/>
              <a:gd name="T20" fmla="*/ 63500 w 51"/>
              <a:gd name="T21" fmla="*/ 98425 h 46"/>
              <a:gd name="T22" fmla="*/ 63500 w 51"/>
              <a:gd name="T23" fmla="*/ 111125 h 46"/>
              <a:gd name="T24" fmla="*/ 44450 w 51"/>
              <a:gd name="T25" fmla="*/ 111125 h 46"/>
              <a:gd name="T26" fmla="*/ 41275 w 51"/>
              <a:gd name="T27" fmla="*/ 111125 h 46"/>
              <a:gd name="T28" fmla="*/ 12700 w 51"/>
              <a:gd name="T29" fmla="*/ 98425 h 46"/>
              <a:gd name="T30" fmla="*/ 12700 w 51"/>
              <a:gd name="T31" fmla="*/ 41275 h 46"/>
              <a:gd name="T32" fmla="*/ 53975 w 51"/>
              <a:gd name="T33" fmla="*/ 9525 h 46"/>
              <a:gd name="T34" fmla="*/ 123825 w 51"/>
              <a:gd name="T35" fmla="*/ 15875 h 46"/>
              <a:gd name="T36" fmla="*/ 152400 w 51"/>
              <a:gd name="T37" fmla="*/ 60325 h 46"/>
              <a:gd name="T38" fmla="*/ 152400 w 51"/>
              <a:gd name="T39" fmla="*/ 101600 h 46"/>
              <a:gd name="T40" fmla="*/ 133350 w 51"/>
              <a:gd name="T41" fmla="*/ 111125 h 46"/>
              <a:gd name="T42" fmla="*/ 130175 w 51"/>
              <a:gd name="T43" fmla="*/ 111125 h 46"/>
              <a:gd name="T44" fmla="*/ 101600 w 51"/>
              <a:gd name="T45" fmla="*/ 111125 h 46"/>
              <a:gd name="T46" fmla="*/ 95250 w 51"/>
              <a:gd name="T47" fmla="*/ 104775 h 46"/>
              <a:gd name="T48" fmla="*/ 101600 w 51"/>
              <a:gd name="T49" fmla="*/ 98425 h 46"/>
              <a:gd name="T50" fmla="*/ 79375 w 51"/>
              <a:gd name="T51" fmla="*/ 44450 h 46"/>
              <a:gd name="T52" fmla="*/ 79375 w 51"/>
              <a:gd name="T53" fmla="*/ 44450 h 46"/>
              <a:gd name="T54" fmla="*/ 79375 w 51"/>
              <a:gd name="T55" fmla="*/ 44450 h 46"/>
              <a:gd name="T56" fmla="*/ 79375 w 51"/>
              <a:gd name="T57" fmla="*/ 44450 h 46"/>
              <a:gd name="T58" fmla="*/ 79375 w 51"/>
              <a:gd name="T59" fmla="*/ 44450 h 46"/>
              <a:gd name="T60" fmla="*/ 79375 w 51"/>
              <a:gd name="T61" fmla="*/ 44450 h 46"/>
              <a:gd name="T62" fmla="*/ 79375 w 51"/>
              <a:gd name="T63" fmla="*/ 44450 h 46"/>
              <a:gd name="T64" fmla="*/ 82550 w 51"/>
              <a:gd name="T65" fmla="*/ 44450 h 46"/>
              <a:gd name="T66" fmla="*/ 82550 w 51"/>
              <a:gd name="T67" fmla="*/ 44450 h 46"/>
              <a:gd name="T68" fmla="*/ 82550 w 51"/>
              <a:gd name="T69" fmla="*/ 44450 h 46"/>
              <a:gd name="T70" fmla="*/ 82550 w 51"/>
              <a:gd name="T71" fmla="*/ 44450 h 46"/>
              <a:gd name="T72" fmla="*/ 82550 w 51"/>
              <a:gd name="T73" fmla="*/ 44450 h 46"/>
              <a:gd name="T74" fmla="*/ 82550 w 51"/>
              <a:gd name="T75" fmla="*/ 44450 h 46"/>
              <a:gd name="T76" fmla="*/ 82550 w 51"/>
              <a:gd name="T77" fmla="*/ 44450 h 46"/>
              <a:gd name="T78" fmla="*/ 82550 w 51"/>
              <a:gd name="T79" fmla="*/ 44450 h 46"/>
              <a:gd name="T80" fmla="*/ 114300 w 51"/>
              <a:gd name="T81" fmla="*/ 79375 h 46"/>
              <a:gd name="T82" fmla="*/ 85725 w 51"/>
              <a:gd name="T83" fmla="*/ 57150 h 46"/>
              <a:gd name="T84" fmla="*/ 82550 w 51"/>
              <a:gd name="T85" fmla="*/ 146050 h 46"/>
              <a:gd name="T86" fmla="*/ 76200 w 51"/>
              <a:gd name="T87" fmla="*/ 57150 h 46"/>
              <a:gd name="T88" fmla="*/ 47625 w 51"/>
              <a:gd name="T89" fmla="*/ 79375 h 46"/>
              <a:gd name="T90" fmla="*/ 79375 w 51"/>
              <a:gd name="T91" fmla="*/ 47625 h 46"/>
              <a:gd name="T92" fmla="*/ 82550 w 51"/>
              <a:gd name="T93" fmla="*/ 44450 h 46"/>
              <a:gd name="T94" fmla="*/ 82550 w 51"/>
              <a:gd name="T95" fmla="*/ 44450 h 46"/>
              <a:gd name="T96" fmla="*/ 82550 w 51"/>
              <a:gd name="T97" fmla="*/ 44450 h 4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" h="46">
                <a:moveTo>
                  <a:pt x="41" y="31"/>
                </a:moveTo>
                <a:cubicBezTo>
                  <a:pt x="42" y="31"/>
                  <a:pt x="44" y="30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6" y="28"/>
                  <a:pt x="47" y="27"/>
                  <a:pt x="47" y="25"/>
                </a:cubicBezTo>
                <a:cubicBezTo>
                  <a:pt x="47" y="23"/>
                  <a:pt x="46" y="22"/>
                  <a:pt x="45" y="21"/>
                </a:cubicBezTo>
                <a:cubicBezTo>
                  <a:pt x="44" y="20"/>
                  <a:pt x="43" y="19"/>
                  <a:pt x="42" y="19"/>
                </a:cubicBezTo>
                <a:cubicBezTo>
                  <a:pt x="41" y="19"/>
                  <a:pt x="40" y="18"/>
                  <a:pt x="40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3"/>
                  <a:pt x="39" y="10"/>
                  <a:pt x="36" y="8"/>
                </a:cubicBezTo>
                <a:cubicBezTo>
                  <a:pt x="34" y="5"/>
                  <a:pt x="30" y="4"/>
                  <a:pt x="27" y="4"/>
                </a:cubicBezTo>
                <a:cubicBezTo>
                  <a:pt x="24" y="4"/>
                  <a:pt x="22" y="4"/>
                  <a:pt x="19" y="6"/>
                </a:cubicBezTo>
                <a:cubicBezTo>
                  <a:pt x="17" y="7"/>
                  <a:pt x="16" y="9"/>
                  <a:pt x="15" y="12"/>
                </a:cubicBezTo>
                <a:cubicBezTo>
                  <a:pt x="14" y="12"/>
                  <a:pt x="14" y="13"/>
                  <a:pt x="13" y="13"/>
                </a:cubicBezTo>
                <a:cubicBezTo>
                  <a:pt x="10" y="13"/>
                  <a:pt x="8" y="14"/>
                  <a:pt x="7" y="16"/>
                </a:cubicBezTo>
                <a:cubicBezTo>
                  <a:pt x="5" y="17"/>
                  <a:pt x="4" y="20"/>
                  <a:pt x="4" y="22"/>
                </a:cubicBezTo>
                <a:cubicBezTo>
                  <a:pt x="4" y="24"/>
                  <a:pt x="5" y="27"/>
                  <a:pt x="7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1" y="31"/>
                  <a:pt x="22" y="32"/>
                  <a:pt x="22" y="33"/>
                </a:cubicBezTo>
                <a:cubicBezTo>
                  <a:pt x="22" y="34"/>
                  <a:pt x="21" y="35"/>
                  <a:pt x="20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0" y="35"/>
                  <a:pt x="7" y="34"/>
                  <a:pt x="4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2" y="29"/>
                  <a:pt x="0" y="26"/>
                  <a:pt x="0" y="22"/>
                </a:cubicBezTo>
                <a:cubicBezTo>
                  <a:pt x="0" y="19"/>
                  <a:pt x="2" y="15"/>
                  <a:pt x="4" y="13"/>
                </a:cubicBezTo>
                <a:cubicBezTo>
                  <a:pt x="6" y="11"/>
                  <a:pt x="9" y="10"/>
                  <a:pt x="12" y="9"/>
                </a:cubicBezTo>
                <a:cubicBezTo>
                  <a:pt x="13" y="7"/>
                  <a:pt x="15" y="4"/>
                  <a:pt x="17" y="3"/>
                </a:cubicBezTo>
                <a:cubicBezTo>
                  <a:pt x="20" y="1"/>
                  <a:pt x="23" y="0"/>
                  <a:pt x="27" y="0"/>
                </a:cubicBezTo>
                <a:cubicBezTo>
                  <a:pt x="32" y="0"/>
                  <a:pt x="36" y="2"/>
                  <a:pt x="39" y="5"/>
                </a:cubicBezTo>
                <a:cubicBezTo>
                  <a:pt x="42" y="8"/>
                  <a:pt x="44" y="11"/>
                  <a:pt x="44" y="15"/>
                </a:cubicBezTo>
                <a:cubicBezTo>
                  <a:pt x="46" y="16"/>
                  <a:pt x="47" y="17"/>
                  <a:pt x="48" y="19"/>
                </a:cubicBezTo>
                <a:cubicBezTo>
                  <a:pt x="50" y="20"/>
                  <a:pt x="51" y="23"/>
                  <a:pt x="51" y="25"/>
                </a:cubicBezTo>
                <a:cubicBezTo>
                  <a:pt x="51" y="28"/>
                  <a:pt x="50" y="30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6" y="34"/>
                  <a:pt x="44" y="35"/>
                  <a:pt x="42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1" y="35"/>
                  <a:pt x="30" y="34"/>
                  <a:pt x="30" y="33"/>
                </a:cubicBezTo>
                <a:cubicBezTo>
                  <a:pt x="30" y="32"/>
                  <a:pt x="31" y="31"/>
                  <a:pt x="32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41" y="31"/>
                  <a:pt x="41" y="31"/>
                  <a:pt x="41" y="31"/>
                </a:cubicBezTo>
                <a:close/>
                <a:moveTo>
                  <a:pt x="25" y="14"/>
                </a:move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5"/>
                  <a:pt x="36" y="25"/>
                </a:cubicBezTo>
                <a:cubicBezTo>
                  <a:pt x="35" y="26"/>
                  <a:pt x="34" y="26"/>
                  <a:pt x="34" y="25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6" y="46"/>
                  <a:pt x="26" y="46"/>
                </a:cubicBezTo>
                <a:cubicBezTo>
                  <a:pt x="25" y="46"/>
                  <a:pt x="24" y="45"/>
                  <a:pt x="24" y="45"/>
                </a:cubicBezTo>
                <a:cubicBezTo>
                  <a:pt x="24" y="18"/>
                  <a:pt x="24" y="18"/>
                  <a:pt x="24" y="18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26"/>
                  <a:pt x="16" y="26"/>
                  <a:pt x="15" y="25"/>
                </a:cubicBezTo>
                <a:cubicBezTo>
                  <a:pt x="15" y="25"/>
                  <a:pt x="15" y="24"/>
                  <a:pt x="15" y="24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4"/>
                  <a:pt x="25" y="14"/>
                  <a:pt x="25" y="14"/>
                </a:cubicBezTo>
                <a:close/>
                <a:moveTo>
                  <a:pt x="26" y="14"/>
                </a:move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55" name="Freeform 89">
            <a:extLst>
              <a:ext uri="{FF2B5EF4-FFF2-40B4-BE49-F238E27FC236}">
                <a16:creationId xmlns:a16="http://schemas.microsoft.com/office/drawing/2014/main" id="{6F3DDE15-9119-6332-62AE-69FE241E3C6A}"/>
              </a:ext>
            </a:extLst>
          </p:cNvPr>
          <p:cNvSpPr>
            <a:spLocks noEditPoints="1"/>
          </p:cNvSpPr>
          <p:nvPr/>
        </p:nvSpPr>
        <p:spPr bwMode="auto">
          <a:xfrm>
            <a:off x="918035" y="2167914"/>
            <a:ext cx="218017" cy="194733"/>
          </a:xfrm>
          <a:custGeom>
            <a:avLst/>
            <a:gdLst>
              <a:gd name="T0" fmla="*/ 76947 w 51"/>
              <a:gd name="T1" fmla="*/ 142875 h 46"/>
              <a:gd name="T2" fmla="*/ 16031 w 51"/>
              <a:gd name="T3" fmla="*/ 82550 h 46"/>
              <a:gd name="T4" fmla="*/ 3206 w 51"/>
              <a:gd name="T5" fmla="*/ 60325 h 46"/>
              <a:gd name="T6" fmla="*/ 3206 w 51"/>
              <a:gd name="T7" fmla="*/ 34925 h 46"/>
              <a:gd name="T8" fmla="*/ 16031 w 51"/>
              <a:gd name="T9" fmla="*/ 15875 h 46"/>
              <a:gd name="T10" fmla="*/ 35268 w 51"/>
              <a:gd name="T11" fmla="*/ 3175 h 46"/>
              <a:gd name="T12" fmla="*/ 60917 w 51"/>
              <a:gd name="T13" fmla="*/ 3175 h 46"/>
              <a:gd name="T14" fmla="*/ 83360 w 51"/>
              <a:gd name="T15" fmla="*/ 12700 h 46"/>
              <a:gd name="T16" fmla="*/ 102596 w 51"/>
              <a:gd name="T17" fmla="*/ 3175 h 46"/>
              <a:gd name="T18" fmla="*/ 128245 w 51"/>
              <a:gd name="T19" fmla="*/ 3175 h 46"/>
              <a:gd name="T20" fmla="*/ 147482 w 51"/>
              <a:gd name="T21" fmla="*/ 15875 h 46"/>
              <a:gd name="T22" fmla="*/ 160307 w 51"/>
              <a:gd name="T23" fmla="*/ 34925 h 46"/>
              <a:gd name="T24" fmla="*/ 160307 w 51"/>
              <a:gd name="T25" fmla="*/ 34925 h 46"/>
              <a:gd name="T26" fmla="*/ 160307 w 51"/>
              <a:gd name="T27" fmla="*/ 60325 h 46"/>
              <a:gd name="T28" fmla="*/ 147482 w 51"/>
              <a:gd name="T29" fmla="*/ 82550 h 46"/>
              <a:gd name="T30" fmla="*/ 147482 w 51"/>
              <a:gd name="T31" fmla="*/ 82550 h 46"/>
              <a:gd name="T32" fmla="*/ 86566 w 51"/>
              <a:gd name="T33" fmla="*/ 142875 h 46"/>
              <a:gd name="T34" fmla="*/ 76947 w 51"/>
              <a:gd name="T35" fmla="*/ 142875 h 46"/>
              <a:gd name="T36" fmla="*/ 76947 w 51"/>
              <a:gd name="T37" fmla="*/ 142875 h 46"/>
              <a:gd name="T38" fmla="*/ 89772 w 51"/>
              <a:gd name="T39" fmla="*/ 22225 h 46"/>
              <a:gd name="T40" fmla="*/ 89772 w 51"/>
              <a:gd name="T41" fmla="*/ 22225 h 46"/>
              <a:gd name="T42" fmla="*/ 89772 w 51"/>
              <a:gd name="T43" fmla="*/ 22225 h 46"/>
              <a:gd name="T44" fmla="*/ 70535 w 51"/>
              <a:gd name="T45" fmla="*/ 44450 h 46"/>
              <a:gd name="T46" fmla="*/ 64123 w 51"/>
              <a:gd name="T47" fmla="*/ 44450 h 46"/>
              <a:gd name="T48" fmla="*/ 64123 w 51"/>
              <a:gd name="T49" fmla="*/ 38100 h 46"/>
              <a:gd name="T50" fmla="*/ 76947 w 51"/>
              <a:gd name="T51" fmla="*/ 25400 h 46"/>
              <a:gd name="T52" fmla="*/ 76947 w 51"/>
              <a:gd name="T53" fmla="*/ 25400 h 46"/>
              <a:gd name="T54" fmla="*/ 57710 w 51"/>
              <a:gd name="T55" fmla="*/ 15875 h 46"/>
              <a:gd name="T56" fmla="*/ 41680 w 51"/>
              <a:gd name="T57" fmla="*/ 15875 h 46"/>
              <a:gd name="T58" fmla="*/ 25649 w 51"/>
              <a:gd name="T59" fmla="*/ 25400 h 46"/>
              <a:gd name="T60" fmla="*/ 16031 w 51"/>
              <a:gd name="T61" fmla="*/ 38100 h 46"/>
              <a:gd name="T62" fmla="*/ 16031 w 51"/>
              <a:gd name="T63" fmla="*/ 57150 h 46"/>
              <a:gd name="T64" fmla="*/ 25649 w 51"/>
              <a:gd name="T65" fmla="*/ 73025 h 46"/>
              <a:gd name="T66" fmla="*/ 83360 w 51"/>
              <a:gd name="T67" fmla="*/ 130175 h 46"/>
              <a:gd name="T68" fmla="*/ 137864 w 51"/>
              <a:gd name="T69" fmla="*/ 73025 h 46"/>
              <a:gd name="T70" fmla="*/ 137864 w 51"/>
              <a:gd name="T71" fmla="*/ 73025 h 46"/>
              <a:gd name="T72" fmla="*/ 150688 w 51"/>
              <a:gd name="T73" fmla="*/ 57150 h 46"/>
              <a:gd name="T74" fmla="*/ 147482 w 51"/>
              <a:gd name="T75" fmla="*/ 38100 h 46"/>
              <a:gd name="T76" fmla="*/ 147482 w 51"/>
              <a:gd name="T77" fmla="*/ 38100 h 46"/>
              <a:gd name="T78" fmla="*/ 141070 w 51"/>
              <a:gd name="T79" fmla="*/ 25400 h 46"/>
              <a:gd name="T80" fmla="*/ 125039 w 51"/>
              <a:gd name="T81" fmla="*/ 15875 h 46"/>
              <a:gd name="T82" fmla="*/ 105803 w 51"/>
              <a:gd name="T83" fmla="*/ 15875 h 46"/>
              <a:gd name="T84" fmla="*/ 89772 w 51"/>
              <a:gd name="T85" fmla="*/ 22225 h 4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1" h="46">
                <a:moveTo>
                  <a:pt x="24" y="45"/>
                </a:moveTo>
                <a:cubicBezTo>
                  <a:pt x="5" y="26"/>
                  <a:pt x="5" y="26"/>
                  <a:pt x="5" y="26"/>
                </a:cubicBezTo>
                <a:cubicBezTo>
                  <a:pt x="3" y="24"/>
                  <a:pt x="2" y="21"/>
                  <a:pt x="1" y="19"/>
                </a:cubicBezTo>
                <a:cubicBezTo>
                  <a:pt x="0" y="16"/>
                  <a:pt x="0" y="14"/>
                  <a:pt x="1" y="11"/>
                </a:cubicBezTo>
                <a:cubicBezTo>
                  <a:pt x="2" y="9"/>
                  <a:pt x="3" y="7"/>
                  <a:pt x="5" y="5"/>
                </a:cubicBezTo>
                <a:cubicBezTo>
                  <a:pt x="7" y="3"/>
                  <a:pt x="9" y="2"/>
                  <a:pt x="11" y="1"/>
                </a:cubicBezTo>
                <a:cubicBezTo>
                  <a:pt x="14" y="0"/>
                  <a:pt x="17" y="0"/>
                  <a:pt x="19" y="1"/>
                </a:cubicBezTo>
                <a:cubicBezTo>
                  <a:pt x="22" y="2"/>
                  <a:pt x="24" y="3"/>
                  <a:pt x="26" y="4"/>
                </a:cubicBezTo>
                <a:cubicBezTo>
                  <a:pt x="28" y="3"/>
                  <a:pt x="30" y="2"/>
                  <a:pt x="32" y="1"/>
                </a:cubicBezTo>
                <a:cubicBezTo>
                  <a:pt x="35" y="0"/>
                  <a:pt x="37" y="0"/>
                  <a:pt x="40" y="1"/>
                </a:cubicBezTo>
                <a:cubicBezTo>
                  <a:pt x="42" y="2"/>
                  <a:pt x="44" y="3"/>
                  <a:pt x="46" y="5"/>
                </a:cubicBezTo>
                <a:cubicBezTo>
                  <a:pt x="48" y="7"/>
                  <a:pt x="49" y="9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51" y="14"/>
                  <a:pt x="51" y="16"/>
                  <a:pt x="50" y="19"/>
                </a:cubicBezTo>
                <a:cubicBezTo>
                  <a:pt x="50" y="21"/>
                  <a:pt x="48" y="24"/>
                  <a:pt x="46" y="26"/>
                </a:cubicBezTo>
                <a:cubicBezTo>
                  <a:pt x="46" y="26"/>
                  <a:pt x="46" y="26"/>
                  <a:pt x="46" y="26"/>
                </a:cubicBezTo>
                <a:cubicBezTo>
                  <a:pt x="27" y="45"/>
                  <a:pt x="27" y="45"/>
                  <a:pt x="27" y="45"/>
                </a:cubicBezTo>
                <a:cubicBezTo>
                  <a:pt x="26" y="46"/>
                  <a:pt x="25" y="46"/>
                  <a:pt x="24" y="45"/>
                </a:cubicBezTo>
                <a:cubicBezTo>
                  <a:pt x="24" y="45"/>
                  <a:pt x="24" y="45"/>
                  <a:pt x="24" y="45"/>
                </a:cubicBezTo>
                <a:close/>
                <a:moveTo>
                  <a:pt x="28" y="7"/>
                </a:move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2" y="14"/>
                  <a:pt x="22" y="14"/>
                  <a:pt x="22" y="14"/>
                </a:cubicBezTo>
                <a:cubicBezTo>
                  <a:pt x="21" y="14"/>
                  <a:pt x="21" y="14"/>
                  <a:pt x="20" y="14"/>
                </a:cubicBezTo>
                <a:cubicBezTo>
                  <a:pt x="20" y="13"/>
                  <a:pt x="20" y="12"/>
                  <a:pt x="20" y="12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2" y="6"/>
                  <a:pt x="20" y="5"/>
                  <a:pt x="18" y="5"/>
                </a:cubicBezTo>
                <a:cubicBezTo>
                  <a:pt x="17" y="4"/>
                  <a:pt x="15" y="4"/>
                  <a:pt x="13" y="5"/>
                </a:cubicBezTo>
                <a:cubicBezTo>
                  <a:pt x="11" y="5"/>
                  <a:pt x="9" y="6"/>
                  <a:pt x="8" y="8"/>
                </a:cubicBezTo>
                <a:cubicBezTo>
                  <a:pt x="7" y="9"/>
                  <a:pt x="6" y="11"/>
                  <a:pt x="5" y="12"/>
                </a:cubicBezTo>
                <a:cubicBezTo>
                  <a:pt x="4" y="14"/>
                  <a:pt x="4" y="16"/>
                  <a:pt x="5" y="18"/>
                </a:cubicBezTo>
                <a:cubicBezTo>
                  <a:pt x="5" y="20"/>
                  <a:pt x="6" y="22"/>
                  <a:pt x="8" y="23"/>
                </a:cubicBezTo>
                <a:cubicBezTo>
                  <a:pt x="26" y="41"/>
                  <a:pt x="26" y="41"/>
                  <a:pt x="26" y="41"/>
                </a:cubicBezTo>
                <a:cubicBezTo>
                  <a:pt x="43" y="23"/>
                  <a:pt x="43" y="23"/>
                  <a:pt x="43" y="23"/>
                </a:cubicBezTo>
                <a:cubicBezTo>
                  <a:pt x="43" y="23"/>
                  <a:pt x="43" y="23"/>
                  <a:pt x="43" y="23"/>
                </a:cubicBezTo>
                <a:cubicBezTo>
                  <a:pt x="45" y="22"/>
                  <a:pt x="46" y="20"/>
                  <a:pt x="47" y="18"/>
                </a:cubicBezTo>
                <a:cubicBezTo>
                  <a:pt x="47" y="16"/>
                  <a:pt x="47" y="14"/>
                  <a:pt x="46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11"/>
                  <a:pt x="45" y="9"/>
                  <a:pt x="44" y="8"/>
                </a:cubicBezTo>
                <a:cubicBezTo>
                  <a:pt x="42" y="6"/>
                  <a:pt x="41" y="5"/>
                  <a:pt x="39" y="5"/>
                </a:cubicBezTo>
                <a:cubicBezTo>
                  <a:pt x="37" y="4"/>
                  <a:pt x="35" y="4"/>
                  <a:pt x="33" y="5"/>
                </a:cubicBezTo>
                <a:cubicBezTo>
                  <a:pt x="31" y="5"/>
                  <a:pt x="30" y="6"/>
                  <a:pt x="28" y="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56" name="Freeform 90">
            <a:extLst>
              <a:ext uri="{FF2B5EF4-FFF2-40B4-BE49-F238E27FC236}">
                <a16:creationId xmlns:a16="http://schemas.microsoft.com/office/drawing/2014/main" id="{8C774EAC-CCC7-C4FA-214D-E61922FD8C61}"/>
              </a:ext>
            </a:extLst>
          </p:cNvPr>
          <p:cNvSpPr>
            <a:spLocks noEditPoints="1"/>
          </p:cNvSpPr>
          <p:nvPr/>
        </p:nvSpPr>
        <p:spPr bwMode="auto">
          <a:xfrm>
            <a:off x="1309618" y="2580665"/>
            <a:ext cx="211667" cy="211667"/>
          </a:xfrm>
          <a:custGeom>
            <a:avLst/>
            <a:gdLst>
              <a:gd name="T0" fmla="*/ 136525 w 50"/>
              <a:gd name="T1" fmla="*/ 22225 h 50"/>
              <a:gd name="T2" fmla="*/ 136525 w 50"/>
              <a:gd name="T3" fmla="*/ 136525 h 50"/>
              <a:gd name="T4" fmla="*/ 79375 w 50"/>
              <a:gd name="T5" fmla="*/ 158750 h 50"/>
              <a:gd name="T6" fmla="*/ 0 w 50"/>
              <a:gd name="T7" fmla="*/ 79375 h 50"/>
              <a:gd name="T8" fmla="*/ 25400 w 50"/>
              <a:gd name="T9" fmla="*/ 22225 h 50"/>
              <a:gd name="T10" fmla="*/ 69850 w 50"/>
              <a:gd name="T11" fmla="*/ 12700 h 50"/>
              <a:gd name="T12" fmla="*/ 69850 w 50"/>
              <a:gd name="T13" fmla="*/ 15875 h 50"/>
              <a:gd name="T14" fmla="*/ 50800 w 50"/>
              <a:gd name="T15" fmla="*/ 47625 h 50"/>
              <a:gd name="T16" fmla="*/ 60325 w 50"/>
              <a:gd name="T17" fmla="*/ 50800 h 50"/>
              <a:gd name="T18" fmla="*/ 85725 w 50"/>
              <a:gd name="T19" fmla="*/ 60325 h 50"/>
              <a:gd name="T20" fmla="*/ 85725 w 50"/>
              <a:gd name="T21" fmla="*/ 73025 h 50"/>
              <a:gd name="T22" fmla="*/ 73025 w 50"/>
              <a:gd name="T23" fmla="*/ 98425 h 50"/>
              <a:gd name="T24" fmla="*/ 76200 w 50"/>
              <a:gd name="T25" fmla="*/ 111125 h 50"/>
              <a:gd name="T26" fmla="*/ 73025 w 50"/>
              <a:gd name="T27" fmla="*/ 123825 h 50"/>
              <a:gd name="T28" fmla="*/ 38100 w 50"/>
              <a:gd name="T29" fmla="*/ 104775 h 50"/>
              <a:gd name="T30" fmla="*/ 19050 w 50"/>
              <a:gd name="T31" fmla="*/ 85725 h 50"/>
              <a:gd name="T32" fmla="*/ 22225 w 50"/>
              <a:gd name="T33" fmla="*/ 66675 h 50"/>
              <a:gd name="T34" fmla="*/ 12700 w 50"/>
              <a:gd name="T35" fmla="*/ 69850 h 50"/>
              <a:gd name="T36" fmla="*/ 31750 w 50"/>
              <a:gd name="T37" fmla="*/ 127000 h 50"/>
              <a:gd name="T38" fmla="*/ 57150 w 50"/>
              <a:gd name="T39" fmla="*/ 142875 h 50"/>
              <a:gd name="T40" fmla="*/ 114300 w 50"/>
              <a:gd name="T41" fmla="*/ 136525 h 50"/>
              <a:gd name="T42" fmla="*/ 127000 w 50"/>
              <a:gd name="T43" fmla="*/ 127000 h 50"/>
              <a:gd name="T44" fmla="*/ 130175 w 50"/>
              <a:gd name="T45" fmla="*/ 120650 h 50"/>
              <a:gd name="T46" fmla="*/ 120650 w 50"/>
              <a:gd name="T47" fmla="*/ 120650 h 50"/>
              <a:gd name="T48" fmla="*/ 120650 w 50"/>
              <a:gd name="T49" fmla="*/ 95250 h 50"/>
              <a:gd name="T50" fmla="*/ 107950 w 50"/>
              <a:gd name="T51" fmla="*/ 69850 h 50"/>
              <a:gd name="T52" fmla="*/ 101600 w 50"/>
              <a:gd name="T53" fmla="*/ 41275 h 50"/>
              <a:gd name="T54" fmla="*/ 92075 w 50"/>
              <a:gd name="T55" fmla="*/ 28575 h 50"/>
              <a:gd name="T56" fmla="*/ 92075 w 50"/>
              <a:gd name="T57" fmla="*/ 28575 h 50"/>
              <a:gd name="T58" fmla="*/ 88900 w 50"/>
              <a:gd name="T59" fmla="*/ 25400 h 50"/>
              <a:gd name="T60" fmla="*/ 79375 w 50"/>
              <a:gd name="T61" fmla="*/ 12700 h 50"/>
              <a:gd name="T62" fmla="*/ 15875 w 50"/>
              <a:gd name="T63" fmla="*/ 60325 h 50"/>
              <a:gd name="T64" fmla="*/ 15875 w 50"/>
              <a:gd name="T65" fmla="*/ 60325 h 50"/>
              <a:gd name="T66" fmla="*/ 28575 w 50"/>
              <a:gd name="T67" fmla="*/ 69850 h 50"/>
              <a:gd name="T68" fmla="*/ 34925 w 50"/>
              <a:gd name="T69" fmla="*/ 95250 h 50"/>
              <a:gd name="T70" fmla="*/ 57150 w 50"/>
              <a:gd name="T71" fmla="*/ 117475 h 50"/>
              <a:gd name="T72" fmla="*/ 66675 w 50"/>
              <a:gd name="T73" fmla="*/ 114300 h 50"/>
              <a:gd name="T74" fmla="*/ 66675 w 50"/>
              <a:gd name="T75" fmla="*/ 98425 h 50"/>
              <a:gd name="T76" fmla="*/ 79375 w 50"/>
              <a:gd name="T77" fmla="*/ 73025 h 50"/>
              <a:gd name="T78" fmla="*/ 79375 w 50"/>
              <a:gd name="T79" fmla="*/ 66675 h 50"/>
              <a:gd name="T80" fmla="*/ 60325 w 50"/>
              <a:gd name="T81" fmla="*/ 57150 h 50"/>
              <a:gd name="T82" fmla="*/ 41275 w 50"/>
              <a:gd name="T83" fmla="*/ 47625 h 50"/>
              <a:gd name="T84" fmla="*/ 60325 w 50"/>
              <a:gd name="T85" fmla="*/ 15875 h 50"/>
              <a:gd name="T86" fmla="*/ 31750 w 50"/>
              <a:gd name="T87" fmla="*/ 31750 h 50"/>
              <a:gd name="T88" fmla="*/ 15875 w 50"/>
              <a:gd name="T89" fmla="*/ 60325 h 50"/>
              <a:gd name="T90" fmla="*/ 101600 w 50"/>
              <a:gd name="T91" fmla="*/ 142875 h 50"/>
              <a:gd name="T92" fmla="*/ 73025 w 50"/>
              <a:gd name="T93" fmla="*/ 146050 h 50"/>
              <a:gd name="T94" fmla="*/ 101600 w 50"/>
              <a:gd name="T95" fmla="*/ 142875 h 50"/>
              <a:gd name="T96" fmla="*/ 146050 w 50"/>
              <a:gd name="T97" fmla="*/ 92075 h 50"/>
              <a:gd name="T98" fmla="*/ 149225 w 50"/>
              <a:gd name="T99" fmla="*/ 79375 h 50"/>
              <a:gd name="T100" fmla="*/ 127000 w 50"/>
              <a:gd name="T101" fmla="*/ 31750 h 50"/>
              <a:gd name="T102" fmla="*/ 98425 w 50"/>
              <a:gd name="T103" fmla="*/ 25400 h 50"/>
              <a:gd name="T104" fmla="*/ 98425 w 50"/>
              <a:gd name="T105" fmla="*/ 28575 h 50"/>
              <a:gd name="T106" fmla="*/ 114300 w 50"/>
              <a:gd name="T107" fmla="*/ 34925 h 50"/>
              <a:gd name="T108" fmla="*/ 104775 w 50"/>
              <a:gd name="T109" fmla="*/ 57150 h 50"/>
              <a:gd name="T110" fmla="*/ 117475 w 50"/>
              <a:gd name="T111" fmla="*/ 66675 h 50"/>
              <a:gd name="T112" fmla="*/ 123825 w 50"/>
              <a:gd name="T113" fmla="*/ 114300 h 50"/>
              <a:gd name="T114" fmla="*/ 133350 w 50"/>
              <a:gd name="T115" fmla="*/ 107950 h 50"/>
              <a:gd name="T116" fmla="*/ 104775 w 50"/>
              <a:gd name="T117" fmla="*/ 38100 h 50"/>
              <a:gd name="T118" fmla="*/ 104775 w 50"/>
              <a:gd name="T119" fmla="*/ 34925 h 5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50">
                <a:moveTo>
                  <a:pt x="25" y="0"/>
                </a:moveTo>
                <a:cubicBezTo>
                  <a:pt x="32" y="0"/>
                  <a:pt x="39" y="2"/>
                  <a:pt x="43" y="7"/>
                </a:cubicBezTo>
                <a:cubicBezTo>
                  <a:pt x="48" y="12"/>
                  <a:pt x="50" y="18"/>
                  <a:pt x="50" y="25"/>
                </a:cubicBezTo>
                <a:cubicBezTo>
                  <a:pt x="50" y="32"/>
                  <a:pt x="48" y="38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38" y="47"/>
                  <a:pt x="32" y="50"/>
                  <a:pt x="25" y="50"/>
                </a:cubicBezTo>
                <a:cubicBezTo>
                  <a:pt x="18" y="50"/>
                  <a:pt x="12" y="47"/>
                  <a:pt x="8" y="43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12" y="2"/>
                  <a:pt x="19" y="0"/>
                  <a:pt x="25" y="0"/>
                </a:cubicBezTo>
                <a:close/>
                <a:moveTo>
                  <a:pt x="22" y="4"/>
                </a:move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5"/>
                  <a:pt x="22" y="5"/>
                </a:cubicBezTo>
                <a:cubicBezTo>
                  <a:pt x="21" y="8"/>
                  <a:pt x="21" y="10"/>
                  <a:pt x="19" y="12"/>
                </a:cubicBezTo>
                <a:cubicBezTo>
                  <a:pt x="19" y="12"/>
                  <a:pt x="16" y="15"/>
                  <a:pt x="16" y="15"/>
                </a:cubicBezTo>
                <a:cubicBezTo>
                  <a:pt x="16" y="16"/>
                  <a:pt x="16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20" y="16"/>
                  <a:pt x="22" y="16"/>
                  <a:pt x="24" y="17"/>
                </a:cubicBezTo>
                <a:cubicBezTo>
                  <a:pt x="25" y="17"/>
                  <a:pt x="26" y="18"/>
                  <a:pt x="27" y="19"/>
                </a:cubicBezTo>
                <a:cubicBezTo>
                  <a:pt x="27" y="20"/>
                  <a:pt x="28" y="22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4"/>
                  <a:pt x="27" y="25"/>
                  <a:pt x="26" y="26"/>
                </a:cubicBezTo>
                <a:cubicBezTo>
                  <a:pt x="23" y="29"/>
                  <a:pt x="23" y="29"/>
                  <a:pt x="23" y="31"/>
                </a:cubicBezTo>
                <a:cubicBezTo>
                  <a:pt x="23" y="32"/>
                  <a:pt x="23" y="32"/>
                  <a:pt x="23" y="34"/>
                </a:cubicBezTo>
                <a:cubicBezTo>
                  <a:pt x="23" y="34"/>
                  <a:pt x="24" y="35"/>
                  <a:pt x="24" y="35"/>
                </a:cubicBezTo>
                <a:cubicBezTo>
                  <a:pt x="24" y="37"/>
                  <a:pt x="24" y="38"/>
                  <a:pt x="23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45"/>
                  <a:pt x="18" y="41"/>
                  <a:pt x="16" y="39"/>
                </a:cubicBezTo>
                <a:cubicBezTo>
                  <a:pt x="14" y="37"/>
                  <a:pt x="13" y="34"/>
                  <a:pt x="12" y="33"/>
                </a:cubicBezTo>
                <a:cubicBezTo>
                  <a:pt x="12" y="32"/>
                  <a:pt x="11" y="32"/>
                  <a:pt x="10" y="32"/>
                </a:cubicBezTo>
                <a:cubicBezTo>
                  <a:pt x="9" y="31"/>
                  <a:pt x="6" y="30"/>
                  <a:pt x="6" y="27"/>
                </a:cubicBezTo>
                <a:cubicBezTo>
                  <a:pt x="6" y="25"/>
                  <a:pt x="7" y="23"/>
                  <a:pt x="7" y="22"/>
                </a:cubicBezTo>
                <a:cubicBezTo>
                  <a:pt x="7" y="21"/>
                  <a:pt x="8" y="21"/>
                  <a:pt x="7" y="21"/>
                </a:cubicBezTo>
                <a:cubicBezTo>
                  <a:pt x="7" y="21"/>
                  <a:pt x="6" y="21"/>
                  <a:pt x="6" y="21"/>
                </a:cubicBezTo>
                <a:cubicBezTo>
                  <a:pt x="5" y="21"/>
                  <a:pt x="5" y="21"/>
                  <a:pt x="4" y="22"/>
                </a:cubicBezTo>
                <a:cubicBezTo>
                  <a:pt x="4" y="23"/>
                  <a:pt x="4" y="24"/>
                  <a:pt x="4" y="25"/>
                </a:cubicBezTo>
                <a:cubicBezTo>
                  <a:pt x="4" y="31"/>
                  <a:pt x="7" y="36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3" y="42"/>
                  <a:pt x="15" y="44"/>
                  <a:pt x="18" y="45"/>
                </a:cubicBezTo>
                <a:cubicBezTo>
                  <a:pt x="20" y="45"/>
                  <a:pt x="22" y="44"/>
                  <a:pt x="24" y="43"/>
                </a:cubicBezTo>
                <a:cubicBezTo>
                  <a:pt x="28" y="43"/>
                  <a:pt x="32" y="42"/>
                  <a:pt x="36" y="43"/>
                </a:cubicBezTo>
                <a:cubicBezTo>
                  <a:pt x="37" y="42"/>
                  <a:pt x="39" y="41"/>
                  <a:pt x="40" y="40"/>
                </a:cubicBezTo>
                <a:cubicBezTo>
                  <a:pt x="40" y="40"/>
                  <a:pt x="40" y="40"/>
                  <a:pt x="40" y="40"/>
                </a:cubicBezTo>
                <a:cubicBezTo>
                  <a:pt x="41" y="39"/>
                  <a:pt x="42" y="38"/>
                  <a:pt x="43" y="36"/>
                </a:cubicBezTo>
                <a:cubicBezTo>
                  <a:pt x="42" y="37"/>
                  <a:pt x="42" y="38"/>
                  <a:pt x="41" y="38"/>
                </a:cubicBezTo>
                <a:cubicBezTo>
                  <a:pt x="40" y="38"/>
                  <a:pt x="39" y="38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6" y="36"/>
                  <a:pt x="37" y="33"/>
                  <a:pt x="38" y="30"/>
                </a:cubicBezTo>
                <a:cubicBezTo>
                  <a:pt x="39" y="27"/>
                  <a:pt x="40" y="24"/>
                  <a:pt x="36" y="23"/>
                </a:cubicBezTo>
                <a:cubicBezTo>
                  <a:pt x="35" y="23"/>
                  <a:pt x="35" y="23"/>
                  <a:pt x="34" y="22"/>
                </a:cubicBezTo>
                <a:cubicBezTo>
                  <a:pt x="33" y="22"/>
                  <a:pt x="32" y="20"/>
                  <a:pt x="31" y="19"/>
                </a:cubicBezTo>
                <a:cubicBezTo>
                  <a:pt x="29" y="16"/>
                  <a:pt x="30" y="15"/>
                  <a:pt x="32" y="13"/>
                </a:cubicBezTo>
                <a:cubicBezTo>
                  <a:pt x="33" y="12"/>
                  <a:pt x="33" y="12"/>
                  <a:pt x="33" y="12"/>
                </a:cubicBezTo>
                <a:cubicBezTo>
                  <a:pt x="32" y="12"/>
                  <a:pt x="30" y="12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28" y="9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6"/>
                  <a:pt x="27" y="5"/>
                  <a:pt x="26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4" y="4"/>
                  <a:pt x="23" y="4"/>
                  <a:pt x="22" y="4"/>
                </a:cubicBezTo>
                <a:close/>
                <a:moveTo>
                  <a:pt x="5" y="19"/>
                </a:move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6" y="19"/>
                  <a:pt x="7" y="19"/>
                  <a:pt x="8" y="19"/>
                </a:cubicBezTo>
                <a:cubicBezTo>
                  <a:pt x="10" y="20"/>
                  <a:pt x="10" y="21"/>
                  <a:pt x="9" y="22"/>
                </a:cubicBezTo>
                <a:cubicBezTo>
                  <a:pt x="9" y="23"/>
                  <a:pt x="9" y="25"/>
                  <a:pt x="9" y="27"/>
                </a:cubicBezTo>
                <a:cubicBezTo>
                  <a:pt x="9" y="28"/>
                  <a:pt x="10" y="29"/>
                  <a:pt x="11" y="30"/>
                </a:cubicBezTo>
                <a:cubicBezTo>
                  <a:pt x="13" y="30"/>
                  <a:pt x="14" y="31"/>
                  <a:pt x="14" y="32"/>
                </a:cubicBezTo>
                <a:cubicBezTo>
                  <a:pt x="15" y="33"/>
                  <a:pt x="16" y="35"/>
                  <a:pt x="18" y="37"/>
                </a:cubicBezTo>
                <a:cubicBezTo>
                  <a:pt x="18" y="38"/>
                  <a:pt x="21" y="41"/>
                  <a:pt x="21" y="39"/>
                </a:cubicBezTo>
                <a:cubicBezTo>
                  <a:pt x="21" y="38"/>
                  <a:pt x="21" y="37"/>
                  <a:pt x="21" y="36"/>
                </a:cubicBezTo>
                <a:cubicBezTo>
                  <a:pt x="21" y="35"/>
                  <a:pt x="21" y="34"/>
                  <a:pt x="21" y="34"/>
                </a:cubicBezTo>
                <a:cubicBezTo>
                  <a:pt x="21" y="33"/>
                  <a:pt x="21" y="32"/>
                  <a:pt x="21" y="31"/>
                </a:cubicBezTo>
                <a:cubicBezTo>
                  <a:pt x="21" y="29"/>
                  <a:pt x="21" y="28"/>
                  <a:pt x="24" y="24"/>
                </a:cubicBezTo>
                <a:cubicBezTo>
                  <a:pt x="25" y="24"/>
                  <a:pt x="25" y="23"/>
                  <a:pt x="25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2"/>
                  <a:pt x="25" y="21"/>
                  <a:pt x="25" y="21"/>
                </a:cubicBezTo>
                <a:cubicBezTo>
                  <a:pt x="24" y="20"/>
                  <a:pt x="23" y="19"/>
                  <a:pt x="23" y="19"/>
                </a:cubicBezTo>
                <a:cubicBezTo>
                  <a:pt x="21" y="18"/>
                  <a:pt x="20" y="18"/>
                  <a:pt x="19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5" y="18"/>
                  <a:pt x="13" y="18"/>
                  <a:pt x="13" y="15"/>
                </a:cubicBezTo>
                <a:cubicBezTo>
                  <a:pt x="13" y="13"/>
                  <a:pt x="16" y="12"/>
                  <a:pt x="18" y="10"/>
                </a:cubicBezTo>
                <a:cubicBezTo>
                  <a:pt x="19" y="9"/>
                  <a:pt x="19" y="7"/>
                  <a:pt x="19" y="5"/>
                </a:cubicBezTo>
                <a:cubicBezTo>
                  <a:pt x="20" y="4"/>
                  <a:pt x="20" y="4"/>
                  <a:pt x="20" y="4"/>
                </a:cubicBezTo>
                <a:cubicBezTo>
                  <a:pt x="16" y="5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8" y="12"/>
                  <a:pt x="6" y="16"/>
                  <a:pt x="5" y="19"/>
                </a:cubicBezTo>
                <a:close/>
                <a:moveTo>
                  <a:pt x="32" y="45"/>
                </a:moveTo>
                <a:cubicBezTo>
                  <a:pt x="32" y="45"/>
                  <a:pt x="32" y="45"/>
                  <a:pt x="32" y="45"/>
                </a:cubicBezTo>
                <a:cubicBezTo>
                  <a:pt x="29" y="45"/>
                  <a:pt x="27" y="45"/>
                  <a:pt x="24" y="46"/>
                </a:cubicBezTo>
                <a:cubicBezTo>
                  <a:pt x="24" y="46"/>
                  <a:pt x="23" y="46"/>
                  <a:pt x="23" y="46"/>
                </a:cubicBezTo>
                <a:cubicBezTo>
                  <a:pt x="24" y="46"/>
                  <a:pt x="25" y="46"/>
                  <a:pt x="25" y="46"/>
                </a:cubicBezTo>
                <a:cubicBezTo>
                  <a:pt x="28" y="46"/>
                  <a:pt x="30" y="46"/>
                  <a:pt x="32" y="45"/>
                </a:cubicBezTo>
                <a:close/>
                <a:moveTo>
                  <a:pt x="46" y="29"/>
                </a:move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8"/>
                  <a:pt x="47" y="26"/>
                  <a:pt x="47" y="25"/>
                </a:cubicBezTo>
                <a:cubicBezTo>
                  <a:pt x="47" y="19"/>
                  <a:pt x="44" y="14"/>
                  <a:pt x="40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37" y="7"/>
                  <a:pt x="33" y="5"/>
                  <a:pt x="29" y="4"/>
                </a:cubicBezTo>
                <a:cubicBezTo>
                  <a:pt x="30" y="5"/>
                  <a:pt x="31" y="6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1" y="8"/>
                  <a:pt x="31" y="8"/>
                  <a:pt x="31" y="9"/>
                </a:cubicBezTo>
                <a:cubicBezTo>
                  <a:pt x="31" y="9"/>
                  <a:pt x="32" y="9"/>
                  <a:pt x="33" y="9"/>
                </a:cubicBezTo>
                <a:cubicBezTo>
                  <a:pt x="34" y="9"/>
                  <a:pt x="35" y="9"/>
                  <a:pt x="36" y="11"/>
                </a:cubicBezTo>
                <a:cubicBezTo>
                  <a:pt x="36" y="12"/>
                  <a:pt x="35" y="13"/>
                  <a:pt x="34" y="14"/>
                </a:cubicBezTo>
                <a:cubicBezTo>
                  <a:pt x="33" y="16"/>
                  <a:pt x="32" y="16"/>
                  <a:pt x="33" y="18"/>
                </a:cubicBezTo>
                <a:cubicBezTo>
                  <a:pt x="33" y="19"/>
                  <a:pt x="34" y="20"/>
                  <a:pt x="35" y="20"/>
                </a:cubicBezTo>
                <a:cubicBezTo>
                  <a:pt x="36" y="21"/>
                  <a:pt x="36" y="21"/>
                  <a:pt x="37" y="21"/>
                </a:cubicBezTo>
                <a:cubicBezTo>
                  <a:pt x="43" y="23"/>
                  <a:pt x="41" y="27"/>
                  <a:pt x="40" y="31"/>
                </a:cubicBezTo>
                <a:cubicBezTo>
                  <a:pt x="39" y="33"/>
                  <a:pt x="39" y="35"/>
                  <a:pt x="39" y="36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5"/>
                  <a:pt x="41" y="35"/>
                  <a:pt x="42" y="34"/>
                </a:cubicBezTo>
                <a:cubicBezTo>
                  <a:pt x="43" y="33"/>
                  <a:pt x="45" y="31"/>
                  <a:pt x="46" y="29"/>
                </a:cubicBezTo>
                <a:close/>
                <a:moveTo>
                  <a:pt x="33" y="12"/>
                </a:moveTo>
                <a:cubicBezTo>
                  <a:pt x="33" y="12"/>
                  <a:pt x="33" y="12"/>
                  <a:pt x="33" y="12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57" name="Freeform 91">
            <a:extLst>
              <a:ext uri="{FF2B5EF4-FFF2-40B4-BE49-F238E27FC236}">
                <a16:creationId xmlns:a16="http://schemas.microsoft.com/office/drawing/2014/main" id="{46180329-413F-A2E2-881E-B99FD0F2D320}"/>
              </a:ext>
            </a:extLst>
          </p:cNvPr>
          <p:cNvSpPr>
            <a:spLocks noEditPoints="1"/>
          </p:cNvSpPr>
          <p:nvPr/>
        </p:nvSpPr>
        <p:spPr bwMode="auto">
          <a:xfrm>
            <a:off x="5816001" y="2163681"/>
            <a:ext cx="203200" cy="203200"/>
          </a:xfrm>
          <a:custGeom>
            <a:avLst/>
            <a:gdLst>
              <a:gd name="T0" fmla="*/ 152400 w 48"/>
              <a:gd name="T1" fmla="*/ 9525 h 48"/>
              <a:gd name="T2" fmla="*/ 104775 w 48"/>
              <a:gd name="T3" fmla="*/ 149225 h 48"/>
              <a:gd name="T4" fmla="*/ 95250 w 48"/>
              <a:gd name="T5" fmla="*/ 152400 h 48"/>
              <a:gd name="T6" fmla="*/ 92075 w 48"/>
              <a:gd name="T7" fmla="*/ 149225 h 48"/>
              <a:gd name="T8" fmla="*/ 3175 w 48"/>
              <a:gd name="T9" fmla="*/ 60325 h 48"/>
              <a:gd name="T10" fmla="*/ 3175 w 48"/>
              <a:gd name="T11" fmla="*/ 50800 h 48"/>
              <a:gd name="T12" fmla="*/ 6350 w 48"/>
              <a:gd name="T13" fmla="*/ 50800 h 48"/>
              <a:gd name="T14" fmla="*/ 146050 w 48"/>
              <a:gd name="T15" fmla="*/ 0 h 48"/>
              <a:gd name="T16" fmla="*/ 152400 w 48"/>
              <a:gd name="T17" fmla="*/ 3175 h 48"/>
              <a:gd name="T18" fmla="*/ 152400 w 48"/>
              <a:gd name="T19" fmla="*/ 9525 h 48"/>
              <a:gd name="T20" fmla="*/ 19050 w 48"/>
              <a:gd name="T21" fmla="*/ 57150 h 48"/>
              <a:gd name="T22" fmla="*/ 19050 w 48"/>
              <a:gd name="T23" fmla="*/ 57150 h 48"/>
              <a:gd name="T24" fmla="*/ 69850 w 48"/>
              <a:gd name="T25" fmla="*/ 79375 h 48"/>
              <a:gd name="T26" fmla="*/ 127000 w 48"/>
              <a:gd name="T27" fmla="*/ 19050 h 48"/>
              <a:gd name="T28" fmla="*/ 19050 w 48"/>
              <a:gd name="T29" fmla="*/ 57150 h 48"/>
              <a:gd name="T30" fmla="*/ 73025 w 48"/>
              <a:gd name="T31" fmla="*/ 82550 h 48"/>
              <a:gd name="T32" fmla="*/ 73025 w 48"/>
              <a:gd name="T33" fmla="*/ 82550 h 48"/>
              <a:gd name="T34" fmla="*/ 95250 w 48"/>
              <a:gd name="T35" fmla="*/ 133350 h 48"/>
              <a:gd name="T36" fmla="*/ 133350 w 48"/>
              <a:gd name="T37" fmla="*/ 25400 h 48"/>
              <a:gd name="T38" fmla="*/ 73025 w 48"/>
              <a:gd name="T39" fmla="*/ 82550 h 48"/>
              <a:gd name="T40" fmla="*/ 82550 w 48"/>
              <a:gd name="T41" fmla="*/ 123825 h 48"/>
              <a:gd name="T42" fmla="*/ 82550 w 48"/>
              <a:gd name="T43" fmla="*/ 123825 h 48"/>
              <a:gd name="T44" fmla="*/ 66675 w 48"/>
              <a:gd name="T45" fmla="*/ 85725 h 48"/>
              <a:gd name="T46" fmla="*/ 31750 w 48"/>
              <a:gd name="T47" fmla="*/ 69850 h 48"/>
              <a:gd name="T48" fmla="*/ 53975 w 48"/>
              <a:gd name="T49" fmla="*/ 95250 h 48"/>
              <a:gd name="T50" fmla="*/ 53975 w 48"/>
              <a:gd name="T51" fmla="*/ 95250 h 48"/>
              <a:gd name="T52" fmla="*/ 60325 w 48"/>
              <a:gd name="T53" fmla="*/ 98425 h 48"/>
              <a:gd name="T54" fmla="*/ 60325 w 48"/>
              <a:gd name="T55" fmla="*/ 101600 h 48"/>
              <a:gd name="T56" fmla="*/ 82550 w 48"/>
              <a:gd name="T57" fmla="*/ 123825 h 4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8" h="48">
                <a:moveTo>
                  <a:pt x="48" y="3"/>
                </a:moveTo>
                <a:cubicBezTo>
                  <a:pt x="33" y="47"/>
                  <a:pt x="33" y="47"/>
                  <a:pt x="33" y="47"/>
                </a:cubicBezTo>
                <a:cubicBezTo>
                  <a:pt x="32" y="48"/>
                  <a:pt x="31" y="48"/>
                  <a:pt x="30" y="48"/>
                </a:cubicBezTo>
                <a:cubicBezTo>
                  <a:pt x="30" y="48"/>
                  <a:pt x="30" y="47"/>
                  <a:pt x="29" y="47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18"/>
                  <a:pt x="0" y="17"/>
                  <a:pt x="1" y="16"/>
                </a:cubicBezTo>
                <a:cubicBezTo>
                  <a:pt x="1" y="16"/>
                  <a:pt x="1" y="16"/>
                  <a:pt x="2" y="16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0"/>
                  <a:pt x="48" y="0"/>
                  <a:pt x="48" y="1"/>
                </a:cubicBezTo>
                <a:cubicBezTo>
                  <a:pt x="48" y="2"/>
                  <a:pt x="48" y="2"/>
                  <a:pt x="48" y="3"/>
                </a:cubicBezTo>
                <a:close/>
                <a:moveTo>
                  <a:pt x="6" y="18"/>
                </a:moveTo>
                <a:cubicBezTo>
                  <a:pt x="6" y="18"/>
                  <a:pt x="6" y="18"/>
                  <a:pt x="6" y="18"/>
                </a:cubicBezTo>
                <a:cubicBezTo>
                  <a:pt x="22" y="25"/>
                  <a:pt x="22" y="25"/>
                  <a:pt x="22" y="25"/>
                </a:cubicBezTo>
                <a:cubicBezTo>
                  <a:pt x="40" y="6"/>
                  <a:pt x="40" y="6"/>
                  <a:pt x="40" y="6"/>
                </a:cubicBezTo>
                <a:cubicBezTo>
                  <a:pt x="6" y="18"/>
                  <a:pt x="6" y="18"/>
                  <a:pt x="6" y="18"/>
                </a:cubicBezTo>
                <a:close/>
                <a:moveTo>
                  <a:pt x="23" y="26"/>
                </a:moveTo>
                <a:cubicBezTo>
                  <a:pt x="23" y="26"/>
                  <a:pt x="23" y="26"/>
                  <a:pt x="23" y="26"/>
                </a:cubicBezTo>
                <a:cubicBezTo>
                  <a:pt x="30" y="42"/>
                  <a:pt x="30" y="42"/>
                  <a:pt x="30" y="42"/>
                </a:cubicBezTo>
                <a:cubicBezTo>
                  <a:pt x="42" y="8"/>
                  <a:pt x="42" y="8"/>
                  <a:pt x="42" y="8"/>
                </a:cubicBezTo>
                <a:cubicBezTo>
                  <a:pt x="23" y="26"/>
                  <a:pt x="23" y="26"/>
                  <a:pt x="23" y="26"/>
                </a:cubicBezTo>
                <a:close/>
                <a:moveTo>
                  <a:pt x="26" y="39"/>
                </a:moveTo>
                <a:cubicBezTo>
                  <a:pt x="26" y="39"/>
                  <a:pt x="26" y="39"/>
                  <a:pt x="26" y="39"/>
                </a:cubicBezTo>
                <a:cubicBezTo>
                  <a:pt x="21" y="27"/>
                  <a:pt x="21" y="27"/>
                  <a:pt x="21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32"/>
                  <a:pt x="19" y="32"/>
                  <a:pt x="19" y="32"/>
                </a:cubicBezTo>
                <a:cubicBezTo>
                  <a:pt x="26" y="39"/>
                  <a:pt x="26" y="39"/>
                  <a:pt x="26" y="3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58" name="Freeform 92">
            <a:extLst>
              <a:ext uri="{FF2B5EF4-FFF2-40B4-BE49-F238E27FC236}">
                <a16:creationId xmlns:a16="http://schemas.microsoft.com/office/drawing/2014/main" id="{D017A3DD-E97F-6E82-99C0-0C9C20DAFAAD}"/>
              </a:ext>
            </a:extLst>
          </p:cNvPr>
          <p:cNvSpPr>
            <a:spLocks noEditPoints="1"/>
          </p:cNvSpPr>
          <p:nvPr/>
        </p:nvSpPr>
        <p:spPr bwMode="auto">
          <a:xfrm>
            <a:off x="5841402" y="2580665"/>
            <a:ext cx="156633" cy="211667"/>
          </a:xfrm>
          <a:custGeom>
            <a:avLst/>
            <a:gdLst>
              <a:gd name="T0" fmla="*/ 6350 w 37"/>
              <a:gd name="T1" fmla="*/ 0 h 50"/>
              <a:gd name="T2" fmla="*/ 117475 w 37"/>
              <a:gd name="T3" fmla="*/ 6350 h 50"/>
              <a:gd name="T4" fmla="*/ 117475 w 37"/>
              <a:gd name="T5" fmla="*/ 152400 h 50"/>
              <a:gd name="T6" fmla="*/ 111125 w 37"/>
              <a:gd name="T7" fmla="*/ 158750 h 50"/>
              <a:gd name="T8" fmla="*/ 0 w 37"/>
              <a:gd name="T9" fmla="*/ 152400 h 50"/>
              <a:gd name="T10" fmla="*/ 0 w 37"/>
              <a:gd name="T11" fmla="*/ 6350 h 50"/>
              <a:gd name="T12" fmla="*/ 47625 w 37"/>
              <a:gd name="T13" fmla="*/ 47625 h 50"/>
              <a:gd name="T14" fmla="*/ 57150 w 37"/>
              <a:gd name="T15" fmla="*/ 53975 h 50"/>
              <a:gd name="T16" fmla="*/ 63500 w 37"/>
              <a:gd name="T17" fmla="*/ 47625 h 50"/>
              <a:gd name="T18" fmla="*/ 66675 w 37"/>
              <a:gd name="T19" fmla="*/ 38100 h 50"/>
              <a:gd name="T20" fmla="*/ 82550 w 37"/>
              <a:gd name="T21" fmla="*/ 38100 h 50"/>
              <a:gd name="T22" fmla="*/ 73025 w 37"/>
              <a:gd name="T23" fmla="*/ 57150 h 50"/>
              <a:gd name="T24" fmla="*/ 63500 w 37"/>
              <a:gd name="T25" fmla="*/ 60325 h 50"/>
              <a:gd name="T26" fmla="*/ 63500 w 37"/>
              <a:gd name="T27" fmla="*/ 73025 h 50"/>
              <a:gd name="T28" fmla="*/ 73025 w 37"/>
              <a:gd name="T29" fmla="*/ 73025 h 50"/>
              <a:gd name="T30" fmla="*/ 85725 w 37"/>
              <a:gd name="T31" fmla="*/ 85725 h 50"/>
              <a:gd name="T32" fmla="*/ 73025 w 37"/>
              <a:gd name="T33" fmla="*/ 98425 h 50"/>
              <a:gd name="T34" fmla="*/ 66675 w 37"/>
              <a:gd name="T35" fmla="*/ 92075 h 50"/>
              <a:gd name="T36" fmla="*/ 63500 w 37"/>
              <a:gd name="T37" fmla="*/ 82550 h 50"/>
              <a:gd name="T38" fmla="*/ 47625 w 37"/>
              <a:gd name="T39" fmla="*/ 82550 h 50"/>
              <a:gd name="T40" fmla="*/ 28575 w 37"/>
              <a:gd name="T41" fmla="*/ 66675 h 50"/>
              <a:gd name="T42" fmla="*/ 47625 w 37"/>
              <a:gd name="T43" fmla="*/ 47625 h 50"/>
              <a:gd name="T44" fmla="*/ 47625 w 37"/>
              <a:gd name="T45" fmla="*/ 57150 h 50"/>
              <a:gd name="T46" fmla="*/ 34925 w 37"/>
              <a:gd name="T47" fmla="*/ 66675 h 50"/>
              <a:gd name="T48" fmla="*/ 57150 w 37"/>
              <a:gd name="T49" fmla="*/ 66675 h 50"/>
              <a:gd name="T50" fmla="*/ 79375 w 37"/>
              <a:gd name="T51" fmla="*/ 44450 h 50"/>
              <a:gd name="T52" fmla="*/ 73025 w 37"/>
              <a:gd name="T53" fmla="*/ 41275 h 50"/>
              <a:gd name="T54" fmla="*/ 69850 w 37"/>
              <a:gd name="T55" fmla="*/ 44450 h 50"/>
              <a:gd name="T56" fmla="*/ 73025 w 37"/>
              <a:gd name="T57" fmla="*/ 50800 h 50"/>
              <a:gd name="T58" fmla="*/ 79375 w 37"/>
              <a:gd name="T59" fmla="*/ 44450 h 50"/>
              <a:gd name="T60" fmla="*/ 79375 w 37"/>
              <a:gd name="T61" fmla="*/ 82550 h 50"/>
              <a:gd name="T62" fmla="*/ 69850 w 37"/>
              <a:gd name="T63" fmla="*/ 82550 h 50"/>
              <a:gd name="T64" fmla="*/ 69850 w 37"/>
              <a:gd name="T65" fmla="*/ 85725 h 50"/>
              <a:gd name="T66" fmla="*/ 73025 w 37"/>
              <a:gd name="T67" fmla="*/ 88900 h 50"/>
              <a:gd name="T68" fmla="*/ 79375 w 37"/>
              <a:gd name="T69" fmla="*/ 85725 h 50"/>
              <a:gd name="T70" fmla="*/ 38100 w 37"/>
              <a:gd name="T71" fmla="*/ 136525 h 50"/>
              <a:gd name="T72" fmla="*/ 34925 w 37"/>
              <a:gd name="T73" fmla="*/ 133350 h 50"/>
              <a:gd name="T74" fmla="*/ 79375 w 37"/>
              <a:gd name="T75" fmla="*/ 127000 h 50"/>
              <a:gd name="T76" fmla="*/ 79375 w 37"/>
              <a:gd name="T77" fmla="*/ 136525 h 50"/>
              <a:gd name="T78" fmla="*/ 104775 w 37"/>
              <a:gd name="T79" fmla="*/ 12700 h 50"/>
              <a:gd name="T80" fmla="*/ 9525 w 37"/>
              <a:gd name="T81" fmla="*/ 12700 h 50"/>
              <a:gd name="T82" fmla="*/ 104775 w 37"/>
              <a:gd name="T83" fmla="*/ 146050 h 5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7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6" y="0"/>
                  <a:pt x="37" y="1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49"/>
                  <a:pt x="36" y="50"/>
                  <a:pt x="35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0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2" y="0"/>
                </a:cubicBezTo>
                <a:close/>
                <a:moveTo>
                  <a:pt x="15" y="15"/>
                </a:moveTo>
                <a:cubicBezTo>
                  <a:pt x="15" y="15"/>
                  <a:pt x="15" y="15"/>
                  <a:pt x="15" y="15"/>
                </a:cubicBezTo>
                <a:cubicBezTo>
                  <a:pt x="16" y="15"/>
                  <a:pt x="17" y="16"/>
                  <a:pt x="18" y="17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5"/>
                  <a:pt x="20" y="15"/>
                  <a:pt x="20" y="15"/>
                </a:cubicBezTo>
                <a:cubicBezTo>
                  <a:pt x="20" y="14"/>
                  <a:pt x="20" y="13"/>
                  <a:pt x="21" y="12"/>
                </a:cubicBezTo>
                <a:cubicBezTo>
                  <a:pt x="21" y="12"/>
                  <a:pt x="21" y="12"/>
                  <a:pt x="21" y="12"/>
                </a:cubicBezTo>
                <a:cubicBezTo>
                  <a:pt x="22" y="11"/>
                  <a:pt x="22" y="11"/>
                  <a:pt x="23" y="11"/>
                </a:cubicBezTo>
                <a:cubicBezTo>
                  <a:pt x="25" y="11"/>
                  <a:pt x="25" y="11"/>
                  <a:pt x="26" y="12"/>
                </a:cubicBezTo>
                <a:cubicBezTo>
                  <a:pt x="27" y="13"/>
                  <a:pt x="27" y="14"/>
                  <a:pt x="27" y="15"/>
                </a:cubicBezTo>
                <a:cubicBezTo>
                  <a:pt x="27" y="17"/>
                  <a:pt x="26" y="18"/>
                  <a:pt x="23" y="18"/>
                </a:cubicBezTo>
                <a:cubicBezTo>
                  <a:pt x="23" y="18"/>
                  <a:pt x="22" y="18"/>
                  <a:pt x="21" y="18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19"/>
                  <a:pt x="20" y="20"/>
                  <a:pt x="20" y="21"/>
                </a:cubicBezTo>
                <a:cubicBezTo>
                  <a:pt x="20" y="21"/>
                  <a:pt x="20" y="22"/>
                  <a:pt x="20" y="23"/>
                </a:cubicBezTo>
                <a:cubicBezTo>
                  <a:pt x="21" y="24"/>
                  <a:pt x="21" y="24"/>
                  <a:pt x="21" y="24"/>
                </a:cubicBezTo>
                <a:cubicBezTo>
                  <a:pt x="22" y="23"/>
                  <a:pt x="23" y="23"/>
                  <a:pt x="23" y="23"/>
                </a:cubicBezTo>
                <a:cubicBezTo>
                  <a:pt x="25" y="23"/>
                  <a:pt x="25" y="23"/>
                  <a:pt x="26" y="24"/>
                </a:cubicBezTo>
                <a:cubicBezTo>
                  <a:pt x="27" y="25"/>
                  <a:pt x="27" y="26"/>
                  <a:pt x="27" y="27"/>
                </a:cubicBezTo>
                <a:cubicBezTo>
                  <a:pt x="27" y="28"/>
                  <a:pt x="27" y="29"/>
                  <a:pt x="26" y="29"/>
                </a:cubicBezTo>
                <a:cubicBezTo>
                  <a:pt x="25" y="30"/>
                  <a:pt x="25" y="31"/>
                  <a:pt x="23" y="31"/>
                </a:cubicBezTo>
                <a:cubicBezTo>
                  <a:pt x="22" y="31"/>
                  <a:pt x="21" y="30"/>
                  <a:pt x="21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0" y="29"/>
                  <a:pt x="20" y="28"/>
                  <a:pt x="20" y="27"/>
                </a:cubicBezTo>
                <a:cubicBezTo>
                  <a:pt x="20" y="26"/>
                  <a:pt x="20" y="26"/>
                  <a:pt x="20" y="26"/>
                </a:cubicBezTo>
                <a:cubicBezTo>
                  <a:pt x="18" y="25"/>
                  <a:pt x="18" y="25"/>
                  <a:pt x="18" y="25"/>
                </a:cubicBezTo>
                <a:cubicBezTo>
                  <a:pt x="17" y="25"/>
                  <a:pt x="16" y="26"/>
                  <a:pt x="15" y="26"/>
                </a:cubicBezTo>
                <a:cubicBezTo>
                  <a:pt x="13" y="26"/>
                  <a:pt x="12" y="25"/>
                  <a:pt x="11" y="24"/>
                </a:cubicBezTo>
                <a:cubicBezTo>
                  <a:pt x="10" y="23"/>
                  <a:pt x="9" y="22"/>
                  <a:pt x="9" y="21"/>
                </a:cubicBezTo>
                <a:cubicBezTo>
                  <a:pt x="9" y="19"/>
                  <a:pt x="10" y="18"/>
                  <a:pt x="11" y="17"/>
                </a:cubicBezTo>
                <a:cubicBezTo>
                  <a:pt x="12" y="16"/>
                  <a:pt x="13" y="15"/>
                  <a:pt x="15" y="15"/>
                </a:cubicBezTo>
                <a:close/>
                <a:moveTo>
                  <a:pt x="15" y="18"/>
                </a:moveTo>
                <a:cubicBezTo>
                  <a:pt x="15" y="18"/>
                  <a:pt x="15" y="18"/>
                  <a:pt x="15" y="18"/>
                </a:cubicBezTo>
                <a:cubicBezTo>
                  <a:pt x="14" y="18"/>
                  <a:pt x="13" y="18"/>
                  <a:pt x="12" y="18"/>
                </a:cubicBezTo>
                <a:cubicBezTo>
                  <a:pt x="12" y="19"/>
                  <a:pt x="11" y="20"/>
                  <a:pt x="11" y="21"/>
                </a:cubicBezTo>
                <a:cubicBezTo>
                  <a:pt x="11" y="22"/>
                  <a:pt x="13" y="24"/>
                  <a:pt x="15" y="24"/>
                </a:cubicBezTo>
                <a:cubicBezTo>
                  <a:pt x="16" y="24"/>
                  <a:pt x="18" y="22"/>
                  <a:pt x="18" y="21"/>
                </a:cubicBezTo>
                <a:cubicBezTo>
                  <a:pt x="18" y="19"/>
                  <a:pt x="16" y="18"/>
                  <a:pt x="15" y="18"/>
                </a:cubicBezTo>
                <a:close/>
                <a:moveTo>
                  <a:pt x="25" y="14"/>
                </a:moveTo>
                <a:cubicBezTo>
                  <a:pt x="25" y="14"/>
                  <a:pt x="25" y="14"/>
                  <a:pt x="25" y="14"/>
                </a:cubicBezTo>
                <a:cubicBezTo>
                  <a:pt x="24" y="13"/>
                  <a:pt x="24" y="13"/>
                  <a:pt x="23" y="13"/>
                </a:cubicBezTo>
                <a:cubicBezTo>
                  <a:pt x="23" y="13"/>
                  <a:pt x="23" y="13"/>
                  <a:pt x="22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2" y="14"/>
                  <a:pt x="22" y="15"/>
                </a:cubicBezTo>
                <a:cubicBezTo>
                  <a:pt x="22" y="15"/>
                  <a:pt x="23" y="16"/>
                  <a:pt x="23" y="16"/>
                </a:cubicBezTo>
                <a:cubicBezTo>
                  <a:pt x="24" y="16"/>
                  <a:pt x="25" y="15"/>
                  <a:pt x="25" y="15"/>
                </a:cubicBezTo>
                <a:cubicBezTo>
                  <a:pt x="25" y="14"/>
                  <a:pt x="25" y="14"/>
                  <a:pt x="25" y="14"/>
                </a:cubicBezTo>
                <a:close/>
                <a:moveTo>
                  <a:pt x="25" y="26"/>
                </a:moveTo>
                <a:cubicBezTo>
                  <a:pt x="25" y="26"/>
                  <a:pt x="25" y="26"/>
                  <a:pt x="25" y="26"/>
                </a:cubicBezTo>
                <a:cubicBezTo>
                  <a:pt x="24" y="25"/>
                  <a:pt x="24" y="25"/>
                  <a:pt x="23" y="25"/>
                </a:cubicBezTo>
                <a:cubicBezTo>
                  <a:pt x="23" y="25"/>
                  <a:pt x="23" y="25"/>
                  <a:pt x="22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6"/>
                  <a:pt x="22" y="26"/>
                  <a:pt x="22" y="27"/>
                </a:cubicBezTo>
                <a:cubicBezTo>
                  <a:pt x="22" y="27"/>
                  <a:pt x="22" y="27"/>
                  <a:pt x="22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4" y="28"/>
                  <a:pt x="24" y="28"/>
                  <a:pt x="25" y="28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26"/>
                  <a:pt x="25" y="26"/>
                  <a:pt x="25" y="26"/>
                </a:cubicBezTo>
                <a:close/>
                <a:moveTo>
                  <a:pt x="12" y="43"/>
                </a:moveTo>
                <a:cubicBezTo>
                  <a:pt x="12" y="43"/>
                  <a:pt x="12" y="43"/>
                  <a:pt x="12" y="43"/>
                </a:cubicBezTo>
                <a:cubicBezTo>
                  <a:pt x="11" y="43"/>
                  <a:pt x="11" y="42"/>
                  <a:pt x="11" y="42"/>
                </a:cubicBezTo>
                <a:cubicBezTo>
                  <a:pt x="11" y="41"/>
                  <a:pt x="11" y="40"/>
                  <a:pt x="12" y="40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40"/>
                  <a:pt x="26" y="41"/>
                  <a:pt x="26" y="42"/>
                </a:cubicBezTo>
                <a:cubicBezTo>
                  <a:pt x="26" y="42"/>
                  <a:pt x="25" y="43"/>
                  <a:pt x="25" y="43"/>
                </a:cubicBezTo>
                <a:cubicBezTo>
                  <a:pt x="12" y="43"/>
                  <a:pt x="12" y="43"/>
                  <a:pt x="12" y="43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6"/>
                  <a:pt x="3" y="46"/>
                  <a:pt x="3" y="46"/>
                </a:cubicBezTo>
                <a:cubicBezTo>
                  <a:pt x="33" y="46"/>
                  <a:pt x="33" y="46"/>
                  <a:pt x="33" y="46"/>
                </a:cubicBezTo>
                <a:cubicBezTo>
                  <a:pt x="33" y="4"/>
                  <a:pt x="33" y="4"/>
                  <a:pt x="33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59" name="Freeform 93">
            <a:extLst>
              <a:ext uri="{FF2B5EF4-FFF2-40B4-BE49-F238E27FC236}">
                <a16:creationId xmlns:a16="http://schemas.microsoft.com/office/drawing/2014/main" id="{DF6E355C-CFA0-3F5E-0A95-11F5C9E886B8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3008231"/>
            <a:ext cx="211667" cy="211667"/>
          </a:xfrm>
          <a:custGeom>
            <a:avLst/>
            <a:gdLst>
              <a:gd name="T0" fmla="*/ 6350 w 50"/>
              <a:gd name="T1" fmla="*/ 0 h 50"/>
              <a:gd name="T2" fmla="*/ 117475 w 50"/>
              <a:gd name="T3" fmla="*/ 6350 h 50"/>
              <a:gd name="T4" fmla="*/ 117475 w 50"/>
              <a:gd name="T5" fmla="*/ 22225 h 50"/>
              <a:gd name="T6" fmla="*/ 152400 w 50"/>
              <a:gd name="T7" fmla="*/ 25400 h 50"/>
              <a:gd name="T8" fmla="*/ 158750 w 50"/>
              <a:gd name="T9" fmla="*/ 85725 h 50"/>
              <a:gd name="T10" fmla="*/ 142875 w 50"/>
              <a:gd name="T11" fmla="*/ 101600 h 50"/>
              <a:gd name="T12" fmla="*/ 95250 w 50"/>
              <a:gd name="T13" fmla="*/ 114300 h 50"/>
              <a:gd name="T14" fmla="*/ 88900 w 50"/>
              <a:gd name="T15" fmla="*/ 114300 h 50"/>
              <a:gd name="T16" fmla="*/ 69850 w 50"/>
              <a:gd name="T17" fmla="*/ 98425 h 50"/>
              <a:gd name="T18" fmla="*/ 66675 w 50"/>
              <a:gd name="T19" fmla="*/ 38100 h 50"/>
              <a:gd name="T20" fmla="*/ 82550 w 50"/>
              <a:gd name="T21" fmla="*/ 22225 h 50"/>
              <a:gd name="T22" fmla="*/ 104775 w 50"/>
              <a:gd name="T23" fmla="*/ 12700 h 50"/>
              <a:gd name="T24" fmla="*/ 12700 w 50"/>
              <a:gd name="T25" fmla="*/ 149225 h 50"/>
              <a:gd name="T26" fmla="*/ 104775 w 50"/>
              <a:gd name="T27" fmla="*/ 120650 h 50"/>
              <a:gd name="T28" fmla="*/ 117475 w 50"/>
              <a:gd name="T29" fmla="*/ 120650 h 50"/>
              <a:gd name="T30" fmla="*/ 111125 w 50"/>
              <a:gd name="T31" fmla="*/ 158750 h 50"/>
              <a:gd name="T32" fmla="*/ 6350 w 50"/>
              <a:gd name="T33" fmla="*/ 158750 h 50"/>
              <a:gd name="T34" fmla="*/ 0 w 50"/>
              <a:gd name="T35" fmla="*/ 152400 h 50"/>
              <a:gd name="T36" fmla="*/ 6350 w 50"/>
              <a:gd name="T37" fmla="*/ 0 h 50"/>
              <a:gd name="T38" fmla="*/ 142875 w 50"/>
              <a:gd name="T39" fmla="*/ 28575 h 50"/>
              <a:gd name="T40" fmla="*/ 76200 w 50"/>
              <a:gd name="T41" fmla="*/ 31750 h 50"/>
              <a:gd name="T42" fmla="*/ 73025 w 50"/>
              <a:gd name="T43" fmla="*/ 85725 h 50"/>
              <a:gd name="T44" fmla="*/ 82550 w 50"/>
              <a:gd name="T45" fmla="*/ 95250 h 50"/>
              <a:gd name="T46" fmla="*/ 82550 w 50"/>
              <a:gd name="T47" fmla="*/ 95250 h 50"/>
              <a:gd name="T48" fmla="*/ 92075 w 50"/>
              <a:gd name="T49" fmla="*/ 104775 h 50"/>
              <a:gd name="T50" fmla="*/ 101600 w 50"/>
              <a:gd name="T51" fmla="*/ 95250 h 50"/>
              <a:gd name="T52" fmla="*/ 149225 w 50"/>
              <a:gd name="T53" fmla="*/ 92075 h 50"/>
              <a:gd name="T54" fmla="*/ 152400 w 50"/>
              <a:gd name="T55" fmla="*/ 38100 h 50"/>
              <a:gd name="T56" fmla="*/ 142875 w 50"/>
              <a:gd name="T57" fmla="*/ 28575 h 50"/>
              <a:gd name="T58" fmla="*/ 88900 w 50"/>
              <a:gd name="T59" fmla="*/ 66675 h 50"/>
              <a:gd name="T60" fmla="*/ 88900 w 50"/>
              <a:gd name="T61" fmla="*/ 44450 h 50"/>
              <a:gd name="T62" fmla="*/ 136525 w 50"/>
              <a:gd name="T63" fmla="*/ 44450 h 50"/>
              <a:gd name="T64" fmla="*/ 133350 w 50"/>
              <a:gd name="T65" fmla="*/ 66675 h 50"/>
              <a:gd name="T66" fmla="*/ 107950 w 50"/>
              <a:gd name="T67" fmla="*/ 85725 h 50"/>
              <a:gd name="T68" fmla="*/ 95250 w 50"/>
              <a:gd name="T69" fmla="*/ 60325 h 50"/>
              <a:gd name="T70" fmla="*/ 111125 w 50"/>
              <a:gd name="T71" fmla="*/ 76200 h 50"/>
              <a:gd name="T72" fmla="*/ 130175 w 50"/>
              <a:gd name="T73" fmla="*/ 60325 h 50"/>
              <a:gd name="T74" fmla="*/ 130175 w 50"/>
              <a:gd name="T75" fmla="*/ 47625 h 50"/>
              <a:gd name="T76" fmla="*/ 114300 w 50"/>
              <a:gd name="T77" fmla="*/ 47625 h 50"/>
              <a:gd name="T78" fmla="*/ 107950 w 50"/>
              <a:gd name="T79" fmla="*/ 47625 h 50"/>
              <a:gd name="T80" fmla="*/ 95250 w 50"/>
              <a:gd name="T81" fmla="*/ 60325 h 50"/>
              <a:gd name="T82" fmla="*/ 38100 w 50"/>
              <a:gd name="T83" fmla="*/ 136525 h 50"/>
              <a:gd name="T84" fmla="*/ 34925 w 50"/>
              <a:gd name="T85" fmla="*/ 133350 h 50"/>
              <a:gd name="T86" fmla="*/ 79375 w 50"/>
              <a:gd name="T87" fmla="*/ 130175 h 50"/>
              <a:gd name="T88" fmla="*/ 79375 w 50"/>
              <a:gd name="T89" fmla="*/ 136525 h 5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0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6" y="0"/>
                  <a:pt x="37" y="1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7"/>
                  <a:pt x="37" y="7"/>
                  <a:pt x="37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6" y="7"/>
                  <a:pt x="47" y="7"/>
                  <a:pt x="48" y="8"/>
                </a:cubicBezTo>
                <a:cubicBezTo>
                  <a:pt x="49" y="9"/>
                  <a:pt x="50" y="11"/>
                  <a:pt x="50" y="12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8"/>
                  <a:pt x="49" y="30"/>
                  <a:pt x="48" y="31"/>
                </a:cubicBezTo>
                <a:cubicBezTo>
                  <a:pt x="47" y="32"/>
                  <a:pt x="46" y="32"/>
                  <a:pt x="45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29" y="37"/>
                  <a:pt x="28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6" y="32"/>
                  <a:pt x="26" y="32"/>
                  <a:pt x="26" y="32"/>
                </a:cubicBezTo>
                <a:cubicBezTo>
                  <a:pt x="24" y="32"/>
                  <a:pt x="23" y="32"/>
                  <a:pt x="22" y="31"/>
                </a:cubicBezTo>
                <a:cubicBezTo>
                  <a:pt x="21" y="30"/>
                  <a:pt x="21" y="28"/>
                  <a:pt x="21" y="27"/>
                </a:cubicBezTo>
                <a:cubicBezTo>
                  <a:pt x="21" y="12"/>
                  <a:pt x="21" y="12"/>
                  <a:pt x="21" y="12"/>
                </a:cubicBezTo>
                <a:cubicBezTo>
                  <a:pt x="21" y="11"/>
                  <a:pt x="21" y="9"/>
                  <a:pt x="22" y="8"/>
                </a:cubicBezTo>
                <a:cubicBezTo>
                  <a:pt x="23" y="7"/>
                  <a:pt x="25" y="7"/>
                  <a:pt x="26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4"/>
                  <a:pt x="33" y="4"/>
                  <a:pt x="33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7"/>
                  <a:pt x="4" y="47"/>
                  <a:pt x="4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7"/>
                  <a:pt x="34" y="36"/>
                  <a:pt x="35" y="36"/>
                </a:cubicBezTo>
                <a:cubicBezTo>
                  <a:pt x="36" y="36"/>
                  <a:pt x="37" y="37"/>
                  <a:pt x="37" y="38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50"/>
                  <a:pt x="36" y="50"/>
                  <a:pt x="35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50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5" y="9"/>
                </a:moveTo>
                <a:cubicBezTo>
                  <a:pt x="45" y="9"/>
                  <a:pt x="45" y="9"/>
                  <a:pt x="45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5" y="9"/>
                  <a:pt x="24" y="9"/>
                  <a:pt x="24" y="10"/>
                </a:cubicBezTo>
                <a:cubicBezTo>
                  <a:pt x="23" y="10"/>
                  <a:pt x="23" y="11"/>
                  <a:pt x="23" y="12"/>
                </a:cubicBezTo>
                <a:cubicBezTo>
                  <a:pt x="23" y="27"/>
                  <a:pt x="23" y="27"/>
                  <a:pt x="23" y="27"/>
                </a:cubicBezTo>
                <a:cubicBezTo>
                  <a:pt x="23" y="28"/>
                  <a:pt x="23" y="28"/>
                  <a:pt x="24" y="29"/>
                </a:cubicBezTo>
                <a:cubicBezTo>
                  <a:pt x="24" y="30"/>
                  <a:pt x="25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7" y="30"/>
                  <a:pt x="27" y="30"/>
                  <a:pt x="27" y="30"/>
                </a:cubicBezTo>
                <a:cubicBezTo>
                  <a:pt x="29" y="33"/>
                  <a:pt x="29" y="33"/>
                  <a:pt x="29" y="33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0"/>
                  <a:pt x="31" y="30"/>
                  <a:pt x="32" y="30"/>
                </a:cubicBezTo>
                <a:cubicBezTo>
                  <a:pt x="45" y="30"/>
                  <a:pt x="45" y="30"/>
                  <a:pt x="45" y="30"/>
                </a:cubicBezTo>
                <a:cubicBezTo>
                  <a:pt x="45" y="30"/>
                  <a:pt x="46" y="30"/>
                  <a:pt x="47" y="29"/>
                </a:cubicBezTo>
                <a:cubicBezTo>
                  <a:pt x="47" y="28"/>
                  <a:pt x="48" y="28"/>
                  <a:pt x="48" y="27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11"/>
                  <a:pt x="47" y="10"/>
                  <a:pt x="47" y="10"/>
                </a:cubicBezTo>
                <a:cubicBezTo>
                  <a:pt x="46" y="9"/>
                  <a:pt x="45" y="9"/>
                  <a:pt x="45" y="9"/>
                </a:cubicBezTo>
                <a:close/>
                <a:moveTo>
                  <a:pt x="28" y="21"/>
                </a:move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6" y="19"/>
                  <a:pt x="26" y="16"/>
                  <a:pt x="28" y="14"/>
                </a:cubicBezTo>
                <a:cubicBezTo>
                  <a:pt x="30" y="12"/>
                  <a:pt x="33" y="11"/>
                  <a:pt x="35" y="13"/>
                </a:cubicBezTo>
                <a:cubicBezTo>
                  <a:pt x="38" y="11"/>
                  <a:pt x="41" y="12"/>
                  <a:pt x="43" y="14"/>
                </a:cubicBezTo>
                <a:cubicBezTo>
                  <a:pt x="44" y="16"/>
                  <a:pt x="44" y="19"/>
                  <a:pt x="4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36" y="27"/>
                  <a:pt x="36" y="27"/>
                  <a:pt x="36" y="27"/>
                </a:cubicBezTo>
                <a:cubicBezTo>
                  <a:pt x="36" y="27"/>
                  <a:pt x="35" y="27"/>
                  <a:pt x="34" y="27"/>
                </a:cubicBezTo>
                <a:cubicBezTo>
                  <a:pt x="28" y="21"/>
                  <a:pt x="28" y="21"/>
                  <a:pt x="28" y="21"/>
                </a:cubicBezTo>
                <a:close/>
                <a:moveTo>
                  <a:pt x="30" y="19"/>
                </a:moveTo>
                <a:cubicBezTo>
                  <a:pt x="30" y="19"/>
                  <a:pt x="30" y="19"/>
                  <a:pt x="30" y="19"/>
                </a:cubicBezTo>
                <a:cubicBezTo>
                  <a:pt x="35" y="24"/>
                  <a:pt x="35" y="24"/>
                  <a:pt x="35" y="24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19"/>
                  <a:pt x="41" y="19"/>
                  <a:pt x="41" y="19"/>
                </a:cubicBezTo>
                <a:cubicBezTo>
                  <a:pt x="42" y="18"/>
                  <a:pt x="42" y="16"/>
                  <a:pt x="41" y="15"/>
                </a:cubicBezTo>
                <a:cubicBezTo>
                  <a:pt x="40" y="14"/>
                  <a:pt x="38" y="14"/>
                  <a:pt x="37" y="15"/>
                </a:cubicBezTo>
                <a:cubicBezTo>
                  <a:pt x="36" y="15"/>
                  <a:pt x="36" y="15"/>
                  <a:pt x="36" y="15"/>
                </a:cubicBezTo>
                <a:cubicBezTo>
                  <a:pt x="36" y="16"/>
                  <a:pt x="35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3" y="14"/>
                  <a:pt x="31" y="14"/>
                  <a:pt x="30" y="15"/>
                </a:cubicBezTo>
                <a:cubicBezTo>
                  <a:pt x="29" y="16"/>
                  <a:pt x="29" y="18"/>
                  <a:pt x="30" y="19"/>
                </a:cubicBezTo>
                <a:cubicBezTo>
                  <a:pt x="30" y="19"/>
                  <a:pt x="30" y="19"/>
                  <a:pt x="30" y="19"/>
                </a:cubicBezTo>
                <a:close/>
                <a:moveTo>
                  <a:pt x="12" y="43"/>
                </a:moveTo>
                <a:cubicBezTo>
                  <a:pt x="12" y="43"/>
                  <a:pt x="12" y="43"/>
                  <a:pt x="12" y="43"/>
                </a:cubicBezTo>
                <a:cubicBezTo>
                  <a:pt x="12" y="43"/>
                  <a:pt x="11" y="43"/>
                  <a:pt x="11" y="42"/>
                </a:cubicBezTo>
                <a:cubicBezTo>
                  <a:pt x="11" y="41"/>
                  <a:pt x="12" y="41"/>
                  <a:pt x="12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6" y="41"/>
                  <a:pt x="26" y="41"/>
                  <a:pt x="26" y="42"/>
                </a:cubicBezTo>
                <a:cubicBezTo>
                  <a:pt x="26" y="43"/>
                  <a:pt x="26" y="43"/>
                  <a:pt x="25" y="43"/>
                </a:cubicBezTo>
                <a:cubicBezTo>
                  <a:pt x="12" y="43"/>
                  <a:pt x="12" y="43"/>
                  <a:pt x="12" y="4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60" name="Freeform 94">
            <a:extLst>
              <a:ext uri="{FF2B5EF4-FFF2-40B4-BE49-F238E27FC236}">
                <a16:creationId xmlns:a16="http://schemas.microsoft.com/office/drawing/2014/main" id="{B203F37E-ADF4-AD9E-8A11-0AA34A4BA6BA}"/>
              </a:ext>
            </a:extLst>
          </p:cNvPr>
          <p:cNvSpPr>
            <a:spLocks noEditPoints="1"/>
          </p:cNvSpPr>
          <p:nvPr/>
        </p:nvSpPr>
        <p:spPr bwMode="auto">
          <a:xfrm>
            <a:off x="5437119" y="2597598"/>
            <a:ext cx="213783" cy="177800"/>
          </a:xfrm>
          <a:custGeom>
            <a:avLst/>
            <a:gdLst>
              <a:gd name="T0" fmla="*/ 6413 w 50"/>
              <a:gd name="T1" fmla="*/ 0 h 42"/>
              <a:gd name="T2" fmla="*/ 160337 w 50"/>
              <a:gd name="T3" fmla="*/ 6350 h 42"/>
              <a:gd name="T4" fmla="*/ 160337 w 50"/>
              <a:gd name="T5" fmla="*/ 111125 h 42"/>
              <a:gd name="T6" fmla="*/ 153924 w 50"/>
              <a:gd name="T7" fmla="*/ 117475 h 42"/>
              <a:gd name="T8" fmla="*/ 86582 w 50"/>
              <a:gd name="T9" fmla="*/ 123825 h 42"/>
              <a:gd name="T10" fmla="*/ 118649 w 50"/>
              <a:gd name="T11" fmla="*/ 123825 h 42"/>
              <a:gd name="T12" fmla="*/ 118649 w 50"/>
              <a:gd name="T13" fmla="*/ 133350 h 42"/>
              <a:gd name="T14" fmla="*/ 35274 w 50"/>
              <a:gd name="T15" fmla="*/ 130175 h 42"/>
              <a:gd name="T16" fmla="*/ 73755 w 50"/>
              <a:gd name="T17" fmla="*/ 123825 h 42"/>
              <a:gd name="T18" fmla="*/ 73755 w 50"/>
              <a:gd name="T19" fmla="*/ 117475 h 42"/>
              <a:gd name="T20" fmla="*/ 0 w 50"/>
              <a:gd name="T21" fmla="*/ 111125 h 42"/>
              <a:gd name="T22" fmla="*/ 0 w 50"/>
              <a:gd name="T23" fmla="*/ 6350 h 42"/>
              <a:gd name="T24" fmla="*/ 67342 w 50"/>
              <a:gd name="T25" fmla="*/ 41275 h 42"/>
              <a:gd name="T26" fmla="*/ 80169 w 50"/>
              <a:gd name="T27" fmla="*/ 47625 h 42"/>
              <a:gd name="T28" fmla="*/ 83375 w 50"/>
              <a:gd name="T29" fmla="*/ 38100 h 42"/>
              <a:gd name="T30" fmla="*/ 86582 w 50"/>
              <a:gd name="T31" fmla="*/ 31750 h 42"/>
              <a:gd name="T32" fmla="*/ 105822 w 50"/>
              <a:gd name="T33" fmla="*/ 31750 h 42"/>
              <a:gd name="T34" fmla="*/ 105822 w 50"/>
              <a:gd name="T35" fmla="*/ 47625 h 42"/>
              <a:gd name="T36" fmla="*/ 89789 w 50"/>
              <a:gd name="T37" fmla="*/ 47625 h 42"/>
              <a:gd name="T38" fmla="*/ 86582 w 50"/>
              <a:gd name="T39" fmla="*/ 57150 h 42"/>
              <a:gd name="T40" fmla="*/ 89789 w 50"/>
              <a:gd name="T41" fmla="*/ 66675 h 42"/>
              <a:gd name="T42" fmla="*/ 105822 w 50"/>
              <a:gd name="T43" fmla="*/ 69850 h 42"/>
              <a:gd name="T44" fmla="*/ 105822 w 50"/>
              <a:gd name="T45" fmla="*/ 85725 h 42"/>
              <a:gd name="T46" fmla="*/ 86582 w 50"/>
              <a:gd name="T47" fmla="*/ 85725 h 42"/>
              <a:gd name="T48" fmla="*/ 83375 w 50"/>
              <a:gd name="T49" fmla="*/ 73025 h 42"/>
              <a:gd name="T50" fmla="*/ 67342 w 50"/>
              <a:gd name="T51" fmla="*/ 76200 h 42"/>
              <a:gd name="T52" fmla="*/ 54515 w 50"/>
              <a:gd name="T53" fmla="*/ 69850 h 42"/>
              <a:gd name="T54" fmla="*/ 54515 w 50"/>
              <a:gd name="T55" fmla="*/ 47625 h 42"/>
              <a:gd name="T56" fmla="*/ 67342 w 50"/>
              <a:gd name="T57" fmla="*/ 47625 h 42"/>
              <a:gd name="T58" fmla="*/ 60928 w 50"/>
              <a:gd name="T59" fmla="*/ 50800 h 42"/>
              <a:gd name="T60" fmla="*/ 60928 w 50"/>
              <a:gd name="T61" fmla="*/ 66675 h 42"/>
              <a:gd name="T62" fmla="*/ 60928 w 50"/>
              <a:gd name="T63" fmla="*/ 66675 h 42"/>
              <a:gd name="T64" fmla="*/ 76962 w 50"/>
              <a:gd name="T65" fmla="*/ 57150 h 42"/>
              <a:gd name="T66" fmla="*/ 99409 w 50"/>
              <a:gd name="T67" fmla="*/ 34925 h 42"/>
              <a:gd name="T68" fmla="*/ 96202 w 50"/>
              <a:gd name="T69" fmla="*/ 34925 h 42"/>
              <a:gd name="T70" fmla="*/ 92995 w 50"/>
              <a:gd name="T71" fmla="*/ 34925 h 42"/>
              <a:gd name="T72" fmla="*/ 96202 w 50"/>
              <a:gd name="T73" fmla="*/ 44450 h 42"/>
              <a:gd name="T74" fmla="*/ 102616 w 50"/>
              <a:gd name="T75" fmla="*/ 38100 h 42"/>
              <a:gd name="T76" fmla="*/ 99409 w 50"/>
              <a:gd name="T77" fmla="*/ 73025 h 42"/>
              <a:gd name="T78" fmla="*/ 96202 w 50"/>
              <a:gd name="T79" fmla="*/ 73025 h 42"/>
              <a:gd name="T80" fmla="*/ 92995 w 50"/>
              <a:gd name="T81" fmla="*/ 73025 h 42"/>
              <a:gd name="T82" fmla="*/ 96202 w 50"/>
              <a:gd name="T83" fmla="*/ 82550 h 42"/>
              <a:gd name="T84" fmla="*/ 102616 w 50"/>
              <a:gd name="T85" fmla="*/ 76200 h 42"/>
              <a:gd name="T86" fmla="*/ 137890 w 50"/>
              <a:gd name="T87" fmla="*/ 88900 h 42"/>
              <a:gd name="T88" fmla="*/ 141097 w 50"/>
              <a:gd name="T89" fmla="*/ 95250 h 42"/>
              <a:gd name="T90" fmla="*/ 131476 w 50"/>
              <a:gd name="T91" fmla="*/ 95250 h 42"/>
              <a:gd name="T92" fmla="*/ 147510 w 50"/>
              <a:gd name="T93" fmla="*/ 12700 h 42"/>
              <a:gd name="T94" fmla="*/ 12827 w 50"/>
              <a:gd name="T95" fmla="*/ 12700 h 42"/>
              <a:gd name="T96" fmla="*/ 147510 w 50"/>
              <a:gd name="T97" fmla="*/ 104775 h 4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0" h="42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6"/>
                  <a:pt x="49" y="37"/>
                  <a:pt x="48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8" y="39"/>
                  <a:pt x="39" y="40"/>
                  <a:pt x="39" y="41"/>
                </a:cubicBezTo>
                <a:cubicBezTo>
                  <a:pt x="39" y="41"/>
                  <a:pt x="38" y="42"/>
                  <a:pt x="37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1" y="42"/>
                  <a:pt x="11" y="41"/>
                  <a:pt x="11" y="41"/>
                </a:cubicBezTo>
                <a:cubicBezTo>
                  <a:pt x="11" y="40"/>
                  <a:pt x="11" y="39"/>
                  <a:pt x="12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37"/>
                  <a:pt x="23" y="37"/>
                  <a:pt x="23" y="37"/>
                </a:cubicBezTo>
                <a:cubicBezTo>
                  <a:pt x="2" y="37"/>
                  <a:pt x="2" y="37"/>
                  <a:pt x="2" y="37"/>
                </a:cubicBezTo>
                <a:cubicBezTo>
                  <a:pt x="1" y="37"/>
                  <a:pt x="0" y="36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1" y="13"/>
                </a:moveTo>
                <a:cubicBezTo>
                  <a:pt x="21" y="13"/>
                  <a:pt x="21" y="13"/>
                  <a:pt x="21" y="13"/>
                </a:cubicBezTo>
                <a:cubicBezTo>
                  <a:pt x="23" y="13"/>
                  <a:pt x="24" y="14"/>
                  <a:pt x="25" y="15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3"/>
                  <a:pt x="26" y="13"/>
                  <a:pt x="26" y="12"/>
                </a:cubicBezTo>
                <a:cubicBezTo>
                  <a:pt x="26" y="11"/>
                  <a:pt x="27" y="10"/>
                  <a:pt x="27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8" y="9"/>
                  <a:pt x="29" y="9"/>
                  <a:pt x="30" y="9"/>
                </a:cubicBezTo>
                <a:cubicBezTo>
                  <a:pt x="31" y="9"/>
                  <a:pt x="32" y="9"/>
                  <a:pt x="33" y="10"/>
                </a:cubicBezTo>
                <a:cubicBezTo>
                  <a:pt x="33" y="10"/>
                  <a:pt x="34" y="11"/>
                  <a:pt x="34" y="12"/>
                </a:cubicBezTo>
                <a:cubicBezTo>
                  <a:pt x="34" y="14"/>
                  <a:pt x="33" y="14"/>
                  <a:pt x="33" y="15"/>
                </a:cubicBezTo>
                <a:cubicBezTo>
                  <a:pt x="32" y="16"/>
                  <a:pt x="31" y="16"/>
                  <a:pt x="30" y="16"/>
                </a:cubicBezTo>
                <a:cubicBezTo>
                  <a:pt x="29" y="16"/>
                  <a:pt x="28" y="16"/>
                  <a:pt x="28" y="15"/>
                </a:cubicBezTo>
                <a:cubicBezTo>
                  <a:pt x="26" y="16"/>
                  <a:pt x="26" y="16"/>
                  <a:pt x="26" y="16"/>
                </a:cubicBezTo>
                <a:cubicBezTo>
                  <a:pt x="26" y="17"/>
                  <a:pt x="27" y="18"/>
                  <a:pt x="27" y="18"/>
                </a:cubicBezTo>
                <a:cubicBezTo>
                  <a:pt x="27" y="19"/>
                  <a:pt x="26" y="20"/>
                  <a:pt x="26" y="20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9" y="21"/>
                  <a:pt x="30" y="21"/>
                </a:cubicBezTo>
                <a:cubicBezTo>
                  <a:pt x="31" y="21"/>
                  <a:pt x="32" y="21"/>
                  <a:pt x="33" y="22"/>
                </a:cubicBezTo>
                <a:cubicBezTo>
                  <a:pt x="33" y="22"/>
                  <a:pt x="34" y="23"/>
                  <a:pt x="34" y="24"/>
                </a:cubicBezTo>
                <a:cubicBezTo>
                  <a:pt x="34" y="26"/>
                  <a:pt x="33" y="27"/>
                  <a:pt x="33" y="27"/>
                </a:cubicBezTo>
                <a:cubicBezTo>
                  <a:pt x="32" y="28"/>
                  <a:pt x="31" y="28"/>
                  <a:pt x="30" y="28"/>
                </a:cubicBezTo>
                <a:cubicBezTo>
                  <a:pt x="29" y="28"/>
                  <a:pt x="28" y="28"/>
                  <a:pt x="27" y="27"/>
                </a:cubicBezTo>
                <a:cubicBezTo>
                  <a:pt x="27" y="27"/>
                  <a:pt x="26" y="26"/>
                  <a:pt x="26" y="24"/>
                </a:cubicBezTo>
                <a:cubicBezTo>
                  <a:pt x="26" y="24"/>
                  <a:pt x="26" y="24"/>
                  <a:pt x="26" y="23"/>
                </a:cubicBezTo>
                <a:cubicBezTo>
                  <a:pt x="25" y="22"/>
                  <a:pt x="25" y="22"/>
                  <a:pt x="25" y="22"/>
                </a:cubicBezTo>
                <a:cubicBezTo>
                  <a:pt x="24" y="23"/>
                  <a:pt x="23" y="24"/>
                  <a:pt x="21" y="24"/>
                </a:cubicBezTo>
                <a:cubicBezTo>
                  <a:pt x="20" y="24"/>
                  <a:pt x="18" y="23"/>
                  <a:pt x="17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6" y="21"/>
                  <a:pt x="16" y="20"/>
                  <a:pt x="16" y="18"/>
                </a:cubicBezTo>
                <a:cubicBezTo>
                  <a:pt x="16" y="17"/>
                  <a:pt x="16" y="16"/>
                  <a:pt x="17" y="15"/>
                </a:cubicBezTo>
                <a:cubicBezTo>
                  <a:pt x="18" y="14"/>
                  <a:pt x="20" y="13"/>
                  <a:pt x="21" y="13"/>
                </a:cubicBezTo>
                <a:close/>
                <a:moveTo>
                  <a:pt x="21" y="15"/>
                </a:moveTo>
                <a:cubicBezTo>
                  <a:pt x="21" y="15"/>
                  <a:pt x="21" y="15"/>
                  <a:pt x="21" y="15"/>
                </a:cubicBezTo>
                <a:cubicBezTo>
                  <a:pt x="20" y="15"/>
                  <a:pt x="19" y="16"/>
                  <a:pt x="19" y="16"/>
                </a:cubicBezTo>
                <a:cubicBezTo>
                  <a:pt x="18" y="17"/>
                  <a:pt x="18" y="18"/>
                  <a:pt x="18" y="18"/>
                </a:cubicBezTo>
                <a:cubicBezTo>
                  <a:pt x="18" y="19"/>
                  <a:pt x="18" y="20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20" y="22"/>
                  <a:pt x="21" y="22"/>
                </a:cubicBezTo>
                <a:cubicBezTo>
                  <a:pt x="23" y="22"/>
                  <a:pt x="24" y="20"/>
                  <a:pt x="24" y="18"/>
                </a:cubicBezTo>
                <a:cubicBezTo>
                  <a:pt x="24" y="17"/>
                  <a:pt x="23" y="15"/>
                  <a:pt x="21" y="15"/>
                </a:cubicBezTo>
                <a:close/>
                <a:moveTo>
                  <a:pt x="31" y="11"/>
                </a:move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0" y="11"/>
                  <a:pt x="30" y="11"/>
                </a:cubicBezTo>
                <a:cubicBezTo>
                  <a:pt x="30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2"/>
                  <a:pt x="28" y="12"/>
                  <a:pt x="28" y="12"/>
                </a:cubicBezTo>
                <a:cubicBezTo>
                  <a:pt x="28" y="13"/>
                  <a:pt x="29" y="14"/>
                  <a:pt x="30" y="14"/>
                </a:cubicBezTo>
                <a:cubicBezTo>
                  <a:pt x="30" y="14"/>
                  <a:pt x="31" y="14"/>
                  <a:pt x="31" y="14"/>
                </a:cubicBezTo>
                <a:cubicBezTo>
                  <a:pt x="31" y="13"/>
                  <a:pt x="32" y="13"/>
                  <a:pt x="32" y="12"/>
                </a:cubicBezTo>
                <a:cubicBezTo>
                  <a:pt x="32" y="12"/>
                  <a:pt x="31" y="12"/>
                  <a:pt x="31" y="11"/>
                </a:cubicBezTo>
                <a:close/>
                <a:moveTo>
                  <a:pt x="31" y="23"/>
                </a:moveTo>
                <a:cubicBezTo>
                  <a:pt x="31" y="23"/>
                  <a:pt x="31" y="23"/>
                  <a:pt x="31" y="23"/>
                </a:cubicBezTo>
                <a:cubicBezTo>
                  <a:pt x="31" y="23"/>
                  <a:pt x="30" y="23"/>
                  <a:pt x="30" y="23"/>
                </a:cubicBezTo>
                <a:cubicBezTo>
                  <a:pt x="30" y="23"/>
                  <a:pt x="29" y="23"/>
                  <a:pt x="29" y="23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4"/>
                  <a:pt x="28" y="24"/>
                  <a:pt x="28" y="24"/>
                </a:cubicBezTo>
                <a:cubicBezTo>
                  <a:pt x="28" y="25"/>
                  <a:pt x="29" y="26"/>
                  <a:pt x="30" y="26"/>
                </a:cubicBezTo>
                <a:cubicBezTo>
                  <a:pt x="30" y="26"/>
                  <a:pt x="31" y="26"/>
                  <a:pt x="31" y="26"/>
                </a:cubicBezTo>
                <a:cubicBezTo>
                  <a:pt x="31" y="25"/>
                  <a:pt x="32" y="25"/>
                  <a:pt x="32" y="24"/>
                </a:cubicBezTo>
                <a:cubicBezTo>
                  <a:pt x="32" y="24"/>
                  <a:pt x="31" y="24"/>
                  <a:pt x="31" y="23"/>
                </a:cubicBezTo>
                <a:close/>
                <a:moveTo>
                  <a:pt x="43" y="28"/>
                </a:moveTo>
                <a:cubicBezTo>
                  <a:pt x="43" y="28"/>
                  <a:pt x="43" y="28"/>
                  <a:pt x="43" y="28"/>
                </a:cubicBezTo>
                <a:cubicBezTo>
                  <a:pt x="44" y="28"/>
                  <a:pt x="44" y="29"/>
                  <a:pt x="44" y="30"/>
                </a:cubicBezTo>
                <a:cubicBezTo>
                  <a:pt x="44" y="31"/>
                  <a:pt x="44" y="32"/>
                  <a:pt x="43" y="32"/>
                </a:cubicBezTo>
                <a:cubicBezTo>
                  <a:pt x="41" y="32"/>
                  <a:pt x="41" y="31"/>
                  <a:pt x="41" y="30"/>
                </a:cubicBezTo>
                <a:cubicBezTo>
                  <a:pt x="41" y="29"/>
                  <a:pt x="41" y="28"/>
                  <a:pt x="43" y="28"/>
                </a:cubicBezTo>
                <a:close/>
                <a:moveTo>
                  <a:pt x="46" y="4"/>
                </a:move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4"/>
                  <a:pt x="4" y="23"/>
                  <a:pt x="4" y="33"/>
                </a:cubicBezTo>
                <a:cubicBezTo>
                  <a:pt x="18" y="33"/>
                  <a:pt x="32" y="33"/>
                  <a:pt x="46" y="33"/>
                </a:cubicBezTo>
                <a:cubicBezTo>
                  <a:pt x="46" y="23"/>
                  <a:pt x="46" y="14"/>
                  <a:pt x="46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61" name="Freeform 95">
            <a:extLst>
              <a:ext uri="{FF2B5EF4-FFF2-40B4-BE49-F238E27FC236}">
                <a16:creationId xmlns:a16="http://schemas.microsoft.com/office/drawing/2014/main" id="{5BBB586A-217D-6C0E-B45D-97F845305FA9}"/>
              </a:ext>
            </a:extLst>
          </p:cNvPr>
          <p:cNvSpPr>
            <a:spLocks noEditPoints="1"/>
          </p:cNvSpPr>
          <p:nvPr/>
        </p:nvSpPr>
        <p:spPr bwMode="auto">
          <a:xfrm>
            <a:off x="2780701" y="3008231"/>
            <a:ext cx="213784" cy="211667"/>
          </a:xfrm>
          <a:custGeom>
            <a:avLst/>
            <a:gdLst>
              <a:gd name="T0" fmla="*/ 153924 w 50"/>
              <a:gd name="T1" fmla="*/ 19050 h 50"/>
              <a:gd name="T2" fmla="*/ 160338 w 50"/>
              <a:gd name="T3" fmla="*/ 38100 h 50"/>
              <a:gd name="T4" fmla="*/ 153924 w 50"/>
              <a:gd name="T5" fmla="*/ 60325 h 50"/>
              <a:gd name="T6" fmla="*/ 131477 w 50"/>
              <a:gd name="T7" fmla="*/ 82550 h 50"/>
              <a:gd name="T8" fmla="*/ 109030 w 50"/>
              <a:gd name="T9" fmla="*/ 88900 h 50"/>
              <a:gd name="T10" fmla="*/ 89789 w 50"/>
              <a:gd name="T11" fmla="*/ 82550 h 50"/>
              <a:gd name="T12" fmla="*/ 83376 w 50"/>
              <a:gd name="T13" fmla="*/ 88900 h 50"/>
              <a:gd name="T14" fmla="*/ 89789 w 50"/>
              <a:gd name="T15" fmla="*/ 107950 h 50"/>
              <a:gd name="T16" fmla="*/ 83376 w 50"/>
              <a:gd name="T17" fmla="*/ 130175 h 50"/>
              <a:gd name="T18" fmla="*/ 38481 w 50"/>
              <a:gd name="T19" fmla="*/ 158750 h 50"/>
              <a:gd name="T20" fmla="*/ 9620 w 50"/>
              <a:gd name="T21" fmla="*/ 139700 h 50"/>
              <a:gd name="T22" fmla="*/ 0 w 50"/>
              <a:gd name="T23" fmla="*/ 120650 h 50"/>
              <a:gd name="T24" fmla="*/ 9620 w 50"/>
              <a:gd name="T25" fmla="*/ 101600 h 50"/>
              <a:gd name="T26" fmla="*/ 9620 w 50"/>
              <a:gd name="T27" fmla="*/ 101600 h 50"/>
              <a:gd name="T28" fmla="*/ 51308 w 50"/>
              <a:gd name="T29" fmla="*/ 69850 h 50"/>
              <a:gd name="T30" fmla="*/ 70549 w 50"/>
              <a:gd name="T31" fmla="*/ 79375 h 50"/>
              <a:gd name="T32" fmla="*/ 73755 w 50"/>
              <a:gd name="T33" fmla="*/ 79375 h 50"/>
              <a:gd name="T34" fmla="*/ 80169 w 50"/>
              <a:gd name="T35" fmla="*/ 69850 h 50"/>
              <a:gd name="T36" fmla="*/ 70549 w 50"/>
              <a:gd name="T37" fmla="*/ 50800 h 50"/>
              <a:gd name="T38" fmla="*/ 80169 w 50"/>
              <a:gd name="T39" fmla="*/ 31750 h 50"/>
              <a:gd name="T40" fmla="*/ 102616 w 50"/>
              <a:gd name="T41" fmla="*/ 9525 h 50"/>
              <a:gd name="T42" fmla="*/ 144304 w 50"/>
              <a:gd name="T43" fmla="*/ 9525 h 50"/>
              <a:gd name="T44" fmla="*/ 144304 w 50"/>
              <a:gd name="T45" fmla="*/ 28575 h 50"/>
              <a:gd name="T46" fmla="*/ 134684 w 50"/>
              <a:gd name="T47" fmla="*/ 19050 h 50"/>
              <a:gd name="T48" fmla="*/ 121857 w 50"/>
              <a:gd name="T49" fmla="*/ 12700 h 50"/>
              <a:gd name="T50" fmla="*/ 112237 w 50"/>
              <a:gd name="T51" fmla="*/ 19050 h 50"/>
              <a:gd name="T52" fmla="*/ 83376 w 50"/>
              <a:gd name="T53" fmla="*/ 50800 h 50"/>
              <a:gd name="T54" fmla="*/ 89789 w 50"/>
              <a:gd name="T55" fmla="*/ 63500 h 50"/>
              <a:gd name="T56" fmla="*/ 89789 w 50"/>
              <a:gd name="T57" fmla="*/ 63500 h 50"/>
              <a:gd name="T58" fmla="*/ 109030 w 50"/>
              <a:gd name="T59" fmla="*/ 53975 h 50"/>
              <a:gd name="T60" fmla="*/ 99410 w 50"/>
              <a:gd name="T61" fmla="*/ 73025 h 50"/>
              <a:gd name="T62" fmla="*/ 99410 w 50"/>
              <a:gd name="T63" fmla="*/ 73025 h 50"/>
              <a:gd name="T64" fmla="*/ 121857 w 50"/>
              <a:gd name="T65" fmla="*/ 73025 h 50"/>
              <a:gd name="T66" fmla="*/ 144304 w 50"/>
              <a:gd name="T67" fmla="*/ 50800 h 50"/>
              <a:gd name="T68" fmla="*/ 150718 w 50"/>
              <a:gd name="T69" fmla="*/ 38100 h 50"/>
              <a:gd name="T70" fmla="*/ 144304 w 50"/>
              <a:gd name="T71" fmla="*/ 28575 h 50"/>
              <a:gd name="T72" fmla="*/ 73755 w 50"/>
              <a:gd name="T73" fmla="*/ 98425 h 50"/>
              <a:gd name="T74" fmla="*/ 60928 w 50"/>
              <a:gd name="T75" fmla="*/ 107950 h 50"/>
              <a:gd name="T76" fmla="*/ 54515 w 50"/>
              <a:gd name="T77" fmla="*/ 98425 h 50"/>
              <a:gd name="T78" fmla="*/ 64135 w 50"/>
              <a:gd name="T79" fmla="*/ 88900 h 50"/>
              <a:gd name="T80" fmla="*/ 64135 w 50"/>
              <a:gd name="T81" fmla="*/ 88900 h 50"/>
              <a:gd name="T82" fmla="*/ 41688 w 50"/>
              <a:gd name="T83" fmla="*/ 88900 h 50"/>
              <a:gd name="T84" fmla="*/ 19241 w 50"/>
              <a:gd name="T85" fmla="*/ 111125 h 50"/>
              <a:gd name="T86" fmla="*/ 12827 w 50"/>
              <a:gd name="T87" fmla="*/ 120650 h 50"/>
              <a:gd name="T88" fmla="*/ 28861 w 50"/>
              <a:gd name="T89" fmla="*/ 142875 h 50"/>
              <a:gd name="T90" fmla="*/ 51308 w 50"/>
              <a:gd name="T91" fmla="*/ 142875 h 50"/>
              <a:gd name="T92" fmla="*/ 73755 w 50"/>
              <a:gd name="T93" fmla="*/ 120650 h 50"/>
              <a:gd name="T94" fmla="*/ 80169 w 50"/>
              <a:gd name="T95" fmla="*/ 107950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0">
                <a:moveTo>
                  <a:pt x="45" y="3"/>
                </a:moveTo>
                <a:cubicBezTo>
                  <a:pt x="48" y="6"/>
                  <a:pt x="48" y="6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50" y="8"/>
                  <a:pt x="50" y="10"/>
                  <a:pt x="50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15"/>
                  <a:pt x="50" y="17"/>
                  <a:pt x="48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39" y="27"/>
                  <a:pt x="37" y="28"/>
                  <a:pt x="34" y="28"/>
                </a:cubicBezTo>
                <a:cubicBezTo>
                  <a:pt x="32" y="28"/>
                  <a:pt x="30" y="27"/>
                  <a:pt x="28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25"/>
                  <a:pt x="28" y="25"/>
                  <a:pt x="28" y="25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8" y="30"/>
                  <a:pt x="28" y="32"/>
                  <a:pt x="28" y="34"/>
                </a:cubicBezTo>
                <a:cubicBezTo>
                  <a:pt x="28" y="37"/>
                  <a:pt x="28" y="39"/>
                  <a:pt x="26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19" y="48"/>
                  <a:pt x="19" y="48"/>
                  <a:pt x="19" y="48"/>
                </a:cubicBezTo>
                <a:cubicBezTo>
                  <a:pt x="17" y="50"/>
                  <a:pt x="15" y="50"/>
                  <a:pt x="12" y="50"/>
                </a:cubicBezTo>
                <a:cubicBezTo>
                  <a:pt x="10" y="50"/>
                  <a:pt x="8" y="50"/>
                  <a:pt x="6" y="48"/>
                </a:cubicBezTo>
                <a:cubicBezTo>
                  <a:pt x="3" y="44"/>
                  <a:pt x="3" y="44"/>
                  <a:pt x="3" y="44"/>
                </a:cubicBezTo>
                <a:cubicBezTo>
                  <a:pt x="3" y="44"/>
                  <a:pt x="3" y="44"/>
                  <a:pt x="3" y="44"/>
                </a:cubicBezTo>
                <a:cubicBezTo>
                  <a:pt x="1" y="43"/>
                  <a:pt x="0" y="40"/>
                  <a:pt x="0" y="38"/>
                </a:cubicBezTo>
                <a:cubicBezTo>
                  <a:pt x="0" y="36"/>
                  <a:pt x="1" y="34"/>
                  <a:pt x="3" y="32"/>
                </a:cubicBezTo>
                <a:cubicBezTo>
                  <a:pt x="3" y="32"/>
                  <a:pt x="3" y="32"/>
                  <a:pt x="3" y="32"/>
                </a:cubicBezTo>
                <a:cubicBezTo>
                  <a:pt x="3" y="32"/>
                  <a:pt x="3" y="32"/>
                  <a:pt x="3" y="32"/>
                </a:cubicBezTo>
                <a:cubicBezTo>
                  <a:pt x="3" y="32"/>
                  <a:pt x="3" y="32"/>
                  <a:pt x="3" y="32"/>
                </a:cubicBezTo>
                <a:cubicBezTo>
                  <a:pt x="10" y="25"/>
                  <a:pt x="10" y="25"/>
                  <a:pt x="10" y="25"/>
                </a:cubicBezTo>
                <a:cubicBezTo>
                  <a:pt x="12" y="23"/>
                  <a:pt x="14" y="22"/>
                  <a:pt x="16" y="22"/>
                </a:cubicBezTo>
                <a:cubicBezTo>
                  <a:pt x="18" y="22"/>
                  <a:pt x="21" y="23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3" y="25"/>
                  <a:pt x="23" y="25"/>
                  <a:pt x="23" y="25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2"/>
                  <a:pt x="25" y="22"/>
                  <a:pt x="25" y="22"/>
                </a:cubicBezTo>
                <a:cubicBezTo>
                  <a:pt x="23" y="21"/>
                  <a:pt x="22" y="19"/>
                  <a:pt x="22" y="16"/>
                </a:cubicBezTo>
                <a:cubicBezTo>
                  <a:pt x="22" y="16"/>
                  <a:pt x="22" y="16"/>
                  <a:pt x="22" y="16"/>
                </a:cubicBezTo>
                <a:cubicBezTo>
                  <a:pt x="22" y="14"/>
                  <a:pt x="23" y="12"/>
                  <a:pt x="25" y="10"/>
                </a:cubicBezTo>
                <a:cubicBezTo>
                  <a:pt x="25" y="10"/>
                  <a:pt x="25" y="10"/>
                  <a:pt x="25" y="10"/>
                </a:cubicBezTo>
                <a:cubicBezTo>
                  <a:pt x="25" y="10"/>
                  <a:pt x="25" y="10"/>
                  <a:pt x="25" y="10"/>
                </a:cubicBezTo>
                <a:cubicBezTo>
                  <a:pt x="32" y="3"/>
                  <a:pt x="32" y="3"/>
                  <a:pt x="32" y="3"/>
                </a:cubicBezTo>
                <a:cubicBezTo>
                  <a:pt x="34" y="1"/>
                  <a:pt x="36" y="0"/>
                  <a:pt x="38" y="0"/>
                </a:cubicBezTo>
                <a:cubicBezTo>
                  <a:pt x="41" y="0"/>
                  <a:pt x="43" y="1"/>
                  <a:pt x="45" y="3"/>
                </a:cubicBezTo>
                <a:cubicBezTo>
                  <a:pt x="45" y="3"/>
                  <a:pt x="45" y="3"/>
                  <a:pt x="45" y="3"/>
                </a:cubicBezTo>
                <a:close/>
                <a:moveTo>
                  <a:pt x="45" y="9"/>
                </a:moveTo>
                <a:cubicBezTo>
                  <a:pt x="45" y="9"/>
                  <a:pt x="45" y="9"/>
                  <a:pt x="45" y="9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1" y="5"/>
                  <a:pt x="40" y="4"/>
                  <a:pt x="38" y="4"/>
                </a:cubicBezTo>
                <a:cubicBezTo>
                  <a:pt x="37" y="4"/>
                  <a:pt x="36" y="5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28" y="13"/>
                  <a:pt x="28" y="13"/>
                  <a:pt x="28" y="13"/>
                </a:cubicBezTo>
                <a:cubicBezTo>
                  <a:pt x="27" y="14"/>
                  <a:pt x="26" y="15"/>
                  <a:pt x="26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26" y="17"/>
                  <a:pt x="27" y="19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31" y="17"/>
                  <a:pt x="31" y="17"/>
                  <a:pt x="31" y="17"/>
                </a:cubicBezTo>
                <a:cubicBezTo>
                  <a:pt x="32" y="16"/>
                  <a:pt x="33" y="16"/>
                  <a:pt x="34" y="17"/>
                </a:cubicBezTo>
                <a:cubicBezTo>
                  <a:pt x="35" y="17"/>
                  <a:pt x="35" y="19"/>
                  <a:pt x="34" y="19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3"/>
                  <a:pt x="31" y="23"/>
                  <a:pt x="31" y="23"/>
                </a:cubicBezTo>
                <a:cubicBezTo>
                  <a:pt x="32" y="24"/>
                  <a:pt x="33" y="24"/>
                  <a:pt x="34" y="24"/>
                </a:cubicBezTo>
                <a:cubicBezTo>
                  <a:pt x="36" y="24"/>
                  <a:pt x="37" y="24"/>
                  <a:pt x="38" y="23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6" y="15"/>
                  <a:pt x="47" y="14"/>
                  <a:pt x="47" y="12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1"/>
                  <a:pt x="46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lose/>
                <a:moveTo>
                  <a:pt x="23" y="31"/>
                </a:move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5"/>
                  <a:pt x="17" y="35"/>
                  <a:pt x="17" y="34"/>
                </a:cubicBezTo>
                <a:cubicBezTo>
                  <a:pt x="16" y="33"/>
                  <a:pt x="16" y="32"/>
                  <a:pt x="17" y="31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19" y="27"/>
                  <a:pt x="17" y="26"/>
                  <a:pt x="16" y="26"/>
                </a:cubicBezTo>
                <a:cubicBezTo>
                  <a:pt x="15" y="26"/>
                  <a:pt x="14" y="27"/>
                  <a:pt x="13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6" y="35"/>
                  <a:pt x="6" y="35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5" y="36"/>
                  <a:pt x="4" y="37"/>
                  <a:pt x="4" y="38"/>
                </a:cubicBezTo>
                <a:cubicBezTo>
                  <a:pt x="4" y="39"/>
                  <a:pt x="5" y="41"/>
                  <a:pt x="6" y="42"/>
                </a:cubicBezTo>
                <a:cubicBezTo>
                  <a:pt x="9" y="45"/>
                  <a:pt x="9" y="45"/>
                  <a:pt x="9" y="45"/>
                </a:cubicBezTo>
                <a:cubicBezTo>
                  <a:pt x="10" y="46"/>
                  <a:pt x="11" y="47"/>
                  <a:pt x="12" y="47"/>
                </a:cubicBezTo>
                <a:cubicBezTo>
                  <a:pt x="14" y="47"/>
                  <a:pt x="15" y="46"/>
                  <a:pt x="16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24" y="37"/>
                  <a:pt x="25" y="36"/>
                  <a:pt x="25" y="34"/>
                </a:cubicBezTo>
                <a:cubicBezTo>
                  <a:pt x="25" y="33"/>
                  <a:pt x="24" y="32"/>
                  <a:pt x="23" y="3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62" name="Freeform 96">
            <a:extLst>
              <a:ext uri="{FF2B5EF4-FFF2-40B4-BE49-F238E27FC236}">
                <a16:creationId xmlns:a16="http://schemas.microsoft.com/office/drawing/2014/main" id="{F5030BEE-9390-BF01-5780-71435D086DF6}"/>
              </a:ext>
            </a:extLst>
          </p:cNvPr>
          <p:cNvSpPr>
            <a:spLocks noEditPoints="1"/>
          </p:cNvSpPr>
          <p:nvPr/>
        </p:nvSpPr>
        <p:spPr bwMode="auto">
          <a:xfrm>
            <a:off x="1677919" y="2593365"/>
            <a:ext cx="213783" cy="186267"/>
          </a:xfrm>
          <a:custGeom>
            <a:avLst/>
            <a:gdLst>
              <a:gd name="T0" fmla="*/ 6413 w 50"/>
              <a:gd name="T1" fmla="*/ 0 h 44"/>
              <a:gd name="T2" fmla="*/ 160337 w 50"/>
              <a:gd name="T3" fmla="*/ 6350 h 44"/>
              <a:gd name="T4" fmla="*/ 160337 w 50"/>
              <a:gd name="T5" fmla="*/ 133350 h 44"/>
              <a:gd name="T6" fmla="*/ 153924 w 50"/>
              <a:gd name="T7" fmla="*/ 139700 h 44"/>
              <a:gd name="T8" fmla="*/ 0 w 50"/>
              <a:gd name="T9" fmla="*/ 133350 h 44"/>
              <a:gd name="T10" fmla="*/ 0 w 50"/>
              <a:gd name="T11" fmla="*/ 6350 h 44"/>
              <a:gd name="T12" fmla="*/ 89789 w 50"/>
              <a:gd name="T13" fmla="*/ 57150 h 44"/>
              <a:gd name="T14" fmla="*/ 89789 w 50"/>
              <a:gd name="T15" fmla="*/ 57150 h 44"/>
              <a:gd name="T16" fmla="*/ 125063 w 50"/>
              <a:gd name="T17" fmla="*/ 60325 h 44"/>
              <a:gd name="T18" fmla="*/ 125063 w 50"/>
              <a:gd name="T19" fmla="*/ 92075 h 44"/>
              <a:gd name="T20" fmla="*/ 121856 w 50"/>
              <a:gd name="T21" fmla="*/ 98425 h 44"/>
              <a:gd name="T22" fmla="*/ 83375 w 50"/>
              <a:gd name="T23" fmla="*/ 92075 h 44"/>
              <a:gd name="T24" fmla="*/ 83375 w 50"/>
              <a:gd name="T25" fmla="*/ 60325 h 44"/>
              <a:gd name="T26" fmla="*/ 118649 w 50"/>
              <a:gd name="T27" fmla="*/ 63500 h 44"/>
              <a:gd name="T28" fmla="*/ 92995 w 50"/>
              <a:gd name="T29" fmla="*/ 63500 h 44"/>
              <a:gd name="T30" fmla="*/ 118649 w 50"/>
              <a:gd name="T31" fmla="*/ 88900 h 44"/>
              <a:gd name="T32" fmla="*/ 76962 w 50"/>
              <a:gd name="T33" fmla="*/ 57150 h 44"/>
              <a:gd name="T34" fmla="*/ 80169 w 50"/>
              <a:gd name="T35" fmla="*/ 60325 h 44"/>
              <a:gd name="T36" fmla="*/ 38481 w 50"/>
              <a:gd name="T37" fmla="*/ 63500 h 44"/>
              <a:gd name="T38" fmla="*/ 38481 w 50"/>
              <a:gd name="T39" fmla="*/ 57150 h 44"/>
              <a:gd name="T40" fmla="*/ 76962 w 50"/>
              <a:gd name="T41" fmla="*/ 73025 h 44"/>
              <a:gd name="T42" fmla="*/ 80169 w 50"/>
              <a:gd name="T43" fmla="*/ 76200 h 44"/>
              <a:gd name="T44" fmla="*/ 38481 w 50"/>
              <a:gd name="T45" fmla="*/ 82550 h 44"/>
              <a:gd name="T46" fmla="*/ 38481 w 50"/>
              <a:gd name="T47" fmla="*/ 73025 h 44"/>
              <a:gd name="T48" fmla="*/ 76962 w 50"/>
              <a:gd name="T49" fmla="*/ 88900 h 44"/>
              <a:gd name="T50" fmla="*/ 80169 w 50"/>
              <a:gd name="T51" fmla="*/ 92075 h 44"/>
              <a:gd name="T52" fmla="*/ 38481 w 50"/>
              <a:gd name="T53" fmla="*/ 98425 h 44"/>
              <a:gd name="T54" fmla="*/ 38481 w 50"/>
              <a:gd name="T55" fmla="*/ 88900 h 44"/>
              <a:gd name="T56" fmla="*/ 121856 w 50"/>
              <a:gd name="T57" fmla="*/ 104775 h 44"/>
              <a:gd name="T58" fmla="*/ 125063 w 50"/>
              <a:gd name="T59" fmla="*/ 111125 h 44"/>
              <a:gd name="T60" fmla="*/ 38481 w 50"/>
              <a:gd name="T61" fmla="*/ 114300 h 44"/>
              <a:gd name="T62" fmla="*/ 38481 w 50"/>
              <a:gd name="T63" fmla="*/ 104775 h 44"/>
              <a:gd name="T64" fmla="*/ 137890 w 50"/>
              <a:gd name="T65" fmla="*/ 19050 h 44"/>
              <a:gd name="T66" fmla="*/ 144303 w 50"/>
              <a:gd name="T67" fmla="*/ 22225 h 44"/>
              <a:gd name="T68" fmla="*/ 131476 w 50"/>
              <a:gd name="T69" fmla="*/ 22225 h 44"/>
              <a:gd name="T70" fmla="*/ 121856 w 50"/>
              <a:gd name="T71" fmla="*/ 19050 h 44"/>
              <a:gd name="T72" fmla="*/ 128270 w 50"/>
              <a:gd name="T73" fmla="*/ 22225 h 44"/>
              <a:gd name="T74" fmla="*/ 115443 w 50"/>
              <a:gd name="T75" fmla="*/ 22225 h 44"/>
              <a:gd name="T76" fmla="*/ 105822 w 50"/>
              <a:gd name="T77" fmla="*/ 19050 h 44"/>
              <a:gd name="T78" fmla="*/ 112236 w 50"/>
              <a:gd name="T79" fmla="*/ 22225 h 44"/>
              <a:gd name="T80" fmla="*/ 102616 w 50"/>
              <a:gd name="T81" fmla="*/ 22225 h 44"/>
              <a:gd name="T82" fmla="*/ 9620 w 50"/>
              <a:gd name="T83" fmla="*/ 34925 h 44"/>
              <a:gd name="T84" fmla="*/ 147510 w 50"/>
              <a:gd name="T85" fmla="*/ 34925 h 44"/>
              <a:gd name="T86" fmla="*/ 9620 w 50"/>
              <a:gd name="T87" fmla="*/ 9525 h 44"/>
              <a:gd name="T88" fmla="*/ 147510 w 50"/>
              <a:gd name="T89" fmla="*/ 44450 h 44"/>
              <a:gd name="T90" fmla="*/ 9620 w 50"/>
              <a:gd name="T91" fmla="*/ 44450 h 44"/>
              <a:gd name="T92" fmla="*/ 147510 w 50"/>
              <a:gd name="T93" fmla="*/ 127000 h 4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44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0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49" y="44"/>
                  <a:pt x="48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0"/>
                  <a:pt x="1" y="0"/>
                  <a:pt x="2" y="0"/>
                </a:cubicBezTo>
                <a:close/>
                <a:moveTo>
                  <a:pt x="28" y="18"/>
                </a:move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8" y="18"/>
                  <a:pt x="39" y="19"/>
                  <a:pt x="39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30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28" y="31"/>
                  <a:pt x="28" y="31"/>
                  <a:pt x="28" y="31"/>
                </a:cubicBezTo>
                <a:cubicBezTo>
                  <a:pt x="27" y="31"/>
                  <a:pt x="26" y="30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19"/>
                  <a:pt x="26" y="19"/>
                  <a:pt x="26" y="19"/>
                </a:cubicBezTo>
                <a:cubicBezTo>
                  <a:pt x="26" y="19"/>
                  <a:pt x="27" y="18"/>
                  <a:pt x="28" y="18"/>
                </a:cubicBezTo>
                <a:close/>
                <a:moveTo>
                  <a:pt x="37" y="20"/>
                </a:moveTo>
                <a:cubicBezTo>
                  <a:pt x="37" y="20"/>
                  <a:pt x="37" y="20"/>
                  <a:pt x="37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8"/>
                  <a:pt x="29" y="28"/>
                  <a:pt x="29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0"/>
                  <a:pt x="37" y="20"/>
                  <a:pt x="37" y="20"/>
                </a:cubicBezTo>
                <a:close/>
                <a:moveTo>
                  <a:pt x="24" y="18"/>
                </a:move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5" y="19"/>
                  <a:pt x="25" y="19"/>
                </a:cubicBezTo>
                <a:cubicBezTo>
                  <a:pt x="25" y="20"/>
                  <a:pt x="24" y="20"/>
                  <a:pt x="24" y="20"/>
                </a:cubicBezTo>
                <a:cubicBezTo>
                  <a:pt x="12" y="20"/>
                  <a:pt x="12" y="20"/>
                  <a:pt x="12" y="20"/>
                </a:cubicBezTo>
                <a:cubicBezTo>
                  <a:pt x="11" y="20"/>
                  <a:pt x="11" y="20"/>
                  <a:pt x="11" y="19"/>
                </a:cubicBezTo>
                <a:cubicBezTo>
                  <a:pt x="11" y="19"/>
                  <a:pt x="11" y="18"/>
                  <a:pt x="12" y="18"/>
                </a:cubicBezTo>
                <a:cubicBezTo>
                  <a:pt x="24" y="18"/>
                  <a:pt x="24" y="18"/>
                  <a:pt x="24" y="18"/>
                </a:cubicBezTo>
                <a:close/>
                <a:moveTo>
                  <a:pt x="24" y="23"/>
                </a:move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5" y="24"/>
                  <a:pt x="25" y="24"/>
                </a:cubicBezTo>
                <a:cubicBezTo>
                  <a:pt x="25" y="25"/>
                  <a:pt x="24" y="26"/>
                  <a:pt x="24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1" y="26"/>
                  <a:pt x="11" y="25"/>
                  <a:pt x="11" y="24"/>
                </a:cubicBezTo>
                <a:cubicBezTo>
                  <a:pt x="11" y="24"/>
                  <a:pt x="11" y="23"/>
                  <a:pt x="12" y="23"/>
                </a:cubicBezTo>
                <a:cubicBezTo>
                  <a:pt x="24" y="23"/>
                  <a:pt x="24" y="23"/>
                  <a:pt x="24" y="23"/>
                </a:cubicBezTo>
                <a:close/>
                <a:moveTo>
                  <a:pt x="24" y="28"/>
                </a:moveTo>
                <a:cubicBezTo>
                  <a:pt x="24" y="28"/>
                  <a:pt x="24" y="28"/>
                  <a:pt x="24" y="28"/>
                </a:cubicBezTo>
                <a:cubicBezTo>
                  <a:pt x="24" y="28"/>
                  <a:pt x="25" y="29"/>
                  <a:pt x="25" y="29"/>
                </a:cubicBezTo>
                <a:cubicBezTo>
                  <a:pt x="25" y="30"/>
                  <a:pt x="24" y="31"/>
                  <a:pt x="24" y="31"/>
                </a:cubicBezTo>
                <a:cubicBezTo>
                  <a:pt x="12" y="31"/>
                  <a:pt x="12" y="31"/>
                  <a:pt x="12" y="31"/>
                </a:cubicBezTo>
                <a:cubicBezTo>
                  <a:pt x="11" y="31"/>
                  <a:pt x="11" y="30"/>
                  <a:pt x="11" y="29"/>
                </a:cubicBezTo>
                <a:cubicBezTo>
                  <a:pt x="11" y="29"/>
                  <a:pt x="11" y="28"/>
                  <a:pt x="12" y="28"/>
                </a:cubicBezTo>
                <a:cubicBezTo>
                  <a:pt x="24" y="28"/>
                  <a:pt x="24" y="28"/>
                  <a:pt x="24" y="28"/>
                </a:cubicBezTo>
                <a:close/>
                <a:moveTo>
                  <a:pt x="38" y="33"/>
                </a:moveTo>
                <a:cubicBezTo>
                  <a:pt x="38" y="33"/>
                  <a:pt x="38" y="33"/>
                  <a:pt x="38" y="33"/>
                </a:cubicBezTo>
                <a:cubicBezTo>
                  <a:pt x="38" y="33"/>
                  <a:pt x="39" y="34"/>
                  <a:pt x="39" y="35"/>
                </a:cubicBezTo>
                <a:cubicBezTo>
                  <a:pt x="39" y="35"/>
                  <a:pt x="38" y="36"/>
                  <a:pt x="38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1" y="36"/>
                  <a:pt x="11" y="35"/>
                  <a:pt x="11" y="35"/>
                </a:cubicBezTo>
                <a:cubicBezTo>
                  <a:pt x="11" y="34"/>
                  <a:pt x="11" y="33"/>
                  <a:pt x="12" y="33"/>
                </a:cubicBezTo>
                <a:cubicBezTo>
                  <a:pt x="38" y="33"/>
                  <a:pt x="38" y="33"/>
                  <a:pt x="38" y="33"/>
                </a:cubicBezTo>
                <a:close/>
                <a:moveTo>
                  <a:pt x="43" y="6"/>
                </a:move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5" y="6"/>
                  <a:pt x="45" y="7"/>
                </a:cubicBezTo>
                <a:cubicBezTo>
                  <a:pt x="45" y="9"/>
                  <a:pt x="44" y="9"/>
                  <a:pt x="43" y="9"/>
                </a:cubicBezTo>
                <a:cubicBezTo>
                  <a:pt x="42" y="9"/>
                  <a:pt x="41" y="9"/>
                  <a:pt x="41" y="7"/>
                </a:cubicBezTo>
                <a:cubicBezTo>
                  <a:pt x="41" y="6"/>
                  <a:pt x="42" y="6"/>
                  <a:pt x="43" y="6"/>
                </a:cubicBezTo>
                <a:close/>
                <a:moveTo>
                  <a:pt x="38" y="6"/>
                </a:moveTo>
                <a:cubicBezTo>
                  <a:pt x="38" y="6"/>
                  <a:pt x="38" y="6"/>
                  <a:pt x="38" y="6"/>
                </a:cubicBezTo>
                <a:cubicBezTo>
                  <a:pt x="39" y="6"/>
                  <a:pt x="40" y="6"/>
                  <a:pt x="40" y="7"/>
                </a:cubicBezTo>
                <a:cubicBezTo>
                  <a:pt x="40" y="9"/>
                  <a:pt x="39" y="9"/>
                  <a:pt x="38" y="9"/>
                </a:cubicBezTo>
                <a:cubicBezTo>
                  <a:pt x="37" y="9"/>
                  <a:pt x="36" y="9"/>
                  <a:pt x="36" y="7"/>
                </a:cubicBezTo>
                <a:cubicBezTo>
                  <a:pt x="36" y="6"/>
                  <a:pt x="37" y="6"/>
                  <a:pt x="38" y="6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5" y="6"/>
                  <a:pt x="35" y="6"/>
                  <a:pt x="35" y="7"/>
                </a:cubicBezTo>
                <a:cubicBezTo>
                  <a:pt x="35" y="9"/>
                  <a:pt x="35" y="9"/>
                  <a:pt x="33" y="9"/>
                </a:cubicBezTo>
                <a:cubicBezTo>
                  <a:pt x="32" y="9"/>
                  <a:pt x="32" y="9"/>
                  <a:pt x="32" y="7"/>
                </a:cubicBezTo>
                <a:cubicBezTo>
                  <a:pt x="32" y="6"/>
                  <a:pt x="32" y="6"/>
                  <a:pt x="33" y="6"/>
                </a:cubicBezTo>
                <a:close/>
                <a:moveTo>
                  <a:pt x="3" y="11"/>
                </a:moveTo>
                <a:cubicBezTo>
                  <a:pt x="3" y="11"/>
                  <a:pt x="3" y="11"/>
                  <a:pt x="3" y="11"/>
                </a:cubicBezTo>
                <a:cubicBezTo>
                  <a:pt x="46" y="11"/>
                  <a:pt x="46" y="11"/>
                  <a:pt x="46" y="11"/>
                </a:cubicBezTo>
                <a:cubicBezTo>
                  <a:pt x="46" y="3"/>
                  <a:pt x="46" y="3"/>
                  <a:pt x="46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11"/>
                  <a:pt x="3" y="11"/>
                  <a:pt x="3" y="11"/>
                </a:cubicBezTo>
                <a:close/>
                <a:moveTo>
                  <a:pt x="46" y="14"/>
                </a:moveTo>
                <a:cubicBezTo>
                  <a:pt x="46" y="14"/>
                  <a:pt x="46" y="14"/>
                  <a:pt x="46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3" y="40"/>
                  <a:pt x="3" y="40"/>
                  <a:pt x="3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14"/>
                  <a:pt x="46" y="14"/>
                  <a:pt x="46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63" name="Freeform 97">
            <a:extLst>
              <a:ext uri="{FF2B5EF4-FFF2-40B4-BE49-F238E27FC236}">
                <a16:creationId xmlns:a16="http://schemas.microsoft.com/office/drawing/2014/main" id="{F522DF7C-2742-F475-646B-08BDD54D193E}"/>
              </a:ext>
            </a:extLst>
          </p:cNvPr>
          <p:cNvSpPr>
            <a:spLocks noEditPoints="1"/>
          </p:cNvSpPr>
          <p:nvPr/>
        </p:nvSpPr>
        <p:spPr bwMode="auto">
          <a:xfrm>
            <a:off x="3519419" y="3020931"/>
            <a:ext cx="215900" cy="186267"/>
          </a:xfrm>
          <a:custGeom>
            <a:avLst/>
            <a:gdLst>
              <a:gd name="T0" fmla="*/ 6350 w 51"/>
              <a:gd name="T1" fmla="*/ 0 h 44"/>
              <a:gd name="T2" fmla="*/ 161925 w 51"/>
              <a:gd name="T3" fmla="*/ 6350 h 44"/>
              <a:gd name="T4" fmla="*/ 161925 w 51"/>
              <a:gd name="T5" fmla="*/ 136525 h 44"/>
              <a:gd name="T6" fmla="*/ 155575 w 51"/>
              <a:gd name="T7" fmla="*/ 139700 h 44"/>
              <a:gd name="T8" fmla="*/ 0 w 51"/>
              <a:gd name="T9" fmla="*/ 136525 h 44"/>
              <a:gd name="T10" fmla="*/ 0 w 51"/>
              <a:gd name="T11" fmla="*/ 101600 h 44"/>
              <a:gd name="T12" fmla="*/ 3175 w 51"/>
              <a:gd name="T13" fmla="*/ 98425 h 44"/>
              <a:gd name="T14" fmla="*/ 34925 w 51"/>
              <a:gd name="T15" fmla="*/ 98425 h 44"/>
              <a:gd name="T16" fmla="*/ 38100 w 51"/>
              <a:gd name="T17" fmla="*/ 111125 h 44"/>
              <a:gd name="T18" fmla="*/ 38100 w 51"/>
              <a:gd name="T19" fmla="*/ 63500 h 44"/>
              <a:gd name="T20" fmla="*/ 38100 w 51"/>
              <a:gd name="T21" fmla="*/ 73025 h 44"/>
              <a:gd name="T22" fmla="*/ 3175 w 51"/>
              <a:gd name="T23" fmla="*/ 76200 h 44"/>
              <a:gd name="T24" fmla="*/ 0 w 51"/>
              <a:gd name="T25" fmla="*/ 73025 h 44"/>
              <a:gd name="T26" fmla="*/ 6350 w 51"/>
              <a:gd name="T27" fmla="*/ 0 h 44"/>
              <a:gd name="T28" fmla="*/ 12700 w 51"/>
              <a:gd name="T29" fmla="*/ 104775 h 44"/>
              <a:gd name="T30" fmla="*/ 149225 w 51"/>
              <a:gd name="T31" fmla="*/ 130175 h 44"/>
              <a:gd name="T32" fmla="*/ 12700 w 51"/>
              <a:gd name="T33" fmla="*/ 44450 h 44"/>
              <a:gd name="T34" fmla="*/ 31750 w 51"/>
              <a:gd name="T35" fmla="*/ 69850 h 44"/>
              <a:gd name="T36" fmla="*/ 34925 w 51"/>
              <a:gd name="T37" fmla="*/ 50800 h 44"/>
              <a:gd name="T38" fmla="*/ 38100 w 51"/>
              <a:gd name="T39" fmla="*/ 53975 h 44"/>
              <a:gd name="T40" fmla="*/ 66675 w 51"/>
              <a:gd name="T41" fmla="*/ 88900 h 44"/>
              <a:gd name="T42" fmla="*/ 31750 w 51"/>
              <a:gd name="T43" fmla="*/ 120650 h 44"/>
              <a:gd name="T44" fmla="*/ 31750 w 51"/>
              <a:gd name="T45" fmla="*/ 104775 h 44"/>
              <a:gd name="T46" fmla="*/ 133350 w 51"/>
              <a:gd name="T47" fmla="*/ 60325 h 44"/>
              <a:gd name="T48" fmla="*/ 139700 w 51"/>
              <a:gd name="T49" fmla="*/ 63500 h 44"/>
              <a:gd name="T50" fmla="*/ 82550 w 51"/>
              <a:gd name="T51" fmla="*/ 66675 h 44"/>
              <a:gd name="T52" fmla="*/ 82550 w 51"/>
              <a:gd name="T53" fmla="*/ 60325 h 44"/>
              <a:gd name="T54" fmla="*/ 120650 w 51"/>
              <a:gd name="T55" fmla="*/ 107950 h 44"/>
              <a:gd name="T56" fmla="*/ 123825 w 51"/>
              <a:gd name="T57" fmla="*/ 111125 h 44"/>
              <a:gd name="T58" fmla="*/ 82550 w 51"/>
              <a:gd name="T59" fmla="*/ 114300 h 44"/>
              <a:gd name="T60" fmla="*/ 82550 w 51"/>
              <a:gd name="T61" fmla="*/ 107950 h 44"/>
              <a:gd name="T62" fmla="*/ 133350 w 51"/>
              <a:gd name="T63" fmla="*/ 76200 h 44"/>
              <a:gd name="T64" fmla="*/ 139700 w 51"/>
              <a:gd name="T65" fmla="*/ 79375 h 44"/>
              <a:gd name="T66" fmla="*/ 82550 w 51"/>
              <a:gd name="T67" fmla="*/ 82550 h 44"/>
              <a:gd name="T68" fmla="*/ 82550 w 51"/>
              <a:gd name="T69" fmla="*/ 76200 h 44"/>
              <a:gd name="T70" fmla="*/ 133350 w 51"/>
              <a:gd name="T71" fmla="*/ 92075 h 44"/>
              <a:gd name="T72" fmla="*/ 139700 w 51"/>
              <a:gd name="T73" fmla="*/ 95250 h 44"/>
              <a:gd name="T74" fmla="*/ 82550 w 51"/>
              <a:gd name="T75" fmla="*/ 98425 h 44"/>
              <a:gd name="T76" fmla="*/ 82550 w 51"/>
              <a:gd name="T77" fmla="*/ 92075 h 44"/>
              <a:gd name="T78" fmla="*/ 139700 w 51"/>
              <a:gd name="T79" fmla="*/ 19050 h 44"/>
              <a:gd name="T80" fmla="*/ 146050 w 51"/>
              <a:gd name="T81" fmla="*/ 25400 h 44"/>
              <a:gd name="T82" fmla="*/ 133350 w 51"/>
              <a:gd name="T83" fmla="*/ 25400 h 44"/>
              <a:gd name="T84" fmla="*/ 123825 w 51"/>
              <a:gd name="T85" fmla="*/ 19050 h 44"/>
              <a:gd name="T86" fmla="*/ 130175 w 51"/>
              <a:gd name="T87" fmla="*/ 25400 h 44"/>
              <a:gd name="T88" fmla="*/ 117475 w 51"/>
              <a:gd name="T89" fmla="*/ 25400 h 44"/>
              <a:gd name="T90" fmla="*/ 107950 w 51"/>
              <a:gd name="T91" fmla="*/ 19050 h 44"/>
              <a:gd name="T92" fmla="*/ 114300 w 51"/>
              <a:gd name="T93" fmla="*/ 25400 h 44"/>
              <a:gd name="T94" fmla="*/ 101600 w 51"/>
              <a:gd name="T95" fmla="*/ 25400 h 44"/>
              <a:gd name="T96" fmla="*/ 12700 w 51"/>
              <a:gd name="T97" fmla="*/ 38100 h 44"/>
              <a:gd name="T98" fmla="*/ 149225 w 51"/>
              <a:gd name="T99" fmla="*/ 38100 h 44"/>
              <a:gd name="T100" fmla="*/ 12700 w 51"/>
              <a:gd name="T101" fmla="*/ 12700 h 4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1" h="44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50" y="0"/>
                  <a:pt x="51" y="1"/>
                  <a:pt x="51" y="2"/>
                </a:cubicBezTo>
                <a:cubicBezTo>
                  <a:pt x="51" y="2"/>
                  <a:pt x="51" y="2"/>
                  <a:pt x="51" y="2"/>
                </a:cubicBezTo>
                <a:cubicBezTo>
                  <a:pt x="51" y="43"/>
                  <a:pt x="51" y="43"/>
                  <a:pt x="51" y="43"/>
                </a:cubicBezTo>
                <a:cubicBezTo>
                  <a:pt x="51" y="44"/>
                  <a:pt x="50" y="44"/>
                  <a:pt x="49" y="44"/>
                </a:cubicBezTo>
                <a:cubicBezTo>
                  <a:pt x="49" y="44"/>
                  <a:pt x="49" y="44"/>
                  <a:pt x="49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4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1"/>
                  <a:pt x="1" y="31"/>
                  <a:pt x="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2" y="31"/>
                  <a:pt x="12" y="32"/>
                </a:cubicBezTo>
                <a:cubicBezTo>
                  <a:pt x="12" y="35"/>
                  <a:pt x="12" y="35"/>
                  <a:pt x="12" y="35"/>
                </a:cubicBezTo>
                <a:cubicBezTo>
                  <a:pt x="19" y="27"/>
                  <a:pt x="19" y="27"/>
                  <a:pt x="19" y="27"/>
                </a:cubicBezTo>
                <a:cubicBezTo>
                  <a:pt x="12" y="20"/>
                  <a:pt x="12" y="20"/>
                  <a:pt x="12" y="20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4"/>
                  <a:pt x="11" y="24"/>
                  <a:pt x="11" y="24"/>
                </a:cubicBezTo>
                <a:cubicBezTo>
                  <a:pt x="1" y="24"/>
                  <a:pt x="1" y="24"/>
                  <a:pt x="1" y="24"/>
                </a:cubicBezTo>
                <a:cubicBezTo>
                  <a:pt x="1" y="24"/>
                  <a:pt x="0" y="24"/>
                  <a:pt x="0" y="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" y="33"/>
                </a:moveTo>
                <a:cubicBezTo>
                  <a:pt x="4" y="33"/>
                  <a:pt x="4" y="33"/>
                  <a:pt x="4" y="33"/>
                </a:cubicBezTo>
                <a:cubicBezTo>
                  <a:pt x="4" y="41"/>
                  <a:pt x="4" y="41"/>
                  <a:pt x="4" y="41"/>
                </a:cubicBezTo>
                <a:cubicBezTo>
                  <a:pt x="47" y="41"/>
                  <a:pt x="47" y="41"/>
                  <a:pt x="47" y="41"/>
                </a:cubicBezTo>
                <a:cubicBezTo>
                  <a:pt x="47" y="14"/>
                  <a:pt x="47" y="14"/>
                  <a:pt x="47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22"/>
                  <a:pt x="4" y="22"/>
                  <a:pt x="4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7"/>
                  <a:pt x="10" y="16"/>
                  <a:pt x="11" y="16"/>
                </a:cubicBezTo>
                <a:cubicBezTo>
                  <a:pt x="11" y="16"/>
                  <a:pt x="11" y="17"/>
                  <a:pt x="11" y="17"/>
                </a:cubicBezTo>
                <a:cubicBezTo>
                  <a:pt x="12" y="17"/>
                  <a:pt x="12" y="17"/>
                  <a:pt x="12" y="17"/>
                </a:cubicBez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2" y="28"/>
                  <a:pt x="21" y="2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9"/>
                  <a:pt x="10" y="39"/>
                  <a:pt x="10" y="38"/>
                </a:cubicBezTo>
                <a:cubicBezTo>
                  <a:pt x="10" y="38"/>
                  <a:pt x="10" y="38"/>
                  <a:pt x="10" y="37"/>
                </a:cubicBezTo>
                <a:cubicBezTo>
                  <a:pt x="10" y="33"/>
                  <a:pt x="10" y="33"/>
                  <a:pt x="10" y="33"/>
                </a:cubicBezTo>
                <a:cubicBezTo>
                  <a:pt x="4" y="33"/>
                  <a:pt x="4" y="33"/>
                  <a:pt x="4" y="33"/>
                </a:cubicBezTo>
                <a:close/>
                <a:moveTo>
                  <a:pt x="42" y="19"/>
                </a:moveTo>
                <a:cubicBezTo>
                  <a:pt x="42" y="19"/>
                  <a:pt x="42" y="19"/>
                  <a:pt x="42" y="19"/>
                </a:cubicBezTo>
                <a:cubicBezTo>
                  <a:pt x="43" y="19"/>
                  <a:pt x="44" y="19"/>
                  <a:pt x="44" y="20"/>
                </a:cubicBezTo>
                <a:cubicBezTo>
                  <a:pt x="44" y="20"/>
                  <a:pt x="43" y="21"/>
                  <a:pt x="42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5" y="21"/>
                  <a:pt x="25" y="20"/>
                  <a:pt x="25" y="20"/>
                </a:cubicBezTo>
                <a:cubicBezTo>
                  <a:pt x="25" y="19"/>
                  <a:pt x="25" y="19"/>
                  <a:pt x="26" y="19"/>
                </a:cubicBezTo>
                <a:cubicBezTo>
                  <a:pt x="42" y="19"/>
                  <a:pt x="42" y="19"/>
                  <a:pt x="42" y="19"/>
                </a:cubicBezTo>
                <a:close/>
                <a:moveTo>
                  <a:pt x="38" y="34"/>
                </a:moveTo>
                <a:cubicBezTo>
                  <a:pt x="38" y="34"/>
                  <a:pt x="38" y="34"/>
                  <a:pt x="38" y="34"/>
                </a:cubicBezTo>
                <a:cubicBezTo>
                  <a:pt x="38" y="34"/>
                  <a:pt x="39" y="34"/>
                  <a:pt x="39" y="35"/>
                </a:cubicBezTo>
                <a:cubicBezTo>
                  <a:pt x="39" y="36"/>
                  <a:pt x="38" y="36"/>
                  <a:pt x="38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5" y="36"/>
                  <a:pt x="25" y="36"/>
                  <a:pt x="25" y="35"/>
                </a:cubicBezTo>
                <a:cubicBezTo>
                  <a:pt x="25" y="34"/>
                  <a:pt x="25" y="34"/>
                  <a:pt x="26" y="34"/>
                </a:cubicBezTo>
                <a:cubicBezTo>
                  <a:pt x="38" y="34"/>
                  <a:pt x="38" y="34"/>
                  <a:pt x="38" y="34"/>
                </a:cubicBezTo>
                <a:close/>
                <a:moveTo>
                  <a:pt x="42" y="24"/>
                </a:moveTo>
                <a:cubicBezTo>
                  <a:pt x="42" y="24"/>
                  <a:pt x="42" y="24"/>
                  <a:pt x="42" y="24"/>
                </a:cubicBezTo>
                <a:cubicBezTo>
                  <a:pt x="43" y="24"/>
                  <a:pt x="44" y="24"/>
                  <a:pt x="44" y="25"/>
                </a:cubicBezTo>
                <a:cubicBezTo>
                  <a:pt x="44" y="26"/>
                  <a:pt x="43" y="26"/>
                  <a:pt x="42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5" y="26"/>
                  <a:pt x="25" y="26"/>
                  <a:pt x="25" y="25"/>
                </a:cubicBezTo>
                <a:cubicBezTo>
                  <a:pt x="25" y="24"/>
                  <a:pt x="25" y="24"/>
                  <a:pt x="26" y="24"/>
                </a:cubicBezTo>
                <a:cubicBezTo>
                  <a:pt x="42" y="24"/>
                  <a:pt x="42" y="24"/>
                  <a:pt x="42" y="24"/>
                </a:cubicBezTo>
                <a:close/>
                <a:moveTo>
                  <a:pt x="42" y="29"/>
                </a:moveTo>
                <a:cubicBezTo>
                  <a:pt x="42" y="29"/>
                  <a:pt x="42" y="29"/>
                  <a:pt x="42" y="29"/>
                </a:cubicBezTo>
                <a:cubicBezTo>
                  <a:pt x="43" y="29"/>
                  <a:pt x="44" y="29"/>
                  <a:pt x="44" y="30"/>
                </a:cubicBezTo>
                <a:cubicBezTo>
                  <a:pt x="44" y="31"/>
                  <a:pt x="43" y="31"/>
                  <a:pt x="42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5" y="31"/>
                  <a:pt x="25" y="31"/>
                  <a:pt x="25" y="30"/>
                </a:cubicBezTo>
                <a:cubicBezTo>
                  <a:pt x="25" y="29"/>
                  <a:pt x="25" y="29"/>
                  <a:pt x="26" y="29"/>
                </a:cubicBezTo>
                <a:cubicBezTo>
                  <a:pt x="42" y="29"/>
                  <a:pt x="42" y="29"/>
                  <a:pt x="42" y="29"/>
                </a:cubicBezTo>
                <a:close/>
                <a:moveTo>
                  <a:pt x="44" y="6"/>
                </a:move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6" y="7"/>
                  <a:pt x="46" y="8"/>
                </a:cubicBezTo>
                <a:cubicBezTo>
                  <a:pt x="46" y="9"/>
                  <a:pt x="45" y="10"/>
                  <a:pt x="44" y="10"/>
                </a:cubicBezTo>
                <a:cubicBezTo>
                  <a:pt x="43" y="10"/>
                  <a:pt x="42" y="9"/>
                  <a:pt x="42" y="8"/>
                </a:cubicBezTo>
                <a:cubicBezTo>
                  <a:pt x="42" y="7"/>
                  <a:pt x="43" y="6"/>
                  <a:pt x="44" y="6"/>
                </a:cubicBezTo>
                <a:close/>
                <a:moveTo>
                  <a:pt x="39" y="6"/>
                </a:moveTo>
                <a:cubicBezTo>
                  <a:pt x="39" y="6"/>
                  <a:pt x="39" y="6"/>
                  <a:pt x="39" y="6"/>
                </a:cubicBezTo>
                <a:cubicBezTo>
                  <a:pt x="40" y="6"/>
                  <a:pt x="41" y="7"/>
                  <a:pt x="41" y="8"/>
                </a:cubicBezTo>
                <a:cubicBezTo>
                  <a:pt x="41" y="9"/>
                  <a:pt x="40" y="10"/>
                  <a:pt x="39" y="10"/>
                </a:cubicBezTo>
                <a:cubicBezTo>
                  <a:pt x="38" y="10"/>
                  <a:pt x="37" y="9"/>
                  <a:pt x="37" y="8"/>
                </a:cubicBezTo>
                <a:cubicBezTo>
                  <a:pt x="37" y="7"/>
                  <a:pt x="38" y="6"/>
                  <a:pt x="39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7"/>
                  <a:pt x="36" y="8"/>
                </a:cubicBezTo>
                <a:cubicBezTo>
                  <a:pt x="36" y="9"/>
                  <a:pt x="35" y="10"/>
                  <a:pt x="34" y="10"/>
                </a:cubicBezTo>
                <a:cubicBezTo>
                  <a:pt x="33" y="10"/>
                  <a:pt x="32" y="9"/>
                  <a:pt x="32" y="8"/>
                </a:cubicBezTo>
                <a:cubicBezTo>
                  <a:pt x="32" y="7"/>
                  <a:pt x="33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4"/>
                  <a:pt x="47" y="4"/>
                  <a:pt x="4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64" name="Freeform 98">
            <a:extLst>
              <a:ext uri="{FF2B5EF4-FFF2-40B4-BE49-F238E27FC236}">
                <a16:creationId xmlns:a16="http://schemas.microsoft.com/office/drawing/2014/main" id="{1A4F75BB-7D8A-10D1-7EB9-4537669F8BC7}"/>
              </a:ext>
            </a:extLst>
          </p:cNvPr>
          <p:cNvSpPr>
            <a:spLocks noEditPoints="1"/>
          </p:cNvSpPr>
          <p:nvPr/>
        </p:nvSpPr>
        <p:spPr bwMode="auto">
          <a:xfrm>
            <a:off x="1673686" y="2172147"/>
            <a:ext cx="222249" cy="186267"/>
          </a:xfrm>
          <a:custGeom>
            <a:avLst/>
            <a:gdLst>
              <a:gd name="T0" fmla="*/ 137837 w 52"/>
              <a:gd name="T1" fmla="*/ 31750 h 44"/>
              <a:gd name="T2" fmla="*/ 150659 w 52"/>
              <a:gd name="T3" fmla="*/ 38100 h 44"/>
              <a:gd name="T4" fmla="*/ 166687 w 52"/>
              <a:gd name="T5" fmla="*/ 44450 h 44"/>
              <a:gd name="T6" fmla="*/ 160276 w 52"/>
              <a:gd name="T7" fmla="*/ 66675 h 44"/>
              <a:gd name="T8" fmla="*/ 150659 w 52"/>
              <a:gd name="T9" fmla="*/ 123825 h 44"/>
              <a:gd name="T10" fmla="*/ 134632 w 52"/>
              <a:gd name="T11" fmla="*/ 139700 h 44"/>
              <a:gd name="T12" fmla="*/ 16028 w 52"/>
              <a:gd name="T13" fmla="*/ 133350 h 44"/>
              <a:gd name="T14" fmla="*/ 3206 w 52"/>
              <a:gd name="T15" fmla="*/ 66675 h 44"/>
              <a:gd name="T16" fmla="*/ 0 w 52"/>
              <a:gd name="T17" fmla="*/ 44450 h 44"/>
              <a:gd name="T18" fmla="*/ 12822 w 52"/>
              <a:gd name="T19" fmla="*/ 41275 h 44"/>
              <a:gd name="T20" fmla="*/ 19233 w 52"/>
              <a:gd name="T21" fmla="*/ 31750 h 44"/>
              <a:gd name="T22" fmla="*/ 28850 w 52"/>
              <a:gd name="T23" fmla="*/ 44450 h 44"/>
              <a:gd name="T24" fmla="*/ 25644 w 52"/>
              <a:gd name="T25" fmla="*/ 123825 h 44"/>
              <a:gd name="T26" fmla="*/ 134632 w 52"/>
              <a:gd name="T27" fmla="*/ 127000 h 44"/>
              <a:gd name="T28" fmla="*/ 137837 w 52"/>
              <a:gd name="T29" fmla="*/ 127000 h 44"/>
              <a:gd name="T30" fmla="*/ 137837 w 52"/>
              <a:gd name="T31" fmla="*/ 44450 h 44"/>
              <a:gd name="T32" fmla="*/ 99371 w 52"/>
              <a:gd name="T33" fmla="*/ 3175 h 44"/>
              <a:gd name="T34" fmla="*/ 118604 w 52"/>
              <a:gd name="T35" fmla="*/ 22225 h 44"/>
              <a:gd name="T36" fmla="*/ 118604 w 52"/>
              <a:gd name="T37" fmla="*/ 22225 h 44"/>
              <a:gd name="T38" fmla="*/ 118604 w 52"/>
              <a:gd name="T39" fmla="*/ 41275 h 44"/>
              <a:gd name="T40" fmla="*/ 44877 w 52"/>
              <a:gd name="T41" fmla="*/ 41275 h 44"/>
              <a:gd name="T42" fmla="*/ 51288 w 52"/>
              <a:gd name="T43" fmla="*/ 0 h 44"/>
              <a:gd name="T44" fmla="*/ 99371 w 52"/>
              <a:gd name="T45" fmla="*/ 3175 h 44"/>
              <a:gd name="T46" fmla="*/ 118604 w 52"/>
              <a:gd name="T47" fmla="*/ 50800 h 44"/>
              <a:gd name="T48" fmla="*/ 96166 w 52"/>
              <a:gd name="T49" fmla="*/ 28575 h 44"/>
              <a:gd name="T50" fmla="*/ 92960 w 52"/>
              <a:gd name="T51" fmla="*/ 9525 h 44"/>
              <a:gd name="T52" fmla="*/ 44877 w 52"/>
              <a:gd name="T53" fmla="*/ 50800 h 44"/>
              <a:gd name="T54" fmla="*/ 115399 w 52"/>
              <a:gd name="T55" fmla="*/ 60325 h 44"/>
              <a:gd name="T56" fmla="*/ 105782 w 52"/>
              <a:gd name="T57" fmla="*/ 19050 h 44"/>
              <a:gd name="T58" fmla="*/ 105782 w 52"/>
              <a:gd name="T59" fmla="*/ 19050 h 44"/>
              <a:gd name="T60" fmla="*/ 150659 w 52"/>
              <a:gd name="T61" fmla="*/ 60325 h 44"/>
              <a:gd name="T62" fmla="*/ 150659 w 52"/>
              <a:gd name="T63" fmla="*/ 47625 h 44"/>
              <a:gd name="T64" fmla="*/ 12822 w 52"/>
              <a:gd name="T65" fmla="*/ 47625 h 44"/>
              <a:gd name="T66" fmla="*/ 12822 w 52"/>
              <a:gd name="T67" fmla="*/ 60325 h 44"/>
              <a:gd name="T68" fmla="*/ 57699 w 52"/>
              <a:gd name="T69" fmla="*/ 104775 h 44"/>
              <a:gd name="T70" fmla="*/ 51288 w 52"/>
              <a:gd name="T71" fmla="*/ 98425 h 44"/>
              <a:gd name="T72" fmla="*/ 80138 w 52"/>
              <a:gd name="T73" fmla="*/ 104775 h 44"/>
              <a:gd name="T74" fmla="*/ 73727 w 52"/>
              <a:gd name="T75" fmla="*/ 98425 h 44"/>
              <a:gd name="T76" fmla="*/ 99371 w 52"/>
              <a:gd name="T77" fmla="*/ 104775 h 44"/>
              <a:gd name="T78" fmla="*/ 92960 w 52"/>
              <a:gd name="T79" fmla="*/ 98425 h 44"/>
              <a:gd name="T80" fmla="*/ 118604 w 52"/>
              <a:gd name="T81" fmla="*/ 104775 h 44"/>
              <a:gd name="T82" fmla="*/ 112193 w 52"/>
              <a:gd name="T83" fmla="*/ 98425 h 44"/>
              <a:gd name="T84" fmla="*/ 48083 w 52"/>
              <a:gd name="T85" fmla="*/ 88900 h 44"/>
              <a:gd name="T86" fmla="*/ 41672 w 52"/>
              <a:gd name="T87" fmla="*/ 82550 h 44"/>
              <a:gd name="T88" fmla="*/ 67316 w 52"/>
              <a:gd name="T89" fmla="*/ 88900 h 44"/>
              <a:gd name="T90" fmla="*/ 64110 w 52"/>
              <a:gd name="T91" fmla="*/ 82550 h 44"/>
              <a:gd name="T92" fmla="*/ 89755 w 52"/>
              <a:gd name="T93" fmla="*/ 88900 h 44"/>
              <a:gd name="T94" fmla="*/ 83344 w 52"/>
              <a:gd name="T95" fmla="*/ 82550 h 44"/>
              <a:gd name="T96" fmla="*/ 108988 w 52"/>
              <a:gd name="T97" fmla="*/ 88900 h 44"/>
              <a:gd name="T98" fmla="*/ 102577 w 52"/>
              <a:gd name="T99" fmla="*/ 82550 h 44"/>
              <a:gd name="T100" fmla="*/ 128221 w 52"/>
              <a:gd name="T101" fmla="*/ 88900 h 44"/>
              <a:gd name="T102" fmla="*/ 121810 w 52"/>
              <a:gd name="T103" fmla="*/ 82550 h 4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2" h="44">
                <a:moveTo>
                  <a:pt x="43" y="14"/>
                </a:moveTo>
                <a:cubicBezTo>
                  <a:pt x="42" y="14"/>
                  <a:pt x="41" y="13"/>
                  <a:pt x="41" y="12"/>
                </a:cubicBezTo>
                <a:cubicBezTo>
                  <a:pt x="41" y="11"/>
                  <a:pt x="42" y="10"/>
                  <a:pt x="43" y="10"/>
                </a:cubicBezTo>
                <a:cubicBezTo>
                  <a:pt x="45" y="10"/>
                  <a:pt x="45" y="10"/>
                  <a:pt x="45" y="10"/>
                </a:cubicBezTo>
                <a:cubicBezTo>
                  <a:pt x="46" y="10"/>
                  <a:pt x="47" y="11"/>
                  <a:pt x="47" y="12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3"/>
                  <a:pt x="47" y="13"/>
                  <a:pt x="47" y="13"/>
                </a:cubicBezTo>
                <a:cubicBezTo>
                  <a:pt x="50" y="13"/>
                  <a:pt x="50" y="13"/>
                  <a:pt x="50" y="13"/>
                </a:cubicBezTo>
                <a:cubicBezTo>
                  <a:pt x="51" y="13"/>
                  <a:pt x="52" y="14"/>
                  <a:pt x="52" y="14"/>
                </a:cubicBezTo>
                <a:cubicBezTo>
                  <a:pt x="52" y="14"/>
                  <a:pt x="52" y="14"/>
                  <a:pt x="52" y="14"/>
                </a:cubicBezTo>
                <a:cubicBezTo>
                  <a:pt x="52" y="20"/>
                  <a:pt x="52" y="20"/>
                  <a:pt x="52" y="20"/>
                </a:cubicBezTo>
                <a:cubicBezTo>
                  <a:pt x="52" y="21"/>
                  <a:pt x="51" y="21"/>
                  <a:pt x="50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47" y="21"/>
                  <a:pt x="47" y="21"/>
                  <a:pt x="47" y="21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40"/>
                  <a:pt x="47" y="41"/>
                  <a:pt x="46" y="42"/>
                </a:cubicBezTo>
                <a:cubicBezTo>
                  <a:pt x="46" y="42"/>
                  <a:pt x="46" y="42"/>
                  <a:pt x="46" y="42"/>
                </a:cubicBezTo>
                <a:cubicBezTo>
                  <a:pt x="45" y="43"/>
                  <a:pt x="44" y="44"/>
                  <a:pt x="42" y="44"/>
                </a:cubicBezTo>
                <a:cubicBezTo>
                  <a:pt x="9" y="44"/>
                  <a:pt x="9" y="44"/>
                  <a:pt x="9" y="44"/>
                </a:cubicBezTo>
                <a:cubicBezTo>
                  <a:pt x="8" y="44"/>
                  <a:pt x="7" y="43"/>
                  <a:pt x="6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1"/>
                  <a:pt x="4" y="40"/>
                  <a:pt x="4" y="39"/>
                </a:cubicBezTo>
                <a:cubicBezTo>
                  <a:pt x="4" y="21"/>
                  <a:pt x="4" y="21"/>
                  <a:pt x="4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1"/>
                  <a:pt x="0" y="21"/>
                  <a:pt x="0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1"/>
                  <a:pt x="5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10" y="10"/>
                  <a:pt x="12" y="11"/>
                  <a:pt x="12" y="12"/>
                </a:cubicBezTo>
                <a:cubicBezTo>
                  <a:pt x="12" y="13"/>
                  <a:pt x="10" y="14"/>
                  <a:pt x="9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39"/>
                  <a:pt x="8" y="39"/>
                  <a:pt x="8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8" y="40"/>
                  <a:pt x="8" y="40"/>
                  <a:pt x="8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42" y="40"/>
                  <a:pt x="43" y="40"/>
                  <a:pt x="43" y="40"/>
                </a:cubicBezTo>
                <a:cubicBezTo>
                  <a:pt x="43" y="40"/>
                  <a:pt x="43" y="40"/>
                  <a:pt x="43" y="40"/>
                </a:cubicBezTo>
                <a:cubicBezTo>
                  <a:pt x="43" y="40"/>
                  <a:pt x="43" y="40"/>
                  <a:pt x="43" y="40"/>
                </a:cubicBezTo>
                <a:cubicBezTo>
                  <a:pt x="43" y="39"/>
                  <a:pt x="44" y="39"/>
                  <a:pt x="44" y="39"/>
                </a:cubicBezTo>
                <a:cubicBezTo>
                  <a:pt x="44" y="14"/>
                  <a:pt x="44" y="14"/>
                  <a:pt x="44" y="14"/>
                </a:cubicBezTo>
                <a:cubicBezTo>
                  <a:pt x="43" y="14"/>
                  <a:pt x="43" y="14"/>
                  <a:pt x="43" y="14"/>
                </a:cubicBezTo>
                <a:close/>
                <a:moveTo>
                  <a:pt x="31" y="1"/>
                </a:moveTo>
                <a:cubicBezTo>
                  <a:pt x="31" y="1"/>
                  <a:pt x="31" y="1"/>
                  <a:pt x="31" y="1"/>
                </a:cubicBezTo>
                <a:cubicBezTo>
                  <a:pt x="31" y="1"/>
                  <a:pt x="31" y="1"/>
                  <a:pt x="31" y="1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13"/>
                  <a:pt x="37" y="13"/>
                  <a:pt x="37" y="13"/>
                </a:cubicBezTo>
                <a:cubicBezTo>
                  <a:pt x="42" y="14"/>
                  <a:pt x="42" y="22"/>
                  <a:pt x="36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10" y="22"/>
                  <a:pt x="9" y="14"/>
                  <a:pt x="14" y="13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5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1" y="0"/>
                  <a:pt x="31" y="1"/>
                </a:cubicBezTo>
                <a:close/>
                <a:moveTo>
                  <a:pt x="37" y="15"/>
                </a:moveTo>
                <a:cubicBezTo>
                  <a:pt x="37" y="15"/>
                  <a:pt x="37" y="15"/>
                  <a:pt x="37" y="15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7"/>
                  <a:pt x="35" y="17"/>
                  <a:pt x="35" y="16"/>
                </a:cubicBezTo>
                <a:cubicBezTo>
                  <a:pt x="35" y="13"/>
                  <a:pt x="35" y="11"/>
                  <a:pt x="35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29" y="9"/>
                  <a:pt x="29" y="8"/>
                  <a:pt x="29" y="7"/>
                </a:cubicBezTo>
                <a:cubicBezTo>
                  <a:pt x="29" y="7"/>
                  <a:pt x="29" y="7"/>
                  <a:pt x="29" y="7"/>
                </a:cubicBezTo>
                <a:cubicBezTo>
                  <a:pt x="29" y="3"/>
                  <a:pt x="29" y="3"/>
                  <a:pt x="29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7"/>
                  <a:pt x="14" y="17"/>
                  <a:pt x="14" y="16"/>
                </a:cubicBezTo>
                <a:cubicBezTo>
                  <a:pt x="14" y="15"/>
                  <a:pt x="14" y="15"/>
                  <a:pt x="14" y="15"/>
                </a:cubicBezTo>
                <a:cubicBezTo>
                  <a:pt x="12" y="16"/>
                  <a:pt x="13" y="19"/>
                  <a:pt x="15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9" y="19"/>
                  <a:pt x="39" y="16"/>
                  <a:pt x="37" y="15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1" y="4"/>
                  <a:pt x="31" y="4"/>
                  <a:pt x="31" y="4"/>
                </a:cubicBezTo>
                <a:cubicBezTo>
                  <a:pt x="31" y="6"/>
                  <a:pt x="31" y="6"/>
                  <a:pt x="31" y="6"/>
                </a:cubicBezTo>
                <a:cubicBezTo>
                  <a:pt x="33" y="6"/>
                  <a:pt x="33" y="6"/>
                  <a:pt x="33" y="6"/>
                </a:cubicBezTo>
                <a:close/>
                <a:moveTo>
                  <a:pt x="47" y="15"/>
                </a:moveTo>
                <a:cubicBezTo>
                  <a:pt x="47" y="15"/>
                  <a:pt x="47" y="15"/>
                  <a:pt x="47" y="15"/>
                </a:cubicBezTo>
                <a:cubicBezTo>
                  <a:pt x="47" y="19"/>
                  <a:pt x="47" y="19"/>
                  <a:pt x="47" y="19"/>
                </a:cubicBezTo>
                <a:cubicBezTo>
                  <a:pt x="49" y="19"/>
                  <a:pt x="49" y="19"/>
                  <a:pt x="49" y="19"/>
                </a:cubicBezTo>
                <a:cubicBezTo>
                  <a:pt x="49" y="15"/>
                  <a:pt x="49" y="15"/>
                  <a:pt x="49" y="15"/>
                </a:cubicBezTo>
                <a:cubicBezTo>
                  <a:pt x="47" y="15"/>
                  <a:pt x="47" y="15"/>
                  <a:pt x="47" y="15"/>
                </a:cubicBezTo>
                <a:close/>
                <a:moveTo>
                  <a:pt x="4" y="19"/>
                </a:moveTo>
                <a:cubicBezTo>
                  <a:pt x="4" y="19"/>
                  <a:pt x="4" y="19"/>
                  <a:pt x="4" y="19"/>
                </a:cubicBezTo>
                <a:cubicBezTo>
                  <a:pt x="4" y="15"/>
                  <a:pt x="4" y="15"/>
                  <a:pt x="4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9"/>
                  <a:pt x="2" y="19"/>
                  <a:pt x="2" y="19"/>
                </a:cubicBezTo>
                <a:cubicBezTo>
                  <a:pt x="4" y="19"/>
                  <a:pt x="4" y="19"/>
                  <a:pt x="4" y="19"/>
                </a:cubicBezTo>
                <a:close/>
                <a:moveTo>
                  <a:pt x="16" y="31"/>
                </a:moveTo>
                <a:cubicBezTo>
                  <a:pt x="16" y="31"/>
                  <a:pt x="16" y="31"/>
                  <a:pt x="16" y="31"/>
                </a:cubicBezTo>
                <a:cubicBezTo>
                  <a:pt x="18" y="31"/>
                  <a:pt x="18" y="32"/>
                  <a:pt x="18" y="33"/>
                </a:cubicBezTo>
                <a:cubicBezTo>
                  <a:pt x="18" y="34"/>
                  <a:pt x="18" y="35"/>
                  <a:pt x="16" y="35"/>
                </a:cubicBezTo>
                <a:cubicBezTo>
                  <a:pt x="15" y="35"/>
                  <a:pt x="15" y="34"/>
                  <a:pt x="15" y="33"/>
                </a:cubicBezTo>
                <a:cubicBezTo>
                  <a:pt x="15" y="32"/>
                  <a:pt x="15" y="31"/>
                  <a:pt x="16" y="31"/>
                </a:cubicBezTo>
                <a:close/>
                <a:moveTo>
                  <a:pt x="23" y="31"/>
                </a:moveTo>
                <a:cubicBezTo>
                  <a:pt x="23" y="31"/>
                  <a:pt x="23" y="31"/>
                  <a:pt x="23" y="31"/>
                </a:cubicBezTo>
                <a:cubicBezTo>
                  <a:pt x="24" y="31"/>
                  <a:pt x="25" y="32"/>
                  <a:pt x="25" y="33"/>
                </a:cubicBezTo>
                <a:cubicBezTo>
                  <a:pt x="25" y="34"/>
                  <a:pt x="24" y="35"/>
                  <a:pt x="23" y="35"/>
                </a:cubicBezTo>
                <a:cubicBezTo>
                  <a:pt x="22" y="35"/>
                  <a:pt x="21" y="34"/>
                  <a:pt x="21" y="33"/>
                </a:cubicBezTo>
                <a:cubicBezTo>
                  <a:pt x="21" y="32"/>
                  <a:pt x="22" y="31"/>
                  <a:pt x="23" y="31"/>
                </a:cubicBezTo>
                <a:close/>
                <a:moveTo>
                  <a:pt x="29" y="31"/>
                </a:moveTo>
                <a:cubicBezTo>
                  <a:pt x="29" y="31"/>
                  <a:pt x="29" y="31"/>
                  <a:pt x="29" y="31"/>
                </a:cubicBezTo>
                <a:cubicBezTo>
                  <a:pt x="30" y="31"/>
                  <a:pt x="31" y="32"/>
                  <a:pt x="31" y="33"/>
                </a:cubicBezTo>
                <a:cubicBezTo>
                  <a:pt x="31" y="34"/>
                  <a:pt x="30" y="35"/>
                  <a:pt x="29" y="35"/>
                </a:cubicBezTo>
                <a:cubicBezTo>
                  <a:pt x="28" y="35"/>
                  <a:pt x="27" y="34"/>
                  <a:pt x="27" y="33"/>
                </a:cubicBezTo>
                <a:cubicBezTo>
                  <a:pt x="27" y="32"/>
                  <a:pt x="28" y="31"/>
                  <a:pt x="29" y="31"/>
                </a:cubicBezTo>
                <a:close/>
                <a:moveTo>
                  <a:pt x="35" y="31"/>
                </a:moveTo>
                <a:cubicBezTo>
                  <a:pt x="35" y="31"/>
                  <a:pt x="35" y="31"/>
                  <a:pt x="35" y="31"/>
                </a:cubicBezTo>
                <a:cubicBezTo>
                  <a:pt x="36" y="31"/>
                  <a:pt x="37" y="32"/>
                  <a:pt x="37" y="33"/>
                </a:cubicBezTo>
                <a:cubicBezTo>
                  <a:pt x="37" y="34"/>
                  <a:pt x="36" y="35"/>
                  <a:pt x="35" y="35"/>
                </a:cubicBezTo>
                <a:cubicBezTo>
                  <a:pt x="34" y="35"/>
                  <a:pt x="33" y="34"/>
                  <a:pt x="33" y="33"/>
                </a:cubicBezTo>
                <a:cubicBezTo>
                  <a:pt x="33" y="32"/>
                  <a:pt x="34" y="31"/>
                  <a:pt x="35" y="31"/>
                </a:cubicBezTo>
                <a:close/>
                <a:moveTo>
                  <a:pt x="13" y="26"/>
                </a:moveTo>
                <a:cubicBezTo>
                  <a:pt x="13" y="26"/>
                  <a:pt x="13" y="26"/>
                  <a:pt x="13" y="26"/>
                </a:cubicBezTo>
                <a:cubicBezTo>
                  <a:pt x="14" y="26"/>
                  <a:pt x="15" y="27"/>
                  <a:pt x="15" y="28"/>
                </a:cubicBezTo>
                <a:cubicBezTo>
                  <a:pt x="15" y="29"/>
                  <a:pt x="14" y="30"/>
                  <a:pt x="13" y="30"/>
                </a:cubicBezTo>
                <a:cubicBezTo>
                  <a:pt x="12" y="30"/>
                  <a:pt x="11" y="29"/>
                  <a:pt x="11" y="28"/>
                </a:cubicBezTo>
                <a:cubicBezTo>
                  <a:pt x="11" y="27"/>
                  <a:pt x="12" y="26"/>
                  <a:pt x="13" y="26"/>
                </a:cubicBezTo>
                <a:close/>
                <a:moveTo>
                  <a:pt x="20" y="26"/>
                </a:moveTo>
                <a:cubicBezTo>
                  <a:pt x="20" y="26"/>
                  <a:pt x="20" y="26"/>
                  <a:pt x="20" y="26"/>
                </a:cubicBezTo>
                <a:cubicBezTo>
                  <a:pt x="21" y="26"/>
                  <a:pt x="21" y="27"/>
                  <a:pt x="21" y="28"/>
                </a:cubicBezTo>
                <a:cubicBezTo>
                  <a:pt x="21" y="29"/>
                  <a:pt x="21" y="30"/>
                  <a:pt x="20" y="30"/>
                </a:cubicBezTo>
                <a:cubicBezTo>
                  <a:pt x="18" y="30"/>
                  <a:pt x="18" y="29"/>
                  <a:pt x="18" y="28"/>
                </a:cubicBezTo>
                <a:cubicBezTo>
                  <a:pt x="18" y="27"/>
                  <a:pt x="18" y="26"/>
                  <a:pt x="20" y="26"/>
                </a:cubicBezTo>
                <a:close/>
                <a:moveTo>
                  <a:pt x="26" y="26"/>
                </a:moveTo>
                <a:cubicBezTo>
                  <a:pt x="26" y="26"/>
                  <a:pt x="26" y="26"/>
                  <a:pt x="26" y="26"/>
                </a:cubicBezTo>
                <a:cubicBezTo>
                  <a:pt x="27" y="26"/>
                  <a:pt x="28" y="27"/>
                  <a:pt x="28" y="28"/>
                </a:cubicBezTo>
                <a:cubicBezTo>
                  <a:pt x="28" y="29"/>
                  <a:pt x="27" y="30"/>
                  <a:pt x="26" y="30"/>
                </a:cubicBezTo>
                <a:cubicBezTo>
                  <a:pt x="25" y="30"/>
                  <a:pt x="24" y="29"/>
                  <a:pt x="24" y="28"/>
                </a:cubicBezTo>
                <a:cubicBezTo>
                  <a:pt x="24" y="27"/>
                  <a:pt x="25" y="26"/>
                  <a:pt x="26" y="26"/>
                </a:cubicBezTo>
                <a:close/>
                <a:moveTo>
                  <a:pt x="32" y="26"/>
                </a:moveTo>
                <a:cubicBezTo>
                  <a:pt x="32" y="26"/>
                  <a:pt x="32" y="26"/>
                  <a:pt x="32" y="26"/>
                </a:cubicBezTo>
                <a:cubicBezTo>
                  <a:pt x="33" y="26"/>
                  <a:pt x="34" y="27"/>
                  <a:pt x="34" y="28"/>
                </a:cubicBezTo>
                <a:cubicBezTo>
                  <a:pt x="34" y="29"/>
                  <a:pt x="33" y="30"/>
                  <a:pt x="32" y="30"/>
                </a:cubicBezTo>
                <a:cubicBezTo>
                  <a:pt x="31" y="30"/>
                  <a:pt x="30" y="29"/>
                  <a:pt x="30" y="28"/>
                </a:cubicBezTo>
                <a:cubicBezTo>
                  <a:pt x="30" y="27"/>
                  <a:pt x="31" y="26"/>
                  <a:pt x="32" y="26"/>
                </a:cubicBezTo>
                <a:close/>
                <a:moveTo>
                  <a:pt x="38" y="26"/>
                </a:moveTo>
                <a:cubicBezTo>
                  <a:pt x="38" y="26"/>
                  <a:pt x="38" y="26"/>
                  <a:pt x="38" y="26"/>
                </a:cubicBezTo>
                <a:cubicBezTo>
                  <a:pt x="39" y="26"/>
                  <a:pt x="40" y="27"/>
                  <a:pt x="40" y="28"/>
                </a:cubicBezTo>
                <a:cubicBezTo>
                  <a:pt x="40" y="29"/>
                  <a:pt x="39" y="30"/>
                  <a:pt x="38" y="30"/>
                </a:cubicBezTo>
                <a:cubicBezTo>
                  <a:pt x="37" y="30"/>
                  <a:pt x="36" y="29"/>
                  <a:pt x="36" y="28"/>
                </a:cubicBezTo>
                <a:cubicBezTo>
                  <a:pt x="36" y="27"/>
                  <a:pt x="37" y="26"/>
                  <a:pt x="38" y="2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65" name="Freeform 99">
            <a:extLst>
              <a:ext uri="{FF2B5EF4-FFF2-40B4-BE49-F238E27FC236}">
                <a16:creationId xmlns:a16="http://schemas.microsoft.com/office/drawing/2014/main" id="{D5BF106B-80AA-7A42-9199-4130423CC986}"/>
              </a:ext>
            </a:extLst>
          </p:cNvPr>
          <p:cNvSpPr>
            <a:spLocks noEditPoints="1"/>
          </p:cNvSpPr>
          <p:nvPr/>
        </p:nvSpPr>
        <p:spPr bwMode="auto">
          <a:xfrm>
            <a:off x="5437119" y="2150981"/>
            <a:ext cx="213783" cy="228600"/>
          </a:xfrm>
          <a:custGeom>
            <a:avLst/>
            <a:gdLst>
              <a:gd name="T0" fmla="*/ 160337 w 50"/>
              <a:gd name="T1" fmla="*/ 44450 h 54"/>
              <a:gd name="T2" fmla="*/ 160337 w 50"/>
              <a:gd name="T3" fmla="*/ 50800 h 54"/>
              <a:gd name="T4" fmla="*/ 153924 w 50"/>
              <a:gd name="T5" fmla="*/ 165100 h 54"/>
              <a:gd name="T6" fmla="*/ 22447 w 50"/>
              <a:gd name="T7" fmla="*/ 171450 h 54"/>
              <a:gd name="T8" fmla="*/ 0 w 50"/>
              <a:gd name="T9" fmla="*/ 149225 h 54"/>
              <a:gd name="T10" fmla="*/ 6413 w 50"/>
              <a:gd name="T11" fmla="*/ 34925 h 54"/>
              <a:gd name="T12" fmla="*/ 76962 w 50"/>
              <a:gd name="T13" fmla="*/ 28575 h 54"/>
              <a:gd name="T14" fmla="*/ 86582 w 50"/>
              <a:gd name="T15" fmla="*/ 12700 h 54"/>
              <a:gd name="T16" fmla="*/ 144303 w 50"/>
              <a:gd name="T17" fmla="*/ 12700 h 54"/>
              <a:gd name="T18" fmla="*/ 157130 w 50"/>
              <a:gd name="T19" fmla="*/ 41275 h 54"/>
              <a:gd name="T20" fmla="*/ 115443 w 50"/>
              <a:gd name="T21" fmla="*/ 22225 h 54"/>
              <a:gd name="T22" fmla="*/ 137890 w 50"/>
              <a:gd name="T23" fmla="*/ 41275 h 54"/>
              <a:gd name="T24" fmla="*/ 115443 w 50"/>
              <a:gd name="T25" fmla="*/ 60325 h 54"/>
              <a:gd name="T26" fmla="*/ 96202 w 50"/>
              <a:gd name="T27" fmla="*/ 41275 h 54"/>
              <a:gd name="T28" fmla="*/ 115443 w 50"/>
              <a:gd name="T29" fmla="*/ 22225 h 54"/>
              <a:gd name="T30" fmla="*/ 125063 w 50"/>
              <a:gd name="T31" fmla="*/ 31750 h 54"/>
              <a:gd name="T32" fmla="*/ 109029 w 50"/>
              <a:gd name="T33" fmla="*/ 31750 h 54"/>
              <a:gd name="T34" fmla="*/ 109029 w 50"/>
              <a:gd name="T35" fmla="*/ 50800 h 54"/>
              <a:gd name="T36" fmla="*/ 125063 w 50"/>
              <a:gd name="T37" fmla="*/ 50800 h 54"/>
              <a:gd name="T38" fmla="*/ 125063 w 50"/>
              <a:gd name="T39" fmla="*/ 31750 h 54"/>
              <a:gd name="T40" fmla="*/ 76962 w 50"/>
              <a:gd name="T41" fmla="*/ 41275 h 54"/>
              <a:gd name="T42" fmla="*/ 16034 w 50"/>
              <a:gd name="T43" fmla="*/ 44450 h 54"/>
              <a:gd name="T44" fmla="*/ 12827 w 50"/>
              <a:gd name="T45" fmla="*/ 149225 h 54"/>
              <a:gd name="T46" fmla="*/ 22447 w 50"/>
              <a:gd name="T47" fmla="*/ 158750 h 54"/>
              <a:gd name="T48" fmla="*/ 144303 w 50"/>
              <a:gd name="T49" fmla="*/ 155575 h 54"/>
              <a:gd name="T50" fmla="*/ 147510 w 50"/>
              <a:gd name="T51" fmla="*/ 66675 h 54"/>
              <a:gd name="T52" fmla="*/ 118649 w 50"/>
              <a:gd name="T53" fmla="*/ 92075 h 54"/>
              <a:gd name="T54" fmla="*/ 112236 w 50"/>
              <a:gd name="T55" fmla="*/ 92075 h 54"/>
              <a:gd name="T56" fmla="*/ 112236 w 50"/>
              <a:gd name="T57" fmla="*/ 92075 h 54"/>
              <a:gd name="T58" fmla="*/ 83375 w 50"/>
              <a:gd name="T59" fmla="*/ 63500 h 54"/>
              <a:gd name="T60" fmla="*/ 141097 w 50"/>
              <a:gd name="T61" fmla="*/ 15875 h 54"/>
              <a:gd name="T62" fmla="*/ 115443 w 50"/>
              <a:gd name="T63" fmla="*/ 6350 h 54"/>
              <a:gd name="T64" fmla="*/ 92995 w 50"/>
              <a:gd name="T65" fmla="*/ 15875 h 54"/>
              <a:gd name="T66" fmla="*/ 89789 w 50"/>
              <a:gd name="T67" fmla="*/ 60325 h 54"/>
              <a:gd name="T68" fmla="*/ 105822 w 50"/>
              <a:gd name="T69" fmla="*/ 73025 h 54"/>
              <a:gd name="T70" fmla="*/ 128270 w 50"/>
              <a:gd name="T71" fmla="*/ 73025 h 54"/>
              <a:gd name="T72" fmla="*/ 144303 w 50"/>
              <a:gd name="T73" fmla="*/ 60325 h 54"/>
              <a:gd name="T74" fmla="*/ 141097 w 50"/>
              <a:gd name="T75" fmla="*/ 15875 h 54"/>
              <a:gd name="T76" fmla="*/ 141097 w 50"/>
              <a:gd name="T77" fmla="*/ 15875 h 54"/>
              <a:gd name="T78" fmla="*/ 92995 w 50"/>
              <a:gd name="T79" fmla="*/ 85725 h 54"/>
              <a:gd name="T80" fmla="*/ 96202 w 50"/>
              <a:gd name="T81" fmla="*/ 92075 h 54"/>
              <a:gd name="T82" fmla="*/ 109029 w 50"/>
              <a:gd name="T83" fmla="*/ 123825 h 54"/>
              <a:gd name="T84" fmla="*/ 137890 w 50"/>
              <a:gd name="T85" fmla="*/ 98425 h 54"/>
              <a:gd name="T86" fmla="*/ 112236 w 50"/>
              <a:gd name="T87" fmla="*/ 127000 h 54"/>
              <a:gd name="T88" fmla="*/ 121856 w 50"/>
              <a:gd name="T89" fmla="*/ 142875 h 54"/>
              <a:gd name="T90" fmla="*/ 105822 w 50"/>
              <a:gd name="T91" fmla="*/ 130175 h 54"/>
              <a:gd name="T92" fmla="*/ 105822 w 50"/>
              <a:gd name="T93" fmla="*/ 130175 h 54"/>
              <a:gd name="T94" fmla="*/ 105822 w 50"/>
              <a:gd name="T95" fmla="*/ 130175 h 54"/>
              <a:gd name="T96" fmla="*/ 105822 w 50"/>
              <a:gd name="T97" fmla="*/ 130175 h 54"/>
              <a:gd name="T98" fmla="*/ 38481 w 50"/>
              <a:gd name="T99" fmla="*/ 149225 h 54"/>
              <a:gd name="T100" fmla="*/ 32067 w 50"/>
              <a:gd name="T101" fmla="*/ 142875 h 54"/>
              <a:gd name="T102" fmla="*/ 57721 w 50"/>
              <a:gd name="T103" fmla="*/ 85725 h 54"/>
              <a:gd name="T104" fmla="*/ 25654 w 50"/>
              <a:gd name="T105" fmla="*/ 114300 h 54"/>
              <a:gd name="T106" fmla="*/ 54515 w 50"/>
              <a:gd name="T107" fmla="*/ 79375 h 54"/>
              <a:gd name="T108" fmla="*/ 35274 w 50"/>
              <a:gd name="T109" fmla="*/ 57150 h 54"/>
              <a:gd name="T110" fmla="*/ 60928 w 50"/>
              <a:gd name="T111" fmla="*/ 76200 h 54"/>
              <a:gd name="T112" fmla="*/ 60928 w 50"/>
              <a:gd name="T113" fmla="*/ 76200 h 54"/>
              <a:gd name="T114" fmla="*/ 60928 w 50"/>
              <a:gd name="T115" fmla="*/ 76200 h 54"/>
              <a:gd name="T116" fmla="*/ 92995 w 50"/>
              <a:gd name="T117" fmla="*/ 85725 h 5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0" h="54">
                <a:moveTo>
                  <a:pt x="49" y="13"/>
                </a:moveTo>
                <a:cubicBezTo>
                  <a:pt x="49" y="13"/>
                  <a:pt x="49" y="14"/>
                  <a:pt x="50" y="14"/>
                </a:cubicBezTo>
                <a:cubicBezTo>
                  <a:pt x="50" y="14"/>
                  <a:pt x="50" y="14"/>
                  <a:pt x="50" y="14"/>
                </a:cubicBezTo>
                <a:cubicBezTo>
                  <a:pt x="50" y="15"/>
                  <a:pt x="50" y="15"/>
                  <a:pt x="50" y="16"/>
                </a:cubicBezTo>
                <a:cubicBezTo>
                  <a:pt x="50" y="47"/>
                  <a:pt x="50" y="47"/>
                  <a:pt x="50" y="47"/>
                </a:cubicBezTo>
                <a:cubicBezTo>
                  <a:pt x="50" y="49"/>
                  <a:pt x="49" y="51"/>
                  <a:pt x="48" y="52"/>
                </a:cubicBezTo>
                <a:cubicBezTo>
                  <a:pt x="46" y="53"/>
                  <a:pt x="45" y="54"/>
                  <a:pt x="43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5" y="54"/>
                  <a:pt x="3" y="53"/>
                  <a:pt x="2" y="52"/>
                </a:cubicBezTo>
                <a:cubicBezTo>
                  <a:pt x="0" y="51"/>
                  <a:pt x="0" y="49"/>
                  <a:pt x="0" y="47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4"/>
                  <a:pt x="0" y="12"/>
                  <a:pt x="2" y="11"/>
                </a:cubicBezTo>
                <a:cubicBezTo>
                  <a:pt x="3" y="10"/>
                  <a:pt x="5" y="9"/>
                  <a:pt x="7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5" y="7"/>
                  <a:pt x="26" y="5"/>
                  <a:pt x="27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30" y="1"/>
                  <a:pt x="33" y="0"/>
                  <a:pt x="36" y="0"/>
                </a:cubicBezTo>
                <a:cubicBezTo>
                  <a:pt x="40" y="0"/>
                  <a:pt x="43" y="1"/>
                  <a:pt x="45" y="4"/>
                </a:cubicBezTo>
                <a:cubicBezTo>
                  <a:pt x="48" y="6"/>
                  <a:pt x="49" y="9"/>
                  <a:pt x="49" y="13"/>
                </a:cubicBezTo>
                <a:cubicBezTo>
                  <a:pt x="49" y="13"/>
                  <a:pt x="49" y="13"/>
                  <a:pt x="49" y="13"/>
                </a:cubicBezTo>
                <a:close/>
                <a:moveTo>
                  <a:pt x="36" y="7"/>
                </a:moveTo>
                <a:cubicBezTo>
                  <a:pt x="36" y="7"/>
                  <a:pt x="36" y="7"/>
                  <a:pt x="36" y="7"/>
                </a:cubicBezTo>
                <a:cubicBezTo>
                  <a:pt x="38" y="7"/>
                  <a:pt x="40" y="7"/>
                  <a:pt x="41" y="8"/>
                </a:cubicBezTo>
                <a:cubicBezTo>
                  <a:pt x="42" y="9"/>
                  <a:pt x="43" y="11"/>
                  <a:pt x="43" y="13"/>
                </a:cubicBezTo>
                <a:cubicBezTo>
                  <a:pt x="43" y="14"/>
                  <a:pt x="42" y="16"/>
                  <a:pt x="41" y="17"/>
                </a:cubicBezTo>
                <a:cubicBezTo>
                  <a:pt x="40" y="18"/>
                  <a:pt x="38" y="19"/>
                  <a:pt x="36" y="19"/>
                </a:cubicBezTo>
                <a:cubicBezTo>
                  <a:pt x="35" y="19"/>
                  <a:pt x="33" y="18"/>
                  <a:pt x="32" y="17"/>
                </a:cubicBezTo>
                <a:cubicBezTo>
                  <a:pt x="31" y="16"/>
                  <a:pt x="30" y="14"/>
                  <a:pt x="30" y="13"/>
                </a:cubicBezTo>
                <a:cubicBezTo>
                  <a:pt x="30" y="11"/>
                  <a:pt x="31" y="9"/>
                  <a:pt x="32" y="8"/>
                </a:cubicBezTo>
                <a:cubicBezTo>
                  <a:pt x="33" y="7"/>
                  <a:pt x="35" y="7"/>
                  <a:pt x="36" y="7"/>
                </a:cubicBezTo>
                <a:close/>
                <a:moveTo>
                  <a:pt x="39" y="10"/>
                </a:moveTo>
                <a:cubicBezTo>
                  <a:pt x="39" y="10"/>
                  <a:pt x="39" y="10"/>
                  <a:pt x="39" y="10"/>
                </a:cubicBezTo>
                <a:cubicBezTo>
                  <a:pt x="38" y="9"/>
                  <a:pt x="37" y="9"/>
                  <a:pt x="36" y="9"/>
                </a:cubicBezTo>
                <a:cubicBezTo>
                  <a:pt x="35" y="9"/>
                  <a:pt x="34" y="9"/>
                  <a:pt x="34" y="10"/>
                </a:cubicBezTo>
                <a:cubicBezTo>
                  <a:pt x="33" y="11"/>
                  <a:pt x="32" y="12"/>
                  <a:pt x="32" y="13"/>
                </a:cubicBezTo>
                <a:cubicBezTo>
                  <a:pt x="32" y="14"/>
                  <a:pt x="33" y="15"/>
                  <a:pt x="34" y="16"/>
                </a:cubicBezTo>
                <a:cubicBezTo>
                  <a:pt x="34" y="16"/>
                  <a:pt x="35" y="17"/>
                  <a:pt x="36" y="17"/>
                </a:cubicBezTo>
                <a:cubicBezTo>
                  <a:pt x="37" y="17"/>
                  <a:pt x="38" y="16"/>
                  <a:pt x="39" y="16"/>
                </a:cubicBezTo>
                <a:cubicBezTo>
                  <a:pt x="40" y="15"/>
                  <a:pt x="40" y="14"/>
                  <a:pt x="40" y="13"/>
                </a:cubicBezTo>
                <a:cubicBezTo>
                  <a:pt x="40" y="12"/>
                  <a:pt x="40" y="11"/>
                  <a:pt x="39" y="10"/>
                </a:cubicBezTo>
                <a:close/>
                <a:moveTo>
                  <a:pt x="24" y="13"/>
                </a:moveTo>
                <a:cubicBezTo>
                  <a:pt x="24" y="13"/>
                  <a:pt x="24" y="13"/>
                  <a:pt x="24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6" y="13"/>
                  <a:pt x="5" y="13"/>
                  <a:pt x="5" y="14"/>
                </a:cubicBezTo>
                <a:cubicBezTo>
                  <a:pt x="4" y="14"/>
                  <a:pt x="4" y="15"/>
                  <a:pt x="4" y="16"/>
                </a:cubicBezTo>
                <a:cubicBezTo>
                  <a:pt x="4" y="47"/>
                  <a:pt x="4" y="47"/>
                  <a:pt x="4" y="47"/>
                </a:cubicBezTo>
                <a:cubicBezTo>
                  <a:pt x="4" y="48"/>
                  <a:pt x="4" y="49"/>
                  <a:pt x="5" y="49"/>
                </a:cubicBezTo>
                <a:cubicBezTo>
                  <a:pt x="5" y="50"/>
                  <a:pt x="6" y="50"/>
                  <a:pt x="7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44" y="50"/>
                  <a:pt x="44" y="50"/>
                  <a:pt x="45" y="49"/>
                </a:cubicBezTo>
                <a:cubicBezTo>
                  <a:pt x="46" y="49"/>
                  <a:pt x="46" y="48"/>
                  <a:pt x="46" y="47"/>
                </a:cubicBezTo>
                <a:cubicBezTo>
                  <a:pt x="46" y="21"/>
                  <a:pt x="46" y="21"/>
                  <a:pt x="46" y="21"/>
                </a:cubicBezTo>
                <a:cubicBezTo>
                  <a:pt x="45" y="23"/>
                  <a:pt x="43" y="24"/>
                  <a:pt x="41" y="24"/>
                </a:cubicBezTo>
                <a:cubicBezTo>
                  <a:pt x="37" y="29"/>
                  <a:pt x="37" y="29"/>
                  <a:pt x="37" y="29"/>
                </a:cubicBezTo>
                <a:cubicBezTo>
                  <a:pt x="37" y="30"/>
                  <a:pt x="36" y="30"/>
                  <a:pt x="36" y="29"/>
                </a:cubicBezTo>
                <a:cubicBezTo>
                  <a:pt x="36" y="29"/>
                  <a:pt x="36" y="29"/>
                  <a:pt x="35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2" y="24"/>
                  <a:pt x="32" y="24"/>
                  <a:pt x="32" y="24"/>
                </a:cubicBezTo>
                <a:cubicBezTo>
                  <a:pt x="29" y="24"/>
                  <a:pt x="27" y="22"/>
                  <a:pt x="26" y="20"/>
                </a:cubicBezTo>
                <a:cubicBezTo>
                  <a:pt x="25" y="18"/>
                  <a:pt x="24" y="15"/>
                  <a:pt x="24" y="13"/>
                </a:cubicBezTo>
                <a:close/>
                <a:moveTo>
                  <a:pt x="44" y="5"/>
                </a:moveTo>
                <a:cubicBezTo>
                  <a:pt x="44" y="5"/>
                  <a:pt x="44" y="5"/>
                  <a:pt x="44" y="5"/>
                </a:cubicBezTo>
                <a:cubicBezTo>
                  <a:pt x="42" y="3"/>
                  <a:pt x="39" y="2"/>
                  <a:pt x="36" y="2"/>
                </a:cubicBezTo>
                <a:cubicBezTo>
                  <a:pt x="34" y="2"/>
                  <a:pt x="31" y="3"/>
                  <a:pt x="29" y="5"/>
                </a:cubicBezTo>
                <a:cubicBezTo>
                  <a:pt x="29" y="5"/>
                  <a:pt x="29" y="5"/>
                  <a:pt x="29" y="5"/>
                </a:cubicBezTo>
                <a:cubicBezTo>
                  <a:pt x="27" y="7"/>
                  <a:pt x="26" y="10"/>
                  <a:pt x="26" y="13"/>
                </a:cubicBezTo>
                <a:cubicBezTo>
                  <a:pt x="26" y="15"/>
                  <a:pt x="27" y="17"/>
                  <a:pt x="28" y="19"/>
                </a:cubicBezTo>
                <a:cubicBezTo>
                  <a:pt x="29" y="20"/>
                  <a:pt x="31" y="22"/>
                  <a:pt x="33" y="22"/>
                </a:cubicBezTo>
                <a:cubicBezTo>
                  <a:pt x="33" y="22"/>
                  <a:pt x="33" y="23"/>
                  <a:pt x="33" y="23"/>
                </a:cubicBezTo>
                <a:cubicBezTo>
                  <a:pt x="36" y="27"/>
                  <a:pt x="36" y="27"/>
                  <a:pt x="36" y="27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40" y="22"/>
                  <a:pt x="40" y="22"/>
                </a:cubicBezTo>
                <a:cubicBezTo>
                  <a:pt x="42" y="22"/>
                  <a:pt x="44" y="20"/>
                  <a:pt x="45" y="19"/>
                </a:cubicBezTo>
                <a:cubicBezTo>
                  <a:pt x="46" y="17"/>
                  <a:pt x="47" y="15"/>
                  <a:pt x="47" y="13"/>
                </a:cubicBezTo>
                <a:cubicBezTo>
                  <a:pt x="47" y="10"/>
                  <a:pt x="46" y="7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5"/>
                  <a:pt x="44" y="5"/>
                  <a:pt x="44" y="5"/>
                </a:cubicBezTo>
                <a:close/>
                <a:moveTo>
                  <a:pt x="29" y="27"/>
                </a:move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30" y="27"/>
                  <a:pt x="30" y="27"/>
                </a:cubicBezTo>
                <a:cubicBezTo>
                  <a:pt x="31" y="28"/>
                  <a:pt x="31" y="28"/>
                  <a:pt x="30" y="29"/>
                </a:cubicBezTo>
                <a:cubicBezTo>
                  <a:pt x="27" y="32"/>
                  <a:pt x="27" y="32"/>
                  <a:pt x="27" y="32"/>
                </a:cubicBezTo>
                <a:cubicBezTo>
                  <a:pt x="34" y="39"/>
                  <a:pt x="34" y="39"/>
                  <a:pt x="34" y="39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31"/>
                  <a:pt x="42" y="31"/>
                  <a:pt x="43" y="31"/>
                </a:cubicBezTo>
                <a:cubicBezTo>
                  <a:pt x="43" y="32"/>
                  <a:pt x="43" y="33"/>
                  <a:pt x="43" y="33"/>
                </a:cubicBezTo>
                <a:cubicBezTo>
                  <a:pt x="35" y="40"/>
                  <a:pt x="35" y="40"/>
                  <a:pt x="35" y="40"/>
                </a:cubicBezTo>
                <a:cubicBezTo>
                  <a:pt x="38" y="43"/>
                  <a:pt x="38" y="43"/>
                  <a:pt x="38" y="43"/>
                </a:cubicBezTo>
                <a:cubicBezTo>
                  <a:pt x="38" y="43"/>
                  <a:pt x="38" y="44"/>
                  <a:pt x="38" y="45"/>
                </a:cubicBezTo>
                <a:cubicBezTo>
                  <a:pt x="37" y="45"/>
                  <a:pt x="37" y="45"/>
                  <a:pt x="36" y="45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25" y="34"/>
                  <a:pt x="25" y="34"/>
                  <a:pt x="25" y="34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8"/>
                  <a:pt x="11" y="48"/>
                  <a:pt x="10" y="47"/>
                </a:cubicBezTo>
                <a:cubicBezTo>
                  <a:pt x="10" y="47"/>
                  <a:pt x="10" y="46"/>
                  <a:pt x="10" y="45"/>
                </a:cubicBezTo>
                <a:cubicBezTo>
                  <a:pt x="24" y="32"/>
                  <a:pt x="24" y="32"/>
                  <a:pt x="24" y="32"/>
                </a:cubicBezTo>
                <a:cubicBezTo>
                  <a:pt x="18" y="27"/>
                  <a:pt x="18" y="27"/>
                  <a:pt x="18" y="27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8" y="36"/>
                  <a:pt x="8" y="36"/>
                </a:cubicBezTo>
                <a:cubicBezTo>
                  <a:pt x="7" y="35"/>
                  <a:pt x="7" y="34"/>
                  <a:pt x="8" y="34"/>
                </a:cubicBezTo>
                <a:cubicBezTo>
                  <a:pt x="17" y="25"/>
                  <a:pt x="17" y="25"/>
                  <a:pt x="17" y="25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9"/>
                  <a:pt x="11" y="18"/>
                  <a:pt x="11" y="18"/>
                </a:cubicBezTo>
                <a:cubicBezTo>
                  <a:pt x="11" y="17"/>
                  <a:pt x="12" y="17"/>
                  <a:pt x="13" y="18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25" y="30"/>
                  <a:pt x="25" y="30"/>
                  <a:pt x="25" y="30"/>
                </a:cubicBezTo>
                <a:cubicBezTo>
                  <a:pt x="29" y="27"/>
                  <a:pt x="29" y="27"/>
                  <a:pt x="29" y="2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66" name="Freeform 100">
            <a:extLst>
              <a:ext uri="{FF2B5EF4-FFF2-40B4-BE49-F238E27FC236}">
                <a16:creationId xmlns:a16="http://schemas.microsoft.com/office/drawing/2014/main" id="{BB7EFCAF-ED54-0004-63FB-329B477F12AC}"/>
              </a:ext>
            </a:extLst>
          </p:cNvPr>
          <p:cNvSpPr>
            <a:spLocks noEditPoints="1"/>
          </p:cNvSpPr>
          <p:nvPr/>
        </p:nvSpPr>
        <p:spPr bwMode="auto">
          <a:xfrm>
            <a:off x="922267" y="2574314"/>
            <a:ext cx="213784" cy="222251"/>
          </a:xfrm>
          <a:custGeom>
            <a:avLst/>
            <a:gdLst>
              <a:gd name="T0" fmla="*/ 38481 w 50"/>
              <a:gd name="T1" fmla="*/ 80138 h 52"/>
              <a:gd name="T2" fmla="*/ 44895 w 50"/>
              <a:gd name="T3" fmla="*/ 80138 h 52"/>
              <a:gd name="T4" fmla="*/ 48101 w 50"/>
              <a:gd name="T5" fmla="*/ 83344 h 52"/>
              <a:gd name="T6" fmla="*/ 67342 w 50"/>
              <a:gd name="T7" fmla="*/ 57700 h 52"/>
              <a:gd name="T8" fmla="*/ 73755 w 50"/>
              <a:gd name="T9" fmla="*/ 64111 h 52"/>
              <a:gd name="T10" fmla="*/ 89789 w 50"/>
              <a:gd name="T11" fmla="*/ 57700 h 52"/>
              <a:gd name="T12" fmla="*/ 125064 w 50"/>
              <a:gd name="T13" fmla="*/ 73727 h 52"/>
              <a:gd name="T14" fmla="*/ 105823 w 50"/>
              <a:gd name="T15" fmla="*/ 92961 h 52"/>
              <a:gd name="T16" fmla="*/ 76962 w 50"/>
              <a:gd name="T17" fmla="*/ 115399 h 52"/>
              <a:gd name="T18" fmla="*/ 76962 w 50"/>
              <a:gd name="T19" fmla="*/ 121810 h 52"/>
              <a:gd name="T20" fmla="*/ 38481 w 50"/>
              <a:gd name="T21" fmla="*/ 137838 h 52"/>
              <a:gd name="T22" fmla="*/ 112237 w 50"/>
              <a:gd name="T23" fmla="*/ 144249 h 52"/>
              <a:gd name="T24" fmla="*/ 32068 w 50"/>
              <a:gd name="T25" fmla="*/ 147455 h 52"/>
              <a:gd name="T26" fmla="*/ 128270 w 50"/>
              <a:gd name="T27" fmla="*/ 32055 h 52"/>
              <a:gd name="T28" fmla="*/ 131477 w 50"/>
              <a:gd name="T29" fmla="*/ 28850 h 52"/>
              <a:gd name="T30" fmla="*/ 131477 w 50"/>
              <a:gd name="T31" fmla="*/ 41672 h 52"/>
              <a:gd name="T32" fmla="*/ 109030 w 50"/>
              <a:gd name="T33" fmla="*/ 41672 h 52"/>
              <a:gd name="T34" fmla="*/ 105823 w 50"/>
              <a:gd name="T35" fmla="*/ 28850 h 52"/>
              <a:gd name="T36" fmla="*/ 112237 w 50"/>
              <a:gd name="T37" fmla="*/ 38466 h 52"/>
              <a:gd name="T38" fmla="*/ 125064 w 50"/>
              <a:gd name="T39" fmla="*/ 38466 h 52"/>
              <a:gd name="T40" fmla="*/ 125064 w 50"/>
              <a:gd name="T41" fmla="*/ 32055 h 52"/>
              <a:gd name="T42" fmla="*/ 118650 w 50"/>
              <a:gd name="T43" fmla="*/ 38466 h 52"/>
              <a:gd name="T44" fmla="*/ 112237 w 50"/>
              <a:gd name="T45" fmla="*/ 19233 h 52"/>
              <a:gd name="T46" fmla="*/ 44895 w 50"/>
              <a:gd name="T47" fmla="*/ 32055 h 52"/>
              <a:gd name="T48" fmla="*/ 32068 w 50"/>
              <a:gd name="T49" fmla="*/ 32055 h 52"/>
              <a:gd name="T50" fmla="*/ 32068 w 50"/>
              <a:gd name="T51" fmla="*/ 19233 h 52"/>
              <a:gd name="T52" fmla="*/ 9620 w 50"/>
              <a:gd name="T53" fmla="*/ 38466 h 52"/>
              <a:gd name="T54" fmla="*/ 16034 w 50"/>
              <a:gd name="T55" fmla="*/ 147455 h 52"/>
              <a:gd name="T56" fmla="*/ 128270 w 50"/>
              <a:gd name="T57" fmla="*/ 153866 h 52"/>
              <a:gd name="T58" fmla="*/ 147511 w 50"/>
              <a:gd name="T59" fmla="*/ 134633 h 52"/>
              <a:gd name="T60" fmla="*/ 141097 w 50"/>
              <a:gd name="T61" fmla="*/ 25644 h 52"/>
              <a:gd name="T62" fmla="*/ 125064 w 50"/>
              <a:gd name="T63" fmla="*/ 19233 h 52"/>
              <a:gd name="T64" fmla="*/ 112237 w 50"/>
              <a:gd name="T65" fmla="*/ 6411 h 52"/>
              <a:gd name="T66" fmla="*/ 112237 w 50"/>
              <a:gd name="T67" fmla="*/ 6411 h 52"/>
              <a:gd name="T68" fmla="*/ 125064 w 50"/>
              <a:gd name="T69" fmla="*/ 6411 h 52"/>
              <a:gd name="T70" fmla="*/ 128270 w 50"/>
              <a:gd name="T71" fmla="*/ 6411 h 52"/>
              <a:gd name="T72" fmla="*/ 160338 w 50"/>
              <a:gd name="T73" fmla="*/ 38466 h 52"/>
              <a:gd name="T74" fmla="*/ 150718 w 50"/>
              <a:gd name="T75" fmla="*/ 157071 h 52"/>
              <a:gd name="T76" fmla="*/ 32068 w 50"/>
              <a:gd name="T77" fmla="*/ 166688 h 52"/>
              <a:gd name="T78" fmla="*/ 0 w 50"/>
              <a:gd name="T79" fmla="*/ 134633 h 52"/>
              <a:gd name="T80" fmla="*/ 9620 w 50"/>
              <a:gd name="T81" fmla="*/ 16028 h 52"/>
              <a:gd name="T82" fmla="*/ 32068 w 50"/>
              <a:gd name="T83" fmla="*/ 6411 h 52"/>
              <a:gd name="T84" fmla="*/ 38481 w 50"/>
              <a:gd name="T85" fmla="*/ 0 h 52"/>
              <a:gd name="T86" fmla="*/ 44895 w 50"/>
              <a:gd name="T87" fmla="*/ 6411 h 52"/>
              <a:gd name="T88" fmla="*/ 48101 w 50"/>
              <a:gd name="T89" fmla="*/ 32055 h 52"/>
              <a:gd name="T90" fmla="*/ 51308 w 50"/>
              <a:gd name="T91" fmla="*/ 28850 h 52"/>
              <a:gd name="T92" fmla="*/ 51308 w 50"/>
              <a:gd name="T93" fmla="*/ 41672 h 52"/>
              <a:gd name="T94" fmla="*/ 28861 w 50"/>
              <a:gd name="T95" fmla="*/ 41672 h 52"/>
              <a:gd name="T96" fmla="*/ 25654 w 50"/>
              <a:gd name="T97" fmla="*/ 28850 h 52"/>
              <a:gd name="T98" fmla="*/ 32068 w 50"/>
              <a:gd name="T99" fmla="*/ 38466 h 52"/>
              <a:gd name="T100" fmla="*/ 44895 w 50"/>
              <a:gd name="T101" fmla="*/ 38466 h 52"/>
              <a:gd name="T102" fmla="*/ 41688 w 50"/>
              <a:gd name="T103" fmla="*/ 118605 h 52"/>
              <a:gd name="T104" fmla="*/ 67342 w 50"/>
              <a:gd name="T105" fmla="*/ 118605 h 52"/>
              <a:gd name="T106" fmla="*/ 64135 w 50"/>
              <a:gd name="T107" fmla="*/ 105783 h 52"/>
              <a:gd name="T108" fmla="*/ 118650 w 50"/>
              <a:gd name="T109" fmla="*/ 67316 h 52"/>
              <a:gd name="T110" fmla="*/ 64135 w 50"/>
              <a:gd name="T111" fmla="*/ 86550 h 52"/>
              <a:gd name="T112" fmla="*/ 64135 w 50"/>
              <a:gd name="T113" fmla="*/ 70522 h 52"/>
              <a:gd name="T114" fmla="*/ 54515 w 50"/>
              <a:gd name="T115" fmla="*/ 96166 h 52"/>
              <a:gd name="T116" fmla="*/ 48101 w 50"/>
              <a:gd name="T117" fmla="*/ 99372 h 52"/>
              <a:gd name="T118" fmla="*/ 41688 w 50"/>
              <a:gd name="T119" fmla="*/ 118605 h 5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52">
                <a:moveTo>
                  <a:pt x="11" y="38"/>
                </a:moveTo>
                <a:cubicBezTo>
                  <a:pt x="9" y="34"/>
                  <a:pt x="10" y="28"/>
                  <a:pt x="12" y="25"/>
                </a:cubicBezTo>
                <a:cubicBezTo>
                  <a:pt x="13" y="24"/>
                  <a:pt x="13" y="24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5" y="26"/>
                  <a:pt x="15" y="26"/>
                </a:cubicBezTo>
                <a:cubicBezTo>
                  <a:pt x="15" y="25"/>
                  <a:pt x="15" y="24"/>
                  <a:pt x="16" y="23"/>
                </a:cubicBezTo>
                <a:cubicBezTo>
                  <a:pt x="17" y="21"/>
                  <a:pt x="19" y="19"/>
                  <a:pt x="21" y="18"/>
                </a:cubicBezTo>
                <a:cubicBezTo>
                  <a:pt x="22" y="18"/>
                  <a:pt x="23" y="18"/>
                  <a:pt x="23" y="19"/>
                </a:cubicBezTo>
                <a:cubicBezTo>
                  <a:pt x="23" y="19"/>
                  <a:pt x="23" y="20"/>
                  <a:pt x="23" y="20"/>
                </a:cubicBezTo>
                <a:cubicBezTo>
                  <a:pt x="23" y="20"/>
                  <a:pt x="22" y="21"/>
                  <a:pt x="22" y="21"/>
                </a:cubicBezTo>
                <a:cubicBezTo>
                  <a:pt x="24" y="20"/>
                  <a:pt x="26" y="18"/>
                  <a:pt x="28" y="18"/>
                </a:cubicBezTo>
                <a:cubicBezTo>
                  <a:pt x="33" y="16"/>
                  <a:pt x="38" y="16"/>
                  <a:pt x="40" y="22"/>
                </a:cubicBezTo>
                <a:cubicBezTo>
                  <a:pt x="40" y="22"/>
                  <a:pt x="40" y="23"/>
                  <a:pt x="39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5" y="24"/>
                  <a:pt x="34" y="27"/>
                  <a:pt x="33" y="29"/>
                </a:cubicBezTo>
                <a:cubicBezTo>
                  <a:pt x="31" y="32"/>
                  <a:pt x="29" y="36"/>
                  <a:pt x="22" y="35"/>
                </a:cubicBezTo>
                <a:cubicBezTo>
                  <a:pt x="23" y="36"/>
                  <a:pt x="23" y="36"/>
                  <a:pt x="24" y="36"/>
                </a:cubicBezTo>
                <a:cubicBezTo>
                  <a:pt x="25" y="36"/>
                  <a:pt x="25" y="37"/>
                  <a:pt x="25" y="37"/>
                </a:cubicBezTo>
                <a:cubicBezTo>
                  <a:pt x="25" y="38"/>
                  <a:pt x="25" y="38"/>
                  <a:pt x="24" y="38"/>
                </a:cubicBezTo>
                <a:cubicBezTo>
                  <a:pt x="21" y="40"/>
                  <a:pt x="16" y="41"/>
                  <a:pt x="13" y="40"/>
                </a:cubicBezTo>
                <a:cubicBezTo>
                  <a:pt x="13" y="40"/>
                  <a:pt x="12" y="43"/>
                  <a:pt x="12" y="43"/>
                </a:cubicBezTo>
                <a:cubicBezTo>
                  <a:pt x="34" y="43"/>
                  <a:pt x="34" y="43"/>
                  <a:pt x="34" y="43"/>
                </a:cubicBezTo>
                <a:cubicBezTo>
                  <a:pt x="34" y="43"/>
                  <a:pt x="35" y="44"/>
                  <a:pt x="35" y="45"/>
                </a:cubicBezTo>
                <a:cubicBezTo>
                  <a:pt x="35" y="45"/>
                  <a:pt x="34" y="46"/>
                  <a:pt x="34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8" y="46"/>
                  <a:pt x="11" y="39"/>
                  <a:pt x="11" y="38"/>
                </a:cubicBezTo>
                <a:close/>
                <a:moveTo>
                  <a:pt x="40" y="10"/>
                </a:moveTo>
                <a:cubicBezTo>
                  <a:pt x="40" y="10"/>
                  <a:pt x="40" y="10"/>
                  <a:pt x="40" y="10"/>
                </a:cubicBezTo>
                <a:cubicBezTo>
                  <a:pt x="40" y="9"/>
                  <a:pt x="41" y="9"/>
                  <a:pt x="41" y="9"/>
                </a:cubicBezTo>
                <a:cubicBezTo>
                  <a:pt x="42" y="9"/>
                  <a:pt x="42" y="9"/>
                  <a:pt x="42" y="10"/>
                </a:cubicBezTo>
                <a:cubicBezTo>
                  <a:pt x="42" y="11"/>
                  <a:pt x="42" y="12"/>
                  <a:pt x="41" y="13"/>
                </a:cubicBezTo>
                <a:cubicBezTo>
                  <a:pt x="40" y="14"/>
                  <a:pt x="39" y="15"/>
                  <a:pt x="37" y="15"/>
                </a:cubicBezTo>
                <a:cubicBezTo>
                  <a:pt x="36" y="15"/>
                  <a:pt x="35" y="14"/>
                  <a:pt x="34" y="13"/>
                </a:cubicBezTo>
                <a:cubicBezTo>
                  <a:pt x="33" y="12"/>
                  <a:pt x="32" y="11"/>
                  <a:pt x="32" y="10"/>
                </a:cubicBezTo>
                <a:cubicBezTo>
                  <a:pt x="32" y="9"/>
                  <a:pt x="33" y="9"/>
                  <a:pt x="33" y="9"/>
                </a:cubicBezTo>
                <a:cubicBezTo>
                  <a:pt x="34" y="9"/>
                  <a:pt x="34" y="9"/>
                  <a:pt x="34" y="10"/>
                </a:cubicBezTo>
                <a:cubicBezTo>
                  <a:pt x="34" y="10"/>
                  <a:pt x="35" y="11"/>
                  <a:pt x="35" y="12"/>
                </a:cubicBezTo>
                <a:cubicBezTo>
                  <a:pt x="36" y="12"/>
                  <a:pt x="36" y="12"/>
                  <a:pt x="37" y="12"/>
                </a:cubicBezTo>
                <a:cubicBezTo>
                  <a:pt x="38" y="12"/>
                  <a:pt x="39" y="12"/>
                  <a:pt x="39" y="12"/>
                </a:cubicBezTo>
                <a:cubicBezTo>
                  <a:pt x="40" y="11"/>
                  <a:pt x="40" y="10"/>
                  <a:pt x="40" y="10"/>
                </a:cubicBezTo>
                <a:close/>
                <a:moveTo>
                  <a:pt x="39" y="10"/>
                </a:moveTo>
                <a:cubicBezTo>
                  <a:pt x="39" y="10"/>
                  <a:pt x="39" y="10"/>
                  <a:pt x="39" y="10"/>
                </a:cubicBezTo>
                <a:cubicBezTo>
                  <a:pt x="39" y="11"/>
                  <a:pt x="38" y="12"/>
                  <a:pt x="37" y="12"/>
                </a:cubicBezTo>
                <a:cubicBezTo>
                  <a:pt x="36" y="12"/>
                  <a:pt x="35" y="11"/>
                  <a:pt x="35" y="10"/>
                </a:cubicBezTo>
                <a:cubicBezTo>
                  <a:pt x="35" y="6"/>
                  <a:pt x="35" y="6"/>
                  <a:pt x="35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10"/>
                  <a:pt x="14" y="10"/>
                  <a:pt x="14" y="10"/>
                </a:cubicBezTo>
                <a:cubicBezTo>
                  <a:pt x="14" y="11"/>
                  <a:pt x="13" y="12"/>
                  <a:pt x="12" y="12"/>
                </a:cubicBezTo>
                <a:cubicBezTo>
                  <a:pt x="11" y="12"/>
                  <a:pt x="10" y="11"/>
                  <a:pt x="10" y="10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8" y="6"/>
                  <a:pt x="6" y="6"/>
                  <a:pt x="5" y="8"/>
                </a:cubicBezTo>
                <a:cubicBezTo>
                  <a:pt x="4" y="9"/>
                  <a:pt x="3" y="10"/>
                  <a:pt x="3" y="12"/>
                </a:cubicBezTo>
                <a:cubicBezTo>
                  <a:pt x="3" y="42"/>
                  <a:pt x="3" y="42"/>
                  <a:pt x="3" y="42"/>
                </a:cubicBezTo>
                <a:cubicBezTo>
                  <a:pt x="3" y="44"/>
                  <a:pt x="4" y="45"/>
                  <a:pt x="5" y="46"/>
                </a:cubicBezTo>
                <a:cubicBezTo>
                  <a:pt x="6" y="47"/>
                  <a:pt x="8" y="48"/>
                  <a:pt x="10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1" y="48"/>
                  <a:pt x="43" y="47"/>
                  <a:pt x="44" y="46"/>
                </a:cubicBezTo>
                <a:cubicBezTo>
                  <a:pt x="45" y="45"/>
                  <a:pt x="46" y="44"/>
                  <a:pt x="46" y="4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10"/>
                  <a:pt x="45" y="9"/>
                  <a:pt x="44" y="8"/>
                </a:cubicBezTo>
                <a:cubicBezTo>
                  <a:pt x="43" y="6"/>
                  <a:pt x="41" y="6"/>
                  <a:pt x="40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9" y="10"/>
                  <a:pt x="39" y="10"/>
                  <a:pt x="39" y="10"/>
                </a:cubicBezTo>
                <a:close/>
                <a:moveTo>
                  <a:pt x="35" y="2"/>
                </a:moveTo>
                <a:cubicBezTo>
                  <a:pt x="35" y="2"/>
                  <a:pt x="35" y="2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0"/>
                  <a:pt x="36" y="0"/>
                  <a:pt x="37" y="0"/>
                </a:cubicBezTo>
                <a:cubicBezTo>
                  <a:pt x="38" y="0"/>
                  <a:pt x="39" y="0"/>
                  <a:pt x="39" y="2"/>
                </a:cubicBezTo>
                <a:cubicBezTo>
                  <a:pt x="39" y="2"/>
                  <a:pt x="39" y="2"/>
                  <a:pt x="39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42" y="2"/>
                  <a:pt x="45" y="3"/>
                  <a:pt x="47" y="5"/>
                </a:cubicBezTo>
                <a:cubicBezTo>
                  <a:pt x="49" y="7"/>
                  <a:pt x="50" y="9"/>
                  <a:pt x="50" y="1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5"/>
                  <a:pt x="49" y="47"/>
                  <a:pt x="47" y="49"/>
                </a:cubicBezTo>
                <a:cubicBezTo>
                  <a:pt x="45" y="51"/>
                  <a:pt x="42" y="52"/>
                  <a:pt x="40" y="52"/>
                </a:cubicBezTo>
                <a:cubicBezTo>
                  <a:pt x="10" y="52"/>
                  <a:pt x="10" y="52"/>
                  <a:pt x="10" y="52"/>
                </a:cubicBezTo>
                <a:cubicBezTo>
                  <a:pt x="7" y="52"/>
                  <a:pt x="4" y="51"/>
                  <a:pt x="3" y="49"/>
                </a:cubicBezTo>
                <a:cubicBezTo>
                  <a:pt x="1" y="47"/>
                  <a:pt x="0" y="45"/>
                  <a:pt x="0" y="4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7"/>
                  <a:pt x="3" y="5"/>
                </a:cubicBezTo>
                <a:cubicBezTo>
                  <a:pt x="4" y="3"/>
                  <a:pt x="7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0"/>
                  <a:pt x="11" y="0"/>
                  <a:pt x="12" y="0"/>
                </a:cubicBezTo>
                <a:cubicBezTo>
                  <a:pt x="13" y="0"/>
                  <a:pt x="14" y="0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35" y="2"/>
                  <a:pt x="35" y="2"/>
                  <a:pt x="35" y="2"/>
                </a:cubicBezTo>
                <a:close/>
                <a:moveTo>
                  <a:pt x="15" y="10"/>
                </a:moveTo>
                <a:cubicBezTo>
                  <a:pt x="15" y="10"/>
                  <a:pt x="15" y="10"/>
                  <a:pt x="15" y="10"/>
                </a:cubicBezTo>
                <a:cubicBezTo>
                  <a:pt x="15" y="9"/>
                  <a:pt x="16" y="9"/>
                  <a:pt x="16" y="9"/>
                </a:cubicBezTo>
                <a:cubicBezTo>
                  <a:pt x="17" y="9"/>
                  <a:pt x="17" y="9"/>
                  <a:pt x="17" y="10"/>
                </a:cubicBezTo>
                <a:cubicBezTo>
                  <a:pt x="17" y="11"/>
                  <a:pt x="17" y="12"/>
                  <a:pt x="16" y="13"/>
                </a:cubicBezTo>
                <a:cubicBezTo>
                  <a:pt x="15" y="14"/>
                  <a:pt x="14" y="15"/>
                  <a:pt x="12" y="15"/>
                </a:cubicBezTo>
                <a:cubicBezTo>
                  <a:pt x="11" y="15"/>
                  <a:pt x="10" y="14"/>
                  <a:pt x="9" y="13"/>
                </a:cubicBezTo>
                <a:cubicBezTo>
                  <a:pt x="8" y="12"/>
                  <a:pt x="7" y="11"/>
                  <a:pt x="7" y="10"/>
                </a:cubicBezTo>
                <a:cubicBezTo>
                  <a:pt x="7" y="9"/>
                  <a:pt x="8" y="9"/>
                  <a:pt x="8" y="9"/>
                </a:cubicBezTo>
                <a:cubicBezTo>
                  <a:pt x="9" y="9"/>
                  <a:pt x="9" y="9"/>
                  <a:pt x="9" y="10"/>
                </a:cubicBezTo>
                <a:cubicBezTo>
                  <a:pt x="9" y="10"/>
                  <a:pt x="10" y="11"/>
                  <a:pt x="10" y="12"/>
                </a:cubicBezTo>
                <a:cubicBezTo>
                  <a:pt x="11" y="12"/>
                  <a:pt x="11" y="12"/>
                  <a:pt x="12" y="12"/>
                </a:cubicBezTo>
                <a:cubicBezTo>
                  <a:pt x="13" y="12"/>
                  <a:pt x="14" y="12"/>
                  <a:pt x="14" y="12"/>
                </a:cubicBezTo>
                <a:cubicBezTo>
                  <a:pt x="15" y="11"/>
                  <a:pt x="15" y="10"/>
                  <a:pt x="15" y="10"/>
                </a:cubicBezTo>
                <a:close/>
                <a:moveTo>
                  <a:pt x="13" y="37"/>
                </a:moveTo>
                <a:cubicBezTo>
                  <a:pt x="13" y="37"/>
                  <a:pt x="13" y="37"/>
                  <a:pt x="13" y="37"/>
                </a:cubicBezTo>
                <a:cubicBezTo>
                  <a:pt x="15" y="39"/>
                  <a:pt x="19" y="38"/>
                  <a:pt x="21" y="37"/>
                </a:cubicBezTo>
                <a:cubicBezTo>
                  <a:pt x="20" y="36"/>
                  <a:pt x="19" y="36"/>
                  <a:pt x="19" y="35"/>
                </a:cubicBezTo>
                <a:cubicBezTo>
                  <a:pt x="19" y="34"/>
                  <a:pt x="18" y="33"/>
                  <a:pt x="20" y="33"/>
                </a:cubicBezTo>
                <a:cubicBezTo>
                  <a:pt x="27" y="34"/>
                  <a:pt x="29" y="31"/>
                  <a:pt x="31" y="28"/>
                </a:cubicBezTo>
                <a:cubicBezTo>
                  <a:pt x="32" y="25"/>
                  <a:pt x="33" y="23"/>
                  <a:pt x="37" y="21"/>
                </a:cubicBezTo>
                <a:cubicBezTo>
                  <a:pt x="34" y="15"/>
                  <a:pt x="23" y="22"/>
                  <a:pt x="21" y="26"/>
                </a:cubicBezTo>
                <a:cubicBezTo>
                  <a:pt x="21" y="27"/>
                  <a:pt x="21" y="27"/>
                  <a:pt x="20" y="27"/>
                </a:cubicBezTo>
                <a:cubicBezTo>
                  <a:pt x="20" y="27"/>
                  <a:pt x="19" y="26"/>
                  <a:pt x="19" y="26"/>
                </a:cubicBezTo>
                <a:cubicBezTo>
                  <a:pt x="19" y="26"/>
                  <a:pt x="19" y="24"/>
                  <a:pt x="20" y="22"/>
                </a:cubicBezTo>
                <a:cubicBezTo>
                  <a:pt x="19" y="23"/>
                  <a:pt x="18" y="24"/>
                  <a:pt x="18" y="25"/>
                </a:cubicBezTo>
                <a:cubicBezTo>
                  <a:pt x="17" y="26"/>
                  <a:pt x="16" y="28"/>
                  <a:pt x="17" y="30"/>
                </a:cubicBezTo>
                <a:cubicBezTo>
                  <a:pt x="17" y="30"/>
                  <a:pt x="17" y="31"/>
                  <a:pt x="16" y="31"/>
                </a:cubicBezTo>
                <a:cubicBezTo>
                  <a:pt x="16" y="31"/>
                  <a:pt x="15" y="31"/>
                  <a:pt x="15" y="31"/>
                </a:cubicBezTo>
                <a:cubicBezTo>
                  <a:pt x="14" y="30"/>
                  <a:pt x="14" y="29"/>
                  <a:pt x="13" y="28"/>
                </a:cubicBezTo>
                <a:cubicBezTo>
                  <a:pt x="12" y="31"/>
                  <a:pt x="12" y="35"/>
                  <a:pt x="13" y="3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67" name="Freeform 101">
            <a:extLst>
              <a:ext uri="{FF2B5EF4-FFF2-40B4-BE49-F238E27FC236}">
                <a16:creationId xmlns:a16="http://schemas.microsoft.com/office/drawing/2014/main" id="{A9F3E7BA-EABF-F936-9121-2B29F5F3352F}"/>
              </a:ext>
            </a:extLst>
          </p:cNvPr>
          <p:cNvSpPr>
            <a:spLocks noEditPoints="1"/>
          </p:cNvSpPr>
          <p:nvPr/>
        </p:nvSpPr>
        <p:spPr bwMode="auto">
          <a:xfrm>
            <a:off x="922267" y="3020931"/>
            <a:ext cx="213784" cy="186267"/>
          </a:xfrm>
          <a:custGeom>
            <a:avLst/>
            <a:gdLst>
              <a:gd name="T0" fmla="*/ 32068 w 50"/>
              <a:gd name="T1" fmla="*/ 0 h 44"/>
              <a:gd name="T2" fmla="*/ 128270 w 50"/>
              <a:gd name="T3" fmla="*/ 0 h 44"/>
              <a:gd name="T4" fmla="*/ 160338 w 50"/>
              <a:gd name="T5" fmla="*/ 31750 h 44"/>
              <a:gd name="T6" fmla="*/ 160338 w 50"/>
              <a:gd name="T7" fmla="*/ 107950 h 44"/>
              <a:gd name="T8" fmla="*/ 128270 w 50"/>
              <a:gd name="T9" fmla="*/ 139700 h 44"/>
              <a:gd name="T10" fmla="*/ 32068 w 50"/>
              <a:gd name="T11" fmla="*/ 139700 h 44"/>
              <a:gd name="T12" fmla="*/ 0 w 50"/>
              <a:gd name="T13" fmla="*/ 107950 h 44"/>
              <a:gd name="T14" fmla="*/ 0 w 50"/>
              <a:gd name="T15" fmla="*/ 31750 h 44"/>
              <a:gd name="T16" fmla="*/ 32068 w 50"/>
              <a:gd name="T17" fmla="*/ 0 h 44"/>
              <a:gd name="T18" fmla="*/ 60928 w 50"/>
              <a:gd name="T19" fmla="*/ 41275 h 44"/>
              <a:gd name="T20" fmla="*/ 60928 w 50"/>
              <a:gd name="T21" fmla="*/ 41275 h 44"/>
              <a:gd name="T22" fmla="*/ 109030 w 50"/>
              <a:gd name="T23" fmla="*/ 66675 h 44"/>
              <a:gd name="T24" fmla="*/ 109030 w 50"/>
              <a:gd name="T25" fmla="*/ 73025 h 44"/>
              <a:gd name="T26" fmla="*/ 109030 w 50"/>
              <a:gd name="T27" fmla="*/ 73025 h 44"/>
              <a:gd name="T28" fmla="*/ 60928 w 50"/>
              <a:gd name="T29" fmla="*/ 101600 h 44"/>
              <a:gd name="T30" fmla="*/ 54515 w 50"/>
              <a:gd name="T31" fmla="*/ 98425 h 44"/>
              <a:gd name="T32" fmla="*/ 54515 w 50"/>
              <a:gd name="T33" fmla="*/ 98425 h 44"/>
              <a:gd name="T34" fmla="*/ 54515 w 50"/>
              <a:gd name="T35" fmla="*/ 98425 h 44"/>
              <a:gd name="T36" fmla="*/ 54515 w 50"/>
              <a:gd name="T37" fmla="*/ 44450 h 44"/>
              <a:gd name="T38" fmla="*/ 57722 w 50"/>
              <a:gd name="T39" fmla="*/ 41275 h 44"/>
              <a:gd name="T40" fmla="*/ 60928 w 50"/>
              <a:gd name="T41" fmla="*/ 41275 h 44"/>
              <a:gd name="T42" fmla="*/ 64135 w 50"/>
              <a:gd name="T43" fmla="*/ 50800 h 44"/>
              <a:gd name="T44" fmla="*/ 64135 w 50"/>
              <a:gd name="T45" fmla="*/ 50800 h 44"/>
              <a:gd name="T46" fmla="*/ 64135 w 50"/>
              <a:gd name="T47" fmla="*/ 92075 h 44"/>
              <a:gd name="T48" fmla="*/ 99410 w 50"/>
              <a:gd name="T49" fmla="*/ 69850 h 44"/>
              <a:gd name="T50" fmla="*/ 64135 w 50"/>
              <a:gd name="T51" fmla="*/ 50800 h 44"/>
              <a:gd name="T52" fmla="*/ 128270 w 50"/>
              <a:gd name="T53" fmla="*/ 12700 h 44"/>
              <a:gd name="T54" fmla="*/ 128270 w 50"/>
              <a:gd name="T55" fmla="*/ 12700 h 44"/>
              <a:gd name="T56" fmla="*/ 32068 w 50"/>
              <a:gd name="T57" fmla="*/ 12700 h 44"/>
              <a:gd name="T58" fmla="*/ 9620 w 50"/>
              <a:gd name="T59" fmla="*/ 31750 h 44"/>
              <a:gd name="T60" fmla="*/ 9620 w 50"/>
              <a:gd name="T61" fmla="*/ 107950 h 44"/>
              <a:gd name="T62" fmla="*/ 32068 w 50"/>
              <a:gd name="T63" fmla="*/ 127000 h 44"/>
              <a:gd name="T64" fmla="*/ 128270 w 50"/>
              <a:gd name="T65" fmla="*/ 127000 h 44"/>
              <a:gd name="T66" fmla="*/ 147511 w 50"/>
              <a:gd name="T67" fmla="*/ 107950 h 44"/>
              <a:gd name="T68" fmla="*/ 147511 w 50"/>
              <a:gd name="T69" fmla="*/ 31750 h 44"/>
              <a:gd name="T70" fmla="*/ 128270 w 50"/>
              <a:gd name="T71" fmla="*/ 12700 h 4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" h="44">
                <a:moveTo>
                  <a:pt x="10" y="0"/>
                </a:moveTo>
                <a:cubicBezTo>
                  <a:pt x="40" y="0"/>
                  <a:pt x="40" y="0"/>
                  <a:pt x="40" y="0"/>
                </a:cubicBezTo>
                <a:cubicBezTo>
                  <a:pt x="45" y="0"/>
                  <a:pt x="50" y="5"/>
                  <a:pt x="50" y="10"/>
                </a:cubicBezTo>
                <a:cubicBezTo>
                  <a:pt x="50" y="34"/>
                  <a:pt x="50" y="34"/>
                  <a:pt x="50" y="34"/>
                </a:cubicBezTo>
                <a:cubicBezTo>
                  <a:pt x="50" y="40"/>
                  <a:pt x="45" y="44"/>
                  <a:pt x="40" y="44"/>
                </a:cubicBezTo>
                <a:cubicBezTo>
                  <a:pt x="10" y="44"/>
                  <a:pt x="10" y="44"/>
                  <a:pt x="10" y="44"/>
                </a:cubicBezTo>
                <a:cubicBezTo>
                  <a:pt x="4" y="44"/>
                  <a:pt x="0" y="40"/>
                  <a:pt x="0" y="3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lose/>
                <a:moveTo>
                  <a:pt x="19" y="13"/>
                </a:moveTo>
                <a:cubicBezTo>
                  <a:pt x="19" y="13"/>
                  <a:pt x="19" y="13"/>
                  <a:pt x="19" y="13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2"/>
                  <a:pt x="34" y="22"/>
                  <a:pt x="34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19" y="32"/>
                  <a:pt x="19" y="32"/>
                  <a:pt x="19" y="32"/>
                </a:cubicBezTo>
                <a:cubicBezTo>
                  <a:pt x="18" y="32"/>
                  <a:pt x="18" y="32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3"/>
                  <a:pt x="18" y="13"/>
                  <a:pt x="18" y="13"/>
                </a:cubicBezTo>
                <a:cubicBezTo>
                  <a:pt x="19" y="13"/>
                  <a:pt x="19" y="13"/>
                  <a:pt x="19" y="13"/>
                </a:cubicBezTo>
                <a:close/>
                <a:moveTo>
                  <a:pt x="20" y="16"/>
                </a:moveTo>
                <a:cubicBezTo>
                  <a:pt x="20" y="16"/>
                  <a:pt x="20" y="16"/>
                  <a:pt x="20" y="16"/>
                </a:cubicBezTo>
                <a:cubicBezTo>
                  <a:pt x="20" y="29"/>
                  <a:pt x="20" y="29"/>
                  <a:pt x="20" y="29"/>
                </a:cubicBezTo>
                <a:cubicBezTo>
                  <a:pt x="31" y="22"/>
                  <a:pt x="31" y="22"/>
                  <a:pt x="31" y="22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40" y="4"/>
                </a:moveTo>
                <a:cubicBezTo>
                  <a:pt x="40" y="4"/>
                  <a:pt x="40" y="4"/>
                  <a:pt x="4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6" y="4"/>
                  <a:pt x="3" y="7"/>
                  <a:pt x="3" y="10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8"/>
                  <a:pt x="6" y="40"/>
                  <a:pt x="10" y="40"/>
                </a:cubicBezTo>
                <a:cubicBezTo>
                  <a:pt x="40" y="40"/>
                  <a:pt x="40" y="40"/>
                  <a:pt x="40" y="40"/>
                </a:cubicBezTo>
                <a:cubicBezTo>
                  <a:pt x="43" y="40"/>
                  <a:pt x="46" y="38"/>
                  <a:pt x="46" y="34"/>
                </a:cubicBezTo>
                <a:cubicBezTo>
                  <a:pt x="46" y="10"/>
                  <a:pt x="46" y="10"/>
                  <a:pt x="46" y="10"/>
                </a:cubicBezTo>
                <a:cubicBezTo>
                  <a:pt x="46" y="7"/>
                  <a:pt x="43" y="4"/>
                  <a:pt x="40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68" name="Freeform 102">
            <a:extLst>
              <a:ext uri="{FF2B5EF4-FFF2-40B4-BE49-F238E27FC236}">
                <a16:creationId xmlns:a16="http://schemas.microsoft.com/office/drawing/2014/main" id="{49EBE995-8904-0826-8829-D940F8B040F3}"/>
              </a:ext>
            </a:extLst>
          </p:cNvPr>
          <p:cNvSpPr>
            <a:spLocks noEditPoints="1"/>
          </p:cNvSpPr>
          <p:nvPr/>
        </p:nvSpPr>
        <p:spPr bwMode="auto">
          <a:xfrm>
            <a:off x="4275068" y="2580665"/>
            <a:ext cx="215900" cy="211667"/>
          </a:xfrm>
          <a:custGeom>
            <a:avLst/>
            <a:gdLst>
              <a:gd name="T0" fmla="*/ 130175 w 51"/>
              <a:gd name="T1" fmla="*/ 19050 h 50"/>
              <a:gd name="T2" fmla="*/ 139700 w 51"/>
              <a:gd name="T3" fmla="*/ 28575 h 50"/>
              <a:gd name="T4" fmla="*/ 136525 w 51"/>
              <a:gd name="T5" fmla="*/ 41275 h 50"/>
              <a:gd name="T6" fmla="*/ 130175 w 51"/>
              <a:gd name="T7" fmla="*/ 44450 h 50"/>
              <a:gd name="T8" fmla="*/ 111125 w 51"/>
              <a:gd name="T9" fmla="*/ 41275 h 50"/>
              <a:gd name="T10" fmla="*/ 107950 w 51"/>
              <a:gd name="T11" fmla="*/ 34925 h 50"/>
              <a:gd name="T12" fmla="*/ 111125 w 51"/>
              <a:gd name="T13" fmla="*/ 22225 h 50"/>
              <a:gd name="T14" fmla="*/ 117475 w 51"/>
              <a:gd name="T15" fmla="*/ 19050 h 50"/>
              <a:gd name="T16" fmla="*/ 82550 w 51"/>
              <a:gd name="T17" fmla="*/ 47625 h 50"/>
              <a:gd name="T18" fmla="*/ 149225 w 51"/>
              <a:gd name="T19" fmla="*/ 57150 h 50"/>
              <a:gd name="T20" fmla="*/ 142875 w 51"/>
              <a:gd name="T21" fmla="*/ 15875 h 50"/>
              <a:gd name="T22" fmla="*/ 34925 w 51"/>
              <a:gd name="T23" fmla="*/ 12700 h 50"/>
              <a:gd name="T24" fmla="*/ 19050 w 51"/>
              <a:gd name="T25" fmla="*/ 15875 h 50"/>
              <a:gd name="T26" fmla="*/ 12700 w 51"/>
              <a:gd name="T27" fmla="*/ 57150 h 50"/>
              <a:gd name="T28" fmla="*/ 82550 w 51"/>
              <a:gd name="T29" fmla="*/ 47625 h 50"/>
              <a:gd name="T30" fmla="*/ 114300 w 51"/>
              <a:gd name="T31" fmla="*/ 63500 h 50"/>
              <a:gd name="T32" fmla="*/ 111125 w 51"/>
              <a:gd name="T33" fmla="*/ 120650 h 50"/>
              <a:gd name="T34" fmla="*/ 50800 w 51"/>
              <a:gd name="T35" fmla="*/ 120650 h 50"/>
              <a:gd name="T36" fmla="*/ 47625 w 51"/>
              <a:gd name="T37" fmla="*/ 63500 h 50"/>
              <a:gd name="T38" fmla="*/ 12700 w 51"/>
              <a:gd name="T39" fmla="*/ 127000 h 50"/>
              <a:gd name="T40" fmla="*/ 34925 w 51"/>
              <a:gd name="T41" fmla="*/ 146050 h 50"/>
              <a:gd name="T42" fmla="*/ 142875 w 51"/>
              <a:gd name="T43" fmla="*/ 139700 h 50"/>
              <a:gd name="T44" fmla="*/ 149225 w 51"/>
              <a:gd name="T45" fmla="*/ 63500 h 50"/>
              <a:gd name="T46" fmla="*/ 101600 w 51"/>
              <a:gd name="T47" fmla="*/ 69850 h 50"/>
              <a:gd name="T48" fmla="*/ 82550 w 51"/>
              <a:gd name="T49" fmla="*/ 60325 h 50"/>
              <a:gd name="T50" fmla="*/ 50800 w 51"/>
              <a:gd name="T51" fmla="*/ 92075 h 50"/>
              <a:gd name="T52" fmla="*/ 82550 w 51"/>
              <a:gd name="T53" fmla="*/ 120650 h 50"/>
              <a:gd name="T54" fmla="*/ 111125 w 51"/>
              <a:gd name="T55" fmla="*/ 92075 h 50"/>
              <a:gd name="T56" fmla="*/ 98425 w 51"/>
              <a:gd name="T57" fmla="*/ 92075 h 50"/>
              <a:gd name="T58" fmla="*/ 101600 w 51"/>
              <a:gd name="T59" fmla="*/ 85725 h 50"/>
              <a:gd name="T60" fmla="*/ 98425 w 51"/>
              <a:gd name="T61" fmla="*/ 107950 h 50"/>
              <a:gd name="T62" fmla="*/ 76200 w 51"/>
              <a:gd name="T63" fmla="*/ 111125 h 50"/>
              <a:gd name="T64" fmla="*/ 92075 w 51"/>
              <a:gd name="T65" fmla="*/ 101600 h 50"/>
              <a:gd name="T66" fmla="*/ 66675 w 51"/>
              <a:gd name="T67" fmla="*/ 82550 h 50"/>
              <a:gd name="T68" fmla="*/ 60325 w 51"/>
              <a:gd name="T69" fmla="*/ 85725 h 50"/>
              <a:gd name="T70" fmla="*/ 63500 w 51"/>
              <a:gd name="T71" fmla="*/ 73025 h 50"/>
              <a:gd name="T72" fmla="*/ 76200 w 51"/>
              <a:gd name="T73" fmla="*/ 69850 h 50"/>
              <a:gd name="T74" fmla="*/ 69850 w 51"/>
              <a:gd name="T75" fmla="*/ 79375 h 50"/>
              <a:gd name="T76" fmla="*/ 34925 w 51"/>
              <a:gd name="T77" fmla="*/ 0 h 50"/>
              <a:gd name="T78" fmla="*/ 127000 w 51"/>
              <a:gd name="T79" fmla="*/ 0 h 50"/>
              <a:gd name="T80" fmla="*/ 161925 w 51"/>
              <a:gd name="T81" fmla="*/ 31750 h 50"/>
              <a:gd name="T82" fmla="*/ 152400 w 51"/>
              <a:gd name="T83" fmla="*/ 149225 h 50"/>
              <a:gd name="T84" fmla="*/ 34925 w 51"/>
              <a:gd name="T85" fmla="*/ 158750 h 50"/>
              <a:gd name="T86" fmla="*/ 0 w 51"/>
              <a:gd name="T87" fmla="*/ 127000 h 50"/>
              <a:gd name="T88" fmla="*/ 9525 w 51"/>
              <a:gd name="T89" fmla="*/ 9525 h 50"/>
              <a:gd name="T90" fmla="*/ 34925 w 51"/>
              <a:gd name="T91" fmla="*/ 0 h 50"/>
              <a:gd name="T92" fmla="*/ 130175 w 51"/>
              <a:gd name="T93" fmla="*/ 28575 h 50"/>
              <a:gd name="T94" fmla="*/ 114300 w 51"/>
              <a:gd name="T95" fmla="*/ 28575 h 50"/>
              <a:gd name="T96" fmla="*/ 114300 w 51"/>
              <a:gd name="T97" fmla="*/ 34925 h 50"/>
              <a:gd name="T98" fmla="*/ 114300 w 51"/>
              <a:gd name="T99" fmla="*/ 38100 h 50"/>
              <a:gd name="T100" fmla="*/ 130175 w 51"/>
              <a:gd name="T101" fmla="*/ 38100 h 50"/>
              <a:gd name="T102" fmla="*/ 130175 w 51"/>
              <a:gd name="T103" fmla="*/ 38100 h 50"/>
              <a:gd name="T104" fmla="*/ 130175 w 51"/>
              <a:gd name="T105" fmla="*/ 28575 h 50"/>
              <a:gd name="T106" fmla="*/ 130175 w 51"/>
              <a:gd name="T107" fmla="*/ 28575 h 5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1" h="50">
                <a:moveTo>
                  <a:pt x="37" y="6"/>
                </a:moveTo>
                <a:cubicBezTo>
                  <a:pt x="41" y="6"/>
                  <a:pt x="41" y="6"/>
                  <a:pt x="41" y="6"/>
                </a:cubicBezTo>
                <a:cubicBezTo>
                  <a:pt x="42" y="6"/>
                  <a:pt x="42" y="7"/>
                  <a:pt x="43" y="7"/>
                </a:cubicBezTo>
                <a:cubicBezTo>
                  <a:pt x="43" y="8"/>
                  <a:pt x="44" y="8"/>
                  <a:pt x="44" y="9"/>
                </a:cubicBezTo>
                <a:cubicBezTo>
                  <a:pt x="44" y="11"/>
                  <a:pt x="44" y="11"/>
                  <a:pt x="44" y="11"/>
                </a:cubicBezTo>
                <a:cubicBezTo>
                  <a:pt x="44" y="12"/>
                  <a:pt x="43" y="13"/>
                  <a:pt x="43" y="13"/>
                </a:cubicBezTo>
                <a:cubicBezTo>
                  <a:pt x="43" y="13"/>
                  <a:pt x="43" y="13"/>
                  <a:pt x="43" y="13"/>
                </a:cubicBezTo>
                <a:cubicBezTo>
                  <a:pt x="42" y="14"/>
                  <a:pt x="42" y="14"/>
                  <a:pt x="41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6" y="14"/>
                  <a:pt x="35" y="14"/>
                  <a:pt x="35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4" y="13"/>
                  <a:pt x="34" y="12"/>
                  <a:pt x="34" y="11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8"/>
                  <a:pt x="34" y="8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7"/>
                  <a:pt x="36" y="6"/>
                  <a:pt x="37" y="6"/>
                </a:cubicBezTo>
                <a:close/>
                <a:moveTo>
                  <a:pt x="26" y="15"/>
                </a:moveTo>
                <a:cubicBezTo>
                  <a:pt x="26" y="15"/>
                  <a:pt x="26" y="15"/>
                  <a:pt x="26" y="15"/>
                </a:cubicBezTo>
                <a:cubicBezTo>
                  <a:pt x="29" y="15"/>
                  <a:pt x="32" y="16"/>
                  <a:pt x="34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10"/>
                  <a:pt x="47" y="10"/>
                  <a:pt x="47" y="10"/>
                </a:cubicBezTo>
                <a:cubicBezTo>
                  <a:pt x="47" y="8"/>
                  <a:pt x="46" y="7"/>
                  <a:pt x="45" y="5"/>
                </a:cubicBezTo>
                <a:cubicBezTo>
                  <a:pt x="44" y="4"/>
                  <a:pt x="42" y="4"/>
                  <a:pt x="40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9" y="4"/>
                  <a:pt x="7" y="4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5" y="7"/>
                  <a:pt x="4" y="8"/>
                  <a:pt x="4" y="10"/>
                </a:cubicBezTo>
                <a:cubicBezTo>
                  <a:pt x="4" y="18"/>
                  <a:pt x="4" y="18"/>
                  <a:pt x="4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9" y="16"/>
                  <a:pt x="22" y="15"/>
                  <a:pt x="26" y="15"/>
                </a:cubicBezTo>
                <a:close/>
                <a:moveTo>
                  <a:pt x="36" y="20"/>
                </a:moveTo>
                <a:cubicBezTo>
                  <a:pt x="36" y="20"/>
                  <a:pt x="36" y="20"/>
                  <a:pt x="36" y="20"/>
                </a:cubicBezTo>
                <a:cubicBezTo>
                  <a:pt x="38" y="23"/>
                  <a:pt x="39" y="25"/>
                  <a:pt x="39" y="29"/>
                </a:cubicBezTo>
                <a:cubicBezTo>
                  <a:pt x="39" y="32"/>
                  <a:pt x="38" y="36"/>
                  <a:pt x="35" y="38"/>
                </a:cubicBezTo>
                <a:cubicBezTo>
                  <a:pt x="33" y="41"/>
                  <a:pt x="29" y="42"/>
                  <a:pt x="26" y="42"/>
                </a:cubicBezTo>
                <a:cubicBezTo>
                  <a:pt x="22" y="42"/>
                  <a:pt x="18" y="41"/>
                  <a:pt x="16" y="38"/>
                </a:cubicBezTo>
                <a:cubicBezTo>
                  <a:pt x="13" y="36"/>
                  <a:pt x="12" y="32"/>
                  <a:pt x="12" y="29"/>
                </a:cubicBezTo>
                <a:cubicBezTo>
                  <a:pt x="12" y="25"/>
                  <a:pt x="13" y="23"/>
                  <a:pt x="15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1"/>
                  <a:pt x="5" y="43"/>
                  <a:pt x="6" y="44"/>
                </a:cubicBezTo>
                <a:cubicBezTo>
                  <a:pt x="7" y="45"/>
                  <a:pt x="9" y="46"/>
                  <a:pt x="11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2" y="46"/>
                  <a:pt x="44" y="45"/>
                  <a:pt x="45" y="44"/>
                </a:cubicBezTo>
                <a:cubicBezTo>
                  <a:pt x="46" y="43"/>
                  <a:pt x="47" y="41"/>
                  <a:pt x="47" y="40"/>
                </a:cubicBezTo>
                <a:cubicBezTo>
                  <a:pt x="47" y="20"/>
                  <a:pt x="47" y="20"/>
                  <a:pt x="47" y="20"/>
                </a:cubicBezTo>
                <a:cubicBezTo>
                  <a:pt x="36" y="20"/>
                  <a:pt x="36" y="20"/>
                  <a:pt x="36" y="20"/>
                </a:cubicBezTo>
                <a:close/>
                <a:moveTo>
                  <a:pt x="32" y="22"/>
                </a:moveTo>
                <a:cubicBezTo>
                  <a:pt x="32" y="22"/>
                  <a:pt x="32" y="22"/>
                  <a:pt x="32" y="22"/>
                </a:cubicBezTo>
                <a:cubicBezTo>
                  <a:pt x="31" y="20"/>
                  <a:pt x="28" y="19"/>
                  <a:pt x="26" y="19"/>
                </a:cubicBezTo>
                <a:cubicBezTo>
                  <a:pt x="23" y="19"/>
                  <a:pt x="20" y="20"/>
                  <a:pt x="19" y="22"/>
                </a:cubicBezTo>
                <a:cubicBezTo>
                  <a:pt x="17" y="23"/>
                  <a:pt x="16" y="26"/>
                  <a:pt x="16" y="29"/>
                </a:cubicBezTo>
                <a:cubicBezTo>
                  <a:pt x="16" y="31"/>
                  <a:pt x="17" y="34"/>
                  <a:pt x="19" y="35"/>
                </a:cubicBezTo>
                <a:cubicBezTo>
                  <a:pt x="20" y="37"/>
                  <a:pt x="23" y="38"/>
                  <a:pt x="26" y="38"/>
                </a:cubicBezTo>
                <a:cubicBezTo>
                  <a:pt x="28" y="38"/>
                  <a:pt x="31" y="37"/>
                  <a:pt x="32" y="35"/>
                </a:cubicBezTo>
                <a:cubicBezTo>
                  <a:pt x="34" y="34"/>
                  <a:pt x="35" y="31"/>
                  <a:pt x="35" y="29"/>
                </a:cubicBezTo>
                <a:cubicBezTo>
                  <a:pt x="35" y="26"/>
                  <a:pt x="34" y="23"/>
                  <a:pt x="32" y="22"/>
                </a:cubicBezTo>
                <a:close/>
                <a:moveTo>
                  <a:pt x="31" y="29"/>
                </a:moveTo>
                <a:cubicBezTo>
                  <a:pt x="31" y="29"/>
                  <a:pt x="31" y="29"/>
                  <a:pt x="31" y="29"/>
                </a:cubicBezTo>
                <a:cubicBezTo>
                  <a:pt x="31" y="28"/>
                  <a:pt x="31" y="27"/>
                  <a:pt x="32" y="27"/>
                </a:cubicBezTo>
                <a:cubicBezTo>
                  <a:pt x="33" y="27"/>
                  <a:pt x="33" y="28"/>
                  <a:pt x="33" y="29"/>
                </a:cubicBezTo>
                <a:cubicBezTo>
                  <a:pt x="33" y="31"/>
                  <a:pt x="32" y="33"/>
                  <a:pt x="31" y="34"/>
                </a:cubicBezTo>
                <a:cubicBezTo>
                  <a:pt x="30" y="35"/>
                  <a:pt x="28" y="36"/>
                  <a:pt x="26" y="36"/>
                </a:cubicBezTo>
                <a:cubicBezTo>
                  <a:pt x="25" y="36"/>
                  <a:pt x="24" y="36"/>
                  <a:pt x="24" y="35"/>
                </a:cubicBezTo>
                <a:cubicBezTo>
                  <a:pt x="24" y="34"/>
                  <a:pt x="25" y="34"/>
                  <a:pt x="26" y="34"/>
                </a:cubicBezTo>
                <a:cubicBezTo>
                  <a:pt x="27" y="34"/>
                  <a:pt x="28" y="33"/>
                  <a:pt x="29" y="32"/>
                </a:cubicBezTo>
                <a:cubicBezTo>
                  <a:pt x="30" y="31"/>
                  <a:pt x="31" y="30"/>
                  <a:pt x="31" y="29"/>
                </a:cubicBezTo>
                <a:close/>
                <a:moveTo>
                  <a:pt x="21" y="26"/>
                </a:moveTo>
                <a:cubicBezTo>
                  <a:pt x="21" y="26"/>
                  <a:pt x="21" y="26"/>
                  <a:pt x="21" y="26"/>
                </a:cubicBezTo>
                <a:cubicBezTo>
                  <a:pt x="20" y="27"/>
                  <a:pt x="20" y="27"/>
                  <a:pt x="19" y="27"/>
                </a:cubicBezTo>
                <a:cubicBezTo>
                  <a:pt x="18" y="27"/>
                  <a:pt x="18" y="26"/>
                  <a:pt x="18" y="26"/>
                </a:cubicBezTo>
                <a:cubicBezTo>
                  <a:pt x="19" y="25"/>
                  <a:pt x="19" y="24"/>
                  <a:pt x="20" y="23"/>
                </a:cubicBezTo>
                <a:cubicBezTo>
                  <a:pt x="21" y="22"/>
                  <a:pt x="22" y="22"/>
                  <a:pt x="23" y="22"/>
                </a:cubicBezTo>
                <a:cubicBezTo>
                  <a:pt x="23" y="21"/>
                  <a:pt x="24" y="22"/>
                  <a:pt x="24" y="22"/>
                </a:cubicBezTo>
                <a:cubicBezTo>
                  <a:pt x="24" y="23"/>
                  <a:pt x="24" y="23"/>
                  <a:pt x="23" y="24"/>
                </a:cubicBezTo>
                <a:cubicBezTo>
                  <a:pt x="23" y="24"/>
                  <a:pt x="22" y="24"/>
                  <a:pt x="22" y="25"/>
                </a:cubicBezTo>
                <a:cubicBezTo>
                  <a:pt x="21" y="25"/>
                  <a:pt x="21" y="26"/>
                  <a:pt x="21" y="26"/>
                </a:cubicBezTo>
                <a:close/>
                <a:moveTo>
                  <a:pt x="11" y="0"/>
                </a:moveTo>
                <a:cubicBezTo>
                  <a:pt x="11" y="0"/>
                  <a:pt x="11" y="0"/>
                  <a:pt x="11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3" y="0"/>
                  <a:pt x="46" y="1"/>
                  <a:pt x="48" y="3"/>
                </a:cubicBezTo>
                <a:cubicBezTo>
                  <a:pt x="49" y="5"/>
                  <a:pt x="51" y="7"/>
                  <a:pt x="51" y="10"/>
                </a:cubicBezTo>
                <a:cubicBezTo>
                  <a:pt x="51" y="40"/>
                  <a:pt x="51" y="40"/>
                  <a:pt x="51" y="40"/>
                </a:cubicBezTo>
                <a:cubicBezTo>
                  <a:pt x="51" y="43"/>
                  <a:pt x="49" y="45"/>
                  <a:pt x="48" y="47"/>
                </a:cubicBezTo>
                <a:cubicBezTo>
                  <a:pt x="46" y="49"/>
                  <a:pt x="43" y="50"/>
                  <a:pt x="40" y="50"/>
                </a:cubicBezTo>
                <a:cubicBezTo>
                  <a:pt x="11" y="50"/>
                  <a:pt x="11" y="50"/>
                  <a:pt x="11" y="50"/>
                </a:cubicBezTo>
                <a:cubicBezTo>
                  <a:pt x="8" y="50"/>
                  <a:pt x="5" y="49"/>
                  <a:pt x="3" y="47"/>
                </a:cubicBezTo>
                <a:cubicBezTo>
                  <a:pt x="2" y="45"/>
                  <a:pt x="0" y="43"/>
                  <a:pt x="0" y="4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7"/>
                  <a:pt x="2" y="5"/>
                  <a:pt x="3" y="3"/>
                </a:cubicBezTo>
                <a:cubicBezTo>
                  <a:pt x="4" y="3"/>
                  <a:pt x="4" y="3"/>
                  <a:pt x="4" y="3"/>
                </a:cubicBezTo>
                <a:cubicBezTo>
                  <a:pt x="5" y="1"/>
                  <a:pt x="8" y="0"/>
                  <a:pt x="11" y="0"/>
                </a:cubicBezTo>
                <a:close/>
                <a:moveTo>
                  <a:pt x="41" y="9"/>
                </a:moveTo>
                <a:cubicBezTo>
                  <a:pt x="41" y="9"/>
                  <a:pt x="41" y="9"/>
                  <a:pt x="41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11"/>
                  <a:pt x="36" y="11"/>
                  <a:pt x="36" y="11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7" y="12"/>
                </a:cubicBezTo>
                <a:cubicBezTo>
                  <a:pt x="41" y="12"/>
                  <a:pt x="41" y="12"/>
                  <a:pt x="41" y="12"/>
                </a:cubicBezTo>
                <a:cubicBezTo>
                  <a:pt x="41" y="12"/>
                  <a:pt x="41" y="12"/>
                  <a:pt x="41" y="12"/>
                </a:cubicBezTo>
                <a:cubicBezTo>
                  <a:pt x="41" y="12"/>
                  <a:pt x="41" y="12"/>
                  <a:pt x="41" y="12"/>
                </a:cubicBezTo>
                <a:cubicBezTo>
                  <a:pt x="41" y="12"/>
                  <a:pt x="41" y="12"/>
                  <a:pt x="41" y="11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69" name="Freeform 103">
            <a:extLst>
              <a:ext uri="{FF2B5EF4-FFF2-40B4-BE49-F238E27FC236}">
                <a16:creationId xmlns:a16="http://schemas.microsoft.com/office/drawing/2014/main" id="{9F464CCB-2E9C-A85A-3E2E-DBB921AFA08F}"/>
              </a:ext>
            </a:extLst>
          </p:cNvPr>
          <p:cNvSpPr>
            <a:spLocks/>
          </p:cNvSpPr>
          <p:nvPr/>
        </p:nvSpPr>
        <p:spPr bwMode="auto">
          <a:xfrm>
            <a:off x="2416635" y="2159447"/>
            <a:ext cx="182033" cy="211667"/>
          </a:xfrm>
          <a:custGeom>
            <a:avLst/>
            <a:gdLst>
              <a:gd name="T0" fmla="*/ 6350 w 43"/>
              <a:gd name="T1" fmla="*/ 158750 h 50"/>
              <a:gd name="T2" fmla="*/ 9525 w 43"/>
              <a:gd name="T3" fmla="*/ 127000 h 50"/>
              <a:gd name="T4" fmla="*/ 41275 w 43"/>
              <a:gd name="T5" fmla="*/ 114300 h 50"/>
              <a:gd name="T6" fmla="*/ 31750 w 43"/>
              <a:gd name="T7" fmla="*/ 95250 h 50"/>
              <a:gd name="T8" fmla="*/ 28575 w 43"/>
              <a:gd name="T9" fmla="*/ 88900 h 50"/>
              <a:gd name="T10" fmla="*/ 28575 w 43"/>
              <a:gd name="T11" fmla="*/ 88900 h 50"/>
              <a:gd name="T12" fmla="*/ 22225 w 43"/>
              <a:gd name="T13" fmla="*/ 76200 h 50"/>
              <a:gd name="T14" fmla="*/ 19050 w 43"/>
              <a:gd name="T15" fmla="*/ 47625 h 50"/>
              <a:gd name="T16" fmla="*/ 22225 w 43"/>
              <a:gd name="T17" fmla="*/ 25400 h 50"/>
              <a:gd name="T18" fmla="*/ 63500 w 43"/>
              <a:gd name="T19" fmla="*/ 0 h 50"/>
              <a:gd name="T20" fmla="*/ 88900 w 43"/>
              <a:gd name="T21" fmla="*/ 9525 h 50"/>
              <a:gd name="T22" fmla="*/ 117475 w 43"/>
              <a:gd name="T23" fmla="*/ 38100 h 50"/>
              <a:gd name="T24" fmla="*/ 114300 w 43"/>
              <a:gd name="T25" fmla="*/ 60325 h 50"/>
              <a:gd name="T26" fmla="*/ 107950 w 43"/>
              <a:gd name="T27" fmla="*/ 88900 h 50"/>
              <a:gd name="T28" fmla="*/ 107950 w 43"/>
              <a:gd name="T29" fmla="*/ 88900 h 50"/>
              <a:gd name="T30" fmla="*/ 104775 w 43"/>
              <a:gd name="T31" fmla="*/ 95250 h 50"/>
              <a:gd name="T32" fmla="*/ 95250 w 43"/>
              <a:gd name="T33" fmla="*/ 114300 h 50"/>
              <a:gd name="T34" fmla="*/ 127000 w 43"/>
              <a:gd name="T35" fmla="*/ 127000 h 50"/>
              <a:gd name="T36" fmla="*/ 130175 w 43"/>
              <a:gd name="T37" fmla="*/ 158750 h 50"/>
              <a:gd name="T38" fmla="*/ 117475 w 43"/>
              <a:gd name="T39" fmla="*/ 136525 h 50"/>
              <a:gd name="T40" fmla="*/ 85725 w 43"/>
              <a:gd name="T41" fmla="*/ 120650 h 50"/>
              <a:gd name="T42" fmla="*/ 92075 w 43"/>
              <a:gd name="T43" fmla="*/ 88900 h 50"/>
              <a:gd name="T44" fmla="*/ 98425 w 43"/>
              <a:gd name="T45" fmla="*/ 79375 h 50"/>
              <a:gd name="T46" fmla="*/ 104775 w 43"/>
              <a:gd name="T47" fmla="*/ 73025 h 50"/>
              <a:gd name="T48" fmla="*/ 101600 w 43"/>
              <a:gd name="T49" fmla="*/ 66675 h 50"/>
              <a:gd name="T50" fmla="*/ 104775 w 43"/>
              <a:gd name="T51" fmla="*/ 47625 h 50"/>
              <a:gd name="T52" fmla="*/ 98425 w 43"/>
              <a:gd name="T53" fmla="*/ 25400 h 50"/>
              <a:gd name="T54" fmla="*/ 85725 w 43"/>
              <a:gd name="T55" fmla="*/ 19050 h 50"/>
              <a:gd name="T56" fmla="*/ 79375 w 43"/>
              <a:gd name="T57" fmla="*/ 15875 h 50"/>
              <a:gd name="T58" fmla="*/ 63500 w 43"/>
              <a:gd name="T59" fmla="*/ 12700 h 50"/>
              <a:gd name="T60" fmla="*/ 34925 w 43"/>
              <a:gd name="T61" fmla="*/ 31750 h 50"/>
              <a:gd name="T62" fmla="*/ 31750 w 43"/>
              <a:gd name="T63" fmla="*/ 47625 h 50"/>
              <a:gd name="T64" fmla="*/ 34925 w 43"/>
              <a:gd name="T65" fmla="*/ 60325 h 50"/>
              <a:gd name="T66" fmla="*/ 34925 w 43"/>
              <a:gd name="T67" fmla="*/ 73025 h 50"/>
              <a:gd name="T68" fmla="*/ 38100 w 43"/>
              <a:gd name="T69" fmla="*/ 79375 h 50"/>
              <a:gd name="T70" fmla="*/ 44450 w 43"/>
              <a:gd name="T71" fmla="*/ 88900 h 50"/>
              <a:gd name="T72" fmla="*/ 57150 w 43"/>
              <a:gd name="T73" fmla="*/ 107950 h 50"/>
              <a:gd name="T74" fmla="*/ 38100 w 43"/>
              <a:gd name="T75" fmla="*/ 127000 h 50"/>
              <a:gd name="T76" fmla="*/ 12700 w 43"/>
              <a:gd name="T77" fmla="*/ 152400 h 5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3" h="50">
                <a:moveTo>
                  <a:pt x="4" y="48"/>
                </a:moveTo>
                <a:cubicBezTo>
                  <a:pt x="4" y="49"/>
                  <a:pt x="3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5"/>
                  <a:pt x="1" y="42"/>
                  <a:pt x="3" y="40"/>
                </a:cubicBezTo>
                <a:cubicBezTo>
                  <a:pt x="6" y="37"/>
                  <a:pt x="10" y="36"/>
                  <a:pt x="12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4" y="35"/>
                  <a:pt x="14" y="35"/>
                  <a:pt x="14" y="35"/>
                </a:cubicBezTo>
                <a:cubicBezTo>
                  <a:pt x="12" y="33"/>
                  <a:pt x="11" y="31"/>
                  <a:pt x="10" y="30"/>
                </a:cubicBezTo>
                <a:cubicBezTo>
                  <a:pt x="10" y="29"/>
                  <a:pt x="10" y="28"/>
                  <a:pt x="10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7"/>
                  <a:pt x="8" y="26"/>
                  <a:pt x="7" y="24"/>
                </a:cubicBezTo>
                <a:cubicBezTo>
                  <a:pt x="6" y="23"/>
                  <a:pt x="6" y="21"/>
                  <a:pt x="7" y="19"/>
                </a:cubicBezTo>
                <a:cubicBezTo>
                  <a:pt x="7" y="18"/>
                  <a:pt x="6" y="16"/>
                  <a:pt x="6" y="15"/>
                </a:cubicBezTo>
                <a:cubicBezTo>
                  <a:pt x="6" y="12"/>
                  <a:pt x="7" y="10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8" y="6"/>
                  <a:pt x="10" y="4"/>
                  <a:pt x="12" y="2"/>
                </a:cubicBezTo>
                <a:cubicBezTo>
                  <a:pt x="14" y="1"/>
                  <a:pt x="17" y="0"/>
                  <a:pt x="20" y="0"/>
                </a:cubicBezTo>
                <a:cubicBezTo>
                  <a:pt x="21" y="0"/>
                  <a:pt x="22" y="0"/>
                  <a:pt x="24" y="0"/>
                </a:cubicBezTo>
                <a:cubicBezTo>
                  <a:pt x="26" y="1"/>
                  <a:pt x="27" y="1"/>
                  <a:pt x="28" y="3"/>
                </a:cubicBezTo>
                <a:cubicBezTo>
                  <a:pt x="30" y="2"/>
                  <a:pt x="32" y="3"/>
                  <a:pt x="33" y="5"/>
                </a:cubicBezTo>
                <a:cubicBezTo>
                  <a:pt x="35" y="7"/>
                  <a:pt x="36" y="10"/>
                  <a:pt x="37" y="12"/>
                </a:cubicBezTo>
                <a:cubicBezTo>
                  <a:pt x="37" y="13"/>
                  <a:pt x="37" y="14"/>
                  <a:pt x="37" y="16"/>
                </a:cubicBezTo>
                <a:cubicBezTo>
                  <a:pt x="36" y="17"/>
                  <a:pt x="36" y="18"/>
                  <a:pt x="36" y="19"/>
                </a:cubicBezTo>
                <a:cubicBezTo>
                  <a:pt x="37" y="21"/>
                  <a:pt x="37" y="23"/>
                  <a:pt x="36" y="24"/>
                </a:cubicBezTo>
                <a:cubicBezTo>
                  <a:pt x="36" y="26"/>
                  <a:pt x="34" y="27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3" y="28"/>
                  <a:pt x="33" y="29"/>
                  <a:pt x="33" y="30"/>
                </a:cubicBezTo>
                <a:cubicBezTo>
                  <a:pt x="32" y="31"/>
                  <a:pt x="31" y="33"/>
                  <a:pt x="30" y="35"/>
                </a:cubicBezTo>
                <a:cubicBezTo>
                  <a:pt x="30" y="35"/>
                  <a:pt x="30" y="35"/>
                  <a:pt x="30" y="36"/>
                </a:cubicBezTo>
                <a:cubicBezTo>
                  <a:pt x="30" y="36"/>
                  <a:pt x="31" y="36"/>
                  <a:pt x="31" y="36"/>
                </a:cubicBezTo>
                <a:cubicBezTo>
                  <a:pt x="33" y="36"/>
                  <a:pt x="37" y="37"/>
                  <a:pt x="40" y="40"/>
                </a:cubicBezTo>
                <a:cubicBezTo>
                  <a:pt x="42" y="42"/>
                  <a:pt x="43" y="45"/>
                  <a:pt x="43" y="48"/>
                </a:cubicBezTo>
                <a:cubicBezTo>
                  <a:pt x="43" y="49"/>
                  <a:pt x="43" y="50"/>
                  <a:pt x="41" y="50"/>
                </a:cubicBezTo>
                <a:cubicBezTo>
                  <a:pt x="40" y="50"/>
                  <a:pt x="40" y="49"/>
                  <a:pt x="40" y="48"/>
                </a:cubicBezTo>
                <a:cubicBezTo>
                  <a:pt x="40" y="46"/>
                  <a:pt x="39" y="44"/>
                  <a:pt x="37" y="43"/>
                </a:cubicBezTo>
                <a:cubicBezTo>
                  <a:pt x="35" y="41"/>
                  <a:pt x="32" y="40"/>
                  <a:pt x="31" y="40"/>
                </a:cubicBezTo>
                <a:cubicBezTo>
                  <a:pt x="29" y="40"/>
                  <a:pt x="28" y="39"/>
                  <a:pt x="27" y="38"/>
                </a:cubicBezTo>
                <a:cubicBezTo>
                  <a:pt x="26" y="37"/>
                  <a:pt x="25" y="33"/>
                  <a:pt x="27" y="32"/>
                </a:cubicBezTo>
                <a:cubicBezTo>
                  <a:pt x="28" y="31"/>
                  <a:pt x="29" y="30"/>
                  <a:pt x="29" y="28"/>
                </a:cubicBezTo>
                <a:cubicBezTo>
                  <a:pt x="30" y="27"/>
                  <a:pt x="30" y="26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5"/>
                  <a:pt x="32" y="24"/>
                  <a:pt x="33" y="23"/>
                </a:cubicBezTo>
                <a:cubicBezTo>
                  <a:pt x="33" y="22"/>
                  <a:pt x="33" y="21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2" y="19"/>
                  <a:pt x="32" y="19"/>
                </a:cubicBezTo>
                <a:cubicBezTo>
                  <a:pt x="32" y="17"/>
                  <a:pt x="33" y="16"/>
                  <a:pt x="33" y="15"/>
                </a:cubicBezTo>
                <a:cubicBezTo>
                  <a:pt x="33" y="14"/>
                  <a:pt x="33" y="13"/>
                  <a:pt x="33" y="12"/>
                </a:cubicBezTo>
                <a:cubicBezTo>
                  <a:pt x="33" y="11"/>
                  <a:pt x="32" y="9"/>
                  <a:pt x="31" y="8"/>
                </a:cubicBezTo>
                <a:cubicBezTo>
                  <a:pt x="30" y="7"/>
                  <a:pt x="29" y="6"/>
                  <a:pt x="29" y="6"/>
                </a:cubicBezTo>
                <a:cubicBezTo>
                  <a:pt x="28" y="6"/>
                  <a:pt x="27" y="6"/>
                  <a:pt x="27" y="6"/>
                </a:cubicBezTo>
                <a:cubicBezTo>
                  <a:pt x="26" y="6"/>
                  <a:pt x="26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4"/>
                  <a:pt x="24" y="4"/>
                  <a:pt x="23" y="4"/>
                </a:cubicBezTo>
                <a:cubicBezTo>
                  <a:pt x="22" y="4"/>
                  <a:pt x="21" y="4"/>
                  <a:pt x="20" y="4"/>
                </a:cubicBezTo>
                <a:cubicBezTo>
                  <a:pt x="18" y="4"/>
                  <a:pt x="16" y="4"/>
                  <a:pt x="14" y="5"/>
                </a:cubicBezTo>
                <a:cubicBezTo>
                  <a:pt x="13" y="6"/>
                  <a:pt x="12" y="8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0" y="11"/>
                  <a:pt x="10" y="13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6"/>
                  <a:pt x="10" y="17"/>
                  <a:pt x="11" y="19"/>
                </a:cubicBezTo>
                <a:cubicBezTo>
                  <a:pt x="11" y="19"/>
                  <a:pt x="11" y="19"/>
                  <a:pt x="11" y="20"/>
                </a:cubicBezTo>
                <a:cubicBezTo>
                  <a:pt x="11" y="21"/>
                  <a:pt x="10" y="21"/>
                  <a:pt x="11" y="23"/>
                </a:cubicBezTo>
                <a:cubicBezTo>
                  <a:pt x="11" y="24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3" y="26"/>
                  <a:pt x="13" y="27"/>
                  <a:pt x="14" y="28"/>
                </a:cubicBezTo>
                <a:cubicBezTo>
                  <a:pt x="14" y="30"/>
                  <a:pt x="15" y="31"/>
                  <a:pt x="17" y="32"/>
                </a:cubicBezTo>
                <a:cubicBezTo>
                  <a:pt x="17" y="33"/>
                  <a:pt x="18" y="33"/>
                  <a:pt x="18" y="34"/>
                </a:cubicBezTo>
                <a:cubicBezTo>
                  <a:pt x="18" y="36"/>
                  <a:pt x="17" y="37"/>
                  <a:pt x="16" y="38"/>
                </a:cubicBezTo>
                <a:cubicBezTo>
                  <a:pt x="15" y="39"/>
                  <a:pt x="14" y="40"/>
                  <a:pt x="12" y="40"/>
                </a:cubicBezTo>
                <a:cubicBezTo>
                  <a:pt x="11" y="40"/>
                  <a:pt x="8" y="41"/>
                  <a:pt x="6" y="43"/>
                </a:cubicBezTo>
                <a:cubicBezTo>
                  <a:pt x="5" y="44"/>
                  <a:pt x="4" y="46"/>
                  <a:pt x="4" y="4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70" name="Freeform 104">
            <a:extLst>
              <a:ext uri="{FF2B5EF4-FFF2-40B4-BE49-F238E27FC236}">
                <a16:creationId xmlns:a16="http://schemas.microsoft.com/office/drawing/2014/main" id="{3AD93C49-57BD-838A-13DA-6A216F8CB24A}"/>
              </a:ext>
            </a:extLst>
          </p:cNvPr>
          <p:cNvSpPr>
            <a:spLocks noEditPoints="1"/>
          </p:cNvSpPr>
          <p:nvPr/>
        </p:nvSpPr>
        <p:spPr bwMode="auto">
          <a:xfrm>
            <a:off x="3515185" y="2159447"/>
            <a:ext cx="224367" cy="211667"/>
          </a:xfrm>
          <a:custGeom>
            <a:avLst/>
            <a:gdLst>
              <a:gd name="T0" fmla="*/ 6350 w 53"/>
              <a:gd name="T1" fmla="*/ 158750 h 50"/>
              <a:gd name="T2" fmla="*/ 9525 w 53"/>
              <a:gd name="T3" fmla="*/ 127000 h 50"/>
              <a:gd name="T4" fmla="*/ 41275 w 53"/>
              <a:gd name="T5" fmla="*/ 114300 h 50"/>
              <a:gd name="T6" fmla="*/ 31750 w 53"/>
              <a:gd name="T7" fmla="*/ 95250 h 50"/>
              <a:gd name="T8" fmla="*/ 28575 w 53"/>
              <a:gd name="T9" fmla="*/ 88900 h 50"/>
              <a:gd name="T10" fmla="*/ 28575 w 53"/>
              <a:gd name="T11" fmla="*/ 88900 h 50"/>
              <a:gd name="T12" fmla="*/ 28575 w 53"/>
              <a:gd name="T13" fmla="*/ 88900 h 50"/>
              <a:gd name="T14" fmla="*/ 22225 w 53"/>
              <a:gd name="T15" fmla="*/ 60325 h 50"/>
              <a:gd name="T16" fmla="*/ 19050 w 53"/>
              <a:gd name="T17" fmla="*/ 47625 h 50"/>
              <a:gd name="T18" fmla="*/ 22225 w 53"/>
              <a:gd name="T19" fmla="*/ 25400 h 50"/>
              <a:gd name="T20" fmla="*/ 63500 w 53"/>
              <a:gd name="T21" fmla="*/ 0 h 50"/>
              <a:gd name="T22" fmla="*/ 88900 w 53"/>
              <a:gd name="T23" fmla="*/ 9525 h 50"/>
              <a:gd name="T24" fmla="*/ 111125 w 53"/>
              <a:gd name="T25" fmla="*/ 22225 h 50"/>
              <a:gd name="T26" fmla="*/ 155575 w 53"/>
              <a:gd name="T27" fmla="*/ 31750 h 50"/>
              <a:gd name="T28" fmla="*/ 155575 w 53"/>
              <a:gd name="T29" fmla="*/ 82550 h 50"/>
              <a:gd name="T30" fmla="*/ 117475 w 53"/>
              <a:gd name="T31" fmla="*/ 92075 h 50"/>
              <a:gd name="T32" fmla="*/ 101600 w 53"/>
              <a:gd name="T33" fmla="*/ 98425 h 50"/>
              <a:gd name="T34" fmla="*/ 95250 w 53"/>
              <a:gd name="T35" fmla="*/ 114300 h 50"/>
              <a:gd name="T36" fmla="*/ 127000 w 53"/>
              <a:gd name="T37" fmla="*/ 127000 h 50"/>
              <a:gd name="T38" fmla="*/ 130175 w 53"/>
              <a:gd name="T39" fmla="*/ 158750 h 50"/>
              <a:gd name="T40" fmla="*/ 117475 w 53"/>
              <a:gd name="T41" fmla="*/ 136525 h 50"/>
              <a:gd name="T42" fmla="*/ 85725 w 53"/>
              <a:gd name="T43" fmla="*/ 120650 h 50"/>
              <a:gd name="T44" fmla="*/ 92075 w 53"/>
              <a:gd name="T45" fmla="*/ 88900 h 50"/>
              <a:gd name="T46" fmla="*/ 95250 w 53"/>
              <a:gd name="T47" fmla="*/ 82550 h 50"/>
              <a:gd name="T48" fmla="*/ 82550 w 53"/>
              <a:gd name="T49" fmla="*/ 57150 h 50"/>
              <a:gd name="T50" fmla="*/ 98425 w 53"/>
              <a:gd name="T51" fmla="*/ 28575 h 50"/>
              <a:gd name="T52" fmla="*/ 88900 w 53"/>
              <a:gd name="T53" fmla="*/ 19050 h 50"/>
              <a:gd name="T54" fmla="*/ 79375 w 53"/>
              <a:gd name="T55" fmla="*/ 15875 h 50"/>
              <a:gd name="T56" fmla="*/ 73025 w 53"/>
              <a:gd name="T57" fmla="*/ 12700 h 50"/>
              <a:gd name="T58" fmla="*/ 44450 w 53"/>
              <a:gd name="T59" fmla="*/ 15875 h 50"/>
              <a:gd name="T60" fmla="*/ 34925 w 53"/>
              <a:gd name="T61" fmla="*/ 31750 h 50"/>
              <a:gd name="T62" fmla="*/ 31750 w 53"/>
              <a:gd name="T63" fmla="*/ 47625 h 50"/>
              <a:gd name="T64" fmla="*/ 34925 w 53"/>
              <a:gd name="T65" fmla="*/ 60325 h 50"/>
              <a:gd name="T66" fmla="*/ 31750 w 53"/>
              <a:gd name="T67" fmla="*/ 73025 h 50"/>
              <a:gd name="T68" fmla="*/ 38100 w 53"/>
              <a:gd name="T69" fmla="*/ 79375 h 50"/>
              <a:gd name="T70" fmla="*/ 44450 w 53"/>
              <a:gd name="T71" fmla="*/ 88900 h 50"/>
              <a:gd name="T72" fmla="*/ 53975 w 53"/>
              <a:gd name="T73" fmla="*/ 107950 h 50"/>
              <a:gd name="T74" fmla="*/ 38100 w 53"/>
              <a:gd name="T75" fmla="*/ 127000 h 50"/>
              <a:gd name="T76" fmla="*/ 12700 w 53"/>
              <a:gd name="T77" fmla="*/ 152400 h 50"/>
              <a:gd name="T78" fmla="*/ 152400 w 53"/>
              <a:gd name="T79" fmla="*/ 38100 h 50"/>
              <a:gd name="T80" fmla="*/ 101600 w 53"/>
              <a:gd name="T81" fmla="*/ 38100 h 50"/>
              <a:gd name="T82" fmla="*/ 95250 w 53"/>
              <a:gd name="T83" fmla="*/ 69850 h 50"/>
              <a:gd name="T84" fmla="*/ 101600 w 53"/>
              <a:gd name="T85" fmla="*/ 82550 h 50"/>
              <a:gd name="T86" fmla="*/ 107950 w 53"/>
              <a:gd name="T87" fmla="*/ 85725 h 50"/>
              <a:gd name="T88" fmla="*/ 120650 w 53"/>
              <a:gd name="T89" fmla="*/ 85725 h 50"/>
              <a:gd name="T90" fmla="*/ 152400 w 53"/>
              <a:gd name="T91" fmla="*/ 76200 h 50"/>
              <a:gd name="T92" fmla="*/ 152400 w 53"/>
              <a:gd name="T93" fmla="*/ 38100 h 50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3" h="50">
                <a:moveTo>
                  <a:pt x="4" y="48"/>
                </a:moveTo>
                <a:cubicBezTo>
                  <a:pt x="4" y="49"/>
                  <a:pt x="3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5"/>
                  <a:pt x="1" y="42"/>
                  <a:pt x="3" y="40"/>
                </a:cubicBezTo>
                <a:cubicBezTo>
                  <a:pt x="6" y="37"/>
                  <a:pt x="10" y="36"/>
                  <a:pt x="12" y="36"/>
                </a:cubicBezTo>
                <a:cubicBezTo>
                  <a:pt x="12" y="36"/>
                  <a:pt x="13" y="36"/>
                  <a:pt x="13" y="36"/>
                </a:cubicBezTo>
                <a:cubicBezTo>
                  <a:pt x="13" y="35"/>
                  <a:pt x="13" y="35"/>
                  <a:pt x="14" y="35"/>
                </a:cubicBezTo>
                <a:cubicBezTo>
                  <a:pt x="12" y="33"/>
                  <a:pt x="11" y="31"/>
                  <a:pt x="10" y="30"/>
                </a:cubicBezTo>
                <a:cubicBezTo>
                  <a:pt x="10" y="29"/>
                  <a:pt x="10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8" y="27"/>
                  <a:pt x="7" y="26"/>
                  <a:pt x="7" y="24"/>
                </a:cubicBezTo>
                <a:cubicBezTo>
                  <a:pt x="6" y="23"/>
                  <a:pt x="6" y="21"/>
                  <a:pt x="7" y="19"/>
                </a:cubicBezTo>
                <a:cubicBezTo>
                  <a:pt x="6" y="18"/>
                  <a:pt x="6" y="16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2"/>
                  <a:pt x="6" y="10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8" y="6"/>
                  <a:pt x="10" y="4"/>
                  <a:pt x="12" y="2"/>
                </a:cubicBezTo>
                <a:cubicBezTo>
                  <a:pt x="14" y="1"/>
                  <a:pt x="17" y="0"/>
                  <a:pt x="20" y="0"/>
                </a:cubicBezTo>
                <a:cubicBezTo>
                  <a:pt x="21" y="0"/>
                  <a:pt x="22" y="0"/>
                  <a:pt x="24" y="0"/>
                </a:cubicBezTo>
                <a:cubicBezTo>
                  <a:pt x="25" y="1"/>
                  <a:pt x="27" y="1"/>
                  <a:pt x="28" y="3"/>
                </a:cubicBezTo>
                <a:cubicBezTo>
                  <a:pt x="30" y="2"/>
                  <a:pt x="32" y="3"/>
                  <a:pt x="33" y="5"/>
                </a:cubicBezTo>
                <a:cubicBezTo>
                  <a:pt x="34" y="6"/>
                  <a:pt x="34" y="7"/>
                  <a:pt x="35" y="7"/>
                </a:cubicBezTo>
                <a:cubicBezTo>
                  <a:pt x="36" y="7"/>
                  <a:pt x="38" y="6"/>
                  <a:pt x="40" y="6"/>
                </a:cubicBezTo>
                <a:cubicBezTo>
                  <a:pt x="43" y="6"/>
                  <a:pt x="47" y="8"/>
                  <a:pt x="49" y="10"/>
                </a:cubicBezTo>
                <a:cubicBezTo>
                  <a:pt x="52" y="12"/>
                  <a:pt x="53" y="15"/>
                  <a:pt x="53" y="18"/>
                </a:cubicBezTo>
                <a:cubicBezTo>
                  <a:pt x="53" y="21"/>
                  <a:pt x="52" y="24"/>
                  <a:pt x="49" y="26"/>
                </a:cubicBezTo>
                <a:cubicBezTo>
                  <a:pt x="47" y="28"/>
                  <a:pt x="43" y="30"/>
                  <a:pt x="40" y="30"/>
                </a:cubicBezTo>
                <a:cubicBezTo>
                  <a:pt x="39" y="30"/>
                  <a:pt x="38" y="29"/>
                  <a:pt x="37" y="29"/>
                </a:cubicBezTo>
                <a:cubicBezTo>
                  <a:pt x="36" y="29"/>
                  <a:pt x="36" y="29"/>
                  <a:pt x="35" y="29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32"/>
                  <a:pt x="31" y="34"/>
                  <a:pt x="29" y="35"/>
                </a:cubicBezTo>
                <a:cubicBezTo>
                  <a:pt x="29" y="35"/>
                  <a:pt x="30" y="35"/>
                  <a:pt x="30" y="36"/>
                </a:cubicBezTo>
                <a:cubicBezTo>
                  <a:pt x="30" y="36"/>
                  <a:pt x="30" y="36"/>
                  <a:pt x="31" y="36"/>
                </a:cubicBezTo>
                <a:cubicBezTo>
                  <a:pt x="33" y="36"/>
                  <a:pt x="37" y="37"/>
                  <a:pt x="40" y="40"/>
                </a:cubicBezTo>
                <a:cubicBezTo>
                  <a:pt x="42" y="42"/>
                  <a:pt x="43" y="45"/>
                  <a:pt x="43" y="48"/>
                </a:cubicBezTo>
                <a:cubicBezTo>
                  <a:pt x="43" y="49"/>
                  <a:pt x="42" y="50"/>
                  <a:pt x="41" y="50"/>
                </a:cubicBezTo>
                <a:cubicBezTo>
                  <a:pt x="40" y="50"/>
                  <a:pt x="39" y="49"/>
                  <a:pt x="39" y="48"/>
                </a:cubicBezTo>
                <a:cubicBezTo>
                  <a:pt x="39" y="46"/>
                  <a:pt x="38" y="44"/>
                  <a:pt x="37" y="43"/>
                </a:cubicBezTo>
                <a:cubicBezTo>
                  <a:pt x="35" y="41"/>
                  <a:pt x="32" y="40"/>
                  <a:pt x="31" y="40"/>
                </a:cubicBezTo>
                <a:cubicBezTo>
                  <a:pt x="29" y="40"/>
                  <a:pt x="28" y="39"/>
                  <a:pt x="27" y="38"/>
                </a:cubicBezTo>
                <a:cubicBezTo>
                  <a:pt x="26" y="37"/>
                  <a:pt x="24" y="33"/>
                  <a:pt x="26" y="32"/>
                </a:cubicBezTo>
                <a:cubicBezTo>
                  <a:pt x="28" y="31"/>
                  <a:pt x="28" y="30"/>
                  <a:pt x="29" y="28"/>
                </a:cubicBezTo>
                <a:cubicBezTo>
                  <a:pt x="29" y="27"/>
                  <a:pt x="30" y="27"/>
                  <a:pt x="30" y="26"/>
                </a:cubicBezTo>
                <a:cubicBezTo>
                  <a:pt x="30" y="26"/>
                  <a:pt x="30" y="26"/>
                  <a:pt x="30" y="26"/>
                </a:cubicBezTo>
                <a:cubicBezTo>
                  <a:pt x="29" y="25"/>
                  <a:pt x="28" y="24"/>
                  <a:pt x="28" y="23"/>
                </a:cubicBezTo>
                <a:cubicBezTo>
                  <a:pt x="27" y="21"/>
                  <a:pt x="26" y="20"/>
                  <a:pt x="26" y="18"/>
                </a:cubicBezTo>
                <a:cubicBezTo>
                  <a:pt x="26" y="15"/>
                  <a:pt x="28" y="12"/>
                  <a:pt x="30" y="10"/>
                </a:cubicBezTo>
                <a:cubicBezTo>
                  <a:pt x="31" y="10"/>
                  <a:pt x="31" y="9"/>
                  <a:pt x="31" y="9"/>
                </a:cubicBezTo>
                <a:cubicBezTo>
                  <a:pt x="31" y="9"/>
                  <a:pt x="31" y="8"/>
                  <a:pt x="30" y="8"/>
                </a:cubicBezTo>
                <a:cubicBezTo>
                  <a:pt x="30" y="7"/>
                  <a:pt x="29" y="6"/>
                  <a:pt x="28" y="6"/>
                </a:cubicBezTo>
                <a:cubicBezTo>
                  <a:pt x="28" y="6"/>
                  <a:pt x="27" y="6"/>
                  <a:pt x="26" y="6"/>
                </a:cubicBezTo>
                <a:cubicBezTo>
                  <a:pt x="26" y="6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4"/>
                  <a:pt x="24" y="4"/>
                  <a:pt x="23" y="4"/>
                </a:cubicBezTo>
                <a:cubicBezTo>
                  <a:pt x="22" y="4"/>
                  <a:pt x="21" y="4"/>
                  <a:pt x="20" y="4"/>
                </a:cubicBezTo>
                <a:cubicBezTo>
                  <a:pt x="17" y="4"/>
                  <a:pt x="15" y="4"/>
                  <a:pt x="14" y="5"/>
                </a:cubicBezTo>
                <a:cubicBezTo>
                  <a:pt x="13" y="6"/>
                  <a:pt x="11" y="8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0" y="11"/>
                  <a:pt x="10" y="13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6"/>
                  <a:pt x="10" y="17"/>
                  <a:pt x="11" y="19"/>
                </a:cubicBezTo>
                <a:cubicBezTo>
                  <a:pt x="11" y="19"/>
                  <a:pt x="11" y="19"/>
                  <a:pt x="11" y="20"/>
                </a:cubicBezTo>
                <a:cubicBezTo>
                  <a:pt x="11" y="21"/>
                  <a:pt x="10" y="21"/>
                  <a:pt x="10" y="23"/>
                </a:cubicBezTo>
                <a:cubicBezTo>
                  <a:pt x="11" y="24"/>
                  <a:pt x="11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3" y="26"/>
                  <a:pt x="13" y="27"/>
                  <a:pt x="14" y="28"/>
                </a:cubicBezTo>
                <a:cubicBezTo>
                  <a:pt x="14" y="30"/>
                  <a:pt x="15" y="31"/>
                  <a:pt x="16" y="32"/>
                </a:cubicBezTo>
                <a:cubicBezTo>
                  <a:pt x="17" y="33"/>
                  <a:pt x="17" y="33"/>
                  <a:pt x="17" y="34"/>
                </a:cubicBezTo>
                <a:cubicBezTo>
                  <a:pt x="17" y="36"/>
                  <a:pt x="17" y="37"/>
                  <a:pt x="16" y="38"/>
                </a:cubicBezTo>
                <a:cubicBezTo>
                  <a:pt x="15" y="39"/>
                  <a:pt x="14" y="40"/>
                  <a:pt x="12" y="40"/>
                </a:cubicBezTo>
                <a:cubicBezTo>
                  <a:pt x="11" y="40"/>
                  <a:pt x="8" y="41"/>
                  <a:pt x="6" y="43"/>
                </a:cubicBezTo>
                <a:cubicBezTo>
                  <a:pt x="4" y="44"/>
                  <a:pt x="4" y="46"/>
                  <a:pt x="4" y="48"/>
                </a:cubicBezTo>
                <a:close/>
                <a:moveTo>
                  <a:pt x="48" y="12"/>
                </a:moveTo>
                <a:cubicBezTo>
                  <a:pt x="48" y="12"/>
                  <a:pt x="48" y="12"/>
                  <a:pt x="48" y="12"/>
                </a:cubicBezTo>
                <a:cubicBezTo>
                  <a:pt x="46" y="10"/>
                  <a:pt x="43" y="9"/>
                  <a:pt x="40" y="9"/>
                </a:cubicBezTo>
                <a:cubicBezTo>
                  <a:pt x="37" y="9"/>
                  <a:pt x="34" y="10"/>
                  <a:pt x="32" y="12"/>
                </a:cubicBezTo>
                <a:cubicBezTo>
                  <a:pt x="30" y="13"/>
                  <a:pt x="29" y="15"/>
                  <a:pt x="29" y="18"/>
                </a:cubicBezTo>
                <a:cubicBezTo>
                  <a:pt x="29" y="19"/>
                  <a:pt x="29" y="20"/>
                  <a:pt x="30" y="22"/>
                </a:cubicBezTo>
                <a:cubicBezTo>
                  <a:pt x="30" y="23"/>
                  <a:pt x="31" y="24"/>
                  <a:pt x="32" y="25"/>
                </a:cubicBezTo>
                <a:cubicBezTo>
                  <a:pt x="32" y="25"/>
                  <a:pt x="33" y="25"/>
                  <a:pt x="32" y="26"/>
                </a:cubicBezTo>
                <a:cubicBezTo>
                  <a:pt x="32" y="28"/>
                  <a:pt x="32" y="28"/>
                  <a:pt x="32" y="28"/>
                </a:cubicBezTo>
                <a:cubicBezTo>
                  <a:pt x="34" y="27"/>
                  <a:pt x="34" y="27"/>
                  <a:pt x="34" y="27"/>
                </a:cubicBezTo>
                <a:cubicBezTo>
                  <a:pt x="35" y="26"/>
                  <a:pt x="35" y="26"/>
                  <a:pt x="35" y="26"/>
                </a:cubicBezTo>
                <a:cubicBezTo>
                  <a:pt x="36" y="27"/>
                  <a:pt x="37" y="27"/>
                  <a:pt x="38" y="27"/>
                </a:cubicBezTo>
                <a:cubicBezTo>
                  <a:pt x="38" y="27"/>
                  <a:pt x="39" y="27"/>
                  <a:pt x="40" y="27"/>
                </a:cubicBezTo>
                <a:cubicBezTo>
                  <a:pt x="43" y="27"/>
                  <a:pt x="46" y="26"/>
                  <a:pt x="48" y="24"/>
                </a:cubicBezTo>
                <a:cubicBezTo>
                  <a:pt x="50" y="23"/>
                  <a:pt x="51" y="21"/>
                  <a:pt x="51" y="18"/>
                </a:cubicBezTo>
                <a:cubicBezTo>
                  <a:pt x="51" y="15"/>
                  <a:pt x="50" y="13"/>
                  <a:pt x="48" y="1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71" name="Freeform 105">
            <a:extLst>
              <a:ext uri="{FF2B5EF4-FFF2-40B4-BE49-F238E27FC236}">
                <a16:creationId xmlns:a16="http://schemas.microsoft.com/office/drawing/2014/main" id="{D7D7F701-479F-19CA-F4B8-1DEF5184733D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2159447"/>
            <a:ext cx="215900" cy="211667"/>
          </a:xfrm>
          <a:custGeom>
            <a:avLst/>
            <a:gdLst>
              <a:gd name="T0" fmla="*/ 6350 w 51"/>
              <a:gd name="T1" fmla="*/ 158750 h 50"/>
              <a:gd name="T2" fmla="*/ 12700 w 51"/>
              <a:gd name="T3" fmla="*/ 127000 h 50"/>
              <a:gd name="T4" fmla="*/ 44450 w 51"/>
              <a:gd name="T5" fmla="*/ 114300 h 50"/>
              <a:gd name="T6" fmla="*/ 44450 w 51"/>
              <a:gd name="T7" fmla="*/ 114300 h 50"/>
              <a:gd name="T8" fmla="*/ 34925 w 51"/>
              <a:gd name="T9" fmla="*/ 95250 h 50"/>
              <a:gd name="T10" fmla="*/ 31750 w 51"/>
              <a:gd name="T11" fmla="*/ 88900 h 50"/>
              <a:gd name="T12" fmla="*/ 25400 w 51"/>
              <a:gd name="T13" fmla="*/ 76200 h 50"/>
              <a:gd name="T14" fmla="*/ 22225 w 51"/>
              <a:gd name="T15" fmla="*/ 47625 h 50"/>
              <a:gd name="T16" fmla="*/ 63500 w 51"/>
              <a:gd name="T17" fmla="*/ 0 h 50"/>
              <a:gd name="T18" fmla="*/ 92075 w 51"/>
              <a:gd name="T19" fmla="*/ 9525 h 50"/>
              <a:gd name="T20" fmla="*/ 117475 w 51"/>
              <a:gd name="T21" fmla="*/ 38100 h 50"/>
              <a:gd name="T22" fmla="*/ 117475 w 51"/>
              <a:gd name="T23" fmla="*/ 60325 h 50"/>
              <a:gd name="T24" fmla="*/ 117475 w 51"/>
              <a:gd name="T25" fmla="*/ 73025 h 50"/>
              <a:gd name="T26" fmla="*/ 117475 w 51"/>
              <a:gd name="T27" fmla="*/ 158750 h 50"/>
              <a:gd name="T28" fmla="*/ 104775 w 51"/>
              <a:gd name="T29" fmla="*/ 76200 h 50"/>
              <a:gd name="T30" fmla="*/ 104775 w 51"/>
              <a:gd name="T31" fmla="*/ 60325 h 50"/>
              <a:gd name="T32" fmla="*/ 104775 w 51"/>
              <a:gd name="T33" fmla="*/ 38100 h 50"/>
              <a:gd name="T34" fmla="*/ 92075 w 51"/>
              <a:gd name="T35" fmla="*/ 19050 h 50"/>
              <a:gd name="T36" fmla="*/ 85725 w 51"/>
              <a:gd name="T37" fmla="*/ 19050 h 50"/>
              <a:gd name="T38" fmla="*/ 76200 w 51"/>
              <a:gd name="T39" fmla="*/ 12700 h 50"/>
              <a:gd name="T40" fmla="*/ 47625 w 51"/>
              <a:gd name="T41" fmla="*/ 15875 h 50"/>
              <a:gd name="T42" fmla="*/ 38100 w 51"/>
              <a:gd name="T43" fmla="*/ 31750 h 50"/>
              <a:gd name="T44" fmla="*/ 38100 w 51"/>
              <a:gd name="T45" fmla="*/ 60325 h 50"/>
              <a:gd name="T46" fmla="*/ 38100 w 51"/>
              <a:gd name="T47" fmla="*/ 63500 h 50"/>
              <a:gd name="T48" fmla="*/ 34925 w 51"/>
              <a:gd name="T49" fmla="*/ 73025 h 50"/>
              <a:gd name="T50" fmla="*/ 34925 w 51"/>
              <a:gd name="T51" fmla="*/ 73025 h 50"/>
              <a:gd name="T52" fmla="*/ 41275 w 51"/>
              <a:gd name="T53" fmla="*/ 79375 h 50"/>
              <a:gd name="T54" fmla="*/ 41275 w 51"/>
              <a:gd name="T55" fmla="*/ 79375 h 50"/>
              <a:gd name="T56" fmla="*/ 53975 w 51"/>
              <a:gd name="T57" fmla="*/ 101600 h 50"/>
              <a:gd name="T58" fmla="*/ 57150 w 51"/>
              <a:gd name="T59" fmla="*/ 111125 h 50"/>
              <a:gd name="T60" fmla="*/ 53975 w 51"/>
              <a:gd name="T61" fmla="*/ 120650 h 50"/>
              <a:gd name="T62" fmla="*/ 22225 w 51"/>
              <a:gd name="T63" fmla="*/ 136525 h 50"/>
              <a:gd name="T64" fmla="*/ 133350 w 51"/>
              <a:gd name="T65" fmla="*/ 111125 h 50"/>
              <a:gd name="T66" fmla="*/ 136525 w 51"/>
              <a:gd name="T67" fmla="*/ 117475 h 50"/>
              <a:gd name="T68" fmla="*/ 120650 w 51"/>
              <a:gd name="T69" fmla="*/ 120650 h 50"/>
              <a:gd name="T70" fmla="*/ 117475 w 51"/>
              <a:gd name="T71" fmla="*/ 136525 h 50"/>
              <a:gd name="T72" fmla="*/ 114300 w 51"/>
              <a:gd name="T73" fmla="*/ 120650 h 50"/>
              <a:gd name="T74" fmla="*/ 98425 w 51"/>
              <a:gd name="T75" fmla="*/ 117475 h 50"/>
              <a:gd name="T76" fmla="*/ 114300 w 51"/>
              <a:gd name="T77" fmla="*/ 111125 h 50"/>
              <a:gd name="T78" fmla="*/ 117475 w 51"/>
              <a:gd name="T79" fmla="*/ 95250 h 50"/>
              <a:gd name="T80" fmla="*/ 120650 w 51"/>
              <a:gd name="T81" fmla="*/ 111125 h 50"/>
              <a:gd name="T82" fmla="*/ 117475 w 51"/>
              <a:gd name="T83" fmla="*/ 85725 h 50"/>
              <a:gd name="T84" fmla="*/ 85725 w 51"/>
              <a:gd name="T85" fmla="*/ 117475 h 50"/>
              <a:gd name="T86" fmla="*/ 149225 w 51"/>
              <a:gd name="T87" fmla="*/ 117475 h 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1" h="50">
                <a:moveTo>
                  <a:pt x="4" y="48"/>
                </a:moveTo>
                <a:cubicBezTo>
                  <a:pt x="4" y="49"/>
                  <a:pt x="3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5"/>
                  <a:pt x="2" y="42"/>
                  <a:pt x="4" y="40"/>
                </a:cubicBezTo>
                <a:cubicBezTo>
                  <a:pt x="7" y="37"/>
                  <a:pt x="11" y="36"/>
                  <a:pt x="13" y="36"/>
                </a:cubicBezTo>
                <a:cubicBezTo>
                  <a:pt x="13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5"/>
                  <a:pt x="14" y="35"/>
                  <a:pt x="14" y="35"/>
                </a:cubicBezTo>
                <a:cubicBezTo>
                  <a:pt x="13" y="34"/>
                  <a:pt x="12" y="31"/>
                  <a:pt x="11" y="30"/>
                </a:cubicBezTo>
                <a:cubicBezTo>
                  <a:pt x="11" y="29"/>
                  <a:pt x="10" y="28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9" y="27"/>
                  <a:pt x="8" y="26"/>
                  <a:pt x="8" y="24"/>
                </a:cubicBezTo>
                <a:cubicBezTo>
                  <a:pt x="7" y="23"/>
                  <a:pt x="7" y="21"/>
                  <a:pt x="8" y="19"/>
                </a:cubicBezTo>
                <a:cubicBezTo>
                  <a:pt x="7" y="18"/>
                  <a:pt x="7" y="16"/>
                  <a:pt x="7" y="15"/>
                </a:cubicBezTo>
                <a:cubicBezTo>
                  <a:pt x="7" y="10"/>
                  <a:pt x="9" y="5"/>
                  <a:pt x="13" y="2"/>
                </a:cubicBezTo>
                <a:cubicBezTo>
                  <a:pt x="15" y="1"/>
                  <a:pt x="17" y="0"/>
                  <a:pt x="20" y="0"/>
                </a:cubicBezTo>
                <a:cubicBezTo>
                  <a:pt x="22" y="0"/>
                  <a:pt x="23" y="0"/>
                  <a:pt x="25" y="0"/>
                </a:cubicBezTo>
                <a:cubicBezTo>
                  <a:pt x="26" y="1"/>
                  <a:pt x="28" y="1"/>
                  <a:pt x="29" y="3"/>
                </a:cubicBezTo>
                <a:cubicBezTo>
                  <a:pt x="31" y="2"/>
                  <a:pt x="33" y="4"/>
                  <a:pt x="34" y="5"/>
                </a:cubicBezTo>
                <a:cubicBezTo>
                  <a:pt x="36" y="7"/>
                  <a:pt x="37" y="10"/>
                  <a:pt x="37" y="12"/>
                </a:cubicBezTo>
                <a:cubicBezTo>
                  <a:pt x="37" y="13"/>
                  <a:pt x="37" y="14"/>
                  <a:pt x="37" y="16"/>
                </a:cubicBezTo>
                <a:cubicBezTo>
                  <a:pt x="37" y="17"/>
                  <a:pt x="37" y="18"/>
                  <a:pt x="37" y="19"/>
                </a:cubicBezTo>
                <a:cubicBezTo>
                  <a:pt x="37" y="20"/>
                  <a:pt x="37" y="21"/>
                  <a:pt x="37" y="22"/>
                </a:cubicBezTo>
                <a:cubicBezTo>
                  <a:pt x="37" y="22"/>
                  <a:pt x="37" y="23"/>
                  <a:pt x="37" y="23"/>
                </a:cubicBezTo>
                <a:cubicBezTo>
                  <a:pt x="45" y="23"/>
                  <a:pt x="51" y="29"/>
                  <a:pt x="51" y="37"/>
                </a:cubicBezTo>
                <a:cubicBezTo>
                  <a:pt x="51" y="44"/>
                  <a:pt x="45" y="50"/>
                  <a:pt x="37" y="50"/>
                </a:cubicBezTo>
                <a:cubicBezTo>
                  <a:pt x="30" y="50"/>
                  <a:pt x="24" y="44"/>
                  <a:pt x="24" y="37"/>
                </a:cubicBezTo>
                <a:cubicBezTo>
                  <a:pt x="24" y="31"/>
                  <a:pt x="27" y="26"/>
                  <a:pt x="33" y="24"/>
                </a:cubicBezTo>
                <a:cubicBezTo>
                  <a:pt x="34" y="23"/>
                  <a:pt x="34" y="22"/>
                  <a:pt x="33" y="20"/>
                </a:cubicBezTo>
                <a:cubicBezTo>
                  <a:pt x="33" y="20"/>
                  <a:pt x="32" y="19"/>
                  <a:pt x="33" y="19"/>
                </a:cubicBezTo>
                <a:cubicBezTo>
                  <a:pt x="33" y="17"/>
                  <a:pt x="33" y="16"/>
                  <a:pt x="33" y="15"/>
                </a:cubicBezTo>
                <a:cubicBezTo>
                  <a:pt x="34" y="14"/>
                  <a:pt x="34" y="13"/>
                  <a:pt x="33" y="12"/>
                </a:cubicBezTo>
                <a:cubicBezTo>
                  <a:pt x="33" y="11"/>
                  <a:pt x="32" y="9"/>
                  <a:pt x="31" y="8"/>
                </a:cubicBezTo>
                <a:cubicBezTo>
                  <a:pt x="31" y="7"/>
                  <a:pt x="30" y="6"/>
                  <a:pt x="29" y="6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6"/>
                  <a:pt x="28" y="6"/>
                  <a:pt x="27" y="6"/>
                </a:cubicBezTo>
                <a:cubicBezTo>
                  <a:pt x="27" y="6"/>
                  <a:pt x="26" y="5"/>
                  <a:pt x="26" y="5"/>
                </a:cubicBezTo>
                <a:cubicBezTo>
                  <a:pt x="25" y="4"/>
                  <a:pt x="25" y="4"/>
                  <a:pt x="24" y="4"/>
                </a:cubicBezTo>
                <a:cubicBezTo>
                  <a:pt x="23" y="4"/>
                  <a:pt x="21" y="4"/>
                  <a:pt x="21" y="4"/>
                </a:cubicBezTo>
                <a:cubicBezTo>
                  <a:pt x="18" y="4"/>
                  <a:pt x="16" y="4"/>
                  <a:pt x="15" y="5"/>
                </a:cubicBezTo>
                <a:cubicBezTo>
                  <a:pt x="13" y="6"/>
                  <a:pt x="12" y="8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1" y="11"/>
                  <a:pt x="11" y="13"/>
                  <a:pt x="11" y="15"/>
                </a:cubicBezTo>
                <a:cubicBezTo>
                  <a:pt x="11" y="16"/>
                  <a:pt x="11" y="17"/>
                  <a:pt x="12" y="19"/>
                </a:cubicBezTo>
                <a:cubicBezTo>
                  <a:pt x="12" y="19"/>
                  <a:pt x="12" y="19"/>
                  <a:pt x="12" y="20"/>
                </a:cubicBezTo>
                <a:cubicBezTo>
                  <a:pt x="12" y="20"/>
                  <a:pt x="12" y="20"/>
                  <a:pt x="12" y="20"/>
                </a:cubicBezTo>
                <a:cubicBezTo>
                  <a:pt x="12" y="20"/>
                  <a:pt x="12" y="20"/>
                  <a:pt x="12" y="20"/>
                </a:cubicBezTo>
                <a:cubicBezTo>
                  <a:pt x="12" y="21"/>
                  <a:pt x="10" y="21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2" y="24"/>
                  <a:pt x="12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4" y="26"/>
                  <a:pt x="14" y="27"/>
                  <a:pt x="15" y="28"/>
                </a:cubicBezTo>
                <a:cubicBezTo>
                  <a:pt x="15" y="30"/>
                  <a:pt x="16" y="31"/>
                  <a:pt x="17" y="32"/>
                </a:cubicBezTo>
                <a:cubicBezTo>
                  <a:pt x="18" y="33"/>
                  <a:pt x="18" y="33"/>
                  <a:pt x="18" y="34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6"/>
                  <a:pt x="18" y="37"/>
                  <a:pt x="17" y="38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39"/>
                  <a:pt x="15" y="40"/>
                  <a:pt x="13" y="40"/>
                </a:cubicBezTo>
                <a:cubicBezTo>
                  <a:pt x="11" y="40"/>
                  <a:pt x="9" y="41"/>
                  <a:pt x="7" y="43"/>
                </a:cubicBezTo>
                <a:cubicBezTo>
                  <a:pt x="5" y="44"/>
                  <a:pt x="4" y="46"/>
                  <a:pt x="4" y="48"/>
                </a:cubicBezTo>
                <a:close/>
                <a:moveTo>
                  <a:pt x="42" y="35"/>
                </a:moveTo>
                <a:cubicBezTo>
                  <a:pt x="42" y="35"/>
                  <a:pt x="42" y="35"/>
                  <a:pt x="42" y="35"/>
                </a:cubicBezTo>
                <a:cubicBezTo>
                  <a:pt x="43" y="35"/>
                  <a:pt x="43" y="36"/>
                  <a:pt x="43" y="37"/>
                </a:cubicBezTo>
                <a:cubicBezTo>
                  <a:pt x="43" y="37"/>
                  <a:pt x="43" y="38"/>
                  <a:pt x="42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2"/>
                  <a:pt x="38" y="43"/>
                  <a:pt x="37" y="43"/>
                </a:cubicBezTo>
                <a:cubicBezTo>
                  <a:pt x="37" y="43"/>
                  <a:pt x="36" y="42"/>
                  <a:pt x="36" y="42"/>
                </a:cubicBezTo>
                <a:cubicBezTo>
                  <a:pt x="36" y="38"/>
                  <a:pt x="36" y="38"/>
                  <a:pt x="36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31" y="38"/>
                  <a:pt x="31" y="37"/>
                  <a:pt x="31" y="37"/>
                </a:cubicBezTo>
                <a:cubicBezTo>
                  <a:pt x="31" y="36"/>
                  <a:pt x="31" y="35"/>
                  <a:pt x="32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1"/>
                  <a:pt x="36" y="31"/>
                  <a:pt x="36" y="31"/>
                </a:cubicBezTo>
                <a:cubicBezTo>
                  <a:pt x="36" y="31"/>
                  <a:pt x="37" y="30"/>
                  <a:pt x="37" y="30"/>
                </a:cubicBezTo>
                <a:cubicBezTo>
                  <a:pt x="38" y="30"/>
                  <a:pt x="38" y="31"/>
                  <a:pt x="38" y="31"/>
                </a:cubicBezTo>
                <a:cubicBezTo>
                  <a:pt x="38" y="35"/>
                  <a:pt x="38" y="35"/>
                  <a:pt x="38" y="35"/>
                </a:cubicBezTo>
                <a:cubicBezTo>
                  <a:pt x="42" y="35"/>
                  <a:pt x="42" y="35"/>
                  <a:pt x="42" y="35"/>
                </a:cubicBezTo>
                <a:close/>
                <a:moveTo>
                  <a:pt x="37" y="27"/>
                </a:moveTo>
                <a:cubicBezTo>
                  <a:pt x="37" y="27"/>
                  <a:pt x="37" y="27"/>
                  <a:pt x="37" y="27"/>
                </a:cubicBezTo>
                <a:cubicBezTo>
                  <a:pt x="32" y="27"/>
                  <a:pt x="27" y="31"/>
                  <a:pt x="27" y="37"/>
                </a:cubicBezTo>
                <a:cubicBezTo>
                  <a:pt x="27" y="42"/>
                  <a:pt x="32" y="46"/>
                  <a:pt x="37" y="46"/>
                </a:cubicBezTo>
                <a:cubicBezTo>
                  <a:pt x="42" y="46"/>
                  <a:pt x="47" y="42"/>
                  <a:pt x="47" y="37"/>
                </a:cubicBezTo>
                <a:cubicBezTo>
                  <a:pt x="47" y="31"/>
                  <a:pt x="42" y="27"/>
                  <a:pt x="37" y="2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72" name="Freeform 106">
            <a:extLst>
              <a:ext uri="{FF2B5EF4-FFF2-40B4-BE49-F238E27FC236}">
                <a16:creationId xmlns:a16="http://schemas.microsoft.com/office/drawing/2014/main" id="{FC6FC322-0A2D-28DC-24F0-404D68748709}"/>
              </a:ext>
            </a:extLst>
          </p:cNvPr>
          <p:cNvSpPr>
            <a:spLocks noEditPoints="1"/>
          </p:cNvSpPr>
          <p:nvPr/>
        </p:nvSpPr>
        <p:spPr bwMode="auto">
          <a:xfrm>
            <a:off x="2780702" y="2159447"/>
            <a:ext cx="218017" cy="211667"/>
          </a:xfrm>
          <a:custGeom>
            <a:avLst/>
            <a:gdLst>
              <a:gd name="T0" fmla="*/ 6412 w 51"/>
              <a:gd name="T1" fmla="*/ 158750 h 50"/>
              <a:gd name="T2" fmla="*/ 12825 w 51"/>
              <a:gd name="T3" fmla="*/ 127000 h 50"/>
              <a:gd name="T4" fmla="*/ 44886 w 51"/>
              <a:gd name="T5" fmla="*/ 114300 h 50"/>
              <a:gd name="T6" fmla="*/ 44886 w 51"/>
              <a:gd name="T7" fmla="*/ 114300 h 50"/>
              <a:gd name="T8" fmla="*/ 35268 w 51"/>
              <a:gd name="T9" fmla="*/ 95250 h 50"/>
              <a:gd name="T10" fmla="*/ 32061 w 51"/>
              <a:gd name="T11" fmla="*/ 88900 h 50"/>
              <a:gd name="T12" fmla="*/ 22443 w 51"/>
              <a:gd name="T13" fmla="*/ 76200 h 50"/>
              <a:gd name="T14" fmla="*/ 22443 w 51"/>
              <a:gd name="T15" fmla="*/ 60325 h 50"/>
              <a:gd name="T16" fmla="*/ 38474 w 51"/>
              <a:gd name="T17" fmla="*/ 6350 h 50"/>
              <a:gd name="T18" fmla="*/ 76947 w 51"/>
              <a:gd name="T19" fmla="*/ 0 h 50"/>
              <a:gd name="T20" fmla="*/ 109009 w 51"/>
              <a:gd name="T21" fmla="*/ 15875 h 50"/>
              <a:gd name="T22" fmla="*/ 118627 w 51"/>
              <a:gd name="T23" fmla="*/ 50800 h 50"/>
              <a:gd name="T24" fmla="*/ 118627 w 51"/>
              <a:gd name="T25" fmla="*/ 66675 h 50"/>
              <a:gd name="T26" fmla="*/ 118627 w 51"/>
              <a:gd name="T27" fmla="*/ 73025 h 50"/>
              <a:gd name="T28" fmla="*/ 153895 w 51"/>
              <a:gd name="T29" fmla="*/ 142875 h 50"/>
              <a:gd name="T30" fmla="*/ 160307 w 51"/>
              <a:gd name="T31" fmla="*/ 149225 h 50"/>
              <a:gd name="T32" fmla="*/ 150688 w 51"/>
              <a:gd name="T33" fmla="*/ 158750 h 50"/>
              <a:gd name="T34" fmla="*/ 144276 w 51"/>
              <a:gd name="T35" fmla="*/ 149225 h 50"/>
              <a:gd name="T36" fmla="*/ 73741 w 51"/>
              <a:gd name="T37" fmla="*/ 117475 h 50"/>
              <a:gd name="T38" fmla="*/ 105803 w 51"/>
              <a:gd name="T39" fmla="*/ 63500 h 50"/>
              <a:gd name="T40" fmla="*/ 105803 w 51"/>
              <a:gd name="T41" fmla="*/ 47625 h 50"/>
              <a:gd name="T42" fmla="*/ 99390 w 51"/>
              <a:gd name="T43" fmla="*/ 25400 h 50"/>
              <a:gd name="T44" fmla="*/ 92978 w 51"/>
              <a:gd name="T45" fmla="*/ 19050 h 50"/>
              <a:gd name="T46" fmla="*/ 80153 w 51"/>
              <a:gd name="T47" fmla="*/ 15875 h 50"/>
              <a:gd name="T48" fmla="*/ 64123 w 51"/>
              <a:gd name="T49" fmla="*/ 12700 h 50"/>
              <a:gd name="T50" fmla="*/ 35268 w 51"/>
              <a:gd name="T51" fmla="*/ 31750 h 50"/>
              <a:gd name="T52" fmla="*/ 35268 w 51"/>
              <a:gd name="T53" fmla="*/ 44450 h 50"/>
              <a:gd name="T54" fmla="*/ 35268 w 51"/>
              <a:gd name="T55" fmla="*/ 63500 h 50"/>
              <a:gd name="T56" fmla="*/ 35268 w 51"/>
              <a:gd name="T57" fmla="*/ 63500 h 50"/>
              <a:gd name="T58" fmla="*/ 38474 w 51"/>
              <a:gd name="T59" fmla="*/ 79375 h 50"/>
              <a:gd name="T60" fmla="*/ 38474 w 51"/>
              <a:gd name="T61" fmla="*/ 79375 h 50"/>
              <a:gd name="T62" fmla="*/ 38474 w 51"/>
              <a:gd name="T63" fmla="*/ 79375 h 50"/>
              <a:gd name="T64" fmla="*/ 54504 w 51"/>
              <a:gd name="T65" fmla="*/ 101600 h 50"/>
              <a:gd name="T66" fmla="*/ 57710 w 51"/>
              <a:gd name="T67" fmla="*/ 111125 h 50"/>
              <a:gd name="T68" fmla="*/ 51298 w 51"/>
              <a:gd name="T69" fmla="*/ 120650 h 50"/>
              <a:gd name="T70" fmla="*/ 19237 w 51"/>
              <a:gd name="T71" fmla="*/ 136525 h 50"/>
              <a:gd name="T72" fmla="*/ 102596 w 51"/>
              <a:gd name="T73" fmla="*/ 107950 h 50"/>
              <a:gd name="T74" fmla="*/ 96184 w 51"/>
              <a:gd name="T75" fmla="*/ 111125 h 50"/>
              <a:gd name="T76" fmla="*/ 109009 w 51"/>
              <a:gd name="T77" fmla="*/ 92075 h 50"/>
              <a:gd name="T78" fmla="*/ 112215 w 51"/>
              <a:gd name="T79" fmla="*/ 98425 h 50"/>
              <a:gd name="T80" fmla="*/ 134658 w 51"/>
              <a:gd name="T81" fmla="*/ 107950 h 50"/>
              <a:gd name="T82" fmla="*/ 137864 w 51"/>
              <a:gd name="T83" fmla="*/ 104775 h 50"/>
              <a:gd name="T84" fmla="*/ 144276 w 51"/>
              <a:gd name="T85" fmla="*/ 117475 h 50"/>
              <a:gd name="T86" fmla="*/ 128245 w 51"/>
              <a:gd name="T87" fmla="*/ 139700 h 50"/>
              <a:gd name="T88" fmla="*/ 115421 w 51"/>
              <a:gd name="T89" fmla="*/ 136525 h 50"/>
              <a:gd name="T90" fmla="*/ 125039 w 51"/>
              <a:gd name="T91" fmla="*/ 133350 h 50"/>
              <a:gd name="T92" fmla="*/ 134658 w 51"/>
              <a:gd name="T93" fmla="*/ 117475 h 50"/>
              <a:gd name="T94" fmla="*/ 118627 w 51"/>
              <a:gd name="T95" fmla="*/ 85725 h 50"/>
              <a:gd name="T96" fmla="*/ 86566 w 51"/>
              <a:gd name="T97" fmla="*/ 117475 h 50"/>
              <a:gd name="T98" fmla="*/ 147482 w 51"/>
              <a:gd name="T99" fmla="*/ 117475 h 50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1" h="50">
                <a:moveTo>
                  <a:pt x="4" y="48"/>
                </a:moveTo>
                <a:cubicBezTo>
                  <a:pt x="4" y="49"/>
                  <a:pt x="3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5"/>
                  <a:pt x="2" y="42"/>
                  <a:pt x="4" y="40"/>
                </a:cubicBezTo>
                <a:cubicBezTo>
                  <a:pt x="6" y="37"/>
                  <a:pt x="10" y="36"/>
                  <a:pt x="12" y="36"/>
                </a:cubicBezTo>
                <a:cubicBezTo>
                  <a:pt x="13" y="36"/>
                  <a:pt x="13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5"/>
                  <a:pt x="14" y="35"/>
                  <a:pt x="14" y="35"/>
                </a:cubicBezTo>
                <a:cubicBezTo>
                  <a:pt x="12" y="33"/>
                  <a:pt x="11" y="31"/>
                  <a:pt x="11" y="30"/>
                </a:cubicBezTo>
                <a:cubicBezTo>
                  <a:pt x="10" y="29"/>
                  <a:pt x="10" y="28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9" y="27"/>
                  <a:pt x="8" y="26"/>
                  <a:pt x="7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3"/>
                  <a:pt x="6" y="21"/>
                  <a:pt x="7" y="19"/>
                </a:cubicBezTo>
                <a:cubicBezTo>
                  <a:pt x="7" y="18"/>
                  <a:pt x="7" y="16"/>
                  <a:pt x="7" y="14"/>
                </a:cubicBezTo>
                <a:cubicBezTo>
                  <a:pt x="7" y="10"/>
                  <a:pt x="8" y="5"/>
                  <a:pt x="12" y="2"/>
                </a:cubicBezTo>
                <a:cubicBezTo>
                  <a:pt x="14" y="1"/>
                  <a:pt x="17" y="0"/>
                  <a:pt x="20" y="0"/>
                </a:cubicBezTo>
                <a:cubicBezTo>
                  <a:pt x="21" y="0"/>
                  <a:pt x="23" y="0"/>
                  <a:pt x="24" y="0"/>
                </a:cubicBezTo>
                <a:cubicBezTo>
                  <a:pt x="26" y="0"/>
                  <a:pt x="28" y="1"/>
                  <a:pt x="29" y="2"/>
                </a:cubicBezTo>
                <a:cubicBezTo>
                  <a:pt x="31" y="2"/>
                  <a:pt x="32" y="3"/>
                  <a:pt x="34" y="5"/>
                </a:cubicBezTo>
                <a:cubicBezTo>
                  <a:pt x="35" y="7"/>
                  <a:pt x="37" y="10"/>
                  <a:pt x="37" y="12"/>
                </a:cubicBezTo>
                <a:cubicBezTo>
                  <a:pt x="37" y="13"/>
                  <a:pt x="37" y="14"/>
                  <a:pt x="37" y="16"/>
                </a:cubicBezTo>
                <a:cubicBezTo>
                  <a:pt x="37" y="17"/>
                  <a:pt x="37" y="18"/>
                  <a:pt x="36" y="19"/>
                </a:cubicBezTo>
                <a:cubicBezTo>
                  <a:pt x="37" y="20"/>
                  <a:pt x="37" y="20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2"/>
                  <a:pt x="37" y="22"/>
                  <a:pt x="37" y="23"/>
                </a:cubicBezTo>
                <a:cubicBezTo>
                  <a:pt x="44" y="23"/>
                  <a:pt x="50" y="29"/>
                  <a:pt x="50" y="37"/>
                </a:cubicBezTo>
                <a:cubicBezTo>
                  <a:pt x="50" y="40"/>
                  <a:pt x="49" y="42"/>
                  <a:pt x="48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50" y="47"/>
                  <a:pt x="50" y="47"/>
                  <a:pt x="50" y="47"/>
                </a:cubicBezTo>
                <a:cubicBezTo>
                  <a:pt x="51" y="48"/>
                  <a:pt x="51" y="49"/>
                  <a:pt x="50" y="50"/>
                </a:cubicBezTo>
                <a:cubicBezTo>
                  <a:pt x="49" y="50"/>
                  <a:pt x="48" y="50"/>
                  <a:pt x="47" y="50"/>
                </a:cubicBezTo>
                <a:cubicBezTo>
                  <a:pt x="45" y="47"/>
                  <a:pt x="45" y="47"/>
                  <a:pt x="45" y="47"/>
                </a:cubicBezTo>
                <a:cubicBezTo>
                  <a:pt x="45" y="47"/>
                  <a:pt x="45" y="47"/>
                  <a:pt x="45" y="47"/>
                </a:cubicBezTo>
                <a:cubicBezTo>
                  <a:pt x="43" y="49"/>
                  <a:pt x="40" y="50"/>
                  <a:pt x="37" y="50"/>
                </a:cubicBezTo>
                <a:cubicBezTo>
                  <a:pt x="29" y="50"/>
                  <a:pt x="23" y="44"/>
                  <a:pt x="23" y="37"/>
                </a:cubicBezTo>
                <a:cubicBezTo>
                  <a:pt x="23" y="31"/>
                  <a:pt x="27" y="26"/>
                  <a:pt x="32" y="24"/>
                </a:cubicBezTo>
                <a:cubicBezTo>
                  <a:pt x="33" y="22"/>
                  <a:pt x="34" y="22"/>
                  <a:pt x="33" y="20"/>
                </a:cubicBezTo>
                <a:cubicBezTo>
                  <a:pt x="32" y="20"/>
                  <a:pt x="32" y="19"/>
                  <a:pt x="32" y="19"/>
                </a:cubicBezTo>
                <a:cubicBezTo>
                  <a:pt x="33" y="17"/>
                  <a:pt x="33" y="16"/>
                  <a:pt x="33" y="15"/>
                </a:cubicBezTo>
                <a:cubicBezTo>
                  <a:pt x="33" y="14"/>
                  <a:pt x="33" y="13"/>
                  <a:pt x="33" y="12"/>
                </a:cubicBezTo>
                <a:cubicBezTo>
                  <a:pt x="33" y="11"/>
                  <a:pt x="32" y="9"/>
                  <a:pt x="31" y="8"/>
                </a:cubicBezTo>
                <a:cubicBezTo>
                  <a:pt x="30" y="7"/>
                  <a:pt x="29" y="6"/>
                  <a:pt x="29" y="6"/>
                </a:cubicBezTo>
                <a:cubicBezTo>
                  <a:pt x="29" y="6"/>
                  <a:pt x="29" y="6"/>
                  <a:pt x="29" y="6"/>
                </a:cubicBezTo>
                <a:cubicBezTo>
                  <a:pt x="28" y="6"/>
                  <a:pt x="28" y="6"/>
                  <a:pt x="27" y="6"/>
                </a:cubicBezTo>
                <a:cubicBezTo>
                  <a:pt x="26" y="6"/>
                  <a:pt x="26" y="5"/>
                  <a:pt x="25" y="5"/>
                </a:cubicBezTo>
                <a:cubicBezTo>
                  <a:pt x="25" y="4"/>
                  <a:pt x="24" y="4"/>
                  <a:pt x="24" y="4"/>
                </a:cubicBezTo>
                <a:cubicBezTo>
                  <a:pt x="22" y="4"/>
                  <a:pt x="21" y="4"/>
                  <a:pt x="20" y="4"/>
                </a:cubicBezTo>
                <a:cubicBezTo>
                  <a:pt x="18" y="4"/>
                  <a:pt x="16" y="4"/>
                  <a:pt x="14" y="5"/>
                </a:cubicBezTo>
                <a:cubicBezTo>
                  <a:pt x="13" y="6"/>
                  <a:pt x="12" y="8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1"/>
                  <a:pt x="10" y="13"/>
                  <a:pt x="11" y="14"/>
                </a:cubicBezTo>
                <a:cubicBezTo>
                  <a:pt x="11" y="16"/>
                  <a:pt x="11" y="17"/>
                  <a:pt x="11" y="19"/>
                </a:cubicBezTo>
                <a:cubicBezTo>
                  <a:pt x="11" y="19"/>
                  <a:pt x="12" y="19"/>
                  <a:pt x="11" y="20"/>
                </a:cubicBezTo>
                <a:cubicBezTo>
                  <a:pt x="11" y="20"/>
                  <a:pt x="11" y="20"/>
                  <a:pt x="11" y="20"/>
                </a:cubicBezTo>
                <a:cubicBezTo>
                  <a:pt x="11" y="20"/>
                  <a:pt x="11" y="20"/>
                  <a:pt x="11" y="20"/>
                </a:cubicBezTo>
                <a:cubicBezTo>
                  <a:pt x="11" y="21"/>
                  <a:pt x="10" y="21"/>
                  <a:pt x="11" y="23"/>
                </a:cubicBezTo>
                <a:cubicBezTo>
                  <a:pt x="11" y="24"/>
                  <a:pt x="12" y="24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3" y="26"/>
                  <a:pt x="14" y="27"/>
                  <a:pt x="14" y="28"/>
                </a:cubicBezTo>
                <a:cubicBezTo>
                  <a:pt x="15" y="30"/>
                  <a:pt x="16" y="31"/>
                  <a:pt x="17" y="32"/>
                </a:cubicBezTo>
                <a:cubicBezTo>
                  <a:pt x="17" y="33"/>
                  <a:pt x="18" y="33"/>
                  <a:pt x="18" y="34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6"/>
                  <a:pt x="17" y="37"/>
                  <a:pt x="16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5" y="39"/>
                  <a:pt x="14" y="40"/>
                  <a:pt x="13" y="40"/>
                </a:cubicBezTo>
                <a:cubicBezTo>
                  <a:pt x="11" y="40"/>
                  <a:pt x="8" y="41"/>
                  <a:pt x="6" y="43"/>
                </a:cubicBezTo>
                <a:cubicBezTo>
                  <a:pt x="5" y="44"/>
                  <a:pt x="4" y="46"/>
                  <a:pt x="4" y="48"/>
                </a:cubicBezTo>
                <a:close/>
                <a:moveTo>
                  <a:pt x="32" y="34"/>
                </a:moveTo>
                <a:cubicBezTo>
                  <a:pt x="32" y="34"/>
                  <a:pt x="32" y="34"/>
                  <a:pt x="32" y="34"/>
                </a:cubicBezTo>
                <a:cubicBezTo>
                  <a:pt x="31" y="35"/>
                  <a:pt x="31" y="35"/>
                  <a:pt x="30" y="35"/>
                </a:cubicBezTo>
                <a:cubicBezTo>
                  <a:pt x="30" y="35"/>
                  <a:pt x="29" y="34"/>
                  <a:pt x="30" y="33"/>
                </a:cubicBezTo>
                <a:cubicBezTo>
                  <a:pt x="30" y="32"/>
                  <a:pt x="32" y="30"/>
                  <a:pt x="34" y="29"/>
                </a:cubicBezTo>
                <a:cubicBezTo>
                  <a:pt x="34" y="29"/>
                  <a:pt x="35" y="29"/>
                  <a:pt x="35" y="30"/>
                </a:cubicBezTo>
                <a:cubicBezTo>
                  <a:pt x="35" y="30"/>
                  <a:pt x="35" y="31"/>
                  <a:pt x="35" y="31"/>
                </a:cubicBezTo>
                <a:cubicBezTo>
                  <a:pt x="33" y="32"/>
                  <a:pt x="32" y="33"/>
                  <a:pt x="32" y="34"/>
                </a:cubicBezTo>
                <a:close/>
                <a:moveTo>
                  <a:pt x="42" y="34"/>
                </a:move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3"/>
                  <a:pt x="43" y="33"/>
                </a:cubicBezTo>
                <a:cubicBezTo>
                  <a:pt x="43" y="33"/>
                  <a:pt x="44" y="33"/>
                  <a:pt x="44" y="33"/>
                </a:cubicBezTo>
                <a:cubicBezTo>
                  <a:pt x="45" y="34"/>
                  <a:pt x="45" y="36"/>
                  <a:pt x="45" y="37"/>
                </a:cubicBezTo>
                <a:cubicBezTo>
                  <a:pt x="45" y="38"/>
                  <a:pt x="44" y="40"/>
                  <a:pt x="43" y="41"/>
                </a:cubicBezTo>
                <a:cubicBezTo>
                  <a:pt x="43" y="42"/>
                  <a:pt x="41" y="43"/>
                  <a:pt x="40" y="44"/>
                </a:cubicBezTo>
                <a:cubicBezTo>
                  <a:pt x="39" y="44"/>
                  <a:pt x="38" y="44"/>
                  <a:pt x="37" y="44"/>
                </a:cubicBezTo>
                <a:cubicBezTo>
                  <a:pt x="36" y="44"/>
                  <a:pt x="36" y="44"/>
                  <a:pt x="36" y="43"/>
                </a:cubicBezTo>
                <a:cubicBezTo>
                  <a:pt x="36" y="43"/>
                  <a:pt x="36" y="42"/>
                  <a:pt x="37" y="42"/>
                </a:cubicBezTo>
                <a:cubicBezTo>
                  <a:pt x="38" y="42"/>
                  <a:pt x="38" y="42"/>
                  <a:pt x="39" y="42"/>
                </a:cubicBezTo>
                <a:cubicBezTo>
                  <a:pt x="40" y="41"/>
                  <a:pt x="41" y="41"/>
                  <a:pt x="42" y="40"/>
                </a:cubicBezTo>
                <a:cubicBezTo>
                  <a:pt x="42" y="39"/>
                  <a:pt x="42" y="38"/>
                  <a:pt x="42" y="37"/>
                </a:cubicBezTo>
                <a:cubicBezTo>
                  <a:pt x="42" y="36"/>
                  <a:pt x="42" y="35"/>
                  <a:pt x="42" y="34"/>
                </a:cubicBezTo>
                <a:close/>
                <a:moveTo>
                  <a:pt x="37" y="27"/>
                </a:moveTo>
                <a:cubicBezTo>
                  <a:pt x="37" y="27"/>
                  <a:pt x="37" y="27"/>
                  <a:pt x="37" y="27"/>
                </a:cubicBezTo>
                <a:cubicBezTo>
                  <a:pt x="32" y="27"/>
                  <a:pt x="27" y="31"/>
                  <a:pt x="27" y="37"/>
                </a:cubicBezTo>
                <a:cubicBezTo>
                  <a:pt x="27" y="42"/>
                  <a:pt x="32" y="46"/>
                  <a:pt x="37" y="46"/>
                </a:cubicBezTo>
                <a:cubicBezTo>
                  <a:pt x="42" y="46"/>
                  <a:pt x="46" y="42"/>
                  <a:pt x="46" y="37"/>
                </a:cubicBezTo>
                <a:cubicBezTo>
                  <a:pt x="46" y="31"/>
                  <a:pt x="42" y="27"/>
                  <a:pt x="37" y="2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73" name="Freeform 107">
            <a:extLst>
              <a:ext uri="{FF2B5EF4-FFF2-40B4-BE49-F238E27FC236}">
                <a16:creationId xmlns:a16="http://schemas.microsoft.com/office/drawing/2014/main" id="{29CACB18-A9D7-F443-5AF3-664CC1E0A3C0}"/>
              </a:ext>
            </a:extLst>
          </p:cNvPr>
          <p:cNvSpPr>
            <a:spLocks/>
          </p:cNvSpPr>
          <p:nvPr/>
        </p:nvSpPr>
        <p:spPr bwMode="auto">
          <a:xfrm>
            <a:off x="3142652" y="2159447"/>
            <a:ext cx="241300" cy="211667"/>
          </a:xfrm>
          <a:custGeom>
            <a:avLst/>
            <a:gdLst>
              <a:gd name="T0" fmla="*/ 123825 w 57"/>
              <a:gd name="T1" fmla="*/ 152400 h 50"/>
              <a:gd name="T2" fmla="*/ 85725 w 57"/>
              <a:gd name="T3" fmla="*/ 120650 h 50"/>
              <a:gd name="T4" fmla="*/ 82550 w 57"/>
              <a:gd name="T5" fmla="*/ 107950 h 50"/>
              <a:gd name="T6" fmla="*/ 98425 w 57"/>
              <a:gd name="T7" fmla="*/ 79375 h 50"/>
              <a:gd name="T8" fmla="*/ 98425 w 57"/>
              <a:gd name="T9" fmla="*/ 79375 h 50"/>
              <a:gd name="T10" fmla="*/ 101600 w 57"/>
              <a:gd name="T11" fmla="*/ 66675 h 50"/>
              <a:gd name="T12" fmla="*/ 101600 w 57"/>
              <a:gd name="T13" fmla="*/ 60325 h 50"/>
              <a:gd name="T14" fmla="*/ 104775 w 57"/>
              <a:gd name="T15" fmla="*/ 38100 h 50"/>
              <a:gd name="T16" fmla="*/ 85725 w 57"/>
              <a:gd name="T17" fmla="*/ 19050 h 50"/>
              <a:gd name="T18" fmla="*/ 63500 w 57"/>
              <a:gd name="T19" fmla="*/ 12700 h 50"/>
              <a:gd name="T20" fmla="*/ 34925 w 57"/>
              <a:gd name="T21" fmla="*/ 31750 h 50"/>
              <a:gd name="T22" fmla="*/ 34925 w 57"/>
              <a:gd name="T23" fmla="*/ 60325 h 50"/>
              <a:gd name="T24" fmla="*/ 34925 w 57"/>
              <a:gd name="T25" fmla="*/ 66675 h 50"/>
              <a:gd name="T26" fmla="*/ 31750 w 57"/>
              <a:gd name="T27" fmla="*/ 73025 h 50"/>
              <a:gd name="T28" fmla="*/ 38100 w 57"/>
              <a:gd name="T29" fmla="*/ 79375 h 50"/>
              <a:gd name="T30" fmla="*/ 53975 w 57"/>
              <a:gd name="T31" fmla="*/ 101600 h 50"/>
              <a:gd name="T32" fmla="*/ 57150 w 57"/>
              <a:gd name="T33" fmla="*/ 111125 h 50"/>
              <a:gd name="T34" fmla="*/ 19050 w 57"/>
              <a:gd name="T35" fmla="*/ 136525 h 50"/>
              <a:gd name="T36" fmla="*/ 0 w 57"/>
              <a:gd name="T37" fmla="*/ 152400 h 50"/>
              <a:gd name="T38" fmla="*/ 41275 w 57"/>
              <a:gd name="T39" fmla="*/ 114300 h 50"/>
              <a:gd name="T40" fmla="*/ 28575 w 57"/>
              <a:gd name="T41" fmla="*/ 88900 h 50"/>
              <a:gd name="T42" fmla="*/ 28575 w 57"/>
              <a:gd name="T43" fmla="*/ 88900 h 50"/>
              <a:gd name="T44" fmla="*/ 19050 w 57"/>
              <a:gd name="T45" fmla="*/ 47625 h 50"/>
              <a:gd name="T46" fmla="*/ 63500 w 57"/>
              <a:gd name="T47" fmla="*/ 0 h 50"/>
              <a:gd name="T48" fmla="*/ 104775 w 57"/>
              <a:gd name="T49" fmla="*/ 15875 h 50"/>
              <a:gd name="T50" fmla="*/ 123825 w 57"/>
              <a:gd name="T51" fmla="*/ 25400 h 50"/>
              <a:gd name="T52" fmla="*/ 161925 w 57"/>
              <a:gd name="T53" fmla="*/ 57150 h 50"/>
              <a:gd name="T54" fmla="*/ 161925 w 57"/>
              <a:gd name="T55" fmla="*/ 92075 h 50"/>
              <a:gd name="T56" fmla="*/ 142875 w 57"/>
              <a:gd name="T57" fmla="*/ 117475 h 50"/>
              <a:gd name="T58" fmla="*/ 171450 w 57"/>
              <a:gd name="T59" fmla="*/ 130175 h 50"/>
              <a:gd name="T60" fmla="*/ 168275 w 57"/>
              <a:gd name="T61" fmla="*/ 152400 h 50"/>
              <a:gd name="T62" fmla="*/ 146050 w 57"/>
              <a:gd name="T63" fmla="*/ 133350 h 50"/>
              <a:gd name="T64" fmla="*/ 133350 w 57"/>
              <a:gd name="T65" fmla="*/ 111125 h 50"/>
              <a:gd name="T66" fmla="*/ 146050 w 57"/>
              <a:gd name="T67" fmla="*/ 92075 h 50"/>
              <a:gd name="T68" fmla="*/ 149225 w 57"/>
              <a:gd name="T69" fmla="*/ 85725 h 50"/>
              <a:gd name="T70" fmla="*/ 149225 w 57"/>
              <a:gd name="T71" fmla="*/ 66675 h 50"/>
              <a:gd name="T72" fmla="*/ 139700 w 57"/>
              <a:gd name="T73" fmla="*/ 44450 h 50"/>
              <a:gd name="T74" fmla="*/ 130175 w 57"/>
              <a:gd name="T75" fmla="*/ 41275 h 50"/>
              <a:gd name="T76" fmla="*/ 120650 w 57"/>
              <a:gd name="T77" fmla="*/ 38100 h 50"/>
              <a:gd name="T78" fmla="*/ 117475 w 57"/>
              <a:gd name="T79" fmla="*/ 38100 h 50"/>
              <a:gd name="T80" fmla="*/ 107950 w 57"/>
              <a:gd name="T81" fmla="*/ 88900 h 50"/>
              <a:gd name="T82" fmla="*/ 107950 w 57"/>
              <a:gd name="T83" fmla="*/ 88900 h 50"/>
              <a:gd name="T84" fmla="*/ 92075 w 57"/>
              <a:gd name="T85" fmla="*/ 111125 h 50"/>
              <a:gd name="T86" fmla="*/ 95250 w 57"/>
              <a:gd name="T87" fmla="*/ 114300 h 50"/>
              <a:gd name="T88" fmla="*/ 136525 w 57"/>
              <a:gd name="T89" fmla="*/ 152400 h 5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7" h="50">
                <a:moveTo>
                  <a:pt x="43" y="48"/>
                </a:moveTo>
                <a:cubicBezTo>
                  <a:pt x="43" y="49"/>
                  <a:pt x="42" y="50"/>
                  <a:pt x="41" y="50"/>
                </a:cubicBezTo>
                <a:cubicBezTo>
                  <a:pt x="40" y="50"/>
                  <a:pt x="39" y="49"/>
                  <a:pt x="39" y="48"/>
                </a:cubicBezTo>
                <a:cubicBezTo>
                  <a:pt x="39" y="46"/>
                  <a:pt x="39" y="44"/>
                  <a:pt x="37" y="43"/>
                </a:cubicBezTo>
                <a:cubicBezTo>
                  <a:pt x="35" y="41"/>
                  <a:pt x="32" y="40"/>
                  <a:pt x="31" y="40"/>
                </a:cubicBezTo>
                <a:cubicBezTo>
                  <a:pt x="29" y="40"/>
                  <a:pt x="28" y="39"/>
                  <a:pt x="27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6" y="37"/>
                  <a:pt x="26" y="36"/>
                  <a:pt x="26" y="35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3"/>
                  <a:pt x="26" y="33"/>
                  <a:pt x="27" y="32"/>
                </a:cubicBezTo>
                <a:cubicBezTo>
                  <a:pt x="28" y="31"/>
                  <a:pt x="29" y="30"/>
                  <a:pt x="29" y="28"/>
                </a:cubicBezTo>
                <a:cubicBezTo>
                  <a:pt x="30" y="27"/>
                  <a:pt x="30" y="26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5"/>
                  <a:pt x="32" y="24"/>
                  <a:pt x="33" y="23"/>
                </a:cubicBezTo>
                <a:cubicBezTo>
                  <a:pt x="33" y="22"/>
                  <a:pt x="33" y="21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2" y="19"/>
                  <a:pt x="32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7"/>
                  <a:pt x="33" y="16"/>
                  <a:pt x="33" y="15"/>
                </a:cubicBezTo>
                <a:cubicBezTo>
                  <a:pt x="33" y="14"/>
                  <a:pt x="33" y="13"/>
                  <a:pt x="33" y="12"/>
                </a:cubicBezTo>
                <a:cubicBezTo>
                  <a:pt x="33" y="12"/>
                  <a:pt x="33" y="12"/>
                  <a:pt x="33" y="12"/>
                </a:cubicBezTo>
                <a:cubicBezTo>
                  <a:pt x="33" y="11"/>
                  <a:pt x="32" y="9"/>
                  <a:pt x="30" y="8"/>
                </a:cubicBezTo>
                <a:cubicBezTo>
                  <a:pt x="30" y="7"/>
                  <a:pt x="29" y="6"/>
                  <a:pt x="28" y="6"/>
                </a:cubicBezTo>
                <a:cubicBezTo>
                  <a:pt x="28" y="6"/>
                  <a:pt x="27" y="6"/>
                  <a:pt x="27" y="6"/>
                </a:cubicBezTo>
                <a:cubicBezTo>
                  <a:pt x="26" y="6"/>
                  <a:pt x="25" y="5"/>
                  <a:pt x="25" y="5"/>
                </a:cubicBezTo>
                <a:cubicBezTo>
                  <a:pt x="25" y="4"/>
                  <a:pt x="24" y="4"/>
                  <a:pt x="23" y="4"/>
                </a:cubicBezTo>
                <a:cubicBezTo>
                  <a:pt x="22" y="4"/>
                  <a:pt x="21" y="4"/>
                  <a:pt x="20" y="4"/>
                </a:cubicBezTo>
                <a:cubicBezTo>
                  <a:pt x="18" y="4"/>
                  <a:pt x="16" y="4"/>
                  <a:pt x="14" y="5"/>
                </a:cubicBezTo>
                <a:cubicBezTo>
                  <a:pt x="13" y="6"/>
                  <a:pt x="12" y="8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0" y="11"/>
                  <a:pt x="10" y="13"/>
                  <a:pt x="10" y="15"/>
                </a:cubicBezTo>
                <a:cubicBezTo>
                  <a:pt x="10" y="16"/>
                  <a:pt x="10" y="17"/>
                  <a:pt x="11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20"/>
                  <a:pt x="11" y="20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0" y="21"/>
                  <a:pt x="10" y="22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1" y="24"/>
                  <a:pt x="11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3" y="26"/>
                  <a:pt x="13" y="27"/>
                  <a:pt x="14" y="28"/>
                </a:cubicBezTo>
                <a:cubicBezTo>
                  <a:pt x="14" y="30"/>
                  <a:pt x="15" y="32"/>
                  <a:pt x="17" y="32"/>
                </a:cubicBezTo>
                <a:cubicBezTo>
                  <a:pt x="17" y="33"/>
                  <a:pt x="18" y="33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6"/>
                  <a:pt x="17" y="37"/>
                  <a:pt x="16" y="38"/>
                </a:cubicBezTo>
                <a:cubicBezTo>
                  <a:pt x="15" y="39"/>
                  <a:pt x="14" y="40"/>
                  <a:pt x="12" y="40"/>
                </a:cubicBezTo>
                <a:cubicBezTo>
                  <a:pt x="11" y="40"/>
                  <a:pt x="8" y="41"/>
                  <a:pt x="6" y="43"/>
                </a:cubicBezTo>
                <a:cubicBezTo>
                  <a:pt x="5" y="44"/>
                  <a:pt x="4" y="46"/>
                  <a:pt x="4" y="48"/>
                </a:cubicBezTo>
                <a:cubicBezTo>
                  <a:pt x="4" y="49"/>
                  <a:pt x="3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5"/>
                  <a:pt x="1" y="42"/>
                  <a:pt x="3" y="40"/>
                </a:cubicBezTo>
                <a:cubicBezTo>
                  <a:pt x="6" y="37"/>
                  <a:pt x="10" y="36"/>
                  <a:pt x="12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5"/>
                  <a:pt x="14" y="35"/>
                  <a:pt x="14" y="35"/>
                </a:cubicBezTo>
                <a:cubicBezTo>
                  <a:pt x="12" y="34"/>
                  <a:pt x="11" y="31"/>
                  <a:pt x="10" y="30"/>
                </a:cubicBezTo>
                <a:cubicBezTo>
                  <a:pt x="10" y="29"/>
                  <a:pt x="10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7" y="26"/>
                  <a:pt x="5" y="22"/>
                  <a:pt x="7" y="19"/>
                </a:cubicBezTo>
                <a:cubicBezTo>
                  <a:pt x="7" y="18"/>
                  <a:pt x="6" y="16"/>
                  <a:pt x="6" y="15"/>
                </a:cubicBezTo>
                <a:cubicBezTo>
                  <a:pt x="6" y="13"/>
                  <a:pt x="7" y="10"/>
                  <a:pt x="7" y="8"/>
                </a:cubicBezTo>
                <a:cubicBezTo>
                  <a:pt x="8" y="6"/>
                  <a:pt x="10" y="4"/>
                  <a:pt x="12" y="2"/>
                </a:cubicBezTo>
                <a:cubicBezTo>
                  <a:pt x="14" y="1"/>
                  <a:pt x="17" y="0"/>
                  <a:pt x="20" y="0"/>
                </a:cubicBezTo>
                <a:cubicBezTo>
                  <a:pt x="21" y="0"/>
                  <a:pt x="22" y="0"/>
                  <a:pt x="24" y="0"/>
                </a:cubicBezTo>
                <a:cubicBezTo>
                  <a:pt x="26" y="1"/>
                  <a:pt x="27" y="1"/>
                  <a:pt x="28" y="3"/>
                </a:cubicBezTo>
                <a:cubicBezTo>
                  <a:pt x="30" y="2"/>
                  <a:pt x="32" y="4"/>
                  <a:pt x="33" y="5"/>
                </a:cubicBezTo>
                <a:cubicBezTo>
                  <a:pt x="34" y="6"/>
                  <a:pt x="35" y="7"/>
                  <a:pt x="35" y="8"/>
                </a:cubicBezTo>
                <a:cubicBezTo>
                  <a:pt x="36" y="7"/>
                  <a:pt x="38" y="8"/>
                  <a:pt x="39" y="8"/>
                </a:cubicBezTo>
                <a:cubicBezTo>
                  <a:pt x="39" y="8"/>
                  <a:pt x="39" y="8"/>
                  <a:pt x="39" y="8"/>
                </a:cubicBezTo>
                <a:cubicBezTo>
                  <a:pt x="41" y="8"/>
                  <a:pt x="43" y="9"/>
                  <a:pt x="44" y="10"/>
                </a:cubicBezTo>
                <a:cubicBezTo>
                  <a:pt x="46" y="10"/>
                  <a:pt x="47" y="11"/>
                  <a:pt x="49" y="13"/>
                </a:cubicBezTo>
                <a:cubicBezTo>
                  <a:pt x="50" y="14"/>
                  <a:pt x="51" y="17"/>
                  <a:pt x="51" y="18"/>
                </a:cubicBezTo>
                <a:cubicBezTo>
                  <a:pt x="51" y="20"/>
                  <a:pt x="51" y="21"/>
                  <a:pt x="51" y="22"/>
                </a:cubicBezTo>
                <a:cubicBezTo>
                  <a:pt x="51" y="23"/>
                  <a:pt x="51" y="23"/>
                  <a:pt x="51" y="24"/>
                </a:cubicBezTo>
                <a:cubicBezTo>
                  <a:pt x="51" y="25"/>
                  <a:pt x="51" y="27"/>
                  <a:pt x="51" y="29"/>
                </a:cubicBezTo>
                <a:cubicBezTo>
                  <a:pt x="50" y="30"/>
                  <a:pt x="50" y="31"/>
                  <a:pt x="49" y="32"/>
                </a:cubicBezTo>
                <a:cubicBezTo>
                  <a:pt x="48" y="32"/>
                  <a:pt x="48" y="33"/>
                  <a:pt x="48" y="33"/>
                </a:cubicBezTo>
                <a:cubicBezTo>
                  <a:pt x="47" y="34"/>
                  <a:pt x="47" y="36"/>
                  <a:pt x="45" y="37"/>
                </a:cubicBezTo>
                <a:cubicBezTo>
                  <a:pt x="46" y="37"/>
                  <a:pt x="46" y="38"/>
                  <a:pt x="46" y="38"/>
                </a:cubicBezTo>
                <a:cubicBezTo>
                  <a:pt x="46" y="38"/>
                  <a:pt x="46" y="38"/>
                  <a:pt x="46" y="38"/>
                </a:cubicBezTo>
                <a:cubicBezTo>
                  <a:pt x="48" y="38"/>
                  <a:pt x="52" y="39"/>
                  <a:pt x="54" y="41"/>
                </a:cubicBezTo>
                <a:cubicBezTo>
                  <a:pt x="56" y="43"/>
                  <a:pt x="57" y="45"/>
                  <a:pt x="57" y="48"/>
                </a:cubicBezTo>
                <a:cubicBezTo>
                  <a:pt x="57" y="49"/>
                  <a:pt x="56" y="50"/>
                  <a:pt x="55" y="50"/>
                </a:cubicBezTo>
                <a:cubicBezTo>
                  <a:pt x="54" y="50"/>
                  <a:pt x="53" y="49"/>
                  <a:pt x="53" y="48"/>
                </a:cubicBezTo>
                <a:cubicBezTo>
                  <a:pt x="53" y="46"/>
                  <a:pt x="52" y="45"/>
                  <a:pt x="51" y="44"/>
                </a:cubicBezTo>
                <a:cubicBezTo>
                  <a:pt x="50" y="43"/>
                  <a:pt x="47" y="42"/>
                  <a:pt x="46" y="42"/>
                </a:cubicBezTo>
                <a:cubicBezTo>
                  <a:pt x="46" y="42"/>
                  <a:pt x="46" y="42"/>
                  <a:pt x="46" y="42"/>
                </a:cubicBezTo>
                <a:cubicBezTo>
                  <a:pt x="45" y="42"/>
                  <a:pt x="43" y="41"/>
                  <a:pt x="43" y="40"/>
                </a:cubicBezTo>
                <a:cubicBezTo>
                  <a:pt x="42" y="39"/>
                  <a:pt x="42" y="38"/>
                  <a:pt x="42" y="36"/>
                </a:cubicBezTo>
                <a:cubicBezTo>
                  <a:pt x="42" y="36"/>
                  <a:pt x="42" y="35"/>
                  <a:pt x="42" y="35"/>
                </a:cubicBezTo>
                <a:cubicBezTo>
                  <a:pt x="43" y="34"/>
                  <a:pt x="44" y="33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5" y="31"/>
                  <a:pt x="45" y="30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7" y="28"/>
                  <a:pt x="47" y="27"/>
                </a:cubicBezTo>
                <a:cubicBezTo>
                  <a:pt x="47" y="27"/>
                  <a:pt x="47" y="26"/>
                  <a:pt x="47" y="26"/>
                </a:cubicBezTo>
                <a:cubicBezTo>
                  <a:pt x="47" y="26"/>
                  <a:pt x="47" y="25"/>
                  <a:pt x="47" y="25"/>
                </a:cubicBezTo>
                <a:cubicBezTo>
                  <a:pt x="47" y="24"/>
                  <a:pt x="47" y="22"/>
                  <a:pt x="47" y="21"/>
                </a:cubicBezTo>
                <a:cubicBezTo>
                  <a:pt x="47" y="21"/>
                  <a:pt x="48" y="20"/>
                  <a:pt x="47" y="19"/>
                </a:cubicBezTo>
                <a:cubicBezTo>
                  <a:pt x="47" y="18"/>
                  <a:pt x="47" y="16"/>
                  <a:pt x="46" y="15"/>
                </a:cubicBezTo>
                <a:cubicBezTo>
                  <a:pt x="45" y="14"/>
                  <a:pt x="45" y="14"/>
                  <a:pt x="44" y="14"/>
                </a:cubicBezTo>
                <a:cubicBezTo>
                  <a:pt x="44" y="14"/>
                  <a:pt x="43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1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2"/>
                  <a:pt x="40" y="12"/>
                  <a:pt x="38" y="12"/>
                </a:cubicBezTo>
                <a:cubicBezTo>
                  <a:pt x="38" y="12"/>
                  <a:pt x="38" y="12"/>
                  <a:pt x="38" y="12"/>
                </a:cubicBezTo>
                <a:cubicBezTo>
                  <a:pt x="38" y="11"/>
                  <a:pt x="37" y="11"/>
                  <a:pt x="36" y="11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3"/>
                  <a:pt x="37" y="14"/>
                  <a:pt x="37" y="16"/>
                </a:cubicBezTo>
                <a:cubicBezTo>
                  <a:pt x="36" y="17"/>
                  <a:pt x="36" y="18"/>
                  <a:pt x="36" y="19"/>
                </a:cubicBezTo>
                <a:cubicBezTo>
                  <a:pt x="38" y="22"/>
                  <a:pt x="36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3" y="28"/>
                  <a:pt x="33" y="29"/>
                  <a:pt x="33" y="30"/>
                </a:cubicBezTo>
                <a:cubicBezTo>
                  <a:pt x="32" y="31"/>
                  <a:pt x="31" y="33"/>
                  <a:pt x="29" y="35"/>
                </a:cubicBezTo>
                <a:cubicBezTo>
                  <a:pt x="30" y="35"/>
                  <a:pt x="30" y="35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1" y="36"/>
                  <a:pt x="31" y="36"/>
                </a:cubicBezTo>
                <a:cubicBezTo>
                  <a:pt x="33" y="36"/>
                  <a:pt x="37" y="37"/>
                  <a:pt x="40" y="40"/>
                </a:cubicBezTo>
                <a:cubicBezTo>
                  <a:pt x="42" y="42"/>
                  <a:pt x="43" y="45"/>
                  <a:pt x="43" y="4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74" name="Freeform 108">
            <a:extLst>
              <a:ext uri="{FF2B5EF4-FFF2-40B4-BE49-F238E27FC236}">
                <a16:creationId xmlns:a16="http://schemas.microsoft.com/office/drawing/2014/main" id="{071FD26C-1B0D-4DE9-3828-F293B602E67E}"/>
              </a:ext>
            </a:extLst>
          </p:cNvPr>
          <p:cNvSpPr>
            <a:spLocks noEditPoints="1"/>
          </p:cNvSpPr>
          <p:nvPr/>
        </p:nvSpPr>
        <p:spPr bwMode="auto">
          <a:xfrm>
            <a:off x="2403934" y="2593365"/>
            <a:ext cx="211667" cy="186267"/>
          </a:xfrm>
          <a:custGeom>
            <a:avLst/>
            <a:gdLst>
              <a:gd name="T0" fmla="*/ 130175 w 50"/>
              <a:gd name="T1" fmla="*/ 22225 h 44"/>
              <a:gd name="T2" fmla="*/ 19050 w 50"/>
              <a:gd name="T3" fmla="*/ 63500 h 44"/>
              <a:gd name="T4" fmla="*/ 9525 w 50"/>
              <a:gd name="T5" fmla="*/ 76200 h 44"/>
              <a:gd name="T6" fmla="*/ 19050 w 50"/>
              <a:gd name="T7" fmla="*/ 76200 h 44"/>
              <a:gd name="T8" fmla="*/ 136525 w 50"/>
              <a:gd name="T9" fmla="*/ 123825 h 44"/>
              <a:gd name="T10" fmla="*/ 139700 w 50"/>
              <a:gd name="T11" fmla="*/ 127000 h 44"/>
              <a:gd name="T12" fmla="*/ 142875 w 50"/>
              <a:gd name="T13" fmla="*/ 127000 h 44"/>
              <a:gd name="T14" fmla="*/ 146050 w 50"/>
              <a:gd name="T15" fmla="*/ 127000 h 44"/>
              <a:gd name="T16" fmla="*/ 146050 w 50"/>
              <a:gd name="T17" fmla="*/ 123825 h 44"/>
              <a:gd name="T18" fmla="*/ 146050 w 50"/>
              <a:gd name="T19" fmla="*/ 12700 h 44"/>
              <a:gd name="T20" fmla="*/ 142875 w 50"/>
              <a:gd name="T21" fmla="*/ 12700 h 44"/>
              <a:gd name="T22" fmla="*/ 139700 w 50"/>
              <a:gd name="T23" fmla="*/ 12700 h 44"/>
              <a:gd name="T24" fmla="*/ 136525 w 50"/>
              <a:gd name="T25" fmla="*/ 12700 h 44"/>
              <a:gd name="T26" fmla="*/ 136525 w 50"/>
              <a:gd name="T27" fmla="*/ 12700 h 44"/>
              <a:gd name="T28" fmla="*/ 136525 w 50"/>
              <a:gd name="T29" fmla="*/ 123825 h 44"/>
              <a:gd name="T30" fmla="*/ 117475 w 50"/>
              <a:gd name="T31" fmla="*/ 31750 h 44"/>
              <a:gd name="T32" fmla="*/ 120650 w 50"/>
              <a:gd name="T33" fmla="*/ 38100 h 44"/>
              <a:gd name="T34" fmla="*/ 31750 w 50"/>
              <a:gd name="T35" fmla="*/ 66675 h 44"/>
              <a:gd name="T36" fmla="*/ 117475 w 50"/>
              <a:gd name="T37" fmla="*/ 31750 h 44"/>
              <a:gd name="T38" fmla="*/ 41275 w 50"/>
              <a:gd name="T39" fmla="*/ 98425 h 44"/>
              <a:gd name="T40" fmla="*/ 41275 w 50"/>
              <a:gd name="T41" fmla="*/ 107950 h 44"/>
              <a:gd name="T42" fmla="*/ 73025 w 50"/>
              <a:gd name="T43" fmla="*/ 120650 h 44"/>
              <a:gd name="T44" fmla="*/ 79375 w 50"/>
              <a:gd name="T45" fmla="*/ 120650 h 44"/>
              <a:gd name="T46" fmla="*/ 82550 w 50"/>
              <a:gd name="T47" fmla="*/ 117475 h 44"/>
              <a:gd name="T48" fmla="*/ 82550 w 50"/>
              <a:gd name="T49" fmla="*/ 114300 h 44"/>
              <a:gd name="T50" fmla="*/ 95250 w 50"/>
              <a:gd name="T51" fmla="*/ 117475 h 44"/>
              <a:gd name="T52" fmla="*/ 92075 w 50"/>
              <a:gd name="T53" fmla="*/ 123825 h 44"/>
              <a:gd name="T54" fmla="*/ 82550 w 50"/>
              <a:gd name="T55" fmla="*/ 133350 h 44"/>
              <a:gd name="T56" fmla="*/ 69850 w 50"/>
              <a:gd name="T57" fmla="*/ 133350 h 44"/>
              <a:gd name="T58" fmla="*/ 38100 w 50"/>
              <a:gd name="T59" fmla="*/ 120650 h 44"/>
              <a:gd name="T60" fmla="*/ 28575 w 50"/>
              <a:gd name="T61" fmla="*/ 98425 h 44"/>
              <a:gd name="T62" fmla="*/ 15875 w 50"/>
              <a:gd name="T63" fmla="*/ 88900 h 44"/>
              <a:gd name="T64" fmla="*/ 0 w 50"/>
              <a:gd name="T65" fmla="*/ 85725 h 44"/>
              <a:gd name="T66" fmla="*/ 0 w 50"/>
              <a:gd name="T67" fmla="*/ 76200 h 44"/>
              <a:gd name="T68" fmla="*/ 0 w 50"/>
              <a:gd name="T69" fmla="*/ 53975 h 44"/>
              <a:gd name="T70" fmla="*/ 9525 w 50"/>
              <a:gd name="T71" fmla="*/ 50800 h 44"/>
              <a:gd name="T72" fmla="*/ 127000 w 50"/>
              <a:gd name="T73" fmla="*/ 9525 h 44"/>
              <a:gd name="T74" fmla="*/ 130175 w 50"/>
              <a:gd name="T75" fmla="*/ 3175 h 44"/>
              <a:gd name="T76" fmla="*/ 142875 w 50"/>
              <a:gd name="T77" fmla="*/ 0 h 44"/>
              <a:gd name="T78" fmla="*/ 155575 w 50"/>
              <a:gd name="T79" fmla="*/ 3175 h 44"/>
              <a:gd name="T80" fmla="*/ 158750 w 50"/>
              <a:gd name="T81" fmla="*/ 123825 h 44"/>
              <a:gd name="T82" fmla="*/ 152400 w 50"/>
              <a:gd name="T83" fmla="*/ 136525 h 44"/>
              <a:gd name="T84" fmla="*/ 142875 w 50"/>
              <a:gd name="T85" fmla="*/ 139700 h 44"/>
              <a:gd name="T86" fmla="*/ 130175 w 50"/>
              <a:gd name="T87" fmla="*/ 133350 h 44"/>
              <a:gd name="T88" fmla="*/ 95250 w 50"/>
              <a:gd name="T89" fmla="*/ 117475 h 44"/>
              <a:gd name="T90" fmla="*/ 130175 w 50"/>
              <a:gd name="T91" fmla="*/ 3175 h 44"/>
              <a:gd name="T92" fmla="*/ 130175 w 50"/>
              <a:gd name="T93" fmla="*/ 3175 h 4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44">
                <a:moveTo>
                  <a:pt x="41" y="37"/>
                </a:moveTo>
                <a:cubicBezTo>
                  <a:pt x="41" y="7"/>
                  <a:pt x="41" y="7"/>
                  <a:pt x="41" y="7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20"/>
                  <a:pt x="6" y="20"/>
                  <a:pt x="6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4"/>
                  <a:pt x="3" y="24"/>
                  <a:pt x="3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18" y="28"/>
                  <a:pt x="29" y="33"/>
                  <a:pt x="41" y="37"/>
                </a:cubicBezTo>
                <a:close/>
                <a:moveTo>
                  <a:pt x="43" y="39"/>
                </a:moveTo>
                <a:cubicBezTo>
                  <a:pt x="43" y="39"/>
                  <a:pt x="43" y="39"/>
                  <a:pt x="43" y="39"/>
                </a:cubicBezTo>
                <a:cubicBezTo>
                  <a:pt x="43" y="40"/>
                  <a:pt x="43" y="40"/>
                  <a:pt x="44" y="40"/>
                </a:cubicBezTo>
                <a:cubicBezTo>
                  <a:pt x="44" y="40"/>
                  <a:pt x="44" y="40"/>
                  <a:pt x="44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6" y="40"/>
                  <a:pt x="46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40"/>
                  <a:pt x="46" y="40"/>
                  <a:pt x="46" y="39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5" y="4"/>
                  <a:pt x="45" y="4"/>
                </a:cubicBezTo>
                <a:cubicBezTo>
                  <a:pt x="44" y="4"/>
                  <a:pt x="44" y="4"/>
                  <a:pt x="44" y="4"/>
                </a:cubicBezTo>
                <a:cubicBezTo>
                  <a:pt x="44" y="4"/>
                  <a:pt x="44" y="4"/>
                  <a:pt x="44" y="4"/>
                </a:cubicBezTo>
                <a:cubicBezTo>
                  <a:pt x="44" y="4"/>
                  <a:pt x="44" y="4"/>
                  <a:pt x="44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5"/>
                  <a:pt x="43" y="5"/>
                  <a:pt x="43" y="5"/>
                </a:cubicBezTo>
                <a:cubicBezTo>
                  <a:pt x="43" y="16"/>
                  <a:pt x="43" y="28"/>
                  <a:pt x="43" y="39"/>
                </a:cubicBezTo>
                <a:close/>
                <a:moveTo>
                  <a:pt x="37" y="10"/>
                </a:move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9" y="10"/>
                  <a:pt x="39" y="11"/>
                </a:cubicBezTo>
                <a:cubicBezTo>
                  <a:pt x="39" y="11"/>
                  <a:pt x="39" y="12"/>
                  <a:pt x="38" y="12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0" y="22"/>
                  <a:pt x="10" y="21"/>
                </a:cubicBezTo>
                <a:cubicBezTo>
                  <a:pt x="10" y="21"/>
                  <a:pt x="10" y="20"/>
                  <a:pt x="11" y="20"/>
                </a:cubicBezTo>
                <a:cubicBezTo>
                  <a:pt x="37" y="10"/>
                  <a:pt x="37" y="10"/>
                  <a:pt x="37" y="10"/>
                </a:cubicBezTo>
                <a:close/>
                <a:moveTo>
                  <a:pt x="13" y="31"/>
                </a:moveTo>
                <a:cubicBezTo>
                  <a:pt x="13" y="31"/>
                  <a:pt x="13" y="31"/>
                  <a:pt x="13" y="31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3"/>
                  <a:pt x="13" y="33"/>
                  <a:pt x="13" y="34"/>
                </a:cubicBezTo>
                <a:cubicBezTo>
                  <a:pt x="13" y="34"/>
                  <a:pt x="13" y="35"/>
                  <a:pt x="14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38"/>
                  <a:pt x="24" y="38"/>
                  <a:pt x="24" y="38"/>
                </a:cubicBezTo>
                <a:cubicBezTo>
                  <a:pt x="24" y="39"/>
                  <a:pt x="24" y="39"/>
                  <a:pt x="25" y="38"/>
                </a:cubicBezTo>
                <a:cubicBezTo>
                  <a:pt x="25" y="38"/>
                  <a:pt x="25" y="38"/>
                  <a:pt x="25" y="38"/>
                </a:cubicBezTo>
                <a:cubicBezTo>
                  <a:pt x="25" y="38"/>
                  <a:pt x="26" y="38"/>
                  <a:pt x="26" y="37"/>
                </a:cubicBezTo>
                <a:cubicBezTo>
                  <a:pt x="26" y="37"/>
                  <a:pt x="26" y="37"/>
                  <a:pt x="26" y="37"/>
                </a:cubicBezTo>
                <a:cubicBezTo>
                  <a:pt x="26" y="36"/>
                  <a:pt x="26" y="36"/>
                  <a:pt x="26" y="36"/>
                </a:cubicBezTo>
                <a:cubicBezTo>
                  <a:pt x="13" y="31"/>
                  <a:pt x="13" y="31"/>
                  <a:pt x="13" y="31"/>
                </a:cubicBezTo>
                <a:close/>
                <a:moveTo>
                  <a:pt x="30" y="37"/>
                </a:moveTo>
                <a:cubicBezTo>
                  <a:pt x="30" y="37"/>
                  <a:pt x="30" y="37"/>
                  <a:pt x="30" y="37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40"/>
                  <a:pt x="28" y="41"/>
                  <a:pt x="26" y="42"/>
                </a:cubicBezTo>
                <a:cubicBezTo>
                  <a:pt x="26" y="42"/>
                  <a:pt x="26" y="42"/>
                  <a:pt x="26" y="42"/>
                </a:cubicBezTo>
                <a:cubicBezTo>
                  <a:pt x="25" y="42"/>
                  <a:pt x="24" y="43"/>
                  <a:pt x="22" y="42"/>
                </a:cubicBezTo>
                <a:cubicBezTo>
                  <a:pt x="22" y="42"/>
                  <a:pt x="22" y="42"/>
                  <a:pt x="22" y="42"/>
                </a:cubicBezTo>
                <a:cubicBezTo>
                  <a:pt x="12" y="38"/>
                  <a:pt x="12" y="38"/>
                  <a:pt x="12" y="38"/>
                </a:cubicBezTo>
                <a:cubicBezTo>
                  <a:pt x="11" y="38"/>
                  <a:pt x="10" y="37"/>
                  <a:pt x="9" y="36"/>
                </a:cubicBezTo>
                <a:cubicBezTo>
                  <a:pt x="9" y="34"/>
                  <a:pt x="9" y="33"/>
                  <a:pt x="9" y="31"/>
                </a:cubicBezTo>
                <a:cubicBezTo>
                  <a:pt x="10" y="29"/>
                  <a:pt x="10" y="29"/>
                  <a:pt x="10" y="29"/>
                </a:cubicBezTo>
                <a:cubicBezTo>
                  <a:pt x="5" y="28"/>
                  <a:pt x="5" y="28"/>
                  <a:pt x="5" y="28"/>
                </a:cubicBezTo>
                <a:cubicBezTo>
                  <a:pt x="3" y="28"/>
                  <a:pt x="3" y="28"/>
                  <a:pt x="3" y="28"/>
                </a:cubicBezTo>
                <a:cubicBezTo>
                  <a:pt x="2" y="28"/>
                  <a:pt x="1" y="27"/>
                  <a:pt x="0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6"/>
                  <a:pt x="0" y="25"/>
                  <a:pt x="0" y="24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8"/>
                  <a:pt x="0" y="17"/>
                  <a:pt x="0" y="17"/>
                </a:cubicBezTo>
                <a:cubicBezTo>
                  <a:pt x="1" y="17"/>
                  <a:pt x="1" y="17"/>
                  <a:pt x="1" y="17"/>
                </a:cubicBezTo>
                <a:cubicBezTo>
                  <a:pt x="1" y="16"/>
                  <a:pt x="2" y="16"/>
                  <a:pt x="3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40" y="3"/>
                  <a:pt x="40" y="3"/>
                  <a:pt x="40" y="3"/>
                </a:cubicBezTo>
                <a:cubicBezTo>
                  <a:pt x="40" y="2"/>
                  <a:pt x="40" y="2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2" y="0"/>
                  <a:pt x="43" y="0"/>
                  <a:pt x="4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8" y="0"/>
                  <a:pt x="48" y="1"/>
                </a:cubicBezTo>
                <a:cubicBezTo>
                  <a:pt x="49" y="1"/>
                  <a:pt x="49" y="1"/>
                  <a:pt x="49" y="1"/>
                </a:cubicBezTo>
                <a:cubicBezTo>
                  <a:pt x="49" y="2"/>
                  <a:pt x="50" y="3"/>
                  <a:pt x="50" y="4"/>
                </a:cubicBezTo>
                <a:cubicBezTo>
                  <a:pt x="50" y="39"/>
                  <a:pt x="50" y="39"/>
                  <a:pt x="50" y="39"/>
                </a:cubicBezTo>
                <a:cubicBezTo>
                  <a:pt x="50" y="41"/>
                  <a:pt x="49" y="42"/>
                  <a:pt x="48" y="42"/>
                </a:cubicBezTo>
                <a:cubicBezTo>
                  <a:pt x="48" y="43"/>
                  <a:pt x="48" y="43"/>
                  <a:pt x="48" y="43"/>
                </a:cubicBezTo>
                <a:cubicBezTo>
                  <a:pt x="48" y="43"/>
                  <a:pt x="46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3" y="44"/>
                  <a:pt x="42" y="43"/>
                  <a:pt x="41" y="42"/>
                </a:cubicBezTo>
                <a:cubicBezTo>
                  <a:pt x="40" y="42"/>
                  <a:pt x="40" y="41"/>
                  <a:pt x="40" y="40"/>
                </a:cubicBezTo>
                <a:cubicBezTo>
                  <a:pt x="30" y="37"/>
                  <a:pt x="30" y="37"/>
                  <a:pt x="30" y="37"/>
                </a:cubicBezTo>
                <a:close/>
                <a:moveTo>
                  <a:pt x="41" y="1"/>
                </a:moveTo>
                <a:cubicBezTo>
                  <a:pt x="41" y="1"/>
                  <a:pt x="41" y="1"/>
                  <a:pt x="41" y="1"/>
                </a:cubicBezTo>
                <a:cubicBezTo>
                  <a:pt x="42" y="0"/>
                  <a:pt x="43" y="0"/>
                  <a:pt x="44" y="1"/>
                </a:cubicBezTo>
                <a:cubicBezTo>
                  <a:pt x="41" y="1"/>
                  <a:pt x="41" y="1"/>
                  <a:pt x="41" y="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75" name="Freeform 109">
            <a:extLst>
              <a:ext uri="{FF2B5EF4-FFF2-40B4-BE49-F238E27FC236}">
                <a16:creationId xmlns:a16="http://schemas.microsoft.com/office/drawing/2014/main" id="{3611BCF4-7348-4366-82C7-B91D92B12E63}"/>
              </a:ext>
            </a:extLst>
          </p:cNvPr>
          <p:cNvSpPr>
            <a:spLocks noEditPoints="1"/>
          </p:cNvSpPr>
          <p:nvPr/>
        </p:nvSpPr>
        <p:spPr bwMode="auto">
          <a:xfrm>
            <a:off x="4275068" y="2167914"/>
            <a:ext cx="215900" cy="194733"/>
          </a:xfrm>
          <a:custGeom>
            <a:avLst/>
            <a:gdLst>
              <a:gd name="T0" fmla="*/ 60325 w 51"/>
              <a:gd name="T1" fmla="*/ 63500 h 46"/>
              <a:gd name="T2" fmla="*/ 60325 w 51"/>
              <a:gd name="T3" fmla="*/ 79375 h 46"/>
              <a:gd name="T4" fmla="*/ 44450 w 51"/>
              <a:gd name="T5" fmla="*/ 79375 h 46"/>
              <a:gd name="T6" fmla="*/ 44450 w 51"/>
              <a:gd name="T7" fmla="*/ 63500 h 46"/>
              <a:gd name="T8" fmla="*/ 82550 w 51"/>
              <a:gd name="T9" fmla="*/ 0 h 46"/>
              <a:gd name="T10" fmla="*/ 136525 w 51"/>
              <a:gd name="T11" fmla="*/ 22225 h 46"/>
              <a:gd name="T12" fmla="*/ 136525 w 51"/>
              <a:gd name="T13" fmla="*/ 120650 h 46"/>
              <a:gd name="T14" fmla="*/ 63500 w 51"/>
              <a:gd name="T15" fmla="*/ 136525 h 46"/>
              <a:gd name="T16" fmla="*/ 28575 w 51"/>
              <a:gd name="T17" fmla="*/ 142875 h 46"/>
              <a:gd name="T18" fmla="*/ 22225 w 51"/>
              <a:gd name="T19" fmla="*/ 146050 h 46"/>
              <a:gd name="T20" fmla="*/ 12700 w 51"/>
              <a:gd name="T21" fmla="*/ 136525 h 46"/>
              <a:gd name="T22" fmla="*/ 12700 w 51"/>
              <a:gd name="T23" fmla="*/ 133350 h 46"/>
              <a:gd name="T24" fmla="*/ 6350 w 51"/>
              <a:gd name="T25" fmla="*/ 95250 h 46"/>
              <a:gd name="T26" fmla="*/ 25400 w 51"/>
              <a:gd name="T27" fmla="*/ 22225 h 46"/>
              <a:gd name="T28" fmla="*/ 130175 w 51"/>
              <a:gd name="T29" fmla="*/ 31750 h 46"/>
              <a:gd name="T30" fmla="*/ 82550 w 51"/>
              <a:gd name="T31" fmla="*/ 12700 h 46"/>
              <a:gd name="T32" fmla="*/ 12700 w 51"/>
              <a:gd name="T33" fmla="*/ 69850 h 46"/>
              <a:gd name="T34" fmla="*/ 28575 w 51"/>
              <a:gd name="T35" fmla="*/ 104775 h 46"/>
              <a:gd name="T36" fmla="*/ 25400 w 51"/>
              <a:gd name="T37" fmla="*/ 130175 h 46"/>
              <a:gd name="T38" fmla="*/ 47625 w 51"/>
              <a:gd name="T39" fmla="*/ 120650 h 46"/>
              <a:gd name="T40" fmla="*/ 82550 w 51"/>
              <a:gd name="T41" fmla="*/ 127000 h 46"/>
              <a:gd name="T42" fmla="*/ 149225 w 51"/>
              <a:gd name="T43" fmla="*/ 69850 h 46"/>
              <a:gd name="T44" fmla="*/ 53975 w 51"/>
              <a:gd name="T45" fmla="*/ 66675 h 46"/>
              <a:gd name="T46" fmla="*/ 50800 w 51"/>
              <a:gd name="T47" fmla="*/ 66675 h 46"/>
              <a:gd name="T48" fmla="*/ 47625 w 51"/>
              <a:gd name="T49" fmla="*/ 69850 h 46"/>
              <a:gd name="T50" fmla="*/ 50800 w 51"/>
              <a:gd name="T51" fmla="*/ 76200 h 46"/>
              <a:gd name="T52" fmla="*/ 57150 w 51"/>
              <a:gd name="T53" fmla="*/ 69850 h 46"/>
              <a:gd name="T54" fmla="*/ 82550 w 51"/>
              <a:gd name="T55" fmla="*/ 60325 h 46"/>
              <a:gd name="T56" fmla="*/ 88900 w 51"/>
              <a:gd name="T57" fmla="*/ 63500 h 46"/>
              <a:gd name="T58" fmla="*/ 88900 w 51"/>
              <a:gd name="T59" fmla="*/ 79375 h 46"/>
              <a:gd name="T60" fmla="*/ 73025 w 51"/>
              <a:gd name="T61" fmla="*/ 79375 h 46"/>
              <a:gd name="T62" fmla="*/ 73025 w 51"/>
              <a:gd name="T63" fmla="*/ 63500 h 46"/>
              <a:gd name="T64" fmla="*/ 82550 w 51"/>
              <a:gd name="T65" fmla="*/ 66675 h 46"/>
              <a:gd name="T66" fmla="*/ 82550 w 51"/>
              <a:gd name="T67" fmla="*/ 66675 h 46"/>
              <a:gd name="T68" fmla="*/ 76200 w 51"/>
              <a:gd name="T69" fmla="*/ 69850 h 46"/>
              <a:gd name="T70" fmla="*/ 82550 w 51"/>
              <a:gd name="T71" fmla="*/ 76200 h 46"/>
              <a:gd name="T72" fmla="*/ 85725 w 51"/>
              <a:gd name="T73" fmla="*/ 69850 h 46"/>
              <a:gd name="T74" fmla="*/ 111125 w 51"/>
              <a:gd name="T75" fmla="*/ 60325 h 46"/>
              <a:gd name="T76" fmla="*/ 117475 w 51"/>
              <a:gd name="T77" fmla="*/ 63500 h 46"/>
              <a:gd name="T78" fmla="*/ 117475 w 51"/>
              <a:gd name="T79" fmla="*/ 79375 h 46"/>
              <a:gd name="T80" fmla="*/ 101600 w 51"/>
              <a:gd name="T81" fmla="*/ 79375 h 46"/>
              <a:gd name="T82" fmla="*/ 101600 w 51"/>
              <a:gd name="T83" fmla="*/ 63500 h 46"/>
              <a:gd name="T84" fmla="*/ 114300 w 51"/>
              <a:gd name="T85" fmla="*/ 66675 h 46"/>
              <a:gd name="T86" fmla="*/ 111125 w 51"/>
              <a:gd name="T87" fmla="*/ 66675 h 46"/>
              <a:gd name="T88" fmla="*/ 104775 w 51"/>
              <a:gd name="T89" fmla="*/ 69850 h 46"/>
              <a:gd name="T90" fmla="*/ 111125 w 51"/>
              <a:gd name="T91" fmla="*/ 76200 h 46"/>
              <a:gd name="T92" fmla="*/ 114300 w 51"/>
              <a:gd name="T93" fmla="*/ 69850 h 4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1" h="46">
                <a:moveTo>
                  <a:pt x="16" y="19"/>
                </a:moveTo>
                <a:cubicBezTo>
                  <a:pt x="17" y="19"/>
                  <a:pt x="18" y="19"/>
                  <a:pt x="19" y="20"/>
                </a:cubicBezTo>
                <a:cubicBezTo>
                  <a:pt x="19" y="20"/>
                  <a:pt x="20" y="21"/>
                  <a:pt x="20" y="22"/>
                </a:cubicBezTo>
                <a:cubicBezTo>
                  <a:pt x="20" y="23"/>
                  <a:pt x="19" y="24"/>
                  <a:pt x="19" y="25"/>
                </a:cubicBezTo>
                <a:cubicBezTo>
                  <a:pt x="18" y="26"/>
                  <a:pt x="17" y="26"/>
                  <a:pt x="16" y="26"/>
                </a:cubicBezTo>
                <a:cubicBezTo>
                  <a:pt x="15" y="26"/>
                  <a:pt x="14" y="26"/>
                  <a:pt x="14" y="25"/>
                </a:cubicBezTo>
                <a:cubicBezTo>
                  <a:pt x="13" y="24"/>
                  <a:pt x="13" y="23"/>
                  <a:pt x="13" y="22"/>
                </a:cubicBezTo>
                <a:cubicBezTo>
                  <a:pt x="13" y="21"/>
                  <a:pt x="13" y="20"/>
                  <a:pt x="14" y="20"/>
                </a:cubicBezTo>
                <a:cubicBezTo>
                  <a:pt x="14" y="19"/>
                  <a:pt x="15" y="19"/>
                  <a:pt x="16" y="19"/>
                </a:cubicBezTo>
                <a:close/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32" y="0"/>
                  <a:pt x="39" y="3"/>
                  <a:pt x="43" y="7"/>
                </a:cubicBezTo>
                <a:cubicBezTo>
                  <a:pt x="48" y="11"/>
                  <a:pt x="51" y="16"/>
                  <a:pt x="51" y="22"/>
                </a:cubicBezTo>
                <a:cubicBezTo>
                  <a:pt x="51" y="28"/>
                  <a:pt x="48" y="34"/>
                  <a:pt x="43" y="38"/>
                </a:cubicBezTo>
                <a:cubicBezTo>
                  <a:pt x="39" y="42"/>
                  <a:pt x="32" y="44"/>
                  <a:pt x="26" y="44"/>
                </a:cubicBezTo>
                <a:cubicBezTo>
                  <a:pt x="23" y="44"/>
                  <a:pt x="21" y="44"/>
                  <a:pt x="20" y="43"/>
                </a:cubicBezTo>
                <a:cubicBezTo>
                  <a:pt x="18" y="43"/>
                  <a:pt x="16" y="43"/>
                  <a:pt x="15" y="42"/>
                </a:cubicBezTo>
                <a:cubicBezTo>
                  <a:pt x="9" y="45"/>
                  <a:pt x="9" y="45"/>
                  <a:pt x="9" y="45"/>
                </a:cubicBezTo>
                <a:cubicBezTo>
                  <a:pt x="8" y="46"/>
                  <a:pt x="7" y="46"/>
                  <a:pt x="7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6" y="46"/>
                  <a:pt x="6" y="45"/>
                  <a:pt x="5" y="45"/>
                </a:cubicBezTo>
                <a:cubicBezTo>
                  <a:pt x="5" y="45"/>
                  <a:pt x="4" y="44"/>
                  <a:pt x="4" y="43"/>
                </a:cubicBezTo>
                <a:cubicBezTo>
                  <a:pt x="4" y="43"/>
                  <a:pt x="4" y="43"/>
                  <a:pt x="4" y="43"/>
                </a:cubicBezTo>
                <a:cubicBezTo>
                  <a:pt x="4" y="43"/>
                  <a:pt x="4" y="42"/>
                  <a:pt x="4" y="42"/>
                </a:cubicBezTo>
                <a:cubicBezTo>
                  <a:pt x="5" y="35"/>
                  <a:pt x="5" y="35"/>
                  <a:pt x="5" y="35"/>
                </a:cubicBezTo>
                <a:cubicBezTo>
                  <a:pt x="4" y="33"/>
                  <a:pt x="3" y="32"/>
                  <a:pt x="2" y="30"/>
                </a:cubicBezTo>
                <a:cubicBezTo>
                  <a:pt x="1" y="27"/>
                  <a:pt x="0" y="25"/>
                  <a:pt x="0" y="22"/>
                </a:cubicBezTo>
                <a:cubicBezTo>
                  <a:pt x="0" y="16"/>
                  <a:pt x="3" y="11"/>
                  <a:pt x="8" y="7"/>
                </a:cubicBezTo>
                <a:cubicBezTo>
                  <a:pt x="12" y="3"/>
                  <a:pt x="19" y="0"/>
                  <a:pt x="26" y="0"/>
                </a:cubicBezTo>
                <a:close/>
                <a:moveTo>
                  <a:pt x="41" y="10"/>
                </a:moveTo>
                <a:cubicBezTo>
                  <a:pt x="41" y="10"/>
                  <a:pt x="41" y="10"/>
                  <a:pt x="41" y="10"/>
                </a:cubicBezTo>
                <a:cubicBezTo>
                  <a:pt x="37" y="6"/>
                  <a:pt x="31" y="4"/>
                  <a:pt x="26" y="4"/>
                </a:cubicBezTo>
                <a:cubicBezTo>
                  <a:pt x="20" y="4"/>
                  <a:pt x="14" y="6"/>
                  <a:pt x="10" y="10"/>
                </a:cubicBezTo>
                <a:cubicBezTo>
                  <a:pt x="7" y="13"/>
                  <a:pt x="4" y="17"/>
                  <a:pt x="4" y="22"/>
                </a:cubicBezTo>
                <a:cubicBezTo>
                  <a:pt x="4" y="24"/>
                  <a:pt x="5" y="26"/>
                  <a:pt x="5" y="28"/>
                </a:cubicBezTo>
                <a:cubicBezTo>
                  <a:pt x="6" y="30"/>
                  <a:pt x="7" y="32"/>
                  <a:pt x="9" y="33"/>
                </a:cubicBezTo>
                <a:cubicBezTo>
                  <a:pt x="9" y="34"/>
                  <a:pt x="9" y="34"/>
                  <a:pt x="9" y="35"/>
                </a:cubicBezTo>
                <a:cubicBezTo>
                  <a:pt x="8" y="41"/>
                  <a:pt x="8" y="41"/>
                  <a:pt x="8" y="41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38"/>
                  <a:pt x="15" y="38"/>
                  <a:pt x="15" y="38"/>
                </a:cubicBezTo>
                <a:cubicBezTo>
                  <a:pt x="17" y="39"/>
                  <a:pt x="19" y="39"/>
                  <a:pt x="20" y="40"/>
                </a:cubicBezTo>
                <a:cubicBezTo>
                  <a:pt x="22" y="40"/>
                  <a:pt x="24" y="40"/>
                  <a:pt x="26" y="40"/>
                </a:cubicBezTo>
                <a:cubicBezTo>
                  <a:pt x="31" y="40"/>
                  <a:pt x="37" y="38"/>
                  <a:pt x="41" y="35"/>
                </a:cubicBezTo>
                <a:cubicBezTo>
                  <a:pt x="44" y="32"/>
                  <a:pt x="47" y="27"/>
                  <a:pt x="47" y="22"/>
                </a:cubicBezTo>
                <a:cubicBezTo>
                  <a:pt x="47" y="17"/>
                  <a:pt x="44" y="13"/>
                  <a:pt x="41" y="10"/>
                </a:cubicBezTo>
                <a:close/>
                <a:moveTo>
                  <a:pt x="17" y="21"/>
                </a:moveTo>
                <a:cubicBezTo>
                  <a:pt x="17" y="21"/>
                  <a:pt x="17" y="21"/>
                  <a:pt x="17" y="21"/>
                </a:cubicBezTo>
                <a:cubicBezTo>
                  <a:pt x="17" y="21"/>
                  <a:pt x="17" y="21"/>
                  <a:pt x="16" y="21"/>
                </a:cubicBezTo>
                <a:cubicBezTo>
                  <a:pt x="16" y="21"/>
                  <a:pt x="16" y="21"/>
                  <a:pt x="15" y="21"/>
                </a:cubicBezTo>
                <a:cubicBezTo>
                  <a:pt x="15" y="22"/>
                  <a:pt x="15" y="22"/>
                  <a:pt x="15" y="22"/>
                </a:cubicBezTo>
                <a:cubicBezTo>
                  <a:pt x="15" y="23"/>
                  <a:pt x="15" y="23"/>
                  <a:pt x="15" y="23"/>
                </a:cubicBezTo>
                <a:cubicBezTo>
                  <a:pt x="16" y="23"/>
                  <a:pt x="16" y="24"/>
                  <a:pt x="16" y="24"/>
                </a:cubicBezTo>
                <a:cubicBezTo>
                  <a:pt x="17" y="24"/>
                  <a:pt x="17" y="23"/>
                  <a:pt x="17" y="23"/>
                </a:cubicBezTo>
                <a:cubicBezTo>
                  <a:pt x="17" y="23"/>
                  <a:pt x="18" y="23"/>
                  <a:pt x="18" y="22"/>
                </a:cubicBezTo>
                <a:cubicBezTo>
                  <a:pt x="18" y="22"/>
                  <a:pt x="17" y="22"/>
                  <a:pt x="17" y="21"/>
                </a:cubicBezTo>
                <a:close/>
                <a:moveTo>
                  <a:pt x="26" y="19"/>
                </a:moveTo>
                <a:cubicBezTo>
                  <a:pt x="26" y="19"/>
                  <a:pt x="26" y="19"/>
                  <a:pt x="26" y="19"/>
                </a:cubicBezTo>
                <a:cubicBezTo>
                  <a:pt x="27" y="19"/>
                  <a:pt x="27" y="19"/>
                  <a:pt x="28" y="20"/>
                </a:cubicBezTo>
                <a:cubicBezTo>
                  <a:pt x="29" y="20"/>
                  <a:pt x="29" y="21"/>
                  <a:pt x="29" y="22"/>
                </a:cubicBezTo>
                <a:cubicBezTo>
                  <a:pt x="29" y="23"/>
                  <a:pt x="29" y="24"/>
                  <a:pt x="28" y="25"/>
                </a:cubicBezTo>
                <a:cubicBezTo>
                  <a:pt x="27" y="26"/>
                  <a:pt x="27" y="26"/>
                  <a:pt x="26" y="26"/>
                </a:cubicBezTo>
                <a:cubicBezTo>
                  <a:pt x="24" y="26"/>
                  <a:pt x="24" y="26"/>
                  <a:pt x="23" y="25"/>
                </a:cubicBezTo>
                <a:cubicBezTo>
                  <a:pt x="22" y="24"/>
                  <a:pt x="22" y="23"/>
                  <a:pt x="22" y="22"/>
                </a:cubicBezTo>
                <a:cubicBezTo>
                  <a:pt x="22" y="21"/>
                  <a:pt x="22" y="20"/>
                  <a:pt x="23" y="20"/>
                </a:cubicBezTo>
                <a:cubicBezTo>
                  <a:pt x="24" y="19"/>
                  <a:pt x="24" y="19"/>
                  <a:pt x="26" y="19"/>
                </a:cubicBezTo>
                <a:close/>
                <a:moveTo>
                  <a:pt x="26" y="21"/>
                </a:moveTo>
                <a:cubicBezTo>
                  <a:pt x="26" y="21"/>
                  <a:pt x="26" y="21"/>
                  <a:pt x="26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3"/>
                  <a:pt x="24" y="23"/>
                  <a:pt x="25" y="23"/>
                </a:cubicBezTo>
                <a:cubicBezTo>
                  <a:pt x="25" y="23"/>
                  <a:pt x="25" y="24"/>
                  <a:pt x="26" y="24"/>
                </a:cubicBezTo>
                <a:cubicBezTo>
                  <a:pt x="26" y="24"/>
                  <a:pt x="26" y="23"/>
                  <a:pt x="26" y="23"/>
                </a:cubicBezTo>
                <a:cubicBezTo>
                  <a:pt x="27" y="23"/>
                  <a:pt x="27" y="23"/>
                  <a:pt x="27" y="22"/>
                </a:cubicBezTo>
                <a:cubicBezTo>
                  <a:pt x="27" y="22"/>
                  <a:pt x="27" y="22"/>
                  <a:pt x="26" y="21"/>
                </a:cubicBezTo>
                <a:close/>
                <a:moveTo>
                  <a:pt x="35" y="19"/>
                </a:moveTo>
                <a:cubicBezTo>
                  <a:pt x="35" y="19"/>
                  <a:pt x="35" y="19"/>
                  <a:pt x="35" y="19"/>
                </a:cubicBezTo>
                <a:cubicBezTo>
                  <a:pt x="36" y="19"/>
                  <a:pt x="37" y="19"/>
                  <a:pt x="37" y="20"/>
                </a:cubicBezTo>
                <a:cubicBezTo>
                  <a:pt x="38" y="20"/>
                  <a:pt x="38" y="21"/>
                  <a:pt x="38" y="22"/>
                </a:cubicBezTo>
                <a:cubicBezTo>
                  <a:pt x="38" y="23"/>
                  <a:pt x="38" y="24"/>
                  <a:pt x="37" y="25"/>
                </a:cubicBezTo>
                <a:cubicBezTo>
                  <a:pt x="37" y="26"/>
                  <a:pt x="36" y="26"/>
                  <a:pt x="35" y="26"/>
                </a:cubicBezTo>
                <a:cubicBezTo>
                  <a:pt x="34" y="26"/>
                  <a:pt x="33" y="26"/>
                  <a:pt x="32" y="25"/>
                </a:cubicBezTo>
                <a:cubicBezTo>
                  <a:pt x="32" y="24"/>
                  <a:pt x="31" y="23"/>
                  <a:pt x="31" y="22"/>
                </a:cubicBezTo>
                <a:cubicBezTo>
                  <a:pt x="31" y="21"/>
                  <a:pt x="32" y="20"/>
                  <a:pt x="32" y="20"/>
                </a:cubicBezTo>
                <a:cubicBezTo>
                  <a:pt x="33" y="19"/>
                  <a:pt x="34" y="19"/>
                  <a:pt x="35" y="19"/>
                </a:cubicBezTo>
                <a:close/>
                <a:moveTo>
                  <a:pt x="36" y="21"/>
                </a:moveTo>
                <a:cubicBezTo>
                  <a:pt x="36" y="21"/>
                  <a:pt x="36" y="21"/>
                  <a:pt x="36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2"/>
                  <a:pt x="33" y="22"/>
                  <a:pt x="33" y="22"/>
                </a:cubicBezTo>
                <a:cubicBezTo>
                  <a:pt x="33" y="23"/>
                  <a:pt x="34" y="23"/>
                  <a:pt x="34" y="23"/>
                </a:cubicBezTo>
                <a:cubicBezTo>
                  <a:pt x="34" y="23"/>
                  <a:pt x="34" y="24"/>
                  <a:pt x="35" y="24"/>
                </a:cubicBezTo>
                <a:cubicBezTo>
                  <a:pt x="35" y="24"/>
                  <a:pt x="35" y="23"/>
                  <a:pt x="36" y="23"/>
                </a:cubicBezTo>
                <a:cubicBezTo>
                  <a:pt x="36" y="23"/>
                  <a:pt x="36" y="23"/>
                  <a:pt x="36" y="22"/>
                </a:cubicBezTo>
                <a:cubicBezTo>
                  <a:pt x="36" y="22"/>
                  <a:pt x="36" y="22"/>
                  <a:pt x="36" y="2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76" name="Freeform 110">
            <a:extLst>
              <a:ext uri="{FF2B5EF4-FFF2-40B4-BE49-F238E27FC236}">
                <a16:creationId xmlns:a16="http://schemas.microsoft.com/office/drawing/2014/main" id="{DBEEC404-5CDA-7CCD-20CA-39F332AF81BF}"/>
              </a:ext>
            </a:extLst>
          </p:cNvPr>
          <p:cNvSpPr>
            <a:spLocks noEditPoints="1"/>
          </p:cNvSpPr>
          <p:nvPr/>
        </p:nvSpPr>
        <p:spPr bwMode="auto">
          <a:xfrm>
            <a:off x="5056118" y="2159447"/>
            <a:ext cx="194733" cy="211667"/>
          </a:xfrm>
          <a:custGeom>
            <a:avLst/>
            <a:gdLst>
              <a:gd name="T0" fmla="*/ 22225 w 46"/>
              <a:gd name="T1" fmla="*/ 0 h 50"/>
              <a:gd name="T2" fmla="*/ 104775 w 46"/>
              <a:gd name="T3" fmla="*/ 0 h 50"/>
              <a:gd name="T4" fmla="*/ 130175 w 46"/>
              <a:gd name="T5" fmla="*/ 25400 h 50"/>
              <a:gd name="T6" fmla="*/ 130175 w 46"/>
              <a:gd name="T7" fmla="*/ 53975 h 50"/>
              <a:gd name="T8" fmla="*/ 104775 w 46"/>
              <a:gd name="T9" fmla="*/ 76200 h 50"/>
              <a:gd name="T10" fmla="*/ 50800 w 46"/>
              <a:gd name="T11" fmla="*/ 76200 h 50"/>
              <a:gd name="T12" fmla="*/ 44450 w 46"/>
              <a:gd name="T13" fmla="*/ 92075 h 50"/>
              <a:gd name="T14" fmla="*/ 44450 w 46"/>
              <a:gd name="T15" fmla="*/ 92075 h 50"/>
              <a:gd name="T16" fmla="*/ 44450 w 46"/>
              <a:gd name="T17" fmla="*/ 92075 h 50"/>
              <a:gd name="T18" fmla="*/ 28575 w 46"/>
              <a:gd name="T19" fmla="*/ 92075 h 50"/>
              <a:gd name="T20" fmla="*/ 22225 w 46"/>
              <a:gd name="T21" fmla="*/ 76200 h 50"/>
              <a:gd name="T22" fmla="*/ 0 w 46"/>
              <a:gd name="T23" fmla="*/ 53975 h 50"/>
              <a:gd name="T24" fmla="*/ 0 w 46"/>
              <a:gd name="T25" fmla="*/ 25400 h 50"/>
              <a:gd name="T26" fmla="*/ 22225 w 46"/>
              <a:gd name="T27" fmla="*/ 0 h 50"/>
              <a:gd name="T28" fmla="*/ 104775 w 46"/>
              <a:gd name="T29" fmla="*/ 12700 h 50"/>
              <a:gd name="T30" fmla="*/ 104775 w 46"/>
              <a:gd name="T31" fmla="*/ 12700 h 50"/>
              <a:gd name="T32" fmla="*/ 22225 w 46"/>
              <a:gd name="T33" fmla="*/ 12700 h 50"/>
              <a:gd name="T34" fmla="*/ 12700 w 46"/>
              <a:gd name="T35" fmla="*/ 25400 h 50"/>
              <a:gd name="T36" fmla="*/ 12700 w 46"/>
              <a:gd name="T37" fmla="*/ 53975 h 50"/>
              <a:gd name="T38" fmla="*/ 22225 w 46"/>
              <a:gd name="T39" fmla="*/ 63500 h 50"/>
              <a:gd name="T40" fmla="*/ 25400 w 46"/>
              <a:gd name="T41" fmla="*/ 63500 h 50"/>
              <a:gd name="T42" fmla="*/ 31750 w 46"/>
              <a:gd name="T43" fmla="*/ 69850 h 50"/>
              <a:gd name="T44" fmla="*/ 38100 w 46"/>
              <a:gd name="T45" fmla="*/ 79375 h 50"/>
              <a:gd name="T46" fmla="*/ 41275 w 46"/>
              <a:gd name="T47" fmla="*/ 69850 h 50"/>
              <a:gd name="T48" fmla="*/ 47625 w 46"/>
              <a:gd name="T49" fmla="*/ 63500 h 50"/>
              <a:gd name="T50" fmla="*/ 104775 w 46"/>
              <a:gd name="T51" fmla="*/ 63500 h 50"/>
              <a:gd name="T52" fmla="*/ 117475 w 46"/>
              <a:gd name="T53" fmla="*/ 53975 h 50"/>
              <a:gd name="T54" fmla="*/ 117475 w 46"/>
              <a:gd name="T55" fmla="*/ 25400 h 50"/>
              <a:gd name="T56" fmla="*/ 104775 w 46"/>
              <a:gd name="T57" fmla="*/ 12700 h 50"/>
              <a:gd name="T58" fmla="*/ 127000 w 46"/>
              <a:gd name="T59" fmla="*/ 98425 h 50"/>
              <a:gd name="T60" fmla="*/ 127000 w 46"/>
              <a:gd name="T61" fmla="*/ 98425 h 50"/>
              <a:gd name="T62" fmla="*/ 69850 w 46"/>
              <a:gd name="T63" fmla="*/ 98425 h 50"/>
              <a:gd name="T64" fmla="*/ 63500 w 46"/>
              <a:gd name="T65" fmla="*/ 104775 h 50"/>
              <a:gd name="T66" fmla="*/ 63500 w 46"/>
              <a:gd name="T67" fmla="*/ 123825 h 50"/>
              <a:gd name="T68" fmla="*/ 69850 w 46"/>
              <a:gd name="T69" fmla="*/ 133350 h 50"/>
              <a:gd name="T70" fmla="*/ 107950 w 46"/>
              <a:gd name="T71" fmla="*/ 133350 h 50"/>
              <a:gd name="T72" fmla="*/ 114300 w 46"/>
              <a:gd name="T73" fmla="*/ 136525 h 50"/>
              <a:gd name="T74" fmla="*/ 117475 w 46"/>
              <a:gd name="T75" fmla="*/ 139700 h 50"/>
              <a:gd name="T76" fmla="*/ 117475 w 46"/>
              <a:gd name="T77" fmla="*/ 136525 h 50"/>
              <a:gd name="T78" fmla="*/ 123825 w 46"/>
              <a:gd name="T79" fmla="*/ 133350 h 50"/>
              <a:gd name="T80" fmla="*/ 127000 w 46"/>
              <a:gd name="T81" fmla="*/ 133350 h 50"/>
              <a:gd name="T82" fmla="*/ 133350 w 46"/>
              <a:gd name="T83" fmla="*/ 123825 h 50"/>
              <a:gd name="T84" fmla="*/ 133350 w 46"/>
              <a:gd name="T85" fmla="*/ 104775 h 50"/>
              <a:gd name="T86" fmla="*/ 127000 w 46"/>
              <a:gd name="T87" fmla="*/ 98425 h 50"/>
              <a:gd name="T88" fmla="*/ 69850 w 46"/>
              <a:gd name="T89" fmla="*/ 85725 h 50"/>
              <a:gd name="T90" fmla="*/ 69850 w 46"/>
              <a:gd name="T91" fmla="*/ 85725 h 50"/>
              <a:gd name="T92" fmla="*/ 127000 w 46"/>
              <a:gd name="T93" fmla="*/ 85725 h 50"/>
              <a:gd name="T94" fmla="*/ 146050 w 46"/>
              <a:gd name="T95" fmla="*/ 104775 h 50"/>
              <a:gd name="T96" fmla="*/ 146050 w 46"/>
              <a:gd name="T97" fmla="*/ 123825 h 50"/>
              <a:gd name="T98" fmla="*/ 127000 w 46"/>
              <a:gd name="T99" fmla="*/ 142875 h 50"/>
              <a:gd name="T100" fmla="*/ 123825 w 46"/>
              <a:gd name="T101" fmla="*/ 155575 h 50"/>
              <a:gd name="T102" fmla="*/ 107950 w 46"/>
              <a:gd name="T103" fmla="*/ 155575 h 50"/>
              <a:gd name="T104" fmla="*/ 104775 w 46"/>
              <a:gd name="T105" fmla="*/ 142875 h 50"/>
              <a:gd name="T106" fmla="*/ 69850 w 46"/>
              <a:gd name="T107" fmla="*/ 142875 h 50"/>
              <a:gd name="T108" fmla="*/ 50800 w 46"/>
              <a:gd name="T109" fmla="*/ 123825 h 50"/>
              <a:gd name="T110" fmla="*/ 50800 w 46"/>
              <a:gd name="T111" fmla="*/ 104775 h 50"/>
              <a:gd name="T112" fmla="*/ 69850 w 46"/>
              <a:gd name="T113" fmla="*/ 85725 h 5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46" h="50">
                <a:moveTo>
                  <a:pt x="7" y="0"/>
                </a:moveTo>
                <a:cubicBezTo>
                  <a:pt x="33" y="0"/>
                  <a:pt x="33" y="0"/>
                  <a:pt x="33" y="0"/>
                </a:cubicBezTo>
                <a:cubicBezTo>
                  <a:pt x="37" y="0"/>
                  <a:pt x="41" y="4"/>
                  <a:pt x="41" y="8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21"/>
                  <a:pt x="37" y="24"/>
                  <a:pt x="33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3" y="31"/>
                  <a:pt x="10" y="31"/>
                  <a:pt x="9" y="29"/>
                </a:cubicBezTo>
                <a:cubicBezTo>
                  <a:pt x="7" y="24"/>
                  <a:pt x="7" y="24"/>
                  <a:pt x="7" y="24"/>
                </a:cubicBezTo>
                <a:cubicBezTo>
                  <a:pt x="3" y="24"/>
                  <a:pt x="0" y="21"/>
                  <a:pt x="0" y="17"/>
                </a:cubicBezTo>
                <a:cubicBezTo>
                  <a:pt x="0" y="8"/>
                  <a:pt x="0" y="8"/>
                  <a:pt x="0" y="8"/>
                </a:cubicBezTo>
                <a:cubicBezTo>
                  <a:pt x="0" y="4"/>
                  <a:pt x="3" y="0"/>
                  <a:pt x="7" y="0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7" y="4"/>
                  <a:pt x="7" y="4"/>
                  <a:pt x="7" y="4"/>
                </a:cubicBezTo>
                <a:cubicBezTo>
                  <a:pt x="5" y="4"/>
                  <a:pt x="4" y="6"/>
                  <a:pt x="4" y="8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9"/>
                  <a:pt x="5" y="20"/>
                  <a:pt x="7" y="20"/>
                </a:cubicBezTo>
                <a:cubicBezTo>
                  <a:pt x="8" y="20"/>
                  <a:pt x="8" y="20"/>
                  <a:pt x="8" y="20"/>
                </a:cubicBezTo>
                <a:cubicBezTo>
                  <a:pt x="9" y="20"/>
                  <a:pt x="10" y="21"/>
                  <a:pt x="10" y="22"/>
                </a:cubicBezTo>
                <a:cubicBezTo>
                  <a:pt x="12" y="25"/>
                  <a:pt x="12" y="25"/>
                  <a:pt x="12" y="25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21"/>
                  <a:pt x="14" y="20"/>
                  <a:pt x="15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5" y="20"/>
                  <a:pt x="37" y="19"/>
                  <a:pt x="37" y="17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6"/>
                  <a:pt x="35" y="4"/>
                  <a:pt x="33" y="4"/>
                </a:cubicBezTo>
                <a:close/>
                <a:moveTo>
                  <a:pt x="40" y="31"/>
                </a:moveTo>
                <a:cubicBezTo>
                  <a:pt x="40" y="31"/>
                  <a:pt x="40" y="31"/>
                  <a:pt x="40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1" y="31"/>
                  <a:pt x="20" y="32"/>
                  <a:pt x="20" y="33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41"/>
                  <a:pt x="21" y="42"/>
                  <a:pt x="22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5" y="42"/>
                  <a:pt x="36" y="42"/>
                  <a:pt x="36" y="43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3"/>
                  <a:pt x="37" y="43"/>
                  <a:pt x="37" y="43"/>
                </a:cubicBezTo>
                <a:cubicBezTo>
                  <a:pt x="38" y="42"/>
                  <a:pt x="38" y="42"/>
                  <a:pt x="39" y="42"/>
                </a:cubicBezTo>
                <a:cubicBezTo>
                  <a:pt x="40" y="42"/>
                  <a:pt x="40" y="42"/>
                  <a:pt x="40" y="42"/>
                </a:cubicBezTo>
                <a:cubicBezTo>
                  <a:pt x="41" y="42"/>
                  <a:pt x="42" y="41"/>
                  <a:pt x="42" y="39"/>
                </a:cubicBezTo>
                <a:cubicBezTo>
                  <a:pt x="42" y="33"/>
                  <a:pt x="42" y="33"/>
                  <a:pt x="42" y="33"/>
                </a:cubicBezTo>
                <a:cubicBezTo>
                  <a:pt x="42" y="32"/>
                  <a:pt x="41" y="31"/>
                  <a:pt x="40" y="31"/>
                </a:cubicBezTo>
                <a:close/>
                <a:moveTo>
                  <a:pt x="22" y="27"/>
                </a:moveTo>
                <a:cubicBezTo>
                  <a:pt x="22" y="27"/>
                  <a:pt x="22" y="27"/>
                  <a:pt x="22" y="27"/>
                </a:cubicBezTo>
                <a:cubicBezTo>
                  <a:pt x="40" y="27"/>
                  <a:pt x="40" y="27"/>
                  <a:pt x="40" y="27"/>
                </a:cubicBezTo>
                <a:cubicBezTo>
                  <a:pt x="43" y="27"/>
                  <a:pt x="46" y="30"/>
                  <a:pt x="46" y="33"/>
                </a:cubicBezTo>
                <a:cubicBezTo>
                  <a:pt x="46" y="39"/>
                  <a:pt x="46" y="39"/>
                  <a:pt x="46" y="39"/>
                </a:cubicBezTo>
                <a:cubicBezTo>
                  <a:pt x="46" y="43"/>
                  <a:pt x="43" y="45"/>
                  <a:pt x="40" y="45"/>
                </a:cubicBezTo>
                <a:cubicBezTo>
                  <a:pt x="39" y="49"/>
                  <a:pt x="39" y="49"/>
                  <a:pt x="39" y="49"/>
                </a:cubicBezTo>
                <a:cubicBezTo>
                  <a:pt x="38" y="50"/>
                  <a:pt x="35" y="50"/>
                  <a:pt x="34" y="49"/>
                </a:cubicBezTo>
                <a:cubicBezTo>
                  <a:pt x="33" y="45"/>
                  <a:pt x="33" y="45"/>
                  <a:pt x="33" y="45"/>
                </a:cubicBezTo>
                <a:cubicBezTo>
                  <a:pt x="22" y="45"/>
                  <a:pt x="22" y="45"/>
                  <a:pt x="22" y="45"/>
                </a:cubicBezTo>
                <a:cubicBezTo>
                  <a:pt x="19" y="45"/>
                  <a:pt x="16" y="43"/>
                  <a:pt x="16" y="39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30"/>
                  <a:pt x="19" y="27"/>
                  <a:pt x="22" y="2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77" name="Freeform 111">
            <a:extLst>
              <a:ext uri="{FF2B5EF4-FFF2-40B4-BE49-F238E27FC236}">
                <a16:creationId xmlns:a16="http://schemas.microsoft.com/office/drawing/2014/main" id="{1D12A2A9-0622-EED2-8142-6EE23B3A2104}"/>
              </a:ext>
            </a:extLst>
          </p:cNvPr>
          <p:cNvSpPr>
            <a:spLocks noEditPoints="1"/>
          </p:cNvSpPr>
          <p:nvPr/>
        </p:nvSpPr>
        <p:spPr bwMode="auto">
          <a:xfrm>
            <a:off x="3155351" y="2574314"/>
            <a:ext cx="211667" cy="222251"/>
          </a:xfrm>
          <a:custGeom>
            <a:avLst/>
            <a:gdLst>
              <a:gd name="T0" fmla="*/ 88900 w 50"/>
              <a:gd name="T1" fmla="*/ 118605 h 52"/>
              <a:gd name="T2" fmla="*/ 92075 w 50"/>
              <a:gd name="T3" fmla="*/ 137838 h 52"/>
              <a:gd name="T4" fmla="*/ 73025 w 50"/>
              <a:gd name="T5" fmla="*/ 144249 h 52"/>
              <a:gd name="T6" fmla="*/ 66675 w 50"/>
              <a:gd name="T7" fmla="*/ 121810 h 52"/>
              <a:gd name="T8" fmla="*/ 12700 w 50"/>
              <a:gd name="T9" fmla="*/ 57700 h 52"/>
              <a:gd name="T10" fmla="*/ 142875 w 50"/>
              <a:gd name="T11" fmla="*/ 25644 h 52"/>
              <a:gd name="T12" fmla="*/ 127000 w 50"/>
              <a:gd name="T13" fmla="*/ 32055 h 52"/>
              <a:gd name="T14" fmla="*/ 114300 w 50"/>
              <a:gd name="T15" fmla="*/ 19233 h 52"/>
              <a:gd name="T16" fmla="*/ 41275 w 50"/>
              <a:gd name="T17" fmla="*/ 38466 h 52"/>
              <a:gd name="T18" fmla="*/ 31750 w 50"/>
              <a:gd name="T19" fmla="*/ 19233 h 52"/>
              <a:gd name="T20" fmla="*/ 12700 w 50"/>
              <a:gd name="T21" fmla="*/ 57700 h 52"/>
              <a:gd name="T22" fmla="*/ 12700 w 50"/>
              <a:gd name="T23" fmla="*/ 70522 h 52"/>
              <a:gd name="T24" fmla="*/ 31750 w 50"/>
              <a:gd name="T25" fmla="*/ 153866 h 52"/>
              <a:gd name="T26" fmla="*/ 149225 w 50"/>
              <a:gd name="T27" fmla="*/ 134633 h 52"/>
              <a:gd name="T28" fmla="*/ 31750 w 50"/>
              <a:gd name="T29" fmla="*/ 6411 h 52"/>
              <a:gd name="T30" fmla="*/ 41275 w 50"/>
              <a:gd name="T31" fmla="*/ 0 h 52"/>
              <a:gd name="T32" fmla="*/ 114300 w 50"/>
              <a:gd name="T33" fmla="*/ 6411 h 52"/>
              <a:gd name="T34" fmla="*/ 127000 w 50"/>
              <a:gd name="T35" fmla="*/ 6411 h 52"/>
              <a:gd name="T36" fmla="*/ 149225 w 50"/>
              <a:gd name="T37" fmla="*/ 16028 h 52"/>
              <a:gd name="T38" fmla="*/ 149225 w 50"/>
              <a:gd name="T39" fmla="*/ 157071 h 52"/>
              <a:gd name="T40" fmla="*/ 9525 w 50"/>
              <a:gd name="T41" fmla="*/ 157071 h 52"/>
              <a:gd name="T42" fmla="*/ 9525 w 50"/>
              <a:gd name="T43" fmla="*/ 16028 h 52"/>
              <a:gd name="T44" fmla="*/ 50800 w 50"/>
              <a:gd name="T45" fmla="*/ 32055 h 52"/>
              <a:gd name="T46" fmla="*/ 50800 w 50"/>
              <a:gd name="T47" fmla="*/ 41672 h 52"/>
              <a:gd name="T48" fmla="*/ 25400 w 50"/>
              <a:gd name="T49" fmla="*/ 32055 h 52"/>
              <a:gd name="T50" fmla="*/ 34925 w 50"/>
              <a:gd name="T51" fmla="*/ 38466 h 52"/>
              <a:gd name="T52" fmla="*/ 50800 w 50"/>
              <a:gd name="T53" fmla="*/ 32055 h 52"/>
              <a:gd name="T54" fmla="*/ 133350 w 50"/>
              <a:gd name="T55" fmla="*/ 28850 h 52"/>
              <a:gd name="T56" fmla="*/ 120650 w 50"/>
              <a:gd name="T57" fmla="*/ 48083 h 52"/>
              <a:gd name="T58" fmla="*/ 107950 w 50"/>
              <a:gd name="T59" fmla="*/ 28850 h 52"/>
              <a:gd name="T60" fmla="*/ 120650 w 50"/>
              <a:gd name="T61" fmla="*/ 38466 h 52"/>
              <a:gd name="T62" fmla="*/ 31750 w 50"/>
              <a:gd name="T63" fmla="*/ 76933 h 52"/>
              <a:gd name="T64" fmla="*/ 50800 w 50"/>
              <a:gd name="T65" fmla="*/ 76933 h 52"/>
              <a:gd name="T66" fmla="*/ 53975 w 50"/>
              <a:gd name="T67" fmla="*/ 99372 h 52"/>
              <a:gd name="T68" fmla="*/ 31750 w 50"/>
              <a:gd name="T69" fmla="*/ 102577 h 52"/>
              <a:gd name="T70" fmla="*/ 28575 w 50"/>
              <a:gd name="T71" fmla="*/ 80138 h 52"/>
              <a:gd name="T72" fmla="*/ 47625 w 50"/>
              <a:gd name="T73" fmla="*/ 86550 h 52"/>
              <a:gd name="T74" fmla="*/ 47625 w 50"/>
              <a:gd name="T75" fmla="*/ 96166 h 52"/>
              <a:gd name="T76" fmla="*/ 73025 w 50"/>
              <a:gd name="T77" fmla="*/ 76933 h 52"/>
              <a:gd name="T78" fmla="*/ 92075 w 50"/>
              <a:gd name="T79" fmla="*/ 80138 h 52"/>
              <a:gd name="T80" fmla="*/ 88900 w 50"/>
              <a:gd name="T81" fmla="*/ 102577 h 52"/>
              <a:gd name="T82" fmla="*/ 66675 w 50"/>
              <a:gd name="T83" fmla="*/ 99372 h 52"/>
              <a:gd name="T84" fmla="*/ 73025 w 50"/>
              <a:gd name="T85" fmla="*/ 76933 h 52"/>
              <a:gd name="T86" fmla="*/ 76200 w 50"/>
              <a:gd name="T87" fmla="*/ 86550 h 52"/>
              <a:gd name="T88" fmla="*/ 85725 w 50"/>
              <a:gd name="T89" fmla="*/ 86550 h 52"/>
              <a:gd name="T90" fmla="*/ 111125 w 50"/>
              <a:gd name="T91" fmla="*/ 76933 h 52"/>
              <a:gd name="T92" fmla="*/ 133350 w 50"/>
              <a:gd name="T93" fmla="*/ 83344 h 52"/>
              <a:gd name="T94" fmla="*/ 127000 w 50"/>
              <a:gd name="T95" fmla="*/ 102577 h 52"/>
              <a:gd name="T96" fmla="*/ 107950 w 50"/>
              <a:gd name="T97" fmla="*/ 99372 h 52"/>
              <a:gd name="T98" fmla="*/ 123825 w 50"/>
              <a:gd name="T99" fmla="*/ 86550 h 52"/>
              <a:gd name="T100" fmla="*/ 114300 w 50"/>
              <a:gd name="T101" fmla="*/ 96166 h 52"/>
              <a:gd name="T102" fmla="*/ 31750 w 50"/>
              <a:gd name="T103" fmla="*/ 118605 h 52"/>
              <a:gd name="T104" fmla="*/ 50800 w 50"/>
              <a:gd name="T105" fmla="*/ 118605 h 52"/>
              <a:gd name="T106" fmla="*/ 53975 w 50"/>
              <a:gd name="T107" fmla="*/ 137838 h 52"/>
              <a:gd name="T108" fmla="*/ 31750 w 50"/>
              <a:gd name="T109" fmla="*/ 144249 h 52"/>
              <a:gd name="T110" fmla="*/ 28575 w 50"/>
              <a:gd name="T111" fmla="*/ 121810 h 52"/>
              <a:gd name="T112" fmla="*/ 47625 w 50"/>
              <a:gd name="T113" fmla="*/ 125016 h 52"/>
              <a:gd name="T114" fmla="*/ 47625 w 50"/>
              <a:gd name="T115" fmla="*/ 134633 h 52"/>
              <a:gd name="T116" fmla="*/ 85725 w 50"/>
              <a:gd name="T117" fmla="*/ 125016 h 52"/>
              <a:gd name="T118" fmla="*/ 85725 w 50"/>
              <a:gd name="T119" fmla="*/ 134633 h 5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52">
                <a:moveTo>
                  <a:pt x="23" y="37"/>
                </a:moveTo>
                <a:cubicBezTo>
                  <a:pt x="23" y="37"/>
                  <a:pt x="23" y="37"/>
                  <a:pt x="23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9" y="37"/>
                  <a:pt x="29" y="37"/>
                  <a:pt x="29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43"/>
                  <a:pt x="29" y="43"/>
                  <a:pt x="29" y="43"/>
                </a:cubicBezTo>
                <a:cubicBezTo>
                  <a:pt x="29" y="44"/>
                  <a:pt x="29" y="45"/>
                  <a:pt x="28" y="45"/>
                </a:cubicBezTo>
                <a:cubicBezTo>
                  <a:pt x="28" y="45"/>
                  <a:pt x="28" y="45"/>
                  <a:pt x="28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2" y="45"/>
                  <a:pt x="21" y="44"/>
                  <a:pt x="21" y="43"/>
                </a:cubicBezTo>
                <a:cubicBezTo>
                  <a:pt x="21" y="43"/>
                  <a:pt x="21" y="43"/>
                  <a:pt x="21" y="43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7"/>
                  <a:pt x="22" y="37"/>
                  <a:pt x="23" y="37"/>
                </a:cubicBezTo>
                <a:close/>
                <a:moveTo>
                  <a:pt x="4" y="18"/>
                </a:moveTo>
                <a:cubicBezTo>
                  <a:pt x="4" y="18"/>
                  <a:pt x="4" y="18"/>
                  <a:pt x="4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0"/>
                  <a:pt x="46" y="9"/>
                  <a:pt x="45" y="8"/>
                </a:cubicBezTo>
                <a:cubicBezTo>
                  <a:pt x="44" y="6"/>
                  <a:pt x="42" y="6"/>
                  <a:pt x="40" y="6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11"/>
                  <a:pt x="39" y="12"/>
                  <a:pt x="38" y="12"/>
                </a:cubicBezTo>
                <a:cubicBezTo>
                  <a:pt x="37" y="12"/>
                  <a:pt x="36" y="11"/>
                  <a:pt x="36" y="10"/>
                </a:cubicBezTo>
                <a:cubicBezTo>
                  <a:pt x="36" y="6"/>
                  <a:pt x="36" y="6"/>
                  <a:pt x="36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1"/>
                  <a:pt x="14" y="12"/>
                  <a:pt x="13" y="12"/>
                </a:cubicBezTo>
                <a:cubicBezTo>
                  <a:pt x="12" y="12"/>
                  <a:pt x="11" y="11"/>
                  <a:pt x="11" y="10"/>
                </a:cubicBezTo>
                <a:cubicBezTo>
                  <a:pt x="11" y="6"/>
                  <a:pt x="11" y="6"/>
                  <a:pt x="11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9" y="6"/>
                  <a:pt x="7" y="6"/>
                  <a:pt x="6" y="8"/>
                </a:cubicBezTo>
                <a:cubicBezTo>
                  <a:pt x="5" y="9"/>
                  <a:pt x="4" y="10"/>
                  <a:pt x="4" y="12"/>
                </a:cubicBezTo>
                <a:cubicBezTo>
                  <a:pt x="4" y="18"/>
                  <a:pt x="4" y="18"/>
                  <a:pt x="4" y="18"/>
                </a:cubicBezTo>
                <a:close/>
                <a:moveTo>
                  <a:pt x="47" y="22"/>
                </a:moveTo>
                <a:cubicBezTo>
                  <a:pt x="47" y="22"/>
                  <a:pt x="47" y="22"/>
                  <a:pt x="47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44"/>
                  <a:pt x="5" y="45"/>
                  <a:pt x="6" y="46"/>
                </a:cubicBezTo>
                <a:cubicBezTo>
                  <a:pt x="7" y="47"/>
                  <a:pt x="9" y="48"/>
                  <a:pt x="10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2" y="48"/>
                  <a:pt x="44" y="47"/>
                  <a:pt x="45" y="46"/>
                </a:cubicBezTo>
                <a:cubicBezTo>
                  <a:pt x="46" y="45"/>
                  <a:pt x="47" y="44"/>
                  <a:pt x="47" y="42"/>
                </a:cubicBezTo>
                <a:cubicBezTo>
                  <a:pt x="47" y="22"/>
                  <a:pt x="47" y="22"/>
                  <a:pt x="47" y="22"/>
                </a:cubicBezTo>
                <a:close/>
                <a:moveTo>
                  <a:pt x="10" y="2"/>
                </a:moveTo>
                <a:cubicBezTo>
                  <a:pt x="10" y="2"/>
                  <a:pt x="10" y="2"/>
                  <a:pt x="10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0"/>
                  <a:pt x="12" y="0"/>
                  <a:pt x="13" y="0"/>
                </a:cubicBezTo>
                <a:cubicBezTo>
                  <a:pt x="14" y="0"/>
                  <a:pt x="15" y="0"/>
                  <a:pt x="15" y="2"/>
                </a:cubicBezTo>
                <a:cubicBezTo>
                  <a:pt x="15" y="2"/>
                  <a:pt x="15" y="2"/>
                  <a:pt x="15" y="2"/>
                </a:cubicBezTo>
                <a:cubicBezTo>
                  <a:pt x="36" y="2"/>
                  <a:pt x="36" y="2"/>
                  <a:pt x="36" y="2"/>
                </a:cubicBezTo>
                <a:cubicBezTo>
                  <a:pt x="36" y="2"/>
                  <a:pt x="36" y="2"/>
                  <a:pt x="36" y="2"/>
                </a:cubicBezTo>
                <a:cubicBezTo>
                  <a:pt x="36" y="0"/>
                  <a:pt x="37" y="0"/>
                  <a:pt x="38" y="0"/>
                </a:cubicBezTo>
                <a:cubicBezTo>
                  <a:pt x="39" y="0"/>
                  <a:pt x="40" y="0"/>
                  <a:pt x="40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43" y="2"/>
                  <a:pt x="46" y="3"/>
                  <a:pt x="47" y="5"/>
                </a:cubicBezTo>
                <a:cubicBezTo>
                  <a:pt x="49" y="7"/>
                  <a:pt x="50" y="9"/>
                  <a:pt x="50" y="12"/>
                </a:cubicBezTo>
                <a:cubicBezTo>
                  <a:pt x="50" y="22"/>
                  <a:pt x="50" y="32"/>
                  <a:pt x="50" y="42"/>
                </a:cubicBezTo>
                <a:cubicBezTo>
                  <a:pt x="50" y="45"/>
                  <a:pt x="49" y="47"/>
                  <a:pt x="47" y="49"/>
                </a:cubicBezTo>
                <a:cubicBezTo>
                  <a:pt x="46" y="51"/>
                  <a:pt x="43" y="52"/>
                  <a:pt x="40" y="52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2"/>
                  <a:pt x="5" y="51"/>
                  <a:pt x="3" y="49"/>
                </a:cubicBezTo>
                <a:cubicBezTo>
                  <a:pt x="1" y="47"/>
                  <a:pt x="0" y="45"/>
                  <a:pt x="0" y="42"/>
                </a:cubicBezTo>
                <a:cubicBezTo>
                  <a:pt x="0" y="32"/>
                  <a:pt x="0" y="22"/>
                  <a:pt x="0" y="12"/>
                </a:cubicBezTo>
                <a:cubicBezTo>
                  <a:pt x="0" y="9"/>
                  <a:pt x="1" y="7"/>
                  <a:pt x="3" y="5"/>
                </a:cubicBezTo>
                <a:cubicBezTo>
                  <a:pt x="5" y="3"/>
                  <a:pt x="8" y="2"/>
                  <a:pt x="10" y="2"/>
                </a:cubicBezTo>
                <a:close/>
                <a:moveTo>
                  <a:pt x="16" y="10"/>
                </a:moveTo>
                <a:cubicBezTo>
                  <a:pt x="16" y="10"/>
                  <a:pt x="16" y="10"/>
                  <a:pt x="16" y="10"/>
                </a:cubicBezTo>
                <a:cubicBezTo>
                  <a:pt x="16" y="9"/>
                  <a:pt x="16" y="9"/>
                  <a:pt x="17" y="9"/>
                </a:cubicBezTo>
                <a:cubicBezTo>
                  <a:pt x="17" y="9"/>
                  <a:pt x="18" y="9"/>
                  <a:pt x="18" y="10"/>
                </a:cubicBezTo>
                <a:cubicBezTo>
                  <a:pt x="18" y="11"/>
                  <a:pt x="17" y="12"/>
                  <a:pt x="16" y="13"/>
                </a:cubicBezTo>
                <a:cubicBezTo>
                  <a:pt x="15" y="14"/>
                  <a:pt x="14" y="15"/>
                  <a:pt x="13" y="15"/>
                </a:cubicBezTo>
                <a:cubicBezTo>
                  <a:pt x="11" y="15"/>
                  <a:pt x="10" y="14"/>
                  <a:pt x="9" y="13"/>
                </a:cubicBezTo>
                <a:cubicBezTo>
                  <a:pt x="8" y="12"/>
                  <a:pt x="8" y="11"/>
                  <a:pt x="8" y="10"/>
                </a:cubicBezTo>
                <a:cubicBezTo>
                  <a:pt x="8" y="9"/>
                  <a:pt x="8" y="9"/>
                  <a:pt x="9" y="9"/>
                </a:cubicBezTo>
                <a:cubicBezTo>
                  <a:pt x="9" y="9"/>
                  <a:pt x="10" y="9"/>
                  <a:pt x="10" y="10"/>
                </a:cubicBezTo>
                <a:cubicBezTo>
                  <a:pt x="10" y="10"/>
                  <a:pt x="10" y="11"/>
                  <a:pt x="11" y="12"/>
                </a:cubicBezTo>
                <a:cubicBezTo>
                  <a:pt x="11" y="12"/>
                  <a:pt x="12" y="12"/>
                  <a:pt x="13" y="12"/>
                </a:cubicBezTo>
                <a:cubicBezTo>
                  <a:pt x="14" y="12"/>
                  <a:pt x="14" y="12"/>
                  <a:pt x="15" y="12"/>
                </a:cubicBezTo>
                <a:cubicBezTo>
                  <a:pt x="15" y="11"/>
                  <a:pt x="16" y="10"/>
                  <a:pt x="16" y="10"/>
                </a:cubicBezTo>
                <a:close/>
                <a:moveTo>
                  <a:pt x="41" y="10"/>
                </a:moveTo>
                <a:cubicBezTo>
                  <a:pt x="41" y="10"/>
                  <a:pt x="41" y="10"/>
                  <a:pt x="41" y="10"/>
                </a:cubicBezTo>
                <a:cubicBezTo>
                  <a:pt x="41" y="9"/>
                  <a:pt x="41" y="9"/>
                  <a:pt x="42" y="9"/>
                </a:cubicBezTo>
                <a:cubicBezTo>
                  <a:pt x="42" y="9"/>
                  <a:pt x="43" y="9"/>
                  <a:pt x="43" y="10"/>
                </a:cubicBezTo>
                <a:cubicBezTo>
                  <a:pt x="43" y="11"/>
                  <a:pt x="42" y="12"/>
                  <a:pt x="41" y="13"/>
                </a:cubicBezTo>
                <a:cubicBezTo>
                  <a:pt x="41" y="14"/>
                  <a:pt x="39" y="15"/>
                  <a:pt x="38" y="15"/>
                </a:cubicBezTo>
                <a:cubicBezTo>
                  <a:pt x="36" y="15"/>
                  <a:pt x="35" y="14"/>
                  <a:pt x="34" y="13"/>
                </a:cubicBezTo>
                <a:cubicBezTo>
                  <a:pt x="33" y="12"/>
                  <a:pt x="33" y="11"/>
                  <a:pt x="33" y="10"/>
                </a:cubicBezTo>
                <a:cubicBezTo>
                  <a:pt x="33" y="9"/>
                  <a:pt x="33" y="9"/>
                  <a:pt x="34" y="9"/>
                </a:cubicBezTo>
                <a:cubicBezTo>
                  <a:pt x="34" y="9"/>
                  <a:pt x="35" y="9"/>
                  <a:pt x="35" y="10"/>
                </a:cubicBezTo>
                <a:cubicBezTo>
                  <a:pt x="35" y="10"/>
                  <a:pt x="35" y="11"/>
                  <a:pt x="36" y="12"/>
                </a:cubicBezTo>
                <a:cubicBezTo>
                  <a:pt x="36" y="12"/>
                  <a:pt x="37" y="12"/>
                  <a:pt x="38" y="12"/>
                </a:cubicBezTo>
                <a:cubicBezTo>
                  <a:pt x="39" y="12"/>
                  <a:pt x="39" y="12"/>
                  <a:pt x="40" y="12"/>
                </a:cubicBezTo>
                <a:cubicBezTo>
                  <a:pt x="40" y="11"/>
                  <a:pt x="41" y="10"/>
                  <a:pt x="41" y="10"/>
                </a:cubicBezTo>
                <a:close/>
                <a:moveTo>
                  <a:pt x="10" y="24"/>
                </a:move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7" y="25"/>
                  <a:pt x="17" y="25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2"/>
                  <a:pt x="16" y="32"/>
                  <a:pt x="16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10" y="32"/>
                  <a:pt x="9" y="32"/>
                  <a:pt x="9" y="31"/>
                </a:cubicBezTo>
                <a:cubicBezTo>
                  <a:pt x="9" y="31"/>
                  <a:pt x="9" y="31"/>
                  <a:pt x="9" y="31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5"/>
                  <a:pt x="10" y="24"/>
                  <a:pt x="10" y="24"/>
                </a:cubicBezTo>
                <a:close/>
                <a:moveTo>
                  <a:pt x="15" y="27"/>
                </a:moveTo>
                <a:cubicBezTo>
                  <a:pt x="15" y="27"/>
                  <a:pt x="15" y="27"/>
                  <a:pt x="15" y="27"/>
                </a:cubicBezTo>
                <a:cubicBezTo>
                  <a:pt x="11" y="27"/>
                  <a:pt x="11" y="27"/>
                  <a:pt x="11" y="27"/>
                </a:cubicBezTo>
                <a:cubicBezTo>
                  <a:pt x="11" y="30"/>
                  <a:pt x="11" y="30"/>
                  <a:pt x="11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27"/>
                  <a:pt x="15" y="27"/>
                  <a:pt x="15" y="27"/>
                </a:cubicBezTo>
                <a:close/>
                <a:moveTo>
                  <a:pt x="23" y="24"/>
                </a:moveTo>
                <a:cubicBezTo>
                  <a:pt x="23" y="24"/>
                  <a:pt x="23" y="24"/>
                  <a:pt x="23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9" y="24"/>
                  <a:pt x="29" y="25"/>
                  <a:pt x="29" y="25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2"/>
                  <a:pt x="29" y="32"/>
                  <a:pt x="28" y="32"/>
                </a:cubicBezTo>
                <a:cubicBezTo>
                  <a:pt x="28" y="32"/>
                  <a:pt x="28" y="32"/>
                  <a:pt x="28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22" y="32"/>
                  <a:pt x="21" y="32"/>
                  <a:pt x="21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25"/>
                  <a:pt x="22" y="24"/>
                  <a:pt x="23" y="24"/>
                </a:cubicBezTo>
                <a:close/>
                <a:moveTo>
                  <a:pt x="27" y="27"/>
                </a:moveTo>
                <a:cubicBezTo>
                  <a:pt x="27" y="27"/>
                  <a:pt x="27" y="27"/>
                  <a:pt x="27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30"/>
                  <a:pt x="24" y="30"/>
                  <a:pt x="24" y="30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27"/>
                  <a:pt x="27" y="27"/>
                  <a:pt x="27" y="27"/>
                </a:cubicBezTo>
                <a:close/>
                <a:moveTo>
                  <a:pt x="35" y="24"/>
                </a:move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41" y="24"/>
                  <a:pt x="42" y="25"/>
                  <a:pt x="42" y="25"/>
                </a:cubicBezTo>
                <a:cubicBezTo>
                  <a:pt x="42" y="26"/>
                  <a:pt x="42" y="26"/>
                  <a:pt x="42" y="26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32"/>
                  <a:pt x="41" y="32"/>
                  <a:pt x="40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34" y="32"/>
                  <a:pt x="34" y="32"/>
                  <a:pt x="34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5"/>
                  <a:pt x="34" y="24"/>
                  <a:pt x="35" y="24"/>
                </a:cubicBezTo>
                <a:close/>
                <a:moveTo>
                  <a:pt x="39" y="27"/>
                </a:moveTo>
                <a:cubicBezTo>
                  <a:pt x="39" y="27"/>
                  <a:pt x="39" y="27"/>
                  <a:pt x="39" y="27"/>
                </a:cubicBezTo>
                <a:cubicBezTo>
                  <a:pt x="36" y="27"/>
                  <a:pt x="36" y="27"/>
                  <a:pt x="36" y="27"/>
                </a:cubicBezTo>
                <a:cubicBezTo>
                  <a:pt x="36" y="30"/>
                  <a:pt x="36" y="30"/>
                  <a:pt x="36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27"/>
                  <a:pt x="39" y="27"/>
                  <a:pt x="39" y="27"/>
                </a:cubicBezTo>
                <a:close/>
                <a:moveTo>
                  <a:pt x="10" y="37"/>
                </a:move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7" y="37"/>
                  <a:pt x="17" y="38"/>
                </a:cubicBezTo>
                <a:cubicBezTo>
                  <a:pt x="17" y="38"/>
                  <a:pt x="17" y="38"/>
                  <a:pt x="17" y="38"/>
                </a:cubicBezTo>
                <a:cubicBezTo>
                  <a:pt x="17" y="43"/>
                  <a:pt x="17" y="43"/>
                  <a:pt x="17" y="43"/>
                </a:cubicBezTo>
                <a:cubicBezTo>
                  <a:pt x="17" y="44"/>
                  <a:pt x="16" y="45"/>
                  <a:pt x="16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0" y="45"/>
                  <a:pt x="10" y="45"/>
                  <a:pt x="10" y="45"/>
                </a:cubicBezTo>
                <a:cubicBezTo>
                  <a:pt x="10" y="45"/>
                  <a:pt x="9" y="44"/>
                  <a:pt x="9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7"/>
                  <a:pt x="10" y="37"/>
                  <a:pt x="10" y="37"/>
                </a:cubicBezTo>
                <a:close/>
                <a:moveTo>
                  <a:pt x="15" y="39"/>
                </a:moveTo>
                <a:cubicBezTo>
                  <a:pt x="15" y="39"/>
                  <a:pt x="15" y="39"/>
                  <a:pt x="15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1" y="42"/>
                  <a:pt x="11" y="42"/>
                  <a:pt x="11" y="42"/>
                </a:cubicBezTo>
                <a:cubicBezTo>
                  <a:pt x="15" y="42"/>
                  <a:pt x="15" y="42"/>
                  <a:pt x="15" y="42"/>
                </a:cubicBezTo>
                <a:cubicBezTo>
                  <a:pt x="15" y="39"/>
                  <a:pt x="15" y="39"/>
                  <a:pt x="15" y="39"/>
                </a:cubicBezTo>
                <a:close/>
                <a:moveTo>
                  <a:pt x="27" y="39"/>
                </a:moveTo>
                <a:cubicBezTo>
                  <a:pt x="27" y="39"/>
                  <a:pt x="27" y="39"/>
                  <a:pt x="27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42"/>
                  <a:pt x="24" y="42"/>
                  <a:pt x="24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39"/>
                  <a:pt x="27" y="39"/>
                  <a:pt x="27" y="3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78" name="Freeform 112">
            <a:extLst>
              <a:ext uri="{FF2B5EF4-FFF2-40B4-BE49-F238E27FC236}">
                <a16:creationId xmlns:a16="http://schemas.microsoft.com/office/drawing/2014/main" id="{04D543E1-2F0C-9CF9-48D4-78BE5663940F}"/>
              </a:ext>
            </a:extLst>
          </p:cNvPr>
          <p:cNvSpPr>
            <a:spLocks noEditPoints="1"/>
          </p:cNvSpPr>
          <p:nvPr/>
        </p:nvSpPr>
        <p:spPr bwMode="auto">
          <a:xfrm>
            <a:off x="3885601" y="2176381"/>
            <a:ext cx="228600" cy="169333"/>
          </a:xfrm>
          <a:custGeom>
            <a:avLst/>
            <a:gdLst>
              <a:gd name="T0" fmla="*/ 76200 w 54"/>
              <a:gd name="T1" fmla="*/ 41275 h 40"/>
              <a:gd name="T2" fmla="*/ 79375 w 54"/>
              <a:gd name="T3" fmla="*/ 44450 h 40"/>
              <a:gd name="T4" fmla="*/ 85725 w 54"/>
              <a:gd name="T5" fmla="*/ 47625 h 40"/>
              <a:gd name="T6" fmla="*/ 95250 w 54"/>
              <a:gd name="T7" fmla="*/ 34925 h 40"/>
              <a:gd name="T8" fmla="*/ 142875 w 54"/>
              <a:gd name="T9" fmla="*/ 6350 h 40"/>
              <a:gd name="T10" fmla="*/ 149225 w 54"/>
              <a:gd name="T11" fmla="*/ 38100 h 40"/>
              <a:gd name="T12" fmla="*/ 142875 w 54"/>
              <a:gd name="T13" fmla="*/ 41275 h 40"/>
              <a:gd name="T14" fmla="*/ 165100 w 54"/>
              <a:gd name="T15" fmla="*/ 66675 h 40"/>
              <a:gd name="T16" fmla="*/ 165100 w 54"/>
              <a:gd name="T17" fmla="*/ 101600 h 40"/>
              <a:gd name="T18" fmla="*/ 139700 w 54"/>
              <a:gd name="T19" fmla="*/ 123825 h 40"/>
              <a:gd name="T20" fmla="*/ 123825 w 54"/>
              <a:gd name="T21" fmla="*/ 127000 h 40"/>
              <a:gd name="T22" fmla="*/ 107950 w 54"/>
              <a:gd name="T23" fmla="*/ 123825 h 40"/>
              <a:gd name="T24" fmla="*/ 88900 w 54"/>
              <a:gd name="T25" fmla="*/ 114300 h 40"/>
              <a:gd name="T26" fmla="*/ 57150 w 54"/>
              <a:gd name="T27" fmla="*/ 127000 h 40"/>
              <a:gd name="T28" fmla="*/ 25400 w 54"/>
              <a:gd name="T29" fmla="*/ 114300 h 40"/>
              <a:gd name="T30" fmla="*/ 22225 w 54"/>
              <a:gd name="T31" fmla="*/ 114300 h 40"/>
              <a:gd name="T32" fmla="*/ 22225 w 54"/>
              <a:gd name="T33" fmla="*/ 114300 h 40"/>
              <a:gd name="T34" fmla="*/ 28575 w 54"/>
              <a:gd name="T35" fmla="*/ 34925 h 40"/>
              <a:gd name="T36" fmla="*/ 73025 w 54"/>
              <a:gd name="T37" fmla="*/ 6350 h 40"/>
              <a:gd name="T38" fmla="*/ 82550 w 54"/>
              <a:gd name="T39" fmla="*/ 38100 h 40"/>
              <a:gd name="T40" fmla="*/ 76200 w 54"/>
              <a:gd name="T41" fmla="*/ 41275 h 40"/>
              <a:gd name="T42" fmla="*/ 82550 w 54"/>
              <a:gd name="T43" fmla="*/ 60325 h 40"/>
              <a:gd name="T44" fmla="*/ 82550 w 54"/>
              <a:gd name="T45" fmla="*/ 60325 h 40"/>
              <a:gd name="T46" fmla="*/ 79375 w 54"/>
              <a:gd name="T47" fmla="*/ 60325 h 40"/>
              <a:gd name="T48" fmla="*/ 73025 w 54"/>
              <a:gd name="T49" fmla="*/ 53975 h 40"/>
              <a:gd name="T50" fmla="*/ 66675 w 54"/>
              <a:gd name="T51" fmla="*/ 50800 h 40"/>
              <a:gd name="T52" fmla="*/ 63500 w 54"/>
              <a:gd name="T53" fmla="*/ 47625 h 40"/>
              <a:gd name="T54" fmla="*/ 63500 w 54"/>
              <a:gd name="T55" fmla="*/ 47625 h 40"/>
              <a:gd name="T56" fmla="*/ 60325 w 54"/>
              <a:gd name="T57" fmla="*/ 41275 h 40"/>
              <a:gd name="T58" fmla="*/ 63500 w 54"/>
              <a:gd name="T59" fmla="*/ 34925 h 40"/>
              <a:gd name="T60" fmla="*/ 66675 w 54"/>
              <a:gd name="T61" fmla="*/ 31750 h 40"/>
              <a:gd name="T62" fmla="*/ 66675 w 54"/>
              <a:gd name="T63" fmla="*/ 31750 h 40"/>
              <a:gd name="T64" fmla="*/ 79375 w 54"/>
              <a:gd name="T65" fmla="*/ 28575 h 40"/>
              <a:gd name="T66" fmla="*/ 76200 w 54"/>
              <a:gd name="T67" fmla="*/ 19050 h 40"/>
              <a:gd name="T68" fmla="*/ 38100 w 54"/>
              <a:gd name="T69" fmla="*/ 41275 h 40"/>
              <a:gd name="T70" fmla="*/ 31750 w 54"/>
              <a:gd name="T71" fmla="*/ 104775 h 40"/>
              <a:gd name="T72" fmla="*/ 31750 w 54"/>
              <a:gd name="T73" fmla="*/ 104775 h 40"/>
              <a:gd name="T74" fmla="*/ 57150 w 54"/>
              <a:gd name="T75" fmla="*/ 117475 h 40"/>
              <a:gd name="T76" fmla="*/ 82550 w 54"/>
              <a:gd name="T77" fmla="*/ 101600 h 40"/>
              <a:gd name="T78" fmla="*/ 82550 w 54"/>
              <a:gd name="T79" fmla="*/ 60325 h 40"/>
              <a:gd name="T80" fmla="*/ 142875 w 54"/>
              <a:gd name="T81" fmla="*/ 53975 h 40"/>
              <a:gd name="T82" fmla="*/ 142875 w 54"/>
              <a:gd name="T83" fmla="*/ 53975 h 40"/>
              <a:gd name="T84" fmla="*/ 130175 w 54"/>
              <a:gd name="T85" fmla="*/ 47625 h 40"/>
              <a:gd name="T86" fmla="*/ 130175 w 54"/>
              <a:gd name="T87" fmla="*/ 47625 h 40"/>
              <a:gd name="T88" fmla="*/ 130175 w 54"/>
              <a:gd name="T89" fmla="*/ 34925 h 40"/>
              <a:gd name="T90" fmla="*/ 136525 w 54"/>
              <a:gd name="T91" fmla="*/ 31750 h 40"/>
              <a:gd name="T92" fmla="*/ 136525 w 54"/>
              <a:gd name="T93" fmla="*/ 31750 h 40"/>
              <a:gd name="T94" fmla="*/ 146050 w 54"/>
              <a:gd name="T95" fmla="*/ 28575 h 40"/>
              <a:gd name="T96" fmla="*/ 146050 w 54"/>
              <a:gd name="T97" fmla="*/ 19050 h 40"/>
              <a:gd name="T98" fmla="*/ 104775 w 54"/>
              <a:gd name="T99" fmla="*/ 41275 h 40"/>
              <a:gd name="T100" fmla="*/ 101600 w 54"/>
              <a:gd name="T101" fmla="*/ 104775 h 40"/>
              <a:gd name="T102" fmla="*/ 101600 w 54"/>
              <a:gd name="T103" fmla="*/ 104775 h 40"/>
              <a:gd name="T104" fmla="*/ 111125 w 54"/>
              <a:gd name="T105" fmla="*/ 114300 h 40"/>
              <a:gd name="T106" fmla="*/ 123825 w 54"/>
              <a:gd name="T107" fmla="*/ 117475 h 40"/>
              <a:gd name="T108" fmla="*/ 136525 w 54"/>
              <a:gd name="T109" fmla="*/ 114300 h 40"/>
              <a:gd name="T110" fmla="*/ 155575 w 54"/>
              <a:gd name="T111" fmla="*/ 95250 h 40"/>
              <a:gd name="T112" fmla="*/ 142875 w 54"/>
              <a:gd name="T113" fmla="*/ 53975 h 4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4" h="40">
                <a:moveTo>
                  <a:pt x="24" y="13"/>
                </a:moveTo>
                <a:cubicBezTo>
                  <a:pt x="24" y="13"/>
                  <a:pt x="25" y="14"/>
                  <a:pt x="25" y="14"/>
                </a:cubicBezTo>
                <a:cubicBezTo>
                  <a:pt x="26" y="14"/>
                  <a:pt x="27" y="15"/>
                  <a:pt x="27" y="15"/>
                </a:cubicBezTo>
                <a:cubicBezTo>
                  <a:pt x="28" y="14"/>
                  <a:pt x="29" y="12"/>
                  <a:pt x="30" y="11"/>
                </a:cubicBezTo>
                <a:cubicBezTo>
                  <a:pt x="34" y="6"/>
                  <a:pt x="39" y="3"/>
                  <a:pt x="45" y="2"/>
                </a:cubicBezTo>
                <a:cubicBezTo>
                  <a:pt x="51" y="0"/>
                  <a:pt x="54" y="10"/>
                  <a:pt x="47" y="12"/>
                </a:cubicBezTo>
                <a:cubicBezTo>
                  <a:pt x="47" y="12"/>
                  <a:pt x="46" y="13"/>
                  <a:pt x="45" y="13"/>
                </a:cubicBezTo>
                <a:cubicBezTo>
                  <a:pt x="48" y="15"/>
                  <a:pt x="51" y="17"/>
                  <a:pt x="52" y="21"/>
                </a:cubicBezTo>
                <a:cubicBezTo>
                  <a:pt x="54" y="24"/>
                  <a:pt x="54" y="28"/>
                  <a:pt x="52" y="32"/>
                </a:cubicBezTo>
                <a:cubicBezTo>
                  <a:pt x="51" y="35"/>
                  <a:pt x="48" y="38"/>
                  <a:pt x="44" y="39"/>
                </a:cubicBezTo>
                <a:cubicBezTo>
                  <a:pt x="43" y="40"/>
                  <a:pt x="41" y="40"/>
                  <a:pt x="39" y="40"/>
                </a:cubicBezTo>
                <a:cubicBezTo>
                  <a:pt x="37" y="40"/>
                  <a:pt x="35" y="40"/>
                  <a:pt x="34" y="39"/>
                </a:cubicBezTo>
                <a:cubicBezTo>
                  <a:pt x="32" y="38"/>
                  <a:pt x="30" y="37"/>
                  <a:pt x="28" y="36"/>
                </a:cubicBezTo>
                <a:cubicBezTo>
                  <a:pt x="26" y="39"/>
                  <a:pt x="22" y="40"/>
                  <a:pt x="18" y="40"/>
                </a:cubicBezTo>
                <a:cubicBezTo>
                  <a:pt x="14" y="40"/>
                  <a:pt x="10" y="39"/>
                  <a:pt x="8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0" y="29"/>
                  <a:pt x="3" y="18"/>
                  <a:pt x="9" y="11"/>
                </a:cubicBezTo>
                <a:cubicBezTo>
                  <a:pt x="13" y="6"/>
                  <a:pt x="18" y="3"/>
                  <a:pt x="23" y="2"/>
                </a:cubicBezTo>
                <a:cubicBezTo>
                  <a:pt x="30" y="0"/>
                  <a:pt x="33" y="10"/>
                  <a:pt x="26" y="12"/>
                </a:cubicBezTo>
                <a:cubicBezTo>
                  <a:pt x="26" y="12"/>
                  <a:pt x="25" y="13"/>
                  <a:pt x="24" y="13"/>
                </a:cubicBezTo>
                <a:close/>
                <a:moveTo>
                  <a:pt x="26" y="19"/>
                </a:moveTo>
                <a:cubicBezTo>
                  <a:pt x="26" y="19"/>
                  <a:pt x="26" y="19"/>
                  <a:pt x="26" y="19"/>
                </a:cubicBezTo>
                <a:cubicBezTo>
                  <a:pt x="26" y="19"/>
                  <a:pt x="25" y="19"/>
                  <a:pt x="25" y="19"/>
                </a:cubicBezTo>
                <a:cubicBezTo>
                  <a:pt x="25" y="18"/>
                  <a:pt x="24" y="18"/>
                  <a:pt x="23" y="17"/>
                </a:cubicBezTo>
                <a:cubicBezTo>
                  <a:pt x="23" y="17"/>
                  <a:pt x="22" y="16"/>
                  <a:pt x="21" y="16"/>
                </a:cubicBezTo>
                <a:cubicBezTo>
                  <a:pt x="21" y="16"/>
                  <a:pt x="20" y="16"/>
                  <a:pt x="20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19" y="14"/>
                  <a:pt x="19" y="14"/>
                  <a:pt x="19" y="13"/>
                </a:cubicBezTo>
                <a:cubicBezTo>
                  <a:pt x="19" y="12"/>
                  <a:pt x="19" y="12"/>
                  <a:pt x="20" y="11"/>
                </a:cubicBezTo>
                <a:cubicBezTo>
                  <a:pt x="20" y="11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3" y="10"/>
                  <a:pt x="24" y="9"/>
                  <a:pt x="25" y="9"/>
                </a:cubicBezTo>
                <a:cubicBezTo>
                  <a:pt x="27" y="8"/>
                  <a:pt x="26" y="5"/>
                  <a:pt x="24" y="6"/>
                </a:cubicBezTo>
                <a:cubicBezTo>
                  <a:pt x="19" y="7"/>
                  <a:pt x="15" y="10"/>
                  <a:pt x="12" y="13"/>
                </a:cubicBezTo>
                <a:cubicBezTo>
                  <a:pt x="8" y="18"/>
                  <a:pt x="5" y="28"/>
                  <a:pt x="10" y="33"/>
                </a:cubicBezTo>
                <a:cubicBezTo>
                  <a:pt x="10" y="33"/>
                  <a:pt x="10" y="33"/>
                  <a:pt x="10" y="33"/>
                </a:cubicBezTo>
                <a:cubicBezTo>
                  <a:pt x="12" y="35"/>
                  <a:pt x="15" y="37"/>
                  <a:pt x="18" y="37"/>
                </a:cubicBezTo>
                <a:cubicBezTo>
                  <a:pt x="21" y="37"/>
                  <a:pt x="24" y="35"/>
                  <a:pt x="26" y="32"/>
                </a:cubicBezTo>
                <a:cubicBezTo>
                  <a:pt x="24" y="28"/>
                  <a:pt x="24" y="24"/>
                  <a:pt x="26" y="19"/>
                </a:cubicBezTo>
                <a:close/>
                <a:moveTo>
                  <a:pt x="45" y="17"/>
                </a:moveTo>
                <a:cubicBezTo>
                  <a:pt x="45" y="17"/>
                  <a:pt x="45" y="17"/>
                  <a:pt x="45" y="17"/>
                </a:cubicBezTo>
                <a:cubicBezTo>
                  <a:pt x="44" y="16"/>
                  <a:pt x="42" y="16"/>
                  <a:pt x="41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0" y="14"/>
                  <a:pt x="40" y="12"/>
                  <a:pt x="41" y="11"/>
                </a:cubicBezTo>
                <a:cubicBezTo>
                  <a:pt x="42" y="11"/>
                  <a:pt x="42" y="10"/>
                  <a:pt x="43" y="10"/>
                </a:cubicBezTo>
                <a:cubicBezTo>
                  <a:pt x="43" y="10"/>
                  <a:pt x="43" y="10"/>
                  <a:pt x="43" y="10"/>
                </a:cubicBezTo>
                <a:cubicBezTo>
                  <a:pt x="44" y="10"/>
                  <a:pt x="45" y="9"/>
                  <a:pt x="46" y="9"/>
                </a:cubicBezTo>
                <a:cubicBezTo>
                  <a:pt x="48" y="8"/>
                  <a:pt x="47" y="5"/>
                  <a:pt x="46" y="6"/>
                </a:cubicBezTo>
                <a:cubicBezTo>
                  <a:pt x="41" y="7"/>
                  <a:pt x="36" y="10"/>
                  <a:pt x="33" y="13"/>
                </a:cubicBezTo>
                <a:cubicBezTo>
                  <a:pt x="29" y="18"/>
                  <a:pt x="26" y="28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3" y="34"/>
                  <a:pt x="34" y="35"/>
                  <a:pt x="35" y="36"/>
                </a:cubicBezTo>
                <a:cubicBezTo>
                  <a:pt x="36" y="36"/>
                  <a:pt x="38" y="37"/>
                  <a:pt x="39" y="37"/>
                </a:cubicBezTo>
                <a:cubicBezTo>
                  <a:pt x="40" y="37"/>
                  <a:pt x="42" y="36"/>
                  <a:pt x="43" y="36"/>
                </a:cubicBezTo>
                <a:cubicBezTo>
                  <a:pt x="46" y="35"/>
                  <a:pt x="48" y="33"/>
                  <a:pt x="49" y="30"/>
                </a:cubicBezTo>
                <a:cubicBezTo>
                  <a:pt x="51" y="25"/>
                  <a:pt x="49" y="20"/>
                  <a:pt x="45" y="1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79" name="Freeform 113">
            <a:extLst>
              <a:ext uri="{FF2B5EF4-FFF2-40B4-BE49-F238E27FC236}">
                <a16:creationId xmlns:a16="http://schemas.microsoft.com/office/drawing/2014/main" id="{238A9B3F-CA1A-1436-52E7-AFD53595A6C4}"/>
              </a:ext>
            </a:extLst>
          </p:cNvPr>
          <p:cNvSpPr>
            <a:spLocks noEditPoints="1"/>
          </p:cNvSpPr>
          <p:nvPr/>
        </p:nvSpPr>
        <p:spPr bwMode="auto">
          <a:xfrm>
            <a:off x="4651835" y="2618765"/>
            <a:ext cx="218017" cy="135467"/>
          </a:xfrm>
          <a:custGeom>
            <a:avLst/>
            <a:gdLst>
              <a:gd name="T0" fmla="*/ 80153 w 51"/>
              <a:gd name="T1" fmla="*/ 0 h 32"/>
              <a:gd name="T2" fmla="*/ 160307 w 51"/>
              <a:gd name="T3" fmla="*/ 47625 h 32"/>
              <a:gd name="T4" fmla="*/ 160307 w 51"/>
              <a:gd name="T5" fmla="*/ 53975 h 32"/>
              <a:gd name="T6" fmla="*/ 160307 w 51"/>
              <a:gd name="T7" fmla="*/ 53975 h 32"/>
              <a:gd name="T8" fmla="*/ 80153 w 51"/>
              <a:gd name="T9" fmla="*/ 101600 h 32"/>
              <a:gd name="T10" fmla="*/ 3206 w 51"/>
              <a:gd name="T11" fmla="*/ 53975 h 32"/>
              <a:gd name="T12" fmla="*/ 3206 w 51"/>
              <a:gd name="T13" fmla="*/ 47625 h 32"/>
              <a:gd name="T14" fmla="*/ 80153 w 51"/>
              <a:gd name="T15" fmla="*/ 0 h 32"/>
              <a:gd name="T16" fmla="*/ 80153 w 51"/>
              <a:gd name="T17" fmla="*/ 12700 h 32"/>
              <a:gd name="T18" fmla="*/ 80153 w 51"/>
              <a:gd name="T19" fmla="*/ 12700 h 32"/>
              <a:gd name="T20" fmla="*/ 118627 w 51"/>
              <a:gd name="T21" fmla="*/ 50800 h 32"/>
              <a:gd name="T22" fmla="*/ 80153 w 51"/>
              <a:gd name="T23" fmla="*/ 85725 h 32"/>
              <a:gd name="T24" fmla="*/ 44886 w 51"/>
              <a:gd name="T25" fmla="*/ 50800 h 32"/>
              <a:gd name="T26" fmla="*/ 80153 w 51"/>
              <a:gd name="T27" fmla="*/ 12700 h 32"/>
              <a:gd name="T28" fmla="*/ 80153 w 51"/>
              <a:gd name="T29" fmla="*/ 25400 h 32"/>
              <a:gd name="T30" fmla="*/ 80153 w 51"/>
              <a:gd name="T31" fmla="*/ 25400 h 32"/>
              <a:gd name="T32" fmla="*/ 57710 w 51"/>
              <a:gd name="T33" fmla="*/ 50800 h 32"/>
              <a:gd name="T34" fmla="*/ 80153 w 51"/>
              <a:gd name="T35" fmla="*/ 73025 h 32"/>
              <a:gd name="T36" fmla="*/ 105803 w 51"/>
              <a:gd name="T37" fmla="*/ 50800 h 32"/>
              <a:gd name="T38" fmla="*/ 80153 w 51"/>
              <a:gd name="T39" fmla="*/ 25400 h 32"/>
              <a:gd name="T40" fmla="*/ 92978 w 51"/>
              <a:gd name="T41" fmla="*/ 50800 h 32"/>
              <a:gd name="T42" fmla="*/ 92978 w 51"/>
              <a:gd name="T43" fmla="*/ 50800 h 32"/>
              <a:gd name="T44" fmla="*/ 96184 w 51"/>
              <a:gd name="T45" fmla="*/ 47625 h 32"/>
              <a:gd name="T46" fmla="*/ 99390 w 51"/>
              <a:gd name="T47" fmla="*/ 50800 h 32"/>
              <a:gd name="T48" fmla="*/ 80153 w 51"/>
              <a:gd name="T49" fmla="*/ 69850 h 32"/>
              <a:gd name="T50" fmla="*/ 76947 w 51"/>
              <a:gd name="T51" fmla="*/ 66675 h 32"/>
              <a:gd name="T52" fmla="*/ 80153 w 51"/>
              <a:gd name="T53" fmla="*/ 60325 h 32"/>
              <a:gd name="T54" fmla="*/ 92978 w 51"/>
              <a:gd name="T55" fmla="*/ 53975 h 32"/>
              <a:gd name="T56" fmla="*/ 92978 w 51"/>
              <a:gd name="T57" fmla="*/ 53975 h 32"/>
              <a:gd name="T58" fmla="*/ 92978 w 51"/>
              <a:gd name="T59" fmla="*/ 50800 h 32"/>
              <a:gd name="T60" fmla="*/ 70535 w 51"/>
              <a:gd name="T61" fmla="*/ 44450 h 32"/>
              <a:gd name="T62" fmla="*/ 70535 w 51"/>
              <a:gd name="T63" fmla="*/ 44450 h 32"/>
              <a:gd name="T64" fmla="*/ 67329 w 51"/>
              <a:gd name="T65" fmla="*/ 47625 h 32"/>
              <a:gd name="T66" fmla="*/ 64123 w 51"/>
              <a:gd name="T67" fmla="*/ 44450 h 32"/>
              <a:gd name="T68" fmla="*/ 73741 w 51"/>
              <a:gd name="T69" fmla="*/ 31750 h 32"/>
              <a:gd name="T70" fmla="*/ 80153 w 51"/>
              <a:gd name="T71" fmla="*/ 34925 h 32"/>
              <a:gd name="T72" fmla="*/ 76947 w 51"/>
              <a:gd name="T73" fmla="*/ 41275 h 32"/>
              <a:gd name="T74" fmla="*/ 70535 w 51"/>
              <a:gd name="T75" fmla="*/ 44450 h 32"/>
              <a:gd name="T76" fmla="*/ 80153 w 51"/>
              <a:gd name="T77" fmla="*/ 12700 h 32"/>
              <a:gd name="T78" fmla="*/ 80153 w 51"/>
              <a:gd name="T79" fmla="*/ 12700 h 32"/>
              <a:gd name="T80" fmla="*/ 12825 w 51"/>
              <a:gd name="T81" fmla="*/ 50800 h 32"/>
              <a:gd name="T82" fmla="*/ 80153 w 51"/>
              <a:gd name="T83" fmla="*/ 88900 h 32"/>
              <a:gd name="T84" fmla="*/ 147482 w 51"/>
              <a:gd name="T85" fmla="*/ 50800 h 32"/>
              <a:gd name="T86" fmla="*/ 80153 w 51"/>
              <a:gd name="T87" fmla="*/ 12700 h 3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1" h="32">
                <a:moveTo>
                  <a:pt x="25" y="0"/>
                </a:moveTo>
                <a:cubicBezTo>
                  <a:pt x="36" y="0"/>
                  <a:pt x="45" y="6"/>
                  <a:pt x="50" y="15"/>
                </a:cubicBezTo>
                <a:cubicBezTo>
                  <a:pt x="51" y="15"/>
                  <a:pt x="51" y="16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45" y="26"/>
                  <a:pt x="36" y="32"/>
                  <a:pt x="25" y="32"/>
                </a:cubicBezTo>
                <a:cubicBezTo>
                  <a:pt x="15" y="32"/>
                  <a:pt x="5" y="26"/>
                  <a:pt x="1" y="17"/>
                </a:cubicBezTo>
                <a:cubicBezTo>
                  <a:pt x="0" y="16"/>
                  <a:pt x="0" y="15"/>
                  <a:pt x="1" y="15"/>
                </a:cubicBezTo>
                <a:cubicBezTo>
                  <a:pt x="5" y="6"/>
                  <a:pt x="15" y="0"/>
                  <a:pt x="25" y="0"/>
                </a:cubicBezTo>
                <a:close/>
                <a:moveTo>
                  <a:pt x="25" y="4"/>
                </a:moveTo>
                <a:cubicBezTo>
                  <a:pt x="25" y="4"/>
                  <a:pt x="25" y="4"/>
                  <a:pt x="25" y="4"/>
                </a:cubicBezTo>
                <a:cubicBezTo>
                  <a:pt x="32" y="4"/>
                  <a:pt x="37" y="10"/>
                  <a:pt x="37" y="16"/>
                </a:cubicBezTo>
                <a:cubicBezTo>
                  <a:pt x="37" y="22"/>
                  <a:pt x="32" y="27"/>
                  <a:pt x="25" y="27"/>
                </a:cubicBezTo>
                <a:cubicBezTo>
                  <a:pt x="19" y="27"/>
                  <a:pt x="14" y="22"/>
                  <a:pt x="14" y="16"/>
                </a:cubicBezTo>
                <a:cubicBezTo>
                  <a:pt x="14" y="10"/>
                  <a:pt x="19" y="4"/>
                  <a:pt x="25" y="4"/>
                </a:cubicBezTo>
                <a:close/>
                <a:moveTo>
                  <a:pt x="25" y="8"/>
                </a:moveTo>
                <a:cubicBezTo>
                  <a:pt x="25" y="8"/>
                  <a:pt x="25" y="8"/>
                  <a:pt x="25" y="8"/>
                </a:cubicBezTo>
                <a:cubicBezTo>
                  <a:pt x="21" y="8"/>
                  <a:pt x="18" y="12"/>
                  <a:pt x="18" y="16"/>
                </a:cubicBezTo>
                <a:cubicBezTo>
                  <a:pt x="18" y="20"/>
                  <a:pt x="21" y="23"/>
                  <a:pt x="25" y="23"/>
                </a:cubicBezTo>
                <a:cubicBezTo>
                  <a:pt x="30" y="23"/>
                  <a:pt x="33" y="20"/>
                  <a:pt x="33" y="16"/>
                </a:cubicBezTo>
                <a:cubicBezTo>
                  <a:pt x="33" y="12"/>
                  <a:pt x="30" y="8"/>
                  <a:pt x="25" y="8"/>
                </a:cubicBezTo>
                <a:close/>
                <a:moveTo>
                  <a:pt x="29" y="16"/>
                </a:moveTo>
                <a:cubicBezTo>
                  <a:pt x="29" y="16"/>
                  <a:pt x="29" y="16"/>
                  <a:pt x="29" y="16"/>
                </a:cubicBezTo>
                <a:cubicBezTo>
                  <a:pt x="29" y="15"/>
                  <a:pt x="29" y="15"/>
                  <a:pt x="30" y="15"/>
                </a:cubicBezTo>
                <a:cubicBezTo>
                  <a:pt x="31" y="15"/>
                  <a:pt x="31" y="15"/>
                  <a:pt x="31" y="16"/>
                </a:cubicBezTo>
                <a:cubicBezTo>
                  <a:pt x="31" y="19"/>
                  <a:pt x="29" y="22"/>
                  <a:pt x="25" y="22"/>
                </a:cubicBezTo>
                <a:cubicBezTo>
                  <a:pt x="25" y="22"/>
                  <a:pt x="24" y="21"/>
                  <a:pt x="24" y="21"/>
                </a:cubicBezTo>
                <a:cubicBezTo>
                  <a:pt x="24" y="20"/>
                  <a:pt x="25" y="19"/>
                  <a:pt x="25" y="19"/>
                </a:cubicBezTo>
                <a:cubicBezTo>
                  <a:pt x="27" y="19"/>
                  <a:pt x="28" y="18"/>
                  <a:pt x="29" y="17"/>
                </a:cubicBezTo>
                <a:cubicBezTo>
                  <a:pt x="29" y="17"/>
                  <a:pt x="29" y="17"/>
                  <a:pt x="29" y="17"/>
                </a:cubicBezTo>
                <a:cubicBezTo>
                  <a:pt x="29" y="16"/>
                  <a:pt x="29" y="16"/>
                  <a:pt x="29" y="16"/>
                </a:cubicBezTo>
                <a:close/>
                <a:moveTo>
                  <a:pt x="22" y="14"/>
                </a:moveTo>
                <a:cubicBezTo>
                  <a:pt x="22" y="14"/>
                  <a:pt x="22" y="14"/>
                  <a:pt x="22" y="14"/>
                </a:cubicBezTo>
                <a:cubicBezTo>
                  <a:pt x="22" y="15"/>
                  <a:pt x="21" y="15"/>
                  <a:pt x="21" y="15"/>
                </a:cubicBezTo>
                <a:cubicBezTo>
                  <a:pt x="20" y="15"/>
                  <a:pt x="20" y="14"/>
                  <a:pt x="20" y="14"/>
                </a:cubicBezTo>
                <a:cubicBezTo>
                  <a:pt x="21" y="12"/>
                  <a:pt x="22" y="11"/>
                  <a:pt x="23" y="10"/>
                </a:cubicBezTo>
                <a:cubicBezTo>
                  <a:pt x="24" y="10"/>
                  <a:pt x="24" y="10"/>
                  <a:pt x="25" y="11"/>
                </a:cubicBezTo>
                <a:cubicBezTo>
                  <a:pt x="25" y="12"/>
                  <a:pt x="25" y="12"/>
                  <a:pt x="24" y="13"/>
                </a:cubicBezTo>
                <a:cubicBezTo>
                  <a:pt x="23" y="13"/>
                  <a:pt x="22" y="14"/>
                  <a:pt x="22" y="14"/>
                </a:cubicBezTo>
                <a:close/>
                <a:moveTo>
                  <a:pt x="25" y="4"/>
                </a:moveTo>
                <a:cubicBezTo>
                  <a:pt x="25" y="4"/>
                  <a:pt x="25" y="4"/>
                  <a:pt x="25" y="4"/>
                </a:cubicBezTo>
                <a:cubicBezTo>
                  <a:pt x="17" y="4"/>
                  <a:pt x="9" y="8"/>
                  <a:pt x="4" y="16"/>
                </a:cubicBezTo>
                <a:cubicBezTo>
                  <a:pt x="9" y="23"/>
                  <a:pt x="17" y="28"/>
                  <a:pt x="25" y="28"/>
                </a:cubicBezTo>
                <a:cubicBezTo>
                  <a:pt x="34" y="28"/>
                  <a:pt x="42" y="23"/>
                  <a:pt x="46" y="16"/>
                </a:cubicBezTo>
                <a:cubicBezTo>
                  <a:pt x="42" y="8"/>
                  <a:pt x="34" y="4"/>
                  <a:pt x="25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80" name="Freeform 114">
            <a:extLst>
              <a:ext uri="{FF2B5EF4-FFF2-40B4-BE49-F238E27FC236}">
                <a16:creationId xmlns:a16="http://schemas.microsoft.com/office/drawing/2014/main" id="{FCF49DCC-2D5D-9E62-233D-A6EFBFFC127E}"/>
              </a:ext>
            </a:extLst>
          </p:cNvPr>
          <p:cNvSpPr>
            <a:spLocks noEditPoints="1"/>
          </p:cNvSpPr>
          <p:nvPr/>
        </p:nvSpPr>
        <p:spPr bwMode="auto">
          <a:xfrm>
            <a:off x="1326551" y="3003998"/>
            <a:ext cx="177800" cy="220133"/>
          </a:xfrm>
          <a:custGeom>
            <a:avLst/>
            <a:gdLst>
              <a:gd name="T0" fmla="*/ 98425 w 42"/>
              <a:gd name="T1" fmla="*/ 149225 h 52"/>
              <a:gd name="T2" fmla="*/ 101600 w 42"/>
              <a:gd name="T3" fmla="*/ 149225 h 52"/>
              <a:gd name="T4" fmla="*/ 117475 w 42"/>
              <a:gd name="T5" fmla="*/ 127000 h 52"/>
              <a:gd name="T6" fmla="*/ 111125 w 42"/>
              <a:gd name="T7" fmla="*/ 85725 h 52"/>
              <a:gd name="T8" fmla="*/ 98425 w 42"/>
              <a:gd name="T9" fmla="*/ 47625 h 52"/>
              <a:gd name="T10" fmla="*/ 92075 w 42"/>
              <a:gd name="T11" fmla="*/ 73025 h 52"/>
              <a:gd name="T12" fmla="*/ 76200 w 42"/>
              <a:gd name="T13" fmla="*/ 88900 h 52"/>
              <a:gd name="T14" fmla="*/ 66675 w 42"/>
              <a:gd name="T15" fmla="*/ 88900 h 52"/>
              <a:gd name="T16" fmla="*/ 57150 w 42"/>
              <a:gd name="T17" fmla="*/ 85725 h 52"/>
              <a:gd name="T18" fmla="*/ 50800 w 42"/>
              <a:gd name="T19" fmla="*/ 60325 h 52"/>
              <a:gd name="T20" fmla="*/ 44450 w 42"/>
              <a:gd name="T21" fmla="*/ 22225 h 52"/>
              <a:gd name="T22" fmla="*/ 28575 w 42"/>
              <a:gd name="T23" fmla="*/ 79375 h 52"/>
              <a:gd name="T24" fmla="*/ 19050 w 42"/>
              <a:gd name="T25" fmla="*/ 104775 h 52"/>
              <a:gd name="T26" fmla="*/ 31750 w 42"/>
              <a:gd name="T27" fmla="*/ 149225 h 52"/>
              <a:gd name="T28" fmla="*/ 34925 w 42"/>
              <a:gd name="T29" fmla="*/ 149225 h 52"/>
              <a:gd name="T30" fmla="*/ 38100 w 42"/>
              <a:gd name="T31" fmla="*/ 127000 h 52"/>
              <a:gd name="T32" fmla="*/ 50800 w 42"/>
              <a:gd name="T33" fmla="*/ 111125 h 52"/>
              <a:gd name="T34" fmla="*/ 66675 w 42"/>
              <a:gd name="T35" fmla="*/ 104775 h 52"/>
              <a:gd name="T36" fmla="*/ 73025 w 42"/>
              <a:gd name="T37" fmla="*/ 111125 h 52"/>
              <a:gd name="T38" fmla="*/ 69850 w 42"/>
              <a:gd name="T39" fmla="*/ 117475 h 52"/>
              <a:gd name="T40" fmla="*/ 66675 w 42"/>
              <a:gd name="T41" fmla="*/ 117475 h 52"/>
              <a:gd name="T42" fmla="*/ 66675 w 42"/>
              <a:gd name="T43" fmla="*/ 123825 h 52"/>
              <a:gd name="T44" fmla="*/ 79375 w 42"/>
              <a:gd name="T45" fmla="*/ 133350 h 52"/>
              <a:gd name="T46" fmla="*/ 98425 w 42"/>
              <a:gd name="T47" fmla="*/ 149225 h 52"/>
              <a:gd name="T48" fmla="*/ 107950 w 42"/>
              <a:gd name="T49" fmla="*/ 158750 h 52"/>
              <a:gd name="T50" fmla="*/ 107950 w 42"/>
              <a:gd name="T51" fmla="*/ 158750 h 52"/>
              <a:gd name="T52" fmla="*/ 92075 w 42"/>
              <a:gd name="T53" fmla="*/ 165100 h 52"/>
              <a:gd name="T54" fmla="*/ 88900 w 42"/>
              <a:gd name="T55" fmla="*/ 165100 h 52"/>
              <a:gd name="T56" fmla="*/ 85725 w 42"/>
              <a:gd name="T57" fmla="*/ 158750 h 52"/>
              <a:gd name="T58" fmla="*/ 76200 w 42"/>
              <a:gd name="T59" fmla="*/ 146050 h 52"/>
              <a:gd name="T60" fmla="*/ 53975 w 42"/>
              <a:gd name="T61" fmla="*/ 127000 h 52"/>
              <a:gd name="T62" fmla="*/ 53975 w 42"/>
              <a:gd name="T63" fmla="*/ 123825 h 52"/>
              <a:gd name="T64" fmla="*/ 50800 w 42"/>
              <a:gd name="T65" fmla="*/ 130175 h 52"/>
              <a:gd name="T66" fmla="*/ 50800 w 42"/>
              <a:gd name="T67" fmla="*/ 155575 h 52"/>
              <a:gd name="T68" fmla="*/ 50800 w 42"/>
              <a:gd name="T69" fmla="*/ 161925 h 52"/>
              <a:gd name="T70" fmla="*/ 44450 w 42"/>
              <a:gd name="T71" fmla="*/ 165100 h 52"/>
              <a:gd name="T72" fmla="*/ 25400 w 42"/>
              <a:gd name="T73" fmla="*/ 158750 h 52"/>
              <a:gd name="T74" fmla="*/ 6350 w 42"/>
              <a:gd name="T75" fmla="*/ 101600 h 52"/>
              <a:gd name="T76" fmla="*/ 15875 w 42"/>
              <a:gd name="T77" fmla="*/ 73025 h 52"/>
              <a:gd name="T78" fmla="*/ 28575 w 42"/>
              <a:gd name="T79" fmla="*/ 9525 h 52"/>
              <a:gd name="T80" fmla="*/ 28575 w 42"/>
              <a:gd name="T81" fmla="*/ 9525 h 52"/>
              <a:gd name="T82" fmla="*/ 28575 w 42"/>
              <a:gd name="T83" fmla="*/ 3175 h 52"/>
              <a:gd name="T84" fmla="*/ 38100 w 42"/>
              <a:gd name="T85" fmla="*/ 3175 h 52"/>
              <a:gd name="T86" fmla="*/ 63500 w 42"/>
              <a:gd name="T87" fmla="*/ 63500 h 52"/>
              <a:gd name="T88" fmla="*/ 63500 w 42"/>
              <a:gd name="T89" fmla="*/ 76200 h 52"/>
              <a:gd name="T90" fmla="*/ 69850 w 42"/>
              <a:gd name="T91" fmla="*/ 76200 h 52"/>
              <a:gd name="T92" fmla="*/ 73025 w 42"/>
              <a:gd name="T93" fmla="*/ 76200 h 52"/>
              <a:gd name="T94" fmla="*/ 79375 w 42"/>
              <a:gd name="T95" fmla="*/ 69850 h 52"/>
              <a:gd name="T96" fmla="*/ 104775 w 42"/>
              <a:gd name="T97" fmla="*/ 28575 h 52"/>
              <a:gd name="T98" fmla="*/ 107950 w 42"/>
              <a:gd name="T99" fmla="*/ 25400 h 52"/>
              <a:gd name="T100" fmla="*/ 111125 w 42"/>
              <a:gd name="T101" fmla="*/ 34925 h 52"/>
              <a:gd name="T102" fmla="*/ 120650 w 42"/>
              <a:gd name="T103" fmla="*/ 79375 h 52"/>
              <a:gd name="T104" fmla="*/ 130175 w 42"/>
              <a:gd name="T105" fmla="*/ 130175 h 52"/>
              <a:gd name="T106" fmla="*/ 107950 w 42"/>
              <a:gd name="T107" fmla="*/ 158750 h 5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2" h="52">
                <a:moveTo>
                  <a:pt x="31" y="47"/>
                </a:moveTo>
                <a:cubicBezTo>
                  <a:pt x="31" y="47"/>
                  <a:pt x="32" y="47"/>
                  <a:pt x="32" y="47"/>
                </a:cubicBezTo>
                <a:cubicBezTo>
                  <a:pt x="35" y="45"/>
                  <a:pt x="36" y="43"/>
                  <a:pt x="37" y="40"/>
                </a:cubicBezTo>
                <a:cubicBezTo>
                  <a:pt x="38" y="35"/>
                  <a:pt x="37" y="30"/>
                  <a:pt x="35" y="27"/>
                </a:cubicBezTo>
                <a:cubicBezTo>
                  <a:pt x="32" y="23"/>
                  <a:pt x="31" y="19"/>
                  <a:pt x="31" y="15"/>
                </a:cubicBezTo>
                <a:cubicBezTo>
                  <a:pt x="29" y="17"/>
                  <a:pt x="29" y="20"/>
                  <a:pt x="29" y="23"/>
                </a:cubicBezTo>
                <a:cubicBezTo>
                  <a:pt x="28" y="26"/>
                  <a:pt x="26" y="28"/>
                  <a:pt x="24" y="28"/>
                </a:cubicBezTo>
                <a:cubicBezTo>
                  <a:pt x="23" y="28"/>
                  <a:pt x="22" y="28"/>
                  <a:pt x="21" y="28"/>
                </a:cubicBezTo>
                <a:cubicBezTo>
                  <a:pt x="20" y="28"/>
                  <a:pt x="19" y="27"/>
                  <a:pt x="18" y="27"/>
                </a:cubicBezTo>
                <a:cubicBezTo>
                  <a:pt x="16" y="25"/>
                  <a:pt x="15" y="22"/>
                  <a:pt x="16" y="19"/>
                </a:cubicBezTo>
                <a:cubicBezTo>
                  <a:pt x="17" y="15"/>
                  <a:pt x="17" y="11"/>
                  <a:pt x="14" y="7"/>
                </a:cubicBezTo>
                <a:cubicBezTo>
                  <a:pt x="14" y="14"/>
                  <a:pt x="12" y="20"/>
                  <a:pt x="9" y="25"/>
                </a:cubicBezTo>
                <a:cubicBezTo>
                  <a:pt x="7" y="28"/>
                  <a:pt x="6" y="30"/>
                  <a:pt x="6" y="33"/>
                </a:cubicBezTo>
                <a:cubicBezTo>
                  <a:pt x="5" y="38"/>
                  <a:pt x="6" y="44"/>
                  <a:pt x="10" y="47"/>
                </a:cubicBezTo>
                <a:cubicBezTo>
                  <a:pt x="10" y="47"/>
                  <a:pt x="11" y="47"/>
                  <a:pt x="11" y="47"/>
                </a:cubicBezTo>
                <a:cubicBezTo>
                  <a:pt x="11" y="45"/>
                  <a:pt x="11" y="42"/>
                  <a:pt x="12" y="40"/>
                </a:cubicBezTo>
                <a:cubicBezTo>
                  <a:pt x="13" y="38"/>
                  <a:pt x="14" y="36"/>
                  <a:pt x="16" y="35"/>
                </a:cubicBezTo>
                <a:cubicBezTo>
                  <a:pt x="17" y="34"/>
                  <a:pt x="19" y="33"/>
                  <a:pt x="21" y="33"/>
                </a:cubicBezTo>
                <a:cubicBezTo>
                  <a:pt x="22" y="33"/>
                  <a:pt x="23" y="34"/>
                  <a:pt x="23" y="35"/>
                </a:cubicBezTo>
                <a:cubicBezTo>
                  <a:pt x="23" y="36"/>
                  <a:pt x="22" y="36"/>
                  <a:pt x="22" y="37"/>
                </a:cubicBezTo>
                <a:cubicBezTo>
                  <a:pt x="22" y="37"/>
                  <a:pt x="21" y="37"/>
                  <a:pt x="21" y="37"/>
                </a:cubicBezTo>
                <a:cubicBezTo>
                  <a:pt x="21" y="38"/>
                  <a:pt x="21" y="39"/>
                  <a:pt x="21" y="39"/>
                </a:cubicBezTo>
                <a:cubicBezTo>
                  <a:pt x="21" y="42"/>
                  <a:pt x="23" y="42"/>
                  <a:pt x="25" y="42"/>
                </a:cubicBezTo>
                <a:cubicBezTo>
                  <a:pt x="28" y="43"/>
                  <a:pt x="31" y="44"/>
                  <a:pt x="31" y="47"/>
                </a:cubicBezTo>
                <a:close/>
                <a:moveTo>
                  <a:pt x="34" y="50"/>
                </a:moveTo>
                <a:cubicBezTo>
                  <a:pt x="34" y="50"/>
                  <a:pt x="34" y="50"/>
                  <a:pt x="34" y="50"/>
                </a:cubicBezTo>
                <a:cubicBezTo>
                  <a:pt x="33" y="51"/>
                  <a:pt x="31" y="51"/>
                  <a:pt x="29" y="52"/>
                </a:cubicBezTo>
                <a:cubicBezTo>
                  <a:pt x="29" y="52"/>
                  <a:pt x="29" y="52"/>
                  <a:pt x="28" y="52"/>
                </a:cubicBezTo>
                <a:cubicBezTo>
                  <a:pt x="27" y="52"/>
                  <a:pt x="27" y="51"/>
                  <a:pt x="27" y="50"/>
                </a:cubicBezTo>
                <a:cubicBezTo>
                  <a:pt x="27" y="47"/>
                  <a:pt x="26" y="47"/>
                  <a:pt x="24" y="46"/>
                </a:cubicBezTo>
                <a:cubicBezTo>
                  <a:pt x="20" y="46"/>
                  <a:pt x="17" y="44"/>
                  <a:pt x="17" y="40"/>
                </a:cubicBezTo>
                <a:cubicBezTo>
                  <a:pt x="17" y="40"/>
                  <a:pt x="17" y="39"/>
                  <a:pt x="17" y="39"/>
                </a:cubicBezTo>
                <a:cubicBezTo>
                  <a:pt x="16" y="40"/>
                  <a:pt x="16" y="41"/>
                  <a:pt x="16" y="41"/>
                </a:cubicBezTo>
                <a:cubicBezTo>
                  <a:pt x="15" y="44"/>
                  <a:pt x="14" y="47"/>
                  <a:pt x="16" y="49"/>
                </a:cubicBezTo>
                <a:cubicBezTo>
                  <a:pt x="16" y="49"/>
                  <a:pt x="16" y="50"/>
                  <a:pt x="16" y="51"/>
                </a:cubicBezTo>
                <a:cubicBezTo>
                  <a:pt x="16" y="52"/>
                  <a:pt x="15" y="52"/>
                  <a:pt x="14" y="52"/>
                </a:cubicBezTo>
                <a:cubicBezTo>
                  <a:pt x="12" y="52"/>
                  <a:pt x="10" y="51"/>
                  <a:pt x="8" y="50"/>
                </a:cubicBezTo>
                <a:cubicBezTo>
                  <a:pt x="2" y="46"/>
                  <a:pt x="0" y="39"/>
                  <a:pt x="2" y="32"/>
                </a:cubicBezTo>
                <a:cubicBezTo>
                  <a:pt x="2" y="29"/>
                  <a:pt x="4" y="26"/>
                  <a:pt x="5" y="23"/>
                </a:cubicBezTo>
                <a:cubicBezTo>
                  <a:pt x="10" y="16"/>
                  <a:pt x="11" y="11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2"/>
                  <a:pt x="9" y="2"/>
                  <a:pt x="9" y="1"/>
                </a:cubicBezTo>
                <a:cubicBezTo>
                  <a:pt x="10" y="0"/>
                  <a:pt x="11" y="0"/>
                  <a:pt x="12" y="1"/>
                </a:cubicBezTo>
                <a:cubicBezTo>
                  <a:pt x="19" y="6"/>
                  <a:pt x="22" y="12"/>
                  <a:pt x="20" y="20"/>
                </a:cubicBezTo>
                <a:cubicBezTo>
                  <a:pt x="19" y="22"/>
                  <a:pt x="20" y="23"/>
                  <a:pt x="20" y="24"/>
                </a:cubicBezTo>
                <a:cubicBezTo>
                  <a:pt x="21" y="24"/>
                  <a:pt x="21" y="24"/>
                  <a:pt x="22" y="24"/>
                </a:cubicBezTo>
                <a:cubicBezTo>
                  <a:pt x="22" y="24"/>
                  <a:pt x="23" y="24"/>
                  <a:pt x="23" y="24"/>
                </a:cubicBezTo>
                <a:cubicBezTo>
                  <a:pt x="24" y="24"/>
                  <a:pt x="25" y="24"/>
                  <a:pt x="25" y="22"/>
                </a:cubicBezTo>
                <a:cubicBezTo>
                  <a:pt x="26" y="16"/>
                  <a:pt x="27" y="12"/>
                  <a:pt x="33" y="9"/>
                </a:cubicBezTo>
                <a:cubicBezTo>
                  <a:pt x="33" y="8"/>
                  <a:pt x="33" y="8"/>
                  <a:pt x="34" y="8"/>
                </a:cubicBezTo>
                <a:cubicBezTo>
                  <a:pt x="35" y="9"/>
                  <a:pt x="36" y="10"/>
                  <a:pt x="35" y="11"/>
                </a:cubicBezTo>
                <a:cubicBezTo>
                  <a:pt x="35" y="15"/>
                  <a:pt x="35" y="20"/>
                  <a:pt x="38" y="25"/>
                </a:cubicBezTo>
                <a:cubicBezTo>
                  <a:pt x="41" y="29"/>
                  <a:pt x="42" y="35"/>
                  <a:pt x="41" y="41"/>
                </a:cubicBezTo>
                <a:cubicBezTo>
                  <a:pt x="40" y="45"/>
                  <a:pt x="37" y="48"/>
                  <a:pt x="34" y="5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81" name="Freeform 115">
            <a:extLst>
              <a:ext uri="{FF2B5EF4-FFF2-40B4-BE49-F238E27FC236}">
                <a16:creationId xmlns:a16="http://schemas.microsoft.com/office/drawing/2014/main" id="{55B26992-0B7E-D55B-1D76-9363035B649E}"/>
              </a:ext>
            </a:extLst>
          </p:cNvPr>
          <p:cNvSpPr>
            <a:spLocks noEditPoints="1"/>
          </p:cNvSpPr>
          <p:nvPr/>
        </p:nvSpPr>
        <p:spPr bwMode="auto">
          <a:xfrm>
            <a:off x="3898301" y="3012466"/>
            <a:ext cx="215900" cy="207433"/>
          </a:xfrm>
          <a:custGeom>
            <a:avLst/>
            <a:gdLst>
              <a:gd name="T0" fmla="*/ 85725 w 51"/>
              <a:gd name="T1" fmla="*/ 6350 h 49"/>
              <a:gd name="T2" fmla="*/ 101600 w 51"/>
              <a:gd name="T3" fmla="*/ 53975 h 49"/>
              <a:gd name="T4" fmla="*/ 152400 w 51"/>
              <a:gd name="T5" fmla="*/ 53975 h 49"/>
              <a:gd name="T6" fmla="*/ 158750 w 51"/>
              <a:gd name="T7" fmla="*/ 66675 h 49"/>
              <a:gd name="T8" fmla="*/ 114300 w 51"/>
              <a:gd name="T9" fmla="*/ 95250 h 49"/>
              <a:gd name="T10" fmla="*/ 130175 w 51"/>
              <a:gd name="T11" fmla="*/ 146050 h 49"/>
              <a:gd name="T12" fmla="*/ 120650 w 51"/>
              <a:gd name="T13" fmla="*/ 152400 h 49"/>
              <a:gd name="T14" fmla="*/ 79375 w 51"/>
              <a:gd name="T15" fmla="*/ 120650 h 49"/>
              <a:gd name="T16" fmla="*/ 38100 w 51"/>
              <a:gd name="T17" fmla="*/ 152400 h 49"/>
              <a:gd name="T18" fmla="*/ 28575 w 51"/>
              <a:gd name="T19" fmla="*/ 146050 h 49"/>
              <a:gd name="T20" fmla="*/ 44450 w 51"/>
              <a:gd name="T21" fmla="*/ 95250 h 49"/>
              <a:gd name="T22" fmla="*/ 3175 w 51"/>
              <a:gd name="T23" fmla="*/ 66675 h 49"/>
              <a:gd name="T24" fmla="*/ 6350 w 51"/>
              <a:gd name="T25" fmla="*/ 53975 h 49"/>
              <a:gd name="T26" fmla="*/ 57150 w 51"/>
              <a:gd name="T27" fmla="*/ 53975 h 49"/>
              <a:gd name="T28" fmla="*/ 73025 w 51"/>
              <a:gd name="T29" fmla="*/ 6350 h 49"/>
              <a:gd name="T30" fmla="*/ 85725 w 51"/>
              <a:gd name="T31" fmla="*/ 6350 h 49"/>
              <a:gd name="T32" fmla="*/ 85725 w 51"/>
              <a:gd name="T33" fmla="*/ 6350 h 49"/>
              <a:gd name="T34" fmla="*/ 92075 w 51"/>
              <a:gd name="T35" fmla="*/ 63500 h 49"/>
              <a:gd name="T36" fmla="*/ 92075 w 51"/>
              <a:gd name="T37" fmla="*/ 63500 h 49"/>
              <a:gd name="T38" fmla="*/ 79375 w 51"/>
              <a:gd name="T39" fmla="*/ 28575 h 49"/>
              <a:gd name="T40" fmla="*/ 69850 w 51"/>
              <a:gd name="T41" fmla="*/ 63500 h 49"/>
              <a:gd name="T42" fmla="*/ 63500 w 51"/>
              <a:gd name="T43" fmla="*/ 66675 h 49"/>
              <a:gd name="T44" fmla="*/ 25400 w 51"/>
              <a:gd name="T45" fmla="*/ 66675 h 49"/>
              <a:gd name="T46" fmla="*/ 57150 w 51"/>
              <a:gd name="T47" fmla="*/ 88900 h 49"/>
              <a:gd name="T48" fmla="*/ 57150 w 51"/>
              <a:gd name="T49" fmla="*/ 95250 h 49"/>
              <a:gd name="T50" fmla="*/ 47625 w 51"/>
              <a:gd name="T51" fmla="*/ 130175 h 49"/>
              <a:gd name="T52" fmla="*/ 76200 w 51"/>
              <a:gd name="T53" fmla="*/ 107950 h 49"/>
              <a:gd name="T54" fmla="*/ 82550 w 51"/>
              <a:gd name="T55" fmla="*/ 107950 h 49"/>
              <a:gd name="T56" fmla="*/ 114300 w 51"/>
              <a:gd name="T57" fmla="*/ 130175 h 49"/>
              <a:gd name="T58" fmla="*/ 101600 w 51"/>
              <a:gd name="T59" fmla="*/ 95250 h 49"/>
              <a:gd name="T60" fmla="*/ 104775 w 51"/>
              <a:gd name="T61" fmla="*/ 88900 h 49"/>
              <a:gd name="T62" fmla="*/ 136525 w 51"/>
              <a:gd name="T63" fmla="*/ 66675 h 49"/>
              <a:gd name="T64" fmla="*/ 98425 w 51"/>
              <a:gd name="T65" fmla="*/ 66675 h 49"/>
              <a:gd name="T66" fmla="*/ 92075 w 51"/>
              <a:gd name="T67" fmla="*/ 63500 h 4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1" h="49">
                <a:moveTo>
                  <a:pt x="27" y="2"/>
                </a:moveTo>
                <a:cubicBezTo>
                  <a:pt x="32" y="17"/>
                  <a:pt x="32" y="17"/>
                  <a:pt x="32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50" y="17"/>
                  <a:pt x="51" y="20"/>
                  <a:pt x="50" y="21"/>
                </a:cubicBezTo>
                <a:cubicBezTo>
                  <a:pt x="36" y="30"/>
                  <a:pt x="36" y="30"/>
                  <a:pt x="36" y="30"/>
                </a:cubicBezTo>
                <a:cubicBezTo>
                  <a:pt x="41" y="46"/>
                  <a:pt x="41" y="46"/>
                  <a:pt x="41" y="46"/>
                </a:cubicBezTo>
                <a:cubicBezTo>
                  <a:pt x="42" y="48"/>
                  <a:pt x="40" y="49"/>
                  <a:pt x="38" y="48"/>
                </a:cubicBezTo>
                <a:cubicBezTo>
                  <a:pt x="25" y="38"/>
                  <a:pt x="25" y="38"/>
                  <a:pt x="25" y="38"/>
                </a:cubicBezTo>
                <a:cubicBezTo>
                  <a:pt x="12" y="48"/>
                  <a:pt x="12" y="48"/>
                  <a:pt x="12" y="48"/>
                </a:cubicBezTo>
                <a:cubicBezTo>
                  <a:pt x="11" y="49"/>
                  <a:pt x="9" y="47"/>
                  <a:pt x="9" y="46"/>
                </a:cubicBezTo>
                <a:cubicBezTo>
                  <a:pt x="14" y="30"/>
                  <a:pt x="14" y="30"/>
                  <a:pt x="14" y="30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0"/>
                  <a:pt x="0" y="17"/>
                  <a:pt x="2" y="17"/>
                </a:cubicBezTo>
                <a:cubicBezTo>
                  <a:pt x="18" y="17"/>
                  <a:pt x="18" y="17"/>
                  <a:pt x="18" y="17"/>
                </a:cubicBezTo>
                <a:cubicBezTo>
                  <a:pt x="23" y="2"/>
                  <a:pt x="23" y="2"/>
                  <a:pt x="23" y="2"/>
                </a:cubicBezTo>
                <a:cubicBezTo>
                  <a:pt x="24" y="0"/>
                  <a:pt x="27" y="0"/>
                  <a:pt x="27" y="2"/>
                </a:cubicBezTo>
                <a:cubicBezTo>
                  <a:pt x="27" y="2"/>
                  <a:pt x="27" y="2"/>
                  <a:pt x="27" y="2"/>
                </a:cubicBezTo>
                <a:close/>
                <a:moveTo>
                  <a:pt x="29" y="20"/>
                </a:moveTo>
                <a:cubicBezTo>
                  <a:pt x="29" y="20"/>
                  <a:pt x="29" y="20"/>
                  <a:pt x="29" y="20"/>
                </a:cubicBezTo>
                <a:cubicBezTo>
                  <a:pt x="25" y="9"/>
                  <a:pt x="25" y="9"/>
                  <a:pt x="25" y="9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1" y="21"/>
                  <a:pt x="20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9"/>
                  <a:pt x="18" y="30"/>
                </a:cubicBezTo>
                <a:cubicBezTo>
                  <a:pt x="15" y="41"/>
                  <a:pt x="15" y="41"/>
                  <a:pt x="15" y="41"/>
                </a:cubicBezTo>
                <a:cubicBezTo>
                  <a:pt x="24" y="34"/>
                  <a:pt x="24" y="34"/>
                  <a:pt x="24" y="34"/>
                </a:cubicBezTo>
                <a:cubicBezTo>
                  <a:pt x="25" y="34"/>
                  <a:pt x="26" y="34"/>
                  <a:pt x="26" y="34"/>
                </a:cubicBezTo>
                <a:cubicBezTo>
                  <a:pt x="36" y="41"/>
                  <a:pt x="36" y="41"/>
                  <a:pt x="36" y="41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29"/>
                  <a:pt x="32" y="28"/>
                  <a:pt x="33" y="28"/>
                </a:cubicBezTo>
                <a:cubicBezTo>
                  <a:pt x="43" y="21"/>
                  <a:pt x="43" y="21"/>
                  <a:pt x="43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0" y="21"/>
                  <a:pt x="29" y="21"/>
                  <a:pt x="29" y="2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82" name="Freeform 116">
            <a:extLst>
              <a:ext uri="{FF2B5EF4-FFF2-40B4-BE49-F238E27FC236}">
                <a16:creationId xmlns:a16="http://schemas.microsoft.com/office/drawing/2014/main" id="{861C24DB-9CF3-76D2-0040-662F75B95D91}"/>
              </a:ext>
            </a:extLst>
          </p:cNvPr>
          <p:cNvSpPr>
            <a:spLocks noEditPoints="1"/>
          </p:cNvSpPr>
          <p:nvPr/>
        </p:nvSpPr>
        <p:spPr bwMode="auto">
          <a:xfrm>
            <a:off x="6575885" y="2159447"/>
            <a:ext cx="186267" cy="211667"/>
          </a:xfrm>
          <a:custGeom>
            <a:avLst/>
            <a:gdLst>
              <a:gd name="T0" fmla="*/ 15875 w 44"/>
              <a:gd name="T1" fmla="*/ 0 h 50"/>
              <a:gd name="T2" fmla="*/ 88900 w 44"/>
              <a:gd name="T3" fmla="*/ 0 h 50"/>
              <a:gd name="T4" fmla="*/ 92075 w 44"/>
              <a:gd name="T5" fmla="*/ 3175 h 50"/>
              <a:gd name="T6" fmla="*/ 136525 w 44"/>
              <a:gd name="T7" fmla="*/ 44450 h 50"/>
              <a:gd name="T8" fmla="*/ 139700 w 44"/>
              <a:gd name="T9" fmla="*/ 50800 h 50"/>
              <a:gd name="T10" fmla="*/ 139700 w 44"/>
              <a:gd name="T11" fmla="*/ 50800 h 50"/>
              <a:gd name="T12" fmla="*/ 139700 w 44"/>
              <a:gd name="T13" fmla="*/ 142875 h 50"/>
              <a:gd name="T14" fmla="*/ 133350 w 44"/>
              <a:gd name="T15" fmla="*/ 155575 h 50"/>
              <a:gd name="T16" fmla="*/ 133350 w 44"/>
              <a:gd name="T17" fmla="*/ 155575 h 50"/>
              <a:gd name="T18" fmla="*/ 133350 w 44"/>
              <a:gd name="T19" fmla="*/ 155575 h 50"/>
              <a:gd name="T20" fmla="*/ 123825 w 44"/>
              <a:gd name="T21" fmla="*/ 158750 h 50"/>
              <a:gd name="T22" fmla="*/ 15875 w 44"/>
              <a:gd name="T23" fmla="*/ 158750 h 50"/>
              <a:gd name="T24" fmla="*/ 3175 w 44"/>
              <a:gd name="T25" fmla="*/ 155575 h 50"/>
              <a:gd name="T26" fmla="*/ 3175 w 44"/>
              <a:gd name="T27" fmla="*/ 155575 h 50"/>
              <a:gd name="T28" fmla="*/ 0 w 44"/>
              <a:gd name="T29" fmla="*/ 142875 h 50"/>
              <a:gd name="T30" fmla="*/ 0 w 44"/>
              <a:gd name="T31" fmla="*/ 15875 h 50"/>
              <a:gd name="T32" fmla="*/ 3175 w 44"/>
              <a:gd name="T33" fmla="*/ 3175 h 50"/>
              <a:gd name="T34" fmla="*/ 15875 w 44"/>
              <a:gd name="T35" fmla="*/ 0 h 50"/>
              <a:gd name="T36" fmla="*/ 127000 w 44"/>
              <a:gd name="T37" fmla="*/ 53975 h 50"/>
              <a:gd name="T38" fmla="*/ 127000 w 44"/>
              <a:gd name="T39" fmla="*/ 53975 h 50"/>
              <a:gd name="T40" fmla="*/ 98425 w 44"/>
              <a:gd name="T41" fmla="*/ 53975 h 50"/>
              <a:gd name="T42" fmla="*/ 88900 w 44"/>
              <a:gd name="T43" fmla="*/ 50800 h 50"/>
              <a:gd name="T44" fmla="*/ 88900 w 44"/>
              <a:gd name="T45" fmla="*/ 50800 h 50"/>
              <a:gd name="T46" fmla="*/ 85725 w 44"/>
              <a:gd name="T47" fmla="*/ 41275 h 50"/>
              <a:gd name="T48" fmla="*/ 85725 w 44"/>
              <a:gd name="T49" fmla="*/ 12700 h 50"/>
              <a:gd name="T50" fmla="*/ 15875 w 44"/>
              <a:gd name="T51" fmla="*/ 12700 h 50"/>
              <a:gd name="T52" fmla="*/ 12700 w 44"/>
              <a:gd name="T53" fmla="*/ 12700 h 50"/>
              <a:gd name="T54" fmla="*/ 12700 w 44"/>
              <a:gd name="T55" fmla="*/ 15875 h 50"/>
              <a:gd name="T56" fmla="*/ 12700 w 44"/>
              <a:gd name="T57" fmla="*/ 142875 h 50"/>
              <a:gd name="T58" fmla="*/ 12700 w 44"/>
              <a:gd name="T59" fmla="*/ 146050 h 50"/>
              <a:gd name="T60" fmla="*/ 12700 w 44"/>
              <a:gd name="T61" fmla="*/ 146050 h 50"/>
              <a:gd name="T62" fmla="*/ 15875 w 44"/>
              <a:gd name="T63" fmla="*/ 146050 h 50"/>
              <a:gd name="T64" fmla="*/ 123825 w 44"/>
              <a:gd name="T65" fmla="*/ 146050 h 50"/>
              <a:gd name="T66" fmla="*/ 127000 w 44"/>
              <a:gd name="T67" fmla="*/ 146050 h 50"/>
              <a:gd name="T68" fmla="*/ 127000 w 44"/>
              <a:gd name="T69" fmla="*/ 146050 h 50"/>
              <a:gd name="T70" fmla="*/ 127000 w 44"/>
              <a:gd name="T71" fmla="*/ 142875 h 50"/>
              <a:gd name="T72" fmla="*/ 127000 w 44"/>
              <a:gd name="T73" fmla="*/ 53975 h 50"/>
              <a:gd name="T74" fmla="*/ 120650 w 44"/>
              <a:gd name="T75" fmla="*/ 47625 h 50"/>
              <a:gd name="T76" fmla="*/ 120650 w 44"/>
              <a:gd name="T77" fmla="*/ 47625 h 50"/>
              <a:gd name="T78" fmla="*/ 92075 w 44"/>
              <a:gd name="T79" fmla="*/ 19050 h 50"/>
              <a:gd name="T80" fmla="*/ 92075 w 44"/>
              <a:gd name="T81" fmla="*/ 41275 h 50"/>
              <a:gd name="T82" fmla="*/ 95250 w 44"/>
              <a:gd name="T83" fmla="*/ 44450 h 50"/>
              <a:gd name="T84" fmla="*/ 95250 w 44"/>
              <a:gd name="T85" fmla="*/ 44450 h 50"/>
              <a:gd name="T86" fmla="*/ 98425 w 44"/>
              <a:gd name="T87" fmla="*/ 47625 h 50"/>
              <a:gd name="T88" fmla="*/ 120650 w 44"/>
              <a:gd name="T89" fmla="*/ 47625 h 5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4" h="50">
                <a:moveTo>
                  <a:pt x="5" y="0"/>
                </a:move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9" y="0"/>
                  <a:pt x="29" y="1"/>
                </a:cubicBezTo>
                <a:cubicBezTo>
                  <a:pt x="43" y="14"/>
                  <a:pt x="43" y="14"/>
                  <a:pt x="43" y="14"/>
                </a:cubicBezTo>
                <a:cubicBezTo>
                  <a:pt x="44" y="15"/>
                  <a:pt x="44" y="15"/>
                  <a:pt x="44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6"/>
                  <a:pt x="43" y="48"/>
                  <a:pt x="42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1" y="50"/>
                  <a:pt x="40" y="50"/>
                  <a:pt x="39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4" y="50"/>
                  <a:pt x="2" y="50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0" y="48"/>
                  <a:pt x="0" y="46"/>
                  <a:pt x="0" y="45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0" y="2"/>
                  <a:pt x="1" y="1"/>
                </a:cubicBezTo>
                <a:cubicBezTo>
                  <a:pt x="2" y="1"/>
                  <a:pt x="4" y="0"/>
                  <a:pt x="5" y="0"/>
                </a:cubicBezTo>
                <a:close/>
                <a:moveTo>
                  <a:pt x="40" y="17"/>
                </a:moveTo>
                <a:cubicBezTo>
                  <a:pt x="40" y="17"/>
                  <a:pt x="40" y="17"/>
                  <a:pt x="40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0" y="17"/>
                  <a:pt x="29" y="16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7" y="15"/>
                  <a:pt x="27" y="14"/>
                  <a:pt x="27" y="13"/>
                </a:cubicBezTo>
                <a:cubicBezTo>
                  <a:pt x="27" y="4"/>
                  <a:pt x="27" y="4"/>
                  <a:pt x="27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4" y="4"/>
                  <a:pt x="4" y="4"/>
                </a:cubicBezTo>
                <a:cubicBezTo>
                  <a:pt x="4" y="4"/>
                  <a:pt x="4" y="5"/>
                  <a:pt x="4" y="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5" y="46"/>
                  <a:pt x="5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0" y="45"/>
                  <a:pt x="40" y="45"/>
                </a:cubicBezTo>
                <a:cubicBezTo>
                  <a:pt x="40" y="17"/>
                  <a:pt x="40" y="17"/>
                  <a:pt x="40" y="17"/>
                </a:cubicBezTo>
                <a:close/>
                <a:moveTo>
                  <a:pt x="38" y="15"/>
                </a:moveTo>
                <a:cubicBezTo>
                  <a:pt x="38" y="15"/>
                  <a:pt x="38" y="15"/>
                  <a:pt x="38" y="15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3"/>
                  <a:pt x="29" y="14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4"/>
                  <a:pt x="31" y="15"/>
                  <a:pt x="31" y="15"/>
                </a:cubicBezTo>
                <a:cubicBezTo>
                  <a:pt x="38" y="15"/>
                  <a:pt x="38" y="15"/>
                  <a:pt x="38" y="1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83" name="Freeform 117">
            <a:extLst>
              <a:ext uri="{FF2B5EF4-FFF2-40B4-BE49-F238E27FC236}">
                <a16:creationId xmlns:a16="http://schemas.microsoft.com/office/drawing/2014/main" id="{3FC79E8D-74E4-15D0-89CA-441D2D2F0831}"/>
              </a:ext>
            </a:extLst>
          </p:cNvPr>
          <p:cNvSpPr>
            <a:spLocks noEditPoints="1"/>
          </p:cNvSpPr>
          <p:nvPr/>
        </p:nvSpPr>
        <p:spPr bwMode="auto">
          <a:xfrm>
            <a:off x="11033585" y="3008231"/>
            <a:ext cx="184149" cy="211667"/>
          </a:xfrm>
          <a:custGeom>
            <a:avLst/>
            <a:gdLst>
              <a:gd name="T0" fmla="*/ 54602 w 43"/>
              <a:gd name="T1" fmla="*/ 85725 h 50"/>
              <a:gd name="T2" fmla="*/ 28907 w 43"/>
              <a:gd name="T3" fmla="*/ 88900 h 50"/>
              <a:gd name="T4" fmla="*/ 48179 w 43"/>
              <a:gd name="T5" fmla="*/ 92075 h 50"/>
              <a:gd name="T6" fmla="*/ 28907 w 43"/>
              <a:gd name="T7" fmla="*/ 123825 h 50"/>
              <a:gd name="T8" fmla="*/ 54602 w 43"/>
              <a:gd name="T9" fmla="*/ 127000 h 50"/>
              <a:gd name="T10" fmla="*/ 54602 w 43"/>
              <a:gd name="T11" fmla="*/ 120650 h 50"/>
              <a:gd name="T12" fmla="*/ 57814 w 43"/>
              <a:gd name="T13" fmla="*/ 92075 h 50"/>
              <a:gd name="T14" fmla="*/ 138112 w 43"/>
              <a:gd name="T15" fmla="*/ 47625 h 50"/>
              <a:gd name="T16" fmla="*/ 93145 w 43"/>
              <a:gd name="T17" fmla="*/ 3175 h 50"/>
              <a:gd name="T18" fmla="*/ 16060 w 43"/>
              <a:gd name="T19" fmla="*/ 0 h 50"/>
              <a:gd name="T20" fmla="*/ 0 w 43"/>
              <a:gd name="T21" fmla="*/ 15875 h 50"/>
              <a:gd name="T22" fmla="*/ 3212 w 43"/>
              <a:gd name="T23" fmla="*/ 155575 h 50"/>
              <a:gd name="T24" fmla="*/ 3212 w 43"/>
              <a:gd name="T25" fmla="*/ 155575 h 50"/>
              <a:gd name="T26" fmla="*/ 122052 w 43"/>
              <a:gd name="T27" fmla="*/ 158750 h 50"/>
              <a:gd name="T28" fmla="*/ 134900 w 43"/>
              <a:gd name="T29" fmla="*/ 155575 h 50"/>
              <a:gd name="T30" fmla="*/ 138112 w 43"/>
              <a:gd name="T31" fmla="*/ 50800 h 50"/>
              <a:gd name="T32" fmla="*/ 93145 w 43"/>
              <a:gd name="T33" fmla="*/ 19050 h 50"/>
              <a:gd name="T34" fmla="*/ 122052 w 43"/>
              <a:gd name="T35" fmla="*/ 47625 h 50"/>
              <a:gd name="T36" fmla="*/ 93145 w 43"/>
              <a:gd name="T37" fmla="*/ 44450 h 50"/>
              <a:gd name="T38" fmla="*/ 93145 w 43"/>
              <a:gd name="T39" fmla="*/ 41275 h 50"/>
              <a:gd name="T40" fmla="*/ 128476 w 43"/>
              <a:gd name="T41" fmla="*/ 142875 h 50"/>
              <a:gd name="T42" fmla="*/ 125264 w 43"/>
              <a:gd name="T43" fmla="*/ 146050 h 50"/>
              <a:gd name="T44" fmla="*/ 122052 w 43"/>
              <a:gd name="T45" fmla="*/ 146050 h 50"/>
              <a:gd name="T46" fmla="*/ 12848 w 43"/>
              <a:gd name="T47" fmla="*/ 146050 h 50"/>
              <a:gd name="T48" fmla="*/ 9636 w 43"/>
              <a:gd name="T49" fmla="*/ 15875 h 50"/>
              <a:gd name="T50" fmla="*/ 16060 w 43"/>
              <a:gd name="T51" fmla="*/ 12700 h 50"/>
              <a:gd name="T52" fmla="*/ 83510 w 43"/>
              <a:gd name="T53" fmla="*/ 41275 h 50"/>
              <a:gd name="T54" fmla="*/ 89933 w 43"/>
              <a:gd name="T55" fmla="*/ 50800 h 50"/>
              <a:gd name="T56" fmla="*/ 128476 w 43"/>
              <a:gd name="T57" fmla="*/ 53975 h 50"/>
              <a:gd name="T58" fmla="*/ 44967 w 43"/>
              <a:gd name="T59" fmla="*/ 34925 h 50"/>
              <a:gd name="T60" fmla="*/ 38543 w 43"/>
              <a:gd name="T61" fmla="*/ 34925 h 50"/>
              <a:gd name="T62" fmla="*/ 28907 w 43"/>
              <a:gd name="T63" fmla="*/ 73025 h 50"/>
              <a:gd name="T64" fmla="*/ 38543 w 43"/>
              <a:gd name="T65" fmla="*/ 66675 h 50"/>
              <a:gd name="T66" fmla="*/ 51391 w 43"/>
              <a:gd name="T67" fmla="*/ 73025 h 50"/>
              <a:gd name="T68" fmla="*/ 57814 w 43"/>
              <a:gd name="T69" fmla="*/ 69850 h 50"/>
              <a:gd name="T70" fmla="*/ 44967 w 43"/>
              <a:gd name="T71" fmla="*/ 34925 h 50"/>
              <a:gd name="T72" fmla="*/ 38543 w 43"/>
              <a:gd name="T73" fmla="*/ 57150 h 50"/>
              <a:gd name="T74" fmla="*/ 48179 w 43"/>
              <a:gd name="T75" fmla="*/ 57150 h 50"/>
              <a:gd name="T76" fmla="*/ 96357 w 43"/>
              <a:gd name="T77" fmla="*/ 69850 h 50"/>
              <a:gd name="T78" fmla="*/ 93145 w 43"/>
              <a:gd name="T79" fmla="*/ 66675 h 50"/>
              <a:gd name="T80" fmla="*/ 89933 w 43"/>
              <a:gd name="T81" fmla="*/ 92075 h 50"/>
              <a:gd name="T82" fmla="*/ 73874 w 43"/>
              <a:gd name="T83" fmla="*/ 85725 h 50"/>
              <a:gd name="T84" fmla="*/ 89933 w 43"/>
              <a:gd name="T85" fmla="*/ 104775 h 50"/>
              <a:gd name="T86" fmla="*/ 96357 w 43"/>
              <a:gd name="T87" fmla="*/ 104775 h 50"/>
              <a:gd name="T88" fmla="*/ 109205 w 43"/>
              <a:gd name="T89" fmla="*/ 88900 h 50"/>
              <a:gd name="T90" fmla="*/ 102781 w 43"/>
              <a:gd name="T91" fmla="*/ 85725 h 50"/>
              <a:gd name="T92" fmla="*/ 96357 w 43"/>
              <a:gd name="T93" fmla="*/ 69850 h 50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3" h="50">
                <a:moveTo>
                  <a:pt x="18" y="28"/>
                </a:moveTo>
                <a:cubicBezTo>
                  <a:pt x="18" y="28"/>
                  <a:pt x="17" y="27"/>
                  <a:pt x="17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9" y="28"/>
                  <a:pt x="9" y="28"/>
                </a:cubicBezTo>
                <a:cubicBezTo>
                  <a:pt x="9" y="29"/>
                  <a:pt x="10" y="29"/>
                  <a:pt x="10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9"/>
                  <a:pt x="9" y="39"/>
                </a:cubicBezTo>
                <a:cubicBezTo>
                  <a:pt x="9" y="40"/>
                  <a:pt x="10" y="40"/>
                  <a:pt x="10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8" y="40"/>
                  <a:pt x="18" y="39"/>
                </a:cubicBezTo>
                <a:cubicBezTo>
                  <a:pt x="18" y="38"/>
                  <a:pt x="17" y="38"/>
                  <a:pt x="17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9"/>
                  <a:pt x="18" y="29"/>
                  <a:pt x="18" y="28"/>
                </a:cubicBezTo>
                <a:close/>
                <a:moveTo>
                  <a:pt x="43" y="15"/>
                </a:moveTo>
                <a:cubicBezTo>
                  <a:pt x="43" y="15"/>
                  <a:pt x="43" y="15"/>
                  <a:pt x="43" y="15"/>
                </a:cubicBezTo>
                <a:cubicBezTo>
                  <a:pt x="29" y="1"/>
                  <a:pt x="29" y="1"/>
                  <a:pt x="29" y="1"/>
                </a:cubicBezTo>
                <a:cubicBezTo>
                  <a:pt x="29" y="0"/>
                  <a:pt x="28" y="0"/>
                  <a:pt x="28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2" y="1"/>
                  <a:pt x="1" y="2"/>
                </a:cubicBezTo>
                <a:cubicBezTo>
                  <a:pt x="0" y="3"/>
                  <a:pt x="0" y="4"/>
                  <a:pt x="0" y="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7"/>
                  <a:pt x="0" y="48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2" y="50"/>
                  <a:pt x="3" y="50"/>
                  <a:pt x="5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40" y="50"/>
                  <a:pt x="41" y="50"/>
                  <a:pt x="42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3" y="48"/>
                  <a:pt x="43" y="47"/>
                  <a:pt x="43" y="45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5"/>
                  <a:pt x="43" y="15"/>
                </a:cubicBezTo>
                <a:close/>
                <a:moveTo>
                  <a:pt x="29" y="6"/>
                </a:moveTo>
                <a:cubicBezTo>
                  <a:pt x="29" y="6"/>
                  <a:pt x="29" y="6"/>
                  <a:pt x="29" y="6"/>
                </a:cubicBezTo>
                <a:cubicBezTo>
                  <a:pt x="38" y="15"/>
                  <a:pt x="38" y="15"/>
                  <a:pt x="38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0" y="15"/>
                  <a:pt x="30" y="15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3"/>
                  <a:pt x="29" y="13"/>
                </a:cubicBezTo>
                <a:cubicBezTo>
                  <a:pt x="29" y="6"/>
                  <a:pt x="29" y="6"/>
                  <a:pt x="29" y="6"/>
                </a:cubicBezTo>
                <a:close/>
                <a:moveTo>
                  <a:pt x="40" y="45"/>
                </a:moveTo>
                <a:cubicBezTo>
                  <a:pt x="40" y="45"/>
                  <a:pt x="40" y="45"/>
                  <a:pt x="40" y="45"/>
                </a:cubicBezTo>
                <a:cubicBezTo>
                  <a:pt x="40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8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3" y="46"/>
                  <a:pt x="3" y="4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4" y="5"/>
                  <a:pt x="4" y="4"/>
                </a:cubicBezTo>
                <a:cubicBezTo>
                  <a:pt x="4" y="4"/>
                  <a:pt x="4" y="4"/>
                  <a:pt x="5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4"/>
                  <a:pt x="27" y="15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7"/>
                  <a:pt x="30" y="17"/>
                  <a:pt x="31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45"/>
                  <a:pt x="40" y="45"/>
                  <a:pt x="40" y="45"/>
                </a:cubicBezTo>
                <a:close/>
                <a:moveTo>
                  <a:pt x="14" y="11"/>
                </a:moveTo>
                <a:cubicBezTo>
                  <a:pt x="14" y="11"/>
                  <a:pt x="14" y="11"/>
                  <a:pt x="14" y="11"/>
                </a:cubicBezTo>
                <a:cubicBezTo>
                  <a:pt x="13" y="10"/>
                  <a:pt x="13" y="11"/>
                  <a:pt x="12" y="11"/>
                </a:cubicBezTo>
                <a:cubicBezTo>
                  <a:pt x="9" y="22"/>
                  <a:pt x="9" y="22"/>
                  <a:pt x="9" y="22"/>
                </a:cubicBezTo>
                <a:cubicBezTo>
                  <a:pt x="8" y="23"/>
                  <a:pt x="9" y="23"/>
                  <a:pt x="9" y="23"/>
                </a:cubicBezTo>
                <a:cubicBezTo>
                  <a:pt x="10" y="24"/>
                  <a:pt x="11" y="23"/>
                  <a:pt x="11" y="23"/>
                </a:cubicBezTo>
                <a:cubicBezTo>
                  <a:pt x="12" y="21"/>
                  <a:pt x="12" y="21"/>
                  <a:pt x="12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16" y="23"/>
                  <a:pt x="16" y="23"/>
                  <a:pt x="16" y="23"/>
                </a:cubicBezTo>
                <a:cubicBezTo>
                  <a:pt x="16" y="23"/>
                  <a:pt x="17" y="24"/>
                  <a:pt x="18" y="23"/>
                </a:cubicBezTo>
                <a:cubicBezTo>
                  <a:pt x="18" y="23"/>
                  <a:pt x="19" y="23"/>
                  <a:pt x="18" y="22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4" y="11"/>
                  <a:pt x="14" y="11"/>
                </a:cubicBezTo>
                <a:close/>
                <a:moveTo>
                  <a:pt x="12" y="18"/>
                </a:moveTo>
                <a:cubicBezTo>
                  <a:pt x="12" y="18"/>
                  <a:pt x="12" y="18"/>
                  <a:pt x="12" y="18"/>
                </a:cubicBezTo>
                <a:cubicBezTo>
                  <a:pt x="14" y="15"/>
                  <a:pt x="14" y="15"/>
                  <a:pt x="14" y="15"/>
                </a:cubicBezTo>
                <a:cubicBezTo>
                  <a:pt x="15" y="18"/>
                  <a:pt x="15" y="18"/>
                  <a:pt x="15" y="18"/>
                </a:cubicBezTo>
                <a:cubicBezTo>
                  <a:pt x="12" y="18"/>
                  <a:pt x="12" y="18"/>
                  <a:pt x="12" y="18"/>
                </a:cubicBezTo>
                <a:close/>
                <a:moveTo>
                  <a:pt x="30" y="22"/>
                </a:moveTo>
                <a:cubicBezTo>
                  <a:pt x="30" y="22"/>
                  <a:pt x="30" y="22"/>
                  <a:pt x="30" y="22"/>
                </a:cubicBezTo>
                <a:cubicBezTo>
                  <a:pt x="30" y="21"/>
                  <a:pt x="29" y="21"/>
                  <a:pt x="29" y="21"/>
                </a:cubicBezTo>
                <a:cubicBezTo>
                  <a:pt x="28" y="21"/>
                  <a:pt x="28" y="21"/>
                  <a:pt x="28" y="22"/>
                </a:cubicBezTo>
                <a:cubicBezTo>
                  <a:pt x="28" y="29"/>
                  <a:pt x="28" y="29"/>
                  <a:pt x="28" y="29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26"/>
                  <a:pt x="24" y="26"/>
                  <a:pt x="23" y="27"/>
                </a:cubicBezTo>
                <a:cubicBezTo>
                  <a:pt x="23" y="27"/>
                  <a:pt x="23" y="28"/>
                  <a:pt x="23" y="28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3"/>
                  <a:pt x="28" y="33"/>
                  <a:pt x="29" y="33"/>
                </a:cubicBezTo>
                <a:cubicBezTo>
                  <a:pt x="29" y="33"/>
                  <a:pt x="29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8"/>
                  <a:pt x="34" y="27"/>
                  <a:pt x="34" y="27"/>
                </a:cubicBezTo>
                <a:cubicBezTo>
                  <a:pt x="34" y="26"/>
                  <a:pt x="33" y="26"/>
                  <a:pt x="32" y="27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2"/>
                  <a:pt x="30" y="22"/>
                  <a:pt x="30" y="2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84" name="Freeform 118">
            <a:extLst>
              <a:ext uri="{FF2B5EF4-FFF2-40B4-BE49-F238E27FC236}">
                <a16:creationId xmlns:a16="http://schemas.microsoft.com/office/drawing/2014/main" id="{4C67A263-76A7-B685-CA18-B04F42CB31E6}"/>
              </a:ext>
            </a:extLst>
          </p:cNvPr>
          <p:cNvSpPr>
            <a:spLocks noEditPoints="1"/>
          </p:cNvSpPr>
          <p:nvPr/>
        </p:nvSpPr>
        <p:spPr bwMode="auto">
          <a:xfrm>
            <a:off x="11404001" y="3008231"/>
            <a:ext cx="186267" cy="211667"/>
          </a:xfrm>
          <a:custGeom>
            <a:avLst/>
            <a:gdLst>
              <a:gd name="T0" fmla="*/ 34925 w 44"/>
              <a:gd name="T1" fmla="*/ 73025 h 50"/>
              <a:gd name="T2" fmla="*/ 60325 w 44"/>
              <a:gd name="T3" fmla="*/ 69850 h 50"/>
              <a:gd name="T4" fmla="*/ 41275 w 44"/>
              <a:gd name="T5" fmla="*/ 66675 h 50"/>
              <a:gd name="T6" fmla="*/ 60325 w 44"/>
              <a:gd name="T7" fmla="*/ 38100 h 50"/>
              <a:gd name="T8" fmla="*/ 34925 w 44"/>
              <a:gd name="T9" fmla="*/ 34925 h 50"/>
              <a:gd name="T10" fmla="*/ 34925 w 44"/>
              <a:gd name="T11" fmla="*/ 41275 h 50"/>
              <a:gd name="T12" fmla="*/ 31750 w 44"/>
              <a:gd name="T13" fmla="*/ 69850 h 50"/>
              <a:gd name="T14" fmla="*/ 98425 w 44"/>
              <a:gd name="T15" fmla="*/ 69850 h 50"/>
              <a:gd name="T16" fmla="*/ 92075 w 44"/>
              <a:gd name="T17" fmla="*/ 66675 h 50"/>
              <a:gd name="T18" fmla="*/ 88900 w 44"/>
              <a:gd name="T19" fmla="*/ 92075 h 50"/>
              <a:gd name="T20" fmla="*/ 76200 w 44"/>
              <a:gd name="T21" fmla="*/ 85725 h 50"/>
              <a:gd name="T22" fmla="*/ 92075 w 44"/>
              <a:gd name="T23" fmla="*/ 104775 h 50"/>
              <a:gd name="T24" fmla="*/ 92075 w 44"/>
              <a:gd name="T25" fmla="*/ 104775 h 50"/>
              <a:gd name="T26" fmla="*/ 95250 w 44"/>
              <a:gd name="T27" fmla="*/ 104775 h 50"/>
              <a:gd name="T28" fmla="*/ 111125 w 44"/>
              <a:gd name="T29" fmla="*/ 85725 h 50"/>
              <a:gd name="T30" fmla="*/ 98425 w 44"/>
              <a:gd name="T31" fmla="*/ 92075 h 50"/>
              <a:gd name="T32" fmla="*/ 139700 w 44"/>
              <a:gd name="T33" fmla="*/ 47625 h 50"/>
              <a:gd name="T34" fmla="*/ 95250 w 44"/>
              <a:gd name="T35" fmla="*/ 3175 h 50"/>
              <a:gd name="T36" fmla="*/ 15875 w 44"/>
              <a:gd name="T37" fmla="*/ 0 h 50"/>
              <a:gd name="T38" fmla="*/ 0 w 44"/>
              <a:gd name="T39" fmla="*/ 15875 h 50"/>
              <a:gd name="T40" fmla="*/ 6350 w 44"/>
              <a:gd name="T41" fmla="*/ 155575 h 50"/>
              <a:gd name="T42" fmla="*/ 6350 w 44"/>
              <a:gd name="T43" fmla="*/ 155575 h 50"/>
              <a:gd name="T44" fmla="*/ 123825 w 44"/>
              <a:gd name="T45" fmla="*/ 158750 h 50"/>
              <a:gd name="T46" fmla="*/ 136525 w 44"/>
              <a:gd name="T47" fmla="*/ 155575 h 50"/>
              <a:gd name="T48" fmla="*/ 139700 w 44"/>
              <a:gd name="T49" fmla="*/ 142875 h 50"/>
              <a:gd name="T50" fmla="*/ 139700 w 44"/>
              <a:gd name="T51" fmla="*/ 47625 h 50"/>
              <a:gd name="T52" fmla="*/ 92075 w 44"/>
              <a:gd name="T53" fmla="*/ 19050 h 50"/>
              <a:gd name="T54" fmla="*/ 101600 w 44"/>
              <a:gd name="T55" fmla="*/ 47625 h 50"/>
              <a:gd name="T56" fmla="*/ 95250 w 44"/>
              <a:gd name="T57" fmla="*/ 44450 h 50"/>
              <a:gd name="T58" fmla="*/ 92075 w 44"/>
              <a:gd name="T59" fmla="*/ 19050 h 50"/>
              <a:gd name="T60" fmla="*/ 127000 w 44"/>
              <a:gd name="T61" fmla="*/ 142875 h 50"/>
              <a:gd name="T62" fmla="*/ 127000 w 44"/>
              <a:gd name="T63" fmla="*/ 146050 h 50"/>
              <a:gd name="T64" fmla="*/ 15875 w 44"/>
              <a:gd name="T65" fmla="*/ 146050 h 50"/>
              <a:gd name="T66" fmla="*/ 12700 w 44"/>
              <a:gd name="T67" fmla="*/ 142875 h 50"/>
              <a:gd name="T68" fmla="*/ 15875 w 44"/>
              <a:gd name="T69" fmla="*/ 12700 h 50"/>
              <a:gd name="T70" fmla="*/ 85725 w 44"/>
              <a:gd name="T71" fmla="*/ 12700 h 50"/>
              <a:gd name="T72" fmla="*/ 88900 w 44"/>
              <a:gd name="T73" fmla="*/ 50800 h 50"/>
              <a:gd name="T74" fmla="*/ 101600 w 44"/>
              <a:gd name="T75" fmla="*/ 53975 h 50"/>
              <a:gd name="T76" fmla="*/ 127000 w 44"/>
              <a:gd name="T77" fmla="*/ 142875 h 50"/>
              <a:gd name="T78" fmla="*/ 47625 w 44"/>
              <a:gd name="T79" fmla="*/ 85725 h 50"/>
              <a:gd name="T80" fmla="*/ 28575 w 44"/>
              <a:gd name="T81" fmla="*/ 123825 h 50"/>
              <a:gd name="T82" fmla="*/ 38100 w 44"/>
              <a:gd name="T83" fmla="*/ 123825 h 50"/>
              <a:gd name="T84" fmla="*/ 50800 w 44"/>
              <a:gd name="T85" fmla="*/ 117475 h 50"/>
              <a:gd name="T86" fmla="*/ 57150 w 44"/>
              <a:gd name="T87" fmla="*/ 127000 h 50"/>
              <a:gd name="T88" fmla="*/ 47625 w 44"/>
              <a:gd name="T89" fmla="*/ 88900 h 50"/>
              <a:gd name="T90" fmla="*/ 41275 w 44"/>
              <a:gd name="T91" fmla="*/ 111125 h 50"/>
              <a:gd name="T92" fmla="*/ 44450 w 44"/>
              <a:gd name="T93" fmla="*/ 101600 h 50"/>
              <a:gd name="T94" fmla="*/ 41275 w 44"/>
              <a:gd name="T95" fmla="*/ 111125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4" h="50">
                <a:moveTo>
                  <a:pt x="10" y="22"/>
                </a:moveTo>
                <a:cubicBezTo>
                  <a:pt x="10" y="23"/>
                  <a:pt x="10" y="23"/>
                  <a:pt x="11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9" y="23"/>
                  <a:pt x="19" y="22"/>
                </a:cubicBezTo>
                <a:cubicBezTo>
                  <a:pt x="19" y="22"/>
                  <a:pt x="18" y="21"/>
                  <a:pt x="18" y="21"/>
                </a:cubicBezTo>
                <a:cubicBezTo>
                  <a:pt x="13" y="21"/>
                  <a:pt x="13" y="21"/>
                  <a:pt x="13" y="21"/>
                </a:cubicBezTo>
                <a:cubicBezTo>
                  <a:pt x="18" y="12"/>
                  <a:pt x="18" y="12"/>
                  <a:pt x="18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1"/>
                  <a:pt x="18" y="11"/>
                  <a:pt x="18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0" y="11"/>
                  <a:pt x="10" y="11"/>
                  <a:pt x="10" y="12"/>
                </a:cubicBezTo>
                <a:cubicBezTo>
                  <a:pt x="10" y="12"/>
                  <a:pt x="10" y="13"/>
                  <a:pt x="11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lose/>
                <a:moveTo>
                  <a:pt x="31" y="22"/>
                </a:moveTo>
                <a:cubicBezTo>
                  <a:pt x="31" y="22"/>
                  <a:pt x="31" y="22"/>
                  <a:pt x="31" y="22"/>
                </a:cubicBezTo>
                <a:cubicBezTo>
                  <a:pt x="31" y="21"/>
                  <a:pt x="30" y="21"/>
                  <a:pt x="29" y="21"/>
                </a:cubicBezTo>
                <a:cubicBezTo>
                  <a:pt x="29" y="21"/>
                  <a:pt x="28" y="21"/>
                  <a:pt x="28" y="22"/>
                </a:cubicBezTo>
                <a:cubicBezTo>
                  <a:pt x="28" y="29"/>
                  <a:pt x="28" y="29"/>
                  <a:pt x="28" y="29"/>
                </a:cubicBezTo>
                <a:cubicBezTo>
                  <a:pt x="26" y="27"/>
                  <a:pt x="26" y="27"/>
                  <a:pt x="26" y="27"/>
                </a:cubicBezTo>
                <a:cubicBezTo>
                  <a:pt x="25" y="26"/>
                  <a:pt x="25" y="26"/>
                  <a:pt x="24" y="27"/>
                </a:cubicBezTo>
                <a:cubicBezTo>
                  <a:pt x="24" y="27"/>
                  <a:pt x="24" y="28"/>
                  <a:pt x="24" y="28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5" y="28"/>
                  <a:pt x="35" y="28"/>
                  <a:pt x="35" y="28"/>
                </a:cubicBezTo>
                <a:cubicBezTo>
                  <a:pt x="35" y="28"/>
                  <a:pt x="35" y="27"/>
                  <a:pt x="35" y="27"/>
                </a:cubicBezTo>
                <a:cubicBezTo>
                  <a:pt x="34" y="26"/>
                  <a:pt x="34" y="26"/>
                  <a:pt x="33" y="27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2"/>
                  <a:pt x="31" y="22"/>
                  <a:pt x="31" y="22"/>
                </a:cubicBezTo>
                <a:close/>
                <a:moveTo>
                  <a:pt x="44" y="15"/>
                </a:moveTo>
                <a:cubicBezTo>
                  <a:pt x="44" y="15"/>
                  <a:pt x="44" y="15"/>
                  <a:pt x="44" y="15"/>
                </a:cubicBezTo>
                <a:cubicBezTo>
                  <a:pt x="30" y="1"/>
                  <a:pt x="30" y="1"/>
                  <a:pt x="30" y="1"/>
                </a:cubicBezTo>
                <a:cubicBezTo>
                  <a:pt x="29" y="0"/>
                  <a:pt x="29" y="0"/>
                  <a:pt x="28" y="0"/>
                </a:cubicBezTo>
                <a:cubicBezTo>
                  <a:pt x="5" y="0"/>
                  <a:pt x="5" y="0"/>
                  <a:pt x="5" y="0"/>
                </a:cubicBezTo>
                <a:cubicBezTo>
                  <a:pt x="4" y="0"/>
                  <a:pt x="3" y="1"/>
                  <a:pt x="2" y="2"/>
                </a:cubicBezTo>
                <a:cubicBezTo>
                  <a:pt x="1" y="3"/>
                  <a:pt x="0" y="4"/>
                  <a:pt x="0" y="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7"/>
                  <a:pt x="1" y="48"/>
                  <a:pt x="2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3" y="50"/>
                  <a:pt x="4" y="50"/>
                  <a:pt x="5" y="50"/>
                </a:cubicBezTo>
                <a:cubicBezTo>
                  <a:pt x="39" y="50"/>
                  <a:pt x="39" y="50"/>
                  <a:pt x="39" y="50"/>
                </a:cubicBezTo>
                <a:cubicBezTo>
                  <a:pt x="40" y="50"/>
                  <a:pt x="42" y="50"/>
                  <a:pt x="43" y="49"/>
                </a:cubicBezTo>
                <a:cubicBezTo>
                  <a:pt x="43" y="49"/>
                  <a:pt x="43" y="49"/>
                  <a:pt x="43" y="49"/>
                </a:cubicBezTo>
                <a:cubicBezTo>
                  <a:pt x="43" y="49"/>
                  <a:pt x="43" y="49"/>
                  <a:pt x="43" y="49"/>
                </a:cubicBezTo>
                <a:cubicBezTo>
                  <a:pt x="44" y="48"/>
                  <a:pt x="44" y="47"/>
                  <a:pt x="44" y="45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16"/>
                  <a:pt x="44" y="15"/>
                  <a:pt x="44" y="15"/>
                </a:cubicBezTo>
                <a:close/>
                <a:moveTo>
                  <a:pt x="29" y="6"/>
                </a:moveTo>
                <a:cubicBezTo>
                  <a:pt x="29" y="6"/>
                  <a:pt x="29" y="6"/>
                  <a:pt x="29" y="6"/>
                </a:cubicBezTo>
                <a:cubicBezTo>
                  <a:pt x="38" y="15"/>
                  <a:pt x="38" y="15"/>
                  <a:pt x="38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31" y="15"/>
                  <a:pt x="30" y="15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4"/>
                  <a:pt x="29" y="13"/>
                  <a:pt x="29" y="13"/>
                </a:cubicBezTo>
                <a:cubicBezTo>
                  <a:pt x="29" y="6"/>
                  <a:pt x="29" y="6"/>
                  <a:pt x="29" y="6"/>
                </a:cubicBezTo>
                <a:close/>
                <a:moveTo>
                  <a:pt x="40" y="45"/>
                </a:moveTo>
                <a:cubicBezTo>
                  <a:pt x="40" y="45"/>
                  <a:pt x="40" y="45"/>
                  <a:pt x="40" y="45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39" y="46"/>
                  <a:pt x="39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6"/>
                  <a:pt x="4" y="4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13"/>
                  <a:pt x="27" y="13"/>
                  <a:pt x="27" y="13"/>
                </a:cubicBezTo>
                <a:cubicBezTo>
                  <a:pt x="27" y="14"/>
                  <a:pt x="28" y="15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9" y="17"/>
                  <a:pt x="30" y="17"/>
                  <a:pt x="32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45"/>
                  <a:pt x="40" y="45"/>
                  <a:pt x="40" y="45"/>
                </a:cubicBezTo>
                <a:close/>
                <a:moveTo>
                  <a:pt x="15" y="27"/>
                </a:moveTo>
                <a:cubicBezTo>
                  <a:pt x="15" y="27"/>
                  <a:pt x="15" y="27"/>
                  <a:pt x="15" y="27"/>
                </a:cubicBezTo>
                <a:cubicBezTo>
                  <a:pt x="14" y="27"/>
                  <a:pt x="13" y="27"/>
                  <a:pt x="13" y="28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10" y="40"/>
                  <a:pt x="10" y="40"/>
                </a:cubicBezTo>
                <a:cubicBezTo>
                  <a:pt x="11" y="40"/>
                  <a:pt x="11" y="40"/>
                  <a:pt x="12" y="39"/>
                </a:cubicBezTo>
                <a:cubicBezTo>
                  <a:pt x="12" y="37"/>
                  <a:pt x="12" y="37"/>
                  <a:pt x="12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7" y="39"/>
                  <a:pt x="17" y="39"/>
                  <a:pt x="17" y="39"/>
                </a:cubicBezTo>
                <a:cubicBezTo>
                  <a:pt x="17" y="40"/>
                  <a:pt x="18" y="40"/>
                  <a:pt x="18" y="40"/>
                </a:cubicBezTo>
                <a:cubicBezTo>
                  <a:pt x="19" y="40"/>
                  <a:pt x="19" y="39"/>
                  <a:pt x="19" y="39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7"/>
                  <a:pt x="15" y="27"/>
                </a:cubicBezTo>
                <a:close/>
                <a:moveTo>
                  <a:pt x="13" y="35"/>
                </a:moveTo>
                <a:cubicBezTo>
                  <a:pt x="13" y="35"/>
                  <a:pt x="13" y="35"/>
                  <a:pt x="13" y="35"/>
                </a:cubicBezTo>
                <a:cubicBezTo>
                  <a:pt x="14" y="32"/>
                  <a:pt x="14" y="32"/>
                  <a:pt x="14" y="32"/>
                </a:cubicBezTo>
                <a:cubicBezTo>
                  <a:pt x="15" y="35"/>
                  <a:pt x="15" y="35"/>
                  <a:pt x="15" y="35"/>
                </a:cubicBezTo>
                <a:cubicBezTo>
                  <a:pt x="13" y="35"/>
                  <a:pt x="13" y="35"/>
                  <a:pt x="13" y="3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85" name="Freeform 119">
            <a:extLst>
              <a:ext uri="{FF2B5EF4-FFF2-40B4-BE49-F238E27FC236}">
                <a16:creationId xmlns:a16="http://schemas.microsoft.com/office/drawing/2014/main" id="{BF425271-9130-A520-2B6D-B68915F48634}"/>
              </a:ext>
            </a:extLst>
          </p:cNvPr>
          <p:cNvSpPr>
            <a:spLocks noEditPoints="1"/>
          </p:cNvSpPr>
          <p:nvPr/>
        </p:nvSpPr>
        <p:spPr bwMode="auto">
          <a:xfrm>
            <a:off x="6184301" y="2593365"/>
            <a:ext cx="215900" cy="186267"/>
          </a:xfrm>
          <a:custGeom>
            <a:avLst/>
            <a:gdLst>
              <a:gd name="T0" fmla="*/ 111125 w 51"/>
              <a:gd name="T1" fmla="*/ 6350 h 44"/>
              <a:gd name="T2" fmla="*/ 0 w 51"/>
              <a:gd name="T3" fmla="*/ 79375 h 44"/>
              <a:gd name="T4" fmla="*/ 31750 w 51"/>
              <a:gd name="T5" fmla="*/ 127000 h 44"/>
              <a:gd name="T6" fmla="*/ 31750 w 51"/>
              <a:gd name="T7" fmla="*/ 31750 h 44"/>
              <a:gd name="T8" fmla="*/ 142875 w 51"/>
              <a:gd name="T9" fmla="*/ 53975 h 44"/>
              <a:gd name="T10" fmla="*/ 127000 w 51"/>
              <a:gd name="T11" fmla="*/ 127000 h 44"/>
              <a:gd name="T12" fmla="*/ 161925 w 51"/>
              <a:gd name="T13" fmla="*/ 79375 h 44"/>
              <a:gd name="T14" fmla="*/ 117475 w 51"/>
              <a:gd name="T15" fmla="*/ 41275 h 44"/>
              <a:gd name="T16" fmla="*/ 114300 w 51"/>
              <a:gd name="T17" fmla="*/ 38100 h 44"/>
              <a:gd name="T18" fmla="*/ 111125 w 51"/>
              <a:gd name="T19" fmla="*/ 38100 h 44"/>
              <a:gd name="T20" fmla="*/ 107950 w 51"/>
              <a:gd name="T21" fmla="*/ 34925 h 44"/>
              <a:gd name="T22" fmla="*/ 104775 w 51"/>
              <a:gd name="T23" fmla="*/ 34925 h 44"/>
              <a:gd name="T24" fmla="*/ 101600 w 51"/>
              <a:gd name="T25" fmla="*/ 38100 h 44"/>
              <a:gd name="T26" fmla="*/ 63500 w 51"/>
              <a:gd name="T27" fmla="*/ 69850 h 44"/>
              <a:gd name="T28" fmla="*/ 57150 w 51"/>
              <a:gd name="T29" fmla="*/ 79375 h 44"/>
              <a:gd name="T30" fmla="*/ 53975 w 51"/>
              <a:gd name="T31" fmla="*/ 85725 h 44"/>
              <a:gd name="T32" fmla="*/ 53975 w 51"/>
              <a:gd name="T33" fmla="*/ 95250 h 44"/>
              <a:gd name="T34" fmla="*/ 57150 w 51"/>
              <a:gd name="T35" fmla="*/ 104775 h 44"/>
              <a:gd name="T36" fmla="*/ 60325 w 51"/>
              <a:gd name="T37" fmla="*/ 107950 h 44"/>
              <a:gd name="T38" fmla="*/ 69850 w 51"/>
              <a:gd name="T39" fmla="*/ 114300 h 44"/>
              <a:gd name="T40" fmla="*/ 79375 w 51"/>
              <a:gd name="T41" fmla="*/ 117475 h 44"/>
              <a:gd name="T42" fmla="*/ 85725 w 51"/>
              <a:gd name="T43" fmla="*/ 117475 h 44"/>
              <a:gd name="T44" fmla="*/ 95250 w 51"/>
              <a:gd name="T45" fmla="*/ 114300 h 44"/>
              <a:gd name="T46" fmla="*/ 98425 w 51"/>
              <a:gd name="T47" fmla="*/ 111125 h 44"/>
              <a:gd name="T48" fmla="*/ 104775 w 51"/>
              <a:gd name="T49" fmla="*/ 104775 h 44"/>
              <a:gd name="T50" fmla="*/ 107950 w 51"/>
              <a:gd name="T51" fmla="*/ 95250 h 44"/>
              <a:gd name="T52" fmla="*/ 117475 w 51"/>
              <a:gd name="T53" fmla="*/ 47625 h 44"/>
              <a:gd name="T54" fmla="*/ 117475 w 51"/>
              <a:gd name="T55" fmla="*/ 44450 h 44"/>
              <a:gd name="T56" fmla="*/ 101600 w 51"/>
              <a:gd name="T57" fmla="*/ 92075 h 44"/>
              <a:gd name="T58" fmla="*/ 101600 w 51"/>
              <a:gd name="T59" fmla="*/ 95250 h 44"/>
              <a:gd name="T60" fmla="*/ 98425 w 51"/>
              <a:gd name="T61" fmla="*/ 104775 h 44"/>
              <a:gd name="T62" fmla="*/ 95250 w 51"/>
              <a:gd name="T63" fmla="*/ 104775 h 44"/>
              <a:gd name="T64" fmla="*/ 88900 w 51"/>
              <a:gd name="T65" fmla="*/ 107950 h 44"/>
              <a:gd name="T66" fmla="*/ 82550 w 51"/>
              <a:gd name="T67" fmla="*/ 111125 h 44"/>
              <a:gd name="T68" fmla="*/ 76200 w 51"/>
              <a:gd name="T69" fmla="*/ 111125 h 44"/>
              <a:gd name="T70" fmla="*/ 69850 w 51"/>
              <a:gd name="T71" fmla="*/ 107950 h 44"/>
              <a:gd name="T72" fmla="*/ 63500 w 51"/>
              <a:gd name="T73" fmla="*/ 101600 h 44"/>
              <a:gd name="T74" fmla="*/ 60325 w 51"/>
              <a:gd name="T75" fmla="*/ 95250 h 44"/>
              <a:gd name="T76" fmla="*/ 60325 w 51"/>
              <a:gd name="T77" fmla="*/ 88900 h 44"/>
              <a:gd name="T78" fmla="*/ 60325 w 51"/>
              <a:gd name="T79" fmla="*/ 85725 h 44"/>
              <a:gd name="T80" fmla="*/ 63500 w 51"/>
              <a:gd name="T81" fmla="*/ 76200 h 44"/>
              <a:gd name="T82" fmla="*/ 69850 w 51"/>
              <a:gd name="T83" fmla="*/ 73025 h 44"/>
              <a:gd name="T84" fmla="*/ 104775 w 51"/>
              <a:gd name="T85" fmla="*/ 44450 h 44"/>
              <a:gd name="T86" fmla="*/ 107950 w 51"/>
              <a:gd name="T87" fmla="*/ 44450 h 44"/>
              <a:gd name="T88" fmla="*/ 107950 w 51"/>
              <a:gd name="T89" fmla="*/ 44450 h 44"/>
              <a:gd name="T90" fmla="*/ 95250 w 51"/>
              <a:gd name="T91" fmla="*/ 85725 h 44"/>
              <a:gd name="T92" fmla="*/ 69850 w 51"/>
              <a:gd name="T93" fmla="*/ 82550 h 44"/>
              <a:gd name="T94" fmla="*/ 92075 w 51"/>
              <a:gd name="T95" fmla="*/ 95250 h 44"/>
              <a:gd name="T96" fmla="*/ 85725 w 51"/>
              <a:gd name="T97" fmla="*/ 88900 h 44"/>
              <a:gd name="T98" fmla="*/ 79375 w 51"/>
              <a:gd name="T99" fmla="*/ 95250 h 44"/>
              <a:gd name="T100" fmla="*/ 79375 w 51"/>
              <a:gd name="T101" fmla="*/ 82550 h 4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1" h="44">
                <a:moveTo>
                  <a:pt x="49" y="16"/>
                </a:moveTo>
                <a:cubicBezTo>
                  <a:pt x="49" y="16"/>
                  <a:pt x="49" y="16"/>
                  <a:pt x="49" y="16"/>
                </a:cubicBezTo>
                <a:cubicBezTo>
                  <a:pt x="47" y="13"/>
                  <a:pt x="46" y="10"/>
                  <a:pt x="43" y="7"/>
                </a:cubicBezTo>
                <a:cubicBezTo>
                  <a:pt x="41" y="5"/>
                  <a:pt x="38" y="3"/>
                  <a:pt x="35" y="2"/>
                </a:cubicBezTo>
                <a:cubicBezTo>
                  <a:pt x="32" y="1"/>
                  <a:pt x="29" y="0"/>
                  <a:pt x="25" y="0"/>
                </a:cubicBezTo>
                <a:cubicBezTo>
                  <a:pt x="19" y="0"/>
                  <a:pt x="12" y="3"/>
                  <a:pt x="8" y="7"/>
                </a:cubicBezTo>
                <a:cubicBezTo>
                  <a:pt x="5" y="10"/>
                  <a:pt x="4" y="13"/>
                  <a:pt x="2" y="16"/>
                </a:cubicBezTo>
                <a:cubicBezTo>
                  <a:pt x="1" y="19"/>
                  <a:pt x="0" y="22"/>
                  <a:pt x="0" y="25"/>
                </a:cubicBezTo>
                <a:cubicBezTo>
                  <a:pt x="0" y="29"/>
                  <a:pt x="1" y="32"/>
                  <a:pt x="2" y="35"/>
                </a:cubicBezTo>
                <a:cubicBezTo>
                  <a:pt x="4" y="38"/>
                  <a:pt x="5" y="41"/>
                  <a:pt x="8" y="43"/>
                </a:cubicBezTo>
                <a:cubicBezTo>
                  <a:pt x="9" y="44"/>
                  <a:pt x="10" y="44"/>
                  <a:pt x="10" y="43"/>
                </a:cubicBezTo>
                <a:cubicBezTo>
                  <a:pt x="11" y="42"/>
                  <a:pt x="11" y="41"/>
                  <a:pt x="10" y="40"/>
                </a:cubicBezTo>
                <a:cubicBezTo>
                  <a:pt x="9" y="38"/>
                  <a:pt x="7" y="36"/>
                  <a:pt x="6" y="33"/>
                </a:cubicBezTo>
                <a:cubicBezTo>
                  <a:pt x="5" y="31"/>
                  <a:pt x="4" y="28"/>
                  <a:pt x="4" y="25"/>
                </a:cubicBezTo>
                <a:cubicBezTo>
                  <a:pt x="4" y="22"/>
                  <a:pt x="5" y="20"/>
                  <a:pt x="6" y="17"/>
                </a:cubicBezTo>
                <a:cubicBezTo>
                  <a:pt x="7" y="15"/>
                  <a:pt x="9" y="12"/>
                  <a:pt x="10" y="10"/>
                </a:cubicBezTo>
                <a:cubicBezTo>
                  <a:pt x="14" y="6"/>
                  <a:pt x="20" y="4"/>
                  <a:pt x="25" y="4"/>
                </a:cubicBezTo>
                <a:cubicBezTo>
                  <a:pt x="28" y="4"/>
                  <a:pt x="31" y="5"/>
                  <a:pt x="34" y="6"/>
                </a:cubicBezTo>
                <a:cubicBezTo>
                  <a:pt x="36" y="7"/>
                  <a:pt x="39" y="8"/>
                  <a:pt x="40" y="10"/>
                </a:cubicBezTo>
                <a:cubicBezTo>
                  <a:pt x="42" y="12"/>
                  <a:pt x="44" y="15"/>
                  <a:pt x="45" y="17"/>
                </a:cubicBezTo>
                <a:cubicBezTo>
                  <a:pt x="45" y="17"/>
                  <a:pt x="45" y="17"/>
                  <a:pt x="45" y="17"/>
                </a:cubicBezTo>
                <a:cubicBezTo>
                  <a:pt x="46" y="20"/>
                  <a:pt x="47" y="22"/>
                  <a:pt x="47" y="25"/>
                </a:cubicBezTo>
                <a:cubicBezTo>
                  <a:pt x="47" y="28"/>
                  <a:pt x="46" y="31"/>
                  <a:pt x="45" y="33"/>
                </a:cubicBezTo>
                <a:cubicBezTo>
                  <a:pt x="44" y="36"/>
                  <a:pt x="42" y="38"/>
                  <a:pt x="40" y="40"/>
                </a:cubicBezTo>
                <a:cubicBezTo>
                  <a:pt x="40" y="41"/>
                  <a:pt x="40" y="42"/>
                  <a:pt x="40" y="43"/>
                </a:cubicBezTo>
                <a:cubicBezTo>
                  <a:pt x="41" y="44"/>
                  <a:pt x="42" y="44"/>
                  <a:pt x="43" y="43"/>
                </a:cubicBezTo>
                <a:cubicBezTo>
                  <a:pt x="46" y="41"/>
                  <a:pt x="47" y="38"/>
                  <a:pt x="49" y="35"/>
                </a:cubicBezTo>
                <a:cubicBezTo>
                  <a:pt x="50" y="32"/>
                  <a:pt x="51" y="29"/>
                  <a:pt x="51" y="25"/>
                </a:cubicBezTo>
                <a:cubicBezTo>
                  <a:pt x="51" y="22"/>
                  <a:pt x="50" y="19"/>
                  <a:pt x="49" y="16"/>
                </a:cubicBezTo>
                <a:close/>
                <a:moveTo>
                  <a:pt x="37" y="14"/>
                </a:moveTo>
                <a:cubicBezTo>
                  <a:pt x="37" y="14"/>
                  <a:pt x="37" y="14"/>
                  <a:pt x="37" y="14"/>
                </a:cubicBezTo>
                <a:cubicBezTo>
                  <a:pt x="37" y="13"/>
                  <a:pt x="37" y="13"/>
                  <a:pt x="37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5" y="12"/>
                  <a:pt x="35" y="12"/>
                  <a:pt x="35" y="12"/>
                </a:cubicBezTo>
                <a:cubicBezTo>
                  <a:pt x="35" y="12"/>
                  <a:pt x="35" y="12"/>
                  <a:pt x="35" y="12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3"/>
                  <a:pt x="19" y="23"/>
                  <a:pt x="18" y="23"/>
                </a:cubicBezTo>
                <a:cubicBezTo>
                  <a:pt x="18" y="23"/>
                  <a:pt x="18" y="24"/>
                  <a:pt x="18" y="24"/>
                </a:cubicBezTo>
                <a:cubicBezTo>
                  <a:pt x="18" y="24"/>
                  <a:pt x="18" y="24"/>
                  <a:pt x="18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7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8"/>
                  <a:pt x="17" y="29"/>
                  <a:pt x="17" y="29"/>
                </a:cubicBezTo>
                <a:cubicBezTo>
                  <a:pt x="17" y="29"/>
                  <a:pt x="17" y="29"/>
                  <a:pt x="17" y="30"/>
                </a:cubicBezTo>
                <a:cubicBezTo>
                  <a:pt x="17" y="30"/>
                  <a:pt x="17" y="30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2"/>
                  <a:pt x="18" y="32"/>
                  <a:pt x="18" y="32"/>
                </a:cubicBezTo>
                <a:cubicBezTo>
                  <a:pt x="18" y="32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9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6"/>
                  <a:pt x="22" y="36"/>
                  <a:pt x="22" y="36"/>
                </a:cubicBezTo>
                <a:cubicBezTo>
                  <a:pt x="22" y="36"/>
                  <a:pt x="23" y="37"/>
                  <a:pt x="23" y="37"/>
                </a:cubicBezTo>
                <a:cubicBezTo>
                  <a:pt x="23" y="37"/>
                  <a:pt x="23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6" y="37"/>
                  <a:pt x="26" y="37"/>
                  <a:pt x="26" y="37"/>
                </a:cubicBezTo>
                <a:cubicBezTo>
                  <a:pt x="26" y="37"/>
                  <a:pt x="27" y="37"/>
                  <a:pt x="27" y="37"/>
                </a:cubicBezTo>
                <a:cubicBezTo>
                  <a:pt x="27" y="37"/>
                  <a:pt x="28" y="37"/>
                  <a:pt x="28" y="37"/>
                </a:cubicBezTo>
                <a:cubicBezTo>
                  <a:pt x="28" y="37"/>
                  <a:pt x="28" y="37"/>
                  <a:pt x="29" y="37"/>
                </a:cubicBezTo>
                <a:cubicBezTo>
                  <a:pt x="29" y="36"/>
                  <a:pt x="29" y="36"/>
                  <a:pt x="29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1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2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5"/>
                  <a:pt x="32" y="34"/>
                  <a:pt x="32" y="34"/>
                </a:cubicBezTo>
                <a:cubicBezTo>
                  <a:pt x="32" y="34"/>
                  <a:pt x="33" y="34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2"/>
                  <a:pt x="34" y="32"/>
                  <a:pt x="34" y="32"/>
                </a:cubicBezTo>
                <a:cubicBezTo>
                  <a:pt x="34" y="32"/>
                  <a:pt x="34" y="31"/>
                  <a:pt x="34" y="31"/>
                </a:cubicBezTo>
                <a:cubicBezTo>
                  <a:pt x="34" y="31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0"/>
                  <a:pt x="34" y="29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lose/>
                <a:moveTo>
                  <a:pt x="34" y="14"/>
                </a:moveTo>
                <a:cubicBezTo>
                  <a:pt x="34" y="14"/>
                  <a:pt x="34" y="14"/>
                  <a:pt x="34" y="14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30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30"/>
                  <a:pt x="32" y="31"/>
                  <a:pt x="32" y="31"/>
                </a:cubicBezTo>
                <a:cubicBezTo>
                  <a:pt x="32" y="31"/>
                  <a:pt x="31" y="31"/>
                  <a:pt x="31" y="31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4"/>
                  <a:pt x="29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8" y="34"/>
                  <a:pt x="27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4" y="35"/>
                  <a:pt x="24" y="35"/>
                </a:cubicBezTo>
                <a:cubicBezTo>
                  <a:pt x="24" y="35"/>
                  <a:pt x="24" y="34"/>
                  <a:pt x="24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23" y="34"/>
                  <a:pt x="23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1"/>
                  <a:pt x="19" y="30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30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6"/>
                  <a:pt x="19" y="26"/>
                </a:cubicBezTo>
                <a:cubicBezTo>
                  <a:pt x="19" y="26"/>
                  <a:pt x="20" y="26"/>
                  <a:pt x="20" y="26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20" y="25"/>
                  <a:pt x="20" y="24"/>
                </a:cubicBezTo>
                <a:cubicBezTo>
                  <a:pt x="20" y="24"/>
                  <a:pt x="21" y="24"/>
                  <a:pt x="21" y="24"/>
                </a:cubicBezTo>
                <a:cubicBezTo>
                  <a:pt x="21" y="24"/>
                  <a:pt x="21" y="24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2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lose/>
                <a:moveTo>
                  <a:pt x="30" y="27"/>
                </a:moveTo>
                <a:cubicBezTo>
                  <a:pt x="30" y="27"/>
                  <a:pt x="30" y="27"/>
                  <a:pt x="30" y="27"/>
                </a:cubicBezTo>
                <a:cubicBezTo>
                  <a:pt x="29" y="26"/>
                  <a:pt x="29" y="25"/>
                  <a:pt x="28" y="25"/>
                </a:cubicBezTo>
                <a:cubicBezTo>
                  <a:pt x="27" y="24"/>
                  <a:pt x="26" y="24"/>
                  <a:pt x="25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3" y="24"/>
                  <a:pt x="23" y="25"/>
                  <a:pt x="22" y="26"/>
                </a:cubicBezTo>
                <a:cubicBezTo>
                  <a:pt x="21" y="27"/>
                  <a:pt x="21" y="28"/>
                  <a:pt x="22" y="29"/>
                </a:cubicBezTo>
                <a:cubicBezTo>
                  <a:pt x="22" y="30"/>
                  <a:pt x="22" y="31"/>
                  <a:pt x="23" y="32"/>
                </a:cubicBezTo>
                <a:cubicBezTo>
                  <a:pt x="24" y="32"/>
                  <a:pt x="26" y="33"/>
                  <a:pt x="27" y="32"/>
                </a:cubicBezTo>
                <a:cubicBezTo>
                  <a:pt x="28" y="32"/>
                  <a:pt x="29" y="31"/>
                  <a:pt x="29" y="30"/>
                </a:cubicBezTo>
                <a:cubicBezTo>
                  <a:pt x="30" y="29"/>
                  <a:pt x="30" y="28"/>
                  <a:pt x="30" y="27"/>
                </a:cubicBezTo>
                <a:cubicBezTo>
                  <a:pt x="30" y="27"/>
                  <a:pt x="30" y="27"/>
                  <a:pt x="30" y="27"/>
                </a:cubicBezTo>
                <a:close/>
                <a:moveTo>
                  <a:pt x="27" y="28"/>
                </a:moveTo>
                <a:cubicBezTo>
                  <a:pt x="27" y="28"/>
                  <a:pt x="27" y="28"/>
                  <a:pt x="27" y="28"/>
                </a:cubicBezTo>
                <a:cubicBezTo>
                  <a:pt x="28" y="28"/>
                  <a:pt x="28" y="29"/>
                  <a:pt x="27" y="29"/>
                </a:cubicBezTo>
                <a:cubicBezTo>
                  <a:pt x="27" y="30"/>
                  <a:pt x="27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0"/>
                  <a:pt x="25" y="30"/>
                  <a:pt x="25" y="30"/>
                </a:cubicBezTo>
                <a:cubicBezTo>
                  <a:pt x="24" y="30"/>
                  <a:pt x="24" y="29"/>
                  <a:pt x="24" y="29"/>
                </a:cubicBezTo>
                <a:cubicBezTo>
                  <a:pt x="24" y="28"/>
                  <a:pt x="24" y="28"/>
                  <a:pt x="24" y="27"/>
                </a:cubicBezTo>
                <a:cubicBezTo>
                  <a:pt x="24" y="27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6"/>
                  <a:pt x="26" y="26"/>
                  <a:pt x="27" y="27"/>
                </a:cubicBezTo>
                <a:cubicBezTo>
                  <a:pt x="27" y="27"/>
                  <a:pt x="27" y="27"/>
                  <a:pt x="27" y="28"/>
                </a:cubicBezTo>
                <a:cubicBezTo>
                  <a:pt x="27" y="28"/>
                  <a:pt x="27" y="28"/>
                  <a:pt x="27" y="2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86" name="Freeform 120">
            <a:extLst>
              <a:ext uri="{FF2B5EF4-FFF2-40B4-BE49-F238E27FC236}">
                <a16:creationId xmlns:a16="http://schemas.microsoft.com/office/drawing/2014/main" id="{AF3D5E1D-8F0A-100F-8E7B-E6872ADCF99A}"/>
              </a:ext>
            </a:extLst>
          </p:cNvPr>
          <p:cNvSpPr>
            <a:spLocks noEditPoints="1"/>
          </p:cNvSpPr>
          <p:nvPr/>
        </p:nvSpPr>
        <p:spPr bwMode="auto">
          <a:xfrm>
            <a:off x="7320952" y="2155214"/>
            <a:ext cx="188383" cy="220133"/>
          </a:xfrm>
          <a:custGeom>
            <a:avLst/>
            <a:gdLst>
              <a:gd name="T0" fmla="*/ 28900 w 44"/>
              <a:gd name="T1" fmla="*/ 98425 h 52"/>
              <a:gd name="T2" fmla="*/ 41744 w 44"/>
              <a:gd name="T3" fmla="*/ 98425 h 52"/>
              <a:gd name="T4" fmla="*/ 35322 w 44"/>
              <a:gd name="T5" fmla="*/ 117475 h 52"/>
              <a:gd name="T6" fmla="*/ 28900 w 44"/>
              <a:gd name="T7" fmla="*/ 123825 h 52"/>
              <a:gd name="T8" fmla="*/ 41744 w 44"/>
              <a:gd name="T9" fmla="*/ 123825 h 52"/>
              <a:gd name="T10" fmla="*/ 35322 w 44"/>
              <a:gd name="T11" fmla="*/ 66675 h 52"/>
              <a:gd name="T12" fmla="*/ 28900 w 44"/>
              <a:gd name="T13" fmla="*/ 73025 h 52"/>
              <a:gd name="T14" fmla="*/ 41744 w 44"/>
              <a:gd name="T15" fmla="*/ 73025 h 52"/>
              <a:gd name="T16" fmla="*/ 105965 w 44"/>
              <a:gd name="T17" fmla="*/ 66675 h 52"/>
              <a:gd name="T18" fmla="*/ 54588 w 44"/>
              <a:gd name="T19" fmla="*/ 66675 h 52"/>
              <a:gd name="T20" fmla="*/ 54588 w 44"/>
              <a:gd name="T21" fmla="*/ 76200 h 52"/>
              <a:gd name="T22" fmla="*/ 112387 w 44"/>
              <a:gd name="T23" fmla="*/ 73025 h 52"/>
              <a:gd name="T24" fmla="*/ 134865 w 44"/>
              <a:gd name="T25" fmla="*/ 25400 h 52"/>
              <a:gd name="T26" fmla="*/ 118810 w 44"/>
              <a:gd name="T27" fmla="*/ 25400 h 52"/>
              <a:gd name="T28" fmla="*/ 115598 w 44"/>
              <a:gd name="T29" fmla="*/ 19050 h 52"/>
              <a:gd name="T30" fmla="*/ 89910 w 44"/>
              <a:gd name="T31" fmla="*/ 9525 h 52"/>
              <a:gd name="T32" fmla="*/ 70644 w 44"/>
              <a:gd name="T33" fmla="*/ 0 h 52"/>
              <a:gd name="T34" fmla="*/ 48166 w 44"/>
              <a:gd name="T35" fmla="*/ 19050 h 52"/>
              <a:gd name="T36" fmla="*/ 25689 w 44"/>
              <a:gd name="T37" fmla="*/ 22225 h 52"/>
              <a:gd name="T38" fmla="*/ 6422 w 44"/>
              <a:gd name="T39" fmla="*/ 25400 h 52"/>
              <a:gd name="T40" fmla="*/ 0 w 44"/>
              <a:gd name="T41" fmla="*/ 158750 h 52"/>
              <a:gd name="T42" fmla="*/ 134865 w 44"/>
              <a:gd name="T43" fmla="*/ 165100 h 52"/>
              <a:gd name="T44" fmla="*/ 141287 w 44"/>
              <a:gd name="T45" fmla="*/ 31750 h 52"/>
              <a:gd name="T46" fmla="*/ 61010 w 44"/>
              <a:gd name="T47" fmla="*/ 12700 h 52"/>
              <a:gd name="T48" fmla="*/ 70644 w 44"/>
              <a:gd name="T49" fmla="*/ 9525 h 52"/>
              <a:gd name="T50" fmla="*/ 83488 w 44"/>
              <a:gd name="T51" fmla="*/ 12700 h 52"/>
              <a:gd name="T52" fmla="*/ 54588 w 44"/>
              <a:gd name="T53" fmla="*/ 19050 h 52"/>
              <a:gd name="T54" fmla="*/ 32111 w 44"/>
              <a:gd name="T55" fmla="*/ 25400 h 52"/>
              <a:gd name="T56" fmla="*/ 112387 w 44"/>
              <a:gd name="T57" fmla="*/ 25400 h 52"/>
              <a:gd name="T58" fmla="*/ 32111 w 44"/>
              <a:gd name="T59" fmla="*/ 38100 h 52"/>
              <a:gd name="T60" fmla="*/ 128443 w 44"/>
              <a:gd name="T61" fmla="*/ 152400 h 52"/>
              <a:gd name="T62" fmla="*/ 12844 w 44"/>
              <a:gd name="T63" fmla="*/ 152400 h 52"/>
              <a:gd name="T64" fmla="*/ 25689 w 44"/>
              <a:gd name="T65" fmla="*/ 38100 h 52"/>
              <a:gd name="T66" fmla="*/ 28900 w 44"/>
              <a:gd name="T67" fmla="*/ 44450 h 52"/>
              <a:gd name="T68" fmla="*/ 118810 w 44"/>
              <a:gd name="T69" fmla="*/ 41275 h 52"/>
              <a:gd name="T70" fmla="*/ 128443 w 44"/>
              <a:gd name="T71" fmla="*/ 38100 h 52"/>
              <a:gd name="T72" fmla="*/ 105965 w 44"/>
              <a:gd name="T73" fmla="*/ 120650 h 52"/>
              <a:gd name="T74" fmla="*/ 54588 w 44"/>
              <a:gd name="T75" fmla="*/ 120650 h 52"/>
              <a:gd name="T76" fmla="*/ 54588 w 44"/>
              <a:gd name="T77" fmla="*/ 127000 h 52"/>
              <a:gd name="T78" fmla="*/ 112387 w 44"/>
              <a:gd name="T79" fmla="*/ 123825 h 52"/>
              <a:gd name="T80" fmla="*/ 105965 w 44"/>
              <a:gd name="T81" fmla="*/ 92075 h 52"/>
              <a:gd name="T82" fmla="*/ 54588 w 44"/>
              <a:gd name="T83" fmla="*/ 92075 h 52"/>
              <a:gd name="T84" fmla="*/ 54588 w 44"/>
              <a:gd name="T85" fmla="*/ 101600 h 52"/>
              <a:gd name="T86" fmla="*/ 112387 w 44"/>
              <a:gd name="T87" fmla="*/ 98425 h 5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" h="52">
                <a:moveTo>
                  <a:pt x="11" y="29"/>
                </a:moveTo>
                <a:cubicBezTo>
                  <a:pt x="10" y="29"/>
                  <a:pt x="9" y="30"/>
                  <a:pt x="9" y="31"/>
                </a:cubicBezTo>
                <a:cubicBezTo>
                  <a:pt x="9" y="32"/>
                  <a:pt x="10" y="33"/>
                  <a:pt x="11" y="33"/>
                </a:cubicBezTo>
                <a:cubicBezTo>
                  <a:pt x="12" y="33"/>
                  <a:pt x="13" y="32"/>
                  <a:pt x="13" y="31"/>
                </a:cubicBezTo>
                <a:cubicBezTo>
                  <a:pt x="13" y="30"/>
                  <a:pt x="12" y="29"/>
                  <a:pt x="11" y="29"/>
                </a:cubicBezTo>
                <a:close/>
                <a:moveTo>
                  <a:pt x="11" y="37"/>
                </a:moveTo>
                <a:cubicBezTo>
                  <a:pt x="11" y="37"/>
                  <a:pt x="11" y="37"/>
                  <a:pt x="11" y="37"/>
                </a:cubicBezTo>
                <a:cubicBezTo>
                  <a:pt x="10" y="37"/>
                  <a:pt x="9" y="38"/>
                  <a:pt x="9" y="39"/>
                </a:cubicBezTo>
                <a:cubicBezTo>
                  <a:pt x="9" y="40"/>
                  <a:pt x="10" y="41"/>
                  <a:pt x="11" y="41"/>
                </a:cubicBezTo>
                <a:cubicBezTo>
                  <a:pt x="12" y="41"/>
                  <a:pt x="13" y="40"/>
                  <a:pt x="13" y="39"/>
                </a:cubicBezTo>
                <a:cubicBezTo>
                  <a:pt x="13" y="38"/>
                  <a:pt x="12" y="37"/>
                  <a:pt x="11" y="37"/>
                </a:cubicBezTo>
                <a:close/>
                <a:moveTo>
                  <a:pt x="11" y="21"/>
                </a:moveTo>
                <a:cubicBezTo>
                  <a:pt x="11" y="21"/>
                  <a:pt x="11" y="21"/>
                  <a:pt x="11" y="21"/>
                </a:cubicBezTo>
                <a:cubicBezTo>
                  <a:pt x="10" y="21"/>
                  <a:pt x="9" y="21"/>
                  <a:pt x="9" y="23"/>
                </a:cubicBezTo>
                <a:cubicBezTo>
                  <a:pt x="9" y="24"/>
                  <a:pt x="10" y="24"/>
                  <a:pt x="11" y="24"/>
                </a:cubicBezTo>
                <a:cubicBezTo>
                  <a:pt x="12" y="24"/>
                  <a:pt x="13" y="24"/>
                  <a:pt x="13" y="23"/>
                </a:cubicBezTo>
                <a:cubicBezTo>
                  <a:pt x="13" y="21"/>
                  <a:pt x="12" y="21"/>
                  <a:pt x="11" y="21"/>
                </a:cubicBezTo>
                <a:close/>
                <a:moveTo>
                  <a:pt x="33" y="21"/>
                </a:moveTo>
                <a:cubicBezTo>
                  <a:pt x="33" y="21"/>
                  <a:pt x="33" y="21"/>
                  <a:pt x="33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6" y="21"/>
                  <a:pt x="16" y="22"/>
                  <a:pt x="16" y="23"/>
                </a:cubicBezTo>
                <a:cubicBezTo>
                  <a:pt x="16" y="23"/>
                  <a:pt x="16" y="24"/>
                  <a:pt x="17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5" y="23"/>
                  <a:pt x="35" y="23"/>
                </a:cubicBezTo>
                <a:cubicBezTo>
                  <a:pt x="35" y="22"/>
                  <a:pt x="34" y="21"/>
                  <a:pt x="33" y="21"/>
                </a:cubicBezTo>
                <a:close/>
                <a:moveTo>
                  <a:pt x="42" y="8"/>
                </a:moveTo>
                <a:cubicBezTo>
                  <a:pt x="42" y="8"/>
                  <a:pt x="42" y="8"/>
                  <a:pt x="42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6" y="6"/>
                  <a:pt x="36" y="6"/>
                </a:cubicBezTo>
                <a:cubicBezTo>
                  <a:pt x="30" y="6"/>
                  <a:pt x="30" y="6"/>
                  <a:pt x="30" y="6"/>
                </a:cubicBezTo>
                <a:cubicBezTo>
                  <a:pt x="29" y="5"/>
                  <a:pt x="29" y="4"/>
                  <a:pt x="28" y="3"/>
                </a:cubicBezTo>
                <a:cubicBezTo>
                  <a:pt x="26" y="1"/>
                  <a:pt x="24" y="0"/>
                  <a:pt x="22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3"/>
                </a:cubicBezTo>
                <a:cubicBezTo>
                  <a:pt x="16" y="4"/>
                  <a:pt x="15" y="5"/>
                  <a:pt x="15" y="6"/>
                </a:cubicBezTo>
                <a:cubicBezTo>
                  <a:pt x="9" y="6"/>
                  <a:pt x="9" y="6"/>
                  <a:pt x="9" y="6"/>
                </a:cubicBezTo>
                <a:cubicBezTo>
                  <a:pt x="8" y="6"/>
                  <a:pt x="8" y="7"/>
                  <a:pt x="8" y="7"/>
                </a:cubicBezTo>
                <a:cubicBezTo>
                  <a:pt x="8" y="8"/>
                  <a:pt x="8" y="8"/>
                  <a:pt x="8" y="8"/>
                </a:cubicBezTo>
                <a:cubicBezTo>
                  <a:pt x="2" y="8"/>
                  <a:pt x="2" y="8"/>
                  <a:pt x="2" y="8"/>
                </a:cubicBezTo>
                <a:cubicBezTo>
                  <a:pt x="1" y="8"/>
                  <a:pt x="0" y="9"/>
                  <a:pt x="0" y="1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1"/>
                  <a:pt x="1" y="52"/>
                  <a:pt x="2" y="52"/>
                </a:cubicBezTo>
                <a:cubicBezTo>
                  <a:pt x="42" y="52"/>
                  <a:pt x="42" y="52"/>
                  <a:pt x="42" y="52"/>
                </a:cubicBezTo>
                <a:cubicBezTo>
                  <a:pt x="43" y="52"/>
                  <a:pt x="44" y="51"/>
                  <a:pt x="44" y="50"/>
                </a:cubicBezTo>
                <a:cubicBezTo>
                  <a:pt x="44" y="10"/>
                  <a:pt x="44" y="10"/>
                  <a:pt x="44" y="10"/>
                </a:cubicBezTo>
                <a:cubicBezTo>
                  <a:pt x="44" y="9"/>
                  <a:pt x="43" y="8"/>
                  <a:pt x="42" y="8"/>
                </a:cubicBezTo>
                <a:close/>
                <a:moveTo>
                  <a:pt x="19" y="4"/>
                </a:moveTo>
                <a:cubicBezTo>
                  <a:pt x="19" y="4"/>
                  <a:pt x="19" y="4"/>
                  <a:pt x="19" y="4"/>
                </a:cubicBezTo>
                <a:cubicBezTo>
                  <a:pt x="19" y="3"/>
                  <a:pt x="21" y="3"/>
                  <a:pt x="22" y="3"/>
                </a:cubicBezTo>
                <a:cubicBezTo>
                  <a:pt x="22" y="3"/>
                  <a:pt x="22" y="3"/>
                  <a:pt x="22" y="3"/>
                </a:cubicBezTo>
                <a:cubicBezTo>
                  <a:pt x="24" y="3"/>
                  <a:pt x="25" y="3"/>
                  <a:pt x="26" y="4"/>
                </a:cubicBezTo>
                <a:cubicBezTo>
                  <a:pt x="27" y="5"/>
                  <a:pt x="27" y="5"/>
                  <a:pt x="2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8" y="5"/>
                  <a:pt x="18" y="5"/>
                  <a:pt x="19" y="4"/>
                </a:cubicBezTo>
                <a:close/>
                <a:moveTo>
                  <a:pt x="10" y="8"/>
                </a:moveTo>
                <a:cubicBezTo>
                  <a:pt x="10" y="8"/>
                  <a:pt x="10" y="8"/>
                  <a:pt x="10" y="8"/>
                </a:cubicBezTo>
                <a:cubicBezTo>
                  <a:pt x="35" y="8"/>
                  <a:pt x="35" y="8"/>
                  <a:pt x="35" y="8"/>
                </a:cubicBezTo>
                <a:cubicBezTo>
                  <a:pt x="35" y="12"/>
                  <a:pt x="35" y="12"/>
                  <a:pt x="35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8"/>
                  <a:pt x="10" y="8"/>
                  <a:pt x="10" y="8"/>
                </a:cubicBezTo>
                <a:close/>
                <a:moveTo>
                  <a:pt x="40" y="48"/>
                </a:moveTo>
                <a:cubicBezTo>
                  <a:pt x="40" y="48"/>
                  <a:pt x="40" y="48"/>
                  <a:pt x="40" y="48"/>
                </a:cubicBezTo>
                <a:cubicBezTo>
                  <a:pt x="4" y="48"/>
                  <a:pt x="4" y="48"/>
                  <a:pt x="4" y="48"/>
                </a:cubicBezTo>
                <a:cubicBezTo>
                  <a:pt x="4" y="12"/>
                  <a:pt x="4" y="12"/>
                  <a:pt x="4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4"/>
                  <a:pt x="8" y="14"/>
                  <a:pt x="9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4"/>
                  <a:pt x="37" y="14"/>
                  <a:pt x="37" y="13"/>
                </a:cubicBezTo>
                <a:cubicBezTo>
                  <a:pt x="37" y="12"/>
                  <a:pt x="37" y="12"/>
                  <a:pt x="37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0" y="48"/>
                  <a:pt x="40" y="48"/>
                  <a:pt x="40" y="48"/>
                </a:cubicBezTo>
                <a:close/>
                <a:moveTo>
                  <a:pt x="33" y="38"/>
                </a:moveTo>
                <a:cubicBezTo>
                  <a:pt x="33" y="38"/>
                  <a:pt x="33" y="38"/>
                  <a:pt x="33" y="38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38"/>
                  <a:pt x="16" y="38"/>
                  <a:pt x="16" y="39"/>
                </a:cubicBezTo>
                <a:cubicBezTo>
                  <a:pt x="16" y="39"/>
                  <a:pt x="16" y="40"/>
                  <a:pt x="17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4" y="40"/>
                  <a:pt x="35" y="39"/>
                  <a:pt x="35" y="39"/>
                </a:cubicBezTo>
                <a:cubicBezTo>
                  <a:pt x="35" y="38"/>
                  <a:pt x="34" y="38"/>
                  <a:pt x="33" y="38"/>
                </a:cubicBezTo>
                <a:close/>
                <a:moveTo>
                  <a:pt x="33" y="29"/>
                </a:moveTo>
                <a:cubicBezTo>
                  <a:pt x="33" y="29"/>
                  <a:pt x="33" y="29"/>
                  <a:pt x="33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6" y="29"/>
                  <a:pt x="16" y="30"/>
                  <a:pt x="16" y="31"/>
                </a:cubicBezTo>
                <a:cubicBezTo>
                  <a:pt x="16" y="31"/>
                  <a:pt x="16" y="32"/>
                  <a:pt x="17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4" y="32"/>
                  <a:pt x="35" y="31"/>
                  <a:pt x="35" y="31"/>
                </a:cubicBezTo>
                <a:cubicBezTo>
                  <a:pt x="35" y="30"/>
                  <a:pt x="34" y="29"/>
                  <a:pt x="33" y="2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87" name="Freeform 121">
            <a:extLst>
              <a:ext uri="{FF2B5EF4-FFF2-40B4-BE49-F238E27FC236}">
                <a16:creationId xmlns:a16="http://schemas.microsoft.com/office/drawing/2014/main" id="{B38B4F5E-9089-5BDF-13EB-E784B3C123FF}"/>
              </a:ext>
            </a:extLst>
          </p:cNvPr>
          <p:cNvSpPr>
            <a:spLocks noEditPoints="1"/>
          </p:cNvSpPr>
          <p:nvPr/>
        </p:nvSpPr>
        <p:spPr bwMode="auto">
          <a:xfrm>
            <a:off x="6961118" y="2159447"/>
            <a:ext cx="186267" cy="211667"/>
          </a:xfrm>
          <a:custGeom>
            <a:avLst/>
            <a:gdLst>
              <a:gd name="T0" fmla="*/ 31750 w 44"/>
              <a:gd name="T1" fmla="*/ 114300 h 50"/>
              <a:gd name="T2" fmla="*/ 31750 w 44"/>
              <a:gd name="T3" fmla="*/ 120650 h 50"/>
              <a:gd name="T4" fmla="*/ 107950 w 44"/>
              <a:gd name="T5" fmla="*/ 117475 h 50"/>
              <a:gd name="T6" fmla="*/ 28575 w 44"/>
              <a:gd name="T7" fmla="*/ 66675 h 50"/>
              <a:gd name="T8" fmla="*/ 31750 w 44"/>
              <a:gd name="T9" fmla="*/ 69850 h 50"/>
              <a:gd name="T10" fmla="*/ 107950 w 44"/>
              <a:gd name="T11" fmla="*/ 66675 h 50"/>
              <a:gd name="T12" fmla="*/ 31750 w 44"/>
              <a:gd name="T13" fmla="*/ 63500 h 50"/>
              <a:gd name="T14" fmla="*/ 136525 w 44"/>
              <a:gd name="T15" fmla="*/ 44450 h 50"/>
              <a:gd name="T16" fmla="*/ 92075 w 44"/>
              <a:gd name="T17" fmla="*/ 3175 h 50"/>
              <a:gd name="T18" fmla="*/ 15875 w 44"/>
              <a:gd name="T19" fmla="*/ 0 h 50"/>
              <a:gd name="T20" fmla="*/ 0 w 44"/>
              <a:gd name="T21" fmla="*/ 15875 h 50"/>
              <a:gd name="T22" fmla="*/ 3175 w 44"/>
              <a:gd name="T23" fmla="*/ 155575 h 50"/>
              <a:gd name="T24" fmla="*/ 15875 w 44"/>
              <a:gd name="T25" fmla="*/ 158750 h 50"/>
              <a:gd name="T26" fmla="*/ 133350 w 44"/>
              <a:gd name="T27" fmla="*/ 155575 h 50"/>
              <a:gd name="T28" fmla="*/ 139700 w 44"/>
              <a:gd name="T29" fmla="*/ 142875 h 50"/>
              <a:gd name="T30" fmla="*/ 136525 w 44"/>
              <a:gd name="T31" fmla="*/ 44450 h 50"/>
              <a:gd name="T32" fmla="*/ 92075 w 44"/>
              <a:gd name="T33" fmla="*/ 19050 h 50"/>
              <a:gd name="T34" fmla="*/ 98425 w 44"/>
              <a:gd name="T35" fmla="*/ 47625 h 50"/>
              <a:gd name="T36" fmla="*/ 92075 w 44"/>
              <a:gd name="T37" fmla="*/ 44450 h 50"/>
              <a:gd name="T38" fmla="*/ 92075 w 44"/>
              <a:gd name="T39" fmla="*/ 19050 h 50"/>
              <a:gd name="T40" fmla="*/ 127000 w 44"/>
              <a:gd name="T41" fmla="*/ 142875 h 50"/>
              <a:gd name="T42" fmla="*/ 123825 w 44"/>
              <a:gd name="T43" fmla="*/ 146050 h 50"/>
              <a:gd name="T44" fmla="*/ 15875 w 44"/>
              <a:gd name="T45" fmla="*/ 146050 h 50"/>
              <a:gd name="T46" fmla="*/ 12700 w 44"/>
              <a:gd name="T47" fmla="*/ 146050 h 50"/>
              <a:gd name="T48" fmla="*/ 12700 w 44"/>
              <a:gd name="T49" fmla="*/ 15875 h 50"/>
              <a:gd name="T50" fmla="*/ 15875 w 44"/>
              <a:gd name="T51" fmla="*/ 12700 h 50"/>
              <a:gd name="T52" fmla="*/ 85725 w 44"/>
              <a:gd name="T53" fmla="*/ 41275 h 50"/>
              <a:gd name="T54" fmla="*/ 88900 w 44"/>
              <a:gd name="T55" fmla="*/ 50800 h 50"/>
              <a:gd name="T56" fmla="*/ 127000 w 44"/>
              <a:gd name="T57" fmla="*/ 53975 h 50"/>
              <a:gd name="T58" fmla="*/ 104775 w 44"/>
              <a:gd name="T59" fmla="*/ 88900 h 50"/>
              <a:gd name="T60" fmla="*/ 31750 w 44"/>
              <a:gd name="T61" fmla="*/ 88900 h 50"/>
              <a:gd name="T62" fmla="*/ 31750 w 44"/>
              <a:gd name="T63" fmla="*/ 95250 h 50"/>
              <a:gd name="T64" fmla="*/ 107950 w 44"/>
              <a:gd name="T65" fmla="*/ 92075 h 5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4" h="50">
                <a:moveTo>
                  <a:pt x="33" y="36"/>
                </a:move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9" y="37"/>
                  <a:pt x="9" y="37"/>
                </a:cubicBezTo>
                <a:cubicBezTo>
                  <a:pt x="9" y="38"/>
                  <a:pt x="10" y="38"/>
                  <a:pt x="10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4" y="38"/>
                  <a:pt x="34" y="37"/>
                </a:cubicBezTo>
                <a:cubicBezTo>
                  <a:pt x="34" y="37"/>
                  <a:pt x="33" y="36"/>
                  <a:pt x="33" y="36"/>
                </a:cubicBezTo>
                <a:close/>
                <a:moveTo>
                  <a:pt x="9" y="21"/>
                </a:moveTo>
                <a:cubicBezTo>
                  <a:pt x="9" y="21"/>
                  <a:pt x="9" y="21"/>
                  <a:pt x="9" y="21"/>
                </a:cubicBezTo>
                <a:cubicBezTo>
                  <a:pt x="9" y="22"/>
                  <a:pt x="10" y="22"/>
                  <a:pt x="10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4" y="22"/>
                  <a:pt x="34" y="21"/>
                </a:cubicBezTo>
                <a:cubicBezTo>
                  <a:pt x="34" y="20"/>
                  <a:pt x="33" y="20"/>
                  <a:pt x="33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9" y="20"/>
                  <a:pt x="9" y="21"/>
                </a:cubicBezTo>
                <a:close/>
                <a:moveTo>
                  <a:pt x="43" y="14"/>
                </a:moveTo>
                <a:cubicBezTo>
                  <a:pt x="43" y="14"/>
                  <a:pt x="43" y="14"/>
                  <a:pt x="43" y="14"/>
                </a:cubicBezTo>
                <a:cubicBezTo>
                  <a:pt x="29" y="1"/>
                  <a:pt x="29" y="1"/>
                  <a:pt x="29" y="1"/>
                </a:cubicBezTo>
                <a:cubicBezTo>
                  <a:pt x="29" y="0"/>
                  <a:pt x="28" y="0"/>
                  <a:pt x="28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2" y="1"/>
                  <a:pt x="1" y="1"/>
                </a:cubicBezTo>
                <a:cubicBezTo>
                  <a:pt x="0" y="2"/>
                  <a:pt x="0" y="4"/>
                  <a:pt x="0" y="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6"/>
                  <a:pt x="0" y="48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2" y="50"/>
                  <a:pt x="3" y="50"/>
                  <a:pt x="5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40" y="50"/>
                  <a:pt x="41" y="50"/>
                  <a:pt x="42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3" y="48"/>
                  <a:pt x="44" y="46"/>
                  <a:pt x="44" y="45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15"/>
                  <a:pt x="43" y="15"/>
                  <a:pt x="43" y="14"/>
                </a:cubicBezTo>
                <a:close/>
                <a:moveTo>
                  <a:pt x="29" y="6"/>
                </a:moveTo>
                <a:cubicBezTo>
                  <a:pt x="29" y="6"/>
                  <a:pt x="29" y="6"/>
                  <a:pt x="29" y="6"/>
                </a:cubicBezTo>
                <a:cubicBezTo>
                  <a:pt x="38" y="15"/>
                  <a:pt x="38" y="15"/>
                  <a:pt x="38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0" y="15"/>
                  <a:pt x="30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3"/>
                  <a:pt x="29" y="13"/>
                </a:cubicBezTo>
                <a:cubicBezTo>
                  <a:pt x="29" y="6"/>
                  <a:pt x="29" y="6"/>
                  <a:pt x="29" y="6"/>
                </a:cubicBezTo>
                <a:close/>
                <a:moveTo>
                  <a:pt x="40" y="45"/>
                </a:move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40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8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5"/>
                  <a:pt x="4" y="4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4"/>
                  <a:pt x="4" y="4"/>
                </a:cubicBezTo>
                <a:cubicBezTo>
                  <a:pt x="4" y="4"/>
                  <a:pt x="5" y="4"/>
                  <a:pt x="5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13"/>
                  <a:pt x="27" y="13"/>
                  <a:pt x="27" y="13"/>
                </a:cubicBezTo>
                <a:cubicBezTo>
                  <a:pt x="27" y="14"/>
                  <a:pt x="27" y="15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9" y="16"/>
                  <a:pt x="30" y="17"/>
                  <a:pt x="31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45"/>
                  <a:pt x="40" y="45"/>
                  <a:pt x="40" y="45"/>
                </a:cubicBezTo>
                <a:close/>
                <a:moveTo>
                  <a:pt x="33" y="28"/>
                </a:moveTo>
                <a:cubicBezTo>
                  <a:pt x="33" y="28"/>
                  <a:pt x="33" y="28"/>
                  <a:pt x="33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28"/>
                  <a:pt x="9" y="28"/>
                  <a:pt x="9" y="29"/>
                </a:cubicBezTo>
                <a:cubicBezTo>
                  <a:pt x="9" y="30"/>
                  <a:pt x="10" y="30"/>
                  <a:pt x="10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3" y="30"/>
                  <a:pt x="34" y="30"/>
                  <a:pt x="34" y="29"/>
                </a:cubicBezTo>
                <a:cubicBezTo>
                  <a:pt x="34" y="28"/>
                  <a:pt x="33" y="28"/>
                  <a:pt x="33" y="2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88" name="Freeform 122">
            <a:extLst>
              <a:ext uri="{FF2B5EF4-FFF2-40B4-BE49-F238E27FC236}">
                <a16:creationId xmlns:a16="http://schemas.microsoft.com/office/drawing/2014/main" id="{99129EDD-2DF8-09F6-4196-44A47E1E6354}"/>
              </a:ext>
            </a:extLst>
          </p:cNvPr>
          <p:cNvSpPr>
            <a:spLocks noEditPoints="1"/>
          </p:cNvSpPr>
          <p:nvPr/>
        </p:nvSpPr>
        <p:spPr bwMode="auto">
          <a:xfrm>
            <a:off x="11016651" y="2172147"/>
            <a:ext cx="218016" cy="186267"/>
          </a:xfrm>
          <a:custGeom>
            <a:avLst/>
            <a:gdLst>
              <a:gd name="T0" fmla="*/ 6412 w 51"/>
              <a:gd name="T1" fmla="*/ 47625 h 44"/>
              <a:gd name="T2" fmla="*/ 12824 w 51"/>
              <a:gd name="T3" fmla="*/ 47625 h 44"/>
              <a:gd name="T4" fmla="*/ 12824 w 51"/>
              <a:gd name="T5" fmla="*/ 6350 h 44"/>
              <a:gd name="T6" fmla="*/ 19237 w 51"/>
              <a:gd name="T7" fmla="*/ 0 h 44"/>
              <a:gd name="T8" fmla="*/ 19237 w 51"/>
              <a:gd name="T9" fmla="*/ 0 h 44"/>
              <a:gd name="T10" fmla="*/ 64122 w 51"/>
              <a:gd name="T11" fmla="*/ 0 h 44"/>
              <a:gd name="T12" fmla="*/ 70535 w 51"/>
              <a:gd name="T13" fmla="*/ 3175 h 44"/>
              <a:gd name="T14" fmla="*/ 89771 w 51"/>
              <a:gd name="T15" fmla="*/ 25400 h 44"/>
              <a:gd name="T16" fmla="*/ 144275 w 51"/>
              <a:gd name="T17" fmla="*/ 25400 h 44"/>
              <a:gd name="T18" fmla="*/ 150688 w 51"/>
              <a:gd name="T19" fmla="*/ 31750 h 44"/>
              <a:gd name="T20" fmla="*/ 150688 w 51"/>
              <a:gd name="T21" fmla="*/ 31750 h 44"/>
              <a:gd name="T22" fmla="*/ 150688 w 51"/>
              <a:gd name="T23" fmla="*/ 47625 h 44"/>
              <a:gd name="T24" fmla="*/ 157100 w 51"/>
              <a:gd name="T25" fmla="*/ 47625 h 44"/>
              <a:gd name="T26" fmla="*/ 163512 w 51"/>
              <a:gd name="T27" fmla="*/ 53975 h 44"/>
              <a:gd name="T28" fmla="*/ 163512 w 51"/>
              <a:gd name="T29" fmla="*/ 53975 h 44"/>
              <a:gd name="T30" fmla="*/ 150688 w 51"/>
              <a:gd name="T31" fmla="*/ 133350 h 44"/>
              <a:gd name="T32" fmla="*/ 150688 w 51"/>
              <a:gd name="T33" fmla="*/ 136525 h 44"/>
              <a:gd name="T34" fmla="*/ 144275 w 51"/>
              <a:gd name="T35" fmla="*/ 139700 h 44"/>
              <a:gd name="T36" fmla="*/ 144275 w 51"/>
              <a:gd name="T37" fmla="*/ 139700 h 44"/>
              <a:gd name="T38" fmla="*/ 19237 w 51"/>
              <a:gd name="T39" fmla="*/ 139700 h 44"/>
              <a:gd name="T40" fmla="*/ 12824 w 51"/>
              <a:gd name="T41" fmla="*/ 136525 h 44"/>
              <a:gd name="T42" fmla="*/ 12824 w 51"/>
              <a:gd name="T43" fmla="*/ 133350 h 44"/>
              <a:gd name="T44" fmla="*/ 0 w 51"/>
              <a:gd name="T45" fmla="*/ 53975 h 44"/>
              <a:gd name="T46" fmla="*/ 6412 w 51"/>
              <a:gd name="T47" fmla="*/ 47625 h 44"/>
              <a:gd name="T48" fmla="*/ 6412 w 51"/>
              <a:gd name="T49" fmla="*/ 47625 h 44"/>
              <a:gd name="T50" fmla="*/ 25649 w 51"/>
              <a:gd name="T51" fmla="*/ 47625 h 44"/>
              <a:gd name="T52" fmla="*/ 25649 w 51"/>
              <a:gd name="T53" fmla="*/ 47625 h 44"/>
              <a:gd name="T54" fmla="*/ 137863 w 51"/>
              <a:gd name="T55" fmla="*/ 47625 h 44"/>
              <a:gd name="T56" fmla="*/ 137863 w 51"/>
              <a:gd name="T57" fmla="*/ 38100 h 44"/>
              <a:gd name="T58" fmla="*/ 89771 w 51"/>
              <a:gd name="T59" fmla="*/ 38100 h 44"/>
              <a:gd name="T60" fmla="*/ 83359 w 51"/>
              <a:gd name="T61" fmla="*/ 38100 h 44"/>
              <a:gd name="T62" fmla="*/ 60916 w 51"/>
              <a:gd name="T63" fmla="*/ 12700 h 44"/>
              <a:gd name="T64" fmla="*/ 25649 w 51"/>
              <a:gd name="T65" fmla="*/ 12700 h 44"/>
              <a:gd name="T66" fmla="*/ 25649 w 51"/>
              <a:gd name="T67" fmla="*/ 47625 h 44"/>
              <a:gd name="T68" fmla="*/ 147481 w 51"/>
              <a:gd name="T69" fmla="*/ 60325 h 44"/>
              <a:gd name="T70" fmla="*/ 147481 w 51"/>
              <a:gd name="T71" fmla="*/ 60325 h 44"/>
              <a:gd name="T72" fmla="*/ 144275 w 51"/>
              <a:gd name="T73" fmla="*/ 60325 h 44"/>
              <a:gd name="T74" fmla="*/ 144275 w 51"/>
              <a:gd name="T75" fmla="*/ 60325 h 44"/>
              <a:gd name="T76" fmla="*/ 144275 w 51"/>
              <a:gd name="T77" fmla="*/ 60325 h 44"/>
              <a:gd name="T78" fmla="*/ 19237 w 51"/>
              <a:gd name="T79" fmla="*/ 60325 h 44"/>
              <a:gd name="T80" fmla="*/ 19237 w 51"/>
              <a:gd name="T81" fmla="*/ 60325 h 44"/>
              <a:gd name="T82" fmla="*/ 16031 w 51"/>
              <a:gd name="T83" fmla="*/ 60325 h 44"/>
              <a:gd name="T84" fmla="*/ 22443 w 51"/>
              <a:gd name="T85" fmla="*/ 127000 h 44"/>
              <a:gd name="T86" fmla="*/ 141069 w 51"/>
              <a:gd name="T87" fmla="*/ 127000 h 44"/>
              <a:gd name="T88" fmla="*/ 147481 w 51"/>
              <a:gd name="T89" fmla="*/ 60325 h 4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1" h="44">
                <a:moveTo>
                  <a:pt x="2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5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1" y="1"/>
                  <a:pt x="22" y="1"/>
                </a:cubicBezTo>
                <a:cubicBezTo>
                  <a:pt x="28" y="8"/>
                  <a:pt x="28" y="8"/>
                  <a:pt x="28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6" y="8"/>
                  <a:pt x="47" y="9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7" y="15"/>
                  <a:pt x="47" y="15"/>
                  <a:pt x="47" y="15"/>
                </a:cubicBezTo>
                <a:cubicBezTo>
                  <a:pt x="49" y="15"/>
                  <a:pt x="49" y="15"/>
                  <a:pt x="49" y="15"/>
                </a:cubicBezTo>
                <a:cubicBezTo>
                  <a:pt x="50" y="15"/>
                  <a:pt x="51" y="16"/>
                  <a:pt x="51" y="17"/>
                </a:cubicBezTo>
                <a:cubicBezTo>
                  <a:pt x="51" y="17"/>
                  <a:pt x="51" y="17"/>
                  <a:pt x="51" y="17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3"/>
                  <a:pt x="47" y="43"/>
                </a:cubicBezTo>
                <a:cubicBezTo>
                  <a:pt x="46" y="44"/>
                  <a:pt x="46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5" y="44"/>
                  <a:pt x="4" y="43"/>
                </a:cubicBezTo>
                <a:cubicBezTo>
                  <a:pt x="4" y="43"/>
                  <a:pt x="4" y="42"/>
                  <a:pt x="4" y="4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6"/>
                  <a:pt x="1" y="15"/>
                  <a:pt x="2" y="15"/>
                </a:cubicBezTo>
                <a:cubicBezTo>
                  <a:pt x="2" y="15"/>
                  <a:pt x="2" y="15"/>
                  <a:pt x="2" y="15"/>
                </a:cubicBezTo>
                <a:close/>
                <a:moveTo>
                  <a:pt x="8" y="15"/>
                </a:moveTo>
                <a:cubicBezTo>
                  <a:pt x="8" y="15"/>
                  <a:pt x="8" y="15"/>
                  <a:pt x="8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2"/>
                  <a:pt x="43" y="12"/>
                  <a:pt x="43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7" y="12"/>
                  <a:pt x="26" y="12"/>
                  <a:pt x="26" y="12"/>
                </a:cubicBezTo>
                <a:cubicBezTo>
                  <a:pt x="19" y="4"/>
                  <a:pt x="19" y="4"/>
                  <a:pt x="19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15"/>
                  <a:pt x="8" y="15"/>
                  <a:pt x="8" y="15"/>
                </a:cubicBezTo>
                <a:close/>
                <a:moveTo>
                  <a:pt x="46" y="19"/>
                </a:moveTo>
                <a:cubicBezTo>
                  <a:pt x="46" y="19"/>
                  <a:pt x="46" y="19"/>
                  <a:pt x="46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7" y="40"/>
                  <a:pt x="7" y="40"/>
                  <a:pt x="7" y="40"/>
                </a:cubicBezTo>
                <a:cubicBezTo>
                  <a:pt x="44" y="40"/>
                  <a:pt x="44" y="40"/>
                  <a:pt x="44" y="40"/>
                </a:cubicBezTo>
                <a:cubicBezTo>
                  <a:pt x="46" y="19"/>
                  <a:pt x="46" y="19"/>
                  <a:pt x="46" y="1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89" name="Freeform 123">
            <a:extLst>
              <a:ext uri="{FF2B5EF4-FFF2-40B4-BE49-F238E27FC236}">
                <a16:creationId xmlns:a16="http://schemas.microsoft.com/office/drawing/2014/main" id="{2D4F0EAE-BC6A-4906-2419-89AD90D842DF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2159447"/>
            <a:ext cx="211667" cy="211667"/>
          </a:xfrm>
          <a:custGeom>
            <a:avLst/>
            <a:gdLst>
              <a:gd name="T0" fmla="*/ 6350 w 50"/>
              <a:gd name="T1" fmla="*/ 0 h 50"/>
              <a:gd name="T2" fmla="*/ 158750 w 50"/>
              <a:gd name="T3" fmla="*/ 6350 h 50"/>
              <a:gd name="T4" fmla="*/ 158750 w 50"/>
              <a:gd name="T5" fmla="*/ 152400 h 50"/>
              <a:gd name="T6" fmla="*/ 152400 w 50"/>
              <a:gd name="T7" fmla="*/ 158750 h 50"/>
              <a:gd name="T8" fmla="*/ 0 w 50"/>
              <a:gd name="T9" fmla="*/ 152400 h 50"/>
              <a:gd name="T10" fmla="*/ 0 w 50"/>
              <a:gd name="T11" fmla="*/ 6350 h 50"/>
              <a:gd name="T12" fmla="*/ 82550 w 50"/>
              <a:gd name="T13" fmla="*/ 12700 h 50"/>
              <a:gd name="T14" fmla="*/ 82550 w 50"/>
              <a:gd name="T15" fmla="*/ 76200 h 50"/>
              <a:gd name="T16" fmla="*/ 146050 w 50"/>
              <a:gd name="T17" fmla="*/ 12700 h 50"/>
              <a:gd name="T18" fmla="*/ 82550 w 50"/>
              <a:gd name="T19" fmla="*/ 82550 h 50"/>
              <a:gd name="T20" fmla="*/ 82550 w 50"/>
              <a:gd name="T21" fmla="*/ 146050 h 50"/>
              <a:gd name="T22" fmla="*/ 146050 w 50"/>
              <a:gd name="T23" fmla="*/ 82550 h 50"/>
              <a:gd name="T24" fmla="*/ 76200 w 50"/>
              <a:gd name="T25" fmla="*/ 146050 h 50"/>
              <a:gd name="T26" fmla="*/ 76200 w 50"/>
              <a:gd name="T27" fmla="*/ 82550 h 50"/>
              <a:gd name="T28" fmla="*/ 12700 w 50"/>
              <a:gd name="T29" fmla="*/ 146050 h 50"/>
              <a:gd name="T30" fmla="*/ 76200 w 50"/>
              <a:gd name="T31" fmla="*/ 76200 h 50"/>
              <a:gd name="T32" fmla="*/ 76200 w 50"/>
              <a:gd name="T33" fmla="*/ 12700 h 50"/>
              <a:gd name="T34" fmla="*/ 12700 w 50"/>
              <a:gd name="T35" fmla="*/ 76200 h 50"/>
              <a:gd name="T36" fmla="*/ 50800 w 50"/>
              <a:gd name="T37" fmla="*/ 101600 h 50"/>
              <a:gd name="T38" fmla="*/ 41275 w 50"/>
              <a:gd name="T39" fmla="*/ 111125 h 50"/>
              <a:gd name="T40" fmla="*/ 28575 w 50"/>
              <a:gd name="T41" fmla="*/ 101600 h 50"/>
              <a:gd name="T42" fmla="*/ 38100 w 50"/>
              <a:gd name="T43" fmla="*/ 117475 h 50"/>
              <a:gd name="T44" fmla="*/ 28575 w 50"/>
              <a:gd name="T45" fmla="*/ 130175 h 50"/>
              <a:gd name="T46" fmla="*/ 41275 w 50"/>
              <a:gd name="T47" fmla="*/ 120650 h 50"/>
              <a:gd name="T48" fmla="*/ 57150 w 50"/>
              <a:gd name="T49" fmla="*/ 130175 h 50"/>
              <a:gd name="T50" fmla="*/ 47625 w 50"/>
              <a:gd name="T51" fmla="*/ 117475 h 50"/>
              <a:gd name="T52" fmla="*/ 57150 w 50"/>
              <a:gd name="T53" fmla="*/ 101600 h 50"/>
              <a:gd name="T54" fmla="*/ 38100 w 50"/>
              <a:gd name="T55" fmla="*/ 25400 h 50"/>
              <a:gd name="T56" fmla="*/ 38100 w 50"/>
              <a:gd name="T57" fmla="*/ 38100 h 50"/>
              <a:gd name="T58" fmla="*/ 22225 w 50"/>
              <a:gd name="T59" fmla="*/ 41275 h 50"/>
              <a:gd name="T60" fmla="*/ 38100 w 50"/>
              <a:gd name="T61" fmla="*/ 47625 h 50"/>
              <a:gd name="T62" fmla="*/ 41275 w 50"/>
              <a:gd name="T63" fmla="*/ 63500 h 50"/>
              <a:gd name="T64" fmla="*/ 47625 w 50"/>
              <a:gd name="T65" fmla="*/ 47625 h 50"/>
              <a:gd name="T66" fmla="*/ 63500 w 50"/>
              <a:gd name="T67" fmla="*/ 41275 h 50"/>
              <a:gd name="T68" fmla="*/ 47625 w 50"/>
              <a:gd name="T69" fmla="*/ 38100 h 50"/>
              <a:gd name="T70" fmla="*/ 41275 w 50"/>
              <a:gd name="T71" fmla="*/ 22225 h 50"/>
              <a:gd name="T72" fmla="*/ 133350 w 50"/>
              <a:gd name="T73" fmla="*/ 120650 h 50"/>
              <a:gd name="T74" fmla="*/ 101600 w 50"/>
              <a:gd name="T75" fmla="*/ 120650 h 50"/>
              <a:gd name="T76" fmla="*/ 101600 w 50"/>
              <a:gd name="T77" fmla="*/ 127000 h 50"/>
              <a:gd name="T78" fmla="*/ 136525 w 50"/>
              <a:gd name="T79" fmla="*/ 123825 h 50"/>
              <a:gd name="T80" fmla="*/ 133350 w 50"/>
              <a:gd name="T81" fmla="*/ 104775 h 50"/>
              <a:gd name="T82" fmla="*/ 101600 w 50"/>
              <a:gd name="T83" fmla="*/ 104775 h 50"/>
              <a:gd name="T84" fmla="*/ 101600 w 50"/>
              <a:gd name="T85" fmla="*/ 111125 h 50"/>
              <a:gd name="T86" fmla="*/ 136525 w 50"/>
              <a:gd name="T87" fmla="*/ 107950 h 50"/>
              <a:gd name="T88" fmla="*/ 133350 w 50"/>
              <a:gd name="T89" fmla="*/ 38100 h 50"/>
              <a:gd name="T90" fmla="*/ 101600 w 50"/>
              <a:gd name="T91" fmla="*/ 38100 h 50"/>
              <a:gd name="T92" fmla="*/ 101600 w 50"/>
              <a:gd name="T93" fmla="*/ 47625 h 50"/>
              <a:gd name="T94" fmla="*/ 136525 w 50"/>
              <a:gd name="T95" fmla="*/ 41275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49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6" y="4"/>
                </a:moveTo>
                <a:cubicBezTo>
                  <a:pt x="26" y="4"/>
                  <a:pt x="26" y="4"/>
                  <a:pt x="26" y="4"/>
                </a:cubicBezTo>
                <a:cubicBezTo>
                  <a:pt x="26" y="24"/>
                  <a:pt x="26" y="24"/>
                  <a:pt x="26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4"/>
                  <a:pt x="46" y="4"/>
                  <a:pt x="46" y="4"/>
                </a:cubicBezTo>
                <a:cubicBezTo>
                  <a:pt x="26" y="4"/>
                  <a:pt x="26" y="4"/>
                  <a:pt x="26" y="4"/>
                </a:cubicBezTo>
                <a:close/>
                <a:moveTo>
                  <a:pt x="26" y="26"/>
                </a:moveTo>
                <a:cubicBezTo>
                  <a:pt x="26" y="26"/>
                  <a:pt x="26" y="26"/>
                  <a:pt x="26" y="26"/>
                </a:cubicBezTo>
                <a:cubicBezTo>
                  <a:pt x="26" y="46"/>
                  <a:pt x="26" y="46"/>
                  <a:pt x="26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26"/>
                  <a:pt x="46" y="26"/>
                  <a:pt x="46" y="26"/>
                </a:cubicBezTo>
                <a:cubicBezTo>
                  <a:pt x="26" y="26"/>
                  <a:pt x="26" y="26"/>
                  <a:pt x="26" y="26"/>
                </a:cubicBezTo>
                <a:close/>
                <a:moveTo>
                  <a:pt x="24" y="46"/>
                </a:moveTo>
                <a:cubicBezTo>
                  <a:pt x="24" y="46"/>
                  <a:pt x="24" y="46"/>
                  <a:pt x="24" y="46"/>
                </a:cubicBezTo>
                <a:cubicBezTo>
                  <a:pt x="24" y="26"/>
                  <a:pt x="24" y="26"/>
                  <a:pt x="24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46"/>
                  <a:pt x="4" y="46"/>
                  <a:pt x="4" y="46"/>
                </a:cubicBezTo>
                <a:cubicBezTo>
                  <a:pt x="24" y="46"/>
                  <a:pt x="24" y="46"/>
                  <a:pt x="24" y="46"/>
                </a:cubicBezTo>
                <a:close/>
                <a:moveTo>
                  <a:pt x="2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4"/>
                  <a:pt x="24" y="4"/>
                  <a:pt x="2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4"/>
                  <a:pt x="4" y="24"/>
                  <a:pt x="4" y="24"/>
                </a:cubicBezTo>
                <a:cubicBezTo>
                  <a:pt x="24" y="24"/>
                  <a:pt x="24" y="24"/>
                  <a:pt x="24" y="24"/>
                </a:cubicBezTo>
                <a:close/>
                <a:moveTo>
                  <a:pt x="16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13" y="35"/>
                  <a:pt x="13" y="35"/>
                  <a:pt x="13" y="35"/>
                </a:cubicBezTo>
                <a:cubicBezTo>
                  <a:pt x="11" y="32"/>
                  <a:pt x="11" y="32"/>
                  <a:pt x="11" y="32"/>
                </a:cubicBezTo>
                <a:cubicBezTo>
                  <a:pt x="10" y="32"/>
                  <a:pt x="10" y="32"/>
                  <a:pt x="9" y="32"/>
                </a:cubicBezTo>
                <a:cubicBezTo>
                  <a:pt x="9" y="33"/>
                  <a:pt x="9" y="33"/>
                  <a:pt x="9" y="34"/>
                </a:cubicBezTo>
                <a:cubicBezTo>
                  <a:pt x="12" y="37"/>
                  <a:pt x="12" y="37"/>
                  <a:pt x="12" y="37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40"/>
                  <a:pt x="9" y="41"/>
                  <a:pt x="9" y="41"/>
                </a:cubicBezTo>
                <a:cubicBezTo>
                  <a:pt x="10" y="41"/>
                  <a:pt x="10" y="41"/>
                  <a:pt x="11" y="41"/>
                </a:cubicBezTo>
                <a:cubicBezTo>
                  <a:pt x="13" y="38"/>
                  <a:pt x="13" y="38"/>
                  <a:pt x="13" y="38"/>
                </a:cubicBezTo>
                <a:cubicBezTo>
                  <a:pt x="16" y="41"/>
                  <a:pt x="16" y="41"/>
                  <a:pt x="16" y="41"/>
                </a:cubicBezTo>
                <a:cubicBezTo>
                  <a:pt x="17" y="41"/>
                  <a:pt x="17" y="41"/>
                  <a:pt x="18" y="41"/>
                </a:cubicBezTo>
                <a:cubicBezTo>
                  <a:pt x="18" y="41"/>
                  <a:pt x="18" y="40"/>
                  <a:pt x="18" y="39"/>
                </a:cubicBezTo>
                <a:cubicBezTo>
                  <a:pt x="15" y="37"/>
                  <a:pt x="15" y="37"/>
                  <a:pt x="15" y="37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3"/>
                  <a:pt x="18" y="33"/>
                  <a:pt x="18" y="32"/>
                </a:cubicBezTo>
                <a:cubicBezTo>
                  <a:pt x="17" y="32"/>
                  <a:pt x="17" y="32"/>
                  <a:pt x="16" y="32"/>
                </a:cubicBezTo>
                <a:close/>
                <a:moveTo>
                  <a:pt x="12" y="8"/>
                </a:moveTo>
                <a:cubicBezTo>
                  <a:pt x="12" y="8"/>
                  <a:pt x="12" y="8"/>
                  <a:pt x="12" y="8"/>
                </a:cubicBezTo>
                <a:cubicBezTo>
                  <a:pt x="12" y="12"/>
                  <a:pt x="12" y="12"/>
                  <a:pt x="12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7" y="13"/>
                  <a:pt x="7" y="13"/>
                </a:cubicBezTo>
                <a:cubicBezTo>
                  <a:pt x="7" y="14"/>
                  <a:pt x="8" y="15"/>
                  <a:pt x="8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9"/>
                  <a:pt x="13" y="20"/>
                  <a:pt x="13" y="20"/>
                </a:cubicBezTo>
                <a:cubicBezTo>
                  <a:pt x="14" y="20"/>
                  <a:pt x="15" y="19"/>
                  <a:pt x="15" y="18"/>
                </a:cubicBezTo>
                <a:cubicBezTo>
                  <a:pt x="15" y="15"/>
                  <a:pt x="15" y="15"/>
                  <a:pt x="15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9" y="15"/>
                  <a:pt x="20" y="14"/>
                  <a:pt x="20" y="13"/>
                </a:cubicBezTo>
                <a:cubicBezTo>
                  <a:pt x="20" y="13"/>
                  <a:pt x="19" y="12"/>
                  <a:pt x="18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4" y="7"/>
                  <a:pt x="13" y="7"/>
                </a:cubicBezTo>
                <a:cubicBezTo>
                  <a:pt x="13" y="7"/>
                  <a:pt x="12" y="8"/>
                  <a:pt x="12" y="8"/>
                </a:cubicBezTo>
                <a:close/>
                <a:moveTo>
                  <a:pt x="42" y="38"/>
                </a:moveTo>
                <a:cubicBezTo>
                  <a:pt x="42" y="38"/>
                  <a:pt x="42" y="38"/>
                  <a:pt x="42" y="38"/>
                </a:cubicBezTo>
                <a:cubicBezTo>
                  <a:pt x="33" y="38"/>
                  <a:pt x="40" y="38"/>
                  <a:pt x="32" y="38"/>
                </a:cubicBezTo>
                <a:cubicBezTo>
                  <a:pt x="31" y="38"/>
                  <a:pt x="30" y="38"/>
                  <a:pt x="30" y="39"/>
                </a:cubicBezTo>
                <a:cubicBezTo>
                  <a:pt x="30" y="40"/>
                  <a:pt x="31" y="40"/>
                  <a:pt x="32" y="40"/>
                </a:cubicBezTo>
                <a:cubicBezTo>
                  <a:pt x="40" y="40"/>
                  <a:pt x="33" y="40"/>
                  <a:pt x="42" y="40"/>
                </a:cubicBezTo>
                <a:cubicBezTo>
                  <a:pt x="42" y="40"/>
                  <a:pt x="43" y="40"/>
                  <a:pt x="43" y="39"/>
                </a:cubicBezTo>
                <a:cubicBezTo>
                  <a:pt x="43" y="38"/>
                  <a:pt x="42" y="38"/>
                  <a:pt x="42" y="38"/>
                </a:cubicBezTo>
                <a:close/>
                <a:moveTo>
                  <a:pt x="42" y="33"/>
                </a:moveTo>
                <a:cubicBezTo>
                  <a:pt x="42" y="33"/>
                  <a:pt x="42" y="33"/>
                  <a:pt x="42" y="33"/>
                </a:cubicBezTo>
                <a:cubicBezTo>
                  <a:pt x="33" y="33"/>
                  <a:pt x="40" y="33"/>
                  <a:pt x="32" y="33"/>
                </a:cubicBezTo>
                <a:cubicBezTo>
                  <a:pt x="31" y="33"/>
                  <a:pt x="30" y="34"/>
                  <a:pt x="30" y="34"/>
                </a:cubicBezTo>
                <a:cubicBezTo>
                  <a:pt x="30" y="35"/>
                  <a:pt x="31" y="35"/>
                  <a:pt x="32" y="35"/>
                </a:cubicBezTo>
                <a:cubicBezTo>
                  <a:pt x="40" y="35"/>
                  <a:pt x="33" y="35"/>
                  <a:pt x="42" y="35"/>
                </a:cubicBezTo>
                <a:cubicBezTo>
                  <a:pt x="42" y="35"/>
                  <a:pt x="43" y="35"/>
                  <a:pt x="43" y="34"/>
                </a:cubicBezTo>
                <a:cubicBezTo>
                  <a:pt x="43" y="34"/>
                  <a:pt x="42" y="33"/>
                  <a:pt x="42" y="33"/>
                </a:cubicBezTo>
                <a:close/>
                <a:moveTo>
                  <a:pt x="42" y="12"/>
                </a:moveTo>
                <a:cubicBezTo>
                  <a:pt x="42" y="12"/>
                  <a:pt x="42" y="12"/>
                  <a:pt x="42" y="12"/>
                </a:cubicBezTo>
                <a:cubicBezTo>
                  <a:pt x="33" y="12"/>
                  <a:pt x="40" y="12"/>
                  <a:pt x="32" y="12"/>
                </a:cubicBezTo>
                <a:cubicBezTo>
                  <a:pt x="31" y="12"/>
                  <a:pt x="30" y="13"/>
                  <a:pt x="30" y="13"/>
                </a:cubicBezTo>
                <a:cubicBezTo>
                  <a:pt x="30" y="14"/>
                  <a:pt x="31" y="15"/>
                  <a:pt x="32" y="15"/>
                </a:cubicBezTo>
                <a:cubicBezTo>
                  <a:pt x="40" y="15"/>
                  <a:pt x="33" y="15"/>
                  <a:pt x="42" y="15"/>
                </a:cubicBezTo>
                <a:cubicBezTo>
                  <a:pt x="42" y="15"/>
                  <a:pt x="43" y="14"/>
                  <a:pt x="43" y="13"/>
                </a:cubicBezTo>
                <a:cubicBezTo>
                  <a:pt x="43" y="13"/>
                  <a:pt x="42" y="12"/>
                  <a:pt x="42" y="1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90" name="Freeform 124">
            <a:extLst>
              <a:ext uri="{FF2B5EF4-FFF2-40B4-BE49-F238E27FC236}">
                <a16:creationId xmlns:a16="http://schemas.microsoft.com/office/drawing/2014/main" id="{F2FC0918-5BCD-7071-FD1D-5D5E92403DE7}"/>
              </a:ext>
            </a:extLst>
          </p:cNvPr>
          <p:cNvSpPr>
            <a:spLocks noEditPoints="1"/>
          </p:cNvSpPr>
          <p:nvPr/>
        </p:nvSpPr>
        <p:spPr bwMode="auto">
          <a:xfrm>
            <a:off x="6563185" y="2580665"/>
            <a:ext cx="211667" cy="211667"/>
          </a:xfrm>
          <a:custGeom>
            <a:avLst/>
            <a:gdLst>
              <a:gd name="T0" fmla="*/ 158750 w 50"/>
              <a:gd name="T1" fmla="*/ 79375 h 50"/>
              <a:gd name="T2" fmla="*/ 79375 w 50"/>
              <a:gd name="T3" fmla="*/ 158750 h 50"/>
              <a:gd name="T4" fmla="*/ 79375 w 50"/>
              <a:gd name="T5" fmla="*/ 0 h 50"/>
              <a:gd name="T6" fmla="*/ 146050 w 50"/>
              <a:gd name="T7" fmla="*/ 82550 h 50"/>
              <a:gd name="T8" fmla="*/ 127000 w 50"/>
              <a:gd name="T9" fmla="*/ 127000 h 50"/>
              <a:gd name="T10" fmla="*/ 146050 w 50"/>
              <a:gd name="T11" fmla="*/ 82550 h 50"/>
              <a:gd name="T12" fmla="*/ 82550 w 50"/>
              <a:gd name="T13" fmla="*/ 76200 h 50"/>
              <a:gd name="T14" fmla="*/ 82550 w 50"/>
              <a:gd name="T15" fmla="*/ 12700 h 50"/>
              <a:gd name="T16" fmla="*/ 120650 w 50"/>
              <a:gd name="T17" fmla="*/ 133350 h 50"/>
              <a:gd name="T18" fmla="*/ 76200 w 50"/>
              <a:gd name="T19" fmla="*/ 82550 h 50"/>
              <a:gd name="T20" fmla="*/ 76200 w 50"/>
              <a:gd name="T21" fmla="*/ 82550 h 50"/>
              <a:gd name="T22" fmla="*/ 76200 w 50"/>
              <a:gd name="T23" fmla="*/ 82550 h 50"/>
              <a:gd name="T24" fmla="*/ 76200 w 50"/>
              <a:gd name="T25" fmla="*/ 82550 h 50"/>
              <a:gd name="T26" fmla="*/ 76200 w 50"/>
              <a:gd name="T27" fmla="*/ 82550 h 50"/>
              <a:gd name="T28" fmla="*/ 76200 w 50"/>
              <a:gd name="T29" fmla="*/ 82550 h 50"/>
              <a:gd name="T30" fmla="*/ 76200 w 50"/>
              <a:gd name="T31" fmla="*/ 82550 h 50"/>
              <a:gd name="T32" fmla="*/ 76200 w 50"/>
              <a:gd name="T33" fmla="*/ 82550 h 50"/>
              <a:gd name="T34" fmla="*/ 76200 w 50"/>
              <a:gd name="T35" fmla="*/ 82550 h 50"/>
              <a:gd name="T36" fmla="*/ 76200 w 50"/>
              <a:gd name="T37" fmla="*/ 82550 h 50"/>
              <a:gd name="T38" fmla="*/ 76200 w 50"/>
              <a:gd name="T39" fmla="*/ 79375 h 50"/>
              <a:gd name="T40" fmla="*/ 76200 w 50"/>
              <a:gd name="T41" fmla="*/ 79375 h 50"/>
              <a:gd name="T42" fmla="*/ 76200 w 50"/>
              <a:gd name="T43" fmla="*/ 79375 h 50"/>
              <a:gd name="T44" fmla="*/ 76200 w 50"/>
              <a:gd name="T45" fmla="*/ 79375 h 50"/>
              <a:gd name="T46" fmla="*/ 76200 w 50"/>
              <a:gd name="T47" fmla="*/ 79375 h 50"/>
              <a:gd name="T48" fmla="*/ 76200 w 50"/>
              <a:gd name="T49" fmla="*/ 79375 h 50"/>
              <a:gd name="T50" fmla="*/ 76200 w 50"/>
              <a:gd name="T51" fmla="*/ 79375 h 50"/>
              <a:gd name="T52" fmla="*/ 76200 w 50"/>
              <a:gd name="T53" fmla="*/ 79375 h 50"/>
              <a:gd name="T54" fmla="*/ 76200 w 50"/>
              <a:gd name="T55" fmla="*/ 79375 h 50"/>
              <a:gd name="T56" fmla="*/ 76200 w 50"/>
              <a:gd name="T57" fmla="*/ 79375 h 50"/>
              <a:gd name="T58" fmla="*/ 76200 w 50"/>
              <a:gd name="T59" fmla="*/ 79375 h 50"/>
              <a:gd name="T60" fmla="*/ 76200 w 50"/>
              <a:gd name="T61" fmla="*/ 79375 h 50"/>
              <a:gd name="T62" fmla="*/ 76200 w 50"/>
              <a:gd name="T63" fmla="*/ 79375 h 50"/>
              <a:gd name="T64" fmla="*/ 76200 w 50"/>
              <a:gd name="T65" fmla="*/ 79375 h 50"/>
              <a:gd name="T66" fmla="*/ 76200 w 50"/>
              <a:gd name="T67" fmla="*/ 79375 h 50"/>
              <a:gd name="T68" fmla="*/ 76200 w 50"/>
              <a:gd name="T69" fmla="*/ 79375 h 50"/>
              <a:gd name="T70" fmla="*/ 76200 w 50"/>
              <a:gd name="T71" fmla="*/ 79375 h 50"/>
              <a:gd name="T72" fmla="*/ 76200 w 50"/>
              <a:gd name="T73" fmla="*/ 79375 h 50"/>
              <a:gd name="T74" fmla="*/ 76200 w 50"/>
              <a:gd name="T75" fmla="*/ 79375 h 50"/>
              <a:gd name="T76" fmla="*/ 76200 w 50"/>
              <a:gd name="T77" fmla="*/ 79375 h 50"/>
              <a:gd name="T78" fmla="*/ 76200 w 50"/>
              <a:gd name="T79" fmla="*/ 79375 h 50"/>
              <a:gd name="T80" fmla="*/ 76200 w 50"/>
              <a:gd name="T81" fmla="*/ 79375 h 50"/>
              <a:gd name="T82" fmla="*/ 76200 w 50"/>
              <a:gd name="T83" fmla="*/ 79375 h 50"/>
              <a:gd name="T84" fmla="*/ 76200 w 50"/>
              <a:gd name="T85" fmla="*/ 79375 h 50"/>
              <a:gd name="T86" fmla="*/ 76200 w 50"/>
              <a:gd name="T87" fmla="*/ 79375 h 50"/>
              <a:gd name="T88" fmla="*/ 76200 w 50"/>
              <a:gd name="T89" fmla="*/ 79375 h 50"/>
              <a:gd name="T90" fmla="*/ 76200 w 50"/>
              <a:gd name="T91" fmla="*/ 79375 h 50"/>
              <a:gd name="T92" fmla="*/ 76200 w 50"/>
              <a:gd name="T93" fmla="*/ 12700 h 50"/>
              <a:gd name="T94" fmla="*/ 79375 w 50"/>
              <a:gd name="T95" fmla="*/ 146050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0">
                <a:moveTo>
                  <a:pt x="25" y="0"/>
                </a:moveTo>
                <a:cubicBezTo>
                  <a:pt x="39" y="0"/>
                  <a:pt x="50" y="11"/>
                  <a:pt x="50" y="25"/>
                </a:cubicBezTo>
                <a:cubicBezTo>
                  <a:pt x="50" y="32"/>
                  <a:pt x="47" y="38"/>
                  <a:pt x="43" y="43"/>
                </a:cubicBezTo>
                <a:cubicBezTo>
                  <a:pt x="38" y="47"/>
                  <a:pt x="32" y="50"/>
                  <a:pt x="25" y="50"/>
                </a:cubicBezTo>
                <a:cubicBezTo>
                  <a:pt x="11" y="50"/>
                  <a:pt x="0" y="39"/>
                  <a:pt x="0" y="25"/>
                </a:cubicBezTo>
                <a:cubicBezTo>
                  <a:pt x="0" y="11"/>
                  <a:pt x="11" y="0"/>
                  <a:pt x="25" y="0"/>
                </a:cubicBezTo>
                <a:close/>
                <a:moveTo>
                  <a:pt x="46" y="26"/>
                </a:moveTo>
                <a:cubicBezTo>
                  <a:pt x="46" y="26"/>
                  <a:pt x="46" y="26"/>
                  <a:pt x="46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40" y="40"/>
                  <a:pt x="40" y="40"/>
                  <a:pt x="40" y="40"/>
                </a:cubicBezTo>
                <a:cubicBezTo>
                  <a:pt x="40" y="40"/>
                  <a:pt x="40" y="40"/>
                  <a:pt x="40" y="40"/>
                </a:cubicBezTo>
                <a:cubicBezTo>
                  <a:pt x="43" y="36"/>
                  <a:pt x="46" y="31"/>
                  <a:pt x="46" y="26"/>
                </a:cubicBezTo>
                <a:close/>
                <a:moveTo>
                  <a:pt x="26" y="24"/>
                </a:moveTo>
                <a:cubicBezTo>
                  <a:pt x="26" y="24"/>
                  <a:pt x="26" y="24"/>
                  <a:pt x="26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5" y="13"/>
                  <a:pt x="37" y="4"/>
                  <a:pt x="26" y="4"/>
                </a:cubicBezTo>
                <a:cubicBezTo>
                  <a:pt x="26" y="24"/>
                  <a:pt x="26" y="24"/>
                  <a:pt x="26" y="24"/>
                </a:cubicBezTo>
                <a:close/>
                <a:moveTo>
                  <a:pt x="38" y="42"/>
                </a:moveTo>
                <a:cubicBezTo>
                  <a:pt x="38" y="42"/>
                  <a:pt x="38" y="42"/>
                  <a:pt x="38" y="42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4"/>
                  <a:pt x="24" y="4"/>
                  <a:pt x="24" y="4"/>
                </a:cubicBezTo>
                <a:cubicBezTo>
                  <a:pt x="12" y="4"/>
                  <a:pt x="4" y="14"/>
                  <a:pt x="4" y="25"/>
                </a:cubicBezTo>
                <a:cubicBezTo>
                  <a:pt x="4" y="37"/>
                  <a:pt x="13" y="46"/>
                  <a:pt x="25" y="46"/>
                </a:cubicBezTo>
                <a:cubicBezTo>
                  <a:pt x="30" y="46"/>
                  <a:pt x="34" y="44"/>
                  <a:pt x="38" y="4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91" name="Freeform 125">
            <a:extLst>
              <a:ext uri="{FF2B5EF4-FFF2-40B4-BE49-F238E27FC236}">
                <a16:creationId xmlns:a16="http://schemas.microsoft.com/office/drawing/2014/main" id="{3CFE4BC9-9FA0-7C05-FA03-FB588EE3086A}"/>
              </a:ext>
            </a:extLst>
          </p:cNvPr>
          <p:cNvSpPr>
            <a:spLocks noEditPoints="1"/>
          </p:cNvSpPr>
          <p:nvPr/>
        </p:nvSpPr>
        <p:spPr bwMode="auto">
          <a:xfrm>
            <a:off x="7678667" y="2159447"/>
            <a:ext cx="211667" cy="211667"/>
          </a:xfrm>
          <a:custGeom>
            <a:avLst/>
            <a:gdLst>
              <a:gd name="T0" fmla="*/ 53975 w 50"/>
              <a:gd name="T1" fmla="*/ 50800 h 50"/>
              <a:gd name="T2" fmla="*/ 101600 w 50"/>
              <a:gd name="T3" fmla="*/ 47625 h 50"/>
              <a:gd name="T4" fmla="*/ 111125 w 50"/>
              <a:gd name="T5" fmla="*/ 53975 h 50"/>
              <a:gd name="T6" fmla="*/ 123825 w 50"/>
              <a:gd name="T7" fmla="*/ 41275 h 50"/>
              <a:gd name="T8" fmla="*/ 111125 w 50"/>
              <a:gd name="T9" fmla="*/ 31750 h 50"/>
              <a:gd name="T10" fmla="*/ 101600 w 50"/>
              <a:gd name="T11" fmla="*/ 38100 h 50"/>
              <a:gd name="T12" fmla="*/ 53975 w 50"/>
              <a:gd name="T13" fmla="*/ 34925 h 50"/>
              <a:gd name="T14" fmla="*/ 38100 w 50"/>
              <a:gd name="T15" fmla="*/ 34925 h 50"/>
              <a:gd name="T16" fmla="*/ 38100 w 50"/>
              <a:gd name="T17" fmla="*/ 50800 h 50"/>
              <a:gd name="T18" fmla="*/ 107950 w 50"/>
              <a:gd name="T19" fmla="*/ 41275 h 50"/>
              <a:gd name="T20" fmla="*/ 111125 w 50"/>
              <a:gd name="T21" fmla="*/ 38100 h 50"/>
              <a:gd name="T22" fmla="*/ 114300 w 50"/>
              <a:gd name="T23" fmla="*/ 41275 h 50"/>
              <a:gd name="T24" fmla="*/ 111125 w 50"/>
              <a:gd name="T25" fmla="*/ 47625 h 50"/>
              <a:gd name="T26" fmla="*/ 107950 w 50"/>
              <a:gd name="T27" fmla="*/ 41275 h 50"/>
              <a:gd name="T28" fmla="*/ 44450 w 50"/>
              <a:gd name="T29" fmla="*/ 41275 h 50"/>
              <a:gd name="T30" fmla="*/ 44450 w 50"/>
              <a:gd name="T31" fmla="*/ 38100 h 50"/>
              <a:gd name="T32" fmla="*/ 50800 w 50"/>
              <a:gd name="T33" fmla="*/ 41275 h 50"/>
              <a:gd name="T34" fmla="*/ 44450 w 50"/>
              <a:gd name="T35" fmla="*/ 47625 h 50"/>
              <a:gd name="T36" fmla="*/ 41275 w 50"/>
              <a:gd name="T37" fmla="*/ 41275 h 50"/>
              <a:gd name="T38" fmla="*/ 152400 w 50"/>
              <a:gd name="T39" fmla="*/ 0 h 50"/>
              <a:gd name="T40" fmla="*/ 6350 w 50"/>
              <a:gd name="T41" fmla="*/ 0 h 50"/>
              <a:gd name="T42" fmla="*/ 0 w 50"/>
              <a:gd name="T43" fmla="*/ 152400 h 50"/>
              <a:gd name="T44" fmla="*/ 152400 w 50"/>
              <a:gd name="T45" fmla="*/ 158750 h 50"/>
              <a:gd name="T46" fmla="*/ 158750 w 50"/>
              <a:gd name="T47" fmla="*/ 6350 h 50"/>
              <a:gd name="T48" fmla="*/ 146050 w 50"/>
              <a:gd name="T49" fmla="*/ 146050 h 50"/>
              <a:gd name="T50" fmla="*/ 12700 w 50"/>
              <a:gd name="T51" fmla="*/ 146050 h 50"/>
              <a:gd name="T52" fmla="*/ 146050 w 50"/>
              <a:gd name="T53" fmla="*/ 85725 h 50"/>
              <a:gd name="T54" fmla="*/ 146050 w 50"/>
              <a:gd name="T55" fmla="*/ 73025 h 50"/>
              <a:gd name="T56" fmla="*/ 12700 w 50"/>
              <a:gd name="T57" fmla="*/ 73025 h 50"/>
              <a:gd name="T58" fmla="*/ 146050 w 50"/>
              <a:gd name="T59" fmla="*/ 12700 h 50"/>
              <a:gd name="T60" fmla="*/ 44450 w 50"/>
              <a:gd name="T61" fmla="*/ 127000 h 50"/>
              <a:gd name="T62" fmla="*/ 53975 w 50"/>
              <a:gd name="T63" fmla="*/ 123825 h 50"/>
              <a:gd name="T64" fmla="*/ 57150 w 50"/>
              <a:gd name="T65" fmla="*/ 120650 h 50"/>
              <a:gd name="T66" fmla="*/ 104775 w 50"/>
              <a:gd name="T67" fmla="*/ 123825 h 50"/>
              <a:gd name="T68" fmla="*/ 117475 w 50"/>
              <a:gd name="T69" fmla="*/ 123825 h 50"/>
              <a:gd name="T70" fmla="*/ 123825 w 50"/>
              <a:gd name="T71" fmla="*/ 117475 h 50"/>
              <a:gd name="T72" fmla="*/ 111125 w 50"/>
              <a:gd name="T73" fmla="*/ 104775 h 50"/>
              <a:gd name="T74" fmla="*/ 101600 w 50"/>
              <a:gd name="T75" fmla="*/ 111125 h 50"/>
              <a:gd name="T76" fmla="*/ 53975 w 50"/>
              <a:gd name="T77" fmla="*/ 107950 h 50"/>
              <a:gd name="T78" fmla="*/ 44450 w 50"/>
              <a:gd name="T79" fmla="*/ 104775 h 50"/>
              <a:gd name="T80" fmla="*/ 34925 w 50"/>
              <a:gd name="T81" fmla="*/ 117475 h 50"/>
              <a:gd name="T82" fmla="*/ 44450 w 50"/>
              <a:gd name="T83" fmla="*/ 127000 h 50"/>
              <a:gd name="T84" fmla="*/ 107950 w 50"/>
              <a:gd name="T85" fmla="*/ 114300 h 50"/>
              <a:gd name="T86" fmla="*/ 114300 w 50"/>
              <a:gd name="T87" fmla="*/ 114300 h 50"/>
              <a:gd name="T88" fmla="*/ 114300 w 50"/>
              <a:gd name="T89" fmla="*/ 114300 h 50"/>
              <a:gd name="T90" fmla="*/ 114300 w 50"/>
              <a:gd name="T91" fmla="*/ 117475 h 50"/>
              <a:gd name="T92" fmla="*/ 111125 w 50"/>
              <a:gd name="T93" fmla="*/ 120650 h 50"/>
              <a:gd name="T94" fmla="*/ 107950 w 50"/>
              <a:gd name="T95" fmla="*/ 117475 h 50"/>
              <a:gd name="T96" fmla="*/ 44450 w 50"/>
              <a:gd name="T97" fmla="*/ 114300 h 50"/>
              <a:gd name="T98" fmla="*/ 44450 w 50"/>
              <a:gd name="T99" fmla="*/ 114300 h 50"/>
              <a:gd name="T100" fmla="*/ 50800 w 50"/>
              <a:gd name="T101" fmla="*/ 117475 h 50"/>
              <a:gd name="T102" fmla="*/ 47625 w 50"/>
              <a:gd name="T103" fmla="*/ 117475 h 50"/>
              <a:gd name="T104" fmla="*/ 44450 w 50"/>
              <a:gd name="T105" fmla="*/ 117475 h 50"/>
              <a:gd name="T106" fmla="*/ 44450 w 50"/>
              <a:gd name="T107" fmla="*/ 114300 h 5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0" h="50">
                <a:moveTo>
                  <a:pt x="14" y="17"/>
                </a:moveTo>
                <a:cubicBezTo>
                  <a:pt x="15" y="17"/>
                  <a:pt x="16" y="16"/>
                  <a:pt x="17" y="16"/>
                </a:cubicBezTo>
                <a:cubicBezTo>
                  <a:pt x="17" y="15"/>
                  <a:pt x="17" y="15"/>
                  <a:pt x="18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5"/>
                  <a:pt x="32" y="15"/>
                  <a:pt x="33" y="16"/>
                </a:cubicBezTo>
                <a:cubicBezTo>
                  <a:pt x="33" y="16"/>
                  <a:pt x="34" y="17"/>
                  <a:pt x="35" y="17"/>
                </a:cubicBezTo>
                <a:cubicBezTo>
                  <a:pt x="36" y="17"/>
                  <a:pt x="37" y="16"/>
                  <a:pt x="38" y="16"/>
                </a:cubicBezTo>
                <a:cubicBezTo>
                  <a:pt x="38" y="15"/>
                  <a:pt x="39" y="14"/>
                  <a:pt x="39" y="13"/>
                </a:cubicBezTo>
                <a:cubicBezTo>
                  <a:pt x="39" y="13"/>
                  <a:pt x="38" y="12"/>
                  <a:pt x="38" y="11"/>
                </a:cubicBezTo>
                <a:cubicBezTo>
                  <a:pt x="37" y="10"/>
                  <a:pt x="36" y="10"/>
                  <a:pt x="35" y="10"/>
                </a:cubicBezTo>
                <a:cubicBezTo>
                  <a:pt x="34" y="10"/>
                  <a:pt x="33" y="10"/>
                  <a:pt x="33" y="11"/>
                </a:cubicBezTo>
                <a:cubicBezTo>
                  <a:pt x="32" y="11"/>
                  <a:pt x="32" y="12"/>
                  <a:pt x="32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7" y="12"/>
                  <a:pt x="17" y="11"/>
                  <a:pt x="17" y="11"/>
                </a:cubicBezTo>
                <a:cubicBezTo>
                  <a:pt x="16" y="10"/>
                  <a:pt x="15" y="10"/>
                  <a:pt x="14" y="10"/>
                </a:cubicBezTo>
                <a:cubicBezTo>
                  <a:pt x="14" y="10"/>
                  <a:pt x="13" y="10"/>
                  <a:pt x="12" y="11"/>
                </a:cubicBezTo>
                <a:cubicBezTo>
                  <a:pt x="12" y="12"/>
                  <a:pt x="11" y="13"/>
                  <a:pt x="11" y="13"/>
                </a:cubicBezTo>
                <a:cubicBezTo>
                  <a:pt x="11" y="14"/>
                  <a:pt x="12" y="15"/>
                  <a:pt x="12" y="16"/>
                </a:cubicBezTo>
                <a:cubicBezTo>
                  <a:pt x="13" y="16"/>
                  <a:pt x="14" y="17"/>
                  <a:pt x="14" y="17"/>
                </a:cubicBezTo>
                <a:close/>
                <a:moveTo>
                  <a:pt x="34" y="13"/>
                </a:moveTo>
                <a:cubicBezTo>
                  <a:pt x="34" y="13"/>
                  <a:pt x="34" y="13"/>
                  <a:pt x="34" y="13"/>
                </a:cubicBezTo>
                <a:cubicBezTo>
                  <a:pt x="35" y="13"/>
                  <a:pt x="35" y="12"/>
                  <a:pt x="35" y="12"/>
                </a:cubicBezTo>
                <a:cubicBezTo>
                  <a:pt x="35" y="12"/>
                  <a:pt x="36" y="13"/>
                  <a:pt x="36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4"/>
                  <a:pt x="35" y="15"/>
                  <a:pt x="35" y="15"/>
                </a:cubicBezTo>
                <a:cubicBezTo>
                  <a:pt x="35" y="15"/>
                  <a:pt x="35" y="14"/>
                  <a:pt x="34" y="14"/>
                </a:cubicBezTo>
                <a:cubicBezTo>
                  <a:pt x="34" y="14"/>
                  <a:pt x="34" y="14"/>
                  <a:pt x="34" y="13"/>
                </a:cubicBezTo>
                <a:cubicBezTo>
                  <a:pt x="34" y="13"/>
                  <a:pt x="34" y="13"/>
                  <a:pt x="34" y="13"/>
                </a:cubicBezTo>
                <a:close/>
                <a:moveTo>
                  <a:pt x="14" y="13"/>
                </a:move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2"/>
                  <a:pt x="14" y="12"/>
                </a:cubicBezTo>
                <a:cubicBezTo>
                  <a:pt x="15" y="12"/>
                  <a:pt x="15" y="13"/>
                  <a:pt x="15" y="13"/>
                </a:cubicBezTo>
                <a:cubicBezTo>
                  <a:pt x="15" y="13"/>
                  <a:pt x="16" y="13"/>
                  <a:pt x="16" y="13"/>
                </a:cubicBezTo>
                <a:cubicBezTo>
                  <a:pt x="16" y="14"/>
                  <a:pt x="15" y="14"/>
                  <a:pt x="15" y="14"/>
                </a:cubicBezTo>
                <a:cubicBezTo>
                  <a:pt x="15" y="14"/>
                  <a:pt x="15" y="15"/>
                  <a:pt x="14" y="15"/>
                </a:cubicBezTo>
                <a:cubicBezTo>
                  <a:pt x="14" y="15"/>
                  <a:pt x="14" y="14"/>
                  <a:pt x="14" y="14"/>
                </a:cubicBezTo>
                <a:cubicBezTo>
                  <a:pt x="14" y="14"/>
                  <a:pt x="13" y="14"/>
                  <a:pt x="13" y="13"/>
                </a:cubicBezTo>
                <a:cubicBezTo>
                  <a:pt x="13" y="13"/>
                  <a:pt x="14" y="13"/>
                  <a:pt x="14" y="13"/>
                </a:cubicBezTo>
                <a:close/>
                <a:moveTo>
                  <a:pt x="48" y="0"/>
                </a:moveTo>
                <a:cubicBezTo>
                  <a:pt x="48" y="0"/>
                  <a:pt x="48" y="0"/>
                  <a:pt x="48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1" y="50"/>
                  <a:pt x="2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9" y="50"/>
                  <a:pt x="50" y="49"/>
                  <a:pt x="50" y="48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1"/>
                  <a:pt x="49" y="0"/>
                  <a:pt x="48" y="0"/>
                </a:cubicBezTo>
                <a:close/>
                <a:moveTo>
                  <a:pt x="46" y="46"/>
                </a:moveTo>
                <a:cubicBezTo>
                  <a:pt x="46" y="46"/>
                  <a:pt x="46" y="46"/>
                  <a:pt x="46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27"/>
                  <a:pt x="4" y="27"/>
                  <a:pt x="4" y="27"/>
                </a:cubicBezTo>
                <a:cubicBezTo>
                  <a:pt x="46" y="27"/>
                  <a:pt x="46" y="27"/>
                  <a:pt x="46" y="27"/>
                </a:cubicBezTo>
                <a:cubicBezTo>
                  <a:pt x="46" y="46"/>
                  <a:pt x="46" y="46"/>
                  <a:pt x="46" y="46"/>
                </a:cubicBezTo>
                <a:close/>
                <a:moveTo>
                  <a:pt x="46" y="23"/>
                </a:moveTo>
                <a:cubicBezTo>
                  <a:pt x="46" y="23"/>
                  <a:pt x="46" y="23"/>
                  <a:pt x="46" y="23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4"/>
                  <a:pt x="4" y="4"/>
                  <a:pt x="4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23"/>
                  <a:pt x="46" y="23"/>
                  <a:pt x="46" y="23"/>
                </a:cubicBezTo>
                <a:close/>
                <a:moveTo>
                  <a:pt x="14" y="40"/>
                </a:moveTo>
                <a:cubicBezTo>
                  <a:pt x="14" y="40"/>
                  <a:pt x="14" y="40"/>
                  <a:pt x="14" y="40"/>
                </a:cubicBezTo>
                <a:cubicBezTo>
                  <a:pt x="15" y="40"/>
                  <a:pt x="16" y="40"/>
                  <a:pt x="17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7" y="39"/>
                  <a:pt x="17" y="38"/>
                  <a:pt x="18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38"/>
                  <a:pt x="32" y="39"/>
                  <a:pt x="33" y="39"/>
                </a:cubicBezTo>
                <a:cubicBezTo>
                  <a:pt x="33" y="40"/>
                  <a:pt x="34" y="40"/>
                  <a:pt x="35" y="40"/>
                </a:cubicBezTo>
                <a:cubicBezTo>
                  <a:pt x="36" y="40"/>
                  <a:pt x="37" y="40"/>
                  <a:pt x="37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38" y="38"/>
                  <a:pt x="39" y="38"/>
                  <a:pt x="39" y="37"/>
                </a:cubicBezTo>
                <a:cubicBezTo>
                  <a:pt x="39" y="36"/>
                  <a:pt x="38" y="35"/>
                  <a:pt x="38" y="34"/>
                </a:cubicBezTo>
                <a:cubicBezTo>
                  <a:pt x="37" y="34"/>
                  <a:pt x="36" y="33"/>
                  <a:pt x="35" y="33"/>
                </a:cubicBezTo>
                <a:cubicBezTo>
                  <a:pt x="34" y="33"/>
                  <a:pt x="33" y="34"/>
                  <a:pt x="33" y="34"/>
                </a:cubicBezTo>
                <a:cubicBezTo>
                  <a:pt x="32" y="35"/>
                  <a:pt x="32" y="35"/>
                  <a:pt x="32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7" y="35"/>
                  <a:pt x="17" y="35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6" y="34"/>
                  <a:pt x="15" y="33"/>
                  <a:pt x="14" y="33"/>
                </a:cubicBezTo>
                <a:cubicBezTo>
                  <a:pt x="14" y="33"/>
                  <a:pt x="13" y="34"/>
                  <a:pt x="12" y="34"/>
                </a:cubicBezTo>
                <a:cubicBezTo>
                  <a:pt x="12" y="35"/>
                  <a:pt x="11" y="36"/>
                  <a:pt x="11" y="37"/>
                </a:cubicBezTo>
                <a:cubicBezTo>
                  <a:pt x="11" y="38"/>
                  <a:pt x="12" y="38"/>
                  <a:pt x="12" y="39"/>
                </a:cubicBezTo>
                <a:cubicBezTo>
                  <a:pt x="13" y="40"/>
                  <a:pt x="14" y="40"/>
                  <a:pt x="14" y="40"/>
                </a:cubicBezTo>
                <a:close/>
                <a:moveTo>
                  <a:pt x="34" y="36"/>
                </a:moveTo>
                <a:cubicBezTo>
                  <a:pt x="34" y="36"/>
                  <a:pt x="34" y="36"/>
                  <a:pt x="34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5" y="36"/>
                  <a:pt x="36" y="36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36"/>
                  <a:pt x="36" y="36"/>
                  <a:pt x="36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38"/>
                  <a:pt x="35" y="38"/>
                  <a:pt x="35" y="38"/>
                </a:cubicBezTo>
                <a:cubicBezTo>
                  <a:pt x="35" y="38"/>
                  <a:pt x="35" y="38"/>
                  <a:pt x="34" y="37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6"/>
                  <a:pt x="34" y="36"/>
                </a:cubicBezTo>
                <a:close/>
                <a:moveTo>
                  <a:pt x="14" y="36"/>
                </a:move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36"/>
                  <a:pt x="16" y="36"/>
                  <a:pt x="16" y="37"/>
                </a:cubicBezTo>
                <a:cubicBezTo>
                  <a:pt x="16" y="37"/>
                  <a:pt x="15" y="37"/>
                  <a:pt x="15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8"/>
                  <a:pt x="15" y="38"/>
                  <a:pt x="14" y="38"/>
                </a:cubicBezTo>
                <a:cubicBezTo>
                  <a:pt x="14" y="38"/>
                  <a:pt x="14" y="38"/>
                  <a:pt x="14" y="37"/>
                </a:cubicBezTo>
                <a:cubicBezTo>
                  <a:pt x="14" y="37"/>
                  <a:pt x="13" y="37"/>
                  <a:pt x="13" y="37"/>
                </a:cubicBezTo>
                <a:cubicBezTo>
                  <a:pt x="13" y="36"/>
                  <a:pt x="14" y="36"/>
                  <a:pt x="14" y="3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92" name="Freeform 126">
            <a:extLst>
              <a:ext uri="{FF2B5EF4-FFF2-40B4-BE49-F238E27FC236}">
                <a16:creationId xmlns:a16="http://schemas.microsoft.com/office/drawing/2014/main" id="{B597A867-033D-62BC-4002-CEE284D6B91B}"/>
              </a:ext>
            </a:extLst>
          </p:cNvPr>
          <p:cNvSpPr>
            <a:spLocks noEditPoints="1"/>
          </p:cNvSpPr>
          <p:nvPr/>
        </p:nvSpPr>
        <p:spPr bwMode="auto">
          <a:xfrm>
            <a:off x="6197001" y="3008231"/>
            <a:ext cx="190500" cy="211667"/>
          </a:xfrm>
          <a:custGeom>
            <a:avLst/>
            <a:gdLst>
              <a:gd name="T0" fmla="*/ 73025 w 45"/>
              <a:gd name="T1" fmla="*/ 0 h 50"/>
              <a:gd name="T2" fmla="*/ 139700 w 45"/>
              <a:gd name="T3" fmla="*/ 34925 h 50"/>
              <a:gd name="T4" fmla="*/ 142875 w 45"/>
              <a:gd name="T5" fmla="*/ 38100 h 50"/>
              <a:gd name="T6" fmla="*/ 142875 w 45"/>
              <a:gd name="T7" fmla="*/ 38100 h 50"/>
              <a:gd name="T8" fmla="*/ 142875 w 45"/>
              <a:gd name="T9" fmla="*/ 120650 h 50"/>
              <a:gd name="T10" fmla="*/ 139700 w 45"/>
              <a:gd name="T11" fmla="*/ 127000 h 50"/>
              <a:gd name="T12" fmla="*/ 73025 w 45"/>
              <a:gd name="T13" fmla="*/ 158750 h 50"/>
              <a:gd name="T14" fmla="*/ 69850 w 45"/>
              <a:gd name="T15" fmla="*/ 158750 h 50"/>
              <a:gd name="T16" fmla="*/ 3175 w 45"/>
              <a:gd name="T17" fmla="*/ 127000 h 50"/>
              <a:gd name="T18" fmla="*/ 0 w 45"/>
              <a:gd name="T19" fmla="*/ 120650 h 50"/>
              <a:gd name="T20" fmla="*/ 0 w 45"/>
              <a:gd name="T21" fmla="*/ 120650 h 50"/>
              <a:gd name="T22" fmla="*/ 0 w 45"/>
              <a:gd name="T23" fmla="*/ 38100 h 50"/>
              <a:gd name="T24" fmla="*/ 3175 w 45"/>
              <a:gd name="T25" fmla="*/ 34925 h 50"/>
              <a:gd name="T26" fmla="*/ 69850 w 45"/>
              <a:gd name="T27" fmla="*/ 0 h 50"/>
              <a:gd name="T28" fmla="*/ 73025 w 45"/>
              <a:gd name="T29" fmla="*/ 0 h 50"/>
              <a:gd name="T30" fmla="*/ 15875 w 45"/>
              <a:gd name="T31" fmla="*/ 41275 h 50"/>
              <a:gd name="T32" fmla="*/ 15875 w 45"/>
              <a:gd name="T33" fmla="*/ 41275 h 50"/>
              <a:gd name="T34" fmla="*/ 69850 w 45"/>
              <a:gd name="T35" fmla="*/ 66675 h 50"/>
              <a:gd name="T36" fmla="*/ 127000 w 45"/>
              <a:gd name="T37" fmla="*/ 41275 h 50"/>
              <a:gd name="T38" fmla="*/ 69850 w 45"/>
              <a:gd name="T39" fmla="*/ 12700 h 50"/>
              <a:gd name="T40" fmla="*/ 15875 w 45"/>
              <a:gd name="T41" fmla="*/ 41275 h 50"/>
              <a:gd name="T42" fmla="*/ 12700 w 45"/>
              <a:gd name="T43" fmla="*/ 47625 h 50"/>
              <a:gd name="T44" fmla="*/ 12700 w 45"/>
              <a:gd name="T45" fmla="*/ 47625 h 50"/>
              <a:gd name="T46" fmla="*/ 12700 w 45"/>
              <a:gd name="T47" fmla="*/ 117475 h 50"/>
              <a:gd name="T48" fmla="*/ 66675 w 45"/>
              <a:gd name="T49" fmla="*/ 146050 h 50"/>
              <a:gd name="T50" fmla="*/ 66675 w 45"/>
              <a:gd name="T51" fmla="*/ 73025 h 50"/>
              <a:gd name="T52" fmla="*/ 12700 w 45"/>
              <a:gd name="T53" fmla="*/ 47625 h 50"/>
              <a:gd name="T54" fmla="*/ 76200 w 45"/>
              <a:gd name="T55" fmla="*/ 146050 h 50"/>
              <a:gd name="T56" fmla="*/ 76200 w 45"/>
              <a:gd name="T57" fmla="*/ 146050 h 50"/>
              <a:gd name="T58" fmla="*/ 130175 w 45"/>
              <a:gd name="T59" fmla="*/ 117475 h 50"/>
              <a:gd name="T60" fmla="*/ 130175 w 45"/>
              <a:gd name="T61" fmla="*/ 47625 h 50"/>
              <a:gd name="T62" fmla="*/ 76200 w 45"/>
              <a:gd name="T63" fmla="*/ 73025 h 50"/>
              <a:gd name="T64" fmla="*/ 76200 w 45"/>
              <a:gd name="T65" fmla="*/ 146050 h 5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5" h="50">
                <a:moveTo>
                  <a:pt x="23" y="0"/>
                </a:moveTo>
                <a:cubicBezTo>
                  <a:pt x="44" y="11"/>
                  <a:pt x="44" y="11"/>
                  <a:pt x="44" y="11"/>
                </a:cubicBezTo>
                <a:cubicBezTo>
                  <a:pt x="45" y="11"/>
                  <a:pt x="45" y="12"/>
                  <a:pt x="45" y="12"/>
                </a:cubicBezTo>
                <a:cubicBezTo>
                  <a:pt x="45" y="12"/>
                  <a:pt x="45" y="12"/>
                  <a:pt x="45" y="12"/>
                </a:cubicBezTo>
                <a:cubicBezTo>
                  <a:pt x="45" y="38"/>
                  <a:pt x="45" y="38"/>
                  <a:pt x="45" y="38"/>
                </a:cubicBezTo>
                <a:cubicBezTo>
                  <a:pt x="45" y="39"/>
                  <a:pt x="44" y="40"/>
                  <a:pt x="44" y="4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50"/>
                  <a:pt x="22" y="50"/>
                  <a:pt x="22" y="50"/>
                </a:cubicBezTo>
                <a:cubicBezTo>
                  <a:pt x="1" y="40"/>
                  <a:pt x="1" y="40"/>
                  <a:pt x="1" y="40"/>
                </a:cubicBezTo>
                <a:cubicBezTo>
                  <a:pt x="0" y="40"/>
                  <a:pt x="0" y="39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1" y="11"/>
                  <a:pt x="1" y="11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3" y="0"/>
                  <a:pt x="23" y="0"/>
                </a:cubicBezTo>
                <a:close/>
                <a:moveTo>
                  <a:pt x="5" y="13"/>
                </a:moveTo>
                <a:cubicBezTo>
                  <a:pt x="5" y="13"/>
                  <a:pt x="5" y="13"/>
                  <a:pt x="5" y="13"/>
                </a:cubicBezTo>
                <a:cubicBezTo>
                  <a:pt x="22" y="21"/>
                  <a:pt x="22" y="21"/>
                  <a:pt x="22" y="21"/>
                </a:cubicBezTo>
                <a:cubicBezTo>
                  <a:pt x="35" y="15"/>
                  <a:pt x="22" y="21"/>
                  <a:pt x="40" y="13"/>
                </a:cubicBezTo>
                <a:cubicBezTo>
                  <a:pt x="22" y="4"/>
                  <a:pt x="22" y="4"/>
                  <a:pt x="22" y="4"/>
                </a:cubicBezTo>
                <a:cubicBezTo>
                  <a:pt x="11" y="10"/>
                  <a:pt x="26" y="3"/>
                  <a:pt x="5" y="13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37"/>
                  <a:pt x="4" y="37"/>
                  <a:pt x="4" y="37"/>
                </a:cubicBezTo>
                <a:cubicBezTo>
                  <a:pt x="21" y="46"/>
                  <a:pt x="21" y="46"/>
                  <a:pt x="21" y="46"/>
                </a:cubicBezTo>
                <a:cubicBezTo>
                  <a:pt x="21" y="23"/>
                  <a:pt x="21" y="23"/>
                  <a:pt x="21" y="23"/>
                </a:cubicBezTo>
                <a:cubicBezTo>
                  <a:pt x="4" y="15"/>
                  <a:pt x="4" y="15"/>
                  <a:pt x="4" y="15"/>
                </a:cubicBezTo>
                <a:close/>
                <a:moveTo>
                  <a:pt x="24" y="46"/>
                </a:moveTo>
                <a:cubicBezTo>
                  <a:pt x="24" y="46"/>
                  <a:pt x="24" y="46"/>
                  <a:pt x="24" y="46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15"/>
                  <a:pt x="41" y="15"/>
                  <a:pt x="41" y="15"/>
                </a:cubicBezTo>
                <a:cubicBezTo>
                  <a:pt x="35" y="18"/>
                  <a:pt x="29" y="21"/>
                  <a:pt x="24" y="23"/>
                </a:cubicBezTo>
                <a:cubicBezTo>
                  <a:pt x="24" y="46"/>
                  <a:pt x="24" y="46"/>
                  <a:pt x="24" y="4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93" name="Freeform 127">
            <a:extLst>
              <a:ext uri="{FF2B5EF4-FFF2-40B4-BE49-F238E27FC236}">
                <a16:creationId xmlns:a16="http://schemas.microsoft.com/office/drawing/2014/main" id="{D03205AD-7E49-E05D-5655-F090719FA55E}"/>
              </a:ext>
            </a:extLst>
          </p:cNvPr>
          <p:cNvSpPr>
            <a:spLocks noEditPoints="1"/>
          </p:cNvSpPr>
          <p:nvPr/>
        </p:nvSpPr>
        <p:spPr bwMode="auto">
          <a:xfrm>
            <a:off x="8417385" y="2163681"/>
            <a:ext cx="203200" cy="203200"/>
          </a:xfrm>
          <a:custGeom>
            <a:avLst/>
            <a:gdLst>
              <a:gd name="T0" fmla="*/ 6350 w 48"/>
              <a:gd name="T1" fmla="*/ 0 h 48"/>
              <a:gd name="T2" fmla="*/ 60325 w 48"/>
              <a:gd name="T3" fmla="*/ 6350 h 48"/>
              <a:gd name="T4" fmla="*/ 60325 w 48"/>
              <a:gd name="T5" fmla="*/ 92075 h 48"/>
              <a:gd name="T6" fmla="*/ 152400 w 48"/>
              <a:gd name="T7" fmla="*/ 98425 h 48"/>
              <a:gd name="T8" fmla="*/ 152400 w 48"/>
              <a:gd name="T9" fmla="*/ 146050 h 48"/>
              <a:gd name="T10" fmla="*/ 146050 w 48"/>
              <a:gd name="T11" fmla="*/ 152400 h 48"/>
              <a:gd name="T12" fmla="*/ 0 w 48"/>
              <a:gd name="T13" fmla="*/ 146050 h 48"/>
              <a:gd name="T14" fmla="*/ 0 w 48"/>
              <a:gd name="T15" fmla="*/ 6350 h 48"/>
              <a:gd name="T16" fmla="*/ 31750 w 48"/>
              <a:gd name="T17" fmla="*/ 88900 h 48"/>
              <a:gd name="T18" fmla="*/ 28575 w 48"/>
              <a:gd name="T19" fmla="*/ 85725 h 48"/>
              <a:gd name="T20" fmla="*/ 47625 w 48"/>
              <a:gd name="T21" fmla="*/ 82550 h 48"/>
              <a:gd name="T22" fmla="*/ 38100 w 48"/>
              <a:gd name="T23" fmla="*/ 76200 h 48"/>
              <a:gd name="T24" fmla="*/ 38100 w 48"/>
              <a:gd name="T25" fmla="*/ 66675 h 48"/>
              <a:gd name="T26" fmla="*/ 47625 w 48"/>
              <a:gd name="T27" fmla="*/ 60325 h 48"/>
              <a:gd name="T28" fmla="*/ 28575 w 48"/>
              <a:gd name="T29" fmla="*/ 57150 h 48"/>
              <a:gd name="T30" fmla="*/ 47625 w 48"/>
              <a:gd name="T31" fmla="*/ 50800 h 48"/>
              <a:gd name="T32" fmla="*/ 38100 w 48"/>
              <a:gd name="T33" fmla="*/ 44450 h 48"/>
              <a:gd name="T34" fmla="*/ 38100 w 48"/>
              <a:gd name="T35" fmla="*/ 38100 h 48"/>
              <a:gd name="T36" fmla="*/ 47625 w 48"/>
              <a:gd name="T37" fmla="*/ 28575 h 48"/>
              <a:gd name="T38" fmla="*/ 28575 w 48"/>
              <a:gd name="T39" fmla="*/ 25400 h 48"/>
              <a:gd name="T40" fmla="*/ 47625 w 48"/>
              <a:gd name="T41" fmla="*/ 22225 h 48"/>
              <a:gd name="T42" fmla="*/ 12700 w 48"/>
              <a:gd name="T43" fmla="*/ 12700 h 48"/>
              <a:gd name="T44" fmla="*/ 139700 w 48"/>
              <a:gd name="T45" fmla="*/ 139700 h 48"/>
              <a:gd name="T46" fmla="*/ 130175 w 48"/>
              <a:gd name="T47" fmla="*/ 104775 h 48"/>
              <a:gd name="T48" fmla="*/ 127000 w 48"/>
              <a:gd name="T49" fmla="*/ 123825 h 48"/>
              <a:gd name="T50" fmla="*/ 123825 w 48"/>
              <a:gd name="T51" fmla="*/ 104775 h 48"/>
              <a:gd name="T52" fmla="*/ 117475 w 48"/>
              <a:gd name="T53" fmla="*/ 114300 h 48"/>
              <a:gd name="T54" fmla="*/ 107950 w 48"/>
              <a:gd name="T55" fmla="*/ 114300 h 48"/>
              <a:gd name="T56" fmla="*/ 101600 w 48"/>
              <a:gd name="T57" fmla="*/ 104775 h 48"/>
              <a:gd name="T58" fmla="*/ 98425 w 48"/>
              <a:gd name="T59" fmla="*/ 123825 h 48"/>
              <a:gd name="T60" fmla="*/ 92075 w 48"/>
              <a:gd name="T61" fmla="*/ 104775 h 48"/>
              <a:gd name="T62" fmla="*/ 85725 w 48"/>
              <a:gd name="T63" fmla="*/ 114300 h 48"/>
              <a:gd name="T64" fmla="*/ 79375 w 48"/>
              <a:gd name="T65" fmla="*/ 114300 h 48"/>
              <a:gd name="T66" fmla="*/ 69850 w 48"/>
              <a:gd name="T67" fmla="*/ 104775 h 48"/>
              <a:gd name="T68" fmla="*/ 66675 w 48"/>
              <a:gd name="T69" fmla="*/ 123825 h 48"/>
              <a:gd name="T70" fmla="*/ 63500 w 48"/>
              <a:gd name="T71" fmla="*/ 104775 h 48"/>
              <a:gd name="T72" fmla="*/ 53975 w 48"/>
              <a:gd name="T73" fmla="*/ 104775 h 48"/>
              <a:gd name="T74" fmla="*/ 47625 w 48"/>
              <a:gd name="T75" fmla="*/ 88900 h 4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8" h="48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9" y="1"/>
                  <a:pt x="19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29"/>
                  <a:pt x="19" y="29"/>
                  <a:pt x="19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7" y="29"/>
                  <a:pt x="48" y="30"/>
                  <a:pt x="48" y="31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46"/>
                  <a:pt x="48" y="46"/>
                  <a:pt x="48" y="46"/>
                </a:cubicBezTo>
                <a:cubicBezTo>
                  <a:pt x="48" y="47"/>
                  <a:pt x="47" y="48"/>
                  <a:pt x="46" y="48"/>
                </a:cubicBezTo>
                <a:cubicBezTo>
                  <a:pt x="46" y="48"/>
                  <a:pt x="46" y="48"/>
                  <a:pt x="46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8"/>
                  <a:pt x="0" y="47"/>
                  <a:pt x="0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10" y="28"/>
                </a:moveTo>
                <a:cubicBezTo>
                  <a:pt x="10" y="28"/>
                  <a:pt x="10" y="28"/>
                  <a:pt x="10" y="28"/>
                </a:cubicBezTo>
                <a:cubicBezTo>
                  <a:pt x="9" y="28"/>
                  <a:pt x="9" y="28"/>
                  <a:pt x="9" y="27"/>
                </a:cubicBezTo>
                <a:cubicBezTo>
                  <a:pt x="9" y="27"/>
                  <a:pt x="9" y="26"/>
                  <a:pt x="10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4"/>
                  <a:pt x="15" y="24"/>
                  <a:pt x="15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4"/>
                  <a:pt x="11" y="23"/>
                  <a:pt x="11" y="22"/>
                </a:cubicBezTo>
                <a:cubicBezTo>
                  <a:pt x="11" y="22"/>
                  <a:pt x="12" y="21"/>
                  <a:pt x="12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15" y="19"/>
                  <a:pt x="15" y="19"/>
                  <a:pt x="15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9" y="19"/>
                  <a:pt x="9" y="18"/>
                  <a:pt x="9" y="18"/>
                </a:cubicBezTo>
                <a:cubicBezTo>
                  <a:pt x="9" y="17"/>
                  <a:pt x="9" y="16"/>
                  <a:pt x="10" y="16"/>
                </a:cubicBezTo>
                <a:cubicBezTo>
                  <a:pt x="15" y="16"/>
                  <a:pt x="15" y="16"/>
                  <a:pt x="15" y="16"/>
                </a:cubicBezTo>
                <a:cubicBezTo>
                  <a:pt x="15" y="14"/>
                  <a:pt x="15" y="14"/>
                  <a:pt x="15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1" y="13"/>
                  <a:pt x="11" y="13"/>
                </a:cubicBezTo>
                <a:cubicBezTo>
                  <a:pt x="11" y="12"/>
                  <a:pt x="12" y="12"/>
                  <a:pt x="12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9"/>
                  <a:pt x="15" y="9"/>
                  <a:pt x="15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9" y="9"/>
                  <a:pt x="9" y="9"/>
                  <a:pt x="9" y="8"/>
                </a:cubicBezTo>
                <a:cubicBezTo>
                  <a:pt x="9" y="7"/>
                  <a:pt x="9" y="7"/>
                  <a:pt x="10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4"/>
                  <a:pt x="15" y="4"/>
                  <a:pt x="15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4"/>
                  <a:pt x="4" y="44"/>
                  <a:pt x="4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4" y="33"/>
                  <a:pt x="44" y="33"/>
                  <a:pt x="44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1" y="38"/>
                  <a:pt x="41" y="38"/>
                  <a:pt x="41" y="38"/>
                </a:cubicBezTo>
                <a:cubicBezTo>
                  <a:pt x="41" y="39"/>
                  <a:pt x="41" y="39"/>
                  <a:pt x="40" y="39"/>
                </a:cubicBezTo>
                <a:cubicBezTo>
                  <a:pt x="40" y="39"/>
                  <a:pt x="39" y="39"/>
                  <a:pt x="39" y="38"/>
                </a:cubicBezTo>
                <a:cubicBezTo>
                  <a:pt x="39" y="33"/>
                  <a:pt x="39" y="33"/>
                  <a:pt x="39" y="33"/>
                </a:cubicBezTo>
                <a:cubicBezTo>
                  <a:pt x="37" y="33"/>
                  <a:pt x="37" y="33"/>
                  <a:pt x="37" y="33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36"/>
                  <a:pt x="36" y="37"/>
                  <a:pt x="35" y="37"/>
                </a:cubicBezTo>
                <a:cubicBezTo>
                  <a:pt x="35" y="37"/>
                  <a:pt x="34" y="36"/>
                  <a:pt x="34" y="36"/>
                </a:cubicBezTo>
                <a:cubicBezTo>
                  <a:pt x="34" y="33"/>
                  <a:pt x="34" y="33"/>
                  <a:pt x="34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39"/>
                  <a:pt x="31" y="39"/>
                  <a:pt x="31" y="39"/>
                </a:cubicBezTo>
                <a:cubicBezTo>
                  <a:pt x="30" y="39"/>
                  <a:pt x="29" y="39"/>
                  <a:pt x="29" y="38"/>
                </a:cubicBezTo>
                <a:cubicBezTo>
                  <a:pt x="29" y="33"/>
                  <a:pt x="29" y="33"/>
                  <a:pt x="29" y="33"/>
                </a:cubicBezTo>
                <a:cubicBezTo>
                  <a:pt x="27" y="33"/>
                  <a:pt x="27" y="33"/>
                  <a:pt x="27" y="33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6" y="37"/>
                  <a:pt x="26" y="37"/>
                </a:cubicBezTo>
                <a:cubicBezTo>
                  <a:pt x="25" y="37"/>
                  <a:pt x="25" y="36"/>
                  <a:pt x="25" y="36"/>
                </a:cubicBezTo>
                <a:cubicBezTo>
                  <a:pt x="25" y="33"/>
                  <a:pt x="25" y="33"/>
                  <a:pt x="25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8"/>
                  <a:pt x="22" y="38"/>
                  <a:pt x="22" y="38"/>
                </a:cubicBezTo>
                <a:cubicBezTo>
                  <a:pt x="22" y="39"/>
                  <a:pt x="22" y="39"/>
                  <a:pt x="21" y="39"/>
                </a:cubicBezTo>
                <a:cubicBezTo>
                  <a:pt x="20" y="39"/>
                  <a:pt x="20" y="39"/>
                  <a:pt x="20" y="38"/>
                </a:cubicBezTo>
                <a:cubicBezTo>
                  <a:pt x="20" y="33"/>
                  <a:pt x="20" y="33"/>
                  <a:pt x="20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6" y="33"/>
                  <a:pt x="15" y="32"/>
                  <a:pt x="15" y="31"/>
                </a:cubicBezTo>
                <a:cubicBezTo>
                  <a:pt x="15" y="28"/>
                  <a:pt x="15" y="28"/>
                  <a:pt x="15" y="28"/>
                </a:cubicBezTo>
                <a:cubicBezTo>
                  <a:pt x="10" y="28"/>
                  <a:pt x="10" y="28"/>
                  <a:pt x="10" y="2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94" name="Freeform 128">
            <a:extLst>
              <a:ext uri="{FF2B5EF4-FFF2-40B4-BE49-F238E27FC236}">
                <a16:creationId xmlns:a16="http://schemas.microsoft.com/office/drawing/2014/main" id="{06C97FCF-BB66-0FF1-DC25-121DA0602C6B}"/>
              </a:ext>
            </a:extLst>
          </p:cNvPr>
          <p:cNvSpPr>
            <a:spLocks noEditPoints="1"/>
          </p:cNvSpPr>
          <p:nvPr/>
        </p:nvSpPr>
        <p:spPr bwMode="auto">
          <a:xfrm>
            <a:off x="8789918" y="2189081"/>
            <a:ext cx="211667" cy="152400"/>
          </a:xfrm>
          <a:custGeom>
            <a:avLst/>
            <a:gdLst>
              <a:gd name="T0" fmla="*/ 149225 w 50"/>
              <a:gd name="T1" fmla="*/ 63500 h 36"/>
              <a:gd name="T2" fmla="*/ 9525 w 50"/>
              <a:gd name="T3" fmla="*/ 63500 h 36"/>
              <a:gd name="T4" fmla="*/ 0 w 50"/>
              <a:gd name="T5" fmla="*/ 69850 h 36"/>
              <a:gd name="T6" fmla="*/ 3175 w 50"/>
              <a:gd name="T7" fmla="*/ 114300 h 36"/>
              <a:gd name="T8" fmla="*/ 158750 w 50"/>
              <a:gd name="T9" fmla="*/ 107950 h 36"/>
              <a:gd name="T10" fmla="*/ 152400 w 50"/>
              <a:gd name="T11" fmla="*/ 63500 h 36"/>
              <a:gd name="T12" fmla="*/ 146050 w 50"/>
              <a:gd name="T13" fmla="*/ 101600 h 36"/>
              <a:gd name="T14" fmla="*/ 127000 w 50"/>
              <a:gd name="T15" fmla="*/ 95250 h 36"/>
              <a:gd name="T16" fmla="*/ 120650 w 50"/>
              <a:gd name="T17" fmla="*/ 95250 h 36"/>
              <a:gd name="T18" fmla="*/ 111125 w 50"/>
              <a:gd name="T19" fmla="*/ 101600 h 36"/>
              <a:gd name="T20" fmla="*/ 107950 w 50"/>
              <a:gd name="T21" fmla="*/ 85725 h 36"/>
              <a:gd name="T22" fmla="*/ 104775 w 50"/>
              <a:gd name="T23" fmla="*/ 101600 h 36"/>
              <a:gd name="T24" fmla="*/ 98425 w 50"/>
              <a:gd name="T25" fmla="*/ 95250 h 36"/>
              <a:gd name="T26" fmla="*/ 88900 w 50"/>
              <a:gd name="T27" fmla="*/ 95250 h 36"/>
              <a:gd name="T28" fmla="*/ 82550 w 50"/>
              <a:gd name="T29" fmla="*/ 101600 h 36"/>
              <a:gd name="T30" fmla="*/ 79375 w 50"/>
              <a:gd name="T31" fmla="*/ 85725 h 36"/>
              <a:gd name="T32" fmla="*/ 73025 w 50"/>
              <a:gd name="T33" fmla="*/ 101600 h 36"/>
              <a:gd name="T34" fmla="*/ 66675 w 50"/>
              <a:gd name="T35" fmla="*/ 95250 h 36"/>
              <a:gd name="T36" fmla="*/ 60325 w 50"/>
              <a:gd name="T37" fmla="*/ 95250 h 36"/>
              <a:gd name="T38" fmla="*/ 50800 w 50"/>
              <a:gd name="T39" fmla="*/ 101600 h 36"/>
              <a:gd name="T40" fmla="*/ 47625 w 50"/>
              <a:gd name="T41" fmla="*/ 85725 h 36"/>
              <a:gd name="T42" fmla="*/ 44450 w 50"/>
              <a:gd name="T43" fmla="*/ 101600 h 36"/>
              <a:gd name="T44" fmla="*/ 34925 w 50"/>
              <a:gd name="T45" fmla="*/ 95250 h 36"/>
              <a:gd name="T46" fmla="*/ 28575 w 50"/>
              <a:gd name="T47" fmla="*/ 95250 h 36"/>
              <a:gd name="T48" fmla="*/ 9525 w 50"/>
              <a:gd name="T49" fmla="*/ 101600 h 36"/>
              <a:gd name="T50" fmla="*/ 15875 w 50"/>
              <a:gd name="T51" fmla="*/ 76200 h 36"/>
              <a:gd name="T52" fmla="*/ 79375 w 50"/>
              <a:gd name="T53" fmla="*/ 12700 h 36"/>
              <a:gd name="T54" fmla="*/ 142875 w 50"/>
              <a:gd name="T55" fmla="*/ 76200 h 36"/>
              <a:gd name="T56" fmla="*/ 146050 w 50"/>
              <a:gd name="T57" fmla="*/ 101600 h 36"/>
              <a:gd name="T58" fmla="*/ 79375 w 50"/>
              <a:gd name="T59" fmla="*/ 38100 h 36"/>
              <a:gd name="T60" fmla="*/ 50800 w 50"/>
              <a:gd name="T61" fmla="*/ 76200 h 36"/>
              <a:gd name="T62" fmla="*/ 111125 w 50"/>
              <a:gd name="T63" fmla="*/ 69850 h 36"/>
              <a:gd name="T64" fmla="*/ 79375 w 50"/>
              <a:gd name="T65" fmla="*/ 38100 h 36"/>
              <a:gd name="T66" fmla="*/ 57150 w 50"/>
              <a:gd name="T67" fmla="*/ 63500 h 36"/>
              <a:gd name="T68" fmla="*/ 98425 w 50"/>
              <a:gd name="T69" fmla="*/ 63500 h 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0" h="36">
                <a:moveTo>
                  <a:pt x="48" y="20"/>
                </a:moveTo>
                <a:cubicBezTo>
                  <a:pt x="47" y="20"/>
                  <a:pt x="47" y="20"/>
                  <a:pt x="47" y="20"/>
                </a:cubicBezTo>
                <a:cubicBezTo>
                  <a:pt x="46" y="9"/>
                  <a:pt x="36" y="0"/>
                  <a:pt x="25" y="0"/>
                </a:cubicBezTo>
                <a:cubicBezTo>
                  <a:pt x="13" y="0"/>
                  <a:pt x="4" y="9"/>
                  <a:pt x="3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21"/>
                  <a:pt x="0" y="22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5"/>
                  <a:pt x="0" y="36"/>
                  <a:pt x="1" y="36"/>
                </a:cubicBezTo>
                <a:cubicBezTo>
                  <a:pt x="48" y="36"/>
                  <a:pt x="48" y="36"/>
                  <a:pt x="48" y="36"/>
                </a:cubicBezTo>
                <a:cubicBezTo>
                  <a:pt x="49" y="36"/>
                  <a:pt x="50" y="35"/>
                  <a:pt x="50" y="34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1"/>
                  <a:pt x="49" y="20"/>
                  <a:pt x="48" y="20"/>
                </a:cubicBezTo>
                <a:close/>
                <a:moveTo>
                  <a:pt x="46" y="32"/>
                </a:moveTo>
                <a:cubicBezTo>
                  <a:pt x="46" y="32"/>
                  <a:pt x="46" y="32"/>
                  <a:pt x="46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30"/>
                  <a:pt x="40" y="29"/>
                  <a:pt x="39" y="29"/>
                </a:cubicBezTo>
                <a:cubicBezTo>
                  <a:pt x="38" y="29"/>
                  <a:pt x="38" y="30"/>
                  <a:pt x="38" y="30"/>
                </a:cubicBezTo>
                <a:cubicBezTo>
                  <a:pt x="38" y="32"/>
                  <a:pt x="38" y="32"/>
                  <a:pt x="38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35" y="28"/>
                  <a:pt x="35" y="28"/>
                  <a:pt x="35" y="28"/>
                </a:cubicBezTo>
                <a:cubicBezTo>
                  <a:pt x="35" y="27"/>
                  <a:pt x="35" y="27"/>
                  <a:pt x="34" y="27"/>
                </a:cubicBezTo>
                <a:cubicBezTo>
                  <a:pt x="34" y="27"/>
                  <a:pt x="33" y="27"/>
                  <a:pt x="33" y="28"/>
                </a:cubicBezTo>
                <a:cubicBezTo>
                  <a:pt x="33" y="32"/>
                  <a:pt x="33" y="32"/>
                  <a:pt x="33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0" y="29"/>
                  <a:pt x="29" y="29"/>
                </a:cubicBezTo>
                <a:cubicBezTo>
                  <a:pt x="29" y="29"/>
                  <a:pt x="28" y="30"/>
                  <a:pt x="28" y="30"/>
                </a:cubicBezTo>
                <a:cubicBezTo>
                  <a:pt x="28" y="32"/>
                  <a:pt x="28" y="32"/>
                  <a:pt x="28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7"/>
                  <a:pt x="25" y="27"/>
                  <a:pt x="25" y="27"/>
                </a:cubicBezTo>
                <a:cubicBezTo>
                  <a:pt x="24" y="27"/>
                  <a:pt x="23" y="27"/>
                  <a:pt x="23" y="28"/>
                </a:cubicBezTo>
                <a:cubicBezTo>
                  <a:pt x="23" y="32"/>
                  <a:pt x="23" y="32"/>
                  <a:pt x="23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0" y="29"/>
                  <a:pt x="20" y="29"/>
                </a:cubicBezTo>
                <a:cubicBezTo>
                  <a:pt x="19" y="29"/>
                  <a:pt x="19" y="30"/>
                  <a:pt x="19" y="30"/>
                </a:cubicBezTo>
                <a:cubicBezTo>
                  <a:pt x="19" y="32"/>
                  <a:pt x="19" y="32"/>
                  <a:pt x="19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27"/>
                  <a:pt x="16" y="27"/>
                  <a:pt x="15" y="27"/>
                </a:cubicBezTo>
                <a:cubicBezTo>
                  <a:pt x="14" y="27"/>
                  <a:pt x="14" y="27"/>
                  <a:pt x="14" y="28"/>
                </a:cubicBezTo>
                <a:cubicBezTo>
                  <a:pt x="14" y="32"/>
                  <a:pt x="14" y="32"/>
                  <a:pt x="14" y="32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0"/>
                  <a:pt x="11" y="29"/>
                  <a:pt x="10" y="29"/>
                </a:cubicBezTo>
                <a:cubicBezTo>
                  <a:pt x="10" y="29"/>
                  <a:pt x="9" y="30"/>
                  <a:pt x="9" y="30"/>
                </a:cubicBezTo>
                <a:cubicBezTo>
                  <a:pt x="9" y="32"/>
                  <a:pt x="9" y="32"/>
                  <a:pt x="9" y="32"/>
                </a:cubicBezTo>
                <a:cubicBezTo>
                  <a:pt x="3" y="32"/>
                  <a:pt x="3" y="32"/>
                  <a:pt x="3" y="32"/>
                </a:cubicBezTo>
                <a:cubicBezTo>
                  <a:pt x="3" y="24"/>
                  <a:pt x="3" y="24"/>
                  <a:pt x="3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6" y="24"/>
                  <a:pt x="6" y="23"/>
                  <a:pt x="6" y="22"/>
                </a:cubicBezTo>
                <a:cubicBezTo>
                  <a:pt x="6" y="12"/>
                  <a:pt x="15" y="4"/>
                  <a:pt x="25" y="4"/>
                </a:cubicBezTo>
                <a:cubicBezTo>
                  <a:pt x="35" y="4"/>
                  <a:pt x="43" y="12"/>
                  <a:pt x="43" y="22"/>
                </a:cubicBezTo>
                <a:cubicBezTo>
                  <a:pt x="43" y="23"/>
                  <a:pt x="44" y="24"/>
                  <a:pt x="45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32"/>
                  <a:pt x="46" y="32"/>
                  <a:pt x="46" y="32"/>
                </a:cubicBezTo>
                <a:close/>
                <a:moveTo>
                  <a:pt x="25" y="12"/>
                </a:moveTo>
                <a:cubicBezTo>
                  <a:pt x="25" y="12"/>
                  <a:pt x="25" y="12"/>
                  <a:pt x="25" y="12"/>
                </a:cubicBezTo>
                <a:cubicBezTo>
                  <a:pt x="19" y="12"/>
                  <a:pt x="14" y="16"/>
                  <a:pt x="14" y="22"/>
                </a:cubicBezTo>
                <a:cubicBezTo>
                  <a:pt x="14" y="23"/>
                  <a:pt x="15" y="24"/>
                  <a:pt x="16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5" y="23"/>
                  <a:pt x="35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16"/>
                  <a:pt x="30" y="12"/>
                  <a:pt x="25" y="12"/>
                </a:cubicBezTo>
                <a:close/>
                <a:moveTo>
                  <a:pt x="18" y="20"/>
                </a:moveTo>
                <a:cubicBezTo>
                  <a:pt x="18" y="20"/>
                  <a:pt x="18" y="20"/>
                  <a:pt x="18" y="20"/>
                </a:cubicBezTo>
                <a:cubicBezTo>
                  <a:pt x="19" y="18"/>
                  <a:pt x="22" y="16"/>
                  <a:pt x="25" y="16"/>
                </a:cubicBezTo>
                <a:cubicBezTo>
                  <a:pt x="28" y="16"/>
                  <a:pt x="30" y="17"/>
                  <a:pt x="31" y="20"/>
                </a:cubicBezTo>
                <a:cubicBezTo>
                  <a:pt x="18" y="20"/>
                  <a:pt x="18" y="20"/>
                  <a:pt x="18" y="2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95" name="Freeform 129">
            <a:extLst>
              <a:ext uri="{FF2B5EF4-FFF2-40B4-BE49-F238E27FC236}">
                <a16:creationId xmlns:a16="http://schemas.microsoft.com/office/drawing/2014/main" id="{5727C25C-5985-CC34-AA1D-A14A0AA6A871}"/>
              </a:ext>
            </a:extLst>
          </p:cNvPr>
          <p:cNvSpPr>
            <a:spLocks noEditPoints="1"/>
          </p:cNvSpPr>
          <p:nvPr/>
        </p:nvSpPr>
        <p:spPr bwMode="auto">
          <a:xfrm>
            <a:off x="9528634" y="2167914"/>
            <a:ext cx="211667" cy="194733"/>
          </a:xfrm>
          <a:custGeom>
            <a:avLst/>
            <a:gdLst>
              <a:gd name="T0" fmla="*/ 6350 w 50"/>
              <a:gd name="T1" fmla="*/ 0 h 46"/>
              <a:gd name="T2" fmla="*/ 158750 w 50"/>
              <a:gd name="T3" fmla="*/ 6350 h 46"/>
              <a:gd name="T4" fmla="*/ 158750 w 50"/>
              <a:gd name="T5" fmla="*/ 139700 h 46"/>
              <a:gd name="T6" fmla="*/ 152400 w 50"/>
              <a:gd name="T7" fmla="*/ 146050 h 46"/>
              <a:gd name="T8" fmla="*/ 0 w 50"/>
              <a:gd name="T9" fmla="*/ 139700 h 46"/>
              <a:gd name="T10" fmla="*/ 0 w 50"/>
              <a:gd name="T11" fmla="*/ 6350 h 46"/>
              <a:gd name="T12" fmla="*/ 9525 w 50"/>
              <a:gd name="T13" fmla="*/ 47625 h 46"/>
              <a:gd name="T14" fmla="*/ 50800 w 50"/>
              <a:gd name="T15" fmla="*/ 47625 h 46"/>
              <a:gd name="T16" fmla="*/ 9525 w 50"/>
              <a:gd name="T17" fmla="*/ 12700 h 46"/>
              <a:gd name="T18" fmla="*/ 57150 w 50"/>
              <a:gd name="T19" fmla="*/ 47625 h 46"/>
              <a:gd name="T20" fmla="*/ 98425 w 50"/>
              <a:gd name="T21" fmla="*/ 47625 h 46"/>
              <a:gd name="T22" fmla="*/ 57150 w 50"/>
              <a:gd name="T23" fmla="*/ 12700 h 46"/>
              <a:gd name="T24" fmla="*/ 107950 w 50"/>
              <a:gd name="T25" fmla="*/ 47625 h 46"/>
              <a:gd name="T26" fmla="*/ 146050 w 50"/>
              <a:gd name="T27" fmla="*/ 47625 h 46"/>
              <a:gd name="T28" fmla="*/ 107950 w 50"/>
              <a:gd name="T29" fmla="*/ 12700 h 46"/>
              <a:gd name="T30" fmla="*/ 146050 w 50"/>
              <a:gd name="T31" fmla="*/ 53975 h 46"/>
              <a:gd name="T32" fmla="*/ 107950 w 50"/>
              <a:gd name="T33" fmla="*/ 53975 h 46"/>
              <a:gd name="T34" fmla="*/ 146050 w 50"/>
              <a:gd name="T35" fmla="*/ 92075 h 46"/>
              <a:gd name="T36" fmla="*/ 98425 w 50"/>
              <a:gd name="T37" fmla="*/ 53975 h 46"/>
              <a:gd name="T38" fmla="*/ 57150 w 50"/>
              <a:gd name="T39" fmla="*/ 53975 h 46"/>
              <a:gd name="T40" fmla="*/ 98425 w 50"/>
              <a:gd name="T41" fmla="*/ 92075 h 46"/>
              <a:gd name="T42" fmla="*/ 50800 w 50"/>
              <a:gd name="T43" fmla="*/ 53975 h 46"/>
              <a:gd name="T44" fmla="*/ 9525 w 50"/>
              <a:gd name="T45" fmla="*/ 53975 h 46"/>
              <a:gd name="T46" fmla="*/ 50800 w 50"/>
              <a:gd name="T47" fmla="*/ 92075 h 46"/>
              <a:gd name="T48" fmla="*/ 146050 w 50"/>
              <a:gd name="T49" fmla="*/ 98425 h 46"/>
              <a:gd name="T50" fmla="*/ 107950 w 50"/>
              <a:gd name="T51" fmla="*/ 98425 h 46"/>
              <a:gd name="T52" fmla="*/ 146050 w 50"/>
              <a:gd name="T53" fmla="*/ 133350 h 46"/>
              <a:gd name="T54" fmla="*/ 98425 w 50"/>
              <a:gd name="T55" fmla="*/ 98425 h 46"/>
              <a:gd name="T56" fmla="*/ 57150 w 50"/>
              <a:gd name="T57" fmla="*/ 98425 h 46"/>
              <a:gd name="T58" fmla="*/ 98425 w 50"/>
              <a:gd name="T59" fmla="*/ 133350 h 46"/>
              <a:gd name="T60" fmla="*/ 50800 w 50"/>
              <a:gd name="T61" fmla="*/ 98425 h 46"/>
              <a:gd name="T62" fmla="*/ 9525 w 50"/>
              <a:gd name="T63" fmla="*/ 98425 h 46"/>
              <a:gd name="T64" fmla="*/ 50800 w 50"/>
              <a:gd name="T65" fmla="*/ 133350 h 4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0" h="46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5"/>
                  <a:pt x="49" y="46"/>
                  <a:pt x="48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1" y="46"/>
                  <a:pt x="0" y="45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3" y="15"/>
                </a:moveTo>
                <a:cubicBezTo>
                  <a:pt x="3" y="15"/>
                  <a:pt x="3" y="15"/>
                  <a:pt x="3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4"/>
                  <a:pt x="16" y="4"/>
                  <a:pt x="16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15"/>
                  <a:pt x="3" y="15"/>
                  <a:pt x="3" y="15"/>
                </a:cubicBezTo>
                <a:close/>
                <a:moveTo>
                  <a:pt x="18" y="15"/>
                </a:moveTo>
                <a:cubicBezTo>
                  <a:pt x="18" y="15"/>
                  <a:pt x="18" y="15"/>
                  <a:pt x="18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1" y="4"/>
                  <a:pt x="31" y="4"/>
                  <a:pt x="31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15"/>
                  <a:pt x="18" y="15"/>
                  <a:pt x="18" y="15"/>
                </a:cubicBezTo>
                <a:close/>
                <a:moveTo>
                  <a:pt x="34" y="15"/>
                </a:moveTo>
                <a:cubicBezTo>
                  <a:pt x="34" y="15"/>
                  <a:pt x="34" y="15"/>
                  <a:pt x="34" y="15"/>
                </a:cubicBezTo>
                <a:cubicBezTo>
                  <a:pt x="46" y="15"/>
                  <a:pt x="46" y="15"/>
                  <a:pt x="46" y="15"/>
                </a:cubicBezTo>
                <a:cubicBezTo>
                  <a:pt x="46" y="4"/>
                  <a:pt x="46" y="4"/>
                  <a:pt x="46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15"/>
                  <a:pt x="34" y="15"/>
                  <a:pt x="34" y="15"/>
                </a:cubicBezTo>
                <a:close/>
                <a:moveTo>
                  <a:pt x="46" y="17"/>
                </a:moveTo>
                <a:cubicBezTo>
                  <a:pt x="46" y="17"/>
                  <a:pt x="46" y="17"/>
                  <a:pt x="46" y="17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29"/>
                  <a:pt x="34" y="29"/>
                  <a:pt x="34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17"/>
                  <a:pt x="46" y="17"/>
                  <a:pt x="46" y="17"/>
                </a:cubicBezTo>
                <a:close/>
                <a:moveTo>
                  <a:pt x="31" y="17"/>
                </a:moveTo>
                <a:cubicBezTo>
                  <a:pt x="31" y="17"/>
                  <a:pt x="31" y="17"/>
                  <a:pt x="31" y="17"/>
                </a:cubicBezTo>
                <a:cubicBezTo>
                  <a:pt x="18" y="17"/>
                  <a:pt x="18" y="17"/>
                  <a:pt x="18" y="17"/>
                </a:cubicBezTo>
                <a:cubicBezTo>
                  <a:pt x="18" y="29"/>
                  <a:pt x="18" y="29"/>
                  <a:pt x="18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17"/>
                  <a:pt x="31" y="17"/>
                  <a:pt x="31" y="17"/>
                </a:cubicBezTo>
                <a:close/>
                <a:moveTo>
                  <a:pt x="16" y="17"/>
                </a:moveTo>
                <a:cubicBezTo>
                  <a:pt x="16" y="17"/>
                  <a:pt x="16" y="17"/>
                  <a:pt x="16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29"/>
                  <a:pt x="3" y="29"/>
                  <a:pt x="3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17"/>
                  <a:pt x="16" y="17"/>
                  <a:pt x="16" y="17"/>
                </a:cubicBezTo>
                <a:close/>
                <a:moveTo>
                  <a:pt x="46" y="31"/>
                </a:moveTo>
                <a:cubicBezTo>
                  <a:pt x="46" y="31"/>
                  <a:pt x="46" y="31"/>
                  <a:pt x="46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4" y="42"/>
                  <a:pt x="34" y="42"/>
                  <a:pt x="34" y="42"/>
                </a:cubicBezTo>
                <a:cubicBezTo>
                  <a:pt x="46" y="42"/>
                  <a:pt x="46" y="42"/>
                  <a:pt x="46" y="42"/>
                </a:cubicBezTo>
                <a:cubicBezTo>
                  <a:pt x="46" y="31"/>
                  <a:pt x="46" y="31"/>
                  <a:pt x="46" y="31"/>
                </a:cubicBezTo>
                <a:close/>
                <a:moveTo>
                  <a:pt x="31" y="31"/>
                </a:moveTo>
                <a:cubicBezTo>
                  <a:pt x="31" y="31"/>
                  <a:pt x="31" y="31"/>
                  <a:pt x="31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42"/>
                  <a:pt x="18" y="42"/>
                  <a:pt x="18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31" y="31"/>
                  <a:pt x="31" y="31"/>
                  <a:pt x="31" y="31"/>
                </a:cubicBezTo>
                <a:close/>
                <a:moveTo>
                  <a:pt x="16" y="31"/>
                </a:moveTo>
                <a:cubicBezTo>
                  <a:pt x="16" y="31"/>
                  <a:pt x="16" y="31"/>
                  <a:pt x="16" y="31"/>
                </a:cubicBezTo>
                <a:cubicBezTo>
                  <a:pt x="3" y="31"/>
                  <a:pt x="3" y="31"/>
                  <a:pt x="3" y="31"/>
                </a:cubicBezTo>
                <a:cubicBezTo>
                  <a:pt x="3" y="42"/>
                  <a:pt x="3" y="42"/>
                  <a:pt x="3" y="42"/>
                </a:cubicBezTo>
                <a:cubicBezTo>
                  <a:pt x="16" y="42"/>
                  <a:pt x="16" y="42"/>
                  <a:pt x="16" y="42"/>
                </a:cubicBezTo>
                <a:cubicBezTo>
                  <a:pt x="16" y="31"/>
                  <a:pt x="16" y="31"/>
                  <a:pt x="16" y="3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96" name="Freeform 130">
            <a:extLst>
              <a:ext uri="{FF2B5EF4-FFF2-40B4-BE49-F238E27FC236}">
                <a16:creationId xmlns:a16="http://schemas.microsoft.com/office/drawing/2014/main" id="{465ECCD9-0994-B72F-67C7-390CF7169373}"/>
              </a:ext>
            </a:extLst>
          </p:cNvPr>
          <p:cNvSpPr>
            <a:spLocks noEditPoints="1"/>
          </p:cNvSpPr>
          <p:nvPr/>
        </p:nvSpPr>
        <p:spPr bwMode="auto">
          <a:xfrm>
            <a:off x="9901167" y="2167914"/>
            <a:ext cx="211667" cy="194733"/>
          </a:xfrm>
          <a:custGeom>
            <a:avLst/>
            <a:gdLst>
              <a:gd name="T0" fmla="*/ 6350 w 50"/>
              <a:gd name="T1" fmla="*/ 0 h 46"/>
              <a:gd name="T2" fmla="*/ 6350 w 50"/>
              <a:gd name="T3" fmla="*/ 0 h 46"/>
              <a:gd name="T4" fmla="*/ 152400 w 50"/>
              <a:gd name="T5" fmla="*/ 0 h 46"/>
              <a:gd name="T6" fmla="*/ 158750 w 50"/>
              <a:gd name="T7" fmla="*/ 6350 h 46"/>
              <a:gd name="T8" fmla="*/ 158750 w 50"/>
              <a:gd name="T9" fmla="*/ 6350 h 46"/>
              <a:gd name="T10" fmla="*/ 158750 w 50"/>
              <a:gd name="T11" fmla="*/ 139700 h 46"/>
              <a:gd name="T12" fmla="*/ 152400 w 50"/>
              <a:gd name="T13" fmla="*/ 146050 h 46"/>
              <a:gd name="T14" fmla="*/ 152400 w 50"/>
              <a:gd name="T15" fmla="*/ 146050 h 46"/>
              <a:gd name="T16" fmla="*/ 6350 w 50"/>
              <a:gd name="T17" fmla="*/ 146050 h 46"/>
              <a:gd name="T18" fmla="*/ 0 w 50"/>
              <a:gd name="T19" fmla="*/ 139700 h 46"/>
              <a:gd name="T20" fmla="*/ 0 w 50"/>
              <a:gd name="T21" fmla="*/ 139700 h 46"/>
              <a:gd name="T22" fmla="*/ 0 w 50"/>
              <a:gd name="T23" fmla="*/ 6350 h 46"/>
              <a:gd name="T24" fmla="*/ 6350 w 50"/>
              <a:gd name="T25" fmla="*/ 0 h 46"/>
              <a:gd name="T26" fmla="*/ 98425 w 50"/>
              <a:gd name="T27" fmla="*/ 53975 h 46"/>
              <a:gd name="T28" fmla="*/ 98425 w 50"/>
              <a:gd name="T29" fmla="*/ 53975 h 46"/>
              <a:gd name="T30" fmla="*/ 114300 w 50"/>
              <a:gd name="T31" fmla="*/ 53975 h 46"/>
              <a:gd name="T32" fmla="*/ 82550 w 50"/>
              <a:gd name="T33" fmla="*/ 82550 h 46"/>
              <a:gd name="T34" fmla="*/ 63500 w 50"/>
              <a:gd name="T35" fmla="*/ 66675 h 46"/>
              <a:gd name="T36" fmla="*/ 63500 w 50"/>
              <a:gd name="T37" fmla="*/ 66675 h 46"/>
              <a:gd name="T38" fmla="*/ 53975 w 50"/>
              <a:gd name="T39" fmla="*/ 66675 h 46"/>
              <a:gd name="T40" fmla="*/ 25400 w 50"/>
              <a:gd name="T41" fmla="*/ 95250 h 46"/>
              <a:gd name="T42" fmla="*/ 25400 w 50"/>
              <a:gd name="T43" fmla="*/ 104775 h 46"/>
              <a:gd name="T44" fmla="*/ 34925 w 50"/>
              <a:gd name="T45" fmla="*/ 104775 h 46"/>
              <a:gd name="T46" fmla="*/ 60325 w 50"/>
              <a:gd name="T47" fmla="*/ 79375 h 46"/>
              <a:gd name="T48" fmla="*/ 79375 w 50"/>
              <a:gd name="T49" fmla="*/ 98425 h 46"/>
              <a:gd name="T50" fmla="*/ 85725 w 50"/>
              <a:gd name="T51" fmla="*/ 98425 h 46"/>
              <a:gd name="T52" fmla="*/ 123825 w 50"/>
              <a:gd name="T53" fmla="*/ 60325 h 46"/>
              <a:gd name="T54" fmla="*/ 123825 w 50"/>
              <a:gd name="T55" fmla="*/ 76200 h 46"/>
              <a:gd name="T56" fmla="*/ 127000 w 50"/>
              <a:gd name="T57" fmla="*/ 82550 h 46"/>
              <a:gd name="T58" fmla="*/ 133350 w 50"/>
              <a:gd name="T59" fmla="*/ 76200 h 46"/>
              <a:gd name="T60" fmla="*/ 133350 w 50"/>
              <a:gd name="T61" fmla="*/ 47625 h 46"/>
              <a:gd name="T62" fmla="*/ 133350 w 50"/>
              <a:gd name="T63" fmla="*/ 47625 h 46"/>
              <a:gd name="T64" fmla="*/ 130175 w 50"/>
              <a:gd name="T65" fmla="*/ 41275 h 46"/>
              <a:gd name="T66" fmla="*/ 130175 w 50"/>
              <a:gd name="T67" fmla="*/ 41275 h 46"/>
              <a:gd name="T68" fmla="*/ 130175 w 50"/>
              <a:gd name="T69" fmla="*/ 41275 h 46"/>
              <a:gd name="T70" fmla="*/ 130175 w 50"/>
              <a:gd name="T71" fmla="*/ 41275 h 46"/>
              <a:gd name="T72" fmla="*/ 127000 w 50"/>
              <a:gd name="T73" fmla="*/ 41275 h 46"/>
              <a:gd name="T74" fmla="*/ 127000 w 50"/>
              <a:gd name="T75" fmla="*/ 41275 h 46"/>
              <a:gd name="T76" fmla="*/ 127000 w 50"/>
              <a:gd name="T77" fmla="*/ 41275 h 46"/>
              <a:gd name="T78" fmla="*/ 127000 w 50"/>
              <a:gd name="T79" fmla="*/ 41275 h 46"/>
              <a:gd name="T80" fmla="*/ 98425 w 50"/>
              <a:gd name="T81" fmla="*/ 41275 h 46"/>
              <a:gd name="T82" fmla="*/ 92075 w 50"/>
              <a:gd name="T83" fmla="*/ 47625 h 46"/>
              <a:gd name="T84" fmla="*/ 98425 w 50"/>
              <a:gd name="T85" fmla="*/ 53975 h 46"/>
              <a:gd name="T86" fmla="*/ 12700 w 50"/>
              <a:gd name="T87" fmla="*/ 133350 h 46"/>
              <a:gd name="T88" fmla="*/ 12700 w 50"/>
              <a:gd name="T89" fmla="*/ 133350 h 46"/>
              <a:gd name="T90" fmla="*/ 146050 w 50"/>
              <a:gd name="T91" fmla="*/ 133350 h 46"/>
              <a:gd name="T92" fmla="*/ 146050 w 50"/>
              <a:gd name="T93" fmla="*/ 12700 h 46"/>
              <a:gd name="T94" fmla="*/ 12700 w 50"/>
              <a:gd name="T95" fmla="*/ 12700 h 46"/>
              <a:gd name="T96" fmla="*/ 12700 w 50"/>
              <a:gd name="T97" fmla="*/ 133350 h 4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0" h="46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5"/>
                  <a:pt x="49" y="46"/>
                  <a:pt x="48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1" y="46"/>
                  <a:pt x="0" y="45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31" y="17"/>
                </a:moveTo>
                <a:cubicBezTo>
                  <a:pt x="31" y="17"/>
                  <a:pt x="31" y="17"/>
                  <a:pt x="31" y="17"/>
                </a:cubicBezTo>
                <a:cubicBezTo>
                  <a:pt x="36" y="17"/>
                  <a:pt x="36" y="17"/>
                  <a:pt x="36" y="17"/>
                </a:cubicBezTo>
                <a:cubicBezTo>
                  <a:pt x="26" y="26"/>
                  <a:pt x="26" y="26"/>
                  <a:pt x="26" y="26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19" y="20"/>
                  <a:pt x="18" y="20"/>
                  <a:pt x="17" y="21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31"/>
                  <a:pt x="7" y="32"/>
                  <a:pt x="8" y="33"/>
                </a:cubicBezTo>
                <a:cubicBezTo>
                  <a:pt x="9" y="34"/>
                  <a:pt x="10" y="34"/>
                  <a:pt x="11" y="33"/>
                </a:cubicBezTo>
                <a:cubicBezTo>
                  <a:pt x="19" y="25"/>
                  <a:pt x="19" y="25"/>
                  <a:pt x="19" y="25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1"/>
                  <a:pt x="27" y="31"/>
                  <a:pt x="27" y="31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5"/>
                  <a:pt x="39" y="26"/>
                  <a:pt x="40" y="26"/>
                </a:cubicBezTo>
                <a:cubicBezTo>
                  <a:pt x="42" y="26"/>
                  <a:pt x="42" y="25"/>
                  <a:pt x="42" y="24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4"/>
                  <a:pt x="42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0" y="13"/>
                  <a:pt x="40" y="13"/>
                  <a:pt x="40" y="13"/>
                </a:cubicBezTo>
                <a:cubicBezTo>
                  <a:pt x="40" y="13"/>
                  <a:pt x="40" y="13"/>
                  <a:pt x="40" y="13"/>
                </a:cubicBezTo>
                <a:cubicBezTo>
                  <a:pt x="40" y="13"/>
                  <a:pt x="40" y="13"/>
                  <a:pt x="40" y="13"/>
                </a:cubicBezTo>
                <a:cubicBezTo>
                  <a:pt x="40" y="13"/>
                  <a:pt x="40" y="13"/>
                  <a:pt x="40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3"/>
                  <a:pt x="29" y="14"/>
                  <a:pt x="29" y="15"/>
                </a:cubicBezTo>
                <a:cubicBezTo>
                  <a:pt x="29" y="16"/>
                  <a:pt x="30" y="17"/>
                  <a:pt x="31" y="17"/>
                </a:cubicBezTo>
                <a:close/>
                <a:moveTo>
                  <a:pt x="4" y="42"/>
                </a:moveTo>
                <a:cubicBezTo>
                  <a:pt x="4" y="42"/>
                  <a:pt x="4" y="42"/>
                  <a:pt x="4" y="42"/>
                </a:cubicBezTo>
                <a:cubicBezTo>
                  <a:pt x="22" y="42"/>
                  <a:pt x="28" y="42"/>
                  <a:pt x="46" y="42"/>
                </a:cubicBezTo>
                <a:cubicBezTo>
                  <a:pt x="46" y="25"/>
                  <a:pt x="46" y="21"/>
                  <a:pt x="46" y="4"/>
                </a:cubicBezTo>
                <a:cubicBezTo>
                  <a:pt x="28" y="4"/>
                  <a:pt x="22" y="4"/>
                  <a:pt x="4" y="4"/>
                </a:cubicBezTo>
                <a:cubicBezTo>
                  <a:pt x="4" y="21"/>
                  <a:pt x="4" y="25"/>
                  <a:pt x="4" y="4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97" name="Freeform 131">
            <a:extLst>
              <a:ext uri="{FF2B5EF4-FFF2-40B4-BE49-F238E27FC236}">
                <a16:creationId xmlns:a16="http://schemas.microsoft.com/office/drawing/2014/main" id="{C2CA0E92-1C7F-6EF9-39FC-0DE1608E33AB}"/>
              </a:ext>
            </a:extLst>
          </p:cNvPr>
          <p:cNvSpPr>
            <a:spLocks noEditPoints="1"/>
          </p:cNvSpPr>
          <p:nvPr/>
        </p:nvSpPr>
        <p:spPr bwMode="auto">
          <a:xfrm>
            <a:off x="10271585" y="2167914"/>
            <a:ext cx="211667" cy="194733"/>
          </a:xfrm>
          <a:custGeom>
            <a:avLst/>
            <a:gdLst>
              <a:gd name="T0" fmla="*/ 6350 w 50"/>
              <a:gd name="T1" fmla="*/ 146050 h 46"/>
              <a:gd name="T2" fmla="*/ 6350 w 50"/>
              <a:gd name="T3" fmla="*/ 146050 h 46"/>
              <a:gd name="T4" fmla="*/ 152400 w 50"/>
              <a:gd name="T5" fmla="*/ 146050 h 46"/>
              <a:gd name="T6" fmla="*/ 158750 w 50"/>
              <a:gd name="T7" fmla="*/ 139700 h 46"/>
              <a:gd name="T8" fmla="*/ 158750 w 50"/>
              <a:gd name="T9" fmla="*/ 139700 h 46"/>
              <a:gd name="T10" fmla="*/ 158750 w 50"/>
              <a:gd name="T11" fmla="*/ 6350 h 46"/>
              <a:gd name="T12" fmla="*/ 152400 w 50"/>
              <a:gd name="T13" fmla="*/ 0 h 46"/>
              <a:gd name="T14" fmla="*/ 152400 w 50"/>
              <a:gd name="T15" fmla="*/ 0 h 46"/>
              <a:gd name="T16" fmla="*/ 6350 w 50"/>
              <a:gd name="T17" fmla="*/ 0 h 46"/>
              <a:gd name="T18" fmla="*/ 0 w 50"/>
              <a:gd name="T19" fmla="*/ 6350 h 46"/>
              <a:gd name="T20" fmla="*/ 0 w 50"/>
              <a:gd name="T21" fmla="*/ 6350 h 46"/>
              <a:gd name="T22" fmla="*/ 0 w 50"/>
              <a:gd name="T23" fmla="*/ 139700 h 46"/>
              <a:gd name="T24" fmla="*/ 6350 w 50"/>
              <a:gd name="T25" fmla="*/ 146050 h 46"/>
              <a:gd name="T26" fmla="*/ 98425 w 50"/>
              <a:gd name="T27" fmla="*/ 95250 h 46"/>
              <a:gd name="T28" fmla="*/ 98425 w 50"/>
              <a:gd name="T29" fmla="*/ 95250 h 46"/>
              <a:gd name="T30" fmla="*/ 114300 w 50"/>
              <a:gd name="T31" fmla="*/ 95250 h 46"/>
              <a:gd name="T32" fmla="*/ 82550 w 50"/>
              <a:gd name="T33" fmla="*/ 63500 h 46"/>
              <a:gd name="T34" fmla="*/ 63500 w 50"/>
              <a:gd name="T35" fmla="*/ 79375 h 46"/>
              <a:gd name="T36" fmla="*/ 63500 w 50"/>
              <a:gd name="T37" fmla="*/ 79375 h 46"/>
              <a:gd name="T38" fmla="*/ 53975 w 50"/>
              <a:gd name="T39" fmla="*/ 79375 h 46"/>
              <a:gd name="T40" fmla="*/ 25400 w 50"/>
              <a:gd name="T41" fmla="*/ 50800 h 46"/>
              <a:gd name="T42" fmla="*/ 25400 w 50"/>
              <a:gd name="T43" fmla="*/ 41275 h 46"/>
              <a:gd name="T44" fmla="*/ 34925 w 50"/>
              <a:gd name="T45" fmla="*/ 41275 h 46"/>
              <a:gd name="T46" fmla="*/ 60325 w 50"/>
              <a:gd name="T47" fmla="*/ 66675 h 46"/>
              <a:gd name="T48" fmla="*/ 76200 w 50"/>
              <a:gd name="T49" fmla="*/ 50800 h 46"/>
              <a:gd name="T50" fmla="*/ 85725 w 50"/>
              <a:gd name="T51" fmla="*/ 50800 h 46"/>
              <a:gd name="T52" fmla="*/ 120650 w 50"/>
              <a:gd name="T53" fmla="*/ 85725 h 46"/>
              <a:gd name="T54" fmla="*/ 120650 w 50"/>
              <a:gd name="T55" fmla="*/ 69850 h 46"/>
              <a:gd name="T56" fmla="*/ 127000 w 50"/>
              <a:gd name="T57" fmla="*/ 63500 h 46"/>
              <a:gd name="T58" fmla="*/ 133350 w 50"/>
              <a:gd name="T59" fmla="*/ 69850 h 46"/>
              <a:gd name="T60" fmla="*/ 133350 w 50"/>
              <a:gd name="T61" fmla="*/ 98425 h 46"/>
              <a:gd name="T62" fmla="*/ 133350 w 50"/>
              <a:gd name="T63" fmla="*/ 98425 h 46"/>
              <a:gd name="T64" fmla="*/ 127000 w 50"/>
              <a:gd name="T65" fmla="*/ 104775 h 46"/>
              <a:gd name="T66" fmla="*/ 127000 w 50"/>
              <a:gd name="T67" fmla="*/ 104775 h 46"/>
              <a:gd name="T68" fmla="*/ 127000 w 50"/>
              <a:gd name="T69" fmla="*/ 104775 h 46"/>
              <a:gd name="T70" fmla="*/ 127000 w 50"/>
              <a:gd name="T71" fmla="*/ 104775 h 46"/>
              <a:gd name="T72" fmla="*/ 127000 w 50"/>
              <a:gd name="T73" fmla="*/ 104775 h 46"/>
              <a:gd name="T74" fmla="*/ 127000 w 50"/>
              <a:gd name="T75" fmla="*/ 104775 h 46"/>
              <a:gd name="T76" fmla="*/ 127000 w 50"/>
              <a:gd name="T77" fmla="*/ 104775 h 46"/>
              <a:gd name="T78" fmla="*/ 127000 w 50"/>
              <a:gd name="T79" fmla="*/ 104775 h 46"/>
              <a:gd name="T80" fmla="*/ 98425 w 50"/>
              <a:gd name="T81" fmla="*/ 104775 h 46"/>
              <a:gd name="T82" fmla="*/ 92075 w 50"/>
              <a:gd name="T83" fmla="*/ 98425 h 46"/>
              <a:gd name="T84" fmla="*/ 98425 w 50"/>
              <a:gd name="T85" fmla="*/ 95250 h 46"/>
              <a:gd name="T86" fmla="*/ 12700 w 50"/>
              <a:gd name="T87" fmla="*/ 12700 h 46"/>
              <a:gd name="T88" fmla="*/ 12700 w 50"/>
              <a:gd name="T89" fmla="*/ 12700 h 46"/>
              <a:gd name="T90" fmla="*/ 146050 w 50"/>
              <a:gd name="T91" fmla="*/ 12700 h 46"/>
              <a:gd name="T92" fmla="*/ 146050 w 50"/>
              <a:gd name="T93" fmla="*/ 133350 h 46"/>
              <a:gd name="T94" fmla="*/ 12700 w 50"/>
              <a:gd name="T95" fmla="*/ 133350 h 46"/>
              <a:gd name="T96" fmla="*/ 12700 w 50"/>
              <a:gd name="T97" fmla="*/ 12700 h 4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0" h="46">
                <a:moveTo>
                  <a:pt x="2" y="46"/>
                </a:moveTo>
                <a:cubicBezTo>
                  <a:pt x="2" y="46"/>
                  <a:pt x="2" y="46"/>
                  <a:pt x="2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49" y="46"/>
                  <a:pt x="50" y="45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1"/>
                  <a:pt x="49" y="0"/>
                  <a:pt x="4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5"/>
                  <a:pt x="1" y="46"/>
                  <a:pt x="2" y="46"/>
                </a:cubicBezTo>
                <a:close/>
                <a:moveTo>
                  <a:pt x="31" y="30"/>
                </a:moveTo>
                <a:cubicBezTo>
                  <a:pt x="31" y="30"/>
                  <a:pt x="31" y="30"/>
                  <a:pt x="31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26" y="20"/>
                  <a:pt x="26" y="20"/>
                  <a:pt x="26" y="20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19" y="26"/>
                  <a:pt x="18" y="26"/>
                  <a:pt x="17" y="25"/>
                </a:cubicBezTo>
                <a:cubicBezTo>
                  <a:pt x="8" y="16"/>
                  <a:pt x="8" y="16"/>
                  <a:pt x="8" y="16"/>
                </a:cubicBezTo>
                <a:cubicBezTo>
                  <a:pt x="7" y="15"/>
                  <a:pt x="7" y="14"/>
                  <a:pt x="8" y="13"/>
                </a:cubicBezTo>
                <a:cubicBezTo>
                  <a:pt x="9" y="13"/>
                  <a:pt x="10" y="13"/>
                  <a:pt x="11" y="13"/>
                </a:cubicBezTo>
                <a:cubicBezTo>
                  <a:pt x="19" y="21"/>
                  <a:pt x="19" y="21"/>
                  <a:pt x="19" y="21"/>
                </a:cubicBezTo>
                <a:cubicBezTo>
                  <a:pt x="24" y="16"/>
                  <a:pt x="24" y="16"/>
                  <a:pt x="24" y="16"/>
                </a:cubicBezTo>
                <a:cubicBezTo>
                  <a:pt x="25" y="15"/>
                  <a:pt x="26" y="15"/>
                  <a:pt x="27" y="16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1"/>
                  <a:pt x="39" y="20"/>
                  <a:pt x="40" y="20"/>
                </a:cubicBezTo>
                <a:cubicBezTo>
                  <a:pt x="41" y="20"/>
                  <a:pt x="42" y="21"/>
                  <a:pt x="42" y="22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32"/>
                  <a:pt x="41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0" y="33"/>
                  <a:pt x="29" y="32"/>
                  <a:pt x="29" y="31"/>
                </a:cubicBezTo>
                <a:cubicBezTo>
                  <a:pt x="29" y="30"/>
                  <a:pt x="30" y="30"/>
                  <a:pt x="31" y="30"/>
                </a:cubicBezTo>
                <a:close/>
                <a:moveTo>
                  <a:pt x="4" y="4"/>
                </a:moveTo>
                <a:cubicBezTo>
                  <a:pt x="4" y="4"/>
                  <a:pt x="4" y="4"/>
                  <a:pt x="4" y="4"/>
                </a:cubicBezTo>
                <a:cubicBezTo>
                  <a:pt x="22" y="4"/>
                  <a:pt x="28" y="4"/>
                  <a:pt x="46" y="4"/>
                </a:cubicBezTo>
                <a:cubicBezTo>
                  <a:pt x="46" y="21"/>
                  <a:pt x="46" y="25"/>
                  <a:pt x="46" y="42"/>
                </a:cubicBezTo>
                <a:cubicBezTo>
                  <a:pt x="28" y="42"/>
                  <a:pt x="22" y="42"/>
                  <a:pt x="4" y="42"/>
                </a:cubicBezTo>
                <a:cubicBezTo>
                  <a:pt x="4" y="25"/>
                  <a:pt x="4" y="21"/>
                  <a:pt x="4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98" name="Freeform 132">
            <a:extLst>
              <a:ext uri="{FF2B5EF4-FFF2-40B4-BE49-F238E27FC236}">
                <a16:creationId xmlns:a16="http://schemas.microsoft.com/office/drawing/2014/main" id="{E4C78FAC-E930-EC66-A32E-8353A1B7986D}"/>
              </a:ext>
            </a:extLst>
          </p:cNvPr>
          <p:cNvSpPr>
            <a:spLocks noEditPoints="1"/>
          </p:cNvSpPr>
          <p:nvPr/>
        </p:nvSpPr>
        <p:spPr bwMode="auto">
          <a:xfrm>
            <a:off x="6948419" y="2584899"/>
            <a:ext cx="207433" cy="198967"/>
          </a:xfrm>
          <a:custGeom>
            <a:avLst/>
            <a:gdLst>
              <a:gd name="T0" fmla="*/ 136525 w 49"/>
              <a:gd name="T1" fmla="*/ 22225 h 47"/>
              <a:gd name="T2" fmla="*/ 88900 w 49"/>
              <a:gd name="T3" fmla="*/ 0 h 47"/>
              <a:gd name="T4" fmla="*/ 82550 w 49"/>
              <a:gd name="T5" fmla="*/ 3175 h 47"/>
              <a:gd name="T6" fmla="*/ 82550 w 49"/>
              <a:gd name="T7" fmla="*/ 69850 h 47"/>
              <a:gd name="T8" fmla="*/ 85725 w 49"/>
              <a:gd name="T9" fmla="*/ 73025 h 47"/>
              <a:gd name="T10" fmla="*/ 142875 w 49"/>
              <a:gd name="T11" fmla="*/ 104775 h 47"/>
              <a:gd name="T12" fmla="*/ 146050 w 49"/>
              <a:gd name="T13" fmla="*/ 104775 h 47"/>
              <a:gd name="T14" fmla="*/ 155575 w 49"/>
              <a:gd name="T15" fmla="*/ 88900 h 47"/>
              <a:gd name="T16" fmla="*/ 155575 w 49"/>
              <a:gd name="T17" fmla="*/ 69850 h 47"/>
              <a:gd name="T18" fmla="*/ 136525 w 49"/>
              <a:gd name="T19" fmla="*/ 22225 h 47"/>
              <a:gd name="T20" fmla="*/ 146050 w 49"/>
              <a:gd name="T21" fmla="*/ 85725 h 47"/>
              <a:gd name="T22" fmla="*/ 146050 w 49"/>
              <a:gd name="T23" fmla="*/ 85725 h 47"/>
              <a:gd name="T24" fmla="*/ 142875 w 49"/>
              <a:gd name="T25" fmla="*/ 98425 h 47"/>
              <a:gd name="T26" fmla="*/ 92075 w 49"/>
              <a:gd name="T27" fmla="*/ 66675 h 47"/>
              <a:gd name="T28" fmla="*/ 92075 w 49"/>
              <a:gd name="T29" fmla="*/ 9525 h 47"/>
              <a:gd name="T30" fmla="*/ 130175 w 49"/>
              <a:gd name="T31" fmla="*/ 25400 h 47"/>
              <a:gd name="T32" fmla="*/ 149225 w 49"/>
              <a:gd name="T33" fmla="*/ 69850 h 47"/>
              <a:gd name="T34" fmla="*/ 146050 w 49"/>
              <a:gd name="T35" fmla="*/ 85725 h 47"/>
              <a:gd name="T36" fmla="*/ 76200 w 49"/>
              <a:gd name="T37" fmla="*/ 76200 h 47"/>
              <a:gd name="T38" fmla="*/ 76200 w 49"/>
              <a:gd name="T39" fmla="*/ 76200 h 47"/>
              <a:gd name="T40" fmla="*/ 76200 w 49"/>
              <a:gd name="T41" fmla="*/ 12700 h 47"/>
              <a:gd name="T42" fmla="*/ 69850 w 49"/>
              <a:gd name="T43" fmla="*/ 6350 h 47"/>
              <a:gd name="T44" fmla="*/ 22225 w 49"/>
              <a:gd name="T45" fmla="*/ 28575 h 47"/>
              <a:gd name="T46" fmla="*/ 22225 w 49"/>
              <a:gd name="T47" fmla="*/ 28575 h 47"/>
              <a:gd name="T48" fmla="*/ 22225 w 49"/>
              <a:gd name="T49" fmla="*/ 28575 h 47"/>
              <a:gd name="T50" fmla="*/ 0 w 49"/>
              <a:gd name="T51" fmla="*/ 79375 h 47"/>
              <a:gd name="T52" fmla="*/ 22225 w 49"/>
              <a:gd name="T53" fmla="*/ 130175 h 47"/>
              <a:gd name="T54" fmla="*/ 22225 w 49"/>
              <a:gd name="T55" fmla="*/ 130175 h 47"/>
              <a:gd name="T56" fmla="*/ 69850 w 49"/>
              <a:gd name="T57" fmla="*/ 149225 h 47"/>
              <a:gd name="T58" fmla="*/ 107950 w 49"/>
              <a:gd name="T59" fmla="*/ 139700 h 47"/>
              <a:gd name="T60" fmla="*/ 107950 w 49"/>
              <a:gd name="T61" fmla="*/ 139700 h 47"/>
              <a:gd name="T62" fmla="*/ 133350 w 49"/>
              <a:gd name="T63" fmla="*/ 114300 h 47"/>
              <a:gd name="T64" fmla="*/ 133350 w 49"/>
              <a:gd name="T65" fmla="*/ 114300 h 47"/>
              <a:gd name="T66" fmla="*/ 130175 w 49"/>
              <a:gd name="T67" fmla="*/ 107950 h 47"/>
              <a:gd name="T68" fmla="*/ 76200 w 49"/>
              <a:gd name="T69" fmla="*/ 76200 h 47"/>
              <a:gd name="T70" fmla="*/ 101600 w 49"/>
              <a:gd name="T71" fmla="*/ 130175 h 47"/>
              <a:gd name="T72" fmla="*/ 101600 w 49"/>
              <a:gd name="T73" fmla="*/ 130175 h 47"/>
              <a:gd name="T74" fmla="*/ 101600 w 49"/>
              <a:gd name="T75" fmla="*/ 130175 h 47"/>
              <a:gd name="T76" fmla="*/ 69850 w 49"/>
              <a:gd name="T77" fmla="*/ 139700 h 47"/>
              <a:gd name="T78" fmla="*/ 28575 w 49"/>
              <a:gd name="T79" fmla="*/ 120650 h 47"/>
              <a:gd name="T80" fmla="*/ 28575 w 49"/>
              <a:gd name="T81" fmla="*/ 120650 h 47"/>
              <a:gd name="T82" fmla="*/ 12700 w 49"/>
              <a:gd name="T83" fmla="*/ 79375 h 47"/>
              <a:gd name="T84" fmla="*/ 28575 w 49"/>
              <a:gd name="T85" fmla="*/ 38100 h 47"/>
              <a:gd name="T86" fmla="*/ 66675 w 49"/>
              <a:gd name="T87" fmla="*/ 19050 h 47"/>
              <a:gd name="T88" fmla="*/ 66675 w 49"/>
              <a:gd name="T89" fmla="*/ 79375 h 47"/>
              <a:gd name="T90" fmla="*/ 69850 w 49"/>
              <a:gd name="T91" fmla="*/ 85725 h 47"/>
              <a:gd name="T92" fmla="*/ 120650 w 49"/>
              <a:gd name="T93" fmla="*/ 114300 h 47"/>
              <a:gd name="T94" fmla="*/ 101600 w 49"/>
              <a:gd name="T95" fmla="*/ 130175 h 4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9" h="47">
                <a:moveTo>
                  <a:pt x="43" y="7"/>
                </a:moveTo>
                <a:cubicBezTo>
                  <a:pt x="39" y="3"/>
                  <a:pt x="34" y="0"/>
                  <a:pt x="28" y="0"/>
                </a:cubicBezTo>
                <a:cubicBezTo>
                  <a:pt x="27" y="0"/>
                  <a:pt x="26" y="1"/>
                  <a:pt x="26" y="1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7" y="23"/>
                  <a:pt x="27" y="23"/>
                </a:cubicBezTo>
                <a:cubicBezTo>
                  <a:pt x="45" y="33"/>
                  <a:pt x="45" y="33"/>
                  <a:pt x="45" y="33"/>
                </a:cubicBezTo>
                <a:cubicBezTo>
                  <a:pt x="45" y="34"/>
                  <a:pt x="46" y="33"/>
                  <a:pt x="46" y="33"/>
                </a:cubicBezTo>
                <a:cubicBezTo>
                  <a:pt x="47" y="31"/>
                  <a:pt x="48" y="29"/>
                  <a:pt x="49" y="28"/>
                </a:cubicBezTo>
                <a:cubicBezTo>
                  <a:pt x="49" y="26"/>
                  <a:pt x="49" y="24"/>
                  <a:pt x="49" y="22"/>
                </a:cubicBezTo>
                <a:cubicBezTo>
                  <a:pt x="49" y="16"/>
                  <a:pt x="47" y="10"/>
                  <a:pt x="43" y="7"/>
                </a:cubicBezTo>
                <a:close/>
                <a:moveTo>
                  <a:pt x="46" y="27"/>
                </a:moveTo>
                <a:cubicBezTo>
                  <a:pt x="46" y="27"/>
                  <a:pt x="46" y="27"/>
                  <a:pt x="46" y="27"/>
                </a:cubicBezTo>
                <a:cubicBezTo>
                  <a:pt x="46" y="28"/>
                  <a:pt x="46" y="29"/>
                  <a:pt x="45" y="3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3"/>
                  <a:pt x="29" y="3"/>
                  <a:pt x="29" y="3"/>
                </a:cubicBezTo>
                <a:cubicBezTo>
                  <a:pt x="34" y="3"/>
                  <a:pt x="38" y="5"/>
                  <a:pt x="41" y="8"/>
                </a:cubicBezTo>
                <a:cubicBezTo>
                  <a:pt x="45" y="12"/>
                  <a:pt x="47" y="17"/>
                  <a:pt x="47" y="22"/>
                </a:cubicBezTo>
                <a:cubicBezTo>
                  <a:pt x="47" y="24"/>
                  <a:pt x="47" y="25"/>
                  <a:pt x="46" y="27"/>
                </a:cubicBezTo>
                <a:close/>
                <a:moveTo>
                  <a:pt x="2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3"/>
                  <a:pt x="24" y="2"/>
                  <a:pt x="22" y="2"/>
                </a:cubicBezTo>
                <a:cubicBezTo>
                  <a:pt x="16" y="2"/>
                  <a:pt x="11" y="5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2" y="13"/>
                  <a:pt x="0" y="19"/>
                  <a:pt x="0" y="25"/>
                </a:cubicBezTo>
                <a:cubicBezTo>
                  <a:pt x="0" y="31"/>
                  <a:pt x="2" y="37"/>
                  <a:pt x="7" y="41"/>
                </a:cubicBezTo>
                <a:cubicBezTo>
                  <a:pt x="7" y="41"/>
                  <a:pt x="7" y="41"/>
                  <a:pt x="7" y="41"/>
                </a:cubicBezTo>
                <a:cubicBezTo>
                  <a:pt x="11" y="45"/>
                  <a:pt x="16" y="47"/>
                  <a:pt x="22" y="47"/>
                </a:cubicBezTo>
                <a:cubicBezTo>
                  <a:pt x="26" y="47"/>
                  <a:pt x="30" y="46"/>
                  <a:pt x="34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7" y="42"/>
                  <a:pt x="40" y="40"/>
                  <a:pt x="42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3" y="35"/>
                  <a:pt x="42" y="34"/>
                  <a:pt x="41" y="34"/>
                </a:cubicBezTo>
                <a:cubicBezTo>
                  <a:pt x="24" y="24"/>
                  <a:pt x="24" y="24"/>
                  <a:pt x="24" y="24"/>
                </a:cubicBezTo>
                <a:close/>
                <a:moveTo>
                  <a:pt x="32" y="41"/>
                </a:moveTo>
                <a:cubicBezTo>
                  <a:pt x="32" y="41"/>
                  <a:pt x="32" y="41"/>
                  <a:pt x="32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29" y="43"/>
                  <a:pt x="26" y="44"/>
                  <a:pt x="22" y="44"/>
                </a:cubicBezTo>
                <a:cubicBezTo>
                  <a:pt x="17" y="44"/>
                  <a:pt x="13" y="41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6" y="35"/>
                  <a:pt x="4" y="30"/>
                  <a:pt x="4" y="25"/>
                </a:cubicBezTo>
                <a:cubicBezTo>
                  <a:pt x="4" y="20"/>
                  <a:pt x="6" y="15"/>
                  <a:pt x="9" y="12"/>
                </a:cubicBezTo>
                <a:cubicBezTo>
                  <a:pt x="12" y="9"/>
                  <a:pt x="16" y="7"/>
                  <a:pt x="21" y="6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26"/>
                  <a:pt x="21" y="26"/>
                  <a:pt x="22" y="27"/>
                </a:cubicBezTo>
                <a:cubicBezTo>
                  <a:pt x="38" y="36"/>
                  <a:pt x="38" y="36"/>
                  <a:pt x="38" y="36"/>
                </a:cubicBezTo>
                <a:cubicBezTo>
                  <a:pt x="36" y="38"/>
                  <a:pt x="34" y="40"/>
                  <a:pt x="32" y="4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99" name="Freeform 133">
            <a:extLst>
              <a:ext uri="{FF2B5EF4-FFF2-40B4-BE49-F238E27FC236}">
                <a16:creationId xmlns:a16="http://schemas.microsoft.com/office/drawing/2014/main" id="{9C760779-1104-1A28-F2A9-8024769288E2}"/>
              </a:ext>
            </a:extLst>
          </p:cNvPr>
          <p:cNvSpPr>
            <a:spLocks noEditPoints="1"/>
          </p:cNvSpPr>
          <p:nvPr/>
        </p:nvSpPr>
        <p:spPr bwMode="auto">
          <a:xfrm>
            <a:off x="10271586" y="2580666"/>
            <a:ext cx="207433" cy="207433"/>
          </a:xfrm>
          <a:custGeom>
            <a:avLst/>
            <a:gdLst>
              <a:gd name="T0" fmla="*/ 19050 w 49"/>
              <a:gd name="T1" fmla="*/ 123825 h 49"/>
              <a:gd name="T2" fmla="*/ 53975 w 49"/>
              <a:gd name="T3" fmla="*/ 73025 h 49"/>
              <a:gd name="T4" fmla="*/ 60325 w 49"/>
              <a:gd name="T5" fmla="*/ 69850 h 49"/>
              <a:gd name="T6" fmla="*/ 63500 w 49"/>
              <a:gd name="T7" fmla="*/ 73025 h 49"/>
              <a:gd name="T8" fmla="*/ 69850 w 49"/>
              <a:gd name="T9" fmla="*/ 82550 h 49"/>
              <a:gd name="T10" fmla="*/ 92075 w 49"/>
              <a:gd name="T11" fmla="*/ 47625 h 49"/>
              <a:gd name="T12" fmla="*/ 101600 w 49"/>
              <a:gd name="T13" fmla="*/ 44450 h 49"/>
              <a:gd name="T14" fmla="*/ 104775 w 49"/>
              <a:gd name="T15" fmla="*/ 47625 h 49"/>
              <a:gd name="T16" fmla="*/ 111125 w 49"/>
              <a:gd name="T17" fmla="*/ 57150 h 49"/>
              <a:gd name="T18" fmla="*/ 139700 w 49"/>
              <a:gd name="T19" fmla="*/ 19050 h 49"/>
              <a:gd name="T20" fmla="*/ 146050 w 49"/>
              <a:gd name="T21" fmla="*/ 15875 h 49"/>
              <a:gd name="T22" fmla="*/ 149225 w 49"/>
              <a:gd name="T23" fmla="*/ 22225 h 49"/>
              <a:gd name="T24" fmla="*/ 149225 w 49"/>
              <a:gd name="T25" fmla="*/ 130175 h 49"/>
              <a:gd name="T26" fmla="*/ 142875 w 49"/>
              <a:gd name="T27" fmla="*/ 133350 h 49"/>
              <a:gd name="T28" fmla="*/ 142875 w 49"/>
              <a:gd name="T29" fmla="*/ 133350 h 49"/>
              <a:gd name="T30" fmla="*/ 22225 w 49"/>
              <a:gd name="T31" fmla="*/ 133350 h 49"/>
              <a:gd name="T32" fmla="*/ 15875 w 49"/>
              <a:gd name="T33" fmla="*/ 130175 h 49"/>
              <a:gd name="T34" fmla="*/ 19050 w 49"/>
              <a:gd name="T35" fmla="*/ 123825 h 49"/>
              <a:gd name="T36" fmla="*/ 6350 w 49"/>
              <a:gd name="T37" fmla="*/ 155575 h 49"/>
              <a:gd name="T38" fmla="*/ 6350 w 49"/>
              <a:gd name="T39" fmla="*/ 155575 h 49"/>
              <a:gd name="T40" fmla="*/ 152400 w 49"/>
              <a:gd name="T41" fmla="*/ 155575 h 49"/>
              <a:gd name="T42" fmla="*/ 155575 w 49"/>
              <a:gd name="T43" fmla="*/ 152400 h 49"/>
              <a:gd name="T44" fmla="*/ 152400 w 49"/>
              <a:gd name="T45" fmla="*/ 149225 h 49"/>
              <a:gd name="T46" fmla="*/ 9525 w 49"/>
              <a:gd name="T47" fmla="*/ 149225 h 49"/>
              <a:gd name="T48" fmla="*/ 9525 w 49"/>
              <a:gd name="T49" fmla="*/ 6350 h 49"/>
              <a:gd name="T50" fmla="*/ 6350 w 49"/>
              <a:gd name="T51" fmla="*/ 0 h 49"/>
              <a:gd name="T52" fmla="*/ 0 w 49"/>
              <a:gd name="T53" fmla="*/ 6350 h 49"/>
              <a:gd name="T54" fmla="*/ 0 w 49"/>
              <a:gd name="T55" fmla="*/ 152400 h 49"/>
              <a:gd name="T56" fmla="*/ 0 w 49"/>
              <a:gd name="T57" fmla="*/ 152400 h 49"/>
              <a:gd name="T58" fmla="*/ 6350 w 49"/>
              <a:gd name="T59" fmla="*/ 155575 h 49"/>
              <a:gd name="T60" fmla="*/ 6350 w 49"/>
              <a:gd name="T61" fmla="*/ 155575 h 49"/>
              <a:gd name="T62" fmla="*/ 57150 w 49"/>
              <a:gd name="T63" fmla="*/ 85725 h 49"/>
              <a:gd name="T64" fmla="*/ 57150 w 49"/>
              <a:gd name="T65" fmla="*/ 85725 h 49"/>
              <a:gd name="T66" fmla="*/ 34925 w 49"/>
              <a:gd name="T67" fmla="*/ 123825 h 49"/>
              <a:gd name="T68" fmla="*/ 136525 w 49"/>
              <a:gd name="T69" fmla="*/ 123825 h 49"/>
              <a:gd name="T70" fmla="*/ 136525 w 49"/>
              <a:gd name="T71" fmla="*/ 41275 h 49"/>
              <a:gd name="T72" fmla="*/ 117475 w 49"/>
              <a:gd name="T73" fmla="*/ 73025 h 49"/>
              <a:gd name="T74" fmla="*/ 114300 w 49"/>
              <a:gd name="T75" fmla="*/ 73025 h 49"/>
              <a:gd name="T76" fmla="*/ 104775 w 49"/>
              <a:gd name="T77" fmla="*/ 73025 h 49"/>
              <a:gd name="T78" fmla="*/ 98425 w 49"/>
              <a:gd name="T79" fmla="*/ 60325 h 49"/>
              <a:gd name="T80" fmla="*/ 76200 w 49"/>
              <a:gd name="T81" fmla="*/ 95250 h 49"/>
              <a:gd name="T82" fmla="*/ 73025 w 49"/>
              <a:gd name="T83" fmla="*/ 98425 h 49"/>
              <a:gd name="T84" fmla="*/ 63500 w 49"/>
              <a:gd name="T85" fmla="*/ 95250 h 49"/>
              <a:gd name="T86" fmla="*/ 57150 w 49"/>
              <a:gd name="T87" fmla="*/ 85725 h 49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9" h="49">
                <a:moveTo>
                  <a:pt x="6" y="39"/>
                </a:moveTo>
                <a:cubicBezTo>
                  <a:pt x="17" y="23"/>
                  <a:pt x="17" y="23"/>
                  <a:pt x="17" y="23"/>
                </a:cubicBezTo>
                <a:cubicBezTo>
                  <a:pt x="17" y="22"/>
                  <a:pt x="19" y="22"/>
                  <a:pt x="19" y="22"/>
                </a:cubicBezTo>
                <a:cubicBezTo>
                  <a:pt x="20" y="23"/>
                  <a:pt x="20" y="23"/>
                  <a:pt x="20" y="23"/>
                </a:cubicBezTo>
                <a:cubicBezTo>
                  <a:pt x="22" y="26"/>
                  <a:pt x="22" y="26"/>
                  <a:pt x="22" y="26"/>
                </a:cubicBezTo>
                <a:cubicBezTo>
                  <a:pt x="29" y="15"/>
                  <a:pt x="29" y="15"/>
                  <a:pt x="29" y="15"/>
                </a:cubicBezTo>
                <a:cubicBezTo>
                  <a:pt x="30" y="14"/>
                  <a:pt x="31" y="14"/>
                  <a:pt x="32" y="14"/>
                </a:cubicBezTo>
                <a:cubicBezTo>
                  <a:pt x="32" y="15"/>
                  <a:pt x="33" y="15"/>
                  <a:pt x="33" y="15"/>
                </a:cubicBezTo>
                <a:cubicBezTo>
                  <a:pt x="35" y="18"/>
                  <a:pt x="35" y="18"/>
                  <a:pt x="35" y="18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5"/>
                  <a:pt x="45" y="4"/>
                  <a:pt x="46" y="5"/>
                </a:cubicBezTo>
                <a:cubicBezTo>
                  <a:pt x="47" y="5"/>
                  <a:pt x="47" y="6"/>
                  <a:pt x="47" y="7"/>
                </a:cubicBezTo>
                <a:cubicBezTo>
                  <a:pt x="47" y="41"/>
                  <a:pt x="47" y="41"/>
                  <a:pt x="47" y="41"/>
                </a:cubicBezTo>
                <a:cubicBezTo>
                  <a:pt x="47" y="42"/>
                  <a:pt x="46" y="42"/>
                  <a:pt x="45" y="42"/>
                </a:cubicBezTo>
                <a:cubicBezTo>
                  <a:pt x="45" y="42"/>
                  <a:pt x="45" y="42"/>
                  <a:pt x="45" y="42"/>
                </a:cubicBezTo>
                <a:cubicBezTo>
                  <a:pt x="7" y="42"/>
                  <a:pt x="7" y="42"/>
                  <a:pt x="7" y="42"/>
                </a:cubicBezTo>
                <a:cubicBezTo>
                  <a:pt x="6" y="42"/>
                  <a:pt x="5" y="42"/>
                  <a:pt x="5" y="41"/>
                </a:cubicBezTo>
                <a:cubicBezTo>
                  <a:pt x="5" y="40"/>
                  <a:pt x="5" y="40"/>
                  <a:pt x="6" y="39"/>
                </a:cubicBezTo>
                <a:close/>
                <a:moveTo>
                  <a:pt x="2" y="49"/>
                </a:moveTo>
                <a:cubicBezTo>
                  <a:pt x="2" y="49"/>
                  <a:pt x="2" y="49"/>
                  <a:pt x="2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9" y="49"/>
                  <a:pt x="49" y="49"/>
                  <a:pt x="49" y="48"/>
                </a:cubicBezTo>
                <a:cubicBezTo>
                  <a:pt x="49" y="47"/>
                  <a:pt x="49" y="47"/>
                  <a:pt x="48" y="47"/>
                </a:cubicBezTo>
                <a:cubicBezTo>
                  <a:pt x="3" y="47"/>
                  <a:pt x="3" y="47"/>
                  <a:pt x="3" y="47"/>
                </a:cubicBezTo>
                <a:cubicBezTo>
                  <a:pt x="3" y="2"/>
                  <a:pt x="3" y="2"/>
                  <a:pt x="3" y="2"/>
                </a:cubicBezTo>
                <a:cubicBezTo>
                  <a:pt x="3" y="1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1" y="49"/>
                  <a:pt x="2" y="49"/>
                </a:cubicBezTo>
                <a:cubicBezTo>
                  <a:pt x="2" y="49"/>
                  <a:pt x="2" y="49"/>
                  <a:pt x="2" y="49"/>
                </a:cubicBezTo>
                <a:close/>
                <a:moveTo>
                  <a:pt x="18" y="27"/>
                </a:moveTo>
                <a:cubicBezTo>
                  <a:pt x="18" y="27"/>
                  <a:pt x="18" y="27"/>
                  <a:pt x="18" y="27"/>
                </a:cubicBezTo>
                <a:cubicBezTo>
                  <a:pt x="11" y="39"/>
                  <a:pt x="11" y="39"/>
                  <a:pt x="11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3" y="13"/>
                  <a:pt x="43" y="13"/>
                  <a:pt x="43" y="1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5" y="24"/>
                  <a:pt x="34" y="24"/>
                  <a:pt x="33" y="23"/>
                </a:cubicBezTo>
                <a:cubicBezTo>
                  <a:pt x="31" y="19"/>
                  <a:pt x="31" y="19"/>
                  <a:pt x="31" y="19"/>
                </a:cubicBezTo>
                <a:cubicBezTo>
                  <a:pt x="24" y="30"/>
                  <a:pt x="24" y="30"/>
                  <a:pt x="24" y="30"/>
                </a:cubicBezTo>
                <a:cubicBezTo>
                  <a:pt x="23" y="31"/>
                  <a:pt x="23" y="31"/>
                  <a:pt x="23" y="31"/>
                </a:cubicBezTo>
                <a:cubicBezTo>
                  <a:pt x="22" y="32"/>
                  <a:pt x="21" y="31"/>
                  <a:pt x="20" y="30"/>
                </a:cubicBezTo>
                <a:cubicBezTo>
                  <a:pt x="18" y="27"/>
                  <a:pt x="18" y="27"/>
                  <a:pt x="18" y="2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00" name="Freeform 134">
            <a:extLst>
              <a:ext uri="{FF2B5EF4-FFF2-40B4-BE49-F238E27FC236}">
                <a16:creationId xmlns:a16="http://schemas.microsoft.com/office/drawing/2014/main" id="{DD8DA5FD-B05A-DB39-618C-D18588BF9966}"/>
              </a:ext>
            </a:extLst>
          </p:cNvPr>
          <p:cNvSpPr>
            <a:spLocks noEditPoints="1"/>
          </p:cNvSpPr>
          <p:nvPr/>
        </p:nvSpPr>
        <p:spPr bwMode="auto">
          <a:xfrm>
            <a:off x="10652585" y="2580666"/>
            <a:ext cx="203200" cy="207433"/>
          </a:xfrm>
          <a:custGeom>
            <a:avLst/>
            <a:gdLst>
              <a:gd name="T0" fmla="*/ 6350 w 48"/>
              <a:gd name="T1" fmla="*/ 149225 h 49"/>
              <a:gd name="T2" fmla="*/ 3175 w 48"/>
              <a:gd name="T3" fmla="*/ 0 h 49"/>
              <a:gd name="T4" fmla="*/ 0 w 48"/>
              <a:gd name="T5" fmla="*/ 152400 h 49"/>
              <a:gd name="T6" fmla="*/ 3175 w 48"/>
              <a:gd name="T7" fmla="*/ 155575 h 49"/>
              <a:gd name="T8" fmla="*/ 149225 w 48"/>
              <a:gd name="T9" fmla="*/ 155575 h 49"/>
              <a:gd name="T10" fmla="*/ 149225 w 48"/>
              <a:gd name="T11" fmla="*/ 149225 h 49"/>
              <a:gd name="T12" fmla="*/ 19050 w 48"/>
              <a:gd name="T13" fmla="*/ 31750 h 49"/>
              <a:gd name="T14" fmla="*/ 136525 w 48"/>
              <a:gd name="T15" fmla="*/ 28575 h 49"/>
              <a:gd name="T16" fmla="*/ 133350 w 48"/>
              <a:gd name="T17" fmla="*/ 9525 h 49"/>
              <a:gd name="T18" fmla="*/ 15875 w 48"/>
              <a:gd name="T19" fmla="*/ 12700 h 49"/>
              <a:gd name="T20" fmla="*/ 19050 w 48"/>
              <a:gd name="T21" fmla="*/ 31750 h 49"/>
              <a:gd name="T22" fmla="*/ 25400 w 48"/>
              <a:gd name="T23" fmla="*/ 15875 h 49"/>
              <a:gd name="T24" fmla="*/ 127000 w 48"/>
              <a:gd name="T25" fmla="*/ 25400 h 49"/>
              <a:gd name="T26" fmla="*/ 25400 w 48"/>
              <a:gd name="T27" fmla="*/ 15875 h 49"/>
              <a:gd name="T28" fmla="*/ 19050 w 48"/>
              <a:gd name="T29" fmla="*/ 104775 h 49"/>
              <a:gd name="T30" fmla="*/ 114300 w 48"/>
              <a:gd name="T31" fmla="*/ 101600 h 49"/>
              <a:gd name="T32" fmla="*/ 111125 w 48"/>
              <a:gd name="T33" fmla="*/ 82550 h 49"/>
              <a:gd name="T34" fmla="*/ 15875 w 48"/>
              <a:gd name="T35" fmla="*/ 85725 h 49"/>
              <a:gd name="T36" fmla="*/ 19050 w 48"/>
              <a:gd name="T37" fmla="*/ 104775 h 49"/>
              <a:gd name="T38" fmla="*/ 25400 w 48"/>
              <a:gd name="T39" fmla="*/ 88900 h 49"/>
              <a:gd name="T40" fmla="*/ 107950 w 48"/>
              <a:gd name="T41" fmla="*/ 98425 h 49"/>
              <a:gd name="T42" fmla="*/ 25400 w 48"/>
              <a:gd name="T43" fmla="*/ 88900 h 49"/>
              <a:gd name="T44" fmla="*/ 19050 w 48"/>
              <a:gd name="T45" fmla="*/ 66675 h 49"/>
              <a:gd name="T46" fmla="*/ 69850 w 48"/>
              <a:gd name="T47" fmla="*/ 60325 h 49"/>
              <a:gd name="T48" fmla="*/ 66675 w 48"/>
              <a:gd name="T49" fmla="*/ 41275 h 49"/>
              <a:gd name="T50" fmla="*/ 15875 w 48"/>
              <a:gd name="T51" fmla="*/ 44450 h 49"/>
              <a:gd name="T52" fmla="*/ 19050 w 48"/>
              <a:gd name="T53" fmla="*/ 66675 h 49"/>
              <a:gd name="T54" fmla="*/ 25400 w 48"/>
              <a:gd name="T55" fmla="*/ 47625 h 49"/>
              <a:gd name="T56" fmla="*/ 63500 w 48"/>
              <a:gd name="T57" fmla="*/ 57150 h 49"/>
              <a:gd name="T58" fmla="*/ 25400 w 48"/>
              <a:gd name="T59" fmla="*/ 47625 h 49"/>
              <a:gd name="T60" fmla="*/ 19050 w 48"/>
              <a:gd name="T61" fmla="*/ 139700 h 49"/>
              <a:gd name="T62" fmla="*/ 47625 w 48"/>
              <a:gd name="T63" fmla="*/ 133350 h 49"/>
              <a:gd name="T64" fmla="*/ 44450 w 48"/>
              <a:gd name="T65" fmla="*/ 114300 h 49"/>
              <a:gd name="T66" fmla="*/ 15875 w 48"/>
              <a:gd name="T67" fmla="*/ 117475 h 49"/>
              <a:gd name="T68" fmla="*/ 19050 w 48"/>
              <a:gd name="T69" fmla="*/ 139700 h 49"/>
              <a:gd name="T70" fmla="*/ 25400 w 48"/>
              <a:gd name="T71" fmla="*/ 120650 h 49"/>
              <a:gd name="T72" fmla="*/ 41275 w 48"/>
              <a:gd name="T73" fmla="*/ 130175 h 49"/>
              <a:gd name="T74" fmla="*/ 25400 w 48"/>
              <a:gd name="T75" fmla="*/ 120650 h 4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8" h="49">
                <a:moveTo>
                  <a:pt x="47" y="47"/>
                </a:moveTo>
                <a:cubicBezTo>
                  <a:pt x="2" y="47"/>
                  <a:pt x="2" y="47"/>
                  <a:pt x="2" y="47"/>
                </a:cubicBezTo>
                <a:cubicBezTo>
                  <a:pt x="2" y="2"/>
                  <a:pt x="2" y="2"/>
                  <a:pt x="2" y="2"/>
                </a:cubicBezTo>
                <a:cubicBezTo>
                  <a:pt x="2" y="1"/>
                  <a:pt x="2" y="0"/>
                  <a:pt x="1" y="0"/>
                </a:cubicBezTo>
                <a:cubicBezTo>
                  <a:pt x="0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0" y="49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47" y="49"/>
                  <a:pt x="47" y="49"/>
                  <a:pt x="47" y="49"/>
                </a:cubicBezTo>
                <a:cubicBezTo>
                  <a:pt x="48" y="49"/>
                  <a:pt x="48" y="49"/>
                  <a:pt x="48" y="48"/>
                </a:cubicBezTo>
                <a:cubicBezTo>
                  <a:pt x="48" y="47"/>
                  <a:pt x="48" y="47"/>
                  <a:pt x="47" y="47"/>
                </a:cubicBezTo>
                <a:close/>
                <a:moveTo>
                  <a:pt x="6" y="10"/>
                </a:moveTo>
                <a:cubicBezTo>
                  <a:pt x="6" y="10"/>
                  <a:pt x="6" y="10"/>
                  <a:pt x="6" y="10"/>
                </a:cubicBezTo>
                <a:cubicBezTo>
                  <a:pt x="42" y="10"/>
                  <a:pt x="42" y="10"/>
                  <a:pt x="42" y="10"/>
                </a:cubicBezTo>
                <a:cubicBezTo>
                  <a:pt x="42" y="10"/>
                  <a:pt x="43" y="10"/>
                  <a:pt x="43" y="9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3"/>
                  <a:pt x="42" y="3"/>
                  <a:pt x="42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5" y="3"/>
                  <a:pt x="5" y="4"/>
                </a:cubicBezTo>
                <a:cubicBezTo>
                  <a:pt x="5" y="9"/>
                  <a:pt x="5" y="9"/>
                  <a:pt x="5" y="9"/>
                </a:cubicBezTo>
                <a:cubicBezTo>
                  <a:pt x="5" y="10"/>
                  <a:pt x="6" y="10"/>
                  <a:pt x="6" y="10"/>
                </a:cubicBezTo>
                <a:close/>
                <a:moveTo>
                  <a:pt x="8" y="5"/>
                </a:moveTo>
                <a:cubicBezTo>
                  <a:pt x="8" y="5"/>
                  <a:pt x="8" y="5"/>
                  <a:pt x="8" y="5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8"/>
                  <a:pt x="40" y="8"/>
                  <a:pt x="40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5"/>
                  <a:pt x="8" y="5"/>
                  <a:pt x="8" y="5"/>
                </a:cubicBezTo>
                <a:close/>
                <a:moveTo>
                  <a:pt x="6" y="33"/>
                </a:moveTo>
                <a:cubicBezTo>
                  <a:pt x="6" y="33"/>
                  <a:pt x="6" y="33"/>
                  <a:pt x="6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6" y="33"/>
                  <a:pt x="36" y="33"/>
                  <a:pt x="36" y="32"/>
                </a:cubicBezTo>
                <a:cubicBezTo>
                  <a:pt x="36" y="27"/>
                  <a:pt x="36" y="27"/>
                  <a:pt x="36" y="27"/>
                </a:cubicBezTo>
                <a:cubicBezTo>
                  <a:pt x="36" y="26"/>
                  <a:pt x="36" y="26"/>
                  <a:pt x="35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5" y="26"/>
                  <a:pt x="5" y="27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33"/>
                  <a:pt x="6" y="33"/>
                  <a:pt x="6" y="33"/>
                </a:cubicBezTo>
                <a:close/>
                <a:moveTo>
                  <a:pt x="8" y="28"/>
                </a:moveTo>
                <a:cubicBezTo>
                  <a:pt x="8" y="28"/>
                  <a:pt x="8" y="28"/>
                  <a:pt x="8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31"/>
                  <a:pt x="34" y="31"/>
                  <a:pt x="34" y="31"/>
                </a:cubicBezTo>
                <a:cubicBezTo>
                  <a:pt x="8" y="31"/>
                  <a:pt x="8" y="31"/>
                  <a:pt x="8" y="31"/>
                </a:cubicBezTo>
                <a:cubicBezTo>
                  <a:pt x="8" y="28"/>
                  <a:pt x="8" y="28"/>
                  <a:pt x="8" y="28"/>
                </a:cubicBezTo>
                <a:close/>
                <a:moveTo>
                  <a:pt x="6" y="21"/>
                </a:moveTo>
                <a:cubicBezTo>
                  <a:pt x="6" y="21"/>
                  <a:pt x="6" y="21"/>
                  <a:pt x="6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2" y="21"/>
                  <a:pt x="22" y="20"/>
                  <a:pt x="22" y="19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3"/>
                  <a:pt x="22" y="13"/>
                  <a:pt x="21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5" y="13"/>
                  <a:pt x="5" y="14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20"/>
                  <a:pt x="6" y="21"/>
                  <a:pt x="6" y="21"/>
                </a:cubicBezTo>
                <a:close/>
                <a:moveTo>
                  <a:pt x="8" y="15"/>
                </a:moveTo>
                <a:cubicBezTo>
                  <a:pt x="8" y="15"/>
                  <a:pt x="8" y="15"/>
                  <a:pt x="8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20" y="18"/>
                  <a:pt x="20" y="18"/>
                  <a:pt x="20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8" y="15"/>
                  <a:pt x="8" y="15"/>
                  <a:pt x="8" y="15"/>
                </a:cubicBezTo>
                <a:close/>
                <a:moveTo>
                  <a:pt x="6" y="44"/>
                </a:moveTo>
                <a:cubicBezTo>
                  <a:pt x="6" y="44"/>
                  <a:pt x="6" y="44"/>
                  <a:pt x="6" y="44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5" y="43"/>
                  <a:pt x="15" y="42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6"/>
                  <a:pt x="14" y="36"/>
                  <a:pt x="14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6" y="36"/>
                  <a:pt x="5" y="36"/>
                  <a:pt x="5" y="37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3"/>
                  <a:pt x="6" y="44"/>
                  <a:pt x="6" y="44"/>
                </a:cubicBezTo>
                <a:close/>
                <a:moveTo>
                  <a:pt x="8" y="38"/>
                </a:moveTo>
                <a:cubicBezTo>
                  <a:pt x="8" y="38"/>
                  <a:pt x="8" y="38"/>
                  <a:pt x="8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13" y="41"/>
                  <a:pt x="13" y="41"/>
                  <a:pt x="13" y="41"/>
                </a:cubicBezTo>
                <a:cubicBezTo>
                  <a:pt x="8" y="41"/>
                  <a:pt x="8" y="41"/>
                  <a:pt x="8" y="41"/>
                </a:cubicBezTo>
                <a:cubicBezTo>
                  <a:pt x="8" y="38"/>
                  <a:pt x="8" y="38"/>
                  <a:pt x="8" y="3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01" name="Freeform 135">
            <a:extLst>
              <a:ext uri="{FF2B5EF4-FFF2-40B4-BE49-F238E27FC236}">
                <a16:creationId xmlns:a16="http://schemas.microsoft.com/office/drawing/2014/main" id="{DD492A81-950D-789F-60D8-DC6793F6BCED}"/>
              </a:ext>
            </a:extLst>
          </p:cNvPr>
          <p:cNvSpPr>
            <a:spLocks noEditPoints="1"/>
          </p:cNvSpPr>
          <p:nvPr/>
        </p:nvSpPr>
        <p:spPr bwMode="auto">
          <a:xfrm>
            <a:off x="11020885" y="2580666"/>
            <a:ext cx="209549" cy="207433"/>
          </a:xfrm>
          <a:custGeom>
            <a:avLst/>
            <a:gdLst>
              <a:gd name="T0" fmla="*/ 9622 w 49"/>
              <a:gd name="T1" fmla="*/ 149225 h 49"/>
              <a:gd name="T2" fmla="*/ 3207 w 49"/>
              <a:gd name="T3" fmla="*/ 0 h 49"/>
              <a:gd name="T4" fmla="*/ 0 w 49"/>
              <a:gd name="T5" fmla="*/ 152400 h 49"/>
              <a:gd name="T6" fmla="*/ 3207 w 49"/>
              <a:gd name="T7" fmla="*/ 155575 h 49"/>
              <a:gd name="T8" fmla="*/ 153955 w 49"/>
              <a:gd name="T9" fmla="*/ 155575 h 49"/>
              <a:gd name="T10" fmla="*/ 153955 w 49"/>
              <a:gd name="T11" fmla="*/ 149225 h 49"/>
              <a:gd name="T12" fmla="*/ 128296 w 49"/>
              <a:gd name="T13" fmla="*/ 139700 h 49"/>
              <a:gd name="T14" fmla="*/ 150747 w 49"/>
              <a:gd name="T15" fmla="*/ 133350 h 49"/>
              <a:gd name="T16" fmla="*/ 147540 w 49"/>
              <a:gd name="T17" fmla="*/ 107950 h 49"/>
              <a:gd name="T18" fmla="*/ 125088 w 49"/>
              <a:gd name="T19" fmla="*/ 111125 h 49"/>
              <a:gd name="T20" fmla="*/ 128296 w 49"/>
              <a:gd name="T21" fmla="*/ 139700 h 49"/>
              <a:gd name="T22" fmla="*/ 131503 w 49"/>
              <a:gd name="T23" fmla="*/ 114300 h 49"/>
              <a:gd name="T24" fmla="*/ 141125 w 49"/>
              <a:gd name="T25" fmla="*/ 130175 h 49"/>
              <a:gd name="T26" fmla="*/ 131503 w 49"/>
              <a:gd name="T27" fmla="*/ 114300 h 49"/>
              <a:gd name="T28" fmla="*/ 96222 w 49"/>
              <a:gd name="T29" fmla="*/ 139700 h 49"/>
              <a:gd name="T30" fmla="*/ 118673 w 49"/>
              <a:gd name="T31" fmla="*/ 133350 h 49"/>
              <a:gd name="T32" fmla="*/ 112259 w 49"/>
              <a:gd name="T33" fmla="*/ 38100 h 49"/>
              <a:gd name="T34" fmla="*/ 93014 w 49"/>
              <a:gd name="T35" fmla="*/ 44450 h 49"/>
              <a:gd name="T36" fmla="*/ 96222 w 49"/>
              <a:gd name="T37" fmla="*/ 139700 h 49"/>
              <a:gd name="T38" fmla="*/ 99429 w 49"/>
              <a:gd name="T39" fmla="*/ 47625 h 49"/>
              <a:gd name="T40" fmla="*/ 109051 w 49"/>
              <a:gd name="T41" fmla="*/ 130175 h 49"/>
              <a:gd name="T42" fmla="*/ 99429 w 49"/>
              <a:gd name="T43" fmla="*/ 47625 h 49"/>
              <a:gd name="T44" fmla="*/ 22452 w 49"/>
              <a:gd name="T45" fmla="*/ 139700 h 49"/>
              <a:gd name="T46" fmla="*/ 41696 w 49"/>
              <a:gd name="T47" fmla="*/ 133350 h 49"/>
              <a:gd name="T48" fmla="*/ 38489 w 49"/>
              <a:gd name="T49" fmla="*/ 19050 h 49"/>
              <a:gd name="T50" fmla="*/ 19244 w 49"/>
              <a:gd name="T51" fmla="*/ 22225 h 49"/>
              <a:gd name="T52" fmla="*/ 22452 w 49"/>
              <a:gd name="T53" fmla="*/ 139700 h 49"/>
              <a:gd name="T54" fmla="*/ 25659 w 49"/>
              <a:gd name="T55" fmla="*/ 25400 h 49"/>
              <a:gd name="T56" fmla="*/ 35281 w 49"/>
              <a:gd name="T57" fmla="*/ 130175 h 49"/>
              <a:gd name="T58" fmla="*/ 25659 w 49"/>
              <a:gd name="T59" fmla="*/ 25400 h 49"/>
              <a:gd name="T60" fmla="*/ 54526 w 49"/>
              <a:gd name="T61" fmla="*/ 139700 h 49"/>
              <a:gd name="T62" fmla="*/ 76977 w 49"/>
              <a:gd name="T63" fmla="*/ 133350 h 49"/>
              <a:gd name="T64" fmla="*/ 70563 w 49"/>
              <a:gd name="T65" fmla="*/ 85725 h 49"/>
              <a:gd name="T66" fmla="*/ 51318 w 49"/>
              <a:gd name="T67" fmla="*/ 88900 h 49"/>
              <a:gd name="T68" fmla="*/ 54526 w 49"/>
              <a:gd name="T69" fmla="*/ 139700 h 49"/>
              <a:gd name="T70" fmla="*/ 57733 w 49"/>
              <a:gd name="T71" fmla="*/ 92075 h 49"/>
              <a:gd name="T72" fmla="*/ 67355 w 49"/>
              <a:gd name="T73" fmla="*/ 130175 h 49"/>
              <a:gd name="T74" fmla="*/ 57733 w 49"/>
              <a:gd name="T75" fmla="*/ 92075 h 4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9" h="49">
                <a:moveTo>
                  <a:pt x="48" y="47"/>
                </a:moveTo>
                <a:cubicBezTo>
                  <a:pt x="3" y="47"/>
                  <a:pt x="3" y="47"/>
                  <a:pt x="3" y="47"/>
                </a:cubicBezTo>
                <a:cubicBezTo>
                  <a:pt x="3" y="2"/>
                  <a:pt x="3" y="2"/>
                  <a:pt x="3" y="2"/>
                </a:cubicBezTo>
                <a:cubicBezTo>
                  <a:pt x="3" y="1"/>
                  <a:pt x="2" y="0"/>
                  <a:pt x="1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1" y="49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49"/>
                  <a:pt x="49" y="49"/>
                  <a:pt x="49" y="48"/>
                </a:cubicBezTo>
                <a:cubicBezTo>
                  <a:pt x="49" y="47"/>
                  <a:pt x="48" y="47"/>
                  <a:pt x="48" y="47"/>
                </a:cubicBezTo>
                <a:close/>
                <a:moveTo>
                  <a:pt x="40" y="44"/>
                </a:moveTo>
                <a:cubicBezTo>
                  <a:pt x="40" y="44"/>
                  <a:pt x="40" y="44"/>
                  <a:pt x="40" y="44"/>
                </a:cubicBezTo>
                <a:cubicBezTo>
                  <a:pt x="46" y="44"/>
                  <a:pt x="46" y="44"/>
                  <a:pt x="46" y="44"/>
                </a:cubicBezTo>
                <a:cubicBezTo>
                  <a:pt x="46" y="44"/>
                  <a:pt x="47" y="43"/>
                  <a:pt x="47" y="42"/>
                </a:cubicBezTo>
                <a:cubicBezTo>
                  <a:pt x="47" y="35"/>
                  <a:pt x="47" y="35"/>
                  <a:pt x="47" y="35"/>
                </a:cubicBezTo>
                <a:cubicBezTo>
                  <a:pt x="47" y="35"/>
                  <a:pt x="46" y="34"/>
                  <a:pt x="46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39" y="34"/>
                  <a:pt x="39" y="35"/>
                  <a:pt x="39" y="35"/>
                </a:cubicBezTo>
                <a:cubicBezTo>
                  <a:pt x="39" y="42"/>
                  <a:pt x="39" y="42"/>
                  <a:pt x="39" y="42"/>
                </a:cubicBezTo>
                <a:cubicBezTo>
                  <a:pt x="39" y="43"/>
                  <a:pt x="39" y="44"/>
                  <a:pt x="40" y="44"/>
                </a:cubicBezTo>
                <a:close/>
                <a:moveTo>
                  <a:pt x="41" y="36"/>
                </a:moveTo>
                <a:cubicBezTo>
                  <a:pt x="41" y="36"/>
                  <a:pt x="41" y="36"/>
                  <a:pt x="41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44" y="41"/>
                  <a:pt x="44" y="41"/>
                  <a:pt x="44" y="41"/>
                </a:cubicBezTo>
                <a:cubicBezTo>
                  <a:pt x="41" y="41"/>
                  <a:pt x="41" y="41"/>
                  <a:pt x="41" y="41"/>
                </a:cubicBezTo>
                <a:cubicBezTo>
                  <a:pt x="41" y="36"/>
                  <a:pt x="41" y="36"/>
                  <a:pt x="41" y="36"/>
                </a:cubicBezTo>
                <a:close/>
                <a:moveTo>
                  <a:pt x="30" y="44"/>
                </a:moveTo>
                <a:cubicBezTo>
                  <a:pt x="30" y="44"/>
                  <a:pt x="30" y="44"/>
                  <a:pt x="30" y="44"/>
                </a:cubicBezTo>
                <a:cubicBezTo>
                  <a:pt x="35" y="44"/>
                  <a:pt x="35" y="44"/>
                  <a:pt x="35" y="44"/>
                </a:cubicBezTo>
                <a:cubicBezTo>
                  <a:pt x="36" y="44"/>
                  <a:pt x="37" y="43"/>
                  <a:pt x="37" y="42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3"/>
                  <a:pt x="36" y="12"/>
                  <a:pt x="35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29" y="12"/>
                  <a:pt x="29" y="13"/>
                  <a:pt x="29" y="14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43"/>
                  <a:pt x="29" y="44"/>
                  <a:pt x="30" y="44"/>
                </a:cubicBezTo>
                <a:close/>
                <a:moveTo>
                  <a:pt x="31" y="15"/>
                </a:moveTo>
                <a:cubicBezTo>
                  <a:pt x="31" y="15"/>
                  <a:pt x="31" y="15"/>
                  <a:pt x="31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41"/>
                  <a:pt x="34" y="41"/>
                  <a:pt x="34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31" y="15"/>
                  <a:pt x="31" y="15"/>
                  <a:pt x="31" y="15"/>
                </a:cubicBezTo>
                <a:close/>
                <a:moveTo>
                  <a:pt x="7" y="44"/>
                </a:moveTo>
                <a:cubicBezTo>
                  <a:pt x="7" y="44"/>
                  <a:pt x="7" y="44"/>
                  <a:pt x="7" y="44"/>
                </a:cubicBezTo>
                <a:cubicBezTo>
                  <a:pt x="12" y="44"/>
                  <a:pt x="12" y="44"/>
                  <a:pt x="12" y="44"/>
                </a:cubicBezTo>
                <a:cubicBezTo>
                  <a:pt x="13" y="44"/>
                  <a:pt x="13" y="43"/>
                  <a:pt x="13" y="42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6"/>
                  <a:pt x="12" y="6"/>
                </a:cubicBezTo>
                <a:cubicBezTo>
                  <a:pt x="7" y="6"/>
                  <a:pt x="7" y="6"/>
                  <a:pt x="7" y="6"/>
                </a:cubicBezTo>
                <a:cubicBezTo>
                  <a:pt x="6" y="6"/>
                  <a:pt x="6" y="7"/>
                  <a:pt x="6" y="7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3"/>
                  <a:pt x="6" y="44"/>
                  <a:pt x="7" y="44"/>
                </a:cubicBezTo>
                <a:close/>
                <a:moveTo>
                  <a:pt x="8" y="8"/>
                </a:moveTo>
                <a:cubicBezTo>
                  <a:pt x="8" y="8"/>
                  <a:pt x="8" y="8"/>
                  <a:pt x="8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41"/>
                  <a:pt x="11" y="41"/>
                  <a:pt x="11" y="41"/>
                </a:cubicBezTo>
                <a:cubicBezTo>
                  <a:pt x="8" y="41"/>
                  <a:pt x="8" y="41"/>
                  <a:pt x="8" y="41"/>
                </a:cubicBezTo>
                <a:cubicBezTo>
                  <a:pt x="8" y="8"/>
                  <a:pt x="8" y="8"/>
                  <a:pt x="8" y="8"/>
                </a:cubicBezTo>
                <a:close/>
                <a:moveTo>
                  <a:pt x="17" y="44"/>
                </a:moveTo>
                <a:cubicBezTo>
                  <a:pt x="17" y="44"/>
                  <a:pt x="17" y="44"/>
                  <a:pt x="17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3" y="44"/>
                  <a:pt x="24" y="43"/>
                  <a:pt x="24" y="42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27"/>
                  <a:pt x="23" y="27"/>
                  <a:pt x="22" y="27"/>
                </a:cubicBezTo>
                <a:cubicBezTo>
                  <a:pt x="17" y="27"/>
                  <a:pt x="17" y="27"/>
                  <a:pt x="17" y="27"/>
                </a:cubicBezTo>
                <a:cubicBezTo>
                  <a:pt x="16" y="27"/>
                  <a:pt x="16" y="27"/>
                  <a:pt x="16" y="28"/>
                </a:cubicBezTo>
                <a:cubicBezTo>
                  <a:pt x="16" y="42"/>
                  <a:pt x="16" y="42"/>
                  <a:pt x="16" y="42"/>
                </a:cubicBezTo>
                <a:cubicBezTo>
                  <a:pt x="16" y="43"/>
                  <a:pt x="16" y="44"/>
                  <a:pt x="17" y="44"/>
                </a:cubicBezTo>
                <a:close/>
                <a:moveTo>
                  <a:pt x="18" y="29"/>
                </a:moveTo>
                <a:cubicBezTo>
                  <a:pt x="18" y="29"/>
                  <a:pt x="18" y="29"/>
                  <a:pt x="18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41"/>
                  <a:pt x="21" y="41"/>
                  <a:pt x="21" y="41"/>
                </a:cubicBezTo>
                <a:cubicBezTo>
                  <a:pt x="18" y="41"/>
                  <a:pt x="18" y="41"/>
                  <a:pt x="18" y="41"/>
                </a:cubicBezTo>
                <a:cubicBezTo>
                  <a:pt x="18" y="29"/>
                  <a:pt x="18" y="29"/>
                  <a:pt x="18" y="2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02" name="Freeform 136">
            <a:extLst>
              <a:ext uri="{FF2B5EF4-FFF2-40B4-BE49-F238E27FC236}">
                <a16:creationId xmlns:a16="http://schemas.microsoft.com/office/drawing/2014/main" id="{ED65358F-9A13-05D7-3563-42471496A3CA}"/>
              </a:ext>
            </a:extLst>
          </p:cNvPr>
          <p:cNvSpPr>
            <a:spLocks noEditPoints="1"/>
          </p:cNvSpPr>
          <p:nvPr/>
        </p:nvSpPr>
        <p:spPr bwMode="auto">
          <a:xfrm>
            <a:off x="7312485" y="2580666"/>
            <a:ext cx="209549" cy="207433"/>
          </a:xfrm>
          <a:custGeom>
            <a:avLst/>
            <a:gdLst>
              <a:gd name="T0" fmla="*/ 150747 w 49"/>
              <a:gd name="T1" fmla="*/ 149225 h 49"/>
              <a:gd name="T2" fmla="*/ 6415 w 49"/>
              <a:gd name="T3" fmla="*/ 149225 h 49"/>
              <a:gd name="T4" fmla="*/ 6415 w 49"/>
              <a:gd name="T5" fmla="*/ 6350 h 49"/>
              <a:gd name="T6" fmla="*/ 3207 w 49"/>
              <a:gd name="T7" fmla="*/ 0 h 49"/>
              <a:gd name="T8" fmla="*/ 0 w 49"/>
              <a:gd name="T9" fmla="*/ 6350 h 49"/>
              <a:gd name="T10" fmla="*/ 0 w 49"/>
              <a:gd name="T11" fmla="*/ 152400 h 49"/>
              <a:gd name="T12" fmla="*/ 0 w 49"/>
              <a:gd name="T13" fmla="*/ 152400 h 49"/>
              <a:gd name="T14" fmla="*/ 3207 w 49"/>
              <a:gd name="T15" fmla="*/ 155575 h 49"/>
              <a:gd name="T16" fmla="*/ 3207 w 49"/>
              <a:gd name="T17" fmla="*/ 155575 h 49"/>
              <a:gd name="T18" fmla="*/ 150747 w 49"/>
              <a:gd name="T19" fmla="*/ 155575 h 49"/>
              <a:gd name="T20" fmla="*/ 157162 w 49"/>
              <a:gd name="T21" fmla="*/ 152400 h 49"/>
              <a:gd name="T22" fmla="*/ 150747 w 49"/>
              <a:gd name="T23" fmla="*/ 149225 h 49"/>
              <a:gd name="T24" fmla="*/ 22452 w 49"/>
              <a:gd name="T25" fmla="*/ 133350 h 49"/>
              <a:gd name="T26" fmla="*/ 22452 w 49"/>
              <a:gd name="T27" fmla="*/ 133350 h 49"/>
              <a:gd name="T28" fmla="*/ 141125 w 49"/>
              <a:gd name="T29" fmla="*/ 133350 h 49"/>
              <a:gd name="T30" fmla="*/ 147540 w 49"/>
              <a:gd name="T31" fmla="*/ 127000 h 49"/>
              <a:gd name="T32" fmla="*/ 147540 w 49"/>
              <a:gd name="T33" fmla="*/ 25400 h 49"/>
              <a:gd name="T34" fmla="*/ 147540 w 49"/>
              <a:gd name="T35" fmla="*/ 19050 h 49"/>
              <a:gd name="T36" fmla="*/ 137918 w 49"/>
              <a:gd name="T37" fmla="*/ 19050 h 49"/>
              <a:gd name="T38" fmla="*/ 109051 w 49"/>
              <a:gd name="T39" fmla="*/ 53975 h 49"/>
              <a:gd name="T40" fmla="*/ 102636 w 49"/>
              <a:gd name="T41" fmla="*/ 44450 h 49"/>
              <a:gd name="T42" fmla="*/ 102636 w 49"/>
              <a:gd name="T43" fmla="*/ 44450 h 49"/>
              <a:gd name="T44" fmla="*/ 93014 w 49"/>
              <a:gd name="T45" fmla="*/ 44450 h 49"/>
              <a:gd name="T46" fmla="*/ 67355 w 49"/>
              <a:gd name="T47" fmla="*/ 73025 h 49"/>
              <a:gd name="T48" fmla="*/ 60940 w 49"/>
              <a:gd name="T49" fmla="*/ 66675 h 49"/>
              <a:gd name="T50" fmla="*/ 60940 w 49"/>
              <a:gd name="T51" fmla="*/ 66675 h 49"/>
              <a:gd name="T52" fmla="*/ 51318 w 49"/>
              <a:gd name="T53" fmla="*/ 66675 h 49"/>
              <a:gd name="T54" fmla="*/ 16037 w 49"/>
              <a:gd name="T55" fmla="*/ 104775 h 49"/>
              <a:gd name="T56" fmla="*/ 16037 w 49"/>
              <a:gd name="T57" fmla="*/ 107950 h 49"/>
              <a:gd name="T58" fmla="*/ 16037 w 49"/>
              <a:gd name="T59" fmla="*/ 127000 h 49"/>
              <a:gd name="T60" fmla="*/ 22452 w 49"/>
              <a:gd name="T61" fmla="*/ 133350 h 49"/>
              <a:gd name="T62" fmla="*/ 137918 w 49"/>
              <a:gd name="T63" fmla="*/ 123825 h 49"/>
              <a:gd name="T64" fmla="*/ 137918 w 49"/>
              <a:gd name="T65" fmla="*/ 123825 h 49"/>
              <a:gd name="T66" fmla="*/ 32074 w 49"/>
              <a:gd name="T67" fmla="*/ 123825 h 49"/>
              <a:gd name="T68" fmla="*/ 57733 w 49"/>
              <a:gd name="T69" fmla="*/ 111125 h 49"/>
              <a:gd name="T70" fmla="*/ 67355 w 49"/>
              <a:gd name="T71" fmla="*/ 117475 h 49"/>
              <a:gd name="T72" fmla="*/ 70563 w 49"/>
              <a:gd name="T73" fmla="*/ 117475 h 49"/>
              <a:gd name="T74" fmla="*/ 99429 w 49"/>
              <a:gd name="T75" fmla="*/ 101600 h 49"/>
              <a:gd name="T76" fmla="*/ 109051 w 49"/>
              <a:gd name="T77" fmla="*/ 104775 h 49"/>
              <a:gd name="T78" fmla="*/ 112259 w 49"/>
              <a:gd name="T79" fmla="*/ 104775 h 49"/>
              <a:gd name="T80" fmla="*/ 137918 w 49"/>
              <a:gd name="T81" fmla="*/ 92075 h 49"/>
              <a:gd name="T82" fmla="*/ 137918 w 49"/>
              <a:gd name="T83" fmla="*/ 123825 h 49"/>
              <a:gd name="T84" fmla="*/ 28866 w 49"/>
              <a:gd name="T85" fmla="*/ 111125 h 49"/>
              <a:gd name="T86" fmla="*/ 28866 w 49"/>
              <a:gd name="T87" fmla="*/ 111125 h 49"/>
              <a:gd name="T88" fmla="*/ 57733 w 49"/>
              <a:gd name="T89" fmla="*/ 79375 h 49"/>
              <a:gd name="T90" fmla="*/ 64148 w 49"/>
              <a:gd name="T91" fmla="*/ 88900 h 49"/>
              <a:gd name="T92" fmla="*/ 73770 w 49"/>
              <a:gd name="T93" fmla="*/ 88900 h 49"/>
              <a:gd name="T94" fmla="*/ 73770 w 49"/>
              <a:gd name="T95" fmla="*/ 88900 h 49"/>
              <a:gd name="T96" fmla="*/ 99429 w 49"/>
              <a:gd name="T97" fmla="*/ 57150 h 49"/>
              <a:gd name="T98" fmla="*/ 105844 w 49"/>
              <a:gd name="T99" fmla="*/ 66675 h 49"/>
              <a:gd name="T100" fmla="*/ 115466 w 49"/>
              <a:gd name="T101" fmla="*/ 66675 h 49"/>
              <a:gd name="T102" fmla="*/ 115466 w 49"/>
              <a:gd name="T103" fmla="*/ 66675 h 49"/>
              <a:gd name="T104" fmla="*/ 137918 w 49"/>
              <a:gd name="T105" fmla="*/ 41275 h 49"/>
              <a:gd name="T106" fmla="*/ 137918 w 49"/>
              <a:gd name="T107" fmla="*/ 82550 h 49"/>
              <a:gd name="T108" fmla="*/ 109051 w 49"/>
              <a:gd name="T109" fmla="*/ 98425 h 49"/>
              <a:gd name="T110" fmla="*/ 99429 w 49"/>
              <a:gd name="T111" fmla="*/ 92075 h 49"/>
              <a:gd name="T112" fmla="*/ 96222 w 49"/>
              <a:gd name="T113" fmla="*/ 92075 h 49"/>
              <a:gd name="T114" fmla="*/ 67355 w 49"/>
              <a:gd name="T115" fmla="*/ 107950 h 49"/>
              <a:gd name="T116" fmla="*/ 57733 w 49"/>
              <a:gd name="T117" fmla="*/ 101600 h 49"/>
              <a:gd name="T118" fmla="*/ 54526 w 49"/>
              <a:gd name="T119" fmla="*/ 101600 h 49"/>
              <a:gd name="T120" fmla="*/ 28866 w 49"/>
              <a:gd name="T121" fmla="*/ 117475 h 49"/>
              <a:gd name="T122" fmla="*/ 28866 w 49"/>
              <a:gd name="T123" fmla="*/ 111125 h 49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9" h="49">
                <a:moveTo>
                  <a:pt x="47" y="47"/>
                </a:moveTo>
                <a:cubicBezTo>
                  <a:pt x="2" y="47"/>
                  <a:pt x="2" y="47"/>
                  <a:pt x="2" y="47"/>
                </a:cubicBezTo>
                <a:cubicBezTo>
                  <a:pt x="2" y="2"/>
                  <a:pt x="2" y="2"/>
                  <a:pt x="2" y="2"/>
                </a:cubicBezTo>
                <a:cubicBezTo>
                  <a:pt x="2" y="1"/>
                  <a:pt x="2" y="0"/>
                  <a:pt x="1" y="0"/>
                </a:cubicBezTo>
                <a:cubicBezTo>
                  <a:pt x="0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0" y="49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47" y="49"/>
                  <a:pt x="47" y="49"/>
                  <a:pt x="47" y="49"/>
                </a:cubicBezTo>
                <a:cubicBezTo>
                  <a:pt x="48" y="49"/>
                  <a:pt x="49" y="49"/>
                  <a:pt x="49" y="48"/>
                </a:cubicBezTo>
                <a:cubicBezTo>
                  <a:pt x="49" y="47"/>
                  <a:pt x="48" y="47"/>
                  <a:pt x="47" y="47"/>
                </a:cubicBezTo>
                <a:close/>
                <a:moveTo>
                  <a:pt x="7" y="42"/>
                </a:moveTo>
                <a:cubicBezTo>
                  <a:pt x="7" y="42"/>
                  <a:pt x="7" y="42"/>
                  <a:pt x="7" y="42"/>
                </a:cubicBezTo>
                <a:cubicBezTo>
                  <a:pt x="44" y="42"/>
                  <a:pt x="44" y="42"/>
                  <a:pt x="44" y="42"/>
                </a:cubicBezTo>
                <a:cubicBezTo>
                  <a:pt x="46" y="42"/>
                  <a:pt x="46" y="42"/>
                  <a:pt x="46" y="40"/>
                </a:cubicBezTo>
                <a:cubicBezTo>
                  <a:pt x="46" y="8"/>
                  <a:pt x="46" y="8"/>
                  <a:pt x="46" y="8"/>
                </a:cubicBezTo>
                <a:cubicBezTo>
                  <a:pt x="46" y="7"/>
                  <a:pt x="46" y="7"/>
                  <a:pt x="46" y="6"/>
                </a:cubicBezTo>
                <a:cubicBezTo>
                  <a:pt x="45" y="6"/>
                  <a:pt x="44" y="6"/>
                  <a:pt x="43" y="6"/>
                </a:cubicBezTo>
                <a:cubicBezTo>
                  <a:pt x="34" y="17"/>
                  <a:pt x="34" y="17"/>
                  <a:pt x="34" y="17"/>
                </a:cubicBezTo>
                <a:cubicBezTo>
                  <a:pt x="32" y="14"/>
                  <a:pt x="32" y="14"/>
                  <a:pt x="32" y="14"/>
                </a:cubicBezTo>
                <a:cubicBezTo>
                  <a:pt x="32" y="14"/>
                  <a:pt x="32" y="14"/>
                  <a:pt x="32" y="14"/>
                </a:cubicBezTo>
                <a:cubicBezTo>
                  <a:pt x="31" y="13"/>
                  <a:pt x="30" y="13"/>
                  <a:pt x="29" y="14"/>
                </a:cubicBezTo>
                <a:cubicBezTo>
                  <a:pt x="21" y="23"/>
                  <a:pt x="21" y="23"/>
                  <a:pt x="21" y="23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8" y="20"/>
                  <a:pt x="17" y="20"/>
                  <a:pt x="16" y="21"/>
                </a:cubicBezTo>
                <a:cubicBezTo>
                  <a:pt x="5" y="33"/>
                  <a:pt x="5" y="33"/>
                  <a:pt x="5" y="33"/>
                </a:cubicBezTo>
                <a:cubicBezTo>
                  <a:pt x="5" y="33"/>
                  <a:pt x="5" y="34"/>
                  <a:pt x="5" y="34"/>
                </a:cubicBezTo>
                <a:cubicBezTo>
                  <a:pt x="5" y="40"/>
                  <a:pt x="5" y="40"/>
                  <a:pt x="5" y="40"/>
                </a:cubicBezTo>
                <a:cubicBezTo>
                  <a:pt x="5" y="42"/>
                  <a:pt x="6" y="42"/>
                  <a:pt x="7" y="42"/>
                </a:cubicBezTo>
                <a:close/>
                <a:moveTo>
                  <a:pt x="43" y="39"/>
                </a:moveTo>
                <a:cubicBezTo>
                  <a:pt x="43" y="39"/>
                  <a:pt x="43" y="39"/>
                  <a:pt x="43" y="39"/>
                </a:cubicBezTo>
                <a:cubicBezTo>
                  <a:pt x="10" y="39"/>
                  <a:pt x="10" y="39"/>
                  <a:pt x="10" y="39"/>
                </a:cubicBezTo>
                <a:cubicBezTo>
                  <a:pt x="18" y="35"/>
                  <a:pt x="18" y="35"/>
                  <a:pt x="18" y="35"/>
                </a:cubicBezTo>
                <a:cubicBezTo>
                  <a:pt x="21" y="37"/>
                  <a:pt x="21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31" y="32"/>
                  <a:pt x="31" y="32"/>
                  <a:pt x="31" y="32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4"/>
                  <a:pt x="35" y="34"/>
                  <a:pt x="35" y="33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39"/>
                  <a:pt x="43" y="39"/>
                  <a:pt x="43" y="39"/>
                </a:cubicBezTo>
                <a:close/>
                <a:moveTo>
                  <a:pt x="9" y="35"/>
                </a:moveTo>
                <a:cubicBezTo>
                  <a:pt x="9" y="35"/>
                  <a:pt x="9" y="35"/>
                  <a:pt x="9" y="35"/>
                </a:cubicBezTo>
                <a:cubicBezTo>
                  <a:pt x="18" y="25"/>
                  <a:pt x="18" y="25"/>
                  <a:pt x="18" y="25"/>
                </a:cubicBezTo>
                <a:cubicBezTo>
                  <a:pt x="20" y="28"/>
                  <a:pt x="20" y="28"/>
                  <a:pt x="20" y="28"/>
                </a:cubicBezTo>
                <a:cubicBezTo>
                  <a:pt x="21" y="28"/>
                  <a:pt x="22" y="29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31" y="18"/>
                  <a:pt x="31" y="18"/>
                  <a:pt x="31" y="18"/>
                </a:cubicBezTo>
                <a:cubicBezTo>
                  <a:pt x="33" y="21"/>
                  <a:pt x="33" y="21"/>
                  <a:pt x="33" y="21"/>
                </a:cubicBezTo>
                <a:cubicBezTo>
                  <a:pt x="34" y="22"/>
                  <a:pt x="35" y="22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43" y="13"/>
                  <a:pt x="43" y="13"/>
                  <a:pt x="43" y="13"/>
                </a:cubicBezTo>
                <a:cubicBezTo>
                  <a:pt x="43" y="26"/>
                  <a:pt x="43" y="26"/>
                  <a:pt x="43" y="26"/>
                </a:cubicBezTo>
                <a:cubicBezTo>
                  <a:pt x="34" y="31"/>
                  <a:pt x="34" y="31"/>
                  <a:pt x="34" y="31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9"/>
                  <a:pt x="30" y="29"/>
                  <a:pt x="30" y="29"/>
                </a:cubicBezTo>
                <a:cubicBezTo>
                  <a:pt x="21" y="34"/>
                  <a:pt x="21" y="34"/>
                  <a:pt x="21" y="34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7" y="32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5"/>
                  <a:pt x="9" y="35"/>
                  <a:pt x="9" y="3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03" name="Freeform 137">
            <a:extLst>
              <a:ext uri="{FF2B5EF4-FFF2-40B4-BE49-F238E27FC236}">
                <a16:creationId xmlns:a16="http://schemas.microsoft.com/office/drawing/2014/main" id="{47326F88-FE29-C559-345F-89E26B2AE9EB}"/>
              </a:ext>
            </a:extLst>
          </p:cNvPr>
          <p:cNvSpPr>
            <a:spLocks noEditPoints="1"/>
          </p:cNvSpPr>
          <p:nvPr/>
        </p:nvSpPr>
        <p:spPr bwMode="auto">
          <a:xfrm>
            <a:off x="7682901" y="2580666"/>
            <a:ext cx="203200" cy="207433"/>
          </a:xfrm>
          <a:custGeom>
            <a:avLst/>
            <a:gdLst>
              <a:gd name="T0" fmla="*/ 28575 w 48"/>
              <a:gd name="T1" fmla="*/ 57150 h 49"/>
              <a:gd name="T2" fmla="*/ 41275 w 48"/>
              <a:gd name="T3" fmla="*/ 66675 h 49"/>
              <a:gd name="T4" fmla="*/ 53975 w 48"/>
              <a:gd name="T5" fmla="*/ 69850 h 49"/>
              <a:gd name="T6" fmla="*/ 66675 w 48"/>
              <a:gd name="T7" fmla="*/ 47625 h 49"/>
              <a:gd name="T8" fmla="*/ 76200 w 48"/>
              <a:gd name="T9" fmla="*/ 47625 h 49"/>
              <a:gd name="T10" fmla="*/ 76200 w 48"/>
              <a:gd name="T11" fmla="*/ 47625 h 49"/>
              <a:gd name="T12" fmla="*/ 98425 w 48"/>
              <a:gd name="T13" fmla="*/ 63500 h 49"/>
              <a:gd name="T14" fmla="*/ 117475 w 48"/>
              <a:gd name="T15" fmla="*/ 31750 h 49"/>
              <a:gd name="T16" fmla="*/ 117475 w 48"/>
              <a:gd name="T17" fmla="*/ 25400 h 49"/>
              <a:gd name="T18" fmla="*/ 120650 w 48"/>
              <a:gd name="T19" fmla="*/ 15875 h 49"/>
              <a:gd name="T20" fmla="*/ 127000 w 48"/>
              <a:gd name="T21" fmla="*/ 12700 h 49"/>
              <a:gd name="T22" fmla="*/ 139700 w 48"/>
              <a:gd name="T23" fmla="*/ 25400 h 49"/>
              <a:gd name="T24" fmla="*/ 136525 w 48"/>
              <a:gd name="T25" fmla="*/ 31750 h 49"/>
              <a:gd name="T26" fmla="*/ 127000 w 48"/>
              <a:gd name="T27" fmla="*/ 34925 h 49"/>
              <a:gd name="T28" fmla="*/ 107950 w 48"/>
              <a:gd name="T29" fmla="*/ 73025 h 49"/>
              <a:gd name="T30" fmla="*/ 107950 w 48"/>
              <a:gd name="T31" fmla="*/ 73025 h 49"/>
              <a:gd name="T32" fmla="*/ 98425 w 48"/>
              <a:gd name="T33" fmla="*/ 76200 h 49"/>
              <a:gd name="T34" fmla="*/ 76200 w 48"/>
              <a:gd name="T35" fmla="*/ 60325 h 49"/>
              <a:gd name="T36" fmla="*/ 66675 w 48"/>
              <a:gd name="T37" fmla="*/ 73025 h 49"/>
              <a:gd name="T38" fmla="*/ 76200 w 48"/>
              <a:gd name="T39" fmla="*/ 76200 h 49"/>
              <a:gd name="T40" fmla="*/ 76200 w 48"/>
              <a:gd name="T41" fmla="*/ 76200 h 49"/>
              <a:gd name="T42" fmla="*/ 101600 w 48"/>
              <a:gd name="T43" fmla="*/ 95250 h 49"/>
              <a:gd name="T44" fmla="*/ 117475 w 48"/>
              <a:gd name="T45" fmla="*/ 95250 h 49"/>
              <a:gd name="T46" fmla="*/ 127000 w 48"/>
              <a:gd name="T47" fmla="*/ 85725 h 49"/>
              <a:gd name="T48" fmla="*/ 136525 w 48"/>
              <a:gd name="T49" fmla="*/ 88900 h 49"/>
              <a:gd name="T50" fmla="*/ 139700 w 48"/>
              <a:gd name="T51" fmla="*/ 98425 h 49"/>
              <a:gd name="T52" fmla="*/ 127000 w 48"/>
              <a:gd name="T53" fmla="*/ 111125 h 49"/>
              <a:gd name="T54" fmla="*/ 120650 w 48"/>
              <a:gd name="T55" fmla="*/ 107950 h 49"/>
              <a:gd name="T56" fmla="*/ 117475 w 48"/>
              <a:gd name="T57" fmla="*/ 104775 h 49"/>
              <a:gd name="T58" fmla="*/ 101600 w 48"/>
              <a:gd name="T59" fmla="*/ 107950 h 49"/>
              <a:gd name="T60" fmla="*/ 98425 w 48"/>
              <a:gd name="T61" fmla="*/ 107950 h 49"/>
              <a:gd name="T62" fmla="*/ 69850 w 48"/>
              <a:gd name="T63" fmla="*/ 85725 h 49"/>
              <a:gd name="T64" fmla="*/ 60325 w 48"/>
              <a:gd name="T65" fmla="*/ 85725 h 49"/>
              <a:gd name="T66" fmla="*/ 41275 w 48"/>
              <a:gd name="T67" fmla="*/ 117475 h 49"/>
              <a:gd name="T68" fmla="*/ 41275 w 48"/>
              <a:gd name="T69" fmla="*/ 123825 h 49"/>
              <a:gd name="T70" fmla="*/ 38100 w 48"/>
              <a:gd name="T71" fmla="*/ 130175 h 49"/>
              <a:gd name="T72" fmla="*/ 28575 w 48"/>
              <a:gd name="T73" fmla="*/ 133350 h 49"/>
              <a:gd name="T74" fmla="*/ 19050 w 48"/>
              <a:gd name="T75" fmla="*/ 123825 h 49"/>
              <a:gd name="T76" fmla="*/ 28575 w 48"/>
              <a:gd name="T77" fmla="*/ 111125 h 49"/>
              <a:gd name="T78" fmla="*/ 28575 w 48"/>
              <a:gd name="T79" fmla="*/ 111125 h 49"/>
              <a:gd name="T80" fmla="*/ 47625 w 48"/>
              <a:gd name="T81" fmla="*/ 79375 h 49"/>
              <a:gd name="T82" fmla="*/ 38100 w 48"/>
              <a:gd name="T83" fmla="*/ 76200 h 49"/>
              <a:gd name="T84" fmla="*/ 28575 w 48"/>
              <a:gd name="T85" fmla="*/ 79375 h 49"/>
              <a:gd name="T86" fmla="*/ 19050 w 48"/>
              <a:gd name="T87" fmla="*/ 69850 h 49"/>
              <a:gd name="T88" fmla="*/ 28575 w 48"/>
              <a:gd name="T89" fmla="*/ 57150 h 49"/>
              <a:gd name="T90" fmla="*/ 3175 w 48"/>
              <a:gd name="T91" fmla="*/ 155575 h 49"/>
              <a:gd name="T92" fmla="*/ 3175 w 48"/>
              <a:gd name="T93" fmla="*/ 155575 h 49"/>
              <a:gd name="T94" fmla="*/ 149225 w 48"/>
              <a:gd name="T95" fmla="*/ 155575 h 49"/>
              <a:gd name="T96" fmla="*/ 152400 w 48"/>
              <a:gd name="T97" fmla="*/ 152400 h 49"/>
              <a:gd name="T98" fmla="*/ 149225 w 48"/>
              <a:gd name="T99" fmla="*/ 149225 h 49"/>
              <a:gd name="T100" fmla="*/ 6350 w 48"/>
              <a:gd name="T101" fmla="*/ 149225 h 49"/>
              <a:gd name="T102" fmla="*/ 6350 w 48"/>
              <a:gd name="T103" fmla="*/ 6350 h 49"/>
              <a:gd name="T104" fmla="*/ 3175 w 48"/>
              <a:gd name="T105" fmla="*/ 0 h 49"/>
              <a:gd name="T106" fmla="*/ 0 w 48"/>
              <a:gd name="T107" fmla="*/ 6350 h 49"/>
              <a:gd name="T108" fmla="*/ 0 w 48"/>
              <a:gd name="T109" fmla="*/ 152400 h 49"/>
              <a:gd name="T110" fmla="*/ 3175 w 48"/>
              <a:gd name="T111" fmla="*/ 155575 h 4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48" h="49">
                <a:moveTo>
                  <a:pt x="9" y="18"/>
                </a:moveTo>
                <a:cubicBezTo>
                  <a:pt x="11" y="18"/>
                  <a:pt x="12" y="19"/>
                  <a:pt x="13" y="21"/>
                </a:cubicBezTo>
                <a:cubicBezTo>
                  <a:pt x="17" y="22"/>
                  <a:pt x="17" y="22"/>
                  <a:pt x="17" y="22"/>
                </a:cubicBezTo>
                <a:cubicBezTo>
                  <a:pt x="21" y="15"/>
                  <a:pt x="21" y="15"/>
                  <a:pt x="21" y="15"/>
                </a:cubicBezTo>
                <a:cubicBezTo>
                  <a:pt x="22" y="14"/>
                  <a:pt x="23" y="14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31" y="20"/>
                  <a:pt x="31" y="20"/>
                  <a:pt x="31" y="20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9"/>
                  <a:pt x="37" y="8"/>
                  <a:pt x="37" y="8"/>
                </a:cubicBezTo>
                <a:cubicBezTo>
                  <a:pt x="37" y="7"/>
                  <a:pt x="37" y="6"/>
                  <a:pt x="38" y="5"/>
                </a:cubicBezTo>
                <a:cubicBezTo>
                  <a:pt x="38" y="4"/>
                  <a:pt x="39" y="4"/>
                  <a:pt x="40" y="4"/>
                </a:cubicBezTo>
                <a:cubicBezTo>
                  <a:pt x="42" y="4"/>
                  <a:pt x="44" y="6"/>
                  <a:pt x="44" y="8"/>
                </a:cubicBezTo>
                <a:cubicBezTo>
                  <a:pt x="44" y="9"/>
                  <a:pt x="43" y="10"/>
                  <a:pt x="43" y="10"/>
                </a:cubicBezTo>
                <a:cubicBezTo>
                  <a:pt x="42" y="11"/>
                  <a:pt x="41" y="11"/>
                  <a:pt x="40" y="11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3" y="24"/>
                  <a:pt x="32" y="25"/>
                  <a:pt x="31" y="24"/>
                </a:cubicBezTo>
                <a:cubicBezTo>
                  <a:pt x="24" y="19"/>
                  <a:pt x="24" y="19"/>
                  <a:pt x="24" y="19"/>
                </a:cubicBezTo>
                <a:cubicBezTo>
                  <a:pt x="21" y="23"/>
                  <a:pt x="21" y="23"/>
                  <a:pt x="21" y="23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32" y="30"/>
                  <a:pt x="32" y="30"/>
                  <a:pt x="32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28"/>
                  <a:pt x="39" y="27"/>
                  <a:pt x="40" y="27"/>
                </a:cubicBezTo>
                <a:cubicBezTo>
                  <a:pt x="41" y="27"/>
                  <a:pt x="42" y="28"/>
                  <a:pt x="43" y="28"/>
                </a:cubicBezTo>
                <a:cubicBezTo>
                  <a:pt x="43" y="29"/>
                  <a:pt x="44" y="30"/>
                  <a:pt x="44" y="31"/>
                </a:cubicBezTo>
                <a:cubicBezTo>
                  <a:pt x="44" y="33"/>
                  <a:pt x="42" y="35"/>
                  <a:pt x="40" y="35"/>
                </a:cubicBezTo>
                <a:cubicBezTo>
                  <a:pt x="39" y="35"/>
                  <a:pt x="38" y="34"/>
                  <a:pt x="38" y="34"/>
                </a:cubicBezTo>
                <a:cubicBezTo>
                  <a:pt x="37" y="33"/>
                  <a:pt x="37" y="33"/>
                  <a:pt x="37" y="33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1" y="34"/>
                  <a:pt x="31" y="34"/>
                </a:cubicBezTo>
                <a:cubicBezTo>
                  <a:pt x="22" y="27"/>
                  <a:pt x="22" y="27"/>
                  <a:pt x="22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8"/>
                  <a:pt x="13" y="38"/>
                  <a:pt x="13" y="39"/>
                </a:cubicBezTo>
                <a:cubicBezTo>
                  <a:pt x="13" y="40"/>
                  <a:pt x="13" y="41"/>
                  <a:pt x="12" y="41"/>
                </a:cubicBezTo>
                <a:cubicBezTo>
                  <a:pt x="11" y="42"/>
                  <a:pt x="10" y="42"/>
                  <a:pt x="9" y="42"/>
                </a:cubicBezTo>
                <a:cubicBezTo>
                  <a:pt x="7" y="42"/>
                  <a:pt x="6" y="41"/>
                  <a:pt x="6" y="39"/>
                </a:cubicBezTo>
                <a:cubicBezTo>
                  <a:pt x="6" y="37"/>
                  <a:pt x="7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15" y="25"/>
                  <a:pt x="15" y="25"/>
                  <a:pt x="15" y="25"/>
                </a:cubicBezTo>
                <a:cubicBezTo>
                  <a:pt x="12" y="24"/>
                  <a:pt x="12" y="24"/>
                  <a:pt x="12" y="24"/>
                </a:cubicBezTo>
                <a:cubicBezTo>
                  <a:pt x="11" y="25"/>
                  <a:pt x="10" y="25"/>
                  <a:pt x="9" y="25"/>
                </a:cubicBezTo>
                <a:cubicBezTo>
                  <a:pt x="7" y="25"/>
                  <a:pt x="6" y="24"/>
                  <a:pt x="6" y="22"/>
                </a:cubicBezTo>
                <a:cubicBezTo>
                  <a:pt x="6" y="20"/>
                  <a:pt x="7" y="18"/>
                  <a:pt x="9" y="18"/>
                </a:cubicBezTo>
                <a:close/>
                <a:moveTo>
                  <a:pt x="1" y="49"/>
                </a:moveTo>
                <a:cubicBezTo>
                  <a:pt x="1" y="49"/>
                  <a:pt x="1" y="49"/>
                  <a:pt x="1" y="49"/>
                </a:cubicBezTo>
                <a:cubicBezTo>
                  <a:pt x="47" y="49"/>
                  <a:pt x="47" y="49"/>
                  <a:pt x="47" y="49"/>
                </a:cubicBezTo>
                <a:cubicBezTo>
                  <a:pt x="48" y="49"/>
                  <a:pt x="48" y="49"/>
                  <a:pt x="48" y="48"/>
                </a:cubicBezTo>
                <a:cubicBezTo>
                  <a:pt x="48" y="47"/>
                  <a:pt x="48" y="47"/>
                  <a:pt x="47" y="47"/>
                </a:cubicBezTo>
                <a:cubicBezTo>
                  <a:pt x="2" y="47"/>
                  <a:pt x="2" y="47"/>
                  <a:pt x="2" y="47"/>
                </a:cubicBezTo>
                <a:cubicBezTo>
                  <a:pt x="2" y="2"/>
                  <a:pt x="2" y="2"/>
                  <a:pt x="2" y="2"/>
                </a:cubicBezTo>
                <a:cubicBezTo>
                  <a:pt x="2" y="1"/>
                  <a:pt x="1" y="0"/>
                  <a:pt x="1" y="0"/>
                </a:cubicBezTo>
                <a:cubicBezTo>
                  <a:pt x="0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0" y="49"/>
                  <a:pt x="1" y="4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04" name="Freeform 138">
            <a:extLst>
              <a:ext uri="{FF2B5EF4-FFF2-40B4-BE49-F238E27FC236}">
                <a16:creationId xmlns:a16="http://schemas.microsoft.com/office/drawing/2014/main" id="{EB1D04F8-BAEF-F624-6DB5-DAED8A71E13D}"/>
              </a:ext>
            </a:extLst>
          </p:cNvPr>
          <p:cNvSpPr>
            <a:spLocks noEditPoints="1"/>
          </p:cNvSpPr>
          <p:nvPr/>
        </p:nvSpPr>
        <p:spPr bwMode="auto">
          <a:xfrm>
            <a:off x="8789919" y="2580666"/>
            <a:ext cx="207433" cy="207433"/>
          </a:xfrm>
          <a:custGeom>
            <a:avLst/>
            <a:gdLst>
              <a:gd name="T0" fmla="*/ 152400 w 49"/>
              <a:gd name="T1" fmla="*/ 149225 h 49"/>
              <a:gd name="T2" fmla="*/ 9525 w 49"/>
              <a:gd name="T3" fmla="*/ 149225 h 49"/>
              <a:gd name="T4" fmla="*/ 9525 w 49"/>
              <a:gd name="T5" fmla="*/ 6350 h 49"/>
              <a:gd name="T6" fmla="*/ 3175 w 49"/>
              <a:gd name="T7" fmla="*/ 0 h 49"/>
              <a:gd name="T8" fmla="*/ 0 w 49"/>
              <a:gd name="T9" fmla="*/ 6350 h 49"/>
              <a:gd name="T10" fmla="*/ 0 w 49"/>
              <a:gd name="T11" fmla="*/ 152400 h 49"/>
              <a:gd name="T12" fmla="*/ 3175 w 49"/>
              <a:gd name="T13" fmla="*/ 155575 h 49"/>
              <a:gd name="T14" fmla="*/ 152400 w 49"/>
              <a:gd name="T15" fmla="*/ 155575 h 49"/>
              <a:gd name="T16" fmla="*/ 155575 w 49"/>
              <a:gd name="T17" fmla="*/ 152400 h 49"/>
              <a:gd name="T18" fmla="*/ 152400 w 49"/>
              <a:gd name="T19" fmla="*/ 149225 h 49"/>
              <a:gd name="T20" fmla="*/ 69850 w 49"/>
              <a:gd name="T21" fmla="*/ 142875 h 49"/>
              <a:gd name="T22" fmla="*/ 69850 w 49"/>
              <a:gd name="T23" fmla="*/ 142875 h 49"/>
              <a:gd name="T24" fmla="*/ 95250 w 49"/>
              <a:gd name="T25" fmla="*/ 142875 h 49"/>
              <a:gd name="T26" fmla="*/ 101600 w 49"/>
              <a:gd name="T27" fmla="*/ 136525 h 49"/>
              <a:gd name="T28" fmla="*/ 101600 w 49"/>
              <a:gd name="T29" fmla="*/ 15875 h 49"/>
              <a:gd name="T30" fmla="*/ 95250 w 49"/>
              <a:gd name="T31" fmla="*/ 9525 h 49"/>
              <a:gd name="T32" fmla="*/ 69850 w 49"/>
              <a:gd name="T33" fmla="*/ 9525 h 49"/>
              <a:gd name="T34" fmla="*/ 63500 w 49"/>
              <a:gd name="T35" fmla="*/ 15875 h 49"/>
              <a:gd name="T36" fmla="*/ 63500 w 49"/>
              <a:gd name="T37" fmla="*/ 136525 h 49"/>
              <a:gd name="T38" fmla="*/ 69850 w 49"/>
              <a:gd name="T39" fmla="*/ 142875 h 49"/>
              <a:gd name="T40" fmla="*/ 76200 w 49"/>
              <a:gd name="T41" fmla="*/ 22225 h 49"/>
              <a:gd name="T42" fmla="*/ 76200 w 49"/>
              <a:gd name="T43" fmla="*/ 22225 h 49"/>
              <a:gd name="T44" fmla="*/ 88900 w 49"/>
              <a:gd name="T45" fmla="*/ 22225 h 49"/>
              <a:gd name="T46" fmla="*/ 88900 w 49"/>
              <a:gd name="T47" fmla="*/ 130175 h 49"/>
              <a:gd name="T48" fmla="*/ 76200 w 49"/>
              <a:gd name="T49" fmla="*/ 130175 h 49"/>
              <a:gd name="T50" fmla="*/ 76200 w 49"/>
              <a:gd name="T51" fmla="*/ 22225 h 49"/>
              <a:gd name="T52" fmla="*/ 22225 w 49"/>
              <a:gd name="T53" fmla="*/ 142875 h 49"/>
              <a:gd name="T54" fmla="*/ 22225 w 49"/>
              <a:gd name="T55" fmla="*/ 142875 h 49"/>
              <a:gd name="T56" fmla="*/ 50800 w 49"/>
              <a:gd name="T57" fmla="*/ 142875 h 49"/>
              <a:gd name="T58" fmla="*/ 53975 w 49"/>
              <a:gd name="T59" fmla="*/ 136525 h 49"/>
              <a:gd name="T60" fmla="*/ 53975 w 49"/>
              <a:gd name="T61" fmla="*/ 95250 h 49"/>
              <a:gd name="T62" fmla="*/ 50800 w 49"/>
              <a:gd name="T63" fmla="*/ 88900 h 49"/>
              <a:gd name="T64" fmla="*/ 22225 w 49"/>
              <a:gd name="T65" fmla="*/ 88900 h 49"/>
              <a:gd name="T66" fmla="*/ 15875 w 49"/>
              <a:gd name="T67" fmla="*/ 95250 h 49"/>
              <a:gd name="T68" fmla="*/ 15875 w 49"/>
              <a:gd name="T69" fmla="*/ 136525 h 49"/>
              <a:gd name="T70" fmla="*/ 22225 w 49"/>
              <a:gd name="T71" fmla="*/ 142875 h 49"/>
              <a:gd name="T72" fmla="*/ 28575 w 49"/>
              <a:gd name="T73" fmla="*/ 98425 h 49"/>
              <a:gd name="T74" fmla="*/ 28575 w 49"/>
              <a:gd name="T75" fmla="*/ 98425 h 49"/>
              <a:gd name="T76" fmla="*/ 44450 w 49"/>
              <a:gd name="T77" fmla="*/ 98425 h 49"/>
              <a:gd name="T78" fmla="*/ 44450 w 49"/>
              <a:gd name="T79" fmla="*/ 130175 h 49"/>
              <a:gd name="T80" fmla="*/ 28575 w 49"/>
              <a:gd name="T81" fmla="*/ 130175 h 49"/>
              <a:gd name="T82" fmla="*/ 28575 w 49"/>
              <a:gd name="T83" fmla="*/ 98425 h 49"/>
              <a:gd name="T84" fmla="*/ 117475 w 49"/>
              <a:gd name="T85" fmla="*/ 142875 h 49"/>
              <a:gd name="T86" fmla="*/ 117475 w 49"/>
              <a:gd name="T87" fmla="*/ 142875 h 49"/>
              <a:gd name="T88" fmla="*/ 142875 w 49"/>
              <a:gd name="T89" fmla="*/ 142875 h 49"/>
              <a:gd name="T90" fmla="*/ 149225 w 49"/>
              <a:gd name="T91" fmla="*/ 136525 h 49"/>
              <a:gd name="T92" fmla="*/ 149225 w 49"/>
              <a:gd name="T93" fmla="*/ 47625 h 49"/>
              <a:gd name="T94" fmla="*/ 142875 w 49"/>
              <a:gd name="T95" fmla="*/ 41275 h 49"/>
              <a:gd name="T96" fmla="*/ 117475 w 49"/>
              <a:gd name="T97" fmla="*/ 41275 h 49"/>
              <a:gd name="T98" fmla="*/ 111125 w 49"/>
              <a:gd name="T99" fmla="*/ 47625 h 49"/>
              <a:gd name="T100" fmla="*/ 111125 w 49"/>
              <a:gd name="T101" fmla="*/ 136525 h 49"/>
              <a:gd name="T102" fmla="*/ 117475 w 49"/>
              <a:gd name="T103" fmla="*/ 142875 h 49"/>
              <a:gd name="T104" fmla="*/ 120650 w 49"/>
              <a:gd name="T105" fmla="*/ 53975 h 49"/>
              <a:gd name="T106" fmla="*/ 120650 w 49"/>
              <a:gd name="T107" fmla="*/ 53975 h 49"/>
              <a:gd name="T108" fmla="*/ 136525 w 49"/>
              <a:gd name="T109" fmla="*/ 53975 h 49"/>
              <a:gd name="T110" fmla="*/ 136525 w 49"/>
              <a:gd name="T111" fmla="*/ 130175 h 49"/>
              <a:gd name="T112" fmla="*/ 120650 w 49"/>
              <a:gd name="T113" fmla="*/ 130175 h 49"/>
              <a:gd name="T114" fmla="*/ 120650 w 49"/>
              <a:gd name="T115" fmla="*/ 53975 h 49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49" h="49">
                <a:moveTo>
                  <a:pt x="48" y="47"/>
                </a:moveTo>
                <a:cubicBezTo>
                  <a:pt x="3" y="47"/>
                  <a:pt x="3" y="47"/>
                  <a:pt x="3" y="47"/>
                </a:cubicBezTo>
                <a:cubicBezTo>
                  <a:pt x="3" y="2"/>
                  <a:pt x="3" y="2"/>
                  <a:pt x="3" y="2"/>
                </a:cubicBezTo>
                <a:cubicBezTo>
                  <a:pt x="3" y="1"/>
                  <a:pt x="2" y="0"/>
                  <a:pt x="1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1" y="49"/>
                  <a:pt x="1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49"/>
                  <a:pt x="49" y="49"/>
                  <a:pt x="49" y="48"/>
                </a:cubicBezTo>
                <a:cubicBezTo>
                  <a:pt x="49" y="47"/>
                  <a:pt x="48" y="47"/>
                  <a:pt x="48" y="47"/>
                </a:cubicBezTo>
                <a:close/>
                <a:moveTo>
                  <a:pt x="22" y="45"/>
                </a:moveTo>
                <a:cubicBezTo>
                  <a:pt x="22" y="45"/>
                  <a:pt x="22" y="45"/>
                  <a:pt x="22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1" y="45"/>
                  <a:pt x="32" y="44"/>
                  <a:pt x="32" y="43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4"/>
                  <a:pt x="31" y="3"/>
                  <a:pt x="30" y="3"/>
                </a:cubicBezTo>
                <a:cubicBezTo>
                  <a:pt x="22" y="3"/>
                  <a:pt x="22" y="3"/>
                  <a:pt x="22" y="3"/>
                </a:cubicBezTo>
                <a:cubicBezTo>
                  <a:pt x="21" y="3"/>
                  <a:pt x="20" y="4"/>
                  <a:pt x="20" y="5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4"/>
                  <a:pt x="21" y="45"/>
                  <a:pt x="22" y="45"/>
                </a:cubicBezTo>
                <a:close/>
                <a:moveTo>
                  <a:pt x="24" y="7"/>
                </a:moveTo>
                <a:cubicBezTo>
                  <a:pt x="24" y="7"/>
                  <a:pt x="24" y="7"/>
                  <a:pt x="24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41"/>
                  <a:pt x="28" y="41"/>
                  <a:pt x="28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7"/>
                  <a:pt x="24" y="7"/>
                  <a:pt x="24" y="7"/>
                </a:cubicBezTo>
                <a:close/>
                <a:moveTo>
                  <a:pt x="7" y="45"/>
                </a:moveTo>
                <a:cubicBezTo>
                  <a:pt x="7" y="45"/>
                  <a:pt x="7" y="45"/>
                  <a:pt x="7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7" y="45"/>
                  <a:pt x="17" y="44"/>
                  <a:pt x="17" y="43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28"/>
                  <a:pt x="17" y="28"/>
                  <a:pt x="16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6" y="28"/>
                  <a:pt x="5" y="28"/>
                  <a:pt x="5" y="30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44"/>
                  <a:pt x="6" y="45"/>
                  <a:pt x="7" y="45"/>
                </a:cubicBezTo>
                <a:close/>
                <a:moveTo>
                  <a:pt x="9" y="31"/>
                </a:moveTo>
                <a:cubicBezTo>
                  <a:pt x="9" y="31"/>
                  <a:pt x="9" y="31"/>
                  <a:pt x="9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41"/>
                  <a:pt x="14" y="41"/>
                  <a:pt x="14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31"/>
                  <a:pt x="9" y="31"/>
                  <a:pt x="9" y="31"/>
                </a:cubicBezTo>
                <a:close/>
                <a:moveTo>
                  <a:pt x="37" y="45"/>
                </a:moveTo>
                <a:cubicBezTo>
                  <a:pt x="37" y="45"/>
                  <a:pt x="37" y="45"/>
                  <a:pt x="37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46" y="45"/>
                  <a:pt x="47" y="44"/>
                  <a:pt x="47" y="43"/>
                </a:cubicBezTo>
                <a:cubicBezTo>
                  <a:pt x="47" y="15"/>
                  <a:pt x="47" y="15"/>
                  <a:pt x="47" y="15"/>
                </a:cubicBezTo>
                <a:cubicBezTo>
                  <a:pt x="47" y="14"/>
                  <a:pt x="46" y="13"/>
                  <a:pt x="45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5" y="13"/>
                  <a:pt x="35" y="14"/>
                  <a:pt x="35" y="15"/>
                </a:cubicBezTo>
                <a:cubicBezTo>
                  <a:pt x="35" y="43"/>
                  <a:pt x="35" y="43"/>
                  <a:pt x="35" y="43"/>
                </a:cubicBezTo>
                <a:cubicBezTo>
                  <a:pt x="35" y="44"/>
                  <a:pt x="35" y="45"/>
                  <a:pt x="37" y="45"/>
                </a:cubicBezTo>
                <a:close/>
                <a:moveTo>
                  <a:pt x="38" y="17"/>
                </a:moveTo>
                <a:cubicBezTo>
                  <a:pt x="38" y="17"/>
                  <a:pt x="38" y="17"/>
                  <a:pt x="38" y="17"/>
                </a:cubicBezTo>
                <a:cubicBezTo>
                  <a:pt x="43" y="17"/>
                  <a:pt x="43" y="17"/>
                  <a:pt x="43" y="17"/>
                </a:cubicBezTo>
                <a:cubicBezTo>
                  <a:pt x="43" y="41"/>
                  <a:pt x="43" y="41"/>
                  <a:pt x="43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17"/>
                  <a:pt x="38" y="17"/>
                  <a:pt x="38" y="1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05" name="Freeform 139">
            <a:extLst>
              <a:ext uri="{FF2B5EF4-FFF2-40B4-BE49-F238E27FC236}">
                <a16:creationId xmlns:a16="http://schemas.microsoft.com/office/drawing/2014/main" id="{AF189891-1166-C6CE-D7A3-BAF9AC906FD2}"/>
              </a:ext>
            </a:extLst>
          </p:cNvPr>
          <p:cNvSpPr>
            <a:spLocks noEditPoints="1"/>
          </p:cNvSpPr>
          <p:nvPr/>
        </p:nvSpPr>
        <p:spPr bwMode="auto">
          <a:xfrm>
            <a:off x="8059668" y="2580665"/>
            <a:ext cx="182033" cy="211667"/>
          </a:xfrm>
          <a:custGeom>
            <a:avLst/>
            <a:gdLst>
              <a:gd name="T0" fmla="*/ 57150 w 43"/>
              <a:gd name="T1" fmla="*/ 101600 h 50"/>
              <a:gd name="T2" fmla="*/ 57150 w 43"/>
              <a:gd name="T3" fmla="*/ 57150 h 50"/>
              <a:gd name="T4" fmla="*/ 85725 w 43"/>
              <a:gd name="T5" fmla="*/ 44450 h 50"/>
              <a:gd name="T6" fmla="*/ 53975 w 43"/>
              <a:gd name="T7" fmla="*/ 50800 h 50"/>
              <a:gd name="T8" fmla="*/ 53975 w 43"/>
              <a:gd name="T9" fmla="*/ 104775 h 50"/>
              <a:gd name="T10" fmla="*/ 107950 w 43"/>
              <a:gd name="T11" fmla="*/ 104775 h 50"/>
              <a:gd name="T12" fmla="*/ 117475 w 43"/>
              <a:gd name="T13" fmla="*/ 69850 h 50"/>
              <a:gd name="T14" fmla="*/ 111125 w 43"/>
              <a:gd name="T15" fmla="*/ 57150 h 50"/>
              <a:gd name="T16" fmla="*/ 111125 w 43"/>
              <a:gd name="T17" fmla="*/ 69850 h 50"/>
              <a:gd name="T18" fmla="*/ 104775 w 43"/>
              <a:gd name="T19" fmla="*/ 101600 h 50"/>
              <a:gd name="T20" fmla="*/ 79375 w 43"/>
              <a:gd name="T21" fmla="*/ 130175 h 50"/>
              <a:gd name="T22" fmla="*/ 44450 w 43"/>
              <a:gd name="T23" fmla="*/ 114300 h 50"/>
              <a:gd name="T24" fmla="*/ 44450 w 43"/>
              <a:gd name="T25" fmla="*/ 44450 h 50"/>
              <a:gd name="T26" fmla="*/ 85725 w 43"/>
              <a:gd name="T27" fmla="*/ 25400 h 50"/>
              <a:gd name="T28" fmla="*/ 41275 w 43"/>
              <a:gd name="T29" fmla="*/ 38100 h 50"/>
              <a:gd name="T30" fmla="*/ 41275 w 43"/>
              <a:gd name="T31" fmla="*/ 120650 h 50"/>
              <a:gd name="T32" fmla="*/ 117475 w 43"/>
              <a:gd name="T33" fmla="*/ 123825 h 50"/>
              <a:gd name="T34" fmla="*/ 133350 w 43"/>
              <a:gd name="T35" fmla="*/ 88900 h 50"/>
              <a:gd name="T36" fmla="*/ 111125 w 43"/>
              <a:gd name="T37" fmla="*/ 117475 h 50"/>
              <a:gd name="T38" fmla="*/ 114300 w 43"/>
              <a:gd name="T39" fmla="*/ 136525 h 50"/>
              <a:gd name="T40" fmla="*/ 98425 w 43"/>
              <a:gd name="T41" fmla="*/ 142875 h 50"/>
              <a:gd name="T42" fmla="*/ 31750 w 43"/>
              <a:gd name="T43" fmla="*/ 127000 h 50"/>
              <a:gd name="T44" fmla="*/ 31750 w 43"/>
              <a:gd name="T45" fmla="*/ 31750 h 50"/>
              <a:gd name="T46" fmla="*/ 85725 w 43"/>
              <a:gd name="T47" fmla="*/ 6350 h 50"/>
              <a:gd name="T48" fmla="*/ 25400 w 43"/>
              <a:gd name="T49" fmla="*/ 22225 h 50"/>
              <a:gd name="T50" fmla="*/ 25400 w 43"/>
              <a:gd name="T51" fmla="*/ 136525 h 50"/>
              <a:gd name="T52" fmla="*/ 101600 w 43"/>
              <a:gd name="T53" fmla="*/ 155575 h 50"/>
              <a:gd name="T54" fmla="*/ 123825 w 43"/>
              <a:gd name="T55" fmla="*/ 139700 h 50"/>
              <a:gd name="T56" fmla="*/ 79375 w 43"/>
              <a:gd name="T57" fmla="*/ 60325 h 50"/>
              <a:gd name="T58" fmla="*/ 66675 w 43"/>
              <a:gd name="T59" fmla="*/ 63500 h 50"/>
              <a:gd name="T60" fmla="*/ 66675 w 43"/>
              <a:gd name="T61" fmla="*/ 63500 h 50"/>
              <a:gd name="T62" fmla="*/ 66675 w 43"/>
              <a:gd name="T63" fmla="*/ 92075 h 50"/>
              <a:gd name="T64" fmla="*/ 66675 w 43"/>
              <a:gd name="T65" fmla="*/ 92075 h 50"/>
              <a:gd name="T66" fmla="*/ 95250 w 43"/>
              <a:gd name="T67" fmla="*/ 92075 h 50"/>
              <a:gd name="T68" fmla="*/ 101600 w 43"/>
              <a:gd name="T69" fmla="*/ 79375 h 50"/>
              <a:gd name="T70" fmla="*/ 95250 w 43"/>
              <a:gd name="T71" fmla="*/ 63500 h 50"/>
              <a:gd name="T72" fmla="*/ 79375 w 43"/>
              <a:gd name="T73" fmla="*/ 60325 h 50"/>
              <a:gd name="T74" fmla="*/ 88900 w 43"/>
              <a:gd name="T75" fmla="*/ 88900 h 50"/>
              <a:gd name="T76" fmla="*/ 79375 w 43"/>
              <a:gd name="T77" fmla="*/ 92075 h 50"/>
              <a:gd name="T78" fmla="*/ 73025 w 43"/>
              <a:gd name="T79" fmla="*/ 88900 h 50"/>
              <a:gd name="T80" fmla="*/ 73025 w 43"/>
              <a:gd name="T81" fmla="*/ 69850 h 50"/>
              <a:gd name="T82" fmla="*/ 79375 w 43"/>
              <a:gd name="T83" fmla="*/ 66675 h 50"/>
              <a:gd name="T84" fmla="*/ 88900 w 43"/>
              <a:gd name="T85" fmla="*/ 69850 h 50"/>
              <a:gd name="T86" fmla="*/ 88900 w 43"/>
              <a:gd name="T87" fmla="*/ 88900 h 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3" h="50">
                <a:moveTo>
                  <a:pt x="25" y="35"/>
                </a:moveTo>
                <a:cubicBezTo>
                  <a:pt x="23" y="35"/>
                  <a:pt x="20" y="34"/>
                  <a:pt x="18" y="32"/>
                </a:cubicBezTo>
                <a:cubicBezTo>
                  <a:pt x="17" y="30"/>
                  <a:pt x="16" y="28"/>
                  <a:pt x="16" y="25"/>
                </a:cubicBezTo>
                <a:cubicBezTo>
                  <a:pt x="16" y="22"/>
                  <a:pt x="17" y="20"/>
                  <a:pt x="18" y="18"/>
                </a:cubicBezTo>
                <a:cubicBezTo>
                  <a:pt x="20" y="16"/>
                  <a:pt x="23" y="15"/>
                  <a:pt x="25" y="15"/>
                </a:cubicBezTo>
                <a:cubicBezTo>
                  <a:pt x="26" y="15"/>
                  <a:pt x="27" y="14"/>
                  <a:pt x="27" y="14"/>
                </a:cubicBezTo>
                <a:cubicBezTo>
                  <a:pt x="27" y="13"/>
                  <a:pt x="26" y="13"/>
                  <a:pt x="25" y="13"/>
                </a:cubicBezTo>
                <a:cubicBezTo>
                  <a:pt x="22" y="13"/>
                  <a:pt x="19" y="14"/>
                  <a:pt x="17" y="16"/>
                </a:cubicBezTo>
                <a:cubicBezTo>
                  <a:pt x="15" y="18"/>
                  <a:pt x="13" y="21"/>
                  <a:pt x="13" y="25"/>
                </a:cubicBezTo>
                <a:cubicBezTo>
                  <a:pt x="13" y="28"/>
                  <a:pt x="15" y="31"/>
                  <a:pt x="17" y="33"/>
                </a:cubicBezTo>
                <a:cubicBezTo>
                  <a:pt x="19" y="36"/>
                  <a:pt x="22" y="37"/>
                  <a:pt x="25" y="37"/>
                </a:cubicBezTo>
                <a:cubicBezTo>
                  <a:pt x="29" y="37"/>
                  <a:pt x="32" y="36"/>
                  <a:pt x="34" y="33"/>
                </a:cubicBezTo>
                <a:cubicBezTo>
                  <a:pt x="36" y="31"/>
                  <a:pt x="38" y="28"/>
                  <a:pt x="38" y="25"/>
                </a:cubicBezTo>
                <a:cubicBezTo>
                  <a:pt x="38" y="24"/>
                  <a:pt x="38" y="23"/>
                  <a:pt x="37" y="22"/>
                </a:cubicBezTo>
                <a:cubicBezTo>
                  <a:pt x="37" y="21"/>
                  <a:pt x="37" y="20"/>
                  <a:pt x="36" y="19"/>
                </a:cubicBezTo>
                <a:cubicBezTo>
                  <a:pt x="36" y="18"/>
                  <a:pt x="35" y="18"/>
                  <a:pt x="35" y="18"/>
                </a:cubicBezTo>
                <a:cubicBezTo>
                  <a:pt x="34" y="19"/>
                  <a:pt x="34" y="19"/>
                  <a:pt x="34" y="20"/>
                </a:cubicBezTo>
                <a:cubicBezTo>
                  <a:pt x="35" y="21"/>
                  <a:pt x="35" y="21"/>
                  <a:pt x="35" y="22"/>
                </a:cubicBezTo>
                <a:cubicBezTo>
                  <a:pt x="35" y="23"/>
                  <a:pt x="35" y="24"/>
                  <a:pt x="35" y="25"/>
                </a:cubicBezTo>
                <a:cubicBezTo>
                  <a:pt x="35" y="28"/>
                  <a:pt x="34" y="30"/>
                  <a:pt x="33" y="32"/>
                </a:cubicBezTo>
                <a:cubicBezTo>
                  <a:pt x="31" y="34"/>
                  <a:pt x="28" y="35"/>
                  <a:pt x="25" y="35"/>
                </a:cubicBezTo>
                <a:close/>
                <a:moveTo>
                  <a:pt x="25" y="41"/>
                </a:moveTo>
                <a:cubicBezTo>
                  <a:pt x="25" y="41"/>
                  <a:pt x="25" y="41"/>
                  <a:pt x="25" y="41"/>
                </a:cubicBezTo>
                <a:cubicBezTo>
                  <a:pt x="21" y="41"/>
                  <a:pt x="17" y="39"/>
                  <a:pt x="14" y="36"/>
                </a:cubicBezTo>
                <a:cubicBezTo>
                  <a:pt x="11" y="33"/>
                  <a:pt x="10" y="29"/>
                  <a:pt x="10" y="25"/>
                </a:cubicBezTo>
                <a:cubicBezTo>
                  <a:pt x="10" y="20"/>
                  <a:pt x="11" y="16"/>
                  <a:pt x="14" y="14"/>
                </a:cubicBezTo>
                <a:cubicBezTo>
                  <a:pt x="17" y="11"/>
                  <a:pt x="21" y="9"/>
                  <a:pt x="25" y="9"/>
                </a:cubicBezTo>
                <a:cubicBezTo>
                  <a:pt x="26" y="9"/>
                  <a:pt x="27" y="8"/>
                  <a:pt x="27" y="8"/>
                </a:cubicBezTo>
                <a:cubicBezTo>
                  <a:pt x="27" y="7"/>
                  <a:pt x="26" y="7"/>
                  <a:pt x="25" y="7"/>
                </a:cubicBezTo>
                <a:cubicBezTo>
                  <a:pt x="20" y="7"/>
                  <a:pt x="16" y="9"/>
                  <a:pt x="13" y="12"/>
                </a:cubicBezTo>
                <a:cubicBezTo>
                  <a:pt x="9" y="15"/>
                  <a:pt x="7" y="20"/>
                  <a:pt x="7" y="25"/>
                </a:cubicBezTo>
                <a:cubicBezTo>
                  <a:pt x="7" y="30"/>
                  <a:pt x="9" y="34"/>
                  <a:pt x="13" y="38"/>
                </a:cubicBezTo>
                <a:cubicBezTo>
                  <a:pt x="16" y="41"/>
                  <a:pt x="20" y="43"/>
                  <a:pt x="25" y="43"/>
                </a:cubicBezTo>
                <a:cubicBezTo>
                  <a:pt x="30" y="43"/>
                  <a:pt x="33" y="42"/>
                  <a:pt x="37" y="39"/>
                </a:cubicBezTo>
                <a:cubicBezTo>
                  <a:pt x="40" y="37"/>
                  <a:pt x="42" y="34"/>
                  <a:pt x="43" y="30"/>
                </a:cubicBezTo>
                <a:cubicBezTo>
                  <a:pt x="43" y="29"/>
                  <a:pt x="43" y="28"/>
                  <a:pt x="42" y="28"/>
                </a:cubicBezTo>
                <a:cubicBezTo>
                  <a:pt x="42" y="28"/>
                  <a:pt x="41" y="28"/>
                  <a:pt x="41" y="29"/>
                </a:cubicBezTo>
                <a:cubicBezTo>
                  <a:pt x="40" y="32"/>
                  <a:pt x="38" y="35"/>
                  <a:pt x="35" y="37"/>
                </a:cubicBezTo>
                <a:cubicBezTo>
                  <a:pt x="32" y="40"/>
                  <a:pt x="29" y="41"/>
                  <a:pt x="25" y="41"/>
                </a:cubicBezTo>
                <a:close/>
                <a:moveTo>
                  <a:pt x="36" y="43"/>
                </a:moveTo>
                <a:cubicBezTo>
                  <a:pt x="36" y="43"/>
                  <a:pt x="36" y="43"/>
                  <a:pt x="36" y="43"/>
                </a:cubicBezTo>
                <a:cubicBezTo>
                  <a:pt x="34" y="44"/>
                  <a:pt x="33" y="45"/>
                  <a:pt x="31" y="45"/>
                </a:cubicBezTo>
                <a:cubicBezTo>
                  <a:pt x="29" y="46"/>
                  <a:pt x="27" y="46"/>
                  <a:pt x="25" y="46"/>
                </a:cubicBezTo>
                <a:cubicBezTo>
                  <a:pt x="20" y="46"/>
                  <a:pt x="14" y="44"/>
                  <a:pt x="10" y="40"/>
                </a:cubicBezTo>
                <a:cubicBezTo>
                  <a:pt x="7" y="36"/>
                  <a:pt x="4" y="31"/>
                  <a:pt x="4" y="25"/>
                </a:cubicBezTo>
                <a:cubicBezTo>
                  <a:pt x="4" y="19"/>
                  <a:pt x="7" y="14"/>
                  <a:pt x="10" y="10"/>
                </a:cubicBezTo>
                <a:cubicBezTo>
                  <a:pt x="14" y="6"/>
                  <a:pt x="20" y="4"/>
                  <a:pt x="25" y="4"/>
                </a:cubicBezTo>
                <a:cubicBezTo>
                  <a:pt x="27" y="4"/>
                  <a:pt x="27" y="3"/>
                  <a:pt x="27" y="2"/>
                </a:cubicBezTo>
                <a:cubicBezTo>
                  <a:pt x="27" y="1"/>
                  <a:pt x="27" y="0"/>
                  <a:pt x="25" y="0"/>
                </a:cubicBezTo>
                <a:cubicBezTo>
                  <a:pt x="19" y="0"/>
                  <a:pt x="12" y="3"/>
                  <a:pt x="8" y="7"/>
                </a:cubicBezTo>
                <a:cubicBezTo>
                  <a:pt x="3" y="12"/>
                  <a:pt x="0" y="18"/>
                  <a:pt x="0" y="25"/>
                </a:cubicBezTo>
                <a:cubicBezTo>
                  <a:pt x="0" y="32"/>
                  <a:pt x="3" y="38"/>
                  <a:pt x="8" y="43"/>
                </a:cubicBezTo>
                <a:cubicBezTo>
                  <a:pt x="12" y="47"/>
                  <a:pt x="19" y="50"/>
                  <a:pt x="25" y="50"/>
                </a:cubicBezTo>
                <a:cubicBezTo>
                  <a:pt x="28" y="50"/>
                  <a:pt x="30" y="50"/>
                  <a:pt x="32" y="49"/>
                </a:cubicBezTo>
                <a:cubicBezTo>
                  <a:pt x="34" y="48"/>
                  <a:pt x="36" y="48"/>
                  <a:pt x="38" y="47"/>
                </a:cubicBezTo>
                <a:cubicBezTo>
                  <a:pt x="39" y="46"/>
                  <a:pt x="39" y="45"/>
                  <a:pt x="39" y="44"/>
                </a:cubicBezTo>
                <a:cubicBezTo>
                  <a:pt x="38" y="43"/>
                  <a:pt x="37" y="43"/>
                  <a:pt x="36" y="43"/>
                </a:cubicBezTo>
                <a:close/>
                <a:moveTo>
                  <a:pt x="25" y="19"/>
                </a:moveTo>
                <a:cubicBezTo>
                  <a:pt x="25" y="19"/>
                  <a:pt x="25" y="19"/>
                  <a:pt x="25" y="19"/>
                </a:cubicBezTo>
                <a:cubicBezTo>
                  <a:pt x="24" y="19"/>
                  <a:pt x="22" y="19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0" y="22"/>
                  <a:pt x="19" y="23"/>
                  <a:pt x="19" y="25"/>
                </a:cubicBezTo>
                <a:cubicBezTo>
                  <a:pt x="19" y="27"/>
                  <a:pt x="20" y="28"/>
                  <a:pt x="21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2" y="30"/>
                  <a:pt x="24" y="31"/>
                  <a:pt x="25" y="31"/>
                </a:cubicBezTo>
                <a:cubicBezTo>
                  <a:pt x="27" y="31"/>
                  <a:pt x="29" y="30"/>
                  <a:pt x="30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1" y="28"/>
                  <a:pt x="32" y="27"/>
                  <a:pt x="32" y="25"/>
                </a:cubicBezTo>
                <a:cubicBezTo>
                  <a:pt x="32" y="23"/>
                  <a:pt x="31" y="22"/>
                  <a:pt x="3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29" y="19"/>
                  <a:pt x="27" y="19"/>
                  <a:pt x="25" y="19"/>
                </a:cubicBezTo>
                <a:close/>
                <a:moveTo>
                  <a:pt x="28" y="28"/>
                </a:move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7" y="29"/>
                  <a:pt x="25" y="29"/>
                </a:cubicBezTo>
                <a:cubicBezTo>
                  <a:pt x="24" y="29"/>
                  <a:pt x="23" y="28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2" y="27"/>
                  <a:pt x="22" y="26"/>
                  <a:pt x="22" y="25"/>
                </a:cubicBezTo>
                <a:cubicBezTo>
                  <a:pt x="22" y="24"/>
                  <a:pt x="22" y="23"/>
                  <a:pt x="23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1"/>
                  <a:pt x="24" y="21"/>
                  <a:pt x="25" y="21"/>
                </a:cubicBezTo>
                <a:cubicBezTo>
                  <a:pt x="27" y="21"/>
                  <a:pt x="28" y="21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9" y="23"/>
                  <a:pt x="29" y="24"/>
                  <a:pt x="29" y="25"/>
                </a:cubicBezTo>
                <a:cubicBezTo>
                  <a:pt x="29" y="26"/>
                  <a:pt x="29" y="27"/>
                  <a:pt x="28" y="2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06" name="Freeform 140">
            <a:extLst>
              <a:ext uri="{FF2B5EF4-FFF2-40B4-BE49-F238E27FC236}">
                <a16:creationId xmlns:a16="http://schemas.microsoft.com/office/drawing/2014/main" id="{97950C7C-A494-880B-E824-B037C9933FDE}"/>
              </a:ext>
            </a:extLst>
          </p:cNvPr>
          <p:cNvSpPr>
            <a:spLocks noEditPoints="1"/>
          </p:cNvSpPr>
          <p:nvPr/>
        </p:nvSpPr>
        <p:spPr bwMode="auto">
          <a:xfrm>
            <a:off x="11391301" y="2159447"/>
            <a:ext cx="211667" cy="211667"/>
          </a:xfrm>
          <a:custGeom>
            <a:avLst/>
            <a:gdLst>
              <a:gd name="T0" fmla="*/ 117475 w 50"/>
              <a:gd name="T1" fmla="*/ 9525 h 50"/>
              <a:gd name="T2" fmla="*/ 92075 w 50"/>
              <a:gd name="T3" fmla="*/ 0 h 50"/>
              <a:gd name="T4" fmla="*/ 85725 w 50"/>
              <a:gd name="T5" fmla="*/ 38100 h 50"/>
              <a:gd name="T6" fmla="*/ 92075 w 50"/>
              <a:gd name="T7" fmla="*/ 44450 h 50"/>
              <a:gd name="T8" fmla="*/ 114300 w 50"/>
              <a:gd name="T9" fmla="*/ 63500 h 50"/>
              <a:gd name="T10" fmla="*/ 117475 w 50"/>
              <a:gd name="T11" fmla="*/ 88900 h 50"/>
              <a:gd name="T12" fmla="*/ 114300 w 50"/>
              <a:gd name="T13" fmla="*/ 104775 h 50"/>
              <a:gd name="T14" fmla="*/ 136525 w 50"/>
              <a:gd name="T15" fmla="*/ 127000 h 50"/>
              <a:gd name="T16" fmla="*/ 155575 w 50"/>
              <a:gd name="T17" fmla="*/ 104775 h 50"/>
              <a:gd name="T18" fmla="*/ 152400 w 50"/>
              <a:gd name="T19" fmla="*/ 47625 h 50"/>
              <a:gd name="T20" fmla="*/ 142875 w 50"/>
              <a:gd name="T21" fmla="*/ 98425 h 50"/>
              <a:gd name="T22" fmla="*/ 127000 w 50"/>
              <a:gd name="T23" fmla="*/ 98425 h 50"/>
              <a:gd name="T24" fmla="*/ 130175 w 50"/>
              <a:gd name="T25" fmla="*/ 79375 h 50"/>
              <a:gd name="T26" fmla="*/ 104775 w 50"/>
              <a:gd name="T27" fmla="*/ 34925 h 50"/>
              <a:gd name="T28" fmla="*/ 98425 w 50"/>
              <a:gd name="T29" fmla="*/ 12700 h 50"/>
              <a:gd name="T30" fmla="*/ 142875 w 50"/>
              <a:gd name="T31" fmla="*/ 53975 h 50"/>
              <a:gd name="T32" fmla="*/ 142875 w 50"/>
              <a:gd name="T33" fmla="*/ 98425 h 50"/>
              <a:gd name="T34" fmla="*/ 104775 w 50"/>
              <a:gd name="T35" fmla="*/ 114300 h 50"/>
              <a:gd name="T36" fmla="*/ 66675 w 50"/>
              <a:gd name="T37" fmla="*/ 114300 h 50"/>
              <a:gd name="T38" fmla="*/ 41275 w 50"/>
              <a:gd name="T39" fmla="*/ 79375 h 50"/>
              <a:gd name="T40" fmla="*/ 60325 w 50"/>
              <a:gd name="T41" fmla="*/ 47625 h 50"/>
              <a:gd name="T42" fmla="*/ 73025 w 50"/>
              <a:gd name="T43" fmla="*/ 38100 h 50"/>
              <a:gd name="T44" fmla="*/ 73025 w 50"/>
              <a:gd name="T45" fmla="*/ 6350 h 50"/>
              <a:gd name="T46" fmla="*/ 44450 w 50"/>
              <a:gd name="T47" fmla="*/ 9525 h 50"/>
              <a:gd name="T48" fmla="*/ 0 w 50"/>
              <a:gd name="T49" fmla="*/ 79375 h 50"/>
              <a:gd name="T50" fmla="*/ 79375 w 50"/>
              <a:gd name="T51" fmla="*/ 158750 h 50"/>
              <a:gd name="T52" fmla="*/ 127000 w 50"/>
              <a:gd name="T53" fmla="*/ 142875 h 50"/>
              <a:gd name="T54" fmla="*/ 127000 w 50"/>
              <a:gd name="T55" fmla="*/ 133350 h 50"/>
              <a:gd name="T56" fmla="*/ 79375 w 50"/>
              <a:gd name="T57" fmla="*/ 146050 h 50"/>
              <a:gd name="T58" fmla="*/ 12700 w 50"/>
              <a:gd name="T59" fmla="*/ 79375 h 50"/>
              <a:gd name="T60" fmla="*/ 60325 w 50"/>
              <a:gd name="T61" fmla="*/ 12700 h 50"/>
              <a:gd name="T62" fmla="*/ 34925 w 50"/>
              <a:gd name="T63" fmla="*/ 60325 h 50"/>
              <a:gd name="T64" fmla="*/ 34925 w 50"/>
              <a:gd name="T65" fmla="*/ 98425 h 50"/>
              <a:gd name="T66" fmla="*/ 98425 w 50"/>
              <a:gd name="T67" fmla="*/ 123825 h 50"/>
              <a:gd name="T68" fmla="*/ 79375 w 50"/>
              <a:gd name="T69" fmla="*/ 146050 h 5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0" h="50">
                <a:moveTo>
                  <a:pt x="48" y="15"/>
                </a:moveTo>
                <a:cubicBezTo>
                  <a:pt x="46" y="10"/>
                  <a:pt x="42" y="5"/>
                  <a:pt x="37" y="3"/>
                </a:cubicBezTo>
                <a:cubicBezTo>
                  <a:pt x="34" y="1"/>
                  <a:pt x="32" y="1"/>
                  <a:pt x="30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8" y="0"/>
                  <a:pt x="27" y="1"/>
                  <a:pt x="27" y="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3"/>
                  <a:pt x="28" y="13"/>
                  <a:pt x="29" y="14"/>
                </a:cubicBezTo>
                <a:cubicBezTo>
                  <a:pt x="29" y="14"/>
                  <a:pt x="30" y="14"/>
                  <a:pt x="31" y="15"/>
                </a:cubicBezTo>
                <a:cubicBezTo>
                  <a:pt x="33" y="16"/>
                  <a:pt x="35" y="18"/>
                  <a:pt x="36" y="20"/>
                </a:cubicBezTo>
                <a:cubicBezTo>
                  <a:pt x="37" y="22"/>
                  <a:pt x="37" y="23"/>
                  <a:pt x="37" y="25"/>
                </a:cubicBezTo>
                <a:cubicBezTo>
                  <a:pt x="37" y="26"/>
                  <a:pt x="37" y="27"/>
                  <a:pt x="37" y="28"/>
                </a:cubicBezTo>
                <a:cubicBezTo>
                  <a:pt x="36" y="29"/>
                  <a:pt x="36" y="30"/>
                  <a:pt x="36" y="30"/>
                </a:cubicBezTo>
                <a:cubicBezTo>
                  <a:pt x="35" y="31"/>
                  <a:pt x="35" y="32"/>
                  <a:pt x="36" y="33"/>
                </a:cubicBezTo>
                <a:cubicBezTo>
                  <a:pt x="43" y="40"/>
                  <a:pt x="43" y="40"/>
                  <a:pt x="43" y="40"/>
                </a:cubicBezTo>
                <a:cubicBezTo>
                  <a:pt x="43" y="40"/>
                  <a:pt x="43" y="40"/>
                  <a:pt x="43" y="40"/>
                </a:cubicBezTo>
                <a:cubicBezTo>
                  <a:pt x="44" y="40"/>
                  <a:pt x="45" y="40"/>
                  <a:pt x="46" y="39"/>
                </a:cubicBezTo>
                <a:cubicBezTo>
                  <a:pt x="47" y="37"/>
                  <a:pt x="48" y="35"/>
                  <a:pt x="49" y="33"/>
                </a:cubicBezTo>
                <a:cubicBezTo>
                  <a:pt x="50" y="30"/>
                  <a:pt x="50" y="28"/>
                  <a:pt x="50" y="25"/>
                </a:cubicBezTo>
                <a:cubicBezTo>
                  <a:pt x="50" y="21"/>
                  <a:pt x="50" y="18"/>
                  <a:pt x="48" y="15"/>
                </a:cubicBezTo>
                <a:close/>
                <a:moveTo>
                  <a:pt x="45" y="31"/>
                </a:moveTo>
                <a:cubicBezTo>
                  <a:pt x="45" y="31"/>
                  <a:pt x="45" y="31"/>
                  <a:pt x="45" y="31"/>
                </a:cubicBezTo>
                <a:cubicBezTo>
                  <a:pt x="45" y="33"/>
                  <a:pt x="44" y="34"/>
                  <a:pt x="44" y="35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0"/>
                  <a:pt x="40" y="30"/>
                  <a:pt x="40" y="29"/>
                </a:cubicBezTo>
                <a:cubicBezTo>
                  <a:pt x="41" y="27"/>
                  <a:pt x="41" y="26"/>
                  <a:pt x="41" y="25"/>
                </a:cubicBezTo>
                <a:cubicBezTo>
                  <a:pt x="41" y="23"/>
                  <a:pt x="40" y="21"/>
                  <a:pt x="40" y="19"/>
                </a:cubicBezTo>
                <a:cubicBezTo>
                  <a:pt x="38" y="16"/>
                  <a:pt x="36" y="13"/>
                  <a:pt x="33" y="11"/>
                </a:cubicBezTo>
                <a:cubicBezTo>
                  <a:pt x="32" y="11"/>
                  <a:pt x="32" y="11"/>
                  <a:pt x="31" y="10"/>
                </a:cubicBezTo>
                <a:cubicBezTo>
                  <a:pt x="31" y="4"/>
                  <a:pt x="31" y="4"/>
                  <a:pt x="31" y="4"/>
                </a:cubicBezTo>
                <a:cubicBezTo>
                  <a:pt x="32" y="5"/>
                  <a:pt x="34" y="5"/>
                  <a:pt x="35" y="6"/>
                </a:cubicBezTo>
                <a:cubicBezTo>
                  <a:pt x="39" y="8"/>
                  <a:pt x="43" y="12"/>
                  <a:pt x="45" y="17"/>
                </a:cubicBezTo>
                <a:cubicBezTo>
                  <a:pt x="46" y="19"/>
                  <a:pt x="46" y="22"/>
                  <a:pt x="46" y="25"/>
                </a:cubicBezTo>
                <a:cubicBezTo>
                  <a:pt x="46" y="27"/>
                  <a:pt x="46" y="29"/>
                  <a:pt x="45" y="31"/>
                </a:cubicBezTo>
                <a:close/>
                <a:moveTo>
                  <a:pt x="33" y="36"/>
                </a:moveTo>
                <a:cubicBezTo>
                  <a:pt x="33" y="36"/>
                  <a:pt x="33" y="36"/>
                  <a:pt x="33" y="36"/>
                </a:cubicBezTo>
                <a:cubicBezTo>
                  <a:pt x="33" y="35"/>
                  <a:pt x="32" y="35"/>
                  <a:pt x="31" y="35"/>
                </a:cubicBezTo>
                <a:cubicBezTo>
                  <a:pt x="28" y="37"/>
                  <a:pt x="24" y="37"/>
                  <a:pt x="21" y="36"/>
                </a:cubicBezTo>
                <a:cubicBezTo>
                  <a:pt x="18" y="35"/>
                  <a:pt x="16" y="32"/>
                  <a:pt x="14" y="29"/>
                </a:cubicBezTo>
                <a:cubicBezTo>
                  <a:pt x="14" y="28"/>
                  <a:pt x="13" y="26"/>
                  <a:pt x="13" y="25"/>
                </a:cubicBezTo>
                <a:cubicBezTo>
                  <a:pt x="13" y="23"/>
                  <a:pt x="14" y="22"/>
                  <a:pt x="14" y="20"/>
                </a:cubicBezTo>
                <a:cubicBezTo>
                  <a:pt x="15" y="18"/>
                  <a:pt x="17" y="16"/>
                  <a:pt x="19" y="15"/>
                </a:cubicBezTo>
                <a:cubicBezTo>
                  <a:pt x="20" y="14"/>
                  <a:pt x="21" y="14"/>
                  <a:pt x="22" y="14"/>
                </a:cubicBezTo>
                <a:cubicBezTo>
                  <a:pt x="23" y="13"/>
                  <a:pt x="23" y="13"/>
                  <a:pt x="23" y="12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1"/>
                  <a:pt x="22" y="0"/>
                  <a:pt x="21" y="0"/>
                </a:cubicBezTo>
                <a:cubicBezTo>
                  <a:pt x="18" y="1"/>
                  <a:pt x="16" y="1"/>
                  <a:pt x="14" y="3"/>
                </a:cubicBezTo>
                <a:cubicBezTo>
                  <a:pt x="8" y="5"/>
                  <a:pt x="4" y="10"/>
                  <a:pt x="2" y="15"/>
                </a:cubicBezTo>
                <a:cubicBezTo>
                  <a:pt x="1" y="18"/>
                  <a:pt x="0" y="21"/>
                  <a:pt x="0" y="25"/>
                </a:cubicBezTo>
                <a:cubicBezTo>
                  <a:pt x="0" y="35"/>
                  <a:pt x="6" y="44"/>
                  <a:pt x="16" y="48"/>
                </a:cubicBezTo>
                <a:cubicBezTo>
                  <a:pt x="19" y="49"/>
                  <a:pt x="22" y="50"/>
                  <a:pt x="25" y="50"/>
                </a:cubicBezTo>
                <a:cubicBezTo>
                  <a:pt x="30" y="50"/>
                  <a:pt x="35" y="48"/>
                  <a:pt x="40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1" y="44"/>
                  <a:pt x="41" y="43"/>
                  <a:pt x="40" y="42"/>
                </a:cubicBezTo>
                <a:cubicBezTo>
                  <a:pt x="33" y="36"/>
                  <a:pt x="33" y="36"/>
                  <a:pt x="33" y="36"/>
                </a:cubicBezTo>
                <a:close/>
                <a:moveTo>
                  <a:pt x="25" y="46"/>
                </a:moveTo>
                <a:cubicBezTo>
                  <a:pt x="25" y="46"/>
                  <a:pt x="25" y="46"/>
                  <a:pt x="25" y="46"/>
                </a:cubicBezTo>
                <a:cubicBezTo>
                  <a:pt x="14" y="46"/>
                  <a:pt x="4" y="37"/>
                  <a:pt x="4" y="25"/>
                </a:cubicBezTo>
                <a:cubicBezTo>
                  <a:pt x="4" y="22"/>
                  <a:pt x="5" y="19"/>
                  <a:pt x="6" y="17"/>
                </a:cubicBezTo>
                <a:cubicBezTo>
                  <a:pt x="8" y="11"/>
                  <a:pt x="13" y="6"/>
                  <a:pt x="19" y="4"/>
                </a:cubicBezTo>
                <a:cubicBezTo>
                  <a:pt x="19" y="10"/>
                  <a:pt x="19" y="10"/>
                  <a:pt x="19" y="10"/>
                </a:cubicBezTo>
                <a:cubicBezTo>
                  <a:pt x="16" y="12"/>
                  <a:pt x="12" y="15"/>
                  <a:pt x="11" y="19"/>
                </a:cubicBezTo>
                <a:cubicBezTo>
                  <a:pt x="10" y="21"/>
                  <a:pt x="10" y="23"/>
                  <a:pt x="10" y="25"/>
                </a:cubicBezTo>
                <a:cubicBezTo>
                  <a:pt x="10" y="27"/>
                  <a:pt x="10" y="29"/>
                  <a:pt x="11" y="31"/>
                </a:cubicBezTo>
                <a:cubicBezTo>
                  <a:pt x="12" y="35"/>
                  <a:pt x="15" y="38"/>
                  <a:pt x="19" y="39"/>
                </a:cubicBezTo>
                <a:cubicBezTo>
                  <a:pt x="23" y="41"/>
                  <a:pt x="28" y="41"/>
                  <a:pt x="31" y="39"/>
                </a:cubicBezTo>
                <a:cubicBezTo>
                  <a:pt x="36" y="43"/>
                  <a:pt x="36" y="43"/>
                  <a:pt x="36" y="43"/>
                </a:cubicBezTo>
                <a:cubicBezTo>
                  <a:pt x="32" y="45"/>
                  <a:pt x="29" y="46"/>
                  <a:pt x="25" y="4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07" name="Freeform 141">
            <a:extLst>
              <a:ext uri="{FF2B5EF4-FFF2-40B4-BE49-F238E27FC236}">
                <a16:creationId xmlns:a16="http://schemas.microsoft.com/office/drawing/2014/main" id="{71AAE7F9-9E5B-3911-71CE-F299B80FE870}"/>
              </a:ext>
            </a:extLst>
          </p:cNvPr>
          <p:cNvSpPr>
            <a:spLocks noEditPoints="1"/>
          </p:cNvSpPr>
          <p:nvPr/>
        </p:nvSpPr>
        <p:spPr bwMode="auto">
          <a:xfrm>
            <a:off x="9901167" y="2584899"/>
            <a:ext cx="211667" cy="198967"/>
          </a:xfrm>
          <a:custGeom>
            <a:avLst/>
            <a:gdLst>
              <a:gd name="T0" fmla="*/ 117475 w 50"/>
              <a:gd name="T1" fmla="*/ 0 h 47"/>
              <a:gd name="T2" fmla="*/ 158750 w 50"/>
              <a:gd name="T3" fmla="*/ 6350 h 47"/>
              <a:gd name="T4" fmla="*/ 158750 w 50"/>
              <a:gd name="T5" fmla="*/ 142875 h 47"/>
              <a:gd name="T6" fmla="*/ 152400 w 50"/>
              <a:gd name="T7" fmla="*/ 149225 h 47"/>
              <a:gd name="T8" fmla="*/ 111125 w 50"/>
              <a:gd name="T9" fmla="*/ 142875 h 47"/>
              <a:gd name="T10" fmla="*/ 111125 w 50"/>
              <a:gd name="T11" fmla="*/ 6350 h 47"/>
              <a:gd name="T12" fmla="*/ 123825 w 50"/>
              <a:gd name="T13" fmla="*/ 85725 h 47"/>
              <a:gd name="T14" fmla="*/ 146050 w 50"/>
              <a:gd name="T15" fmla="*/ 85725 h 47"/>
              <a:gd name="T16" fmla="*/ 123825 w 50"/>
              <a:gd name="T17" fmla="*/ 38100 h 47"/>
              <a:gd name="T18" fmla="*/ 146050 w 50"/>
              <a:gd name="T19" fmla="*/ 95250 h 47"/>
              <a:gd name="T20" fmla="*/ 123825 w 50"/>
              <a:gd name="T21" fmla="*/ 95250 h 47"/>
              <a:gd name="T22" fmla="*/ 146050 w 50"/>
              <a:gd name="T23" fmla="*/ 139700 h 47"/>
              <a:gd name="T24" fmla="*/ 146050 w 50"/>
              <a:gd name="T25" fmla="*/ 12700 h 47"/>
              <a:gd name="T26" fmla="*/ 123825 w 50"/>
              <a:gd name="T27" fmla="*/ 12700 h 47"/>
              <a:gd name="T28" fmla="*/ 146050 w 50"/>
              <a:gd name="T29" fmla="*/ 31750 h 47"/>
              <a:gd name="T30" fmla="*/ 63500 w 50"/>
              <a:gd name="T31" fmla="*/ 0 h 47"/>
              <a:gd name="T32" fmla="*/ 63500 w 50"/>
              <a:gd name="T33" fmla="*/ 0 h 47"/>
              <a:gd name="T34" fmla="*/ 101600 w 50"/>
              <a:gd name="T35" fmla="*/ 6350 h 47"/>
              <a:gd name="T36" fmla="*/ 101600 w 50"/>
              <a:gd name="T37" fmla="*/ 142875 h 47"/>
              <a:gd name="T38" fmla="*/ 95250 w 50"/>
              <a:gd name="T39" fmla="*/ 149225 h 47"/>
              <a:gd name="T40" fmla="*/ 57150 w 50"/>
              <a:gd name="T41" fmla="*/ 142875 h 47"/>
              <a:gd name="T42" fmla="*/ 57150 w 50"/>
              <a:gd name="T43" fmla="*/ 6350 h 47"/>
              <a:gd name="T44" fmla="*/ 92075 w 50"/>
              <a:gd name="T45" fmla="*/ 12700 h 47"/>
              <a:gd name="T46" fmla="*/ 66675 w 50"/>
              <a:gd name="T47" fmla="*/ 12700 h 47"/>
              <a:gd name="T48" fmla="*/ 92075 w 50"/>
              <a:gd name="T49" fmla="*/ 31750 h 47"/>
              <a:gd name="T50" fmla="*/ 66675 w 50"/>
              <a:gd name="T51" fmla="*/ 38100 h 47"/>
              <a:gd name="T52" fmla="*/ 66675 w 50"/>
              <a:gd name="T53" fmla="*/ 114300 h 47"/>
              <a:gd name="T54" fmla="*/ 92075 w 50"/>
              <a:gd name="T55" fmla="*/ 38100 h 47"/>
              <a:gd name="T56" fmla="*/ 66675 w 50"/>
              <a:gd name="T57" fmla="*/ 120650 h 47"/>
              <a:gd name="T58" fmla="*/ 66675 w 50"/>
              <a:gd name="T59" fmla="*/ 139700 h 47"/>
              <a:gd name="T60" fmla="*/ 92075 w 50"/>
              <a:gd name="T61" fmla="*/ 120650 h 47"/>
              <a:gd name="T62" fmla="*/ 6350 w 50"/>
              <a:gd name="T63" fmla="*/ 0 h 47"/>
              <a:gd name="T64" fmla="*/ 6350 w 50"/>
              <a:gd name="T65" fmla="*/ 0 h 47"/>
              <a:gd name="T66" fmla="*/ 47625 w 50"/>
              <a:gd name="T67" fmla="*/ 6350 h 47"/>
              <a:gd name="T68" fmla="*/ 47625 w 50"/>
              <a:gd name="T69" fmla="*/ 142875 h 47"/>
              <a:gd name="T70" fmla="*/ 41275 w 50"/>
              <a:gd name="T71" fmla="*/ 149225 h 47"/>
              <a:gd name="T72" fmla="*/ 0 w 50"/>
              <a:gd name="T73" fmla="*/ 142875 h 47"/>
              <a:gd name="T74" fmla="*/ 0 w 50"/>
              <a:gd name="T75" fmla="*/ 6350 h 47"/>
              <a:gd name="T76" fmla="*/ 34925 w 50"/>
              <a:gd name="T77" fmla="*/ 12700 h 47"/>
              <a:gd name="T78" fmla="*/ 12700 w 50"/>
              <a:gd name="T79" fmla="*/ 12700 h 47"/>
              <a:gd name="T80" fmla="*/ 34925 w 50"/>
              <a:gd name="T81" fmla="*/ 57150 h 47"/>
              <a:gd name="T82" fmla="*/ 12700 w 50"/>
              <a:gd name="T83" fmla="*/ 63500 h 47"/>
              <a:gd name="T84" fmla="*/ 12700 w 50"/>
              <a:gd name="T85" fmla="*/ 92075 h 47"/>
              <a:gd name="T86" fmla="*/ 34925 w 50"/>
              <a:gd name="T87" fmla="*/ 63500 h 47"/>
              <a:gd name="T88" fmla="*/ 12700 w 50"/>
              <a:gd name="T89" fmla="*/ 101600 h 47"/>
              <a:gd name="T90" fmla="*/ 12700 w 50"/>
              <a:gd name="T91" fmla="*/ 139700 h 47"/>
              <a:gd name="T92" fmla="*/ 34925 w 50"/>
              <a:gd name="T93" fmla="*/ 101600 h 47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47">
                <a:moveTo>
                  <a:pt x="37" y="0"/>
                </a:moveTo>
                <a:cubicBezTo>
                  <a:pt x="37" y="0"/>
                  <a:pt x="37" y="0"/>
                  <a:pt x="37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5"/>
                  <a:pt x="50" y="45"/>
                  <a:pt x="50" y="45"/>
                </a:cubicBezTo>
                <a:cubicBezTo>
                  <a:pt x="50" y="47"/>
                  <a:pt x="49" y="47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37" y="47"/>
                  <a:pt x="37" y="47"/>
                  <a:pt x="37" y="47"/>
                </a:cubicBezTo>
                <a:cubicBezTo>
                  <a:pt x="36" y="47"/>
                  <a:pt x="35" y="47"/>
                  <a:pt x="35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1"/>
                  <a:pt x="36" y="0"/>
                  <a:pt x="37" y="0"/>
                </a:cubicBezTo>
                <a:close/>
                <a:moveTo>
                  <a:pt x="39" y="27"/>
                </a:moveTo>
                <a:cubicBezTo>
                  <a:pt x="39" y="27"/>
                  <a:pt x="39" y="27"/>
                  <a:pt x="39" y="27"/>
                </a:cubicBezTo>
                <a:cubicBezTo>
                  <a:pt x="46" y="27"/>
                  <a:pt x="46" y="27"/>
                  <a:pt x="46" y="27"/>
                </a:cubicBezTo>
                <a:cubicBezTo>
                  <a:pt x="46" y="12"/>
                  <a:pt x="46" y="12"/>
                  <a:pt x="46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39" y="27"/>
                  <a:pt x="39" y="27"/>
                  <a:pt x="39" y="27"/>
                </a:cubicBezTo>
                <a:close/>
                <a:moveTo>
                  <a:pt x="46" y="30"/>
                </a:moveTo>
                <a:cubicBezTo>
                  <a:pt x="46" y="30"/>
                  <a:pt x="46" y="30"/>
                  <a:pt x="46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44"/>
                  <a:pt x="39" y="44"/>
                  <a:pt x="39" y="44"/>
                </a:cubicBezTo>
                <a:cubicBezTo>
                  <a:pt x="46" y="44"/>
                  <a:pt x="46" y="44"/>
                  <a:pt x="46" y="44"/>
                </a:cubicBezTo>
                <a:cubicBezTo>
                  <a:pt x="46" y="30"/>
                  <a:pt x="46" y="30"/>
                  <a:pt x="46" y="30"/>
                </a:cubicBezTo>
                <a:close/>
                <a:moveTo>
                  <a:pt x="46" y="4"/>
                </a:moveTo>
                <a:cubicBezTo>
                  <a:pt x="46" y="4"/>
                  <a:pt x="46" y="4"/>
                  <a:pt x="46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10"/>
                  <a:pt x="39" y="10"/>
                  <a:pt x="39" y="10"/>
                </a:cubicBezTo>
                <a:cubicBezTo>
                  <a:pt x="46" y="10"/>
                  <a:pt x="46" y="10"/>
                  <a:pt x="46" y="10"/>
                </a:cubicBezTo>
                <a:cubicBezTo>
                  <a:pt x="46" y="4"/>
                  <a:pt x="46" y="4"/>
                  <a:pt x="46" y="4"/>
                </a:cubicBezTo>
                <a:close/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2" y="0"/>
                  <a:pt x="32" y="1"/>
                  <a:pt x="32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32" y="45"/>
                  <a:pt x="32" y="45"/>
                  <a:pt x="32" y="45"/>
                </a:cubicBezTo>
                <a:cubicBezTo>
                  <a:pt x="32" y="47"/>
                  <a:pt x="32" y="47"/>
                  <a:pt x="30" y="47"/>
                </a:cubicBezTo>
                <a:cubicBezTo>
                  <a:pt x="30" y="47"/>
                  <a:pt x="30" y="47"/>
                  <a:pt x="30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18" y="47"/>
                  <a:pt x="18" y="47"/>
                  <a:pt x="18" y="45"/>
                </a:cubicBezTo>
                <a:cubicBezTo>
                  <a:pt x="18" y="45"/>
                  <a:pt x="18" y="45"/>
                  <a:pt x="18" y="45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1"/>
                  <a:pt x="18" y="0"/>
                  <a:pt x="20" y="0"/>
                </a:cubicBezTo>
                <a:close/>
                <a:moveTo>
                  <a:pt x="29" y="4"/>
                </a:moveTo>
                <a:cubicBezTo>
                  <a:pt x="29" y="4"/>
                  <a:pt x="29" y="4"/>
                  <a:pt x="29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10"/>
                  <a:pt x="21" y="10"/>
                  <a:pt x="21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4"/>
                  <a:pt x="29" y="4"/>
                  <a:pt x="29" y="4"/>
                </a:cubicBezTo>
                <a:close/>
                <a:moveTo>
                  <a:pt x="21" y="12"/>
                </a:moveTo>
                <a:cubicBezTo>
                  <a:pt x="21" y="12"/>
                  <a:pt x="21" y="12"/>
                  <a:pt x="21" y="12"/>
                </a:cubicBezTo>
                <a:cubicBezTo>
                  <a:pt x="21" y="36"/>
                  <a:pt x="21" y="36"/>
                  <a:pt x="21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29" y="12"/>
                  <a:pt x="29" y="12"/>
                  <a:pt x="29" y="12"/>
                </a:cubicBezTo>
                <a:cubicBezTo>
                  <a:pt x="21" y="12"/>
                  <a:pt x="21" y="12"/>
                  <a:pt x="21" y="12"/>
                </a:cubicBezTo>
                <a:close/>
                <a:moveTo>
                  <a:pt x="21" y="38"/>
                </a:moveTo>
                <a:cubicBezTo>
                  <a:pt x="21" y="38"/>
                  <a:pt x="21" y="38"/>
                  <a:pt x="21" y="38"/>
                </a:cubicBezTo>
                <a:cubicBezTo>
                  <a:pt x="21" y="44"/>
                  <a:pt x="21" y="44"/>
                  <a:pt x="21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29" y="38"/>
                  <a:pt x="29" y="38"/>
                  <a:pt x="29" y="38"/>
                </a:cubicBezTo>
                <a:cubicBezTo>
                  <a:pt x="21" y="38"/>
                  <a:pt x="21" y="38"/>
                  <a:pt x="21" y="38"/>
                </a:cubicBezTo>
                <a:close/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4" y="0"/>
                  <a:pt x="15" y="1"/>
                  <a:pt x="15" y="2"/>
                </a:cubicBezTo>
                <a:cubicBezTo>
                  <a:pt x="15" y="2"/>
                  <a:pt x="15" y="2"/>
                  <a:pt x="15" y="2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7"/>
                  <a:pt x="14" y="47"/>
                  <a:pt x="13" y="47"/>
                </a:cubicBezTo>
                <a:cubicBezTo>
                  <a:pt x="13" y="47"/>
                  <a:pt x="13" y="47"/>
                  <a:pt x="13" y="47"/>
                </a:cubicBezTo>
                <a:cubicBezTo>
                  <a:pt x="2" y="47"/>
                  <a:pt x="2" y="47"/>
                  <a:pt x="2" y="47"/>
                </a:cubicBezTo>
                <a:cubicBezTo>
                  <a:pt x="1" y="47"/>
                  <a:pt x="0" y="47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8"/>
                  <a:pt x="4" y="18"/>
                  <a:pt x="4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4" y="20"/>
                </a:moveTo>
                <a:cubicBezTo>
                  <a:pt x="4" y="20"/>
                  <a:pt x="4" y="20"/>
                  <a:pt x="4" y="20"/>
                </a:cubicBezTo>
                <a:cubicBezTo>
                  <a:pt x="4" y="29"/>
                  <a:pt x="4" y="29"/>
                  <a:pt x="4" y="29"/>
                </a:cubicBezTo>
                <a:cubicBezTo>
                  <a:pt x="11" y="29"/>
                  <a:pt x="11" y="29"/>
                  <a:pt x="11" y="29"/>
                </a:cubicBezTo>
                <a:cubicBezTo>
                  <a:pt x="11" y="20"/>
                  <a:pt x="11" y="20"/>
                  <a:pt x="11" y="20"/>
                </a:cubicBezTo>
                <a:cubicBezTo>
                  <a:pt x="4" y="20"/>
                  <a:pt x="4" y="20"/>
                  <a:pt x="4" y="20"/>
                </a:cubicBezTo>
                <a:close/>
                <a:moveTo>
                  <a:pt x="4" y="32"/>
                </a:moveTo>
                <a:cubicBezTo>
                  <a:pt x="4" y="32"/>
                  <a:pt x="4" y="32"/>
                  <a:pt x="4" y="32"/>
                </a:cubicBezTo>
                <a:cubicBezTo>
                  <a:pt x="4" y="44"/>
                  <a:pt x="4" y="44"/>
                  <a:pt x="4" y="44"/>
                </a:cubicBezTo>
                <a:cubicBezTo>
                  <a:pt x="11" y="44"/>
                  <a:pt x="11" y="44"/>
                  <a:pt x="11" y="44"/>
                </a:cubicBezTo>
                <a:cubicBezTo>
                  <a:pt x="11" y="32"/>
                  <a:pt x="11" y="32"/>
                  <a:pt x="11" y="32"/>
                </a:cubicBezTo>
                <a:cubicBezTo>
                  <a:pt x="4" y="32"/>
                  <a:pt x="4" y="32"/>
                  <a:pt x="4" y="3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08" name="Freeform 142">
            <a:extLst>
              <a:ext uri="{FF2B5EF4-FFF2-40B4-BE49-F238E27FC236}">
                <a16:creationId xmlns:a16="http://schemas.microsoft.com/office/drawing/2014/main" id="{05F18F92-A77C-F974-90BC-F4F8DF6F9F11}"/>
              </a:ext>
            </a:extLst>
          </p:cNvPr>
          <p:cNvSpPr>
            <a:spLocks noEditPoints="1"/>
          </p:cNvSpPr>
          <p:nvPr/>
        </p:nvSpPr>
        <p:spPr bwMode="auto">
          <a:xfrm>
            <a:off x="8046968" y="3012466"/>
            <a:ext cx="207433" cy="207433"/>
          </a:xfrm>
          <a:custGeom>
            <a:avLst/>
            <a:gdLst>
              <a:gd name="T0" fmla="*/ 6350 w 49"/>
              <a:gd name="T1" fmla="*/ 41275 h 49"/>
              <a:gd name="T2" fmla="*/ 117475 w 49"/>
              <a:gd name="T3" fmla="*/ 44450 h 49"/>
              <a:gd name="T4" fmla="*/ 117475 w 49"/>
              <a:gd name="T5" fmla="*/ 69850 h 49"/>
              <a:gd name="T6" fmla="*/ 114300 w 49"/>
              <a:gd name="T7" fmla="*/ 73025 h 49"/>
              <a:gd name="T8" fmla="*/ 0 w 49"/>
              <a:gd name="T9" fmla="*/ 69850 h 49"/>
              <a:gd name="T10" fmla="*/ 0 w 49"/>
              <a:gd name="T11" fmla="*/ 44450 h 49"/>
              <a:gd name="T12" fmla="*/ 111125 w 49"/>
              <a:gd name="T13" fmla="*/ 47625 h 49"/>
              <a:gd name="T14" fmla="*/ 9525 w 49"/>
              <a:gd name="T15" fmla="*/ 47625 h 49"/>
              <a:gd name="T16" fmla="*/ 111125 w 49"/>
              <a:gd name="T17" fmla="*/ 66675 h 49"/>
              <a:gd name="T18" fmla="*/ 6350 w 49"/>
              <a:gd name="T19" fmla="*/ 79375 h 49"/>
              <a:gd name="T20" fmla="*/ 6350 w 49"/>
              <a:gd name="T21" fmla="*/ 79375 h 49"/>
              <a:gd name="T22" fmla="*/ 79375 w 49"/>
              <a:gd name="T23" fmla="*/ 85725 h 49"/>
              <a:gd name="T24" fmla="*/ 79375 w 49"/>
              <a:gd name="T25" fmla="*/ 111125 h 49"/>
              <a:gd name="T26" fmla="*/ 76200 w 49"/>
              <a:gd name="T27" fmla="*/ 114300 h 49"/>
              <a:gd name="T28" fmla="*/ 0 w 49"/>
              <a:gd name="T29" fmla="*/ 111125 h 49"/>
              <a:gd name="T30" fmla="*/ 0 w 49"/>
              <a:gd name="T31" fmla="*/ 85725 h 49"/>
              <a:gd name="T32" fmla="*/ 73025 w 49"/>
              <a:gd name="T33" fmla="*/ 88900 h 49"/>
              <a:gd name="T34" fmla="*/ 9525 w 49"/>
              <a:gd name="T35" fmla="*/ 88900 h 49"/>
              <a:gd name="T36" fmla="*/ 73025 w 49"/>
              <a:gd name="T37" fmla="*/ 107950 h 49"/>
              <a:gd name="T38" fmla="*/ 6350 w 49"/>
              <a:gd name="T39" fmla="*/ 120650 h 49"/>
              <a:gd name="T40" fmla="*/ 6350 w 49"/>
              <a:gd name="T41" fmla="*/ 120650 h 49"/>
              <a:gd name="T42" fmla="*/ 41275 w 49"/>
              <a:gd name="T43" fmla="*/ 123825 h 49"/>
              <a:gd name="T44" fmla="*/ 41275 w 49"/>
              <a:gd name="T45" fmla="*/ 149225 h 49"/>
              <a:gd name="T46" fmla="*/ 38100 w 49"/>
              <a:gd name="T47" fmla="*/ 155575 h 49"/>
              <a:gd name="T48" fmla="*/ 0 w 49"/>
              <a:gd name="T49" fmla="*/ 149225 h 49"/>
              <a:gd name="T50" fmla="*/ 0 w 49"/>
              <a:gd name="T51" fmla="*/ 123825 h 49"/>
              <a:gd name="T52" fmla="*/ 34925 w 49"/>
              <a:gd name="T53" fmla="*/ 130175 h 49"/>
              <a:gd name="T54" fmla="*/ 9525 w 49"/>
              <a:gd name="T55" fmla="*/ 130175 h 49"/>
              <a:gd name="T56" fmla="*/ 34925 w 49"/>
              <a:gd name="T57" fmla="*/ 146050 h 49"/>
              <a:gd name="T58" fmla="*/ 6350 w 49"/>
              <a:gd name="T59" fmla="*/ 0 h 49"/>
              <a:gd name="T60" fmla="*/ 6350 w 49"/>
              <a:gd name="T61" fmla="*/ 0 h 49"/>
              <a:gd name="T62" fmla="*/ 155575 w 49"/>
              <a:gd name="T63" fmla="*/ 3175 h 49"/>
              <a:gd name="T64" fmla="*/ 155575 w 49"/>
              <a:gd name="T65" fmla="*/ 28575 h 49"/>
              <a:gd name="T66" fmla="*/ 152400 w 49"/>
              <a:gd name="T67" fmla="*/ 31750 h 49"/>
              <a:gd name="T68" fmla="*/ 0 w 49"/>
              <a:gd name="T69" fmla="*/ 28575 h 49"/>
              <a:gd name="T70" fmla="*/ 0 w 49"/>
              <a:gd name="T71" fmla="*/ 3175 h 49"/>
              <a:gd name="T72" fmla="*/ 149225 w 49"/>
              <a:gd name="T73" fmla="*/ 6350 h 49"/>
              <a:gd name="T74" fmla="*/ 9525 w 49"/>
              <a:gd name="T75" fmla="*/ 6350 h 49"/>
              <a:gd name="T76" fmla="*/ 149225 w 49"/>
              <a:gd name="T77" fmla="*/ 25400 h 49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9" h="49">
                <a:moveTo>
                  <a:pt x="2" y="13"/>
                </a:moveTo>
                <a:cubicBezTo>
                  <a:pt x="2" y="13"/>
                  <a:pt x="2" y="13"/>
                  <a:pt x="2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7" y="13"/>
                  <a:pt x="37" y="13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22"/>
                  <a:pt x="37" y="22"/>
                  <a:pt x="37" y="22"/>
                </a:cubicBezTo>
                <a:cubicBezTo>
                  <a:pt x="37" y="23"/>
                  <a:pt x="37" y="23"/>
                  <a:pt x="36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3"/>
                  <a:pt x="0" y="23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1" y="13"/>
                  <a:pt x="2" y="13"/>
                </a:cubicBezTo>
                <a:close/>
                <a:moveTo>
                  <a:pt x="35" y="15"/>
                </a:moveTo>
                <a:cubicBezTo>
                  <a:pt x="35" y="15"/>
                  <a:pt x="35" y="15"/>
                  <a:pt x="35" y="15"/>
                </a:cubicBezTo>
                <a:cubicBezTo>
                  <a:pt x="3" y="15"/>
                  <a:pt x="3" y="15"/>
                  <a:pt x="3" y="15"/>
                </a:cubicBezTo>
                <a:cubicBezTo>
                  <a:pt x="3" y="21"/>
                  <a:pt x="3" y="21"/>
                  <a:pt x="3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15"/>
                  <a:pt x="35" y="15"/>
                  <a:pt x="35" y="15"/>
                </a:cubicBezTo>
                <a:close/>
                <a:moveTo>
                  <a:pt x="2" y="25"/>
                </a:moveTo>
                <a:cubicBezTo>
                  <a:pt x="2" y="25"/>
                  <a:pt x="2" y="25"/>
                  <a:pt x="2" y="25"/>
                </a:cubicBezTo>
                <a:cubicBezTo>
                  <a:pt x="2" y="25"/>
                  <a:pt x="2" y="25"/>
                  <a:pt x="2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5" y="25"/>
                  <a:pt x="25" y="26"/>
                  <a:pt x="25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5" y="36"/>
                  <a:pt x="24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6"/>
                  <a:pt x="1" y="25"/>
                  <a:pt x="2" y="25"/>
                </a:cubicBezTo>
                <a:close/>
                <a:moveTo>
                  <a:pt x="23" y="28"/>
                </a:moveTo>
                <a:cubicBezTo>
                  <a:pt x="23" y="28"/>
                  <a:pt x="23" y="28"/>
                  <a:pt x="23" y="28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34"/>
                  <a:pt x="3" y="34"/>
                  <a:pt x="3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23" y="28"/>
                  <a:pt x="23" y="28"/>
                  <a:pt x="23" y="28"/>
                </a:cubicBezTo>
                <a:close/>
                <a:moveTo>
                  <a:pt x="2" y="38"/>
                </a:moveTo>
                <a:cubicBezTo>
                  <a:pt x="2" y="38"/>
                  <a:pt x="2" y="38"/>
                  <a:pt x="2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3" y="38"/>
                  <a:pt x="13" y="39"/>
                  <a:pt x="13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48"/>
                  <a:pt x="13" y="49"/>
                  <a:pt x="12" y="49"/>
                </a:cubicBezTo>
                <a:cubicBezTo>
                  <a:pt x="12" y="49"/>
                  <a:pt x="12" y="49"/>
                  <a:pt x="12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1" y="49"/>
                  <a:pt x="0" y="48"/>
                  <a:pt x="0" y="47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9"/>
                  <a:pt x="1" y="38"/>
                  <a:pt x="2" y="38"/>
                </a:cubicBezTo>
                <a:close/>
                <a:moveTo>
                  <a:pt x="11" y="41"/>
                </a:moveTo>
                <a:cubicBezTo>
                  <a:pt x="11" y="41"/>
                  <a:pt x="11" y="41"/>
                  <a:pt x="11" y="41"/>
                </a:cubicBezTo>
                <a:cubicBezTo>
                  <a:pt x="3" y="41"/>
                  <a:pt x="3" y="41"/>
                  <a:pt x="3" y="41"/>
                </a:cubicBezTo>
                <a:cubicBezTo>
                  <a:pt x="3" y="46"/>
                  <a:pt x="3" y="46"/>
                  <a:pt x="3" y="46"/>
                </a:cubicBezTo>
                <a:cubicBezTo>
                  <a:pt x="11" y="46"/>
                  <a:pt x="11" y="46"/>
                  <a:pt x="11" y="46"/>
                </a:cubicBezTo>
                <a:cubicBezTo>
                  <a:pt x="11" y="41"/>
                  <a:pt x="11" y="41"/>
                  <a:pt x="11" y="41"/>
                </a:cubicBezTo>
                <a:close/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49" y="1"/>
                  <a:pt x="49" y="1"/>
                </a:cubicBezTo>
                <a:cubicBezTo>
                  <a:pt x="49" y="1"/>
                  <a:pt x="49" y="1"/>
                  <a:pt x="49" y="1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10"/>
                  <a:pt x="49" y="10"/>
                  <a:pt x="48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10"/>
                  <a:pt x="0" y="10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7" y="2"/>
                </a:moveTo>
                <a:cubicBezTo>
                  <a:pt x="47" y="2"/>
                  <a:pt x="47" y="2"/>
                  <a:pt x="47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8"/>
                  <a:pt x="3" y="8"/>
                  <a:pt x="3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47" y="2"/>
                  <a:pt x="47" y="2"/>
                  <a:pt x="47" y="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09" name="Freeform 143">
            <a:extLst>
              <a:ext uri="{FF2B5EF4-FFF2-40B4-BE49-F238E27FC236}">
                <a16:creationId xmlns:a16="http://schemas.microsoft.com/office/drawing/2014/main" id="{BC43582A-7B68-3EC4-CB1F-798E9CCC2301}"/>
              </a:ext>
            </a:extLst>
          </p:cNvPr>
          <p:cNvSpPr>
            <a:spLocks noEditPoints="1"/>
          </p:cNvSpPr>
          <p:nvPr/>
        </p:nvSpPr>
        <p:spPr bwMode="auto">
          <a:xfrm>
            <a:off x="8417386" y="3012466"/>
            <a:ext cx="207433" cy="207433"/>
          </a:xfrm>
          <a:custGeom>
            <a:avLst/>
            <a:gdLst>
              <a:gd name="T0" fmla="*/ 3175 w 49"/>
              <a:gd name="T1" fmla="*/ 114300 h 49"/>
              <a:gd name="T2" fmla="*/ 117475 w 49"/>
              <a:gd name="T3" fmla="*/ 111125 h 49"/>
              <a:gd name="T4" fmla="*/ 117475 w 49"/>
              <a:gd name="T5" fmla="*/ 85725 h 49"/>
              <a:gd name="T6" fmla="*/ 111125 w 49"/>
              <a:gd name="T7" fmla="*/ 79375 h 49"/>
              <a:gd name="T8" fmla="*/ 0 w 49"/>
              <a:gd name="T9" fmla="*/ 85725 h 49"/>
              <a:gd name="T10" fmla="*/ 0 w 49"/>
              <a:gd name="T11" fmla="*/ 111125 h 49"/>
              <a:gd name="T12" fmla="*/ 107950 w 49"/>
              <a:gd name="T13" fmla="*/ 107950 h 49"/>
              <a:gd name="T14" fmla="*/ 6350 w 49"/>
              <a:gd name="T15" fmla="*/ 107950 h 49"/>
              <a:gd name="T16" fmla="*/ 107950 w 49"/>
              <a:gd name="T17" fmla="*/ 88900 h 49"/>
              <a:gd name="T18" fmla="*/ 3175 w 49"/>
              <a:gd name="T19" fmla="*/ 73025 h 49"/>
              <a:gd name="T20" fmla="*/ 3175 w 49"/>
              <a:gd name="T21" fmla="*/ 73025 h 49"/>
              <a:gd name="T22" fmla="*/ 79375 w 49"/>
              <a:gd name="T23" fmla="*/ 69850 h 49"/>
              <a:gd name="T24" fmla="*/ 79375 w 49"/>
              <a:gd name="T25" fmla="*/ 44450 h 49"/>
              <a:gd name="T26" fmla="*/ 76200 w 49"/>
              <a:gd name="T27" fmla="*/ 41275 h 49"/>
              <a:gd name="T28" fmla="*/ 0 w 49"/>
              <a:gd name="T29" fmla="*/ 44450 h 49"/>
              <a:gd name="T30" fmla="*/ 0 w 49"/>
              <a:gd name="T31" fmla="*/ 69850 h 49"/>
              <a:gd name="T32" fmla="*/ 69850 w 49"/>
              <a:gd name="T33" fmla="*/ 66675 h 49"/>
              <a:gd name="T34" fmla="*/ 6350 w 49"/>
              <a:gd name="T35" fmla="*/ 66675 h 49"/>
              <a:gd name="T36" fmla="*/ 69850 w 49"/>
              <a:gd name="T37" fmla="*/ 47625 h 49"/>
              <a:gd name="T38" fmla="*/ 3175 w 49"/>
              <a:gd name="T39" fmla="*/ 31750 h 49"/>
              <a:gd name="T40" fmla="*/ 3175 w 49"/>
              <a:gd name="T41" fmla="*/ 31750 h 49"/>
              <a:gd name="T42" fmla="*/ 41275 w 49"/>
              <a:gd name="T43" fmla="*/ 28575 h 49"/>
              <a:gd name="T44" fmla="*/ 41275 w 49"/>
              <a:gd name="T45" fmla="*/ 3175 h 49"/>
              <a:gd name="T46" fmla="*/ 38100 w 49"/>
              <a:gd name="T47" fmla="*/ 0 h 49"/>
              <a:gd name="T48" fmla="*/ 0 w 49"/>
              <a:gd name="T49" fmla="*/ 3175 h 49"/>
              <a:gd name="T50" fmla="*/ 0 w 49"/>
              <a:gd name="T51" fmla="*/ 28575 h 49"/>
              <a:gd name="T52" fmla="*/ 34925 w 49"/>
              <a:gd name="T53" fmla="*/ 25400 h 49"/>
              <a:gd name="T54" fmla="*/ 6350 w 49"/>
              <a:gd name="T55" fmla="*/ 25400 h 49"/>
              <a:gd name="T56" fmla="*/ 34925 w 49"/>
              <a:gd name="T57" fmla="*/ 6350 h 49"/>
              <a:gd name="T58" fmla="*/ 3175 w 49"/>
              <a:gd name="T59" fmla="*/ 155575 h 49"/>
              <a:gd name="T60" fmla="*/ 3175 w 49"/>
              <a:gd name="T61" fmla="*/ 155575 h 49"/>
              <a:gd name="T62" fmla="*/ 155575 w 49"/>
              <a:gd name="T63" fmla="*/ 149225 h 49"/>
              <a:gd name="T64" fmla="*/ 155575 w 49"/>
              <a:gd name="T65" fmla="*/ 123825 h 49"/>
              <a:gd name="T66" fmla="*/ 149225 w 49"/>
              <a:gd name="T67" fmla="*/ 120650 h 49"/>
              <a:gd name="T68" fmla="*/ 0 w 49"/>
              <a:gd name="T69" fmla="*/ 123825 h 49"/>
              <a:gd name="T70" fmla="*/ 0 w 49"/>
              <a:gd name="T71" fmla="*/ 149225 h 49"/>
              <a:gd name="T72" fmla="*/ 146050 w 49"/>
              <a:gd name="T73" fmla="*/ 146050 h 49"/>
              <a:gd name="T74" fmla="*/ 6350 w 49"/>
              <a:gd name="T75" fmla="*/ 146050 h 49"/>
              <a:gd name="T76" fmla="*/ 146050 w 49"/>
              <a:gd name="T77" fmla="*/ 130175 h 49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9" h="49">
                <a:moveTo>
                  <a:pt x="1" y="36"/>
                </a:moveTo>
                <a:cubicBezTo>
                  <a:pt x="1" y="36"/>
                  <a:pt x="1" y="36"/>
                  <a:pt x="1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6" y="36"/>
                  <a:pt x="37" y="35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27"/>
                  <a:pt x="37" y="27"/>
                  <a:pt x="37" y="27"/>
                </a:cubicBezTo>
                <a:cubicBezTo>
                  <a:pt x="37" y="26"/>
                  <a:pt x="36" y="25"/>
                  <a:pt x="35" y="25"/>
                </a:cubicBezTo>
                <a:cubicBezTo>
                  <a:pt x="35" y="25"/>
                  <a:pt x="35" y="25"/>
                  <a:pt x="35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5"/>
                  <a:pt x="0" y="26"/>
                  <a:pt x="0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6"/>
                  <a:pt x="1" y="36"/>
                </a:cubicBezTo>
                <a:close/>
                <a:moveTo>
                  <a:pt x="34" y="34"/>
                </a:moveTo>
                <a:cubicBezTo>
                  <a:pt x="34" y="34"/>
                  <a:pt x="34" y="34"/>
                  <a:pt x="34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28"/>
                  <a:pt x="2" y="28"/>
                  <a:pt x="2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34"/>
                  <a:pt x="34" y="34"/>
                  <a:pt x="34" y="34"/>
                </a:cubicBezTo>
                <a:close/>
                <a:moveTo>
                  <a:pt x="1" y="23"/>
                </a:moveTo>
                <a:cubicBezTo>
                  <a:pt x="1" y="23"/>
                  <a:pt x="1" y="23"/>
                  <a:pt x="1" y="23"/>
                </a:cubicBezTo>
                <a:cubicBezTo>
                  <a:pt x="1" y="23"/>
                  <a:pt x="1" y="23"/>
                  <a:pt x="1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5" y="23"/>
                  <a:pt x="25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3"/>
                  <a:pt x="24" y="13"/>
                  <a:pt x="24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0" y="13"/>
                  <a:pt x="0" y="13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3"/>
                  <a:pt x="0" y="23"/>
                  <a:pt x="1" y="23"/>
                </a:cubicBezTo>
                <a:close/>
                <a:moveTo>
                  <a:pt x="22" y="21"/>
                </a:moveTo>
                <a:cubicBezTo>
                  <a:pt x="22" y="21"/>
                  <a:pt x="22" y="21"/>
                  <a:pt x="22" y="21"/>
                </a:cubicBezTo>
                <a:cubicBezTo>
                  <a:pt x="2" y="21"/>
                  <a:pt x="2" y="21"/>
                  <a:pt x="2" y="21"/>
                </a:cubicBezTo>
                <a:cubicBezTo>
                  <a:pt x="2" y="15"/>
                  <a:pt x="2" y="15"/>
                  <a:pt x="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21"/>
                  <a:pt x="22" y="21"/>
                  <a:pt x="22" y="21"/>
                </a:cubicBezTo>
                <a:close/>
                <a:moveTo>
                  <a:pt x="1" y="10"/>
                </a:move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3" y="10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9"/>
                  <a:pt x="0" y="9"/>
                  <a:pt x="0" y="9"/>
                </a:cubicBezTo>
                <a:cubicBezTo>
                  <a:pt x="0" y="10"/>
                  <a:pt x="0" y="10"/>
                  <a:pt x="1" y="10"/>
                </a:cubicBezTo>
                <a:close/>
                <a:moveTo>
                  <a:pt x="11" y="8"/>
                </a:moveTo>
                <a:cubicBezTo>
                  <a:pt x="11" y="8"/>
                  <a:pt x="11" y="8"/>
                  <a:pt x="1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2"/>
                  <a:pt x="2" y="2"/>
                  <a:pt x="2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8"/>
                  <a:pt x="11" y="8"/>
                  <a:pt x="11" y="8"/>
                </a:cubicBezTo>
                <a:close/>
                <a:moveTo>
                  <a:pt x="1" y="49"/>
                </a:move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47" y="49"/>
                  <a:pt x="47" y="49"/>
                  <a:pt x="47" y="49"/>
                </a:cubicBezTo>
                <a:cubicBezTo>
                  <a:pt x="48" y="49"/>
                  <a:pt x="49" y="48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39"/>
                  <a:pt x="48" y="38"/>
                  <a:pt x="47" y="38"/>
                </a:cubicBezTo>
                <a:cubicBezTo>
                  <a:pt x="47" y="38"/>
                  <a:pt x="47" y="38"/>
                  <a:pt x="47" y="38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9"/>
                  <a:pt x="0" y="39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8"/>
                  <a:pt x="0" y="49"/>
                  <a:pt x="1" y="49"/>
                </a:cubicBezTo>
                <a:close/>
                <a:moveTo>
                  <a:pt x="46" y="46"/>
                </a:moveTo>
                <a:cubicBezTo>
                  <a:pt x="46" y="46"/>
                  <a:pt x="46" y="46"/>
                  <a:pt x="46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2" y="41"/>
                  <a:pt x="2" y="41"/>
                  <a:pt x="2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6"/>
                  <a:pt x="46" y="46"/>
                  <a:pt x="46" y="4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10" name="Freeform 144">
            <a:extLst>
              <a:ext uri="{FF2B5EF4-FFF2-40B4-BE49-F238E27FC236}">
                <a16:creationId xmlns:a16="http://schemas.microsoft.com/office/drawing/2014/main" id="{D42DC6C5-6F7C-890C-653B-F4BAFB055088}"/>
              </a:ext>
            </a:extLst>
          </p:cNvPr>
          <p:cNvSpPr>
            <a:spLocks noEditPoints="1"/>
          </p:cNvSpPr>
          <p:nvPr/>
        </p:nvSpPr>
        <p:spPr bwMode="auto">
          <a:xfrm>
            <a:off x="9528634" y="3016698"/>
            <a:ext cx="211667" cy="194733"/>
          </a:xfrm>
          <a:custGeom>
            <a:avLst/>
            <a:gdLst>
              <a:gd name="T0" fmla="*/ 9525 w 50"/>
              <a:gd name="T1" fmla="*/ 92075 h 46"/>
              <a:gd name="T2" fmla="*/ 85725 w 50"/>
              <a:gd name="T3" fmla="*/ 92075 h 46"/>
              <a:gd name="T4" fmla="*/ 92075 w 50"/>
              <a:gd name="T5" fmla="*/ 98425 h 46"/>
              <a:gd name="T6" fmla="*/ 92075 w 50"/>
              <a:gd name="T7" fmla="*/ 98425 h 46"/>
              <a:gd name="T8" fmla="*/ 92075 w 50"/>
              <a:gd name="T9" fmla="*/ 127000 h 46"/>
              <a:gd name="T10" fmla="*/ 142875 w 50"/>
              <a:gd name="T11" fmla="*/ 73025 h 46"/>
              <a:gd name="T12" fmla="*/ 92075 w 50"/>
              <a:gd name="T13" fmla="*/ 22225 h 46"/>
              <a:gd name="T14" fmla="*/ 92075 w 50"/>
              <a:gd name="T15" fmla="*/ 50800 h 46"/>
              <a:gd name="T16" fmla="*/ 85725 w 50"/>
              <a:gd name="T17" fmla="*/ 57150 h 46"/>
              <a:gd name="T18" fmla="*/ 85725 w 50"/>
              <a:gd name="T19" fmla="*/ 57150 h 46"/>
              <a:gd name="T20" fmla="*/ 9525 w 50"/>
              <a:gd name="T21" fmla="*/ 57150 h 46"/>
              <a:gd name="T22" fmla="*/ 9525 w 50"/>
              <a:gd name="T23" fmla="*/ 92075 h 46"/>
              <a:gd name="T24" fmla="*/ 79375 w 50"/>
              <a:gd name="T25" fmla="*/ 101600 h 46"/>
              <a:gd name="T26" fmla="*/ 79375 w 50"/>
              <a:gd name="T27" fmla="*/ 101600 h 46"/>
              <a:gd name="T28" fmla="*/ 6350 w 50"/>
              <a:gd name="T29" fmla="*/ 101600 h 46"/>
              <a:gd name="T30" fmla="*/ 0 w 50"/>
              <a:gd name="T31" fmla="*/ 98425 h 46"/>
              <a:gd name="T32" fmla="*/ 0 w 50"/>
              <a:gd name="T33" fmla="*/ 50800 h 46"/>
              <a:gd name="T34" fmla="*/ 0 w 50"/>
              <a:gd name="T35" fmla="*/ 50800 h 46"/>
              <a:gd name="T36" fmla="*/ 6350 w 50"/>
              <a:gd name="T37" fmla="*/ 44450 h 46"/>
              <a:gd name="T38" fmla="*/ 79375 w 50"/>
              <a:gd name="T39" fmla="*/ 44450 h 46"/>
              <a:gd name="T40" fmla="*/ 79375 w 50"/>
              <a:gd name="T41" fmla="*/ 6350 h 46"/>
              <a:gd name="T42" fmla="*/ 79375 w 50"/>
              <a:gd name="T43" fmla="*/ 3175 h 46"/>
              <a:gd name="T44" fmla="*/ 88900 w 50"/>
              <a:gd name="T45" fmla="*/ 3175 h 46"/>
              <a:gd name="T46" fmla="*/ 155575 w 50"/>
              <a:gd name="T47" fmla="*/ 69850 h 46"/>
              <a:gd name="T48" fmla="*/ 155575 w 50"/>
              <a:gd name="T49" fmla="*/ 69850 h 46"/>
              <a:gd name="T50" fmla="*/ 155575 w 50"/>
              <a:gd name="T51" fmla="*/ 69850 h 46"/>
              <a:gd name="T52" fmla="*/ 155575 w 50"/>
              <a:gd name="T53" fmla="*/ 79375 h 46"/>
              <a:gd name="T54" fmla="*/ 88900 w 50"/>
              <a:gd name="T55" fmla="*/ 146050 h 46"/>
              <a:gd name="T56" fmla="*/ 85725 w 50"/>
              <a:gd name="T57" fmla="*/ 146050 h 46"/>
              <a:gd name="T58" fmla="*/ 79375 w 50"/>
              <a:gd name="T59" fmla="*/ 139700 h 46"/>
              <a:gd name="T60" fmla="*/ 79375 w 50"/>
              <a:gd name="T61" fmla="*/ 101600 h 4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50" h="46">
                <a:moveTo>
                  <a:pt x="3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9" y="30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40"/>
                  <a:pt x="29" y="40"/>
                  <a:pt x="29" y="40"/>
                </a:cubicBezTo>
                <a:cubicBezTo>
                  <a:pt x="45" y="23"/>
                  <a:pt x="45" y="23"/>
                  <a:pt x="45" y="23"/>
                </a:cubicBezTo>
                <a:cubicBezTo>
                  <a:pt x="29" y="7"/>
                  <a:pt x="29" y="7"/>
                  <a:pt x="29" y="7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7"/>
                  <a:pt x="28" y="18"/>
                  <a:pt x="27" y="18"/>
                </a:cubicBezTo>
                <a:cubicBezTo>
                  <a:pt x="27" y="18"/>
                  <a:pt x="27" y="18"/>
                  <a:pt x="27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29"/>
                  <a:pt x="3" y="29"/>
                  <a:pt x="3" y="29"/>
                </a:cubicBezTo>
                <a:close/>
                <a:moveTo>
                  <a:pt x="25" y="32"/>
                </a:moveTo>
                <a:cubicBezTo>
                  <a:pt x="25" y="32"/>
                  <a:pt x="25" y="32"/>
                  <a:pt x="25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1" y="32"/>
                  <a:pt x="0" y="32"/>
                  <a:pt x="0" y="31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5"/>
                  <a:pt x="1" y="14"/>
                  <a:pt x="2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2"/>
                  <a:pt x="25" y="2"/>
                  <a:pt x="25" y="2"/>
                </a:cubicBezTo>
                <a:cubicBezTo>
                  <a:pt x="25" y="2"/>
                  <a:pt x="25" y="1"/>
                  <a:pt x="25" y="1"/>
                </a:cubicBezTo>
                <a:cubicBezTo>
                  <a:pt x="26" y="0"/>
                  <a:pt x="27" y="0"/>
                  <a:pt x="28" y="1"/>
                </a:cubicBezTo>
                <a:cubicBezTo>
                  <a:pt x="49" y="22"/>
                  <a:pt x="49" y="22"/>
                  <a:pt x="49" y="22"/>
                </a:cubicBezTo>
                <a:cubicBezTo>
                  <a:pt x="49" y="22"/>
                  <a:pt x="49" y="22"/>
                  <a:pt x="49" y="22"/>
                </a:cubicBezTo>
                <a:cubicBezTo>
                  <a:pt x="49" y="22"/>
                  <a:pt x="49" y="22"/>
                  <a:pt x="49" y="22"/>
                </a:cubicBezTo>
                <a:cubicBezTo>
                  <a:pt x="50" y="23"/>
                  <a:pt x="50" y="24"/>
                  <a:pt x="49" y="25"/>
                </a:cubicBezTo>
                <a:cubicBezTo>
                  <a:pt x="28" y="46"/>
                  <a:pt x="28" y="46"/>
                  <a:pt x="28" y="46"/>
                </a:cubicBezTo>
                <a:cubicBezTo>
                  <a:pt x="28" y="46"/>
                  <a:pt x="27" y="46"/>
                  <a:pt x="27" y="46"/>
                </a:cubicBezTo>
                <a:cubicBezTo>
                  <a:pt x="26" y="46"/>
                  <a:pt x="25" y="45"/>
                  <a:pt x="25" y="44"/>
                </a:cubicBezTo>
                <a:cubicBezTo>
                  <a:pt x="25" y="32"/>
                  <a:pt x="25" y="32"/>
                  <a:pt x="25" y="3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11" name="Freeform 145">
            <a:extLst>
              <a:ext uri="{FF2B5EF4-FFF2-40B4-BE49-F238E27FC236}">
                <a16:creationId xmlns:a16="http://schemas.microsoft.com/office/drawing/2014/main" id="{AABC1F3C-D426-0D0A-ED99-C5D7AE74E859}"/>
              </a:ext>
            </a:extLst>
          </p:cNvPr>
          <p:cNvSpPr>
            <a:spLocks noEditPoints="1"/>
          </p:cNvSpPr>
          <p:nvPr/>
        </p:nvSpPr>
        <p:spPr bwMode="auto">
          <a:xfrm>
            <a:off x="8806852" y="3025165"/>
            <a:ext cx="173567" cy="177800"/>
          </a:xfrm>
          <a:custGeom>
            <a:avLst/>
            <a:gdLst>
              <a:gd name="T0" fmla="*/ 12700 w 41"/>
              <a:gd name="T1" fmla="*/ 41275 h 42"/>
              <a:gd name="T2" fmla="*/ 66675 w 41"/>
              <a:gd name="T3" fmla="*/ 92075 h 42"/>
              <a:gd name="T4" fmla="*/ 66675 w 41"/>
              <a:gd name="T5" fmla="*/ 101600 h 42"/>
              <a:gd name="T6" fmla="*/ 66675 w 41"/>
              <a:gd name="T7" fmla="*/ 101600 h 42"/>
              <a:gd name="T8" fmla="*/ 44450 w 41"/>
              <a:gd name="T9" fmla="*/ 120650 h 42"/>
              <a:gd name="T10" fmla="*/ 120650 w 41"/>
              <a:gd name="T11" fmla="*/ 120650 h 42"/>
              <a:gd name="T12" fmla="*/ 120650 w 41"/>
              <a:gd name="T13" fmla="*/ 47625 h 42"/>
              <a:gd name="T14" fmla="*/ 98425 w 41"/>
              <a:gd name="T15" fmla="*/ 69850 h 42"/>
              <a:gd name="T16" fmla="*/ 88900 w 41"/>
              <a:gd name="T17" fmla="*/ 69850 h 42"/>
              <a:gd name="T18" fmla="*/ 88900 w 41"/>
              <a:gd name="T19" fmla="*/ 66675 h 42"/>
              <a:gd name="T20" fmla="*/ 38100 w 41"/>
              <a:gd name="T21" fmla="*/ 15875 h 42"/>
              <a:gd name="T22" fmla="*/ 12700 w 41"/>
              <a:gd name="T23" fmla="*/ 41275 h 42"/>
              <a:gd name="T24" fmla="*/ 53975 w 41"/>
              <a:gd name="T25" fmla="*/ 95250 h 42"/>
              <a:gd name="T26" fmla="*/ 53975 w 41"/>
              <a:gd name="T27" fmla="*/ 95250 h 42"/>
              <a:gd name="T28" fmla="*/ 0 w 41"/>
              <a:gd name="T29" fmla="*/ 44450 h 42"/>
              <a:gd name="T30" fmla="*/ 0 w 41"/>
              <a:gd name="T31" fmla="*/ 44450 h 42"/>
              <a:gd name="T32" fmla="*/ 0 w 41"/>
              <a:gd name="T33" fmla="*/ 34925 h 42"/>
              <a:gd name="T34" fmla="*/ 34925 w 41"/>
              <a:gd name="T35" fmla="*/ 3175 h 42"/>
              <a:gd name="T36" fmla="*/ 34925 w 41"/>
              <a:gd name="T37" fmla="*/ 3175 h 42"/>
              <a:gd name="T38" fmla="*/ 41275 w 41"/>
              <a:gd name="T39" fmla="*/ 3175 h 42"/>
              <a:gd name="T40" fmla="*/ 95250 w 41"/>
              <a:gd name="T41" fmla="*/ 53975 h 42"/>
              <a:gd name="T42" fmla="*/ 120650 w 41"/>
              <a:gd name="T43" fmla="*/ 28575 h 42"/>
              <a:gd name="T44" fmla="*/ 120650 w 41"/>
              <a:gd name="T45" fmla="*/ 28575 h 42"/>
              <a:gd name="T46" fmla="*/ 127000 w 41"/>
              <a:gd name="T47" fmla="*/ 28575 h 42"/>
              <a:gd name="T48" fmla="*/ 130175 w 41"/>
              <a:gd name="T49" fmla="*/ 31750 h 42"/>
              <a:gd name="T50" fmla="*/ 130175 w 41"/>
              <a:gd name="T51" fmla="*/ 127000 h 42"/>
              <a:gd name="T52" fmla="*/ 130175 w 41"/>
              <a:gd name="T53" fmla="*/ 127000 h 42"/>
              <a:gd name="T54" fmla="*/ 127000 w 41"/>
              <a:gd name="T55" fmla="*/ 133350 h 42"/>
              <a:gd name="T56" fmla="*/ 31750 w 41"/>
              <a:gd name="T57" fmla="*/ 133350 h 42"/>
              <a:gd name="T58" fmla="*/ 25400 w 41"/>
              <a:gd name="T59" fmla="*/ 133350 h 42"/>
              <a:gd name="T60" fmla="*/ 25400 w 41"/>
              <a:gd name="T61" fmla="*/ 123825 h 42"/>
              <a:gd name="T62" fmla="*/ 53975 w 41"/>
              <a:gd name="T63" fmla="*/ 95250 h 4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1" h="42">
                <a:moveTo>
                  <a:pt x="4" y="13"/>
                </a:moveTo>
                <a:cubicBezTo>
                  <a:pt x="21" y="29"/>
                  <a:pt x="21" y="29"/>
                  <a:pt x="21" y="29"/>
                </a:cubicBezTo>
                <a:cubicBezTo>
                  <a:pt x="22" y="30"/>
                  <a:pt x="22" y="31"/>
                  <a:pt x="21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14" y="38"/>
                  <a:pt x="14" y="38"/>
                  <a:pt x="14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8" y="15"/>
                  <a:pt x="38" y="15"/>
                  <a:pt x="38" y="15"/>
                </a:cubicBezTo>
                <a:cubicBezTo>
                  <a:pt x="31" y="22"/>
                  <a:pt x="31" y="22"/>
                  <a:pt x="31" y="22"/>
                </a:cubicBezTo>
                <a:cubicBezTo>
                  <a:pt x="30" y="22"/>
                  <a:pt x="29" y="22"/>
                  <a:pt x="28" y="22"/>
                </a:cubicBezTo>
                <a:cubicBezTo>
                  <a:pt x="28" y="21"/>
                  <a:pt x="28" y="21"/>
                  <a:pt x="28" y="21"/>
                </a:cubicBezTo>
                <a:cubicBezTo>
                  <a:pt x="12" y="5"/>
                  <a:pt x="12" y="5"/>
                  <a:pt x="12" y="5"/>
                </a:cubicBezTo>
                <a:cubicBezTo>
                  <a:pt x="4" y="13"/>
                  <a:pt x="4" y="13"/>
                  <a:pt x="4" y="13"/>
                </a:cubicBezTo>
                <a:close/>
                <a:moveTo>
                  <a:pt x="17" y="30"/>
                </a:moveTo>
                <a:cubicBezTo>
                  <a:pt x="17" y="30"/>
                  <a:pt x="17" y="30"/>
                  <a:pt x="17" y="30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0" y="12"/>
                  <a:pt x="0" y="11"/>
                </a:cubicBezTo>
                <a:cubicBezTo>
                  <a:pt x="11" y="1"/>
                  <a:pt x="11" y="1"/>
                  <a:pt x="11" y="1"/>
                </a:cubicBezTo>
                <a:cubicBezTo>
                  <a:pt x="11" y="1"/>
                  <a:pt x="11" y="1"/>
                  <a:pt x="11" y="1"/>
                </a:cubicBezTo>
                <a:cubicBezTo>
                  <a:pt x="11" y="0"/>
                  <a:pt x="13" y="0"/>
                  <a:pt x="13" y="1"/>
                </a:cubicBezTo>
                <a:cubicBezTo>
                  <a:pt x="30" y="17"/>
                  <a:pt x="30" y="17"/>
                  <a:pt x="30" y="17"/>
                </a:cubicBezTo>
                <a:cubicBezTo>
                  <a:pt x="38" y="9"/>
                  <a:pt x="38" y="9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39" y="9"/>
                  <a:pt x="39" y="9"/>
                  <a:pt x="40" y="9"/>
                </a:cubicBezTo>
                <a:cubicBezTo>
                  <a:pt x="41" y="9"/>
                  <a:pt x="41" y="9"/>
                  <a:pt x="41" y="10"/>
                </a:cubicBezTo>
                <a:cubicBezTo>
                  <a:pt x="41" y="40"/>
                  <a:pt x="41" y="40"/>
                  <a:pt x="41" y="40"/>
                </a:cubicBezTo>
                <a:cubicBezTo>
                  <a:pt x="41" y="40"/>
                  <a:pt x="41" y="40"/>
                  <a:pt x="41" y="40"/>
                </a:cubicBezTo>
                <a:cubicBezTo>
                  <a:pt x="41" y="41"/>
                  <a:pt x="41" y="42"/>
                  <a:pt x="40" y="42"/>
                </a:cubicBezTo>
                <a:cubicBezTo>
                  <a:pt x="10" y="42"/>
                  <a:pt x="10" y="42"/>
                  <a:pt x="10" y="42"/>
                </a:cubicBezTo>
                <a:cubicBezTo>
                  <a:pt x="9" y="42"/>
                  <a:pt x="9" y="42"/>
                  <a:pt x="8" y="42"/>
                </a:cubicBezTo>
                <a:cubicBezTo>
                  <a:pt x="8" y="41"/>
                  <a:pt x="8" y="40"/>
                  <a:pt x="8" y="39"/>
                </a:cubicBezTo>
                <a:cubicBezTo>
                  <a:pt x="17" y="30"/>
                  <a:pt x="17" y="30"/>
                  <a:pt x="17" y="3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12" name="Freeform 146">
            <a:extLst>
              <a:ext uri="{FF2B5EF4-FFF2-40B4-BE49-F238E27FC236}">
                <a16:creationId xmlns:a16="http://schemas.microsoft.com/office/drawing/2014/main" id="{84832543-0FB8-6999-3957-D023EE12C61F}"/>
              </a:ext>
            </a:extLst>
          </p:cNvPr>
          <p:cNvSpPr>
            <a:spLocks noEditPoints="1"/>
          </p:cNvSpPr>
          <p:nvPr/>
        </p:nvSpPr>
        <p:spPr bwMode="auto">
          <a:xfrm>
            <a:off x="9162452" y="3025165"/>
            <a:ext cx="179916" cy="177800"/>
          </a:xfrm>
          <a:custGeom>
            <a:avLst/>
            <a:gdLst>
              <a:gd name="T0" fmla="*/ 3213 w 42"/>
              <a:gd name="T1" fmla="*/ 92075 h 42"/>
              <a:gd name="T2" fmla="*/ 54617 w 42"/>
              <a:gd name="T3" fmla="*/ 38100 h 42"/>
              <a:gd name="T4" fmla="*/ 28915 w 42"/>
              <a:gd name="T5" fmla="*/ 12700 h 42"/>
              <a:gd name="T6" fmla="*/ 28915 w 42"/>
              <a:gd name="T7" fmla="*/ 3175 h 42"/>
              <a:gd name="T8" fmla="*/ 32128 w 42"/>
              <a:gd name="T9" fmla="*/ 0 h 42"/>
              <a:gd name="T10" fmla="*/ 128511 w 42"/>
              <a:gd name="T11" fmla="*/ 0 h 42"/>
              <a:gd name="T12" fmla="*/ 134937 w 42"/>
              <a:gd name="T13" fmla="*/ 6350 h 42"/>
              <a:gd name="T14" fmla="*/ 134937 w 42"/>
              <a:gd name="T15" fmla="*/ 6350 h 42"/>
              <a:gd name="T16" fmla="*/ 134937 w 42"/>
              <a:gd name="T17" fmla="*/ 101600 h 42"/>
              <a:gd name="T18" fmla="*/ 128511 w 42"/>
              <a:gd name="T19" fmla="*/ 107950 h 42"/>
              <a:gd name="T20" fmla="*/ 125299 w 42"/>
              <a:gd name="T21" fmla="*/ 104775 h 42"/>
              <a:gd name="T22" fmla="*/ 125299 w 42"/>
              <a:gd name="T23" fmla="*/ 104775 h 42"/>
              <a:gd name="T24" fmla="*/ 96384 w 42"/>
              <a:gd name="T25" fmla="*/ 79375 h 42"/>
              <a:gd name="T26" fmla="*/ 44979 w 42"/>
              <a:gd name="T27" fmla="*/ 133350 h 42"/>
              <a:gd name="T28" fmla="*/ 35341 w 42"/>
              <a:gd name="T29" fmla="*/ 133350 h 42"/>
              <a:gd name="T30" fmla="*/ 35341 w 42"/>
              <a:gd name="T31" fmla="*/ 130175 h 42"/>
              <a:gd name="T32" fmla="*/ 3213 w 42"/>
              <a:gd name="T33" fmla="*/ 98425 h 42"/>
              <a:gd name="T34" fmla="*/ 3213 w 42"/>
              <a:gd name="T35" fmla="*/ 92075 h 42"/>
              <a:gd name="T36" fmla="*/ 3213 w 42"/>
              <a:gd name="T37" fmla="*/ 92075 h 42"/>
              <a:gd name="T38" fmla="*/ 67469 w 42"/>
              <a:gd name="T39" fmla="*/ 41275 h 42"/>
              <a:gd name="T40" fmla="*/ 67469 w 42"/>
              <a:gd name="T41" fmla="*/ 41275 h 42"/>
              <a:gd name="T42" fmla="*/ 16064 w 42"/>
              <a:gd name="T43" fmla="*/ 95250 h 42"/>
              <a:gd name="T44" fmla="*/ 38553 w 42"/>
              <a:gd name="T45" fmla="*/ 120650 h 42"/>
              <a:gd name="T46" fmla="*/ 93171 w 42"/>
              <a:gd name="T47" fmla="*/ 66675 h 42"/>
              <a:gd name="T48" fmla="*/ 93171 w 42"/>
              <a:gd name="T49" fmla="*/ 66675 h 42"/>
              <a:gd name="T50" fmla="*/ 102809 w 42"/>
              <a:gd name="T51" fmla="*/ 66675 h 42"/>
              <a:gd name="T52" fmla="*/ 122086 w 42"/>
              <a:gd name="T53" fmla="*/ 85725 h 42"/>
              <a:gd name="T54" fmla="*/ 122086 w 42"/>
              <a:gd name="T55" fmla="*/ 12700 h 42"/>
              <a:gd name="T56" fmla="*/ 48192 w 42"/>
              <a:gd name="T57" fmla="*/ 12700 h 42"/>
              <a:gd name="T58" fmla="*/ 67469 w 42"/>
              <a:gd name="T59" fmla="*/ 34925 h 42"/>
              <a:gd name="T60" fmla="*/ 67469 w 42"/>
              <a:gd name="T61" fmla="*/ 34925 h 42"/>
              <a:gd name="T62" fmla="*/ 67469 w 42"/>
              <a:gd name="T63" fmla="*/ 41275 h 4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2" h="42">
                <a:moveTo>
                  <a:pt x="1" y="29"/>
                </a:moveTo>
                <a:cubicBezTo>
                  <a:pt x="17" y="12"/>
                  <a:pt x="17" y="12"/>
                  <a:pt x="17" y="12"/>
                </a:cubicBezTo>
                <a:cubicBezTo>
                  <a:pt x="9" y="4"/>
                  <a:pt x="9" y="4"/>
                  <a:pt x="9" y="4"/>
                </a:cubicBezTo>
                <a:cubicBezTo>
                  <a:pt x="8" y="3"/>
                  <a:pt x="8" y="2"/>
                  <a:pt x="9" y="1"/>
                </a:cubicBezTo>
                <a:cubicBezTo>
                  <a:pt x="9" y="1"/>
                  <a:pt x="10" y="0"/>
                  <a:pt x="1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1" y="0"/>
                  <a:pt x="42" y="1"/>
                  <a:pt x="42" y="2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3"/>
                  <a:pt x="41" y="34"/>
                  <a:pt x="40" y="34"/>
                </a:cubicBezTo>
                <a:cubicBezTo>
                  <a:pt x="39" y="34"/>
                  <a:pt x="39" y="34"/>
                  <a:pt x="39" y="33"/>
                </a:cubicBezTo>
                <a:cubicBezTo>
                  <a:pt x="39" y="33"/>
                  <a:pt x="39" y="33"/>
                  <a:pt x="39" y="33"/>
                </a:cubicBezTo>
                <a:cubicBezTo>
                  <a:pt x="30" y="25"/>
                  <a:pt x="30" y="25"/>
                  <a:pt x="30" y="25"/>
                </a:cubicBezTo>
                <a:cubicBezTo>
                  <a:pt x="14" y="42"/>
                  <a:pt x="14" y="42"/>
                  <a:pt x="14" y="42"/>
                </a:cubicBezTo>
                <a:cubicBezTo>
                  <a:pt x="13" y="42"/>
                  <a:pt x="12" y="42"/>
                  <a:pt x="11" y="42"/>
                </a:cubicBezTo>
                <a:cubicBezTo>
                  <a:pt x="11" y="41"/>
                  <a:pt x="11" y="41"/>
                  <a:pt x="11" y="41"/>
                </a:cubicBezTo>
                <a:cubicBezTo>
                  <a:pt x="1" y="31"/>
                  <a:pt x="1" y="31"/>
                  <a:pt x="1" y="31"/>
                </a:cubicBezTo>
                <a:cubicBezTo>
                  <a:pt x="0" y="31"/>
                  <a:pt x="0" y="29"/>
                  <a:pt x="1" y="29"/>
                </a:cubicBezTo>
                <a:cubicBezTo>
                  <a:pt x="1" y="29"/>
                  <a:pt x="1" y="29"/>
                  <a:pt x="1" y="29"/>
                </a:cubicBezTo>
                <a:close/>
                <a:moveTo>
                  <a:pt x="21" y="13"/>
                </a:moveTo>
                <a:cubicBezTo>
                  <a:pt x="21" y="13"/>
                  <a:pt x="21" y="13"/>
                  <a:pt x="21" y="13"/>
                </a:cubicBezTo>
                <a:cubicBezTo>
                  <a:pt x="5" y="30"/>
                  <a:pt x="5" y="30"/>
                  <a:pt x="5" y="30"/>
                </a:cubicBezTo>
                <a:cubicBezTo>
                  <a:pt x="12" y="38"/>
                  <a:pt x="12" y="38"/>
                  <a:pt x="12" y="38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30" y="20"/>
                  <a:pt x="31" y="20"/>
                  <a:pt x="32" y="21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4"/>
                  <a:pt x="38" y="4"/>
                  <a:pt x="38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2" y="11"/>
                  <a:pt x="22" y="13"/>
                  <a:pt x="21" y="1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13" name="Freeform 147">
            <a:extLst>
              <a:ext uri="{FF2B5EF4-FFF2-40B4-BE49-F238E27FC236}">
                <a16:creationId xmlns:a16="http://schemas.microsoft.com/office/drawing/2014/main" id="{BB9E93E6-A8DF-D1F4-5493-C2B3BF02D678}"/>
              </a:ext>
            </a:extLst>
          </p:cNvPr>
          <p:cNvSpPr>
            <a:spLocks noEditPoints="1"/>
          </p:cNvSpPr>
          <p:nvPr/>
        </p:nvSpPr>
        <p:spPr bwMode="auto">
          <a:xfrm>
            <a:off x="11395535" y="2589132"/>
            <a:ext cx="207433" cy="194733"/>
          </a:xfrm>
          <a:custGeom>
            <a:avLst/>
            <a:gdLst>
              <a:gd name="T0" fmla="*/ 139700 w 49"/>
              <a:gd name="T1" fmla="*/ 63500 h 46"/>
              <a:gd name="T2" fmla="*/ 139700 w 49"/>
              <a:gd name="T3" fmla="*/ 63500 h 46"/>
              <a:gd name="T4" fmla="*/ 139700 w 49"/>
              <a:gd name="T5" fmla="*/ 63500 h 46"/>
              <a:gd name="T6" fmla="*/ 139700 w 49"/>
              <a:gd name="T7" fmla="*/ 63500 h 46"/>
              <a:gd name="T8" fmla="*/ 114300 w 49"/>
              <a:gd name="T9" fmla="*/ 127000 h 46"/>
              <a:gd name="T10" fmla="*/ 123825 w 49"/>
              <a:gd name="T11" fmla="*/ 139700 h 46"/>
              <a:gd name="T12" fmla="*/ 123825 w 49"/>
              <a:gd name="T13" fmla="*/ 146050 h 46"/>
              <a:gd name="T14" fmla="*/ 120650 w 49"/>
              <a:gd name="T15" fmla="*/ 142875 h 46"/>
              <a:gd name="T16" fmla="*/ 107950 w 49"/>
              <a:gd name="T17" fmla="*/ 130175 h 46"/>
              <a:gd name="T18" fmla="*/ 44450 w 49"/>
              <a:gd name="T19" fmla="*/ 130175 h 46"/>
              <a:gd name="T20" fmla="*/ 34925 w 49"/>
              <a:gd name="T21" fmla="*/ 142875 h 46"/>
              <a:gd name="T22" fmla="*/ 28575 w 49"/>
              <a:gd name="T23" fmla="*/ 146050 h 46"/>
              <a:gd name="T24" fmla="*/ 28575 w 49"/>
              <a:gd name="T25" fmla="*/ 139700 h 46"/>
              <a:gd name="T26" fmla="*/ 38100 w 49"/>
              <a:gd name="T27" fmla="*/ 127000 h 46"/>
              <a:gd name="T28" fmla="*/ 38100 w 49"/>
              <a:gd name="T29" fmla="*/ 127000 h 46"/>
              <a:gd name="T30" fmla="*/ 15875 w 49"/>
              <a:gd name="T31" fmla="*/ 63500 h 46"/>
              <a:gd name="T32" fmla="*/ 15875 w 49"/>
              <a:gd name="T33" fmla="*/ 63500 h 46"/>
              <a:gd name="T34" fmla="*/ 3175 w 49"/>
              <a:gd name="T35" fmla="*/ 60325 h 46"/>
              <a:gd name="T36" fmla="*/ 0 w 49"/>
              <a:gd name="T37" fmla="*/ 53975 h 46"/>
              <a:gd name="T38" fmla="*/ 3175 w 49"/>
              <a:gd name="T39" fmla="*/ 53975 h 46"/>
              <a:gd name="T40" fmla="*/ 19050 w 49"/>
              <a:gd name="T41" fmla="*/ 57150 h 46"/>
              <a:gd name="T42" fmla="*/ 19050 w 49"/>
              <a:gd name="T43" fmla="*/ 57150 h 46"/>
              <a:gd name="T44" fmla="*/ 73025 w 49"/>
              <a:gd name="T45" fmla="*/ 15875 h 46"/>
              <a:gd name="T46" fmla="*/ 73025 w 49"/>
              <a:gd name="T47" fmla="*/ 15875 h 46"/>
              <a:gd name="T48" fmla="*/ 73025 w 49"/>
              <a:gd name="T49" fmla="*/ 3175 h 46"/>
              <a:gd name="T50" fmla="*/ 76200 w 49"/>
              <a:gd name="T51" fmla="*/ 0 h 46"/>
              <a:gd name="T52" fmla="*/ 79375 w 49"/>
              <a:gd name="T53" fmla="*/ 3175 h 46"/>
              <a:gd name="T54" fmla="*/ 79375 w 49"/>
              <a:gd name="T55" fmla="*/ 15875 h 46"/>
              <a:gd name="T56" fmla="*/ 79375 w 49"/>
              <a:gd name="T57" fmla="*/ 15875 h 46"/>
              <a:gd name="T58" fmla="*/ 136525 w 49"/>
              <a:gd name="T59" fmla="*/ 57150 h 46"/>
              <a:gd name="T60" fmla="*/ 149225 w 49"/>
              <a:gd name="T61" fmla="*/ 53975 h 46"/>
              <a:gd name="T62" fmla="*/ 152400 w 49"/>
              <a:gd name="T63" fmla="*/ 53975 h 46"/>
              <a:gd name="T64" fmla="*/ 152400 w 49"/>
              <a:gd name="T65" fmla="*/ 60325 h 46"/>
              <a:gd name="T66" fmla="*/ 139700 w 49"/>
              <a:gd name="T67" fmla="*/ 63500 h 46"/>
              <a:gd name="T68" fmla="*/ 73025 w 49"/>
              <a:gd name="T69" fmla="*/ 76200 h 46"/>
              <a:gd name="T70" fmla="*/ 73025 w 49"/>
              <a:gd name="T71" fmla="*/ 76200 h 46"/>
              <a:gd name="T72" fmla="*/ 73025 w 49"/>
              <a:gd name="T73" fmla="*/ 31750 h 46"/>
              <a:gd name="T74" fmla="*/ 31750 w 49"/>
              <a:gd name="T75" fmla="*/ 60325 h 46"/>
              <a:gd name="T76" fmla="*/ 73025 w 49"/>
              <a:gd name="T77" fmla="*/ 76200 h 46"/>
              <a:gd name="T78" fmla="*/ 79375 w 49"/>
              <a:gd name="T79" fmla="*/ 31750 h 46"/>
              <a:gd name="T80" fmla="*/ 79375 w 49"/>
              <a:gd name="T81" fmla="*/ 31750 h 46"/>
              <a:gd name="T82" fmla="*/ 79375 w 49"/>
              <a:gd name="T83" fmla="*/ 76200 h 46"/>
              <a:gd name="T84" fmla="*/ 123825 w 49"/>
              <a:gd name="T85" fmla="*/ 60325 h 46"/>
              <a:gd name="T86" fmla="*/ 79375 w 49"/>
              <a:gd name="T87" fmla="*/ 31750 h 46"/>
              <a:gd name="T88" fmla="*/ 123825 w 49"/>
              <a:gd name="T89" fmla="*/ 69850 h 46"/>
              <a:gd name="T90" fmla="*/ 123825 w 49"/>
              <a:gd name="T91" fmla="*/ 69850 h 46"/>
              <a:gd name="T92" fmla="*/ 82550 w 49"/>
              <a:gd name="T93" fmla="*/ 82550 h 46"/>
              <a:gd name="T94" fmla="*/ 107950 w 49"/>
              <a:gd name="T95" fmla="*/ 114300 h 46"/>
              <a:gd name="T96" fmla="*/ 123825 w 49"/>
              <a:gd name="T97" fmla="*/ 69850 h 46"/>
              <a:gd name="T98" fmla="*/ 101600 w 49"/>
              <a:gd name="T99" fmla="*/ 117475 h 46"/>
              <a:gd name="T100" fmla="*/ 101600 w 49"/>
              <a:gd name="T101" fmla="*/ 117475 h 46"/>
              <a:gd name="T102" fmla="*/ 76200 w 49"/>
              <a:gd name="T103" fmla="*/ 85725 h 46"/>
              <a:gd name="T104" fmla="*/ 53975 w 49"/>
              <a:gd name="T105" fmla="*/ 117475 h 46"/>
              <a:gd name="T106" fmla="*/ 101600 w 49"/>
              <a:gd name="T107" fmla="*/ 117475 h 46"/>
              <a:gd name="T108" fmla="*/ 47625 w 49"/>
              <a:gd name="T109" fmla="*/ 114300 h 46"/>
              <a:gd name="T110" fmla="*/ 47625 w 49"/>
              <a:gd name="T111" fmla="*/ 114300 h 46"/>
              <a:gd name="T112" fmla="*/ 69850 w 49"/>
              <a:gd name="T113" fmla="*/ 82550 h 46"/>
              <a:gd name="T114" fmla="*/ 28575 w 49"/>
              <a:gd name="T115" fmla="*/ 69850 h 46"/>
              <a:gd name="T116" fmla="*/ 47625 w 49"/>
              <a:gd name="T117" fmla="*/ 114300 h 4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49" h="46">
                <a:moveTo>
                  <a:pt x="44" y="20"/>
                </a:moveTo>
                <a:cubicBezTo>
                  <a:pt x="44" y="20"/>
                  <a:pt x="44" y="20"/>
                  <a:pt x="44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36" y="40"/>
                  <a:pt x="36" y="40"/>
                  <a:pt x="36" y="40"/>
                </a:cubicBezTo>
                <a:cubicBezTo>
                  <a:pt x="39" y="44"/>
                  <a:pt x="39" y="44"/>
                  <a:pt x="39" y="44"/>
                </a:cubicBezTo>
                <a:cubicBezTo>
                  <a:pt x="40" y="45"/>
                  <a:pt x="40" y="45"/>
                  <a:pt x="39" y="46"/>
                </a:cubicBezTo>
                <a:cubicBezTo>
                  <a:pt x="39" y="46"/>
                  <a:pt x="38" y="46"/>
                  <a:pt x="38" y="45"/>
                </a:cubicBezTo>
                <a:cubicBezTo>
                  <a:pt x="34" y="41"/>
                  <a:pt x="34" y="41"/>
                  <a:pt x="34" y="41"/>
                </a:cubicBezTo>
                <a:cubicBezTo>
                  <a:pt x="14" y="41"/>
                  <a:pt x="14" y="41"/>
                  <a:pt x="14" y="41"/>
                </a:cubicBezTo>
                <a:cubicBezTo>
                  <a:pt x="11" y="45"/>
                  <a:pt x="11" y="45"/>
                  <a:pt x="11" y="45"/>
                </a:cubicBezTo>
                <a:cubicBezTo>
                  <a:pt x="10" y="46"/>
                  <a:pt x="10" y="46"/>
                  <a:pt x="9" y="46"/>
                </a:cubicBezTo>
                <a:cubicBezTo>
                  <a:pt x="9" y="45"/>
                  <a:pt x="9" y="45"/>
                  <a:pt x="9" y="44"/>
                </a:cubicBezTo>
                <a:cubicBezTo>
                  <a:pt x="12" y="40"/>
                  <a:pt x="12" y="40"/>
                  <a:pt x="12" y="40"/>
                </a:cubicBezTo>
                <a:cubicBezTo>
                  <a:pt x="12" y="40"/>
                  <a:pt x="12" y="40"/>
                  <a:pt x="12" y="40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20"/>
                  <a:pt x="5" y="20"/>
                  <a:pt x="5" y="20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19"/>
                  <a:pt x="0" y="18"/>
                  <a:pt x="0" y="17"/>
                </a:cubicBezTo>
                <a:cubicBezTo>
                  <a:pt x="0" y="17"/>
                  <a:pt x="1" y="16"/>
                  <a:pt x="1" y="17"/>
                </a:cubicBezTo>
                <a:cubicBezTo>
                  <a:pt x="6" y="18"/>
                  <a:pt x="6" y="18"/>
                  <a:pt x="6" y="18"/>
                </a:cubicBezTo>
                <a:cubicBezTo>
                  <a:pt x="6" y="18"/>
                  <a:pt x="6" y="18"/>
                  <a:pt x="6" y="18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1"/>
                  <a:pt x="23" y="1"/>
                  <a:pt x="23" y="1"/>
                </a:cubicBezTo>
                <a:cubicBezTo>
                  <a:pt x="23" y="0"/>
                  <a:pt x="24" y="0"/>
                  <a:pt x="24" y="0"/>
                </a:cubicBezTo>
                <a:cubicBezTo>
                  <a:pt x="25" y="0"/>
                  <a:pt x="25" y="0"/>
                  <a:pt x="25" y="1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43" y="18"/>
                  <a:pt x="43" y="18"/>
                  <a:pt x="43" y="18"/>
                </a:cubicBezTo>
                <a:cubicBezTo>
                  <a:pt x="47" y="17"/>
                  <a:pt x="47" y="17"/>
                  <a:pt x="47" y="17"/>
                </a:cubicBezTo>
                <a:cubicBezTo>
                  <a:pt x="48" y="16"/>
                  <a:pt x="48" y="17"/>
                  <a:pt x="48" y="17"/>
                </a:cubicBezTo>
                <a:cubicBezTo>
                  <a:pt x="49" y="18"/>
                  <a:pt x="48" y="19"/>
                  <a:pt x="48" y="19"/>
                </a:cubicBezTo>
                <a:cubicBezTo>
                  <a:pt x="44" y="20"/>
                  <a:pt x="44" y="20"/>
                  <a:pt x="44" y="20"/>
                </a:cubicBezTo>
                <a:close/>
                <a:moveTo>
                  <a:pt x="23" y="24"/>
                </a:moveTo>
                <a:cubicBezTo>
                  <a:pt x="23" y="24"/>
                  <a:pt x="23" y="24"/>
                  <a:pt x="23" y="24"/>
                </a:cubicBezTo>
                <a:cubicBezTo>
                  <a:pt x="23" y="10"/>
                  <a:pt x="23" y="10"/>
                  <a:pt x="23" y="10"/>
                </a:cubicBezTo>
                <a:cubicBezTo>
                  <a:pt x="10" y="19"/>
                  <a:pt x="10" y="19"/>
                  <a:pt x="10" y="19"/>
                </a:cubicBezTo>
                <a:cubicBezTo>
                  <a:pt x="23" y="24"/>
                  <a:pt x="23" y="24"/>
                  <a:pt x="23" y="24"/>
                </a:cubicBezTo>
                <a:close/>
                <a:moveTo>
                  <a:pt x="25" y="10"/>
                </a:moveTo>
                <a:cubicBezTo>
                  <a:pt x="25" y="10"/>
                  <a:pt x="25" y="10"/>
                  <a:pt x="25" y="10"/>
                </a:cubicBezTo>
                <a:cubicBezTo>
                  <a:pt x="25" y="24"/>
                  <a:pt x="25" y="24"/>
                  <a:pt x="25" y="24"/>
                </a:cubicBezTo>
                <a:cubicBezTo>
                  <a:pt x="39" y="19"/>
                  <a:pt x="39" y="19"/>
                  <a:pt x="39" y="19"/>
                </a:cubicBezTo>
                <a:cubicBezTo>
                  <a:pt x="25" y="10"/>
                  <a:pt x="25" y="10"/>
                  <a:pt x="25" y="10"/>
                </a:cubicBezTo>
                <a:close/>
                <a:moveTo>
                  <a:pt x="39" y="22"/>
                </a:moveTo>
                <a:cubicBezTo>
                  <a:pt x="39" y="22"/>
                  <a:pt x="39" y="22"/>
                  <a:pt x="39" y="22"/>
                </a:cubicBezTo>
                <a:cubicBezTo>
                  <a:pt x="26" y="26"/>
                  <a:pt x="26" y="26"/>
                  <a:pt x="26" y="26"/>
                </a:cubicBezTo>
                <a:cubicBezTo>
                  <a:pt x="34" y="36"/>
                  <a:pt x="34" y="36"/>
                  <a:pt x="34" y="36"/>
                </a:cubicBezTo>
                <a:cubicBezTo>
                  <a:pt x="39" y="22"/>
                  <a:pt x="39" y="22"/>
                  <a:pt x="39" y="22"/>
                </a:cubicBezTo>
                <a:close/>
                <a:moveTo>
                  <a:pt x="32" y="37"/>
                </a:moveTo>
                <a:cubicBezTo>
                  <a:pt x="32" y="37"/>
                  <a:pt x="32" y="37"/>
                  <a:pt x="32" y="37"/>
                </a:cubicBezTo>
                <a:cubicBezTo>
                  <a:pt x="24" y="27"/>
                  <a:pt x="24" y="27"/>
                  <a:pt x="24" y="27"/>
                </a:cubicBezTo>
                <a:cubicBezTo>
                  <a:pt x="17" y="37"/>
                  <a:pt x="17" y="37"/>
                  <a:pt x="17" y="37"/>
                </a:cubicBezTo>
                <a:cubicBezTo>
                  <a:pt x="32" y="37"/>
                  <a:pt x="32" y="37"/>
                  <a:pt x="32" y="37"/>
                </a:cubicBezTo>
                <a:close/>
                <a:moveTo>
                  <a:pt x="15" y="36"/>
                </a:moveTo>
                <a:cubicBezTo>
                  <a:pt x="15" y="36"/>
                  <a:pt x="15" y="36"/>
                  <a:pt x="15" y="36"/>
                </a:cubicBezTo>
                <a:cubicBezTo>
                  <a:pt x="22" y="26"/>
                  <a:pt x="22" y="26"/>
                  <a:pt x="22" y="26"/>
                </a:cubicBezTo>
                <a:cubicBezTo>
                  <a:pt x="9" y="22"/>
                  <a:pt x="9" y="22"/>
                  <a:pt x="9" y="22"/>
                </a:cubicBezTo>
                <a:cubicBezTo>
                  <a:pt x="15" y="36"/>
                  <a:pt x="15" y="36"/>
                  <a:pt x="15" y="3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14" name="Freeform 148">
            <a:extLst>
              <a:ext uri="{FF2B5EF4-FFF2-40B4-BE49-F238E27FC236}">
                <a16:creationId xmlns:a16="http://schemas.microsoft.com/office/drawing/2014/main" id="{8B01DD77-9BFF-E8A7-1050-70F429B67CC2}"/>
              </a:ext>
            </a:extLst>
          </p:cNvPr>
          <p:cNvSpPr>
            <a:spLocks noEditPoints="1"/>
          </p:cNvSpPr>
          <p:nvPr/>
        </p:nvSpPr>
        <p:spPr bwMode="auto">
          <a:xfrm>
            <a:off x="6948418" y="3008232"/>
            <a:ext cx="211667" cy="215900"/>
          </a:xfrm>
          <a:custGeom>
            <a:avLst/>
            <a:gdLst>
              <a:gd name="T0" fmla="*/ 82550 w 50"/>
              <a:gd name="T1" fmla="*/ 3175 h 51"/>
              <a:gd name="T2" fmla="*/ 155575 w 50"/>
              <a:gd name="T3" fmla="*/ 111125 h 51"/>
              <a:gd name="T4" fmla="*/ 158750 w 50"/>
              <a:gd name="T5" fmla="*/ 114300 h 51"/>
              <a:gd name="T6" fmla="*/ 158750 w 50"/>
              <a:gd name="T7" fmla="*/ 114300 h 51"/>
              <a:gd name="T8" fmla="*/ 133350 w 50"/>
              <a:gd name="T9" fmla="*/ 149225 h 51"/>
              <a:gd name="T10" fmla="*/ 79375 w 50"/>
              <a:gd name="T11" fmla="*/ 161925 h 51"/>
              <a:gd name="T12" fmla="*/ 22225 w 50"/>
              <a:gd name="T13" fmla="*/ 149225 h 51"/>
              <a:gd name="T14" fmla="*/ 0 w 50"/>
              <a:gd name="T15" fmla="*/ 114300 h 51"/>
              <a:gd name="T16" fmla="*/ 0 w 50"/>
              <a:gd name="T17" fmla="*/ 111125 h 51"/>
              <a:gd name="T18" fmla="*/ 73025 w 50"/>
              <a:gd name="T19" fmla="*/ 3175 h 51"/>
              <a:gd name="T20" fmla="*/ 82550 w 50"/>
              <a:gd name="T21" fmla="*/ 0 h 51"/>
              <a:gd name="T22" fmla="*/ 82550 w 50"/>
              <a:gd name="T23" fmla="*/ 3175 h 51"/>
              <a:gd name="T24" fmla="*/ 146050 w 50"/>
              <a:gd name="T25" fmla="*/ 117475 h 51"/>
              <a:gd name="T26" fmla="*/ 146050 w 50"/>
              <a:gd name="T27" fmla="*/ 117475 h 51"/>
              <a:gd name="T28" fmla="*/ 79375 w 50"/>
              <a:gd name="T29" fmla="*/ 15875 h 51"/>
              <a:gd name="T30" fmla="*/ 9525 w 50"/>
              <a:gd name="T31" fmla="*/ 117475 h 51"/>
              <a:gd name="T32" fmla="*/ 28575 w 50"/>
              <a:gd name="T33" fmla="*/ 136525 h 51"/>
              <a:gd name="T34" fmla="*/ 79375 w 50"/>
              <a:gd name="T35" fmla="*/ 149225 h 51"/>
              <a:gd name="T36" fmla="*/ 127000 w 50"/>
              <a:gd name="T37" fmla="*/ 136525 h 51"/>
              <a:gd name="T38" fmla="*/ 146050 w 50"/>
              <a:gd name="T39" fmla="*/ 117475 h 5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0" h="51">
                <a:moveTo>
                  <a:pt x="26" y="1"/>
                </a:moveTo>
                <a:cubicBezTo>
                  <a:pt x="49" y="35"/>
                  <a:pt x="49" y="35"/>
                  <a:pt x="49" y="35"/>
                </a:cubicBezTo>
                <a:cubicBezTo>
                  <a:pt x="50" y="35"/>
                  <a:pt x="50" y="36"/>
                  <a:pt x="50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50" y="40"/>
                  <a:pt x="47" y="44"/>
                  <a:pt x="42" y="47"/>
                </a:cubicBezTo>
                <a:cubicBezTo>
                  <a:pt x="37" y="49"/>
                  <a:pt x="31" y="51"/>
                  <a:pt x="25" y="51"/>
                </a:cubicBezTo>
                <a:cubicBezTo>
                  <a:pt x="18" y="51"/>
                  <a:pt x="12" y="49"/>
                  <a:pt x="7" y="47"/>
                </a:cubicBezTo>
                <a:cubicBezTo>
                  <a:pt x="3" y="44"/>
                  <a:pt x="0" y="40"/>
                  <a:pt x="0" y="36"/>
                </a:cubicBezTo>
                <a:cubicBezTo>
                  <a:pt x="0" y="36"/>
                  <a:pt x="0" y="35"/>
                  <a:pt x="0" y="35"/>
                </a:cubicBezTo>
                <a:cubicBezTo>
                  <a:pt x="23" y="1"/>
                  <a:pt x="23" y="1"/>
                  <a:pt x="23" y="1"/>
                </a:cubicBezTo>
                <a:cubicBezTo>
                  <a:pt x="24" y="0"/>
                  <a:pt x="25" y="0"/>
                  <a:pt x="26" y="0"/>
                </a:cubicBezTo>
                <a:cubicBezTo>
                  <a:pt x="26" y="0"/>
                  <a:pt x="26" y="1"/>
                  <a:pt x="26" y="1"/>
                </a:cubicBezTo>
                <a:close/>
                <a:moveTo>
                  <a:pt x="46" y="37"/>
                </a:moveTo>
                <a:cubicBezTo>
                  <a:pt x="46" y="37"/>
                  <a:pt x="46" y="37"/>
                  <a:pt x="46" y="37"/>
                </a:cubicBezTo>
                <a:cubicBezTo>
                  <a:pt x="25" y="5"/>
                  <a:pt x="25" y="5"/>
                  <a:pt x="25" y="5"/>
                </a:cubicBezTo>
                <a:cubicBezTo>
                  <a:pt x="3" y="37"/>
                  <a:pt x="3" y="37"/>
                  <a:pt x="3" y="37"/>
                </a:cubicBezTo>
                <a:cubicBezTo>
                  <a:pt x="4" y="39"/>
                  <a:pt x="6" y="42"/>
                  <a:pt x="9" y="43"/>
                </a:cubicBezTo>
                <a:cubicBezTo>
                  <a:pt x="13" y="46"/>
                  <a:pt x="19" y="47"/>
                  <a:pt x="25" y="47"/>
                </a:cubicBezTo>
                <a:cubicBezTo>
                  <a:pt x="31" y="47"/>
                  <a:pt x="36" y="46"/>
                  <a:pt x="40" y="43"/>
                </a:cubicBezTo>
                <a:cubicBezTo>
                  <a:pt x="43" y="42"/>
                  <a:pt x="46" y="39"/>
                  <a:pt x="46" y="3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15" name="Freeform 149">
            <a:extLst>
              <a:ext uri="{FF2B5EF4-FFF2-40B4-BE49-F238E27FC236}">
                <a16:creationId xmlns:a16="http://schemas.microsoft.com/office/drawing/2014/main" id="{110706BC-31A6-A2D2-3916-503AAB456391}"/>
              </a:ext>
            </a:extLst>
          </p:cNvPr>
          <p:cNvSpPr>
            <a:spLocks noEditPoints="1"/>
          </p:cNvSpPr>
          <p:nvPr/>
        </p:nvSpPr>
        <p:spPr bwMode="auto">
          <a:xfrm>
            <a:off x="6558952" y="3008231"/>
            <a:ext cx="215900" cy="211667"/>
          </a:xfrm>
          <a:custGeom>
            <a:avLst/>
            <a:gdLst>
              <a:gd name="T0" fmla="*/ 85725 w 51"/>
              <a:gd name="T1" fmla="*/ 3175 h 50"/>
              <a:gd name="T2" fmla="*/ 161925 w 51"/>
              <a:gd name="T3" fmla="*/ 114300 h 50"/>
              <a:gd name="T4" fmla="*/ 158750 w 51"/>
              <a:gd name="T5" fmla="*/ 120650 h 50"/>
              <a:gd name="T6" fmla="*/ 158750 w 51"/>
              <a:gd name="T7" fmla="*/ 120650 h 50"/>
              <a:gd name="T8" fmla="*/ 85725 w 51"/>
              <a:gd name="T9" fmla="*/ 158750 h 50"/>
              <a:gd name="T10" fmla="*/ 79375 w 51"/>
              <a:gd name="T11" fmla="*/ 158750 h 50"/>
              <a:gd name="T12" fmla="*/ 6350 w 51"/>
              <a:gd name="T13" fmla="*/ 120650 h 50"/>
              <a:gd name="T14" fmla="*/ 3175 w 51"/>
              <a:gd name="T15" fmla="*/ 114300 h 50"/>
              <a:gd name="T16" fmla="*/ 3175 w 51"/>
              <a:gd name="T17" fmla="*/ 114300 h 50"/>
              <a:gd name="T18" fmla="*/ 76200 w 51"/>
              <a:gd name="T19" fmla="*/ 3175 h 50"/>
              <a:gd name="T20" fmla="*/ 85725 w 51"/>
              <a:gd name="T21" fmla="*/ 3175 h 50"/>
              <a:gd name="T22" fmla="*/ 85725 w 51"/>
              <a:gd name="T23" fmla="*/ 3175 h 50"/>
              <a:gd name="T24" fmla="*/ 79375 w 51"/>
              <a:gd name="T25" fmla="*/ 142875 h 50"/>
              <a:gd name="T26" fmla="*/ 79375 w 51"/>
              <a:gd name="T27" fmla="*/ 142875 h 50"/>
              <a:gd name="T28" fmla="*/ 79375 w 51"/>
              <a:gd name="T29" fmla="*/ 25400 h 50"/>
              <a:gd name="T30" fmla="*/ 19050 w 51"/>
              <a:gd name="T31" fmla="*/ 114300 h 50"/>
              <a:gd name="T32" fmla="*/ 79375 w 51"/>
              <a:gd name="T33" fmla="*/ 142875 h 50"/>
              <a:gd name="T34" fmla="*/ 85725 w 51"/>
              <a:gd name="T35" fmla="*/ 25400 h 50"/>
              <a:gd name="T36" fmla="*/ 85725 w 51"/>
              <a:gd name="T37" fmla="*/ 25400 h 50"/>
              <a:gd name="T38" fmla="*/ 85725 w 51"/>
              <a:gd name="T39" fmla="*/ 142875 h 50"/>
              <a:gd name="T40" fmla="*/ 146050 w 51"/>
              <a:gd name="T41" fmla="*/ 114300 h 50"/>
              <a:gd name="T42" fmla="*/ 85725 w 51"/>
              <a:gd name="T43" fmla="*/ 25400 h 5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1" h="50">
                <a:moveTo>
                  <a:pt x="27" y="1"/>
                </a:moveTo>
                <a:cubicBezTo>
                  <a:pt x="51" y="36"/>
                  <a:pt x="51" y="36"/>
                  <a:pt x="51" y="36"/>
                </a:cubicBezTo>
                <a:cubicBezTo>
                  <a:pt x="51" y="37"/>
                  <a:pt x="51" y="38"/>
                  <a:pt x="50" y="38"/>
                </a:cubicBezTo>
                <a:cubicBezTo>
                  <a:pt x="50" y="38"/>
                  <a:pt x="50" y="38"/>
                  <a:pt x="50" y="38"/>
                </a:cubicBezTo>
                <a:cubicBezTo>
                  <a:pt x="27" y="50"/>
                  <a:pt x="27" y="50"/>
                  <a:pt x="27" y="50"/>
                </a:cubicBezTo>
                <a:cubicBezTo>
                  <a:pt x="26" y="50"/>
                  <a:pt x="25" y="50"/>
                  <a:pt x="25" y="50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7"/>
                  <a:pt x="1" y="36"/>
                </a:cubicBezTo>
                <a:cubicBezTo>
                  <a:pt x="1" y="36"/>
                  <a:pt x="1" y="36"/>
                  <a:pt x="1" y="36"/>
                </a:cubicBezTo>
                <a:cubicBezTo>
                  <a:pt x="24" y="1"/>
                  <a:pt x="24" y="1"/>
                  <a:pt x="24" y="1"/>
                </a:cubicBezTo>
                <a:cubicBezTo>
                  <a:pt x="25" y="0"/>
                  <a:pt x="26" y="0"/>
                  <a:pt x="27" y="1"/>
                </a:cubicBezTo>
                <a:cubicBezTo>
                  <a:pt x="27" y="1"/>
                  <a:pt x="27" y="1"/>
                  <a:pt x="27" y="1"/>
                </a:cubicBezTo>
                <a:close/>
                <a:moveTo>
                  <a:pt x="25" y="45"/>
                </a:moveTo>
                <a:cubicBezTo>
                  <a:pt x="25" y="45"/>
                  <a:pt x="25" y="45"/>
                  <a:pt x="25" y="45"/>
                </a:cubicBezTo>
                <a:cubicBezTo>
                  <a:pt x="25" y="8"/>
                  <a:pt x="25" y="8"/>
                  <a:pt x="25" y="8"/>
                </a:cubicBezTo>
                <a:cubicBezTo>
                  <a:pt x="6" y="36"/>
                  <a:pt x="6" y="36"/>
                  <a:pt x="6" y="36"/>
                </a:cubicBezTo>
                <a:cubicBezTo>
                  <a:pt x="25" y="45"/>
                  <a:pt x="25" y="45"/>
                  <a:pt x="25" y="45"/>
                </a:cubicBezTo>
                <a:close/>
                <a:moveTo>
                  <a:pt x="27" y="8"/>
                </a:moveTo>
                <a:cubicBezTo>
                  <a:pt x="27" y="8"/>
                  <a:pt x="27" y="8"/>
                  <a:pt x="27" y="8"/>
                </a:cubicBezTo>
                <a:cubicBezTo>
                  <a:pt x="27" y="45"/>
                  <a:pt x="27" y="45"/>
                  <a:pt x="27" y="45"/>
                </a:cubicBezTo>
                <a:cubicBezTo>
                  <a:pt x="46" y="36"/>
                  <a:pt x="46" y="36"/>
                  <a:pt x="46" y="36"/>
                </a:cubicBezTo>
                <a:cubicBezTo>
                  <a:pt x="27" y="8"/>
                  <a:pt x="27" y="8"/>
                  <a:pt x="27" y="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16" name="Freeform 150">
            <a:extLst>
              <a:ext uri="{FF2B5EF4-FFF2-40B4-BE49-F238E27FC236}">
                <a16:creationId xmlns:a16="http://schemas.microsoft.com/office/drawing/2014/main" id="{3F2323A1-D886-74AE-7DC6-F24C24F5DF49}"/>
              </a:ext>
            </a:extLst>
          </p:cNvPr>
          <p:cNvSpPr>
            <a:spLocks noEditPoints="1"/>
          </p:cNvSpPr>
          <p:nvPr/>
        </p:nvSpPr>
        <p:spPr bwMode="auto">
          <a:xfrm>
            <a:off x="6201235" y="2159447"/>
            <a:ext cx="182033" cy="211667"/>
          </a:xfrm>
          <a:custGeom>
            <a:avLst/>
            <a:gdLst>
              <a:gd name="T0" fmla="*/ 0 w 43"/>
              <a:gd name="T1" fmla="*/ 15875 h 50"/>
              <a:gd name="T2" fmla="*/ 133350 w 43"/>
              <a:gd name="T3" fmla="*/ 155575 h 50"/>
              <a:gd name="T4" fmla="*/ 120650 w 43"/>
              <a:gd name="T5" fmla="*/ 47625 h 50"/>
              <a:gd name="T6" fmla="*/ 127000 w 43"/>
              <a:gd name="T7" fmla="*/ 142875 h 50"/>
              <a:gd name="T8" fmla="*/ 12700 w 43"/>
              <a:gd name="T9" fmla="*/ 146050 h 50"/>
              <a:gd name="T10" fmla="*/ 82550 w 43"/>
              <a:gd name="T11" fmla="*/ 41275 h 50"/>
              <a:gd name="T12" fmla="*/ 31750 w 43"/>
              <a:gd name="T13" fmla="*/ 66675 h 50"/>
              <a:gd name="T14" fmla="*/ 31750 w 43"/>
              <a:gd name="T15" fmla="*/ 66675 h 50"/>
              <a:gd name="T16" fmla="*/ 31750 w 43"/>
              <a:gd name="T17" fmla="*/ 66675 h 50"/>
              <a:gd name="T18" fmla="*/ 31750 w 43"/>
              <a:gd name="T19" fmla="*/ 66675 h 50"/>
              <a:gd name="T20" fmla="*/ 28575 w 43"/>
              <a:gd name="T21" fmla="*/ 66675 h 50"/>
              <a:gd name="T22" fmla="*/ 28575 w 43"/>
              <a:gd name="T23" fmla="*/ 66675 h 50"/>
              <a:gd name="T24" fmla="*/ 28575 w 43"/>
              <a:gd name="T25" fmla="*/ 66675 h 50"/>
              <a:gd name="T26" fmla="*/ 28575 w 43"/>
              <a:gd name="T27" fmla="*/ 66675 h 50"/>
              <a:gd name="T28" fmla="*/ 28575 w 43"/>
              <a:gd name="T29" fmla="*/ 69850 h 50"/>
              <a:gd name="T30" fmla="*/ 28575 w 43"/>
              <a:gd name="T31" fmla="*/ 123825 h 50"/>
              <a:gd name="T32" fmla="*/ 28575 w 43"/>
              <a:gd name="T33" fmla="*/ 127000 h 50"/>
              <a:gd name="T34" fmla="*/ 28575 w 43"/>
              <a:gd name="T35" fmla="*/ 127000 h 50"/>
              <a:gd name="T36" fmla="*/ 28575 w 43"/>
              <a:gd name="T37" fmla="*/ 127000 h 50"/>
              <a:gd name="T38" fmla="*/ 28575 w 43"/>
              <a:gd name="T39" fmla="*/ 127000 h 50"/>
              <a:gd name="T40" fmla="*/ 31750 w 43"/>
              <a:gd name="T41" fmla="*/ 127000 h 50"/>
              <a:gd name="T42" fmla="*/ 31750 w 43"/>
              <a:gd name="T43" fmla="*/ 127000 h 50"/>
              <a:gd name="T44" fmla="*/ 31750 w 43"/>
              <a:gd name="T45" fmla="*/ 127000 h 50"/>
              <a:gd name="T46" fmla="*/ 104775 w 43"/>
              <a:gd name="T47" fmla="*/ 127000 h 50"/>
              <a:gd name="T48" fmla="*/ 104775 w 43"/>
              <a:gd name="T49" fmla="*/ 127000 h 50"/>
              <a:gd name="T50" fmla="*/ 104775 w 43"/>
              <a:gd name="T51" fmla="*/ 127000 h 50"/>
              <a:gd name="T52" fmla="*/ 104775 w 43"/>
              <a:gd name="T53" fmla="*/ 127000 h 50"/>
              <a:gd name="T54" fmla="*/ 104775 w 43"/>
              <a:gd name="T55" fmla="*/ 127000 h 50"/>
              <a:gd name="T56" fmla="*/ 107950 w 43"/>
              <a:gd name="T57" fmla="*/ 127000 h 50"/>
              <a:gd name="T58" fmla="*/ 107950 w 43"/>
              <a:gd name="T59" fmla="*/ 127000 h 50"/>
              <a:gd name="T60" fmla="*/ 107950 w 43"/>
              <a:gd name="T61" fmla="*/ 127000 h 50"/>
              <a:gd name="T62" fmla="*/ 107950 w 43"/>
              <a:gd name="T63" fmla="*/ 127000 h 50"/>
              <a:gd name="T64" fmla="*/ 107950 w 43"/>
              <a:gd name="T65" fmla="*/ 127000 h 50"/>
              <a:gd name="T66" fmla="*/ 107950 w 43"/>
              <a:gd name="T67" fmla="*/ 127000 h 50"/>
              <a:gd name="T68" fmla="*/ 107950 w 43"/>
              <a:gd name="T69" fmla="*/ 123825 h 50"/>
              <a:gd name="T70" fmla="*/ 107950 w 43"/>
              <a:gd name="T71" fmla="*/ 104775 h 50"/>
              <a:gd name="T72" fmla="*/ 107950 w 43"/>
              <a:gd name="T73" fmla="*/ 69850 h 50"/>
              <a:gd name="T74" fmla="*/ 107950 w 43"/>
              <a:gd name="T75" fmla="*/ 66675 h 50"/>
              <a:gd name="T76" fmla="*/ 107950 w 43"/>
              <a:gd name="T77" fmla="*/ 66675 h 50"/>
              <a:gd name="T78" fmla="*/ 107950 w 43"/>
              <a:gd name="T79" fmla="*/ 66675 h 50"/>
              <a:gd name="T80" fmla="*/ 107950 w 43"/>
              <a:gd name="T81" fmla="*/ 66675 h 50"/>
              <a:gd name="T82" fmla="*/ 104775 w 43"/>
              <a:gd name="T83" fmla="*/ 66675 h 50"/>
              <a:gd name="T84" fmla="*/ 104775 w 43"/>
              <a:gd name="T85" fmla="*/ 66675 h 50"/>
              <a:gd name="T86" fmla="*/ 104775 w 43"/>
              <a:gd name="T87" fmla="*/ 66675 h 50"/>
              <a:gd name="T88" fmla="*/ 34925 w 43"/>
              <a:gd name="T89" fmla="*/ 111125 h 50"/>
              <a:gd name="T90" fmla="*/ 34925 w 43"/>
              <a:gd name="T91" fmla="*/ 92075 h 50"/>
              <a:gd name="T92" fmla="*/ 34925 w 43"/>
              <a:gd name="T93" fmla="*/ 73025 h 50"/>
              <a:gd name="T94" fmla="*/ 60325 w 43"/>
              <a:gd name="T95" fmla="*/ 111125 h 50"/>
              <a:gd name="T96" fmla="*/ 60325 w 43"/>
              <a:gd name="T97" fmla="*/ 92075 h 50"/>
              <a:gd name="T98" fmla="*/ 60325 w 43"/>
              <a:gd name="T99" fmla="*/ 73025 h 50"/>
              <a:gd name="T100" fmla="*/ 82550 w 43"/>
              <a:gd name="T101" fmla="*/ 111125 h 50"/>
              <a:gd name="T102" fmla="*/ 82550 w 43"/>
              <a:gd name="T103" fmla="*/ 92075 h 50"/>
              <a:gd name="T104" fmla="*/ 82550 w 43"/>
              <a:gd name="T105" fmla="*/ 73025 h 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3" h="50">
                <a:moveTo>
                  <a:pt x="43" y="14"/>
                </a:moveTo>
                <a:cubicBezTo>
                  <a:pt x="29" y="1"/>
                  <a:pt x="29" y="1"/>
                  <a:pt x="29" y="1"/>
                </a:cubicBezTo>
                <a:cubicBezTo>
                  <a:pt x="29" y="0"/>
                  <a:pt x="28" y="0"/>
                  <a:pt x="28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2" y="1"/>
                  <a:pt x="1" y="1"/>
                </a:cubicBezTo>
                <a:cubicBezTo>
                  <a:pt x="0" y="2"/>
                  <a:pt x="0" y="4"/>
                  <a:pt x="0" y="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6"/>
                  <a:pt x="0" y="48"/>
                  <a:pt x="1" y="49"/>
                </a:cubicBezTo>
                <a:cubicBezTo>
                  <a:pt x="2" y="50"/>
                  <a:pt x="3" y="50"/>
                  <a:pt x="5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40" y="50"/>
                  <a:pt x="41" y="50"/>
                  <a:pt x="42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3" y="48"/>
                  <a:pt x="43" y="46"/>
                  <a:pt x="43" y="45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5"/>
                  <a:pt x="43" y="15"/>
                  <a:pt x="43" y="14"/>
                </a:cubicBezTo>
                <a:close/>
                <a:moveTo>
                  <a:pt x="29" y="6"/>
                </a:moveTo>
                <a:cubicBezTo>
                  <a:pt x="29" y="6"/>
                  <a:pt x="29" y="6"/>
                  <a:pt x="29" y="6"/>
                </a:cubicBezTo>
                <a:cubicBezTo>
                  <a:pt x="38" y="15"/>
                  <a:pt x="38" y="15"/>
                  <a:pt x="38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0" y="15"/>
                  <a:pt x="30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3"/>
                  <a:pt x="29" y="13"/>
                </a:cubicBezTo>
                <a:cubicBezTo>
                  <a:pt x="29" y="6"/>
                  <a:pt x="29" y="6"/>
                  <a:pt x="29" y="6"/>
                </a:cubicBezTo>
                <a:close/>
                <a:moveTo>
                  <a:pt x="40" y="45"/>
                </a:move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8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3" y="45"/>
                  <a:pt x="3" y="4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4" y="4"/>
                  <a:pt x="4" y="4"/>
                </a:cubicBezTo>
                <a:cubicBezTo>
                  <a:pt x="4" y="4"/>
                  <a:pt x="4" y="4"/>
                  <a:pt x="5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4"/>
                  <a:pt x="27" y="15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6"/>
                  <a:pt x="30" y="17"/>
                  <a:pt x="31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45"/>
                  <a:pt x="40" y="45"/>
                  <a:pt x="40" y="45"/>
                </a:cubicBezTo>
                <a:close/>
                <a:moveTo>
                  <a:pt x="10" y="21"/>
                </a:move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7"/>
                  <a:pt x="34" y="27"/>
                  <a:pt x="34" y="27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10" y="21"/>
                  <a:pt x="10" y="21"/>
                  <a:pt x="10" y="21"/>
                </a:cubicBezTo>
                <a:close/>
                <a:moveTo>
                  <a:pt x="17" y="38"/>
                </a:moveTo>
                <a:cubicBezTo>
                  <a:pt x="17" y="38"/>
                  <a:pt x="17" y="38"/>
                  <a:pt x="17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5"/>
                  <a:pt x="11" y="35"/>
                  <a:pt x="11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8"/>
                  <a:pt x="17" y="38"/>
                  <a:pt x="17" y="38"/>
                </a:cubicBezTo>
                <a:close/>
                <a:moveTo>
                  <a:pt x="17" y="32"/>
                </a:moveTo>
                <a:cubicBezTo>
                  <a:pt x="17" y="32"/>
                  <a:pt x="17" y="32"/>
                  <a:pt x="17" y="32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29"/>
                  <a:pt x="11" y="29"/>
                  <a:pt x="11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32"/>
                  <a:pt x="17" y="32"/>
                  <a:pt x="17" y="32"/>
                </a:cubicBezTo>
                <a:close/>
                <a:moveTo>
                  <a:pt x="17" y="26"/>
                </a:moveTo>
                <a:cubicBezTo>
                  <a:pt x="17" y="26"/>
                  <a:pt x="17" y="26"/>
                  <a:pt x="17" y="26"/>
                </a:cubicBezTo>
                <a:cubicBezTo>
                  <a:pt x="11" y="26"/>
                  <a:pt x="11" y="26"/>
                  <a:pt x="11" y="26"/>
                </a:cubicBezTo>
                <a:cubicBezTo>
                  <a:pt x="11" y="23"/>
                  <a:pt x="11" y="23"/>
                  <a:pt x="11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6"/>
                  <a:pt x="17" y="26"/>
                  <a:pt x="17" y="26"/>
                </a:cubicBezTo>
                <a:close/>
                <a:moveTo>
                  <a:pt x="24" y="38"/>
                </a:moveTo>
                <a:cubicBezTo>
                  <a:pt x="24" y="38"/>
                  <a:pt x="24" y="38"/>
                  <a:pt x="24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5"/>
                  <a:pt x="19" y="35"/>
                  <a:pt x="19" y="35"/>
                </a:cubicBezTo>
                <a:cubicBezTo>
                  <a:pt x="24" y="35"/>
                  <a:pt x="24" y="35"/>
                  <a:pt x="24" y="35"/>
                </a:cubicBezTo>
                <a:cubicBezTo>
                  <a:pt x="24" y="38"/>
                  <a:pt x="24" y="38"/>
                  <a:pt x="24" y="38"/>
                </a:cubicBezTo>
                <a:close/>
                <a:moveTo>
                  <a:pt x="24" y="32"/>
                </a:moveTo>
                <a:cubicBezTo>
                  <a:pt x="24" y="32"/>
                  <a:pt x="24" y="32"/>
                  <a:pt x="24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29"/>
                  <a:pt x="19" y="29"/>
                  <a:pt x="19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32"/>
                  <a:pt x="24" y="32"/>
                  <a:pt x="24" y="32"/>
                </a:cubicBezTo>
                <a:close/>
                <a:moveTo>
                  <a:pt x="24" y="26"/>
                </a:moveTo>
                <a:cubicBezTo>
                  <a:pt x="24" y="26"/>
                  <a:pt x="24" y="26"/>
                  <a:pt x="24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3"/>
                  <a:pt x="19" y="23"/>
                  <a:pt x="19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6"/>
                  <a:pt x="24" y="26"/>
                  <a:pt x="24" y="26"/>
                </a:cubicBezTo>
                <a:close/>
                <a:moveTo>
                  <a:pt x="32" y="38"/>
                </a:moveTo>
                <a:cubicBezTo>
                  <a:pt x="32" y="38"/>
                  <a:pt x="32" y="38"/>
                  <a:pt x="32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6" y="35"/>
                  <a:pt x="26" y="35"/>
                  <a:pt x="26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8"/>
                  <a:pt x="32" y="38"/>
                  <a:pt x="32" y="38"/>
                </a:cubicBezTo>
                <a:close/>
                <a:moveTo>
                  <a:pt x="32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29"/>
                  <a:pt x="26" y="29"/>
                  <a:pt x="26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32"/>
                  <a:pt x="32" y="32"/>
                  <a:pt x="32" y="32"/>
                </a:cubicBezTo>
                <a:close/>
                <a:moveTo>
                  <a:pt x="32" y="26"/>
                </a:moveTo>
                <a:cubicBezTo>
                  <a:pt x="32" y="26"/>
                  <a:pt x="32" y="26"/>
                  <a:pt x="32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3"/>
                  <a:pt x="26" y="23"/>
                  <a:pt x="26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26"/>
                  <a:pt x="32" y="26"/>
                  <a:pt x="32" y="2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17" name="Freeform 151">
            <a:extLst>
              <a:ext uri="{FF2B5EF4-FFF2-40B4-BE49-F238E27FC236}">
                <a16:creationId xmlns:a16="http://schemas.microsoft.com/office/drawing/2014/main" id="{821294C9-9F7D-D3DD-B201-72968415183A}"/>
              </a:ext>
            </a:extLst>
          </p:cNvPr>
          <p:cNvSpPr>
            <a:spLocks noEditPoints="1"/>
          </p:cNvSpPr>
          <p:nvPr/>
        </p:nvSpPr>
        <p:spPr bwMode="auto">
          <a:xfrm>
            <a:off x="8055434" y="2167914"/>
            <a:ext cx="194733" cy="194733"/>
          </a:xfrm>
          <a:custGeom>
            <a:avLst/>
            <a:gdLst>
              <a:gd name="T0" fmla="*/ 139700 w 46"/>
              <a:gd name="T1" fmla="*/ 31750 h 46"/>
              <a:gd name="T2" fmla="*/ 98425 w 46"/>
              <a:gd name="T3" fmla="*/ 0 h 46"/>
              <a:gd name="T4" fmla="*/ 98425 w 46"/>
              <a:gd name="T5" fmla="*/ 0 h 46"/>
              <a:gd name="T6" fmla="*/ 0 w 46"/>
              <a:gd name="T7" fmla="*/ 85725 h 46"/>
              <a:gd name="T8" fmla="*/ 0 w 46"/>
              <a:gd name="T9" fmla="*/ 85725 h 46"/>
              <a:gd name="T10" fmla="*/ 0 w 46"/>
              <a:gd name="T11" fmla="*/ 88900 h 46"/>
              <a:gd name="T12" fmla="*/ 0 w 46"/>
              <a:gd name="T13" fmla="*/ 88900 h 46"/>
              <a:gd name="T14" fmla="*/ 0 w 46"/>
              <a:gd name="T15" fmla="*/ 88900 h 46"/>
              <a:gd name="T16" fmla="*/ 0 w 46"/>
              <a:gd name="T17" fmla="*/ 88900 h 46"/>
              <a:gd name="T18" fmla="*/ 0 w 46"/>
              <a:gd name="T19" fmla="*/ 88900 h 46"/>
              <a:gd name="T20" fmla="*/ 0 w 46"/>
              <a:gd name="T21" fmla="*/ 88900 h 46"/>
              <a:gd name="T22" fmla="*/ 0 w 46"/>
              <a:gd name="T23" fmla="*/ 88900 h 46"/>
              <a:gd name="T24" fmla="*/ 0 w 46"/>
              <a:gd name="T25" fmla="*/ 88900 h 46"/>
              <a:gd name="T26" fmla="*/ 0 w 46"/>
              <a:gd name="T27" fmla="*/ 88900 h 46"/>
              <a:gd name="T28" fmla="*/ 0 w 46"/>
              <a:gd name="T29" fmla="*/ 88900 h 46"/>
              <a:gd name="T30" fmla="*/ 0 w 46"/>
              <a:gd name="T31" fmla="*/ 88900 h 46"/>
              <a:gd name="T32" fmla="*/ 0 w 46"/>
              <a:gd name="T33" fmla="*/ 88900 h 46"/>
              <a:gd name="T34" fmla="*/ 0 w 46"/>
              <a:gd name="T35" fmla="*/ 88900 h 46"/>
              <a:gd name="T36" fmla="*/ 0 w 46"/>
              <a:gd name="T37" fmla="*/ 88900 h 46"/>
              <a:gd name="T38" fmla="*/ 0 w 46"/>
              <a:gd name="T39" fmla="*/ 88900 h 46"/>
              <a:gd name="T40" fmla="*/ 0 w 46"/>
              <a:gd name="T41" fmla="*/ 88900 h 46"/>
              <a:gd name="T42" fmla="*/ 0 w 46"/>
              <a:gd name="T43" fmla="*/ 92075 h 46"/>
              <a:gd name="T44" fmla="*/ 0 w 46"/>
              <a:gd name="T45" fmla="*/ 92075 h 46"/>
              <a:gd name="T46" fmla="*/ 0 w 46"/>
              <a:gd name="T47" fmla="*/ 92075 h 46"/>
              <a:gd name="T48" fmla="*/ 6350 w 46"/>
              <a:gd name="T49" fmla="*/ 146050 h 46"/>
              <a:gd name="T50" fmla="*/ 53975 w 46"/>
              <a:gd name="T51" fmla="*/ 146050 h 46"/>
              <a:gd name="T52" fmla="*/ 53975 w 46"/>
              <a:gd name="T53" fmla="*/ 146050 h 46"/>
              <a:gd name="T54" fmla="*/ 53975 w 46"/>
              <a:gd name="T55" fmla="*/ 146050 h 46"/>
              <a:gd name="T56" fmla="*/ 53975 w 46"/>
              <a:gd name="T57" fmla="*/ 146050 h 46"/>
              <a:gd name="T58" fmla="*/ 57150 w 46"/>
              <a:gd name="T59" fmla="*/ 146050 h 46"/>
              <a:gd name="T60" fmla="*/ 57150 w 46"/>
              <a:gd name="T61" fmla="*/ 146050 h 46"/>
              <a:gd name="T62" fmla="*/ 57150 w 46"/>
              <a:gd name="T63" fmla="*/ 146050 h 46"/>
              <a:gd name="T64" fmla="*/ 57150 w 46"/>
              <a:gd name="T65" fmla="*/ 146050 h 46"/>
              <a:gd name="T66" fmla="*/ 57150 w 46"/>
              <a:gd name="T67" fmla="*/ 146050 h 46"/>
              <a:gd name="T68" fmla="*/ 57150 w 46"/>
              <a:gd name="T69" fmla="*/ 146050 h 46"/>
              <a:gd name="T70" fmla="*/ 57150 w 46"/>
              <a:gd name="T71" fmla="*/ 146050 h 46"/>
              <a:gd name="T72" fmla="*/ 57150 w 46"/>
              <a:gd name="T73" fmla="*/ 146050 h 46"/>
              <a:gd name="T74" fmla="*/ 57150 w 46"/>
              <a:gd name="T75" fmla="*/ 146050 h 46"/>
              <a:gd name="T76" fmla="*/ 146050 w 46"/>
              <a:gd name="T77" fmla="*/ 47625 h 46"/>
              <a:gd name="T78" fmla="*/ 69850 w 46"/>
              <a:gd name="T79" fmla="*/ 34925 h 46"/>
              <a:gd name="T80" fmla="*/ 79375 w 46"/>
              <a:gd name="T81" fmla="*/ 41275 h 46"/>
              <a:gd name="T82" fmla="*/ 12700 w 46"/>
              <a:gd name="T83" fmla="*/ 92075 h 46"/>
              <a:gd name="T84" fmla="*/ 12700 w 46"/>
              <a:gd name="T85" fmla="*/ 133350 h 46"/>
              <a:gd name="T86" fmla="*/ 12700 w 46"/>
              <a:gd name="T87" fmla="*/ 104775 h 46"/>
              <a:gd name="T88" fmla="*/ 12700 w 46"/>
              <a:gd name="T89" fmla="*/ 133350 h 46"/>
              <a:gd name="T90" fmla="*/ 25400 w 46"/>
              <a:gd name="T91" fmla="*/ 104775 h 46"/>
              <a:gd name="T92" fmla="*/ 98425 w 46"/>
              <a:gd name="T93" fmla="*/ 60325 h 46"/>
              <a:gd name="T94" fmla="*/ 25400 w 46"/>
              <a:gd name="T95" fmla="*/ 104775 h 46"/>
              <a:gd name="T96" fmla="*/ 53975 w 46"/>
              <a:gd name="T97" fmla="*/ 130175 h 46"/>
              <a:gd name="T98" fmla="*/ 104775 w 46"/>
              <a:gd name="T99" fmla="*/ 66675 h 46"/>
              <a:gd name="T100" fmla="*/ 53975 w 46"/>
              <a:gd name="T101" fmla="*/ 130175 h 46"/>
              <a:gd name="T102" fmla="*/ 133350 w 46"/>
              <a:gd name="T103" fmla="*/ 47625 h 46"/>
              <a:gd name="T104" fmla="*/ 130175 w 46"/>
              <a:gd name="T105" fmla="*/ 53975 h 46"/>
              <a:gd name="T106" fmla="*/ 79375 w 46"/>
              <a:gd name="T107" fmla="*/ 25400 h 46"/>
              <a:gd name="T108" fmla="*/ 88900 w 46"/>
              <a:gd name="T109" fmla="*/ 15875 h 46"/>
              <a:gd name="T110" fmla="*/ 98425 w 46"/>
              <a:gd name="T111" fmla="*/ 12700 h 46"/>
              <a:gd name="T112" fmla="*/ 130175 w 46"/>
              <a:gd name="T113" fmla="*/ 41275 h 4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46" h="46">
                <a:moveTo>
                  <a:pt x="46" y="15"/>
                </a:moveTo>
                <a:cubicBezTo>
                  <a:pt x="46" y="13"/>
                  <a:pt x="45" y="11"/>
                  <a:pt x="44" y="10"/>
                </a:cubicBezTo>
                <a:cubicBezTo>
                  <a:pt x="36" y="2"/>
                  <a:pt x="36" y="2"/>
                  <a:pt x="36" y="2"/>
                </a:cubicBezTo>
                <a:cubicBezTo>
                  <a:pt x="34" y="1"/>
                  <a:pt x="33" y="0"/>
                  <a:pt x="3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9" y="0"/>
                  <a:pt x="27" y="1"/>
                  <a:pt x="26" y="2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5"/>
                  <a:pt x="1" y="46"/>
                  <a:pt x="2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44" y="20"/>
                  <a:pt x="44" y="20"/>
                  <a:pt x="44" y="20"/>
                </a:cubicBezTo>
                <a:cubicBezTo>
                  <a:pt x="45" y="19"/>
                  <a:pt x="46" y="17"/>
                  <a:pt x="46" y="15"/>
                </a:cubicBezTo>
                <a:cubicBezTo>
                  <a:pt x="46" y="15"/>
                  <a:pt x="46" y="15"/>
                  <a:pt x="46" y="15"/>
                </a:cubicBezTo>
                <a:close/>
                <a:moveTo>
                  <a:pt x="22" y="11"/>
                </a:moveTo>
                <a:cubicBezTo>
                  <a:pt x="22" y="11"/>
                  <a:pt x="22" y="11"/>
                  <a:pt x="22" y="11"/>
                </a:cubicBezTo>
                <a:cubicBezTo>
                  <a:pt x="25" y="13"/>
                  <a:pt x="25" y="13"/>
                  <a:pt x="25" y="13"/>
                </a:cubicBezTo>
                <a:cubicBezTo>
                  <a:pt x="7" y="31"/>
                  <a:pt x="7" y="31"/>
                  <a:pt x="7" y="31"/>
                </a:cubicBezTo>
                <a:cubicBezTo>
                  <a:pt x="4" y="29"/>
                  <a:pt x="4" y="29"/>
                  <a:pt x="4" y="29"/>
                </a:cubicBezTo>
                <a:cubicBezTo>
                  <a:pt x="22" y="11"/>
                  <a:pt x="22" y="11"/>
                  <a:pt x="22" y="11"/>
                </a:cubicBezTo>
                <a:close/>
                <a:moveTo>
                  <a:pt x="4" y="42"/>
                </a:moveTo>
                <a:cubicBezTo>
                  <a:pt x="4" y="42"/>
                  <a:pt x="4" y="42"/>
                  <a:pt x="4" y="42"/>
                </a:cubicBezTo>
                <a:cubicBezTo>
                  <a:pt x="4" y="33"/>
                  <a:pt x="4" y="33"/>
                  <a:pt x="4" y="33"/>
                </a:cubicBezTo>
                <a:cubicBezTo>
                  <a:pt x="12" y="42"/>
                  <a:pt x="12" y="42"/>
                  <a:pt x="12" y="42"/>
                </a:cubicBezTo>
                <a:cubicBezTo>
                  <a:pt x="4" y="42"/>
                  <a:pt x="4" y="42"/>
                  <a:pt x="4" y="42"/>
                </a:cubicBezTo>
                <a:close/>
                <a:moveTo>
                  <a:pt x="8" y="33"/>
                </a:moveTo>
                <a:cubicBezTo>
                  <a:pt x="8" y="33"/>
                  <a:pt x="8" y="33"/>
                  <a:pt x="8" y="33"/>
                </a:cubicBezTo>
                <a:cubicBezTo>
                  <a:pt x="26" y="15"/>
                  <a:pt x="26" y="15"/>
                  <a:pt x="26" y="15"/>
                </a:cubicBezTo>
                <a:cubicBezTo>
                  <a:pt x="31" y="19"/>
                  <a:pt x="31" y="19"/>
                  <a:pt x="31" y="19"/>
                </a:cubicBezTo>
                <a:cubicBezTo>
                  <a:pt x="13" y="38"/>
                  <a:pt x="13" y="38"/>
                  <a:pt x="13" y="38"/>
                </a:cubicBezTo>
                <a:cubicBezTo>
                  <a:pt x="8" y="33"/>
                  <a:pt x="8" y="33"/>
                  <a:pt x="8" y="33"/>
                </a:cubicBezTo>
                <a:close/>
                <a:moveTo>
                  <a:pt x="17" y="41"/>
                </a:moveTo>
                <a:cubicBezTo>
                  <a:pt x="17" y="41"/>
                  <a:pt x="17" y="41"/>
                  <a:pt x="17" y="41"/>
                </a:cubicBezTo>
                <a:cubicBezTo>
                  <a:pt x="15" y="39"/>
                  <a:pt x="15" y="39"/>
                  <a:pt x="15" y="39"/>
                </a:cubicBezTo>
                <a:cubicBezTo>
                  <a:pt x="33" y="21"/>
                  <a:pt x="33" y="21"/>
                  <a:pt x="33" y="21"/>
                </a:cubicBezTo>
                <a:cubicBezTo>
                  <a:pt x="35" y="23"/>
                  <a:pt x="35" y="23"/>
                  <a:pt x="35" y="23"/>
                </a:cubicBezTo>
                <a:cubicBezTo>
                  <a:pt x="17" y="41"/>
                  <a:pt x="17" y="41"/>
                  <a:pt x="17" y="41"/>
                </a:cubicBezTo>
                <a:close/>
                <a:moveTo>
                  <a:pt x="42" y="15"/>
                </a:move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6"/>
                  <a:pt x="42" y="17"/>
                  <a:pt x="41" y="17"/>
                </a:cubicBezTo>
                <a:cubicBezTo>
                  <a:pt x="38" y="21"/>
                  <a:pt x="38" y="21"/>
                  <a:pt x="38" y="21"/>
                </a:cubicBezTo>
                <a:cubicBezTo>
                  <a:pt x="25" y="8"/>
                  <a:pt x="25" y="8"/>
                  <a:pt x="25" y="8"/>
                </a:cubicBezTo>
                <a:cubicBezTo>
                  <a:pt x="27" y="6"/>
                  <a:pt x="27" y="6"/>
                  <a:pt x="27" y="6"/>
                </a:cubicBezTo>
                <a:cubicBezTo>
                  <a:pt x="28" y="5"/>
                  <a:pt x="28" y="5"/>
                  <a:pt x="28" y="5"/>
                </a:cubicBezTo>
                <a:cubicBezTo>
                  <a:pt x="29" y="4"/>
                  <a:pt x="30" y="4"/>
                  <a:pt x="31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32" y="4"/>
                  <a:pt x="32" y="4"/>
                  <a:pt x="33" y="5"/>
                </a:cubicBezTo>
                <a:cubicBezTo>
                  <a:pt x="41" y="13"/>
                  <a:pt x="41" y="13"/>
                  <a:pt x="41" y="13"/>
                </a:cubicBezTo>
                <a:cubicBezTo>
                  <a:pt x="42" y="13"/>
                  <a:pt x="42" y="14"/>
                  <a:pt x="42" y="1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18" name="Freeform 152">
            <a:extLst>
              <a:ext uri="{FF2B5EF4-FFF2-40B4-BE49-F238E27FC236}">
                <a16:creationId xmlns:a16="http://schemas.microsoft.com/office/drawing/2014/main" id="{97BEBD0D-ABC8-6DBD-4485-96A3B3140CD1}"/>
              </a:ext>
            </a:extLst>
          </p:cNvPr>
          <p:cNvSpPr>
            <a:spLocks noEditPoints="1"/>
          </p:cNvSpPr>
          <p:nvPr/>
        </p:nvSpPr>
        <p:spPr bwMode="auto">
          <a:xfrm>
            <a:off x="9145519" y="2580665"/>
            <a:ext cx="213783" cy="211667"/>
          </a:xfrm>
          <a:custGeom>
            <a:avLst/>
            <a:gdLst>
              <a:gd name="T0" fmla="*/ 102616 w 50"/>
              <a:gd name="T1" fmla="*/ 60325 h 50"/>
              <a:gd name="T2" fmla="*/ 86582 w 50"/>
              <a:gd name="T3" fmla="*/ 76200 h 50"/>
              <a:gd name="T4" fmla="*/ 92995 w 50"/>
              <a:gd name="T5" fmla="*/ 66675 h 50"/>
              <a:gd name="T6" fmla="*/ 92995 w 50"/>
              <a:gd name="T7" fmla="*/ 69850 h 50"/>
              <a:gd name="T8" fmla="*/ 67342 w 50"/>
              <a:gd name="T9" fmla="*/ 79375 h 50"/>
              <a:gd name="T10" fmla="*/ 57721 w 50"/>
              <a:gd name="T11" fmla="*/ 60325 h 50"/>
              <a:gd name="T12" fmla="*/ 64135 w 50"/>
              <a:gd name="T13" fmla="*/ 66675 h 50"/>
              <a:gd name="T14" fmla="*/ 67342 w 50"/>
              <a:gd name="T15" fmla="*/ 69850 h 50"/>
              <a:gd name="T16" fmla="*/ 153924 w 50"/>
              <a:gd name="T17" fmla="*/ 0 h 50"/>
              <a:gd name="T18" fmla="*/ 6413 w 50"/>
              <a:gd name="T19" fmla="*/ 158750 h 50"/>
              <a:gd name="T20" fmla="*/ 147510 w 50"/>
              <a:gd name="T21" fmla="*/ 146050 h 50"/>
              <a:gd name="T22" fmla="*/ 147510 w 50"/>
              <a:gd name="T23" fmla="*/ 146050 h 50"/>
              <a:gd name="T24" fmla="*/ 25654 w 50"/>
              <a:gd name="T25" fmla="*/ 12700 h 50"/>
              <a:gd name="T26" fmla="*/ 57721 w 50"/>
              <a:gd name="T27" fmla="*/ 12700 h 50"/>
              <a:gd name="T28" fmla="*/ 89789 w 50"/>
              <a:gd name="T29" fmla="*/ 12700 h 50"/>
              <a:gd name="T30" fmla="*/ 125063 w 50"/>
              <a:gd name="T31" fmla="*/ 12700 h 50"/>
              <a:gd name="T32" fmla="*/ 147510 w 50"/>
              <a:gd name="T33" fmla="*/ 12700 h 50"/>
              <a:gd name="T34" fmla="*/ 131476 w 50"/>
              <a:gd name="T35" fmla="*/ 76200 h 50"/>
              <a:gd name="T36" fmla="*/ 115443 w 50"/>
              <a:gd name="T37" fmla="*/ 60325 h 50"/>
              <a:gd name="T38" fmla="*/ 121856 w 50"/>
              <a:gd name="T39" fmla="*/ 66675 h 50"/>
              <a:gd name="T40" fmla="*/ 125063 w 50"/>
              <a:gd name="T41" fmla="*/ 69850 h 50"/>
              <a:gd name="T42" fmla="*/ 115443 w 50"/>
              <a:gd name="T43" fmla="*/ 104775 h 50"/>
              <a:gd name="T44" fmla="*/ 131476 w 50"/>
              <a:gd name="T45" fmla="*/ 88900 h 50"/>
              <a:gd name="T46" fmla="*/ 115443 w 50"/>
              <a:gd name="T47" fmla="*/ 104775 h 50"/>
              <a:gd name="T48" fmla="*/ 121856 w 50"/>
              <a:gd name="T49" fmla="*/ 95250 h 50"/>
              <a:gd name="T50" fmla="*/ 121856 w 50"/>
              <a:gd name="T51" fmla="*/ 98425 h 50"/>
              <a:gd name="T52" fmla="*/ 57721 w 50"/>
              <a:gd name="T53" fmla="*/ 133350 h 50"/>
              <a:gd name="T54" fmla="*/ 73755 w 50"/>
              <a:gd name="T55" fmla="*/ 117475 h 50"/>
              <a:gd name="T56" fmla="*/ 64135 w 50"/>
              <a:gd name="T57" fmla="*/ 123825 h 50"/>
              <a:gd name="T58" fmla="*/ 70548 w 50"/>
              <a:gd name="T59" fmla="*/ 123825 h 50"/>
              <a:gd name="T60" fmla="*/ 64135 w 50"/>
              <a:gd name="T61" fmla="*/ 123825 h 50"/>
              <a:gd name="T62" fmla="*/ 44894 w 50"/>
              <a:gd name="T63" fmla="*/ 104775 h 50"/>
              <a:gd name="T64" fmla="*/ 25654 w 50"/>
              <a:gd name="T65" fmla="*/ 98425 h 50"/>
              <a:gd name="T66" fmla="*/ 38481 w 50"/>
              <a:gd name="T67" fmla="*/ 95250 h 50"/>
              <a:gd name="T68" fmla="*/ 38481 w 50"/>
              <a:gd name="T69" fmla="*/ 98425 h 50"/>
              <a:gd name="T70" fmla="*/ 28861 w 50"/>
              <a:gd name="T71" fmla="*/ 133350 h 50"/>
              <a:gd name="T72" fmla="*/ 44894 w 50"/>
              <a:gd name="T73" fmla="*/ 117475 h 50"/>
              <a:gd name="T74" fmla="*/ 35274 w 50"/>
              <a:gd name="T75" fmla="*/ 123825 h 50"/>
              <a:gd name="T76" fmla="*/ 41688 w 50"/>
              <a:gd name="T77" fmla="*/ 123825 h 50"/>
              <a:gd name="T78" fmla="*/ 35274 w 50"/>
              <a:gd name="T79" fmla="*/ 123825 h 50"/>
              <a:gd name="T80" fmla="*/ 102616 w 50"/>
              <a:gd name="T81" fmla="*/ 104775 h 50"/>
              <a:gd name="T82" fmla="*/ 86582 w 50"/>
              <a:gd name="T83" fmla="*/ 88900 h 50"/>
              <a:gd name="T84" fmla="*/ 92995 w 50"/>
              <a:gd name="T85" fmla="*/ 95250 h 50"/>
              <a:gd name="T86" fmla="*/ 96202 w 50"/>
              <a:gd name="T87" fmla="*/ 98425 h 50"/>
              <a:gd name="T88" fmla="*/ 89789 w 50"/>
              <a:gd name="T89" fmla="*/ 98425 h 50"/>
              <a:gd name="T90" fmla="*/ 102616 w 50"/>
              <a:gd name="T91" fmla="*/ 133350 h 50"/>
              <a:gd name="T92" fmla="*/ 86582 w 50"/>
              <a:gd name="T93" fmla="*/ 117475 h 50"/>
              <a:gd name="T94" fmla="*/ 92995 w 50"/>
              <a:gd name="T95" fmla="*/ 123825 h 50"/>
              <a:gd name="T96" fmla="*/ 96202 w 50"/>
              <a:gd name="T97" fmla="*/ 127000 h 50"/>
              <a:gd name="T98" fmla="*/ 92995 w 50"/>
              <a:gd name="T99" fmla="*/ 123825 h 50"/>
              <a:gd name="T100" fmla="*/ 76962 w 50"/>
              <a:gd name="T101" fmla="*/ 98425 h 50"/>
              <a:gd name="T102" fmla="*/ 57721 w 50"/>
              <a:gd name="T103" fmla="*/ 104775 h 50"/>
              <a:gd name="T104" fmla="*/ 67342 w 50"/>
              <a:gd name="T105" fmla="*/ 95250 h 50"/>
              <a:gd name="T106" fmla="*/ 64135 w 50"/>
              <a:gd name="T107" fmla="*/ 98425 h 5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0" h="50">
                <a:moveTo>
                  <a:pt x="27" y="24"/>
                </a:moveTo>
                <a:cubicBezTo>
                  <a:pt x="28" y="25"/>
                  <a:pt x="29" y="25"/>
                  <a:pt x="29" y="25"/>
                </a:cubicBezTo>
                <a:cubicBezTo>
                  <a:pt x="30" y="25"/>
                  <a:pt x="31" y="25"/>
                  <a:pt x="32" y="24"/>
                </a:cubicBezTo>
                <a:cubicBezTo>
                  <a:pt x="32" y="24"/>
                  <a:pt x="33" y="23"/>
                  <a:pt x="33" y="22"/>
                </a:cubicBezTo>
                <a:cubicBezTo>
                  <a:pt x="33" y="21"/>
                  <a:pt x="32" y="20"/>
                  <a:pt x="32" y="19"/>
                </a:cubicBezTo>
                <a:cubicBezTo>
                  <a:pt x="31" y="19"/>
                  <a:pt x="30" y="19"/>
                  <a:pt x="29" y="19"/>
                </a:cubicBezTo>
                <a:cubicBezTo>
                  <a:pt x="29" y="19"/>
                  <a:pt x="28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20"/>
                  <a:pt x="26" y="21"/>
                  <a:pt x="26" y="22"/>
                </a:cubicBezTo>
                <a:cubicBezTo>
                  <a:pt x="26" y="23"/>
                  <a:pt x="27" y="24"/>
                  <a:pt x="27" y="24"/>
                </a:cubicBezTo>
                <a:cubicBezTo>
                  <a:pt x="27" y="24"/>
                  <a:pt x="27" y="24"/>
                  <a:pt x="27" y="24"/>
                </a:cubicBezTo>
                <a:close/>
                <a:moveTo>
                  <a:pt x="29" y="21"/>
                </a:move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2"/>
                  <a:pt x="30" y="22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3"/>
                  <a:pt x="30" y="23"/>
                  <a:pt x="29" y="23"/>
                </a:cubicBezTo>
                <a:cubicBezTo>
                  <a:pt x="29" y="23"/>
                  <a:pt x="29" y="23"/>
                  <a:pt x="29" y="22"/>
                </a:cubicBezTo>
                <a:cubicBezTo>
                  <a:pt x="29" y="22"/>
                  <a:pt x="28" y="22"/>
                  <a:pt x="28" y="22"/>
                </a:cubicBezTo>
                <a:cubicBezTo>
                  <a:pt x="28" y="22"/>
                  <a:pt x="29" y="21"/>
                  <a:pt x="29" y="21"/>
                </a:cubicBezTo>
                <a:close/>
                <a:moveTo>
                  <a:pt x="18" y="24"/>
                </a:moveTo>
                <a:cubicBezTo>
                  <a:pt x="18" y="24"/>
                  <a:pt x="18" y="24"/>
                  <a:pt x="18" y="24"/>
                </a:cubicBezTo>
                <a:cubicBezTo>
                  <a:pt x="19" y="25"/>
                  <a:pt x="20" y="25"/>
                  <a:pt x="21" y="25"/>
                </a:cubicBezTo>
                <a:cubicBezTo>
                  <a:pt x="21" y="25"/>
                  <a:pt x="22" y="25"/>
                  <a:pt x="23" y="24"/>
                </a:cubicBezTo>
                <a:cubicBezTo>
                  <a:pt x="23" y="24"/>
                  <a:pt x="24" y="23"/>
                  <a:pt x="24" y="22"/>
                </a:cubicBezTo>
                <a:cubicBezTo>
                  <a:pt x="24" y="21"/>
                  <a:pt x="23" y="20"/>
                  <a:pt x="23" y="19"/>
                </a:cubicBezTo>
                <a:cubicBezTo>
                  <a:pt x="22" y="19"/>
                  <a:pt x="21" y="19"/>
                  <a:pt x="21" y="19"/>
                </a:cubicBezTo>
                <a:cubicBezTo>
                  <a:pt x="20" y="19"/>
                  <a:pt x="19" y="19"/>
                  <a:pt x="18" y="19"/>
                </a:cubicBezTo>
                <a:cubicBezTo>
                  <a:pt x="18" y="20"/>
                  <a:pt x="17" y="21"/>
                  <a:pt x="17" y="22"/>
                </a:cubicBezTo>
                <a:cubicBezTo>
                  <a:pt x="17" y="23"/>
                  <a:pt x="18" y="24"/>
                  <a:pt x="18" y="24"/>
                </a:cubicBezTo>
                <a:cubicBezTo>
                  <a:pt x="18" y="24"/>
                  <a:pt x="18" y="24"/>
                  <a:pt x="18" y="24"/>
                </a:cubicBezTo>
                <a:close/>
                <a:moveTo>
                  <a:pt x="20" y="21"/>
                </a:move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1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21"/>
                  <a:pt x="22" y="22"/>
                  <a:pt x="22" y="22"/>
                </a:cubicBezTo>
                <a:cubicBezTo>
                  <a:pt x="22" y="22"/>
                  <a:pt x="21" y="22"/>
                  <a:pt x="21" y="22"/>
                </a:cubicBezTo>
                <a:cubicBezTo>
                  <a:pt x="21" y="23"/>
                  <a:pt x="21" y="23"/>
                  <a:pt x="21" y="23"/>
                </a:cubicBezTo>
                <a:cubicBezTo>
                  <a:pt x="20" y="23"/>
                  <a:pt x="20" y="23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1"/>
                  <a:pt x="20" y="21"/>
                </a:cubicBezTo>
                <a:close/>
                <a:moveTo>
                  <a:pt x="48" y="0"/>
                </a:moveTo>
                <a:cubicBezTo>
                  <a:pt x="48" y="0"/>
                  <a:pt x="48" y="0"/>
                  <a:pt x="48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1" y="50"/>
                  <a:pt x="2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9" y="50"/>
                  <a:pt x="50" y="49"/>
                  <a:pt x="50" y="48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1"/>
                  <a:pt x="49" y="0"/>
                  <a:pt x="48" y="0"/>
                </a:cubicBezTo>
                <a:close/>
                <a:moveTo>
                  <a:pt x="46" y="46"/>
                </a:moveTo>
                <a:cubicBezTo>
                  <a:pt x="46" y="46"/>
                  <a:pt x="46" y="46"/>
                  <a:pt x="46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15"/>
                  <a:pt x="4" y="15"/>
                  <a:pt x="4" y="15"/>
                </a:cubicBezTo>
                <a:cubicBezTo>
                  <a:pt x="46" y="15"/>
                  <a:pt x="46" y="15"/>
                  <a:pt x="46" y="15"/>
                </a:cubicBezTo>
                <a:cubicBezTo>
                  <a:pt x="46" y="46"/>
                  <a:pt x="46" y="46"/>
                  <a:pt x="46" y="46"/>
                </a:cubicBezTo>
                <a:close/>
                <a:moveTo>
                  <a:pt x="46" y="13"/>
                </a:moveTo>
                <a:cubicBezTo>
                  <a:pt x="46" y="13"/>
                  <a:pt x="46" y="13"/>
                  <a:pt x="46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4"/>
                  <a:pt x="4" y="4"/>
                  <a:pt x="4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6"/>
                  <a:pt x="8" y="6"/>
                  <a:pt x="8" y="6"/>
                </a:cubicBezTo>
                <a:cubicBezTo>
                  <a:pt x="8" y="8"/>
                  <a:pt x="8" y="8"/>
                  <a:pt x="10" y="8"/>
                </a:cubicBezTo>
                <a:cubicBezTo>
                  <a:pt x="11" y="8"/>
                  <a:pt x="11" y="8"/>
                  <a:pt x="11" y="6"/>
                </a:cubicBezTo>
                <a:cubicBezTo>
                  <a:pt x="11" y="4"/>
                  <a:pt x="11" y="4"/>
                  <a:pt x="11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8"/>
                  <a:pt x="19" y="8"/>
                  <a:pt x="20" y="8"/>
                </a:cubicBezTo>
                <a:cubicBezTo>
                  <a:pt x="21" y="8"/>
                  <a:pt x="22" y="8"/>
                  <a:pt x="22" y="6"/>
                </a:cubicBezTo>
                <a:cubicBezTo>
                  <a:pt x="22" y="4"/>
                  <a:pt x="22" y="4"/>
                  <a:pt x="22" y="4"/>
                </a:cubicBezTo>
                <a:cubicBezTo>
                  <a:pt x="28" y="4"/>
                  <a:pt x="28" y="4"/>
                  <a:pt x="28" y="4"/>
                </a:cubicBezTo>
                <a:cubicBezTo>
                  <a:pt x="28" y="6"/>
                  <a:pt x="28" y="6"/>
                  <a:pt x="28" y="6"/>
                </a:cubicBezTo>
                <a:cubicBezTo>
                  <a:pt x="28" y="8"/>
                  <a:pt x="29" y="8"/>
                  <a:pt x="30" y="8"/>
                </a:cubicBezTo>
                <a:cubicBezTo>
                  <a:pt x="31" y="8"/>
                  <a:pt x="32" y="8"/>
                  <a:pt x="32" y="6"/>
                </a:cubicBezTo>
                <a:cubicBezTo>
                  <a:pt x="32" y="4"/>
                  <a:pt x="32" y="4"/>
                  <a:pt x="32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6"/>
                  <a:pt x="39" y="6"/>
                  <a:pt x="39" y="6"/>
                </a:cubicBezTo>
                <a:cubicBezTo>
                  <a:pt x="39" y="8"/>
                  <a:pt x="39" y="8"/>
                  <a:pt x="41" y="8"/>
                </a:cubicBezTo>
                <a:cubicBezTo>
                  <a:pt x="42" y="8"/>
                  <a:pt x="42" y="8"/>
                  <a:pt x="42" y="6"/>
                </a:cubicBezTo>
                <a:cubicBezTo>
                  <a:pt x="42" y="4"/>
                  <a:pt x="42" y="4"/>
                  <a:pt x="42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13"/>
                  <a:pt x="46" y="13"/>
                  <a:pt x="46" y="13"/>
                </a:cubicBezTo>
                <a:close/>
                <a:moveTo>
                  <a:pt x="36" y="24"/>
                </a:moveTo>
                <a:cubicBezTo>
                  <a:pt x="36" y="24"/>
                  <a:pt x="36" y="24"/>
                  <a:pt x="36" y="24"/>
                </a:cubicBezTo>
                <a:cubicBezTo>
                  <a:pt x="37" y="25"/>
                  <a:pt x="37" y="25"/>
                  <a:pt x="38" y="25"/>
                </a:cubicBezTo>
                <a:cubicBezTo>
                  <a:pt x="39" y="25"/>
                  <a:pt x="40" y="25"/>
                  <a:pt x="41" y="24"/>
                </a:cubicBezTo>
                <a:cubicBezTo>
                  <a:pt x="41" y="24"/>
                  <a:pt x="42" y="23"/>
                  <a:pt x="42" y="22"/>
                </a:cubicBezTo>
                <a:cubicBezTo>
                  <a:pt x="42" y="21"/>
                  <a:pt x="41" y="20"/>
                  <a:pt x="41" y="19"/>
                </a:cubicBezTo>
                <a:cubicBezTo>
                  <a:pt x="40" y="19"/>
                  <a:pt x="39" y="19"/>
                  <a:pt x="38" y="19"/>
                </a:cubicBezTo>
                <a:cubicBezTo>
                  <a:pt x="37" y="19"/>
                  <a:pt x="37" y="19"/>
                  <a:pt x="36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5" y="20"/>
                  <a:pt x="35" y="21"/>
                  <a:pt x="35" y="22"/>
                </a:cubicBezTo>
                <a:cubicBezTo>
                  <a:pt x="35" y="23"/>
                  <a:pt x="35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lose/>
                <a:moveTo>
                  <a:pt x="38" y="21"/>
                </a:moveTo>
                <a:cubicBezTo>
                  <a:pt x="38" y="21"/>
                  <a:pt x="38" y="21"/>
                  <a:pt x="38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9" y="21"/>
                  <a:pt x="39" y="21"/>
                  <a:pt x="39" y="21"/>
                </a:cubicBezTo>
                <a:cubicBezTo>
                  <a:pt x="39" y="21"/>
                  <a:pt x="39" y="22"/>
                  <a:pt x="39" y="22"/>
                </a:cubicBezTo>
                <a:cubicBezTo>
                  <a:pt x="39" y="22"/>
                  <a:pt x="39" y="22"/>
                  <a:pt x="39" y="22"/>
                </a:cubicBezTo>
                <a:cubicBezTo>
                  <a:pt x="39" y="23"/>
                  <a:pt x="39" y="23"/>
                  <a:pt x="38" y="23"/>
                </a:cubicBezTo>
                <a:cubicBezTo>
                  <a:pt x="38" y="23"/>
                  <a:pt x="38" y="23"/>
                  <a:pt x="38" y="22"/>
                </a:cubicBezTo>
                <a:cubicBezTo>
                  <a:pt x="37" y="22"/>
                  <a:pt x="37" y="22"/>
                  <a:pt x="37" y="22"/>
                </a:cubicBezTo>
                <a:cubicBezTo>
                  <a:pt x="37" y="22"/>
                  <a:pt x="37" y="21"/>
                  <a:pt x="38" y="21"/>
                </a:cubicBezTo>
                <a:close/>
                <a:moveTo>
                  <a:pt x="36" y="33"/>
                </a:moveTo>
                <a:cubicBezTo>
                  <a:pt x="36" y="33"/>
                  <a:pt x="36" y="33"/>
                  <a:pt x="36" y="33"/>
                </a:cubicBezTo>
                <a:cubicBezTo>
                  <a:pt x="37" y="33"/>
                  <a:pt x="37" y="34"/>
                  <a:pt x="38" y="34"/>
                </a:cubicBezTo>
                <a:cubicBezTo>
                  <a:pt x="39" y="34"/>
                  <a:pt x="40" y="33"/>
                  <a:pt x="41" y="33"/>
                </a:cubicBezTo>
                <a:cubicBezTo>
                  <a:pt x="41" y="32"/>
                  <a:pt x="42" y="31"/>
                  <a:pt x="42" y="31"/>
                </a:cubicBezTo>
                <a:cubicBezTo>
                  <a:pt x="42" y="30"/>
                  <a:pt x="41" y="29"/>
                  <a:pt x="41" y="28"/>
                </a:cubicBezTo>
                <a:cubicBezTo>
                  <a:pt x="40" y="28"/>
                  <a:pt x="39" y="27"/>
                  <a:pt x="38" y="27"/>
                </a:cubicBezTo>
                <a:cubicBezTo>
                  <a:pt x="37" y="27"/>
                  <a:pt x="37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5" y="29"/>
                  <a:pt x="35" y="30"/>
                  <a:pt x="35" y="31"/>
                </a:cubicBezTo>
                <a:cubicBezTo>
                  <a:pt x="35" y="31"/>
                  <a:pt x="35" y="32"/>
                  <a:pt x="36" y="33"/>
                </a:cubicBezTo>
                <a:cubicBezTo>
                  <a:pt x="36" y="33"/>
                  <a:pt x="36" y="33"/>
                  <a:pt x="36" y="33"/>
                </a:cubicBezTo>
                <a:close/>
                <a:moveTo>
                  <a:pt x="38" y="30"/>
                </a:move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30"/>
                  <a:pt x="39" y="30"/>
                  <a:pt x="39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0"/>
                  <a:pt x="37" y="30"/>
                  <a:pt x="38" y="30"/>
                </a:cubicBezTo>
                <a:close/>
                <a:moveTo>
                  <a:pt x="18" y="42"/>
                </a:moveTo>
                <a:cubicBezTo>
                  <a:pt x="18" y="42"/>
                  <a:pt x="18" y="42"/>
                  <a:pt x="18" y="42"/>
                </a:cubicBezTo>
                <a:cubicBezTo>
                  <a:pt x="19" y="42"/>
                  <a:pt x="20" y="43"/>
                  <a:pt x="21" y="43"/>
                </a:cubicBezTo>
                <a:cubicBezTo>
                  <a:pt x="21" y="43"/>
                  <a:pt x="22" y="42"/>
                  <a:pt x="23" y="42"/>
                </a:cubicBezTo>
                <a:cubicBezTo>
                  <a:pt x="23" y="41"/>
                  <a:pt x="24" y="40"/>
                  <a:pt x="24" y="39"/>
                </a:cubicBezTo>
                <a:cubicBezTo>
                  <a:pt x="24" y="38"/>
                  <a:pt x="23" y="38"/>
                  <a:pt x="23" y="37"/>
                </a:cubicBezTo>
                <a:cubicBezTo>
                  <a:pt x="22" y="36"/>
                  <a:pt x="21" y="36"/>
                  <a:pt x="21" y="36"/>
                </a:cubicBezTo>
                <a:cubicBezTo>
                  <a:pt x="20" y="36"/>
                  <a:pt x="19" y="36"/>
                  <a:pt x="18" y="37"/>
                </a:cubicBezTo>
                <a:cubicBezTo>
                  <a:pt x="18" y="38"/>
                  <a:pt x="17" y="38"/>
                  <a:pt x="17" y="39"/>
                </a:cubicBezTo>
                <a:cubicBezTo>
                  <a:pt x="17" y="40"/>
                  <a:pt x="18" y="41"/>
                  <a:pt x="18" y="42"/>
                </a:cubicBezTo>
                <a:close/>
                <a:moveTo>
                  <a:pt x="20" y="39"/>
                </a:moveTo>
                <a:cubicBezTo>
                  <a:pt x="20" y="39"/>
                  <a:pt x="20" y="39"/>
                  <a:pt x="20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38"/>
                  <a:pt x="20" y="38"/>
                  <a:pt x="21" y="38"/>
                </a:cubicBezTo>
                <a:cubicBezTo>
                  <a:pt x="21" y="38"/>
                  <a:pt x="21" y="38"/>
                  <a:pt x="21" y="39"/>
                </a:cubicBezTo>
                <a:cubicBezTo>
                  <a:pt x="21" y="39"/>
                  <a:pt x="22" y="39"/>
                  <a:pt x="22" y="39"/>
                </a:cubicBezTo>
                <a:cubicBezTo>
                  <a:pt x="22" y="40"/>
                  <a:pt x="21" y="40"/>
                  <a:pt x="21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40"/>
                  <a:pt x="20" y="40"/>
                  <a:pt x="20" y="39"/>
                </a:cubicBezTo>
                <a:cubicBezTo>
                  <a:pt x="20" y="39"/>
                  <a:pt x="20" y="39"/>
                  <a:pt x="20" y="39"/>
                </a:cubicBezTo>
                <a:close/>
                <a:moveTo>
                  <a:pt x="9" y="33"/>
                </a:moveTo>
                <a:cubicBezTo>
                  <a:pt x="9" y="33"/>
                  <a:pt x="9" y="33"/>
                  <a:pt x="9" y="33"/>
                </a:cubicBezTo>
                <a:cubicBezTo>
                  <a:pt x="10" y="33"/>
                  <a:pt x="11" y="34"/>
                  <a:pt x="12" y="34"/>
                </a:cubicBezTo>
                <a:cubicBezTo>
                  <a:pt x="13" y="34"/>
                  <a:pt x="13" y="33"/>
                  <a:pt x="14" y="33"/>
                </a:cubicBezTo>
                <a:cubicBezTo>
                  <a:pt x="15" y="32"/>
                  <a:pt x="15" y="31"/>
                  <a:pt x="15" y="31"/>
                </a:cubicBezTo>
                <a:cubicBezTo>
                  <a:pt x="15" y="30"/>
                  <a:pt x="15" y="29"/>
                  <a:pt x="14" y="28"/>
                </a:cubicBezTo>
                <a:cubicBezTo>
                  <a:pt x="13" y="28"/>
                  <a:pt x="13" y="27"/>
                  <a:pt x="12" y="27"/>
                </a:cubicBezTo>
                <a:cubicBezTo>
                  <a:pt x="11" y="27"/>
                  <a:pt x="10" y="28"/>
                  <a:pt x="9" y="28"/>
                </a:cubicBezTo>
                <a:cubicBezTo>
                  <a:pt x="9" y="29"/>
                  <a:pt x="8" y="30"/>
                  <a:pt x="8" y="31"/>
                </a:cubicBezTo>
                <a:cubicBezTo>
                  <a:pt x="8" y="31"/>
                  <a:pt x="9" y="32"/>
                  <a:pt x="9" y="33"/>
                </a:cubicBezTo>
                <a:close/>
                <a:moveTo>
                  <a:pt x="11" y="30"/>
                </a:moveTo>
                <a:cubicBezTo>
                  <a:pt x="11" y="30"/>
                  <a:pt x="11" y="30"/>
                  <a:pt x="11" y="30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0"/>
                  <a:pt x="11" y="30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3" y="30"/>
                  <a:pt x="13" y="31"/>
                </a:cubicBezTo>
                <a:cubicBezTo>
                  <a:pt x="13" y="31"/>
                  <a:pt x="12" y="31"/>
                  <a:pt x="12" y="31"/>
                </a:cubicBezTo>
                <a:cubicBezTo>
                  <a:pt x="12" y="31"/>
                  <a:pt x="12" y="31"/>
                  <a:pt x="12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0"/>
                  <a:pt x="11" y="30"/>
                  <a:pt x="11" y="30"/>
                </a:cubicBezTo>
                <a:close/>
                <a:moveTo>
                  <a:pt x="9" y="42"/>
                </a:moveTo>
                <a:cubicBezTo>
                  <a:pt x="9" y="42"/>
                  <a:pt x="9" y="42"/>
                  <a:pt x="9" y="42"/>
                </a:cubicBezTo>
                <a:cubicBezTo>
                  <a:pt x="10" y="42"/>
                  <a:pt x="11" y="43"/>
                  <a:pt x="12" y="43"/>
                </a:cubicBezTo>
                <a:cubicBezTo>
                  <a:pt x="13" y="43"/>
                  <a:pt x="13" y="42"/>
                  <a:pt x="14" y="42"/>
                </a:cubicBezTo>
                <a:cubicBezTo>
                  <a:pt x="15" y="41"/>
                  <a:pt x="15" y="40"/>
                  <a:pt x="15" y="39"/>
                </a:cubicBezTo>
                <a:cubicBezTo>
                  <a:pt x="15" y="38"/>
                  <a:pt x="15" y="38"/>
                  <a:pt x="14" y="37"/>
                </a:cubicBezTo>
                <a:cubicBezTo>
                  <a:pt x="13" y="36"/>
                  <a:pt x="13" y="36"/>
                  <a:pt x="12" y="36"/>
                </a:cubicBezTo>
                <a:cubicBezTo>
                  <a:pt x="11" y="36"/>
                  <a:pt x="10" y="36"/>
                  <a:pt x="9" y="37"/>
                </a:cubicBezTo>
                <a:cubicBezTo>
                  <a:pt x="9" y="38"/>
                  <a:pt x="8" y="38"/>
                  <a:pt x="8" y="39"/>
                </a:cubicBezTo>
                <a:cubicBezTo>
                  <a:pt x="8" y="40"/>
                  <a:pt x="9" y="41"/>
                  <a:pt x="9" y="42"/>
                </a:cubicBezTo>
                <a:close/>
                <a:moveTo>
                  <a:pt x="11" y="39"/>
                </a:moveTo>
                <a:cubicBezTo>
                  <a:pt x="11" y="39"/>
                  <a:pt x="11" y="39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1" y="38"/>
                  <a:pt x="11" y="38"/>
                  <a:pt x="12" y="38"/>
                </a:cubicBezTo>
                <a:cubicBezTo>
                  <a:pt x="12" y="38"/>
                  <a:pt x="12" y="38"/>
                  <a:pt x="12" y="39"/>
                </a:cubicBezTo>
                <a:cubicBezTo>
                  <a:pt x="12" y="39"/>
                  <a:pt x="13" y="39"/>
                  <a:pt x="13" y="39"/>
                </a:cubicBezTo>
                <a:cubicBezTo>
                  <a:pt x="13" y="40"/>
                  <a:pt x="12" y="40"/>
                  <a:pt x="12" y="40"/>
                </a:cubicBezTo>
                <a:cubicBezTo>
                  <a:pt x="12" y="40"/>
                  <a:pt x="12" y="40"/>
                  <a:pt x="12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0"/>
                  <a:pt x="11" y="40"/>
                  <a:pt x="11" y="39"/>
                </a:cubicBezTo>
                <a:cubicBezTo>
                  <a:pt x="11" y="39"/>
                  <a:pt x="11" y="39"/>
                  <a:pt x="11" y="39"/>
                </a:cubicBezTo>
                <a:close/>
                <a:moveTo>
                  <a:pt x="27" y="33"/>
                </a:moveTo>
                <a:cubicBezTo>
                  <a:pt x="27" y="33"/>
                  <a:pt x="27" y="33"/>
                  <a:pt x="27" y="33"/>
                </a:cubicBezTo>
                <a:cubicBezTo>
                  <a:pt x="28" y="33"/>
                  <a:pt x="29" y="34"/>
                  <a:pt x="29" y="34"/>
                </a:cubicBezTo>
                <a:cubicBezTo>
                  <a:pt x="30" y="34"/>
                  <a:pt x="31" y="33"/>
                  <a:pt x="32" y="33"/>
                </a:cubicBezTo>
                <a:cubicBezTo>
                  <a:pt x="32" y="32"/>
                  <a:pt x="33" y="31"/>
                  <a:pt x="33" y="31"/>
                </a:cubicBezTo>
                <a:cubicBezTo>
                  <a:pt x="33" y="30"/>
                  <a:pt x="32" y="29"/>
                  <a:pt x="32" y="28"/>
                </a:cubicBezTo>
                <a:cubicBezTo>
                  <a:pt x="31" y="28"/>
                  <a:pt x="30" y="27"/>
                  <a:pt x="29" y="27"/>
                </a:cubicBezTo>
                <a:cubicBezTo>
                  <a:pt x="29" y="27"/>
                  <a:pt x="28" y="28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9"/>
                  <a:pt x="26" y="30"/>
                  <a:pt x="26" y="31"/>
                </a:cubicBezTo>
                <a:cubicBezTo>
                  <a:pt x="26" y="31"/>
                  <a:pt x="27" y="32"/>
                  <a:pt x="27" y="33"/>
                </a:cubicBezTo>
                <a:cubicBezTo>
                  <a:pt x="27" y="33"/>
                  <a:pt x="27" y="33"/>
                  <a:pt x="27" y="33"/>
                </a:cubicBezTo>
                <a:close/>
                <a:moveTo>
                  <a:pt x="29" y="30"/>
                </a:moveTo>
                <a:cubicBezTo>
                  <a:pt x="29" y="30"/>
                  <a:pt x="29" y="30"/>
                  <a:pt x="29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31"/>
                  <a:pt x="30" y="31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8" y="31"/>
                  <a:pt x="28" y="31"/>
                </a:cubicBezTo>
                <a:cubicBezTo>
                  <a:pt x="28" y="30"/>
                  <a:pt x="29" y="30"/>
                  <a:pt x="29" y="30"/>
                </a:cubicBezTo>
                <a:close/>
                <a:moveTo>
                  <a:pt x="27" y="42"/>
                </a:moveTo>
                <a:cubicBezTo>
                  <a:pt x="27" y="42"/>
                  <a:pt x="27" y="42"/>
                  <a:pt x="27" y="42"/>
                </a:cubicBezTo>
                <a:cubicBezTo>
                  <a:pt x="28" y="42"/>
                  <a:pt x="29" y="43"/>
                  <a:pt x="29" y="43"/>
                </a:cubicBezTo>
                <a:cubicBezTo>
                  <a:pt x="30" y="43"/>
                  <a:pt x="31" y="42"/>
                  <a:pt x="32" y="42"/>
                </a:cubicBezTo>
                <a:cubicBezTo>
                  <a:pt x="32" y="41"/>
                  <a:pt x="33" y="40"/>
                  <a:pt x="33" y="39"/>
                </a:cubicBezTo>
                <a:cubicBezTo>
                  <a:pt x="33" y="38"/>
                  <a:pt x="32" y="38"/>
                  <a:pt x="32" y="37"/>
                </a:cubicBezTo>
                <a:cubicBezTo>
                  <a:pt x="31" y="36"/>
                  <a:pt x="30" y="36"/>
                  <a:pt x="29" y="36"/>
                </a:cubicBezTo>
                <a:cubicBezTo>
                  <a:pt x="29" y="36"/>
                  <a:pt x="28" y="36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8"/>
                  <a:pt x="26" y="38"/>
                  <a:pt x="26" y="39"/>
                </a:cubicBezTo>
                <a:cubicBezTo>
                  <a:pt x="26" y="40"/>
                  <a:pt x="27" y="41"/>
                  <a:pt x="27" y="42"/>
                </a:cubicBezTo>
                <a:cubicBezTo>
                  <a:pt x="27" y="42"/>
                  <a:pt x="27" y="42"/>
                  <a:pt x="27" y="42"/>
                </a:cubicBezTo>
                <a:close/>
                <a:moveTo>
                  <a:pt x="29" y="39"/>
                </a:moveTo>
                <a:cubicBezTo>
                  <a:pt x="29" y="39"/>
                  <a:pt x="29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38"/>
                  <a:pt x="29" y="38"/>
                  <a:pt x="29" y="38"/>
                </a:cubicBezTo>
                <a:cubicBezTo>
                  <a:pt x="30" y="38"/>
                  <a:pt x="30" y="38"/>
                  <a:pt x="30" y="39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40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0"/>
                  <a:pt x="28" y="40"/>
                  <a:pt x="28" y="39"/>
                </a:cubicBezTo>
                <a:cubicBezTo>
                  <a:pt x="28" y="39"/>
                  <a:pt x="29" y="39"/>
                  <a:pt x="29" y="39"/>
                </a:cubicBezTo>
                <a:close/>
                <a:moveTo>
                  <a:pt x="18" y="33"/>
                </a:moveTo>
                <a:cubicBezTo>
                  <a:pt x="18" y="33"/>
                  <a:pt x="18" y="33"/>
                  <a:pt x="18" y="33"/>
                </a:cubicBezTo>
                <a:cubicBezTo>
                  <a:pt x="19" y="33"/>
                  <a:pt x="20" y="34"/>
                  <a:pt x="21" y="34"/>
                </a:cubicBezTo>
                <a:cubicBezTo>
                  <a:pt x="21" y="34"/>
                  <a:pt x="22" y="33"/>
                  <a:pt x="23" y="33"/>
                </a:cubicBezTo>
                <a:cubicBezTo>
                  <a:pt x="23" y="32"/>
                  <a:pt x="24" y="31"/>
                  <a:pt x="24" y="31"/>
                </a:cubicBezTo>
                <a:cubicBezTo>
                  <a:pt x="24" y="30"/>
                  <a:pt x="23" y="29"/>
                  <a:pt x="23" y="28"/>
                </a:cubicBezTo>
                <a:cubicBezTo>
                  <a:pt x="22" y="28"/>
                  <a:pt x="21" y="27"/>
                  <a:pt x="21" y="27"/>
                </a:cubicBezTo>
                <a:cubicBezTo>
                  <a:pt x="20" y="27"/>
                  <a:pt x="19" y="28"/>
                  <a:pt x="18" y="28"/>
                </a:cubicBezTo>
                <a:cubicBezTo>
                  <a:pt x="18" y="29"/>
                  <a:pt x="17" y="30"/>
                  <a:pt x="17" y="31"/>
                </a:cubicBezTo>
                <a:cubicBezTo>
                  <a:pt x="17" y="31"/>
                  <a:pt x="18" y="32"/>
                  <a:pt x="18" y="33"/>
                </a:cubicBezTo>
                <a:close/>
                <a:moveTo>
                  <a:pt x="20" y="30"/>
                </a:moveTo>
                <a:cubicBezTo>
                  <a:pt x="20" y="30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30"/>
                  <a:pt x="20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2" y="30"/>
                  <a:pt x="22" y="31"/>
                </a:cubicBezTo>
                <a:cubicBezTo>
                  <a:pt x="22" y="31"/>
                  <a:pt x="21" y="31"/>
                  <a:pt x="21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0"/>
                  <a:pt x="20" y="30"/>
                  <a:pt x="20" y="3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19" name="Freeform 153">
            <a:extLst>
              <a:ext uri="{FF2B5EF4-FFF2-40B4-BE49-F238E27FC236}">
                <a16:creationId xmlns:a16="http://schemas.microsoft.com/office/drawing/2014/main" id="{191E7575-454B-76E8-0F50-DB99E4CB1283}"/>
              </a:ext>
            </a:extLst>
          </p:cNvPr>
          <p:cNvSpPr>
            <a:spLocks noEditPoints="1"/>
          </p:cNvSpPr>
          <p:nvPr/>
        </p:nvSpPr>
        <p:spPr bwMode="auto">
          <a:xfrm>
            <a:off x="4275068" y="4803165"/>
            <a:ext cx="215900" cy="211667"/>
          </a:xfrm>
          <a:custGeom>
            <a:avLst/>
            <a:gdLst>
              <a:gd name="T0" fmla="*/ 82550 w 51"/>
              <a:gd name="T1" fmla="*/ 0 h 50"/>
              <a:gd name="T2" fmla="*/ 136525 w 51"/>
              <a:gd name="T3" fmla="*/ 22225 h 50"/>
              <a:gd name="T4" fmla="*/ 136525 w 51"/>
              <a:gd name="T5" fmla="*/ 22225 h 50"/>
              <a:gd name="T6" fmla="*/ 161925 w 51"/>
              <a:gd name="T7" fmla="*/ 79375 h 50"/>
              <a:gd name="T8" fmla="*/ 155575 w 51"/>
              <a:gd name="T9" fmla="*/ 104775 h 50"/>
              <a:gd name="T10" fmla="*/ 146050 w 51"/>
              <a:gd name="T11" fmla="*/ 123825 h 50"/>
              <a:gd name="T12" fmla="*/ 146050 w 51"/>
              <a:gd name="T13" fmla="*/ 152400 h 50"/>
              <a:gd name="T14" fmla="*/ 139700 w 51"/>
              <a:gd name="T15" fmla="*/ 158750 h 50"/>
              <a:gd name="T16" fmla="*/ 139700 w 51"/>
              <a:gd name="T17" fmla="*/ 158750 h 50"/>
              <a:gd name="T18" fmla="*/ 82550 w 51"/>
              <a:gd name="T19" fmla="*/ 158750 h 50"/>
              <a:gd name="T20" fmla="*/ 25400 w 51"/>
              <a:gd name="T21" fmla="*/ 136525 h 50"/>
              <a:gd name="T22" fmla="*/ 25400 w 51"/>
              <a:gd name="T23" fmla="*/ 136525 h 50"/>
              <a:gd name="T24" fmla="*/ 25400 w 51"/>
              <a:gd name="T25" fmla="*/ 136525 h 50"/>
              <a:gd name="T26" fmla="*/ 0 w 51"/>
              <a:gd name="T27" fmla="*/ 79375 h 50"/>
              <a:gd name="T28" fmla="*/ 25400 w 51"/>
              <a:gd name="T29" fmla="*/ 22225 h 50"/>
              <a:gd name="T30" fmla="*/ 25400 w 51"/>
              <a:gd name="T31" fmla="*/ 22225 h 50"/>
              <a:gd name="T32" fmla="*/ 82550 w 51"/>
              <a:gd name="T33" fmla="*/ 0 h 50"/>
              <a:gd name="T34" fmla="*/ 41275 w 51"/>
              <a:gd name="T35" fmla="*/ 63500 h 50"/>
              <a:gd name="T36" fmla="*/ 41275 w 51"/>
              <a:gd name="T37" fmla="*/ 63500 h 50"/>
              <a:gd name="T38" fmla="*/ 38100 w 51"/>
              <a:gd name="T39" fmla="*/ 60325 h 50"/>
              <a:gd name="T40" fmla="*/ 41275 w 51"/>
              <a:gd name="T41" fmla="*/ 57150 h 50"/>
              <a:gd name="T42" fmla="*/ 120650 w 51"/>
              <a:gd name="T43" fmla="*/ 57150 h 50"/>
              <a:gd name="T44" fmla="*/ 123825 w 51"/>
              <a:gd name="T45" fmla="*/ 60325 h 50"/>
              <a:gd name="T46" fmla="*/ 120650 w 51"/>
              <a:gd name="T47" fmla="*/ 63500 h 50"/>
              <a:gd name="T48" fmla="*/ 41275 w 51"/>
              <a:gd name="T49" fmla="*/ 63500 h 50"/>
              <a:gd name="T50" fmla="*/ 41275 w 51"/>
              <a:gd name="T51" fmla="*/ 82550 h 50"/>
              <a:gd name="T52" fmla="*/ 41275 w 51"/>
              <a:gd name="T53" fmla="*/ 82550 h 50"/>
              <a:gd name="T54" fmla="*/ 38100 w 51"/>
              <a:gd name="T55" fmla="*/ 79375 h 50"/>
              <a:gd name="T56" fmla="*/ 41275 w 51"/>
              <a:gd name="T57" fmla="*/ 76200 h 50"/>
              <a:gd name="T58" fmla="*/ 120650 w 51"/>
              <a:gd name="T59" fmla="*/ 76200 h 50"/>
              <a:gd name="T60" fmla="*/ 123825 w 51"/>
              <a:gd name="T61" fmla="*/ 79375 h 50"/>
              <a:gd name="T62" fmla="*/ 120650 w 51"/>
              <a:gd name="T63" fmla="*/ 82550 h 50"/>
              <a:gd name="T64" fmla="*/ 41275 w 51"/>
              <a:gd name="T65" fmla="*/ 82550 h 50"/>
              <a:gd name="T66" fmla="*/ 41275 w 51"/>
              <a:gd name="T67" fmla="*/ 101600 h 50"/>
              <a:gd name="T68" fmla="*/ 41275 w 51"/>
              <a:gd name="T69" fmla="*/ 101600 h 50"/>
              <a:gd name="T70" fmla="*/ 38100 w 51"/>
              <a:gd name="T71" fmla="*/ 98425 h 50"/>
              <a:gd name="T72" fmla="*/ 41275 w 51"/>
              <a:gd name="T73" fmla="*/ 95250 h 50"/>
              <a:gd name="T74" fmla="*/ 120650 w 51"/>
              <a:gd name="T75" fmla="*/ 95250 h 50"/>
              <a:gd name="T76" fmla="*/ 123825 w 51"/>
              <a:gd name="T77" fmla="*/ 98425 h 50"/>
              <a:gd name="T78" fmla="*/ 120650 w 51"/>
              <a:gd name="T79" fmla="*/ 101600 h 50"/>
              <a:gd name="T80" fmla="*/ 41275 w 51"/>
              <a:gd name="T81" fmla="*/ 101600 h 50"/>
              <a:gd name="T82" fmla="*/ 130175 w 51"/>
              <a:gd name="T83" fmla="*/ 31750 h 50"/>
              <a:gd name="T84" fmla="*/ 130175 w 51"/>
              <a:gd name="T85" fmla="*/ 31750 h 50"/>
              <a:gd name="T86" fmla="*/ 82550 w 51"/>
              <a:gd name="T87" fmla="*/ 12700 h 50"/>
              <a:gd name="T88" fmla="*/ 31750 w 51"/>
              <a:gd name="T89" fmla="*/ 31750 h 50"/>
              <a:gd name="T90" fmla="*/ 31750 w 51"/>
              <a:gd name="T91" fmla="*/ 31750 h 50"/>
              <a:gd name="T92" fmla="*/ 31750 w 51"/>
              <a:gd name="T93" fmla="*/ 31750 h 50"/>
              <a:gd name="T94" fmla="*/ 12700 w 51"/>
              <a:gd name="T95" fmla="*/ 79375 h 50"/>
              <a:gd name="T96" fmla="*/ 31750 w 51"/>
              <a:gd name="T97" fmla="*/ 127000 h 50"/>
              <a:gd name="T98" fmla="*/ 82550 w 51"/>
              <a:gd name="T99" fmla="*/ 146050 h 50"/>
              <a:gd name="T100" fmla="*/ 133350 w 51"/>
              <a:gd name="T101" fmla="*/ 146050 h 50"/>
              <a:gd name="T102" fmla="*/ 133350 w 51"/>
              <a:gd name="T103" fmla="*/ 123825 h 50"/>
              <a:gd name="T104" fmla="*/ 133350 w 51"/>
              <a:gd name="T105" fmla="*/ 123825 h 50"/>
              <a:gd name="T106" fmla="*/ 136525 w 51"/>
              <a:gd name="T107" fmla="*/ 117475 h 50"/>
              <a:gd name="T108" fmla="*/ 146050 w 51"/>
              <a:gd name="T109" fmla="*/ 101600 h 50"/>
              <a:gd name="T110" fmla="*/ 149225 w 51"/>
              <a:gd name="T111" fmla="*/ 79375 h 50"/>
              <a:gd name="T112" fmla="*/ 130175 w 51"/>
              <a:gd name="T113" fmla="*/ 31750 h 50"/>
              <a:gd name="T114" fmla="*/ 130175 w 51"/>
              <a:gd name="T115" fmla="*/ 31750 h 5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1" h="50">
                <a:moveTo>
                  <a:pt x="26" y="0"/>
                </a:moveTo>
                <a:cubicBezTo>
                  <a:pt x="32" y="0"/>
                  <a:pt x="39" y="3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8" y="12"/>
                  <a:pt x="51" y="18"/>
                  <a:pt x="51" y="25"/>
                </a:cubicBezTo>
                <a:cubicBezTo>
                  <a:pt x="51" y="28"/>
                  <a:pt x="50" y="30"/>
                  <a:pt x="49" y="33"/>
                </a:cubicBezTo>
                <a:cubicBezTo>
                  <a:pt x="49" y="35"/>
                  <a:pt x="48" y="37"/>
                  <a:pt x="46" y="39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9"/>
                  <a:pt x="45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26" y="50"/>
                  <a:pt x="26" y="50"/>
                  <a:pt x="26" y="50"/>
                </a:cubicBezTo>
                <a:cubicBezTo>
                  <a:pt x="19" y="50"/>
                  <a:pt x="12" y="47"/>
                  <a:pt x="8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12" y="3"/>
                  <a:pt x="19" y="0"/>
                  <a:pt x="26" y="0"/>
                </a:cubicBezTo>
                <a:close/>
                <a:moveTo>
                  <a:pt x="13" y="20"/>
                </a:moveTo>
                <a:cubicBezTo>
                  <a:pt x="13" y="20"/>
                  <a:pt x="13" y="20"/>
                  <a:pt x="13" y="20"/>
                </a:cubicBezTo>
                <a:cubicBezTo>
                  <a:pt x="12" y="20"/>
                  <a:pt x="12" y="19"/>
                  <a:pt x="12" y="19"/>
                </a:cubicBezTo>
                <a:cubicBezTo>
                  <a:pt x="12" y="18"/>
                  <a:pt x="12" y="18"/>
                  <a:pt x="13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9" y="18"/>
                  <a:pt x="39" y="18"/>
                  <a:pt x="39" y="19"/>
                </a:cubicBezTo>
                <a:cubicBezTo>
                  <a:pt x="39" y="19"/>
                  <a:pt x="39" y="20"/>
                  <a:pt x="38" y="20"/>
                </a:cubicBezTo>
                <a:cubicBezTo>
                  <a:pt x="13" y="20"/>
                  <a:pt x="13" y="20"/>
                  <a:pt x="13" y="20"/>
                </a:cubicBezTo>
                <a:close/>
                <a:moveTo>
                  <a:pt x="13" y="26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5"/>
                </a:cubicBezTo>
                <a:cubicBezTo>
                  <a:pt x="12" y="24"/>
                  <a:pt x="12" y="24"/>
                  <a:pt x="13" y="24"/>
                </a:cubicBezTo>
                <a:cubicBezTo>
                  <a:pt x="38" y="24"/>
                  <a:pt x="38" y="24"/>
                  <a:pt x="38" y="24"/>
                </a:cubicBezTo>
                <a:cubicBezTo>
                  <a:pt x="39" y="24"/>
                  <a:pt x="39" y="24"/>
                  <a:pt x="39" y="25"/>
                </a:cubicBezTo>
                <a:cubicBezTo>
                  <a:pt x="39" y="26"/>
                  <a:pt x="39" y="26"/>
                  <a:pt x="38" y="26"/>
                </a:cubicBezTo>
                <a:cubicBezTo>
                  <a:pt x="13" y="26"/>
                  <a:pt x="13" y="26"/>
                  <a:pt x="13" y="26"/>
                </a:cubicBezTo>
                <a:close/>
                <a:moveTo>
                  <a:pt x="13" y="32"/>
                </a:moveTo>
                <a:cubicBezTo>
                  <a:pt x="13" y="32"/>
                  <a:pt x="13" y="32"/>
                  <a:pt x="13" y="32"/>
                </a:cubicBezTo>
                <a:cubicBezTo>
                  <a:pt x="12" y="32"/>
                  <a:pt x="12" y="32"/>
                  <a:pt x="12" y="31"/>
                </a:cubicBezTo>
                <a:cubicBezTo>
                  <a:pt x="12" y="30"/>
                  <a:pt x="12" y="30"/>
                  <a:pt x="13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9" y="30"/>
                  <a:pt x="39" y="30"/>
                  <a:pt x="39" y="31"/>
                </a:cubicBezTo>
                <a:cubicBezTo>
                  <a:pt x="39" y="32"/>
                  <a:pt x="39" y="32"/>
                  <a:pt x="38" y="32"/>
                </a:cubicBezTo>
                <a:cubicBezTo>
                  <a:pt x="13" y="32"/>
                  <a:pt x="13" y="32"/>
                  <a:pt x="13" y="32"/>
                </a:cubicBezTo>
                <a:close/>
                <a:moveTo>
                  <a:pt x="41" y="10"/>
                </a:moveTo>
                <a:cubicBezTo>
                  <a:pt x="41" y="10"/>
                  <a:pt x="41" y="10"/>
                  <a:pt x="41" y="10"/>
                </a:cubicBezTo>
                <a:cubicBezTo>
                  <a:pt x="37" y="6"/>
                  <a:pt x="31" y="4"/>
                  <a:pt x="26" y="4"/>
                </a:cubicBezTo>
                <a:cubicBezTo>
                  <a:pt x="20" y="4"/>
                  <a:pt x="14" y="6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7" y="14"/>
                  <a:pt x="4" y="19"/>
                  <a:pt x="4" y="25"/>
                </a:cubicBezTo>
                <a:cubicBezTo>
                  <a:pt x="4" y="31"/>
                  <a:pt x="7" y="36"/>
                  <a:pt x="10" y="40"/>
                </a:cubicBezTo>
                <a:cubicBezTo>
                  <a:pt x="14" y="44"/>
                  <a:pt x="20" y="46"/>
                  <a:pt x="26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8"/>
                  <a:pt x="42" y="38"/>
                  <a:pt x="43" y="37"/>
                </a:cubicBezTo>
                <a:cubicBezTo>
                  <a:pt x="44" y="36"/>
                  <a:pt x="45" y="34"/>
                  <a:pt x="46" y="32"/>
                </a:cubicBezTo>
                <a:cubicBezTo>
                  <a:pt x="46" y="29"/>
                  <a:pt x="47" y="27"/>
                  <a:pt x="47" y="25"/>
                </a:cubicBezTo>
                <a:cubicBezTo>
                  <a:pt x="47" y="19"/>
                  <a:pt x="44" y="14"/>
                  <a:pt x="41" y="10"/>
                </a:cubicBezTo>
                <a:cubicBezTo>
                  <a:pt x="41" y="10"/>
                  <a:pt x="41" y="10"/>
                  <a:pt x="41" y="1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20" name="Freeform 154">
            <a:extLst>
              <a:ext uri="{FF2B5EF4-FFF2-40B4-BE49-F238E27FC236}">
                <a16:creationId xmlns:a16="http://schemas.microsoft.com/office/drawing/2014/main" id="{A6F61380-F29F-24E3-AFCE-CFE1DAB4355F}"/>
              </a:ext>
            </a:extLst>
          </p:cNvPr>
          <p:cNvSpPr>
            <a:spLocks noEditPoints="1"/>
          </p:cNvSpPr>
          <p:nvPr/>
        </p:nvSpPr>
        <p:spPr bwMode="auto">
          <a:xfrm>
            <a:off x="5811767" y="4333265"/>
            <a:ext cx="211667" cy="211667"/>
          </a:xfrm>
          <a:custGeom>
            <a:avLst/>
            <a:gdLst>
              <a:gd name="T0" fmla="*/ 158750 w 50"/>
              <a:gd name="T1" fmla="*/ 79375 h 50"/>
              <a:gd name="T2" fmla="*/ 139700 w 50"/>
              <a:gd name="T3" fmla="*/ 158750 h 50"/>
              <a:gd name="T4" fmla="*/ 22225 w 50"/>
              <a:gd name="T5" fmla="*/ 136525 h 50"/>
              <a:gd name="T6" fmla="*/ 22225 w 50"/>
              <a:gd name="T7" fmla="*/ 22225 h 50"/>
              <a:gd name="T8" fmla="*/ 82550 w 50"/>
              <a:gd name="T9" fmla="*/ 79375 h 50"/>
              <a:gd name="T10" fmla="*/ 82550 w 50"/>
              <a:gd name="T11" fmla="*/ 82550 h 50"/>
              <a:gd name="T12" fmla="*/ 79375 w 50"/>
              <a:gd name="T13" fmla="*/ 82550 h 50"/>
              <a:gd name="T14" fmla="*/ 79375 w 50"/>
              <a:gd name="T15" fmla="*/ 82550 h 50"/>
              <a:gd name="T16" fmla="*/ 79375 w 50"/>
              <a:gd name="T17" fmla="*/ 82550 h 50"/>
              <a:gd name="T18" fmla="*/ 79375 w 50"/>
              <a:gd name="T19" fmla="*/ 79375 h 50"/>
              <a:gd name="T20" fmla="*/ 73025 w 50"/>
              <a:gd name="T21" fmla="*/ 73025 h 50"/>
              <a:gd name="T22" fmla="*/ 63500 w 50"/>
              <a:gd name="T23" fmla="*/ 63500 h 50"/>
              <a:gd name="T24" fmla="*/ 66675 w 50"/>
              <a:gd name="T25" fmla="*/ 60325 h 50"/>
              <a:gd name="T26" fmla="*/ 69850 w 50"/>
              <a:gd name="T27" fmla="*/ 60325 h 50"/>
              <a:gd name="T28" fmla="*/ 88900 w 50"/>
              <a:gd name="T29" fmla="*/ 60325 h 50"/>
              <a:gd name="T30" fmla="*/ 92075 w 50"/>
              <a:gd name="T31" fmla="*/ 60325 h 50"/>
              <a:gd name="T32" fmla="*/ 95250 w 50"/>
              <a:gd name="T33" fmla="*/ 63500 h 50"/>
              <a:gd name="T34" fmla="*/ 88900 w 50"/>
              <a:gd name="T35" fmla="*/ 73025 h 50"/>
              <a:gd name="T36" fmla="*/ 123825 w 50"/>
              <a:gd name="T37" fmla="*/ 69850 h 50"/>
              <a:gd name="T38" fmla="*/ 114300 w 50"/>
              <a:gd name="T39" fmla="*/ 66675 h 50"/>
              <a:gd name="T40" fmla="*/ 107950 w 50"/>
              <a:gd name="T41" fmla="*/ 69850 h 50"/>
              <a:gd name="T42" fmla="*/ 107950 w 50"/>
              <a:gd name="T43" fmla="*/ 73025 h 50"/>
              <a:gd name="T44" fmla="*/ 114300 w 50"/>
              <a:gd name="T45" fmla="*/ 76200 h 50"/>
              <a:gd name="T46" fmla="*/ 130175 w 50"/>
              <a:gd name="T47" fmla="*/ 82550 h 50"/>
              <a:gd name="T48" fmla="*/ 127000 w 50"/>
              <a:gd name="T49" fmla="*/ 95250 h 50"/>
              <a:gd name="T50" fmla="*/ 111125 w 50"/>
              <a:gd name="T51" fmla="*/ 98425 h 50"/>
              <a:gd name="T52" fmla="*/ 107950 w 50"/>
              <a:gd name="T53" fmla="*/ 88900 h 50"/>
              <a:gd name="T54" fmla="*/ 120650 w 50"/>
              <a:gd name="T55" fmla="*/ 92075 h 50"/>
              <a:gd name="T56" fmla="*/ 120650 w 50"/>
              <a:gd name="T57" fmla="*/ 88900 h 50"/>
              <a:gd name="T58" fmla="*/ 120650 w 50"/>
              <a:gd name="T59" fmla="*/ 82550 h 50"/>
              <a:gd name="T60" fmla="*/ 104775 w 50"/>
              <a:gd name="T61" fmla="*/ 79375 h 50"/>
              <a:gd name="T62" fmla="*/ 101600 w 50"/>
              <a:gd name="T63" fmla="*/ 73025 h 50"/>
              <a:gd name="T64" fmla="*/ 104775 w 50"/>
              <a:gd name="T65" fmla="*/ 60325 h 50"/>
              <a:gd name="T66" fmla="*/ 120650 w 50"/>
              <a:gd name="T67" fmla="*/ 60325 h 50"/>
              <a:gd name="T68" fmla="*/ 57150 w 50"/>
              <a:gd name="T69" fmla="*/ 66675 h 50"/>
              <a:gd name="T70" fmla="*/ 50800 w 50"/>
              <a:gd name="T71" fmla="*/ 66675 h 50"/>
              <a:gd name="T72" fmla="*/ 38100 w 50"/>
              <a:gd name="T73" fmla="*/ 66675 h 50"/>
              <a:gd name="T74" fmla="*/ 38100 w 50"/>
              <a:gd name="T75" fmla="*/ 73025 h 50"/>
              <a:gd name="T76" fmla="*/ 38100 w 50"/>
              <a:gd name="T77" fmla="*/ 76200 h 50"/>
              <a:gd name="T78" fmla="*/ 57150 w 50"/>
              <a:gd name="T79" fmla="*/ 76200 h 50"/>
              <a:gd name="T80" fmla="*/ 57150 w 50"/>
              <a:gd name="T81" fmla="*/ 85725 h 50"/>
              <a:gd name="T82" fmla="*/ 50800 w 50"/>
              <a:gd name="T83" fmla="*/ 98425 h 50"/>
              <a:gd name="T84" fmla="*/ 31750 w 50"/>
              <a:gd name="T85" fmla="*/ 88900 h 50"/>
              <a:gd name="T86" fmla="*/ 38100 w 50"/>
              <a:gd name="T87" fmla="*/ 92075 h 50"/>
              <a:gd name="T88" fmla="*/ 50800 w 50"/>
              <a:gd name="T89" fmla="*/ 88900 h 50"/>
              <a:gd name="T90" fmla="*/ 50800 w 50"/>
              <a:gd name="T91" fmla="*/ 82550 h 50"/>
              <a:gd name="T92" fmla="*/ 38100 w 50"/>
              <a:gd name="T93" fmla="*/ 82550 h 50"/>
              <a:gd name="T94" fmla="*/ 31750 w 50"/>
              <a:gd name="T95" fmla="*/ 73025 h 50"/>
              <a:gd name="T96" fmla="*/ 31750 w 50"/>
              <a:gd name="T97" fmla="*/ 69850 h 50"/>
              <a:gd name="T98" fmla="*/ 44450 w 50"/>
              <a:gd name="T99" fmla="*/ 60325 h 50"/>
              <a:gd name="T100" fmla="*/ 127000 w 50"/>
              <a:gd name="T101" fmla="*/ 31750 h 50"/>
              <a:gd name="T102" fmla="*/ 31750 w 50"/>
              <a:gd name="T103" fmla="*/ 31750 h 50"/>
              <a:gd name="T104" fmla="*/ 79375 w 50"/>
              <a:gd name="T105" fmla="*/ 146050 h 50"/>
              <a:gd name="T106" fmla="*/ 133350 w 50"/>
              <a:gd name="T107" fmla="*/ 117475 h 50"/>
              <a:gd name="T108" fmla="*/ 127000 w 50"/>
              <a:gd name="T109" fmla="*/ 31750 h 5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0" h="50">
                <a:moveTo>
                  <a:pt x="25" y="0"/>
                </a:moveTo>
                <a:cubicBezTo>
                  <a:pt x="32" y="0"/>
                  <a:pt x="38" y="3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8" y="12"/>
                  <a:pt x="50" y="18"/>
                  <a:pt x="50" y="25"/>
                </a:cubicBezTo>
                <a:cubicBezTo>
                  <a:pt x="50" y="28"/>
                  <a:pt x="50" y="30"/>
                  <a:pt x="49" y="33"/>
                </a:cubicBezTo>
                <a:cubicBezTo>
                  <a:pt x="48" y="35"/>
                  <a:pt x="47" y="37"/>
                  <a:pt x="46" y="39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9"/>
                  <a:pt x="45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18" y="50"/>
                  <a:pt x="12" y="47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12" y="3"/>
                  <a:pt x="18" y="0"/>
                  <a:pt x="25" y="0"/>
                </a:cubicBezTo>
                <a:close/>
                <a:moveTo>
                  <a:pt x="26" y="25"/>
                </a:move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6"/>
                  <a:pt x="26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5"/>
                  <a:pt x="25" y="25"/>
                  <a:pt x="25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2" y="31"/>
                  <a:pt x="21" y="31"/>
                </a:cubicBezTo>
                <a:cubicBezTo>
                  <a:pt x="21" y="31"/>
                  <a:pt x="20" y="30"/>
                  <a:pt x="20" y="3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0"/>
                  <a:pt x="20" y="19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19"/>
                  <a:pt x="20" y="19"/>
                  <a:pt x="2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5" y="23"/>
                  <a:pt x="25" y="23"/>
                  <a:pt x="25" y="23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30" y="19"/>
                  <a:pt x="30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9"/>
                  <a:pt x="30" y="20"/>
                  <a:pt x="30" y="2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1"/>
                  <a:pt x="29" y="31"/>
                </a:cubicBezTo>
                <a:cubicBezTo>
                  <a:pt x="28" y="31"/>
                  <a:pt x="28" y="30"/>
                  <a:pt x="28" y="30"/>
                </a:cubicBezTo>
                <a:cubicBezTo>
                  <a:pt x="28" y="23"/>
                  <a:pt x="28" y="23"/>
                  <a:pt x="28" y="23"/>
                </a:cubicBezTo>
                <a:cubicBezTo>
                  <a:pt x="26" y="25"/>
                  <a:pt x="26" y="25"/>
                  <a:pt x="26" y="25"/>
                </a:cubicBezTo>
                <a:close/>
                <a:moveTo>
                  <a:pt x="41" y="21"/>
                </a:moveTo>
                <a:cubicBezTo>
                  <a:pt x="41" y="21"/>
                  <a:pt x="41" y="21"/>
                  <a:pt x="41" y="21"/>
                </a:cubicBezTo>
                <a:cubicBezTo>
                  <a:pt x="41" y="22"/>
                  <a:pt x="40" y="22"/>
                  <a:pt x="39" y="22"/>
                </a:cubicBezTo>
                <a:cubicBezTo>
                  <a:pt x="39" y="22"/>
                  <a:pt x="38" y="22"/>
                  <a:pt x="38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1"/>
                  <a:pt x="34" y="21"/>
                  <a:pt x="34" y="21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8" y="24"/>
                  <a:pt x="38" y="24"/>
                  <a:pt x="38" y="24"/>
                </a:cubicBezTo>
                <a:cubicBezTo>
                  <a:pt x="38" y="24"/>
                  <a:pt x="38" y="24"/>
                  <a:pt x="38" y="24"/>
                </a:cubicBezTo>
                <a:cubicBezTo>
                  <a:pt x="39" y="24"/>
                  <a:pt x="39" y="24"/>
                  <a:pt x="40" y="24"/>
                </a:cubicBezTo>
                <a:cubicBezTo>
                  <a:pt x="40" y="25"/>
                  <a:pt x="41" y="26"/>
                  <a:pt x="41" y="26"/>
                </a:cubicBezTo>
                <a:cubicBezTo>
                  <a:pt x="41" y="27"/>
                  <a:pt x="41" y="27"/>
                  <a:pt x="41" y="27"/>
                </a:cubicBezTo>
                <a:cubicBezTo>
                  <a:pt x="41" y="27"/>
                  <a:pt x="41" y="27"/>
                  <a:pt x="41" y="27"/>
                </a:cubicBezTo>
                <a:cubicBezTo>
                  <a:pt x="41" y="28"/>
                  <a:pt x="41" y="28"/>
                  <a:pt x="41" y="28"/>
                </a:cubicBezTo>
                <a:cubicBezTo>
                  <a:pt x="41" y="29"/>
                  <a:pt x="40" y="30"/>
                  <a:pt x="40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39" y="31"/>
                  <a:pt x="39" y="31"/>
                  <a:pt x="38" y="31"/>
                </a:cubicBezTo>
                <a:cubicBezTo>
                  <a:pt x="36" y="31"/>
                  <a:pt x="36" y="31"/>
                  <a:pt x="36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4" y="31"/>
                  <a:pt x="33" y="31"/>
                  <a:pt x="33" y="30"/>
                </a:cubicBezTo>
                <a:cubicBezTo>
                  <a:pt x="32" y="30"/>
                  <a:pt x="32" y="29"/>
                  <a:pt x="32" y="28"/>
                </a:cubicBezTo>
                <a:cubicBezTo>
                  <a:pt x="32" y="28"/>
                  <a:pt x="33" y="27"/>
                  <a:pt x="33" y="27"/>
                </a:cubicBezTo>
                <a:cubicBezTo>
                  <a:pt x="34" y="27"/>
                  <a:pt x="34" y="28"/>
                  <a:pt x="34" y="28"/>
                </a:cubicBezTo>
                <a:cubicBezTo>
                  <a:pt x="34" y="28"/>
                  <a:pt x="35" y="28"/>
                  <a:pt x="35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4" y="26"/>
                  <a:pt x="33" y="26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2" y="25"/>
                  <a:pt x="32" y="24"/>
                  <a:pt x="32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2" y="20"/>
                  <a:pt x="33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4" y="19"/>
                  <a:pt x="35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39" y="19"/>
                  <a:pt x="39" y="19"/>
                  <a:pt x="40" y="19"/>
                </a:cubicBezTo>
                <a:cubicBezTo>
                  <a:pt x="40" y="20"/>
                  <a:pt x="41" y="21"/>
                  <a:pt x="41" y="21"/>
                </a:cubicBezTo>
                <a:close/>
                <a:moveTo>
                  <a:pt x="18" y="21"/>
                </a:moveTo>
                <a:cubicBezTo>
                  <a:pt x="18" y="21"/>
                  <a:pt x="18" y="21"/>
                  <a:pt x="18" y="21"/>
                </a:cubicBezTo>
                <a:cubicBezTo>
                  <a:pt x="18" y="22"/>
                  <a:pt x="18" y="22"/>
                  <a:pt x="17" y="22"/>
                </a:cubicBezTo>
                <a:cubicBezTo>
                  <a:pt x="16" y="22"/>
                  <a:pt x="16" y="22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2"/>
                  <a:pt x="12" y="22"/>
                  <a:pt x="12" y="22"/>
                </a:cubicBezTo>
                <a:cubicBezTo>
                  <a:pt x="12" y="22"/>
                  <a:pt x="12" y="22"/>
                  <a:pt x="12" y="22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7" y="24"/>
                  <a:pt x="18" y="24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5"/>
                  <a:pt x="18" y="26"/>
                  <a:pt x="18" y="26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9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7" y="31"/>
                  <a:pt x="16" y="31"/>
                  <a:pt x="16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1"/>
                  <a:pt x="11" y="31"/>
                  <a:pt x="11" y="30"/>
                </a:cubicBezTo>
                <a:cubicBezTo>
                  <a:pt x="10" y="30"/>
                  <a:pt x="10" y="29"/>
                  <a:pt x="10" y="28"/>
                </a:cubicBezTo>
                <a:cubicBezTo>
                  <a:pt x="10" y="28"/>
                  <a:pt x="10" y="27"/>
                  <a:pt x="11" y="27"/>
                </a:cubicBezTo>
                <a:cubicBezTo>
                  <a:pt x="12" y="27"/>
                  <a:pt x="12" y="28"/>
                  <a:pt x="12" y="28"/>
                </a:cubicBezTo>
                <a:cubicBezTo>
                  <a:pt x="12" y="28"/>
                  <a:pt x="12" y="28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26"/>
                  <a:pt x="16" y="26"/>
                  <a:pt x="16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1" y="26"/>
                  <a:pt x="11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0" y="25"/>
                  <a:pt x="10" y="24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0"/>
                  <a:pt x="11" y="19"/>
                </a:cubicBezTo>
                <a:cubicBezTo>
                  <a:pt x="11" y="19"/>
                  <a:pt x="12" y="19"/>
                  <a:pt x="12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16" y="19"/>
                  <a:pt x="17" y="19"/>
                  <a:pt x="18" y="19"/>
                </a:cubicBezTo>
                <a:cubicBezTo>
                  <a:pt x="18" y="20"/>
                  <a:pt x="18" y="21"/>
                  <a:pt x="18" y="21"/>
                </a:cubicBezTo>
                <a:close/>
                <a:moveTo>
                  <a:pt x="40" y="10"/>
                </a:moveTo>
                <a:cubicBezTo>
                  <a:pt x="40" y="10"/>
                  <a:pt x="40" y="10"/>
                  <a:pt x="40" y="10"/>
                </a:cubicBezTo>
                <a:cubicBezTo>
                  <a:pt x="36" y="6"/>
                  <a:pt x="31" y="4"/>
                  <a:pt x="25" y="4"/>
                </a:cubicBezTo>
                <a:cubicBezTo>
                  <a:pt x="19" y="4"/>
                  <a:pt x="14" y="6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4" y="19"/>
                  <a:pt x="4" y="25"/>
                </a:cubicBezTo>
                <a:cubicBezTo>
                  <a:pt x="4" y="31"/>
                  <a:pt x="6" y="36"/>
                  <a:pt x="10" y="40"/>
                </a:cubicBezTo>
                <a:cubicBezTo>
                  <a:pt x="14" y="44"/>
                  <a:pt x="19" y="46"/>
                  <a:pt x="25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38"/>
                  <a:pt x="42" y="38"/>
                  <a:pt x="42" y="37"/>
                </a:cubicBezTo>
                <a:cubicBezTo>
                  <a:pt x="44" y="36"/>
                  <a:pt x="45" y="34"/>
                  <a:pt x="45" y="31"/>
                </a:cubicBezTo>
                <a:cubicBezTo>
                  <a:pt x="46" y="29"/>
                  <a:pt x="46" y="27"/>
                  <a:pt x="46" y="25"/>
                </a:cubicBezTo>
                <a:cubicBezTo>
                  <a:pt x="46" y="19"/>
                  <a:pt x="44" y="14"/>
                  <a:pt x="40" y="10"/>
                </a:cubicBezTo>
                <a:cubicBezTo>
                  <a:pt x="40" y="10"/>
                  <a:pt x="40" y="10"/>
                  <a:pt x="40" y="1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21" name="Freeform 155">
            <a:extLst>
              <a:ext uri="{FF2B5EF4-FFF2-40B4-BE49-F238E27FC236}">
                <a16:creationId xmlns:a16="http://schemas.microsoft.com/office/drawing/2014/main" id="{4E8B8406-8629-7A00-D6E3-70989D1ACF30}"/>
              </a:ext>
            </a:extLst>
          </p:cNvPr>
          <p:cNvSpPr>
            <a:spLocks noEditPoints="1"/>
          </p:cNvSpPr>
          <p:nvPr/>
        </p:nvSpPr>
        <p:spPr bwMode="auto">
          <a:xfrm>
            <a:off x="3125719" y="3425215"/>
            <a:ext cx="275167" cy="232833"/>
          </a:xfrm>
          <a:custGeom>
            <a:avLst/>
            <a:gdLst>
              <a:gd name="T0" fmla="*/ 69850 w 65"/>
              <a:gd name="T1" fmla="*/ 41275 h 55"/>
              <a:gd name="T2" fmla="*/ 101600 w 65"/>
              <a:gd name="T3" fmla="*/ 19050 h 55"/>
              <a:gd name="T4" fmla="*/ 66675 w 65"/>
              <a:gd name="T5" fmla="*/ 34925 h 55"/>
              <a:gd name="T6" fmla="*/ 34925 w 65"/>
              <a:gd name="T7" fmla="*/ 50800 h 55"/>
              <a:gd name="T8" fmla="*/ 31750 w 65"/>
              <a:gd name="T9" fmla="*/ 50800 h 55"/>
              <a:gd name="T10" fmla="*/ 9525 w 65"/>
              <a:gd name="T11" fmla="*/ 60325 h 55"/>
              <a:gd name="T12" fmla="*/ 0 w 65"/>
              <a:gd name="T13" fmla="*/ 142875 h 55"/>
              <a:gd name="T14" fmla="*/ 9525 w 65"/>
              <a:gd name="T15" fmla="*/ 165100 h 55"/>
              <a:gd name="T16" fmla="*/ 31750 w 65"/>
              <a:gd name="T17" fmla="*/ 174625 h 55"/>
              <a:gd name="T18" fmla="*/ 149225 w 65"/>
              <a:gd name="T19" fmla="*/ 165100 h 55"/>
              <a:gd name="T20" fmla="*/ 158750 w 65"/>
              <a:gd name="T21" fmla="*/ 142875 h 55"/>
              <a:gd name="T22" fmla="*/ 152400 w 65"/>
              <a:gd name="T23" fmla="*/ 82550 h 55"/>
              <a:gd name="T24" fmla="*/ 146050 w 65"/>
              <a:gd name="T25" fmla="*/ 142875 h 55"/>
              <a:gd name="T26" fmla="*/ 139700 w 65"/>
              <a:gd name="T27" fmla="*/ 155575 h 55"/>
              <a:gd name="T28" fmla="*/ 31750 w 65"/>
              <a:gd name="T29" fmla="*/ 161925 h 55"/>
              <a:gd name="T30" fmla="*/ 19050 w 65"/>
              <a:gd name="T31" fmla="*/ 155575 h 55"/>
              <a:gd name="T32" fmla="*/ 12700 w 65"/>
              <a:gd name="T33" fmla="*/ 82550 h 55"/>
              <a:gd name="T34" fmla="*/ 19050 w 65"/>
              <a:gd name="T35" fmla="*/ 69850 h 55"/>
              <a:gd name="T36" fmla="*/ 120650 w 65"/>
              <a:gd name="T37" fmla="*/ 63500 h 55"/>
              <a:gd name="T38" fmla="*/ 120650 w 65"/>
              <a:gd name="T39" fmla="*/ 50800 h 55"/>
              <a:gd name="T40" fmla="*/ 66675 w 65"/>
              <a:gd name="T41" fmla="*/ 47625 h 55"/>
              <a:gd name="T42" fmla="*/ 146050 w 65"/>
              <a:gd name="T43" fmla="*/ 15875 h 55"/>
              <a:gd name="T44" fmla="*/ 142875 w 65"/>
              <a:gd name="T45" fmla="*/ 47625 h 55"/>
              <a:gd name="T46" fmla="*/ 146050 w 65"/>
              <a:gd name="T47" fmla="*/ 63500 h 55"/>
              <a:gd name="T48" fmla="*/ 158750 w 65"/>
              <a:gd name="T49" fmla="*/ 57150 h 55"/>
              <a:gd name="T50" fmla="*/ 196850 w 65"/>
              <a:gd name="T51" fmla="*/ 34925 h 55"/>
              <a:gd name="T52" fmla="*/ 146050 w 65"/>
              <a:gd name="T53" fmla="*/ 15875 h 55"/>
              <a:gd name="T54" fmla="*/ 142875 w 65"/>
              <a:gd name="T55" fmla="*/ 9525 h 55"/>
              <a:gd name="T56" fmla="*/ 206375 w 65"/>
              <a:gd name="T57" fmla="*/ 34925 h 55"/>
              <a:gd name="T58" fmla="*/ 158750 w 65"/>
              <a:gd name="T59" fmla="*/ 63500 h 55"/>
              <a:gd name="T60" fmla="*/ 142875 w 65"/>
              <a:gd name="T61" fmla="*/ 73025 h 55"/>
              <a:gd name="T62" fmla="*/ 136525 w 65"/>
              <a:gd name="T63" fmla="*/ 50800 h 55"/>
              <a:gd name="T64" fmla="*/ 142875 w 65"/>
              <a:gd name="T65" fmla="*/ 9525 h 55"/>
              <a:gd name="T66" fmla="*/ 130175 w 65"/>
              <a:gd name="T67" fmla="*/ 76200 h 55"/>
              <a:gd name="T68" fmla="*/ 28575 w 65"/>
              <a:gd name="T69" fmla="*/ 76200 h 55"/>
              <a:gd name="T70" fmla="*/ 25400 w 65"/>
              <a:gd name="T71" fmla="*/ 79375 h 55"/>
              <a:gd name="T72" fmla="*/ 28575 w 65"/>
              <a:gd name="T73" fmla="*/ 104775 h 55"/>
              <a:gd name="T74" fmla="*/ 130175 w 65"/>
              <a:gd name="T75" fmla="*/ 104775 h 55"/>
              <a:gd name="T76" fmla="*/ 133350 w 65"/>
              <a:gd name="T77" fmla="*/ 101600 h 55"/>
              <a:gd name="T78" fmla="*/ 130175 w 65"/>
              <a:gd name="T79" fmla="*/ 76200 h 55"/>
              <a:gd name="T80" fmla="*/ 31750 w 65"/>
              <a:gd name="T81" fmla="*/ 82550 h 55"/>
              <a:gd name="T82" fmla="*/ 92075 w 65"/>
              <a:gd name="T83" fmla="*/ 98425 h 55"/>
              <a:gd name="T84" fmla="*/ 31750 w 65"/>
              <a:gd name="T85" fmla="*/ 82550 h 55"/>
              <a:gd name="T86" fmla="*/ 104775 w 65"/>
              <a:gd name="T87" fmla="*/ 82550 h 55"/>
              <a:gd name="T88" fmla="*/ 127000 w 65"/>
              <a:gd name="T89" fmla="*/ 98425 h 55"/>
              <a:gd name="T90" fmla="*/ 104775 w 65"/>
              <a:gd name="T91" fmla="*/ 82550 h 55"/>
              <a:gd name="T92" fmla="*/ 47625 w 65"/>
              <a:gd name="T93" fmla="*/ 111125 h 55"/>
              <a:gd name="T94" fmla="*/ 31750 w 65"/>
              <a:gd name="T95" fmla="*/ 117475 h 55"/>
              <a:gd name="T96" fmla="*/ 31750 w 65"/>
              <a:gd name="T97" fmla="*/ 149225 h 55"/>
              <a:gd name="T98" fmla="*/ 47625 w 65"/>
              <a:gd name="T99" fmla="*/ 155575 h 55"/>
              <a:gd name="T100" fmla="*/ 63500 w 65"/>
              <a:gd name="T101" fmla="*/ 149225 h 55"/>
              <a:gd name="T102" fmla="*/ 63500 w 65"/>
              <a:gd name="T103" fmla="*/ 117475 h 55"/>
              <a:gd name="T104" fmla="*/ 47625 w 65"/>
              <a:gd name="T105" fmla="*/ 111125 h 55"/>
              <a:gd name="T106" fmla="*/ 38100 w 65"/>
              <a:gd name="T107" fmla="*/ 123825 h 55"/>
              <a:gd name="T108" fmla="*/ 57150 w 65"/>
              <a:gd name="T109" fmla="*/ 120650 h 55"/>
              <a:gd name="T110" fmla="*/ 63500 w 65"/>
              <a:gd name="T111" fmla="*/ 133350 h 55"/>
              <a:gd name="T112" fmla="*/ 57150 w 65"/>
              <a:gd name="T113" fmla="*/ 142875 h 55"/>
              <a:gd name="T114" fmla="*/ 38100 w 65"/>
              <a:gd name="T115" fmla="*/ 142875 h 55"/>
              <a:gd name="T116" fmla="*/ 31750 w 65"/>
              <a:gd name="T117" fmla="*/ 133350 h 55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5" h="55">
                <a:moveTo>
                  <a:pt x="21" y="15"/>
                </a:moveTo>
                <a:cubicBezTo>
                  <a:pt x="22" y="14"/>
                  <a:pt x="22" y="14"/>
                  <a:pt x="22" y="13"/>
                </a:cubicBezTo>
                <a:cubicBezTo>
                  <a:pt x="32" y="7"/>
                  <a:pt x="32" y="7"/>
                  <a:pt x="32" y="7"/>
                </a:cubicBezTo>
                <a:cubicBezTo>
                  <a:pt x="32" y="7"/>
                  <a:pt x="33" y="6"/>
                  <a:pt x="32" y="6"/>
                </a:cubicBezTo>
                <a:cubicBezTo>
                  <a:pt x="32" y="5"/>
                  <a:pt x="31" y="5"/>
                  <a:pt x="31" y="5"/>
                </a:cubicBezTo>
                <a:cubicBezTo>
                  <a:pt x="21" y="11"/>
                  <a:pt x="21" y="11"/>
                  <a:pt x="21" y="11"/>
                </a:cubicBezTo>
                <a:cubicBezTo>
                  <a:pt x="20" y="11"/>
                  <a:pt x="20" y="11"/>
                  <a:pt x="19" y="11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0" y="16"/>
                  <a:pt x="10" y="16"/>
                  <a:pt x="10" y="16"/>
                </a:cubicBezTo>
                <a:cubicBezTo>
                  <a:pt x="7" y="16"/>
                  <a:pt x="5" y="17"/>
                  <a:pt x="3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1" y="21"/>
                  <a:pt x="0" y="23"/>
                  <a:pt x="0" y="26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8"/>
                  <a:pt x="1" y="50"/>
                  <a:pt x="3" y="52"/>
                </a:cubicBezTo>
                <a:cubicBezTo>
                  <a:pt x="3" y="52"/>
                  <a:pt x="3" y="52"/>
                  <a:pt x="3" y="52"/>
                </a:cubicBezTo>
                <a:cubicBezTo>
                  <a:pt x="3" y="52"/>
                  <a:pt x="3" y="52"/>
                  <a:pt x="3" y="52"/>
                </a:cubicBezTo>
                <a:cubicBezTo>
                  <a:pt x="5" y="54"/>
                  <a:pt x="7" y="55"/>
                  <a:pt x="10" y="55"/>
                </a:cubicBezTo>
                <a:cubicBezTo>
                  <a:pt x="40" y="55"/>
                  <a:pt x="40" y="55"/>
                  <a:pt x="40" y="55"/>
                </a:cubicBezTo>
                <a:cubicBezTo>
                  <a:pt x="43" y="55"/>
                  <a:pt x="45" y="54"/>
                  <a:pt x="47" y="52"/>
                </a:cubicBezTo>
                <a:cubicBezTo>
                  <a:pt x="47" y="52"/>
                  <a:pt x="47" y="52"/>
                  <a:pt x="47" y="52"/>
                </a:cubicBezTo>
                <a:cubicBezTo>
                  <a:pt x="49" y="50"/>
                  <a:pt x="50" y="48"/>
                  <a:pt x="50" y="45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7"/>
                  <a:pt x="49" y="26"/>
                  <a:pt x="48" y="26"/>
                </a:cubicBezTo>
                <a:cubicBezTo>
                  <a:pt x="47" y="26"/>
                  <a:pt x="46" y="27"/>
                  <a:pt x="46" y="28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7"/>
                  <a:pt x="46" y="48"/>
                  <a:pt x="45" y="49"/>
                </a:cubicBezTo>
                <a:cubicBezTo>
                  <a:pt x="44" y="49"/>
                  <a:pt x="44" y="49"/>
                  <a:pt x="44" y="49"/>
                </a:cubicBezTo>
                <a:cubicBezTo>
                  <a:pt x="43" y="50"/>
                  <a:pt x="42" y="51"/>
                  <a:pt x="40" y="51"/>
                </a:cubicBezTo>
                <a:cubicBezTo>
                  <a:pt x="10" y="51"/>
                  <a:pt x="10" y="51"/>
                  <a:pt x="10" y="51"/>
                </a:cubicBezTo>
                <a:cubicBezTo>
                  <a:pt x="8" y="51"/>
                  <a:pt x="7" y="50"/>
                  <a:pt x="6" y="49"/>
                </a:cubicBezTo>
                <a:cubicBezTo>
                  <a:pt x="6" y="49"/>
                  <a:pt x="6" y="49"/>
                  <a:pt x="6" y="49"/>
                </a:cubicBezTo>
                <a:cubicBezTo>
                  <a:pt x="5" y="48"/>
                  <a:pt x="4" y="47"/>
                  <a:pt x="4" y="45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24"/>
                  <a:pt x="5" y="23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7" y="21"/>
                  <a:pt x="8" y="20"/>
                  <a:pt x="10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40" y="20"/>
                  <a:pt x="40" y="19"/>
                  <a:pt x="40" y="18"/>
                </a:cubicBezTo>
                <a:cubicBezTo>
                  <a:pt x="40" y="17"/>
                  <a:pt x="40" y="16"/>
                  <a:pt x="3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21" y="15"/>
                  <a:pt x="21" y="15"/>
                  <a:pt x="21" y="15"/>
                </a:cubicBezTo>
                <a:close/>
                <a:moveTo>
                  <a:pt x="46" y="5"/>
                </a:moveTo>
                <a:cubicBezTo>
                  <a:pt x="46" y="5"/>
                  <a:pt x="46" y="5"/>
                  <a:pt x="46" y="5"/>
                </a:cubicBezTo>
                <a:cubicBezTo>
                  <a:pt x="44" y="7"/>
                  <a:pt x="43" y="8"/>
                  <a:pt x="43" y="11"/>
                </a:cubicBezTo>
                <a:cubicBezTo>
                  <a:pt x="43" y="12"/>
                  <a:pt x="44" y="14"/>
                  <a:pt x="45" y="15"/>
                </a:cubicBezTo>
                <a:cubicBezTo>
                  <a:pt x="46" y="16"/>
                  <a:pt x="46" y="16"/>
                  <a:pt x="46" y="16"/>
                </a:cubicBezTo>
                <a:cubicBezTo>
                  <a:pt x="46" y="20"/>
                  <a:pt x="46" y="20"/>
                  <a:pt x="46" y="20"/>
                </a:cubicBezTo>
                <a:cubicBezTo>
                  <a:pt x="50" y="18"/>
                  <a:pt x="50" y="18"/>
                  <a:pt x="50" y="18"/>
                </a:cubicBezTo>
                <a:cubicBezTo>
                  <a:pt x="50" y="18"/>
                  <a:pt x="50" y="18"/>
                  <a:pt x="50" y="18"/>
                </a:cubicBezTo>
                <a:cubicBezTo>
                  <a:pt x="51" y="18"/>
                  <a:pt x="52" y="18"/>
                  <a:pt x="53" y="18"/>
                </a:cubicBezTo>
                <a:cubicBezTo>
                  <a:pt x="57" y="18"/>
                  <a:pt x="62" y="15"/>
                  <a:pt x="62" y="11"/>
                </a:cubicBezTo>
                <a:cubicBezTo>
                  <a:pt x="62" y="8"/>
                  <a:pt x="61" y="7"/>
                  <a:pt x="60" y="5"/>
                </a:cubicBezTo>
                <a:cubicBezTo>
                  <a:pt x="56" y="2"/>
                  <a:pt x="50" y="2"/>
                  <a:pt x="46" y="5"/>
                </a:cubicBezTo>
                <a:close/>
                <a:moveTo>
                  <a:pt x="45" y="3"/>
                </a:moveTo>
                <a:cubicBezTo>
                  <a:pt x="45" y="3"/>
                  <a:pt x="45" y="3"/>
                  <a:pt x="45" y="3"/>
                </a:cubicBezTo>
                <a:cubicBezTo>
                  <a:pt x="49" y="0"/>
                  <a:pt x="56" y="0"/>
                  <a:pt x="61" y="3"/>
                </a:cubicBezTo>
                <a:cubicBezTo>
                  <a:pt x="63" y="5"/>
                  <a:pt x="65" y="8"/>
                  <a:pt x="65" y="11"/>
                </a:cubicBezTo>
                <a:cubicBezTo>
                  <a:pt x="65" y="17"/>
                  <a:pt x="58" y="21"/>
                  <a:pt x="53" y="21"/>
                </a:cubicBezTo>
                <a:cubicBezTo>
                  <a:pt x="52" y="21"/>
                  <a:pt x="51" y="20"/>
                  <a:pt x="50" y="20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22"/>
                  <a:pt x="45" y="23"/>
                  <a:pt x="45" y="23"/>
                </a:cubicBezTo>
                <a:cubicBezTo>
                  <a:pt x="44" y="23"/>
                  <a:pt x="43" y="22"/>
                  <a:pt x="43" y="21"/>
                </a:cubicBezTo>
                <a:cubicBezTo>
                  <a:pt x="43" y="16"/>
                  <a:pt x="43" y="16"/>
                  <a:pt x="43" y="16"/>
                </a:cubicBezTo>
                <a:cubicBezTo>
                  <a:pt x="42" y="15"/>
                  <a:pt x="41" y="13"/>
                  <a:pt x="41" y="11"/>
                </a:cubicBezTo>
                <a:cubicBezTo>
                  <a:pt x="41" y="8"/>
                  <a:pt x="42" y="5"/>
                  <a:pt x="45" y="3"/>
                </a:cubicBezTo>
                <a:close/>
                <a:moveTo>
                  <a:pt x="41" y="24"/>
                </a:moveTo>
                <a:cubicBezTo>
                  <a:pt x="41" y="24"/>
                  <a:pt x="41" y="24"/>
                  <a:pt x="41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8" y="24"/>
                  <a:pt x="8" y="24"/>
                  <a:pt x="8" y="25"/>
                </a:cubicBezTo>
                <a:cubicBezTo>
                  <a:pt x="8" y="25"/>
                  <a:pt x="8" y="25"/>
                  <a:pt x="8" y="25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33"/>
                  <a:pt x="8" y="33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2" y="33"/>
                  <a:pt x="42" y="33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25"/>
                  <a:pt x="42" y="25"/>
                  <a:pt x="42" y="25"/>
                </a:cubicBezTo>
                <a:cubicBezTo>
                  <a:pt x="42" y="24"/>
                  <a:pt x="42" y="24"/>
                  <a:pt x="41" y="24"/>
                </a:cubicBezTo>
                <a:close/>
                <a:moveTo>
                  <a:pt x="10" y="26"/>
                </a:moveTo>
                <a:cubicBezTo>
                  <a:pt x="10" y="26"/>
                  <a:pt x="10" y="26"/>
                  <a:pt x="10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31"/>
                  <a:pt x="29" y="31"/>
                  <a:pt x="29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26"/>
                  <a:pt x="10" y="26"/>
                  <a:pt x="10" y="26"/>
                </a:cubicBezTo>
                <a:close/>
                <a:moveTo>
                  <a:pt x="33" y="26"/>
                </a:moveTo>
                <a:cubicBezTo>
                  <a:pt x="33" y="26"/>
                  <a:pt x="33" y="26"/>
                  <a:pt x="33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31"/>
                  <a:pt x="40" y="31"/>
                  <a:pt x="40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26"/>
                  <a:pt x="33" y="26"/>
                  <a:pt x="33" y="26"/>
                </a:cubicBezTo>
                <a:close/>
                <a:moveTo>
                  <a:pt x="15" y="35"/>
                </a:moveTo>
                <a:cubicBezTo>
                  <a:pt x="15" y="35"/>
                  <a:pt x="15" y="35"/>
                  <a:pt x="15" y="35"/>
                </a:cubicBezTo>
                <a:cubicBezTo>
                  <a:pt x="13" y="35"/>
                  <a:pt x="11" y="36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9" y="38"/>
                  <a:pt x="8" y="40"/>
                  <a:pt x="8" y="42"/>
                </a:cubicBezTo>
                <a:cubicBezTo>
                  <a:pt x="8" y="44"/>
                  <a:pt x="9" y="46"/>
                  <a:pt x="10" y="47"/>
                </a:cubicBezTo>
                <a:cubicBezTo>
                  <a:pt x="10" y="47"/>
                  <a:pt x="10" y="47"/>
                  <a:pt x="10" y="47"/>
                </a:cubicBezTo>
                <a:cubicBezTo>
                  <a:pt x="11" y="48"/>
                  <a:pt x="13" y="49"/>
                  <a:pt x="15" y="49"/>
                </a:cubicBezTo>
                <a:cubicBezTo>
                  <a:pt x="17" y="49"/>
                  <a:pt x="19" y="48"/>
                  <a:pt x="20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21" y="46"/>
                  <a:pt x="22" y="44"/>
                  <a:pt x="22" y="42"/>
                </a:cubicBezTo>
                <a:cubicBezTo>
                  <a:pt x="22" y="40"/>
                  <a:pt x="21" y="38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19" y="36"/>
                  <a:pt x="17" y="35"/>
                  <a:pt x="15" y="35"/>
                </a:cubicBezTo>
                <a:close/>
                <a:moveTo>
                  <a:pt x="12" y="39"/>
                </a:moveTo>
                <a:cubicBezTo>
                  <a:pt x="12" y="39"/>
                  <a:pt x="12" y="39"/>
                  <a:pt x="12" y="39"/>
                </a:cubicBezTo>
                <a:cubicBezTo>
                  <a:pt x="13" y="38"/>
                  <a:pt x="14" y="37"/>
                  <a:pt x="15" y="37"/>
                </a:cubicBezTo>
                <a:cubicBezTo>
                  <a:pt x="16" y="37"/>
                  <a:pt x="17" y="38"/>
                  <a:pt x="18" y="38"/>
                </a:cubicBezTo>
                <a:cubicBezTo>
                  <a:pt x="18" y="39"/>
                  <a:pt x="18" y="39"/>
                  <a:pt x="18" y="39"/>
                </a:cubicBezTo>
                <a:cubicBezTo>
                  <a:pt x="19" y="39"/>
                  <a:pt x="20" y="41"/>
                  <a:pt x="20" y="42"/>
                </a:cubicBezTo>
                <a:cubicBezTo>
                  <a:pt x="20" y="43"/>
                  <a:pt x="19" y="44"/>
                  <a:pt x="18" y="45"/>
                </a:cubicBezTo>
                <a:cubicBezTo>
                  <a:pt x="18" y="45"/>
                  <a:pt x="18" y="45"/>
                  <a:pt x="18" y="45"/>
                </a:cubicBezTo>
                <a:cubicBezTo>
                  <a:pt x="18" y="46"/>
                  <a:pt x="16" y="47"/>
                  <a:pt x="15" y="47"/>
                </a:cubicBezTo>
                <a:cubicBezTo>
                  <a:pt x="14" y="47"/>
                  <a:pt x="13" y="46"/>
                  <a:pt x="12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11" y="44"/>
                  <a:pt x="10" y="43"/>
                  <a:pt x="10" y="42"/>
                </a:cubicBezTo>
                <a:cubicBezTo>
                  <a:pt x="10" y="41"/>
                  <a:pt x="11" y="39"/>
                  <a:pt x="12" y="3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22" name="Freeform 156">
            <a:extLst>
              <a:ext uri="{FF2B5EF4-FFF2-40B4-BE49-F238E27FC236}">
                <a16:creationId xmlns:a16="http://schemas.microsoft.com/office/drawing/2014/main" id="{F1A8A736-607E-6408-C5DF-2C891B4FD224}"/>
              </a:ext>
            </a:extLst>
          </p:cNvPr>
          <p:cNvSpPr>
            <a:spLocks noEditPoints="1"/>
          </p:cNvSpPr>
          <p:nvPr/>
        </p:nvSpPr>
        <p:spPr bwMode="auto">
          <a:xfrm>
            <a:off x="3519418" y="4345965"/>
            <a:ext cx="211667" cy="186267"/>
          </a:xfrm>
          <a:custGeom>
            <a:avLst/>
            <a:gdLst>
              <a:gd name="T0" fmla="*/ 107950 w 50"/>
              <a:gd name="T1" fmla="*/ 44450 h 44"/>
              <a:gd name="T2" fmla="*/ 107950 w 50"/>
              <a:gd name="T3" fmla="*/ 44450 h 44"/>
              <a:gd name="T4" fmla="*/ 107950 w 50"/>
              <a:gd name="T5" fmla="*/ 44450 h 44"/>
              <a:gd name="T6" fmla="*/ 69850 w 50"/>
              <a:gd name="T7" fmla="*/ 73025 h 44"/>
              <a:gd name="T8" fmla="*/ 66675 w 50"/>
              <a:gd name="T9" fmla="*/ 76200 h 44"/>
              <a:gd name="T10" fmla="*/ 60325 w 50"/>
              <a:gd name="T11" fmla="*/ 82550 h 44"/>
              <a:gd name="T12" fmla="*/ 60325 w 50"/>
              <a:gd name="T13" fmla="*/ 88900 h 44"/>
              <a:gd name="T14" fmla="*/ 60325 w 50"/>
              <a:gd name="T15" fmla="*/ 95250 h 44"/>
              <a:gd name="T16" fmla="*/ 63500 w 50"/>
              <a:gd name="T17" fmla="*/ 101600 h 44"/>
              <a:gd name="T18" fmla="*/ 66675 w 50"/>
              <a:gd name="T19" fmla="*/ 104775 h 44"/>
              <a:gd name="T20" fmla="*/ 73025 w 50"/>
              <a:gd name="T21" fmla="*/ 107950 h 44"/>
              <a:gd name="T22" fmla="*/ 79375 w 50"/>
              <a:gd name="T23" fmla="*/ 111125 h 44"/>
              <a:gd name="T24" fmla="*/ 85725 w 50"/>
              <a:gd name="T25" fmla="*/ 111125 h 44"/>
              <a:gd name="T26" fmla="*/ 95250 w 50"/>
              <a:gd name="T27" fmla="*/ 104775 h 44"/>
              <a:gd name="T28" fmla="*/ 95250 w 50"/>
              <a:gd name="T29" fmla="*/ 104775 h 44"/>
              <a:gd name="T30" fmla="*/ 101600 w 50"/>
              <a:gd name="T31" fmla="*/ 95250 h 44"/>
              <a:gd name="T32" fmla="*/ 101600 w 50"/>
              <a:gd name="T33" fmla="*/ 92075 h 44"/>
              <a:gd name="T34" fmla="*/ 25400 w 50"/>
              <a:gd name="T35" fmla="*/ 136525 h 44"/>
              <a:gd name="T36" fmla="*/ 25400 w 50"/>
              <a:gd name="T37" fmla="*/ 22225 h 44"/>
              <a:gd name="T38" fmla="*/ 155575 w 50"/>
              <a:gd name="T39" fmla="*/ 50800 h 44"/>
              <a:gd name="T40" fmla="*/ 136525 w 50"/>
              <a:gd name="T41" fmla="*/ 136525 h 44"/>
              <a:gd name="T42" fmla="*/ 149225 w 50"/>
              <a:gd name="T43" fmla="*/ 79375 h 44"/>
              <a:gd name="T44" fmla="*/ 107950 w 50"/>
              <a:gd name="T45" fmla="*/ 19050 h 44"/>
              <a:gd name="T46" fmla="*/ 12700 w 50"/>
              <a:gd name="T47" fmla="*/ 79375 h 44"/>
              <a:gd name="T48" fmla="*/ 88900 w 50"/>
              <a:gd name="T49" fmla="*/ 79375 h 44"/>
              <a:gd name="T50" fmla="*/ 85725 w 50"/>
              <a:gd name="T51" fmla="*/ 101600 h 44"/>
              <a:gd name="T52" fmla="*/ 66675 w 50"/>
              <a:gd name="T53" fmla="*/ 92075 h 44"/>
              <a:gd name="T54" fmla="*/ 88900 w 50"/>
              <a:gd name="T55" fmla="*/ 79375 h 44"/>
              <a:gd name="T56" fmla="*/ 79375 w 50"/>
              <a:gd name="T57" fmla="*/ 82550 h 44"/>
              <a:gd name="T58" fmla="*/ 76200 w 50"/>
              <a:gd name="T59" fmla="*/ 92075 h 44"/>
              <a:gd name="T60" fmla="*/ 85725 w 50"/>
              <a:gd name="T61" fmla="*/ 92075 h 44"/>
              <a:gd name="T62" fmla="*/ 107950 w 50"/>
              <a:gd name="T63" fmla="*/ 92075 h 44"/>
              <a:gd name="T64" fmla="*/ 107950 w 50"/>
              <a:gd name="T65" fmla="*/ 98425 h 44"/>
              <a:gd name="T66" fmla="*/ 101600 w 50"/>
              <a:gd name="T67" fmla="*/ 107950 h 44"/>
              <a:gd name="T68" fmla="*/ 98425 w 50"/>
              <a:gd name="T69" fmla="*/ 111125 h 44"/>
              <a:gd name="T70" fmla="*/ 95250 w 50"/>
              <a:gd name="T71" fmla="*/ 114300 h 44"/>
              <a:gd name="T72" fmla="*/ 85725 w 50"/>
              <a:gd name="T73" fmla="*/ 117475 h 44"/>
              <a:gd name="T74" fmla="*/ 79375 w 50"/>
              <a:gd name="T75" fmla="*/ 117475 h 44"/>
              <a:gd name="T76" fmla="*/ 69850 w 50"/>
              <a:gd name="T77" fmla="*/ 114300 h 44"/>
              <a:gd name="T78" fmla="*/ 63500 w 50"/>
              <a:gd name="T79" fmla="*/ 111125 h 44"/>
              <a:gd name="T80" fmla="*/ 57150 w 50"/>
              <a:gd name="T81" fmla="*/ 104775 h 44"/>
              <a:gd name="T82" fmla="*/ 53975 w 50"/>
              <a:gd name="T83" fmla="*/ 95250 h 44"/>
              <a:gd name="T84" fmla="*/ 53975 w 50"/>
              <a:gd name="T85" fmla="*/ 85725 h 44"/>
              <a:gd name="T86" fmla="*/ 53975 w 50"/>
              <a:gd name="T87" fmla="*/ 79375 h 44"/>
              <a:gd name="T88" fmla="*/ 60325 w 50"/>
              <a:gd name="T89" fmla="*/ 69850 h 44"/>
              <a:gd name="T90" fmla="*/ 101600 w 50"/>
              <a:gd name="T91" fmla="*/ 38100 h 44"/>
              <a:gd name="T92" fmla="*/ 101600 w 50"/>
              <a:gd name="T93" fmla="*/ 34925 h 44"/>
              <a:gd name="T94" fmla="*/ 104775 w 50"/>
              <a:gd name="T95" fmla="*/ 34925 h 44"/>
              <a:gd name="T96" fmla="*/ 111125 w 50"/>
              <a:gd name="T97" fmla="*/ 34925 h 44"/>
              <a:gd name="T98" fmla="*/ 114300 w 50"/>
              <a:gd name="T99" fmla="*/ 38100 h 44"/>
              <a:gd name="T100" fmla="*/ 114300 w 50"/>
              <a:gd name="T101" fmla="*/ 41275 h 44"/>
              <a:gd name="T102" fmla="*/ 117475 w 50"/>
              <a:gd name="T103" fmla="*/ 44450 h 4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0" h="44">
                <a:moveTo>
                  <a:pt x="32" y="29"/>
                </a:moveTo>
                <a:cubicBezTo>
                  <a:pt x="32" y="29"/>
                  <a:pt x="32" y="29"/>
                  <a:pt x="32" y="29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4"/>
                  <a:pt x="21" y="24"/>
                  <a:pt x="21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20" y="25"/>
                  <a:pt x="20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30"/>
                  <a:pt x="19" y="30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31"/>
                  <a:pt x="20" y="31"/>
                  <a:pt x="20" y="31"/>
                </a:cubicBezTo>
                <a:cubicBezTo>
                  <a:pt x="20" y="31"/>
                  <a:pt x="20" y="31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3" y="34"/>
                  <a:pt x="23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24" y="35"/>
                  <a:pt x="24" y="35"/>
                  <a:pt x="24" y="35"/>
                </a:cubicBezTo>
                <a:cubicBezTo>
                  <a:pt x="24" y="35"/>
                  <a:pt x="25" y="35"/>
                  <a:pt x="25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35"/>
                  <a:pt x="26" y="35"/>
                  <a:pt x="27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8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4"/>
                  <a:pt x="29" y="34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1"/>
                </a:cubicBezTo>
                <a:cubicBezTo>
                  <a:pt x="31" y="31"/>
                  <a:pt x="31" y="31"/>
                  <a:pt x="32" y="31"/>
                </a:cubicBezTo>
                <a:cubicBezTo>
                  <a:pt x="32" y="31"/>
                  <a:pt x="32" y="30"/>
                  <a:pt x="32" y="30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29"/>
                </a:cubicBezTo>
                <a:close/>
                <a:moveTo>
                  <a:pt x="10" y="40"/>
                </a:moveTo>
                <a:cubicBezTo>
                  <a:pt x="10" y="40"/>
                  <a:pt x="10" y="40"/>
                  <a:pt x="10" y="40"/>
                </a:cubicBezTo>
                <a:cubicBezTo>
                  <a:pt x="11" y="41"/>
                  <a:pt x="11" y="42"/>
                  <a:pt x="10" y="43"/>
                </a:cubicBezTo>
                <a:cubicBezTo>
                  <a:pt x="10" y="44"/>
                  <a:pt x="8" y="44"/>
                  <a:pt x="8" y="43"/>
                </a:cubicBezTo>
                <a:cubicBezTo>
                  <a:pt x="5" y="41"/>
                  <a:pt x="3" y="38"/>
                  <a:pt x="2" y="35"/>
                </a:cubicBezTo>
                <a:cubicBezTo>
                  <a:pt x="1" y="32"/>
                  <a:pt x="0" y="29"/>
                  <a:pt x="0" y="25"/>
                </a:cubicBezTo>
                <a:cubicBezTo>
                  <a:pt x="0" y="22"/>
                  <a:pt x="1" y="19"/>
                  <a:pt x="2" y="16"/>
                </a:cubicBezTo>
                <a:cubicBezTo>
                  <a:pt x="3" y="13"/>
                  <a:pt x="5" y="10"/>
                  <a:pt x="8" y="7"/>
                </a:cubicBezTo>
                <a:cubicBezTo>
                  <a:pt x="12" y="3"/>
                  <a:pt x="18" y="0"/>
                  <a:pt x="25" y="0"/>
                </a:cubicBezTo>
                <a:cubicBezTo>
                  <a:pt x="29" y="0"/>
                  <a:pt x="32" y="1"/>
                  <a:pt x="35" y="2"/>
                </a:cubicBezTo>
                <a:cubicBezTo>
                  <a:pt x="38" y="3"/>
                  <a:pt x="41" y="5"/>
                  <a:pt x="43" y="7"/>
                </a:cubicBezTo>
                <a:cubicBezTo>
                  <a:pt x="45" y="10"/>
                  <a:pt x="47" y="13"/>
                  <a:pt x="49" y="16"/>
                </a:cubicBezTo>
                <a:cubicBezTo>
                  <a:pt x="49" y="16"/>
                  <a:pt x="49" y="16"/>
                  <a:pt x="49" y="16"/>
                </a:cubicBezTo>
                <a:cubicBezTo>
                  <a:pt x="50" y="19"/>
                  <a:pt x="50" y="22"/>
                  <a:pt x="50" y="25"/>
                </a:cubicBezTo>
                <a:cubicBezTo>
                  <a:pt x="50" y="29"/>
                  <a:pt x="50" y="32"/>
                  <a:pt x="49" y="35"/>
                </a:cubicBezTo>
                <a:cubicBezTo>
                  <a:pt x="47" y="38"/>
                  <a:pt x="45" y="41"/>
                  <a:pt x="43" y="43"/>
                </a:cubicBezTo>
                <a:cubicBezTo>
                  <a:pt x="42" y="44"/>
                  <a:pt x="41" y="44"/>
                  <a:pt x="40" y="43"/>
                </a:cubicBezTo>
                <a:cubicBezTo>
                  <a:pt x="40" y="42"/>
                  <a:pt x="40" y="41"/>
                  <a:pt x="40" y="40"/>
                </a:cubicBezTo>
                <a:cubicBezTo>
                  <a:pt x="42" y="38"/>
                  <a:pt x="44" y="36"/>
                  <a:pt x="45" y="33"/>
                </a:cubicBezTo>
                <a:cubicBezTo>
                  <a:pt x="46" y="31"/>
                  <a:pt x="47" y="28"/>
                  <a:pt x="47" y="25"/>
                </a:cubicBezTo>
                <a:cubicBezTo>
                  <a:pt x="47" y="22"/>
                  <a:pt x="46" y="20"/>
                  <a:pt x="45" y="17"/>
                </a:cubicBezTo>
                <a:cubicBezTo>
                  <a:pt x="45" y="17"/>
                  <a:pt x="45" y="17"/>
                  <a:pt x="45" y="17"/>
                </a:cubicBezTo>
                <a:cubicBezTo>
                  <a:pt x="44" y="14"/>
                  <a:pt x="42" y="12"/>
                  <a:pt x="40" y="10"/>
                </a:cubicBezTo>
                <a:cubicBezTo>
                  <a:pt x="38" y="8"/>
                  <a:pt x="36" y="7"/>
                  <a:pt x="34" y="6"/>
                </a:cubicBezTo>
                <a:cubicBezTo>
                  <a:pt x="31" y="5"/>
                  <a:pt x="28" y="4"/>
                  <a:pt x="25" y="4"/>
                </a:cubicBezTo>
                <a:cubicBezTo>
                  <a:pt x="20" y="4"/>
                  <a:pt x="14" y="6"/>
                  <a:pt x="10" y="10"/>
                </a:cubicBezTo>
                <a:cubicBezTo>
                  <a:pt x="8" y="12"/>
                  <a:pt x="7" y="14"/>
                  <a:pt x="6" y="17"/>
                </a:cubicBezTo>
                <a:cubicBezTo>
                  <a:pt x="5" y="20"/>
                  <a:pt x="4" y="22"/>
                  <a:pt x="4" y="25"/>
                </a:cubicBezTo>
                <a:cubicBezTo>
                  <a:pt x="4" y="28"/>
                  <a:pt x="5" y="31"/>
                  <a:pt x="6" y="33"/>
                </a:cubicBezTo>
                <a:cubicBezTo>
                  <a:pt x="7" y="36"/>
                  <a:pt x="8" y="38"/>
                  <a:pt x="10" y="40"/>
                </a:cubicBezTo>
                <a:close/>
                <a:moveTo>
                  <a:pt x="28" y="25"/>
                </a:moveTo>
                <a:cubicBezTo>
                  <a:pt x="28" y="25"/>
                  <a:pt x="28" y="25"/>
                  <a:pt x="28" y="25"/>
                </a:cubicBezTo>
                <a:cubicBezTo>
                  <a:pt x="29" y="25"/>
                  <a:pt x="29" y="26"/>
                  <a:pt x="30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30" y="28"/>
                  <a:pt x="30" y="29"/>
                  <a:pt x="29" y="30"/>
                </a:cubicBezTo>
                <a:cubicBezTo>
                  <a:pt x="29" y="31"/>
                  <a:pt x="28" y="32"/>
                  <a:pt x="27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6" y="33"/>
                  <a:pt x="24" y="32"/>
                  <a:pt x="23" y="32"/>
                </a:cubicBezTo>
                <a:cubicBezTo>
                  <a:pt x="22" y="31"/>
                  <a:pt x="22" y="30"/>
                  <a:pt x="21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8"/>
                  <a:pt x="21" y="27"/>
                  <a:pt x="22" y="26"/>
                </a:cubicBezTo>
                <a:cubicBezTo>
                  <a:pt x="22" y="25"/>
                  <a:pt x="23" y="24"/>
                  <a:pt x="2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5" y="24"/>
                  <a:pt x="27" y="24"/>
                  <a:pt x="28" y="25"/>
                </a:cubicBezTo>
                <a:close/>
                <a:moveTo>
                  <a:pt x="27" y="28"/>
                </a:moveTo>
                <a:cubicBezTo>
                  <a:pt x="27" y="28"/>
                  <a:pt x="27" y="28"/>
                  <a:pt x="27" y="28"/>
                </a:cubicBezTo>
                <a:cubicBezTo>
                  <a:pt x="27" y="27"/>
                  <a:pt x="27" y="27"/>
                  <a:pt x="26" y="27"/>
                </a:cubicBezTo>
                <a:cubicBezTo>
                  <a:pt x="26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4" y="27"/>
                  <a:pt x="24" y="27"/>
                </a:cubicBezTo>
                <a:cubicBezTo>
                  <a:pt x="24" y="28"/>
                  <a:pt x="24" y="28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30"/>
                  <a:pt x="25" y="30"/>
                </a:cubicBezTo>
                <a:cubicBezTo>
                  <a:pt x="25" y="30"/>
                  <a:pt x="26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0"/>
                  <a:pt x="27" y="30"/>
                  <a:pt x="27" y="29"/>
                </a:cubicBezTo>
                <a:cubicBezTo>
                  <a:pt x="27" y="29"/>
                  <a:pt x="28" y="28"/>
                  <a:pt x="27" y="28"/>
                </a:cubicBezTo>
                <a:close/>
                <a:moveTo>
                  <a:pt x="37" y="15"/>
                </a:moveTo>
                <a:cubicBezTo>
                  <a:pt x="37" y="15"/>
                  <a:pt x="37" y="15"/>
                  <a:pt x="37" y="15"/>
                </a:cubicBezTo>
                <a:cubicBezTo>
                  <a:pt x="34" y="29"/>
                  <a:pt x="34" y="29"/>
                  <a:pt x="34" y="29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1"/>
                  <a:pt x="34" y="31"/>
                </a:cubicBezTo>
                <a:cubicBezTo>
                  <a:pt x="34" y="31"/>
                  <a:pt x="34" y="32"/>
                  <a:pt x="34" y="32"/>
                </a:cubicBezTo>
                <a:cubicBezTo>
                  <a:pt x="34" y="32"/>
                  <a:pt x="33" y="32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4"/>
                  <a:pt x="32" y="34"/>
                  <a:pt x="32" y="34"/>
                </a:cubicBezTo>
                <a:cubicBezTo>
                  <a:pt x="32" y="34"/>
                  <a:pt x="32" y="35"/>
                  <a:pt x="32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29" y="36"/>
                </a:cubicBezTo>
                <a:cubicBezTo>
                  <a:pt x="29" y="36"/>
                  <a:pt x="29" y="36"/>
                  <a:pt x="29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7"/>
                  <a:pt x="27" y="37"/>
                  <a:pt x="27" y="37"/>
                </a:cubicBezTo>
                <a:cubicBezTo>
                  <a:pt x="27" y="37"/>
                  <a:pt x="26" y="37"/>
                  <a:pt x="26" y="37"/>
                </a:cubicBezTo>
                <a:cubicBezTo>
                  <a:pt x="26" y="37"/>
                  <a:pt x="26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2" y="37"/>
                  <a:pt x="22" y="36"/>
                  <a:pt x="22" y="36"/>
                </a:cubicBezTo>
                <a:cubicBezTo>
                  <a:pt x="22" y="36"/>
                  <a:pt x="21" y="36"/>
                  <a:pt x="21" y="36"/>
                </a:cubicBezTo>
                <a:cubicBezTo>
                  <a:pt x="21" y="36"/>
                  <a:pt x="21" y="36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19" y="35"/>
                  <a:pt x="19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9" y="34"/>
                  <a:pt x="18" y="34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2"/>
                  <a:pt x="18" y="32"/>
                </a:cubicBezTo>
                <a:cubicBezTo>
                  <a:pt x="17" y="32"/>
                  <a:pt x="17" y="32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29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8"/>
                  <a:pt x="17" y="27"/>
                  <a:pt x="17" y="27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7"/>
                  <a:pt x="17" y="27"/>
                  <a:pt x="17" y="26"/>
                </a:cubicBezTo>
                <a:cubicBezTo>
                  <a:pt x="17" y="26"/>
                  <a:pt x="17" y="26"/>
                  <a:pt x="17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4"/>
                  <a:pt x="18" y="23"/>
                  <a:pt x="18" y="23"/>
                </a:cubicBezTo>
                <a:cubicBezTo>
                  <a:pt x="18" y="23"/>
                  <a:pt x="19" y="23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2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1"/>
                  <a:pt x="32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2"/>
                  <a:pt x="35" y="12"/>
                  <a:pt x="35" y="12"/>
                </a:cubicBezTo>
                <a:cubicBezTo>
                  <a:pt x="35" y="12"/>
                  <a:pt x="35" y="12"/>
                  <a:pt x="35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3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23" name="Freeform 157">
            <a:extLst>
              <a:ext uri="{FF2B5EF4-FFF2-40B4-BE49-F238E27FC236}">
                <a16:creationId xmlns:a16="http://schemas.microsoft.com/office/drawing/2014/main" id="{0C907AAF-6A37-389C-AD06-EE8B2AF78DEA}"/>
              </a:ext>
            </a:extLst>
          </p:cNvPr>
          <p:cNvSpPr>
            <a:spLocks noEditPoints="1"/>
          </p:cNvSpPr>
          <p:nvPr/>
        </p:nvSpPr>
        <p:spPr bwMode="auto">
          <a:xfrm>
            <a:off x="918035" y="4803165"/>
            <a:ext cx="218017" cy="211667"/>
          </a:xfrm>
          <a:custGeom>
            <a:avLst/>
            <a:gdLst>
              <a:gd name="T0" fmla="*/ 118627 w 51"/>
              <a:gd name="T1" fmla="*/ 76200 h 50"/>
              <a:gd name="T2" fmla="*/ 64123 w 51"/>
              <a:gd name="T3" fmla="*/ 34925 h 50"/>
              <a:gd name="T4" fmla="*/ 38474 w 51"/>
              <a:gd name="T5" fmla="*/ 60325 h 50"/>
              <a:gd name="T6" fmla="*/ 80153 w 51"/>
              <a:gd name="T7" fmla="*/ 114300 h 50"/>
              <a:gd name="T8" fmla="*/ 118627 w 51"/>
              <a:gd name="T9" fmla="*/ 76200 h 50"/>
              <a:gd name="T10" fmla="*/ 64123 w 51"/>
              <a:gd name="T11" fmla="*/ 25400 h 50"/>
              <a:gd name="T12" fmla="*/ 64123 w 51"/>
              <a:gd name="T13" fmla="*/ 25400 h 50"/>
              <a:gd name="T14" fmla="*/ 67329 w 51"/>
              <a:gd name="T15" fmla="*/ 22225 h 50"/>
              <a:gd name="T16" fmla="*/ 70535 w 51"/>
              <a:gd name="T17" fmla="*/ 19050 h 50"/>
              <a:gd name="T18" fmla="*/ 64123 w 51"/>
              <a:gd name="T19" fmla="*/ 12700 h 50"/>
              <a:gd name="T20" fmla="*/ 16031 w 51"/>
              <a:gd name="T21" fmla="*/ 60325 h 50"/>
              <a:gd name="T22" fmla="*/ 22443 w 51"/>
              <a:gd name="T23" fmla="*/ 66675 h 50"/>
              <a:gd name="T24" fmla="*/ 28855 w 51"/>
              <a:gd name="T25" fmla="*/ 60325 h 50"/>
              <a:gd name="T26" fmla="*/ 28855 w 51"/>
              <a:gd name="T27" fmla="*/ 60325 h 50"/>
              <a:gd name="T28" fmla="*/ 64123 w 51"/>
              <a:gd name="T29" fmla="*/ 25400 h 50"/>
              <a:gd name="T30" fmla="*/ 80153 w 51"/>
              <a:gd name="T31" fmla="*/ 123825 h 50"/>
              <a:gd name="T32" fmla="*/ 80153 w 51"/>
              <a:gd name="T33" fmla="*/ 123825 h 50"/>
              <a:gd name="T34" fmla="*/ 80153 w 51"/>
              <a:gd name="T35" fmla="*/ 123825 h 50"/>
              <a:gd name="T36" fmla="*/ 76947 w 51"/>
              <a:gd name="T37" fmla="*/ 127000 h 50"/>
              <a:gd name="T38" fmla="*/ 83360 w 51"/>
              <a:gd name="T39" fmla="*/ 133350 h 50"/>
              <a:gd name="T40" fmla="*/ 137864 w 51"/>
              <a:gd name="T41" fmla="*/ 79375 h 50"/>
              <a:gd name="T42" fmla="*/ 131452 w 51"/>
              <a:gd name="T43" fmla="*/ 73025 h 50"/>
              <a:gd name="T44" fmla="*/ 128245 w 51"/>
              <a:gd name="T45" fmla="*/ 76200 h 50"/>
              <a:gd name="T46" fmla="*/ 128245 w 51"/>
              <a:gd name="T47" fmla="*/ 76200 h 50"/>
              <a:gd name="T48" fmla="*/ 128245 w 51"/>
              <a:gd name="T49" fmla="*/ 76200 h 50"/>
              <a:gd name="T50" fmla="*/ 128245 w 51"/>
              <a:gd name="T51" fmla="*/ 76200 h 50"/>
              <a:gd name="T52" fmla="*/ 128245 w 51"/>
              <a:gd name="T53" fmla="*/ 76200 h 50"/>
              <a:gd name="T54" fmla="*/ 80153 w 51"/>
              <a:gd name="T55" fmla="*/ 123825 h 50"/>
              <a:gd name="T56" fmla="*/ 76947 w 51"/>
              <a:gd name="T57" fmla="*/ 28575 h 50"/>
              <a:gd name="T58" fmla="*/ 76947 w 51"/>
              <a:gd name="T59" fmla="*/ 28575 h 50"/>
              <a:gd name="T60" fmla="*/ 121833 w 51"/>
              <a:gd name="T61" fmla="*/ 63500 h 50"/>
              <a:gd name="T62" fmla="*/ 125039 w 51"/>
              <a:gd name="T63" fmla="*/ 60325 h 50"/>
              <a:gd name="T64" fmla="*/ 128245 w 51"/>
              <a:gd name="T65" fmla="*/ 60325 h 50"/>
              <a:gd name="T66" fmla="*/ 134658 w 51"/>
              <a:gd name="T67" fmla="*/ 60325 h 50"/>
              <a:gd name="T68" fmla="*/ 150688 w 51"/>
              <a:gd name="T69" fmla="*/ 76200 h 50"/>
              <a:gd name="T70" fmla="*/ 150688 w 51"/>
              <a:gd name="T71" fmla="*/ 76200 h 50"/>
              <a:gd name="T72" fmla="*/ 150688 w 51"/>
              <a:gd name="T73" fmla="*/ 82550 h 50"/>
              <a:gd name="T74" fmla="*/ 121833 w 51"/>
              <a:gd name="T75" fmla="*/ 111125 h 50"/>
              <a:gd name="T76" fmla="*/ 160307 w 51"/>
              <a:gd name="T77" fmla="*/ 149225 h 50"/>
              <a:gd name="T78" fmla="*/ 160307 w 51"/>
              <a:gd name="T79" fmla="*/ 155575 h 50"/>
              <a:gd name="T80" fmla="*/ 153895 w 51"/>
              <a:gd name="T81" fmla="*/ 155575 h 50"/>
              <a:gd name="T82" fmla="*/ 115421 w 51"/>
              <a:gd name="T83" fmla="*/ 120650 h 50"/>
              <a:gd name="T84" fmla="*/ 86566 w 51"/>
              <a:gd name="T85" fmla="*/ 146050 h 50"/>
              <a:gd name="T86" fmla="*/ 86566 w 51"/>
              <a:gd name="T87" fmla="*/ 146050 h 50"/>
              <a:gd name="T88" fmla="*/ 76947 w 51"/>
              <a:gd name="T89" fmla="*/ 146050 h 50"/>
              <a:gd name="T90" fmla="*/ 64123 w 51"/>
              <a:gd name="T91" fmla="*/ 133350 h 50"/>
              <a:gd name="T92" fmla="*/ 64123 w 51"/>
              <a:gd name="T93" fmla="*/ 133350 h 50"/>
              <a:gd name="T94" fmla="*/ 64123 w 51"/>
              <a:gd name="T95" fmla="*/ 123825 h 50"/>
              <a:gd name="T96" fmla="*/ 67329 w 51"/>
              <a:gd name="T97" fmla="*/ 120650 h 50"/>
              <a:gd name="T98" fmla="*/ 32061 w 51"/>
              <a:gd name="T99" fmla="*/ 73025 h 50"/>
              <a:gd name="T100" fmla="*/ 25649 w 51"/>
              <a:gd name="T101" fmla="*/ 79375 h 50"/>
              <a:gd name="T102" fmla="*/ 25649 w 51"/>
              <a:gd name="T103" fmla="*/ 79375 h 50"/>
              <a:gd name="T104" fmla="*/ 25649 w 51"/>
              <a:gd name="T105" fmla="*/ 79375 h 50"/>
              <a:gd name="T106" fmla="*/ 19237 w 51"/>
              <a:gd name="T107" fmla="*/ 79375 h 50"/>
              <a:gd name="T108" fmla="*/ 3206 w 51"/>
              <a:gd name="T109" fmla="*/ 66675 h 50"/>
              <a:gd name="T110" fmla="*/ 3206 w 51"/>
              <a:gd name="T111" fmla="*/ 66675 h 50"/>
              <a:gd name="T112" fmla="*/ 3206 w 51"/>
              <a:gd name="T113" fmla="*/ 57150 h 50"/>
              <a:gd name="T114" fmla="*/ 60917 w 51"/>
              <a:gd name="T115" fmla="*/ 0 h 50"/>
              <a:gd name="T116" fmla="*/ 67329 w 51"/>
              <a:gd name="T117" fmla="*/ 0 h 50"/>
              <a:gd name="T118" fmla="*/ 83360 w 51"/>
              <a:gd name="T119" fmla="*/ 15875 h 50"/>
              <a:gd name="T120" fmla="*/ 83360 w 51"/>
              <a:gd name="T121" fmla="*/ 15875 h 50"/>
              <a:gd name="T122" fmla="*/ 83360 w 51"/>
              <a:gd name="T123" fmla="*/ 25400 h 50"/>
              <a:gd name="T124" fmla="*/ 76947 w 51"/>
              <a:gd name="T125" fmla="*/ 28575 h 50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51" h="50">
                <a:moveTo>
                  <a:pt x="37" y="24"/>
                </a:moveTo>
                <a:cubicBezTo>
                  <a:pt x="20" y="11"/>
                  <a:pt x="20" y="11"/>
                  <a:pt x="20" y="11"/>
                </a:cubicBezTo>
                <a:cubicBezTo>
                  <a:pt x="12" y="19"/>
                  <a:pt x="12" y="19"/>
                  <a:pt x="12" y="19"/>
                </a:cubicBezTo>
                <a:cubicBezTo>
                  <a:pt x="25" y="36"/>
                  <a:pt x="25" y="36"/>
                  <a:pt x="25" y="36"/>
                </a:cubicBezTo>
                <a:cubicBezTo>
                  <a:pt x="37" y="24"/>
                  <a:pt x="37" y="24"/>
                  <a:pt x="37" y="24"/>
                </a:cubicBezTo>
                <a:close/>
                <a:moveTo>
                  <a:pt x="20" y="8"/>
                </a:moveTo>
                <a:cubicBezTo>
                  <a:pt x="20" y="8"/>
                  <a:pt x="20" y="8"/>
                  <a:pt x="20" y="8"/>
                </a:cubicBezTo>
                <a:cubicBezTo>
                  <a:pt x="21" y="7"/>
                  <a:pt x="21" y="7"/>
                  <a:pt x="21" y="7"/>
                </a:cubicBezTo>
                <a:cubicBezTo>
                  <a:pt x="22" y="6"/>
                  <a:pt x="22" y="6"/>
                  <a:pt x="22" y="6"/>
                </a:cubicBezTo>
                <a:cubicBezTo>
                  <a:pt x="20" y="4"/>
                  <a:pt x="20" y="4"/>
                  <a:pt x="20" y="4"/>
                </a:cubicBezTo>
                <a:cubicBezTo>
                  <a:pt x="5" y="19"/>
                  <a:pt x="5" y="19"/>
                  <a:pt x="5" y="19"/>
                </a:cubicBezTo>
                <a:cubicBezTo>
                  <a:pt x="7" y="21"/>
                  <a:pt x="7" y="21"/>
                  <a:pt x="7" y="21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20" y="8"/>
                  <a:pt x="20" y="8"/>
                  <a:pt x="20" y="8"/>
                </a:cubicBezTo>
                <a:close/>
                <a:moveTo>
                  <a:pt x="25" y="39"/>
                </a:moveTo>
                <a:cubicBezTo>
                  <a:pt x="25" y="39"/>
                  <a:pt x="25" y="39"/>
                  <a:pt x="25" y="39"/>
                </a:cubicBezTo>
                <a:cubicBezTo>
                  <a:pt x="25" y="39"/>
                  <a:pt x="25" y="39"/>
                  <a:pt x="25" y="39"/>
                </a:cubicBezTo>
                <a:cubicBezTo>
                  <a:pt x="24" y="40"/>
                  <a:pt x="24" y="40"/>
                  <a:pt x="24" y="40"/>
                </a:cubicBezTo>
                <a:cubicBezTo>
                  <a:pt x="26" y="42"/>
                  <a:pt x="26" y="42"/>
                  <a:pt x="26" y="42"/>
                </a:cubicBezTo>
                <a:cubicBezTo>
                  <a:pt x="43" y="25"/>
                  <a:pt x="43" y="25"/>
                  <a:pt x="43" y="25"/>
                </a:cubicBezTo>
                <a:cubicBezTo>
                  <a:pt x="41" y="23"/>
                  <a:pt x="41" y="23"/>
                  <a:pt x="41" y="23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25" y="39"/>
                  <a:pt x="25" y="39"/>
                  <a:pt x="25" y="39"/>
                </a:cubicBezTo>
                <a:close/>
                <a:moveTo>
                  <a:pt x="24" y="9"/>
                </a:moveTo>
                <a:cubicBezTo>
                  <a:pt x="24" y="9"/>
                  <a:pt x="24" y="9"/>
                  <a:pt x="24" y="9"/>
                </a:cubicBezTo>
                <a:cubicBezTo>
                  <a:pt x="38" y="20"/>
                  <a:pt x="38" y="20"/>
                  <a:pt x="38" y="20"/>
                </a:cubicBezTo>
                <a:cubicBezTo>
                  <a:pt x="39" y="19"/>
                  <a:pt x="39" y="19"/>
                  <a:pt x="39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8"/>
                  <a:pt x="42" y="18"/>
                  <a:pt x="42" y="19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6"/>
                  <a:pt x="47" y="26"/>
                </a:cubicBezTo>
                <a:cubicBezTo>
                  <a:pt x="38" y="35"/>
                  <a:pt x="38" y="35"/>
                  <a:pt x="38" y="35"/>
                </a:cubicBezTo>
                <a:cubicBezTo>
                  <a:pt x="50" y="47"/>
                  <a:pt x="50" y="47"/>
                  <a:pt x="50" y="47"/>
                </a:cubicBezTo>
                <a:cubicBezTo>
                  <a:pt x="51" y="47"/>
                  <a:pt x="51" y="49"/>
                  <a:pt x="50" y="49"/>
                </a:cubicBezTo>
                <a:cubicBezTo>
                  <a:pt x="49" y="50"/>
                  <a:pt x="48" y="50"/>
                  <a:pt x="48" y="49"/>
                </a:cubicBezTo>
                <a:cubicBezTo>
                  <a:pt x="36" y="38"/>
                  <a:pt x="36" y="38"/>
                  <a:pt x="36" y="38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6" y="47"/>
                  <a:pt x="25" y="47"/>
                  <a:pt x="24" y="46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19" y="41"/>
                  <a:pt x="19" y="40"/>
                  <a:pt x="20" y="39"/>
                </a:cubicBezTo>
                <a:cubicBezTo>
                  <a:pt x="21" y="38"/>
                  <a:pt x="21" y="38"/>
                  <a:pt x="21" y="38"/>
                </a:cubicBezTo>
                <a:cubicBezTo>
                  <a:pt x="10" y="23"/>
                  <a:pt x="10" y="23"/>
                  <a:pt x="10" y="23"/>
                </a:cubicBezTo>
                <a:cubicBezTo>
                  <a:pt x="8" y="25"/>
                  <a:pt x="8" y="25"/>
                  <a:pt x="8" y="25"/>
                </a:cubicBezTo>
                <a:cubicBezTo>
                  <a:pt x="8" y="25"/>
                  <a:pt x="8" y="25"/>
                  <a:pt x="8" y="25"/>
                </a:cubicBezTo>
                <a:cubicBezTo>
                  <a:pt x="8" y="25"/>
                  <a:pt x="8" y="25"/>
                  <a:pt x="8" y="25"/>
                </a:cubicBezTo>
                <a:cubicBezTo>
                  <a:pt x="8" y="26"/>
                  <a:pt x="6" y="26"/>
                  <a:pt x="6" y="25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0"/>
                  <a:pt x="0" y="19"/>
                  <a:pt x="1" y="18"/>
                </a:cubicBezTo>
                <a:cubicBezTo>
                  <a:pt x="19" y="0"/>
                  <a:pt x="19" y="0"/>
                  <a:pt x="19" y="0"/>
                </a:cubicBezTo>
                <a:cubicBezTo>
                  <a:pt x="19" y="0"/>
                  <a:pt x="21" y="0"/>
                  <a:pt x="21" y="0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7" y="6"/>
                  <a:pt x="27" y="7"/>
                  <a:pt x="26" y="8"/>
                </a:cubicBezTo>
                <a:cubicBezTo>
                  <a:pt x="24" y="9"/>
                  <a:pt x="24" y="9"/>
                  <a:pt x="24" y="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24" name="Freeform 158">
            <a:extLst>
              <a:ext uri="{FF2B5EF4-FFF2-40B4-BE49-F238E27FC236}">
                <a16:creationId xmlns:a16="http://schemas.microsoft.com/office/drawing/2014/main" id="{CF51040F-677F-8C63-5C10-063B0D07238D}"/>
              </a:ext>
            </a:extLst>
          </p:cNvPr>
          <p:cNvSpPr>
            <a:spLocks noEditPoints="1"/>
          </p:cNvSpPr>
          <p:nvPr/>
        </p:nvSpPr>
        <p:spPr bwMode="auto">
          <a:xfrm>
            <a:off x="3494018" y="3425215"/>
            <a:ext cx="268816" cy="232833"/>
          </a:xfrm>
          <a:custGeom>
            <a:avLst/>
            <a:gdLst>
              <a:gd name="T0" fmla="*/ 6400 w 63"/>
              <a:gd name="T1" fmla="*/ 41275 h 55"/>
              <a:gd name="T2" fmla="*/ 6400 w 63"/>
              <a:gd name="T3" fmla="*/ 41275 h 55"/>
              <a:gd name="T4" fmla="*/ 112007 w 63"/>
              <a:gd name="T5" fmla="*/ 41275 h 55"/>
              <a:gd name="T6" fmla="*/ 118407 w 63"/>
              <a:gd name="T7" fmla="*/ 47625 h 55"/>
              <a:gd name="T8" fmla="*/ 112007 w 63"/>
              <a:gd name="T9" fmla="*/ 53975 h 55"/>
              <a:gd name="T10" fmla="*/ 12801 w 63"/>
              <a:gd name="T11" fmla="*/ 53975 h 55"/>
              <a:gd name="T12" fmla="*/ 12801 w 63"/>
              <a:gd name="T13" fmla="*/ 146050 h 55"/>
              <a:gd name="T14" fmla="*/ 147209 w 63"/>
              <a:gd name="T15" fmla="*/ 146050 h 55"/>
              <a:gd name="T16" fmla="*/ 147209 w 63"/>
              <a:gd name="T17" fmla="*/ 82550 h 55"/>
              <a:gd name="T18" fmla="*/ 153609 w 63"/>
              <a:gd name="T19" fmla="*/ 76200 h 55"/>
              <a:gd name="T20" fmla="*/ 160010 w 63"/>
              <a:gd name="T21" fmla="*/ 82550 h 55"/>
              <a:gd name="T22" fmla="*/ 160010 w 63"/>
              <a:gd name="T23" fmla="*/ 152400 h 55"/>
              <a:gd name="T24" fmla="*/ 153609 w 63"/>
              <a:gd name="T25" fmla="*/ 158750 h 55"/>
              <a:gd name="T26" fmla="*/ 153609 w 63"/>
              <a:gd name="T27" fmla="*/ 158750 h 55"/>
              <a:gd name="T28" fmla="*/ 86405 w 63"/>
              <a:gd name="T29" fmla="*/ 158750 h 55"/>
              <a:gd name="T30" fmla="*/ 86405 w 63"/>
              <a:gd name="T31" fmla="*/ 165100 h 55"/>
              <a:gd name="T32" fmla="*/ 86405 w 63"/>
              <a:gd name="T33" fmla="*/ 165100 h 55"/>
              <a:gd name="T34" fmla="*/ 118407 w 63"/>
              <a:gd name="T35" fmla="*/ 165100 h 55"/>
              <a:gd name="T36" fmla="*/ 124807 w 63"/>
              <a:gd name="T37" fmla="*/ 171450 h 55"/>
              <a:gd name="T38" fmla="*/ 118407 w 63"/>
              <a:gd name="T39" fmla="*/ 174625 h 55"/>
              <a:gd name="T40" fmla="*/ 38402 w 63"/>
              <a:gd name="T41" fmla="*/ 174625 h 55"/>
              <a:gd name="T42" fmla="*/ 35202 w 63"/>
              <a:gd name="T43" fmla="*/ 171450 h 55"/>
              <a:gd name="T44" fmla="*/ 38402 w 63"/>
              <a:gd name="T45" fmla="*/ 165100 h 55"/>
              <a:gd name="T46" fmla="*/ 73604 w 63"/>
              <a:gd name="T47" fmla="*/ 165100 h 55"/>
              <a:gd name="T48" fmla="*/ 73604 w 63"/>
              <a:gd name="T49" fmla="*/ 165100 h 55"/>
              <a:gd name="T50" fmla="*/ 73604 w 63"/>
              <a:gd name="T51" fmla="*/ 158750 h 55"/>
              <a:gd name="T52" fmla="*/ 6400 w 63"/>
              <a:gd name="T53" fmla="*/ 158750 h 55"/>
              <a:gd name="T54" fmla="*/ 0 w 63"/>
              <a:gd name="T55" fmla="*/ 152400 h 55"/>
              <a:gd name="T56" fmla="*/ 0 w 63"/>
              <a:gd name="T57" fmla="*/ 152400 h 55"/>
              <a:gd name="T58" fmla="*/ 0 w 63"/>
              <a:gd name="T59" fmla="*/ 47625 h 55"/>
              <a:gd name="T60" fmla="*/ 6400 w 63"/>
              <a:gd name="T61" fmla="*/ 41275 h 55"/>
              <a:gd name="T62" fmla="*/ 144009 w 63"/>
              <a:gd name="T63" fmla="*/ 15875 h 55"/>
              <a:gd name="T64" fmla="*/ 144009 w 63"/>
              <a:gd name="T65" fmla="*/ 15875 h 55"/>
              <a:gd name="T66" fmla="*/ 134408 w 63"/>
              <a:gd name="T67" fmla="*/ 34925 h 55"/>
              <a:gd name="T68" fmla="*/ 140808 w 63"/>
              <a:gd name="T69" fmla="*/ 47625 h 55"/>
              <a:gd name="T70" fmla="*/ 140808 w 63"/>
              <a:gd name="T71" fmla="*/ 50800 h 55"/>
              <a:gd name="T72" fmla="*/ 140808 w 63"/>
              <a:gd name="T73" fmla="*/ 63500 h 55"/>
              <a:gd name="T74" fmla="*/ 153609 w 63"/>
              <a:gd name="T75" fmla="*/ 57150 h 55"/>
              <a:gd name="T76" fmla="*/ 156809 w 63"/>
              <a:gd name="T77" fmla="*/ 57150 h 55"/>
              <a:gd name="T78" fmla="*/ 163210 w 63"/>
              <a:gd name="T79" fmla="*/ 57150 h 55"/>
              <a:gd name="T80" fmla="*/ 195212 w 63"/>
              <a:gd name="T81" fmla="*/ 34925 h 55"/>
              <a:gd name="T82" fmla="*/ 185611 w 63"/>
              <a:gd name="T83" fmla="*/ 15875 h 55"/>
              <a:gd name="T84" fmla="*/ 144009 w 63"/>
              <a:gd name="T85" fmla="*/ 15875 h 55"/>
              <a:gd name="T86" fmla="*/ 137608 w 63"/>
              <a:gd name="T87" fmla="*/ 9525 h 55"/>
              <a:gd name="T88" fmla="*/ 137608 w 63"/>
              <a:gd name="T89" fmla="*/ 9525 h 55"/>
              <a:gd name="T90" fmla="*/ 192011 w 63"/>
              <a:gd name="T91" fmla="*/ 9525 h 55"/>
              <a:gd name="T92" fmla="*/ 201612 w 63"/>
              <a:gd name="T93" fmla="*/ 34925 h 55"/>
              <a:gd name="T94" fmla="*/ 163210 w 63"/>
              <a:gd name="T95" fmla="*/ 66675 h 55"/>
              <a:gd name="T96" fmla="*/ 156809 w 63"/>
              <a:gd name="T97" fmla="*/ 63500 h 55"/>
              <a:gd name="T98" fmla="*/ 140808 w 63"/>
              <a:gd name="T99" fmla="*/ 69850 h 55"/>
              <a:gd name="T100" fmla="*/ 137608 w 63"/>
              <a:gd name="T101" fmla="*/ 73025 h 55"/>
              <a:gd name="T102" fmla="*/ 134408 w 63"/>
              <a:gd name="T103" fmla="*/ 66675 h 55"/>
              <a:gd name="T104" fmla="*/ 134408 w 63"/>
              <a:gd name="T105" fmla="*/ 50800 h 55"/>
              <a:gd name="T106" fmla="*/ 128008 w 63"/>
              <a:gd name="T107" fmla="*/ 34925 h 55"/>
              <a:gd name="T108" fmla="*/ 137608 w 63"/>
              <a:gd name="T109" fmla="*/ 9525 h 55"/>
              <a:gd name="T110" fmla="*/ 137608 w 63"/>
              <a:gd name="T111" fmla="*/ 130175 h 55"/>
              <a:gd name="T112" fmla="*/ 137608 w 63"/>
              <a:gd name="T113" fmla="*/ 130175 h 55"/>
              <a:gd name="T114" fmla="*/ 144009 w 63"/>
              <a:gd name="T115" fmla="*/ 136525 h 55"/>
              <a:gd name="T116" fmla="*/ 137608 w 63"/>
              <a:gd name="T117" fmla="*/ 142875 h 55"/>
              <a:gd name="T118" fmla="*/ 131208 w 63"/>
              <a:gd name="T119" fmla="*/ 136525 h 55"/>
              <a:gd name="T120" fmla="*/ 137608 w 63"/>
              <a:gd name="T121" fmla="*/ 130175 h 5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3" h="55">
                <a:moveTo>
                  <a:pt x="2" y="13"/>
                </a:moveTo>
                <a:cubicBezTo>
                  <a:pt x="2" y="13"/>
                  <a:pt x="2" y="13"/>
                  <a:pt x="2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6" y="13"/>
                  <a:pt x="37" y="14"/>
                  <a:pt x="37" y="15"/>
                </a:cubicBezTo>
                <a:cubicBezTo>
                  <a:pt x="37" y="16"/>
                  <a:pt x="36" y="17"/>
                  <a:pt x="35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27"/>
                  <a:pt x="4" y="36"/>
                  <a:pt x="4" y="46"/>
                </a:cubicBezTo>
                <a:cubicBezTo>
                  <a:pt x="18" y="46"/>
                  <a:pt x="32" y="46"/>
                  <a:pt x="46" y="46"/>
                </a:cubicBezTo>
                <a:cubicBezTo>
                  <a:pt x="46" y="26"/>
                  <a:pt x="46" y="26"/>
                  <a:pt x="46" y="26"/>
                </a:cubicBezTo>
                <a:cubicBezTo>
                  <a:pt x="46" y="25"/>
                  <a:pt x="47" y="24"/>
                  <a:pt x="48" y="24"/>
                </a:cubicBezTo>
                <a:cubicBezTo>
                  <a:pt x="49" y="24"/>
                  <a:pt x="50" y="25"/>
                  <a:pt x="50" y="26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49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27" y="50"/>
                  <a:pt x="27" y="50"/>
                  <a:pt x="27" y="50"/>
                </a:cubicBezTo>
                <a:cubicBezTo>
                  <a:pt x="27" y="52"/>
                  <a:pt x="27" y="52"/>
                  <a:pt x="27" y="52"/>
                </a:cubicBezTo>
                <a:cubicBezTo>
                  <a:pt x="27" y="52"/>
                  <a:pt x="27" y="52"/>
                  <a:pt x="2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8" y="52"/>
                  <a:pt x="39" y="53"/>
                  <a:pt x="39" y="54"/>
                </a:cubicBezTo>
                <a:cubicBezTo>
                  <a:pt x="39" y="54"/>
                  <a:pt x="38" y="55"/>
                  <a:pt x="37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2" y="55"/>
                  <a:pt x="11" y="54"/>
                  <a:pt x="11" y="54"/>
                </a:cubicBezTo>
                <a:cubicBezTo>
                  <a:pt x="11" y="53"/>
                  <a:pt x="12" y="52"/>
                  <a:pt x="12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0"/>
                  <a:pt x="23" y="50"/>
                  <a:pt x="23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4"/>
                  <a:pt x="1" y="13"/>
                  <a:pt x="2" y="13"/>
                </a:cubicBezTo>
                <a:close/>
                <a:moveTo>
                  <a:pt x="45" y="5"/>
                </a:moveTo>
                <a:cubicBezTo>
                  <a:pt x="45" y="5"/>
                  <a:pt x="45" y="5"/>
                  <a:pt x="45" y="5"/>
                </a:cubicBezTo>
                <a:cubicBezTo>
                  <a:pt x="43" y="7"/>
                  <a:pt x="42" y="8"/>
                  <a:pt x="42" y="11"/>
                </a:cubicBezTo>
                <a:cubicBezTo>
                  <a:pt x="42" y="12"/>
                  <a:pt x="43" y="14"/>
                  <a:pt x="44" y="15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20"/>
                  <a:pt x="44" y="20"/>
                  <a:pt x="44" y="20"/>
                </a:cubicBezTo>
                <a:cubicBezTo>
                  <a:pt x="48" y="18"/>
                  <a:pt x="48" y="18"/>
                  <a:pt x="48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50" y="18"/>
                  <a:pt x="51" y="18"/>
                  <a:pt x="51" y="18"/>
                </a:cubicBezTo>
                <a:cubicBezTo>
                  <a:pt x="56" y="18"/>
                  <a:pt x="61" y="15"/>
                  <a:pt x="61" y="11"/>
                </a:cubicBezTo>
                <a:cubicBezTo>
                  <a:pt x="61" y="8"/>
                  <a:pt x="60" y="7"/>
                  <a:pt x="58" y="5"/>
                </a:cubicBezTo>
                <a:cubicBezTo>
                  <a:pt x="54" y="2"/>
                  <a:pt x="48" y="2"/>
                  <a:pt x="45" y="5"/>
                </a:cubicBezTo>
                <a:close/>
                <a:moveTo>
                  <a:pt x="43" y="3"/>
                </a:moveTo>
                <a:cubicBezTo>
                  <a:pt x="43" y="3"/>
                  <a:pt x="43" y="3"/>
                  <a:pt x="43" y="3"/>
                </a:cubicBezTo>
                <a:cubicBezTo>
                  <a:pt x="48" y="0"/>
                  <a:pt x="55" y="0"/>
                  <a:pt x="60" y="3"/>
                </a:cubicBezTo>
                <a:cubicBezTo>
                  <a:pt x="62" y="5"/>
                  <a:pt x="63" y="8"/>
                  <a:pt x="63" y="11"/>
                </a:cubicBezTo>
                <a:cubicBezTo>
                  <a:pt x="63" y="17"/>
                  <a:pt x="57" y="21"/>
                  <a:pt x="51" y="21"/>
                </a:cubicBezTo>
                <a:cubicBezTo>
                  <a:pt x="50" y="21"/>
                  <a:pt x="50" y="20"/>
                  <a:pt x="49" y="20"/>
                </a:cubicBezTo>
                <a:cubicBezTo>
                  <a:pt x="44" y="22"/>
                  <a:pt x="44" y="22"/>
                  <a:pt x="44" y="22"/>
                </a:cubicBezTo>
                <a:cubicBezTo>
                  <a:pt x="43" y="22"/>
                  <a:pt x="43" y="23"/>
                  <a:pt x="43" y="23"/>
                </a:cubicBezTo>
                <a:cubicBezTo>
                  <a:pt x="43" y="23"/>
                  <a:pt x="42" y="22"/>
                  <a:pt x="42" y="21"/>
                </a:cubicBezTo>
                <a:cubicBezTo>
                  <a:pt x="42" y="16"/>
                  <a:pt x="42" y="16"/>
                  <a:pt x="42" y="16"/>
                </a:cubicBezTo>
                <a:cubicBezTo>
                  <a:pt x="40" y="15"/>
                  <a:pt x="40" y="13"/>
                  <a:pt x="40" y="11"/>
                </a:cubicBezTo>
                <a:cubicBezTo>
                  <a:pt x="40" y="8"/>
                  <a:pt x="41" y="5"/>
                  <a:pt x="43" y="3"/>
                </a:cubicBezTo>
                <a:close/>
                <a:moveTo>
                  <a:pt x="43" y="41"/>
                </a:moveTo>
                <a:cubicBezTo>
                  <a:pt x="43" y="41"/>
                  <a:pt x="43" y="41"/>
                  <a:pt x="43" y="41"/>
                </a:cubicBezTo>
                <a:cubicBezTo>
                  <a:pt x="44" y="41"/>
                  <a:pt x="45" y="42"/>
                  <a:pt x="45" y="43"/>
                </a:cubicBezTo>
                <a:cubicBezTo>
                  <a:pt x="45" y="44"/>
                  <a:pt x="44" y="45"/>
                  <a:pt x="43" y="45"/>
                </a:cubicBezTo>
                <a:cubicBezTo>
                  <a:pt x="41" y="45"/>
                  <a:pt x="41" y="44"/>
                  <a:pt x="41" y="43"/>
                </a:cubicBezTo>
                <a:cubicBezTo>
                  <a:pt x="41" y="42"/>
                  <a:pt x="41" y="41"/>
                  <a:pt x="43" y="4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25" name="Freeform 159">
            <a:extLst>
              <a:ext uri="{FF2B5EF4-FFF2-40B4-BE49-F238E27FC236}">
                <a16:creationId xmlns:a16="http://schemas.microsoft.com/office/drawing/2014/main" id="{99C60BFF-E2E2-EB0E-E81C-D795B02CCFDA}"/>
              </a:ext>
            </a:extLst>
          </p:cNvPr>
          <p:cNvSpPr>
            <a:spLocks noEditPoints="1"/>
          </p:cNvSpPr>
          <p:nvPr/>
        </p:nvSpPr>
        <p:spPr bwMode="auto">
          <a:xfrm>
            <a:off x="1682152" y="4798932"/>
            <a:ext cx="198967" cy="220133"/>
          </a:xfrm>
          <a:custGeom>
            <a:avLst/>
            <a:gdLst>
              <a:gd name="T0" fmla="*/ 6350 w 47"/>
              <a:gd name="T1" fmla="*/ 50800 h 52"/>
              <a:gd name="T2" fmla="*/ 149225 w 47"/>
              <a:gd name="T3" fmla="*/ 57150 h 52"/>
              <a:gd name="T4" fmla="*/ 149225 w 47"/>
              <a:gd name="T5" fmla="*/ 85725 h 52"/>
              <a:gd name="T6" fmla="*/ 142875 w 47"/>
              <a:gd name="T7" fmla="*/ 88900 h 52"/>
              <a:gd name="T8" fmla="*/ 142875 w 47"/>
              <a:gd name="T9" fmla="*/ 158750 h 52"/>
              <a:gd name="T10" fmla="*/ 136525 w 47"/>
              <a:gd name="T11" fmla="*/ 165100 h 52"/>
              <a:gd name="T12" fmla="*/ 6350 w 47"/>
              <a:gd name="T13" fmla="*/ 158750 h 52"/>
              <a:gd name="T14" fmla="*/ 6350 w 47"/>
              <a:gd name="T15" fmla="*/ 88900 h 52"/>
              <a:gd name="T16" fmla="*/ 0 w 47"/>
              <a:gd name="T17" fmla="*/ 85725 h 52"/>
              <a:gd name="T18" fmla="*/ 0 w 47"/>
              <a:gd name="T19" fmla="*/ 57150 h 52"/>
              <a:gd name="T20" fmla="*/ 85725 w 47"/>
              <a:gd name="T21" fmla="*/ 152400 h 52"/>
              <a:gd name="T22" fmla="*/ 85725 w 47"/>
              <a:gd name="T23" fmla="*/ 88900 h 52"/>
              <a:gd name="T24" fmla="*/ 63500 w 47"/>
              <a:gd name="T25" fmla="*/ 152400 h 52"/>
              <a:gd name="T26" fmla="*/ 57150 w 47"/>
              <a:gd name="T27" fmla="*/ 152400 h 52"/>
              <a:gd name="T28" fmla="*/ 57150 w 47"/>
              <a:gd name="T29" fmla="*/ 88900 h 52"/>
              <a:gd name="T30" fmla="*/ 19050 w 47"/>
              <a:gd name="T31" fmla="*/ 152400 h 52"/>
              <a:gd name="T32" fmla="*/ 95250 w 47"/>
              <a:gd name="T33" fmla="*/ 88900 h 52"/>
              <a:gd name="T34" fmla="*/ 95250 w 47"/>
              <a:gd name="T35" fmla="*/ 152400 h 52"/>
              <a:gd name="T36" fmla="*/ 130175 w 47"/>
              <a:gd name="T37" fmla="*/ 88900 h 52"/>
              <a:gd name="T38" fmla="*/ 76200 w 47"/>
              <a:gd name="T39" fmla="*/ 12700 h 52"/>
              <a:gd name="T40" fmla="*/ 82550 w 47"/>
              <a:gd name="T41" fmla="*/ 15875 h 52"/>
              <a:gd name="T42" fmla="*/ 104775 w 47"/>
              <a:gd name="T43" fmla="*/ 0 h 52"/>
              <a:gd name="T44" fmla="*/ 127000 w 47"/>
              <a:gd name="T45" fmla="*/ 22225 h 52"/>
              <a:gd name="T46" fmla="*/ 104775 w 47"/>
              <a:gd name="T47" fmla="*/ 44450 h 52"/>
              <a:gd name="T48" fmla="*/ 47625 w 47"/>
              <a:gd name="T49" fmla="*/ 44450 h 52"/>
              <a:gd name="T50" fmla="*/ 31750 w 47"/>
              <a:gd name="T51" fmla="*/ 38100 h 52"/>
              <a:gd name="T52" fmla="*/ 31750 w 47"/>
              <a:gd name="T53" fmla="*/ 6350 h 52"/>
              <a:gd name="T54" fmla="*/ 60325 w 47"/>
              <a:gd name="T55" fmla="*/ 6350 h 52"/>
              <a:gd name="T56" fmla="*/ 76200 w 47"/>
              <a:gd name="T57" fmla="*/ 12700 h 52"/>
              <a:gd name="T58" fmla="*/ 82550 w 47"/>
              <a:gd name="T59" fmla="*/ 22225 h 52"/>
              <a:gd name="T60" fmla="*/ 69850 w 47"/>
              <a:gd name="T61" fmla="*/ 22225 h 52"/>
              <a:gd name="T62" fmla="*/ 69850 w 47"/>
              <a:gd name="T63" fmla="*/ 34925 h 52"/>
              <a:gd name="T64" fmla="*/ 82550 w 47"/>
              <a:gd name="T65" fmla="*/ 34925 h 52"/>
              <a:gd name="T66" fmla="*/ 82550 w 47"/>
              <a:gd name="T67" fmla="*/ 28575 h 52"/>
              <a:gd name="T68" fmla="*/ 88900 w 47"/>
              <a:gd name="T69" fmla="*/ 22225 h 52"/>
              <a:gd name="T70" fmla="*/ 92075 w 47"/>
              <a:gd name="T71" fmla="*/ 28575 h 52"/>
              <a:gd name="T72" fmla="*/ 104775 w 47"/>
              <a:gd name="T73" fmla="*/ 38100 h 52"/>
              <a:gd name="T74" fmla="*/ 117475 w 47"/>
              <a:gd name="T75" fmla="*/ 22225 h 52"/>
              <a:gd name="T76" fmla="*/ 104775 w 47"/>
              <a:gd name="T77" fmla="*/ 9525 h 52"/>
              <a:gd name="T78" fmla="*/ 88900 w 47"/>
              <a:gd name="T79" fmla="*/ 22225 h 52"/>
              <a:gd name="T80" fmla="*/ 63500 w 47"/>
              <a:gd name="T81" fmla="*/ 38100 h 52"/>
              <a:gd name="T82" fmla="*/ 60325 w 47"/>
              <a:gd name="T83" fmla="*/ 28575 h 52"/>
              <a:gd name="T84" fmla="*/ 60325 w 47"/>
              <a:gd name="T85" fmla="*/ 22225 h 52"/>
              <a:gd name="T86" fmla="*/ 47625 w 47"/>
              <a:gd name="T87" fmla="*/ 9525 h 52"/>
              <a:gd name="T88" fmla="*/ 31750 w 47"/>
              <a:gd name="T89" fmla="*/ 22225 h 52"/>
              <a:gd name="T90" fmla="*/ 47625 w 47"/>
              <a:gd name="T91" fmla="*/ 38100 h 52"/>
              <a:gd name="T92" fmla="*/ 136525 w 47"/>
              <a:gd name="T93" fmla="*/ 63500 h 52"/>
              <a:gd name="T94" fmla="*/ 12700 w 47"/>
              <a:gd name="T95" fmla="*/ 63500 h 52"/>
              <a:gd name="T96" fmla="*/ 136525 w 47"/>
              <a:gd name="T97" fmla="*/ 79375 h 5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47" h="52">
                <a:moveTo>
                  <a:pt x="2" y="16"/>
                </a:moveTo>
                <a:cubicBezTo>
                  <a:pt x="2" y="16"/>
                  <a:pt x="2" y="16"/>
                  <a:pt x="2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6" y="16"/>
                  <a:pt x="47" y="17"/>
                  <a:pt x="47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27"/>
                  <a:pt x="47" y="27"/>
                  <a:pt x="47" y="27"/>
                </a:cubicBezTo>
                <a:cubicBezTo>
                  <a:pt x="47" y="28"/>
                  <a:pt x="46" y="28"/>
                  <a:pt x="45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50"/>
                  <a:pt x="45" y="50"/>
                  <a:pt x="45" y="50"/>
                </a:cubicBezTo>
                <a:cubicBezTo>
                  <a:pt x="45" y="51"/>
                  <a:pt x="44" y="52"/>
                  <a:pt x="43" y="52"/>
                </a:cubicBezTo>
                <a:cubicBezTo>
                  <a:pt x="43" y="52"/>
                  <a:pt x="43" y="52"/>
                  <a:pt x="43" y="52"/>
                </a:cubicBezTo>
                <a:cubicBezTo>
                  <a:pt x="4" y="52"/>
                  <a:pt x="4" y="52"/>
                  <a:pt x="4" y="52"/>
                </a:cubicBezTo>
                <a:cubicBezTo>
                  <a:pt x="3" y="52"/>
                  <a:pt x="2" y="51"/>
                  <a:pt x="2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2" y="28"/>
                  <a:pt x="2" y="28"/>
                  <a:pt x="2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8"/>
                  <a:pt x="0" y="28"/>
                  <a:pt x="0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7"/>
                  <a:pt x="1" y="16"/>
                  <a:pt x="2" y="16"/>
                </a:cubicBezTo>
                <a:close/>
                <a:moveTo>
                  <a:pt x="27" y="48"/>
                </a:moveTo>
                <a:cubicBezTo>
                  <a:pt x="27" y="48"/>
                  <a:pt x="27" y="48"/>
                  <a:pt x="27" y="48"/>
                </a:cubicBezTo>
                <a:cubicBezTo>
                  <a:pt x="27" y="28"/>
                  <a:pt x="27" y="28"/>
                  <a:pt x="27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48"/>
                  <a:pt x="20" y="48"/>
                  <a:pt x="20" y="48"/>
                </a:cubicBezTo>
                <a:cubicBezTo>
                  <a:pt x="27" y="48"/>
                  <a:pt x="27" y="48"/>
                  <a:pt x="27" y="48"/>
                </a:cubicBezTo>
                <a:close/>
                <a:moveTo>
                  <a:pt x="18" y="48"/>
                </a:moveTo>
                <a:cubicBezTo>
                  <a:pt x="18" y="48"/>
                  <a:pt x="18" y="48"/>
                  <a:pt x="18" y="48"/>
                </a:cubicBezTo>
                <a:cubicBezTo>
                  <a:pt x="18" y="28"/>
                  <a:pt x="18" y="28"/>
                  <a:pt x="18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48"/>
                  <a:pt x="6" y="48"/>
                  <a:pt x="6" y="48"/>
                </a:cubicBezTo>
                <a:cubicBezTo>
                  <a:pt x="18" y="48"/>
                  <a:pt x="18" y="48"/>
                  <a:pt x="18" y="48"/>
                </a:cubicBezTo>
                <a:close/>
                <a:moveTo>
                  <a:pt x="30" y="28"/>
                </a:moveTo>
                <a:cubicBezTo>
                  <a:pt x="30" y="28"/>
                  <a:pt x="30" y="28"/>
                  <a:pt x="30" y="28"/>
                </a:cubicBezTo>
                <a:cubicBezTo>
                  <a:pt x="30" y="48"/>
                  <a:pt x="30" y="48"/>
                  <a:pt x="30" y="48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28"/>
                  <a:pt x="41" y="28"/>
                  <a:pt x="41" y="28"/>
                </a:cubicBezTo>
                <a:cubicBezTo>
                  <a:pt x="30" y="28"/>
                  <a:pt x="30" y="28"/>
                  <a:pt x="30" y="28"/>
                </a:cubicBezTo>
                <a:close/>
                <a:moveTo>
                  <a:pt x="24" y="4"/>
                </a:moveTo>
                <a:cubicBezTo>
                  <a:pt x="24" y="4"/>
                  <a:pt x="24" y="4"/>
                  <a:pt x="24" y="4"/>
                </a:cubicBezTo>
                <a:cubicBezTo>
                  <a:pt x="25" y="4"/>
                  <a:pt x="26" y="5"/>
                  <a:pt x="26" y="5"/>
                </a:cubicBezTo>
                <a:cubicBezTo>
                  <a:pt x="27" y="4"/>
                  <a:pt x="27" y="3"/>
                  <a:pt x="28" y="2"/>
                </a:cubicBezTo>
                <a:cubicBezTo>
                  <a:pt x="29" y="1"/>
                  <a:pt x="31" y="0"/>
                  <a:pt x="33" y="0"/>
                </a:cubicBezTo>
                <a:cubicBezTo>
                  <a:pt x="35" y="0"/>
                  <a:pt x="37" y="1"/>
                  <a:pt x="38" y="2"/>
                </a:cubicBezTo>
                <a:cubicBezTo>
                  <a:pt x="39" y="4"/>
                  <a:pt x="40" y="5"/>
                  <a:pt x="40" y="7"/>
                </a:cubicBezTo>
                <a:cubicBezTo>
                  <a:pt x="40" y="9"/>
                  <a:pt x="39" y="11"/>
                  <a:pt x="38" y="12"/>
                </a:cubicBezTo>
                <a:cubicBezTo>
                  <a:pt x="37" y="13"/>
                  <a:pt x="35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27" y="14"/>
                  <a:pt x="21" y="14"/>
                  <a:pt x="15" y="14"/>
                </a:cubicBezTo>
                <a:cubicBezTo>
                  <a:pt x="15" y="14"/>
                  <a:pt x="15" y="14"/>
                  <a:pt x="15" y="14"/>
                </a:cubicBezTo>
                <a:cubicBezTo>
                  <a:pt x="13" y="14"/>
                  <a:pt x="11" y="13"/>
                  <a:pt x="10" y="12"/>
                </a:cubicBezTo>
                <a:cubicBezTo>
                  <a:pt x="8" y="11"/>
                  <a:pt x="8" y="9"/>
                  <a:pt x="8" y="7"/>
                </a:cubicBezTo>
                <a:cubicBezTo>
                  <a:pt x="8" y="5"/>
                  <a:pt x="8" y="4"/>
                  <a:pt x="10" y="2"/>
                </a:cubicBezTo>
                <a:cubicBezTo>
                  <a:pt x="11" y="1"/>
                  <a:pt x="13" y="0"/>
                  <a:pt x="15" y="0"/>
                </a:cubicBezTo>
                <a:cubicBezTo>
                  <a:pt x="16" y="0"/>
                  <a:pt x="18" y="1"/>
                  <a:pt x="19" y="2"/>
                </a:cubicBezTo>
                <a:cubicBezTo>
                  <a:pt x="20" y="3"/>
                  <a:pt x="21" y="4"/>
                  <a:pt x="21" y="5"/>
                </a:cubicBezTo>
                <a:cubicBezTo>
                  <a:pt x="22" y="5"/>
                  <a:pt x="23" y="4"/>
                  <a:pt x="24" y="4"/>
                </a:cubicBezTo>
                <a:close/>
                <a:moveTo>
                  <a:pt x="26" y="7"/>
                </a:moveTo>
                <a:cubicBezTo>
                  <a:pt x="26" y="7"/>
                  <a:pt x="26" y="7"/>
                  <a:pt x="26" y="7"/>
                </a:cubicBezTo>
                <a:cubicBezTo>
                  <a:pt x="25" y="7"/>
                  <a:pt x="25" y="7"/>
                  <a:pt x="24" y="7"/>
                </a:cubicBezTo>
                <a:cubicBezTo>
                  <a:pt x="23" y="7"/>
                  <a:pt x="22" y="7"/>
                  <a:pt x="22" y="7"/>
                </a:cubicBezTo>
                <a:cubicBezTo>
                  <a:pt x="22" y="8"/>
                  <a:pt x="21" y="8"/>
                  <a:pt x="21" y="9"/>
                </a:cubicBezTo>
                <a:cubicBezTo>
                  <a:pt x="21" y="10"/>
                  <a:pt x="22" y="11"/>
                  <a:pt x="22" y="11"/>
                </a:cubicBezTo>
                <a:cubicBezTo>
                  <a:pt x="22" y="11"/>
                  <a:pt x="23" y="12"/>
                  <a:pt x="24" y="12"/>
                </a:cubicBezTo>
                <a:cubicBezTo>
                  <a:pt x="24" y="12"/>
                  <a:pt x="25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0"/>
                  <a:pt x="26" y="9"/>
                </a:cubicBezTo>
                <a:cubicBezTo>
                  <a:pt x="26" y="8"/>
                  <a:pt x="26" y="8"/>
                  <a:pt x="26" y="7"/>
                </a:cubicBezTo>
                <a:close/>
                <a:moveTo>
                  <a:pt x="28" y="7"/>
                </a:moveTo>
                <a:cubicBezTo>
                  <a:pt x="28" y="7"/>
                  <a:pt x="28" y="7"/>
                  <a:pt x="28" y="7"/>
                </a:cubicBezTo>
                <a:cubicBezTo>
                  <a:pt x="29" y="8"/>
                  <a:pt x="29" y="9"/>
                  <a:pt x="29" y="9"/>
                </a:cubicBezTo>
                <a:cubicBezTo>
                  <a:pt x="29" y="10"/>
                  <a:pt x="28" y="11"/>
                  <a:pt x="28" y="12"/>
                </a:cubicBezTo>
                <a:cubicBezTo>
                  <a:pt x="33" y="12"/>
                  <a:pt x="33" y="12"/>
                  <a:pt x="33" y="12"/>
                </a:cubicBezTo>
                <a:cubicBezTo>
                  <a:pt x="34" y="12"/>
                  <a:pt x="35" y="11"/>
                  <a:pt x="36" y="10"/>
                </a:cubicBezTo>
                <a:cubicBezTo>
                  <a:pt x="37" y="10"/>
                  <a:pt x="37" y="8"/>
                  <a:pt x="37" y="7"/>
                </a:cubicBezTo>
                <a:cubicBezTo>
                  <a:pt x="37" y="6"/>
                  <a:pt x="37" y="5"/>
                  <a:pt x="36" y="4"/>
                </a:cubicBezTo>
                <a:cubicBezTo>
                  <a:pt x="35" y="3"/>
                  <a:pt x="34" y="3"/>
                  <a:pt x="33" y="3"/>
                </a:cubicBezTo>
                <a:cubicBezTo>
                  <a:pt x="32" y="3"/>
                  <a:pt x="30" y="3"/>
                  <a:pt x="30" y="4"/>
                </a:cubicBezTo>
                <a:cubicBezTo>
                  <a:pt x="29" y="5"/>
                  <a:pt x="28" y="6"/>
                  <a:pt x="28" y="7"/>
                </a:cubicBezTo>
                <a:cubicBezTo>
                  <a:pt x="28" y="7"/>
                  <a:pt x="28" y="7"/>
                  <a:pt x="28" y="7"/>
                </a:cubicBezTo>
                <a:close/>
                <a:moveTo>
                  <a:pt x="20" y="12"/>
                </a:moveTo>
                <a:cubicBezTo>
                  <a:pt x="20" y="12"/>
                  <a:pt x="20" y="12"/>
                  <a:pt x="20" y="12"/>
                </a:cubicBezTo>
                <a:cubicBezTo>
                  <a:pt x="19" y="11"/>
                  <a:pt x="19" y="10"/>
                  <a:pt x="19" y="9"/>
                </a:cubicBezTo>
                <a:cubicBezTo>
                  <a:pt x="19" y="9"/>
                  <a:pt x="19" y="8"/>
                  <a:pt x="19" y="8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6"/>
                  <a:pt x="19" y="5"/>
                  <a:pt x="18" y="4"/>
                </a:cubicBezTo>
                <a:cubicBezTo>
                  <a:pt x="17" y="3"/>
                  <a:pt x="16" y="3"/>
                  <a:pt x="15" y="3"/>
                </a:cubicBezTo>
                <a:cubicBezTo>
                  <a:pt x="13" y="3"/>
                  <a:pt x="12" y="3"/>
                  <a:pt x="11" y="4"/>
                </a:cubicBezTo>
                <a:cubicBezTo>
                  <a:pt x="10" y="5"/>
                  <a:pt x="10" y="6"/>
                  <a:pt x="10" y="7"/>
                </a:cubicBezTo>
                <a:cubicBezTo>
                  <a:pt x="10" y="8"/>
                  <a:pt x="10" y="10"/>
                  <a:pt x="11" y="10"/>
                </a:cubicBezTo>
                <a:cubicBezTo>
                  <a:pt x="12" y="11"/>
                  <a:pt x="13" y="12"/>
                  <a:pt x="15" y="12"/>
                </a:cubicBezTo>
                <a:cubicBezTo>
                  <a:pt x="20" y="12"/>
                  <a:pt x="20" y="12"/>
                  <a:pt x="20" y="12"/>
                </a:cubicBezTo>
                <a:close/>
                <a:moveTo>
                  <a:pt x="43" y="20"/>
                </a:moveTo>
                <a:cubicBezTo>
                  <a:pt x="43" y="20"/>
                  <a:pt x="43" y="20"/>
                  <a:pt x="43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5"/>
                  <a:pt x="4" y="25"/>
                  <a:pt x="4" y="25"/>
                </a:cubicBezTo>
                <a:cubicBezTo>
                  <a:pt x="18" y="25"/>
                  <a:pt x="29" y="25"/>
                  <a:pt x="43" y="25"/>
                </a:cubicBezTo>
                <a:cubicBezTo>
                  <a:pt x="43" y="20"/>
                  <a:pt x="43" y="20"/>
                  <a:pt x="43" y="2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26" name="Freeform 160">
            <a:extLst>
              <a:ext uri="{FF2B5EF4-FFF2-40B4-BE49-F238E27FC236}">
                <a16:creationId xmlns:a16="http://schemas.microsoft.com/office/drawing/2014/main" id="{BAD572FC-22B2-56BB-6248-AB882CDD9DE6}"/>
              </a:ext>
            </a:extLst>
          </p:cNvPr>
          <p:cNvSpPr>
            <a:spLocks noEditPoints="1"/>
          </p:cNvSpPr>
          <p:nvPr/>
        </p:nvSpPr>
        <p:spPr bwMode="auto">
          <a:xfrm>
            <a:off x="4660301" y="3895115"/>
            <a:ext cx="201084" cy="215900"/>
          </a:xfrm>
          <a:custGeom>
            <a:avLst/>
            <a:gdLst>
              <a:gd name="T0" fmla="*/ 121934 w 47"/>
              <a:gd name="T1" fmla="*/ 104775 h 51"/>
              <a:gd name="T2" fmla="*/ 141187 w 47"/>
              <a:gd name="T3" fmla="*/ 114300 h 51"/>
              <a:gd name="T4" fmla="*/ 141187 w 47"/>
              <a:gd name="T5" fmla="*/ 114300 h 51"/>
              <a:gd name="T6" fmla="*/ 150813 w 47"/>
              <a:gd name="T7" fmla="*/ 133350 h 51"/>
              <a:gd name="T8" fmla="*/ 121934 w 47"/>
              <a:gd name="T9" fmla="*/ 161925 h 51"/>
              <a:gd name="T10" fmla="*/ 93055 w 47"/>
              <a:gd name="T11" fmla="*/ 133350 h 51"/>
              <a:gd name="T12" fmla="*/ 96264 w 47"/>
              <a:gd name="T13" fmla="*/ 123825 h 51"/>
              <a:gd name="T14" fmla="*/ 67385 w 47"/>
              <a:gd name="T15" fmla="*/ 107950 h 51"/>
              <a:gd name="T16" fmla="*/ 64176 w 47"/>
              <a:gd name="T17" fmla="*/ 107950 h 51"/>
              <a:gd name="T18" fmla="*/ 64176 w 47"/>
              <a:gd name="T19" fmla="*/ 107950 h 51"/>
              <a:gd name="T20" fmla="*/ 38505 w 47"/>
              <a:gd name="T21" fmla="*/ 117475 h 51"/>
              <a:gd name="T22" fmla="*/ 0 w 47"/>
              <a:gd name="T23" fmla="*/ 82550 h 51"/>
              <a:gd name="T24" fmla="*/ 38505 w 47"/>
              <a:gd name="T25" fmla="*/ 44450 h 51"/>
              <a:gd name="T26" fmla="*/ 64176 w 47"/>
              <a:gd name="T27" fmla="*/ 53975 h 51"/>
              <a:gd name="T28" fmla="*/ 64176 w 47"/>
              <a:gd name="T29" fmla="*/ 53975 h 51"/>
              <a:gd name="T30" fmla="*/ 64176 w 47"/>
              <a:gd name="T31" fmla="*/ 53975 h 51"/>
              <a:gd name="T32" fmla="*/ 67385 w 47"/>
              <a:gd name="T33" fmla="*/ 57150 h 51"/>
              <a:gd name="T34" fmla="*/ 96264 w 47"/>
              <a:gd name="T35" fmla="*/ 38100 h 51"/>
              <a:gd name="T36" fmla="*/ 93055 w 47"/>
              <a:gd name="T37" fmla="*/ 28575 h 51"/>
              <a:gd name="T38" fmla="*/ 121934 w 47"/>
              <a:gd name="T39" fmla="*/ 0 h 51"/>
              <a:gd name="T40" fmla="*/ 150813 w 47"/>
              <a:gd name="T41" fmla="*/ 28575 h 51"/>
              <a:gd name="T42" fmla="*/ 121934 w 47"/>
              <a:gd name="T43" fmla="*/ 57150 h 51"/>
              <a:gd name="T44" fmla="*/ 102681 w 47"/>
              <a:gd name="T45" fmla="*/ 47625 h 51"/>
              <a:gd name="T46" fmla="*/ 102681 w 47"/>
              <a:gd name="T47" fmla="*/ 47625 h 51"/>
              <a:gd name="T48" fmla="*/ 73802 w 47"/>
              <a:gd name="T49" fmla="*/ 66675 h 51"/>
              <a:gd name="T50" fmla="*/ 77011 w 47"/>
              <a:gd name="T51" fmla="*/ 82550 h 51"/>
              <a:gd name="T52" fmla="*/ 73802 w 47"/>
              <a:gd name="T53" fmla="*/ 95250 h 51"/>
              <a:gd name="T54" fmla="*/ 102681 w 47"/>
              <a:gd name="T55" fmla="*/ 114300 h 51"/>
              <a:gd name="T56" fmla="*/ 102681 w 47"/>
              <a:gd name="T57" fmla="*/ 114300 h 51"/>
              <a:gd name="T58" fmla="*/ 102681 w 47"/>
              <a:gd name="T59" fmla="*/ 114300 h 51"/>
              <a:gd name="T60" fmla="*/ 102681 w 47"/>
              <a:gd name="T61" fmla="*/ 114300 h 51"/>
              <a:gd name="T62" fmla="*/ 121934 w 47"/>
              <a:gd name="T63" fmla="*/ 104775 h 51"/>
              <a:gd name="T64" fmla="*/ 134769 w 47"/>
              <a:gd name="T65" fmla="*/ 120650 h 51"/>
              <a:gd name="T66" fmla="*/ 134769 w 47"/>
              <a:gd name="T67" fmla="*/ 120650 h 51"/>
              <a:gd name="T68" fmla="*/ 121934 w 47"/>
              <a:gd name="T69" fmla="*/ 117475 h 51"/>
              <a:gd name="T70" fmla="*/ 112308 w 47"/>
              <a:gd name="T71" fmla="*/ 120650 h 51"/>
              <a:gd name="T72" fmla="*/ 112308 w 47"/>
              <a:gd name="T73" fmla="*/ 120650 h 51"/>
              <a:gd name="T74" fmla="*/ 105890 w 47"/>
              <a:gd name="T75" fmla="*/ 133350 h 51"/>
              <a:gd name="T76" fmla="*/ 121934 w 47"/>
              <a:gd name="T77" fmla="*/ 149225 h 51"/>
              <a:gd name="T78" fmla="*/ 137978 w 47"/>
              <a:gd name="T79" fmla="*/ 133350 h 51"/>
              <a:gd name="T80" fmla="*/ 134769 w 47"/>
              <a:gd name="T81" fmla="*/ 120650 h 51"/>
              <a:gd name="T82" fmla="*/ 134769 w 47"/>
              <a:gd name="T83" fmla="*/ 120650 h 51"/>
              <a:gd name="T84" fmla="*/ 54549 w 47"/>
              <a:gd name="T85" fmla="*/ 63500 h 51"/>
              <a:gd name="T86" fmla="*/ 54549 w 47"/>
              <a:gd name="T87" fmla="*/ 63500 h 51"/>
              <a:gd name="T88" fmla="*/ 38505 w 47"/>
              <a:gd name="T89" fmla="*/ 57150 h 51"/>
              <a:gd name="T90" fmla="*/ 12835 w 47"/>
              <a:gd name="T91" fmla="*/ 82550 h 51"/>
              <a:gd name="T92" fmla="*/ 38505 w 47"/>
              <a:gd name="T93" fmla="*/ 107950 h 51"/>
              <a:gd name="T94" fmla="*/ 54549 w 47"/>
              <a:gd name="T95" fmla="*/ 98425 h 51"/>
              <a:gd name="T96" fmla="*/ 54549 w 47"/>
              <a:gd name="T97" fmla="*/ 98425 h 51"/>
              <a:gd name="T98" fmla="*/ 64176 w 47"/>
              <a:gd name="T99" fmla="*/ 82550 h 51"/>
              <a:gd name="T100" fmla="*/ 54549 w 47"/>
              <a:gd name="T101" fmla="*/ 63500 h 51"/>
              <a:gd name="T102" fmla="*/ 54549 w 47"/>
              <a:gd name="T103" fmla="*/ 63500 h 51"/>
              <a:gd name="T104" fmla="*/ 121934 w 47"/>
              <a:gd name="T105" fmla="*/ 12700 h 51"/>
              <a:gd name="T106" fmla="*/ 121934 w 47"/>
              <a:gd name="T107" fmla="*/ 12700 h 51"/>
              <a:gd name="T108" fmla="*/ 105890 w 47"/>
              <a:gd name="T109" fmla="*/ 28575 h 51"/>
              <a:gd name="T110" fmla="*/ 109099 w 47"/>
              <a:gd name="T111" fmla="*/ 38100 h 51"/>
              <a:gd name="T112" fmla="*/ 109099 w 47"/>
              <a:gd name="T113" fmla="*/ 38100 h 51"/>
              <a:gd name="T114" fmla="*/ 112308 w 47"/>
              <a:gd name="T115" fmla="*/ 41275 h 51"/>
              <a:gd name="T116" fmla="*/ 112308 w 47"/>
              <a:gd name="T117" fmla="*/ 41275 h 51"/>
              <a:gd name="T118" fmla="*/ 121934 w 47"/>
              <a:gd name="T119" fmla="*/ 44450 h 51"/>
              <a:gd name="T120" fmla="*/ 137978 w 47"/>
              <a:gd name="T121" fmla="*/ 28575 h 51"/>
              <a:gd name="T122" fmla="*/ 121934 w 47"/>
              <a:gd name="T123" fmla="*/ 12700 h 5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7" h="51">
                <a:moveTo>
                  <a:pt x="38" y="33"/>
                </a:moveTo>
                <a:cubicBezTo>
                  <a:pt x="41" y="33"/>
                  <a:pt x="43" y="34"/>
                  <a:pt x="44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46" y="37"/>
                  <a:pt x="47" y="40"/>
                  <a:pt x="47" y="42"/>
                </a:cubicBezTo>
                <a:cubicBezTo>
                  <a:pt x="47" y="47"/>
                  <a:pt x="43" y="51"/>
                  <a:pt x="38" y="51"/>
                </a:cubicBezTo>
                <a:cubicBezTo>
                  <a:pt x="33" y="51"/>
                  <a:pt x="29" y="47"/>
                  <a:pt x="29" y="42"/>
                </a:cubicBezTo>
                <a:cubicBezTo>
                  <a:pt x="29" y="41"/>
                  <a:pt x="30" y="40"/>
                  <a:pt x="30" y="39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0" y="34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18" y="36"/>
                  <a:pt x="15" y="37"/>
                  <a:pt x="12" y="37"/>
                </a:cubicBezTo>
                <a:cubicBezTo>
                  <a:pt x="5" y="37"/>
                  <a:pt x="0" y="32"/>
                  <a:pt x="0" y="26"/>
                </a:cubicBezTo>
                <a:cubicBezTo>
                  <a:pt x="0" y="19"/>
                  <a:pt x="5" y="14"/>
                  <a:pt x="12" y="14"/>
                </a:cubicBezTo>
                <a:cubicBezTo>
                  <a:pt x="15" y="14"/>
                  <a:pt x="18" y="15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21" y="17"/>
                  <a:pt x="21" y="18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1"/>
                  <a:pt x="29" y="10"/>
                  <a:pt x="29" y="9"/>
                </a:cubicBezTo>
                <a:cubicBezTo>
                  <a:pt x="29" y="4"/>
                  <a:pt x="33" y="0"/>
                  <a:pt x="38" y="0"/>
                </a:cubicBezTo>
                <a:cubicBezTo>
                  <a:pt x="43" y="0"/>
                  <a:pt x="47" y="4"/>
                  <a:pt x="47" y="9"/>
                </a:cubicBezTo>
                <a:cubicBezTo>
                  <a:pt x="47" y="14"/>
                  <a:pt x="43" y="18"/>
                  <a:pt x="38" y="18"/>
                </a:cubicBezTo>
                <a:cubicBezTo>
                  <a:pt x="36" y="18"/>
                  <a:pt x="34" y="17"/>
                  <a:pt x="32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23" y="21"/>
                  <a:pt x="23" y="21"/>
                  <a:pt x="23" y="21"/>
                </a:cubicBezTo>
                <a:cubicBezTo>
                  <a:pt x="23" y="22"/>
                  <a:pt x="24" y="24"/>
                  <a:pt x="24" y="26"/>
                </a:cubicBezTo>
                <a:cubicBezTo>
                  <a:pt x="24" y="27"/>
                  <a:pt x="23" y="29"/>
                  <a:pt x="23" y="30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6"/>
                  <a:pt x="32" y="36"/>
                  <a:pt x="32" y="36"/>
                </a:cubicBezTo>
                <a:cubicBezTo>
                  <a:pt x="34" y="34"/>
                  <a:pt x="36" y="33"/>
                  <a:pt x="38" y="33"/>
                </a:cubicBezTo>
                <a:close/>
                <a:moveTo>
                  <a:pt x="42" y="38"/>
                </a:moveTo>
                <a:cubicBezTo>
                  <a:pt x="42" y="38"/>
                  <a:pt x="42" y="38"/>
                  <a:pt x="42" y="38"/>
                </a:cubicBezTo>
                <a:cubicBezTo>
                  <a:pt x="41" y="38"/>
                  <a:pt x="40" y="37"/>
                  <a:pt x="38" y="37"/>
                </a:cubicBezTo>
                <a:cubicBezTo>
                  <a:pt x="37" y="37"/>
                  <a:pt x="36" y="38"/>
                  <a:pt x="35" y="38"/>
                </a:cubicBezTo>
                <a:cubicBezTo>
                  <a:pt x="35" y="38"/>
                  <a:pt x="35" y="38"/>
                  <a:pt x="35" y="38"/>
                </a:cubicBezTo>
                <a:cubicBezTo>
                  <a:pt x="34" y="39"/>
                  <a:pt x="33" y="41"/>
                  <a:pt x="33" y="42"/>
                </a:cubicBezTo>
                <a:cubicBezTo>
                  <a:pt x="33" y="45"/>
                  <a:pt x="36" y="47"/>
                  <a:pt x="38" y="47"/>
                </a:cubicBezTo>
                <a:cubicBezTo>
                  <a:pt x="41" y="47"/>
                  <a:pt x="43" y="45"/>
                  <a:pt x="43" y="42"/>
                </a:cubicBezTo>
                <a:cubicBezTo>
                  <a:pt x="43" y="41"/>
                  <a:pt x="43" y="39"/>
                  <a:pt x="42" y="38"/>
                </a:cubicBezTo>
                <a:cubicBezTo>
                  <a:pt x="42" y="38"/>
                  <a:pt x="42" y="38"/>
                  <a:pt x="42" y="38"/>
                </a:cubicBezTo>
                <a:close/>
                <a:moveTo>
                  <a:pt x="17" y="20"/>
                </a:moveTo>
                <a:cubicBezTo>
                  <a:pt x="17" y="20"/>
                  <a:pt x="17" y="20"/>
                  <a:pt x="17" y="20"/>
                </a:cubicBezTo>
                <a:cubicBezTo>
                  <a:pt x="16" y="18"/>
                  <a:pt x="14" y="18"/>
                  <a:pt x="12" y="18"/>
                </a:cubicBezTo>
                <a:cubicBezTo>
                  <a:pt x="7" y="18"/>
                  <a:pt x="4" y="21"/>
                  <a:pt x="4" y="26"/>
                </a:cubicBezTo>
                <a:cubicBezTo>
                  <a:pt x="4" y="30"/>
                  <a:pt x="7" y="34"/>
                  <a:pt x="12" y="34"/>
                </a:cubicBezTo>
                <a:cubicBezTo>
                  <a:pt x="14" y="34"/>
                  <a:pt x="16" y="33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9" y="30"/>
                  <a:pt x="20" y="28"/>
                  <a:pt x="20" y="26"/>
                </a:cubicBezTo>
                <a:cubicBezTo>
                  <a:pt x="20" y="23"/>
                  <a:pt x="19" y="21"/>
                  <a:pt x="17" y="20"/>
                </a:cubicBezTo>
                <a:cubicBezTo>
                  <a:pt x="17" y="20"/>
                  <a:pt x="17" y="20"/>
                  <a:pt x="17" y="20"/>
                </a:cubicBezTo>
                <a:close/>
                <a:moveTo>
                  <a:pt x="38" y="4"/>
                </a:moveTo>
                <a:cubicBezTo>
                  <a:pt x="38" y="4"/>
                  <a:pt x="38" y="4"/>
                  <a:pt x="38" y="4"/>
                </a:cubicBezTo>
                <a:cubicBezTo>
                  <a:pt x="36" y="4"/>
                  <a:pt x="33" y="7"/>
                  <a:pt x="33" y="9"/>
                </a:cubicBezTo>
                <a:cubicBezTo>
                  <a:pt x="33" y="10"/>
                  <a:pt x="34" y="11"/>
                  <a:pt x="34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2"/>
                  <a:pt x="34" y="12"/>
                  <a:pt x="35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6" y="14"/>
                  <a:pt x="37" y="14"/>
                  <a:pt x="38" y="14"/>
                </a:cubicBezTo>
                <a:cubicBezTo>
                  <a:pt x="41" y="14"/>
                  <a:pt x="43" y="12"/>
                  <a:pt x="43" y="9"/>
                </a:cubicBezTo>
                <a:cubicBezTo>
                  <a:pt x="43" y="7"/>
                  <a:pt x="41" y="4"/>
                  <a:pt x="38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27" name="Freeform 161">
            <a:extLst>
              <a:ext uri="{FF2B5EF4-FFF2-40B4-BE49-F238E27FC236}">
                <a16:creationId xmlns:a16="http://schemas.microsoft.com/office/drawing/2014/main" id="{96BF542E-140F-371D-8C5F-EC5C67433081}"/>
              </a:ext>
            </a:extLst>
          </p:cNvPr>
          <p:cNvSpPr>
            <a:spLocks noEditPoints="1"/>
          </p:cNvSpPr>
          <p:nvPr/>
        </p:nvSpPr>
        <p:spPr bwMode="auto">
          <a:xfrm>
            <a:off x="3864435" y="3425215"/>
            <a:ext cx="283633" cy="232833"/>
          </a:xfrm>
          <a:custGeom>
            <a:avLst/>
            <a:gdLst>
              <a:gd name="T0" fmla="*/ 41275 w 67"/>
              <a:gd name="T1" fmla="*/ 50800 h 55"/>
              <a:gd name="T2" fmla="*/ 22225 w 67"/>
              <a:gd name="T3" fmla="*/ 22225 h 55"/>
              <a:gd name="T4" fmla="*/ 79375 w 67"/>
              <a:gd name="T5" fmla="*/ 22225 h 55"/>
              <a:gd name="T6" fmla="*/ 127000 w 67"/>
              <a:gd name="T7" fmla="*/ 50800 h 55"/>
              <a:gd name="T8" fmla="*/ 12700 w 67"/>
              <a:gd name="T9" fmla="*/ 63500 h 55"/>
              <a:gd name="T10" fmla="*/ 146050 w 67"/>
              <a:gd name="T11" fmla="*/ 82550 h 55"/>
              <a:gd name="T12" fmla="*/ 158750 w 67"/>
              <a:gd name="T13" fmla="*/ 168275 h 55"/>
              <a:gd name="T14" fmla="*/ 6350 w 67"/>
              <a:gd name="T15" fmla="*/ 174625 h 55"/>
              <a:gd name="T16" fmla="*/ 0 w 67"/>
              <a:gd name="T17" fmla="*/ 57150 h 55"/>
              <a:gd name="T18" fmla="*/ 152400 w 67"/>
              <a:gd name="T19" fmla="*/ 15875 h 55"/>
              <a:gd name="T20" fmla="*/ 152400 w 67"/>
              <a:gd name="T21" fmla="*/ 50800 h 55"/>
              <a:gd name="T22" fmla="*/ 165100 w 67"/>
              <a:gd name="T23" fmla="*/ 57150 h 55"/>
              <a:gd name="T24" fmla="*/ 196850 w 67"/>
              <a:gd name="T25" fmla="*/ 15875 h 55"/>
              <a:gd name="T26" fmla="*/ 149225 w 67"/>
              <a:gd name="T27" fmla="*/ 9525 h 55"/>
              <a:gd name="T28" fmla="*/ 174625 w 67"/>
              <a:gd name="T29" fmla="*/ 66675 h 55"/>
              <a:gd name="T30" fmla="*/ 149225 w 67"/>
              <a:gd name="T31" fmla="*/ 73025 h 55"/>
              <a:gd name="T32" fmla="*/ 136525 w 67"/>
              <a:gd name="T33" fmla="*/ 34925 h 55"/>
              <a:gd name="T34" fmla="*/ 130175 w 67"/>
              <a:gd name="T35" fmla="*/ 85725 h 55"/>
              <a:gd name="T36" fmla="*/ 123825 w 67"/>
              <a:gd name="T37" fmla="*/ 92075 h 55"/>
              <a:gd name="T38" fmla="*/ 130175 w 67"/>
              <a:gd name="T39" fmla="*/ 107950 h 55"/>
              <a:gd name="T40" fmla="*/ 123825 w 67"/>
              <a:gd name="T41" fmla="*/ 114300 h 55"/>
              <a:gd name="T42" fmla="*/ 130175 w 67"/>
              <a:gd name="T43" fmla="*/ 130175 h 55"/>
              <a:gd name="T44" fmla="*/ 139700 w 67"/>
              <a:gd name="T45" fmla="*/ 142875 h 55"/>
              <a:gd name="T46" fmla="*/ 130175 w 67"/>
              <a:gd name="T47" fmla="*/ 152400 h 55"/>
              <a:gd name="T48" fmla="*/ 117475 w 67"/>
              <a:gd name="T49" fmla="*/ 142875 h 55"/>
              <a:gd name="T50" fmla="*/ 130175 w 67"/>
              <a:gd name="T51" fmla="*/ 130175 h 55"/>
              <a:gd name="T52" fmla="*/ 130175 w 67"/>
              <a:gd name="T53" fmla="*/ 136525 h 55"/>
              <a:gd name="T54" fmla="*/ 127000 w 67"/>
              <a:gd name="T55" fmla="*/ 139700 h 55"/>
              <a:gd name="T56" fmla="*/ 127000 w 67"/>
              <a:gd name="T57" fmla="*/ 146050 h 55"/>
              <a:gd name="T58" fmla="*/ 133350 w 67"/>
              <a:gd name="T59" fmla="*/ 146050 h 55"/>
              <a:gd name="T60" fmla="*/ 133350 w 67"/>
              <a:gd name="T61" fmla="*/ 139700 h 55"/>
              <a:gd name="T62" fmla="*/ 101600 w 67"/>
              <a:gd name="T63" fmla="*/ 69850 h 55"/>
              <a:gd name="T64" fmla="*/ 111125 w 67"/>
              <a:gd name="T65" fmla="*/ 73025 h 55"/>
              <a:gd name="T66" fmla="*/ 111125 w 67"/>
              <a:gd name="T67" fmla="*/ 152400 h 55"/>
              <a:gd name="T68" fmla="*/ 22225 w 67"/>
              <a:gd name="T69" fmla="*/ 152400 h 55"/>
              <a:gd name="T70" fmla="*/ 19050 w 67"/>
              <a:gd name="T71" fmla="*/ 142875 h 55"/>
              <a:gd name="T72" fmla="*/ 22225 w 67"/>
              <a:gd name="T73" fmla="*/ 73025 h 55"/>
              <a:gd name="T74" fmla="*/ 101600 w 67"/>
              <a:gd name="T75" fmla="*/ 76200 h 55"/>
              <a:gd name="T76" fmla="*/ 28575 w 67"/>
              <a:gd name="T77" fmla="*/ 79375 h 55"/>
              <a:gd name="T78" fmla="*/ 28575 w 67"/>
              <a:gd name="T79" fmla="*/ 142875 h 55"/>
              <a:gd name="T80" fmla="*/ 31750 w 67"/>
              <a:gd name="T81" fmla="*/ 149225 h 55"/>
              <a:gd name="T82" fmla="*/ 107950 w 67"/>
              <a:gd name="T83" fmla="*/ 142875 h 55"/>
              <a:gd name="T84" fmla="*/ 107950 w 67"/>
              <a:gd name="T85" fmla="*/ 79375 h 55"/>
              <a:gd name="T86" fmla="*/ 22225 w 67"/>
              <a:gd name="T87" fmla="*/ 73025 h 5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7" h="55">
                <a:moveTo>
                  <a:pt x="2" y="16"/>
                </a:moveTo>
                <a:cubicBezTo>
                  <a:pt x="2" y="16"/>
                  <a:pt x="2" y="16"/>
                  <a:pt x="2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5" y="8"/>
                  <a:pt x="5" y="8"/>
                  <a:pt x="5" y="8"/>
                </a:cubicBezTo>
                <a:cubicBezTo>
                  <a:pt x="4" y="8"/>
                  <a:pt x="4" y="7"/>
                  <a:pt x="5" y="7"/>
                </a:cubicBezTo>
                <a:cubicBezTo>
                  <a:pt x="5" y="6"/>
                  <a:pt x="6" y="6"/>
                  <a:pt x="7" y="7"/>
                </a:cubicBezTo>
                <a:cubicBezTo>
                  <a:pt x="15" y="15"/>
                  <a:pt x="15" y="15"/>
                  <a:pt x="15" y="15"/>
                </a:cubicBezTo>
                <a:cubicBezTo>
                  <a:pt x="23" y="7"/>
                  <a:pt x="23" y="7"/>
                  <a:pt x="23" y="7"/>
                </a:cubicBezTo>
                <a:cubicBezTo>
                  <a:pt x="24" y="6"/>
                  <a:pt x="24" y="6"/>
                  <a:pt x="25" y="7"/>
                </a:cubicBezTo>
                <a:cubicBezTo>
                  <a:pt x="25" y="7"/>
                  <a:pt x="25" y="8"/>
                  <a:pt x="25" y="8"/>
                </a:cubicBezTo>
                <a:cubicBezTo>
                  <a:pt x="17" y="16"/>
                  <a:pt x="17" y="16"/>
                  <a:pt x="17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41" y="16"/>
                  <a:pt x="42" y="17"/>
                  <a:pt x="42" y="18"/>
                </a:cubicBezTo>
                <a:cubicBezTo>
                  <a:pt x="42" y="19"/>
                  <a:pt x="41" y="20"/>
                  <a:pt x="40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51"/>
                  <a:pt x="4" y="51"/>
                  <a:pt x="4" y="51"/>
                </a:cubicBezTo>
                <a:cubicBezTo>
                  <a:pt x="46" y="51"/>
                  <a:pt x="46" y="51"/>
                  <a:pt x="46" y="51"/>
                </a:cubicBezTo>
                <a:cubicBezTo>
                  <a:pt x="46" y="26"/>
                  <a:pt x="46" y="26"/>
                  <a:pt x="46" y="26"/>
                </a:cubicBezTo>
                <a:cubicBezTo>
                  <a:pt x="46" y="25"/>
                  <a:pt x="47" y="24"/>
                  <a:pt x="48" y="24"/>
                </a:cubicBezTo>
                <a:cubicBezTo>
                  <a:pt x="49" y="24"/>
                  <a:pt x="50" y="25"/>
                  <a:pt x="50" y="26"/>
                </a:cubicBezTo>
                <a:cubicBezTo>
                  <a:pt x="50" y="53"/>
                  <a:pt x="50" y="53"/>
                  <a:pt x="50" y="53"/>
                </a:cubicBezTo>
                <a:cubicBezTo>
                  <a:pt x="50" y="54"/>
                  <a:pt x="49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4"/>
                  <a:pt x="0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7"/>
                  <a:pt x="1" y="16"/>
                  <a:pt x="2" y="16"/>
                </a:cubicBezTo>
                <a:close/>
                <a:moveTo>
                  <a:pt x="48" y="5"/>
                </a:moveTo>
                <a:cubicBezTo>
                  <a:pt x="48" y="5"/>
                  <a:pt x="48" y="5"/>
                  <a:pt x="48" y="5"/>
                </a:cubicBezTo>
                <a:cubicBezTo>
                  <a:pt x="46" y="7"/>
                  <a:pt x="45" y="8"/>
                  <a:pt x="45" y="11"/>
                </a:cubicBezTo>
                <a:cubicBezTo>
                  <a:pt x="45" y="12"/>
                  <a:pt x="46" y="14"/>
                  <a:pt x="47" y="15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20"/>
                  <a:pt x="48" y="20"/>
                  <a:pt x="48" y="20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3" y="18"/>
                  <a:pt x="54" y="18"/>
                  <a:pt x="55" y="18"/>
                </a:cubicBezTo>
                <a:cubicBezTo>
                  <a:pt x="59" y="18"/>
                  <a:pt x="64" y="15"/>
                  <a:pt x="64" y="11"/>
                </a:cubicBezTo>
                <a:cubicBezTo>
                  <a:pt x="64" y="8"/>
                  <a:pt x="63" y="7"/>
                  <a:pt x="62" y="5"/>
                </a:cubicBezTo>
                <a:cubicBezTo>
                  <a:pt x="58" y="2"/>
                  <a:pt x="52" y="2"/>
                  <a:pt x="48" y="5"/>
                </a:cubicBezTo>
                <a:close/>
                <a:moveTo>
                  <a:pt x="47" y="3"/>
                </a:moveTo>
                <a:cubicBezTo>
                  <a:pt x="47" y="3"/>
                  <a:pt x="47" y="3"/>
                  <a:pt x="47" y="3"/>
                </a:cubicBezTo>
                <a:cubicBezTo>
                  <a:pt x="51" y="0"/>
                  <a:pt x="58" y="0"/>
                  <a:pt x="63" y="3"/>
                </a:cubicBezTo>
                <a:cubicBezTo>
                  <a:pt x="65" y="5"/>
                  <a:pt x="67" y="8"/>
                  <a:pt x="67" y="11"/>
                </a:cubicBezTo>
                <a:cubicBezTo>
                  <a:pt x="67" y="17"/>
                  <a:pt x="60" y="21"/>
                  <a:pt x="55" y="21"/>
                </a:cubicBezTo>
                <a:cubicBezTo>
                  <a:pt x="54" y="21"/>
                  <a:pt x="53" y="20"/>
                  <a:pt x="52" y="20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3"/>
                  <a:pt x="47" y="23"/>
                </a:cubicBezTo>
                <a:cubicBezTo>
                  <a:pt x="46" y="23"/>
                  <a:pt x="45" y="22"/>
                  <a:pt x="45" y="21"/>
                </a:cubicBezTo>
                <a:cubicBezTo>
                  <a:pt x="45" y="16"/>
                  <a:pt x="45" y="16"/>
                  <a:pt x="45" y="16"/>
                </a:cubicBezTo>
                <a:cubicBezTo>
                  <a:pt x="44" y="15"/>
                  <a:pt x="43" y="13"/>
                  <a:pt x="43" y="11"/>
                </a:cubicBezTo>
                <a:cubicBezTo>
                  <a:pt x="43" y="8"/>
                  <a:pt x="44" y="5"/>
                  <a:pt x="47" y="3"/>
                </a:cubicBezTo>
                <a:close/>
                <a:moveTo>
                  <a:pt x="41" y="27"/>
                </a:moveTo>
                <a:cubicBezTo>
                  <a:pt x="41" y="27"/>
                  <a:pt x="41" y="27"/>
                  <a:pt x="41" y="27"/>
                </a:cubicBezTo>
                <a:cubicBezTo>
                  <a:pt x="42" y="27"/>
                  <a:pt x="43" y="28"/>
                  <a:pt x="43" y="29"/>
                </a:cubicBezTo>
                <a:cubicBezTo>
                  <a:pt x="43" y="30"/>
                  <a:pt x="42" y="31"/>
                  <a:pt x="41" y="31"/>
                </a:cubicBezTo>
                <a:cubicBezTo>
                  <a:pt x="40" y="31"/>
                  <a:pt x="39" y="30"/>
                  <a:pt x="39" y="29"/>
                </a:cubicBezTo>
                <a:cubicBezTo>
                  <a:pt x="39" y="28"/>
                  <a:pt x="40" y="27"/>
                  <a:pt x="41" y="27"/>
                </a:cubicBezTo>
                <a:close/>
                <a:moveTo>
                  <a:pt x="41" y="34"/>
                </a:moveTo>
                <a:cubicBezTo>
                  <a:pt x="41" y="34"/>
                  <a:pt x="41" y="34"/>
                  <a:pt x="41" y="34"/>
                </a:cubicBezTo>
                <a:cubicBezTo>
                  <a:pt x="42" y="34"/>
                  <a:pt x="43" y="35"/>
                  <a:pt x="43" y="36"/>
                </a:cubicBezTo>
                <a:cubicBezTo>
                  <a:pt x="43" y="37"/>
                  <a:pt x="42" y="38"/>
                  <a:pt x="41" y="38"/>
                </a:cubicBezTo>
                <a:cubicBezTo>
                  <a:pt x="40" y="38"/>
                  <a:pt x="39" y="37"/>
                  <a:pt x="39" y="36"/>
                </a:cubicBezTo>
                <a:cubicBezTo>
                  <a:pt x="39" y="35"/>
                  <a:pt x="40" y="34"/>
                  <a:pt x="41" y="34"/>
                </a:cubicBezTo>
                <a:close/>
                <a:moveTo>
                  <a:pt x="41" y="41"/>
                </a:moveTo>
                <a:cubicBezTo>
                  <a:pt x="41" y="41"/>
                  <a:pt x="41" y="41"/>
                  <a:pt x="41" y="41"/>
                </a:cubicBezTo>
                <a:cubicBezTo>
                  <a:pt x="42" y="41"/>
                  <a:pt x="43" y="42"/>
                  <a:pt x="43" y="42"/>
                </a:cubicBezTo>
                <a:cubicBezTo>
                  <a:pt x="43" y="42"/>
                  <a:pt x="43" y="42"/>
                  <a:pt x="43" y="42"/>
                </a:cubicBezTo>
                <a:cubicBezTo>
                  <a:pt x="44" y="43"/>
                  <a:pt x="44" y="44"/>
                  <a:pt x="44" y="45"/>
                </a:cubicBezTo>
                <a:cubicBezTo>
                  <a:pt x="44" y="46"/>
                  <a:pt x="44" y="47"/>
                  <a:pt x="43" y="47"/>
                </a:cubicBezTo>
                <a:cubicBezTo>
                  <a:pt x="43" y="47"/>
                  <a:pt x="43" y="47"/>
                  <a:pt x="43" y="47"/>
                </a:cubicBezTo>
                <a:cubicBezTo>
                  <a:pt x="43" y="48"/>
                  <a:pt x="42" y="48"/>
                  <a:pt x="41" y="48"/>
                </a:cubicBezTo>
                <a:cubicBezTo>
                  <a:pt x="40" y="48"/>
                  <a:pt x="39" y="48"/>
                  <a:pt x="38" y="47"/>
                </a:cubicBezTo>
                <a:cubicBezTo>
                  <a:pt x="38" y="47"/>
                  <a:pt x="38" y="47"/>
                  <a:pt x="38" y="47"/>
                </a:cubicBezTo>
                <a:cubicBezTo>
                  <a:pt x="38" y="47"/>
                  <a:pt x="37" y="46"/>
                  <a:pt x="37" y="45"/>
                </a:cubicBezTo>
                <a:cubicBezTo>
                  <a:pt x="37" y="44"/>
                  <a:pt x="38" y="43"/>
                  <a:pt x="38" y="42"/>
                </a:cubicBezTo>
                <a:cubicBezTo>
                  <a:pt x="38" y="42"/>
                  <a:pt x="38" y="42"/>
                  <a:pt x="38" y="42"/>
                </a:cubicBezTo>
                <a:cubicBezTo>
                  <a:pt x="39" y="42"/>
                  <a:pt x="40" y="41"/>
                  <a:pt x="41" y="41"/>
                </a:cubicBezTo>
                <a:close/>
                <a:moveTo>
                  <a:pt x="42" y="44"/>
                </a:moveTo>
                <a:cubicBezTo>
                  <a:pt x="42" y="44"/>
                  <a:pt x="42" y="44"/>
                  <a:pt x="42" y="44"/>
                </a:cubicBezTo>
                <a:cubicBezTo>
                  <a:pt x="42" y="44"/>
                  <a:pt x="41" y="43"/>
                  <a:pt x="41" y="43"/>
                </a:cubicBezTo>
                <a:cubicBezTo>
                  <a:pt x="41" y="43"/>
                  <a:pt x="40" y="44"/>
                  <a:pt x="4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4"/>
                  <a:pt x="40" y="44"/>
                  <a:pt x="40" y="45"/>
                </a:cubicBezTo>
                <a:cubicBezTo>
                  <a:pt x="40" y="45"/>
                  <a:pt x="40" y="45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1" y="46"/>
                  <a:pt x="41" y="46"/>
                </a:cubicBezTo>
                <a:cubicBezTo>
                  <a:pt x="41" y="46"/>
                  <a:pt x="41" y="46"/>
                  <a:pt x="42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45"/>
                  <a:pt x="42" y="45"/>
                  <a:pt x="42" y="45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44"/>
                  <a:pt x="42" y="44"/>
                  <a:pt x="42" y="44"/>
                </a:cubicBezTo>
                <a:close/>
                <a:moveTo>
                  <a:pt x="10" y="22"/>
                </a:moveTo>
                <a:cubicBezTo>
                  <a:pt x="10" y="22"/>
                  <a:pt x="10" y="22"/>
                  <a:pt x="10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3" y="22"/>
                  <a:pt x="34" y="22"/>
                  <a:pt x="35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4"/>
                  <a:pt x="36" y="25"/>
                  <a:pt x="36" y="26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6"/>
                  <a:pt x="36" y="47"/>
                  <a:pt x="35" y="48"/>
                </a:cubicBezTo>
                <a:cubicBezTo>
                  <a:pt x="34" y="49"/>
                  <a:pt x="33" y="49"/>
                  <a:pt x="32" y="49"/>
                </a:cubicBezTo>
                <a:cubicBezTo>
                  <a:pt x="10" y="49"/>
                  <a:pt x="10" y="49"/>
                  <a:pt x="10" y="49"/>
                </a:cubicBezTo>
                <a:cubicBezTo>
                  <a:pt x="9" y="49"/>
                  <a:pt x="8" y="49"/>
                  <a:pt x="7" y="48"/>
                </a:cubicBezTo>
                <a:cubicBezTo>
                  <a:pt x="7" y="48"/>
                  <a:pt x="7" y="48"/>
                  <a:pt x="7" y="48"/>
                </a:cubicBezTo>
                <a:cubicBezTo>
                  <a:pt x="7" y="48"/>
                  <a:pt x="7" y="48"/>
                  <a:pt x="7" y="48"/>
                </a:cubicBezTo>
                <a:cubicBezTo>
                  <a:pt x="7" y="47"/>
                  <a:pt x="6" y="46"/>
                  <a:pt x="6" y="45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5"/>
                  <a:pt x="7" y="24"/>
                  <a:pt x="7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8" y="22"/>
                  <a:pt x="9" y="22"/>
                  <a:pt x="10" y="22"/>
                </a:cubicBezTo>
                <a:close/>
                <a:moveTo>
                  <a:pt x="32" y="24"/>
                </a:moveTo>
                <a:cubicBezTo>
                  <a:pt x="32" y="24"/>
                  <a:pt x="32" y="24"/>
                  <a:pt x="32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9" y="24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5"/>
                  <a:pt x="9" y="25"/>
                  <a:pt x="9" y="26"/>
                </a:cubicBezTo>
                <a:cubicBezTo>
                  <a:pt x="9" y="45"/>
                  <a:pt x="9" y="45"/>
                  <a:pt x="9" y="45"/>
                </a:cubicBezTo>
                <a:cubicBezTo>
                  <a:pt x="9" y="46"/>
                  <a:pt x="9" y="46"/>
                  <a:pt x="9" y="46"/>
                </a:cubicBezTo>
                <a:cubicBezTo>
                  <a:pt x="9" y="46"/>
                  <a:pt x="9" y="46"/>
                  <a:pt x="9" y="46"/>
                </a:cubicBezTo>
                <a:cubicBezTo>
                  <a:pt x="9" y="47"/>
                  <a:pt x="10" y="47"/>
                  <a:pt x="10" y="47"/>
                </a:cubicBezTo>
                <a:cubicBezTo>
                  <a:pt x="32" y="47"/>
                  <a:pt x="32" y="47"/>
                  <a:pt x="32" y="47"/>
                </a:cubicBezTo>
                <a:cubicBezTo>
                  <a:pt x="33" y="47"/>
                  <a:pt x="33" y="47"/>
                  <a:pt x="34" y="46"/>
                </a:cubicBezTo>
                <a:cubicBezTo>
                  <a:pt x="34" y="46"/>
                  <a:pt x="34" y="46"/>
                  <a:pt x="34" y="45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3" y="24"/>
                  <a:pt x="33" y="24"/>
                  <a:pt x="32" y="24"/>
                </a:cubicBezTo>
                <a:close/>
                <a:moveTo>
                  <a:pt x="7" y="23"/>
                </a:moveTo>
                <a:cubicBezTo>
                  <a:pt x="7" y="23"/>
                  <a:pt x="7" y="23"/>
                  <a:pt x="7" y="23"/>
                </a:cubicBezTo>
                <a:cubicBezTo>
                  <a:pt x="8" y="22"/>
                  <a:pt x="9" y="22"/>
                  <a:pt x="9" y="23"/>
                </a:cubicBezTo>
                <a:cubicBezTo>
                  <a:pt x="7" y="23"/>
                  <a:pt x="7" y="23"/>
                  <a:pt x="7" y="2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28" name="Freeform 162">
            <a:extLst>
              <a:ext uri="{FF2B5EF4-FFF2-40B4-BE49-F238E27FC236}">
                <a16:creationId xmlns:a16="http://schemas.microsoft.com/office/drawing/2014/main" id="{A52825A4-C36D-A105-0D7F-FAB105D45875}"/>
              </a:ext>
            </a:extLst>
          </p:cNvPr>
          <p:cNvSpPr>
            <a:spLocks noEditPoints="1"/>
          </p:cNvSpPr>
          <p:nvPr/>
        </p:nvSpPr>
        <p:spPr bwMode="auto">
          <a:xfrm>
            <a:off x="2408168" y="4811632"/>
            <a:ext cx="198967" cy="194733"/>
          </a:xfrm>
          <a:custGeom>
            <a:avLst/>
            <a:gdLst>
              <a:gd name="T0" fmla="*/ 123825 w 47"/>
              <a:gd name="T1" fmla="*/ 120650 h 46"/>
              <a:gd name="T2" fmla="*/ 76200 w 47"/>
              <a:gd name="T3" fmla="*/ 114300 h 46"/>
              <a:gd name="T4" fmla="*/ 34925 w 47"/>
              <a:gd name="T5" fmla="*/ 57150 h 46"/>
              <a:gd name="T6" fmla="*/ 114300 w 47"/>
              <a:gd name="T7" fmla="*/ 57150 h 46"/>
              <a:gd name="T8" fmla="*/ 114300 w 47"/>
              <a:gd name="T9" fmla="*/ 88900 h 46"/>
              <a:gd name="T10" fmla="*/ 73025 w 47"/>
              <a:gd name="T11" fmla="*/ 85725 h 46"/>
              <a:gd name="T12" fmla="*/ 69850 w 47"/>
              <a:gd name="T13" fmla="*/ 88900 h 46"/>
              <a:gd name="T14" fmla="*/ 69850 w 47"/>
              <a:gd name="T15" fmla="*/ 63500 h 46"/>
              <a:gd name="T16" fmla="*/ 69850 w 47"/>
              <a:gd name="T17" fmla="*/ 53975 h 46"/>
              <a:gd name="T18" fmla="*/ 85725 w 47"/>
              <a:gd name="T19" fmla="*/ 60325 h 46"/>
              <a:gd name="T20" fmla="*/ 85725 w 47"/>
              <a:gd name="T21" fmla="*/ 69850 h 46"/>
              <a:gd name="T22" fmla="*/ 79375 w 47"/>
              <a:gd name="T23" fmla="*/ 76200 h 46"/>
              <a:gd name="T24" fmla="*/ 69850 w 47"/>
              <a:gd name="T25" fmla="*/ 79375 h 46"/>
              <a:gd name="T26" fmla="*/ 79375 w 47"/>
              <a:gd name="T27" fmla="*/ 66675 h 46"/>
              <a:gd name="T28" fmla="*/ 79375 w 47"/>
              <a:gd name="T29" fmla="*/ 63500 h 46"/>
              <a:gd name="T30" fmla="*/ 76200 w 47"/>
              <a:gd name="T31" fmla="*/ 60325 h 46"/>
              <a:gd name="T32" fmla="*/ 79375 w 47"/>
              <a:gd name="T33" fmla="*/ 22225 h 46"/>
              <a:gd name="T34" fmla="*/ 69850 w 47"/>
              <a:gd name="T35" fmla="*/ 9525 h 46"/>
              <a:gd name="T36" fmla="*/ 63500 w 47"/>
              <a:gd name="T37" fmla="*/ 9525 h 46"/>
              <a:gd name="T38" fmla="*/ 73025 w 47"/>
              <a:gd name="T39" fmla="*/ 0 h 46"/>
              <a:gd name="T40" fmla="*/ 73025 w 47"/>
              <a:gd name="T41" fmla="*/ 0 h 46"/>
              <a:gd name="T42" fmla="*/ 76200 w 47"/>
              <a:gd name="T43" fmla="*/ 0 h 46"/>
              <a:gd name="T44" fmla="*/ 76200 w 47"/>
              <a:gd name="T45" fmla="*/ 0 h 46"/>
              <a:gd name="T46" fmla="*/ 76200 w 47"/>
              <a:gd name="T47" fmla="*/ 0 h 46"/>
              <a:gd name="T48" fmla="*/ 82550 w 47"/>
              <a:gd name="T49" fmla="*/ 12700 h 46"/>
              <a:gd name="T50" fmla="*/ 25400 w 47"/>
              <a:gd name="T51" fmla="*/ 69850 h 46"/>
              <a:gd name="T52" fmla="*/ 25400 w 47"/>
              <a:gd name="T53" fmla="*/ 76200 h 46"/>
              <a:gd name="T54" fmla="*/ 15875 w 47"/>
              <a:gd name="T55" fmla="*/ 85725 h 46"/>
              <a:gd name="T56" fmla="*/ 3175 w 47"/>
              <a:gd name="T57" fmla="*/ 76200 h 46"/>
              <a:gd name="T58" fmla="*/ 0 w 47"/>
              <a:gd name="T59" fmla="*/ 76200 h 46"/>
              <a:gd name="T60" fmla="*/ 0 w 47"/>
              <a:gd name="T61" fmla="*/ 73025 h 46"/>
              <a:gd name="T62" fmla="*/ 0 w 47"/>
              <a:gd name="T63" fmla="*/ 69850 h 46"/>
              <a:gd name="T64" fmla="*/ 3175 w 47"/>
              <a:gd name="T65" fmla="*/ 69850 h 46"/>
              <a:gd name="T66" fmla="*/ 15875 w 47"/>
              <a:gd name="T67" fmla="*/ 60325 h 46"/>
              <a:gd name="T68" fmla="*/ 25400 w 47"/>
              <a:gd name="T69" fmla="*/ 69850 h 46"/>
              <a:gd name="T70" fmla="*/ 76200 w 47"/>
              <a:gd name="T71" fmla="*/ 117475 h 46"/>
              <a:gd name="T72" fmla="*/ 82550 w 47"/>
              <a:gd name="T73" fmla="*/ 133350 h 46"/>
              <a:gd name="T74" fmla="*/ 76200 w 47"/>
              <a:gd name="T75" fmla="*/ 146050 h 46"/>
              <a:gd name="T76" fmla="*/ 76200 w 47"/>
              <a:gd name="T77" fmla="*/ 146050 h 46"/>
              <a:gd name="T78" fmla="*/ 76200 w 47"/>
              <a:gd name="T79" fmla="*/ 146050 h 46"/>
              <a:gd name="T80" fmla="*/ 73025 w 47"/>
              <a:gd name="T81" fmla="*/ 146050 h 46"/>
              <a:gd name="T82" fmla="*/ 73025 w 47"/>
              <a:gd name="T83" fmla="*/ 146050 h 46"/>
              <a:gd name="T84" fmla="*/ 69850 w 47"/>
              <a:gd name="T85" fmla="*/ 133350 h 46"/>
              <a:gd name="T86" fmla="*/ 123825 w 47"/>
              <a:gd name="T87" fmla="*/ 76200 h 46"/>
              <a:gd name="T88" fmla="*/ 123825 w 47"/>
              <a:gd name="T89" fmla="*/ 69850 h 46"/>
              <a:gd name="T90" fmla="*/ 133350 w 47"/>
              <a:gd name="T91" fmla="*/ 60325 h 46"/>
              <a:gd name="T92" fmla="*/ 149225 w 47"/>
              <a:gd name="T93" fmla="*/ 69850 h 46"/>
              <a:gd name="T94" fmla="*/ 149225 w 47"/>
              <a:gd name="T95" fmla="*/ 69850 h 46"/>
              <a:gd name="T96" fmla="*/ 149225 w 47"/>
              <a:gd name="T97" fmla="*/ 73025 h 46"/>
              <a:gd name="T98" fmla="*/ 149225 w 47"/>
              <a:gd name="T99" fmla="*/ 76200 h 46"/>
              <a:gd name="T100" fmla="*/ 149225 w 47"/>
              <a:gd name="T101" fmla="*/ 76200 h 46"/>
              <a:gd name="T102" fmla="*/ 133350 w 47"/>
              <a:gd name="T103" fmla="*/ 85725 h 46"/>
              <a:gd name="T104" fmla="*/ 123825 w 47"/>
              <a:gd name="T105" fmla="*/ 76200 h 46"/>
              <a:gd name="T106" fmla="*/ 76200 w 47"/>
              <a:gd name="T107" fmla="*/ 41275 h 46"/>
              <a:gd name="T108" fmla="*/ 63500 w 47"/>
              <a:gd name="T109" fmla="*/ 101600 h 46"/>
              <a:gd name="T110" fmla="*/ 104775 w 47"/>
              <a:gd name="T111" fmla="*/ 73025 h 46"/>
              <a:gd name="T112" fmla="*/ 85725 w 47"/>
              <a:gd name="T113" fmla="*/ 44450 h 4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47" h="46">
                <a:moveTo>
                  <a:pt x="34" y="31"/>
                </a:moveTo>
                <a:cubicBezTo>
                  <a:pt x="39" y="35"/>
                  <a:pt x="39" y="35"/>
                  <a:pt x="39" y="35"/>
                </a:cubicBezTo>
                <a:cubicBezTo>
                  <a:pt x="40" y="36"/>
                  <a:pt x="40" y="37"/>
                  <a:pt x="39" y="38"/>
                </a:cubicBezTo>
                <a:cubicBezTo>
                  <a:pt x="38" y="39"/>
                  <a:pt x="37" y="39"/>
                  <a:pt x="36" y="38"/>
                </a:cubicBezTo>
                <a:cubicBezTo>
                  <a:pt x="32" y="34"/>
                  <a:pt x="32" y="34"/>
                  <a:pt x="32" y="34"/>
                </a:cubicBezTo>
                <a:cubicBezTo>
                  <a:pt x="29" y="35"/>
                  <a:pt x="26" y="36"/>
                  <a:pt x="24" y="36"/>
                </a:cubicBezTo>
                <a:cubicBezTo>
                  <a:pt x="22" y="36"/>
                  <a:pt x="20" y="36"/>
                  <a:pt x="18" y="35"/>
                </a:cubicBezTo>
                <a:cubicBezTo>
                  <a:pt x="13" y="33"/>
                  <a:pt x="10" y="28"/>
                  <a:pt x="10" y="23"/>
                </a:cubicBezTo>
                <a:cubicBezTo>
                  <a:pt x="10" y="21"/>
                  <a:pt x="11" y="19"/>
                  <a:pt x="11" y="18"/>
                </a:cubicBezTo>
                <a:cubicBezTo>
                  <a:pt x="13" y="13"/>
                  <a:pt x="18" y="10"/>
                  <a:pt x="24" y="10"/>
                </a:cubicBezTo>
                <a:cubicBezTo>
                  <a:pt x="25" y="10"/>
                  <a:pt x="27" y="10"/>
                  <a:pt x="29" y="11"/>
                </a:cubicBezTo>
                <a:cubicBezTo>
                  <a:pt x="32" y="12"/>
                  <a:pt x="35" y="15"/>
                  <a:pt x="36" y="18"/>
                </a:cubicBezTo>
                <a:cubicBezTo>
                  <a:pt x="36" y="18"/>
                  <a:pt x="36" y="18"/>
                  <a:pt x="36" y="18"/>
                </a:cubicBezTo>
                <a:cubicBezTo>
                  <a:pt x="37" y="19"/>
                  <a:pt x="37" y="21"/>
                  <a:pt x="37" y="23"/>
                </a:cubicBezTo>
                <a:cubicBezTo>
                  <a:pt x="37" y="25"/>
                  <a:pt x="37" y="26"/>
                  <a:pt x="36" y="28"/>
                </a:cubicBezTo>
                <a:cubicBezTo>
                  <a:pt x="36" y="29"/>
                  <a:pt x="35" y="30"/>
                  <a:pt x="34" y="31"/>
                </a:cubicBezTo>
                <a:close/>
                <a:moveTo>
                  <a:pt x="23" y="27"/>
                </a:moveTo>
                <a:cubicBezTo>
                  <a:pt x="23" y="27"/>
                  <a:pt x="23" y="27"/>
                  <a:pt x="23" y="27"/>
                </a:cubicBezTo>
                <a:cubicBezTo>
                  <a:pt x="24" y="27"/>
                  <a:pt x="24" y="28"/>
                  <a:pt x="24" y="28"/>
                </a:cubicBezTo>
                <a:cubicBezTo>
                  <a:pt x="24" y="29"/>
                  <a:pt x="24" y="29"/>
                  <a:pt x="23" y="29"/>
                </a:cubicBezTo>
                <a:cubicBezTo>
                  <a:pt x="22" y="29"/>
                  <a:pt x="22" y="29"/>
                  <a:pt x="22" y="28"/>
                </a:cubicBezTo>
                <a:cubicBezTo>
                  <a:pt x="22" y="28"/>
                  <a:pt x="22" y="27"/>
                  <a:pt x="23" y="27"/>
                </a:cubicBezTo>
                <a:close/>
                <a:moveTo>
                  <a:pt x="22" y="20"/>
                </a:moveTo>
                <a:cubicBezTo>
                  <a:pt x="22" y="20"/>
                  <a:pt x="22" y="20"/>
                  <a:pt x="22" y="20"/>
                </a:cubicBezTo>
                <a:cubicBezTo>
                  <a:pt x="22" y="21"/>
                  <a:pt x="22" y="22"/>
                  <a:pt x="21" y="22"/>
                </a:cubicBezTo>
                <a:cubicBezTo>
                  <a:pt x="20" y="22"/>
                  <a:pt x="20" y="21"/>
                  <a:pt x="20" y="20"/>
                </a:cubicBezTo>
                <a:cubicBezTo>
                  <a:pt x="20" y="19"/>
                  <a:pt x="21" y="17"/>
                  <a:pt x="22" y="17"/>
                </a:cubicBezTo>
                <a:cubicBezTo>
                  <a:pt x="23" y="17"/>
                  <a:pt x="23" y="16"/>
                  <a:pt x="24" y="16"/>
                </a:cubicBezTo>
                <a:cubicBezTo>
                  <a:pt x="25" y="16"/>
                  <a:pt x="25" y="17"/>
                  <a:pt x="26" y="17"/>
                </a:cubicBezTo>
                <a:cubicBezTo>
                  <a:pt x="26" y="18"/>
                  <a:pt x="27" y="18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20"/>
                  <a:pt x="27" y="20"/>
                </a:cubicBezTo>
                <a:cubicBezTo>
                  <a:pt x="27" y="21"/>
                  <a:pt x="27" y="22"/>
                  <a:pt x="27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6" y="23"/>
                  <a:pt x="25" y="24"/>
                  <a:pt x="25" y="24"/>
                </a:cubicBezTo>
                <a:cubicBezTo>
                  <a:pt x="25" y="24"/>
                  <a:pt x="25" y="24"/>
                  <a:pt x="25" y="24"/>
                </a:cubicBezTo>
                <a:cubicBezTo>
                  <a:pt x="24" y="24"/>
                  <a:pt x="24" y="24"/>
                  <a:pt x="24" y="25"/>
                </a:cubicBezTo>
                <a:cubicBezTo>
                  <a:pt x="24" y="26"/>
                  <a:pt x="24" y="26"/>
                  <a:pt x="23" y="26"/>
                </a:cubicBezTo>
                <a:cubicBezTo>
                  <a:pt x="22" y="26"/>
                  <a:pt x="22" y="26"/>
                  <a:pt x="22" y="25"/>
                </a:cubicBezTo>
                <a:cubicBezTo>
                  <a:pt x="22" y="23"/>
                  <a:pt x="23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1"/>
                  <a:pt x="25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1"/>
                  <a:pt x="25" y="20"/>
                  <a:pt x="25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19"/>
                  <a:pt x="25" y="19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3" y="19"/>
                  <a:pt x="22" y="20"/>
                  <a:pt x="22" y="20"/>
                </a:cubicBezTo>
                <a:close/>
                <a:moveTo>
                  <a:pt x="25" y="7"/>
                </a:moveTo>
                <a:cubicBezTo>
                  <a:pt x="25" y="7"/>
                  <a:pt x="25" y="7"/>
                  <a:pt x="25" y="7"/>
                </a:cubicBezTo>
                <a:cubicBezTo>
                  <a:pt x="25" y="8"/>
                  <a:pt x="24" y="9"/>
                  <a:pt x="24" y="9"/>
                </a:cubicBezTo>
                <a:cubicBezTo>
                  <a:pt x="23" y="9"/>
                  <a:pt x="22" y="8"/>
                  <a:pt x="22" y="7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4"/>
                  <a:pt x="22" y="4"/>
                  <a:pt x="22" y="4"/>
                </a:cubicBezTo>
                <a:cubicBezTo>
                  <a:pt x="21" y="5"/>
                  <a:pt x="20" y="5"/>
                  <a:pt x="20" y="4"/>
                </a:cubicBezTo>
                <a:cubicBezTo>
                  <a:pt x="20" y="4"/>
                  <a:pt x="20" y="3"/>
                  <a:pt x="20" y="3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7" y="3"/>
                  <a:pt x="27" y="3"/>
                  <a:pt x="27" y="3"/>
                </a:cubicBezTo>
                <a:cubicBezTo>
                  <a:pt x="28" y="3"/>
                  <a:pt x="28" y="4"/>
                  <a:pt x="27" y="4"/>
                </a:cubicBezTo>
                <a:cubicBezTo>
                  <a:pt x="27" y="5"/>
                  <a:pt x="26" y="5"/>
                  <a:pt x="26" y="4"/>
                </a:cubicBezTo>
                <a:cubicBezTo>
                  <a:pt x="25" y="3"/>
                  <a:pt x="25" y="3"/>
                  <a:pt x="25" y="3"/>
                </a:cubicBezTo>
                <a:cubicBezTo>
                  <a:pt x="25" y="7"/>
                  <a:pt x="25" y="7"/>
                  <a:pt x="25" y="7"/>
                </a:cubicBezTo>
                <a:close/>
                <a:moveTo>
                  <a:pt x="8" y="22"/>
                </a:moveTo>
                <a:cubicBezTo>
                  <a:pt x="8" y="22"/>
                  <a:pt x="8" y="22"/>
                  <a:pt x="8" y="22"/>
                </a:cubicBezTo>
                <a:cubicBezTo>
                  <a:pt x="9" y="22"/>
                  <a:pt x="9" y="22"/>
                  <a:pt x="9" y="23"/>
                </a:cubicBezTo>
                <a:cubicBezTo>
                  <a:pt x="9" y="24"/>
                  <a:pt x="9" y="24"/>
                  <a:pt x="8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25"/>
                  <a:pt x="5" y="26"/>
                  <a:pt x="5" y="27"/>
                </a:cubicBezTo>
                <a:cubicBezTo>
                  <a:pt x="5" y="27"/>
                  <a:pt x="4" y="27"/>
                  <a:pt x="3" y="27"/>
                </a:cubicBezTo>
                <a:cubicBezTo>
                  <a:pt x="1" y="24"/>
                  <a:pt x="1" y="24"/>
                  <a:pt x="1" y="24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3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1" y="22"/>
                  <a:pt x="1" y="22"/>
                  <a:pt x="1" y="22"/>
                </a:cubicBezTo>
                <a:cubicBezTo>
                  <a:pt x="1" y="22"/>
                  <a:pt x="1" y="22"/>
                  <a:pt x="1" y="22"/>
                </a:cubicBezTo>
                <a:cubicBezTo>
                  <a:pt x="3" y="19"/>
                  <a:pt x="3" y="19"/>
                  <a:pt x="3" y="19"/>
                </a:cubicBezTo>
                <a:cubicBezTo>
                  <a:pt x="4" y="19"/>
                  <a:pt x="5" y="19"/>
                  <a:pt x="5" y="19"/>
                </a:cubicBezTo>
                <a:cubicBezTo>
                  <a:pt x="5" y="20"/>
                  <a:pt x="5" y="20"/>
                  <a:pt x="5" y="21"/>
                </a:cubicBezTo>
                <a:cubicBezTo>
                  <a:pt x="4" y="22"/>
                  <a:pt x="4" y="22"/>
                  <a:pt x="4" y="22"/>
                </a:cubicBezTo>
                <a:cubicBezTo>
                  <a:pt x="8" y="22"/>
                  <a:pt x="8" y="22"/>
                  <a:pt x="8" y="22"/>
                </a:cubicBezTo>
                <a:close/>
                <a:moveTo>
                  <a:pt x="22" y="38"/>
                </a:moveTo>
                <a:cubicBezTo>
                  <a:pt x="22" y="38"/>
                  <a:pt x="22" y="38"/>
                  <a:pt x="22" y="38"/>
                </a:cubicBezTo>
                <a:cubicBezTo>
                  <a:pt x="22" y="38"/>
                  <a:pt x="23" y="37"/>
                  <a:pt x="24" y="37"/>
                </a:cubicBezTo>
                <a:cubicBezTo>
                  <a:pt x="24" y="37"/>
                  <a:pt x="25" y="38"/>
                  <a:pt x="25" y="38"/>
                </a:cubicBezTo>
                <a:cubicBezTo>
                  <a:pt x="25" y="42"/>
                  <a:pt x="25" y="42"/>
                  <a:pt x="25" y="42"/>
                </a:cubicBezTo>
                <a:cubicBezTo>
                  <a:pt x="26" y="42"/>
                  <a:pt x="26" y="42"/>
                  <a:pt x="26" y="42"/>
                </a:cubicBezTo>
                <a:cubicBezTo>
                  <a:pt x="26" y="41"/>
                  <a:pt x="27" y="41"/>
                  <a:pt x="27" y="42"/>
                </a:cubicBezTo>
                <a:cubicBezTo>
                  <a:pt x="28" y="42"/>
                  <a:pt x="28" y="43"/>
                  <a:pt x="27" y="43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3"/>
                  <a:pt x="20" y="42"/>
                  <a:pt x="20" y="42"/>
                </a:cubicBezTo>
                <a:cubicBezTo>
                  <a:pt x="20" y="41"/>
                  <a:pt x="21" y="41"/>
                  <a:pt x="22" y="42"/>
                </a:cubicBezTo>
                <a:cubicBezTo>
                  <a:pt x="22" y="42"/>
                  <a:pt x="22" y="42"/>
                  <a:pt x="22" y="42"/>
                </a:cubicBezTo>
                <a:cubicBezTo>
                  <a:pt x="22" y="38"/>
                  <a:pt x="22" y="38"/>
                  <a:pt x="22" y="38"/>
                </a:cubicBezTo>
                <a:close/>
                <a:moveTo>
                  <a:pt x="39" y="24"/>
                </a:moveTo>
                <a:cubicBezTo>
                  <a:pt x="39" y="24"/>
                  <a:pt x="39" y="24"/>
                  <a:pt x="39" y="24"/>
                </a:cubicBezTo>
                <a:cubicBezTo>
                  <a:pt x="38" y="24"/>
                  <a:pt x="38" y="24"/>
                  <a:pt x="38" y="23"/>
                </a:cubicBezTo>
                <a:cubicBezTo>
                  <a:pt x="38" y="22"/>
                  <a:pt x="38" y="22"/>
                  <a:pt x="39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20"/>
                  <a:pt x="42" y="19"/>
                </a:cubicBezTo>
                <a:cubicBezTo>
                  <a:pt x="43" y="19"/>
                  <a:pt x="43" y="19"/>
                  <a:pt x="44" y="19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4" y="27"/>
                  <a:pt x="44" y="27"/>
                  <a:pt x="44" y="27"/>
                </a:cubicBezTo>
                <a:cubicBezTo>
                  <a:pt x="43" y="27"/>
                  <a:pt x="43" y="27"/>
                  <a:pt x="42" y="27"/>
                </a:cubicBezTo>
                <a:cubicBezTo>
                  <a:pt x="42" y="26"/>
                  <a:pt x="42" y="25"/>
                  <a:pt x="42" y="25"/>
                </a:cubicBezTo>
                <a:cubicBezTo>
                  <a:pt x="43" y="24"/>
                  <a:pt x="43" y="24"/>
                  <a:pt x="43" y="24"/>
                </a:cubicBezTo>
                <a:cubicBezTo>
                  <a:pt x="39" y="24"/>
                  <a:pt x="39" y="24"/>
                  <a:pt x="39" y="24"/>
                </a:cubicBezTo>
                <a:close/>
                <a:moveTo>
                  <a:pt x="27" y="14"/>
                </a:moveTo>
                <a:cubicBezTo>
                  <a:pt x="27" y="14"/>
                  <a:pt x="27" y="14"/>
                  <a:pt x="27" y="14"/>
                </a:cubicBezTo>
                <a:cubicBezTo>
                  <a:pt x="26" y="14"/>
                  <a:pt x="25" y="13"/>
                  <a:pt x="24" y="13"/>
                </a:cubicBezTo>
                <a:cubicBezTo>
                  <a:pt x="20" y="13"/>
                  <a:pt x="16" y="16"/>
                  <a:pt x="15" y="19"/>
                </a:cubicBezTo>
                <a:cubicBezTo>
                  <a:pt x="14" y="20"/>
                  <a:pt x="14" y="22"/>
                  <a:pt x="14" y="23"/>
                </a:cubicBezTo>
                <a:cubicBezTo>
                  <a:pt x="14" y="27"/>
                  <a:pt x="16" y="30"/>
                  <a:pt x="20" y="32"/>
                </a:cubicBezTo>
                <a:cubicBezTo>
                  <a:pt x="21" y="32"/>
                  <a:pt x="22" y="32"/>
                  <a:pt x="24" y="32"/>
                </a:cubicBezTo>
                <a:cubicBezTo>
                  <a:pt x="27" y="32"/>
                  <a:pt x="31" y="30"/>
                  <a:pt x="32" y="27"/>
                </a:cubicBezTo>
                <a:cubicBezTo>
                  <a:pt x="33" y="25"/>
                  <a:pt x="33" y="24"/>
                  <a:pt x="33" y="23"/>
                </a:cubicBezTo>
                <a:cubicBezTo>
                  <a:pt x="33" y="22"/>
                  <a:pt x="33" y="20"/>
                  <a:pt x="32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1" y="17"/>
                  <a:pt x="30" y="15"/>
                  <a:pt x="27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29" name="Freeform 163">
            <a:extLst>
              <a:ext uri="{FF2B5EF4-FFF2-40B4-BE49-F238E27FC236}">
                <a16:creationId xmlns:a16="http://schemas.microsoft.com/office/drawing/2014/main" id="{AD878C99-8AFF-5AEC-26F6-28CA8DE845E8}"/>
              </a:ext>
            </a:extLst>
          </p:cNvPr>
          <p:cNvSpPr>
            <a:spLocks noEditPoints="1"/>
          </p:cNvSpPr>
          <p:nvPr/>
        </p:nvSpPr>
        <p:spPr bwMode="auto">
          <a:xfrm>
            <a:off x="3911001" y="4329032"/>
            <a:ext cx="186267" cy="215900"/>
          </a:xfrm>
          <a:custGeom>
            <a:avLst/>
            <a:gdLst>
              <a:gd name="T0" fmla="*/ 50800 w 44"/>
              <a:gd name="T1" fmla="*/ 69850 h 51"/>
              <a:gd name="T2" fmla="*/ 107950 w 44"/>
              <a:gd name="T3" fmla="*/ 66675 h 51"/>
              <a:gd name="T4" fmla="*/ 107950 w 44"/>
              <a:gd name="T5" fmla="*/ 73025 h 51"/>
              <a:gd name="T6" fmla="*/ 34925 w 44"/>
              <a:gd name="T7" fmla="*/ 117475 h 51"/>
              <a:gd name="T8" fmla="*/ 41275 w 44"/>
              <a:gd name="T9" fmla="*/ 123825 h 51"/>
              <a:gd name="T10" fmla="*/ 28575 w 44"/>
              <a:gd name="T11" fmla="*/ 123825 h 51"/>
              <a:gd name="T12" fmla="*/ 34925 w 44"/>
              <a:gd name="T13" fmla="*/ 88900 h 51"/>
              <a:gd name="T14" fmla="*/ 41275 w 44"/>
              <a:gd name="T15" fmla="*/ 95250 h 51"/>
              <a:gd name="T16" fmla="*/ 28575 w 44"/>
              <a:gd name="T17" fmla="*/ 95250 h 51"/>
              <a:gd name="T18" fmla="*/ 34925 w 44"/>
              <a:gd name="T19" fmla="*/ 63500 h 51"/>
              <a:gd name="T20" fmla="*/ 41275 w 44"/>
              <a:gd name="T21" fmla="*/ 69850 h 51"/>
              <a:gd name="T22" fmla="*/ 28575 w 44"/>
              <a:gd name="T23" fmla="*/ 69850 h 51"/>
              <a:gd name="T24" fmla="*/ 69850 w 44"/>
              <a:gd name="T25" fmla="*/ 0 h 51"/>
              <a:gd name="T26" fmla="*/ 88900 w 44"/>
              <a:gd name="T27" fmla="*/ 6350 h 51"/>
              <a:gd name="T28" fmla="*/ 114300 w 44"/>
              <a:gd name="T29" fmla="*/ 19050 h 51"/>
              <a:gd name="T30" fmla="*/ 117475 w 44"/>
              <a:gd name="T31" fmla="*/ 22225 h 51"/>
              <a:gd name="T32" fmla="*/ 133350 w 44"/>
              <a:gd name="T33" fmla="*/ 25400 h 51"/>
              <a:gd name="T34" fmla="*/ 139700 w 44"/>
              <a:gd name="T35" fmla="*/ 31750 h 51"/>
              <a:gd name="T36" fmla="*/ 133350 w 44"/>
              <a:gd name="T37" fmla="*/ 161925 h 51"/>
              <a:gd name="T38" fmla="*/ 6350 w 44"/>
              <a:gd name="T39" fmla="*/ 161925 h 51"/>
              <a:gd name="T40" fmla="*/ 0 w 44"/>
              <a:gd name="T41" fmla="*/ 158750 h 51"/>
              <a:gd name="T42" fmla="*/ 6350 w 44"/>
              <a:gd name="T43" fmla="*/ 25400 h 51"/>
              <a:gd name="T44" fmla="*/ 25400 w 44"/>
              <a:gd name="T45" fmla="*/ 25400 h 51"/>
              <a:gd name="T46" fmla="*/ 28575 w 44"/>
              <a:gd name="T47" fmla="*/ 19050 h 51"/>
              <a:gd name="T48" fmla="*/ 47625 w 44"/>
              <a:gd name="T49" fmla="*/ 19050 h 51"/>
              <a:gd name="T50" fmla="*/ 69850 w 44"/>
              <a:gd name="T51" fmla="*/ 0 h 51"/>
              <a:gd name="T52" fmla="*/ 85725 w 44"/>
              <a:gd name="T53" fmla="*/ 19050 h 51"/>
              <a:gd name="T54" fmla="*/ 69850 w 44"/>
              <a:gd name="T55" fmla="*/ 6350 h 51"/>
              <a:gd name="T56" fmla="*/ 53975 w 44"/>
              <a:gd name="T57" fmla="*/ 19050 h 51"/>
              <a:gd name="T58" fmla="*/ 85725 w 44"/>
              <a:gd name="T59" fmla="*/ 19050 h 51"/>
              <a:gd name="T60" fmla="*/ 117475 w 44"/>
              <a:gd name="T61" fmla="*/ 38100 h 51"/>
              <a:gd name="T62" fmla="*/ 114300 w 44"/>
              <a:gd name="T63" fmla="*/ 44450 h 51"/>
              <a:gd name="T64" fmla="*/ 69850 w 44"/>
              <a:gd name="T65" fmla="*/ 44450 h 51"/>
              <a:gd name="T66" fmla="*/ 25400 w 44"/>
              <a:gd name="T67" fmla="*/ 41275 h 51"/>
              <a:gd name="T68" fmla="*/ 25400 w 44"/>
              <a:gd name="T69" fmla="*/ 38100 h 51"/>
              <a:gd name="T70" fmla="*/ 12700 w 44"/>
              <a:gd name="T71" fmla="*/ 152400 h 51"/>
              <a:gd name="T72" fmla="*/ 127000 w 44"/>
              <a:gd name="T73" fmla="*/ 38100 h 51"/>
              <a:gd name="T74" fmla="*/ 69850 w 44"/>
              <a:gd name="T75" fmla="*/ 25400 h 51"/>
              <a:gd name="T76" fmla="*/ 31750 w 44"/>
              <a:gd name="T77" fmla="*/ 25400 h 51"/>
              <a:gd name="T78" fmla="*/ 31750 w 44"/>
              <a:gd name="T79" fmla="*/ 38100 h 51"/>
              <a:gd name="T80" fmla="*/ 111125 w 44"/>
              <a:gd name="T81" fmla="*/ 38100 h 51"/>
              <a:gd name="T82" fmla="*/ 111125 w 44"/>
              <a:gd name="T83" fmla="*/ 25400 h 51"/>
              <a:gd name="T84" fmla="*/ 53975 w 44"/>
              <a:gd name="T85" fmla="*/ 127000 h 51"/>
              <a:gd name="T86" fmla="*/ 50800 w 44"/>
              <a:gd name="T87" fmla="*/ 123825 h 51"/>
              <a:gd name="T88" fmla="*/ 107950 w 44"/>
              <a:gd name="T89" fmla="*/ 117475 h 51"/>
              <a:gd name="T90" fmla="*/ 107950 w 44"/>
              <a:gd name="T91" fmla="*/ 127000 h 51"/>
              <a:gd name="T92" fmla="*/ 53975 w 44"/>
              <a:gd name="T93" fmla="*/ 101600 h 51"/>
              <a:gd name="T94" fmla="*/ 50800 w 44"/>
              <a:gd name="T95" fmla="*/ 95250 h 51"/>
              <a:gd name="T96" fmla="*/ 107950 w 44"/>
              <a:gd name="T97" fmla="*/ 92075 h 51"/>
              <a:gd name="T98" fmla="*/ 107950 w 44"/>
              <a:gd name="T99" fmla="*/ 101600 h 5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4" h="51">
                <a:moveTo>
                  <a:pt x="17" y="23"/>
                </a:moveTo>
                <a:cubicBezTo>
                  <a:pt x="16" y="23"/>
                  <a:pt x="16" y="23"/>
                  <a:pt x="16" y="22"/>
                </a:cubicBezTo>
                <a:cubicBezTo>
                  <a:pt x="16" y="22"/>
                  <a:pt x="16" y="21"/>
                  <a:pt x="17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5" y="22"/>
                  <a:pt x="35" y="22"/>
                </a:cubicBezTo>
                <a:cubicBezTo>
                  <a:pt x="35" y="23"/>
                  <a:pt x="34" y="23"/>
                  <a:pt x="34" y="23"/>
                </a:cubicBezTo>
                <a:cubicBezTo>
                  <a:pt x="17" y="23"/>
                  <a:pt x="17" y="23"/>
                  <a:pt x="17" y="23"/>
                </a:cubicBezTo>
                <a:close/>
                <a:moveTo>
                  <a:pt x="11" y="37"/>
                </a:moveTo>
                <a:cubicBezTo>
                  <a:pt x="11" y="37"/>
                  <a:pt x="11" y="37"/>
                  <a:pt x="11" y="37"/>
                </a:cubicBezTo>
                <a:cubicBezTo>
                  <a:pt x="12" y="37"/>
                  <a:pt x="13" y="37"/>
                  <a:pt x="13" y="39"/>
                </a:cubicBezTo>
                <a:cubicBezTo>
                  <a:pt x="13" y="40"/>
                  <a:pt x="12" y="41"/>
                  <a:pt x="11" y="41"/>
                </a:cubicBezTo>
                <a:cubicBezTo>
                  <a:pt x="10" y="41"/>
                  <a:pt x="9" y="40"/>
                  <a:pt x="9" y="39"/>
                </a:cubicBezTo>
                <a:cubicBezTo>
                  <a:pt x="9" y="37"/>
                  <a:pt x="10" y="37"/>
                  <a:pt x="11" y="37"/>
                </a:cubicBezTo>
                <a:close/>
                <a:moveTo>
                  <a:pt x="11" y="28"/>
                </a:moveTo>
                <a:cubicBezTo>
                  <a:pt x="11" y="28"/>
                  <a:pt x="11" y="28"/>
                  <a:pt x="11" y="28"/>
                </a:cubicBezTo>
                <a:cubicBezTo>
                  <a:pt x="12" y="28"/>
                  <a:pt x="13" y="29"/>
                  <a:pt x="13" y="30"/>
                </a:cubicBezTo>
                <a:cubicBezTo>
                  <a:pt x="13" y="31"/>
                  <a:pt x="12" y="32"/>
                  <a:pt x="11" y="32"/>
                </a:cubicBezTo>
                <a:cubicBezTo>
                  <a:pt x="10" y="32"/>
                  <a:pt x="9" y="31"/>
                  <a:pt x="9" y="30"/>
                </a:cubicBezTo>
                <a:cubicBezTo>
                  <a:pt x="9" y="29"/>
                  <a:pt x="10" y="28"/>
                  <a:pt x="11" y="28"/>
                </a:cubicBezTo>
                <a:close/>
                <a:moveTo>
                  <a:pt x="11" y="20"/>
                </a:moveTo>
                <a:cubicBezTo>
                  <a:pt x="11" y="20"/>
                  <a:pt x="11" y="20"/>
                  <a:pt x="11" y="20"/>
                </a:cubicBezTo>
                <a:cubicBezTo>
                  <a:pt x="12" y="20"/>
                  <a:pt x="13" y="21"/>
                  <a:pt x="13" y="22"/>
                </a:cubicBezTo>
                <a:cubicBezTo>
                  <a:pt x="13" y="23"/>
                  <a:pt x="12" y="24"/>
                  <a:pt x="11" y="24"/>
                </a:cubicBezTo>
                <a:cubicBezTo>
                  <a:pt x="10" y="24"/>
                  <a:pt x="9" y="23"/>
                  <a:pt x="9" y="22"/>
                </a:cubicBezTo>
                <a:cubicBezTo>
                  <a:pt x="9" y="21"/>
                  <a:pt x="10" y="20"/>
                  <a:pt x="11" y="20"/>
                </a:cubicBezTo>
                <a:close/>
                <a:moveTo>
                  <a:pt x="22" y="0"/>
                </a:moveTo>
                <a:cubicBezTo>
                  <a:pt x="22" y="0"/>
                  <a:pt x="22" y="0"/>
                  <a:pt x="22" y="0"/>
                </a:cubicBezTo>
                <a:cubicBezTo>
                  <a:pt x="24" y="0"/>
                  <a:pt x="26" y="1"/>
                  <a:pt x="28" y="2"/>
                </a:cubicBezTo>
                <a:cubicBezTo>
                  <a:pt x="29" y="3"/>
                  <a:pt x="29" y="5"/>
                  <a:pt x="30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7" y="6"/>
                  <a:pt x="37" y="6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8"/>
                  <a:pt x="37" y="8"/>
                  <a:pt x="37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8"/>
                  <a:pt x="44" y="9"/>
                  <a:pt x="44" y="10"/>
                </a:cubicBezTo>
                <a:cubicBezTo>
                  <a:pt x="44" y="10"/>
                  <a:pt x="44" y="10"/>
                  <a:pt x="44" y="10"/>
                </a:cubicBezTo>
                <a:cubicBezTo>
                  <a:pt x="44" y="50"/>
                  <a:pt x="44" y="50"/>
                  <a:pt x="44" y="50"/>
                </a:cubicBezTo>
                <a:cubicBezTo>
                  <a:pt x="44" y="51"/>
                  <a:pt x="43" y="51"/>
                  <a:pt x="42" y="51"/>
                </a:cubicBezTo>
                <a:cubicBezTo>
                  <a:pt x="42" y="51"/>
                  <a:pt x="42" y="51"/>
                  <a:pt x="42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1" y="51"/>
                  <a:pt x="0" y="51"/>
                  <a:pt x="0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1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7"/>
                  <a:pt x="8" y="7"/>
                  <a:pt x="8" y="7"/>
                </a:cubicBezTo>
                <a:cubicBezTo>
                  <a:pt x="8" y="6"/>
                  <a:pt x="8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5"/>
                  <a:pt x="16" y="3"/>
                  <a:pt x="17" y="2"/>
                </a:cubicBezTo>
                <a:cubicBezTo>
                  <a:pt x="18" y="1"/>
                  <a:pt x="20" y="0"/>
                  <a:pt x="22" y="0"/>
                </a:cubicBezTo>
                <a:close/>
                <a:moveTo>
                  <a:pt x="27" y="6"/>
                </a:moveTo>
                <a:cubicBezTo>
                  <a:pt x="27" y="6"/>
                  <a:pt x="27" y="6"/>
                  <a:pt x="27" y="6"/>
                </a:cubicBezTo>
                <a:cubicBezTo>
                  <a:pt x="27" y="5"/>
                  <a:pt x="27" y="5"/>
                  <a:pt x="26" y="4"/>
                </a:cubicBezTo>
                <a:cubicBezTo>
                  <a:pt x="25" y="3"/>
                  <a:pt x="24" y="2"/>
                  <a:pt x="22" y="2"/>
                </a:cubicBezTo>
                <a:cubicBezTo>
                  <a:pt x="21" y="2"/>
                  <a:pt x="20" y="3"/>
                  <a:pt x="19" y="4"/>
                </a:cubicBezTo>
                <a:cubicBezTo>
                  <a:pt x="18" y="5"/>
                  <a:pt x="18" y="5"/>
                  <a:pt x="17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7" y="6"/>
                  <a:pt x="27" y="6"/>
                  <a:pt x="27" y="6"/>
                </a:cubicBezTo>
                <a:close/>
                <a:moveTo>
                  <a:pt x="37" y="12"/>
                </a:moveTo>
                <a:cubicBezTo>
                  <a:pt x="37" y="12"/>
                  <a:pt x="37" y="12"/>
                  <a:pt x="37" y="12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4"/>
                  <a:pt x="37" y="14"/>
                  <a:pt x="36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8" y="14"/>
                  <a:pt x="8" y="14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2"/>
                  <a:pt x="8" y="12"/>
                  <a:pt x="8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48"/>
                  <a:pt x="4" y="48"/>
                  <a:pt x="4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12"/>
                  <a:pt x="40" y="12"/>
                  <a:pt x="40" y="12"/>
                </a:cubicBezTo>
                <a:cubicBezTo>
                  <a:pt x="37" y="12"/>
                  <a:pt x="37" y="12"/>
                  <a:pt x="37" y="12"/>
                </a:cubicBezTo>
                <a:close/>
                <a:moveTo>
                  <a:pt x="22" y="8"/>
                </a:moveTo>
                <a:cubicBezTo>
                  <a:pt x="22" y="8"/>
                  <a:pt x="22" y="8"/>
                  <a:pt x="22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2"/>
                  <a:pt x="10" y="12"/>
                  <a:pt x="10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35" y="12"/>
                  <a:pt x="35" y="12"/>
                  <a:pt x="35" y="12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8"/>
                  <a:pt x="35" y="8"/>
                  <a:pt x="35" y="8"/>
                </a:cubicBezTo>
                <a:cubicBezTo>
                  <a:pt x="22" y="8"/>
                  <a:pt x="22" y="8"/>
                  <a:pt x="22" y="8"/>
                </a:cubicBezTo>
                <a:close/>
                <a:moveTo>
                  <a:pt x="17" y="40"/>
                </a:moveTo>
                <a:cubicBezTo>
                  <a:pt x="17" y="40"/>
                  <a:pt x="17" y="40"/>
                  <a:pt x="17" y="40"/>
                </a:cubicBezTo>
                <a:cubicBezTo>
                  <a:pt x="16" y="40"/>
                  <a:pt x="16" y="39"/>
                  <a:pt x="16" y="39"/>
                </a:cubicBezTo>
                <a:cubicBezTo>
                  <a:pt x="16" y="38"/>
                  <a:pt x="16" y="37"/>
                  <a:pt x="17" y="37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7"/>
                  <a:pt x="35" y="38"/>
                  <a:pt x="35" y="39"/>
                </a:cubicBezTo>
                <a:cubicBezTo>
                  <a:pt x="35" y="39"/>
                  <a:pt x="34" y="40"/>
                  <a:pt x="34" y="40"/>
                </a:cubicBezTo>
                <a:cubicBezTo>
                  <a:pt x="17" y="40"/>
                  <a:pt x="17" y="40"/>
                  <a:pt x="17" y="40"/>
                </a:cubicBezTo>
                <a:close/>
                <a:moveTo>
                  <a:pt x="17" y="32"/>
                </a:moveTo>
                <a:cubicBezTo>
                  <a:pt x="17" y="32"/>
                  <a:pt x="17" y="32"/>
                  <a:pt x="17" y="32"/>
                </a:cubicBezTo>
                <a:cubicBezTo>
                  <a:pt x="16" y="32"/>
                  <a:pt x="16" y="31"/>
                  <a:pt x="16" y="30"/>
                </a:cubicBezTo>
                <a:cubicBezTo>
                  <a:pt x="16" y="30"/>
                  <a:pt x="16" y="29"/>
                  <a:pt x="17" y="29"/>
                </a:cubicBezTo>
                <a:cubicBezTo>
                  <a:pt x="34" y="29"/>
                  <a:pt x="34" y="29"/>
                  <a:pt x="34" y="29"/>
                </a:cubicBezTo>
                <a:cubicBezTo>
                  <a:pt x="34" y="29"/>
                  <a:pt x="35" y="30"/>
                  <a:pt x="35" y="30"/>
                </a:cubicBezTo>
                <a:cubicBezTo>
                  <a:pt x="35" y="31"/>
                  <a:pt x="34" y="32"/>
                  <a:pt x="34" y="32"/>
                </a:cubicBezTo>
                <a:cubicBezTo>
                  <a:pt x="17" y="32"/>
                  <a:pt x="17" y="32"/>
                  <a:pt x="17" y="3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30" name="Freeform 164">
            <a:extLst>
              <a:ext uri="{FF2B5EF4-FFF2-40B4-BE49-F238E27FC236}">
                <a16:creationId xmlns:a16="http://schemas.microsoft.com/office/drawing/2014/main" id="{2E00B531-825D-0A6E-D682-193DCF54A38F}"/>
              </a:ext>
            </a:extLst>
          </p:cNvPr>
          <p:cNvSpPr>
            <a:spLocks noEditPoints="1"/>
          </p:cNvSpPr>
          <p:nvPr/>
        </p:nvSpPr>
        <p:spPr bwMode="auto">
          <a:xfrm>
            <a:off x="1677919" y="4333265"/>
            <a:ext cx="213783" cy="211667"/>
          </a:xfrm>
          <a:custGeom>
            <a:avLst/>
            <a:gdLst>
              <a:gd name="T0" fmla="*/ 109029 w 50"/>
              <a:gd name="T1" fmla="*/ 47625 h 50"/>
              <a:gd name="T2" fmla="*/ 125063 w 50"/>
              <a:gd name="T3" fmla="*/ 82550 h 50"/>
              <a:gd name="T4" fmla="*/ 134683 w 50"/>
              <a:gd name="T5" fmla="*/ 92075 h 50"/>
              <a:gd name="T6" fmla="*/ 134683 w 50"/>
              <a:gd name="T7" fmla="*/ 111125 h 50"/>
              <a:gd name="T8" fmla="*/ 125063 w 50"/>
              <a:gd name="T9" fmla="*/ 114300 h 50"/>
              <a:gd name="T10" fmla="*/ 121856 w 50"/>
              <a:gd name="T11" fmla="*/ 120650 h 50"/>
              <a:gd name="T12" fmla="*/ 35274 w 50"/>
              <a:gd name="T13" fmla="*/ 120650 h 50"/>
              <a:gd name="T14" fmla="*/ 28861 w 50"/>
              <a:gd name="T15" fmla="*/ 114300 h 50"/>
              <a:gd name="T16" fmla="*/ 22447 w 50"/>
              <a:gd name="T17" fmla="*/ 107950 h 50"/>
              <a:gd name="T18" fmla="*/ 22447 w 50"/>
              <a:gd name="T19" fmla="*/ 92075 h 50"/>
              <a:gd name="T20" fmla="*/ 35274 w 50"/>
              <a:gd name="T21" fmla="*/ 53975 h 50"/>
              <a:gd name="T22" fmla="*/ 80169 w 50"/>
              <a:gd name="T23" fmla="*/ 28575 h 50"/>
              <a:gd name="T24" fmla="*/ 137890 w 50"/>
              <a:gd name="T25" fmla="*/ 82550 h 50"/>
              <a:gd name="T26" fmla="*/ 147510 w 50"/>
              <a:gd name="T27" fmla="*/ 76200 h 50"/>
              <a:gd name="T28" fmla="*/ 83375 w 50"/>
              <a:gd name="T29" fmla="*/ 12700 h 50"/>
              <a:gd name="T30" fmla="*/ 76962 w 50"/>
              <a:gd name="T31" fmla="*/ 19050 h 50"/>
              <a:gd name="T32" fmla="*/ 32067 w 50"/>
              <a:gd name="T33" fmla="*/ 31750 h 50"/>
              <a:gd name="T34" fmla="*/ 22447 w 50"/>
              <a:gd name="T35" fmla="*/ 79375 h 50"/>
              <a:gd name="T36" fmla="*/ 32067 w 50"/>
              <a:gd name="T37" fmla="*/ 127000 h 50"/>
              <a:gd name="T38" fmla="*/ 76962 w 50"/>
              <a:gd name="T39" fmla="*/ 136525 h 50"/>
              <a:gd name="T40" fmla="*/ 83375 w 50"/>
              <a:gd name="T41" fmla="*/ 146050 h 50"/>
              <a:gd name="T42" fmla="*/ 147510 w 50"/>
              <a:gd name="T43" fmla="*/ 82550 h 50"/>
              <a:gd name="T44" fmla="*/ 134683 w 50"/>
              <a:gd name="T45" fmla="*/ 22225 h 50"/>
              <a:gd name="T46" fmla="*/ 134683 w 50"/>
              <a:gd name="T47" fmla="*/ 136525 h 50"/>
              <a:gd name="T48" fmla="*/ 80169 w 50"/>
              <a:gd name="T49" fmla="*/ 158750 h 50"/>
              <a:gd name="T50" fmla="*/ 0 w 50"/>
              <a:gd name="T51" fmla="*/ 79375 h 50"/>
              <a:gd name="T52" fmla="*/ 22447 w 50"/>
              <a:gd name="T53" fmla="*/ 22225 h 50"/>
              <a:gd name="T54" fmla="*/ 80169 w 50"/>
              <a:gd name="T55" fmla="*/ 114300 h 50"/>
              <a:gd name="T56" fmla="*/ 92995 w 50"/>
              <a:gd name="T57" fmla="*/ 95250 h 50"/>
              <a:gd name="T58" fmla="*/ 105822 w 50"/>
              <a:gd name="T59" fmla="*/ 104775 h 50"/>
              <a:gd name="T60" fmla="*/ 89789 w 50"/>
              <a:gd name="T61" fmla="*/ 76200 h 50"/>
              <a:gd name="T62" fmla="*/ 54515 w 50"/>
              <a:gd name="T63" fmla="*/ 98425 h 50"/>
              <a:gd name="T64" fmla="*/ 64135 w 50"/>
              <a:gd name="T65" fmla="*/ 104775 h 50"/>
              <a:gd name="T66" fmla="*/ 67342 w 50"/>
              <a:gd name="T67" fmla="*/ 95250 h 50"/>
              <a:gd name="T68" fmla="*/ 80169 w 50"/>
              <a:gd name="T69" fmla="*/ 69850 h 50"/>
              <a:gd name="T70" fmla="*/ 80169 w 50"/>
              <a:gd name="T71" fmla="*/ 34925 h 50"/>
              <a:gd name="T72" fmla="*/ 41688 w 50"/>
              <a:gd name="T73" fmla="*/ 114300 h 50"/>
              <a:gd name="T74" fmla="*/ 48101 w 50"/>
              <a:gd name="T75" fmla="*/ 111125 h 50"/>
              <a:gd name="T76" fmla="*/ 48101 w 50"/>
              <a:gd name="T77" fmla="*/ 88900 h 50"/>
              <a:gd name="T78" fmla="*/ 28861 w 50"/>
              <a:gd name="T79" fmla="*/ 101600 h 50"/>
              <a:gd name="T80" fmla="*/ 35274 w 50"/>
              <a:gd name="T81" fmla="*/ 101600 h 50"/>
              <a:gd name="T82" fmla="*/ 41688 w 50"/>
              <a:gd name="T83" fmla="*/ 114300 h 50"/>
              <a:gd name="T84" fmla="*/ 51308 w 50"/>
              <a:gd name="T85" fmla="*/ 57150 h 50"/>
              <a:gd name="T86" fmla="*/ 35274 w 50"/>
              <a:gd name="T87" fmla="*/ 66675 h 50"/>
              <a:gd name="T88" fmla="*/ 51308 w 50"/>
              <a:gd name="T89" fmla="*/ 79375 h 50"/>
              <a:gd name="T90" fmla="*/ 118649 w 50"/>
              <a:gd name="T91" fmla="*/ 114300 h 50"/>
              <a:gd name="T92" fmla="*/ 121856 w 50"/>
              <a:gd name="T93" fmla="*/ 98425 h 50"/>
              <a:gd name="T94" fmla="*/ 128270 w 50"/>
              <a:gd name="T95" fmla="*/ 107950 h 50"/>
              <a:gd name="T96" fmla="*/ 125063 w 50"/>
              <a:gd name="T97" fmla="*/ 92075 h 50"/>
              <a:gd name="T98" fmla="*/ 112236 w 50"/>
              <a:gd name="T99" fmla="*/ 98425 h 50"/>
              <a:gd name="T100" fmla="*/ 109029 w 50"/>
              <a:gd name="T101" fmla="*/ 114300 h 50"/>
              <a:gd name="T102" fmla="*/ 105822 w 50"/>
              <a:gd name="T103" fmla="*/ 57150 h 50"/>
              <a:gd name="T104" fmla="*/ 109029 w 50"/>
              <a:gd name="T105" fmla="*/ 79375 h 50"/>
              <a:gd name="T106" fmla="*/ 121856 w 50"/>
              <a:gd name="T107" fmla="*/ 66675 h 50"/>
              <a:gd name="T108" fmla="*/ 105822 w 50"/>
              <a:gd name="T109" fmla="*/ 57150 h 5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0" h="50">
                <a:moveTo>
                  <a:pt x="25" y="9"/>
                </a:moveTo>
                <a:cubicBezTo>
                  <a:pt x="29" y="9"/>
                  <a:pt x="32" y="12"/>
                  <a:pt x="33" y="15"/>
                </a:cubicBezTo>
                <a:cubicBezTo>
                  <a:pt x="33" y="15"/>
                  <a:pt x="34" y="15"/>
                  <a:pt x="34" y="15"/>
                </a:cubicBezTo>
                <a:cubicBezTo>
                  <a:pt x="36" y="15"/>
                  <a:pt x="38" y="16"/>
                  <a:pt x="39" y="17"/>
                </a:cubicBezTo>
                <a:cubicBezTo>
                  <a:pt x="40" y="18"/>
                  <a:pt x="41" y="20"/>
                  <a:pt x="41" y="21"/>
                </a:cubicBezTo>
                <a:cubicBezTo>
                  <a:pt x="41" y="23"/>
                  <a:pt x="40" y="25"/>
                  <a:pt x="39" y="26"/>
                </a:cubicBezTo>
                <a:cubicBezTo>
                  <a:pt x="41" y="27"/>
                  <a:pt x="41" y="27"/>
                  <a:pt x="41" y="27"/>
                </a:cubicBezTo>
                <a:cubicBezTo>
                  <a:pt x="41" y="28"/>
                  <a:pt x="42" y="29"/>
                  <a:pt x="42" y="29"/>
                </a:cubicBezTo>
                <a:cubicBezTo>
                  <a:pt x="42" y="29"/>
                  <a:pt x="42" y="29"/>
                  <a:pt x="42" y="29"/>
                </a:cubicBezTo>
                <a:cubicBezTo>
                  <a:pt x="42" y="30"/>
                  <a:pt x="43" y="31"/>
                  <a:pt x="43" y="32"/>
                </a:cubicBezTo>
                <a:cubicBezTo>
                  <a:pt x="43" y="34"/>
                  <a:pt x="43" y="34"/>
                  <a:pt x="43" y="34"/>
                </a:cubicBezTo>
                <a:cubicBezTo>
                  <a:pt x="43" y="34"/>
                  <a:pt x="42" y="35"/>
                  <a:pt x="42" y="35"/>
                </a:cubicBezTo>
                <a:cubicBezTo>
                  <a:pt x="42" y="36"/>
                  <a:pt x="41" y="36"/>
                  <a:pt x="41" y="36"/>
                </a:cubicBezTo>
                <a:cubicBezTo>
                  <a:pt x="41" y="36"/>
                  <a:pt x="41" y="36"/>
                  <a:pt x="41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7"/>
                  <a:pt x="39" y="38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25" y="38"/>
                  <a:pt x="25" y="38"/>
                  <a:pt x="25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0" y="37"/>
                  <a:pt x="10" y="37"/>
                </a:cubicBezTo>
                <a:cubicBezTo>
                  <a:pt x="10" y="36"/>
                  <a:pt x="10" y="36"/>
                  <a:pt x="10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6"/>
                  <a:pt x="8" y="36"/>
                  <a:pt x="7" y="35"/>
                </a:cubicBezTo>
                <a:cubicBezTo>
                  <a:pt x="7" y="35"/>
                  <a:pt x="7" y="34"/>
                  <a:pt x="7" y="34"/>
                </a:cubicBezTo>
                <a:cubicBezTo>
                  <a:pt x="7" y="32"/>
                  <a:pt x="7" y="32"/>
                  <a:pt x="7" y="32"/>
                </a:cubicBezTo>
                <a:cubicBezTo>
                  <a:pt x="7" y="31"/>
                  <a:pt x="7" y="30"/>
                  <a:pt x="7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8"/>
                  <a:pt x="9" y="27"/>
                  <a:pt x="10" y="26"/>
                </a:cubicBezTo>
                <a:cubicBezTo>
                  <a:pt x="9" y="25"/>
                  <a:pt x="9" y="23"/>
                  <a:pt x="9" y="21"/>
                </a:cubicBezTo>
                <a:cubicBezTo>
                  <a:pt x="9" y="20"/>
                  <a:pt x="9" y="18"/>
                  <a:pt x="11" y="17"/>
                </a:cubicBezTo>
                <a:cubicBezTo>
                  <a:pt x="12" y="16"/>
                  <a:pt x="13" y="15"/>
                  <a:pt x="15" y="15"/>
                </a:cubicBezTo>
                <a:cubicBezTo>
                  <a:pt x="16" y="15"/>
                  <a:pt x="16" y="15"/>
                  <a:pt x="17" y="15"/>
                </a:cubicBezTo>
                <a:cubicBezTo>
                  <a:pt x="17" y="12"/>
                  <a:pt x="21" y="9"/>
                  <a:pt x="25" y="9"/>
                </a:cubicBezTo>
                <a:close/>
                <a:moveTo>
                  <a:pt x="46" y="26"/>
                </a:moveTo>
                <a:cubicBezTo>
                  <a:pt x="46" y="26"/>
                  <a:pt x="46" y="26"/>
                  <a:pt x="46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6"/>
                  <a:pt x="42" y="25"/>
                  <a:pt x="42" y="25"/>
                </a:cubicBezTo>
                <a:cubicBezTo>
                  <a:pt x="42" y="24"/>
                  <a:pt x="43" y="24"/>
                  <a:pt x="43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18"/>
                  <a:pt x="43" y="13"/>
                  <a:pt x="40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36" y="6"/>
                  <a:pt x="31" y="4"/>
                  <a:pt x="26" y="4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7"/>
                  <a:pt x="25" y="7"/>
                  <a:pt x="25" y="7"/>
                </a:cubicBezTo>
                <a:cubicBezTo>
                  <a:pt x="24" y="7"/>
                  <a:pt x="24" y="7"/>
                  <a:pt x="24" y="6"/>
                </a:cubicBezTo>
                <a:cubicBezTo>
                  <a:pt x="24" y="4"/>
                  <a:pt x="24" y="4"/>
                  <a:pt x="24" y="4"/>
                </a:cubicBezTo>
                <a:cubicBezTo>
                  <a:pt x="18" y="4"/>
                  <a:pt x="13" y="6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3"/>
                  <a:pt x="4" y="18"/>
                  <a:pt x="4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7" y="24"/>
                  <a:pt x="7" y="24"/>
                  <a:pt x="7" y="25"/>
                </a:cubicBezTo>
                <a:cubicBezTo>
                  <a:pt x="7" y="25"/>
                  <a:pt x="7" y="26"/>
                  <a:pt x="6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31"/>
                  <a:pt x="6" y="36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3" y="43"/>
                  <a:pt x="18" y="46"/>
                  <a:pt x="24" y="46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3"/>
                  <a:pt x="24" y="42"/>
                  <a:pt x="25" y="42"/>
                </a:cubicBezTo>
                <a:cubicBezTo>
                  <a:pt x="25" y="42"/>
                  <a:pt x="26" y="43"/>
                  <a:pt x="26" y="43"/>
                </a:cubicBezTo>
                <a:cubicBezTo>
                  <a:pt x="26" y="46"/>
                  <a:pt x="26" y="46"/>
                  <a:pt x="26" y="46"/>
                </a:cubicBezTo>
                <a:cubicBezTo>
                  <a:pt x="31" y="46"/>
                  <a:pt x="36" y="43"/>
                  <a:pt x="40" y="40"/>
                </a:cubicBezTo>
                <a:cubicBezTo>
                  <a:pt x="40" y="40"/>
                  <a:pt x="40" y="40"/>
                  <a:pt x="40" y="40"/>
                </a:cubicBezTo>
                <a:cubicBezTo>
                  <a:pt x="43" y="36"/>
                  <a:pt x="46" y="31"/>
                  <a:pt x="46" y="26"/>
                </a:cubicBezTo>
                <a:close/>
                <a:moveTo>
                  <a:pt x="25" y="0"/>
                </a:moveTo>
                <a:cubicBezTo>
                  <a:pt x="25" y="0"/>
                  <a:pt x="25" y="0"/>
                  <a:pt x="25" y="0"/>
                </a:cubicBezTo>
                <a:cubicBezTo>
                  <a:pt x="32" y="0"/>
                  <a:pt x="38" y="3"/>
                  <a:pt x="42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7" y="12"/>
                  <a:pt x="50" y="18"/>
                  <a:pt x="50" y="25"/>
                </a:cubicBezTo>
                <a:cubicBezTo>
                  <a:pt x="50" y="32"/>
                  <a:pt x="47" y="38"/>
                  <a:pt x="42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38" y="47"/>
                  <a:pt x="32" y="50"/>
                  <a:pt x="25" y="50"/>
                </a:cubicBezTo>
                <a:cubicBezTo>
                  <a:pt x="18" y="50"/>
                  <a:pt x="12" y="47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2" y="38"/>
                  <a:pt x="0" y="32"/>
                  <a:pt x="0" y="25"/>
                </a:cubicBezTo>
                <a:cubicBezTo>
                  <a:pt x="0" y="18"/>
                  <a:pt x="2" y="12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12" y="3"/>
                  <a:pt x="18" y="0"/>
                  <a:pt x="25" y="0"/>
                </a:cubicBezTo>
                <a:close/>
                <a:moveTo>
                  <a:pt x="25" y="36"/>
                </a:moveTo>
                <a:cubicBezTo>
                  <a:pt x="25" y="36"/>
                  <a:pt x="25" y="36"/>
                  <a:pt x="25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4"/>
                  <a:pt x="28" y="32"/>
                  <a:pt x="28" y="30"/>
                </a:cubicBezTo>
                <a:cubicBezTo>
                  <a:pt x="28" y="30"/>
                  <a:pt x="29" y="30"/>
                  <a:pt x="29" y="30"/>
                </a:cubicBezTo>
                <a:cubicBezTo>
                  <a:pt x="29" y="30"/>
                  <a:pt x="30" y="30"/>
                  <a:pt x="30" y="30"/>
                </a:cubicBezTo>
                <a:cubicBezTo>
                  <a:pt x="30" y="33"/>
                  <a:pt x="30" y="33"/>
                  <a:pt x="30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27"/>
                  <a:pt x="31" y="26"/>
                  <a:pt x="28" y="24"/>
                </a:cubicBezTo>
                <a:cubicBezTo>
                  <a:pt x="27" y="24"/>
                  <a:pt x="26" y="25"/>
                  <a:pt x="25" y="25"/>
                </a:cubicBezTo>
                <a:cubicBezTo>
                  <a:pt x="23" y="25"/>
                  <a:pt x="22" y="24"/>
                  <a:pt x="21" y="24"/>
                </a:cubicBezTo>
                <a:cubicBezTo>
                  <a:pt x="19" y="26"/>
                  <a:pt x="17" y="27"/>
                  <a:pt x="17" y="31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2"/>
                  <a:pt x="21" y="34"/>
                  <a:pt x="21" y="36"/>
                </a:cubicBezTo>
                <a:cubicBezTo>
                  <a:pt x="25" y="36"/>
                  <a:pt x="25" y="36"/>
                  <a:pt x="25" y="36"/>
                </a:cubicBezTo>
                <a:close/>
                <a:moveTo>
                  <a:pt x="25" y="22"/>
                </a:moveTo>
                <a:cubicBezTo>
                  <a:pt x="25" y="22"/>
                  <a:pt x="25" y="22"/>
                  <a:pt x="25" y="22"/>
                </a:cubicBezTo>
                <a:cubicBezTo>
                  <a:pt x="28" y="22"/>
                  <a:pt x="30" y="20"/>
                  <a:pt x="30" y="17"/>
                </a:cubicBezTo>
                <a:cubicBezTo>
                  <a:pt x="30" y="13"/>
                  <a:pt x="28" y="11"/>
                  <a:pt x="25" y="11"/>
                </a:cubicBezTo>
                <a:cubicBezTo>
                  <a:pt x="22" y="11"/>
                  <a:pt x="19" y="13"/>
                  <a:pt x="19" y="17"/>
                </a:cubicBezTo>
                <a:cubicBezTo>
                  <a:pt x="19" y="20"/>
                  <a:pt x="22" y="22"/>
                  <a:pt x="25" y="22"/>
                </a:cubicBezTo>
                <a:close/>
                <a:moveTo>
                  <a:pt x="13" y="36"/>
                </a:moveTo>
                <a:cubicBezTo>
                  <a:pt x="13" y="36"/>
                  <a:pt x="13" y="36"/>
                  <a:pt x="13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5"/>
                  <a:pt x="15" y="35"/>
                  <a:pt x="15" y="35"/>
                </a:cubicBezTo>
                <a:cubicBezTo>
                  <a:pt x="15" y="34"/>
                  <a:pt x="14" y="34"/>
                  <a:pt x="14" y="33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30"/>
                  <a:pt x="15" y="29"/>
                  <a:pt x="15" y="28"/>
                </a:cubicBezTo>
                <a:cubicBezTo>
                  <a:pt x="14" y="28"/>
                  <a:pt x="13" y="27"/>
                  <a:pt x="12" y="27"/>
                </a:cubicBezTo>
                <a:cubicBezTo>
                  <a:pt x="11" y="28"/>
                  <a:pt x="10" y="29"/>
                  <a:pt x="10" y="30"/>
                </a:cubicBezTo>
                <a:cubicBezTo>
                  <a:pt x="9" y="31"/>
                  <a:pt x="9" y="31"/>
                  <a:pt x="9" y="32"/>
                </a:cubicBezTo>
                <a:cubicBezTo>
                  <a:pt x="9" y="34"/>
                  <a:pt x="9" y="34"/>
                  <a:pt x="9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1"/>
                  <a:pt x="12" y="31"/>
                  <a:pt x="12" y="31"/>
                </a:cubicBezTo>
                <a:cubicBezTo>
                  <a:pt x="12" y="31"/>
                  <a:pt x="13" y="31"/>
                  <a:pt x="13" y="32"/>
                </a:cubicBezTo>
                <a:cubicBezTo>
                  <a:pt x="13" y="36"/>
                  <a:pt x="13" y="36"/>
                  <a:pt x="13" y="36"/>
                </a:cubicBezTo>
                <a:close/>
                <a:moveTo>
                  <a:pt x="17" y="18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6" y="18"/>
                  <a:pt x="16" y="18"/>
                </a:cubicBezTo>
                <a:cubicBezTo>
                  <a:pt x="16" y="17"/>
                  <a:pt x="15" y="17"/>
                  <a:pt x="15" y="17"/>
                </a:cubicBezTo>
                <a:cubicBezTo>
                  <a:pt x="14" y="17"/>
                  <a:pt x="13" y="18"/>
                  <a:pt x="12" y="19"/>
                </a:cubicBezTo>
                <a:cubicBezTo>
                  <a:pt x="11" y="19"/>
                  <a:pt x="11" y="20"/>
                  <a:pt x="11" y="21"/>
                </a:cubicBezTo>
                <a:cubicBezTo>
                  <a:pt x="11" y="23"/>
                  <a:pt x="11" y="24"/>
                  <a:pt x="12" y="24"/>
                </a:cubicBezTo>
                <a:cubicBezTo>
                  <a:pt x="13" y="25"/>
                  <a:pt x="14" y="25"/>
                  <a:pt x="15" y="25"/>
                </a:cubicBezTo>
                <a:cubicBezTo>
                  <a:pt x="15" y="25"/>
                  <a:pt x="16" y="25"/>
                  <a:pt x="16" y="25"/>
                </a:cubicBezTo>
                <a:cubicBezTo>
                  <a:pt x="17" y="24"/>
                  <a:pt x="18" y="23"/>
                  <a:pt x="19" y="22"/>
                </a:cubicBezTo>
                <a:cubicBezTo>
                  <a:pt x="18" y="21"/>
                  <a:pt x="17" y="20"/>
                  <a:pt x="17" y="18"/>
                </a:cubicBezTo>
                <a:close/>
                <a:moveTo>
                  <a:pt x="37" y="36"/>
                </a:moveTo>
                <a:cubicBezTo>
                  <a:pt x="37" y="36"/>
                  <a:pt x="37" y="36"/>
                  <a:pt x="37" y="36"/>
                </a:cubicBezTo>
                <a:cubicBezTo>
                  <a:pt x="37" y="32"/>
                  <a:pt x="37" y="32"/>
                  <a:pt x="37" y="32"/>
                </a:cubicBezTo>
                <a:cubicBezTo>
                  <a:pt x="37" y="31"/>
                  <a:pt x="37" y="31"/>
                  <a:pt x="38" y="31"/>
                </a:cubicBezTo>
                <a:cubicBezTo>
                  <a:pt x="38" y="31"/>
                  <a:pt x="38" y="31"/>
                  <a:pt x="38" y="32"/>
                </a:cubicBezTo>
                <a:cubicBezTo>
                  <a:pt x="38" y="34"/>
                  <a:pt x="38" y="34"/>
                  <a:pt x="38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2"/>
                  <a:pt x="40" y="32"/>
                  <a:pt x="40" y="32"/>
                </a:cubicBezTo>
                <a:cubicBezTo>
                  <a:pt x="40" y="31"/>
                  <a:pt x="40" y="31"/>
                  <a:pt x="40" y="30"/>
                </a:cubicBezTo>
                <a:cubicBezTo>
                  <a:pt x="40" y="30"/>
                  <a:pt x="39" y="29"/>
                  <a:pt x="39" y="29"/>
                </a:cubicBezTo>
                <a:cubicBezTo>
                  <a:pt x="37" y="27"/>
                  <a:pt x="37" y="27"/>
                  <a:pt x="37" y="27"/>
                </a:cubicBezTo>
                <a:cubicBezTo>
                  <a:pt x="36" y="27"/>
                  <a:pt x="36" y="28"/>
                  <a:pt x="35" y="28"/>
                </a:cubicBezTo>
                <a:cubicBezTo>
                  <a:pt x="35" y="29"/>
                  <a:pt x="35" y="30"/>
                  <a:pt x="35" y="31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34"/>
                  <a:pt x="35" y="34"/>
                  <a:pt x="35" y="35"/>
                </a:cubicBezTo>
                <a:cubicBezTo>
                  <a:pt x="34" y="35"/>
                  <a:pt x="34" y="35"/>
                  <a:pt x="34" y="36"/>
                </a:cubicBezTo>
                <a:cubicBezTo>
                  <a:pt x="37" y="36"/>
                  <a:pt x="37" y="36"/>
                  <a:pt x="37" y="36"/>
                </a:cubicBezTo>
                <a:close/>
                <a:moveTo>
                  <a:pt x="33" y="18"/>
                </a:moveTo>
                <a:cubicBezTo>
                  <a:pt x="33" y="18"/>
                  <a:pt x="33" y="18"/>
                  <a:pt x="33" y="18"/>
                </a:cubicBezTo>
                <a:cubicBezTo>
                  <a:pt x="32" y="20"/>
                  <a:pt x="32" y="21"/>
                  <a:pt x="30" y="22"/>
                </a:cubicBezTo>
                <a:cubicBezTo>
                  <a:pt x="31" y="23"/>
                  <a:pt x="32" y="24"/>
                  <a:pt x="33" y="25"/>
                </a:cubicBezTo>
                <a:cubicBezTo>
                  <a:pt x="33" y="25"/>
                  <a:pt x="34" y="25"/>
                  <a:pt x="34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6" y="25"/>
                  <a:pt x="37" y="25"/>
                  <a:pt x="37" y="24"/>
                </a:cubicBezTo>
                <a:cubicBezTo>
                  <a:pt x="38" y="24"/>
                  <a:pt x="38" y="23"/>
                  <a:pt x="38" y="21"/>
                </a:cubicBezTo>
                <a:cubicBezTo>
                  <a:pt x="38" y="20"/>
                  <a:pt x="38" y="19"/>
                  <a:pt x="37" y="19"/>
                </a:cubicBezTo>
                <a:cubicBezTo>
                  <a:pt x="37" y="18"/>
                  <a:pt x="36" y="17"/>
                  <a:pt x="34" y="17"/>
                </a:cubicBezTo>
                <a:cubicBezTo>
                  <a:pt x="34" y="17"/>
                  <a:pt x="34" y="17"/>
                  <a:pt x="33" y="18"/>
                </a:cubicBezTo>
                <a:cubicBezTo>
                  <a:pt x="33" y="18"/>
                  <a:pt x="33" y="18"/>
                  <a:pt x="33" y="1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31" name="Freeform 165">
            <a:extLst>
              <a:ext uri="{FF2B5EF4-FFF2-40B4-BE49-F238E27FC236}">
                <a16:creationId xmlns:a16="http://schemas.microsoft.com/office/drawing/2014/main" id="{F2CD0EF3-42A3-31D2-26F8-55B230A7D2FD}"/>
              </a:ext>
            </a:extLst>
          </p:cNvPr>
          <p:cNvSpPr>
            <a:spLocks noEditPoints="1"/>
          </p:cNvSpPr>
          <p:nvPr/>
        </p:nvSpPr>
        <p:spPr bwMode="auto">
          <a:xfrm>
            <a:off x="5811767" y="3008232"/>
            <a:ext cx="211667" cy="215900"/>
          </a:xfrm>
          <a:custGeom>
            <a:avLst/>
            <a:gdLst>
              <a:gd name="T0" fmla="*/ 139700 w 50"/>
              <a:gd name="T1" fmla="*/ 38100 h 51"/>
              <a:gd name="T2" fmla="*/ 120650 w 50"/>
              <a:gd name="T3" fmla="*/ 57150 h 51"/>
              <a:gd name="T4" fmla="*/ 101600 w 50"/>
              <a:gd name="T5" fmla="*/ 38100 h 51"/>
              <a:gd name="T6" fmla="*/ 120650 w 50"/>
              <a:gd name="T7" fmla="*/ 22225 h 51"/>
              <a:gd name="T8" fmla="*/ 139700 w 50"/>
              <a:gd name="T9" fmla="*/ 38100 h 51"/>
              <a:gd name="T10" fmla="*/ 82550 w 50"/>
              <a:gd name="T11" fmla="*/ 0 h 51"/>
              <a:gd name="T12" fmla="*/ 82550 w 50"/>
              <a:gd name="T13" fmla="*/ 0 h 51"/>
              <a:gd name="T14" fmla="*/ 152400 w 50"/>
              <a:gd name="T15" fmla="*/ 0 h 51"/>
              <a:gd name="T16" fmla="*/ 158750 w 50"/>
              <a:gd name="T17" fmla="*/ 6350 h 51"/>
              <a:gd name="T18" fmla="*/ 158750 w 50"/>
              <a:gd name="T19" fmla="*/ 6350 h 51"/>
              <a:gd name="T20" fmla="*/ 158750 w 50"/>
              <a:gd name="T21" fmla="*/ 76200 h 51"/>
              <a:gd name="T22" fmla="*/ 158750 w 50"/>
              <a:gd name="T23" fmla="*/ 82550 h 51"/>
              <a:gd name="T24" fmla="*/ 82550 w 50"/>
              <a:gd name="T25" fmla="*/ 158750 h 51"/>
              <a:gd name="T26" fmla="*/ 73025 w 50"/>
              <a:gd name="T27" fmla="*/ 158750 h 51"/>
              <a:gd name="T28" fmla="*/ 73025 w 50"/>
              <a:gd name="T29" fmla="*/ 158750 h 51"/>
              <a:gd name="T30" fmla="*/ 3175 w 50"/>
              <a:gd name="T31" fmla="*/ 88900 h 51"/>
              <a:gd name="T32" fmla="*/ 3175 w 50"/>
              <a:gd name="T33" fmla="*/ 79375 h 51"/>
              <a:gd name="T34" fmla="*/ 3175 w 50"/>
              <a:gd name="T35" fmla="*/ 79375 h 51"/>
              <a:gd name="T36" fmla="*/ 79375 w 50"/>
              <a:gd name="T37" fmla="*/ 3175 h 51"/>
              <a:gd name="T38" fmla="*/ 82550 w 50"/>
              <a:gd name="T39" fmla="*/ 0 h 51"/>
              <a:gd name="T40" fmla="*/ 82550 w 50"/>
              <a:gd name="T41" fmla="*/ 0 h 51"/>
              <a:gd name="T42" fmla="*/ 146050 w 50"/>
              <a:gd name="T43" fmla="*/ 12700 h 51"/>
              <a:gd name="T44" fmla="*/ 146050 w 50"/>
              <a:gd name="T45" fmla="*/ 12700 h 51"/>
              <a:gd name="T46" fmla="*/ 85725 w 50"/>
              <a:gd name="T47" fmla="*/ 12700 h 51"/>
              <a:gd name="T48" fmla="*/ 15875 w 50"/>
              <a:gd name="T49" fmla="*/ 82550 h 51"/>
              <a:gd name="T50" fmla="*/ 76200 w 50"/>
              <a:gd name="T51" fmla="*/ 146050 h 51"/>
              <a:gd name="T52" fmla="*/ 146050 w 50"/>
              <a:gd name="T53" fmla="*/ 73025 h 51"/>
              <a:gd name="T54" fmla="*/ 146050 w 50"/>
              <a:gd name="T55" fmla="*/ 12700 h 51"/>
              <a:gd name="T56" fmla="*/ 133350 w 50"/>
              <a:gd name="T57" fmla="*/ 38100 h 51"/>
              <a:gd name="T58" fmla="*/ 133350 w 50"/>
              <a:gd name="T59" fmla="*/ 38100 h 51"/>
              <a:gd name="T60" fmla="*/ 120650 w 50"/>
              <a:gd name="T61" fmla="*/ 28575 h 51"/>
              <a:gd name="T62" fmla="*/ 111125 w 50"/>
              <a:gd name="T63" fmla="*/ 38100 h 51"/>
              <a:gd name="T64" fmla="*/ 120650 w 50"/>
              <a:gd name="T65" fmla="*/ 50800 h 51"/>
              <a:gd name="T66" fmla="*/ 133350 w 50"/>
              <a:gd name="T67" fmla="*/ 38100 h 5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0" h="51">
                <a:moveTo>
                  <a:pt x="44" y="12"/>
                </a:moveTo>
                <a:cubicBezTo>
                  <a:pt x="44" y="16"/>
                  <a:pt x="41" y="18"/>
                  <a:pt x="38" y="18"/>
                </a:cubicBezTo>
                <a:cubicBezTo>
                  <a:pt x="35" y="18"/>
                  <a:pt x="32" y="16"/>
                  <a:pt x="32" y="12"/>
                </a:cubicBezTo>
                <a:cubicBezTo>
                  <a:pt x="32" y="9"/>
                  <a:pt x="35" y="7"/>
                  <a:pt x="38" y="7"/>
                </a:cubicBezTo>
                <a:cubicBezTo>
                  <a:pt x="41" y="7"/>
                  <a:pt x="44" y="9"/>
                  <a:pt x="44" y="12"/>
                </a:cubicBezTo>
                <a:close/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24"/>
                  <a:pt x="50" y="24"/>
                  <a:pt x="50" y="24"/>
                </a:cubicBezTo>
                <a:cubicBezTo>
                  <a:pt x="50" y="25"/>
                  <a:pt x="50" y="25"/>
                  <a:pt x="50" y="26"/>
                </a:cubicBezTo>
                <a:cubicBezTo>
                  <a:pt x="26" y="50"/>
                  <a:pt x="26" y="50"/>
                  <a:pt x="26" y="50"/>
                </a:cubicBezTo>
                <a:cubicBezTo>
                  <a:pt x="25" y="51"/>
                  <a:pt x="24" y="51"/>
                  <a:pt x="23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1" y="28"/>
                  <a:pt x="1" y="28"/>
                  <a:pt x="1" y="28"/>
                </a:cubicBezTo>
                <a:cubicBezTo>
                  <a:pt x="0" y="27"/>
                  <a:pt x="0" y="26"/>
                  <a:pt x="1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25" y="1"/>
                  <a:pt x="25" y="1"/>
                  <a:pt x="25" y="1"/>
                </a:cubicBezTo>
                <a:cubicBezTo>
                  <a:pt x="25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lose/>
                <a:moveTo>
                  <a:pt x="46" y="4"/>
                </a:moveTo>
                <a:cubicBezTo>
                  <a:pt x="46" y="4"/>
                  <a:pt x="46" y="4"/>
                  <a:pt x="46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5" y="26"/>
                  <a:pt x="5" y="26"/>
                  <a:pt x="5" y="26"/>
                </a:cubicBezTo>
                <a:cubicBezTo>
                  <a:pt x="24" y="46"/>
                  <a:pt x="24" y="46"/>
                  <a:pt x="24" y="46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4"/>
                  <a:pt x="46" y="4"/>
                  <a:pt x="46" y="4"/>
                </a:cubicBezTo>
                <a:close/>
                <a:moveTo>
                  <a:pt x="42" y="12"/>
                </a:moveTo>
                <a:cubicBezTo>
                  <a:pt x="42" y="12"/>
                  <a:pt x="42" y="12"/>
                  <a:pt x="42" y="12"/>
                </a:cubicBezTo>
                <a:cubicBezTo>
                  <a:pt x="42" y="10"/>
                  <a:pt x="40" y="9"/>
                  <a:pt x="38" y="9"/>
                </a:cubicBezTo>
                <a:cubicBezTo>
                  <a:pt x="36" y="9"/>
                  <a:pt x="35" y="10"/>
                  <a:pt x="35" y="12"/>
                </a:cubicBezTo>
                <a:cubicBezTo>
                  <a:pt x="35" y="14"/>
                  <a:pt x="36" y="16"/>
                  <a:pt x="38" y="16"/>
                </a:cubicBezTo>
                <a:cubicBezTo>
                  <a:pt x="40" y="16"/>
                  <a:pt x="42" y="14"/>
                  <a:pt x="42" y="1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32" name="Freeform 166">
            <a:extLst>
              <a:ext uri="{FF2B5EF4-FFF2-40B4-BE49-F238E27FC236}">
                <a16:creationId xmlns:a16="http://schemas.microsoft.com/office/drawing/2014/main" id="{58A8A7C8-DA0A-C447-9ECF-927438F86C94}"/>
              </a:ext>
            </a:extLst>
          </p:cNvPr>
          <p:cNvSpPr>
            <a:spLocks noEditPoints="1"/>
          </p:cNvSpPr>
          <p:nvPr/>
        </p:nvSpPr>
        <p:spPr bwMode="auto">
          <a:xfrm>
            <a:off x="537034" y="3437915"/>
            <a:ext cx="203200" cy="207433"/>
          </a:xfrm>
          <a:custGeom>
            <a:avLst/>
            <a:gdLst>
              <a:gd name="T0" fmla="*/ 73025 w 48"/>
              <a:gd name="T1" fmla="*/ 111125 h 49"/>
              <a:gd name="T2" fmla="*/ 69850 w 48"/>
              <a:gd name="T3" fmla="*/ 104775 h 49"/>
              <a:gd name="T4" fmla="*/ 63500 w 48"/>
              <a:gd name="T5" fmla="*/ 104775 h 49"/>
              <a:gd name="T6" fmla="*/ 69850 w 48"/>
              <a:gd name="T7" fmla="*/ 146050 h 49"/>
              <a:gd name="T8" fmla="*/ 47625 w 48"/>
              <a:gd name="T9" fmla="*/ 152400 h 49"/>
              <a:gd name="T10" fmla="*/ 25400 w 48"/>
              <a:gd name="T11" fmla="*/ 104775 h 49"/>
              <a:gd name="T12" fmla="*/ 0 w 48"/>
              <a:gd name="T13" fmla="*/ 73025 h 49"/>
              <a:gd name="T14" fmla="*/ 9525 w 48"/>
              <a:gd name="T15" fmla="*/ 50800 h 49"/>
              <a:gd name="T16" fmla="*/ 31750 w 48"/>
              <a:gd name="T17" fmla="*/ 41275 h 49"/>
              <a:gd name="T18" fmla="*/ 69850 w 48"/>
              <a:gd name="T19" fmla="*/ 41275 h 49"/>
              <a:gd name="T20" fmla="*/ 123825 w 48"/>
              <a:gd name="T21" fmla="*/ 3175 h 49"/>
              <a:gd name="T22" fmla="*/ 133350 w 48"/>
              <a:gd name="T23" fmla="*/ 9525 h 49"/>
              <a:gd name="T24" fmla="*/ 133350 w 48"/>
              <a:gd name="T25" fmla="*/ 50800 h 49"/>
              <a:gd name="T26" fmla="*/ 146050 w 48"/>
              <a:gd name="T27" fmla="*/ 57150 h 49"/>
              <a:gd name="T28" fmla="*/ 146050 w 48"/>
              <a:gd name="T29" fmla="*/ 92075 h 49"/>
              <a:gd name="T30" fmla="*/ 133350 w 48"/>
              <a:gd name="T31" fmla="*/ 139700 h 49"/>
              <a:gd name="T32" fmla="*/ 123825 w 48"/>
              <a:gd name="T33" fmla="*/ 142875 h 49"/>
              <a:gd name="T34" fmla="*/ 73025 w 48"/>
              <a:gd name="T35" fmla="*/ 92075 h 49"/>
              <a:gd name="T36" fmla="*/ 31750 w 48"/>
              <a:gd name="T37" fmla="*/ 53975 h 49"/>
              <a:gd name="T38" fmla="*/ 12700 w 48"/>
              <a:gd name="T39" fmla="*/ 73025 h 49"/>
              <a:gd name="T40" fmla="*/ 28575 w 48"/>
              <a:gd name="T41" fmla="*/ 92075 h 49"/>
              <a:gd name="T42" fmla="*/ 50800 w 48"/>
              <a:gd name="T43" fmla="*/ 139700 h 49"/>
              <a:gd name="T44" fmla="*/ 60325 w 48"/>
              <a:gd name="T45" fmla="*/ 136525 h 49"/>
              <a:gd name="T46" fmla="*/ 47625 w 48"/>
              <a:gd name="T47" fmla="*/ 98425 h 49"/>
              <a:gd name="T48" fmla="*/ 73025 w 48"/>
              <a:gd name="T49" fmla="*/ 92075 h 49"/>
              <a:gd name="T50" fmla="*/ 82550 w 48"/>
              <a:gd name="T51" fmla="*/ 47625 h 49"/>
              <a:gd name="T52" fmla="*/ 82550 w 48"/>
              <a:gd name="T53" fmla="*/ 98425 h 49"/>
              <a:gd name="T54" fmla="*/ 82550 w 48"/>
              <a:gd name="T55" fmla="*/ 98425 h 49"/>
              <a:gd name="T56" fmla="*/ 120650 w 48"/>
              <a:gd name="T57" fmla="*/ 127000 h 49"/>
              <a:gd name="T58" fmla="*/ 82550 w 48"/>
              <a:gd name="T59" fmla="*/ 44450 h 49"/>
              <a:gd name="T60" fmla="*/ 82550 w 48"/>
              <a:gd name="T61" fmla="*/ 47625 h 49"/>
              <a:gd name="T62" fmla="*/ 133350 w 48"/>
              <a:gd name="T63" fmla="*/ 57150 h 49"/>
              <a:gd name="T64" fmla="*/ 133350 w 48"/>
              <a:gd name="T65" fmla="*/ 88900 h 49"/>
              <a:gd name="T66" fmla="*/ 142875 w 48"/>
              <a:gd name="T67" fmla="*/ 73025 h 49"/>
              <a:gd name="T68" fmla="*/ 139700 w 48"/>
              <a:gd name="T69" fmla="*/ 60325 h 4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8" h="49">
                <a:moveTo>
                  <a:pt x="39" y="45"/>
                </a:moveTo>
                <a:cubicBezTo>
                  <a:pt x="23" y="35"/>
                  <a:pt x="23" y="35"/>
                  <a:pt x="23" y="35"/>
                </a:cubicBezTo>
                <a:cubicBezTo>
                  <a:pt x="22" y="34"/>
                  <a:pt x="22" y="34"/>
                  <a:pt x="22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4"/>
                  <a:pt x="23" y="46"/>
                  <a:pt x="22" y="46"/>
                </a:cubicBezTo>
                <a:cubicBezTo>
                  <a:pt x="19" y="47"/>
                  <a:pt x="19" y="47"/>
                  <a:pt x="19" y="47"/>
                </a:cubicBezTo>
                <a:cubicBezTo>
                  <a:pt x="15" y="48"/>
                  <a:pt x="15" y="48"/>
                  <a:pt x="15" y="48"/>
                </a:cubicBezTo>
                <a:cubicBezTo>
                  <a:pt x="14" y="49"/>
                  <a:pt x="13" y="48"/>
                  <a:pt x="13" y="47"/>
                </a:cubicBezTo>
                <a:cubicBezTo>
                  <a:pt x="8" y="33"/>
                  <a:pt x="8" y="33"/>
                  <a:pt x="8" y="33"/>
                </a:cubicBezTo>
                <a:cubicBezTo>
                  <a:pt x="6" y="32"/>
                  <a:pt x="4" y="31"/>
                  <a:pt x="3" y="30"/>
                </a:cubicBezTo>
                <a:cubicBezTo>
                  <a:pt x="1" y="28"/>
                  <a:pt x="0" y="26"/>
                  <a:pt x="0" y="23"/>
                </a:cubicBezTo>
                <a:cubicBezTo>
                  <a:pt x="0" y="21"/>
                  <a:pt x="1" y="18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5" y="15"/>
                  <a:pt x="7" y="13"/>
                  <a:pt x="10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2"/>
                  <a:pt x="23" y="12"/>
                </a:cubicBezTo>
                <a:cubicBezTo>
                  <a:pt x="39" y="1"/>
                  <a:pt x="39" y="1"/>
                  <a:pt x="39" y="1"/>
                </a:cubicBezTo>
                <a:cubicBezTo>
                  <a:pt x="40" y="0"/>
                  <a:pt x="41" y="1"/>
                  <a:pt x="42" y="2"/>
                </a:cubicBezTo>
                <a:cubicBezTo>
                  <a:pt x="42" y="2"/>
                  <a:pt x="42" y="2"/>
                  <a:pt x="42" y="3"/>
                </a:cubicBezTo>
                <a:cubicBezTo>
                  <a:pt x="42" y="3"/>
                  <a:pt x="42" y="3"/>
                  <a:pt x="42" y="3"/>
                </a:cubicBezTo>
                <a:cubicBezTo>
                  <a:pt x="42" y="16"/>
                  <a:pt x="42" y="16"/>
                  <a:pt x="42" y="16"/>
                </a:cubicBezTo>
                <a:cubicBezTo>
                  <a:pt x="43" y="16"/>
                  <a:pt x="44" y="17"/>
                  <a:pt x="45" y="18"/>
                </a:cubicBezTo>
                <a:cubicBezTo>
                  <a:pt x="46" y="18"/>
                  <a:pt x="46" y="18"/>
                  <a:pt x="46" y="18"/>
                </a:cubicBezTo>
                <a:cubicBezTo>
                  <a:pt x="47" y="19"/>
                  <a:pt x="48" y="21"/>
                  <a:pt x="48" y="23"/>
                </a:cubicBezTo>
                <a:cubicBezTo>
                  <a:pt x="48" y="25"/>
                  <a:pt x="47" y="27"/>
                  <a:pt x="46" y="29"/>
                </a:cubicBezTo>
                <a:cubicBezTo>
                  <a:pt x="45" y="30"/>
                  <a:pt x="43" y="30"/>
                  <a:pt x="42" y="31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45"/>
                  <a:pt x="41" y="46"/>
                  <a:pt x="40" y="46"/>
                </a:cubicBezTo>
                <a:cubicBezTo>
                  <a:pt x="40" y="46"/>
                  <a:pt x="39" y="46"/>
                  <a:pt x="39" y="45"/>
                </a:cubicBezTo>
                <a:close/>
                <a:moveTo>
                  <a:pt x="23" y="29"/>
                </a:moveTo>
                <a:cubicBezTo>
                  <a:pt x="23" y="29"/>
                  <a:pt x="23" y="29"/>
                  <a:pt x="23" y="29"/>
                </a:cubicBezTo>
                <a:cubicBezTo>
                  <a:pt x="23" y="17"/>
                  <a:pt x="23" y="17"/>
                  <a:pt x="23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8" y="17"/>
                  <a:pt x="7" y="18"/>
                  <a:pt x="6" y="19"/>
                </a:cubicBezTo>
                <a:cubicBezTo>
                  <a:pt x="5" y="20"/>
                  <a:pt x="4" y="22"/>
                  <a:pt x="4" y="23"/>
                </a:cubicBezTo>
                <a:cubicBezTo>
                  <a:pt x="4" y="25"/>
                  <a:pt x="5" y="26"/>
                  <a:pt x="6" y="27"/>
                </a:cubicBezTo>
                <a:cubicBezTo>
                  <a:pt x="6" y="28"/>
                  <a:pt x="8" y="29"/>
                  <a:pt x="9" y="29"/>
                </a:cubicBezTo>
                <a:cubicBezTo>
                  <a:pt x="10" y="29"/>
                  <a:pt x="11" y="30"/>
                  <a:pt x="11" y="30"/>
                </a:cubicBezTo>
                <a:cubicBezTo>
                  <a:pt x="16" y="44"/>
                  <a:pt x="16" y="44"/>
                  <a:pt x="16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9" y="43"/>
                  <a:pt x="19" y="43"/>
                  <a:pt x="19" y="43"/>
                </a:cubicBezTo>
                <a:cubicBezTo>
                  <a:pt x="15" y="32"/>
                  <a:pt x="15" y="32"/>
                  <a:pt x="15" y="32"/>
                </a:cubicBezTo>
                <a:cubicBezTo>
                  <a:pt x="15" y="32"/>
                  <a:pt x="15" y="31"/>
                  <a:pt x="15" y="31"/>
                </a:cubicBezTo>
                <a:cubicBezTo>
                  <a:pt x="15" y="30"/>
                  <a:pt x="16" y="29"/>
                  <a:pt x="17" y="29"/>
                </a:cubicBezTo>
                <a:cubicBezTo>
                  <a:pt x="23" y="29"/>
                  <a:pt x="23" y="29"/>
                  <a:pt x="23" y="29"/>
                </a:cubicBezTo>
                <a:close/>
                <a:moveTo>
                  <a:pt x="26" y="15"/>
                </a:moveTo>
                <a:cubicBezTo>
                  <a:pt x="26" y="15"/>
                  <a:pt x="26" y="15"/>
                  <a:pt x="26" y="15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2"/>
                  <a:pt x="26" y="32"/>
                  <a:pt x="26" y="32"/>
                </a:cubicBezTo>
                <a:cubicBezTo>
                  <a:pt x="38" y="40"/>
                  <a:pt x="38" y="40"/>
                  <a:pt x="38" y="40"/>
                </a:cubicBezTo>
                <a:cubicBezTo>
                  <a:pt x="38" y="6"/>
                  <a:pt x="38" y="6"/>
                  <a:pt x="38" y="6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lose/>
                <a:moveTo>
                  <a:pt x="42" y="18"/>
                </a:moveTo>
                <a:cubicBezTo>
                  <a:pt x="42" y="18"/>
                  <a:pt x="42" y="18"/>
                  <a:pt x="42" y="18"/>
                </a:cubicBezTo>
                <a:cubicBezTo>
                  <a:pt x="42" y="28"/>
                  <a:pt x="42" y="28"/>
                  <a:pt x="42" y="28"/>
                </a:cubicBezTo>
                <a:cubicBezTo>
                  <a:pt x="43" y="28"/>
                  <a:pt x="43" y="28"/>
                  <a:pt x="44" y="27"/>
                </a:cubicBezTo>
                <a:cubicBezTo>
                  <a:pt x="45" y="26"/>
                  <a:pt x="45" y="25"/>
                  <a:pt x="45" y="23"/>
                </a:cubicBezTo>
                <a:cubicBezTo>
                  <a:pt x="45" y="22"/>
                  <a:pt x="45" y="20"/>
                  <a:pt x="44" y="19"/>
                </a:cubicBezTo>
                <a:cubicBezTo>
                  <a:pt x="44" y="19"/>
                  <a:pt x="44" y="19"/>
                  <a:pt x="44" y="19"/>
                </a:cubicBezTo>
                <a:cubicBezTo>
                  <a:pt x="43" y="19"/>
                  <a:pt x="43" y="18"/>
                  <a:pt x="42" y="1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33" name="Freeform 167">
            <a:extLst>
              <a:ext uri="{FF2B5EF4-FFF2-40B4-BE49-F238E27FC236}">
                <a16:creationId xmlns:a16="http://schemas.microsoft.com/office/drawing/2014/main" id="{2F4D788B-C179-A4BD-A8A3-47A2CDEDA1E2}"/>
              </a:ext>
            </a:extLst>
          </p:cNvPr>
          <p:cNvSpPr>
            <a:spLocks noEditPoints="1"/>
          </p:cNvSpPr>
          <p:nvPr/>
        </p:nvSpPr>
        <p:spPr bwMode="auto">
          <a:xfrm>
            <a:off x="5047651" y="3895115"/>
            <a:ext cx="211667" cy="215900"/>
          </a:xfrm>
          <a:custGeom>
            <a:avLst/>
            <a:gdLst>
              <a:gd name="T0" fmla="*/ 6350 w 50"/>
              <a:gd name="T1" fmla="*/ 0 h 51"/>
              <a:gd name="T2" fmla="*/ 158750 w 50"/>
              <a:gd name="T3" fmla="*/ 6350 h 51"/>
              <a:gd name="T4" fmla="*/ 158750 w 50"/>
              <a:gd name="T5" fmla="*/ 155575 h 51"/>
              <a:gd name="T6" fmla="*/ 152400 w 50"/>
              <a:gd name="T7" fmla="*/ 161925 h 51"/>
              <a:gd name="T8" fmla="*/ 0 w 50"/>
              <a:gd name="T9" fmla="*/ 155575 h 51"/>
              <a:gd name="T10" fmla="*/ 0 w 50"/>
              <a:gd name="T11" fmla="*/ 6350 h 51"/>
              <a:gd name="T12" fmla="*/ 82550 w 50"/>
              <a:gd name="T13" fmla="*/ 12700 h 51"/>
              <a:gd name="T14" fmla="*/ 82550 w 50"/>
              <a:gd name="T15" fmla="*/ 76200 h 51"/>
              <a:gd name="T16" fmla="*/ 146050 w 50"/>
              <a:gd name="T17" fmla="*/ 12700 h 51"/>
              <a:gd name="T18" fmla="*/ 82550 w 50"/>
              <a:gd name="T19" fmla="*/ 85725 h 51"/>
              <a:gd name="T20" fmla="*/ 82550 w 50"/>
              <a:gd name="T21" fmla="*/ 149225 h 51"/>
              <a:gd name="T22" fmla="*/ 146050 w 50"/>
              <a:gd name="T23" fmla="*/ 85725 h 51"/>
              <a:gd name="T24" fmla="*/ 76200 w 50"/>
              <a:gd name="T25" fmla="*/ 149225 h 51"/>
              <a:gd name="T26" fmla="*/ 76200 w 50"/>
              <a:gd name="T27" fmla="*/ 85725 h 51"/>
              <a:gd name="T28" fmla="*/ 12700 w 50"/>
              <a:gd name="T29" fmla="*/ 149225 h 51"/>
              <a:gd name="T30" fmla="*/ 76200 w 50"/>
              <a:gd name="T31" fmla="*/ 76200 h 51"/>
              <a:gd name="T32" fmla="*/ 76200 w 50"/>
              <a:gd name="T33" fmla="*/ 12700 h 51"/>
              <a:gd name="T34" fmla="*/ 12700 w 50"/>
              <a:gd name="T35" fmla="*/ 76200 h 51"/>
              <a:gd name="T36" fmla="*/ 50800 w 50"/>
              <a:gd name="T37" fmla="*/ 104775 h 51"/>
              <a:gd name="T38" fmla="*/ 57150 w 50"/>
              <a:gd name="T39" fmla="*/ 104775 h 51"/>
              <a:gd name="T40" fmla="*/ 47625 w 50"/>
              <a:gd name="T41" fmla="*/ 117475 h 51"/>
              <a:gd name="T42" fmla="*/ 57150 w 50"/>
              <a:gd name="T43" fmla="*/ 133350 h 51"/>
              <a:gd name="T44" fmla="*/ 41275 w 50"/>
              <a:gd name="T45" fmla="*/ 123825 h 51"/>
              <a:gd name="T46" fmla="*/ 28575 w 50"/>
              <a:gd name="T47" fmla="*/ 133350 h 51"/>
              <a:gd name="T48" fmla="*/ 38100 w 50"/>
              <a:gd name="T49" fmla="*/ 117475 h 51"/>
              <a:gd name="T50" fmla="*/ 28575 w 50"/>
              <a:gd name="T51" fmla="*/ 104775 h 51"/>
              <a:gd name="T52" fmla="*/ 41275 w 50"/>
              <a:gd name="T53" fmla="*/ 114300 h 51"/>
              <a:gd name="T54" fmla="*/ 38100 w 50"/>
              <a:gd name="T55" fmla="*/ 28575 h 51"/>
              <a:gd name="T56" fmla="*/ 41275 w 50"/>
              <a:gd name="T57" fmla="*/ 25400 h 51"/>
              <a:gd name="T58" fmla="*/ 44450 w 50"/>
              <a:gd name="T59" fmla="*/ 41275 h 51"/>
              <a:gd name="T60" fmla="*/ 60325 w 50"/>
              <a:gd name="T61" fmla="*/ 44450 h 51"/>
              <a:gd name="T62" fmla="*/ 44450 w 50"/>
              <a:gd name="T63" fmla="*/ 47625 h 51"/>
              <a:gd name="T64" fmla="*/ 41275 w 50"/>
              <a:gd name="T65" fmla="*/ 63500 h 51"/>
              <a:gd name="T66" fmla="*/ 38100 w 50"/>
              <a:gd name="T67" fmla="*/ 47625 h 51"/>
              <a:gd name="T68" fmla="*/ 22225 w 50"/>
              <a:gd name="T69" fmla="*/ 44450 h 51"/>
              <a:gd name="T70" fmla="*/ 38100 w 50"/>
              <a:gd name="T71" fmla="*/ 41275 h 51"/>
              <a:gd name="T72" fmla="*/ 130175 w 50"/>
              <a:gd name="T73" fmla="*/ 120650 h 51"/>
              <a:gd name="T74" fmla="*/ 136525 w 50"/>
              <a:gd name="T75" fmla="*/ 123825 h 51"/>
              <a:gd name="T76" fmla="*/ 98425 w 50"/>
              <a:gd name="T77" fmla="*/ 130175 h 51"/>
              <a:gd name="T78" fmla="*/ 98425 w 50"/>
              <a:gd name="T79" fmla="*/ 120650 h 51"/>
              <a:gd name="T80" fmla="*/ 130175 w 50"/>
              <a:gd name="T81" fmla="*/ 107950 h 51"/>
              <a:gd name="T82" fmla="*/ 136525 w 50"/>
              <a:gd name="T83" fmla="*/ 111125 h 51"/>
              <a:gd name="T84" fmla="*/ 98425 w 50"/>
              <a:gd name="T85" fmla="*/ 114300 h 51"/>
              <a:gd name="T86" fmla="*/ 98425 w 50"/>
              <a:gd name="T87" fmla="*/ 107950 h 51"/>
              <a:gd name="T88" fmla="*/ 130175 w 50"/>
              <a:gd name="T89" fmla="*/ 41275 h 51"/>
              <a:gd name="T90" fmla="*/ 136525 w 50"/>
              <a:gd name="T91" fmla="*/ 44450 h 51"/>
              <a:gd name="T92" fmla="*/ 98425 w 50"/>
              <a:gd name="T93" fmla="*/ 47625 h 51"/>
              <a:gd name="T94" fmla="*/ 98425 w 50"/>
              <a:gd name="T95" fmla="*/ 41275 h 5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1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50"/>
                  <a:pt x="49" y="51"/>
                  <a:pt x="48" y="51"/>
                </a:cubicBezTo>
                <a:cubicBezTo>
                  <a:pt x="48" y="51"/>
                  <a:pt x="48" y="51"/>
                  <a:pt x="48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0" y="51"/>
                  <a:pt x="0" y="50"/>
                  <a:pt x="0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2" y="0"/>
                </a:cubicBezTo>
                <a:close/>
                <a:moveTo>
                  <a:pt x="26" y="4"/>
                </a:moveTo>
                <a:cubicBezTo>
                  <a:pt x="26" y="4"/>
                  <a:pt x="26" y="4"/>
                  <a:pt x="26" y="4"/>
                </a:cubicBezTo>
                <a:cubicBezTo>
                  <a:pt x="26" y="24"/>
                  <a:pt x="26" y="24"/>
                  <a:pt x="26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4"/>
                  <a:pt x="46" y="4"/>
                  <a:pt x="46" y="4"/>
                </a:cubicBezTo>
                <a:cubicBezTo>
                  <a:pt x="26" y="4"/>
                  <a:pt x="26" y="4"/>
                  <a:pt x="26" y="4"/>
                </a:cubicBezTo>
                <a:close/>
                <a:moveTo>
                  <a:pt x="26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47"/>
                  <a:pt x="26" y="47"/>
                  <a:pt x="26" y="47"/>
                </a:cubicBezTo>
                <a:cubicBezTo>
                  <a:pt x="46" y="47"/>
                  <a:pt x="46" y="47"/>
                  <a:pt x="46" y="47"/>
                </a:cubicBezTo>
                <a:cubicBezTo>
                  <a:pt x="46" y="27"/>
                  <a:pt x="46" y="27"/>
                  <a:pt x="46" y="27"/>
                </a:cubicBezTo>
                <a:cubicBezTo>
                  <a:pt x="26" y="27"/>
                  <a:pt x="26" y="27"/>
                  <a:pt x="26" y="27"/>
                </a:cubicBezTo>
                <a:close/>
                <a:moveTo>
                  <a:pt x="24" y="47"/>
                </a:moveTo>
                <a:cubicBezTo>
                  <a:pt x="24" y="47"/>
                  <a:pt x="24" y="47"/>
                  <a:pt x="24" y="47"/>
                </a:cubicBezTo>
                <a:cubicBezTo>
                  <a:pt x="24" y="27"/>
                  <a:pt x="24" y="27"/>
                  <a:pt x="24" y="27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47"/>
                  <a:pt x="4" y="47"/>
                  <a:pt x="4" y="47"/>
                </a:cubicBezTo>
                <a:cubicBezTo>
                  <a:pt x="24" y="47"/>
                  <a:pt x="24" y="47"/>
                  <a:pt x="24" y="47"/>
                </a:cubicBezTo>
                <a:close/>
                <a:moveTo>
                  <a:pt x="2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4"/>
                  <a:pt x="24" y="4"/>
                  <a:pt x="2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4"/>
                  <a:pt x="4" y="24"/>
                  <a:pt x="4" y="24"/>
                </a:cubicBezTo>
                <a:cubicBezTo>
                  <a:pt x="24" y="24"/>
                  <a:pt x="24" y="24"/>
                  <a:pt x="24" y="24"/>
                </a:cubicBezTo>
                <a:close/>
                <a:moveTo>
                  <a:pt x="16" y="33"/>
                </a:moveTo>
                <a:cubicBezTo>
                  <a:pt x="16" y="33"/>
                  <a:pt x="16" y="33"/>
                  <a:pt x="16" y="33"/>
                </a:cubicBezTo>
                <a:cubicBezTo>
                  <a:pt x="16" y="32"/>
                  <a:pt x="17" y="32"/>
                  <a:pt x="18" y="33"/>
                </a:cubicBezTo>
                <a:cubicBezTo>
                  <a:pt x="18" y="33"/>
                  <a:pt x="18" y="34"/>
                  <a:pt x="18" y="34"/>
                </a:cubicBezTo>
                <a:cubicBezTo>
                  <a:pt x="15" y="37"/>
                  <a:pt x="15" y="37"/>
                  <a:pt x="15" y="37"/>
                </a:cubicBezTo>
                <a:cubicBezTo>
                  <a:pt x="18" y="40"/>
                  <a:pt x="18" y="40"/>
                  <a:pt x="18" y="40"/>
                </a:cubicBezTo>
                <a:cubicBezTo>
                  <a:pt x="18" y="40"/>
                  <a:pt x="18" y="41"/>
                  <a:pt x="18" y="42"/>
                </a:cubicBezTo>
                <a:cubicBezTo>
                  <a:pt x="17" y="42"/>
                  <a:pt x="16" y="42"/>
                  <a:pt x="16" y="42"/>
                </a:cubicBezTo>
                <a:cubicBezTo>
                  <a:pt x="13" y="39"/>
                  <a:pt x="13" y="39"/>
                  <a:pt x="13" y="39"/>
                </a:cubicBezTo>
                <a:cubicBezTo>
                  <a:pt x="10" y="42"/>
                  <a:pt x="10" y="42"/>
                  <a:pt x="10" y="42"/>
                </a:cubicBezTo>
                <a:cubicBezTo>
                  <a:pt x="10" y="42"/>
                  <a:pt x="9" y="42"/>
                  <a:pt x="9" y="42"/>
                </a:cubicBezTo>
                <a:cubicBezTo>
                  <a:pt x="8" y="41"/>
                  <a:pt x="8" y="40"/>
                  <a:pt x="9" y="40"/>
                </a:cubicBezTo>
                <a:cubicBezTo>
                  <a:pt x="12" y="37"/>
                  <a:pt x="12" y="37"/>
                  <a:pt x="12" y="37"/>
                </a:cubicBezTo>
                <a:cubicBezTo>
                  <a:pt x="9" y="34"/>
                  <a:pt x="9" y="34"/>
                  <a:pt x="9" y="34"/>
                </a:cubicBezTo>
                <a:cubicBezTo>
                  <a:pt x="8" y="34"/>
                  <a:pt x="8" y="33"/>
                  <a:pt x="9" y="33"/>
                </a:cubicBezTo>
                <a:cubicBezTo>
                  <a:pt x="9" y="32"/>
                  <a:pt x="10" y="32"/>
                  <a:pt x="10" y="33"/>
                </a:cubicBezTo>
                <a:cubicBezTo>
                  <a:pt x="13" y="36"/>
                  <a:pt x="13" y="36"/>
                  <a:pt x="13" y="36"/>
                </a:cubicBezTo>
                <a:cubicBezTo>
                  <a:pt x="16" y="33"/>
                  <a:pt x="16" y="33"/>
                  <a:pt x="16" y="33"/>
                </a:cubicBezTo>
                <a:close/>
                <a:moveTo>
                  <a:pt x="12" y="9"/>
                </a:moveTo>
                <a:cubicBezTo>
                  <a:pt x="12" y="9"/>
                  <a:pt x="12" y="9"/>
                  <a:pt x="12" y="9"/>
                </a:cubicBezTo>
                <a:cubicBezTo>
                  <a:pt x="12" y="8"/>
                  <a:pt x="13" y="8"/>
                  <a:pt x="13" y="8"/>
                </a:cubicBezTo>
                <a:cubicBezTo>
                  <a:pt x="14" y="8"/>
                  <a:pt x="14" y="8"/>
                  <a:pt x="14" y="9"/>
                </a:cubicBezTo>
                <a:cubicBezTo>
                  <a:pt x="14" y="13"/>
                  <a:pt x="14" y="13"/>
                  <a:pt x="14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9" y="13"/>
                  <a:pt x="19" y="13"/>
                  <a:pt x="19" y="14"/>
                </a:cubicBezTo>
                <a:cubicBezTo>
                  <a:pt x="19" y="15"/>
                  <a:pt x="19" y="15"/>
                  <a:pt x="18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20"/>
                  <a:pt x="14" y="20"/>
                  <a:pt x="13" y="20"/>
                </a:cubicBezTo>
                <a:cubicBezTo>
                  <a:pt x="13" y="20"/>
                  <a:pt x="12" y="20"/>
                  <a:pt x="12" y="19"/>
                </a:cubicBezTo>
                <a:cubicBezTo>
                  <a:pt x="12" y="15"/>
                  <a:pt x="12" y="15"/>
                  <a:pt x="12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7" y="15"/>
                  <a:pt x="7" y="15"/>
                  <a:pt x="7" y="14"/>
                </a:cubicBezTo>
                <a:cubicBezTo>
                  <a:pt x="7" y="13"/>
                  <a:pt x="7" y="13"/>
                  <a:pt x="8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9"/>
                  <a:pt x="12" y="9"/>
                  <a:pt x="12" y="9"/>
                </a:cubicBezTo>
                <a:close/>
                <a:moveTo>
                  <a:pt x="41" y="38"/>
                </a:moveTo>
                <a:cubicBezTo>
                  <a:pt x="41" y="38"/>
                  <a:pt x="41" y="38"/>
                  <a:pt x="41" y="38"/>
                </a:cubicBezTo>
                <a:cubicBezTo>
                  <a:pt x="42" y="38"/>
                  <a:pt x="43" y="39"/>
                  <a:pt x="43" y="39"/>
                </a:cubicBezTo>
                <a:cubicBezTo>
                  <a:pt x="43" y="40"/>
                  <a:pt x="42" y="41"/>
                  <a:pt x="41" y="41"/>
                </a:cubicBezTo>
                <a:cubicBezTo>
                  <a:pt x="33" y="41"/>
                  <a:pt x="40" y="41"/>
                  <a:pt x="31" y="41"/>
                </a:cubicBezTo>
                <a:cubicBezTo>
                  <a:pt x="31" y="41"/>
                  <a:pt x="30" y="40"/>
                  <a:pt x="30" y="39"/>
                </a:cubicBezTo>
                <a:cubicBezTo>
                  <a:pt x="30" y="39"/>
                  <a:pt x="31" y="38"/>
                  <a:pt x="31" y="38"/>
                </a:cubicBezTo>
                <a:cubicBezTo>
                  <a:pt x="40" y="38"/>
                  <a:pt x="33" y="38"/>
                  <a:pt x="41" y="38"/>
                </a:cubicBezTo>
                <a:close/>
                <a:moveTo>
                  <a:pt x="41" y="34"/>
                </a:moveTo>
                <a:cubicBezTo>
                  <a:pt x="41" y="34"/>
                  <a:pt x="41" y="34"/>
                  <a:pt x="41" y="34"/>
                </a:cubicBezTo>
                <a:cubicBezTo>
                  <a:pt x="42" y="34"/>
                  <a:pt x="43" y="34"/>
                  <a:pt x="43" y="35"/>
                </a:cubicBezTo>
                <a:cubicBezTo>
                  <a:pt x="43" y="35"/>
                  <a:pt x="42" y="36"/>
                  <a:pt x="41" y="36"/>
                </a:cubicBezTo>
                <a:cubicBezTo>
                  <a:pt x="33" y="36"/>
                  <a:pt x="40" y="36"/>
                  <a:pt x="31" y="36"/>
                </a:cubicBezTo>
                <a:cubicBezTo>
                  <a:pt x="31" y="36"/>
                  <a:pt x="30" y="35"/>
                  <a:pt x="30" y="35"/>
                </a:cubicBezTo>
                <a:cubicBezTo>
                  <a:pt x="30" y="34"/>
                  <a:pt x="31" y="34"/>
                  <a:pt x="31" y="34"/>
                </a:cubicBezTo>
                <a:cubicBezTo>
                  <a:pt x="40" y="34"/>
                  <a:pt x="33" y="34"/>
                  <a:pt x="41" y="34"/>
                </a:cubicBezTo>
                <a:close/>
                <a:moveTo>
                  <a:pt x="41" y="13"/>
                </a:moveTo>
                <a:cubicBezTo>
                  <a:pt x="41" y="13"/>
                  <a:pt x="41" y="13"/>
                  <a:pt x="41" y="13"/>
                </a:cubicBezTo>
                <a:cubicBezTo>
                  <a:pt x="42" y="13"/>
                  <a:pt x="43" y="13"/>
                  <a:pt x="43" y="14"/>
                </a:cubicBezTo>
                <a:cubicBezTo>
                  <a:pt x="43" y="15"/>
                  <a:pt x="42" y="15"/>
                  <a:pt x="41" y="15"/>
                </a:cubicBezTo>
                <a:cubicBezTo>
                  <a:pt x="33" y="15"/>
                  <a:pt x="40" y="15"/>
                  <a:pt x="31" y="15"/>
                </a:cubicBezTo>
                <a:cubicBezTo>
                  <a:pt x="31" y="15"/>
                  <a:pt x="30" y="15"/>
                  <a:pt x="30" y="14"/>
                </a:cubicBezTo>
                <a:cubicBezTo>
                  <a:pt x="30" y="13"/>
                  <a:pt x="31" y="13"/>
                  <a:pt x="31" y="13"/>
                </a:cubicBezTo>
                <a:cubicBezTo>
                  <a:pt x="40" y="13"/>
                  <a:pt x="33" y="13"/>
                  <a:pt x="41" y="1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34" name="Freeform 168">
            <a:extLst>
              <a:ext uri="{FF2B5EF4-FFF2-40B4-BE49-F238E27FC236}">
                <a16:creationId xmlns:a16="http://schemas.microsoft.com/office/drawing/2014/main" id="{0E02C52D-35B9-EA33-5877-0BCF96419A1E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4807399"/>
            <a:ext cx="215900" cy="198967"/>
          </a:xfrm>
          <a:custGeom>
            <a:avLst/>
            <a:gdLst>
              <a:gd name="T0" fmla="*/ 98425 w 51"/>
              <a:gd name="T1" fmla="*/ 3175 h 47"/>
              <a:gd name="T2" fmla="*/ 114300 w 51"/>
              <a:gd name="T3" fmla="*/ 9525 h 47"/>
              <a:gd name="T4" fmla="*/ 158750 w 51"/>
              <a:gd name="T5" fmla="*/ 57150 h 47"/>
              <a:gd name="T6" fmla="*/ 161925 w 51"/>
              <a:gd name="T7" fmla="*/ 136525 h 47"/>
              <a:gd name="T8" fmla="*/ 44450 w 51"/>
              <a:gd name="T9" fmla="*/ 149225 h 47"/>
              <a:gd name="T10" fmla="*/ 31750 w 51"/>
              <a:gd name="T11" fmla="*/ 120650 h 47"/>
              <a:gd name="T12" fmla="*/ 3175 w 51"/>
              <a:gd name="T13" fmla="*/ 63500 h 47"/>
              <a:gd name="T14" fmla="*/ 6350 w 51"/>
              <a:gd name="T15" fmla="*/ 53975 h 47"/>
              <a:gd name="T16" fmla="*/ 44450 w 51"/>
              <a:gd name="T17" fmla="*/ 63500 h 47"/>
              <a:gd name="T18" fmla="*/ 44450 w 51"/>
              <a:gd name="T19" fmla="*/ 63500 h 47"/>
              <a:gd name="T20" fmla="*/ 44450 w 51"/>
              <a:gd name="T21" fmla="*/ 66675 h 47"/>
              <a:gd name="T22" fmla="*/ 44450 w 51"/>
              <a:gd name="T23" fmla="*/ 66675 h 47"/>
              <a:gd name="T24" fmla="*/ 44450 w 51"/>
              <a:gd name="T25" fmla="*/ 66675 h 47"/>
              <a:gd name="T26" fmla="*/ 44450 w 51"/>
              <a:gd name="T27" fmla="*/ 66675 h 47"/>
              <a:gd name="T28" fmla="*/ 44450 w 51"/>
              <a:gd name="T29" fmla="*/ 136525 h 47"/>
              <a:gd name="T30" fmla="*/ 149225 w 51"/>
              <a:gd name="T31" fmla="*/ 136525 h 47"/>
              <a:gd name="T32" fmla="*/ 136525 w 51"/>
              <a:gd name="T33" fmla="*/ 63500 h 47"/>
              <a:gd name="T34" fmla="*/ 50800 w 51"/>
              <a:gd name="T35" fmla="*/ 82550 h 47"/>
              <a:gd name="T36" fmla="*/ 79375 w 51"/>
              <a:gd name="T37" fmla="*/ 85725 h 47"/>
              <a:gd name="T38" fmla="*/ 76200 w 51"/>
              <a:gd name="T39" fmla="*/ 114300 h 47"/>
              <a:gd name="T40" fmla="*/ 47625 w 51"/>
              <a:gd name="T41" fmla="*/ 111125 h 47"/>
              <a:gd name="T42" fmla="*/ 73025 w 51"/>
              <a:gd name="T43" fmla="*/ 92075 h 47"/>
              <a:gd name="T44" fmla="*/ 57150 w 51"/>
              <a:gd name="T45" fmla="*/ 107950 h 47"/>
              <a:gd name="T46" fmla="*/ 47625 w 51"/>
              <a:gd name="T47" fmla="*/ 123825 h 47"/>
              <a:gd name="T48" fmla="*/ 57150 w 51"/>
              <a:gd name="T49" fmla="*/ 123825 h 47"/>
              <a:gd name="T50" fmla="*/ 47625 w 51"/>
              <a:gd name="T51" fmla="*/ 133350 h 47"/>
              <a:gd name="T52" fmla="*/ 82550 w 51"/>
              <a:gd name="T53" fmla="*/ 123825 h 47"/>
              <a:gd name="T54" fmla="*/ 92075 w 51"/>
              <a:gd name="T55" fmla="*/ 133350 h 47"/>
              <a:gd name="T56" fmla="*/ 82550 w 51"/>
              <a:gd name="T57" fmla="*/ 123825 h 47"/>
              <a:gd name="T58" fmla="*/ 120650 w 51"/>
              <a:gd name="T59" fmla="*/ 120650 h 47"/>
              <a:gd name="T60" fmla="*/ 120650 w 51"/>
              <a:gd name="T61" fmla="*/ 136525 h 47"/>
              <a:gd name="T62" fmla="*/ 57150 w 51"/>
              <a:gd name="T63" fmla="*/ 123825 h 47"/>
              <a:gd name="T64" fmla="*/ 66675 w 51"/>
              <a:gd name="T65" fmla="*/ 123825 h 47"/>
              <a:gd name="T66" fmla="*/ 57150 w 51"/>
              <a:gd name="T67" fmla="*/ 133350 h 47"/>
              <a:gd name="T68" fmla="*/ 92075 w 51"/>
              <a:gd name="T69" fmla="*/ 123825 h 47"/>
              <a:gd name="T70" fmla="*/ 101600 w 51"/>
              <a:gd name="T71" fmla="*/ 133350 h 47"/>
              <a:gd name="T72" fmla="*/ 92075 w 51"/>
              <a:gd name="T73" fmla="*/ 123825 h 47"/>
              <a:gd name="T74" fmla="*/ 133350 w 51"/>
              <a:gd name="T75" fmla="*/ 120650 h 47"/>
              <a:gd name="T76" fmla="*/ 133350 w 51"/>
              <a:gd name="T77" fmla="*/ 136525 h 47"/>
              <a:gd name="T78" fmla="*/ 69850 w 51"/>
              <a:gd name="T79" fmla="*/ 123825 h 47"/>
              <a:gd name="T80" fmla="*/ 76200 w 51"/>
              <a:gd name="T81" fmla="*/ 123825 h 47"/>
              <a:gd name="T82" fmla="*/ 69850 w 51"/>
              <a:gd name="T83" fmla="*/ 133350 h 47"/>
              <a:gd name="T84" fmla="*/ 104775 w 51"/>
              <a:gd name="T85" fmla="*/ 123825 h 47"/>
              <a:gd name="T86" fmla="*/ 111125 w 51"/>
              <a:gd name="T87" fmla="*/ 133350 h 47"/>
              <a:gd name="T88" fmla="*/ 104775 w 51"/>
              <a:gd name="T89" fmla="*/ 123825 h 47"/>
              <a:gd name="T90" fmla="*/ 142875 w 51"/>
              <a:gd name="T91" fmla="*/ 120650 h 47"/>
              <a:gd name="T92" fmla="*/ 142875 w 51"/>
              <a:gd name="T93" fmla="*/ 136525 h 47"/>
              <a:gd name="T94" fmla="*/ 104775 w 51"/>
              <a:gd name="T95" fmla="*/ 12700 h 47"/>
              <a:gd name="T96" fmla="*/ 104775 w 51"/>
              <a:gd name="T97" fmla="*/ 12700 h 47"/>
              <a:gd name="T98" fmla="*/ 104775 w 51"/>
              <a:gd name="T99" fmla="*/ 12700 h 47"/>
              <a:gd name="T100" fmla="*/ 12700 w 51"/>
              <a:gd name="T101" fmla="*/ 66675 h 47"/>
              <a:gd name="T102" fmla="*/ 12700 w 51"/>
              <a:gd name="T103" fmla="*/ 66675 h 47"/>
              <a:gd name="T104" fmla="*/ 44450 w 51"/>
              <a:gd name="T105" fmla="*/ 53975 h 47"/>
              <a:gd name="T106" fmla="*/ 104775 w 51"/>
              <a:gd name="T107" fmla="*/ 12700 h 47"/>
              <a:gd name="T108" fmla="*/ 12700 w 51"/>
              <a:gd name="T109" fmla="*/ 66675 h 4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" h="47">
                <a:moveTo>
                  <a:pt x="2" y="17"/>
                </a:moveTo>
                <a:cubicBezTo>
                  <a:pt x="31" y="1"/>
                  <a:pt x="31" y="1"/>
                  <a:pt x="31" y="1"/>
                </a:cubicBezTo>
                <a:cubicBezTo>
                  <a:pt x="31" y="1"/>
                  <a:pt x="31" y="1"/>
                  <a:pt x="31" y="1"/>
                </a:cubicBezTo>
                <a:cubicBezTo>
                  <a:pt x="32" y="0"/>
                  <a:pt x="33" y="0"/>
                  <a:pt x="34" y="1"/>
                </a:cubicBezTo>
                <a:cubicBezTo>
                  <a:pt x="35" y="1"/>
                  <a:pt x="36" y="2"/>
                  <a:pt x="36" y="2"/>
                </a:cubicBezTo>
                <a:cubicBezTo>
                  <a:pt x="36" y="2"/>
                  <a:pt x="36" y="3"/>
                  <a:pt x="36" y="3"/>
                </a:cubicBezTo>
                <a:cubicBezTo>
                  <a:pt x="44" y="17"/>
                  <a:pt x="44" y="17"/>
                  <a:pt x="44" y="17"/>
                </a:cubicBezTo>
                <a:cubicBezTo>
                  <a:pt x="47" y="17"/>
                  <a:pt x="47" y="17"/>
                  <a:pt x="47" y="17"/>
                </a:cubicBezTo>
                <a:cubicBezTo>
                  <a:pt x="48" y="17"/>
                  <a:pt x="49" y="17"/>
                  <a:pt x="50" y="18"/>
                </a:cubicBezTo>
                <a:cubicBezTo>
                  <a:pt x="50" y="18"/>
                  <a:pt x="50" y="18"/>
                  <a:pt x="50" y="18"/>
                </a:cubicBezTo>
                <a:cubicBezTo>
                  <a:pt x="50" y="19"/>
                  <a:pt x="51" y="20"/>
                  <a:pt x="51" y="21"/>
                </a:cubicBezTo>
                <a:cubicBezTo>
                  <a:pt x="51" y="43"/>
                  <a:pt x="51" y="43"/>
                  <a:pt x="51" y="43"/>
                </a:cubicBezTo>
                <a:cubicBezTo>
                  <a:pt x="51" y="44"/>
                  <a:pt x="50" y="45"/>
                  <a:pt x="50" y="46"/>
                </a:cubicBezTo>
                <a:cubicBezTo>
                  <a:pt x="49" y="47"/>
                  <a:pt x="48" y="47"/>
                  <a:pt x="47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13" y="47"/>
                  <a:pt x="12" y="47"/>
                  <a:pt x="11" y="46"/>
                </a:cubicBezTo>
                <a:cubicBezTo>
                  <a:pt x="10" y="45"/>
                  <a:pt x="10" y="44"/>
                  <a:pt x="10" y="43"/>
                </a:cubicBezTo>
                <a:cubicBezTo>
                  <a:pt x="10" y="38"/>
                  <a:pt x="10" y="38"/>
                  <a:pt x="10" y="38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2"/>
                  <a:pt x="0" y="21"/>
                  <a:pt x="1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19"/>
                  <a:pt x="1" y="18"/>
                  <a:pt x="2" y="17"/>
                </a:cubicBezTo>
                <a:cubicBezTo>
                  <a:pt x="2" y="17"/>
                  <a:pt x="2" y="17"/>
                  <a:pt x="2" y="17"/>
                </a:cubicBezTo>
                <a:close/>
                <a:moveTo>
                  <a:pt x="43" y="20"/>
                </a:moveTo>
                <a:cubicBezTo>
                  <a:pt x="43" y="20"/>
                  <a:pt x="43" y="20"/>
                  <a:pt x="43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43"/>
                  <a:pt x="14" y="43"/>
                  <a:pt x="14" y="43"/>
                </a:cubicBezTo>
                <a:cubicBezTo>
                  <a:pt x="14" y="43"/>
                  <a:pt x="14" y="43"/>
                  <a:pt x="14" y="44"/>
                </a:cubicBezTo>
                <a:cubicBezTo>
                  <a:pt x="47" y="44"/>
                  <a:pt x="47" y="44"/>
                  <a:pt x="47" y="44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21"/>
                  <a:pt x="47" y="21"/>
                  <a:pt x="47" y="21"/>
                </a:cubicBezTo>
                <a:cubicBezTo>
                  <a:pt x="47" y="21"/>
                  <a:pt x="47" y="20"/>
                  <a:pt x="47" y="20"/>
                </a:cubicBezTo>
                <a:cubicBezTo>
                  <a:pt x="43" y="20"/>
                  <a:pt x="43" y="20"/>
                  <a:pt x="43" y="20"/>
                </a:cubicBezTo>
                <a:close/>
                <a:moveTo>
                  <a:pt x="16" y="26"/>
                </a:moveTo>
                <a:cubicBezTo>
                  <a:pt x="16" y="26"/>
                  <a:pt x="16" y="26"/>
                  <a:pt x="16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5" y="26"/>
                  <a:pt x="25" y="27"/>
                  <a:pt x="25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5" y="36"/>
                  <a:pt x="24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6" y="26"/>
                  <a:pt x="16" y="26"/>
                </a:cubicBezTo>
                <a:close/>
                <a:moveTo>
                  <a:pt x="23" y="29"/>
                </a:moveTo>
                <a:cubicBezTo>
                  <a:pt x="23" y="29"/>
                  <a:pt x="23" y="29"/>
                  <a:pt x="23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34"/>
                  <a:pt x="18" y="34"/>
                  <a:pt x="18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23" y="29"/>
                  <a:pt x="23" y="29"/>
                  <a:pt x="23" y="29"/>
                </a:cubicBezTo>
                <a:close/>
                <a:moveTo>
                  <a:pt x="15" y="39"/>
                </a:moveTo>
                <a:cubicBezTo>
                  <a:pt x="15" y="39"/>
                  <a:pt x="15" y="39"/>
                  <a:pt x="15" y="39"/>
                </a:cubicBezTo>
                <a:cubicBezTo>
                  <a:pt x="15" y="39"/>
                  <a:pt x="16" y="38"/>
                  <a:pt x="16" y="38"/>
                </a:cubicBezTo>
                <a:cubicBezTo>
                  <a:pt x="17" y="38"/>
                  <a:pt x="18" y="39"/>
                  <a:pt x="18" y="39"/>
                </a:cubicBezTo>
                <a:cubicBezTo>
                  <a:pt x="18" y="42"/>
                  <a:pt x="18" y="42"/>
                  <a:pt x="18" y="42"/>
                </a:cubicBezTo>
                <a:cubicBezTo>
                  <a:pt x="18" y="42"/>
                  <a:pt x="17" y="43"/>
                  <a:pt x="16" y="43"/>
                </a:cubicBezTo>
                <a:cubicBezTo>
                  <a:pt x="16" y="43"/>
                  <a:pt x="15" y="42"/>
                  <a:pt x="15" y="42"/>
                </a:cubicBezTo>
                <a:cubicBezTo>
                  <a:pt x="15" y="39"/>
                  <a:pt x="15" y="39"/>
                  <a:pt x="15" y="39"/>
                </a:cubicBezTo>
                <a:close/>
                <a:moveTo>
                  <a:pt x="26" y="39"/>
                </a:moveTo>
                <a:cubicBezTo>
                  <a:pt x="26" y="39"/>
                  <a:pt x="26" y="39"/>
                  <a:pt x="26" y="39"/>
                </a:cubicBezTo>
                <a:cubicBezTo>
                  <a:pt x="26" y="39"/>
                  <a:pt x="27" y="38"/>
                  <a:pt x="27" y="38"/>
                </a:cubicBezTo>
                <a:cubicBezTo>
                  <a:pt x="28" y="38"/>
                  <a:pt x="29" y="39"/>
                  <a:pt x="29" y="39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42"/>
                  <a:pt x="28" y="43"/>
                  <a:pt x="27" y="43"/>
                </a:cubicBezTo>
                <a:cubicBezTo>
                  <a:pt x="27" y="43"/>
                  <a:pt x="26" y="42"/>
                  <a:pt x="26" y="42"/>
                </a:cubicBezTo>
                <a:cubicBezTo>
                  <a:pt x="26" y="39"/>
                  <a:pt x="26" y="39"/>
                  <a:pt x="26" y="39"/>
                </a:cubicBezTo>
                <a:close/>
                <a:moveTo>
                  <a:pt x="37" y="39"/>
                </a:moveTo>
                <a:cubicBezTo>
                  <a:pt x="37" y="39"/>
                  <a:pt x="37" y="39"/>
                  <a:pt x="37" y="39"/>
                </a:cubicBezTo>
                <a:cubicBezTo>
                  <a:pt x="37" y="39"/>
                  <a:pt x="38" y="38"/>
                  <a:pt x="38" y="38"/>
                </a:cubicBezTo>
                <a:cubicBezTo>
                  <a:pt x="39" y="38"/>
                  <a:pt x="39" y="39"/>
                  <a:pt x="39" y="39"/>
                </a:cubicBezTo>
                <a:cubicBezTo>
                  <a:pt x="39" y="42"/>
                  <a:pt x="39" y="42"/>
                  <a:pt x="39" y="42"/>
                </a:cubicBezTo>
                <a:cubicBezTo>
                  <a:pt x="39" y="42"/>
                  <a:pt x="39" y="43"/>
                  <a:pt x="38" y="43"/>
                </a:cubicBezTo>
                <a:cubicBezTo>
                  <a:pt x="38" y="43"/>
                  <a:pt x="37" y="42"/>
                  <a:pt x="37" y="42"/>
                </a:cubicBezTo>
                <a:cubicBezTo>
                  <a:pt x="37" y="39"/>
                  <a:pt x="37" y="39"/>
                  <a:pt x="37" y="39"/>
                </a:cubicBezTo>
                <a:close/>
                <a:moveTo>
                  <a:pt x="18" y="39"/>
                </a:moveTo>
                <a:cubicBezTo>
                  <a:pt x="18" y="39"/>
                  <a:pt x="18" y="39"/>
                  <a:pt x="18" y="39"/>
                </a:cubicBezTo>
                <a:cubicBezTo>
                  <a:pt x="18" y="39"/>
                  <a:pt x="19" y="38"/>
                  <a:pt x="20" y="38"/>
                </a:cubicBezTo>
                <a:cubicBezTo>
                  <a:pt x="20" y="38"/>
                  <a:pt x="21" y="39"/>
                  <a:pt x="21" y="39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0" y="43"/>
                  <a:pt x="20" y="43"/>
                </a:cubicBezTo>
                <a:cubicBezTo>
                  <a:pt x="19" y="43"/>
                  <a:pt x="18" y="42"/>
                  <a:pt x="18" y="42"/>
                </a:cubicBezTo>
                <a:cubicBezTo>
                  <a:pt x="18" y="39"/>
                  <a:pt x="18" y="39"/>
                  <a:pt x="18" y="39"/>
                </a:cubicBezTo>
                <a:close/>
                <a:moveTo>
                  <a:pt x="29" y="39"/>
                </a:moveTo>
                <a:cubicBezTo>
                  <a:pt x="29" y="39"/>
                  <a:pt x="29" y="39"/>
                  <a:pt x="29" y="39"/>
                </a:cubicBezTo>
                <a:cubicBezTo>
                  <a:pt x="29" y="39"/>
                  <a:pt x="30" y="38"/>
                  <a:pt x="31" y="38"/>
                </a:cubicBezTo>
                <a:cubicBezTo>
                  <a:pt x="31" y="38"/>
                  <a:pt x="32" y="39"/>
                  <a:pt x="32" y="39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42"/>
                  <a:pt x="31" y="43"/>
                  <a:pt x="31" y="43"/>
                </a:cubicBezTo>
                <a:cubicBezTo>
                  <a:pt x="30" y="43"/>
                  <a:pt x="29" y="42"/>
                  <a:pt x="29" y="42"/>
                </a:cubicBezTo>
                <a:cubicBezTo>
                  <a:pt x="29" y="39"/>
                  <a:pt x="29" y="39"/>
                  <a:pt x="29" y="39"/>
                </a:cubicBezTo>
                <a:close/>
                <a:moveTo>
                  <a:pt x="40" y="39"/>
                </a:moveTo>
                <a:cubicBezTo>
                  <a:pt x="40" y="39"/>
                  <a:pt x="40" y="39"/>
                  <a:pt x="40" y="39"/>
                </a:cubicBezTo>
                <a:cubicBezTo>
                  <a:pt x="40" y="39"/>
                  <a:pt x="41" y="38"/>
                  <a:pt x="42" y="38"/>
                </a:cubicBezTo>
                <a:cubicBezTo>
                  <a:pt x="42" y="38"/>
                  <a:pt x="43" y="39"/>
                  <a:pt x="43" y="39"/>
                </a:cubicBezTo>
                <a:cubicBezTo>
                  <a:pt x="43" y="42"/>
                  <a:pt x="43" y="42"/>
                  <a:pt x="43" y="42"/>
                </a:cubicBezTo>
                <a:cubicBezTo>
                  <a:pt x="43" y="42"/>
                  <a:pt x="42" y="43"/>
                  <a:pt x="42" y="43"/>
                </a:cubicBezTo>
                <a:cubicBezTo>
                  <a:pt x="41" y="43"/>
                  <a:pt x="40" y="42"/>
                  <a:pt x="40" y="42"/>
                </a:cubicBezTo>
                <a:cubicBezTo>
                  <a:pt x="40" y="39"/>
                  <a:pt x="40" y="39"/>
                  <a:pt x="40" y="39"/>
                </a:cubicBezTo>
                <a:close/>
                <a:moveTo>
                  <a:pt x="22" y="39"/>
                </a:move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8"/>
                  <a:pt x="23" y="38"/>
                </a:cubicBezTo>
                <a:cubicBezTo>
                  <a:pt x="24" y="38"/>
                  <a:pt x="24" y="39"/>
                  <a:pt x="24" y="39"/>
                </a:cubicBezTo>
                <a:cubicBezTo>
                  <a:pt x="24" y="42"/>
                  <a:pt x="24" y="42"/>
                  <a:pt x="24" y="42"/>
                </a:cubicBezTo>
                <a:cubicBezTo>
                  <a:pt x="24" y="42"/>
                  <a:pt x="24" y="43"/>
                  <a:pt x="23" y="43"/>
                </a:cubicBezTo>
                <a:cubicBezTo>
                  <a:pt x="22" y="43"/>
                  <a:pt x="22" y="42"/>
                  <a:pt x="22" y="42"/>
                </a:cubicBezTo>
                <a:cubicBezTo>
                  <a:pt x="22" y="39"/>
                  <a:pt x="22" y="39"/>
                  <a:pt x="22" y="39"/>
                </a:cubicBezTo>
                <a:close/>
                <a:moveTo>
                  <a:pt x="33" y="39"/>
                </a:move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8"/>
                  <a:pt x="34" y="38"/>
                </a:cubicBezTo>
                <a:cubicBezTo>
                  <a:pt x="34" y="38"/>
                  <a:pt x="35" y="39"/>
                  <a:pt x="35" y="39"/>
                </a:cubicBezTo>
                <a:cubicBezTo>
                  <a:pt x="35" y="42"/>
                  <a:pt x="35" y="42"/>
                  <a:pt x="35" y="42"/>
                </a:cubicBezTo>
                <a:cubicBezTo>
                  <a:pt x="35" y="42"/>
                  <a:pt x="34" y="43"/>
                  <a:pt x="34" y="43"/>
                </a:cubicBezTo>
                <a:cubicBezTo>
                  <a:pt x="33" y="43"/>
                  <a:pt x="33" y="42"/>
                  <a:pt x="33" y="42"/>
                </a:cubicBezTo>
                <a:cubicBezTo>
                  <a:pt x="33" y="39"/>
                  <a:pt x="33" y="39"/>
                  <a:pt x="33" y="39"/>
                </a:cubicBezTo>
                <a:close/>
                <a:moveTo>
                  <a:pt x="44" y="39"/>
                </a:moveTo>
                <a:cubicBezTo>
                  <a:pt x="44" y="39"/>
                  <a:pt x="44" y="39"/>
                  <a:pt x="44" y="39"/>
                </a:cubicBezTo>
                <a:cubicBezTo>
                  <a:pt x="44" y="39"/>
                  <a:pt x="44" y="38"/>
                  <a:pt x="45" y="38"/>
                </a:cubicBezTo>
                <a:cubicBezTo>
                  <a:pt x="45" y="38"/>
                  <a:pt x="46" y="39"/>
                  <a:pt x="46" y="39"/>
                </a:cubicBezTo>
                <a:cubicBezTo>
                  <a:pt x="46" y="42"/>
                  <a:pt x="46" y="42"/>
                  <a:pt x="46" y="42"/>
                </a:cubicBezTo>
                <a:cubicBezTo>
                  <a:pt x="46" y="42"/>
                  <a:pt x="45" y="43"/>
                  <a:pt x="45" y="43"/>
                </a:cubicBezTo>
                <a:cubicBezTo>
                  <a:pt x="44" y="43"/>
                  <a:pt x="44" y="42"/>
                  <a:pt x="44" y="42"/>
                </a:cubicBezTo>
                <a:cubicBezTo>
                  <a:pt x="44" y="39"/>
                  <a:pt x="44" y="39"/>
                  <a:pt x="44" y="39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18"/>
                  <a:pt x="12" y="17"/>
                  <a:pt x="14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33" y="5"/>
                  <a:pt x="33" y="5"/>
                  <a:pt x="33" y="5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lose/>
                <a:moveTo>
                  <a:pt x="4" y="21"/>
                </a:move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35" name="Freeform 169">
            <a:extLst>
              <a:ext uri="{FF2B5EF4-FFF2-40B4-BE49-F238E27FC236}">
                <a16:creationId xmlns:a16="http://schemas.microsoft.com/office/drawing/2014/main" id="{09B092AD-E692-E503-57CD-5AFC18037ED7}"/>
              </a:ext>
            </a:extLst>
          </p:cNvPr>
          <p:cNvSpPr>
            <a:spLocks noEditPoints="1"/>
          </p:cNvSpPr>
          <p:nvPr/>
        </p:nvSpPr>
        <p:spPr bwMode="auto">
          <a:xfrm>
            <a:off x="3519418" y="3912048"/>
            <a:ext cx="211667" cy="182033"/>
          </a:xfrm>
          <a:custGeom>
            <a:avLst/>
            <a:gdLst>
              <a:gd name="T0" fmla="*/ 127000 w 50"/>
              <a:gd name="T1" fmla="*/ 76200 h 43"/>
              <a:gd name="T2" fmla="*/ 130175 w 50"/>
              <a:gd name="T3" fmla="*/ 101600 h 43"/>
              <a:gd name="T4" fmla="*/ 127000 w 50"/>
              <a:gd name="T5" fmla="*/ 104775 h 43"/>
              <a:gd name="T6" fmla="*/ 85725 w 50"/>
              <a:gd name="T7" fmla="*/ 101600 h 43"/>
              <a:gd name="T8" fmla="*/ 85725 w 50"/>
              <a:gd name="T9" fmla="*/ 79375 h 43"/>
              <a:gd name="T10" fmla="*/ 95250 w 50"/>
              <a:gd name="T11" fmla="*/ 79375 h 43"/>
              <a:gd name="T12" fmla="*/ 123825 w 50"/>
              <a:gd name="T13" fmla="*/ 98425 h 43"/>
              <a:gd name="T14" fmla="*/ 139700 w 50"/>
              <a:gd name="T15" fmla="*/ 76200 h 43"/>
              <a:gd name="T16" fmla="*/ 142875 w 50"/>
              <a:gd name="T17" fmla="*/ 73025 h 43"/>
              <a:gd name="T18" fmla="*/ 146050 w 50"/>
              <a:gd name="T19" fmla="*/ 133350 h 43"/>
              <a:gd name="T20" fmla="*/ 142875 w 50"/>
              <a:gd name="T21" fmla="*/ 136525 h 43"/>
              <a:gd name="T22" fmla="*/ 12700 w 50"/>
              <a:gd name="T23" fmla="*/ 133350 h 43"/>
              <a:gd name="T24" fmla="*/ 12700 w 50"/>
              <a:gd name="T25" fmla="*/ 76200 h 43"/>
              <a:gd name="T26" fmla="*/ 22225 w 50"/>
              <a:gd name="T27" fmla="*/ 76200 h 43"/>
              <a:gd name="T28" fmla="*/ 139700 w 50"/>
              <a:gd name="T29" fmla="*/ 130175 h 43"/>
              <a:gd name="T30" fmla="*/ 22225 w 50"/>
              <a:gd name="T31" fmla="*/ 15875 h 43"/>
              <a:gd name="T32" fmla="*/ 19050 w 50"/>
              <a:gd name="T33" fmla="*/ 19050 h 43"/>
              <a:gd name="T34" fmla="*/ 12700 w 50"/>
              <a:gd name="T35" fmla="*/ 3175 h 43"/>
              <a:gd name="T36" fmla="*/ 19050 w 50"/>
              <a:gd name="T37" fmla="*/ 0 h 43"/>
              <a:gd name="T38" fmla="*/ 146050 w 50"/>
              <a:gd name="T39" fmla="*/ 3175 h 43"/>
              <a:gd name="T40" fmla="*/ 146050 w 50"/>
              <a:gd name="T41" fmla="*/ 15875 h 43"/>
              <a:gd name="T42" fmla="*/ 139700 w 50"/>
              <a:gd name="T43" fmla="*/ 15875 h 43"/>
              <a:gd name="T44" fmla="*/ 22225 w 50"/>
              <a:gd name="T45" fmla="*/ 6350 h 43"/>
              <a:gd name="T46" fmla="*/ 0 w 50"/>
              <a:gd name="T47" fmla="*/ 22225 h 43"/>
              <a:gd name="T48" fmla="*/ 6350 w 50"/>
              <a:gd name="T49" fmla="*/ 15875 h 43"/>
              <a:gd name="T50" fmla="*/ 12700 w 50"/>
              <a:gd name="T51" fmla="*/ 60325 h 43"/>
              <a:gd name="T52" fmla="*/ 0 w 50"/>
              <a:gd name="T53" fmla="*/ 60325 h 43"/>
              <a:gd name="T54" fmla="*/ 22225 w 50"/>
              <a:gd name="T55" fmla="*/ 22225 h 43"/>
              <a:gd name="T56" fmla="*/ 28575 w 50"/>
              <a:gd name="T57" fmla="*/ 15875 h 43"/>
              <a:gd name="T58" fmla="*/ 34925 w 50"/>
              <a:gd name="T59" fmla="*/ 60325 h 43"/>
              <a:gd name="T60" fmla="*/ 22225 w 50"/>
              <a:gd name="T61" fmla="*/ 60325 h 43"/>
              <a:gd name="T62" fmla="*/ 44450 w 50"/>
              <a:gd name="T63" fmla="*/ 22225 h 43"/>
              <a:gd name="T64" fmla="*/ 47625 w 50"/>
              <a:gd name="T65" fmla="*/ 15875 h 43"/>
              <a:gd name="T66" fmla="*/ 53975 w 50"/>
              <a:gd name="T67" fmla="*/ 60325 h 43"/>
              <a:gd name="T68" fmla="*/ 44450 w 50"/>
              <a:gd name="T69" fmla="*/ 60325 h 43"/>
              <a:gd name="T70" fmla="*/ 63500 w 50"/>
              <a:gd name="T71" fmla="*/ 22225 h 43"/>
              <a:gd name="T72" fmla="*/ 69850 w 50"/>
              <a:gd name="T73" fmla="*/ 15875 h 43"/>
              <a:gd name="T74" fmla="*/ 76200 w 50"/>
              <a:gd name="T75" fmla="*/ 60325 h 43"/>
              <a:gd name="T76" fmla="*/ 63500 w 50"/>
              <a:gd name="T77" fmla="*/ 60325 h 43"/>
              <a:gd name="T78" fmla="*/ 85725 w 50"/>
              <a:gd name="T79" fmla="*/ 22225 h 43"/>
              <a:gd name="T80" fmla="*/ 92075 w 50"/>
              <a:gd name="T81" fmla="*/ 15875 h 43"/>
              <a:gd name="T82" fmla="*/ 98425 w 50"/>
              <a:gd name="T83" fmla="*/ 60325 h 43"/>
              <a:gd name="T84" fmla="*/ 85725 w 50"/>
              <a:gd name="T85" fmla="*/ 60325 h 43"/>
              <a:gd name="T86" fmla="*/ 104775 w 50"/>
              <a:gd name="T87" fmla="*/ 22225 h 43"/>
              <a:gd name="T88" fmla="*/ 111125 w 50"/>
              <a:gd name="T89" fmla="*/ 15875 h 43"/>
              <a:gd name="T90" fmla="*/ 117475 w 50"/>
              <a:gd name="T91" fmla="*/ 60325 h 43"/>
              <a:gd name="T92" fmla="*/ 104775 w 50"/>
              <a:gd name="T93" fmla="*/ 60325 h 43"/>
              <a:gd name="T94" fmla="*/ 127000 w 50"/>
              <a:gd name="T95" fmla="*/ 22225 h 43"/>
              <a:gd name="T96" fmla="*/ 133350 w 50"/>
              <a:gd name="T97" fmla="*/ 15875 h 43"/>
              <a:gd name="T98" fmla="*/ 139700 w 50"/>
              <a:gd name="T99" fmla="*/ 60325 h 43"/>
              <a:gd name="T100" fmla="*/ 127000 w 50"/>
              <a:gd name="T101" fmla="*/ 60325 h 43"/>
              <a:gd name="T102" fmla="*/ 149225 w 50"/>
              <a:gd name="T103" fmla="*/ 22225 h 43"/>
              <a:gd name="T104" fmla="*/ 155575 w 50"/>
              <a:gd name="T105" fmla="*/ 15875 h 43"/>
              <a:gd name="T106" fmla="*/ 158750 w 50"/>
              <a:gd name="T107" fmla="*/ 60325 h 43"/>
              <a:gd name="T108" fmla="*/ 149225 w 50"/>
              <a:gd name="T109" fmla="*/ 60325 h 43"/>
              <a:gd name="T110" fmla="*/ 66675 w 50"/>
              <a:gd name="T111" fmla="*/ 79375 h 43"/>
              <a:gd name="T112" fmla="*/ 69850 w 50"/>
              <a:gd name="T113" fmla="*/ 76200 h 43"/>
              <a:gd name="T114" fmla="*/ 73025 w 50"/>
              <a:gd name="T115" fmla="*/ 120650 h 43"/>
              <a:gd name="T116" fmla="*/ 69850 w 50"/>
              <a:gd name="T117" fmla="*/ 123825 h 43"/>
              <a:gd name="T118" fmla="*/ 31750 w 50"/>
              <a:gd name="T119" fmla="*/ 120650 h 43"/>
              <a:gd name="T120" fmla="*/ 31750 w 50"/>
              <a:gd name="T121" fmla="*/ 79375 h 43"/>
              <a:gd name="T122" fmla="*/ 38100 w 50"/>
              <a:gd name="T123" fmla="*/ 79375 h 43"/>
              <a:gd name="T124" fmla="*/ 66675 w 50"/>
              <a:gd name="T125" fmla="*/ 117475 h 43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50" h="43">
                <a:moveTo>
                  <a:pt x="39" y="25"/>
                </a:moveTo>
                <a:cubicBezTo>
                  <a:pt x="39" y="24"/>
                  <a:pt x="40" y="24"/>
                  <a:pt x="40" y="24"/>
                </a:cubicBezTo>
                <a:cubicBezTo>
                  <a:pt x="41" y="24"/>
                  <a:pt x="41" y="24"/>
                  <a:pt x="41" y="25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33"/>
                  <a:pt x="41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8" y="33"/>
                  <a:pt x="27" y="33"/>
                  <a:pt x="27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4"/>
                  <a:pt x="28" y="24"/>
                  <a:pt x="29" y="24"/>
                </a:cubicBezTo>
                <a:cubicBezTo>
                  <a:pt x="29" y="24"/>
                  <a:pt x="30" y="24"/>
                  <a:pt x="30" y="25"/>
                </a:cubicBezTo>
                <a:cubicBezTo>
                  <a:pt x="30" y="31"/>
                  <a:pt x="30" y="31"/>
                  <a:pt x="30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25"/>
                  <a:pt x="39" y="25"/>
                  <a:pt x="39" y="25"/>
                </a:cubicBezTo>
                <a:close/>
                <a:moveTo>
                  <a:pt x="44" y="24"/>
                </a:moveTo>
                <a:cubicBezTo>
                  <a:pt x="44" y="24"/>
                  <a:pt x="44" y="24"/>
                  <a:pt x="44" y="24"/>
                </a:cubicBezTo>
                <a:cubicBezTo>
                  <a:pt x="44" y="23"/>
                  <a:pt x="45" y="23"/>
                  <a:pt x="45" y="23"/>
                </a:cubicBezTo>
                <a:cubicBezTo>
                  <a:pt x="46" y="23"/>
                  <a:pt x="46" y="23"/>
                  <a:pt x="46" y="24"/>
                </a:cubicBezTo>
                <a:cubicBezTo>
                  <a:pt x="46" y="42"/>
                  <a:pt x="46" y="42"/>
                  <a:pt x="46" y="42"/>
                </a:cubicBezTo>
                <a:cubicBezTo>
                  <a:pt x="46" y="43"/>
                  <a:pt x="46" y="43"/>
                  <a:pt x="45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5" y="43"/>
                  <a:pt x="4" y="43"/>
                  <a:pt x="4" y="42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5" y="23"/>
                  <a:pt x="6" y="23"/>
                </a:cubicBezTo>
                <a:cubicBezTo>
                  <a:pt x="6" y="23"/>
                  <a:pt x="7" y="23"/>
                  <a:pt x="7" y="24"/>
                </a:cubicBezTo>
                <a:cubicBezTo>
                  <a:pt x="7" y="41"/>
                  <a:pt x="7" y="41"/>
                  <a:pt x="7" y="41"/>
                </a:cubicBezTo>
                <a:cubicBezTo>
                  <a:pt x="44" y="41"/>
                  <a:pt x="44" y="41"/>
                  <a:pt x="44" y="41"/>
                </a:cubicBezTo>
                <a:cubicBezTo>
                  <a:pt x="44" y="24"/>
                  <a:pt x="44" y="24"/>
                  <a:pt x="44" y="24"/>
                </a:cubicBezTo>
                <a:close/>
                <a:moveTo>
                  <a:pt x="7" y="5"/>
                </a:moveTo>
                <a:cubicBezTo>
                  <a:pt x="7" y="5"/>
                  <a:pt x="7" y="5"/>
                  <a:pt x="7" y="5"/>
                </a:cubicBezTo>
                <a:cubicBezTo>
                  <a:pt x="7" y="5"/>
                  <a:pt x="6" y="6"/>
                  <a:pt x="6" y="6"/>
                </a:cubicBezTo>
                <a:cubicBezTo>
                  <a:pt x="5" y="6"/>
                  <a:pt x="4" y="5"/>
                  <a:pt x="4" y="5"/>
                </a:cubicBezTo>
                <a:cubicBezTo>
                  <a:pt x="4" y="1"/>
                  <a:pt x="4" y="1"/>
                  <a:pt x="4" y="1"/>
                </a:cubicBezTo>
                <a:cubicBezTo>
                  <a:pt x="4" y="0"/>
                  <a:pt x="5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6" y="0"/>
                  <a:pt x="46" y="0"/>
                  <a:pt x="46" y="1"/>
                </a:cubicBezTo>
                <a:cubicBezTo>
                  <a:pt x="46" y="1"/>
                  <a:pt x="46" y="1"/>
                  <a:pt x="46" y="1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5"/>
                  <a:pt x="46" y="6"/>
                  <a:pt x="45" y="6"/>
                </a:cubicBezTo>
                <a:cubicBezTo>
                  <a:pt x="45" y="6"/>
                  <a:pt x="44" y="5"/>
                  <a:pt x="44" y="5"/>
                </a:cubicBezTo>
                <a:cubicBezTo>
                  <a:pt x="44" y="2"/>
                  <a:pt x="44" y="2"/>
                  <a:pt x="44" y="2"/>
                </a:cubicBezTo>
                <a:cubicBezTo>
                  <a:pt x="7" y="2"/>
                  <a:pt x="7" y="2"/>
                  <a:pt x="7" y="2"/>
                </a:cubicBezTo>
                <a:cubicBezTo>
                  <a:pt x="7" y="5"/>
                  <a:pt x="7" y="5"/>
                  <a:pt x="7" y="5"/>
                </a:cubicBezTo>
                <a:close/>
                <a:moveTo>
                  <a:pt x="0" y="7"/>
                </a:moveTo>
                <a:cubicBezTo>
                  <a:pt x="0" y="7"/>
                  <a:pt x="0" y="7"/>
                  <a:pt x="0" y="7"/>
                </a:cubicBezTo>
                <a:cubicBezTo>
                  <a:pt x="0" y="6"/>
                  <a:pt x="1" y="5"/>
                  <a:pt x="2" y="5"/>
                </a:cubicBezTo>
                <a:cubicBezTo>
                  <a:pt x="3" y="5"/>
                  <a:pt x="4" y="6"/>
                  <a:pt x="4" y="7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20"/>
                  <a:pt x="3" y="21"/>
                  <a:pt x="2" y="21"/>
                </a:cubicBezTo>
                <a:cubicBezTo>
                  <a:pt x="1" y="21"/>
                  <a:pt x="0" y="20"/>
                  <a:pt x="0" y="19"/>
                </a:cubicBezTo>
                <a:cubicBezTo>
                  <a:pt x="0" y="7"/>
                  <a:pt x="0" y="7"/>
                  <a:pt x="0" y="7"/>
                </a:cubicBezTo>
                <a:close/>
                <a:moveTo>
                  <a:pt x="7" y="7"/>
                </a:moveTo>
                <a:cubicBezTo>
                  <a:pt x="7" y="7"/>
                  <a:pt x="7" y="7"/>
                  <a:pt x="7" y="7"/>
                </a:cubicBezTo>
                <a:cubicBezTo>
                  <a:pt x="7" y="6"/>
                  <a:pt x="8" y="5"/>
                  <a:pt x="9" y="5"/>
                </a:cubicBezTo>
                <a:cubicBezTo>
                  <a:pt x="10" y="5"/>
                  <a:pt x="11" y="6"/>
                  <a:pt x="11" y="7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20"/>
                  <a:pt x="10" y="21"/>
                  <a:pt x="9" y="21"/>
                </a:cubicBezTo>
                <a:cubicBezTo>
                  <a:pt x="8" y="21"/>
                  <a:pt x="7" y="20"/>
                  <a:pt x="7" y="19"/>
                </a:cubicBezTo>
                <a:cubicBezTo>
                  <a:pt x="7" y="7"/>
                  <a:pt x="7" y="7"/>
                  <a:pt x="7" y="7"/>
                </a:cubicBezTo>
                <a:close/>
                <a:moveTo>
                  <a:pt x="14" y="7"/>
                </a:moveTo>
                <a:cubicBezTo>
                  <a:pt x="14" y="7"/>
                  <a:pt x="14" y="7"/>
                  <a:pt x="14" y="7"/>
                </a:cubicBezTo>
                <a:cubicBezTo>
                  <a:pt x="14" y="6"/>
                  <a:pt x="14" y="5"/>
                  <a:pt x="15" y="5"/>
                </a:cubicBezTo>
                <a:cubicBezTo>
                  <a:pt x="17" y="5"/>
                  <a:pt x="17" y="6"/>
                  <a:pt x="17" y="7"/>
                </a:cubicBezTo>
                <a:cubicBezTo>
                  <a:pt x="17" y="19"/>
                  <a:pt x="17" y="19"/>
                  <a:pt x="17" y="19"/>
                </a:cubicBezTo>
                <a:cubicBezTo>
                  <a:pt x="17" y="20"/>
                  <a:pt x="17" y="21"/>
                  <a:pt x="15" y="21"/>
                </a:cubicBezTo>
                <a:cubicBezTo>
                  <a:pt x="14" y="21"/>
                  <a:pt x="14" y="20"/>
                  <a:pt x="14" y="19"/>
                </a:cubicBezTo>
                <a:cubicBezTo>
                  <a:pt x="14" y="7"/>
                  <a:pt x="14" y="7"/>
                  <a:pt x="14" y="7"/>
                </a:cubicBezTo>
                <a:close/>
                <a:moveTo>
                  <a:pt x="20" y="7"/>
                </a:moveTo>
                <a:cubicBezTo>
                  <a:pt x="20" y="7"/>
                  <a:pt x="20" y="7"/>
                  <a:pt x="20" y="7"/>
                </a:cubicBezTo>
                <a:cubicBezTo>
                  <a:pt x="20" y="6"/>
                  <a:pt x="21" y="5"/>
                  <a:pt x="22" y="5"/>
                </a:cubicBezTo>
                <a:cubicBezTo>
                  <a:pt x="23" y="5"/>
                  <a:pt x="24" y="6"/>
                  <a:pt x="24" y="7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20"/>
                  <a:pt x="23" y="21"/>
                  <a:pt x="22" y="21"/>
                </a:cubicBezTo>
                <a:cubicBezTo>
                  <a:pt x="21" y="21"/>
                  <a:pt x="20" y="20"/>
                  <a:pt x="20" y="19"/>
                </a:cubicBezTo>
                <a:cubicBezTo>
                  <a:pt x="20" y="7"/>
                  <a:pt x="20" y="7"/>
                  <a:pt x="20" y="7"/>
                </a:cubicBezTo>
                <a:close/>
                <a:moveTo>
                  <a:pt x="27" y="7"/>
                </a:moveTo>
                <a:cubicBezTo>
                  <a:pt x="27" y="7"/>
                  <a:pt x="27" y="7"/>
                  <a:pt x="27" y="7"/>
                </a:cubicBezTo>
                <a:cubicBezTo>
                  <a:pt x="27" y="6"/>
                  <a:pt x="28" y="5"/>
                  <a:pt x="29" y="5"/>
                </a:cubicBezTo>
                <a:cubicBezTo>
                  <a:pt x="30" y="5"/>
                  <a:pt x="31" y="6"/>
                  <a:pt x="31" y="7"/>
                </a:cubicBezTo>
                <a:cubicBezTo>
                  <a:pt x="31" y="19"/>
                  <a:pt x="31" y="19"/>
                  <a:pt x="31" y="19"/>
                </a:cubicBezTo>
                <a:cubicBezTo>
                  <a:pt x="31" y="20"/>
                  <a:pt x="30" y="21"/>
                  <a:pt x="29" y="21"/>
                </a:cubicBezTo>
                <a:cubicBezTo>
                  <a:pt x="28" y="21"/>
                  <a:pt x="27" y="20"/>
                  <a:pt x="27" y="19"/>
                </a:cubicBezTo>
                <a:cubicBezTo>
                  <a:pt x="27" y="7"/>
                  <a:pt x="27" y="7"/>
                  <a:pt x="27" y="7"/>
                </a:cubicBezTo>
                <a:close/>
                <a:moveTo>
                  <a:pt x="33" y="7"/>
                </a:moveTo>
                <a:cubicBezTo>
                  <a:pt x="33" y="7"/>
                  <a:pt x="33" y="7"/>
                  <a:pt x="33" y="7"/>
                </a:cubicBezTo>
                <a:cubicBezTo>
                  <a:pt x="33" y="6"/>
                  <a:pt x="34" y="5"/>
                  <a:pt x="35" y="5"/>
                </a:cubicBezTo>
                <a:cubicBezTo>
                  <a:pt x="36" y="5"/>
                  <a:pt x="37" y="6"/>
                  <a:pt x="37" y="7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20"/>
                  <a:pt x="36" y="21"/>
                  <a:pt x="35" y="21"/>
                </a:cubicBezTo>
                <a:cubicBezTo>
                  <a:pt x="34" y="21"/>
                  <a:pt x="33" y="20"/>
                  <a:pt x="33" y="19"/>
                </a:cubicBezTo>
                <a:cubicBezTo>
                  <a:pt x="33" y="7"/>
                  <a:pt x="33" y="7"/>
                  <a:pt x="33" y="7"/>
                </a:cubicBezTo>
                <a:close/>
                <a:moveTo>
                  <a:pt x="40" y="7"/>
                </a:moveTo>
                <a:cubicBezTo>
                  <a:pt x="40" y="7"/>
                  <a:pt x="40" y="7"/>
                  <a:pt x="40" y="7"/>
                </a:cubicBezTo>
                <a:cubicBezTo>
                  <a:pt x="40" y="6"/>
                  <a:pt x="41" y="5"/>
                  <a:pt x="42" y="5"/>
                </a:cubicBezTo>
                <a:cubicBezTo>
                  <a:pt x="43" y="5"/>
                  <a:pt x="44" y="6"/>
                  <a:pt x="44" y="7"/>
                </a:cubicBezTo>
                <a:cubicBezTo>
                  <a:pt x="44" y="19"/>
                  <a:pt x="44" y="19"/>
                  <a:pt x="44" y="19"/>
                </a:cubicBezTo>
                <a:cubicBezTo>
                  <a:pt x="44" y="20"/>
                  <a:pt x="43" y="21"/>
                  <a:pt x="42" y="21"/>
                </a:cubicBezTo>
                <a:cubicBezTo>
                  <a:pt x="41" y="21"/>
                  <a:pt x="40" y="20"/>
                  <a:pt x="40" y="19"/>
                </a:cubicBezTo>
                <a:cubicBezTo>
                  <a:pt x="40" y="7"/>
                  <a:pt x="40" y="7"/>
                  <a:pt x="40" y="7"/>
                </a:cubicBezTo>
                <a:close/>
                <a:moveTo>
                  <a:pt x="47" y="7"/>
                </a:moveTo>
                <a:cubicBezTo>
                  <a:pt x="47" y="7"/>
                  <a:pt x="47" y="7"/>
                  <a:pt x="47" y="7"/>
                </a:cubicBezTo>
                <a:cubicBezTo>
                  <a:pt x="47" y="6"/>
                  <a:pt x="48" y="5"/>
                  <a:pt x="49" y="5"/>
                </a:cubicBezTo>
                <a:cubicBezTo>
                  <a:pt x="50" y="5"/>
                  <a:pt x="50" y="6"/>
                  <a:pt x="50" y="7"/>
                </a:cubicBezTo>
                <a:cubicBezTo>
                  <a:pt x="50" y="19"/>
                  <a:pt x="50" y="19"/>
                  <a:pt x="50" y="19"/>
                </a:cubicBezTo>
                <a:cubicBezTo>
                  <a:pt x="50" y="20"/>
                  <a:pt x="50" y="21"/>
                  <a:pt x="49" y="21"/>
                </a:cubicBezTo>
                <a:cubicBezTo>
                  <a:pt x="48" y="21"/>
                  <a:pt x="47" y="20"/>
                  <a:pt x="47" y="19"/>
                </a:cubicBezTo>
                <a:cubicBezTo>
                  <a:pt x="47" y="7"/>
                  <a:pt x="47" y="7"/>
                  <a:pt x="47" y="7"/>
                </a:cubicBezTo>
                <a:close/>
                <a:moveTo>
                  <a:pt x="21" y="25"/>
                </a:moveTo>
                <a:cubicBezTo>
                  <a:pt x="21" y="25"/>
                  <a:pt x="21" y="25"/>
                  <a:pt x="21" y="25"/>
                </a:cubicBezTo>
                <a:cubicBezTo>
                  <a:pt x="21" y="24"/>
                  <a:pt x="22" y="24"/>
                  <a:pt x="22" y="24"/>
                </a:cubicBezTo>
                <a:cubicBezTo>
                  <a:pt x="23" y="24"/>
                  <a:pt x="23" y="24"/>
                  <a:pt x="23" y="25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39"/>
                  <a:pt x="23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0" y="39"/>
                  <a:pt x="10" y="39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4"/>
                  <a:pt x="10" y="24"/>
                  <a:pt x="11" y="24"/>
                </a:cubicBezTo>
                <a:cubicBezTo>
                  <a:pt x="11" y="24"/>
                  <a:pt x="12" y="24"/>
                  <a:pt x="12" y="25"/>
                </a:cubicBezTo>
                <a:cubicBezTo>
                  <a:pt x="12" y="37"/>
                  <a:pt x="12" y="37"/>
                  <a:pt x="12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21" y="25"/>
                  <a:pt x="21" y="25"/>
                  <a:pt x="21" y="2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36" name="Freeform 170">
            <a:extLst>
              <a:ext uri="{FF2B5EF4-FFF2-40B4-BE49-F238E27FC236}">
                <a16:creationId xmlns:a16="http://schemas.microsoft.com/office/drawing/2014/main" id="{93E3E850-C5E5-BE7C-8F59-90CF43848F46}"/>
              </a:ext>
            </a:extLst>
          </p:cNvPr>
          <p:cNvSpPr>
            <a:spLocks noEditPoints="1"/>
          </p:cNvSpPr>
          <p:nvPr/>
        </p:nvSpPr>
        <p:spPr bwMode="auto">
          <a:xfrm>
            <a:off x="922267" y="3928981"/>
            <a:ext cx="213784" cy="148167"/>
          </a:xfrm>
          <a:custGeom>
            <a:avLst/>
            <a:gdLst>
              <a:gd name="T0" fmla="*/ 125064 w 50"/>
              <a:gd name="T1" fmla="*/ 57150 h 35"/>
              <a:gd name="T2" fmla="*/ 112237 w 50"/>
              <a:gd name="T3" fmla="*/ 66675 h 35"/>
              <a:gd name="T4" fmla="*/ 125064 w 50"/>
              <a:gd name="T5" fmla="*/ 73025 h 35"/>
              <a:gd name="T6" fmla="*/ 102616 w 50"/>
              <a:gd name="T7" fmla="*/ 69850 h 35"/>
              <a:gd name="T8" fmla="*/ 109030 w 50"/>
              <a:gd name="T9" fmla="*/ 38100 h 35"/>
              <a:gd name="T10" fmla="*/ 125064 w 50"/>
              <a:gd name="T11" fmla="*/ 44450 h 35"/>
              <a:gd name="T12" fmla="*/ 6414 w 50"/>
              <a:gd name="T13" fmla="*/ 0 h 35"/>
              <a:gd name="T14" fmla="*/ 125064 w 50"/>
              <a:gd name="T15" fmla="*/ 0 h 35"/>
              <a:gd name="T16" fmla="*/ 160338 w 50"/>
              <a:gd name="T17" fmla="*/ 60325 h 35"/>
              <a:gd name="T18" fmla="*/ 6414 w 50"/>
              <a:gd name="T19" fmla="*/ 111125 h 35"/>
              <a:gd name="T20" fmla="*/ 0 w 50"/>
              <a:gd name="T21" fmla="*/ 57150 h 35"/>
              <a:gd name="T22" fmla="*/ 9620 w 50"/>
              <a:gd name="T23" fmla="*/ 12700 h 35"/>
              <a:gd name="T24" fmla="*/ 9620 w 50"/>
              <a:gd name="T25" fmla="*/ 98425 h 35"/>
              <a:gd name="T26" fmla="*/ 121857 w 50"/>
              <a:gd name="T27" fmla="*/ 12700 h 35"/>
              <a:gd name="T28" fmla="*/ 51308 w 50"/>
              <a:gd name="T29" fmla="*/ 73025 h 35"/>
              <a:gd name="T30" fmla="*/ 54515 w 50"/>
              <a:gd name="T31" fmla="*/ 41275 h 35"/>
              <a:gd name="T32" fmla="*/ 70549 w 50"/>
              <a:gd name="T33" fmla="*/ 73025 h 35"/>
              <a:gd name="T34" fmla="*/ 54515 w 50"/>
              <a:gd name="T35" fmla="*/ 66675 h 35"/>
              <a:gd name="T36" fmla="*/ 57722 w 50"/>
              <a:gd name="T37" fmla="*/ 50800 h 35"/>
              <a:gd name="T38" fmla="*/ 57722 w 50"/>
              <a:gd name="T39" fmla="*/ 50800 h 35"/>
              <a:gd name="T40" fmla="*/ 38481 w 50"/>
              <a:gd name="T41" fmla="*/ 47625 h 35"/>
              <a:gd name="T42" fmla="*/ 35274 w 50"/>
              <a:gd name="T43" fmla="*/ 44450 h 35"/>
              <a:gd name="T44" fmla="*/ 25654 w 50"/>
              <a:gd name="T45" fmla="*/ 44450 h 35"/>
              <a:gd name="T46" fmla="*/ 25654 w 50"/>
              <a:gd name="T47" fmla="*/ 44450 h 35"/>
              <a:gd name="T48" fmla="*/ 25654 w 50"/>
              <a:gd name="T49" fmla="*/ 50800 h 35"/>
              <a:gd name="T50" fmla="*/ 25654 w 50"/>
              <a:gd name="T51" fmla="*/ 50800 h 35"/>
              <a:gd name="T52" fmla="*/ 35274 w 50"/>
              <a:gd name="T53" fmla="*/ 50800 h 35"/>
              <a:gd name="T54" fmla="*/ 41688 w 50"/>
              <a:gd name="T55" fmla="*/ 60325 h 35"/>
              <a:gd name="T56" fmla="*/ 41688 w 50"/>
              <a:gd name="T57" fmla="*/ 66675 h 35"/>
              <a:gd name="T58" fmla="*/ 28861 w 50"/>
              <a:gd name="T59" fmla="*/ 73025 h 35"/>
              <a:gd name="T60" fmla="*/ 16034 w 50"/>
              <a:gd name="T61" fmla="*/ 66675 h 35"/>
              <a:gd name="T62" fmla="*/ 25654 w 50"/>
              <a:gd name="T63" fmla="*/ 66675 h 35"/>
              <a:gd name="T64" fmla="*/ 35274 w 50"/>
              <a:gd name="T65" fmla="*/ 66675 h 35"/>
              <a:gd name="T66" fmla="*/ 35274 w 50"/>
              <a:gd name="T67" fmla="*/ 63500 h 35"/>
              <a:gd name="T68" fmla="*/ 35274 w 50"/>
              <a:gd name="T69" fmla="*/ 60325 h 35"/>
              <a:gd name="T70" fmla="*/ 25654 w 50"/>
              <a:gd name="T71" fmla="*/ 60325 h 35"/>
              <a:gd name="T72" fmla="*/ 16034 w 50"/>
              <a:gd name="T73" fmla="*/ 50800 h 35"/>
              <a:gd name="T74" fmla="*/ 16034 w 50"/>
              <a:gd name="T75" fmla="*/ 47625 h 35"/>
              <a:gd name="T76" fmla="*/ 19241 w 50"/>
              <a:gd name="T77" fmla="*/ 41275 h 35"/>
              <a:gd name="T78" fmla="*/ 28861 w 50"/>
              <a:gd name="T79" fmla="*/ 38100 h 35"/>
              <a:gd name="T80" fmla="*/ 41688 w 50"/>
              <a:gd name="T81" fmla="*/ 41275 h 35"/>
              <a:gd name="T82" fmla="*/ 99410 w 50"/>
              <a:gd name="T83" fmla="*/ 66675 h 35"/>
              <a:gd name="T84" fmla="*/ 80169 w 50"/>
              <a:gd name="T85" fmla="*/ 73025 h 35"/>
              <a:gd name="T86" fmla="*/ 76962 w 50"/>
              <a:gd name="T87" fmla="*/ 41275 h 35"/>
              <a:gd name="T88" fmla="*/ 83376 w 50"/>
              <a:gd name="T89" fmla="*/ 66675 h 3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0" h="35">
                <a:moveTo>
                  <a:pt x="35" y="16"/>
                </a:moveTo>
                <a:cubicBezTo>
                  <a:pt x="38" y="16"/>
                  <a:pt x="38" y="16"/>
                  <a:pt x="38" y="16"/>
                </a:cubicBezTo>
                <a:cubicBezTo>
                  <a:pt x="38" y="16"/>
                  <a:pt x="39" y="17"/>
                  <a:pt x="39" y="18"/>
                </a:cubicBezTo>
                <a:cubicBezTo>
                  <a:pt x="39" y="18"/>
                  <a:pt x="38" y="19"/>
                  <a:pt x="38" y="19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21"/>
                  <a:pt x="35" y="21"/>
                  <a:pt x="35" y="21"/>
                </a:cubicBezTo>
                <a:cubicBezTo>
                  <a:pt x="39" y="21"/>
                  <a:pt x="39" y="21"/>
                  <a:pt x="39" y="21"/>
                </a:cubicBezTo>
                <a:cubicBezTo>
                  <a:pt x="40" y="21"/>
                  <a:pt x="40" y="22"/>
                  <a:pt x="40" y="22"/>
                </a:cubicBezTo>
                <a:cubicBezTo>
                  <a:pt x="40" y="23"/>
                  <a:pt x="40" y="23"/>
                  <a:pt x="39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3" y="23"/>
                  <a:pt x="32" y="23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2"/>
                  <a:pt x="33" y="12"/>
                  <a:pt x="34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40" y="12"/>
                  <a:pt x="40" y="12"/>
                  <a:pt x="40" y="13"/>
                </a:cubicBezTo>
                <a:cubicBezTo>
                  <a:pt x="40" y="14"/>
                  <a:pt x="40" y="14"/>
                  <a:pt x="39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6"/>
                  <a:pt x="35" y="16"/>
                  <a:pt x="35" y="16"/>
                </a:cubicBezTo>
                <a:close/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0"/>
                  <a:pt x="41" y="1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7"/>
                  <a:pt x="50" y="18"/>
                  <a:pt x="50" y="19"/>
                </a:cubicBezTo>
                <a:cubicBezTo>
                  <a:pt x="41" y="34"/>
                  <a:pt x="41" y="34"/>
                  <a:pt x="41" y="34"/>
                </a:cubicBezTo>
                <a:cubicBezTo>
                  <a:pt x="40" y="35"/>
                  <a:pt x="40" y="35"/>
                  <a:pt x="39" y="35"/>
                </a:cubicBezTo>
                <a:cubicBezTo>
                  <a:pt x="2" y="35"/>
                  <a:pt x="2" y="35"/>
                  <a:pt x="2" y="35"/>
                </a:cubicBezTo>
                <a:cubicBezTo>
                  <a:pt x="1" y="35"/>
                  <a:pt x="0" y="34"/>
                  <a:pt x="0" y="33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3" y="4"/>
                </a:moveTo>
                <a:cubicBezTo>
                  <a:pt x="3" y="4"/>
                  <a:pt x="3" y="4"/>
                  <a:pt x="3" y="4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31"/>
                  <a:pt x="3" y="31"/>
                  <a:pt x="3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46" y="18"/>
                  <a:pt x="46" y="18"/>
                  <a:pt x="46" y="18"/>
                </a:cubicBezTo>
                <a:cubicBezTo>
                  <a:pt x="38" y="4"/>
                  <a:pt x="38" y="4"/>
                  <a:pt x="38" y="4"/>
                </a:cubicBezTo>
                <a:cubicBezTo>
                  <a:pt x="3" y="4"/>
                  <a:pt x="3" y="4"/>
                  <a:pt x="3" y="4"/>
                </a:cubicBezTo>
                <a:close/>
                <a:moveTo>
                  <a:pt x="16" y="23"/>
                </a:moveTo>
                <a:cubicBezTo>
                  <a:pt x="16" y="23"/>
                  <a:pt x="16" y="23"/>
                  <a:pt x="16" y="23"/>
                </a:cubicBezTo>
                <a:cubicBezTo>
                  <a:pt x="16" y="23"/>
                  <a:pt x="15" y="23"/>
                  <a:pt x="15" y="23"/>
                </a:cubicBezTo>
                <a:cubicBezTo>
                  <a:pt x="14" y="23"/>
                  <a:pt x="14" y="22"/>
                  <a:pt x="14" y="22"/>
                </a:cubicBezTo>
                <a:cubicBezTo>
                  <a:pt x="17" y="13"/>
                  <a:pt x="17" y="13"/>
                  <a:pt x="17" y="13"/>
                </a:cubicBezTo>
                <a:cubicBezTo>
                  <a:pt x="18" y="12"/>
                  <a:pt x="19" y="12"/>
                  <a:pt x="19" y="13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2"/>
                  <a:pt x="23" y="23"/>
                  <a:pt x="22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0" y="21"/>
                  <a:pt x="20" y="21"/>
                  <a:pt x="20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6" y="23"/>
                  <a:pt x="16" y="23"/>
                  <a:pt x="16" y="23"/>
                </a:cubicBezTo>
                <a:close/>
                <a:moveTo>
                  <a:pt x="18" y="16"/>
                </a:moveTo>
                <a:cubicBezTo>
                  <a:pt x="18" y="16"/>
                  <a:pt x="18" y="16"/>
                  <a:pt x="18" y="16"/>
                </a:cubicBezTo>
                <a:cubicBezTo>
                  <a:pt x="18" y="19"/>
                  <a:pt x="18" y="19"/>
                  <a:pt x="18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8" y="16"/>
                  <a:pt x="18" y="16"/>
                  <a:pt x="18" y="16"/>
                </a:cubicBezTo>
                <a:close/>
                <a:moveTo>
                  <a:pt x="13" y="14"/>
                </a:moveTo>
                <a:cubicBezTo>
                  <a:pt x="13" y="14"/>
                  <a:pt x="13" y="14"/>
                  <a:pt x="13" y="14"/>
                </a:cubicBezTo>
                <a:cubicBezTo>
                  <a:pt x="13" y="15"/>
                  <a:pt x="13" y="15"/>
                  <a:pt x="12" y="15"/>
                </a:cubicBezTo>
                <a:cubicBezTo>
                  <a:pt x="12" y="15"/>
                  <a:pt x="11" y="15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9" y="16"/>
                  <a:pt x="9" y="16"/>
                  <a:pt x="9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2" y="16"/>
                  <a:pt x="12" y="17"/>
                  <a:pt x="13" y="17"/>
                </a:cubicBezTo>
                <a:cubicBezTo>
                  <a:pt x="13" y="18"/>
                  <a:pt x="13" y="18"/>
                  <a:pt x="13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3" y="20"/>
                  <a:pt x="13" y="20"/>
                  <a:pt x="13" y="20"/>
                </a:cubicBezTo>
                <a:cubicBezTo>
                  <a:pt x="13" y="21"/>
                  <a:pt x="13" y="21"/>
                  <a:pt x="13" y="21"/>
                </a:cubicBezTo>
                <a:cubicBezTo>
                  <a:pt x="13" y="22"/>
                  <a:pt x="13" y="22"/>
                  <a:pt x="13" y="23"/>
                </a:cubicBezTo>
                <a:cubicBezTo>
                  <a:pt x="12" y="23"/>
                  <a:pt x="12" y="23"/>
                  <a:pt x="11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7" y="23"/>
                  <a:pt x="7" y="23"/>
                  <a:pt x="6" y="23"/>
                </a:cubicBezTo>
                <a:cubicBezTo>
                  <a:pt x="6" y="22"/>
                  <a:pt x="5" y="22"/>
                  <a:pt x="5" y="21"/>
                </a:cubicBezTo>
                <a:cubicBezTo>
                  <a:pt x="5" y="20"/>
                  <a:pt x="6" y="20"/>
                  <a:pt x="7" y="20"/>
                </a:cubicBezTo>
                <a:cubicBezTo>
                  <a:pt x="7" y="20"/>
                  <a:pt x="8" y="20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0"/>
                  <a:pt x="11" y="20"/>
                  <a:pt x="11" y="20"/>
                </a:cubicBezTo>
                <a:cubicBezTo>
                  <a:pt x="11" y="20"/>
                  <a:pt x="11" y="20"/>
                  <a:pt x="11" y="20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7" y="19"/>
                  <a:pt x="7" y="18"/>
                  <a:pt x="6" y="18"/>
                </a:cubicBezTo>
                <a:cubicBezTo>
                  <a:pt x="6" y="18"/>
                  <a:pt x="5" y="17"/>
                  <a:pt x="5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7" y="12"/>
                  <a:pt x="7" y="12"/>
                  <a:pt x="8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2" y="12"/>
                  <a:pt x="12" y="12"/>
                  <a:pt x="13" y="12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4"/>
                  <a:pt x="13" y="14"/>
                </a:cubicBezTo>
                <a:close/>
                <a:moveTo>
                  <a:pt x="31" y="21"/>
                </a:move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2" y="22"/>
                  <a:pt x="32" y="22"/>
                </a:cubicBezTo>
                <a:cubicBezTo>
                  <a:pt x="32" y="23"/>
                  <a:pt x="31" y="23"/>
                  <a:pt x="31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4" y="23"/>
                  <a:pt x="24" y="23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2"/>
                  <a:pt x="24" y="12"/>
                  <a:pt x="25" y="12"/>
                </a:cubicBezTo>
                <a:cubicBezTo>
                  <a:pt x="26" y="12"/>
                  <a:pt x="26" y="12"/>
                  <a:pt x="26" y="13"/>
                </a:cubicBezTo>
                <a:cubicBezTo>
                  <a:pt x="26" y="21"/>
                  <a:pt x="26" y="21"/>
                  <a:pt x="26" y="21"/>
                </a:cubicBezTo>
                <a:cubicBezTo>
                  <a:pt x="31" y="21"/>
                  <a:pt x="31" y="21"/>
                  <a:pt x="31" y="2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37" name="Freeform 171">
            <a:extLst>
              <a:ext uri="{FF2B5EF4-FFF2-40B4-BE49-F238E27FC236}">
                <a16:creationId xmlns:a16="http://schemas.microsoft.com/office/drawing/2014/main" id="{25692EA8-54E8-7F84-1871-9081A844E5DA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3895115"/>
            <a:ext cx="211667" cy="215900"/>
          </a:xfrm>
          <a:custGeom>
            <a:avLst/>
            <a:gdLst>
              <a:gd name="T0" fmla="*/ 98425 w 50"/>
              <a:gd name="T1" fmla="*/ 12700 h 51"/>
              <a:gd name="T2" fmla="*/ 123825 w 50"/>
              <a:gd name="T3" fmla="*/ 19050 h 51"/>
              <a:gd name="T4" fmla="*/ 130175 w 50"/>
              <a:gd name="T5" fmla="*/ 31750 h 51"/>
              <a:gd name="T6" fmla="*/ 149225 w 50"/>
              <a:gd name="T7" fmla="*/ 50800 h 51"/>
              <a:gd name="T8" fmla="*/ 155575 w 50"/>
              <a:gd name="T9" fmla="*/ 73025 h 51"/>
              <a:gd name="T10" fmla="*/ 146050 w 50"/>
              <a:gd name="T11" fmla="*/ 98425 h 51"/>
              <a:gd name="T12" fmla="*/ 146050 w 50"/>
              <a:gd name="T13" fmla="*/ 98425 h 51"/>
              <a:gd name="T14" fmla="*/ 130175 w 50"/>
              <a:gd name="T15" fmla="*/ 130175 h 51"/>
              <a:gd name="T16" fmla="*/ 111125 w 50"/>
              <a:gd name="T17" fmla="*/ 152400 h 51"/>
              <a:gd name="T18" fmla="*/ 95250 w 50"/>
              <a:gd name="T19" fmla="*/ 149225 h 51"/>
              <a:gd name="T20" fmla="*/ 69850 w 50"/>
              <a:gd name="T21" fmla="*/ 155575 h 51"/>
              <a:gd name="T22" fmla="*/ 60325 w 50"/>
              <a:gd name="T23" fmla="*/ 149225 h 51"/>
              <a:gd name="T24" fmla="*/ 34925 w 50"/>
              <a:gd name="T25" fmla="*/ 142875 h 51"/>
              <a:gd name="T26" fmla="*/ 19050 w 50"/>
              <a:gd name="T27" fmla="*/ 127000 h 51"/>
              <a:gd name="T28" fmla="*/ 12700 w 50"/>
              <a:gd name="T29" fmla="*/ 98425 h 51"/>
              <a:gd name="T30" fmla="*/ 0 w 50"/>
              <a:gd name="T31" fmla="*/ 82550 h 51"/>
              <a:gd name="T32" fmla="*/ 12700 w 50"/>
              <a:gd name="T33" fmla="*/ 63500 h 51"/>
              <a:gd name="T34" fmla="*/ 12700 w 50"/>
              <a:gd name="T35" fmla="*/ 63500 h 51"/>
              <a:gd name="T36" fmla="*/ 19050 w 50"/>
              <a:gd name="T37" fmla="*/ 34925 h 51"/>
              <a:gd name="T38" fmla="*/ 28575 w 50"/>
              <a:gd name="T39" fmla="*/ 31750 h 51"/>
              <a:gd name="T40" fmla="*/ 47625 w 50"/>
              <a:gd name="T41" fmla="*/ 9525 h 51"/>
              <a:gd name="T42" fmla="*/ 69850 w 50"/>
              <a:gd name="T43" fmla="*/ 6350 h 51"/>
              <a:gd name="T44" fmla="*/ 53975 w 50"/>
              <a:gd name="T45" fmla="*/ 60325 h 51"/>
              <a:gd name="T46" fmla="*/ 38100 w 50"/>
              <a:gd name="T47" fmla="*/ 79375 h 51"/>
              <a:gd name="T48" fmla="*/ 34925 w 50"/>
              <a:gd name="T49" fmla="*/ 60325 h 51"/>
              <a:gd name="T50" fmla="*/ 50800 w 50"/>
              <a:gd name="T51" fmla="*/ 98425 h 51"/>
              <a:gd name="T52" fmla="*/ 38100 w 50"/>
              <a:gd name="T53" fmla="*/ 66675 h 51"/>
              <a:gd name="T54" fmla="*/ 85725 w 50"/>
              <a:gd name="T55" fmla="*/ 101600 h 51"/>
              <a:gd name="T56" fmla="*/ 66675 w 50"/>
              <a:gd name="T57" fmla="*/ 60325 h 51"/>
              <a:gd name="T58" fmla="*/ 69850 w 50"/>
              <a:gd name="T59" fmla="*/ 69850 h 51"/>
              <a:gd name="T60" fmla="*/ 69850 w 50"/>
              <a:gd name="T61" fmla="*/ 85725 h 51"/>
              <a:gd name="T62" fmla="*/ 104775 w 50"/>
              <a:gd name="T63" fmla="*/ 101600 h 51"/>
              <a:gd name="T64" fmla="*/ 104775 w 50"/>
              <a:gd name="T65" fmla="*/ 82550 h 51"/>
              <a:gd name="T66" fmla="*/ 107950 w 50"/>
              <a:gd name="T67" fmla="*/ 76200 h 51"/>
              <a:gd name="T68" fmla="*/ 114300 w 50"/>
              <a:gd name="T69" fmla="*/ 76200 h 51"/>
              <a:gd name="T70" fmla="*/ 117475 w 50"/>
              <a:gd name="T71" fmla="*/ 82550 h 51"/>
              <a:gd name="T72" fmla="*/ 117475 w 50"/>
              <a:gd name="T73" fmla="*/ 101600 h 51"/>
              <a:gd name="T74" fmla="*/ 88900 w 50"/>
              <a:gd name="T75" fmla="*/ 22225 h 51"/>
              <a:gd name="T76" fmla="*/ 69850 w 50"/>
              <a:gd name="T77" fmla="*/ 22225 h 51"/>
              <a:gd name="T78" fmla="*/ 44450 w 50"/>
              <a:gd name="T79" fmla="*/ 22225 h 51"/>
              <a:gd name="T80" fmla="*/ 38100 w 50"/>
              <a:gd name="T81" fmla="*/ 41275 h 51"/>
              <a:gd name="T82" fmla="*/ 22225 w 50"/>
              <a:gd name="T83" fmla="*/ 47625 h 51"/>
              <a:gd name="T84" fmla="*/ 22225 w 50"/>
              <a:gd name="T85" fmla="*/ 66675 h 51"/>
              <a:gd name="T86" fmla="*/ 12700 w 50"/>
              <a:gd name="T87" fmla="*/ 82550 h 51"/>
              <a:gd name="T88" fmla="*/ 22225 w 50"/>
              <a:gd name="T89" fmla="*/ 95250 h 51"/>
              <a:gd name="T90" fmla="*/ 22225 w 50"/>
              <a:gd name="T91" fmla="*/ 114300 h 51"/>
              <a:gd name="T92" fmla="*/ 44450 w 50"/>
              <a:gd name="T93" fmla="*/ 139700 h 51"/>
              <a:gd name="T94" fmla="*/ 63500 w 50"/>
              <a:gd name="T95" fmla="*/ 136525 h 51"/>
              <a:gd name="T96" fmla="*/ 79375 w 50"/>
              <a:gd name="T97" fmla="*/ 149225 h 51"/>
              <a:gd name="T98" fmla="*/ 95250 w 50"/>
              <a:gd name="T99" fmla="*/ 136525 h 51"/>
              <a:gd name="T100" fmla="*/ 117475 w 50"/>
              <a:gd name="T101" fmla="*/ 127000 h 51"/>
              <a:gd name="T102" fmla="*/ 136525 w 50"/>
              <a:gd name="T103" fmla="*/ 114300 h 51"/>
              <a:gd name="T104" fmla="*/ 139700 w 50"/>
              <a:gd name="T105" fmla="*/ 92075 h 51"/>
              <a:gd name="T106" fmla="*/ 146050 w 50"/>
              <a:gd name="T107" fmla="*/ 79375 h 51"/>
              <a:gd name="T108" fmla="*/ 136525 w 50"/>
              <a:gd name="T109" fmla="*/ 66675 h 51"/>
              <a:gd name="T110" fmla="*/ 136525 w 50"/>
              <a:gd name="T111" fmla="*/ 47625 h 51"/>
              <a:gd name="T112" fmla="*/ 114300 w 50"/>
              <a:gd name="T113" fmla="*/ 22225 h 51"/>
              <a:gd name="T114" fmla="*/ 88900 w 50"/>
              <a:gd name="T115" fmla="*/ 22225 h 5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0" h="51">
                <a:moveTo>
                  <a:pt x="28" y="2"/>
                </a:moveTo>
                <a:cubicBezTo>
                  <a:pt x="31" y="4"/>
                  <a:pt x="31" y="4"/>
                  <a:pt x="31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35" y="3"/>
                  <a:pt x="35" y="3"/>
                  <a:pt x="35" y="3"/>
                </a:cubicBezTo>
                <a:cubicBezTo>
                  <a:pt x="36" y="3"/>
                  <a:pt x="37" y="3"/>
                  <a:pt x="37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4"/>
                  <a:pt x="39" y="5"/>
                  <a:pt x="39" y="6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4" y="11"/>
                  <a:pt x="44" y="11"/>
                  <a:pt x="44" y="11"/>
                </a:cubicBezTo>
                <a:cubicBezTo>
                  <a:pt x="44" y="11"/>
                  <a:pt x="44" y="11"/>
                  <a:pt x="44" y="11"/>
                </a:cubicBezTo>
                <a:cubicBezTo>
                  <a:pt x="45" y="11"/>
                  <a:pt x="46" y="12"/>
                  <a:pt x="47" y="13"/>
                </a:cubicBezTo>
                <a:cubicBezTo>
                  <a:pt x="47" y="14"/>
                  <a:pt x="47" y="15"/>
                  <a:pt x="47" y="16"/>
                </a:cubicBezTo>
                <a:cubicBezTo>
                  <a:pt x="46" y="20"/>
                  <a:pt x="46" y="20"/>
                  <a:pt x="4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9" y="23"/>
                  <a:pt x="49" y="23"/>
                  <a:pt x="49" y="23"/>
                </a:cubicBezTo>
                <a:cubicBezTo>
                  <a:pt x="49" y="23"/>
                  <a:pt x="49" y="23"/>
                  <a:pt x="49" y="23"/>
                </a:cubicBezTo>
                <a:cubicBezTo>
                  <a:pt x="50" y="24"/>
                  <a:pt x="50" y="25"/>
                  <a:pt x="50" y="26"/>
                </a:cubicBezTo>
                <a:cubicBezTo>
                  <a:pt x="50" y="27"/>
                  <a:pt x="50" y="28"/>
                  <a:pt x="49" y="28"/>
                </a:cubicBezTo>
                <a:cubicBezTo>
                  <a:pt x="49" y="28"/>
                  <a:pt x="49" y="28"/>
                  <a:pt x="49" y="28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7" y="35"/>
                  <a:pt x="47" y="35"/>
                  <a:pt x="47" y="35"/>
                </a:cubicBezTo>
                <a:cubicBezTo>
                  <a:pt x="47" y="36"/>
                  <a:pt x="47" y="37"/>
                  <a:pt x="47" y="38"/>
                </a:cubicBezTo>
                <a:cubicBezTo>
                  <a:pt x="46" y="39"/>
                  <a:pt x="45" y="40"/>
                  <a:pt x="44" y="40"/>
                </a:cubicBezTo>
                <a:cubicBezTo>
                  <a:pt x="44" y="40"/>
                  <a:pt x="44" y="40"/>
                  <a:pt x="44" y="40"/>
                </a:cubicBezTo>
                <a:cubicBezTo>
                  <a:pt x="41" y="41"/>
                  <a:pt x="41" y="41"/>
                  <a:pt x="41" y="41"/>
                </a:cubicBezTo>
                <a:cubicBezTo>
                  <a:pt x="41" y="41"/>
                  <a:pt x="41" y="41"/>
                  <a:pt x="41" y="41"/>
                </a:cubicBezTo>
                <a:cubicBezTo>
                  <a:pt x="41" y="41"/>
                  <a:pt x="41" y="41"/>
                  <a:pt x="41" y="41"/>
                </a:cubicBezTo>
                <a:cubicBezTo>
                  <a:pt x="39" y="45"/>
                  <a:pt x="39" y="45"/>
                  <a:pt x="39" y="45"/>
                </a:cubicBezTo>
                <a:cubicBezTo>
                  <a:pt x="39" y="46"/>
                  <a:pt x="38" y="47"/>
                  <a:pt x="38" y="47"/>
                </a:cubicBezTo>
                <a:cubicBezTo>
                  <a:pt x="37" y="48"/>
                  <a:pt x="36" y="48"/>
                  <a:pt x="35" y="48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0" y="47"/>
                  <a:pt x="30" y="47"/>
                  <a:pt x="30" y="47"/>
                </a:cubicBezTo>
                <a:cubicBezTo>
                  <a:pt x="28" y="50"/>
                  <a:pt x="28" y="50"/>
                  <a:pt x="28" y="50"/>
                </a:cubicBezTo>
                <a:cubicBezTo>
                  <a:pt x="28" y="50"/>
                  <a:pt x="28" y="50"/>
                  <a:pt x="28" y="50"/>
                </a:cubicBezTo>
                <a:cubicBezTo>
                  <a:pt x="27" y="50"/>
                  <a:pt x="26" y="51"/>
                  <a:pt x="25" y="51"/>
                </a:cubicBezTo>
                <a:cubicBezTo>
                  <a:pt x="24" y="51"/>
                  <a:pt x="23" y="50"/>
                  <a:pt x="22" y="50"/>
                </a:cubicBezTo>
                <a:cubicBezTo>
                  <a:pt x="22" y="49"/>
                  <a:pt x="22" y="49"/>
                  <a:pt x="22" y="49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5" y="48"/>
                  <a:pt x="15" y="48"/>
                  <a:pt x="15" y="48"/>
                </a:cubicBezTo>
                <a:cubicBezTo>
                  <a:pt x="14" y="48"/>
                  <a:pt x="13" y="48"/>
                  <a:pt x="12" y="47"/>
                </a:cubicBezTo>
                <a:cubicBezTo>
                  <a:pt x="12" y="47"/>
                  <a:pt x="12" y="47"/>
                  <a:pt x="12" y="47"/>
                </a:cubicBezTo>
                <a:cubicBezTo>
                  <a:pt x="11" y="47"/>
                  <a:pt x="11" y="46"/>
                  <a:pt x="11" y="45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6" y="40"/>
                  <a:pt x="6" y="40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5" y="40"/>
                  <a:pt x="4" y="39"/>
                  <a:pt x="3" y="38"/>
                </a:cubicBezTo>
                <a:cubicBezTo>
                  <a:pt x="3" y="38"/>
                  <a:pt x="3" y="38"/>
                  <a:pt x="3" y="38"/>
                </a:cubicBezTo>
                <a:cubicBezTo>
                  <a:pt x="3" y="37"/>
                  <a:pt x="3" y="36"/>
                  <a:pt x="3" y="35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3" y="31"/>
                  <a:pt x="3" y="31"/>
                  <a:pt x="3" y="31"/>
                </a:cubicBezTo>
                <a:cubicBezTo>
                  <a:pt x="1" y="28"/>
                  <a:pt x="1" y="28"/>
                  <a:pt x="1" y="28"/>
                </a:cubicBezTo>
                <a:cubicBezTo>
                  <a:pt x="0" y="28"/>
                  <a:pt x="0" y="27"/>
                  <a:pt x="0" y="26"/>
                </a:cubicBezTo>
                <a:cubicBezTo>
                  <a:pt x="0" y="25"/>
                  <a:pt x="0" y="24"/>
                  <a:pt x="1" y="23"/>
                </a:cubicBezTo>
                <a:cubicBezTo>
                  <a:pt x="1" y="23"/>
                  <a:pt x="1" y="23"/>
                  <a:pt x="1" y="23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5"/>
                  <a:pt x="3" y="14"/>
                  <a:pt x="3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4" y="12"/>
                  <a:pt x="5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5"/>
                  <a:pt x="12" y="4"/>
                  <a:pt x="12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3"/>
                  <a:pt x="14" y="3"/>
                  <a:pt x="15" y="3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22" y="2"/>
                  <a:pt x="22" y="2"/>
                  <a:pt x="22" y="2"/>
                </a:cubicBezTo>
                <a:cubicBezTo>
                  <a:pt x="23" y="1"/>
                  <a:pt x="24" y="0"/>
                  <a:pt x="25" y="0"/>
                </a:cubicBezTo>
                <a:cubicBezTo>
                  <a:pt x="26" y="0"/>
                  <a:pt x="27" y="1"/>
                  <a:pt x="28" y="2"/>
                </a:cubicBezTo>
                <a:close/>
                <a:moveTo>
                  <a:pt x="16" y="21"/>
                </a:moveTo>
                <a:cubicBezTo>
                  <a:pt x="16" y="21"/>
                  <a:pt x="16" y="21"/>
                  <a:pt x="16" y="21"/>
                </a:cubicBezTo>
                <a:cubicBezTo>
                  <a:pt x="16" y="20"/>
                  <a:pt x="16" y="19"/>
                  <a:pt x="17" y="19"/>
                </a:cubicBezTo>
                <a:cubicBezTo>
                  <a:pt x="18" y="19"/>
                  <a:pt x="18" y="20"/>
                  <a:pt x="18" y="2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1"/>
                  <a:pt x="18" y="32"/>
                  <a:pt x="17" y="32"/>
                </a:cubicBezTo>
                <a:cubicBezTo>
                  <a:pt x="16" y="32"/>
                  <a:pt x="16" y="31"/>
                  <a:pt x="16" y="31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1"/>
                  <a:pt x="11" y="32"/>
                  <a:pt x="11" y="32"/>
                </a:cubicBezTo>
                <a:cubicBezTo>
                  <a:pt x="10" y="32"/>
                  <a:pt x="10" y="31"/>
                  <a:pt x="10" y="3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0"/>
                  <a:pt x="10" y="19"/>
                  <a:pt x="11" y="19"/>
                </a:cubicBezTo>
                <a:cubicBezTo>
                  <a:pt x="11" y="19"/>
                  <a:pt x="12" y="20"/>
                  <a:pt x="12" y="20"/>
                </a:cubicBezTo>
                <a:cubicBezTo>
                  <a:pt x="16" y="26"/>
                  <a:pt x="16" y="26"/>
                  <a:pt x="16" y="26"/>
                </a:cubicBezTo>
                <a:cubicBezTo>
                  <a:pt x="16" y="21"/>
                  <a:pt x="16" y="21"/>
                  <a:pt x="16" y="21"/>
                </a:cubicBezTo>
                <a:close/>
                <a:moveTo>
                  <a:pt x="16" y="31"/>
                </a:move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lose/>
                <a:moveTo>
                  <a:pt x="12" y="20"/>
                </a:moveTo>
                <a:cubicBezTo>
                  <a:pt x="12" y="20"/>
                  <a:pt x="12" y="20"/>
                  <a:pt x="12" y="20"/>
                </a:cubicBezTo>
                <a:cubicBezTo>
                  <a:pt x="12" y="20"/>
                  <a:pt x="12" y="20"/>
                  <a:pt x="12" y="21"/>
                </a:cubicBezTo>
                <a:cubicBezTo>
                  <a:pt x="12" y="20"/>
                  <a:pt x="12" y="20"/>
                  <a:pt x="12" y="20"/>
                </a:cubicBezTo>
                <a:close/>
                <a:moveTo>
                  <a:pt x="27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8" y="30"/>
                  <a:pt x="28" y="31"/>
                </a:cubicBezTo>
                <a:cubicBezTo>
                  <a:pt x="28" y="31"/>
                  <a:pt x="28" y="32"/>
                  <a:pt x="27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0" y="32"/>
                  <a:pt x="20" y="31"/>
                  <a:pt x="20" y="31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27"/>
                  <a:pt x="20" y="24"/>
                  <a:pt x="20" y="21"/>
                </a:cubicBezTo>
                <a:cubicBezTo>
                  <a:pt x="20" y="20"/>
                  <a:pt x="20" y="19"/>
                  <a:pt x="2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8" y="19"/>
                  <a:pt x="28" y="20"/>
                  <a:pt x="28" y="21"/>
                </a:cubicBezTo>
                <a:cubicBezTo>
                  <a:pt x="28" y="21"/>
                  <a:pt x="28" y="22"/>
                  <a:pt x="27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4"/>
                  <a:pt x="22" y="24"/>
                  <a:pt x="22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5" y="24"/>
                  <a:pt x="25" y="25"/>
                  <a:pt x="25" y="26"/>
                </a:cubicBezTo>
                <a:cubicBezTo>
                  <a:pt x="25" y="26"/>
                  <a:pt x="25" y="27"/>
                  <a:pt x="24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29"/>
                  <a:pt x="22" y="29"/>
                  <a:pt x="22" y="29"/>
                </a:cubicBezTo>
                <a:cubicBezTo>
                  <a:pt x="27" y="29"/>
                  <a:pt x="27" y="29"/>
                  <a:pt x="27" y="29"/>
                </a:cubicBezTo>
                <a:close/>
                <a:moveTo>
                  <a:pt x="34" y="31"/>
                </a:moveTo>
                <a:cubicBezTo>
                  <a:pt x="34" y="31"/>
                  <a:pt x="34" y="31"/>
                  <a:pt x="34" y="31"/>
                </a:cubicBezTo>
                <a:cubicBezTo>
                  <a:pt x="34" y="31"/>
                  <a:pt x="33" y="32"/>
                  <a:pt x="33" y="32"/>
                </a:cubicBezTo>
                <a:cubicBezTo>
                  <a:pt x="32" y="32"/>
                  <a:pt x="32" y="31"/>
                  <a:pt x="31" y="3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0"/>
                  <a:pt x="30" y="20"/>
                  <a:pt x="30" y="20"/>
                </a:cubicBezTo>
                <a:cubicBezTo>
                  <a:pt x="31" y="19"/>
                  <a:pt x="31" y="20"/>
                  <a:pt x="32" y="20"/>
                </a:cubicBezTo>
                <a:cubicBezTo>
                  <a:pt x="33" y="26"/>
                  <a:pt x="33" y="26"/>
                  <a:pt x="33" y="26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5" y="23"/>
                  <a:pt x="36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7" y="26"/>
                  <a:pt x="37" y="26"/>
                  <a:pt x="37" y="26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9" y="19"/>
                  <a:pt x="39" y="20"/>
                </a:cubicBezTo>
                <a:cubicBezTo>
                  <a:pt x="40" y="20"/>
                  <a:pt x="40" y="20"/>
                  <a:pt x="40" y="2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7" y="32"/>
                  <a:pt x="37" y="32"/>
                </a:cubicBezTo>
                <a:cubicBezTo>
                  <a:pt x="36" y="32"/>
                  <a:pt x="36" y="31"/>
                  <a:pt x="36" y="31"/>
                </a:cubicBezTo>
                <a:cubicBezTo>
                  <a:pt x="35" y="28"/>
                  <a:pt x="35" y="28"/>
                  <a:pt x="35" y="28"/>
                </a:cubicBezTo>
                <a:cubicBezTo>
                  <a:pt x="34" y="31"/>
                  <a:pt x="34" y="31"/>
                  <a:pt x="34" y="31"/>
                </a:cubicBezTo>
                <a:close/>
                <a:moveTo>
                  <a:pt x="28" y="7"/>
                </a:moveTo>
                <a:cubicBezTo>
                  <a:pt x="28" y="7"/>
                  <a:pt x="28" y="7"/>
                  <a:pt x="28" y="7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1" y="7"/>
                  <a:pt x="21" y="8"/>
                  <a:pt x="20" y="8"/>
                </a:cubicBezTo>
                <a:cubicBezTo>
                  <a:pt x="20" y="8"/>
                  <a:pt x="19" y="8"/>
                  <a:pt x="18" y="8"/>
                </a:cubicBezTo>
                <a:cubicBezTo>
                  <a:pt x="15" y="7"/>
                  <a:pt x="15" y="7"/>
                  <a:pt x="15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2"/>
                  <a:pt x="13" y="12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1" y="14"/>
                  <a:pt x="10" y="14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8" y="20"/>
                  <a:pt x="8" y="20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2"/>
                  <a:pt x="7" y="22"/>
                  <a:pt x="6" y="23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5"/>
                  <a:pt x="4" y="26"/>
                  <a:pt x="4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30"/>
                  <a:pt x="7" y="30"/>
                </a:cubicBezTo>
                <a:cubicBezTo>
                  <a:pt x="8" y="31"/>
                  <a:pt x="8" y="32"/>
                  <a:pt x="7" y="32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10" y="37"/>
                  <a:pt x="10" y="37"/>
                  <a:pt x="10" y="37"/>
                </a:cubicBezTo>
                <a:cubicBezTo>
                  <a:pt x="11" y="38"/>
                  <a:pt x="11" y="38"/>
                  <a:pt x="12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3" y="39"/>
                  <a:pt x="13" y="40"/>
                  <a:pt x="13" y="40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4" y="44"/>
                  <a:pt x="15" y="44"/>
                </a:cubicBezTo>
                <a:cubicBezTo>
                  <a:pt x="18" y="43"/>
                  <a:pt x="18" y="43"/>
                  <a:pt x="18" y="43"/>
                </a:cubicBezTo>
                <a:cubicBezTo>
                  <a:pt x="19" y="43"/>
                  <a:pt x="20" y="43"/>
                  <a:pt x="20" y="43"/>
                </a:cubicBezTo>
                <a:cubicBezTo>
                  <a:pt x="21" y="43"/>
                  <a:pt x="21" y="44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9" y="43"/>
                  <a:pt x="30" y="43"/>
                </a:cubicBezTo>
                <a:cubicBezTo>
                  <a:pt x="30" y="43"/>
                  <a:pt x="31" y="43"/>
                  <a:pt x="32" y="43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44"/>
                  <a:pt x="36" y="44"/>
                  <a:pt x="36" y="44"/>
                </a:cubicBezTo>
                <a:cubicBezTo>
                  <a:pt x="36" y="44"/>
                  <a:pt x="36" y="44"/>
                  <a:pt x="36" y="44"/>
                </a:cubicBezTo>
                <a:cubicBezTo>
                  <a:pt x="37" y="40"/>
                  <a:pt x="37" y="40"/>
                  <a:pt x="37" y="40"/>
                </a:cubicBezTo>
                <a:cubicBezTo>
                  <a:pt x="37" y="40"/>
                  <a:pt x="37" y="39"/>
                  <a:pt x="38" y="38"/>
                </a:cubicBezTo>
                <a:cubicBezTo>
                  <a:pt x="38" y="38"/>
                  <a:pt x="39" y="38"/>
                  <a:pt x="40" y="37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2"/>
                  <a:pt x="43" y="32"/>
                  <a:pt x="43" y="32"/>
                </a:cubicBezTo>
                <a:cubicBezTo>
                  <a:pt x="42" y="32"/>
                  <a:pt x="42" y="31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29"/>
                  <a:pt x="44" y="29"/>
                </a:cubicBezTo>
                <a:cubicBezTo>
                  <a:pt x="46" y="26"/>
                  <a:pt x="46" y="26"/>
                  <a:pt x="46" y="26"/>
                </a:cubicBezTo>
                <a:cubicBezTo>
                  <a:pt x="46" y="26"/>
                  <a:pt x="46" y="26"/>
                  <a:pt x="46" y="26"/>
                </a:cubicBezTo>
                <a:cubicBezTo>
                  <a:pt x="46" y="26"/>
                  <a:pt x="46" y="26"/>
                  <a:pt x="46" y="26"/>
                </a:cubicBezTo>
                <a:cubicBezTo>
                  <a:pt x="46" y="26"/>
                  <a:pt x="46" y="25"/>
                  <a:pt x="46" y="25"/>
                </a:cubicBezTo>
                <a:cubicBezTo>
                  <a:pt x="46" y="25"/>
                  <a:pt x="46" y="25"/>
                  <a:pt x="46" y="25"/>
                </a:cubicBezTo>
                <a:cubicBezTo>
                  <a:pt x="46" y="25"/>
                  <a:pt x="46" y="25"/>
                  <a:pt x="46" y="25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3" y="22"/>
                  <a:pt x="43" y="22"/>
                  <a:pt x="43" y="21"/>
                </a:cubicBezTo>
                <a:cubicBezTo>
                  <a:pt x="43" y="21"/>
                  <a:pt x="43" y="21"/>
                  <a:pt x="43" y="21"/>
                </a:cubicBezTo>
                <a:cubicBezTo>
                  <a:pt x="42" y="20"/>
                  <a:pt x="42" y="20"/>
                  <a:pt x="43" y="19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0" y="14"/>
                  <a:pt x="40" y="14"/>
                  <a:pt x="40" y="14"/>
                </a:cubicBezTo>
                <a:cubicBezTo>
                  <a:pt x="39" y="14"/>
                  <a:pt x="38" y="13"/>
                  <a:pt x="38" y="13"/>
                </a:cubicBezTo>
                <a:cubicBezTo>
                  <a:pt x="37" y="12"/>
                  <a:pt x="37" y="12"/>
                  <a:pt x="37" y="11"/>
                </a:cubicBezTo>
                <a:cubicBezTo>
                  <a:pt x="36" y="7"/>
                  <a:pt x="36" y="7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6" y="7"/>
                  <a:pt x="35" y="7"/>
                  <a:pt x="35" y="7"/>
                </a:cubicBezTo>
                <a:cubicBezTo>
                  <a:pt x="32" y="8"/>
                  <a:pt x="32" y="8"/>
                  <a:pt x="32" y="8"/>
                </a:cubicBezTo>
                <a:cubicBezTo>
                  <a:pt x="31" y="8"/>
                  <a:pt x="30" y="8"/>
                  <a:pt x="30" y="8"/>
                </a:cubicBezTo>
                <a:cubicBezTo>
                  <a:pt x="30" y="8"/>
                  <a:pt x="30" y="8"/>
                  <a:pt x="30" y="8"/>
                </a:cubicBezTo>
                <a:cubicBezTo>
                  <a:pt x="29" y="8"/>
                  <a:pt x="28" y="7"/>
                  <a:pt x="28" y="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38" name="Freeform 172">
            <a:extLst>
              <a:ext uri="{FF2B5EF4-FFF2-40B4-BE49-F238E27FC236}">
                <a16:creationId xmlns:a16="http://schemas.microsoft.com/office/drawing/2014/main" id="{E280C1E7-C5DC-9EFC-D464-8DEF372ACB3B}"/>
              </a:ext>
            </a:extLst>
          </p:cNvPr>
          <p:cNvSpPr>
            <a:spLocks noEditPoints="1"/>
          </p:cNvSpPr>
          <p:nvPr/>
        </p:nvSpPr>
        <p:spPr bwMode="auto">
          <a:xfrm>
            <a:off x="1330785" y="3895115"/>
            <a:ext cx="173567" cy="215900"/>
          </a:xfrm>
          <a:custGeom>
            <a:avLst/>
            <a:gdLst>
              <a:gd name="T0" fmla="*/ 9525 w 41"/>
              <a:gd name="T1" fmla="*/ 98425 h 51"/>
              <a:gd name="T2" fmla="*/ 9525 w 41"/>
              <a:gd name="T3" fmla="*/ 82550 h 51"/>
              <a:gd name="T4" fmla="*/ 0 w 41"/>
              <a:gd name="T5" fmla="*/ 66675 h 51"/>
              <a:gd name="T6" fmla="*/ 9525 w 41"/>
              <a:gd name="T7" fmla="*/ 50800 h 51"/>
              <a:gd name="T8" fmla="*/ 9525 w 41"/>
              <a:gd name="T9" fmla="*/ 34925 h 51"/>
              <a:gd name="T10" fmla="*/ 25400 w 41"/>
              <a:gd name="T11" fmla="*/ 25400 h 51"/>
              <a:gd name="T12" fmla="*/ 31750 w 41"/>
              <a:gd name="T13" fmla="*/ 9525 h 51"/>
              <a:gd name="T14" fmla="*/ 50800 w 41"/>
              <a:gd name="T15" fmla="*/ 9525 h 51"/>
              <a:gd name="T16" fmla="*/ 73025 w 41"/>
              <a:gd name="T17" fmla="*/ 3175 h 51"/>
              <a:gd name="T18" fmla="*/ 98425 w 41"/>
              <a:gd name="T19" fmla="*/ 9525 h 51"/>
              <a:gd name="T20" fmla="*/ 114300 w 41"/>
              <a:gd name="T21" fmla="*/ 28575 h 51"/>
              <a:gd name="T22" fmla="*/ 120650 w 41"/>
              <a:gd name="T23" fmla="*/ 50800 h 51"/>
              <a:gd name="T24" fmla="*/ 130175 w 41"/>
              <a:gd name="T25" fmla="*/ 66675 h 51"/>
              <a:gd name="T26" fmla="*/ 120650 w 41"/>
              <a:gd name="T27" fmla="*/ 79375 h 51"/>
              <a:gd name="T28" fmla="*/ 114300 w 41"/>
              <a:gd name="T29" fmla="*/ 104775 h 51"/>
              <a:gd name="T30" fmla="*/ 127000 w 41"/>
              <a:gd name="T31" fmla="*/ 136525 h 51"/>
              <a:gd name="T32" fmla="*/ 101600 w 41"/>
              <a:gd name="T33" fmla="*/ 136525 h 51"/>
              <a:gd name="T34" fmla="*/ 88900 w 41"/>
              <a:gd name="T35" fmla="*/ 158750 h 51"/>
              <a:gd name="T36" fmla="*/ 57150 w 41"/>
              <a:gd name="T37" fmla="*/ 130175 h 51"/>
              <a:gd name="T38" fmla="*/ 38100 w 41"/>
              <a:gd name="T39" fmla="*/ 161925 h 51"/>
              <a:gd name="T40" fmla="*/ 6350 w 41"/>
              <a:gd name="T41" fmla="*/ 139700 h 51"/>
              <a:gd name="T42" fmla="*/ 19050 w 41"/>
              <a:gd name="T43" fmla="*/ 104775 h 51"/>
              <a:gd name="T44" fmla="*/ 101600 w 41"/>
              <a:gd name="T45" fmla="*/ 114300 h 51"/>
              <a:gd name="T46" fmla="*/ 79375 w 41"/>
              <a:gd name="T47" fmla="*/ 120650 h 51"/>
              <a:gd name="T48" fmla="*/ 92075 w 41"/>
              <a:gd name="T49" fmla="*/ 149225 h 51"/>
              <a:gd name="T50" fmla="*/ 117475 w 41"/>
              <a:gd name="T51" fmla="*/ 133350 h 51"/>
              <a:gd name="T52" fmla="*/ 53975 w 41"/>
              <a:gd name="T53" fmla="*/ 123825 h 51"/>
              <a:gd name="T54" fmla="*/ 31750 w 41"/>
              <a:gd name="T55" fmla="*/ 123825 h 51"/>
              <a:gd name="T56" fmla="*/ 25400 w 41"/>
              <a:gd name="T57" fmla="*/ 111125 h 51"/>
              <a:gd name="T58" fmla="*/ 34925 w 41"/>
              <a:gd name="T59" fmla="*/ 130175 h 51"/>
              <a:gd name="T60" fmla="*/ 38100 w 41"/>
              <a:gd name="T61" fmla="*/ 19050 h 51"/>
              <a:gd name="T62" fmla="*/ 31750 w 41"/>
              <a:gd name="T63" fmla="*/ 34925 h 51"/>
              <a:gd name="T64" fmla="*/ 19050 w 41"/>
              <a:gd name="T65" fmla="*/ 38100 h 51"/>
              <a:gd name="T66" fmla="*/ 19050 w 41"/>
              <a:gd name="T67" fmla="*/ 60325 h 51"/>
              <a:gd name="T68" fmla="*/ 19050 w 41"/>
              <a:gd name="T69" fmla="*/ 73025 h 51"/>
              <a:gd name="T70" fmla="*/ 19050 w 41"/>
              <a:gd name="T71" fmla="*/ 92075 h 51"/>
              <a:gd name="T72" fmla="*/ 31750 w 41"/>
              <a:gd name="T73" fmla="*/ 98425 h 51"/>
              <a:gd name="T74" fmla="*/ 47625 w 41"/>
              <a:gd name="T75" fmla="*/ 107950 h 51"/>
              <a:gd name="T76" fmla="*/ 63500 w 41"/>
              <a:gd name="T77" fmla="*/ 117475 h 51"/>
              <a:gd name="T78" fmla="*/ 76200 w 41"/>
              <a:gd name="T79" fmla="*/ 111125 h 51"/>
              <a:gd name="T80" fmla="*/ 92075 w 41"/>
              <a:gd name="T81" fmla="*/ 101600 h 51"/>
              <a:gd name="T82" fmla="*/ 111125 w 41"/>
              <a:gd name="T83" fmla="*/ 92075 h 51"/>
              <a:gd name="T84" fmla="*/ 107950 w 41"/>
              <a:gd name="T85" fmla="*/ 76200 h 51"/>
              <a:gd name="T86" fmla="*/ 111125 w 41"/>
              <a:gd name="T87" fmla="*/ 60325 h 51"/>
              <a:gd name="T88" fmla="*/ 107950 w 41"/>
              <a:gd name="T89" fmla="*/ 47625 h 51"/>
              <a:gd name="T90" fmla="*/ 95250 w 41"/>
              <a:gd name="T91" fmla="*/ 34925 h 51"/>
              <a:gd name="T92" fmla="*/ 82550 w 41"/>
              <a:gd name="T93" fmla="*/ 22225 h 51"/>
              <a:gd name="T94" fmla="*/ 69850 w 41"/>
              <a:gd name="T95" fmla="*/ 19050 h 51"/>
              <a:gd name="T96" fmla="*/ 57150 w 41"/>
              <a:gd name="T97" fmla="*/ 19050 h 51"/>
              <a:gd name="T98" fmla="*/ 38100 w 41"/>
              <a:gd name="T99" fmla="*/ 19050 h 5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1" h="51">
                <a:moveTo>
                  <a:pt x="6" y="33"/>
                </a:moveTo>
                <a:cubicBezTo>
                  <a:pt x="5" y="33"/>
                  <a:pt x="5" y="33"/>
                  <a:pt x="5" y="33"/>
                </a:cubicBezTo>
                <a:cubicBezTo>
                  <a:pt x="4" y="32"/>
                  <a:pt x="3" y="32"/>
                  <a:pt x="3" y="31"/>
                </a:cubicBezTo>
                <a:cubicBezTo>
                  <a:pt x="3" y="31"/>
                  <a:pt x="3" y="31"/>
                  <a:pt x="3" y="31"/>
                </a:cubicBezTo>
                <a:cubicBezTo>
                  <a:pt x="2" y="30"/>
                  <a:pt x="2" y="29"/>
                  <a:pt x="2" y="28"/>
                </a:cubicBezTo>
                <a:cubicBezTo>
                  <a:pt x="3" y="26"/>
                  <a:pt x="3" y="26"/>
                  <a:pt x="3" y="26"/>
                </a:cubicBezTo>
                <a:cubicBezTo>
                  <a:pt x="3" y="25"/>
                  <a:pt x="3" y="25"/>
                  <a:pt x="3" y="25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3"/>
                  <a:pt x="0" y="22"/>
                  <a:pt x="0" y="21"/>
                </a:cubicBezTo>
                <a:cubicBezTo>
                  <a:pt x="0" y="20"/>
                  <a:pt x="0" y="19"/>
                  <a:pt x="1" y="18"/>
                </a:cubicBezTo>
                <a:cubicBezTo>
                  <a:pt x="1" y="18"/>
                  <a:pt x="1" y="18"/>
                  <a:pt x="1" y="18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2" y="11"/>
                  <a:pt x="3" y="11"/>
                </a:cubicBezTo>
                <a:cubicBezTo>
                  <a:pt x="3" y="10"/>
                  <a:pt x="4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8" y="8"/>
                  <a:pt x="8" y="8"/>
                  <a:pt x="8" y="8"/>
                </a:cubicBezTo>
                <a:cubicBezTo>
                  <a:pt x="8" y="5"/>
                  <a:pt x="8" y="5"/>
                  <a:pt x="8" y="5"/>
                </a:cubicBezTo>
                <a:cubicBezTo>
                  <a:pt x="9" y="4"/>
                  <a:pt x="9" y="4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1" y="3"/>
                  <a:pt x="12" y="2"/>
                  <a:pt x="13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8" y="1"/>
                  <a:pt x="18" y="1"/>
                  <a:pt x="18" y="1"/>
                </a:cubicBezTo>
                <a:cubicBezTo>
                  <a:pt x="19" y="1"/>
                  <a:pt x="19" y="0"/>
                  <a:pt x="20" y="0"/>
                </a:cubicBezTo>
                <a:cubicBezTo>
                  <a:pt x="21" y="0"/>
                  <a:pt x="22" y="1"/>
                  <a:pt x="23" y="1"/>
                </a:cubicBezTo>
                <a:cubicBezTo>
                  <a:pt x="25" y="3"/>
                  <a:pt x="25" y="3"/>
                  <a:pt x="25" y="3"/>
                </a:cubicBezTo>
                <a:cubicBezTo>
                  <a:pt x="28" y="3"/>
                  <a:pt x="28" y="3"/>
                  <a:pt x="28" y="3"/>
                </a:cubicBezTo>
                <a:cubicBezTo>
                  <a:pt x="29" y="2"/>
                  <a:pt x="30" y="3"/>
                  <a:pt x="31" y="3"/>
                </a:cubicBezTo>
                <a:cubicBezTo>
                  <a:pt x="31" y="4"/>
                  <a:pt x="32" y="4"/>
                  <a:pt x="32" y="5"/>
                </a:cubicBezTo>
                <a:cubicBezTo>
                  <a:pt x="33" y="8"/>
                  <a:pt x="33" y="8"/>
                  <a:pt x="33" y="8"/>
                </a:cubicBezTo>
                <a:cubicBezTo>
                  <a:pt x="36" y="9"/>
                  <a:pt x="36" y="9"/>
                  <a:pt x="36" y="9"/>
                </a:cubicBezTo>
                <a:cubicBezTo>
                  <a:pt x="37" y="9"/>
                  <a:pt x="38" y="10"/>
                  <a:pt x="38" y="11"/>
                </a:cubicBezTo>
                <a:cubicBezTo>
                  <a:pt x="39" y="11"/>
                  <a:pt x="39" y="12"/>
                  <a:pt x="38" y="13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40" y="18"/>
                  <a:pt x="40" y="18"/>
                  <a:pt x="40" y="18"/>
                </a:cubicBezTo>
                <a:cubicBezTo>
                  <a:pt x="40" y="19"/>
                  <a:pt x="41" y="20"/>
                  <a:pt x="41" y="21"/>
                </a:cubicBezTo>
                <a:cubicBezTo>
                  <a:pt x="41" y="22"/>
                  <a:pt x="40" y="23"/>
                  <a:pt x="40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8"/>
                  <a:pt x="38" y="28"/>
                  <a:pt x="38" y="28"/>
                </a:cubicBezTo>
                <a:cubicBezTo>
                  <a:pt x="39" y="29"/>
                  <a:pt x="39" y="30"/>
                  <a:pt x="38" y="31"/>
                </a:cubicBezTo>
                <a:cubicBezTo>
                  <a:pt x="38" y="32"/>
                  <a:pt x="37" y="32"/>
                  <a:pt x="36" y="33"/>
                </a:cubicBezTo>
                <a:cubicBezTo>
                  <a:pt x="36" y="33"/>
                  <a:pt x="36" y="33"/>
                  <a:pt x="36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40" y="43"/>
                  <a:pt x="40" y="43"/>
                  <a:pt x="40" y="43"/>
                </a:cubicBezTo>
                <a:cubicBezTo>
                  <a:pt x="41" y="43"/>
                  <a:pt x="41" y="44"/>
                  <a:pt x="40" y="44"/>
                </a:cubicBezTo>
                <a:cubicBezTo>
                  <a:pt x="40" y="44"/>
                  <a:pt x="39" y="45"/>
                  <a:pt x="39" y="44"/>
                </a:cubicBezTo>
                <a:cubicBezTo>
                  <a:pt x="32" y="43"/>
                  <a:pt x="32" y="43"/>
                  <a:pt x="32" y="43"/>
                </a:cubicBezTo>
                <a:cubicBezTo>
                  <a:pt x="30" y="50"/>
                  <a:pt x="30" y="50"/>
                  <a:pt x="30" y="50"/>
                </a:cubicBezTo>
                <a:cubicBezTo>
                  <a:pt x="30" y="51"/>
                  <a:pt x="30" y="51"/>
                  <a:pt x="29" y="51"/>
                </a:cubicBezTo>
                <a:cubicBezTo>
                  <a:pt x="29" y="51"/>
                  <a:pt x="28" y="51"/>
                  <a:pt x="28" y="50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1" y="41"/>
                  <a:pt x="20" y="41"/>
                </a:cubicBezTo>
                <a:cubicBezTo>
                  <a:pt x="20" y="41"/>
                  <a:pt x="19" y="41"/>
                  <a:pt x="18" y="41"/>
                </a:cubicBezTo>
                <a:cubicBezTo>
                  <a:pt x="12" y="50"/>
                  <a:pt x="12" y="50"/>
                  <a:pt x="12" y="50"/>
                </a:cubicBezTo>
                <a:cubicBezTo>
                  <a:pt x="12" y="50"/>
                  <a:pt x="12" y="50"/>
                  <a:pt x="12" y="50"/>
                </a:cubicBezTo>
                <a:cubicBezTo>
                  <a:pt x="12" y="51"/>
                  <a:pt x="12" y="51"/>
                  <a:pt x="12" y="51"/>
                </a:cubicBezTo>
                <a:cubicBezTo>
                  <a:pt x="11" y="51"/>
                  <a:pt x="10" y="51"/>
                  <a:pt x="10" y="50"/>
                </a:cubicBezTo>
                <a:cubicBezTo>
                  <a:pt x="9" y="43"/>
                  <a:pt x="9" y="43"/>
                  <a:pt x="9" y="43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5"/>
                  <a:pt x="1" y="44"/>
                  <a:pt x="1" y="44"/>
                </a:cubicBezTo>
                <a:cubicBezTo>
                  <a:pt x="0" y="44"/>
                  <a:pt x="0" y="43"/>
                  <a:pt x="0" y="43"/>
                </a:cubicBezTo>
                <a:cubicBezTo>
                  <a:pt x="6" y="33"/>
                  <a:pt x="6" y="33"/>
                  <a:pt x="6" y="33"/>
                </a:cubicBezTo>
                <a:close/>
                <a:moveTo>
                  <a:pt x="33" y="35"/>
                </a:moveTo>
                <a:cubicBezTo>
                  <a:pt x="33" y="35"/>
                  <a:pt x="33" y="35"/>
                  <a:pt x="33" y="35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7"/>
                  <a:pt x="31" y="38"/>
                  <a:pt x="31" y="39"/>
                </a:cubicBezTo>
                <a:cubicBezTo>
                  <a:pt x="30" y="39"/>
                  <a:pt x="29" y="39"/>
                  <a:pt x="28" y="39"/>
                </a:cubicBezTo>
                <a:cubicBezTo>
                  <a:pt x="25" y="38"/>
                  <a:pt x="25" y="38"/>
                  <a:pt x="25" y="38"/>
                </a:cubicBezTo>
                <a:cubicBezTo>
                  <a:pt x="25" y="38"/>
                  <a:pt x="25" y="38"/>
                  <a:pt x="25" y="38"/>
                </a:cubicBezTo>
                <a:cubicBezTo>
                  <a:pt x="24" y="39"/>
                  <a:pt x="24" y="39"/>
                  <a:pt x="24" y="39"/>
                </a:cubicBezTo>
                <a:cubicBezTo>
                  <a:pt x="29" y="47"/>
                  <a:pt x="29" y="47"/>
                  <a:pt x="29" y="47"/>
                </a:cubicBezTo>
                <a:cubicBezTo>
                  <a:pt x="30" y="41"/>
                  <a:pt x="30" y="41"/>
                  <a:pt x="30" y="41"/>
                </a:cubicBezTo>
                <a:cubicBezTo>
                  <a:pt x="30" y="41"/>
                  <a:pt x="31" y="40"/>
                  <a:pt x="31" y="40"/>
                </a:cubicBezTo>
                <a:cubicBezTo>
                  <a:pt x="37" y="42"/>
                  <a:pt x="37" y="42"/>
                  <a:pt x="37" y="42"/>
                </a:cubicBezTo>
                <a:cubicBezTo>
                  <a:pt x="33" y="35"/>
                  <a:pt x="33" y="35"/>
                  <a:pt x="33" y="35"/>
                </a:cubicBezTo>
                <a:close/>
                <a:moveTo>
                  <a:pt x="17" y="39"/>
                </a:moveTo>
                <a:cubicBezTo>
                  <a:pt x="17" y="39"/>
                  <a:pt x="17" y="39"/>
                  <a:pt x="17" y="39"/>
                </a:cubicBezTo>
                <a:cubicBezTo>
                  <a:pt x="16" y="38"/>
                  <a:pt x="16" y="38"/>
                  <a:pt x="16" y="38"/>
                </a:cubicBezTo>
                <a:cubicBezTo>
                  <a:pt x="13" y="39"/>
                  <a:pt x="13" y="39"/>
                  <a:pt x="13" y="39"/>
                </a:cubicBezTo>
                <a:cubicBezTo>
                  <a:pt x="12" y="39"/>
                  <a:pt x="11" y="39"/>
                  <a:pt x="10" y="39"/>
                </a:cubicBezTo>
                <a:cubicBezTo>
                  <a:pt x="10" y="38"/>
                  <a:pt x="10" y="38"/>
                  <a:pt x="10" y="38"/>
                </a:cubicBezTo>
                <a:cubicBezTo>
                  <a:pt x="9" y="38"/>
                  <a:pt x="9" y="37"/>
                  <a:pt x="8" y="36"/>
                </a:cubicBezTo>
                <a:cubicBezTo>
                  <a:pt x="8" y="35"/>
                  <a:pt x="8" y="35"/>
                  <a:pt x="8" y="35"/>
                </a:cubicBezTo>
                <a:cubicBezTo>
                  <a:pt x="4" y="42"/>
                  <a:pt x="4" y="42"/>
                  <a:pt x="4" y="42"/>
                </a:cubicBezTo>
                <a:cubicBezTo>
                  <a:pt x="9" y="40"/>
                  <a:pt x="9" y="40"/>
                  <a:pt x="9" y="40"/>
                </a:cubicBezTo>
                <a:cubicBezTo>
                  <a:pt x="10" y="40"/>
                  <a:pt x="11" y="41"/>
                  <a:pt x="11" y="41"/>
                </a:cubicBezTo>
                <a:cubicBezTo>
                  <a:pt x="12" y="47"/>
                  <a:pt x="12" y="47"/>
                  <a:pt x="12" y="47"/>
                </a:cubicBezTo>
                <a:cubicBezTo>
                  <a:pt x="17" y="39"/>
                  <a:pt x="17" y="39"/>
                  <a:pt x="17" y="39"/>
                </a:cubicBezTo>
                <a:close/>
                <a:moveTo>
                  <a:pt x="12" y="6"/>
                </a:moveTo>
                <a:cubicBezTo>
                  <a:pt x="12" y="6"/>
                  <a:pt x="12" y="6"/>
                  <a:pt x="12" y="6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10"/>
                  <a:pt x="11" y="10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9" y="12"/>
                  <a:pt x="9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6"/>
                  <a:pt x="7" y="17"/>
                  <a:pt x="7" y="17"/>
                </a:cubicBezTo>
                <a:cubicBezTo>
                  <a:pt x="7" y="18"/>
                  <a:pt x="6" y="18"/>
                  <a:pt x="6" y="19"/>
                </a:cubicBezTo>
                <a:cubicBezTo>
                  <a:pt x="4" y="21"/>
                  <a:pt x="4" y="21"/>
                  <a:pt x="4" y="21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7" y="24"/>
                  <a:pt x="7" y="24"/>
                </a:cubicBezTo>
                <a:cubicBezTo>
                  <a:pt x="7" y="25"/>
                  <a:pt x="7" y="26"/>
                  <a:pt x="7" y="26"/>
                </a:cubicBezTo>
                <a:cubicBezTo>
                  <a:pt x="6" y="29"/>
                  <a:pt x="6" y="29"/>
                  <a:pt x="6" y="29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0"/>
                  <a:pt x="10" y="30"/>
                  <a:pt x="10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1" y="31"/>
                  <a:pt x="11" y="32"/>
                  <a:pt x="11" y="32"/>
                </a:cubicBezTo>
                <a:cubicBezTo>
                  <a:pt x="12" y="35"/>
                  <a:pt x="12" y="35"/>
                  <a:pt x="12" y="35"/>
                </a:cubicBezTo>
                <a:cubicBezTo>
                  <a:pt x="15" y="34"/>
                  <a:pt x="15" y="34"/>
                  <a:pt x="15" y="34"/>
                </a:cubicBezTo>
                <a:cubicBezTo>
                  <a:pt x="16" y="34"/>
                  <a:pt x="16" y="34"/>
                  <a:pt x="17" y="35"/>
                </a:cubicBezTo>
                <a:cubicBezTo>
                  <a:pt x="17" y="35"/>
                  <a:pt x="18" y="35"/>
                  <a:pt x="18" y="35"/>
                </a:cubicBezTo>
                <a:cubicBezTo>
                  <a:pt x="20" y="37"/>
                  <a:pt x="20" y="37"/>
                  <a:pt x="20" y="37"/>
                </a:cubicBezTo>
                <a:cubicBezTo>
                  <a:pt x="22" y="35"/>
                  <a:pt x="22" y="35"/>
                  <a:pt x="22" y="35"/>
                </a:cubicBezTo>
                <a:cubicBezTo>
                  <a:pt x="22" y="35"/>
                  <a:pt x="22" y="35"/>
                  <a:pt x="22" y="35"/>
                </a:cubicBezTo>
                <a:cubicBezTo>
                  <a:pt x="23" y="35"/>
                  <a:pt x="23" y="35"/>
                  <a:pt x="24" y="35"/>
                </a:cubicBezTo>
                <a:cubicBezTo>
                  <a:pt x="25" y="34"/>
                  <a:pt x="25" y="34"/>
                  <a:pt x="26" y="34"/>
                </a:cubicBezTo>
                <a:cubicBezTo>
                  <a:pt x="29" y="35"/>
                  <a:pt x="29" y="35"/>
                  <a:pt x="29" y="35"/>
                </a:cubicBezTo>
                <a:cubicBezTo>
                  <a:pt x="29" y="32"/>
                  <a:pt x="29" y="32"/>
                  <a:pt x="29" y="32"/>
                </a:cubicBezTo>
                <a:cubicBezTo>
                  <a:pt x="30" y="32"/>
                  <a:pt x="30" y="31"/>
                  <a:pt x="30" y="31"/>
                </a:cubicBezTo>
                <a:cubicBezTo>
                  <a:pt x="31" y="30"/>
                  <a:pt x="31" y="30"/>
                  <a:pt x="32" y="30"/>
                </a:cubicBezTo>
                <a:cubicBezTo>
                  <a:pt x="35" y="29"/>
                  <a:pt x="35" y="29"/>
                  <a:pt x="35" y="29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6"/>
                  <a:pt x="34" y="25"/>
                  <a:pt x="34" y="25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4"/>
                  <a:pt x="35" y="23"/>
                  <a:pt x="35" y="23"/>
                </a:cubicBezTo>
                <a:cubicBezTo>
                  <a:pt x="37" y="21"/>
                  <a:pt x="37" y="21"/>
                  <a:pt x="37" y="21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18"/>
                  <a:pt x="34" y="18"/>
                  <a:pt x="34" y="17"/>
                </a:cubicBezTo>
                <a:cubicBezTo>
                  <a:pt x="34" y="17"/>
                  <a:pt x="34" y="16"/>
                  <a:pt x="34" y="15"/>
                </a:cubicBezTo>
                <a:cubicBezTo>
                  <a:pt x="35" y="13"/>
                  <a:pt x="35" y="13"/>
                  <a:pt x="35" y="13"/>
                </a:cubicBezTo>
                <a:cubicBezTo>
                  <a:pt x="32" y="12"/>
                  <a:pt x="32" y="12"/>
                  <a:pt x="32" y="12"/>
                </a:cubicBezTo>
                <a:cubicBezTo>
                  <a:pt x="31" y="12"/>
                  <a:pt x="31" y="11"/>
                  <a:pt x="30" y="11"/>
                </a:cubicBezTo>
                <a:cubicBezTo>
                  <a:pt x="30" y="10"/>
                  <a:pt x="30" y="10"/>
                  <a:pt x="29" y="9"/>
                </a:cubicBezTo>
                <a:cubicBezTo>
                  <a:pt x="29" y="6"/>
                  <a:pt x="29" y="6"/>
                  <a:pt x="29" y="6"/>
                </a:cubicBezTo>
                <a:cubicBezTo>
                  <a:pt x="26" y="7"/>
                  <a:pt x="26" y="7"/>
                  <a:pt x="26" y="7"/>
                </a:cubicBezTo>
                <a:cubicBezTo>
                  <a:pt x="25" y="7"/>
                  <a:pt x="25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3" y="7"/>
                  <a:pt x="23" y="7"/>
                  <a:pt x="22" y="6"/>
                </a:cubicBezTo>
                <a:cubicBezTo>
                  <a:pt x="20" y="4"/>
                  <a:pt x="20" y="4"/>
                  <a:pt x="20" y="4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7"/>
                  <a:pt x="17" y="7"/>
                  <a:pt x="17" y="7"/>
                </a:cubicBezTo>
                <a:cubicBezTo>
                  <a:pt x="16" y="7"/>
                  <a:pt x="16" y="7"/>
                  <a:pt x="15" y="7"/>
                </a:cubicBezTo>
                <a:cubicBezTo>
                  <a:pt x="12" y="6"/>
                  <a:pt x="12" y="6"/>
                  <a:pt x="12" y="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39" name="Freeform 173">
            <a:extLst>
              <a:ext uri="{FF2B5EF4-FFF2-40B4-BE49-F238E27FC236}">
                <a16:creationId xmlns:a16="http://schemas.microsoft.com/office/drawing/2014/main" id="{2DCFE288-A46E-90A8-85C0-0AD073E08A04}"/>
              </a:ext>
            </a:extLst>
          </p:cNvPr>
          <p:cNvSpPr>
            <a:spLocks noEditPoints="1"/>
          </p:cNvSpPr>
          <p:nvPr/>
        </p:nvSpPr>
        <p:spPr bwMode="auto">
          <a:xfrm>
            <a:off x="3519419" y="4828565"/>
            <a:ext cx="215900" cy="160867"/>
          </a:xfrm>
          <a:custGeom>
            <a:avLst/>
            <a:gdLst>
              <a:gd name="T0" fmla="*/ 63500 w 51"/>
              <a:gd name="T1" fmla="*/ 0 h 38"/>
              <a:gd name="T2" fmla="*/ 73025 w 51"/>
              <a:gd name="T3" fmla="*/ 9525 h 38"/>
              <a:gd name="T4" fmla="*/ 85725 w 51"/>
              <a:gd name="T5" fmla="*/ 9525 h 38"/>
              <a:gd name="T6" fmla="*/ 98425 w 51"/>
              <a:gd name="T7" fmla="*/ 0 h 38"/>
              <a:gd name="T8" fmla="*/ 123825 w 51"/>
              <a:gd name="T9" fmla="*/ 0 h 38"/>
              <a:gd name="T10" fmla="*/ 158750 w 51"/>
              <a:gd name="T11" fmla="*/ 44450 h 38"/>
              <a:gd name="T12" fmla="*/ 136525 w 51"/>
              <a:gd name="T13" fmla="*/ 66675 h 38"/>
              <a:gd name="T14" fmla="*/ 127000 w 51"/>
              <a:gd name="T15" fmla="*/ 66675 h 38"/>
              <a:gd name="T16" fmla="*/ 127000 w 51"/>
              <a:gd name="T17" fmla="*/ 114300 h 38"/>
              <a:gd name="T18" fmla="*/ 120650 w 51"/>
              <a:gd name="T19" fmla="*/ 120650 h 38"/>
              <a:gd name="T20" fmla="*/ 34925 w 51"/>
              <a:gd name="T21" fmla="*/ 114300 h 38"/>
              <a:gd name="T22" fmla="*/ 34925 w 51"/>
              <a:gd name="T23" fmla="*/ 66675 h 38"/>
              <a:gd name="T24" fmla="*/ 25400 w 51"/>
              <a:gd name="T25" fmla="*/ 66675 h 38"/>
              <a:gd name="T26" fmla="*/ 3175 w 51"/>
              <a:gd name="T27" fmla="*/ 34925 h 38"/>
              <a:gd name="T28" fmla="*/ 38100 w 51"/>
              <a:gd name="T29" fmla="*/ 0 h 38"/>
              <a:gd name="T30" fmla="*/ 57150 w 51"/>
              <a:gd name="T31" fmla="*/ 76200 h 38"/>
              <a:gd name="T32" fmla="*/ 53975 w 51"/>
              <a:gd name="T33" fmla="*/ 76200 h 38"/>
              <a:gd name="T34" fmla="*/ 63500 w 51"/>
              <a:gd name="T35" fmla="*/ 41275 h 38"/>
              <a:gd name="T36" fmla="*/ 69850 w 51"/>
              <a:gd name="T37" fmla="*/ 41275 h 38"/>
              <a:gd name="T38" fmla="*/ 79375 w 51"/>
              <a:gd name="T39" fmla="*/ 76200 h 38"/>
              <a:gd name="T40" fmla="*/ 69850 w 51"/>
              <a:gd name="T41" fmla="*/ 69850 h 38"/>
              <a:gd name="T42" fmla="*/ 57150 w 51"/>
              <a:gd name="T43" fmla="*/ 76200 h 38"/>
              <a:gd name="T44" fmla="*/ 66675 w 51"/>
              <a:gd name="T45" fmla="*/ 53975 h 38"/>
              <a:gd name="T46" fmla="*/ 69850 w 51"/>
              <a:gd name="T47" fmla="*/ 60325 h 38"/>
              <a:gd name="T48" fmla="*/ 85725 w 51"/>
              <a:gd name="T49" fmla="*/ 38100 h 38"/>
              <a:gd name="T50" fmla="*/ 88900 w 51"/>
              <a:gd name="T51" fmla="*/ 38100 h 38"/>
              <a:gd name="T52" fmla="*/ 107950 w 51"/>
              <a:gd name="T53" fmla="*/ 41275 h 38"/>
              <a:gd name="T54" fmla="*/ 111125 w 51"/>
              <a:gd name="T55" fmla="*/ 69850 h 38"/>
              <a:gd name="T56" fmla="*/ 101600 w 51"/>
              <a:gd name="T57" fmla="*/ 76200 h 38"/>
              <a:gd name="T58" fmla="*/ 82550 w 51"/>
              <a:gd name="T59" fmla="*/ 73025 h 38"/>
              <a:gd name="T60" fmla="*/ 82550 w 51"/>
              <a:gd name="T61" fmla="*/ 41275 h 38"/>
              <a:gd name="T62" fmla="*/ 101600 w 51"/>
              <a:gd name="T63" fmla="*/ 44450 h 38"/>
              <a:gd name="T64" fmla="*/ 92075 w 51"/>
              <a:gd name="T65" fmla="*/ 44450 h 38"/>
              <a:gd name="T66" fmla="*/ 101600 w 51"/>
              <a:gd name="T67" fmla="*/ 69850 h 38"/>
              <a:gd name="T68" fmla="*/ 101600 w 51"/>
              <a:gd name="T69" fmla="*/ 69850 h 38"/>
              <a:gd name="T70" fmla="*/ 101600 w 51"/>
              <a:gd name="T71" fmla="*/ 44450 h 38"/>
              <a:gd name="T72" fmla="*/ 60325 w 51"/>
              <a:gd name="T73" fmla="*/ 12700 h 38"/>
              <a:gd name="T74" fmla="*/ 44450 w 51"/>
              <a:gd name="T75" fmla="*/ 12700 h 38"/>
              <a:gd name="T76" fmla="*/ 28575 w 51"/>
              <a:gd name="T77" fmla="*/ 53975 h 38"/>
              <a:gd name="T78" fmla="*/ 41275 w 51"/>
              <a:gd name="T79" fmla="*/ 44450 h 38"/>
              <a:gd name="T80" fmla="*/ 47625 w 51"/>
              <a:gd name="T81" fmla="*/ 107950 h 38"/>
              <a:gd name="T82" fmla="*/ 114300 w 51"/>
              <a:gd name="T83" fmla="*/ 50800 h 38"/>
              <a:gd name="T84" fmla="*/ 117475 w 51"/>
              <a:gd name="T85" fmla="*/ 47625 h 38"/>
              <a:gd name="T86" fmla="*/ 130175 w 51"/>
              <a:gd name="T87" fmla="*/ 53975 h 38"/>
              <a:gd name="T88" fmla="*/ 117475 w 51"/>
              <a:gd name="T89" fmla="*/ 12700 h 38"/>
              <a:gd name="T90" fmla="*/ 95250 w 51"/>
              <a:gd name="T91" fmla="*/ 19050 h 38"/>
              <a:gd name="T92" fmla="*/ 66675 w 51"/>
              <a:gd name="T93" fmla="*/ 19050 h 38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1" h="38">
                <a:moveTo>
                  <a:pt x="13" y="0"/>
                </a:move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2" y="0"/>
                  <a:pt x="22" y="1"/>
                </a:cubicBezTo>
                <a:cubicBezTo>
                  <a:pt x="22" y="2"/>
                  <a:pt x="23" y="3"/>
                  <a:pt x="23" y="3"/>
                </a:cubicBezTo>
                <a:cubicBezTo>
                  <a:pt x="24" y="3"/>
                  <a:pt x="25" y="4"/>
                  <a:pt x="25" y="4"/>
                </a:cubicBezTo>
                <a:cubicBezTo>
                  <a:pt x="26" y="4"/>
                  <a:pt x="27" y="3"/>
                  <a:pt x="27" y="3"/>
                </a:cubicBezTo>
                <a:cubicBezTo>
                  <a:pt x="28" y="3"/>
                  <a:pt x="28" y="2"/>
                  <a:pt x="29" y="1"/>
                </a:cubicBezTo>
                <a:cubicBezTo>
                  <a:pt x="29" y="0"/>
                  <a:pt x="30" y="0"/>
                  <a:pt x="31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50" y="11"/>
                  <a:pt x="50" y="11"/>
                  <a:pt x="50" y="11"/>
                </a:cubicBezTo>
                <a:cubicBezTo>
                  <a:pt x="51" y="12"/>
                  <a:pt x="51" y="13"/>
                  <a:pt x="50" y="14"/>
                </a:cubicBezTo>
                <a:cubicBezTo>
                  <a:pt x="50" y="14"/>
                  <a:pt x="50" y="14"/>
                  <a:pt x="50" y="14"/>
                </a:cubicBezTo>
                <a:cubicBezTo>
                  <a:pt x="43" y="21"/>
                  <a:pt x="43" y="21"/>
                  <a:pt x="43" y="21"/>
                </a:cubicBezTo>
                <a:cubicBezTo>
                  <a:pt x="42" y="22"/>
                  <a:pt x="41" y="22"/>
                  <a:pt x="40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7"/>
                  <a:pt x="39" y="38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12" y="38"/>
                  <a:pt x="11" y="37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0" y="22"/>
                  <a:pt x="9" y="22"/>
                  <a:pt x="8" y="21"/>
                </a:cubicBezTo>
                <a:cubicBezTo>
                  <a:pt x="1" y="14"/>
                  <a:pt x="1" y="14"/>
                  <a:pt x="1" y="14"/>
                </a:cubicBezTo>
                <a:cubicBezTo>
                  <a:pt x="0" y="13"/>
                  <a:pt x="0" y="12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3" y="0"/>
                </a:cubicBezTo>
                <a:close/>
                <a:moveTo>
                  <a:pt x="18" y="24"/>
                </a:moveTo>
                <a:cubicBezTo>
                  <a:pt x="18" y="24"/>
                  <a:pt x="18" y="24"/>
                  <a:pt x="18" y="24"/>
                </a:cubicBezTo>
                <a:cubicBezTo>
                  <a:pt x="18" y="24"/>
                  <a:pt x="17" y="24"/>
                  <a:pt x="17" y="24"/>
                </a:cubicBezTo>
                <a:cubicBezTo>
                  <a:pt x="16" y="24"/>
                  <a:pt x="16" y="23"/>
                  <a:pt x="16" y="23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2"/>
                  <a:pt x="20" y="12"/>
                  <a:pt x="21" y="12"/>
                </a:cubicBezTo>
                <a:cubicBezTo>
                  <a:pt x="21" y="12"/>
                  <a:pt x="22" y="13"/>
                  <a:pt x="22" y="13"/>
                </a:cubicBezTo>
                <a:cubicBezTo>
                  <a:pt x="25" y="23"/>
                  <a:pt x="25" y="23"/>
                  <a:pt x="25" y="23"/>
                </a:cubicBezTo>
                <a:cubicBezTo>
                  <a:pt x="26" y="23"/>
                  <a:pt x="25" y="24"/>
                  <a:pt x="25" y="24"/>
                </a:cubicBezTo>
                <a:cubicBezTo>
                  <a:pt x="24" y="24"/>
                  <a:pt x="23" y="24"/>
                  <a:pt x="23" y="24"/>
                </a:cubicBezTo>
                <a:cubicBezTo>
                  <a:pt x="22" y="22"/>
                  <a:pt x="22" y="22"/>
                  <a:pt x="22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8" y="24"/>
                  <a:pt x="18" y="24"/>
                  <a:pt x="18" y="24"/>
                </a:cubicBezTo>
                <a:close/>
                <a:moveTo>
                  <a:pt x="21" y="17"/>
                </a:moveTo>
                <a:cubicBezTo>
                  <a:pt x="21" y="17"/>
                  <a:pt x="21" y="17"/>
                  <a:pt x="21" y="17"/>
                </a:cubicBezTo>
                <a:cubicBezTo>
                  <a:pt x="20" y="19"/>
                  <a:pt x="20" y="19"/>
                  <a:pt x="20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17"/>
                  <a:pt x="21" y="17"/>
                  <a:pt x="21" y="17"/>
                </a:cubicBezTo>
                <a:close/>
                <a:moveTo>
                  <a:pt x="27" y="12"/>
                </a:moveTo>
                <a:cubicBezTo>
                  <a:pt x="27" y="12"/>
                  <a:pt x="27" y="12"/>
                  <a:pt x="27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3" y="12"/>
                  <a:pt x="34" y="12"/>
                  <a:pt x="34" y="13"/>
                </a:cubicBezTo>
                <a:cubicBezTo>
                  <a:pt x="34" y="13"/>
                  <a:pt x="35" y="14"/>
                  <a:pt x="35" y="15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22"/>
                  <a:pt x="34" y="23"/>
                  <a:pt x="34" y="24"/>
                </a:cubicBezTo>
                <a:cubicBezTo>
                  <a:pt x="34" y="24"/>
                  <a:pt x="33" y="24"/>
                  <a:pt x="32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7" y="24"/>
                  <a:pt x="26" y="24"/>
                  <a:pt x="26" y="23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7" y="12"/>
                  <a:pt x="27" y="12"/>
                </a:cubicBezTo>
                <a:close/>
                <a:moveTo>
                  <a:pt x="32" y="14"/>
                </a:moveTo>
                <a:cubicBezTo>
                  <a:pt x="32" y="14"/>
                  <a:pt x="32" y="14"/>
                  <a:pt x="32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22"/>
                  <a:pt x="29" y="22"/>
                  <a:pt x="29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5"/>
                  <a:pt x="32" y="14"/>
                  <a:pt x="32" y="14"/>
                </a:cubicBezTo>
                <a:cubicBezTo>
                  <a:pt x="32" y="14"/>
                  <a:pt x="32" y="14"/>
                  <a:pt x="32" y="14"/>
                </a:cubicBezTo>
                <a:close/>
                <a:moveTo>
                  <a:pt x="19" y="4"/>
                </a:moveTo>
                <a:cubicBezTo>
                  <a:pt x="19" y="4"/>
                  <a:pt x="19" y="4"/>
                  <a:pt x="19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5" y="12"/>
                  <a:pt x="5" y="12"/>
                  <a:pt x="5" y="12"/>
                </a:cubicBezTo>
                <a:cubicBezTo>
                  <a:pt x="9" y="17"/>
                  <a:pt x="9" y="17"/>
                  <a:pt x="9" y="17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4"/>
                  <a:pt x="12" y="14"/>
                  <a:pt x="13" y="14"/>
                </a:cubicBezTo>
                <a:cubicBezTo>
                  <a:pt x="14" y="14"/>
                  <a:pt x="15" y="15"/>
                  <a:pt x="15" y="16"/>
                </a:cubicBezTo>
                <a:cubicBezTo>
                  <a:pt x="15" y="34"/>
                  <a:pt x="15" y="34"/>
                  <a:pt x="15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16"/>
                  <a:pt x="36" y="15"/>
                  <a:pt x="37" y="15"/>
                </a:cubicBezTo>
                <a:cubicBezTo>
                  <a:pt x="37" y="14"/>
                  <a:pt x="39" y="14"/>
                  <a:pt x="39" y="15"/>
                </a:cubicBezTo>
                <a:cubicBezTo>
                  <a:pt x="41" y="17"/>
                  <a:pt x="41" y="17"/>
                  <a:pt x="41" y="17"/>
                </a:cubicBezTo>
                <a:cubicBezTo>
                  <a:pt x="46" y="12"/>
                  <a:pt x="46" y="12"/>
                  <a:pt x="46" y="12"/>
                </a:cubicBezTo>
                <a:cubicBezTo>
                  <a:pt x="37" y="4"/>
                  <a:pt x="37" y="4"/>
                  <a:pt x="37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31" y="5"/>
                  <a:pt x="31" y="5"/>
                  <a:pt x="30" y="6"/>
                </a:cubicBezTo>
                <a:cubicBezTo>
                  <a:pt x="29" y="7"/>
                  <a:pt x="27" y="8"/>
                  <a:pt x="25" y="8"/>
                </a:cubicBezTo>
                <a:cubicBezTo>
                  <a:pt x="24" y="8"/>
                  <a:pt x="22" y="7"/>
                  <a:pt x="21" y="6"/>
                </a:cubicBezTo>
                <a:cubicBezTo>
                  <a:pt x="20" y="5"/>
                  <a:pt x="19" y="5"/>
                  <a:pt x="19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40" name="Freeform 174">
            <a:extLst>
              <a:ext uri="{FF2B5EF4-FFF2-40B4-BE49-F238E27FC236}">
                <a16:creationId xmlns:a16="http://schemas.microsoft.com/office/drawing/2014/main" id="{AB84E8B5-8E3E-CBA9-49CF-B5A8AAD2DEF9}"/>
              </a:ext>
            </a:extLst>
          </p:cNvPr>
          <p:cNvSpPr>
            <a:spLocks noEditPoints="1"/>
          </p:cNvSpPr>
          <p:nvPr/>
        </p:nvSpPr>
        <p:spPr bwMode="auto">
          <a:xfrm>
            <a:off x="3936401" y="4803165"/>
            <a:ext cx="139700" cy="211667"/>
          </a:xfrm>
          <a:custGeom>
            <a:avLst/>
            <a:gdLst>
              <a:gd name="T0" fmla="*/ 25400 w 33"/>
              <a:gd name="T1" fmla="*/ 38100 h 50"/>
              <a:gd name="T2" fmla="*/ 53975 w 33"/>
              <a:gd name="T3" fmla="*/ 38100 h 50"/>
              <a:gd name="T4" fmla="*/ 60325 w 33"/>
              <a:gd name="T5" fmla="*/ 19050 h 50"/>
              <a:gd name="T6" fmla="*/ 60325 w 33"/>
              <a:gd name="T7" fmla="*/ 12700 h 50"/>
              <a:gd name="T8" fmla="*/ 19050 w 33"/>
              <a:gd name="T9" fmla="*/ 12700 h 50"/>
              <a:gd name="T10" fmla="*/ 15875 w 33"/>
              <a:gd name="T11" fmla="*/ 19050 h 50"/>
              <a:gd name="T12" fmla="*/ 25400 w 33"/>
              <a:gd name="T13" fmla="*/ 38100 h 50"/>
              <a:gd name="T14" fmla="*/ 66675 w 33"/>
              <a:gd name="T15" fmla="*/ 47625 h 50"/>
              <a:gd name="T16" fmla="*/ 66675 w 33"/>
              <a:gd name="T17" fmla="*/ 47625 h 50"/>
              <a:gd name="T18" fmla="*/ 101600 w 33"/>
              <a:gd name="T19" fmla="*/ 82550 h 50"/>
              <a:gd name="T20" fmla="*/ 101600 w 33"/>
              <a:gd name="T21" fmla="*/ 88900 h 50"/>
              <a:gd name="T22" fmla="*/ 88900 w 33"/>
              <a:gd name="T23" fmla="*/ 101600 h 50"/>
              <a:gd name="T24" fmla="*/ 82550 w 33"/>
              <a:gd name="T25" fmla="*/ 101600 h 50"/>
              <a:gd name="T26" fmla="*/ 82550 w 33"/>
              <a:gd name="T27" fmla="*/ 101600 h 50"/>
              <a:gd name="T28" fmla="*/ 73025 w 33"/>
              <a:gd name="T29" fmla="*/ 92075 h 50"/>
              <a:gd name="T30" fmla="*/ 79375 w 33"/>
              <a:gd name="T31" fmla="*/ 117475 h 50"/>
              <a:gd name="T32" fmla="*/ 76200 w 33"/>
              <a:gd name="T33" fmla="*/ 123825 h 50"/>
              <a:gd name="T34" fmla="*/ 44450 w 33"/>
              <a:gd name="T35" fmla="*/ 155575 h 50"/>
              <a:gd name="T36" fmla="*/ 34925 w 33"/>
              <a:gd name="T37" fmla="*/ 155575 h 50"/>
              <a:gd name="T38" fmla="*/ 34925 w 33"/>
              <a:gd name="T39" fmla="*/ 155575 h 50"/>
              <a:gd name="T40" fmla="*/ 3175 w 33"/>
              <a:gd name="T41" fmla="*/ 123825 h 50"/>
              <a:gd name="T42" fmla="*/ 0 w 33"/>
              <a:gd name="T43" fmla="*/ 117475 h 50"/>
              <a:gd name="T44" fmla="*/ 12700 w 33"/>
              <a:gd name="T45" fmla="*/ 41275 h 50"/>
              <a:gd name="T46" fmla="*/ 6350 w 33"/>
              <a:gd name="T47" fmla="*/ 22225 h 50"/>
              <a:gd name="T48" fmla="*/ 6350 w 33"/>
              <a:gd name="T49" fmla="*/ 15875 h 50"/>
              <a:gd name="T50" fmla="*/ 6350 w 33"/>
              <a:gd name="T51" fmla="*/ 15875 h 50"/>
              <a:gd name="T52" fmla="*/ 9525 w 33"/>
              <a:gd name="T53" fmla="*/ 3175 h 50"/>
              <a:gd name="T54" fmla="*/ 15875 w 33"/>
              <a:gd name="T55" fmla="*/ 0 h 50"/>
              <a:gd name="T56" fmla="*/ 15875 w 33"/>
              <a:gd name="T57" fmla="*/ 0 h 50"/>
              <a:gd name="T58" fmla="*/ 63500 w 33"/>
              <a:gd name="T59" fmla="*/ 0 h 50"/>
              <a:gd name="T60" fmla="*/ 69850 w 33"/>
              <a:gd name="T61" fmla="*/ 3175 h 50"/>
              <a:gd name="T62" fmla="*/ 73025 w 33"/>
              <a:gd name="T63" fmla="*/ 15875 h 50"/>
              <a:gd name="T64" fmla="*/ 73025 w 33"/>
              <a:gd name="T65" fmla="*/ 22225 h 50"/>
              <a:gd name="T66" fmla="*/ 63500 w 33"/>
              <a:gd name="T67" fmla="*/ 41275 h 50"/>
              <a:gd name="T68" fmla="*/ 66675 w 33"/>
              <a:gd name="T69" fmla="*/ 47625 h 50"/>
              <a:gd name="T70" fmla="*/ 53975 w 33"/>
              <a:gd name="T71" fmla="*/ 44450 h 50"/>
              <a:gd name="T72" fmla="*/ 53975 w 33"/>
              <a:gd name="T73" fmla="*/ 44450 h 50"/>
              <a:gd name="T74" fmla="*/ 25400 w 33"/>
              <a:gd name="T75" fmla="*/ 44450 h 50"/>
              <a:gd name="T76" fmla="*/ 12700 w 33"/>
              <a:gd name="T77" fmla="*/ 117475 h 50"/>
              <a:gd name="T78" fmla="*/ 38100 w 33"/>
              <a:gd name="T79" fmla="*/ 142875 h 50"/>
              <a:gd name="T80" fmla="*/ 66675 w 33"/>
              <a:gd name="T81" fmla="*/ 117475 h 50"/>
              <a:gd name="T82" fmla="*/ 53975 w 33"/>
              <a:gd name="T83" fmla="*/ 44450 h 50"/>
              <a:gd name="T84" fmla="*/ 66675 w 33"/>
              <a:gd name="T85" fmla="*/ 60325 h 50"/>
              <a:gd name="T86" fmla="*/ 66675 w 33"/>
              <a:gd name="T87" fmla="*/ 60325 h 50"/>
              <a:gd name="T88" fmla="*/ 69850 w 33"/>
              <a:gd name="T89" fmla="*/ 79375 h 50"/>
              <a:gd name="T90" fmla="*/ 85725 w 33"/>
              <a:gd name="T91" fmla="*/ 95250 h 50"/>
              <a:gd name="T92" fmla="*/ 95250 w 33"/>
              <a:gd name="T93" fmla="*/ 85725 h 50"/>
              <a:gd name="T94" fmla="*/ 66675 w 33"/>
              <a:gd name="T95" fmla="*/ 60325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33" h="50">
                <a:moveTo>
                  <a:pt x="8" y="12"/>
                </a:moveTo>
                <a:cubicBezTo>
                  <a:pt x="17" y="12"/>
                  <a:pt x="17" y="12"/>
                  <a:pt x="17" y="12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4"/>
                  <a:pt x="19" y="4"/>
                  <a:pt x="19" y="4"/>
                </a:cubicBezTo>
                <a:cubicBezTo>
                  <a:pt x="6" y="4"/>
                  <a:pt x="6" y="4"/>
                  <a:pt x="6" y="4"/>
                </a:cubicBezTo>
                <a:cubicBezTo>
                  <a:pt x="5" y="6"/>
                  <a:pt x="5" y="6"/>
                  <a:pt x="5" y="6"/>
                </a:cubicBezTo>
                <a:cubicBezTo>
                  <a:pt x="8" y="12"/>
                  <a:pt x="8" y="12"/>
                  <a:pt x="8" y="12"/>
                </a:cubicBezTo>
                <a:close/>
                <a:moveTo>
                  <a:pt x="21" y="15"/>
                </a:moveTo>
                <a:cubicBezTo>
                  <a:pt x="21" y="15"/>
                  <a:pt x="21" y="15"/>
                  <a:pt x="21" y="15"/>
                </a:cubicBezTo>
                <a:cubicBezTo>
                  <a:pt x="32" y="26"/>
                  <a:pt x="32" y="26"/>
                  <a:pt x="32" y="26"/>
                </a:cubicBezTo>
                <a:cubicBezTo>
                  <a:pt x="33" y="27"/>
                  <a:pt x="33" y="27"/>
                  <a:pt x="32" y="28"/>
                </a:cubicBezTo>
                <a:cubicBezTo>
                  <a:pt x="28" y="32"/>
                  <a:pt x="28" y="32"/>
                  <a:pt x="28" y="32"/>
                </a:cubicBezTo>
                <a:cubicBezTo>
                  <a:pt x="27" y="33"/>
                  <a:pt x="26" y="33"/>
                  <a:pt x="26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3" y="29"/>
                  <a:pt x="23" y="29"/>
                  <a:pt x="23" y="29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8"/>
                  <a:pt x="24" y="39"/>
                  <a:pt x="24" y="39"/>
                </a:cubicBezTo>
                <a:cubicBezTo>
                  <a:pt x="14" y="49"/>
                  <a:pt x="14" y="49"/>
                  <a:pt x="14" y="49"/>
                </a:cubicBezTo>
                <a:cubicBezTo>
                  <a:pt x="13" y="50"/>
                  <a:pt x="12" y="50"/>
                  <a:pt x="11" y="49"/>
                </a:cubicBezTo>
                <a:cubicBezTo>
                  <a:pt x="11" y="49"/>
                  <a:pt x="11" y="49"/>
                  <a:pt x="11" y="49"/>
                </a:cubicBezTo>
                <a:cubicBezTo>
                  <a:pt x="1" y="39"/>
                  <a:pt x="1" y="39"/>
                  <a:pt x="1" y="39"/>
                </a:cubicBezTo>
                <a:cubicBezTo>
                  <a:pt x="0" y="39"/>
                  <a:pt x="0" y="38"/>
                  <a:pt x="0" y="37"/>
                </a:cubicBezTo>
                <a:cubicBezTo>
                  <a:pt x="4" y="13"/>
                  <a:pt x="4" y="13"/>
                  <a:pt x="4" y="13"/>
                </a:cubicBezTo>
                <a:cubicBezTo>
                  <a:pt x="2" y="7"/>
                  <a:pt x="2" y="7"/>
                  <a:pt x="2" y="7"/>
                </a:cubicBezTo>
                <a:cubicBezTo>
                  <a:pt x="1" y="6"/>
                  <a:pt x="1" y="6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3" y="1"/>
                  <a:pt x="3" y="1"/>
                  <a:pt x="3" y="1"/>
                </a:cubicBezTo>
                <a:cubicBezTo>
                  <a:pt x="3" y="0"/>
                  <a:pt x="4" y="0"/>
                  <a:pt x="5" y="0"/>
                </a:cubicBezTo>
                <a:cubicBezTo>
                  <a:pt x="5" y="0"/>
                  <a:pt x="5" y="0"/>
                  <a:pt x="5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1" y="0"/>
                  <a:pt x="22" y="1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6"/>
                  <a:pt x="23" y="6"/>
                  <a:pt x="23" y="7"/>
                </a:cubicBezTo>
                <a:cubicBezTo>
                  <a:pt x="20" y="13"/>
                  <a:pt x="20" y="13"/>
                  <a:pt x="20" y="13"/>
                </a:cubicBezTo>
                <a:cubicBezTo>
                  <a:pt x="21" y="15"/>
                  <a:pt x="21" y="15"/>
                  <a:pt x="21" y="15"/>
                </a:cubicBezTo>
                <a:close/>
                <a:moveTo>
                  <a:pt x="17" y="14"/>
                </a:moveTo>
                <a:cubicBezTo>
                  <a:pt x="17" y="14"/>
                  <a:pt x="17" y="14"/>
                  <a:pt x="17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4" y="37"/>
                  <a:pt x="4" y="37"/>
                  <a:pt x="4" y="37"/>
                </a:cubicBezTo>
                <a:cubicBezTo>
                  <a:pt x="12" y="45"/>
                  <a:pt x="12" y="45"/>
                  <a:pt x="12" y="45"/>
                </a:cubicBezTo>
                <a:cubicBezTo>
                  <a:pt x="21" y="37"/>
                  <a:pt x="21" y="37"/>
                  <a:pt x="21" y="37"/>
                </a:cubicBezTo>
                <a:cubicBezTo>
                  <a:pt x="17" y="14"/>
                  <a:pt x="17" y="14"/>
                  <a:pt x="17" y="14"/>
                </a:cubicBezTo>
                <a:close/>
                <a:moveTo>
                  <a:pt x="21" y="19"/>
                </a:moveTo>
                <a:cubicBezTo>
                  <a:pt x="21" y="19"/>
                  <a:pt x="21" y="19"/>
                  <a:pt x="21" y="19"/>
                </a:cubicBezTo>
                <a:cubicBezTo>
                  <a:pt x="22" y="25"/>
                  <a:pt x="22" y="25"/>
                  <a:pt x="22" y="25"/>
                </a:cubicBezTo>
                <a:cubicBezTo>
                  <a:pt x="27" y="30"/>
                  <a:pt x="27" y="30"/>
                  <a:pt x="27" y="30"/>
                </a:cubicBezTo>
                <a:cubicBezTo>
                  <a:pt x="30" y="27"/>
                  <a:pt x="30" y="27"/>
                  <a:pt x="30" y="27"/>
                </a:cubicBezTo>
                <a:cubicBezTo>
                  <a:pt x="21" y="19"/>
                  <a:pt x="21" y="19"/>
                  <a:pt x="21" y="1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41" name="Freeform 175">
            <a:extLst>
              <a:ext uri="{FF2B5EF4-FFF2-40B4-BE49-F238E27FC236}">
                <a16:creationId xmlns:a16="http://schemas.microsoft.com/office/drawing/2014/main" id="{1904FA51-9230-2693-65CB-8AC4322BDD0A}"/>
              </a:ext>
            </a:extLst>
          </p:cNvPr>
          <p:cNvSpPr>
            <a:spLocks noEditPoints="1"/>
          </p:cNvSpPr>
          <p:nvPr/>
        </p:nvSpPr>
        <p:spPr bwMode="auto">
          <a:xfrm>
            <a:off x="1301152" y="4320566"/>
            <a:ext cx="232833" cy="232833"/>
          </a:xfrm>
          <a:custGeom>
            <a:avLst/>
            <a:gdLst>
              <a:gd name="T0" fmla="*/ 104775 w 55"/>
              <a:gd name="T1" fmla="*/ 73025 h 55"/>
              <a:gd name="T2" fmla="*/ 98425 w 55"/>
              <a:gd name="T3" fmla="*/ 66675 h 55"/>
              <a:gd name="T4" fmla="*/ 92075 w 55"/>
              <a:gd name="T5" fmla="*/ 63500 h 55"/>
              <a:gd name="T6" fmla="*/ 95250 w 55"/>
              <a:gd name="T7" fmla="*/ 85725 h 55"/>
              <a:gd name="T8" fmla="*/ 104775 w 55"/>
              <a:gd name="T9" fmla="*/ 88900 h 55"/>
              <a:gd name="T10" fmla="*/ 107950 w 55"/>
              <a:gd name="T11" fmla="*/ 98425 h 55"/>
              <a:gd name="T12" fmla="*/ 107950 w 55"/>
              <a:gd name="T13" fmla="*/ 107950 h 55"/>
              <a:gd name="T14" fmla="*/ 95250 w 55"/>
              <a:gd name="T15" fmla="*/ 117475 h 55"/>
              <a:gd name="T16" fmla="*/ 92075 w 55"/>
              <a:gd name="T17" fmla="*/ 120650 h 55"/>
              <a:gd name="T18" fmla="*/ 82550 w 55"/>
              <a:gd name="T19" fmla="*/ 120650 h 55"/>
              <a:gd name="T20" fmla="*/ 79375 w 55"/>
              <a:gd name="T21" fmla="*/ 117475 h 55"/>
              <a:gd name="T22" fmla="*/ 66675 w 55"/>
              <a:gd name="T23" fmla="*/ 107950 h 55"/>
              <a:gd name="T24" fmla="*/ 73025 w 55"/>
              <a:gd name="T25" fmla="*/ 107950 h 55"/>
              <a:gd name="T26" fmla="*/ 79375 w 55"/>
              <a:gd name="T27" fmla="*/ 111125 h 55"/>
              <a:gd name="T28" fmla="*/ 82550 w 55"/>
              <a:gd name="T29" fmla="*/ 92075 h 55"/>
              <a:gd name="T30" fmla="*/ 76200 w 55"/>
              <a:gd name="T31" fmla="*/ 92075 h 55"/>
              <a:gd name="T32" fmla="*/ 66675 w 55"/>
              <a:gd name="T33" fmla="*/ 79375 h 55"/>
              <a:gd name="T34" fmla="*/ 66675 w 55"/>
              <a:gd name="T35" fmla="*/ 76200 h 55"/>
              <a:gd name="T36" fmla="*/ 66675 w 55"/>
              <a:gd name="T37" fmla="*/ 73025 h 55"/>
              <a:gd name="T38" fmla="*/ 69850 w 55"/>
              <a:gd name="T39" fmla="*/ 60325 h 55"/>
              <a:gd name="T40" fmla="*/ 82550 w 55"/>
              <a:gd name="T41" fmla="*/ 57150 h 55"/>
              <a:gd name="T42" fmla="*/ 85725 w 55"/>
              <a:gd name="T43" fmla="*/ 50800 h 55"/>
              <a:gd name="T44" fmla="*/ 92075 w 55"/>
              <a:gd name="T45" fmla="*/ 57150 h 55"/>
              <a:gd name="T46" fmla="*/ 104775 w 55"/>
              <a:gd name="T47" fmla="*/ 60325 h 55"/>
              <a:gd name="T48" fmla="*/ 85725 w 55"/>
              <a:gd name="T49" fmla="*/ 25400 h 55"/>
              <a:gd name="T50" fmla="*/ 133350 w 55"/>
              <a:gd name="T51" fmla="*/ 44450 h 55"/>
              <a:gd name="T52" fmla="*/ 133350 w 55"/>
              <a:gd name="T53" fmla="*/ 133350 h 55"/>
              <a:gd name="T54" fmla="*/ 41275 w 55"/>
              <a:gd name="T55" fmla="*/ 133350 h 55"/>
              <a:gd name="T56" fmla="*/ 41275 w 55"/>
              <a:gd name="T57" fmla="*/ 44450 h 55"/>
              <a:gd name="T58" fmla="*/ 85725 w 55"/>
              <a:gd name="T59" fmla="*/ 0 h 55"/>
              <a:gd name="T60" fmla="*/ 149225 w 55"/>
              <a:gd name="T61" fmla="*/ 25400 h 55"/>
              <a:gd name="T62" fmla="*/ 149225 w 55"/>
              <a:gd name="T63" fmla="*/ 25400 h 55"/>
              <a:gd name="T64" fmla="*/ 149225 w 55"/>
              <a:gd name="T65" fmla="*/ 149225 h 55"/>
              <a:gd name="T66" fmla="*/ 149225 w 55"/>
              <a:gd name="T67" fmla="*/ 149225 h 55"/>
              <a:gd name="T68" fmla="*/ 25400 w 55"/>
              <a:gd name="T69" fmla="*/ 149225 h 55"/>
              <a:gd name="T70" fmla="*/ 25400 w 55"/>
              <a:gd name="T71" fmla="*/ 149225 h 55"/>
              <a:gd name="T72" fmla="*/ 25400 w 55"/>
              <a:gd name="T73" fmla="*/ 25400 h 55"/>
              <a:gd name="T74" fmla="*/ 25400 w 55"/>
              <a:gd name="T75" fmla="*/ 25400 h 55"/>
              <a:gd name="T76" fmla="*/ 139700 w 55"/>
              <a:gd name="T77" fmla="*/ 34925 h 55"/>
              <a:gd name="T78" fmla="*/ 85725 w 55"/>
              <a:gd name="T79" fmla="*/ 12700 h 55"/>
              <a:gd name="T80" fmla="*/ 12700 w 55"/>
              <a:gd name="T81" fmla="*/ 88900 h 55"/>
              <a:gd name="T82" fmla="*/ 85725 w 55"/>
              <a:gd name="T83" fmla="*/ 161925 h 55"/>
              <a:gd name="T84" fmla="*/ 161925 w 55"/>
              <a:gd name="T85" fmla="*/ 88900 h 55"/>
              <a:gd name="T86" fmla="*/ 127000 w 55"/>
              <a:gd name="T87" fmla="*/ 47625 h 55"/>
              <a:gd name="T88" fmla="*/ 85725 w 55"/>
              <a:gd name="T89" fmla="*/ 31750 h 55"/>
              <a:gd name="T90" fmla="*/ 31750 w 55"/>
              <a:gd name="T91" fmla="*/ 88900 h 55"/>
              <a:gd name="T92" fmla="*/ 85725 w 55"/>
              <a:gd name="T93" fmla="*/ 142875 h 55"/>
              <a:gd name="T94" fmla="*/ 142875 w 55"/>
              <a:gd name="T95" fmla="*/ 88900 h 55"/>
              <a:gd name="T96" fmla="*/ 82550 w 55"/>
              <a:gd name="T97" fmla="*/ 63500 h 55"/>
              <a:gd name="T98" fmla="*/ 79375 w 55"/>
              <a:gd name="T99" fmla="*/ 63500 h 55"/>
              <a:gd name="T100" fmla="*/ 73025 w 55"/>
              <a:gd name="T101" fmla="*/ 69850 h 55"/>
              <a:gd name="T102" fmla="*/ 73025 w 55"/>
              <a:gd name="T103" fmla="*/ 73025 h 55"/>
              <a:gd name="T104" fmla="*/ 73025 w 55"/>
              <a:gd name="T105" fmla="*/ 76200 h 55"/>
              <a:gd name="T106" fmla="*/ 76200 w 55"/>
              <a:gd name="T107" fmla="*/ 82550 h 55"/>
              <a:gd name="T108" fmla="*/ 82550 w 55"/>
              <a:gd name="T109" fmla="*/ 85725 h 55"/>
              <a:gd name="T110" fmla="*/ 92075 w 55"/>
              <a:gd name="T111" fmla="*/ 111125 h 55"/>
              <a:gd name="T112" fmla="*/ 95250 w 55"/>
              <a:gd name="T113" fmla="*/ 111125 h 55"/>
              <a:gd name="T114" fmla="*/ 98425 w 55"/>
              <a:gd name="T115" fmla="*/ 107950 h 55"/>
              <a:gd name="T116" fmla="*/ 98425 w 55"/>
              <a:gd name="T117" fmla="*/ 104775 h 55"/>
              <a:gd name="T118" fmla="*/ 98425 w 55"/>
              <a:gd name="T119" fmla="*/ 92075 h 55"/>
              <a:gd name="T120" fmla="*/ 92075 w 55"/>
              <a:gd name="T121" fmla="*/ 92075 h 5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5" h="55">
                <a:moveTo>
                  <a:pt x="34" y="22"/>
                </a:moveTo>
                <a:cubicBezTo>
                  <a:pt x="34" y="22"/>
                  <a:pt x="33" y="23"/>
                  <a:pt x="33" y="23"/>
                </a:cubicBezTo>
                <a:cubicBezTo>
                  <a:pt x="32" y="23"/>
                  <a:pt x="31" y="22"/>
                  <a:pt x="31" y="22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0"/>
                  <a:pt x="30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7"/>
                  <a:pt x="29" y="27"/>
                  <a:pt x="29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31" y="27"/>
                  <a:pt x="32" y="27"/>
                  <a:pt x="33" y="28"/>
                </a:cubicBezTo>
                <a:cubicBezTo>
                  <a:pt x="33" y="28"/>
                  <a:pt x="34" y="29"/>
                  <a:pt x="34" y="30"/>
                </a:cubicBezTo>
                <a:cubicBezTo>
                  <a:pt x="34" y="31"/>
                  <a:pt x="34" y="31"/>
                  <a:pt x="34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5"/>
                  <a:pt x="33" y="36"/>
                  <a:pt x="33" y="36"/>
                </a:cubicBezTo>
                <a:cubicBezTo>
                  <a:pt x="32" y="37"/>
                  <a:pt x="31" y="37"/>
                  <a:pt x="30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9"/>
                  <a:pt x="28" y="40"/>
                  <a:pt x="27" y="40"/>
                </a:cubicBezTo>
                <a:cubicBezTo>
                  <a:pt x="27" y="40"/>
                  <a:pt x="26" y="39"/>
                  <a:pt x="26" y="38"/>
                </a:cubicBezTo>
                <a:cubicBezTo>
                  <a:pt x="26" y="37"/>
                  <a:pt x="26" y="37"/>
                  <a:pt x="26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4" y="37"/>
                  <a:pt x="23" y="37"/>
                  <a:pt x="22" y="36"/>
                </a:cubicBezTo>
                <a:cubicBezTo>
                  <a:pt x="21" y="36"/>
                  <a:pt x="21" y="35"/>
                  <a:pt x="21" y="34"/>
                </a:cubicBezTo>
                <a:cubicBezTo>
                  <a:pt x="21" y="33"/>
                  <a:pt x="21" y="33"/>
                  <a:pt x="22" y="33"/>
                </a:cubicBezTo>
                <a:cubicBezTo>
                  <a:pt x="23" y="33"/>
                  <a:pt x="23" y="33"/>
                  <a:pt x="23" y="34"/>
                </a:cubicBezTo>
                <a:cubicBezTo>
                  <a:pt x="23" y="34"/>
                  <a:pt x="23" y="35"/>
                  <a:pt x="24" y="35"/>
                </a:cubicBezTo>
                <a:cubicBezTo>
                  <a:pt x="24" y="35"/>
                  <a:pt x="24" y="35"/>
                  <a:pt x="25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29"/>
                  <a:pt x="26" y="29"/>
                  <a:pt x="26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3" y="29"/>
                  <a:pt x="23" y="29"/>
                  <a:pt x="22" y="28"/>
                </a:cubicBezTo>
                <a:cubicBezTo>
                  <a:pt x="21" y="27"/>
                  <a:pt x="21" y="26"/>
                  <a:pt x="21" y="25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2"/>
                  <a:pt x="21" y="22"/>
                  <a:pt x="21" y="22"/>
                </a:cubicBezTo>
                <a:cubicBezTo>
                  <a:pt x="21" y="21"/>
                  <a:pt x="21" y="20"/>
                  <a:pt x="22" y="19"/>
                </a:cubicBezTo>
                <a:cubicBezTo>
                  <a:pt x="23" y="19"/>
                  <a:pt x="24" y="18"/>
                  <a:pt x="25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7"/>
                  <a:pt x="27" y="16"/>
                  <a:pt x="27" y="16"/>
                </a:cubicBezTo>
                <a:cubicBezTo>
                  <a:pt x="28" y="16"/>
                  <a:pt x="29" y="17"/>
                  <a:pt x="29" y="17"/>
                </a:cubicBezTo>
                <a:cubicBezTo>
                  <a:pt x="29" y="18"/>
                  <a:pt x="29" y="18"/>
                  <a:pt x="29" y="18"/>
                </a:cubicBezTo>
                <a:cubicBezTo>
                  <a:pt x="30" y="18"/>
                  <a:pt x="30" y="18"/>
                  <a:pt x="30" y="18"/>
                </a:cubicBezTo>
                <a:cubicBezTo>
                  <a:pt x="31" y="18"/>
                  <a:pt x="32" y="19"/>
                  <a:pt x="33" y="19"/>
                </a:cubicBezTo>
                <a:cubicBezTo>
                  <a:pt x="33" y="20"/>
                  <a:pt x="34" y="21"/>
                  <a:pt x="34" y="22"/>
                </a:cubicBezTo>
                <a:close/>
                <a:moveTo>
                  <a:pt x="27" y="8"/>
                </a:moveTo>
                <a:cubicBezTo>
                  <a:pt x="27" y="8"/>
                  <a:pt x="27" y="8"/>
                  <a:pt x="27" y="8"/>
                </a:cubicBezTo>
                <a:cubicBezTo>
                  <a:pt x="33" y="8"/>
                  <a:pt x="38" y="10"/>
                  <a:pt x="42" y="14"/>
                </a:cubicBezTo>
                <a:cubicBezTo>
                  <a:pt x="45" y="17"/>
                  <a:pt x="47" y="22"/>
                  <a:pt x="47" y="28"/>
                </a:cubicBezTo>
                <a:cubicBezTo>
                  <a:pt x="47" y="33"/>
                  <a:pt x="45" y="38"/>
                  <a:pt x="42" y="42"/>
                </a:cubicBezTo>
                <a:cubicBezTo>
                  <a:pt x="38" y="46"/>
                  <a:pt x="33" y="48"/>
                  <a:pt x="27" y="48"/>
                </a:cubicBezTo>
                <a:cubicBezTo>
                  <a:pt x="22" y="48"/>
                  <a:pt x="17" y="46"/>
                  <a:pt x="13" y="42"/>
                </a:cubicBezTo>
                <a:cubicBezTo>
                  <a:pt x="10" y="38"/>
                  <a:pt x="7" y="33"/>
                  <a:pt x="7" y="28"/>
                </a:cubicBezTo>
                <a:cubicBezTo>
                  <a:pt x="7" y="22"/>
                  <a:pt x="10" y="17"/>
                  <a:pt x="13" y="14"/>
                </a:cubicBezTo>
                <a:cubicBezTo>
                  <a:pt x="17" y="10"/>
                  <a:pt x="22" y="8"/>
                  <a:pt x="27" y="8"/>
                </a:cubicBezTo>
                <a:close/>
                <a:moveTo>
                  <a:pt x="27" y="0"/>
                </a:moveTo>
                <a:cubicBezTo>
                  <a:pt x="27" y="0"/>
                  <a:pt x="27" y="0"/>
                  <a:pt x="27" y="0"/>
                </a:cubicBezTo>
                <a:cubicBezTo>
                  <a:pt x="35" y="0"/>
                  <a:pt x="42" y="3"/>
                  <a:pt x="47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52" y="13"/>
                  <a:pt x="55" y="20"/>
                  <a:pt x="55" y="28"/>
                </a:cubicBezTo>
                <a:cubicBezTo>
                  <a:pt x="55" y="35"/>
                  <a:pt x="52" y="42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2" y="52"/>
                  <a:pt x="35" y="55"/>
                  <a:pt x="27" y="55"/>
                </a:cubicBezTo>
                <a:cubicBezTo>
                  <a:pt x="20" y="55"/>
                  <a:pt x="13" y="52"/>
                  <a:pt x="8" y="47"/>
                </a:cubicBezTo>
                <a:cubicBezTo>
                  <a:pt x="8" y="47"/>
                  <a:pt x="8" y="47"/>
                  <a:pt x="8" y="47"/>
                </a:cubicBezTo>
                <a:cubicBezTo>
                  <a:pt x="8" y="47"/>
                  <a:pt x="8" y="47"/>
                  <a:pt x="8" y="47"/>
                </a:cubicBezTo>
                <a:cubicBezTo>
                  <a:pt x="3" y="42"/>
                  <a:pt x="0" y="35"/>
                  <a:pt x="0" y="28"/>
                </a:cubicBezTo>
                <a:cubicBezTo>
                  <a:pt x="0" y="20"/>
                  <a:pt x="3" y="1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13" y="3"/>
                  <a:pt x="20" y="0"/>
                  <a:pt x="27" y="0"/>
                </a:cubicBezTo>
                <a:close/>
                <a:moveTo>
                  <a:pt x="44" y="11"/>
                </a:moveTo>
                <a:cubicBezTo>
                  <a:pt x="44" y="11"/>
                  <a:pt x="44" y="11"/>
                  <a:pt x="44" y="11"/>
                </a:cubicBezTo>
                <a:cubicBezTo>
                  <a:pt x="40" y="7"/>
                  <a:pt x="34" y="4"/>
                  <a:pt x="27" y="4"/>
                </a:cubicBezTo>
                <a:cubicBezTo>
                  <a:pt x="21" y="4"/>
                  <a:pt x="15" y="7"/>
                  <a:pt x="11" y="11"/>
                </a:cubicBezTo>
                <a:cubicBezTo>
                  <a:pt x="6" y="15"/>
                  <a:pt x="4" y="21"/>
                  <a:pt x="4" y="28"/>
                </a:cubicBezTo>
                <a:cubicBezTo>
                  <a:pt x="4" y="34"/>
                  <a:pt x="6" y="40"/>
                  <a:pt x="11" y="44"/>
                </a:cubicBezTo>
                <a:cubicBezTo>
                  <a:pt x="15" y="49"/>
                  <a:pt x="21" y="51"/>
                  <a:pt x="27" y="51"/>
                </a:cubicBezTo>
                <a:cubicBezTo>
                  <a:pt x="34" y="51"/>
                  <a:pt x="40" y="49"/>
                  <a:pt x="44" y="44"/>
                </a:cubicBezTo>
                <a:cubicBezTo>
                  <a:pt x="48" y="40"/>
                  <a:pt x="51" y="34"/>
                  <a:pt x="51" y="28"/>
                </a:cubicBezTo>
                <a:cubicBezTo>
                  <a:pt x="51" y="21"/>
                  <a:pt x="48" y="15"/>
                  <a:pt x="44" y="11"/>
                </a:cubicBezTo>
                <a:close/>
                <a:moveTo>
                  <a:pt x="40" y="15"/>
                </a:moveTo>
                <a:cubicBezTo>
                  <a:pt x="40" y="15"/>
                  <a:pt x="40" y="15"/>
                  <a:pt x="40" y="15"/>
                </a:cubicBezTo>
                <a:cubicBezTo>
                  <a:pt x="37" y="12"/>
                  <a:pt x="32" y="10"/>
                  <a:pt x="27" y="10"/>
                </a:cubicBezTo>
                <a:cubicBezTo>
                  <a:pt x="23" y="10"/>
                  <a:pt x="18" y="12"/>
                  <a:pt x="15" y="15"/>
                </a:cubicBezTo>
                <a:cubicBezTo>
                  <a:pt x="12" y="19"/>
                  <a:pt x="10" y="23"/>
                  <a:pt x="10" y="28"/>
                </a:cubicBezTo>
                <a:cubicBezTo>
                  <a:pt x="10" y="33"/>
                  <a:pt x="12" y="37"/>
                  <a:pt x="15" y="40"/>
                </a:cubicBezTo>
                <a:cubicBezTo>
                  <a:pt x="18" y="43"/>
                  <a:pt x="23" y="45"/>
                  <a:pt x="27" y="45"/>
                </a:cubicBezTo>
                <a:cubicBezTo>
                  <a:pt x="32" y="45"/>
                  <a:pt x="37" y="43"/>
                  <a:pt x="40" y="40"/>
                </a:cubicBezTo>
                <a:cubicBezTo>
                  <a:pt x="43" y="37"/>
                  <a:pt x="45" y="33"/>
                  <a:pt x="45" y="28"/>
                </a:cubicBezTo>
                <a:cubicBezTo>
                  <a:pt x="45" y="23"/>
                  <a:pt x="43" y="19"/>
                  <a:pt x="40" y="15"/>
                </a:cubicBezTo>
                <a:close/>
                <a:moveTo>
                  <a:pt x="26" y="20"/>
                </a:moveTo>
                <a:cubicBezTo>
                  <a:pt x="26" y="20"/>
                  <a:pt x="26" y="20"/>
                  <a:pt x="26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4" y="20"/>
                  <a:pt x="24" y="21"/>
                  <a:pt x="24" y="21"/>
                </a:cubicBezTo>
                <a:cubicBezTo>
                  <a:pt x="23" y="21"/>
                  <a:pt x="23" y="21"/>
                  <a:pt x="23" y="22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26"/>
                  <a:pt x="23" y="26"/>
                  <a:pt x="24" y="26"/>
                </a:cubicBezTo>
                <a:cubicBezTo>
                  <a:pt x="24" y="27"/>
                  <a:pt x="24" y="27"/>
                  <a:pt x="25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20"/>
                  <a:pt x="26" y="20"/>
                  <a:pt x="26" y="20"/>
                </a:cubicBezTo>
                <a:close/>
                <a:moveTo>
                  <a:pt x="29" y="35"/>
                </a:moveTo>
                <a:cubicBezTo>
                  <a:pt x="29" y="35"/>
                  <a:pt x="29" y="35"/>
                  <a:pt x="29" y="35"/>
                </a:cubicBezTo>
                <a:cubicBezTo>
                  <a:pt x="30" y="35"/>
                  <a:pt x="30" y="35"/>
                  <a:pt x="30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4"/>
                  <a:pt x="31" y="34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30"/>
                  <a:pt x="31" y="29"/>
                </a:cubicBezTo>
                <a:cubicBezTo>
                  <a:pt x="31" y="29"/>
                  <a:pt x="31" y="29"/>
                  <a:pt x="30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35"/>
                  <a:pt x="29" y="35"/>
                  <a:pt x="29" y="3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42" name="Freeform 176">
            <a:extLst>
              <a:ext uri="{FF2B5EF4-FFF2-40B4-BE49-F238E27FC236}">
                <a16:creationId xmlns:a16="http://schemas.microsoft.com/office/drawing/2014/main" id="{E9EB134C-B717-11B2-5549-F930B62FE483}"/>
              </a:ext>
            </a:extLst>
          </p:cNvPr>
          <p:cNvSpPr>
            <a:spLocks noEditPoints="1"/>
          </p:cNvSpPr>
          <p:nvPr/>
        </p:nvSpPr>
        <p:spPr bwMode="auto">
          <a:xfrm>
            <a:off x="5034952" y="4320566"/>
            <a:ext cx="232833" cy="232833"/>
          </a:xfrm>
          <a:custGeom>
            <a:avLst/>
            <a:gdLst>
              <a:gd name="T0" fmla="*/ 174625 w 55"/>
              <a:gd name="T1" fmla="*/ 88900 h 55"/>
              <a:gd name="T2" fmla="*/ 0 w 55"/>
              <a:gd name="T3" fmla="*/ 88900 h 55"/>
              <a:gd name="T4" fmla="*/ 63500 w 55"/>
              <a:gd name="T5" fmla="*/ 66675 h 55"/>
              <a:gd name="T6" fmla="*/ 63500 w 55"/>
              <a:gd name="T7" fmla="*/ 73025 h 55"/>
              <a:gd name="T8" fmla="*/ 44450 w 55"/>
              <a:gd name="T9" fmla="*/ 60325 h 55"/>
              <a:gd name="T10" fmla="*/ 50800 w 55"/>
              <a:gd name="T11" fmla="*/ 57150 h 55"/>
              <a:gd name="T12" fmla="*/ 47625 w 55"/>
              <a:gd name="T13" fmla="*/ 95250 h 55"/>
              <a:gd name="T14" fmla="*/ 50800 w 55"/>
              <a:gd name="T15" fmla="*/ 98425 h 55"/>
              <a:gd name="T16" fmla="*/ 31750 w 55"/>
              <a:gd name="T17" fmla="*/ 101600 h 55"/>
              <a:gd name="T18" fmla="*/ 31750 w 55"/>
              <a:gd name="T19" fmla="*/ 95250 h 55"/>
              <a:gd name="T20" fmla="*/ 130175 w 55"/>
              <a:gd name="T21" fmla="*/ 101600 h 55"/>
              <a:gd name="T22" fmla="*/ 127000 w 55"/>
              <a:gd name="T23" fmla="*/ 98425 h 55"/>
              <a:gd name="T24" fmla="*/ 146050 w 55"/>
              <a:gd name="T25" fmla="*/ 95250 h 55"/>
              <a:gd name="T26" fmla="*/ 146050 w 55"/>
              <a:gd name="T27" fmla="*/ 101600 h 55"/>
              <a:gd name="T28" fmla="*/ 120650 w 55"/>
              <a:gd name="T29" fmla="*/ 73025 h 55"/>
              <a:gd name="T30" fmla="*/ 114300 w 55"/>
              <a:gd name="T31" fmla="*/ 73025 h 55"/>
              <a:gd name="T32" fmla="*/ 127000 w 55"/>
              <a:gd name="T33" fmla="*/ 57150 h 55"/>
              <a:gd name="T34" fmla="*/ 133350 w 55"/>
              <a:gd name="T35" fmla="*/ 60325 h 55"/>
              <a:gd name="T36" fmla="*/ 92075 w 55"/>
              <a:gd name="T37" fmla="*/ 57150 h 55"/>
              <a:gd name="T38" fmla="*/ 88900 w 55"/>
              <a:gd name="T39" fmla="*/ 63500 h 55"/>
              <a:gd name="T40" fmla="*/ 85725 w 55"/>
              <a:gd name="T41" fmla="*/ 41275 h 55"/>
              <a:gd name="T42" fmla="*/ 92075 w 55"/>
              <a:gd name="T43" fmla="*/ 41275 h 55"/>
              <a:gd name="T44" fmla="*/ 92075 w 55"/>
              <a:gd name="T45" fmla="*/ 69850 h 55"/>
              <a:gd name="T46" fmla="*/ 120650 w 55"/>
              <a:gd name="T47" fmla="*/ 98425 h 55"/>
              <a:gd name="T48" fmla="*/ 117475 w 55"/>
              <a:gd name="T49" fmla="*/ 104775 h 55"/>
              <a:gd name="T50" fmla="*/ 107950 w 55"/>
              <a:gd name="T51" fmla="*/ 133350 h 55"/>
              <a:gd name="T52" fmla="*/ 104775 w 55"/>
              <a:gd name="T53" fmla="*/ 136525 h 55"/>
              <a:gd name="T54" fmla="*/ 69850 w 55"/>
              <a:gd name="T55" fmla="*/ 133350 h 55"/>
              <a:gd name="T56" fmla="*/ 69850 w 55"/>
              <a:gd name="T57" fmla="*/ 104775 h 55"/>
              <a:gd name="T58" fmla="*/ 57150 w 55"/>
              <a:gd name="T59" fmla="*/ 101600 h 55"/>
              <a:gd name="T60" fmla="*/ 57150 w 55"/>
              <a:gd name="T61" fmla="*/ 98425 h 55"/>
              <a:gd name="T62" fmla="*/ 92075 w 55"/>
              <a:gd name="T63" fmla="*/ 69850 h 55"/>
              <a:gd name="T64" fmla="*/ 107950 w 55"/>
              <a:gd name="T65" fmla="*/ 98425 h 55"/>
              <a:gd name="T66" fmla="*/ 69850 w 55"/>
              <a:gd name="T67" fmla="*/ 98425 h 55"/>
              <a:gd name="T68" fmla="*/ 73025 w 55"/>
              <a:gd name="T69" fmla="*/ 98425 h 55"/>
              <a:gd name="T70" fmla="*/ 76200 w 55"/>
              <a:gd name="T71" fmla="*/ 130175 h 55"/>
              <a:gd name="T72" fmla="*/ 101600 w 55"/>
              <a:gd name="T73" fmla="*/ 101600 h 55"/>
              <a:gd name="T74" fmla="*/ 104775 w 55"/>
              <a:gd name="T75" fmla="*/ 98425 h 55"/>
              <a:gd name="T76" fmla="*/ 88900 w 55"/>
              <a:gd name="T77" fmla="*/ 12700 h 55"/>
              <a:gd name="T78" fmla="*/ 12700 w 55"/>
              <a:gd name="T79" fmla="*/ 88900 h 55"/>
              <a:gd name="T80" fmla="*/ 161925 w 55"/>
              <a:gd name="T81" fmla="*/ 88900 h 55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5" h="55">
                <a:moveTo>
                  <a:pt x="28" y="0"/>
                </a:moveTo>
                <a:cubicBezTo>
                  <a:pt x="43" y="0"/>
                  <a:pt x="55" y="13"/>
                  <a:pt x="55" y="28"/>
                </a:cubicBezTo>
                <a:cubicBezTo>
                  <a:pt x="55" y="43"/>
                  <a:pt x="43" y="55"/>
                  <a:pt x="28" y="55"/>
                </a:cubicBez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close/>
                <a:moveTo>
                  <a:pt x="20" y="21"/>
                </a:moveTo>
                <a:cubicBezTo>
                  <a:pt x="20" y="21"/>
                  <a:pt x="20" y="21"/>
                  <a:pt x="20" y="21"/>
                </a:cubicBezTo>
                <a:cubicBezTo>
                  <a:pt x="20" y="22"/>
                  <a:pt x="20" y="23"/>
                  <a:pt x="20" y="23"/>
                </a:cubicBezTo>
                <a:cubicBezTo>
                  <a:pt x="19" y="23"/>
                  <a:pt x="19" y="23"/>
                  <a:pt x="18" y="23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19"/>
                  <a:pt x="14" y="18"/>
                  <a:pt x="14" y="18"/>
                </a:cubicBezTo>
                <a:cubicBezTo>
                  <a:pt x="15" y="17"/>
                  <a:pt x="15" y="17"/>
                  <a:pt x="16" y="18"/>
                </a:cubicBezTo>
                <a:cubicBezTo>
                  <a:pt x="20" y="21"/>
                  <a:pt x="20" y="21"/>
                  <a:pt x="20" y="21"/>
                </a:cubicBezTo>
                <a:close/>
                <a:moveTo>
                  <a:pt x="15" y="30"/>
                </a:moveTo>
                <a:cubicBezTo>
                  <a:pt x="15" y="30"/>
                  <a:pt x="15" y="30"/>
                  <a:pt x="15" y="30"/>
                </a:cubicBezTo>
                <a:cubicBezTo>
                  <a:pt x="16" y="30"/>
                  <a:pt x="16" y="31"/>
                  <a:pt x="16" y="31"/>
                </a:cubicBezTo>
                <a:cubicBezTo>
                  <a:pt x="16" y="32"/>
                  <a:pt x="16" y="32"/>
                  <a:pt x="15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9" y="32"/>
                  <a:pt x="8" y="32"/>
                  <a:pt x="8" y="31"/>
                </a:cubicBezTo>
                <a:cubicBezTo>
                  <a:pt x="8" y="31"/>
                  <a:pt x="9" y="30"/>
                  <a:pt x="10" y="30"/>
                </a:cubicBezTo>
                <a:cubicBezTo>
                  <a:pt x="15" y="30"/>
                  <a:pt x="15" y="30"/>
                  <a:pt x="15" y="30"/>
                </a:cubicBezTo>
                <a:close/>
                <a:moveTo>
                  <a:pt x="41" y="32"/>
                </a:moveTo>
                <a:cubicBezTo>
                  <a:pt x="41" y="32"/>
                  <a:pt x="41" y="32"/>
                  <a:pt x="41" y="32"/>
                </a:cubicBezTo>
                <a:cubicBezTo>
                  <a:pt x="40" y="32"/>
                  <a:pt x="40" y="32"/>
                  <a:pt x="40" y="31"/>
                </a:cubicBezTo>
                <a:cubicBezTo>
                  <a:pt x="40" y="31"/>
                  <a:pt x="40" y="30"/>
                  <a:pt x="41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7" y="30"/>
                  <a:pt x="48" y="31"/>
                  <a:pt x="48" y="31"/>
                </a:cubicBezTo>
                <a:cubicBezTo>
                  <a:pt x="48" y="32"/>
                  <a:pt x="47" y="32"/>
                  <a:pt x="46" y="32"/>
                </a:cubicBezTo>
                <a:cubicBezTo>
                  <a:pt x="41" y="32"/>
                  <a:pt x="41" y="32"/>
                  <a:pt x="41" y="32"/>
                </a:cubicBezTo>
                <a:close/>
                <a:moveTo>
                  <a:pt x="38" y="23"/>
                </a:moveTo>
                <a:cubicBezTo>
                  <a:pt x="38" y="23"/>
                  <a:pt x="38" y="23"/>
                  <a:pt x="38" y="23"/>
                </a:cubicBezTo>
                <a:cubicBezTo>
                  <a:pt x="37" y="23"/>
                  <a:pt x="37" y="23"/>
                  <a:pt x="36" y="23"/>
                </a:cubicBezTo>
                <a:cubicBezTo>
                  <a:pt x="36" y="23"/>
                  <a:pt x="36" y="22"/>
                  <a:pt x="36" y="21"/>
                </a:cubicBezTo>
                <a:cubicBezTo>
                  <a:pt x="40" y="18"/>
                  <a:pt x="40" y="18"/>
                  <a:pt x="40" y="18"/>
                </a:cubicBezTo>
                <a:cubicBezTo>
                  <a:pt x="41" y="17"/>
                  <a:pt x="41" y="17"/>
                  <a:pt x="42" y="18"/>
                </a:cubicBezTo>
                <a:cubicBezTo>
                  <a:pt x="42" y="18"/>
                  <a:pt x="42" y="19"/>
                  <a:pt x="42" y="19"/>
                </a:cubicBezTo>
                <a:cubicBezTo>
                  <a:pt x="38" y="23"/>
                  <a:pt x="38" y="23"/>
                  <a:pt x="38" y="23"/>
                </a:cubicBezTo>
                <a:close/>
                <a:moveTo>
                  <a:pt x="29" y="18"/>
                </a:moveTo>
                <a:cubicBezTo>
                  <a:pt x="29" y="18"/>
                  <a:pt x="29" y="18"/>
                  <a:pt x="29" y="18"/>
                </a:cubicBezTo>
                <a:cubicBezTo>
                  <a:pt x="29" y="19"/>
                  <a:pt x="29" y="20"/>
                  <a:pt x="28" y="20"/>
                </a:cubicBezTo>
                <a:cubicBezTo>
                  <a:pt x="27" y="20"/>
                  <a:pt x="27" y="19"/>
                  <a:pt x="27" y="18"/>
                </a:cubicBezTo>
                <a:cubicBezTo>
                  <a:pt x="27" y="13"/>
                  <a:pt x="27" y="13"/>
                  <a:pt x="27" y="13"/>
                </a:cubicBezTo>
                <a:cubicBezTo>
                  <a:pt x="27" y="12"/>
                  <a:pt x="27" y="12"/>
                  <a:pt x="28" y="12"/>
                </a:cubicBezTo>
                <a:cubicBezTo>
                  <a:pt x="29" y="12"/>
                  <a:pt x="29" y="12"/>
                  <a:pt x="29" y="13"/>
                </a:cubicBezTo>
                <a:cubicBezTo>
                  <a:pt x="29" y="18"/>
                  <a:pt x="29" y="18"/>
                  <a:pt x="29" y="18"/>
                </a:cubicBezTo>
                <a:close/>
                <a:moveTo>
                  <a:pt x="29" y="22"/>
                </a:moveTo>
                <a:cubicBezTo>
                  <a:pt x="29" y="22"/>
                  <a:pt x="29" y="22"/>
                  <a:pt x="29" y="22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2"/>
                  <a:pt x="38" y="33"/>
                </a:cubicBezTo>
                <a:cubicBezTo>
                  <a:pt x="38" y="33"/>
                  <a:pt x="37" y="33"/>
                  <a:pt x="37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3" y="43"/>
                  <a:pt x="33" y="43"/>
                </a:cubicBezTo>
                <a:cubicBezTo>
                  <a:pt x="33" y="43"/>
                  <a:pt x="33" y="43"/>
                  <a:pt x="33" y="43"/>
                </a:cubicBezTo>
                <a:cubicBezTo>
                  <a:pt x="23" y="43"/>
                  <a:pt x="23" y="43"/>
                  <a:pt x="23" y="43"/>
                </a:cubicBezTo>
                <a:cubicBezTo>
                  <a:pt x="23" y="43"/>
                  <a:pt x="22" y="42"/>
                  <a:pt x="22" y="42"/>
                </a:cubicBezTo>
                <a:cubicBezTo>
                  <a:pt x="22" y="42"/>
                  <a:pt x="22" y="42"/>
                  <a:pt x="22" y="42"/>
                </a:cubicBezTo>
                <a:cubicBezTo>
                  <a:pt x="22" y="33"/>
                  <a:pt x="22" y="33"/>
                  <a:pt x="22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8" y="33"/>
                  <a:pt x="18" y="32"/>
                  <a:pt x="18" y="32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27" y="22"/>
                  <a:pt x="27" y="22"/>
                  <a:pt x="27" y="22"/>
                </a:cubicBezTo>
                <a:cubicBezTo>
                  <a:pt x="28" y="21"/>
                  <a:pt x="28" y="21"/>
                  <a:pt x="29" y="22"/>
                </a:cubicBezTo>
                <a:close/>
                <a:moveTo>
                  <a:pt x="34" y="31"/>
                </a:moveTo>
                <a:cubicBezTo>
                  <a:pt x="34" y="31"/>
                  <a:pt x="34" y="31"/>
                  <a:pt x="34" y="31"/>
                </a:cubicBezTo>
                <a:cubicBezTo>
                  <a:pt x="28" y="24"/>
                  <a:pt x="28" y="24"/>
                  <a:pt x="28" y="24"/>
                </a:cubicBezTo>
                <a:cubicBezTo>
                  <a:pt x="22" y="31"/>
                  <a:pt x="22" y="31"/>
                  <a:pt x="22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4" y="31"/>
                  <a:pt x="24" y="31"/>
                  <a:pt x="24" y="32"/>
                </a:cubicBezTo>
                <a:cubicBezTo>
                  <a:pt x="24" y="41"/>
                  <a:pt x="24" y="41"/>
                  <a:pt x="24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1"/>
                  <a:pt x="32" y="31"/>
                  <a:pt x="33" y="31"/>
                </a:cubicBezTo>
                <a:cubicBezTo>
                  <a:pt x="34" y="31"/>
                  <a:pt x="34" y="31"/>
                  <a:pt x="34" y="31"/>
                </a:cubicBezTo>
                <a:close/>
                <a:moveTo>
                  <a:pt x="28" y="4"/>
                </a:moveTo>
                <a:cubicBezTo>
                  <a:pt x="28" y="4"/>
                  <a:pt x="28" y="4"/>
                  <a:pt x="28" y="4"/>
                </a:cubicBezTo>
                <a:cubicBezTo>
                  <a:pt x="15" y="4"/>
                  <a:pt x="4" y="15"/>
                  <a:pt x="4" y="28"/>
                </a:cubicBezTo>
                <a:cubicBezTo>
                  <a:pt x="4" y="41"/>
                  <a:pt x="15" y="51"/>
                  <a:pt x="28" y="51"/>
                </a:cubicBezTo>
                <a:cubicBezTo>
                  <a:pt x="41" y="51"/>
                  <a:pt x="51" y="41"/>
                  <a:pt x="51" y="28"/>
                </a:cubicBezTo>
                <a:cubicBezTo>
                  <a:pt x="51" y="15"/>
                  <a:pt x="41" y="4"/>
                  <a:pt x="28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43" name="Freeform 177">
            <a:extLst>
              <a:ext uri="{FF2B5EF4-FFF2-40B4-BE49-F238E27FC236}">
                <a16:creationId xmlns:a16="http://schemas.microsoft.com/office/drawing/2014/main" id="{ADCE29E4-84E1-879A-9DFD-A217AD52CC9D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4337498"/>
            <a:ext cx="211667" cy="203200"/>
          </a:xfrm>
          <a:custGeom>
            <a:avLst/>
            <a:gdLst>
              <a:gd name="T0" fmla="*/ 114300 w 50"/>
              <a:gd name="T1" fmla="*/ 25400 h 48"/>
              <a:gd name="T2" fmla="*/ 139700 w 50"/>
              <a:gd name="T3" fmla="*/ 15875 h 48"/>
              <a:gd name="T4" fmla="*/ 158750 w 50"/>
              <a:gd name="T5" fmla="*/ 47625 h 48"/>
              <a:gd name="T6" fmla="*/ 146050 w 50"/>
              <a:gd name="T7" fmla="*/ 63500 h 48"/>
              <a:gd name="T8" fmla="*/ 142875 w 50"/>
              <a:gd name="T9" fmla="*/ 73025 h 48"/>
              <a:gd name="T10" fmla="*/ 146050 w 50"/>
              <a:gd name="T11" fmla="*/ 98425 h 48"/>
              <a:gd name="T12" fmla="*/ 130175 w 50"/>
              <a:gd name="T13" fmla="*/ 114300 h 48"/>
              <a:gd name="T14" fmla="*/ 79375 w 50"/>
              <a:gd name="T15" fmla="*/ 146050 h 48"/>
              <a:gd name="T16" fmla="*/ 38100 w 50"/>
              <a:gd name="T17" fmla="*/ 136525 h 48"/>
              <a:gd name="T18" fmla="*/ 31750 w 50"/>
              <a:gd name="T19" fmla="*/ 114300 h 48"/>
              <a:gd name="T20" fmla="*/ 41275 w 50"/>
              <a:gd name="T21" fmla="*/ 114300 h 48"/>
              <a:gd name="T22" fmla="*/ 53975 w 50"/>
              <a:gd name="T23" fmla="*/ 104775 h 48"/>
              <a:gd name="T24" fmla="*/ 53975 w 50"/>
              <a:gd name="T25" fmla="*/ 95250 h 48"/>
              <a:gd name="T26" fmla="*/ 34925 w 50"/>
              <a:gd name="T27" fmla="*/ 88900 h 48"/>
              <a:gd name="T28" fmla="*/ 31750 w 50"/>
              <a:gd name="T29" fmla="*/ 95250 h 48"/>
              <a:gd name="T30" fmla="*/ 22225 w 50"/>
              <a:gd name="T31" fmla="*/ 104775 h 48"/>
              <a:gd name="T32" fmla="*/ 3175 w 50"/>
              <a:gd name="T33" fmla="*/ 76200 h 48"/>
              <a:gd name="T34" fmla="*/ 0 w 50"/>
              <a:gd name="T35" fmla="*/ 53975 h 48"/>
              <a:gd name="T36" fmla="*/ 15875 w 50"/>
              <a:gd name="T37" fmla="*/ 34925 h 48"/>
              <a:gd name="T38" fmla="*/ 38100 w 50"/>
              <a:gd name="T39" fmla="*/ 28575 h 48"/>
              <a:gd name="T40" fmla="*/ 38100 w 50"/>
              <a:gd name="T41" fmla="*/ 34925 h 48"/>
              <a:gd name="T42" fmla="*/ 41275 w 50"/>
              <a:gd name="T43" fmla="*/ 44450 h 48"/>
              <a:gd name="T44" fmla="*/ 47625 w 50"/>
              <a:gd name="T45" fmla="*/ 50800 h 48"/>
              <a:gd name="T46" fmla="*/ 57150 w 50"/>
              <a:gd name="T47" fmla="*/ 47625 h 48"/>
              <a:gd name="T48" fmla="*/ 63500 w 50"/>
              <a:gd name="T49" fmla="*/ 31750 h 48"/>
              <a:gd name="T50" fmla="*/ 60325 w 50"/>
              <a:gd name="T51" fmla="*/ 28575 h 48"/>
              <a:gd name="T52" fmla="*/ 53975 w 50"/>
              <a:gd name="T53" fmla="*/ 25400 h 48"/>
              <a:gd name="T54" fmla="*/ 53975 w 50"/>
              <a:gd name="T55" fmla="*/ 12700 h 48"/>
              <a:gd name="T56" fmla="*/ 66675 w 50"/>
              <a:gd name="T57" fmla="*/ 3175 h 48"/>
              <a:gd name="T58" fmla="*/ 107950 w 50"/>
              <a:gd name="T59" fmla="*/ 15875 h 48"/>
              <a:gd name="T60" fmla="*/ 111125 w 50"/>
              <a:gd name="T61" fmla="*/ 41275 h 48"/>
              <a:gd name="T62" fmla="*/ 98425 w 50"/>
              <a:gd name="T63" fmla="*/ 22225 h 48"/>
              <a:gd name="T64" fmla="*/ 98425 w 50"/>
              <a:gd name="T65" fmla="*/ 22225 h 48"/>
              <a:gd name="T66" fmla="*/ 73025 w 50"/>
              <a:gd name="T67" fmla="*/ 15875 h 48"/>
              <a:gd name="T68" fmla="*/ 73025 w 50"/>
              <a:gd name="T69" fmla="*/ 15875 h 48"/>
              <a:gd name="T70" fmla="*/ 73025 w 50"/>
              <a:gd name="T71" fmla="*/ 25400 h 48"/>
              <a:gd name="T72" fmla="*/ 76200 w 50"/>
              <a:gd name="T73" fmla="*/ 44450 h 48"/>
              <a:gd name="T74" fmla="*/ 63500 w 50"/>
              <a:gd name="T75" fmla="*/ 60325 h 48"/>
              <a:gd name="T76" fmla="*/ 28575 w 50"/>
              <a:gd name="T77" fmla="*/ 50800 h 48"/>
              <a:gd name="T78" fmla="*/ 25400 w 50"/>
              <a:gd name="T79" fmla="*/ 41275 h 48"/>
              <a:gd name="T80" fmla="*/ 22225 w 50"/>
              <a:gd name="T81" fmla="*/ 47625 h 48"/>
              <a:gd name="T82" fmla="*/ 12700 w 50"/>
              <a:gd name="T83" fmla="*/ 69850 h 48"/>
              <a:gd name="T84" fmla="*/ 22225 w 50"/>
              <a:gd name="T85" fmla="*/ 85725 h 48"/>
              <a:gd name="T86" fmla="*/ 28575 w 50"/>
              <a:gd name="T87" fmla="*/ 79375 h 48"/>
              <a:gd name="T88" fmla="*/ 63500 w 50"/>
              <a:gd name="T89" fmla="*/ 88900 h 48"/>
              <a:gd name="T90" fmla="*/ 63500 w 50"/>
              <a:gd name="T91" fmla="*/ 88900 h 48"/>
              <a:gd name="T92" fmla="*/ 53975 w 50"/>
              <a:gd name="T93" fmla="*/ 123825 h 48"/>
              <a:gd name="T94" fmla="*/ 47625 w 50"/>
              <a:gd name="T95" fmla="*/ 130175 h 48"/>
              <a:gd name="T96" fmla="*/ 60325 w 50"/>
              <a:gd name="T97" fmla="*/ 136525 h 48"/>
              <a:gd name="T98" fmla="*/ 73025 w 50"/>
              <a:gd name="T99" fmla="*/ 136525 h 48"/>
              <a:gd name="T100" fmla="*/ 127000 w 50"/>
              <a:gd name="T101" fmla="*/ 104775 h 48"/>
              <a:gd name="T102" fmla="*/ 133350 w 50"/>
              <a:gd name="T103" fmla="*/ 79375 h 48"/>
              <a:gd name="T104" fmla="*/ 120650 w 50"/>
              <a:gd name="T105" fmla="*/ 60325 h 48"/>
              <a:gd name="T106" fmla="*/ 127000 w 50"/>
              <a:gd name="T107" fmla="*/ 50800 h 48"/>
              <a:gd name="T108" fmla="*/ 139700 w 50"/>
              <a:gd name="T109" fmla="*/ 50800 h 48"/>
              <a:gd name="T110" fmla="*/ 146050 w 50"/>
              <a:gd name="T111" fmla="*/ 44450 h 48"/>
              <a:gd name="T112" fmla="*/ 136525 w 50"/>
              <a:gd name="T113" fmla="*/ 28575 h 48"/>
              <a:gd name="T114" fmla="*/ 123825 w 50"/>
              <a:gd name="T115" fmla="*/ 34925 h 48"/>
              <a:gd name="T116" fmla="*/ 120650 w 50"/>
              <a:gd name="T117" fmla="*/ 38100 h 48"/>
              <a:gd name="T118" fmla="*/ 111125 w 50"/>
              <a:gd name="T119" fmla="*/ 41275 h 48"/>
              <a:gd name="T120" fmla="*/ 107950 w 50"/>
              <a:gd name="T121" fmla="*/ 15875 h 48"/>
              <a:gd name="T122" fmla="*/ 107950 w 50"/>
              <a:gd name="T123" fmla="*/ 15875 h 4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0" h="48">
                <a:moveTo>
                  <a:pt x="34" y="5"/>
                </a:moveTo>
                <a:cubicBezTo>
                  <a:pt x="36" y="8"/>
                  <a:pt x="36" y="8"/>
                  <a:pt x="36" y="8"/>
                </a:cubicBezTo>
                <a:cubicBezTo>
                  <a:pt x="37" y="7"/>
                  <a:pt x="37" y="6"/>
                  <a:pt x="38" y="6"/>
                </a:cubicBezTo>
                <a:cubicBezTo>
                  <a:pt x="40" y="5"/>
                  <a:pt x="42" y="5"/>
                  <a:pt x="44" y="5"/>
                </a:cubicBezTo>
                <a:cubicBezTo>
                  <a:pt x="46" y="6"/>
                  <a:pt x="48" y="7"/>
                  <a:pt x="49" y="9"/>
                </a:cubicBezTo>
                <a:cubicBezTo>
                  <a:pt x="50" y="11"/>
                  <a:pt x="50" y="13"/>
                  <a:pt x="50" y="15"/>
                </a:cubicBezTo>
                <a:cubicBezTo>
                  <a:pt x="49" y="17"/>
                  <a:pt x="48" y="18"/>
                  <a:pt x="4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5" y="20"/>
                  <a:pt x="44" y="20"/>
                  <a:pt x="43" y="21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4"/>
                  <a:pt x="45" y="24"/>
                </a:cubicBezTo>
                <a:cubicBezTo>
                  <a:pt x="46" y="26"/>
                  <a:pt x="47" y="28"/>
                  <a:pt x="46" y="31"/>
                </a:cubicBezTo>
                <a:cubicBezTo>
                  <a:pt x="45" y="33"/>
                  <a:pt x="44" y="35"/>
                  <a:pt x="42" y="36"/>
                </a:cubicBezTo>
                <a:cubicBezTo>
                  <a:pt x="42" y="36"/>
                  <a:pt x="42" y="36"/>
                  <a:pt x="41" y="36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6"/>
                  <a:pt x="25" y="46"/>
                  <a:pt x="25" y="46"/>
                </a:cubicBezTo>
                <a:cubicBezTo>
                  <a:pt x="22" y="47"/>
                  <a:pt x="20" y="48"/>
                  <a:pt x="18" y="47"/>
                </a:cubicBezTo>
                <a:cubicBezTo>
                  <a:pt x="15" y="46"/>
                  <a:pt x="13" y="45"/>
                  <a:pt x="12" y="43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7"/>
                  <a:pt x="9" y="36"/>
                  <a:pt x="10" y="36"/>
                </a:cubicBezTo>
                <a:cubicBezTo>
                  <a:pt x="11" y="35"/>
                  <a:pt x="11" y="35"/>
                  <a:pt x="12" y="36"/>
                </a:cubicBezTo>
                <a:cubicBezTo>
                  <a:pt x="12" y="36"/>
                  <a:pt x="13" y="36"/>
                  <a:pt x="13" y="36"/>
                </a:cubicBezTo>
                <a:cubicBezTo>
                  <a:pt x="14" y="36"/>
                  <a:pt x="14" y="36"/>
                  <a:pt x="15" y="35"/>
                </a:cubicBezTo>
                <a:cubicBezTo>
                  <a:pt x="16" y="35"/>
                  <a:pt x="17" y="34"/>
                  <a:pt x="17" y="33"/>
                </a:cubicBezTo>
                <a:cubicBezTo>
                  <a:pt x="17" y="32"/>
                  <a:pt x="17" y="31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29"/>
                  <a:pt x="15" y="28"/>
                  <a:pt x="14" y="28"/>
                </a:cubicBezTo>
                <a:cubicBezTo>
                  <a:pt x="13" y="28"/>
                  <a:pt x="12" y="28"/>
                  <a:pt x="11" y="28"/>
                </a:cubicBezTo>
                <a:cubicBezTo>
                  <a:pt x="11" y="29"/>
                  <a:pt x="11" y="29"/>
                  <a:pt x="11" y="29"/>
                </a:cubicBezTo>
                <a:cubicBezTo>
                  <a:pt x="10" y="29"/>
                  <a:pt x="10" y="29"/>
                  <a:pt x="10" y="30"/>
                </a:cubicBezTo>
                <a:cubicBezTo>
                  <a:pt x="10" y="30"/>
                  <a:pt x="9" y="31"/>
                  <a:pt x="9" y="31"/>
                </a:cubicBezTo>
                <a:cubicBezTo>
                  <a:pt x="9" y="32"/>
                  <a:pt x="8" y="33"/>
                  <a:pt x="7" y="33"/>
                </a:cubicBezTo>
                <a:cubicBezTo>
                  <a:pt x="7" y="33"/>
                  <a:pt x="6" y="33"/>
                  <a:pt x="6" y="32"/>
                </a:cubicBezTo>
                <a:cubicBezTo>
                  <a:pt x="1" y="24"/>
                  <a:pt x="1" y="24"/>
                  <a:pt x="1" y="24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2"/>
                  <a:pt x="0" y="19"/>
                  <a:pt x="0" y="17"/>
                </a:cubicBezTo>
                <a:cubicBezTo>
                  <a:pt x="1" y="15"/>
                  <a:pt x="2" y="13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10" y="8"/>
                  <a:pt x="10" y="8"/>
                  <a:pt x="10" y="8"/>
                </a:cubicBezTo>
                <a:cubicBezTo>
                  <a:pt x="11" y="8"/>
                  <a:pt x="12" y="8"/>
                  <a:pt x="12" y="9"/>
                </a:cubicBezTo>
                <a:cubicBezTo>
                  <a:pt x="13" y="10"/>
                  <a:pt x="13" y="10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2"/>
                  <a:pt x="12" y="12"/>
                </a:cubicBezTo>
                <a:cubicBezTo>
                  <a:pt x="12" y="13"/>
                  <a:pt x="12" y="13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5"/>
                  <a:pt x="14" y="16"/>
                  <a:pt x="15" y="16"/>
                </a:cubicBezTo>
                <a:cubicBezTo>
                  <a:pt x="16" y="16"/>
                  <a:pt x="17" y="16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9" y="15"/>
                  <a:pt x="20" y="14"/>
                  <a:pt x="20" y="13"/>
                </a:cubicBezTo>
                <a:cubicBezTo>
                  <a:pt x="20" y="12"/>
                  <a:pt x="20" y="11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8"/>
                  <a:pt x="18" y="8"/>
                  <a:pt x="17" y="8"/>
                </a:cubicBezTo>
                <a:cubicBezTo>
                  <a:pt x="16" y="8"/>
                  <a:pt x="15" y="7"/>
                  <a:pt x="15" y="6"/>
                </a:cubicBezTo>
                <a:cubicBezTo>
                  <a:pt x="16" y="5"/>
                  <a:pt x="16" y="5"/>
                  <a:pt x="17" y="4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1"/>
                  <a:pt x="21" y="1"/>
                  <a:pt x="21" y="1"/>
                </a:cubicBezTo>
                <a:cubicBezTo>
                  <a:pt x="24" y="0"/>
                  <a:pt x="26" y="0"/>
                  <a:pt x="29" y="1"/>
                </a:cubicBezTo>
                <a:cubicBezTo>
                  <a:pt x="31" y="1"/>
                  <a:pt x="33" y="3"/>
                  <a:pt x="34" y="5"/>
                </a:cubicBezTo>
                <a:cubicBezTo>
                  <a:pt x="34" y="5"/>
                  <a:pt x="34" y="5"/>
                  <a:pt x="34" y="5"/>
                </a:cubicBezTo>
                <a:close/>
                <a:moveTo>
                  <a:pt x="35" y="13"/>
                </a:moveTo>
                <a:cubicBezTo>
                  <a:pt x="35" y="13"/>
                  <a:pt x="35" y="13"/>
                  <a:pt x="35" y="13"/>
                </a:cubicBezTo>
                <a:cubicBezTo>
                  <a:pt x="31" y="7"/>
                  <a:pt x="31" y="7"/>
                  <a:pt x="31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30" y="6"/>
                  <a:pt x="29" y="5"/>
                  <a:pt x="28" y="4"/>
                </a:cubicBezTo>
                <a:cubicBezTo>
                  <a:pt x="26" y="4"/>
                  <a:pt x="25" y="4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1" y="6"/>
                  <a:pt x="21" y="6"/>
                  <a:pt x="21" y="6"/>
                </a:cubicBezTo>
                <a:cubicBezTo>
                  <a:pt x="22" y="7"/>
                  <a:pt x="23" y="7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4" y="10"/>
                  <a:pt x="24" y="12"/>
                  <a:pt x="24" y="14"/>
                </a:cubicBezTo>
                <a:cubicBezTo>
                  <a:pt x="23" y="16"/>
                  <a:pt x="22" y="18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18" y="20"/>
                  <a:pt x="16" y="20"/>
                  <a:pt x="14" y="20"/>
                </a:cubicBezTo>
                <a:cubicBezTo>
                  <a:pt x="12" y="19"/>
                  <a:pt x="11" y="18"/>
                  <a:pt x="9" y="16"/>
                </a:cubicBezTo>
                <a:cubicBezTo>
                  <a:pt x="9" y="16"/>
                  <a:pt x="9" y="16"/>
                  <a:pt x="9" y="16"/>
                </a:cubicBezTo>
                <a:cubicBezTo>
                  <a:pt x="9" y="15"/>
                  <a:pt x="9" y="14"/>
                  <a:pt x="8" y="13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5"/>
                  <a:pt x="7" y="15"/>
                  <a:pt x="7" y="15"/>
                </a:cubicBezTo>
                <a:cubicBezTo>
                  <a:pt x="5" y="15"/>
                  <a:pt x="4" y="17"/>
                  <a:pt x="4" y="18"/>
                </a:cubicBezTo>
                <a:cubicBezTo>
                  <a:pt x="4" y="19"/>
                  <a:pt x="4" y="21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7" y="27"/>
                  <a:pt x="7" y="27"/>
                  <a:pt x="7" y="27"/>
                </a:cubicBezTo>
                <a:cubicBezTo>
                  <a:pt x="8" y="26"/>
                  <a:pt x="8" y="26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11" y="24"/>
                  <a:pt x="13" y="24"/>
                  <a:pt x="15" y="24"/>
                </a:cubicBezTo>
                <a:cubicBezTo>
                  <a:pt x="17" y="25"/>
                  <a:pt x="19" y="26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1" y="30"/>
                  <a:pt x="21" y="32"/>
                  <a:pt x="21" y="34"/>
                </a:cubicBezTo>
                <a:cubicBezTo>
                  <a:pt x="20" y="36"/>
                  <a:pt x="19" y="38"/>
                  <a:pt x="17" y="39"/>
                </a:cubicBezTo>
                <a:cubicBezTo>
                  <a:pt x="16" y="39"/>
                  <a:pt x="15" y="40"/>
                  <a:pt x="15" y="40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6" y="42"/>
                  <a:pt x="17" y="43"/>
                  <a:pt x="19" y="43"/>
                </a:cubicBezTo>
                <a:cubicBezTo>
                  <a:pt x="20" y="44"/>
                  <a:pt x="21" y="43"/>
                  <a:pt x="23" y="43"/>
                </a:cubicBezTo>
                <a:cubicBezTo>
                  <a:pt x="23" y="43"/>
                  <a:pt x="23" y="43"/>
                  <a:pt x="23" y="4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1" y="32"/>
                  <a:pt x="42" y="31"/>
                  <a:pt x="42" y="30"/>
                </a:cubicBezTo>
                <a:cubicBezTo>
                  <a:pt x="43" y="28"/>
                  <a:pt x="42" y="27"/>
                  <a:pt x="42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38" y="19"/>
                  <a:pt x="38" y="19"/>
                  <a:pt x="38" y="19"/>
                </a:cubicBezTo>
                <a:cubicBezTo>
                  <a:pt x="38" y="19"/>
                  <a:pt x="38" y="18"/>
                  <a:pt x="38" y="17"/>
                </a:cubicBezTo>
                <a:cubicBezTo>
                  <a:pt x="38" y="16"/>
                  <a:pt x="40" y="16"/>
                  <a:pt x="40" y="16"/>
                </a:cubicBezTo>
                <a:cubicBezTo>
                  <a:pt x="41" y="17"/>
                  <a:pt x="42" y="17"/>
                  <a:pt x="42" y="17"/>
                </a:cubicBezTo>
                <a:cubicBezTo>
                  <a:pt x="43" y="17"/>
                  <a:pt x="44" y="17"/>
                  <a:pt x="44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5" y="16"/>
                  <a:pt x="46" y="15"/>
                  <a:pt x="46" y="14"/>
                </a:cubicBezTo>
                <a:cubicBezTo>
                  <a:pt x="46" y="13"/>
                  <a:pt x="46" y="12"/>
                  <a:pt x="46" y="11"/>
                </a:cubicBezTo>
                <a:cubicBezTo>
                  <a:pt x="45" y="10"/>
                  <a:pt x="44" y="9"/>
                  <a:pt x="43" y="9"/>
                </a:cubicBezTo>
                <a:cubicBezTo>
                  <a:pt x="42" y="9"/>
                  <a:pt x="41" y="9"/>
                  <a:pt x="40" y="9"/>
                </a:cubicBezTo>
                <a:cubicBezTo>
                  <a:pt x="40" y="10"/>
                  <a:pt x="39" y="10"/>
                  <a:pt x="39" y="11"/>
                </a:cubicBezTo>
                <a:cubicBezTo>
                  <a:pt x="39" y="11"/>
                  <a:pt x="39" y="11"/>
                  <a:pt x="39" y="11"/>
                </a:cubicBezTo>
                <a:cubicBezTo>
                  <a:pt x="38" y="11"/>
                  <a:pt x="38" y="12"/>
                  <a:pt x="38" y="12"/>
                </a:cubicBezTo>
                <a:cubicBezTo>
                  <a:pt x="38" y="13"/>
                  <a:pt x="38" y="14"/>
                  <a:pt x="37" y="14"/>
                </a:cubicBezTo>
                <a:cubicBezTo>
                  <a:pt x="36" y="14"/>
                  <a:pt x="35" y="14"/>
                  <a:pt x="35" y="13"/>
                </a:cubicBezTo>
                <a:close/>
                <a:moveTo>
                  <a:pt x="34" y="5"/>
                </a:moveTo>
                <a:cubicBezTo>
                  <a:pt x="34" y="5"/>
                  <a:pt x="34" y="5"/>
                  <a:pt x="34" y="5"/>
                </a:cubicBezTo>
                <a:cubicBezTo>
                  <a:pt x="35" y="6"/>
                  <a:pt x="35" y="6"/>
                  <a:pt x="34" y="7"/>
                </a:cubicBezTo>
                <a:cubicBezTo>
                  <a:pt x="34" y="5"/>
                  <a:pt x="34" y="5"/>
                  <a:pt x="34" y="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44" name="Freeform 178">
            <a:extLst>
              <a:ext uri="{FF2B5EF4-FFF2-40B4-BE49-F238E27FC236}">
                <a16:creationId xmlns:a16="http://schemas.microsoft.com/office/drawing/2014/main" id="{50538D0A-3AF9-0738-39E4-07FA85FE145D}"/>
              </a:ext>
            </a:extLst>
          </p:cNvPr>
          <p:cNvSpPr>
            <a:spLocks noEditPoints="1"/>
          </p:cNvSpPr>
          <p:nvPr/>
        </p:nvSpPr>
        <p:spPr bwMode="auto">
          <a:xfrm>
            <a:off x="1686385" y="3895115"/>
            <a:ext cx="190500" cy="215900"/>
          </a:xfrm>
          <a:custGeom>
            <a:avLst/>
            <a:gdLst>
              <a:gd name="T0" fmla="*/ 95250 w 45"/>
              <a:gd name="T1" fmla="*/ 95250 h 51"/>
              <a:gd name="T2" fmla="*/ 104775 w 45"/>
              <a:gd name="T3" fmla="*/ 98425 h 51"/>
              <a:gd name="T4" fmla="*/ 114300 w 45"/>
              <a:gd name="T5" fmla="*/ 95250 h 51"/>
              <a:gd name="T6" fmla="*/ 120650 w 45"/>
              <a:gd name="T7" fmla="*/ 92075 h 51"/>
              <a:gd name="T8" fmla="*/ 123825 w 45"/>
              <a:gd name="T9" fmla="*/ 82550 h 51"/>
              <a:gd name="T10" fmla="*/ 123825 w 45"/>
              <a:gd name="T11" fmla="*/ 66675 h 51"/>
              <a:gd name="T12" fmla="*/ 123825 w 45"/>
              <a:gd name="T13" fmla="*/ 63500 h 51"/>
              <a:gd name="T14" fmla="*/ 139700 w 45"/>
              <a:gd name="T15" fmla="*/ 38100 h 51"/>
              <a:gd name="T16" fmla="*/ 117475 w 45"/>
              <a:gd name="T17" fmla="*/ 31750 h 51"/>
              <a:gd name="T18" fmla="*/ 95250 w 45"/>
              <a:gd name="T19" fmla="*/ 28575 h 51"/>
              <a:gd name="T20" fmla="*/ 73025 w 45"/>
              <a:gd name="T21" fmla="*/ 3175 h 51"/>
              <a:gd name="T22" fmla="*/ 63500 w 45"/>
              <a:gd name="T23" fmla="*/ 3175 h 51"/>
              <a:gd name="T24" fmla="*/ 47625 w 45"/>
              <a:gd name="T25" fmla="*/ 19050 h 51"/>
              <a:gd name="T26" fmla="*/ 31750 w 45"/>
              <a:gd name="T27" fmla="*/ 44450 h 51"/>
              <a:gd name="T28" fmla="*/ 19050 w 45"/>
              <a:gd name="T29" fmla="*/ 76200 h 51"/>
              <a:gd name="T30" fmla="*/ 12700 w 45"/>
              <a:gd name="T31" fmla="*/ 73025 h 51"/>
              <a:gd name="T32" fmla="*/ 0 w 45"/>
              <a:gd name="T33" fmla="*/ 85725 h 51"/>
              <a:gd name="T34" fmla="*/ 12700 w 45"/>
              <a:gd name="T35" fmla="*/ 98425 h 51"/>
              <a:gd name="T36" fmla="*/ 19050 w 45"/>
              <a:gd name="T37" fmla="*/ 98425 h 51"/>
              <a:gd name="T38" fmla="*/ 50800 w 45"/>
              <a:gd name="T39" fmla="*/ 136525 h 51"/>
              <a:gd name="T40" fmla="*/ 28575 w 45"/>
              <a:gd name="T41" fmla="*/ 158750 h 51"/>
              <a:gd name="T42" fmla="*/ 34925 w 45"/>
              <a:gd name="T43" fmla="*/ 161925 h 51"/>
              <a:gd name="T44" fmla="*/ 117475 w 45"/>
              <a:gd name="T45" fmla="*/ 161925 h 51"/>
              <a:gd name="T46" fmla="*/ 117475 w 45"/>
              <a:gd name="T47" fmla="*/ 161925 h 51"/>
              <a:gd name="T48" fmla="*/ 120650 w 45"/>
              <a:gd name="T49" fmla="*/ 149225 h 51"/>
              <a:gd name="T50" fmla="*/ 76200 w 45"/>
              <a:gd name="T51" fmla="*/ 130175 h 51"/>
              <a:gd name="T52" fmla="*/ 25400 w 45"/>
              <a:gd name="T53" fmla="*/ 92075 h 51"/>
              <a:gd name="T54" fmla="*/ 25400 w 45"/>
              <a:gd name="T55" fmla="*/ 85725 h 51"/>
              <a:gd name="T56" fmla="*/ 25400 w 45"/>
              <a:gd name="T57" fmla="*/ 82550 h 51"/>
              <a:gd name="T58" fmla="*/ 57150 w 45"/>
              <a:gd name="T59" fmla="*/ 66675 h 51"/>
              <a:gd name="T60" fmla="*/ 63500 w 45"/>
              <a:gd name="T61" fmla="*/ 107950 h 51"/>
              <a:gd name="T62" fmla="*/ 76200 w 45"/>
              <a:gd name="T63" fmla="*/ 111125 h 51"/>
              <a:gd name="T64" fmla="*/ 85725 w 45"/>
              <a:gd name="T65" fmla="*/ 34925 h 51"/>
              <a:gd name="T66" fmla="*/ 63500 w 45"/>
              <a:gd name="T67" fmla="*/ 57150 h 51"/>
              <a:gd name="T68" fmla="*/ 53975 w 45"/>
              <a:gd name="T69" fmla="*/ 47625 h 51"/>
              <a:gd name="T70" fmla="*/ 53975 w 45"/>
              <a:gd name="T71" fmla="*/ 47625 h 51"/>
              <a:gd name="T72" fmla="*/ 44450 w 45"/>
              <a:gd name="T73" fmla="*/ 38100 h 51"/>
              <a:gd name="T74" fmla="*/ 57150 w 45"/>
              <a:gd name="T75" fmla="*/ 28575 h 51"/>
              <a:gd name="T76" fmla="*/ 76200 w 45"/>
              <a:gd name="T77" fmla="*/ 25400 h 51"/>
              <a:gd name="T78" fmla="*/ 69850 w 45"/>
              <a:gd name="T79" fmla="*/ 63500 h 51"/>
              <a:gd name="T80" fmla="*/ 92075 w 45"/>
              <a:gd name="T81" fmla="*/ 38100 h 51"/>
              <a:gd name="T82" fmla="*/ 114300 w 45"/>
              <a:gd name="T83" fmla="*/ 44450 h 51"/>
              <a:gd name="T84" fmla="*/ 98425 w 45"/>
              <a:gd name="T85" fmla="*/ 69850 h 51"/>
              <a:gd name="T86" fmla="*/ 73025 w 45"/>
              <a:gd name="T87" fmla="*/ 85725 h 51"/>
              <a:gd name="T88" fmla="*/ 44450 w 45"/>
              <a:gd name="T89" fmla="*/ 152400 h 51"/>
              <a:gd name="T90" fmla="*/ 53975 w 45"/>
              <a:gd name="T91" fmla="*/ 146050 h 51"/>
              <a:gd name="T92" fmla="*/ 95250 w 45"/>
              <a:gd name="T93" fmla="*/ 146050 h 51"/>
              <a:gd name="T94" fmla="*/ 44450 w 45"/>
              <a:gd name="T95" fmla="*/ 152400 h 51"/>
              <a:gd name="T96" fmla="*/ 98425 w 45"/>
              <a:gd name="T97" fmla="*/ 88900 h 51"/>
              <a:gd name="T98" fmla="*/ 117475 w 45"/>
              <a:gd name="T99" fmla="*/ 69850 h 51"/>
              <a:gd name="T100" fmla="*/ 117475 w 45"/>
              <a:gd name="T101" fmla="*/ 79375 h 51"/>
              <a:gd name="T102" fmla="*/ 114300 w 45"/>
              <a:gd name="T103" fmla="*/ 85725 h 51"/>
              <a:gd name="T104" fmla="*/ 111125 w 45"/>
              <a:gd name="T105" fmla="*/ 88900 h 51"/>
              <a:gd name="T106" fmla="*/ 98425 w 45"/>
              <a:gd name="T107" fmla="*/ 88900 h 51"/>
              <a:gd name="T108" fmla="*/ 9525 w 45"/>
              <a:gd name="T109" fmla="*/ 82550 h 51"/>
              <a:gd name="T110" fmla="*/ 12700 w 45"/>
              <a:gd name="T111" fmla="*/ 82550 h 51"/>
              <a:gd name="T112" fmla="*/ 19050 w 45"/>
              <a:gd name="T113" fmla="*/ 85725 h 51"/>
              <a:gd name="T114" fmla="*/ 12700 w 45"/>
              <a:gd name="T115" fmla="*/ 92075 h 51"/>
              <a:gd name="T116" fmla="*/ 9525 w 45"/>
              <a:gd name="T117" fmla="*/ 85725 h 51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45" h="51">
                <a:moveTo>
                  <a:pt x="29" y="30"/>
                </a:moveTo>
                <a:cubicBezTo>
                  <a:pt x="29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1" y="31"/>
                  <a:pt x="32" y="31"/>
                  <a:pt x="33" y="31"/>
                </a:cubicBezTo>
                <a:cubicBezTo>
                  <a:pt x="34" y="31"/>
                  <a:pt x="35" y="31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0"/>
                  <a:pt x="37" y="29"/>
                  <a:pt x="3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9" y="28"/>
                  <a:pt x="39" y="27"/>
                  <a:pt x="39" y="26"/>
                </a:cubicBezTo>
                <a:cubicBezTo>
                  <a:pt x="39" y="26"/>
                  <a:pt x="39" y="26"/>
                  <a:pt x="39" y="26"/>
                </a:cubicBezTo>
                <a:cubicBezTo>
                  <a:pt x="40" y="25"/>
                  <a:pt x="40" y="24"/>
                  <a:pt x="40" y="24"/>
                </a:cubicBezTo>
                <a:cubicBezTo>
                  <a:pt x="40" y="23"/>
                  <a:pt x="40" y="22"/>
                  <a:pt x="39" y="21"/>
                </a:cubicBezTo>
                <a:cubicBezTo>
                  <a:pt x="39" y="21"/>
                  <a:pt x="39" y="21"/>
                  <a:pt x="39" y="21"/>
                </a:cubicBezTo>
                <a:cubicBezTo>
                  <a:pt x="39" y="20"/>
                  <a:pt x="39" y="20"/>
                  <a:pt x="39" y="20"/>
                </a:cubicBezTo>
                <a:cubicBezTo>
                  <a:pt x="44" y="15"/>
                  <a:pt x="44" y="15"/>
                  <a:pt x="44" y="15"/>
                </a:cubicBezTo>
                <a:cubicBezTo>
                  <a:pt x="45" y="14"/>
                  <a:pt x="45" y="13"/>
                  <a:pt x="44" y="12"/>
                </a:cubicBezTo>
                <a:cubicBezTo>
                  <a:pt x="44" y="12"/>
                  <a:pt x="44" y="11"/>
                  <a:pt x="43" y="11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ubicBezTo>
                  <a:pt x="30" y="9"/>
                  <a:pt x="30" y="9"/>
                  <a:pt x="30" y="9"/>
                </a:cubicBezTo>
                <a:cubicBezTo>
                  <a:pt x="27" y="5"/>
                  <a:pt x="27" y="5"/>
                  <a:pt x="27" y="5"/>
                </a:cubicBezTo>
                <a:cubicBezTo>
                  <a:pt x="23" y="1"/>
                  <a:pt x="23" y="1"/>
                  <a:pt x="23" y="1"/>
                </a:cubicBezTo>
                <a:cubicBezTo>
                  <a:pt x="22" y="0"/>
                  <a:pt x="21" y="0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0" y="11"/>
                  <a:pt x="10" y="11"/>
                  <a:pt x="10" y="11"/>
                </a:cubicBezTo>
                <a:cubicBezTo>
                  <a:pt x="9" y="12"/>
                  <a:pt x="9" y="13"/>
                  <a:pt x="10" y="14"/>
                </a:cubicBezTo>
                <a:cubicBezTo>
                  <a:pt x="13" y="16"/>
                  <a:pt x="13" y="16"/>
                  <a:pt x="13" y="16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5" y="24"/>
                  <a:pt x="5" y="23"/>
                  <a:pt x="4" y="23"/>
                </a:cubicBezTo>
                <a:cubicBezTo>
                  <a:pt x="3" y="23"/>
                  <a:pt x="2" y="24"/>
                  <a:pt x="2" y="25"/>
                </a:cubicBezTo>
                <a:cubicBezTo>
                  <a:pt x="1" y="25"/>
                  <a:pt x="0" y="26"/>
                  <a:pt x="0" y="27"/>
                </a:cubicBezTo>
                <a:cubicBezTo>
                  <a:pt x="0" y="29"/>
                  <a:pt x="1" y="30"/>
                  <a:pt x="2" y="30"/>
                </a:cubicBezTo>
                <a:cubicBezTo>
                  <a:pt x="2" y="31"/>
                  <a:pt x="3" y="31"/>
                  <a:pt x="4" y="31"/>
                </a:cubicBezTo>
                <a:cubicBezTo>
                  <a:pt x="5" y="31"/>
                  <a:pt x="5" y="31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17" y="42"/>
                  <a:pt x="17" y="42"/>
                  <a:pt x="17" y="42"/>
                </a:cubicBezTo>
                <a:cubicBezTo>
                  <a:pt x="16" y="42"/>
                  <a:pt x="16" y="43"/>
                  <a:pt x="16" y="43"/>
                </a:cubicBezTo>
                <a:cubicBezTo>
                  <a:pt x="13" y="44"/>
                  <a:pt x="11" y="45"/>
                  <a:pt x="9" y="47"/>
                </a:cubicBezTo>
                <a:cubicBezTo>
                  <a:pt x="8" y="48"/>
                  <a:pt x="8" y="49"/>
                  <a:pt x="9" y="50"/>
                </a:cubicBezTo>
                <a:cubicBezTo>
                  <a:pt x="10" y="51"/>
                  <a:pt x="10" y="51"/>
                  <a:pt x="11" y="51"/>
                </a:cubicBezTo>
                <a:cubicBezTo>
                  <a:pt x="11" y="51"/>
                  <a:pt x="11" y="51"/>
                  <a:pt x="11" y="51"/>
                </a:cubicBezTo>
                <a:cubicBezTo>
                  <a:pt x="11" y="51"/>
                  <a:pt x="11" y="51"/>
                  <a:pt x="11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7" y="51"/>
                  <a:pt x="38" y="51"/>
                  <a:pt x="38" y="50"/>
                </a:cubicBezTo>
                <a:cubicBezTo>
                  <a:pt x="39" y="49"/>
                  <a:pt x="39" y="48"/>
                  <a:pt x="38" y="47"/>
                </a:cubicBezTo>
                <a:cubicBezTo>
                  <a:pt x="36" y="45"/>
                  <a:pt x="34" y="44"/>
                  <a:pt x="31" y="43"/>
                </a:cubicBezTo>
                <a:cubicBezTo>
                  <a:pt x="29" y="42"/>
                  <a:pt x="26" y="41"/>
                  <a:pt x="24" y="41"/>
                </a:cubicBezTo>
                <a:cubicBezTo>
                  <a:pt x="23" y="41"/>
                  <a:pt x="22" y="41"/>
                  <a:pt x="21" y="41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8"/>
                  <a:pt x="8" y="28"/>
                  <a:pt x="8" y="27"/>
                </a:cubicBezTo>
                <a:cubicBezTo>
                  <a:pt x="8" y="27"/>
                  <a:pt x="8" y="27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16" y="19"/>
                  <a:pt x="16" y="19"/>
                  <a:pt x="16" y="19"/>
                </a:cubicBezTo>
                <a:cubicBezTo>
                  <a:pt x="18" y="21"/>
                  <a:pt x="18" y="21"/>
                  <a:pt x="18" y="21"/>
                </a:cubicBezTo>
                <a:cubicBezTo>
                  <a:pt x="19" y="27"/>
                  <a:pt x="19" y="27"/>
                  <a:pt x="19" y="27"/>
                </a:cubicBezTo>
                <a:cubicBezTo>
                  <a:pt x="20" y="34"/>
                  <a:pt x="20" y="34"/>
                  <a:pt x="20" y="34"/>
                </a:cubicBezTo>
                <a:cubicBezTo>
                  <a:pt x="21" y="35"/>
                  <a:pt x="22" y="36"/>
                  <a:pt x="23" y="36"/>
                </a:cubicBezTo>
                <a:cubicBezTo>
                  <a:pt x="23" y="36"/>
                  <a:pt x="23" y="36"/>
                  <a:pt x="24" y="35"/>
                </a:cubicBezTo>
                <a:cubicBezTo>
                  <a:pt x="29" y="30"/>
                  <a:pt x="29" y="30"/>
                  <a:pt x="29" y="30"/>
                </a:cubicBezTo>
                <a:close/>
                <a:moveTo>
                  <a:pt x="27" y="11"/>
                </a:moveTo>
                <a:cubicBezTo>
                  <a:pt x="27" y="11"/>
                  <a:pt x="27" y="11"/>
                  <a:pt x="27" y="11"/>
                </a:cubicBezTo>
                <a:cubicBezTo>
                  <a:pt x="20" y="18"/>
                  <a:pt x="20" y="18"/>
                  <a:pt x="20" y="18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4" y="12"/>
                  <a:pt x="14" y="12"/>
                  <a:pt x="14" y="12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21" y="5"/>
                  <a:pt x="21" y="5"/>
                  <a:pt x="21" y="5"/>
                </a:cubicBezTo>
                <a:cubicBezTo>
                  <a:pt x="24" y="8"/>
                  <a:pt x="24" y="8"/>
                  <a:pt x="24" y="8"/>
                </a:cubicBezTo>
                <a:cubicBezTo>
                  <a:pt x="27" y="11"/>
                  <a:pt x="27" y="11"/>
                  <a:pt x="27" y="11"/>
                </a:cubicBezTo>
                <a:close/>
                <a:moveTo>
                  <a:pt x="22" y="20"/>
                </a:moveTo>
                <a:cubicBezTo>
                  <a:pt x="22" y="20"/>
                  <a:pt x="22" y="20"/>
                  <a:pt x="22" y="20"/>
                </a:cubicBezTo>
                <a:cubicBezTo>
                  <a:pt x="29" y="12"/>
                  <a:pt x="29" y="12"/>
                  <a:pt x="29" y="12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39" y="14"/>
                  <a:pt x="39" y="14"/>
                  <a:pt x="39" y="14"/>
                </a:cubicBezTo>
                <a:cubicBezTo>
                  <a:pt x="31" y="22"/>
                  <a:pt x="31" y="22"/>
                  <a:pt x="31" y="22"/>
                </a:cubicBezTo>
                <a:cubicBezTo>
                  <a:pt x="24" y="30"/>
                  <a:pt x="24" y="30"/>
                  <a:pt x="24" y="30"/>
                </a:cubicBezTo>
                <a:cubicBezTo>
                  <a:pt x="23" y="27"/>
                  <a:pt x="23" y="27"/>
                  <a:pt x="23" y="27"/>
                </a:cubicBezTo>
                <a:cubicBezTo>
                  <a:pt x="22" y="20"/>
                  <a:pt x="22" y="20"/>
                  <a:pt x="22" y="20"/>
                </a:cubicBezTo>
                <a:close/>
                <a:moveTo>
                  <a:pt x="14" y="48"/>
                </a:moveTo>
                <a:cubicBezTo>
                  <a:pt x="14" y="48"/>
                  <a:pt x="14" y="48"/>
                  <a:pt x="14" y="48"/>
                </a:cubicBezTo>
                <a:cubicBezTo>
                  <a:pt x="15" y="47"/>
                  <a:pt x="16" y="47"/>
                  <a:pt x="17" y="46"/>
                </a:cubicBezTo>
                <a:cubicBezTo>
                  <a:pt x="19" y="45"/>
                  <a:pt x="21" y="45"/>
                  <a:pt x="24" y="45"/>
                </a:cubicBezTo>
                <a:cubicBezTo>
                  <a:pt x="26" y="45"/>
                  <a:pt x="28" y="45"/>
                  <a:pt x="30" y="46"/>
                </a:cubicBezTo>
                <a:cubicBezTo>
                  <a:pt x="31" y="47"/>
                  <a:pt x="32" y="47"/>
                  <a:pt x="33" y="48"/>
                </a:cubicBezTo>
                <a:cubicBezTo>
                  <a:pt x="14" y="48"/>
                  <a:pt x="14" y="48"/>
                  <a:pt x="14" y="48"/>
                </a:cubicBezTo>
                <a:close/>
                <a:moveTo>
                  <a:pt x="31" y="28"/>
                </a:moveTo>
                <a:cubicBezTo>
                  <a:pt x="31" y="28"/>
                  <a:pt x="31" y="28"/>
                  <a:pt x="31" y="28"/>
                </a:cubicBezTo>
                <a:cubicBezTo>
                  <a:pt x="34" y="25"/>
                  <a:pt x="34" y="25"/>
                  <a:pt x="34" y="25"/>
                </a:cubicBezTo>
                <a:cubicBezTo>
                  <a:pt x="37" y="22"/>
                  <a:pt x="37" y="22"/>
                  <a:pt x="37" y="22"/>
                </a:cubicBezTo>
                <a:cubicBezTo>
                  <a:pt x="38" y="22"/>
                  <a:pt x="38" y="23"/>
                  <a:pt x="38" y="24"/>
                </a:cubicBezTo>
                <a:cubicBezTo>
                  <a:pt x="38" y="24"/>
                  <a:pt x="38" y="25"/>
                  <a:pt x="37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26"/>
                  <a:pt x="37" y="27"/>
                  <a:pt x="36" y="27"/>
                </a:cubicBezTo>
                <a:cubicBezTo>
                  <a:pt x="36" y="28"/>
                  <a:pt x="35" y="28"/>
                  <a:pt x="35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4" y="28"/>
                  <a:pt x="33" y="29"/>
                  <a:pt x="33" y="29"/>
                </a:cubicBezTo>
                <a:cubicBezTo>
                  <a:pt x="32" y="29"/>
                  <a:pt x="31" y="28"/>
                  <a:pt x="31" y="28"/>
                </a:cubicBezTo>
                <a:cubicBezTo>
                  <a:pt x="31" y="28"/>
                  <a:pt x="31" y="28"/>
                  <a:pt x="31" y="28"/>
                </a:cubicBezTo>
                <a:close/>
                <a:moveTo>
                  <a:pt x="3" y="26"/>
                </a:moveTo>
                <a:cubicBezTo>
                  <a:pt x="3" y="26"/>
                  <a:pt x="3" y="26"/>
                  <a:pt x="3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5" y="26"/>
                  <a:pt x="5" y="26"/>
                  <a:pt x="6" y="26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8"/>
                  <a:pt x="6" y="28"/>
                  <a:pt x="6" y="29"/>
                </a:cubicBezTo>
                <a:cubicBezTo>
                  <a:pt x="5" y="29"/>
                  <a:pt x="5" y="29"/>
                  <a:pt x="4" y="29"/>
                </a:cubicBezTo>
                <a:cubicBezTo>
                  <a:pt x="4" y="29"/>
                  <a:pt x="4" y="29"/>
                  <a:pt x="3" y="29"/>
                </a:cubicBezTo>
                <a:cubicBezTo>
                  <a:pt x="3" y="28"/>
                  <a:pt x="3" y="28"/>
                  <a:pt x="3" y="27"/>
                </a:cubicBezTo>
                <a:cubicBezTo>
                  <a:pt x="3" y="27"/>
                  <a:pt x="3" y="27"/>
                  <a:pt x="3" y="2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45" name="Freeform 179">
            <a:extLst>
              <a:ext uri="{FF2B5EF4-FFF2-40B4-BE49-F238E27FC236}">
                <a16:creationId xmlns:a16="http://schemas.microsoft.com/office/drawing/2014/main" id="{DBD5A027-21EC-3CA1-A347-A4CBB0C6F9BB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3907815"/>
            <a:ext cx="215900" cy="190500"/>
          </a:xfrm>
          <a:custGeom>
            <a:avLst/>
            <a:gdLst>
              <a:gd name="T0" fmla="*/ 104775 w 51"/>
              <a:gd name="T1" fmla="*/ 98425 h 45"/>
              <a:gd name="T2" fmla="*/ 104775 w 51"/>
              <a:gd name="T3" fmla="*/ 85725 h 45"/>
              <a:gd name="T4" fmla="*/ 101600 w 51"/>
              <a:gd name="T5" fmla="*/ 66675 h 45"/>
              <a:gd name="T6" fmla="*/ 82550 w 51"/>
              <a:gd name="T7" fmla="*/ 57150 h 45"/>
              <a:gd name="T8" fmla="*/ 104775 w 51"/>
              <a:gd name="T9" fmla="*/ 60325 h 45"/>
              <a:gd name="T10" fmla="*/ 114300 w 51"/>
              <a:gd name="T11" fmla="*/ 88900 h 45"/>
              <a:gd name="T12" fmla="*/ 82550 w 51"/>
              <a:gd name="T13" fmla="*/ 0 h 45"/>
              <a:gd name="T14" fmla="*/ 92075 w 51"/>
              <a:gd name="T15" fmla="*/ 3175 h 45"/>
              <a:gd name="T16" fmla="*/ 95250 w 51"/>
              <a:gd name="T17" fmla="*/ 25400 h 45"/>
              <a:gd name="T18" fmla="*/ 161925 w 51"/>
              <a:gd name="T19" fmla="*/ 28575 h 45"/>
              <a:gd name="T20" fmla="*/ 149225 w 51"/>
              <a:gd name="T21" fmla="*/ 34925 h 45"/>
              <a:gd name="T22" fmla="*/ 155575 w 51"/>
              <a:gd name="T23" fmla="*/ 133350 h 45"/>
              <a:gd name="T24" fmla="*/ 155575 w 51"/>
              <a:gd name="T25" fmla="*/ 142875 h 45"/>
              <a:gd name="T26" fmla="*/ 0 w 51"/>
              <a:gd name="T27" fmla="*/ 139700 h 45"/>
              <a:gd name="T28" fmla="*/ 12700 w 51"/>
              <a:gd name="T29" fmla="*/ 133350 h 45"/>
              <a:gd name="T30" fmla="*/ 6350 w 51"/>
              <a:gd name="T31" fmla="*/ 34925 h 45"/>
              <a:gd name="T32" fmla="*/ 6350 w 51"/>
              <a:gd name="T33" fmla="*/ 25400 h 45"/>
              <a:gd name="T34" fmla="*/ 63500 w 51"/>
              <a:gd name="T35" fmla="*/ 15875 h 45"/>
              <a:gd name="T36" fmla="*/ 82550 w 51"/>
              <a:gd name="T37" fmla="*/ 0 h 45"/>
              <a:gd name="T38" fmla="*/ 85725 w 51"/>
              <a:gd name="T39" fmla="*/ 9525 h 45"/>
              <a:gd name="T40" fmla="*/ 76200 w 51"/>
              <a:gd name="T41" fmla="*/ 9525 h 45"/>
              <a:gd name="T42" fmla="*/ 76200 w 51"/>
              <a:gd name="T43" fmla="*/ 22225 h 45"/>
              <a:gd name="T44" fmla="*/ 82550 w 51"/>
              <a:gd name="T45" fmla="*/ 25400 h 45"/>
              <a:gd name="T46" fmla="*/ 85725 w 51"/>
              <a:gd name="T47" fmla="*/ 22225 h 45"/>
              <a:gd name="T48" fmla="*/ 85725 w 51"/>
              <a:gd name="T49" fmla="*/ 9525 h 45"/>
              <a:gd name="T50" fmla="*/ 19050 w 51"/>
              <a:gd name="T51" fmla="*/ 34925 h 45"/>
              <a:gd name="T52" fmla="*/ 142875 w 51"/>
              <a:gd name="T53" fmla="*/ 133350 h 45"/>
              <a:gd name="T54" fmla="*/ 19050 w 51"/>
              <a:gd name="T55" fmla="*/ 34925 h 45"/>
              <a:gd name="T56" fmla="*/ 79375 w 51"/>
              <a:gd name="T57" fmla="*/ 85725 h 45"/>
              <a:gd name="T58" fmla="*/ 101600 w 51"/>
              <a:gd name="T59" fmla="*/ 101600 h 45"/>
              <a:gd name="T60" fmla="*/ 88900 w 51"/>
              <a:gd name="T61" fmla="*/ 111125 h 45"/>
              <a:gd name="T62" fmla="*/ 57150 w 51"/>
              <a:gd name="T63" fmla="*/ 107950 h 45"/>
              <a:gd name="T64" fmla="*/ 57150 w 51"/>
              <a:gd name="T65" fmla="*/ 66675 h 45"/>
              <a:gd name="T66" fmla="*/ 79375 w 51"/>
              <a:gd name="T67" fmla="*/ 60325 h 45"/>
              <a:gd name="T68" fmla="*/ 79375 w 51"/>
              <a:gd name="T69" fmla="*/ 85725 h 45"/>
              <a:gd name="T70" fmla="*/ 92075 w 51"/>
              <a:gd name="T71" fmla="*/ 101600 h 45"/>
              <a:gd name="T72" fmla="*/ 73025 w 51"/>
              <a:gd name="T73" fmla="*/ 85725 h 45"/>
              <a:gd name="T74" fmla="*/ 60325 w 51"/>
              <a:gd name="T75" fmla="*/ 73025 h 45"/>
              <a:gd name="T76" fmla="*/ 60325 w 51"/>
              <a:gd name="T77" fmla="*/ 101600 h 45"/>
              <a:gd name="T78" fmla="*/ 85725 w 51"/>
              <a:gd name="T79" fmla="*/ 104775 h 45"/>
              <a:gd name="T80" fmla="*/ 92075 w 51"/>
              <a:gd name="T81" fmla="*/ 101600 h 45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1" h="45">
                <a:moveTo>
                  <a:pt x="35" y="30"/>
                </a:moveTo>
                <a:cubicBezTo>
                  <a:pt x="35" y="31"/>
                  <a:pt x="34" y="31"/>
                  <a:pt x="33" y="31"/>
                </a:cubicBezTo>
                <a:cubicBezTo>
                  <a:pt x="33" y="30"/>
                  <a:pt x="33" y="30"/>
                  <a:pt x="33" y="29"/>
                </a:cubicBezTo>
                <a:cubicBezTo>
                  <a:pt x="33" y="29"/>
                  <a:pt x="33" y="28"/>
                  <a:pt x="33" y="27"/>
                </a:cubicBezTo>
                <a:cubicBezTo>
                  <a:pt x="34" y="27"/>
                  <a:pt x="34" y="26"/>
                  <a:pt x="34" y="26"/>
                </a:cubicBezTo>
                <a:cubicBezTo>
                  <a:pt x="34" y="24"/>
                  <a:pt x="33" y="22"/>
                  <a:pt x="32" y="21"/>
                </a:cubicBezTo>
                <a:cubicBezTo>
                  <a:pt x="31" y="20"/>
                  <a:pt x="29" y="19"/>
                  <a:pt x="27" y="19"/>
                </a:cubicBezTo>
                <a:cubicBezTo>
                  <a:pt x="26" y="19"/>
                  <a:pt x="26" y="19"/>
                  <a:pt x="26" y="18"/>
                </a:cubicBezTo>
                <a:cubicBezTo>
                  <a:pt x="26" y="17"/>
                  <a:pt x="26" y="17"/>
                  <a:pt x="27" y="17"/>
                </a:cubicBezTo>
                <a:cubicBezTo>
                  <a:pt x="30" y="17"/>
                  <a:pt x="32" y="18"/>
                  <a:pt x="33" y="19"/>
                </a:cubicBezTo>
                <a:cubicBezTo>
                  <a:pt x="35" y="21"/>
                  <a:pt x="36" y="23"/>
                  <a:pt x="36" y="26"/>
                </a:cubicBezTo>
                <a:cubicBezTo>
                  <a:pt x="36" y="27"/>
                  <a:pt x="36" y="27"/>
                  <a:pt x="36" y="28"/>
                </a:cubicBezTo>
                <a:cubicBezTo>
                  <a:pt x="36" y="29"/>
                  <a:pt x="35" y="29"/>
                  <a:pt x="35" y="30"/>
                </a:cubicBezTo>
                <a:close/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27" y="0"/>
                  <a:pt x="28" y="0"/>
                  <a:pt x="29" y="1"/>
                </a:cubicBezTo>
                <a:cubicBezTo>
                  <a:pt x="30" y="2"/>
                  <a:pt x="31" y="3"/>
                  <a:pt x="31" y="5"/>
                </a:cubicBezTo>
                <a:cubicBezTo>
                  <a:pt x="31" y="6"/>
                  <a:pt x="30" y="7"/>
                  <a:pt x="30" y="8"/>
                </a:cubicBezTo>
                <a:cubicBezTo>
                  <a:pt x="49" y="8"/>
                  <a:pt x="49" y="8"/>
                  <a:pt x="49" y="8"/>
                </a:cubicBezTo>
                <a:cubicBezTo>
                  <a:pt x="50" y="8"/>
                  <a:pt x="51" y="8"/>
                  <a:pt x="51" y="9"/>
                </a:cubicBezTo>
                <a:cubicBezTo>
                  <a:pt x="51" y="11"/>
                  <a:pt x="50" y="11"/>
                  <a:pt x="49" y="11"/>
                </a:cubicBezTo>
                <a:cubicBezTo>
                  <a:pt x="47" y="11"/>
                  <a:pt x="47" y="11"/>
                  <a:pt x="47" y="11"/>
                </a:cubicBezTo>
                <a:cubicBezTo>
                  <a:pt x="47" y="42"/>
                  <a:pt x="47" y="42"/>
                  <a:pt x="47" y="42"/>
                </a:cubicBezTo>
                <a:cubicBezTo>
                  <a:pt x="49" y="42"/>
                  <a:pt x="49" y="42"/>
                  <a:pt x="49" y="42"/>
                </a:cubicBezTo>
                <a:cubicBezTo>
                  <a:pt x="50" y="42"/>
                  <a:pt x="51" y="42"/>
                  <a:pt x="51" y="44"/>
                </a:cubicBezTo>
                <a:cubicBezTo>
                  <a:pt x="51" y="45"/>
                  <a:pt x="50" y="45"/>
                  <a:pt x="49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5"/>
                  <a:pt x="0" y="44"/>
                </a:cubicBezTo>
                <a:cubicBezTo>
                  <a:pt x="0" y="42"/>
                  <a:pt x="1" y="42"/>
                  <a:pt x="2" y="42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11"/>
                  <a:pt x="4" y="11"/>
                  <a:pt x="4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1" y="11"/>
                  <a:pt x="0" y="11"/>
                  <a:pt x="0" y="9"/>
                </a:cubicBezTo>
                <a:cubicBezTo>
                  <a:pt x="0" y="8"/>
                  <a:pt x="1" y="8"/>
                  <a:pt x="2" y="8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7"/>
                  <a:pt x="20" y="6"/>
                  <a:pt x="20" y="5"/>
                </a:cubicBezTo>
                <a:cubicBezTo>
                  <a:pt x="20" y="3"/>
                  <a:pt x="21" y="2"/>
                  <a:pt x="22" y="1"/>
                </a:cubicBezTo>
                <a:cubicBezTo>
                  <a:pt x="23" y="0"/>
                  <a:pt x="24" y="0"/>
                  <a:pt x="26" y="0"/>
                </a:cubicBezTo>
                <a:close/>
                <a:moveTo>
                  <a:pt x="27" y="3"/>
                </a:moveTo>
                <a:cubicBezTo>
                  <a:pt x="27" y="3"/>
                  <a:pt x="27" y="3"/>
                  <a:pt x="27" y="3"/>
                </a:cubicBezTo>
                <a:cubicBezTo>
                  <a:pt x="27" y="2"/>
                  <a:pt x="26" y="2"/>
                  <a:pt x="26" y="2"/>
                </a:cubicBezTo>
                <a:cubicBezTo>
                  <a:pt x="25" y="2"/>
                  <a:pt x="24" y="2"/>
                  <a:pt x="24" y="3"/>
                </a:cubicBezTo>
                <a:cubicBezTo>
                  <a:pt x="23" y="3"/>
                  <a:pt x="23" y="4"/>
                  <a:pt x="23" y="5"/>
                </a:cubicBezTo>
                <a:cubicBezTo>
                  <a:pt x="23" y="6"/>
                  <a:pt x="23" y="6"/>
                  <a:pt x="24" y="7"/>
                </a:cubicBezTo>
                <a:cubicBezTo>
                  <a:pt x="24" y="7"/>
                  <a:pt x="25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7" y="7"/>
                  <a:pt x="27" y="7"/>
                </a:cubicBezTo>
                <a:cubicBezTo>
                  <a:pt x="28" y="6"/>
                  <a:pt x="28" y="6"/>
                  <a:pt x="28" y="5"/>
                </a:cubicBezTo>
                <a:cubicBezTo>
                  <a:pt x="28" y="4"/>
                  <a:pt x="28" y="3"/>
                  <a:pt x="27" y="3"/>
                </a:cubicBezTo>
                <a:close/>
                <a:moveTo>
                  <a:pt x="6" y="11"/>
                </a:moveTo>
                <a:cubicBezTo>
                  <a:pt x="6" y="11"/>
                  <a:pt x="6" y="11"/>
                  <a:pt x="6" y="11"/>
                </a:cubicBezTo>
                <a:cubicBezTo>
                  <a:pt x="6" y="42"/>
                  <a:pt x="6" y="42"/>
                  <a:pt x="6" y="42"/>
                </a:cubicBezTo>
                <a:cubicBezTo>
                  <a:pt x="45" y="42"/>
                  <a:pt x="45" y="42"/>
                  <a:pt x="45" y="42"/>
                </a:cubicBezTo>
                <a:cubicBezTo>
                  <a:pt x="45" y="11"/>
                  <a:pt x="45" y="11"/>
                  <a:pt x="45" y="11"/>
                </a:cubicBezTo>
                <a:cubicBezTo>
                  <a:pt x="6" y="11"/>
                  <a:pt x="6" y="11"/>
                  <a:pt x="6" y="11"/>
                </a:cubicBezTo>
                <a:close/>
                <a:moveTo>
                  <a:pt x="25" y="27"/>
                </a:moveTo>
                <a:cubicBezTo>
                  <a:pt x="25" y="27"/>
                  <a:pt x="25" y="27"/>
                  <a:pt x="25" y="27"/>
                </a:cubicBezTo>
                <a:cubicBezTo>
                  <a:pt x="31" y="30"/>
                  <a:pt x="31" y="30"/>
                  <a:pt x="31" y="30"/>
                </a:cubicBezTo>
                <a:cubicBezTo>
                  <a:pt x="32" y="30"/>
                  <a:pt x="32" y="31"/>
                  <a:pt x="32" y="32"/>
                </a:cubicBezTo>
                <a:cubicBezTo>
                  <a:pt x="31" y="33"/>
                  <a:pt x="30" y="34"/>
                  <a:pt x="28" y="35"/>
                </a:cubicBezTo>
                <a:cubicBezTo>
                  <a:pt x="28" y="35"/>
                  <a:pt x="28" y="35"/>
                  <a:pt x="28" y="35"/>
                </a:cubicBezTo>
                <a:cubicBezTo>
                  <a:pt x="27" y="36"/>
                  <a:pt x="26" y="36"/>
                  <a:pt x="24" y="36"/>
                </a:cubicBezTo>
                <a:cubicBezTo>
                  <a:pt x="22" y="36"/>
                  <a:pt x="19" y="35"/>
                  <a:pt x="18" y="34"/>
                </a:cubicBezTo>
                <a:cubicBezTo>
                  <a:pt x="16" y="32"/>
                  <a:pt x="15" y="30"/>
                  <a:pt x="15" y="27"/>
                </a:cubicBezTo>
                <a:cubicBezTo>
                  <a:pt x="15" y="25"/>
                  <a:pt x="16" y="23"/>
                  <a:pt x="18" y="21"/>
                </a:cubicBezTo>
                <a:cubicBezTo>
                  <a:pt x="19" y="19"/>
                  <a:pt x="22" y="18"/>
                  <a:pt x="24" y="18"/>
                </a:cubicBezTo>
                <a:cubicBezTo>
                  <a:pt x="25" y="18"/>
                  <a:pt x="25" y="19"/>
                  <a:pt x="25" y="19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27"/>
                  <a:pt x="25" y="27"/>
                  <a:pt x="25" y="27"/>
                </a:cubicBezTo>
                <a:close/>
                <a:moveTo>
                  <a:pt x="29" y="32"/>
                </a:moveTo>
                <a:cubicBezTo>
                  <a:pt x="29" y="32"/>
                  <a:pt x="29" y="32"/>
                  <a:pt x="29" y="32"/>
                </a:cubicBezTo>
                <a:cubicBezTo>
                  <a:pt x="24" y="28"/>
                  <a:pt x="24" y="28"/>
                  <a:pt x="24" y="28"/>
                </a:cubicBezTo>
                <a:cubicBezTo>
                  <a:pt x="23" y="28"/>
                  <a:pt x="23" y="28"/>
                  <a:pt x="23" y="27"/>
                </a:cubicBezTo>
                <a:cubicBezTo>
                  <a:pt x="23" y="21"/>
                  <a:pt x="23" y="21"/>
                  <a:pt x="23" y="21"/>
                </a:cubicBezTo>
                <a:cubicBezTo>
                  <a:pt x="21" y="21"/>
                  <a:pt x="20" y="22"/>
                  <a:pt x="19" y="23"/>
                </a:cubicBezTo>
                <a:cubicBezTo>
                  <a:pt x="18" y="24"/>
                  <a:pt x="17" y="25"/>
                  <a:pt x="17" y="27"/>
                </a:cubicBezTo>
                <a:cubicBezTo>
                  <a:pt x="17" y="29"/>
                  <a:pt x="18" y="31"/>
                  <a:pt x="19" y="32"/>
                </a:cubicBezTo>
                <a:cubicBezTo>
                  <a:pt x="21" y="33"/>
                  <a:pt x="22" y="34"/>
                  <a:pt x="24" y="34"/>
                </a:cubicBezTo>
                <a:cubicBezTo>
                  <a:pt x="25" y="34"/>
                  <a:pt x="26" y="34"/>
                  <a:pt x="27" y="33"/>
                </a:cubicBezTo>
                <a:cubicBezTo>
                  <a:pt x="27" y="33"/>
                  <a:pt x="27" y="33"/>
                  <a:pt x="27" y="33"/>
                </a:cubicBezTo>
                <a:cubicBezTo>
                  <a:pt x="28" y="33"/>
                  <a:pt x="29" y="32"/>
                  <a:pt x="29" y="3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46" name="Freeform 180">
            <a:extLst>
              <a:ext uri="{FF2B5EF4-FFF2-40B4-BE49-F238E27FC236}">
                <a16:creationId xmlns:a16="http://schemas.microsoft.com/office/drawing/2014/main" id="{71DDA62D-760D-22C7-6E81-7A315BBB5FA1}"/>
              </a:ext>
            </a:extLst>
          </p:cNvPr>
          <p:cNvSpPr>
            <a:spLocks noEditPoints="1"/>
          </p:cNvSpPr>
          <p:nvPr/>
        </p:nvSpPr>
        <p:spPr bwMode="auto">
          <a:xfrm>
            <a:off x="2399701" y="3916281"/>
            <a:ext cx="215900" cy="173567"/>
          </a:xfrm>
          <a:custGeom>
            <a:avLst/>
            <a:gdLst>
              <a:gd name="T0" fmla="*/ 50800 w 51"/>
              <a:gd name="T1" fmla="*/ 34925 h 41"/>
              <a:gd name="T2" fmla="*/ 85725 w 51"/>
              <a:gd name="T3" fmla="*/ 41275 h 41"/>
              <a:gd name="T4" fmla="*/ 34925 w 51"/>
              <a:gd name="T5" fmla="*/ 3175 h 41"/>
              <a:gd name="T6" fmla="*/ 50800 w 51"/>
              <a:gd name="T7" fmla="*/ 0 h 41"/>
              <a:gd name="T8" fmla="*/ 57150 w 51"/>
              <a:gd name="T9" fmla="*/ 3175 h 41"/>
              <a:gd name="T10" fmla="*/ 73025 w 51"/>
              <a:gd name="T11" fmla="*/ 0 h 41"/>
              <a:gd name="T12" fmla="*/ 76200 w 51"/>
              <a:gd name="T13" fmla="*/ 3175 h 41"/>
              <a:gd name="T14" fmla="*/ 92075 w 51"/>
              <a:gd name="T15" fmla="*/ 0 h 41"/>
              <a:gd name="T16" fmla="*/ 98425 w 51"/>
              <a:gd name="T17" fmla="*/ 3175 h 41"/>
              <a:gd name="T18" fmla="*/ 114300 w 51"/>
              <a:gd name="T19" fmla="*/ 0 h 41"/>
              <a:gd name="T20" fmla="*/ 117475 w 51"/>
              <a:gd name="T21" fmla="*/ 3175 h 41"/>
              <a:gd name="T22" fmla="*/ 133350 w 51"/>
              <a:gd name="T23" fmla="*/ 0 h 41"/>
              <a:gd name="T24" fmla="*/ 139700 w 51"/>
              <a:gd name="T25" fmla="*/ 3175 h 41"/>
              <a:gd name="T26" fmla="*/ 158750 w 51"/>
              <a:gd name="T27" fmla="*/ 3175 h 41"/>
              <a:gd name="T28" fmla="*/ 161925 w 51"/>
              <a:gd name="T29" fmla="*/ 123825 h 41"/>
              <a:gd name="T30" fmla="*/ 31750 w 51"/>
              <a:gd name="T31" fmla="*/ 130175 h 41"/>
              <a:gd name="T32" fmla="*/ 3175 w 51"/>
              <a:gd name="T33" fmla="*/ 47625 h 41"/>
              <a:gd name="T34" fmla="*/ 25400 w 51"/>
              <a:gd name="T35" fmla="*/ 6350 h 41"/>
              <a:gd name="T36" fmla="*/ 47625 w 51"/>
              <a:gd name="T37" fmla="*/ 22225 h 41"/>
              <a:gd name="T38" fmla="*/ 47625 w 51"/>
              <a:gd name="T39" fmla="*/ 22225 h 41"/>
              <a:gd name="T40" fmla="*/ 38100 w 51"/>
              <a:gd name="T41" fmla="*/ 117475 h 41"/>
              <a:gd name="T42" fmla="*/ 139700 w 51"/>
              <a:gd name="T43" fmla="*/ 22225 h 41"/>
              <a:gd name="T44" fmla="*/ 127000 w 51"/>
              <a:gd name="T45" fmla="*/ 22225 h 41"/>
              <a:gd name="T46" fmla="*/ 114300 w 51"/>
              <a:gd name="T47" fmla="*/ 15875 h 41"/>
              <a:gd name="T48" fmla="*/ 107950 w 51"/>
              <a:gd name="T49" fmla="*/ 22225 h 41"/>
              <a:gd name="T50" fmla="*/ 88900 w 51"/>
              <a:gd name="T51" fmla="*/ 22225 h 41"/>
              <a:gd name="T52" fmla="*/ 79375 w 51"/>
              <a:gd name="T53" fmla="*/ 22225 h 41"/>
              <a:gd name="T54" fmla="*/ 66675 w 51"/>
              <a:gd name="T55" fmla="*/ 22225 h 41"/>
              <a:gd name="T56" fmla="*/ 50800 w 51"/>
              <a:gd name="T57" fmla="*/ 15875 h 41"/>
              <a:gd name="T58" fmla="*/ 25400 w 51"/>
              <a:gd name="T59" fmla="*/ 82550 h 41"/>
              <a:gd name="T60" fmla="*/ 25400 w 51"/>
              <a:gd name="T61" fmla="*/ 82550 h 41"/>
              <a:gd name="T62" fmla="*/ 101600 w 51"/>
              <a:gd name="T63" fmla="*/ 34925 h 41"/>
              <a:gd name="T64" fmla="*/ 139700 w 51"/>
              <a:gd name="T65" fmla="*/ 38100 h 41"/>
              <a:gd name="T66" fmla="*/ 136525 w 51"/>
              <a:gd name="T67" fmla="*/ 82550 h 41"/>
              <a:gd name="T68" fmla="*/ 98425 w 51"/>
              <a:gd name="T69" fmla="*/ 76200 h 41"/>
              <a:gd name="T70" fmla="*/ 133350 w 51"/>
              <a:gd name="T71" fmla="*/ 41275 h 41"/>
              <a:gd name="T72" fmla="*/ 104775 w 51"/>
              <a:gd name="T73" fmla="*/ 73025 h 41"/>
              <a:gd name="T74" fmla="*/ 50800 w 51"/>
              <a:gd name="T75" fmla="*/ 53975 h 41"/>
              <a:gd name="T76" fmla="*/ 50800 w 51"/>
              <a:gd name="T77" fmla="*/ 47625 h 41"/>
              <a:gd name="T78" fmla="*/ 85725 w 51"/>
              <a:gd name="T79" fmla="*/ 53975 h 41"/>
              <a:gd name="T80" fmla="*/ 50800 w 51"/>
              <a:gd name="T81" fmla="*/ 66675 h 41"/>
              <a:gd name="T82" fmla="*/ 85725 w 51"/>
              <a:gd name="T83" fmla="*/ 60325 h 41"/>
              <a:gd name="T84" fmla="*/ 50800 w 51"/>
              <a:gd name="T85" fmla="*/ 66675 h 41"/>
              <a:gd name="T86" fmla="*/ 47625 w 51"/>
              <a:gd name="T87" fmla="*/ 76200 h 41"/>
              <a:gd name="T88" fmla="*/ 88900 w 51"/>
              <a:gd name="T89" fmla="*/ 76200 h 41"/>
              <a:gd name="T90" fmla="*/ 101600 w 51"/>
              <a:gd name="T91" fmla="*/ 95250 h 41"/>
              <a:gd name="T92" fmla="*/ 101600 w 51"/>
              <a:gd name="T93" fmla="*/ 85725 h 41"/>
              <a:gd name="T94" fmla="*/ 136525 w 51"/>
              <a:gd name="T95" fmla="*/ 95250 h 41"/>
              <a:gd name="T96" fmla="*/ 50800 w 51"/>
              <a:gd name="T97" fmla="*/ 95250 h 41"/>
              <a:gd name="T98" fmla="*/ 85725 w 51"/>
              <a:gd name="T99" fmla="*/ 85725 h 41"/>
              <a:gd name="T100" fmla="*/ 50800 w 51"/>
              <a:gd name="T101" fmla="*/ 95250 h 41"/>
              <a:gd name="T102" fmla="*/ 98425 w 51"/>
              <a:gd name="T103" fmla="*/ 104775 h 41"/>
              <a:gd name="T104" fmla="*/ 139700 w 51"/>
              <a:gd name="T105" fmla="*/ 104775 h 41"/>
              <a:gd name="T106" fmla="*/ 50800 w 51"/>
              <a:gd name="T107" fmla="*/ 107950 h 41"/>
              <a:gd name="T108" fmla="*/ 50800 w 51"/>
              <a:gd name="T109" fmla="*/ 101600 h 41"/>
              <a:gd name="T110" fmla="*/ 85725 w 51"/>
              <a:gd name="T111" fmla="*/ 107950 h 4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1" h="41">
                <a:moveTo>
                  <a:pt x="16" y="13"/>
                </a:moveTo>
                <a:cubicBezTo>
                  <a:pt x="15" y="13"/>
                  <a:pt x="15" y="13"/>
                  <a:pt x="15" y="12"/>
                </a:cubicBezTo>
                <a:cubicBezTo>
                  <a:pt x="15" y="11"/>
                  <a:pt x="15" y="11"/>
                  <a:pt x="16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11"/>
                  <a:pt x="28" y="11"/>
                  <a:pt x="28" y="12"/>
                </a:cubicBezTo>
                <a:cubicBezTo>
                  <a:pt x="28" y="13"/>
                  <a:pt x="27" y="13"/>
                  <a:pt x="27" y="13"/>
                </a:cubicBezTo>
                <a:cubicBezTo>
                  <a:pt x="16" y="13"/>
                  <a:pt x="16" y="13"/>
                  <a:pt x="16" y="13"/>
                </a:cubicBezTo>
                <a:close/>
                <a:moveTo>
                  <a:pt x="11" y="1"/>
                </a:moveTo>
                <a:cubicBezTo>
                  <a:pt x="11" y="1"/>
                  <a:pt x="11" y="1"/>
                  <a:pt x="11" y="1"/>
                </a:cubicBezTo>
                <a:cubicBezTo>
                  <a:pt x="13" y="3"/>
                  <a:pt x="13" y="3"/>
                  <a:pt x="13" y="3"/>
                </a:cubicBezTo>
                <a:cubicBezTo>
                  <a:pt x="15" y="1"/>
                  <a:pt x="15" y="1"/>
                  <a:pt x="15" y="1"/>
                </a:cubicBezTo>
                <a:cubicBezTo>
                  <a:pt x="15" y="0"/>
                  <a:pt x="16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8" y="0"/>
                  <a:pt x="18" y="1"/>
                </a:cubicBezTo>
                <a:cubicBezTo>
                  <a:pt x="20" y="3"/>
                  <a:pt x="20" y="3"/>
                  <a:pt x="20" y="3"/>
                </a:cubicBezTo>
                <a:cubicBezTo>
                  <a:pt x="21" y="1"/>
                  <a:pt x="21" y="1"/>
                  <a:pt x="21" y="1"/>
                </a:cubicBezTo>
                <a:cubicBezTo>
                  <a:pt x="22" y="0"/>
                  <a:pt x="22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4" y="0"/>
                  <a:pt x="24" y="0"/>
                  <a:pt x="24" y="1"/>
                </a:cubicBezTo>
                <a:cubicBezTo>
                  <a:pt x="26" y="3"/>
                  <a:pt x="26" y="3"/>
                  <a:pt x="26" y="3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0" y="0"/>
                  <a:pt x="31" y="0"/>
                  <a:pt x="31" y="1"/>
                </a:cubicBezTo>
                <a:cubicBezTo>
                  <a:pt x="33" y="3"/>
                  <a:pt x="33" y="3"/>
                  <a:pt x="33" y="3"/>
                </a:cubicBezTo>
                <a:cubicBezTo>
                  <a:pt x="34" y="1"/>
                  <a:pt x="34" y="1"/>
                  <a:pt x="34" y="1"/>
                </a:cubicBezTo>
                <a:cubicBezTo>
                  <a:pt x="35" y="0"/>
                  <a:pt x="35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7" y="0"/>
                  <a:pt x="37" y="0"/>
                  <a:pt x="37" y="1"/>
                </a:cubicBezTo>
                <a:cubicBezTo>
                  <a:pt x="39" y="3"/>
                  <a:pt x="39" y="3"/>
                  <a:pt x="39" y="3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0"/>
                  <a:pt x="42" y="0"/>
                  <a:pt x="42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4" y="0"/>
                  <a:pt x="44" y="1"/>
                </a:cubicBezTo>
                <a:cubicBezTo>
                  <a:pt x="46" y="3"/>
                  <a:pt x="46" y="3"/>
                  <a:pt x="46" y="3"/>
                </a:cubicBezTo>
                <a:cubicBezTo>
                  <a:pt x="47" y="1"/>
                  <a:pt x="47" y="1"/>
                  <a:pt x="47" y="1"/>
                </a:cubicBezTo>
                <a:cubicBezTo>
                  <a:pt x="48" y="0"/>
                  <a:pt x="49" y="0"/>
                  <a:pt x="50" y="1"/>
                </a:cubicBezTo>
                <a:cubicBezTo>
                  <a:pt x="51" y="1"/>
                  <a:pt x="51" y="2"/>
                  <a:pt x="51" y="2"/>
                </a:cubicBezTo>
                <a:cubicBezTo>
                  <a:pt x="51" y="2"/>
                  <a:pt x="51" y="2"/>
                  <a:pt x="51" y="2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40"/>
                  <a:pt x="50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8" y="40"/>
                  <a:pt x="8" y="39"/>
                </a:cubicBezTo>
                <a:cubicBezTo>
                  <a:pt x="1" y="15"/>
                  <a:pt x="1" y="15"/>
                  <a:pt x="1" y="15"/>
                </a:cubicBezTo>
                <a:cubicBezTo>
                  <a:pt x="0" y="14"/>
                  <a:pt x="1" y="12"/>
                  <a:pt x="2" y="12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2"/>
                  <a:pt x="8" y="2"/>
                  <a:pt x="8" y="2"/>
                </a:cubicBezTo>
                <a:cubicBezTo>
                  <a:pt x="8" y="1"/>
                  <a:pt x="9" y="0"/>
                  <a:pt x="10" y="0"/>
                </a:cubicBezTo>
                <a:cubicBezTo>
                  <a:pt x="11" y="0"/>
                  <a:pt x="11" y="0"/>
                  <a:pt x="11" y="1"/>
                </a:cubicBezTo>
                <a:close/>
                <a:moveTo>
                  <a:pt x="15" y="7"/>
                </a:move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4" y="7"/>
                  <a:pt x="13" y="7"/>
                  <a:pt x="12" y="7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37"/>
                  <a:pt x="12" y="37"/>
                  <a:pt x="12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7"/>
                  <a:pt x="47" y="7"/>
                  <a:pt x="47" y="7"/>
                </a:cubicBezTo>
                <a:cubicBezTo>
                  <a:pt x="46" y="7"/>
                  <a:pt x="45" y="7"/>
                  <a:pt x="44" y="7"/>
                </a:cubicBezTo>
                <a:cubicBezTo>
                  <a:pt x="42" y="5"/>
                  <a:pt x="42" y="5"/>
                  <a:pt x="42" y="5"/>
                </a:cubicBezTo>
                <a:cubicBezTo>
                  <a:pt x="41" y="7"/>
                  <a:pt x="41" y="7"/>
                  <a:pt x="41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7"/>
                  <a:pt x="38" y="7"/>
                  <a:pt x="38" y="7"/>
                </a:cubicBezTo>
                <a:cubicBezTo>
                  <a:pt x="36" y="5"/>
                  <a:pt x="36" y="5"/>
                  <a:pt x="36" y="5"/>
                </a:cubicBezTo>
                <a:cubicBezTo>
                  <a:pt x="34" y="7"/>
                  <a:pt x="34" y="7"/>
                  <a:pt x="34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7"/>
                  <a:pt x="32" y="7"/>
                  <a:pt x="31" y="7"/>
                </a:cubicBezTo>
                <a:cubicBezTo>
                  <a:pt x="29" y="5"/>
                  <a:pt x="29" y="5"/>
                  <a:pt x="29" y="5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7" y="7"/>
                  <a:pt x="27" y="7"/>
                  <a:pt x="27" y="7"/>
                </a:cubicBezTo>
                <a:cubicBezTo>
                  <a:pt x="27" y="7"/>
                  <a:pt x="26" y="7"/>
                  <a:pt x="25" y="7"/>
                </a:cubicBezTo>
                <a:cubicBezTo>
                  <a:pt x="23" y="5"/>
                  <a:pt x="23" y="5"/>
                  <a:pt x="23" y="5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20" y="7"/>
                  <a:pt x="19" y="7"/>
                  <a:pt x="18" y="7"/>
                </a:cubicBezTo>
                <a:cubicBezTo>
                  <a:pt x="16" y="5"/>
                  <a:pt x="16" y="5"/>
                  <a:pt x="16" y="5"/>
                </a:cubicBezTo>
                <a:cubicBezTo>
                  <a:pt x="15" y="7"/>
                  <a:pt x="15" y="7"/>
                  <a:pt x="15" y="7"/>
                </a:cubicBezTo>
                <a:close/>
                <a:moveTo>
                  <a:pt x="8" y="26"/>
                </a:moveTo>
                <a:cubicBezTo>
                  <a:pt x="8" y="26"/>
                  <a:pt x="8" y="26"/>
                  <a:pt x="8" y="26"/>
                </a:cubicBezTo>
                <a:cubicBezTo>
                  <a:pt x="8" y="14"/>
                  <a:pt x="8" y="14"/>
                  <a:pt x="8" y="14"/>
                </a:cubicBezTo>
                <a:cubicBezTo>
                  <a:pt x="5" y="15"/>
                  <a:pt x="5" y="15"/>
                  <a:pt x="5" y="15"/>
                </a:cubicBezTo>
                <a:cubicBezTo>
                  <a:pt x="8" y="26"/>
                  <a:pt x="8" y="26"/>
                  <a:pt x="8" y="26"/>
                </a:cubicBezTo>
                <a:close/>
                <a:moveTo>
                  <a:pt x="32" y="11"/>
                </a:move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3" y="11"/>
                  <a:pt x="44" y="11"/>
                  <a:pt x="44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24"/>
                  <a:pt x="44" y="24"/>
                  <a:pt x="44" y="24"/>
                </a:cubicBezTo>
                <a:cubicBezTo>
                  <a:pt x="44" y="25"/>
                  <a:pt x="43" y="26"/>
                  <a:pt x="43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1" y="26"/>
                  <a:pt x="31" y="25"/>
                  <a:pt x="31" y="24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1"/>
                  <a:pt x="31" y="11"/>
                  <a:pt x="32" y="11"/>
                </a:cubicBezTo>
                <a:close/>
                <a:moveTo>
                  <a:pt x="42" y="13"/>
                </a:moveTo>
                <a:cubicBezTo>
                  <a:pt x="42" y="13"/>
                  <a:pt x="42" y="13"/>
                  <a:pt x="42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23"/>
                  <a:pt x="33" y="23"/>
                  <a:pt x="33" y="23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13"/>
                  <a:pt x="42" y="13"/>
                  <a:pt x="42" y="13"/>
                </a:cubicBezTo>
                <a:close/>
                <a:moveTo>
                  <a:pt x="16" y="17"/>
                </a:moveTo>
                <a:cubicBezTo>
                  <a:pt x="16" y="17"/>
                  <a:pt x="16" y="17"/>
                  <a:pt x="16" y="17"/>
                </a:cubicBezTo>
                <a:cubicBezTo>
                  <a:pt x="15" y="17"/>
                  <a:pt x="15" y="17"/>
                  <a:pt x="15" y="16"/>
                </a:cubicBezTo>
                <a:cubicBezTo>
                  <a:pt x="15" y="16"/>
                  <a:pt x="15" y="15"/>
                  <a:pt x="16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5"/>
                  <a:pt x="28" y="16"/>
                  <a:pt x="28" y="16"/>
                </a:cubicBezTo>
                <a:cubicBezTo>
                  <a:pt x="28" y="17"/>
                  <a:pt x="27" y="17"/>
                  <a:pt x="27" y="17"/>
                </a:cubicBezTo>
                <a:cubicBezTo>
                  <a:pt x="16" y="17"/>
                  <a:pt x="16" y="17"/>
                  <a:pt x="16" y="17"/>
                </a:cubicBezTo>
                <a:close/>
                <a:moveTo>
                  <a:pt x="16" y="21"/>
                </a:moveTo>
                <a:cubicBezTo>
                  <a:pt x="16" y="21"/>
                  <a:pt x="16" y="21"/>
                  <a:pt x="16" y="21"/>
                </a:cubicBezTo>
                <a:cubicBezTo>
                  <a:pt x="15" y="21"/>
                  <a:pt x="15" y="21"/>
                  <a:pt x="15" y="20"/>
                </a:cubicBezTo>
                <a:cubicBezTo>
                  <a:pt x="15" y="20"/>
                  <a:pt x="15" y="19"/>
                  <a:pt x="16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8" y="20"/>
                  <a:pt x="28" y="20"/>
                </a:cubicBezTo>
                <a:cubicBezTo>
                  <a:pt x="28" y="21"/>
                  <a:pt x="27" y="21"/>
                  <a:pt x="27" y="21"/>
                </a:cubicBezTo>
                <a:cubicBezTo>
                  <a:pt x="16" y="21"/>
                  <a:pt x="16" y="21"/>
                  <a:pt x="16" y="21"/>
                </a:cubicBezTo>
                <a:close/>
                <a:moveTo>
                  <a:pt x="16" y="26"/>
                </a:moveTo>
                <a:cubicBezTo>
                  <a:pt x="16" y="26"/>
                  <a:pt x="16" y="26"/>
                  <a:pt x="16" y="26"/>
                </a:cubicBezTo>
                <a:cubicBezTo>
                  <a:pt x="15" y="26"/>
                  <a:pt x="15" y="25"/>
                  <a:pt x="15" y="24"/>
                </a:cubicBezTo>
                <a:cubicBezTo>
                  <a:pt x="15" y="24"/>
                  <a:pt x="15" y="23"/>
                  <a:pt x="16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3"/>
                  <a:pt x="28" y="24"/>
                  <a:pt x="28" y="24"/>
                </a:cubicBezTo>
                <a:cubicBezTo>
                  <a:pt x="28" y="25"/>
                  <a:pt x="27" y="26"/>
                  <a:pt x="27" y="26"/>
                </a:cubicBezTo>
                <a:cubicBezTo>
                  <a:pt x="16" y="26"/>
                  <a:pt x="16" y="26"/>
                  <a:pt x="16" y="26"/>
                </a:cubicBezTo>
                <a:close/>
                <a:moveTo>
                  <a:pt x="32" y="30"/>
                </a:moveTo>
                <a:cubicBezTo>
                  <a:pt x="32" y="30"/>
                  <a:pt x="32" y="30"/>
                  <a:pt x="32" y="30"/>
                </a:cubicBezTo>
                <a:cubicBezTo>
                  <a:pt x="31" y="30"/>
                  <a:pt x="31" y="29"/>
                  <a:pt x="31" y="29"/>
                </a:cubicBezTo>
                <a:cubicBezTo>
                  <a:pt x="31" y="28"/>
                  <a:pt x="31" y="27"/>
                  <a:pt x="32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7"/>
                  <a:pt x="44" y="28"/>
                  <a:pt x="44" y="29"/>
                </a:cubicBezTo>
                <a:cubicBezTo>
                  <a:pt x="44" y="29"/>
                  <a:pt x="43" y="30"/>
                  <a:pt x="43" y="30"/>
                </a:cubicBezTo>
                <a:cubicBezTo>
                  <a:pt x="32" y="30"/>
                  <a:pt x="32" y="30"/>
                  <a:pt x="32" y="30"/>
                </a:cubicBezTo>
                <a:close/>
                <a:moveTo>
                  <a:pt x="16" y="30"/>
                </a:moveTo>
                <a:cubicBezTo>
                  <a:pt x="16" y="30"/>
                  <a:pt x="16" y="30"/>
                  <a:pt x="16" y="30"/>
                </a:cubicBezTo>
                <a:cubicBezTo>
                  <a:pt x="15" y="30"/>
                  <a:pt x="15" y="29"/>
                  <a:pt x="15" y="29"/>
                </a:cubicBezTo>
                <a:cubicBezTo>
                  <a:pt x="15" y="28"/>
                  <a:pt x="15" y="27"/>
                  <a:pt x="16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8" y="28"/>
                  <a:pt x="28" y="29"/>
                </a:cubicBezTo>
                <a:cubicBezTo>
                  <a:pt x="28" y="29"/>
                  <a:pt x="27" y="30"/>
                  <a:pt x="27" y="30"/>
                </a:cubicBezTo>
                <a:cubicBezTo>
                  <a:pt x="16" y="30"/>
                  <a:pt x="16" y="30"/>
                  <a:pt x="16" y="30"/>
                </a:cubicBezTo>
                <a:close/>
                <a:moveTo>
                  <a:pt x="32" y="34"/>
                </a:moveTo>
                <a:cubicBezTo>
                  <a:pt x="32" y="34"/>
                  <a:pt x="32" y="34"/>
                  <a:pt x="32" y="34"/>
                </a:cubicBezTo>
                <a:cubicBezTo>
                  <a:pt x="31" y="34"/>
                  <a:pt x="31" y="33"/>
                  <a:pt x="31" y="33"/>
                </a:cubicBezTo>
                <a:cubicBezTo>
                  <a:pt x="31" y="32"/>
                  <a:pt x="31" y="32"/>
                  <a:pt x="32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3" y="32"/>
                  <a:pt x="44" y="32"/>
                  <a:pt x="44" y="33"/>
                </a:cubicBezTo>
                <a:cubicBezTo>
                  <a:pt x="44" y="33"/>
                  <a:pt x="43" y="34"/>
                  <a:pt x="43" y="34"/>
                </a:cubicBezTo>
                <a:cubicBezTo>
                  <a:pt x="32" y="34"/>
                  <a:pt x="32" y="34"/>
                  <a:pt x="32" y="34"/>
                </a:cubicBezTo>
                <a:close/>
                <a:moveTo>
                  <a:pt x="16" y="34"/>
                </a:moveTo>
                <a:cubicBezTo>
                  <a:pt x="16" y="34"/>
                  <a:pt x="16" y="34"/>
                  <a:pt x="16" y="34"/>
                </a:cubicBezTo>
                <a:cubicBezTo>
                  <a:pt x="15" y="34"/>
                  <a:pt x="15" y="33"/>
                  <a:pt x="15" y="33"/>
                </a:cubicBezTo>
                <a:cubicBezTo>
                  <a:pt x="15" y="32"/>
                  <a:pt x="15" y="32"/>
                  <a:pt x="16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2"/>
                  <a:pt x="28" y="32"/>
                  <a:pt x="28" y="33"/>
                </a:cubicBezTo>
                <a:cubicBezTo>
                  <a:pt x="28" y="33"/>
                  <a:pt x="27" y="34"/>
                  <a:pt x="27" y="34"/>
                </a:cubicBezTo>
                <a:cubicBezTo>
                  <a:pt x="16" y="34"/>
                  <a:pt x="16" y="34"/>
                  <a:pt x="16" y="3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47" name="Freeform 181">
            <a:extLst>
              <a:ext uri="{FF2B5EF4-FFF2-40B4-BE49-F238E27FC236}">
                <a16:creationId xmlns:a16="http://schemas.microsoft.com/office/drawing/2014/main" id="{057393B0-8A54-6A84-FC5A-156AB9A70EE1}"/>
              </a:ext>
            </a:extLst>
          </p:cNvPr>
          <p:cNvSpPr>
            <a:spLocks noEditPoints="1"/>
          </p:cNvSpPr>
          <p:nvPr/>
        </p:nvSpPr>
        <p:spPr bwMode="auto">
          <a:xfrm>
            <a:off x="2039868" y="3437915"/>
            <a:ext cx="207433" cy="207433"/>
          </a:xfrm>
          <a:custGeom>
            <a:avLst/>
            <a:gdLst>
              <a:gd name="T0" fmla="*/ 130175 w 49"/>
              <a:gd name="T1" fmla="*/ 0 h 49"/>
              <a:gd name="T2" fmla="*/ 136525 w 49"/>
              <a:gd name="T3" fmla="*/ 3175 h 49"/>
              <a:gd name="T4" fmla="*/ 136525 w 49"/>
              <a:gd name="T5" fmla="*/ 3175 h 49"/>
              <a:gd name="T6" fmla="*/ 152400 w 49"/>
              <a:gd name="T7" fmla="*/ 19050 h 49"/>
              <a:gd name="T8" fmla="*/ 152400 w 49"/>
              <a:gd name="T9" fmla="*/ 19050 h 49"/>
              <a:gd name="T10" fmla="*/ 155575 w 49"/>
              <a:gd name="T11" fmla="*/ 25400 h 49"/>
              <a:gd name="T12" fmla="*/ 133350 w 49"/>
              <a:gd name="T13" fmla="*/ 47625 h 49"/>
              <a:gd name="T14" fmla="*/ 114300 w 49"/>
              <a:gd name="T15" fmla="*/ 50800 h 49"/>
              <a:gd name="T16" fmla="*/ 111125 w 49"/>
              <a:gd name="T17" fmla="*/ 114300 h 49"/>
              <a:gd name="T18" fmla="*/ 76200 w 49"/>
              <a:gd name="T19" fmla="*/ 127000 h 49"/>
              <a:gd name="T20" fmla="*/ 28575 w 49"/>
              <a:gd name="T21" fmla="*/ 79375 h 49"/>
              <a:gd name="T22" fmla="*/ 76200 w 49"/>
              <a:gd name="T23" fmla="*/ 31750 h 49"/>
              <a:gd name="T24" fmla="*/ 111125 w 49"/>
              <a:gd name="T25" fmla="*/ 34925 h 49"/>
              <a:gd name="T26" fmla="*/ 111125 w 49"/>
              <a:gd name="T27" fmla="*/ 22225 h 49"/>
              <a:gd name="T28" fmla="*/ 139700 w 49"/>
              <a:gd name="T29" fmla="*/ 60325 h 49"/>
              <a:gd name="T30" fmla="*/ 149225 w 49"/>
              <a:gd name="T31" fmla="*/ 57150 h 49"/>
              <a:gd name="T32" fmla="*/ 152400 w 49"/>
              <a:gd name="T33" fmla="*/ 79375 h 49"/>
              <a:gd name="T34" fmla="*/ 76200 w 49"/>
              <a:gd name="T35" fmla="*/ 155575 h 49"/>
              <a:gd name="T36" fmla="*/ 0 w 49"/>
              <a:gd name="T37" fmla="*/ 79375 h 49"/>
              <a:gd name="T38" fmla="*/ 76200 w 49"/>
              <a:gd name="T39" fmla="*/ 3175 h 49"/>
              <a:gd name="T40" fmla="*/ 98425 w 49"/>
              <a:gd name="T41" fmla="*/ 6350 h 49"/>
              <a:gd name="T42" fmla="*/ 95250 w 49"/>
              <a:gd name="T43" fmla="*/ 15875 h 49"/>
              <a:gd name="T44" fmla="*/ 76200 w 49"/>
              <a:gd name="T45" fmla="*/ 15875 h 49"/>
              <a:gd name="T46" fmla="*/ 12700 w 49"/>
              <a:gd name="T47" fmla="*/ 79375 h 49"/>
              <a:gd name="T48" fmla="*/ 76200 w 49"/>
              <a:gd name="T49" fmla="*/ 142875 h 49"/>
              <a:gd name="T50" fmla="*/ 142875 w 49"/>
              <a:gd name="T51" fmla="*/ 79375 h 49"/>
              <a:gd name="T52" fmla="*/ 139700 w 49"/>
              <a:gd name="T53" fmla="*/ 60325 h 49"/>
              <a:gd name="T54" fmla="*/ 76200 w 49"/>
              <a:gd name="T55" fmla="*/ 57150 h 49"/>
              <a:gd name="T56" fmla="*/ 101600 w 49"/>
              <a:gd name="T57" fmla="*/ 47625 h 49"/>
              <a:gd name="T58" fmla="*/ 47625 w 49"/>
              <a:gd name="T59" fmla="*/ 50800 h 49"/>
              <a:gd name="T60" fmla="*/ 47625 w 49"/>
              <a:gd name="T61" fmla="*/ 50800 h 49"/>
              <a:gd name="T62" fmla="*/ 47625 w 49"/>
              <a:gd name="T63" fmla="*/ 107950 h 49"/>
              <a:gd name="T64" fmla="*/ 104775 w 49"/>
              <a:gd name="T65" fmla="*/ 107950 h 49"/>
              <a:gd name="T66" fmla="*/ 117475 w 49"/>
              <a:gd name="T67" fmla="*/ 79375 h 49"/>
              <a:gd name="T68" fmla="*/ 95250 w 49"/>
              <a:gd name="T69" fmla="*/ 69850 h 49"/>
              <a:gd name="T70" fmla="*/ 92075 w 49"/>
              <a:gd name="T71" fmla="*/ 95250 h 49"/>
              <a:gd name="T72" fmla="*/ 76200 w 49"/>
              <a:gd name="T73" fmla="*/ 101600 h 49"/>
              <a:gd name="T74" fmla="*/ 60325 w 49"/>
              <a:gd name="T75" fmla="*/ 95250 h 49"/>
              <a:gd name="T76" fmla="*/ 60325 w 49"/>
              <a:gd name="T77" fmla="*/ 63500 h 49"/>
              <a:gd name="T78" fmla="*/ 76200 w 49"/>
              <a:gd name="T79" fmla="*/ 57150 h 49"/>
              <a:gd name="T80" fmla="*/ 82550 w 49"/>
              <a:gd name="T81" fmla="*/ 66675 h 49"/>
              <a:gd name="T82" fmla="*/ 66675 w 49"/>
              <a:gd name="T83" fmla="*/ 69850 h 49"/>
              <a:gd name="T84" fmla="*/ 63500 w 49"/>
              <a:gd name="T85" fmla="*/ 79375 h 49"/>
              <a:gd name="T86" fmla="*/ 76200 w 49"/>
              <a:gd name="T87" fmla="*/ 95250 h 49"/>
              <a:gd name="T88" fmla="*/ 85725 w 49"/>
              <a:gd name="T89" fmla="*/ 88900 h 49"/>
              <a:gd name="T90" fmla="*/ 92075 w 49"/>
              <a:gd name="T91" fmla="*/ 73025 h 49"/>
              <a:gd name="T92" fmla="*/ 73025 w 49"/>
              <a:gd name="T93" fmla="*/ 82550 h 49"/>
              <a:gd name="T94" fmla="*/ 82550 w 49"/>
              <a:gd name="T95" fmla="*/ 66675 h 49"/>
              <a:gd name="T96" fmla="*/ 130175 w 49"/>
              <a:gd name="T97" fmla="*/ 9525 h 49"/>
              <a:gd name="T98" fmla="*/ 117475 w 49"/>
              <a:gd name="T99" fmla="*/ 31750 h 49"/>
              <a:gd name="T100" fmla="*/ 130175 w 49"/>
              <a:gd name="T101" fmla="*/ 9525 h 49"/>
              <a:gd name="T102" fmla="*/ 136525 w 49"/>
              <a:gd name="T103" fmla="*/ 22225 h 49"/>
              <a:gd name="T104" fmla="*/ 130175 w 49"/>
              <a:gd name="T105" fmla="*/ 41275 h 49"/>
              <a:gd name="T106" fmla="*/ 136525 w 49"/>
              <a:gd name="T107" fmla="*/ 22225 h 4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9" h="49">
                <a:moveTo>
                  <a:pt x="35" y="7"/>
                </a:moveTo>
                <a:cubicBezTo>
                  <a:pt x="41" y="0"/>
                  <a:pt x="41" y="0"/>
                  <a:pt x="41" y="0"/>
                </a:cubicBezTo>
                <a:cubicBezTo>
                  <a:pt x="41" y="0"/>
                  <a:pt x="42" y="0"/>
                  <a:pt x="43" y="0"/>
                </a:cubicBezTo>
                <a:cubicBezTo>
                  <a:pt x="43" y="0"/>
                  <a:pt x="43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4" y="5"/>
                  <a:pt x="44" y="5"/>
                  <a:pt x="44" y="5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49" y="6"/>
                  <a:pt x="49" y="6"/>
                  <a:pt x="49" y="7"/>
                </a:cubicBezTo>
                <a:cubicBezTo>
                  <a:pt x="49" y="7"/>
                  <a:pt x="49" y="8"/>
                  <a:pt x="49" y="8"/>
                </a:cubicBezTo>
                <a:cubicBezTo>
                  <a:pt x="43" y="15"/>
                  <a:pt x="43" y="15"/>
                  <a:pt x="43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38" y="14"/>
                  <a:pt x="38" y="14"/>
                  <a:pt x="38" y="14"/>
                </a:cubicBezTo>
                <a:cubicBezTo>
                  <a:pt x="36" y="16"/>
                  <a:pt x="36" y="16"/>
                  <a:pt x="36" y="16"/>
                </a:cubicBezTo>
                <a:cubicBezTo>
                  <a:pt x="38" y="18"/>
                  <a:pt x="39" y="22"/>
                  <a:pt x="39" y="25"/>
                </a:cubicBezTo>
                <a:cubicBezTo>
                  <a:pt x="39" y="29"/>
                  <a:pt x="38" y="33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2" y="38"/>
                  <a:pt x="28" y="40"/>
                  <a:pt x="24" y="40"/>
                </a:cubicBezTo>
                <a:cubicBezTo>
                  <a:pt x="20" y="40"/>
                  <a:pt x="16" y="38"/>
                  <a:pt x="14" y="36"/>
                </a:cubicBezTo>
                <a:cubicBezTo>
                  <a:pt x="11" y="33"/>
                  <a:pt x="9" y="29"/>
                  <a:pt x="9" y="25"/>
                </a:cubicBezTo>
                <a:cubicBezTo>
                  <a:pt x="9" y="21"/>
                  <a:pt x="11" y="17"/>
                  <a:pt x="14" y="14"/>
                </a:cubicBezTo>
                <a:cubicBezTo>
                  <a:pt x="16" y="12"/>
                  <a:pt x="20" y="10"/>
                  <a:pt x="24" y="10"/>
                </a:cubicBezTo>
                <a:cubicBezTo>
                  <a:pt x="28" y="10"/>
                  <a:pt x="31" y="11"/>
                  <a:pt x="33" y="13"/>
                </a:cubicBezTo>
                <a:cubicBezTo>
                  <a:pt x="35" y="11"/>
                  <a:pt x="35" y="11"/>
                  <a:pt x="35" y="11"/>
                </a:cubicBezTo>
                <a:cubicBezTo>
                  <a:pt x="34" y="8"/>
                  <a:pt x="34" y="8"/>
                  <a:pt x="34" y="8"/>
                </a:cubicBezTo>
                <a:cubicBezTo>
                  <a:pt x="34" y="7"/>
                  <a:pt x="34" y="7"/>
                  <a:pt x="35" y="7"/>
                </a:cubicBezTo>
                <a:close/>
                <a:moveTo>
                  <a:pt x="44" y="19"/>
                </a:moveTo>
                <a:cubicBezTo>
                  <a:pt x="44" y="19"/>
                  <a:pt x="44" y="19"/>
                  <a:pt x="44" y="19"/>
                </a:cubicBezTo>
                <a:cubicBezTo>
                  <a:pt x="43" y="18"/>
                  <a:pt x="44" y="17"/>
                  <a:pt x="45" y="17"/>
                </a:cubicBezTo>
                <a:cubicBezTo>
                  <a:pt x="46" y="16"/>
                  <a:pt x="47" y="17"/>
                  <a:pt x="47" y="18"/>
                </a:cubicBezTo>
                <a:cubicBezTo>
                  <a:pt x="48" y="19"/>
                  <a:pt x="48" y="20"/>
                  <a:pt x="48" y="21"/>
                </a:cubicBezTo>
                <a:cubicBezTo>
                  <a:pt x="48" y="23"/>
                  <a:pt x="48" y="24"/>
                  <a:pt x="48" y="25"/>
                </a:cubicBezTo>
                <a:cubicBezTo>
                  <a:pt x="48" y="32"/>
                  <a:pt x="46" y="38"/>
                  <a:pt x="41" y="42"/>
                </a:cubicBezTo>
                <a:cubicBezTo>
                  <a:pt x="37" y="47"/>
                  <a:pt x="31" y="49"/>
                  <a:pt x="24" y="49"/>
                </a:cubicBezTo>
                <a:cubicBezTo>
                  <a:pt x="17" y="49"/>
                  <a:pt x="11" y="47"/>
                  <a:pt x="7" y="42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7" y="8"/>
                </a:cubicBezTo>
                <a:cubicBezTo>
                  <a:pt x="11" y="3"/>
                  <a:pt x="17" y="1"/>
                  <a:pt x="24" y="1"/>
                </a:cubicBezTo>
                <a:cubicBezTo>
                  <a:pt x="25" y="1"/>
                  <a:pt x="27" y="1"/>
                  <a:pt x="28" y="1"/>
                </a:cubicBezTo>
                <a:cubicBezTo>
                  <a:pt x="29" y="1"/>
                  <a:pt x="30" y="1"/>
                  <a:pt x="31" y="2"/>
                </a:cubicBezTo>
                <a:cubicBezTo>
                  <a:pt x="32" y="2"/>
                  <a:pt x="33" y="3"/>
                  <a:pt x="33" y="4"/>
                </a:cubicBezTo>
                <a:cubicBezTo>
                  <a:pt x="32" y="5"/>
                  <a:pt x="31" y="6"/>
                  <a:pt x="30" y="5"/>
                </a:cubicBezTo>
                <a:cubicBezTo>
                  <a:pt x="29" y="5"/>
                  <a:pt x="28" y="5"/>
                  <a:pt x="27" y="5"/>
                </a:cubicBezTo>
                <a:cubicBezTo>
                  <a:pt x="26" y="5"/>
                  <a:pt x="25" y="5"/>
                  <a:pt x="24" y="5"/>
                </a:cubicBezTo>
                <a:cubicBezTo>
                  <a:pt x="19" y="5"/>
                  <a:pt x="13" y="7"/>
                  <a:pt x="10" y="11"/>
                </a:cubicBezTo>
                <a:cubicBezTo>
                  <a:pt x="6" y="14"/>
                  <a:pt x="4" y="19"/>
                  <a:pt x="4" y="25"/>
                </a:cubicBezTo>
                <a:cubicBezTo>
                  <a:pt x="4" y="31"/>
                  <a:pt x="6" y="36"/>
                  <a:pt x="10" y="39"/>
                </a:cubicBezTo>
                <a:cubicBezTo>
                  <a:pt x="13" y="43"/>
                  <a:pt x="19" y="45"/>
                  <a:pt x="24" y="45"/>
                </a:cubicBezTo>
                <a:cubicBezTo>
                  <a:pt x="30" y="45"/>
                  <a:pt x="35" y="43"/>
                  <a:pt x="39" y="39"/>
                </a:cubicBezTo>
                <a:cubicBezTo>
                  <a:pt x="42" y="36"/>
                  <a:pt x="45" y="31"/>
                  <a:pt x="45" y="25"/>
                </a:cubicBezTo>
                <a:cubicBezTo>
                  <a:pt x="45" y="24"/>
                  <a:pt x="45" y="23"/>
                  <a:pt x="44" y="22"/>
                </a:cubicBezTo>
                <a:cubicBezTo>
                  <a:pt x="44" y="21"/>
                  <a:pt x="44" y="20"/>
                  <a:pt x="44" y="19"/>
                </a:cubicBezTo>
                <a:close/>
                <a:moveTo>
                  <a:pt x="24" y="18"/>
                </a:moveTo>
                <a:cubicBezTo>
                  <a:pt x="24" y="18"/>
                  <a:pt x="24" y="18"/>
                  <a:pt x="24" y="18"/>
                </a:cubicBezTo>
                <a:cubicBezTo>
                  <a:pt x="25" y="18"/>
                  <a:pt x="27" y="18"/>
                  <a:pt x="28" y="19"/>
                </a:cubicBezTo>
                <a:cubicBezTo>
                  <a:pt x="32" y="15"/>
                  <a:pt x="32" y="15"/>
                  <a:pt x="32" y="15"/>
                </a:cubicBezTo>
                <a:cubicBezTo>
                  <a:pt x="30" y="13"/>
                  <a:pt x="27" y="12"/>
                  <a:pt x="24" y="12"/>
                </a:cubicBezTo>
                <a:cubicBezTo>
                  <a:pt x="21" y="12"/>
                  <a:pt x="17" y="14"/>
                  <a:pt x="15" y="16"/>
                </a:cubicBezTo>
                <a:cubicBezTo>
                  <a:pt x="15" y="16"/>
                  <a:pt x="15" y="16"/>
                  <a:pt x="15" y="16"/>
                </a:cubicBezTo>
                <a:cubicBezTo>
                  <a:pt x="15" y="16"/>
                  <a:pt x="15" y="16"/>
                  <a:pt x="15" y="16"/>
                </a:cubicBezTo>
                <a:cubicBezTo>
                  <a:pt x="13" y="18"/>
                  <a:pt x="11" y="21"/>
                  <a:pt x="11" y="25"/>
                </a:cubicBezTo>
                <a:cubicBezTo>
                  <a:pt x="11" y="29"/>
                  <a:pt x="13" y="32"/>
                  <a:pt x="15" y="34"/>
                </a:cubicBezTo>
                <a:cubicBezTo>
                  <a:pt x="17" y="36"/>
                  <a:pt x="21" y="38"/>
                  <a:pt x="24" y="38"/>
                </a:cubicBezTo>
                <a:cubicBezTo>
                  <a:pt x="28" y="38"/>
                  <a:pt x="31" y="36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6" y="32"/>
                  <a:pt x="37" y="29"/>
                  <a:pt x="37" y="25"/>
                </a:cubicBezTo>
                <a:cubicBezTo>
                  <a:pt x="37" y="22"/>
                  <a:pt x="36" y="20"/>
                  <a:pt x="35" y="17"/>
                </a:cubicBezTo>
                <a:cubicBezTo>
                  <a:pt x="30" y="22"/>
                  <a:pt x="30" y="22"/>
                  <a:pt x="30" y="22"/>
                </a:cubicBezTo>
                <a:cubicBezTo>
                  <a:pt x="31" y="23"/>
                  <a:pt x="31" y="24"/>
                  <a:pt x="31" y="25"/>
                </a:cubicBezTo>
                <a:cubicBezTo>
                  <a:pt x="31" y="27"/>
                  <a:pt x="30" y="29"/>
                  <a:pt x="29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8" y="31"/>
                  <a:pt x="26" y="32"/>
                  <a:pt x="24" y="32"/>
                </a:cubicBezTo>
                <a:cubicBezTo>
                  <a:pt x="22" y="32"/>
                  <a:pt x="21" y="31"/>
                  <a:pt x="19" y="30"/>
                </a:cubicBezTo>
                <a:cubicBezTo>
                  <a:pt x="19" y="30"/>
                  <a:pt x="19" y="30"/>
                  <a:pt x="19" y="30"/>
                </a:cubicBezTo>
                <a:cubicBezTo>
                  <a:pt x="18" y="29"/>
                  <a:pt x="17" y="27"/>
                  <a:pt x="17" y="25"/>
                </a:cubicBezTo>
                <a:cubicBezTo>
                  <a:pt x="17" y="23"/>
                  <a:pt x="18" y="21"/>
                  <a:pt x="19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21" y="19"/>
                  <a:pt x="22" y="18"/>
                  <a:pt x="24" y="18"/>
                </a:cubicBezTo>
                <a:close/>
                <a:moveTo>
                  <a:pt x="26" y="21"/>
                </a:moveTo>
                <a:cubicBezTo>
                  <a:pt x="26" y="21"/>
                  <a:pt x="26" y="21"/>
                  <a:pt x="26" y="21"/>
                </a:cubicBezTo>
                <a:cubicBezTo>
                  <a:pt x="25" y="20"/>
                  <a:pt x="25" y="20"/>
                  <a:pt x="24" y="20"/>
                </a:cubicBezTo>
                <a:cubicBezTo>
                  <a:pt x="23" y="20"/>
                  <a:pt x="22" y="21"/>
                  <a:pt x="21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0" y="23"/>
                  <a:pt x="20" y="24"/>
                  <a:pt x="20" y="25"/>
                </a:cubicBezTo>
                <a:cubicBezTo>
                  <a:pt x="20" y="26"/>
                  <a:pt x="20" y="27"/>
                  <a:pt x="21" y="28"/>
                </a:cubicBezTo>
                <a:cubicBezTo>
                  <a:pt x="22" y="29"/>
                  <a:pt x="23" y="30"/>
                  <a:pt x="24" y="30"/>
                </a:cubicBezTo>
                <a:cubicBezTo>
                  <a:pt x="25" y="30"/>
                  <a:pt x="27" y="29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8" y="27"/>
                  <a:pt x="29" y="26"/>
                  <a:pt x="29" y="25"/>
                </a:cubicBezTo>
                <a:cubicBezTo>
                  <a:pt x="29" y="24"/>
                  <a:pt x="29" y="24"/>
                  <a:pt x="29" y="23"/>
                </a:cubicBezTo>
                <a:cubicBezTo>
                  <a:pt x="26" y="26"/>
                  <a:pt x="26" y="26"/>
                  <a:pt x="26" y="26"/>
                </a:cubicBezTo>
                <a:cubicBezTo>
                  <a:pt x="25" y="27"/>
                  <a:pt x="24" y="27"/>
                  <a:pt x="23" y="26"/>
                </a:cubicBezTo>
                <a:cubicBezTo>
                  <a:pt x="22" y="26"/>
                  <a:pt x="22" y="24"/>
                  <a:pt x="23" y="24"/>
                </a:cubicBezTo>
                <a:cubicBezTo>
                  <a:pt x="26" y="21"/>
                  <a:pt x="26" y="21"/>
                  <a:pt x="26" y="21"/>
                </a:cubicBezTo>
                <a:close/>
                <a:moveTo>
                  <a:pt x="41" y="3"/>
                </a:moveTo>
                <a:cubicBezTo>
                  <a:pt x="41" y="3"/>
                  <a:pt x="41" y="3"/>
                  <a:pt x="41" y="3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10"/>
                  <a:pt x="37" y="10"/>
                  <a:pt x="37" y="10"/>
                </a:cubicBezTo>
                <a:cubicBezTo>
                  <a:pt x="42" y="6"/>
                  <a:pt x="42" y="6"/>
                  <a:pt x="42" y="6"/>
                </a:cubicBezTo>
                <a:cubicBezTo>
                  <a:pt x="41" y="3"/>
                  <a:pt x="41" y="3"/>
                  <a:pt x="41" y="3"/>
                </a:cubicBezTo>
                <a:close/>
                <a:moveTo>
                  <a:pt x="43" y="7"/>
                </a:moveTo>
                <a:cubicBezTo>
                  <a:pt x="43" y="7"/>
                  <a:pt x="43" y="7"/>
                  <a:pt x="43" y="7"/>
                </a:cubicBezTo>
                <a:cubicBezTo>
                  <a:pt x="39" y="12"/>
                  <a:pt x="39" y="12"/>
                  <a:pt x="39" y="12"/>
                </a:cubicBezTo>
                <a:cubicBezTo>
                  <a:pt x="41" y="13"/>
                  <a:pt x="41" y="13"/>
                  <a:pt x="41" y="13"/>
                </a:cubicBezTo>
                <a:cubicBezTo>
                  <a:pt x="46" y="8"/>
                  <a:pt x="46" y="8"/>
                  <a:pt x="46" y="8"/>
                </a:cubicBezTo>
                <a:cubicBezTo>
                  <a:pt x="43" y="7"/>
                  <a:pt x="43" y="7"/>
                  <a:pt x="43" y="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48" name="Freeform 182">
            <a:extLst>
              <a:ext uri="{FF2B5EF4-FFF2-40B4-BE49-F238E27FC236}">
                <a16:creationId xmlns:a16="http://schemas.microsoft.com/office/drawing/2014/main" id="{E6B418A7-5519-99DD-5769-E0F63EFBC247}"/>
              </a:ext>
            </a:extLst>
          </p:cNvPr>
          <p:cNvSpPr>
            <a:spLocks noEditPoints="1"/>
          </p:cNvSpPr>
          <p:nvPr/>
        </p:nvSpPr>
        <p:spPr bwMode="auto">
          <a:xfrm>
            <a:off x="2789168" y="3437915"/>
            <a:ext cx="201084" cy="207433"/>
          </a:xfrm>
          <a:custGeom>
            <a:avLst/>
            <a:gdLst>
              <a:gd name="T0" fmla="*/ 99472 w 47"/>
              <a:gd name="T1" fmla="*/ 142875 h 49"/>
              <a:gd name="T2" fmla="*/ 73802 w 47"/>
              <a:gd name="T3" fmla="*/ 155575 h 49"/>
              <a:gd name="T4" fmla="*/ 51341 w 47"/>
              <a:gd name="T5" fmla="*/ 142875 h 49"/>
              <a:gd name="T6" fmla="*/ 38505 w 47"/>
              <a:gd name="T7" fmla="*/ 114300 h 49"/>
              <a:gd name="T8" fmla="*/ 73802 w 47"/>
              <a:gd name="T9" fmla="*/ 25400 h 49"/>
              <a:gd name="T10" fmla="*/ 112308 w 47"/>
              <a:gd name="T11" fmla="*/ 114300 h 49"/>
              <a:gd name="T12" fmla="*/ 73802 w 47"/>
              <a:gd name="T13" fmla="*/ 69850 h 49"/>
              <a:gd name="T14" fmla="*/ 93055 w 47"/>
              <a:gd name="T15" fmla="*/ 69850 h 49"/>
              <a:gd name="T16" fmla="*/ 93055 w 47"/>
              <a:gd name="T17" fmla="*/ 79375 h 49"/>
              <a:gd name="T18" fmla="*/ 80220 w 47"/>
              <a:gd name="T19" fmla="*/ 76200 h 49"/>
              <a:gd name="T20" fmla="*/ 67385 w 47"/>
              <a:gd name="T21" fmla="*/ 76200 h 49"/>
              <a:gd name="T22" fmla="*/ 57758 w 47"/>
              <a:gd name="T23" fmla="*/ 79375 h 49"/>
              <a:gd name="T24" fmla="*/ 57758 w 47"/>
              <a:gd name="T25" fmla="*/ 69850 h 49"/>
              <a:gd name="T26" fmla="*/ 73802 w 47"/>
              <a:gd name="T27" fmla="*/ 69850 h 49"/>
              <a:gd name="T28" fmla="*/ 73802 w 47"/>
              <a:gd name="T29" fmla="*/ 19050 h 49"/>
              <a:gd name="T30" fmla="*/ 73802 w 47"/>
              <a:gd name="T31" fmla="*/ 0 h 49"/>
              <a:gd name="T32" fmla="*/ 109099 w 47"/>
              <a:gd name="T33" fmla="*/ 25400 h 49"/>
              <a:gd name="T34" fmla="*/ 102681 w 47"/>
              <a:gd name="T35" fmla="*/ 22225 h 49"/>
              <a:gd name="T36" fmla="*/ 115516 w 47"/>
              <a:gd name="T37" fmla="*/ 15875 h 49"/>
              <a:gd name="T38" fmla="*/ 128351 w 47"/>
              <a:gd name="T39" fmla="*/ 50800 h 49"/>
              <a:gd name="T40" fmla="*/ 134769 w 47"/>
              <a:gd name="T41" fmla="*/ 38100 h 49"/>
              <a:gd name="T42" fmla="*/ 128351 w 47"/>
              <a:gd name="T43" fmla="*/ 50800 h 49"/>
              <a:gd name="T44" fmla="*/ 131560 w 47"/>
              <a:gd name="T45" fmla="*/ 76200 h 49"/>
              <a:gd name="T46" fmla="*/ 150813 w 47"/>
              <a:gd name="T47" fmla="*/ 76200 h 49"/>
              <a:gd name="T48" fmla="*/ 125143 w 47"/>
              <a:gd name="T49" fmla="*/ 111125 h 49"/>
              <a:gd name="T50" fmla="*/ 128351 w 47"/>
              <a:gd name="T51" fmla="*/ 104775 h 49"/>
              <a:gd name="T52" fmla="*/ 134769 w 47"/>
              <a:gd name="T53" fmla="*/ 114300 h 49"/>
              <a:gd name="T54" fmla="*/ 19253 w 47"/>
              <a:gd name="T55" fmla="*/ 104775 h 49"/>
              <a:gd name="T56" fmla="*/ 12835 w 47"/>
              <a:gd name="T57" fmla="*/ 114300 h 49"/>
              <a:gd name="T58" fmla="*/ 19253 w 47"/>
              <a:gd name="T59" fmla="*/ 104775 h 49"/>
              <a:gd name="T60" fmla="*/ 19253 w 47"/>
              <a:gd name="T61" fmla="*/ 76200 h 49"/>
              <a:gd name="T62" fmla="*/ 0 w 47"/>
              <a:gd name="T63" fmla="*/ 76200 h 49"/>
              <a:gd name="T64" fmla="*/ 25670 w 47"/>
              <a:gd name="T65" fmla="*/ 44450 h 49"/>
              <a:gd name="T66" fmla="*/ 19253 w 47"/>
              <a:gd name="T67" fmla="*/ 50800 h 49"/>
              <a:gd name="T68" fmla="*/ 12835 w 47"/>
              <a:gd name="T69" fmla="*/ 38100 h 49"/>
              <a:gd name="T70" fmla="*/ 48132 w 47"/>
              <a:gd name="T71" fmla="*/ 22225 h 49"/>
              <a:gd name="T72" fmla="*/ 35297 w 47"/>
              <a:gd name="T73" fmla="*/ 15875 h 49"/>
              <a:gd name="T74" fmla="*/ 48132 w 47"/>
              <a:gd name="T75" fmla="*/ 22225 h 49"/>
              <a:gd name="T76" fmla="*/ 96264 w 47"/>
              <a:gd name="T77" fmla="*/ 111125 h 49"/>
              <a:gd name="T78" fmla="*/ 102681 w 47"/>
              <a:gd name="T79" fmla="*/ 47625 h 49"/>
              <a:gd name="T80" fmla="*/ 35297 w 47"/>
              <a:gd name="T81" fmla="*/ 76200 h 49"/>
              <a:gd name="T82" fmla="*/ 54549 w 47"/>
              <a:gd name="T83" fmla="*/ 111125 h 49"/>
              <a:gd name="T84" fmla="*/ 57758 w 47"/>
              <a:gd name="T85" fmla="*/ 123825 h 49"/>
              <a:gd name="T86" fmla="*/ 64176 w 47"/>
              <a:gd name="T87" fmla="*/ 133350 h 49"/>
              <a:gd name="T88" fmla="*/ 70593 w 47"/>
              <a:gd name="T89" fmla="*/ 142875 h 49"/>
              <a:gd name="T90" fmla="*/ 77011 w 47"/>
              <a:gd name="T91" fmla="*/ 142875 h 49"/>
              <a:gd name="T92" fmla="*/ 80220 w 47"/>
              <a:gd name="T93" fmla="*/ 139700 h 49"/>
              <a:gd name="T94" fmla="*/ 93055 w 47"/>
              <a:gd name="T95" fmla="*/ 123825 h 4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7" h="49">
                <a:moveTo>
                  <a:pt x="33" y="37"/>
                </a:moveTo>
                <a:cubicBezTo>
                  <a:pt x="33" y="44"/>
                  <a:pt x="33" y="44"/>
                  <a:pt x="33" y="44"/>
                </a:cubicBezTo>
                <a:cubicBezTo>
                  <a:pt x="33" y="45"/>
                  <a:pt x="32" y="45"/>
                  <a:pt x="31" y="45"/>
                </a:cubicBezTo>
                <a:cubicBezTo>
                  <a:pt x="28" y="45"/>
                  <a:pt x="28" y="45"/>
                  <a:pt x="28" y="45"/>
                </a:cubicBezTo>
                <a:cubicBezTo>
                  <a:pt x="28" y="46"/>
                  <a:pt x="28" y="47"/>
                  <a:pt x="27" y="47"/>
                </a:cubicBezTo>
                <a:cubicBezTo>
                  <a:pt x="26" y="48"/>
                  <a:pt x="25" y="49"/>
                  <a:pt x="23" y="49"/>
                </a:cubicBezTo>
                <a:cubicBezTo>
                  <a:pt x="22" y="49"/>
                  <a:pt x="21" y="48"/>
                  <a:pt x="20" y="47"/>
                </a:cubicBezTo>
                <a:cubicBezTo>
                  <a:pt x="19" y="47"/>
                  <a:pt x="19" y="46"/>
                  <a:pt x="18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5" y="45"/>
                  <a:pt x="14" y="45"/>
                  <a:pt x="14" y="44"/>
                </a:cubicBezTo>
                <a:cubicBezTo>
                  <a:pt x="14" y="37"/>
                  <a:pt x="14" y="37"/>
                  <a:pt x="14" y="37"/>
                </a:cubicBezTo>
                <a:cubicBezTo>
                  <a:pt x="13" y="37"/>
                  <a:pt x="12" y="36"/>
                  <a:pt x="12" y="36"/>
                </a:cubicBezTo>
                <a:cubicBezTo>
                  <a:pt x="9" y="33"/>
                  <a:pt x="7" y="28"/>
                  <a:pt x="7" y="24"/>
                </a:cubicBezTo>
                <a:cubicBezTo>
                  <a:pt x="7" y="20"/>
                  <a:pt x="9" y="16"/>
                  <a:pt x="12" y="13"/>
                </a:cubicBezTo>
                <a:cubicBezTo>
                  <a:pt x="15" y="10"/>
                  <a:pt x="19" y="8"/>
                  <a:pt x="23" y="8"/>
                </a:cubicBezTo>
                <a:cubicBezTo>
                  <a:pt x="28" y="8"/>
                  <a:pt x="32" y="10"/>
                  <a:pt x="35" y="13"/>
                </a:cubicBezTo>
                <a:cubicBezTo>
                  <a:pt x="38" y="16"/>
                  <a:pt x="40" y="20"/>
                  <a:pt x="40" y="24"/>
                </a:cubicBezTo>
                <a:cubicBezTo>
                  <a:pt x="40" y="28"/>
                  <a:pt x="38" y="33"/>
                  <a:pt x="35" y="36"/>
                </a:cubicBezTo>
                <a:cubicBezTo>
                  <a:pt x="34" y="36"/>
                  <a:pt x="33" y="37"/>
                  <a:pt x="33" y="37"/>
                </a:cubicBezTo>
                <a:close/>
                <a:moveTo>
                  <a:pt x="23" y="22"/>
                </a:moveTo>
                <a:cubicBezTo>
                  <a:pt x="23" y="22"/>
                  <a:pt x="23" y="22"/>
                  <a:pt x="23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5" y="21"/>
                  <a:pt x="26" y="21"/>
                  <a:pt x="27" y="21"/>
                </a:cubicBezTo>
                <a:cubicBezTo>
                  <a:pt x="27" y="21"/>
                  <a:pt x="28" y="21"/>
                  <a:pt x="29" y="22"/>
                </a:cubicBezTo>
                <a:cubicBezTo>
                  <a:pt x="29" y="22"/>
                  <a:pt x="30" y="22"/>
                  <a:pt x="31" y="23"/>
                </a:cubicBezTo>
                <a:cubicBezTo>
                  <a:pt x="31" y="23"/>
                  <a:pt x="31" y="24"/>
                  <a:pt x="31" y="25"/>
                </a:cubicBezTo>
                <a:cubicBezTo>
                  <a:pt x="30" y="25"/>
                  <a:pt x="29" y="25"/>
                  <a:pt x="29" y="25"/>
                </a:cubicBezTo>
                <a:cubicBezTo>
                  <a:pt x="29" y="24"/>
                  <a:pt x="28" y="24"/>
                  <a:pt x="28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6" y="24"/>
                  <a:pt x="26" y="24"/>
                  <a:pt x="25" y="24"/>
                </a:cubicBezTo>
                <a:cubicBezTo>
                  <a:pt x="25" y="24"/>
                  <a:pt x="24" y="24"/>
                  <a:pt x="24" y="25"/>
                </a:cubicBezTo>
                <a:cubicBezTo>
                  <a:pt x="24" y="25"/>
                  <a:pt x="23" y="25"/>
                  <a:pt x="23" y="25"/>
                </a:cubicBezTo>
                <a:cubicBezTo>
                  <a:pt x="22" y="24"/>
                  <a:pt x="22" y="24"/>
                  <a:pt x="21" y="24"/>
                </a:cubicBezTo>
                <a:cubicBezTo>
                  <a:pt x="21" y="24"/>
                  <a:pt x="21" y="24"/>
                  <a:pt x="20" y="24"/>
                </a:cubicBezTo>
                <a:cubicBezTo>
                  <a:pt x="20" y="24"/>
                  <a:pt x="19" y="24"/>
                  <a:pt x="19" y="24"/>
                </a:cubicBezTo>
                <a:cubicBezTo>
                  <a:pt x="18" y="24"/>
                  <a:pt x="18" y="24"/>
                  <a:pt x="18" y="25"/>
                </a:cubicBezTo>
                <a:cubicBezTo>
                  <a:pt x="17" y="25"/>
                  <a:pt x="17" y="25"/>
                  <a:pt x="16" y="25"/>
                </a:cubicBezTo>
                <a:cubicBezTo>
                  <a:pt x="16" y="24"/>
                  <a:pt x="16" y="23"/>
                  <a:pt x="16" y="23"/>
                </a:cubicBezTo>
                <a:cubicBezTo>
                  <a:pt x="17" y="22"/>
                  <a:pt x="17" y="22"/>
                  <a:pt x="18" y="22"/>
                </a:cubicBezTo>
                <a:cubicBezTo>
                  <a:pt x="19" y="21"/>
                  <a:pt x="19" y="21"/>
                  <a:pt x="20" y="21"/>
                </a:cubicBezTo>
                <a:cubicBezTo>
                  <a:pt x="21" y="21"/>
                  <a:pt x="22" y="21"/>
                  <a:pt x="22" y="22"/>
                </a:cubicBezTo>
                <a:cubicBezTo>
                  <a:pt x="23" y="22"/>
                  <a:pt x="23" y="22"/>
                  <a:pt x="23" y="22"/>
                </a:cubicBezTo>
                <a:close/>
                <a:moveTo>
                  <a:pt x="24" y="5"/>
                </a:moveTo>
                <a:cubicBezTo>
                  <a:pt x="24" y="5"/>
                  <a:pt x="24" y="5"/>
                  <a:pt x="24" y="5"/>
                </a:cubicBezTo>
                <a:cubicBezTo>
                  <a:pt x="24" y="6"/>
                  <a:pt x="24" y="6"/>
                  <a:pt x="23" y="6"/>
                </a:cubicBezTo>
                <a:cubicBezTo>
                  <a:pt x="23" y="6"/>
                  <a:pt x="22" y="6"/>
                  <a:pt x="22" y="5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1"/>
                  <a:pt x="23" y="0"/>
                  <a:pt x="23" y="0"/>
                </a:cubicBezTo>
                <a:cubicBezTo>
                  <a:pt x="24" y="0"/>
                  <a:pt x="24" y="1"/>
                  <a:pt x="24" y="2"/>
                </a:cubicBezTo>
                <a:cubicBezTo>
                  <a:pt x="24" y="5"/>
                  <a:pt x="24" y="5"/>
                  <a:pt x="24" y="5"/>
                </a:cubicBezTo>
                <a:close/>
                <a:moveTo>
                  <a:pt x="34" y="8"/>
                </a:move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2" y="9"/>
                </a:cubicBezTo>
                <a:cubicBezTo>
                  <a:pt x="32" y="8"/>
                  <a:pt x="31" y="8"/>
                  <a:pt x="32" y="7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3"/>
                  <a:pt x="35" y="3"/>
                  <a:pt x="35" y="4"/>
                </a:cubicBezTo>
                <a:cubicBezTo>
                  <a:pt x="36" y="4"/>
                  <a:pt x="36" y="5"/>
                  <a:pt x="36" y="5"/>
                </a:cubicBezTo>
                <a:cubicBezTo>
                  <a:pt x="34" y="8"/>
                  <a:pt x="34" y="8"/>
                  <a:pt x="34" y="8"/>
                </a:cubicBezTo>
                <a:close/>
                <a:moveTo>
                  <a:pt x="40" y="16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6"/>
                  <a:pt x="39" y="16"/>
                  <a:pt x="39" y="15"/>
                </a:cubicBezTo>
                <a:cubicBezTo>
                  <a:pt x="38" y="15"/>
                  <a:pt x="39" y="14"/>
                  <a:pt x="39" y="14"/>
                </a:cubicBezTo>
                <a:cubicBezTo>
                  <a:pt x="42" y="12"/>
                  <a:pt x="42" y="12"/>
                  <a:pt x="42" y="12"/>
                </a:cubicBezTo>
                <a:cubicBezTo>
                  <a:pt x="43" y="12"/>
                  <a:pt x="44" y="12"/>
                  <a:pt x="44" y="12"/>
                </a:cubicBezTo>
                <a:cubicBezTo>
                  <a:pt x="44" y="13"/>
                  <a:pt x="44" y="14"/>
                  <a:pt x="43" y="14"/>
                </a:cubicBezTo>
                <a:cubicBezTo>
                  <a:pt x="40" y="16"/>
                  <a:pt x="40" y="16"/>
                  <a:pt x="40" y="16"/>
                </a:cubicBezTo>
                <a:close/>
                <a:moveTo>
                  <a:pt x="42" y="25"/>
                </a:moveTo>
                <a:cubicBezTo>
                  <a:pt x="42" y="25"/>
                  <a:pt x="42" y="25"/>
                  <a:pt x="42" y="25"/>
                </a:cubicBezTo>
                <a:cubicBezTo>
                  <a:pt x="42" y="25"/>
                  <a:pt x="41" y="25"/>
                  <a:pt x="41" y="24"/>
                </a:cubicBezTo>
                <a:cubicBezTo>
                  <a:pt x="41" y="24"/>
                  <a:pt x="42" y="23"/>
                  <a:pt x="42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7" y="23"/>
                  <a:pt x="47" y="24"/>
                  <a:pt x="47" y="24"/>
                </a:cubicBezTo>
                <a:cubicBezTo>
                  <a:pt x="47" y="25"/>
                  <a:pt x="47" y="25"/>
                  <a:pt x="46" y="25"/>
                </a:cubicBezTo>
                <a:cubicBezTo>
                  <a:pt x="42" y="25"/>
                  <a:pt x="42" y="25"/>
                  <a:pt x="42" y="25"/>
                </a:cubicBezTo>
                <a:close/>
                <a:moveTo>
                  <a:pt x="39" y="35"/>
                </a:moveTo>
                <a:cubicBezTo>
                  <a:pt x="39" y="35"/>
                  <a:pt x="39" y="35"/>
                  <a:pt x="39" y="35"/>
                </a:cubicBezTo>
                <a:cubicBezTo>
                  <a:pt x="39" y="34"/>
                  <a:pt x="38" y="34"/>
                  <a:pt x="39" y="33"/>
                </a:cubicBezTo>
                <a:cubicBezTo>
                  <a:pt x="39" y="32"/>
                  <a:pt x="40" y="32"/>
                  <a:pt x="40" y="33"/>
                </a:cubicBezTo>
                <a:cubicBezTo>
                  <a:pt x="43" y="34"/>
                  <a:pt x="43" y="34"/>
                  <a:pt x="43" y="34"/>
                </a:cubicBezTo>
                <a:cubicBezTo>
                  <a:pt x="44" y="35"/>
                  <a:pt x="44" y="35"/>
                  <a:pt x="44" y="36"/>
                </a:cubicBezTo>
                <a:cubicBezTo>
                  <a:pt x="44" y="37"/>
                  <a:pt x="43" y="37"/>
                  <a:pt x="42" y="36"/>
                </a:cubicBezTo>
                <a:cubicBezTo>
                  <a:pt x="39" y="35"/>
                  <a:pt x="39" y="35"/>
                  <a:pt x="39" y="35"/>
                </a:cubicBezTo>
                <a:close/>
                <a:moveTo>
                  <a:pt x="6" y="33"/>
                </a:moveTo>
                <a:cubicBezTo>
                  <a:pt x="6" y="33"/>
                  <a:pt x="6" y="33"/>
                  <a:pt x="6" y="33"/>
                </a:cubicBezTo>
                <a:cubicBezTo>
                  <a:pt x="7" y="32"/>
                  <a:pt x="8" y="32"/>
                  <a:pt x="8" y="33"/>
                </a:cubicBezTo>
                <a:cubicBezTo>
                  <a:pt x="8" y="34"/>
                  <a:pt x="8" y="34"/>
                  <a:pt x="8" y="35"/>
                </a:cubicBezTo>
                <a:cubicBezTo>
                  <a:pt x="4" y="36"/>
                  <a:pt x="4" y="36"/>
                  <a:pt x="4" y="36"/>
                </a:cubicBezTo>
                <a:cubicBezTo>
                  <a:pt x="4" y="37"/>
                  <a:pt x="3" y="37"/>
                  <a:pt x="3" y="36"/>
                </a:cubicBezTo>
                <a:cubicBezTo>
                  <a:pt x="2" y="35"/>
                  <a:pt x="3" y="35"/>
                  <a:pt x="3" y="34"/>
                </a:cubicBezTo>
                <a:cubicBezTo>
                  <a:pt x="6" y="33"/>
                  <a:pt x="6" y="33"/>
                  <a:pt x="6" y="33"/>
                </a:cubicBezTo>
                <a:close/>
                <a:moveTo>
                  <a:pt x="4" y="23"/>
                </a:moveTo>
                <a:cubicBezTo>
                  <a:pt x="4" y="23"/>
                  <a:pt x="4" y="23"/>
                  <a:pt x="4" y="23"/>
                </a:cubicBezTo>
                <a:cubicBezTo>
                  <a:pt x="5" y="23"/>
                  <a:pt x="6" y="24"/>
                  <a:pt x="6" y="24"/>
                </a:cubicBezTo>
                <a:cubicBezTo>
                  <a:pt x="6" y="25"/>
                  <a:pt x="5" y="25"/>
                  <a:pt x="4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5"/>
                  <a:pt x="0" y="25"/>
                  <a:pt x="0" y="24"/>
                </a:cubicBezTo>
                <a:cubicBezTo>
                  <a:pt x="0" y="24"/>
                  <a:pt x="0" y="23"/>
                  <a:pt x="1" y="23"/>
                </a:cubicBezTo>
                <a:cubicBezTo>
                  <a:pt x="4" y="23"/>
                  <a:pt x="4" y="23"/>
                  <a:pt x="4" y="23"/>
                </a:cubicBezTo>
                <a:close/>
                <a:moveTo>
                  <a:pt x="8" y="14"/>
                </a:move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5"/>
                  <a:pt x="8" y="15"/>
                </a:cubicBezTo>
                <a:cubicBezTo>
                  <a:pt x="8" y="16"/>
                  <a:pt x="7" y="16"/>
                  <a:pt x="6" y="16"/>
                </a:cubicBezTo>
                <a:cubicBezTo>
                  <a:pt x="3" y="14"/>
                  <a:pt x="3" y="14"/>
                  <a:pt x="3" y="14"/>
                </a:cubicBezTo>
                <a:cubicBezTo>
                  <a:pt x="3" y="14"/>
                  <a:pt x="2" y="13"/>
                  <a:pt x="3" y="12"/>
                </a:cubicBezTo>
                <a:cubicBezTo>
                  <a:pt x="3" y="12"/>
                  <a:pt x="4" y="12"/>
                  <a:pt x="4" y="12"/>
                </a:cubicBezTo>
                <a:cubicBezTo>
                  <a:pt x="8" y="14"/>
                  <a:pt x="8" y="14"/>
                  <a:pt x="8" y="14"/>
                </a:cubicBezTo>
                <a:close/>
                <a:moveTo>
                  <a:pt x="15" y="7"/>
                </a:moveTo>
                <a:cubicBezTo>
                  <a:pt x="15" y="7"/>
                  <a:pt x="15" y="7"/>
                  <a:pt x="15" y="7"/>
                </a:cubicBezTo>
                <a:cubicBezTo>
                  <a:pt x="15" y="8"/>
                  <a:pt x="15" y="8"/>
                  <a:pt x="14" y="9"/>
                </a:cubicBezTo>
                <a:cubicBezTo>
                  <a:pt x="14" y="9"/>
                  <a:pt x="13" y="9"/>
                  <a:pt x="13" y="8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4"/>
                  <a:pt x="11" y="4"/>
                </a:cubicBezTo>
                <a:cubicBezTo>
                  <a:pt x="12" y="3"/>
                  <a:pt x="13" y="3"/>
                  <a:pt x="13" y="4"/>
                </a:cubicBezTo>
                <a:cubicBezTo>
                  <a:pt x="15" y="7"/>
                  <a:pt x="15" y="7"/>
                  <a:pt x="15" y="7"/>
                </a:cubicBezTo>
                <a:close/>
                <a:moveTo>
                  <a:pt x="30" y="35"/>
                </a:moveTo>
                <a:cubicBezTo>
                  <a:pt x="30" y="35"/>
                  <a:pt x="30" y="35"/>
                  <a:pt x="30" y="35"/>
                </a:cubicBezTo>
                <a:cubicBezTo>
                  <a:pt x="30" y="35"/>
                  <a:pt x="30" y="35"/>
                  <a:pt x="30" y="35"/>
                </a:cubicBezTo>
                <a:cubicBezTo>
                  <a:pt x="31" y="34"/>
                  <a:pt x="31" y="34"/>
                  <a:pt x="32" y="33"/>
                </a:cubicBezTo>
                <a:cubicBezTo>
                  <a:pt x="34" y="31"/>
                  <a:pt x="36" y="27"/>
                  <a:pt x="36" y="24"/>
                </a:cubicBezTo>
                <a:cubicBezTo>
                  <a:pt x="36" y="21"/>
                  <a:pt x="34" y="18"/>
                  <a:pt x="32" y="15"/>
                </a:cubicBezTo>
                <a:cubicBezTo>
                  <a:pt x="30" y="13"/>
                  <a:pt x="27" y="12"/>
                  <a:pt x="23" y="12"/>
                </a:cubicBezTo>
                <a:cubicBezTo>
                  <a:pt x="20" y="12"/>
                  <a:pt x="17" y="13"/>
                  <a:pt x="15" y="15"/>
                </a:cubicBezTo>
                <a:cubicBezTo>
                  <a:pt x="12" y="18"/>
                  <a:pt x="11" y="21"/>
                  <a:pt x="11" y="24"/>
                </a:cubicBezTo>
                <a:cubicBezTo>
                  <a:pt x="11" y="27"/>
                  <a:pt x="12" y="31"/>
                  <a:pt x="15" y="33"/>
                </a:cubicBezTo>
                <a:cubicBezTo>
                  <a:pt x="15" y="34"/>
                  <a:pt x="16" y="34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9" y="36"/>
                  <a:pt x="21" y="36"/>
                  <a:pt x="23" y="36"/>
                </a:cubicBezTo>
                <a:cubicBezTo>
                  <a:pt x="26" y="36"/>
                  <a:pt x="28" y="36"/>
                  <a:pt x="30" y="35"/>
                </a:cubicBezTo>
                <a:close/>
                <a:moveTo>
                  <a:pt x="18" y="39"/>
                </a:moveTo>
                <a:cubicBezTo>
                  <a:pt x="18" y="39"/>
                  <a:pt x="18" y="39"/>
                  <a:pt x="18" y="39"/>
                </a:cubicBezTo>
                <a:cubicBezTo>
                  <a:pt x="18" y="42"/>
                  <a:pt x="18" y="42"/>
                  <a:pt x="18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1" y="42"/>
                  <a:pt x="22" y="42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2" y="45"/>
                </a:cubicBezTo>
                <a:cubicBezTo>
                  <a:pt x="22" y="45"/>
                  <a:pt x="22" y="45"/>
                  <a:pt x="22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4" y="45"/>
                  <a:pt x="24" y="45"/>
                  <a:pt x="24" y="45"/>
                </a:cubicBezTo>
                <a:cubicBezTo>
                  <a:pt x="24" y="45"/>
                  <a:pt x="24" y="45"/>
                  <a:pt x="24" y="45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2"/>
                  <a:pt x="26" y="42"/>
                  <a:pt x="27" y="42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39"/>
                  <a:pt x="29" y="39"/>
                  <a:pt x="29" y="39"/>
                </a:cubicBezTo>
                <a:cubicBezTo>
                  <a:pt x="27" y="40"/>
                  <a:pt x="25" y="40"/>
                  <a:pt x="23" y="40"/>
                </a:cubicBezTo>
                <a:cubicBezTo>
                  <a:pt x="21" y="40"/>
                  <a:pt x="20" y="40"/>
                  <a:pt x="18" y="3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49" name="Freeform 183">
            <a:extLst>
              <a:ext uri="{FF2B5EF4-FFF2-40B4-BE49-F238E27FC236}">
                <a16:creationId xmlns:a16="http://schemas.microsoft.com/office/drawing/2014/main" id="{89A3BAF2-AAF8-52C8-8258-0F532BD4DECB}"/>
              </a:ext>
            </a:extLst>
          </p:cNvPr>
          <p:cNvSpPr>
            <a:spLocks noEditPoints="1"/>
          </p:cNvSpPr>
          <p:nvPr/>
        </p:nvSpPr>
        <p:spPr bwMode="auto">
          <a:xfrm>
            <a:off x="2780701" y="3916281"/>
            <a:ext cx="213784" cy="173567"/>
          </a:xfrm>
          <a:custGeom>
            <a:avLst/>
            <a:gdLst>
              <a:gd name="T0" fmla="*/ 19241 w 50"/>
              <a:gd name="T1" fmla="*/ 85725 h 41"/>
              <a:gd name="T2" fmla="*/ 28861 w 50"/>
              <a:gd name="T3" fmla="*/ 101600 h 41"/>
              <a:gd name="T4" fmla="*/ 48101 w 50"/>
              <a:gd name="T5" fmla="*/ 98425 h 41"/>
              <a:gd name="T6" fmla="*/ 80169 w 50"/>
              <a:gd name="T7" fmla="*/ 73025 h 41"/>
              <a:gd name="T8" fmla="*/ 64135 w 50"/>
              <a:gd name="T9" fmla="*/ 85725 h 41"/>
              <a:gd name="T10" fmla="*/ 73755 w 50"/>
              <a:gd name="T11" fmla="*/ 101600 h 41"/>
              <a:gd name="T12" fmla="*/ 86583 w 50"/>
              <a:gd name="T13" fmla="*/ 101600 h 41"/>
              <a:gd name="T14" fmla="*/ 80169 w 50"/>
              <a:gd name="T15" fmla="*/ 73025 h 41"/>
              <a:gd name="T16" fmla="*/ 105823 w 50"/>
              <a:gd name="T17" fmla="*/ 85725 h 41"/>
              <a:gd name="T18" fmla="*/ 105823 w 50"/>
              <a:gd name="T19" fmla="*/ 79375 h 41"/>
              <a:gd name="T20" fmla="*/ 150718 w 50"/>
              <a:gd name="T21" fmla="*/ 76200 h 41"/>
              <a:gd name="T22" fmla="*/ 12827 w 50"/>
              <a:gd name="T23" fmla="*/ 76200 h 41"/>
              <a:gd name="T24" fmla="*/ 57722 w 50"/>
              <a:gd name="T25" fmla="*/ 82550 h 41"/>
              <a:gd name="T26" fmla="*/ 105823 w 50"/>
              <a:gd name="T27" fmla="*/ 92075 h 41"/>
              <a:gd name="T28" fmla="*/ 96203 w 50"/>
              <a:gd name="T29" fmla="*/ 104775 h 41"/>
              <a:gd name="T30" fmla="*/ 105823 w 50"/>
              <a:gd name="T31" fmla="*/ 107950 h 41"/>
              <a:gd name="T32" fmla="*/ 109030 w 50"/>
              <a:gd name="T33" fmla="*/ 101600 h 41"/>
              <a:gd name="T34" fmla="*/ 64135 w 50"/>
              <a:gd name="T35" fmla="*/ 104775 h 41"/>
              <a:gd name="T36" fmla="*/ 54515 w 50"/>
              <a:gd name="T37" fmla="*/ 101600 h 41"/>
              <a:gd name="T38" fmla="*/ 57722 w 50"/>
              <a:gd name="T39" fmla="*/ 107950 h 41"/>
              <a:gd name="T40" fmla="*/ 64135 w 50"/>
              <a:gd name="T41" fmla="*/ 104775 h 41"/>
              <a:gd name="T42" fmla="*/ 128270 w 50"/>
              <a:gd name="T43" fmla="*/ 111125 h 41"/>
              <a:gd name="T44" fmla="*/ 109030 w 50"/>
              <a:gd name="T45" fmla="*/ 117475 h 41"/>
              <a:gd name="T46" fmla="*/ 99410 w 50"/>
              <a:gd name="T47" fmla="*/ 114300 h 41"/>
              <a:gd name="T48" fmla="*/ 96203 w 50"/>
              <a:gd name="T49" fmla="*/ 111125 h 41"/>
              <a:gd name="T50" fmla="*/ 70549 w 50"/>
              <a:gd name="T51" fmla="*/ 111125 h 41"/>
              <a:gd name="T52" fmla="*/ 54515 w 50"/>
              <a:gd name="T53" fmla="*/ 117475 h 41"/>
              <a:gd name="T54" fmla="*/ 51308 w 50"/>
              <a:gd name="T55" fmla="*/ 114300 h 41"/>
              <a:gd name="T56" fmla="*/ 35274 w 50"/>
              <a:gd name="T57" fmla="*/ 111125 h 41"/>
              <a:gd name="T58" fmla="*/ 12827 w 50"/>
              <a:gd name="T59" fmla="*/ 117475 h 41"/>
              <a:gd name="T60" fmla="*/ 9620 w 50"/>
              <a:gd name="T61" fmla="*/ 123825 h 41"/>
              <a:gd name="T62" fmla="*/ 60928 w 50"/>
              <a:gd name="T63" fmla="*/ 123825 h 41"/>
              <a:gd name="T64" fmla="*/ 109030 w 50"/>
              <a:gd name="T65" fmla="*/ 123825 h 41"/>
              <a:gd name="T66" fmla="*/ 150718 w 50"/>
              <a:gd name="T67" fmla="*/ 120650 h 41"/>
              <a:gd name="T68" fmla="*/ 147511 w 50"/>
              <a:gd name="T69" fmla="*/ 114300 h 41"/>
              <a:gd name="T70" fmla="*/ 144304 w 50"/>
              <a:gd name="T71" fmla="*/ 111125 h 41"/>
              <a:gd name="T72" fmla="*/ 144304 w 50"/>
              <a:gd name="T73" fmla="*/ 104775 h 41"/>
              <a:gd name="T74" fmla="*/ 150718 w 50"/>
              <a:gd name="T75" fmla="*/ 107950 h 41"/>
              <a:gd name="T76" fmla="*/ 157131 w 50"/>
              <a:gd name="T77" fmla="*/ 120650 h 41"/>
              <a:gd name="T78" fmla="*/ 160338 w 50"/>
              <a:gd name="T79" fmla="*/ 127000 h 41"/>
              <a:gd name="T80" fmla="*/ 128270 w 50"/>
              <a:gd name="T81" fmla="*/ 130175 h 41"/>
              <a:gd name="T82" fmla="*/ 80169 w 50"/>
              <a:gd name="T83" fmla="*/ 130175 h 41"/>
              <a:gd name="T84" fmla="*/ 35274 w 50"/>
              <a:gd name="T85" fmla="*/ 130175 h 41"/>
              <a:gd name="T86" fmla="*/ 3207 w 50"/>
              <a:gd name="T87" fmla="*/ 127000 h 41"/>
              <a:gd name="T88" fmla="*/ 3207 w 50"/>
              <a:gd name="T89" fmla="*/ 117475 h 41"/>
              <a:gd name="T90" fmla="*/ 12827 w 50"/>
              <a:gd name="T91" fmla="*/ 107950 h 41"/>
              <a:gd name="T92" fmla="*/ 12827 w 50"/>
              <a:gd name="T93" fmla="*/ 95250 h 41"/>
              <a:gd name="T94" fmla="*/ 0 w 50"/>
              <a:gd name="T95" fmla="*/ 88900 h 41"/>
              <a:gd name="T96" fmla="*/ 6414 w 50"/>
              <a:gd name="T97" fmla="*/ 0 h 41"/>
              <a:gd name="T98" fmla="*/ 160338 w 50"/>
              <a:gd name="T99" fmla="*/ 6350 h 41"/>
              <a:gd name="T100" fmla="*/ 153924 w 50"/>
              <a:gd name="T101" fmla="*/ 95250 h 41"/>
              <a:gd name="T102" fmla="*/ 147511 w 50"/>
              <a:gd name="T103" fmla="*/ 101600 h 41"/>
              <a:gd name="T104" fmla="*/ 128270 w 50"/>
              <a:gd name="T105" fmla="*/ 73025 h 41"/>
              <a:gd name="T106" fmla="*/ 112237 w 50"/>
              <a:gd name="T107" fmla="*/ 88900 h 41"/>
              <a:gd name="T108" fmla="*/ 121857 w 50"/>
              <a:gd name="T109" fmla="*/ 101600 h 41"/>
              <a:gd name="T110" fmla="*/ 134684 w 50"/>
              <a:gd name="T111" fmla="*/ 101600 h 41"/>
              <a:gd name="T112" fmla="*/ 128270 w 50"/>
              <a:gd name="T113" fmla="*/ 73025 h 4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0" h="41">
                <a:moveTo>
                  <a:pt x="11" y="23"/>
                </a:moveTo>
                <a:cubicBezTo>
                  <a:pt x="9" y="23"/>
                  <a:pt x="7" y="24"/>
                  <a:pt x="6" y="26"/>
                </a:cubicBezTo>
                <a:cubicBezTo>
                  <a:pt x="6" y="26"/>
                  <a:pt x="6" y="26"/>
                  <a:pt x="6" y="27"/>
                </a:cubicBezTo>
                <a:cubicBezTo>
                  <a:pt x="6" y="27"/>
                  <a:pt x="6" y="27"/>
                  <a:pt x="6" y="28"/>
                </a:cubicBezTo>
                <a:cubicBezTo>
                  <a:pt x="6" y="29"/>
                  <a:pt x="6" y="30"/>
                  <a:pt x="6" y="31"/>
                </a:cubicBezTo>
                <a:cubicBezTo>
                  <a:pt x="7" y="31"/>
                  <a:pt x="8" y="32"/>
                  <a:pt x="9" y="32"/>
                </a:cubicBezTo>
                <a:cubicBezTo>
                  <a:pt x="9" y="33"/>
                  <a:pt x="10" y="33"/>
                  <a:pt x="11" y="33"/>
                </a:cubicBezTo>
                <a:cubicBezTo>
                  <a:pt x="11" y="33"/>
                  <a:pt x="12" y="33"/>
                  <a:pt x="13" y="32"/>
                </a:cubicBezTo>
                <a:cubicBezTo>
                  <a:pt x="14" y="32"/>
                  <a:pt x="14" y="31"/>
                  <a:pt x="15" y="31"/>
                </a:cubicBezTo>
                <a:cubicBezTo>
                  <a:pt x="15" y="30"/>
                  <a:pt x="16" y="29"/>
                  <a:pt x="16" y="28"/>
                </a:cubicBezTo>
                <a:cubicBezTo>
                  <a:pt x="16" y="25"/>
                  <a:pt x="13" y="23"/>
                  <a:pt x="11" y="23"/>
                </a:cubicBezTo>
                <a:close/>
                <a:moveTo>
                  <a:pt x="25" y="23"/>
                </a:moveTo>
                <a:cubicBezTo>
                  <a:pt x="25" y="23"/>
                  <a:pt x="25" y="23"/>
                  <a:pt x="25" y="23"/>
                </a:cubicBezTo>
                <a:cubicBezTo>
                  <a:pt x="23" y="23"/>
                  <a:pt x="21" y="24"/>
                  <a:pt x="21" y="26"/>
                </a:cubicBezTo>
                <a:cubicBezTo>
                  <a:pt x="20" y="26"/>
                  <a:pt x="20" y="26"/>
                  <a:pt x="20" y="27"/>
                </a:cubicBezTo>
                <a:cubicBezTo>
                  <a:pt x="20" y="27"/>
                  <a:pt x="20" y="27"/>
                  <a:pt x="20" y="28"/>
                </a:cubicBezTo>
                <a:cubicBezTo>
                  <a:pt x="20" y="29"/>
                  <a:pt x="21" y="30"/>
                  <a:pt x="21" y="31"/>
                </a:cubicBezTo>
                <a:cubicBezTo>
                  <a:pt x="22" y="31"/>
                  <a:pt x="22" y="32"/>
                  <a:pt x="23" y="32"/>
                </a:cubicBezTo>
                <a:cubicBezTo>
                  <a:pt x="24" y="33"/>
                  <a:pt x="25" y="33"/>
                  <a:pt x="25" y="33"/>
                </a:cubicBezTo>
                <a:cubicBezTo>
                  <a:pt x="26" y="33"/>
                  <a:pt x="27" y="33"/>
                  <a:pt x="27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8" y="32"/>
                  <a:pt x="29" y="31"/>
                  <a:pt x="30" y="31"/>
                </a:cubicBezTo>
                <a:cubicBezTo>
                  <a:pt x="30" y="30"/>
                  <a:pt x="30" y="29"/>
                  <a:pt x="30" y="28"/>
                </a:cubicBezTo>
                <a:cubicBezTo>
                  <a:pt x="30" y="25"/>
                  <a:pt x="28" y="23"/>
                  <a:pt x="25" y="23"/>
                </a:cubicBezTo>
                <a:close/>
                <a:moveTo>
                  <a:pt x="25" y="20"/>
                </a:moveTo>
                <a:cubicBezTo>
                  <a:pt x="25" y="20"/>
                  <a:pt x="25" y="20"/>
                  <a:pt x="25" y="20"/>
                </a:cubicBezTo>
                <a:cubicBezTo>
                  <a:pt x="29" y="20"/>
                  <a:pt x="32" y="23"/>
                  <a:pt x="33" y="27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5"/>
                  <a:pt x="33" y="25"/>
                </a:cubicBezTo>
                <a:cubicBezTo>
                  <a:pt x="34" y="22"/>
                  <a:pt x="37" y="20"/>
                  <a:pt x="40" y="20"/>
                </a:cubicBezTo>
                <a:cubicBezTo>
                  <a:pt x="42" y="20"/>
                  <a:pt x="44" y="21"/>
                  <a:pt x="45" y="23"/>
                </a:cubicBezTo>
                <a:cubicBezTo>
                  <a:pt x="46" y="23"/>
                  <a:pt x="46" y="24"/>
                  <a:pt x="47" y="24"/>
                </a:cubicBezTo>
                <a:cubicBezTo>
                  <a:pt x="47" y="4"/>
                  <a:pt x="47" y="4"/>
                  <a:pt x="4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4"/>
                  <a:pt x="4" y="24"/>
                  <a:pt x="4" y="24"/>
                </a:cubicBezTo>
                <a:cubicBezTo>
                  <a:pt x="5" y="22"/>
                  <a:pt x="8" y="20"/>
                  <a:pt x="11" y="20"/>
                </a:cubicBezTo>
                <a:cubicBezTo>
                  <a:pt x="14" y="20"/>
                  <a:pt x="17" y="23"/>
                  <a:pt x="18" y="27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6"/>
                  <a:pt x="18" y="25"/>
                  <a:pt x="18" y="25"/>
                </a:cubicBezTo>
                <a:cubicBezTo>
                  <a:pt x="20" y="22"/>
                  <a:pt x="22" y="20"/>
                  <a:pt x="25" y="20"/>
                </a:cubicBezTo>
                <a:close/>
                <a:moveTo>
                  <a:pt x="33" y="29"/>
                </a:moveTo>
                <a:cubicBezTo>
                  <a:pt x="33" y="29"/>
                  <a:pt x="33" y="29"/>
                  <a:pt x="33" y="29"/>
                </a:cubicBezTo>
                <a:cubicBezTo>
                  <a:pt x="32" y="30"/>
                  <a:pt x="32" y="31"/>
                  <a:pt x="31" y="32"/>
                </a:cubicBezTo>
                <a:cubicBezTo>
                  <a:pt x="31" y="32"/>
                  <a:pt x="31" y="33"/>
                  <a:pt x="30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2" y="34"/>
                  <a:pt x="32" y="34"/>
                </a:cubicBezTo>
                <a:cubicBezTo>
                  <a:pt x="32" y="34"/>
                  <a:pt x="33" y="34"/>
                  <a:pt x="33" y="34"/>
                </a:cubicBezTo>
                <a:cubicBezTo>
                  <a:pt x="33" y="34"/>
                  <a:pt x="33" y="34"/>
                  <a:pt x="34" y="33"/>
                </a:cubicBezTo>
                <a:cubicBezTo>
                  <a:pt x="34" y="33"/>
                  <a:pt x="34" y="33"/>
                  <a:pt x="35" y="33"/>
                </a:cubicBezTo>
                <a:cubicBezTo>
                  <a:pt x="34" y="33"/>
                  <a:pt x="34" y="32"/>
                  <a:pt x="34" y="32"/>
                </a:cubicBezTo>
                <a:cubicBezTo>
                  <a:pt x="33" y="31"/>
                  <a:pt x="33" y="30"/>
                  <a:pt x="33" y="29"/>
                </a:cubicBezTo>
                <a:close/>
                <a:moveTo>
                  <a:pt x="20" y="33"/>
                </a:moveTo>
                <a:cubicBezTo>
                  <a:pt x="20" y="33"/>
                  <a:pt x="20" y="33"/>
                  <a:pt x="20" y="33"/>
                </a:cubicBezTo>
                <a:cubicBezTo>
                  <a:pt x="20" y="33"/>
                  <a:pt x="19" y="32"/>
                  <a:pt x="19" y="32"/>
                </a:cubicBezTo>
                <a:cubicBezTo>
                  <a:pt x="19" y="31"/>
                  <a:pt x="18" y="30"/>
                  <a:pt x="18" y="29"/>
                </a:cubicBezTo>
                <a:cubicBezTo>
                  <a:pt x="18" y="30"/>
                  <a:pt x="17" y="31"/>
                  <a:pt x="17" y="32"/>
                </a:cubicBezTo>
                <a:cubicBezTo>
                  <a:pt x="17" y="32"/>
                  <a:pt x="16" y="33"/>
                  <a:pt x="16" y="33"/>
                </a:cubicBezTo>
                <a:cubicBezTo>
                  <a:pt x="16" y="33"/>
                  <a:pt x="16" y="33"/>
                  <a:pt x="16" y="33"/>
                </a:cubicBezTo>
                <a:cubicBezTo>
                  <a:pt x="17" y="33"/>
                  <a:pt x="17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9" y="34"/>
                  <a:pt x="19" y="33"/>
                </a:cubicBezTo>
                <a:cubicBezTo>
                  <a:pt x="20" y="33"/>
                  <a:pt x="20" y="33"/>
                  <a:pt x="20" y="33"/>
                </a:cubicBezTo>
                <a:close/>
                <a:moveTo>
                  <a:pt x="44" y="35"/>
                </a:moveTo>
                <a:cubicBezTo>
                  <a:pt x="44" y="35"/>
                  <a:pt x="44" y="35"/>
                  <a:pt x="44" y="35"/>
                </a:cubicBezTo>
                <a:cubicBezTo>
                  <a:pt x="40" y="35"/>
                  <a:pt x="40" y="35"/>
                  <a:pt x="40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5" y="35"/>
                  <a:pt x="35" y="36"/>
                </a:cubicBezTo>
                <a:cubicBezTo>
                  <a:pt x="34" y="36"/>
                  <a:pt x="34" y="36"/>
                  <a:pt x="34" y="37"/>
                </a:cubicBezTo>
                <a:cubicBezTo>
                  <a:pt x="33" y="37"/>
                  <a:pt x="32" y="37"/>
                  <a:pt x="32" y="37"/>
                </a:cubicBezTo>
                <a:cubicBezTo>
                  <a:pt x="32" y="37"/>
                  <a:pt x="32" y="37"/>
                  <a:pt x="32" y="36"/>
                </a:cubicBezTo>
                <a:cubicBezTo>
                  <a:pt x="32" y="36"/>
                  <a:pt x="32" y="36"/>
                  <a:pt x="31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36"/>
                  <a:pt x="30" y="36"/>
                  <a:pt x="30" y="35"/>
                </a:cubicBezTo>
                <a:cubicBezTo>
                  <a:pt x="30" y="35"/>
                  <a:pt x="30" y="35"/>
                  <a:pt x="30" y="35"/>
                </a:cubicBezTo>
                <a:cubicBezTo>
                  <a:pt x="30" y="35"/>
                  <a:pt x="29" y="35"/>
                  <a:pt x="29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2" y="35"/>
                  <a:pt x="22" y="35"/>
                  <a:pt x="22" y="35"/>
                </a:cubicBezTo>
                <a:cubicBezTo>
                  <a:pt x="21" y="35"/>
                  <a:pt x="21" y="35"/>
                  <a:pt x="20" y="36"/>
                </a:cubicBezTo>
                <a:cubicBezTo>
                  <a:pt x="20" y="36"/>
                  <a:pt x="19" y="36"/>
                  <a:pt x="19" y="37"/>
                </a:cubicBezTo>
                <a:cubicBezTo>
                  <a:pt x="18" y="37"/>
                  <a:pt x="18" y="37"/>
                  <a:pt x="17" y="37"/>
                </a:cubicBezTo>
                <a:cubicBezTo>
                  <a:pt x="17" y="37"/>
                  <a:pt x="17" y="37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6" y="36"/>
                  <a:pt x="16" y="36"/>
                </a:cubicBezTo>
                <a:cubicBezTo>
                  <a:pt x="16" y="36"/>
                  <a:pt x="16" y="36"/>
                  <a:pt x="15" y="35"/>
                </a:cubicBezTo>
                <a:cubicBezTo>
                  <a:pt x="15" y="35"/>
                  <a:pt x="15" y="35"/>
                  <a:pt x="14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6" y="35"/>
                  <a:pt x="6" y="35"/>
                  <a:pt x="5" y="36"/>
                </a:cubicBezTo>
                <a:cubicBezTo>
                  <a:pt x="5" y="36"/>
                  <a:pt x="4" y="36"/>
                  <a:pt x="4" y="37"/>
                </a:cubicBezTo>
                <a:cubicBezTo>
                  <a:pt x="4" y="37"/>
                  <a:pt x="4" y="38"/>
                  <a:pt x="3" y="38"/>
                </a:cubicBezTo>
                <a:cubicBezTo>
                  <a:pt x="3" y="38"/>
                  <a:pt x="3" y="38"/>
                  <a:pt x="3" y="38"/>
                </a:cubicBezTo>
                <a:cubicBezTo>
                  <a:pt x="3" y="38"/>
                  <a:pt x="3" y="38"/>
                  <a:pt x="3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25" y="39"/>
                  <a:pt x="25" y="39"/>
                  <a:pt x="25" y="39"/>
                </a:cubicBezTo>
                <a:cubicBezTo>
                  <a:pt x="31" y="39"/>
                  <a:pt x="31" y="39"/>
                  <a:pt x="31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8"/>
                  <a:pt x="47" y="38"/>
                  <a:pt x="47" y="38"/>
                </a:cubicBezTo>
                <a:cubicBezTo>
                  <a:pt x="47" y="38"/>
                  <a:pt x="47" y="38"/>
                  <a:pt x="47" y="37"/>
                </a:cubicBezTo>
                <a:cubicBezTo>
                  <a:pt x="47" y="37"/>
                  <a:pt x="47" y="37"/>
                  <a:pt x="46" y="36"/>
                </a:cubicBezTo>
                <a:cubicBezTo>
                  <a:pt x="46" y="36"/>
                  <a:pt x="46" y="36"/>
                  <a:pt x="46" y="36"/>
                </a:cubicBezTo>
                <a:cubicBezTo>
                  <a:pt x="46" y="36"/>
                  <a:pt x="46" y="36"/>
                  <a:pt x="46" y="36"/>
                </a:cubicBezTo>
                <a:cubicBezTo>
                  <a:pt x="46" y="36"/>
                  <a:pt x="46" y="36"/>
                  <a:pt x="46" y="36"/>
                </a:cubicBezTo>
                <a:cubicBezTo>
                  <a:pt x="45" y="36"/>
                  <a:pt x="45" y="36"/>
                  <a:pt x="45" y="35"/>
                </a:cubicBezTo>
                <a:cubicBezTo>
                  <a:pt x="44" y="35"/>
                  <a:pt x="44" y="35"/>
                  <a:pt x="44" y="35"/>
                </a:cubicBezTo>
                <a:close/>
                <a:moveTo>
                  <a:pt x="45" y="33"/>
                </a:moveTo>
                <a:cubicBezTo>
                  <a:pt x="45" y="33"/>
                  <a:pt x="45" y="33"/>
                  <a:pt x="45" y="33"/>
                </a:cubicBezTo>
                <a:cubicBezTo>
                  <a:pt x="45" y="33"/>
                  <a:pt x="45" y="33"/>
                  <a:pt x="45" y="33"/>
                </a:cubicBezTo>
                <a:cubicBezTo>
                  <a:pt x="46" y="33"/>
                  <a:pt x="46" y="34"/>
                  <a:pt x="47" y="34"/>
                </a:cubicBezTo>
                <a:cubicBezTo>
                  <a:pt x="47" y="34"/>
                  <a:pt x="47" y="34"/>
                  <a:pt x="47" y="34"/>
                </a:cubicBezTo>
                <a:cubicBezTo>
                  <a:pt x="47" y="34"/>
                  <a:pt x="48" y="35"/>
                  <a:pt x="48" y="35"/>
                </a:cubicBezTo>
                <a:cubicBezTo>
                  <a:pt x="48" y="35"/>
                  <a:pt x="49" y="36"/>
                  <a:pt x="49" y="36"/>
                </a:cubicBezTo>
                <a:cubicBezTo>
                  <a:pt x="49" y="37"/>
                  <a:pt x="49" y="37"/>
                  <a:pt x="49" y="38"/>
                </a:cubicBezTo>
                <a:cubicBezTo>
                  <a:pt x="50" y="38"/>
                  <a:pt x="50" y="39"/>
                  <a:pt x="50" y="39"/>
                </a:cubicBezTo>
                <a:cubicBezTo>
                  <a:pt x="50" y="39"/>
                  <a:pt x="50" y="39"/>
                  <a:pt x="50" y="39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40"/>
                  <a:pt x="49" y="41"/>
                  <a:pt x="48" y="41"/>
                </a:cubicBezTo>
                <a:cubicBezTo>
                  <a:pt x="40" y="41"/>
                  <a:pt x="40" y="41"/>
                  <a:pt x="40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17" y="41"/>
                  <a:pt x="17" y="41"/>
                  <a:pt x="17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2" y="41"/>
                  <a:pt x="2" y="41"/>
                  <a:pt x="2" y="41"/>
                </a:cubicBezTo>
                <a:cubicBezTo>
                  <a:pt x="2" y="41"/>
                  <a:pt x="2" y="41"/>
                  <a:pt x="2" y="41"/>
                </a:cubicBezTo>
                <a:cubicBezTo>
                  <a:pt x="2" y="41"/>
                  <a:pt x="1" y="40"/>
                  <a:pt x="1" y="40"/>
                </a:cubicBezTo>
                <a:cubicBezTo>
                  <a:pt x="1" y="39"/>
                  <a:pt x="1" y="39"/>
                  <a:pt x="1" y="39"/>
                </a:cubicBezTo>
                <a:cubicBezTo>
                  <a:pt x="1" y="39"/>
                  <a:pt x="1" y="39"/>
                  <a:pt x="1" y="39"/>
                </a:cubicBezTo>
                <a:cubicBezTo>
                  <a:pt x="1" y="38"/>
                  <a:pt x="1" y="38"/>
                  <a:pt x="1" y="37"/>
                </a:cubicBezTo>
                <a:cubicBezTo>
                  <a:pt x="1" y="37"/>
                  <a:pt x="1" y="37"/>
                  <a:pt x="1" y="37"/>
                </a:cubicBezTo>
                <a:cubicBezTo>
                  <a:pt x="1" y="37"/>
                  <a:pt x="2" y="36"/>
                  <a:pt x="2" y="36"/>
                </a:cubicBezTo>
                <a:cubicBezTo>
                  <a:pt x="3" y="35"/>
                  <a:pt x="3" y="34"/>
                  <a:pt x="4" y="34"/>
                </a:cubicBezTo>
                <a:cubicBezTo>
                  <a:pt x="5" y="33"/>
                  <a:pt x="5" y="33"/>
                  <a:pt x="6" y="33"/>
                </a:cubicBezTo>
                <a:cubicBezTo>
                  <a:pt x="5" y="33"/>
                  <a:pt x="5" y="32"/>
                  <a:pt x="4" y="32"/>
                </a:cubicBezTo>
                <a:cubicBezTo>
                  <a:pt x="4" y="31"/>
                  <a:pt x="4" y="31"/>
                  <a:pt x="4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2" y="30"/>
                  <a:pt x="2" y="30"/>
                  <a:pt x="2" y="30"/>
                </a:cubicBezTo>
                <a:cubicBezTo>
                  <a:pt x="1" y="30"/>
                  <a:pt x="0" y="29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0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9"/>
                  <a:pt x="50" y="30"/>
                  <a:pt x="48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31"/>
                  <a:pt x="47" y="31"/>
                  <a:pt x="46" y="32"/>
                </a:cubicBezTo>
                <a:cubicBezTo>
                  <a:pt x="46" y="32"/>
                  <a:pt x="46" y="33"/>
                  <a:pt x="45" y="33"/>
                </a:cubicBezTo>
                <a:close/>
                <a:moveTo>
                  <a:pt x="40" y="23"/>
                </a:moveTo>
                <a:cubicBezTo>
                  <a:pt x="40" y="23"/>
                  <a:pt x="40" y="23"/>
                  <a:pt x="40" y="23"/>
                </a:cubicBezTo>
                <a:cubicBezTo>
                  <a:pt x="38" y="23"/>
                  <a:pt x="35" y="24"/>
                  <a:pt x="35" y="27"/>
                </a:cubicBezTo>
                <a:cubicBezTo>
                  <a:pt x="35" y="27"/>
                  <a:pt x="35" y="27"/>
                  <a:pt x="35" y="27"/>
                </a:cubicBezTo>
                <a:cubicBezTo>
                  <a:pt x="35" y="27"/>
                  <a:pt x="35" y="27"/>
                  <a:pt x="35" y="28"/>
                </a:cubicBezTo>
                <a:cubicBezTo>
                  <a:pt x="35" y="29"/>
                  <a:pt x="35" y="30"/>
                  <a:pt x="36" y="31"/>
                </a:cubicBezTo>
                <a:cubicBezTo>
                  <a:pt x="36" y="31"/>
                  <a:pt x="37" y="32"/>
                  <a:pt x="38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9" y="33"/>
                  <a:pt x="39" y="33"/>
                  <a:pt x="40" y="33"/>
                </a:cubicBezTo>
                <a:cubicBezTo>
                  <a:pt x="41" y="33"/>
                  <a:pt x="41" y="33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3" y="32"/>
                  <a:pt x="44" y="31"/>
                  <a:pt x="44" y="31"/>
                </a:cubicBezTo>
                <a:cubicBezTo>
                  <a:pt x="45" y="30"/>
                  <a:pt x="45" y="29"/>
                  <a:pt x="45" y="28"/>
                </a:cubicBezTo>
                <a:cubicBezTo>
                  <a:pt x="45" y="25"/>
                  <a:pt x="43" y="23"/>
                  <a:pt x="40" y="2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50" name="Freeform 184">
            <a:extLst>
              <a:ext uri="{FF2B5EF4-FFF2-40B4-BE49-F238E27FC236}">
                <a16:creationId xmlns:a16="http://schemas.microsoft.com/office/drawing/2014/main" id="{C81BEF86-AA52-EF48-F984-10FEBBFD8F4F}"/>
              </a:ext>
            </a:extLst>
          </p:cNvPr>
          <p:cNvSpPr>
            <a:spLocks noEditPoints="1"/>
          </p:cNvSpPr>
          <p:nvPr/>
        </p:nvSpPr>
        <p:spPr bwMode="auto">
          <a:xfrm>
            <a:off x="2416634" y="4333265"/>
            <a:ext cx="186267" cy="211667"/>
          </a:xfrm>
          <a:custGeom>
            <a:avLst/>
            <a:gdLst>
              <a:gd name="T0" fmla="*/ 31750 w 44"/>
              <a:gd name="T1" fmla="*/ 95250 h 50"/>
              <a:gd name="T2" fmla="*/ 104775 w 44"/>
              <a:gd name="T3" fmla="*/ 139700 h 50"/>
              <a:gd name="T4" fmla="*/ 73025 w 44"/>
              <a:gd name="T5" fmla="*/ 130175 h 50"/>
              <a:gd name="T6" fmla="*/ 88900 w 44"/>
              <a:gd name="T7" fmla="*/ 76200 h 50"/>
              <a:gd name="T8" fmla="*/ 79375 w 44"/>
              <a:gd name="T9" fmla="*/ 104775 h 50"/>
              <a:gd name="T10" fmla="*/ 79375 w 44"/>
              <a:gd name="T11" fmla="*/ 85725 h 50"/>
              <a:gd name="T12" fmla="*/ 92075 w 44"/>
              <a:gd name="T13" fmla="*/ 117475 h 50"/>
              <a:gd name="T14" fmla="*/ 101600 w 44"/>
              <a:gd name="T15" fmla="*/ 123825 h 50"/>
              <a:gd name="T16" fmla="*/ 66675 w 44"/>
              <a:gd name="T17" fmla="*/ 123825 h 50"/>
              <a:gd name="T18" fmla="*/ 85725 w 44"/>
              <a:gd name="T19" fmla="*/ 117475 h 50"/>
              <a:gd name="T20" fmla="*/ 136525 w 44"/>
              <a:gd name="T21" fmla="*/ 44450 h 50"/>
              <a:gd name="T22" fmla="*/ 120650 w 44"/>
              <a:gd name="T23" fmla="*/ 158750 h 50"/>
              <a:gd name="T24" fmla="*/ 15875 w 44"/>
              <a:gd name="T25" fmla="*/ 0 h 50"/>
              <a:gd name="T26" fmla="*/ 12700 w 44"/>
              <a:gd name="T27" fmla="*/ 146050 h 50"/>
              <a:gd name="T28" fmla="*/ 127000 w 44"/>
              <a:gd name="T29" fmla="*/ 53975 h 50"/>
              <a:gd name="T30" fmla="*/ 120650 w 44"/>
              <a:gd name="T31" fmla="*/ 44450 h 50"/>
              <a:gd name="T32" fmla="*/ 31750 w 44"/>
              <a:gd name="T33" fmla="*/ 63500 h 50"/>
              <a:gd name="T34" fmla="*/ 104775 w 44"/>
              <a:gd name="T35" fmla="*/ 63500 h 50"/>
              <a:gd name="T36" fmla="*/ 104775 w 44"/>
              <a:gd name="T37" fmla="*/ 63500 h 50"/>
              <a:gd name="T38" fmla="*/ 104775 w 44"/>
              <a:gd name="T39" fmla="*/ 63500 h 50"/>
              <a:gd name="T40" fmla="*/ 107950 w 44"/>
              <a:gd name="T41" fmla="*/ 63500 h 50"/>
              <a:gd name="T42" fmla="*/ 107950 w 44"/>
              <a:gd name="T43" fmla="*/ 63500 h 50"/>
              <a:gd name="T44" fmla="*/ 107950 w 44"/>
              <a:gd name="T45" fmla="*/ 63500 h 50"/>
              <a:gd name="T46" fmla="*/ 107950 w 44"/>
              <a:gd name="T47" fmla="*/ 63500 h 50"/>
              <a:gd name="T48" fmla="*/ 107950 w 44"/>
              <a:gd name="T49" fmla="*/ 63500 h 50"/>
              <a:gd name="T50" fmla="*/ 107950 w 44"/>
              <a:gd name="T51" fmla="*/ 63500 h 50"/>
              <a:gd name="T52" fmla="*/ 107950 w 44"/>
              <a:gd name="T53" fmla="*/ 66675 h 50"/>
              <a:gd name="T54" fmla="*/ 107950 w 44"/>
              <a:gd name="T55" fmla="*/ 66675 h 50"/>
              <a:gd name="T56" fmla="*/ 107950 w 44"/>
              <a:gd name="T57" fmla="*/ 66675 h 50"/>
              <a:gd name="T58" fmla="*/ 107950 w 44"/>
              <a:gd name="T59" fmla="*/ 66675 h 50"/>
              <a:gd name="T60" fmla="*/ 107950 w 44"/>
              <a:gd name="T61" fmla="*/ 66675 h 50"/>
              <a:gd name="T62" fmla="*/ 107950 w 44"/>
              <a:gd name="T63" fmla="*/ 66675 h 50"/>
              <a:gd name="T64" fmla="*/ 107950 w 44"/>
              <a:gd name="T65" fmla="*/ 69850 h 50"/>
              <a:gd name="T66" fmla="*/ 104775 w 44"/>
              <a:gd name="T67" fmla="*/ 69850 h 50"/>
              <a:gd name="T68" fmla="*/ 104775 w 44"/>
              <a:gd name="T69" fmla="*/ 69850 h 50"/>
              <a:gd name="T70" fmla="*/ 104775 w 44"/>
              <a:gd name="T71" fmla="*/ 69850 h 50"/>
              <a:gd name="T72" fmla="*/ 104775 w 44"/>
              <a:gd name="T73" fmla="*/ 69850 h 50"/>
              <a:gd name="T74" fmla="*/ 31750 w 44"/>
              <a:gd name="T75" fmla="*/ 69850 h 50"/>
              <a:gd name="T76" fmla="*/ 31750 w 44"/>
              <a:gd name="T77" fmla="*/ 69850 h 50"/>
              <a:gd name="T78" fmla="*/ 31750 w 44"/>
              <a:gd name="T79" fmla="*/ 69850 h 50"/>
              <a:gd name="T80" fmla="*/ 31750 w 44"/>
              <a:gd name="T81" fmla="*/ 69850 h 50"/>
              <a:gd name="T82" fmla="*/ 31750 w 44"/>
              <a:gd name="T83" fmla="*/ 69850 h 50"/>
              <a:gd name="T84" fmla="*/ 31750 w 44"/>
              <a:gd name="T85" fmla="*/ 66675 h 50"/>
              <a:gd name="T86" fmla="*/ 28575 w 44"/>
              <a:gd name="T87" fmla="*/ 66675 h 50"/>
              <a:gd name="T88" fmla="*/ 28575 w 44"/>
              <a:gd name="T89" fmla="*/ 66675 h 50"/>
              <a:gd name="T90" fmla="*/ 28575 w 44"/>
              <a:gd name="T91" fmla="*/ 66675 h 50"/>
              <a:gd name="T92" fmla="*/ 28575 w 44"/>
              <a:gd name="T93" fmla="*/ 66675 h 50"/>
              <a:gd name="T94" fmla="*/ 28575 w 44"/>
              <a:gd name="T95" fmla="*/ 66675 h 50"/>
              <a:gd name="T96" fmla="*/ 28575 w 44"/>
              <a:gd name="T97" fmla="*/ 63500 h 50"/>
              <a:gd name="T98" fmla="*/ 28575 w 44"/>
              <a:gd name="T99" fmla="*/ 63500 h 50"/>
              <a:gd name="T100" fmla="*/ 28575 w 44"/>
              <a:gd name="T101" fmla="*/ 63500 h 50"/>
              <a:gd name="T102" fmla="*/ 31750 w 44"/>
              <a:gd name="T103" fmla="*/ 63500 h 50"/>
              <a:gd name="T104" fmla="*/ 31750 w 44"/>
              <a:gd name="T105" fmla="*/ 63500 h 50"/>
              <a:gd name="T106" fmla="*/ 31750 w 44"/>
              <a:gd name="T107" fmla="*/ 63500 h 50"/>
              <a:gd name="T108" fmla="*/ 31750 w 44"/>
              <a:gd name="T109" fmla="*/ 63500 h 50"/>
              <a:gd name="T110" fmla="*/ 31750 w 44"/>
              <a:gd name="T111" fmla="*/ 63500 h 50"/>
              <a:gd name="T112" fmla="*/ 31750 w 44"/>
              <a:gd name="T113" fmla="*/ 63500 h 50"/>
              <a:gd name="T114" fmla="*/ 76200 w 44"/>
              <a:gd name="T115" fmla="*/ 41275 h 5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44" h="50">
                <a:moveTo>
                  <a:pt x="10" y="30"/>
                </a:moveTo>
                <a:cubicBezTo>
                  <a:pt x="10" y="30"/>
                  <a:pt x="9" y="29"/>
                  <a:pt x="9" y="29"/>
                </a:cubicBezTo>
                <a:cubicBezTo>
                  <a:pt x="9" y="28"/>
                  <a:pt x="10" y="28"/>
                  <a:pt x="10" y="28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8"/>
                  <a:pt x="19" y="29"/>
                </a:cubicBezTo>
                <a:cubicBezTo>
                  <a:pt x="19" y="29"/>
                  <a:pt x="18" y="30"/>
                  <a:pt x="18" y="30"/>
                </a:cubicBezTo>
                <a:cubicBezTo>
                  <a:pt x="10" y="30"/>
                  <a:pt x="10" y="30"/>
                  <a:pt x="10" y="30"/>
                </a:cubicBezTo>
                <a:close/>
                <a:moveTo>
                  <a:pt x="34" y="33"/>
                </a:moveTo>
                <a:cubicBezTo>
                  <a:pt x="34" y="33"/>
                  <a:pt x="34" y="33"/>
                  <a:pt x="34" y="33"/>
                </a:cubicBezTo>
                <a:cubicBezTo>
                  <a:pt x="38" y="40"/>
                  <a:pt x="38" y="40"/>
                  <a:pt x="38" y="40"/>
                </a:cubicBezTo>
                <a:cubicBezTo>
                  <a:pt x="39" y="41"/>
                  <a:pt x="39" y="41"/>
                  <a:pt x="38" y="42"/>
                </a:cubicBezTo>
                <a:cubicBezTo>
                  <a:pt x="38" y="42"/>
                  <a:pt x="37" y="42"/>
                  <a:pt x="37" y="42"/>
                </a:cubicBezTo>
                <a:cubicBezTo>
                  <a:pt x="34" y="41"/>
                  <a:pt x="34" y="41"/>
                  <a:pt x="34" y="41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5"/>
                  <a:pt x="32" y="45"/>
                  <a:pt x="32" y="45"/>
                </a:cubicBezTo>
                <a:cubicBezTo>
                  <a:pt x="31" y="45"/>
                  <a:pt x="31" y="45"/>
                  <a:pt x="31" y="44"/>
                </a:cubicBezTo>
                <a:cubicBezTo>
                  <a:pt x="28" y="40"/>
                  <a:pt x="28" y="40"/>
                  <a:pt x="28" y="40"/>
                </a:cubicBezTo>
                <a:cubicBezTo>
                  <a:pt x="26" y="45"/>
                  <a:pt x="26" y="45"/>
                  <a:pt x="26" y="45"/>
                </a:cubicBezTo>
                <a:cubicBezTo>
                  <a:pt x="25" y="45"/>
                  <a:pt x="25" y="45"/>
                  <a:pt x="24" y="45"/>
                </a:cubicBezTo>
                <a:cubicBezTo>
                  <a:pt x="24" y="45"/>
                  <a:pt x="23" y="45"/>
                  <a:pt x="23" y="44"/>
                </a:cubicBezTo>
                <a:cubicBezTo>
                  <a:pt x="23" y="41"/>
                  <a:pt x="23" y="41"/>
                  <a:pt x="23" y="41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2"/>
                  <a:pt x="18" y="42"/>
                  <a:pt x="18" y="41"/>
                </a:cubicBezTo>
                <a:cubicBezTo>
                  <a:pt x="18" y="41"/>
                  <a:pt x="18" y="40"/>
                  <a:pt x="18" y="40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2"/>
                  <a:pt x="22" y="31"/>
                  <a:pt x="22" y="30"/>
                </a:cubicBezTo>
                <a:cubicBezTo>
                  <a:pt x="22" y="29"/>
                  <a:pt x="22" y="27"/>
                  <a:pt x="24" y="26"/>
                </a:cubicBezTo>
                <a:cubicBezTo>
                  <a:pt x="25" y="25"/>
                  <a:pt x="26" y="24"/>
                  <a:pt x="28" y="24"/>
                </a:cubicBezTo>
                <a:cubicBezTo>
                  <a:pt x="30" y="24"/>
                  <a:pt x="32" y="25"/>
                  <a:pt x="33" y="26"/>
                </a:cubicBezTo>
                <a:cubicBezTo>
                  <a:pt x="34" y="27"/>
                  <a:pt x="35" y="29"/>
                  <a:pt x="35" y="30"/>
                </a:cubicBezTo>
                <a:cubicBezTo>
                  <a:pt x="35" y="31"/>
                  <a:pt x="35" y="32"/>
                  <a:pt x="34" y="33"/>
                </a:cubicBezTo>
                <a:close/>
                <a:moveTo>
                  <a:pt x="25" y="33"/>
                </a:moveTo>
                <a:cubicBezTo>
                  <a:pt x="25" y="33"/>
                  <a:pt x="25" y="33"/>
                  <a:pt x="25" y="33"/>
                </a:cubicBezTo>
                <a:cubicBezTo>
                  <a:pt x="25" y="33"/>
                  <a:pt x="25" y="33"/>
                  <a:pt x="25" y="33"/>
                </a:cubicBezTo>
                <a:cubicBezTo>
                  <a:pt x="25" y="33"/>
                  <a:pt x="25" y="33"/>
                  <a:pt x="25" y="33"/>
                </a:cubicBezTo>
                <a:cubicBezTo>
                  <a:pt x="26" y="35"/>
                  <a:pt x="29" y="35"/>
                  <a:pt x="31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2" y="33"/>
                  <a:pt x="32" y="32"/>
                  <a:pt x="32" y="30"/>
                </a:cubicBezTo>
                <a:cubicBezTo>
                  <a:pt x="32" y="29"/>
                  <a:pt x="32" y="28"/>
                  <a:pt x="31" y="27"/>
                </a:cubicBezTo>
                <a:cubicBezTo>
                  <a:pt x="30" y="27"/>
                  <a:pt x="29" y="26"/>
                  <a:pt x="28" y="26"/>
                </a:cubicBezTo>
                <a:cubicBezTo>
                  <a:pt x="27" y="26"/>
                  <a:pt x="26" y="27"/>
                  <a:pt x="25" y="27"/>
                </a:cubicBezTo>
                <a:cubicBezTo>
                  <a:pt x="24" y="28"/>
                  <a:pt x="24" y="29"/>
                  <a:pt x="24" y="30"/>
                </a:cubicBezTo>
                <a:cubicBezTo>
                  <a:pt x="24" y="31"/>
                  <a:pt x="24" y="32"/>
                  <a:pt x="25" y="33"/>
                </a:cubicBezTo>
                <a:close/>
                <a:moveTo>
                  <a:pt x="33" y="35"/>
                </a:moveTo>
                <a:cubicBezTo>
                  <a:pt x="33" y="35"/>
                  <a:pt x="33" y="35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2" y="36"/>
                  <a:pt x="31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31" y="41"/>
                  <a:pt x="31" y="41"/>
                  <a:pt x="31" y="41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39"/>
                  <a:pt x="33" y="38"/>
                  <a:pt x="33" y="38"/>
                </a:cubicBezTo>
                <a:cubicBezTo>
                  <a:pt x="35" y="39"/>
                  <a:pt x="35" y="39"/>
                  <a:pt x="35" y="39"/>
                </a:cubicBezTo>
                <a:cubicBezTo>
                  <a:pt x="33" y="35"/>
                  <a:pt x="33" y="35"/>
                  <a:pt x="33" y="35"/>
                </a:cubicBezTo>
                <a:close/>
                <a:moveTo>
                  <a:pt x="24" y="35"/>
                </a:moveTo>
                <a:cubicBezTo>
                  <a:pt x="24" y="35"/>
                  <a:pt x="24" y="35"/>
                  <a:pt x="24" y="35"/>
                </a:cubicBezTo>
                <a:cubicBezTo>
                  <a:pt x="24" y="35"/>
                  <a:pt x="24" y="35"/>
                  <a:pt x="24" y="35"/>
                </a:cubicBezTo>
                <a:cubicBezTo>
                  <a:pt x="21" y="39"/>
                  <a:pt x="21" y="39"/>
                  <a:pt x="21" y="39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24" y="38"/>
                  <a:pt x="24" y="39"/>
                  <a:pt x="24" y="39"/>
                </a:cubicBezTo>
                <a:cubicBezTo>
                  <a:pt x="25" y="41"/>
                  <a:pt x="25" y="41"/>
                  <a:pt x="25" y="41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6" y="37"/>
                  <a:pt x="25" y="36"/>
                  <a:pt x="24" y="35"/>
                </a:cubicBezTo>
                <a:close/>
                <a:moveTo>
                  <a:pt x="5" y="0"/>
                </a:moveTo>
                <a:cubicBezTo>
                  <a:pt x="5" y="0"/>
                  <a:pt x="5" y="0"/>
                  <a:pt x="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9" y="0"/>
                  <a:pt x="29" y="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15"/>
                  <a:pt x="44" y="15"/>
                  <a:pt x="44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6"/>
                  <a:pt x="43" y="47"/>
                  <a:pt x="42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1" y="49"/>
                  <a:pt x="40" y="50"/>
                  <a:pt x="38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3" y="50"/>
                  <a:pt x="2" y="49"/>
                  <a:pt x="1" y="48"/>
                </a:cubicBezTo>
                <a:cubicBezTo>
                  <a:pt x="1" y="48"/>
                  <a:pt x="1" y="48"/>
                  <a:pt x="1" y="48"/>
                </a:cubicBezTo>
                <a:cubicBezTo>
                  <a:pt x="0" y="47"/>
                  <a:pt x="0" y="46"/>
                  <a:pt x="0" y="45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0" y="2"/>
                  <a:pt x="1" y="1"/>
                </a:cubicBezTo>
                <a:cubicBezTo>
                  <a:pt x="2" y="0"/>
                  <a:pt x="3" y="0"/>
                  <a:pt x="5" y="0"/>
                </a:cubicBezTo>
                <a:close/>
                <a:moveTo>
                  <a:pt x="27" y="4"/>
                </a:moveTo>
                <a:cubicBezTo>
                  <a:pt x="27" y="4"/>
                  <a:pt x="27" y="4"/>
                  <a:pt x="27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5"/>
                  <a:pt x="4" y="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4" y="45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5" y="46"/>
                </a:cubicBezTo>
                <a:cubicBezTo>
                  <a:pt x="38" y="46"/>
                  <a:pt x="38" y="46"/>
                  <a:pt x="38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17"/>
                  <a:pt x="40" y="17"/>
                  <a:pt x="40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0" y="17"/>
                  <a:pt x="29" y="16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7" y="15"/>
                  <a:pt x="27" y="14"/>
                  <a:pt x="27" y="12"/>
                </a:cubicBezTo>
                <a:cubicBezTo>
                  <a:pt x="27" y="4"/>
                  <a:pt x="27" y="4"/>
                  <a:pt x="27" y="4"/>
                </a:cubicBezTo>
                <a:close/>
                <a:moveTo>
                  <a:pt x="38" y="14"/>
                </a:moveTo>
                <a:cubicBezTo>
                  <a:pt x="38" y="14"/>
                  <a:pt x="38" y="14"/>
                  <a:pt x="38" y="14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3"/>
                  <a:pt x="29" y="13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30" y="14"/>
                  <a:pt x="30" y="14"/>
                  <a:pt x="31" y="14"/>
                </a:cubicBezTo>
                <a:cubicBezTo>
                  <a:pt x="38" y="14"/>
                  <a:pt x="38" y="14"/>
                  <a:pt x="38" y="14"/>
                </a:cubicBezTo>
                <a:close/>
                <a:moveTo>
                  <a:pt x="10" y="20"/>
                </a:move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lose/>
                <a:moveTo>
                  <a:pt x="10" y="14"/>
                </a:moveTo>
                <a:cubicBezTo>
                  <a:pt x="10" y="14"/>
                  <a:pt x="10" y="14"/>
                  <a:pt x="10" y="14"/>
                </a:cubicBezTo>
                <a:cubicBezTo>
                  <a:pt x="10" y="14"/>
                  <a:pt x="9" y="13"/>
                  <a:pt x="9" y="13"/>
                </a:cubicBezTo>
                <a:cubicBezTo>
                  <a:pt x="9" y="12"/>
                  <a:pt x="10" y="11"/>
                  <a:pt x="10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1"/>
                  <a:pt x="24" y="12"/>
                  <a:pt x="24" y="13"/>
                </a:cubicBezTo>
                <a:cubicBezTo>
                  <a:pt x="24" y="13"/>
                  <a:pt x="23" y="14"/>
                  <a:pt x="23" y="14"/>
                </a:cubicBezTo>
                <a:cubicBezTo>
                  <a:pt x="10" y="14"/>
                  <a:pt x="10" y="14"/>
                  <a:pt x="10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51" name="Freeform 185">
            <a:extLst>
              <a:ext uri="{FF2B5EF4-FFF2-40B4-BE49-F238E27FC236}">
                <a16:creationId xmlns:a16="http://schemas.microsoft.com/office/drawing/2014/main" id="{065010CE-0D9C-54E8-7BE7-0DEAF316AC69}"/>
              </a:ext>
            </a:extLst>
          </p:cNvPr>
          <p:cNvSpPr>
            <a:spLocks noEditPoints="1"/>
          </p:cNvSpPr>
          <p:nvPr/>
        </p:nvSpPr>
        <p:spPr bwMode="auto">
          <a:xfrm>
            <a:off x="4664534" y="4333265"/>
            <a:ext cx="188384" cy="211667"/>
          </a:xfrm>
          <a:custGeom>
            <a:avLst/>
            <a:gdLst>
              <a:gd name="T0" fmla="*/ 96333 w 44"/>
              <a:gd name="T1" fmla="*/ 0 h 50"/>
              <a:gd name="T2" fmla="*/ 141288 w 44"/>
              <a:gd name="T3" fmla="*/ 50800 h 50"/>
              <a:gd name="T4" fmla="*/ 138077 w 44"/>
              <a:gd name="T5" fmla="*/ 152400 h 50"/>
              <a:gd name="T6" fmla="*/ 19267 w 44"/>
              <a:gd name="T7" fmla="*/ 158750 h 50"/>
              <a:gd name="T8" fmla="*/ 6422 w 44"/>
              <a:gd name="T9" fmla="*/ 152400 h 50"/>
              <a:gd name="T10" fmla="*/ 6422 w 44"/>
              <a:gd name="T11" fmla="*/ 3175 h 50"/>
              <a:gd name="T12" fmla="*/ 32111 w 44"/>
              <a:gd name="T13" fmla="*/ 73025 h 50"/>
              <a:gd name="T14" fmla="*/ 44955 w 44"/>
              <a:gd name="T15" fmla="*/ 76200 h 50"/>
              <a:gd name="T16" fmla="*/ 41744 w 44"/>
              <a:gd name="T17" fmla="*/ 95250 h 50"/>
              <a:gd name="T18" fmla="*/ 25689 w 44"/>
              <a:gd name="T19" fmla="*/ 92075 h 50"/>
              <a:gd name="T20" fmla="*/ 25689 w 44"/>
              <a:gd name="T21" fmla="*/ 76200 h 50"/>
              <a:gd name="T22" fmla="*/ 35322 w 44"/>
              <a:gd name="T23" fmla="*/ 57150 h 50"/>
              <a:gd name="T24" fmla="*/ 35322 w 44"/>
              <a:gd name="T25" fmla="*/ 66675 h 50"/>
              <a:gd name="T26" fmla="*/ 96333 w 44"/>
              <a:gd name="T27" fmla="*/ 104775 h 50"/>
              <a:gd name="T28" fmla="*/ 96333 w 44"/>
              <a:gd name="T29" fmla="*/ 111125 h 50"/>
              <a:gd name="T30" fmla="*/ 86699 w 44"/>
              <a:gd name="T31" fmla="*/ 123825 h 50"/>
              <a:gd name="T32" fmla="*/ 86699 w 44"/>
              <a:gd name="T33" fmla="*/ 114300 h 50"/>
              <a:gd name="T34" fmla="*/ 89911 w 44"/>
              <a:gd name="T35" fmla="*/ 111125 h 50"/>
              <a:gd name="T36" fmla="*/ 77066 w 44"/>
              <a:gd name="T37" fmla="*/ 104775 h 50"/>
              <a:gd name="T38" fmla="*/ 80277 w 44"/>
              <a:gd name="T39" fmla="*/ 88900 h 50"/>
              <a:gd name="T40" fmla="*/ 96333 w 44"/>
              <a:gd name="T41" fmla="*/ 92075 h 50"/>
              <a:gd name="T42" fmla="*/ 96333 w 44"/>
              <a:gd name="T43" fmla="*/ 104775 h 50"/>
              <a:gd name="T44" fmla="*/ 122021 w 44"/>
              <a:gd name="T45" fmla="*/ 104775 h 50"/>
              <a:gd name="T46" fmla="*/ 115599 w 44"/>
              <a:gd name="T47" fmla="*/ 120650 h 50"/>
              <a:gd name="T48" fmla="*/ 105966 w 44"/>
              <a:gd name="T49" fmla="*/ 120650 h 50"/>
              <a:gd name="T50" fmla="*/ 112388 w 44"/>
              <a:gd name="T51" fmla="*/ 114300 h 50"/>
              <a:gd name="T52" fmla="*/ 115599 w 44"/>
              <a:gd name="T53" fmla="*/ 107950 h 50"/>
              <a:gd name="T54" fmla="*/ 99544 w 44"/>
              <a:gd name="T55" fmla="*/ 104775 h 50"/>
              <a:gd name="T56" fmla="*/ 102755 w 44"/>
              <a:gd name="T57" fmla="*/ 88900 h 50"/>
              <a:gd name="T58" fmla="*/ 122021 w 44"/>
              <a:gd name="T59" fmla="*/ 92075 h 50"/>
              <a:gd name="T60" fmla="*/ 48166 w 44"/>
              <a:gd name="T61" fmla="*/ 76200 h 50"/>
              <a:gd name="T62" fmla="*/ 51377 w 44"/>
              <a:gd name="T63" fmla="*/ 66675 h 50"/>
              <a:gd name="T64" fmla="*/ 61011 w 44"/>
              <a:gd name="T65" fmla="*/ 57150 h 50"/>
              <a:gd name="T66" fmla="*/ 61011 w 44"/>
              <a:gd name="T67" fmla="*/ 66675 h 50"/>
              <a:gd name="T68" fmla="*/ 57800 w 44"/>
              <a:gd name="T69" fmla="*/ 73025 h 50"/>
              <a:gd name="T70" fmla="*/ 70644 w 44"/>
              <a:gd name="T71" fmla="*/ 76200 h 50"/>
              <a:gd name="T72" fmla="*/ 67433 w 44"/>
              <a:gd name="T73" fmla="*/ 95250 h 50"/>
              <a:gd name="T74" fmla="*/ 48166 w 44"/>
              <a:gd name="T75" fmla="*/ 92075 h 50"/>
              <a:gd name="T76" fmla="*/ 86699 w 44"/>
              <a:gd name="T77" fmla="*/ 12700 h 50"/>
              <a:gd name="T78" fmla="*/ 16055 w 44"/>
              <a:gd name="T79" fmla="*/ 12700 h 50"/>
              <a:gd name="T80" fmla="*/ 16055 w 44"/>
              <a:gd name="T81" fmla="*/ 146050 h 50"/>
              <a:gd name="T82" fmla="*/ 125233 w 44"/>
              <a:gd name="T83" fmla="*/ 146050 h 50"/>
              <a:gd name="T84" fmla="*/ 131655 w 44"/>
              <a:gd name="T85" fmla="*/ 142875 h 50"/>
              <a:gd name="T86" fmla="*/ 93122 w 44"/>
              <a:gd name="T87" fmla="*/ 47625 h 50"/>
              <a:gd name="T88" fmla="*/ 86699 w 44"/>
              <a:gd name="T89" fmla="*/ 12700 h 50"/>
              <a:gd name="T90" fmla="*/ 96333 w 44"/>
              <a:gd name="T91" fmla="*/ 19050 h 50"/>
              <a:gd name="T92" fmla="*/ 96333 w 44"/>
              <a:gd name="T93" fmla="*/ 44450 h 50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4" h="50">
                <a:moveTo>
                  <a:pt x="6" y="0"/>
                </a:moveTo>
                <a:cubicBezTo>
                  <a:pt x="28" y="0"/>
                  <a:pt x="28" y="0"/>
                  <a:pt x="28" y="0"/>
                </a:cubicBezTo>
                <a:cubicBezTo>
                  <a:pt x="29" y="0"/>
                  <a:pt x="29" y="0"/>
                  <a:pt x="30" y="0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5"/>
                  <a:pt x="44" y="15"/>
                  <a:pt x="44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6"/>
                  <a:pt x="44" y="47"/>
                  <a:pt x="4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2" y="49"/>
                  <a:pt x="41" y="50"/>
                  <a:pt x="39" y="50"/>
                </a:cubicBezTo>
                <a:cubicBezTo>
                  <a:pt x="6" y="50"/>
                  <a:pt x="6" y="50"/>
                  <a:pt x="6" y="50"/>
                </a:cubicBezTo>
                <a:cubicBezTo>
                  <a:pt x="4" y="50"/>
                  <a:pt x="3" y="49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7"/>
                  <a:pt x="0" y="46"/>
                  <a:pt x="0" y="45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1" y="2"/>
                  <a:pt x="2" y="1"/>
                </a:cubicBezTo>
                <a:cubicBezTo>
                  <a:pt x="3" y="0"/>
                  <a:pt x="4" y="0"/>
                  <a:pt x="6" y="0"/>
                </a:cubicBezTo>
                <a:close/>
                <a:moveTo>
                  <a:pt x="10" y="23"/>
                </a:moveTo>
                <a:cubicBezTo>
                  <a:pt x="10" y="23"/>
                  <a:pt x="10" y="23"/>
                  <a:pt x="10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4" y="23"/>
                  <a:pt x="14" y="24"/>
                  <a:pt x="14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30"/>
                  <a:pt x="13" y="30"/>
                </a:cubicBezTo>
                <a:cubicBezTo>
                  <a:pt x="13" y="30"/>
                  <a:pt x="13" y="30"/>
                  <a:pt x="13" y="30"/>
                </a:cubicBezTo>
                <a:cubicBezTo>
                  <a:pt x="9" y="30"/>
                  <a:pt x="9" y="30"/>
                  <a:pt x="9" y="30"/>
                </a:cubicBezTo>
                <a:cubicBezTo>
                  <a:pt x="8" y="30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7"/>
                  <a:pt x="8" y="26"/>
                  <a:pt x="8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8" y="23"/>
                  <a:pt x="8" y="22"/>
                  <a:pt x="9" y="21"/>
                </a:cubicBezTo>
                <a:cubicBezTo>
                  <a:pt x="9" y="20"/>
                  <a:pt x="9" y="20"/>
                  <a:pt x="10" y="19"/>
                </a:cubicBezTo>
                <a:cubicBezTo>
                  <a:pt x="10" y="19"/>
                  <a:pt x="11" y="19"/>
                  <a:pt x="11" y="18"/>
                </a:cubicBezTo>
                <a:cubicBezTo>
                  <a:pt x="12" y="18"/>
                  <a:pt x="12" y="18"/>
                  <a:pt x="13" y="19"/>
                </a:cubicBezTo>
                <a:cubicBezTo>
                  <a:pt x="13" y="20"/>
                  <a:pt x="13" y="20"/>
                  <a:pt x="12" y="20"/>
                </a:cubicBezTo>
                <a:cubicBezTo>
                  <a:pt x="12" y="21"/>
                  <a:pt x="11" y="21"/>
                  <a:pt x="11" y="21"/>
                </a:cubicBezTo>
                <a:cubicBezTo>
                  <a:pt x="11" y="21"/>
                  <a:pt x="11" y="22"/>
                  <a:pt x="11" y="22"/>
                </a:cubicBezTo>
                <a:cubicBezTo>
                  <a:pt x="10" y="22"/>
                  <a:pt x="10" y="23"/>
                  <a:pt x="10" y="23"/>
                </a:cubicBezTo>
                <a:close/>
                <a:moveTo>
                  <a:pt x="30" y="33"/>
                </a:move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4"/>
                  <a:pt x="30" y="34"/>
                  <a:pt x="30" y="35"/>
                </a:cubicBezTo>
                <a:cubicBezTo>
                  <a:pt x="30" y="36"/>
                  <a:pt x="30" y="36"/>
                  <a:pt x="30" y="37"/>
                </a:cubicBezTo>
                <a:cubicBezTo>
                  <a:pt x="29" y="37"/>
                  <a:pt x="29" y="38"/>
                  <a:pt x="29" y="38"/>
                </a:cubicBezTo>
                <a:cubicBezTo>
                  <a:pt x="28" y="38"/>
                  <a:pt x="28" y="39"/>
                  <a:pt x="27" y="39"/>
                </a:cubicBezTo>
                <a:cubicBezTo>
                  <a:pt x="26" y="39"/>
                  <a:pt x="26" y="39"/>
                  <a:pt x="26" y="38"/>
                </a:cubicBezTo>
                <a:cubicBezTo>
                  <a:pt x="25" y="38"/>
                  <a:pt x="26" y="37"/>
                  <a:pt x="26" y="37"/>
                </a:cubicBezTo>
                <a:cubicBezTo>
                  <a:pt x="26" y="37"/>
                  <a:pt x="27" y="37"/>
                  <a:pt x="27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7" y="36"/>
                  <a:pt x="28" y="36"/>
                </a:cubicBezTo>
                <a:cubicBezTo>
                  <a:pt x="28" y="35"/>
                  <a:pt x="28" y="35"/>
                  <a:pt x="28" y="35"/>
                </a:cubicBezTo>
                <a:cubicBezTo>
                  <a:pt x="28" y="34"/>
                  <a:pt x="28" y="34"/>
                  <a:pt x="28" y="34"/>
                </a:cubicBezTo>
                <a:cubicBezTo>
                  <a:pt x="25" y="34"/>
                  <a:pt x="25" y="34"/>
                  <a:pt x="25" y="34"/>
                </a:cubicBezTo>
                <a:cubicBezTo>
                  <a:pt x="24" y="34"/>
                  <a:pt x="24" y="34"/>
                  <a:pt x="24" y="3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8"/>
                  <a:pt x="24" y="28"/>
                  <a:pt x="25" y="28"/>
                </a:cubicBezTo>
                <a:cubicBezTo>
                  <a:pt x="25" y="28"/>
                  <a:pt x="25" y="28"/>
                  <a:pt x="25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30" y="28"/>
                  <a:pt x="30" y="28"/>
                  <a:pt x="30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30"/>
                  <a:pt x="30" y="32"/>
                  <a:pt x="30" y="33"/>
                </a:cubicBezTo>
                <a:cubicBezTo>
                  <a:pt x="30" y="33"/>
                  <a:pt x="30" y="33"/>
                  <a:pt x="30" y="33"/>
                </a:cubicBezTo>
                <a:close/>
                <a:moveTo>
                  <a:pt x="38" y="33"/>
                </a:moveTo>
                <a:cubicBezTo>
                  <a:pt x="38" y="33"/>
                  <a:pt x="38" y="33"/>
                  <a:pt x="38" y="33"/>
                </a:cubicBezTo>
                <a:cubicBezTo>
                  <a:pt x="38" y="33"/>
                  <a:pt x="38" y="33"/>
                  <a:pt x="38" y="33"/>
                </a:cubicBezTo>
                <a:cubicBezTo>
                  <a:pt x="38" y="34"/>
                  <a:pt x="38" y="34"/>
                  <a:pt x="38" y="35"/>
                </a:cubicBezTo>
                <a:cubicBezTo>
                  <a:pt x="38" y="36"/>
                  <a:pt x="37" y="36"/>
                  <a:pt x="37" y="37"/>
                </a:cubicBezTo>
                <a:cubicBezTo>
                  <a:pt x="37" y="37"/>
                  <a:pt x="37" y="38"/>
                  <a:pt x="36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8"/>
                  <a:pt x="35" y="39"/>
                  <a:pt x="35" y="39"/>
                </a:cubicBezTo>
                <a:cubicBezTo>
                  <a:pt x="34" y="39"/>
                  <a:pt x="33" y="39"/>
                  <a:pt x="33" y="38"/>
                </a:cubicBezTo>
                <a:cubicBezTo>
                  <a:pt x="33" y="38"/>
                  <a:pt x="33" y="37"/>
                  <a:pt x="34" y="37"/>
                </a:cubicBezTo>
                <a:cubicBezTo>
                  <a:pt x="34" y="37"/>
                  <a:pt x="34" y="37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5" y="35"/>
                  <a:pt x="35" y="35"/>
                  <a:pt x="35" y="35"/>
                </a:cubicBezTo>
                <a:cubicBezTo>
                  <a:pt x="35" y="34"/>
                  <a:pt x="36" y="34"/>
                  <a:pt x="36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1" y="34"/>
                  <a:pt x="31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8"/>
                  <a:pt x="32" y="28"/>
                  <a:pt x="3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8"/>
                  <a:pt x="38" y="28"/>
                  <a:pt x="3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8" y="30"/>
                  <a:pt x="38" y="32"/>
                  <a:pt x="38" y="33"/>
                </a:cubicBezTo>
                <a:cubicBezTo>
                  <a:pt x="38" y="33"/>
                  <a:pt x="38" y="33"/>
                  <a:pt x="38" y="33"/>
                </a:cubicBezTo>
                <a:close/>
                <a:moveTo>
                  <a:pt x="15" y="24"/>
                </a:moveTo>
                <a:cubicBezTo>
                  <a:pt x="15" y="24"/>
                  <a:pt x="15" y="24"/>
                  <a:pt x="15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5" y="23"/>
                  <a:pt x="16" y="22"/>
                  <a:pt x="16" y="21"/>
                </a:cubicBezTo>
                <a:cubicBezTo>
                  <a:pt x="16" y="20"/>
                  <a:pt x="17" y="20"/>
                  <a:pt x="17" y="19"/>
                </a:cubicBezTo>
                <a:cubicBezTo>
                  <a:pt x="17" y="19"/>
                  <a:pt x="17" y="19"/>
                  <a:pt x="17" y="19"/>
                </a:cubicBezTo>
                <a:cubicBezTo>
                  <a:pt x="18" y="19"/>
                  <a:pt x="18" y="19"/>
                  <a:pt x="19" y="18"/>
                </a:cubicBezTo>
                <a:cubicBezTo>
                  <a:pt x="19" y="18"/>
                  <a:pt x="20" y="18"/>
                  <a:pt x="20" y="19"/>
                </a:cubicBezTo>
                <a:cubicBezTo>
                  <a:pt x="20" y="20"/>
                  <a:pt x="20" y="20"/>
                  <a:pt x="20" y="20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8" y="21"/>
                  <a:pt x="18" y="22"/>
                  <a:pt x="18" y="22"/>
                </a:cubicBezTo>
                <a:cubicBezTo>
                  <a:pt x="18" y="22"/>
                  <a:pt x="18" y="23"/>
                  <a:pt x="18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2" y="23"/>
                  <a:pt x="22" y="24"/>
                  <a:pt x="22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29"/>
                  <a:pt x="22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0"/>
                  <a:pt x="15" y="29"/>
                  <a:pt x="15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7"/>
                  <a:pt x="15" y="26"/>
                  <a:pt x="15" y="24"/>
                </a:cubicBezTo>
                <a:cubicBezTo>
                  <a:pt x="15" y="24"/>
                  <a:pt x="15" y="24"/>
                  <a:pt x="15" y="24"/>
                </a:cubicBezTo>
                <a:close/>
                <a:moveTo>
                  <a:pt x="27" y="4"/>
                </a:moveTo>
                <a:cubicBezTo>
                  <a:pt x="27" y="4"/>
                  <a:pt x="27" y="4"/>
                  <a:pt x="27" y="4"/>
                </a:cubicBezTo>
                <a:cubicBezTo>
                  <a:pt x="6" y="4"/>
                  <a:pt x="6" y="4"/>
                  <a:pt x="6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4"/>
                  <a:pt x="4" y="5"/>
                  <a:pt x="4" y="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4" y="45"/>
                  <a:pt x="5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6"/>
                  <a:pt x="5" y="46"/>
                  <a:pt x="6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5"/>
                  <a:pt x="41" y="45"/>
                  <a:pt x="41" y="45"/>
                </a:cubicBezTo>
                <a:cubicBezTo>
                  <a:pt x="41" y="17"/>
                  <a:pt x="41" y="17"/>
                  <a:pt x="41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1" y="17"/>
                  <a:pt x="29" y="16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8" y="15"/>
                  <a:pt x="27" y="14"/>
                  <a:pt x="27" y="12"/>
                </a:cubicBezTo>
                <a:cubicBezTo>
                  <a:pt x="27" y="4"/>
                  <a:pt x="27" y="4"/>
                  <a:pt x="27" y="4"/>
                </a:cubicBezTo>
                <a:close/>
                <a:moveTo>
                  <a:pt x="39" y="14"/>
                </a:moveTo>
                <a:cubicBezTo>
                  <a:pt x="39" y="14"/>
                  <a:pt x="39" y="14"/>
                  <a:pt x="39" y="14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3"/>
                  <a:pt x="30" y="13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1" y="14"/>
                  <a:pt x="31" y="14"/>
                  <a:pt x="32" y="14"/>
                </a:cubicBezTo>
                <a:cubicBezTo>
                  <a:pt x="39" y="14"/>
                  <a:pt x="39" y="14"/>
                  <a:pt x="39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52" name="Freeform 186">
            <a:extLst>
              <a:ext uri="{FF2B5EF4-FFF2-40B4-BE49-F238E27FC236}">
                <a16:creationId xmlns:a16="http://schemas.microsoft.com/office/drawing/2014/main" id="{2F1A0084-B97B-DF37-88C7-6D7F88F294DA}"/>
              </a:ext>
            </a:extLst>
          </p:cNvPr>
          <p:cNvSpPr>
            <a:spLocks noEditPoints="1"/>
          </p:cNvSpPr>
          <p:nvPr/>
        </p:nvSpPr>
        <p:spPr bwMode="auto">
          <a:xfrm>
            <a:off x="5824467" y="3437914"/>
            <a:ext cx="186267" cy="211667"/>
          </a:xfrm>
          <a:custGeom>
            <a:avLst/>
            <a:gdLst>
              <a:gd name="T0" fmla="*/ 15875 w 44"/>
              <a:gd name="T1" fmla="*/ 0 h 50"/>
              <a:gd name="T2" fmla="*/ 88900 w 44"/>
              <a:gd name="T3" fmla="*/ 0 h 50"/>
              <a:gd name="T4" fmla="*/ 95250 w 44"/>
              <a:gd name="T5" fmla="*/ 0 h 50"/>
              <a:gd name="T6" fmla="*/ 139700 w 44"/>
              <a:gd name="T7" fmla="*/ 44450 h 50"/>
              <a:gd name="T8" fmla="*/ 139700 w 44"/>
              <a:gd name="T9" fmla="*/ 47625 h 50"/>
              <a:gd name="T10" fmla="*/ 139700 w 44"/>
              <a:gd name="T11" fmla="*/ 47625 h 50"/>
              <a:gd name="T12" fmla="*/ 139700 w 44"/>
              <a:gd name="T13" fmla="*/ 142875 h 50"/>
              <a:gd name="T14" fmla="*/ 136525 w 44"/>
              <a:gd name="T15" fmla="*/ 152400 h 50"/>
              <a:gd name="T16" fmla="*/ 136525 w 44"/>
              <a:gd name="T17" fmla="*/ 152400 h 50"/>
              <a:gd name="T18" fmla="*/ 136525 w 44"/>
              <a:gd name="T19" fmla="*/ 152400 h 50"/>
              <a:gd name="T20" fmla="*/ 123825 w 44"/>
              <a:gd name="T21" fmla="*/ 158750 h 50"/>
              <a:gd name="T22" fmla="*/ 15875 w 44"/>
              <a:gd name="T23" fmla="*/ 158750 h 50"/>
              <a:gd name="T24" fmla="*/ 6350 w 44"/>
              <a:gd name="T25" fmla="*/ 152400 h 50"/>
              <a:gd name="T26" fmla="*/ 6350 w 44"/>
              <a:gd name="T27" fmla="*/ 152400 h 50"/>
              <a:gd name="T28" fmla="*/ 0 w 44"/>
              <a:gd name="T29" fmla="*/ 142875 h 50"/>
              <a:gd name="T30" fmla="*/ 0 w 44"/>
              <a:gd name="T31" fmla="*/ 15875 h 50"/>
              <a:gd name="T32" fmla="*/ 6350 w 44"/>
              <a:gd name="T33" fmla="*/ 3175 h 50"/>
              <a:gd name="T34" fmla="*/ 15875 w 44"/>
              <a:gd name="T35" fmla="*/ 0 h 50"/>
              <a:gd name="T36" fmla="*/ 31750 w 44"/>
              <a:gd name="T37" fmla="*/ 117475 h 50"/>
              <a:gd name="T38" fmla="*/ 31750 w 44"/>
              <a:gd name="T39" fmla="*/ 117475 h 50"/>
              <a:gd name="T40" fmla="*/ 25400 w 44"/>
              <a:gd name="T41" fmla="*/ 117475 h 50"/>
              <a:gd name="T42" fmla="*/ 25400 w 44"/>
              <a:gd name="T43" fmla="*/ 111125 h 50"/>
              <a:gd name="T44" fmla="*/ 57150 w 44"/>
              <a:gd name="T45" fmla="*/ 79375 h 50"/>
              <a:gd name="T46" fmla="*/ 63500 w 44"/>
              <a:gd name="T47" fmla="*/ 79375 h 50"/>
              <a:gd name="T48" fmla="*/ 63500 w 44"/>
              <a:gd name="T49" fmla="*/ 79375 h 50"/>
              <a:gd name="T50" fmla="*/ 79375 w 44"/>
              <a:gd name="T51" fmla="*/ 98425 h 50"/>
              <a:gd name="T52" fmla="*/ 107950 w 44"/>
              <a:gd name="T53" fmla="*/ 69850 h 50"/>
              <a:gd name="T54" fmla="*/ 114300 w 44"/>
              <a:gd name="T55" fmla="*/ 69850 h 50"/>
              <a:gd name="T56" fmla="*/ 114300 w 44"/>
              <a:gd name="T57" fmla="*/ 76200 h 50"/>
              <a:gd name="T58" fmla="*/ 82550 w 44"/>
              <a:gd name="T59" fmla="*/ 104775 h 50"/>
              <a:gd name="T60" fmla="*/ 79375 w 44"/>
              <a:gd name="T61" fmla="*/ 104775 h 50"/>
              <a:gd name="T62" fmla="*/ 79375 w 44"/>
              <a:gd name="T63" fmla="*/ 104775 h 50"/>
              <a:gd name="T64" fmla="*/ 60325 w 44"/>
              <a:gd name="T65" fmla="*/ 88900 h 50"/>
              <a:gd name="T66" fmla="*/ 31750 w 44"/>
              <a:gd name="T67" fmla="*/ 117475 h 50"/>
              <a:gd name="T68" fmla="*/ 127000 w 44"/>
              <a:gd name="T69" fmla="*/ 53975 h 50"/>
              <a:gd name="T70" fmla="*/ 127000 w 44"/>
              <a:gd name="T71" fmla="*/ 53975 h 50"/>
              <a:gd name="T72" fmla="*/ 101600 w 44"/>
              <a:gd name="T73" fmla="*/ 53975 h 50"/>
              <a:gd name="T74" fmla="*/ 88900 w 44"/>
              <a:gd name="T75" fmla="*/ 47625 h 50"/>
              <a:gd name="T76" fmla="*/ 88900 w 44"/>
              <a:gd name="T77" fmla="*/ 47625 h 50"/>
              <a:gd name="T78" fmla="*/ 85725 w 44"/>
              <a:gd name="T79" fmla="*/ 38100 h 50"/>
              <a:gd name="T80" fmla="*/ 85725 w 44"/>
              <a:gd name="T81" fmla="*/ 9525 h 50"/>
              <a:gd name="T82" fmla="*/ 15875 w 44"/>
              <a:gd name="T83" fmla="*/ 9525 h 50"/>
              <a:gd name="T84" fmla="*/ 15875 w 44"/>
              <a:gd name="T85" fmla="*/ 12700 h 50"/>
              <a:gd name="T86" fmla="*/ 12700 w 44"/>
              <a:gd name="T87" fmla="*/ 15875 h 50"/>
              <a:gd name="T88" fmla="*/ 12700 w 44"/>
              <a:gd name="T89" fmla="*/ 142875 h 50"/>
              <a:gd name="T90" fmla="*/ 15875 w 44"/>
              <a:gd name="T91" fmla="*/ 142875 h 50"/>
              <a:gd name="T92" fmla="*/ 12700 w 44"/>
              <a:gd name="T93" fmla="*/ 142875 h 50"/>
              <a:gd name="T94" fmla="*/ 15875 w 44"/>
              <a:gd name="T95" fmla="*/ 146050 h 50"/>
              <a:gd name="T96" fmla="*/ 123825 w 44"/>
              <a:gd name="T97" fmla="*/ 146050 h 50"/>
              <a:gd name="T98" fmla="*/ 127000 w 44"/>
              <a:gd name="T99" fmla="*/ 142875 h 50"/>
              <a:gd name="T100" fmla="*/ 127000 w 44"/>
              <a:gd name="T101" fmla="*/ 142875 h 50"/>
              <a:gd name="T102" fmla="*/ 127000 w 44"/>
              <a:gd name="T103" fmla="*/ 142875 h 50"/>
              <a:gd name="T104" fmla="*/ 127000 w 44"/>
              <a:gd name="T105" fmla="*/ 53975 h 50"/>
              <a:gd name="T106" fmla="*/ 120650 w 44"/>
              <a:gd name="T107" fmla="*/ 44450 h 50"/>
              <a:gd name="T108" fmla="*/ 120650 w 44"/>
              <a:gd name="T109" fmla="*/ 44450 h 50"/>
              <a:gd name="T110" fmla="*/ 92075 w 44"/>
              <a:gd name="T111" fmla="*/ 15875 h 50"/>
              <a:gd name="T112" fmla="*/ 92075 w 44"/>
              <a:gd name="T113" fmla="*/ 38100 h 50"/>
              <a:gd name="T114" fmla="*/ 95250 w 44"/>
              <a:gd name="T115" fmla="*/ 44450 h 50"/>
              <a:gd name="T116" fmla="*/ 95250 w 44"/>
              <a:gd name="T117" fmla="*/ 44450 h 50"/>
              <a:gd name="T118" fmla="*/ 101600 w 44"/>
              <a:gd name="T119" fmla="*/ 44450 h 50"/>
              <a:gd name="T120" fmla="*/ 120650 w 44"/>
              <a:gd name="T121" fmla="*/ 44450 h 5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44" h="50">
                <a:moveTo>
                  <a:pt x="5" y="0"/>
                </a:moveTo>
                <a:cubicBezTo>
                  <a:pt x="28" y="0"/>
                  <a:pt x="28" y="0"/>
                  <a:pt x="28" y="0"/>
                </a:cubicBezTo>
                <a:cubicBezTo>
                  <a:pt x="29" y="0"/>
                  <a:pt x="29" y="0"/>
                  <a:pt x="30" y="0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4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6"/>
                  <a:pt x="44" y="47"/>
                  <a:pt x="4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2" y="49"/>
                  <a:pt x="40" y="50"/>
                  <a:pt x="39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4" y="50"/>
                  <a:pt x="3" y="49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7"/>
                  <a:pt x="0" y="46"/>
                  <a:pt x="0" y="45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1" y="2"/>
                  <a:pt x="2" y="1"/>
                </a:cubicBezTo>
                <a:cubicBezTo>
                  <a:pt x="3" y="0"/>
                  <a:pt x="4" y="0"/>
                  <a:pt x="5" y="0"/>
                </a:cubicBezTo>
                <a:close/>
                <a:moveTo>
                  <a:pt x="10" y="37"/>
                </a:move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9" y="37"/>
                  <a:pt x="8" y="37"/>
                </a:cubicBezTo>
                <a:cubicBezTo>
                  <a:pt x="8" y="36"/>
                  <a:pt x="8" y="35"/>
                  <a:pt x="8" y="35"/>
                </a:cubicBezTo>
                <a:cubicBezTo>
                  <a:pt x="18" y="25"/>
                  <a:pt x="18" y="25"/>
                  <a:pt x="18" y="25"/>
                </a:cubicBezTo>
                <a:cubicBezTo>
                  <a:pt x="19" y="25"/>
                  <a:pt x="19" y="25"/>
                  <a:pt x="20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5" y="31"/>
                  <a:pt x="25" y="31"/>
                  <a:pt x="25" y="31"/>
                </a:cubicBezTo>
                <a:cubicBezTo>
                  <a:pt x="34" y="22"/>
                  <a:pt x="34" y="22"/>
                  <a:pt x="34" y="22"/>
                </a:cubicBezTo>
                <a:cubicBezTo>
                  <a:pt x="35" y="22"/>
                  <a:pt x="36" y="22"/>
                  <a:pt x="36" y="22"/>
                </a:cubicBezTo>
                <a:cubicBezTo>
                  <a:pt x="36" y="23"/>
                  <a:pt x="36" y="23"/>
                  <a:pt x="36" y="24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4"/>
                  <a:pt x="25" y="34"/>
                  <a:pt x="25" y="33"/>
                </a:cubicBezTo>
                <a:cubicBezTo>
                  <a:pt x="25" y="33"/>
                  <a:pt x="25" y="33"/>
                  <a:pt x="25" y="33"/>
                </a:cubicBezTo>
                <a:cubicBezTo>
                  <a:pt x="19" y="28"/>
                  <a:pt x="19" y="28"/>
                  <a:pt x="19" y="28"/>
                </a:cubicBezTo>
                <a:cubicBezTo>
                  <a:pt x="10" y="37"/>
                  <a:pt x="10" y="37"/>
                  <a:pt x="10" y="37"/>
                </a:cubicBezTo>
                <a:close/>
                <a:moveTo>
                  <a:pt x="40" y="17"/>
                </a:moveTo>
                <a:cubicBezTo>
                  <a:pt x="40" y="17"/>
                  <a:pt x="40" y="17"/>
                  <a:pt x="40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0" y="17"/>
                  <a:pt x="29" y="16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4"/>
                  <a:pt x="27" y="13"/>
                  <a:pt x="27" y="12"/>
                </a:cubicBezTo>
                <a:cubicBezTo>
                  <a:pt x="27" y="3"/>
                  <a:pt x="27" y="3"/>
                  <a:pt x="27" y="3"/>
                </a:cubicBezTo>
                <a:cubicBezTo>
                  <a:pt x="5" y="3"/>
                  <a:pt x="5" y="3"/>
                  <a:pt x="5" y="3"/>
                </a:cubicBezTo>
                <a:cubicBezTo>
                  <a:pt x="5" y="3"/>
                  <a:pt x="5" y="4"/>
                  <a:pt x="5" y="4"/>
                </a:cubicBezTo>
                <a:cubicBezTo>
                  <a:pt x="4" y="4"/>
                  <a:pt x="4" y="4"/>
                  <a:pt x="4" y="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4" y="45"/>
                  <a:pt x="5" y="45"/>
                </a:cubicBezTo>
                <a:cubicBezTo>
                  <a:pt x="4" y="45"/>
                  <a:pt x="4" y="45"/>
                  <a:pt x="4" y="45"/>
                </a:cubicBezTo>
                <a:cubicBezTo>
                  <a:pt x="5" y="46"/>
                  <a:pt x="5" y="46"/>
                  <a:pt x="5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40" y="46"/>
                  <a:pt x="40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17"/>
                  <a:pt x="40" y="17"/>
                  <a:pt x="40" y="17"/>
                </a:cubicBezTo>
                <a:close/>
                <a:moveTo>
                  <a:pt x="38" y="14"/>
                </a:moveTo>
                <a:cubicBezTo>
                  <a:pt x="38" y="14"/>
                  <a:pt x="38" y="14"/>
                  <a:pt x="38" y="14"/>
                </a:cubicBezTo>
                <a:cubicBezTo>
                  <a:pt x="29" y="5"/>
                  <a:pt x="29" y="5"/>
                  <a:pt x="29" y="5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3"/>
                  <a:pt x="30" y="13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4"/>
                  <a:pt x="31" y="14"/>
                  <a:pt x="32" y="14"/>
                </a:cubicBezTo>
                <a:cubicBezTo>
                  <a:pt x="38" y="14"/>
                  <a:pt x="38" y="14"/>
                  <a:pt x="38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53" name="Freeform 187">
            <a:extLst>
              <a:ext uri="{FF2B5EF4-FFF2-40B4-BE49-F238E27FC236}">
                <a16:creationId xmlns:a16="http://schemas.microsoft.com/office/drawing/2014/main" id="{35A35A8D-237E-B714-2302-FF4FD64745F1}"/>
              </a:ext>
            </a:extLst>
          </p:cNvPr>
          <p:cNvSpPr>
            <a:spLocks noEditPoints="1"/>
          </p:cNvSpPr>
          <p:nvPr/>
        </p:nvSpPr>
        <p:spPr bwMode="auto">
          <a:xfrm>
            <a:off x="1313852" y="3429448"/>
            <a:ext cx="207433" cy="220133"/>
          </a:xfrm>
          <a:custGeom>
            <a:avLst/>
            <a:gdLst>
              <a:gd name="T0" fmla="*/ 85725 w 49"/>
              <a:gd name="T1" fmla="*/ 120650 h 52"/>
              <a:gd name="T2" fmla="*/ 88900 w 49"/>
              <a:gd name="T3" fmla="*/ 146050 h 52"/>
              <a:gd name="T4" fmla="*/ 79375 w 49"/>
              <a:gd name="T5" fmla="*/ 155575 h 52"/>
              <a:gd name="T6" fmla="*/ 69850 w 49"/>
              <a:gd name="T7" fmla="*/ 155575 h 52"/>
              <a:gd name="T8" fmla="*/ 63500 w 49"/>
              <a:gd name="T9" fmla="*/ 165100 h 52"/>
              <a:gd name="T10" fmla="*/ 19050 w 49"/>
              <a:gd name="T11" fmla="*/ 158750 h 52"/>
              <a:gd name="T12" fmla="*/ 9525 w 49"/>
              <a:gd name="T13" fmla="*/ 155575 h 52"/>
              <a:gd name="T14" fmla="*/ 3175 w 49"/>
              <a:gd name="T15" fmla="*/ 152400 h 52"/>
              <a:gd name="T16" fmla="*/ 0 w 49"/>
              <a:gd name="T17" fmla="*/ 133350 h 52"/>
              <a:gd name="T18" fmla="*/ 19050 w 49"/>
              <a:gd name="T19" fmla="*/ 98425 h 52"/>
              <a:gd name="T20" fmla="*/ 44450 w 49"/>
              <a:gd name="T21" fmla="*/ 41275 h 52"/>
              <a:gd name="T22" fmla="*/ 69850 w 49"/>
              <a:gd name="T23" fmla="*/ 98425 h 52"/>
              <a:gd name="T24" fmla="*/ 22225 w 49"/>
              <a:gd name="T25" fmla="*/ 133350 h 52"/>
              <a:gd name="T26" fmla="*/ 31750 w 49"/>
              <a:gd name="T27" fmla="*/ 133350 h 52"/>
              <a:gd name="T28" fmla="*/ 31750 w 49"/>
              <a:gd name="T29" fmla="*/ 152400 h 52"/>
              <a:gd name="T30" fmla="*/ 57150 w 49"/>
              <a:gd name="T31" fmla="*/ 149225 h 52"/>
              <a:gd name="T32" fmla="*/ 60325 w 49"/>
              <a:gd name="T33" fmla="*/ 127000 h 52"/>
              <a:gd name="T34" fmla="*/ 66675 w 49"/>
              <a:gd name="T35" fmla="*/ 146050 h 52"/>
              <a:gd name="T36" fmla="*/ 69850 w 49"/>
              <a:gd name="T37" fmla="*/ 146050 h 52"/>
              <a:gd name="T38" fmla="*/ 76200 w 49"/>
              <a:gd name="T39" fmla="*/ 133350 h 52"/>
              <a:gd name="T40" fmla="*/ 60325 w 49"/>
              <a:gd name="T41" fmla="*/ 104775 h 52"/>
              <a:gd name="T42" fmla="*/ 28575 w 49"/>
              <a:gd name="T43" fmla="*/ 104775 h 52"/>
              <a:gd name="T44" fmla="*/ 12700 w 49"/>
              <a:gd name="T45" fmla="*/ 133350 h 52"/>
              <a:gd name="T46" fmla="*/ 19050 w 49"/>
              <a:gd name="T47" fmla="*/ 146050 h 52"/>
              <a:gd name="T48" fmla="*/ 22225 w 49"/>
              <a:gd name="T49" fmla="*/ 146050 h 52"/>
              <a:gd name="T50" fmla="*/ 95250 w 49"/>
              <a:gd name="T51" fmla="*/ 19050 h 52"/>
              <a:gd name="T52" fmla="*/ 88900 w 49"/>
              <a:gd name="T53" fmla="*/ 34925 h 52"/>
              <a:gd name="T54" fmla="*/ 95250 w 49"/>
              <a:gd name="T55" fmla="*/ 53975 h 52"/>
              <a:gd name="T56" fmla="*/ 107950 w 49"/>
              <a:gd name="T57" fmla="*/ 57150 h 52"/>
              <a:gd name="T58" fmla="*/ 117475 w 49"/>
              <a:gd name="T59" fmla="*/ 60325 h 52"/>
              <a:gd name="T60" fmla="*/ 139700 w 49"/>
              <a:gd name="T61" fmla="*/ 19050 h 52"/>
              <a:gd name="T62" fmla="*/ 92075 w 49"/>
              <a:gd name="T63" fmla="*/ 12700 h 52"/>
              <a:gd name="T64" fmla="*/ 142875 w 49"/>
              <a:gd name="T65" fmla="*/ 12700 h 52"/>
              <a:gd name="T66" fmla="*/ 117475 w 49"/>
              <a:gd name="T67" fmla="*/ 66675 h 52"/>
              <a:gd name="T68" fmla="*/ 92075 w 49"/>
              <a:gd name="T69" fmla="*/ 73025 h 52"/>
              <a:gd name="T70" fmla="*/ 88900 w 49"/>
              <a:gd name="T71" fmla="*/ 69850 h 52"/>
              <a:gd name="T72" fmla="*/ 79375 w 49"/>
              <a:gd name="T73" fmla="*/ 34925 h 52"/>
              <a:gd name="T74" fmla="*/ 22225 w 49"/>
              <a:gd name="T75" fmla="*/ 76200 h 52"/>
              <a:gd name="T76" fmla="*/ 44450 w 49"/>
              <a:gd name="T77" fmla="*/ 98425 h 52"/>
              <a:gd name="T78" fmla="*/ 44450 w 49"/>
              <a:gd name="T79" fmla="*/ 50800 h 5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9" h="52">
                <a:moveTo>
                  <a:pt x="22" y="31"/>
                </a:moveTo>
                <a:cubicBezTo>
                  <a:pt x="24" y="33"/>
                  <a:pt x="26" y="35"/>
                  <a:pt x="27" y="38"/>
                </a:cubicBezTo>
                <a:cubicBezTo>
                  <a:pt x="28" y="39"/>
                  <a:pt x="28" y="41"/>
                  <a:pt x="28" y="42"/>
                </a:cubicBezTo>
                <a:cubicBezTo>
                  <a:pt x="28" y="46"/>
                  <a:pt x="28" y="46"/>
                  <a:pt x="28" y="46"/>
                </a:cubicBezTo>
                <a:cubicBezTo>
                  <a:pt x="28" y="46"/>
                  <a:pt x="28" y="47"/>
                  <a:pt x="27" y="48"/>
                </a:cubicBezTo>
                <a:cubicBezTo>
                  <a:pt x="27" y="49"/>
                  <a:pt x="26" y="49"/>
                  <a:pt x="25" y="49"/>
                </a:cubicBezTo>
                <a:cubicBezTo>
                  <a:pt x="25" y="49"/>
                  <a:pt x="25" y="49"/>
                  <a:pt x="25" y="49"/>
                </a:cubicBezTo>
                <a:cubicBezTo>
                  <a:pt x="22" y="49"/>
                  <a:pt x="22" y="49"/>
                  <a:pt x="22" y="49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51"/>
                  <a:pt x="21" y="52"/>
                  <a:pt x="20" y="52"/>
                </a:cubicBezTo>
                <a:cubicBezTo>
                  <a:pt x="8" y="52"/>
                  <a:pt x="8" y="52"/>
                  <a:pt x="8" y="52"/>
                </a:cubicBezTo>
                <a:cubicBezTo>
                  <a:pt x="7" y="52"/>
                  <a:pt x="6" y="51"/>
                  <a:pt x="6" y="50"/>
                </a:cubicBezTo>
                <a:cubicBezTo>
                  <a:pt x="6" y="49"/>
                  <a:pt x="6" y="49"/>
                  <a:pt x="6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2" y="49"/>
                  <a:pt x="1" y="49"/>
                  <a:pt x="1" y="48"/>
                </a:cubicBezTo>
                <a:cubicBezTo>
                  <a:pt x="0" y="47"/>
                  <a:pt x="0" y="46"/>
                  <a:pt x="0" y="46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1"/>
                  <a:pt x="0" y="39"/>
                  <a:pt x="1" y="38"/>
                </a:cubicBezTo>
                <a:cubicBezTo>
                  <a:pt x="2" y="35"/>
                  <a:pt x="4" y="33"/>
                  <a:pt x="6" y="31"/>
                </a:cubicBezTo>
                <a:cubicBezTo>
                  <a:pt x="4" y="29"/>
                  <a:pt x="3" y="26"/>
                  <a:pt x="3" y="24"/>
                </a:cubicBezTo>
                <a:cubicBezTo>
                  <a:pt x="3" y="17"/>
                  <a:pt x="8" y="13"/>
                  <a:pt x="14" y="13"/>
                </a:cubicBezTo>
                <a:cubicBezTo>
                  <a:pt x="20" y="13"/>
                  <a:pt x="25" y="17"/>
                  <a:pt x="25" y="24"/>
                </a:cubicBezTo>
                <a:cubicBezTo>
                  <a:pt x="25" y="26"/>
                  <a:pt x="24" y="29"/>
                  <a:pt x="22" y="31"/>
                </a:cubicBezTo>
                <a:close/>
                <a:moveTo>
                  <a:pt x="7" y="42"/>
                </a:moveTo>
                <a:cubicBezTo>
                  <a:pt x="7" y="42"/>
                  <a:pt x="7" y="42"/>
                  <a:pt x="7" y="42"/>
                </a:cubicBezTo>
                <a:cubicBezTo>
                  <a:pt x="7" y="41"/>
                  <a:pt x="8" y="40"/>
                  <a:pt x="8" y="40"/>
                </a:cubicBezTo>
                <a:cubicBezTo>
                  <a:pt x="9" y="40"/>
                  <a:pt x="10" y="41"/>
                  <a:pt x="10" y="42"/>
                </a:cubicBezTo>
                <a:cubicBezTo>
                  <a:pt x="10" y="47"/>
                  <a:pt x="10" y="47"/>
                  <a:pt x="10" y="47"/>
                </a:cubicBezTo>
                <a:cubicBezTo>
                  <a:pt x="10" y="48"/>
                  <a:pt x="10" y="48"/>
                  <a:pt x="10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8" y="47"/>
                  <a:pt x="18" y="47"/>
                  <a:pt x="18" y="47"/>
                </a:cubicBezTo>
                <a:cubicBezTo>
                  <a:pt x="18" y="42"/>
                  <a:pt x="18" y="42"/>
                  <a:pt x="18" y="42"/>
                </a:cubicBezTo>
                <a:cubicBezTo>
                  <a:pt x="18" y="41"/>
                  <a:pt x="19" y="40"/>
                  <a:pt x="19" y="40"/>
                </a:cubicBezTo>
                <a:cubicBezTo>
                  <a:pt x="20" y="40"/>
                  <a:pt x="21" y="41"/>
                  <a:pt x="21" y="42"/>
                </a:cubicBezTo>
                <a:cubicBezTo>
                  <a:pt x="21" y="46"/>
                  <a:pt x="21" y="46"/>
                  <a:pt x="21" y="46"/>
                </a:cubicBezTo>
                <a:cubicBezTo>
                  <a:pt x="21" y="46"/>
                  <a:pt x="21" y="46"/>
                  <a:pt x="21" y="46"/>
                </a:cubicBezTo>
                <a:cubicBezTo>
                  <a:pt x="22" y="46"/>
                  <a:pt x="22" y="46"/>
                  <a:pt x="22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2"/>
                  <a:pt x="24" y="42"/>
                  <a:pt x="24" y="42"/>
                </a:cubicBezTo>
                <a:cubicBezTo>
                  <a:pt x="24" y="41"/>
                  <a:pt x="24" y="40"/>
                  <a:pt x="24" y="39"/>
                </a:cubicBezTo>
                <a:cubicBezTo>
                  <a:pt x="23" y="37"/>
                  <a:pt x="20" y="35"/>
                  <a:pt x="19" y="33"/>
                </a:cubicBezTo>
                <a:cubicBezTo>
                  <a:pt x="17" y="34"/>
                  <a:pt x="16" y="34"/>
                  <a:pt x="14" y="34"/>
                </a:cubicBezTo>
                <a:cubicBezTo>
                  <a:pt x="12" y="34"/>
                  <a:pt x="11" y="34"/>
                  <a:pt x="9" y="33"/>
                </a:cubicBezTo>
                <a:cubicBezTo>
                  <a:pt x="7" y="35"/>
                  <a:pt x="5" y="37"/>
                  <a:pt x="4" y="39"/>
                </a:cubicBezTo>
                <a:cubicBezTo>
                  <a:pt x="4" y="40"/>
                  <a:pt x="4" y="41"/>
                  <a:pt x="4" y="42"/>
                </a:cubicBezTo>
                <a:cubicBezTo>
                  <a:pt x="4" y="46"/>
                  <a:pt x="4" y="46"/>
                  <a:pt x="4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7" y="42"/>
                  <a:pt x="7" y="42"/>
                  <a:pt x="7" y="42"/>
                </a:cubicBezTo>
                <a:close/>
                <a:moveTo>
                  <a:pt x="30" y="6"/>
                </a:moveTo>
                <a:cubicBezTo>
                  <a:pt x="30" y="6"/>
                  <a:pt x="30" y="6"/>
                  <a:pt x="30" y="6"/>
                </a:cubicBezTo>
                <a:cubicBezTo>
                  <a:pt x="29" y="7"/>
                  <a:pt x="28" y="9"/>
                  <a:pt x="28" y="11"/>
                </a:cubicBezTo>
                <a:cubicBezTo>
                  <a:pt x="28" y="13"/>
                  <a:pt x="29" y="14"/>
                  <a:pt x="30" y="16"/>
                </a:cubicBezTo>
                <a:cubicBezTo>
                  <a:pt x="30" y="16"/>
                  <a:pt x="30" y="16"/>
                  <a:pt x="30" y="17"/>
                </a:cubicBezTo>
                <a:cubicBezTo>
                  <a:pt x="30" y="20"/>
                  <a:pt x="30" y="20"/>
                  <a:pt x="30" y="20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8"/>
                  <a:pt x="35" y="18"/>
                  <a:pt x="35" y="18"/>
                </a:cubicBezTo>
                <a:cubicBezTo>
                  <a:pt x="36" y="19"/>
                  <a:pt x="36" y="19"/>
                  <a:pt x="37" y="19"/>
                </a:cubicBezTo>
                <a:cubicBezTo>
                  <a:pt x="42" y="19"/>
                  <a:pt x="47" y="16"/>
                  <a:pt x="47" y="11"/>
                </a:cubicBezTo>
                <a:cubicBezTo>
                  <a:pt x="47" y="9"/>
                  <a:pt x="46" y="7"/>
                  <a:pt x="44" y="6"/>
                </a:cubicBezTo>
                <a:cubicBezTo>
                  <a:pt x="40" y="2"/>
                  <a:pt x="34" y="2"/>
                  <a:pt x="30" y="6"/>
                </a:cubicBezTo>
                <a:close/>
                <a:moveTo>
                  <a:pt x="29" y="4"/>
                </a:moveTo>
                <a:cubicBezTo>
                  <a:pt x="29" y="4"/>
                  <a:pt x="29" y="4"/>
                  <a:pt x="29" y="4"/>
                </a:cubicBezTo>
                <a:cubicBezTo>
                  <a:pt x="34" y="0"/>
                  <a:pt x="41" y="0"/>
                  <a:pt x="45" y="4"/>
                </a:cubicBezTo>
                <a:cubicBezTo>
                  <a:pt x="48" y="6"/>
                  <a:pt x="49" y="8"/>
                  <a:pt x="49" y="11"/>
                </a:cubicBezTo>
                <a:cubicBezTo>
                  <a:pt x="49" y="17"/>
                  <a:pt x="43" y="21"/>
                  <a:pt x="37" y="21"/>
                </a:cubicBezTo>
                <a:cubicBezTo>
                  <a:pt x="36" y="21"/>
                  <a:pt x="36" y="21"/>
                  <a:pt x="35" y="21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9" y="23"/>
                  <a:pt x="29" y="23"/>
                </a:cubicBezTo>
                <a:cubicBezTo>
                  <a:pt x="28" y="23"/>
                  <a:pt x="28" y="22"/>
                  <a:pt x="28" y="22"/>
                </a:cubicBezTo>
                <a:cubicBezTo>
                  <a:pt x="28" y="17"/>
                  <a:pt x="28" y="17"/>
                  <a:pt x="28" y="17"/>
                </a:cubicBezTo>
                <a:cubicBezTo>
                  <a:pt x="26" y="15"/>
                  <a:pt x="25" y="13"/>
                  <a:pt x="25" y="11"/>
                </a:cubicBezTo>
                <a:cubicBezTo>
                  <a:pt x="25" y="8"/>
                  <a:pt x="27" y="6"/>
                  <a:pt x="29" y="4"/>
                </a:cubicBezTo>
                <a:close/>
                <a:moveTo>
                  <a:pt x="7" y="24"/>
                </a:moveTo>
                <a:cubicBezTo>
                  <a:pt x="7" y="24"/>
                  <a:pt x="7" y="24"/>
                  <a:pt x="7" y="24"/>
                </a:cubicBezTo>
                <a:cubicBezTo>
                  <a:pt x="7" y="27"/>
                  <a:pt x="10" y="31"/>
                  <a:pt x="14" y="31"/>
                </a:cubicBezTo>
                <a:cubicBezTo>
                  <a:pt x="18" y="31"/>
                  <a:pt x="21" y="27"/>
                  <a:pt x="21" y="24"/>
                </a:cubicBezTo>
                <a:cubicBezTo>
                  <a:pt x="21" y="20"/>
                  <a:pt x="18" y="16"/>
                  <a:pt x="14" y="16"/>
                </a:cubicBezTo>
                <a:cubicBezTo>
                  <a:pt x="10" y="16"/>
                  <a:pt x="7" y="20"/>
                  <a:pt x="7" y="2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54" name="Freeform 188">
            <a:extLst>
              <a:ext uri="{FF2B5EF4-FFF2-40B4-BE49-F238E27FC236}">
                <a16:creationId xmlns:a16="http://schemas.microsoft.com/office/drawing/2014/main" id="{BA90C800-5DFB-5DA7-51A3-72419CD19680}"/>
              </a:ext>
            </a:extLst>
          </p:cNvPr>
          <p:cNvSpPr>
            <a:spLocks noEditPoints="1"/>
          </p:cNvSpPr>
          <p:nvPr/>
        </p:nvSpPr>
        <p:spPr bwMode="auto">
          <a:xfrm>
            <a:off x="3155352" y="3895115"/>
            <a:ext cx="215900" cy="215900"/>
          </a:xfrm>
          <a:custGeom>
            <a:avLst/>
            <a:gdLst>
              <a:gd name="T0" fmla="*/ 19050 w 51"/>
              <a:gd name="T1" fmla="*/ 117475 h 51"/>
              <a:gd name="T2" fmla="*/ 12700 w 51"/>
              <a:gd name="T3" fmla="*/ 133350 h 51"/>
              <a:gd name="T4" fmla="*/ 6350 w 51"/>
              <a:gd name="T5" fmla="*/ 127000 h 51"/>
              <a:gd name="T6" fmla="*/ 130175 w 51"/>
              <a:gd name="T7" fmla="*/ 53975 h 51"/>
              <a:gd name="T8" fmla="*/ 107950 w 51"/>
              <a:gd name="T9" fmla="*/ 76200 h 51"/>
              <a:gd name="T10" fmla="*/ 107950 w 51"/>
              <a:gd name="T11" fmla="*/ 31750 h 51"/>
              <a:gd name="T12" fmla="*/ 107950 w 51"/>
              <a:gd name="T13" fmla="*/ 38100 h 51"/>
              <a:gd name="T14" fmla="*/ 92075 w 51"/>
              <a:gd name="T15" fmla="*/ 53975 h 51"/>
              <a:gd name="T16" fmla="*/ 123825 w 51"/>
              <a:gd name="T17" fmla="*/ 53975 h 51"/>
              <a:gd name="T18" fmla="*/ 22225 w 51"/>
              <a:gd name="T19" fmla="*/ 104775 h 51"/>
              <a:gd name="T20" fmla="*/ 22225 w 51"/>
              <a:gd name="T21" fmla="*/ 92075 h 51"/>
              <a:gd name="T22" fmla="*/ 22225 w 51"/>
              <a:gd name="T23" fmla="*/ 85725 h 51"/>
              <a:gd name="T24" fmla="*/ 6350 w 51"/>
              <a:gd name="T25" fmla="*/ 92075 h 51"/>
              <a:gd name="T26" fmla="*/ 0 w 51"/>
              <a:gd name="T27" fmla="*/ 66675 h 51"/>
              <a:gd name="T28" fmla="*/ 12700 w 51"/>
              <a:gd name="T29" fmla="*/ 44450 h 51"/>
              <a:gd name="T30" fmla="*/ 31750 w 51"/>
              <a:gd name="T31" fmla="*/ 31750 h 51"/>
              <a:gd name="T32" fmla="*/ 53975 w 51"/>
              <a:gd name="T33" fmla="*/ 31750 h 51"/>
              <a:gd name="T34" fmla="*/ 53975 w 51"/>
              <a:gd name="T35" fmla="*/ 31750 h 51"/>
              <a:gd name="T36" fmla="*/ 152400 w 51"/>
              <a:gd name="T37" fmla="*/ 6350 h 51"/>
              <a:gd name="T38" fmla="*/ 155575 w 51"/>
              <a:gd name="T39" fmla="*/ 9525 h 51"/>
              <a:gd name="T40" fmla="*/ 155575 w 51"/>
              <a:gd name="T41" fmla="*/ 63500 h 51"/>
              <a:gd name="T42" fmla="*/ 130175 w 51"/>
              <a:gd name="T43" fmla="*/ 107950 h 51"/>
              <a:gd name="T44" fmla="*/ 130175 w 51"/>
              <a:gd name="T45" fmla="*/ 130175 h 51"/>
              <a:gd name="T46" fmla="*/ 117475 w 51"/>
              <a:gd name="T47" fmla="*/ 149225 h 51"/>
              <a:gd name="T48" fmla="*/ 69850 w 51"/>
              <a:gd name="T49" fmla="*/ 155575 h 51"/>
              <a:gd name="T50" fmla="*/ 69850 w 51"/>
              <a:gd name="T51" fmla="*/ 146050 h 51"/>
              <a:gd name="T52" fmla="*/ 76200 w 51"/>
              <a:gd name="T53" fmla="*/ 136525 h 51"/>
              <a:gd name="T54" fmla="*/ 57150 w 51"/>
              <a:gd name="T55" fmla="*/ 139700 h 51"/>
              <a:gd name="T56" fmla="*/ 50800 w 51"/>
              <a:gd name="T57" fmla="*/ 136525 h 51"/>
              <a:gd name="T58" fmla="*/ 22225 w 51"/>
              <a:gd name="T59" fmla="*/ 104775 h 51"/>
              <a:gd name="T60" fmla="*/ 34925 w 51"/>
              <a:gd name="T61" fmla="*/ 92075 h 51"/>
              <a:gd name="T62" fmla="*/ 57150 w 51"/>
              <a:gd name="T63" fmla="*/ 127000 h 51"/>
              <a:gd name="T64" fmla="*/ 82550 w 51"/>
              <a:gd name="T65" fmla="*/ 123825 h 51"/>
              <a:gd name="T66" fmla="*/ 88900 w 51"/>
              <a:gd name="T67" fmla="*/ 130175 h 51"/>
              <a:gd name="T68" fmla="*/ 82550 w 51"/>
              <a:gd name="T69" fmla="*/ 149225 h 51"/>
              <a:gd name="T70" fmla="*/ 107950 w 51"/>
              <a:gd name="T71" fmla="*/ 139700 h 51"/>
              <a:gd name="T72" fmla="*/ 117475 w 51"/>
              <a:gd name="T73" fmla="*/ 127000 h 51"/>
              <a:gd name="T74" fmla="*/ 117475 w 51"/>
              <a:gd name="T75" fmla="*/ 104775 h 51"/>
              <a:gd name="T76" fmla="*/ 120650 w 51"/>
              <a:gd name="T77" fmla="*/ 101600 h 51"/>
              <a:gd name="T78" fmla="*/ 146050 w 51"/>
              <a:gd name="T79" fmla="*/ 60325 h 51"/>
              <a:gd name="T80" fmla="*/ 101600 w 51"/>
              <a:gd name="T81" fmla="*/ 15875 h 51"/>
              <a:gd name="T82" fmla="*/ 60325 w 51"/>
              <a:gd name="T83" fmla="*/ 41275 h 51"/>
              <a:gd name="T84" fmla="*/ 57150 w 51"/>
              <a:gd name="T85" fmla="*/ 44450 h 51"/>
              <a:gd name="T86" fmla="*/ 34925 w 51"/>
              <a:gd name="T87" fmla="*/ 44450 h 51"/>
              <a:gd name="T88" fmla="*/ 22225 w 51"/>
              <a:gd name="T89" fmla="*/ 50800 h 51"/>
              <a:gd name="T90" fmla="*/ 12700 w 51"/>
              <a:gd name="T91" fmla="*/ 76200 h 51"/>
              <a:gd name="T92" fmla="*/ 31750 w 51"/>
              <a:gd name="T93" fmla="*/ 73025 h 51"/>
              <a:gd name="T94" fmla="*/ 38100 w 51"/>
              <a:gd name="T95" fmla="*/ 79375 h 51"/>
              <a:gd name="T96" fmla="*/ 38100 w 51"/>
              <a:gd name="T97" fmla="*/ 139700 h 51"/>
              <a:gd name="T98" fmla="*/ 44450 w 51"/>
              <a:gd name="T99" fmla="*/ 139700 h 51"/>
              <a:gd name="T100" fmla="*/ 34925 w 51"/>
              <a:gd name="T101" fmla="*/ 155575 h 51"/>
              <a:gd name="T102" fmla="*/ 28575 w 51"/>
              <a:gd name="T103" fmla="*/ 149225 h 51"/>
              <a:gd name="T104" fmla="*/ 25400 w 51"/>
              <a:gd name="T105" fmla="*/ 130175 h 51"/>
              <a:gd name="T106" fmla="*/ 31750 w 51"/>
              <a:gd name="T107" fmla="*/ 130175 h 51"/>
              <a:gd name="T108" fmla="*/ 9525 w 51"/>
              <a:gd name="T109" fmla="*/ 155575 h 51"/>
              <a:gd name="T110" fmla="*/ 6350 w 51"/>
              <a:gd name="T111" fmla="*/ 149225 h 5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1" h="51">
                <a:moveTo>
                  <a:pt x="5" y="37"/>
                </a:moveTo>
                <a:cubicBezTo>
                  <a:pt x="5" y="37"/>
                  <a:pt x="6" y="37"/>
                  <a:pt x="6" y="37"/>
                </a:cubicBezTo>
                <a:cubicBezTo>
                  <a:pt x="7" y="38"/>
                  <a:pt x="7" y="38"/>
                  <a:pt x="6" y="39"/>
                </a:cubicBezTo>
                <a:cubicBezTo>
                  <a:pt x="4" y="42"/>
                  <a:pt x="4" y="42"/>
                  <a:pt x="4" y="42"/>
                </a:cubicBezTo>
                <a:cubicBezTo>
                  <a:pt x="3" y="42"/>
                  <a:pt x="2" y="42"/>
                  <a:pt x="2" y="42"/>
                </a:cubicBezTo>
                <a:cubicBezTo>
                  <a:pt x="1" y="41"/>
                  <a:pt x="1" y="41"/>
                  <a:pt x="2" y="40"/>
                </a:cubicBezTo>
                <a:cubicBezTo>
                  <a:pt x="5" y="37"/>
                  <a:pt x="5" y="37"/>
                  <a:pt x="5" y="37"/>
                </a:cubicBezTo>
                <a:close/>
                <a:moveTo>
                  <a:pt x="41" y="17"/>
                </a:moveTo>
                <a:cubicBezTo>
                  <a:pt x="41" y="17"/>
                  <a:pt x="41" y="17"/>
                  <a:pt x="41" y="17"/>
                </a:cubicBezTo>
                <a:cubicBezTo>
                  <a:pt x="41" y="21"/>
                  <a:pt x="38" y="24"/>
                  <a:pt x="34" y="24"/>
                </a:cubicBezTo>
                <a:cubicBezTo>
                  <a:pt x="30" y="24"/>
                  <a:pt x="26" y="21"/>
                  <a:pt x="26" y="17"/>
                </a:cubicBezTo>
                <a:cubicBezTo>
                  <a:pt x="26" y="13"/>
                  <a:pt x="30" y="10"/>
                  <a:pt x="34" y="10"/>
                </a:cubicBezTo>
                <a:cubicBezTo>
                  <a:pt x="38" y="10"/>
                  <a:pt x="41" y="13"/>
                  <a:pt x="41" y="17"/>
                </a:cubicBezTo>
                <a:close/>
                <a:moveTo>
                  <a:pt x="34" y="12"/>
                </a:moveTo>
                <a:cubicBezTo>
                  <a:pt x="34" y="12"/>
                  <a:pt x="34" y="12"/>
                  <a:pt x="34" y="12"/>
                </a:cubicBezTo>
                <a:cubicBezTo>
                  <a:pt x="31" y="12"/>
                  <a:pt x="29" y="15"/>
                  <a:pt x="29" y="17"/>
                </a:cubicBezTo>
                <a:cubicBezTo>
                  <a:pt x="29" y="20"/>
                  <a:pt x="31" y="22"/>
                  <a:pt x="34" y="22"/>
                </a:cubicBezTo>
                <a:cubicBezTo>
                  <a:pt x="36" y="22"/>
                  <a:pt x="39" y="20"/>
                  <a:pt x="39" y="17"/>
                </a:cubicBezTo>
                <a:cubicBezTo>
                  <a:pt x="39" y="15"/>
                  <a:pt x="36" y="12"/>
                  <a:pt x="34" y="12"/>
                </a:cubicBezTo>
                <a:close/>
                <a:moveTo>
                  <a:pt x="7" y="33"/>
                </a:moveTo>
                <a:cubicBezTo>
                  <a:pt x="7" y="33"/>
                  <a:pt x="7" y="33"/>
                  <a:pt x="7" y="33"/>
                </a:cubicBezTo>
                <a:cubicBezTo>
                  <a:pt x="7" y="32"/>
                  <a:pt x="7" y="30"/>
                  <a:pt x="7" y="29"/>
                </a:cubicBezTo>
                <a:cubicBezTo>
                  <a:pt x="7" y="28"/>
                  <a:pt x="8" y="28"/>
                  <a:pt x="8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6" y="28"/>
                  <a:pt x="5" y="28"/>
                  <a:pt x="5" y="29"/>
                </a:cubicBezTo>
                <a:cubicBezTo>
                  <a:pt x="4" y="30"/>
                  <a:pt x="3" y="30"/>
                  <a:pt x="2" y="29"/>
                </a:cubicBezTo>
                <a:cubicBezTo>
                  <a:pt x="2" y="29"/>
                  <a:pt x="2" y="29"/>
                  <a:pt x="2" y="28"/>
                </a:cubicBezTo>
                <a:cubicBezTo>
                  <a:pt x="0" y="26"/>
                  <a:pt x="0" y="23"/>
                  <a:pt x="0" y="21"/>
                </a:cubicBezTo>
                <a:cubicBezTo>
                  <a:pt x="1" y="18"/>
                  <a:pt x="2" y="16"/>
                  <a:pt x="4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6" y="12"/>
                  <a:pt x="8" y="11"/>
                  <a:pt x="10" y="10"/>
                </a:cubicBezTo>
                <a:cubicBezTo>
                  <a:pt x="12" y="10"/>
                  <a:pt x="14" y="10"/>
                  <a:pt x="16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21" y="6"/>
                  <a:pt x="26" y="3"/>
                  <a:pt x="31" y="2"/>
                </a:cubicBezTo>
                <a:cubicBezTo>
                  <a:pt x="37" y="0"/>
                  <a:pt x="42" y="0"/>
                  <a:pt x="48" y="2"/>
                </a:cubicBezTo>
                <a:cubicBezTo>
                  <a:pt x="49" y="2"/>
                  <a:pt x="49" y="2"/>
                  <a:pt x="49" y="3"/>
                </a:cubicBezTo>
                <a:cubicBezTo>
                  <a:pt x="49" y="3"/>
                  <a:pt x="49" y="3"/>
                  <a:pt x="49" y="3"/>
                </a:cubicBezTo>
                <a:cubicBezTo>
                  <a:pt x="49" y="3"/>
                  <a:pt x="49" y="3"/>
                  <a:pt x="49" y="3"/>
                </a:cubicBezTo>
                <a:cubicBezTo>
                  <a:pt x="51" y="9"/>
                  <a:pt x="51" y="14"/>
                  <a:pt x="49" y="20"/>
                </a:cubicBezTo>
                <a:cubicBezTo>
                  <a:pt x="48" y="25"/>
                  <a:pt x="45" y="30"/>
                  <a:pt x="41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0" y="35"/>
                  <a:pt x="40" y="35"/>
                  <a:pt x="40" y="35"/>
                </a:cubicBezTo>
                <a:cubicBezTo>
                  <a:pt x="41" y="37"/>
                  <a:pt x="41" y="39"/>
                  <a:pt x="41" y="41"/>
                </a:cubicBezTo>
                <a:cubicBezTo>
                  <a:pt x="40" y="43"/>
                  <a:pt x="39" y="45"/>
                  <a:pt x="37" y="47"/>
                </a:cubicBezTo>
                <a:cubicBezTo>
                  <a:pt x="37" y="47"/>
                  <a:pt x="37" y="47"/>
                  <a:pt x="37" y="47"/>
                </a:cubicBezTo>
                <a:cubicBezTo>
                  <a:pt x="35" y="49"/>
                  <a:pt x="33" y="50"/>
                  <a:pt x="30" y="51"/>
                </a:cubicBezTo>
                <a:cubicBezTo>
                  <a:pt x="28" y="51"/>
                  <a:pt x="25" y="51"/>
                  <a:pt x="22" y="49"/>
                </a:cubicBezTo>
                <a:cubicBezTo>
                  <a:pt x="22" y="49"/>
                  <a:pt x="21" y="48"/>
                  <a:pt x="22" y="47"/>
                </a:cubicBezTo>
                <a:cubicBezTo>
                  <a:pt x="22" y="47"/>
                  <a:pt x="22" y="46"/>
                  <a:pt x="22" y="46"/>
                </a:cubicBezTo>
                <a:cubicBezTo>
                  <a:pt x="23" y="46"/>
                  <a:pt x="23" y="45"/>
                  <a:pt x="24" y="44"/>
                </a:cubicBezTo>
                <a:cubicBezTo>
                  <a:pt x="24" y="43"/>
                  <a:pt x="24" y="43"/>
                  <a:pt x="24" y="43"/>
                </a:cubicBezTo>
                <a:cubicBezTo>
                  <a:pt x="23" y="43"/>
                  <a:pt x="23" y="43"/>
                  <a:pt x="22" y="44"/>
                </a:cubicBezTo>
                <a:cubicBezTo>
                  <a:pt x="21" y="44"/>
                  <a:pt x="19" y="44"/>
                  <a:pt x="18" y="44"/>
                </a:cubicBezTo>
                <a:cubicBezTo>
                  <a:pt x="17" y="44"/>
                  <a:pt x="17" y="44"/>
                  <a:pt x="16" y="43"/>
                </a:cubicBezTo>
                <a:cubicBezTo>
                  <a:pt x="16" y="43"/>
                  <a:pt x="16" y="43"/>
                  <a:pt x="16" y="43"/>
                </a:cubicBezTo>
                <a:cubicBezTo>
                  <a:pt x="8" y="35"/>
                  <a:pt x="8" y="35"/>
                  <a:pt x="8" y="35"/>
                </a:cubicBezTo>
                <a:cubicBezTo>
                  <a:pt x="7" y="34"/>
                  <a:pt x="7" y="34"/>
                  <a:pt x="7" y="33"/>
                </a:cubicBezTo>
                <a:close/>
                <a:moveTo>
                  <a:pt x="11" y="29"/>
                </a:moveTo>
                <a:cubicBezTo>
                  <a:pt x="11" y="29"/>
                  <a:pt x="11" y="29"/>
                  <a:pt x="11" y="29"/>
                </a:cubicBezTo>
                <a:cubicBezTo>
                  <a:pt x="11" y="30"/>
                  <a:pt x="11" y="31"/>
                  <a:pt x="11" y="32"/>
                </a:cubicBezTo>
                <a:cubicBezTo>
                  <a:pt x="18" y="40"/>
                  <a:pt x="18" y="40"/>
                  <a:pt x="18" y="40"/>
                </a:cubicBezTo>
                <a:cubicBezTo>
                  <a:pt x="20" y="40"/>
                  <a:pt x="21" y="40"/>
                  <a:pt x="22" y="40"/>
                </a:cubicBezTo>
                <a:cubicBezTo>
                  <a:pt x="23" y="40"/>
                  <a:pt x="24" y="39"/>
                  <a:pt x="26" y="39"/>
                </a:cubicBezTo>
                <a:cubicBezTo>
                  <a:pt x="26" y="39"/>
                  <a:pt x="26" y="39"/>
                  <a:pt x="26" y="39"/>
                </a:cubicBezTo>
                <a:cubicBezTo>
                  <a:pt x="27" y="39"/>
                  <a:pt x="28" y="40"/>
                  <a:pt x="28" y="41"/>
                </a:cubicBezTo>
                <a:cubicBezTo>
                  <a:pt x="28" y="42"/>
                  <a:pt x="28" y="44"/>
                  <a:pt x="27" y="45"/>
                </a:cubicBezTo>
                <a:cubicBezTo>
                  <a:pt x="27" y="46"/>
                  <a:pt x="27" y="46"/>
                  <a:pt x="26" y="47"/>
                </a:cubicBezTo>
                <a:cubicBezTo>
                  <a:pt x="27" y="47"/>
                  <a:pt x="29" y="47"/>
                  <a:pt x="30" y="47"/>
                </a:cubicBezTo>
                <a:cubicBezTo>
                  <a:pt x="31" y="46"/>
                  <a:pt x="33" y="46"/>
                  <a:pt x="34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6" y="43"/>
                  <a:pt x="37" y="41"/>
                  <a:pt x="37" y="40"/>
                </a:cubicBezTo>
                <a:cubicBezTo>
                  <a:pt x="37" y="38"/>
                  <a:pt x="37" y="36"/>
                  <a:pt x="36" y="35"/>
                </a:cubicBezTo>
                <a:cubicBezTo>
                  <a:pt x="36" y="34"/>
                  <a:pt x="36" y="33"/>
                  <a:pt x="37" y="33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42" y="28"/>
                  <a:pt x="44" y="23"/>
                  <a:pt x="46" y="19"/>
                </a:cubicBezTo>
                <a:cubicBezTo>
                  <a:pt x="47" y="14"/>
                  <a:pt x="47" y="10"/>
                  <a:pt x="46" y="5"/>
                </a:cubicBezTo>
                <a:cubicBezTo>
                  <a:pt x="41" y="4"/>
                  <a:pt x="37" y="4"/>
                  <a:pt x="32" y="5"/>
                </a:cubicBezTo>
                <a:cubicBezTo>
                  <a:pt x="27" y="7"/>
                  <a:pt x="23" y="9"/>
                  <a:pt x="19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7" y="15"/>
                  <a:pt x="16" y="14"/>
                </a:cubicBezTo>
                <a:cubicBezTo>
                  <a:pt x="14" y="14"/>
                  <a:pt x="13" y="14"/>
                  <a:pt x="11" y="14"/>
                </a:cubicBezTo>
                <a:cubicBezTo>
                  <a:pt x="9" y="14"/>
                  <a:pt x="8" y="15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5" y="18"/>
                  <a:pt x="4" y="19"/>
                  <a:pt x="4" y="21"/>
                </a:cubicBezTo>
                <a:cubicBezTo>
                  <a:pt x="4" y="22"/>
                  <a:pt x="4" y="23"/>
                  <a:pt x="4" y="24"/>
                </a:cubicBezTo>
                <a:cubicBezTo>
                  <a:pt x="5" y="24"/>
                  <a:pt x="5" y="24"/>
                  <a:pt x="6" y="24"/>
                </a:cubicBezTo>
                <a:cubicBezTo>
                  <a:pt x="7" y="23"/>
                  <a:pt x="9" y="23"/>
                  <a:pt x="10" y="23"/>
                </a:cubicBezTo>
                <a:cubicBezTo>
                  <a:pt x="10" y="23"/>
                  <a:pt x="10" y="23"/>
                  <a:pt x="11" y="23"/>
                </a:cubicBezTo>
                <a:cubicBezTo>
                  <a:pt x="12" y="23"/>
                  <a:pt x="12" y="24"/>
                  <a:pt x="12" y="25"/>
                </a:cubicBezTo>
                <a:cubicBezTo>
                  <a:pt x="12" y="27"/>
                  <a:pt x="11" y="28"/>
                  <a:pt x="11" y="29"/>
                </a:cubicBezTo>
                <a:close/>
                <a:moveTo>
                  <a:pt x="12" y="44"/>
                </a:moveTo>
                <a:cubicBezTo>
                  <a:pt x="12" y="44"/>
                  <a:pt x="12" y="44"/>
                  <a:pt x="12" y="44"/>
                </a:cubicBezTo>
                <a:cubicBezTo>
                  <a:pt x="12" y="44"/>
                  <a:pt x="13" y="44"/>
                  <a:pt x="14" y="44"/>
                </a:cubicBezTo>
                <a:cubicBezTo>
                  <a:pt x="14" y="45"/>
                  <a:pt x="14" y="46"/>
                  <a:pt x="14" y="46"/>
                </a:cubicBezTo>
                <a:cubicBezTo>
                  <a:pt x="11" y="49"/>
                  <a:pt x="11" y="49"/>
                  <a:pt x="11" y="49"/>
                </a:cubicBezTo>
                <a:cubicBezTo>
                  <a:pt x="10" y="49"/>
                  <a:pt x="10" y="49"/>
                  <a:pt x="9" y="49"/>
                </a:cubicBezTo>
                <a:cubicBezTo>
                  <a:pt x="9" y="48"/>
                  <a:pt x="9" y="48"/>
                  <a:pt x="9" y="47"/>
                </a:cubicBezTo>
                <a:cubicBezTo>
                  <a:pt x="12" y="44"/>
                  <a:pt x="12" y="44"/>
                  <a:pt x="12" y="44"/>
                </a:cubicBezTo>
                <a:close/>
                <a:moveTo>
                  <a:pt x="8" y="41"/>
                </a:moveTo>
                <a:cubicBezTo>
                  <a:pt x="8" y="41"/>
                  <a:pt x="8" y="41"/>
                  <a:pt x="8" y="41"/>
                </a:cubicBezTo>
                <a:cubicBezTo>
                  <a:pt x="9" y="40"/>
                  <a:pt x="10" y="40"/>
                  <a:pt x="10" y="41"/>
                </a:cubicBezTo>
                <a:cubicBezTo>
                  <a:pt x="10" y="41"/>
                  <a:pt x="10" y="42"/>
                  <a:pt x="10" y="42"/>
                </a:cubicBezTo>
                <a:cubicBezTo>
                  <a:pt x="3" y="49"/>
                  <a:pt x="3" y="49"/>
                  <a:pt x="3" y="49"/>
                </a:cubicBezTo>
                <a:cubicBezTo>
                  <a:pt x="3" y="49"/>
                  <a:pt x="2" y="49"/>
                  <a:pt x="2" y="49"/>
                </a:cubicBezTo>
                <a:cubicBezTo>
                  <a:pt x="1" y="49"/>
                  <a:pt x="1" y="48"/>
                  <a:pt x="2" y="47"/>
                </a:cubicBezTo>
                <a:cubicBezTo>
                  <a:pt x="8" y="41"/>
                  <a:pt x="8" y="41"/>
                  <a:pt x="8" y="4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55" name="Freeform 189">
            <a:extLst>
              <a:ext uri="{FF2B5EF4-FFF2-40B4-BE49-F238E27FC236}">
                <a16:creationId xmlns:a16="http://schemas.microsoft.com/office/drawing/2014/main" id="{37B744ED-D8B6-9F01-D095-C78AABD59383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4333265"/>
            <a:ext cx="215900" cy="211667"/>
          </a:xfrm>
          <a:custGeom>
            <a:avLst/>
            <a:gdLst>
              <a:gd name="T0" fmla="*/ 19050 w 51"/>
              <a:gd name="T1" fmla="*/ 139700 h 50"/>
              <a:gd name="T2" fmla="*/ 0 w 51"/>
              <a:gd name="T3" fmla="*/ 95250 h 50"/>
              <a:gd name="T4" fmla="*/ 19050 w 51"/>
              <a:gd name="T5" fmla="*/ 47625 h 50"/>
              <a:gd name="T6" fmla="*/ 19050 w 51"/>
              <a:gd name="T7" fmla="*/ 47625 h 50"/>
              <a:gd name="T8" fmla="*/ 19050 w 51"/>
              <a:gd name="T9" fmla="*/ 47625 h 50"/>
              <a:gd name="T10" fmla="*/ 66675 w 51"/>
              <a:gd name="T11" fmla="*/ 0 h 50"/>
              <a:gd name="T12" fmla="*/ 76200 w 51"/>
              <a:gd name="T13" fmla="*/ 0 h 50"/>
              <a:gd name="T14" fmla="*/ 98425 w 51"/>
              <a:gd name="T15" fmla="*/ 25400 h 50"/>
              <a:gd name="T16" fmla="*/ 98425 w 51"/>
              <a:gd name="T17" fmla="*/ 31750 h 50"/>
              <a:gd name="T18" fmla="*/ 98425 w 51"/>
              <a:gd name="T19" fmla="*/ 31750 h 50"/>
              <a:gd name="T20" fmla="*/ 53975 w 51"/>
              <a:gd name="T21" fmla="*/ 79375 h 50"/>
              <a:gd name="T22" fmla="*/ 50800 w 51"/>
              <a:gd name="T23" fmla="*/ 79375 h 50"/>
              <a:gd name="T24" fmla="*/ 47625 w 51"/>
              <a:gd name="T25" fmla="*/ 95250 h 50"/>
              <a:gd name="T26" fmla="*/ 53975 w 51"/>
              <a:gd name="T27" fmla="*/ 107950 h 50"/>
              <a:gd name="T28" fmla="*/ 66675 w 51"/>
              <a:gd name="T29" fmla="*/ 114300 h 50"/>
              <a:gd name="T30" fmla="*/ 79375 w 51"/>
              <a:gd name="T31" fmla="*/ 107950 h 50"/>
              <a:gd name="T32" fmla="*/ 127000 w 51"/>
              <a:gd name="T33" fmla="*/ 60325 h 50"/>
              <a:gd name="T34" fmla="*/ 136525 w 51"/>
              <a:gd name="T35" fmla="*/ 60325 h 50"/>
              <a:gd name="T36" fmla="*/ 136525 w 51"/>
              <a:gd name="T37" fmla="*/ 60325 h 50"/>
              <a:gd name="T38" fmla="*/ 158750 w 51"/>
              <a:gd name="T39" fmla="*/ 82550 h 50"/>
              <a:gd name="T40" fmla="*/ 158750 w 51"/>
              <a:gd name="T41" fmla="*/ 92075 h 50"/>
              <a:gd name="T42" fmla="*/ 158750 w 51"/>
              <a:gd name="T43" fmla="*/ 92075 h 50"/>
              <a:gd name="T44" fmla="*/ 111125 w 51"/>
              <a:gd name="T45" fmla="*/ 139700 h 50"/>
              <a:gd name="T46" fmla="*/ 66675 w 51"/>
              <a:gd name="T47" fmla="*/ 158750 h 50"/>
              <a:gd name="T48" fmla="*/ 19050 w 51"/>
              <a:gd name="T49" fmla="*/ 139700 h 50"/>
              <a:gd name="T50" fmla="*/ 66675 w 51"/>
              <a:gd name="T51" fmla="*/ 50800 h 50"/>
              <a:gd name="T52" fmla="*/ 66675 w 51"/>
              <a:gd name="T53" fmla="*/ 50800 h 50"/>
              <a:gd name="T54" fmla="*/ 50800 w 51"/>
              <a:gd name="T55" fmla="*/ 34925 h 50"/>
              <a:gd name="T56" fmla="*/ 28575 w 51"/>
              <a:gd name="T57" fmla="*/ 57150 h 50"/>
              <a:gd name="T58" fmla="*/ 28575 w 51"/>
              <a:gd name="T59" fmla="*/ 57150 h 50"/>
              <a:gd name="T60" fmla="*/ 12700 w 51"/>
              <a:gd name="T61" fmla="*/ 95250 h 50"/>
              <a:gd name="T62" fmla="*/ 28575 w 51"/>
              <a:gd name="T63" fmla="*/ 130175 h 50"/>
              <a:gd name="T64" fmla="*/ 66675 w 51"/>
              <a:gd name="T65" fmla="*/ 146050 h 50"/>
              <a:gd name="T66" fmla="*/ 101600 w 51"/>
              <a:gd name="T67" fmla="*/ 130175 h 50"/>
              <a:gd name="T68" fmla="*/ 123825 w 51"/>
              <a:gd name="T69" fmla="*/ 107950 h 50"/>
              <a:gd name="T70" fmla="*/ 111125 w 51"/>
              <a:gd name="T71" fmla="*/ 95250 h 50"/>
              <a:gd name="T72" fmla="*/ 88900 w 51"/>
              <a:gd name="T73" fmla="*/ 117475 h 50"/>
              <a:gd name="T74" fmla="*/ 66675 w 51"/>
              <a:gd name="T75" fmla="*/ 123825 h 50"/>
              <a:gd name="T76" fmla="*/ 44450 w 51"/>
              <a:gd name="T77" fmla="*/ 117475 h 50"/>
              <a:gd name="T78" fmla="*/ 34925 w 51"/>
              <a:gd name="T79" fmla="*/ 95250 h 50"/>
              <a:gd name="T80" fmla="*/ 44450 w 51"/>
              <a:gd name="T81" fmla="*/ 73025 h 50"/>
              <a:gd name="T82" fmla="*/ 44450 w 51"/>
              <a:gd name="T83" fmla="*/ 73025 h 50"/>
              <a:gd name="T84" fmla="*/ 66675 w 51"/>
              <a:gd name="T85" fmla="*/ 50800 h 50"/>
              <a:gd name="T86" fmla="*/ 57150 w 51"/>
              <a:gd name="T87" fmla="*/ 28575 h 50"/>
              <a:gd name="T88" fmla="*/ 57150 w 51"/>
              <a:gd name="T89" fmla="*/ 28575 h 50"/>
              <a:gd name="T90" fmla="*/ 69850 w 51"/>
              <a:gd name="T91" fmla="*/ 44450 h 50"/>
              <a:gd name="T92" fmla="*/ 85725 w 51"/>
              <a:gd name="T93" fmla="*/ 28575 h 50"/>
              <a:gd name="T94" fmla="*/ 73025 w 51"/>
              <a:gd name="T95" fmla="*/ 12700 h 50"/>
              <a:gd name="T96" fmla="*/ 57150 w 51"/>
              <a:gd name="T97" fmla="*/ 28575 h 50"/>
              <a:gd name="T98" fmla="*/ 130175 w 51"/>
              <a:gd name="T99" fmla="*/ 104775 h 50"/>
              <a:gd name="T100" fmla="*/ 130175 w 51"/>
              <a:gd name="T101" fmla="*/ 104775 h 50"/>
              <a:gd name="T102" fmla="*/ 146050 w 51"/>
              <a:gd name="T103" fmla="*/ 88900 h 50"/>
              <a:gd name="T104" fmla="*/ 130175 w 51"/>
              <a:gd name="T105" fmla="*/ 73025 h 50"/>
              <a:gd name="T106" fmla="*/ 114300 w 51"/>
              <a:gd name="T107" fmla="*/ 88900 h 50"/>
              <a:gd name="T108" fmla="*/ 130175 w 51"/>
              <a:gd name="T109" fmla="*/ 104775 h 5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" h="50">
                <a:moveTo>
                  <a:pt x="6" y="44"/>
                </a:moveTo>
                <a:cubicBezTo>
                  <a:pt x="2" y="40"/>
                  <a:pt x="0" y="35"/>
                  <a:pt x="0" y="30"/>
                </a:cubicBezTo>
                <a:cubicBezTo>
                  <a:pt x="0" y="24"/>
                  <a:pt x="2" y="19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3" y="0"/>
                  <a:pt x="24" y="0"/>
                </a:cubicBezTo>
                <a:cubicBezTo>
                  <a:pt x="31" y="8"/>
                  <a:pt x="31" y="8"/>
                  <a:pt x="31" y="8"/>
                </a:cubicBezTo>
                <a:cubicBezTo>
                  <a:pt x="32" y="8"/>
                  <a:pt x="32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17" y="25"/>
                  <a:pt x="17" y="25"/>
                  <a:pt x="17" y="25"/>
                </a:cubicBezTo>
                <a:cubicBezTo>
                  <a:pt x="16" y="25"/>
                  <a:pt x="16" y="25"/>
                  <a:pt x="16" y="25"/>
                </a:cubicBezTo>
                <a:cubicBezTo>
                  <a:pt x="15" y="27"/>
                  <a:pt x="15" y="28"/>
                  <a:pt x="15" y="30"/>
                </a:cubicBezTo>
                <a:cubicBezTo>
                  <a:pt x="15" y="31"/>
                  <a:pt x="15" y="33"/>
                  <a:pt x="17" y="34"/>
                </a:cubicBezTo>
                <a:cubicBezTo>
                  <a:pt x="18" y="35"/>
                  <a:pt x="19" y="36"/>
                  <a:pt x="21" y="36"/>
                </a:cubicBezTo>
                <a:cubicBezTo>
                  <a:pt x="22" y="36"/>
                  <a:pt x="24" y="35"/>
                  <a:pt x="25" y="34"/>
                </a:cubicBezTo>
                <a:cubicBezTo>
                  <a:pt x="40" y="19"/>
                  <a:pt x="40" y="19"/>
                  <a:pt x="40" y="19"/>
                </a:cubicBezTo>
                <a:cubicBezTo>
                  <a:pt x="41" y="18"/>
                  <a:pt x="42" y="18"/>
                  <a:pt x="43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50" y="26"/>
                  <a:pt x="50" y="26"/>
                  <a:pt x="50" y="26"/>
                </a:cubicBezTo>
                <a:cubicBezTo>
                  <a:pt x="51" y="27"/>
                  <a:pt x="51" y="28"/>
                  <a:pt x="50" y="29"/>
                </a:cubicBezTo>
                <a:cubicBezTo>
                  <a:pt x="50" y="29"/>
                  <a:pt x="50" y="29"/>
                  <a:pt x="50" y="29"/>
                </a:cubicBezTo>
                <a:cubicBezTo>
                  <a:pt x="35" y="44"/>
                  <a:pt x="35" y="44"/>
                  <a:pt x="35" y="44"/>
                </a:cubicBezTo>
                <a:cubicBezTo>
                  <a:pt x="31" y="48"/>
                  <a:pt x="26" y="50"/>
                  <a:pt x="21" y="50"/>
                </a:cubicBezTo>
                <a:cubicBezTo>
                  <a:pt x="16" y="50"/>
                  <a:pt x="10" y="48"/>
                  <a:pt x="6" y="44"/>
                </a:cubicBezTo>
                <a:close/>
                <a:moveTo>
                  <a:pt x="21" y="16"/>
                </a:moveTo>
                <a:cubicBezTo>
                  <a:pt x="21" y="16"/>
                  <a:pt x="21" y="16"/>
                  <a:pt x="21" y="16"/>
                </a:cubicBezTo>
                <a:cubicBezTo>
                  <a:pt x="16" y="11"/>
                  <a:pt x="16" y="11"/>
                  <a:pt x="16" y="11"/>
                </a:cubicBezTo>
                <a:cubicBezTo>
                  <a:pt x="9" y="18"/>
                  <a:pt x="9" y="18"/>
                  <a:pt x="9" y="18"/>
                </a:cubicBezTo>
                <a:cubicBezTo>
                  <a:pt x="9" y="18"/>
                  <a:pt x="9" y="18"/>
                  <a:pt x="9" y="18"/>
                </a:cubicBezTo>
                <a:cubicBezTo>
                  <a:pt x="6" y="21"/>
                  <a:pt x="4" y="25"/>
                  <a:pt x="4" y="30"/>
                </a:cubicBezTo>
                <a:cubicBezTo>
                  <a:pt x="4" y="34"/>
                  <a:pt x="6" y="38"/>
                  <a:pt x="9" y="41"/>
                </a:cubicBezTo>
                <a:cubicBezTo>
                  <a:pt x="12" y="44"/>
                  <a:pt x="17" y="46"/>
                  <a:pt x="21" y="46"/>
                </a:cubicBezTo>
                <a:cubicBezTo>
                  <a:pt x="25" y="46"/>
                  <a:pt x="29" y="44"/>
                  <a:pt x="32" y="41"/>
                </a:cubicBezTo>
                <a:cubicBezTo>
                  <a:pt x="39" y="34"/>
                  <a:pt x="39" y="34"/>
                  <a:pt x="39" y="34"/>
                </a:cubicBezTo>
                <a:cubicBezTo>
                  <a:pt x="35" y="30"/>
                  <a:pt x="35" y="30"/>
                  <a:pt x="35" y="30"/>
                </a:cubicBezTo>
                <a:cubicBezTo>
                  <a:pt x="28" y="37"/>
                  <a:pt x="28" y="37"/>
                  <a:pt x="28" y="37"/>
                </a:cubicBezTo>
                <a:cubicBezTo>
                  <a:pt x="26" y="38"/>
                  <a:pt x="23" y="39"/>
                  <a:pt x="21" y="39"/>
                </a:cubicBezTo>
                <a:cubicBezTo>
                  <a:pt x="18" y="39"/>
                  <a:pt x="16" y="38"/>
                  <a:pt x="14" y="37"/>
                </a:cubicBezTo>
                <a:cubicBezTo>
                  <a:pt x="12" y="35"/>
                  <a:pt x="11" y="32"/>
                  <a:pt x="11" y="30"/>
                </a:cubicBezTo>
                <a:cubicBezTo>
                  <a:pt x="11" y="27"/>
                  <a:pt x="12" y="25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21" y="16"/>
                  <a:pt x="21" y="16"/>
                  <a:pt x="21" y="16"/>
                </a:cubicBezTo>
                <a:close/>
                <a:moveTo>
                  <a:pt x="18" y="9"/>
                </a:moveTo>
                <a:cubicBezTo>
                  <a:pt x="18" y="9"/>
                  <a:pt x="18" y="9"/>
                  <a:pt x="18" y="9"/>
                </a:cubicBezTo>
                <a:cubicBezTo>
                  <a:pt x="22" y="14"/>
                  <a:pt x="22" y="14"/>
                  <a:pt x="22" y="14"/>
                </a:cubicBezTo>
                <a:cubicBezTo>
                  <a:pt x="27" y="9"/>
                  <a:pt x="27" y="9"/>
                  <a:pt x="27" y="9"/>
                </a:cubicBezTo>
                <a:cubicBezTo>
                  <a:pt x="23" y="4"/>
                  <a:pt x="23" y="4"/>
                  <a:pt x="23" y="4"/>
                </a:cubicBezTo>
                <a:cubicBezTo>
                  <a:pt x="18" y="9"/>
                  <a:pt x="18" y="9"/>
                  <a:pt x="18" y="9"/>
                </a:cubicBezTo>
                <a:close/>
                <a:moveTo>
                  <a:pt x="41" y="33"/>
                </a:moveTo>
                <a:cubicBezTo>
                  <a:pt x="41" y="33"/>
                  <a:pt x="41" y="33"/>
                  <a:pt x="41" y="33"/>
                </a:cubicBezTo>
                <a:cubicBezTo>
                  <a:pt x="46" y="28"/>
                  <a:pt x="46" y="28"/>
                  <a:pt x="46" y="28"/>
                </a:cubicBezTo>
                <a:cubicBezTo>
                  <a:pt x="41" y="23"/>
                  <a:pt x="41" y="23"/>
                  <a:pt x="41" y="23"/>
                </a:cubicBezTo>
                <a:cubicBezTo>
                  <a:pt x="36" y="28"/>
                  <a:pt x="36" y="28"/>
                  <a:pt x="36" y="28"/>
                </a:cubicBezTo>
                <a:cubicBezTo>
                  <a:pt x="41" y="33"/>
                  <a:pt x="41" y="33"/>
                  <a:pt x="41" y="3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56" name="Freeform 190">
            <a:extLst>
              <a:ext uri="{FF2B5EF4-FFF2-40B4-BE49-F238E27FC236}">
                <a16:creationId xmlns:a16="http://schemas.microsoft.com/office/drawing/2014/main" id="{A8D59655-01DC-1C76-CAC7-97259242D30B}"/>
              </a:ext>
            </a:extLst>
          </p:cNvPr>
          <p:cNvSpPr>
            <a:spLocks noEditPoints="1"/>
          </p:cNvSpPr>
          <p:nvPr/>
        </p:nvSpPr>
        <p:spPr bwMode="auto">
          <a:xfrm>
            <a:off x="4275068" y="4333265"/>
            <a:ext cx="215900" cy="211667"/>
          </a:xfrm>
          <a:custGeom>
            <a:avLst/>
            <a:gdLst>
              <a:gd name="T0" fmla="*/ 136525 w 51"/>
              <a:gd name="T1" fmla="*/ 22225 h 50"/>
              <a:gd name="T2" fmla="*/ 161925 w 51"/>
              <a:gd name="T3" fmla="*/ 79375 h 50"/>
              <a:gd name="T4" fmla="*/ 136525 w 51"/>
              <a:gd name="T5" fmla="*/ 136525 h 50"/>
              <a:gd name="T6" fmla="*/ 25400 w 51"/>
              <a:gd name="T7" fmla="*/ 136525 h 50"/>
              <a:gd name="T8" fmla="*/ 0 w 51"/>
              <a:gd name="T9" fmla="*/ 79375 h 50"/>
              <a:gd name="T10" fmla="*/ 25400 w 51"/>
              <a:gd name="T11" fmla="*/ 22225 h 50"/>
              <a:gd name="T12" fmla="*/ 69850 w 51"/>
              <a:gd name="T13" fmla="*/ 12700 h 50"/>
              <a:gd name="T14" fmla="*/ 69850 w 51"/>
              <a:gd name="T15" fmla="*/ 15875 h 50"/>
              <a:gd name="T16" fmla="*/ 50800 w 51"/>
              <a:gd name="T17" fmla="*/ 47625 h 50"/>
              <a:gd name="T18" fmla="*/ 60325 w 51"/>
              <a:gd name="T19" fmla="*/ 50800 h 50"/>
              <a:gd name="T20" fmla="*/ 85725 w 51"/>
              <a:gd name="T21" fmla="*/ 60325 h 50"/>
              <a:gd name="T22" fmla="*/ 82550 w 51"/>
              <a:gd name="T23" fmla="*/ 82550 h 50"/>
              <a:gd name="T24" fmla="*/ 76200 w 51"/>
              <a:gd name="T25" fmla="*/ 107950 h 50"/>
              <a:gd name="T26" fmla="*/ 76200 w 51"/>
              <a:gd name="T27" fmla="*/ 123825 h 50"/>
              <a:gd name="T28" fmla="*/ 50800 w 51"/>
              <a:gd name="T29" fmla="*/ 123825 h 50"/>
              <a:gd name="T30" fmla="*/ 31750 w 51"/>
              <a:gd name="T31" fmla="*/ 101600 h 50"/>
              <a:gd name="T32" fmla="*/ 22225 w 51"/>
              <a:gd name="T33" fmla="*/ 69850 h 50"/>
              <a:gd name="T34" fmla="*/ 19050 w 51"/>
              <a:gd name="T35" fmla="*/ 66675 h 50"/>
              <a:gd name="T36" fmla="*/ 12700 w 51"/>
              <a:gd name="T37" fmla="*/ 79375 h 50"/>
              <a:gd name="T38" fmla="*/ 60325 w 51"/>
              <a:gd name="T39" fmla="*/ 142875 h 50"/>
              <a:gd name="T40" fmla="*/ 114300 w 51"/>
              <a:gd name="T41" fmla="*/ 136525 h 50"/>
              <a:gd name="T42" fmla="*/ 130175 w 51"/>
              <a:gd name="T43" fmla="*/ 127000 h 50"/>
              <a:gd name="T44" fmla="*/ 130175 w 51"/>
              <a:gd name="T45" fmla="*/ 120650 h 50"/>
              <a:gd name="T46" fmla="*/ 120650 w 51"/>
              <a:gd name="T47" fmla="*/ 120650 h 50"/>
              <a:gd name="T48" fmla="*/ 120650 w 51"/>
              <a:gd name="T49" fmla="*/ 95250 h 50"/>
              <a:gd name="T50" fmla="*/ 107950 w 51"/>
              <a:gd name="T51" fmla="*/ 69850 h 50"/>
              <a:gd name="T52" fmla="*/ 101600 w 51"/>
              <a:gd name="T53" fmla="*/ 41275 h 50"/>
              <a:gd name="T54" fmla="*/ 92075 w 51"/>
              <a:gd name="T55" fmla="*/ 28575 h 50"/>
              <a:gd name="T56" fmla="*/ 92075 w 51"/>
              <a:gd name="T57" fmla="*/ 25400 h 50"/>
              <a:gd name="T58" fmla="*/ 82550 w 51"/>
              <a:gd name="T59" fmla="*/ 12700 h 50"/>
              <a:gd name="T60" fmla="*/ 15875 w 51"/>
              <a:gd name="T61" fmla="*/ 60325 h 50"/>
              <a:gd name="T62" fmla="*/ 15875 w 51"/>
              <a:gd name="T63" fmla="*/ 60325 h 50"/>
              <a:gd name="T64" fmla="*/ 28575 w 51"/>
              <a:gd name="T65" fmla="*/ 73025 h 50"/>
              <a:gd name="T66" fmla="*/ 34925 w 51"/>
              <a:gd name="T67" fmla="*/ 95250 h 50"/>
              <a:gd name="T68" fmla="*/ 57150 w 51"/>
              <a:gd name="T69" fmla="*/ 117475 h 50"/>
              <a:gd name="T70" fmla="*/ 66675 w 51"/>
              <a:gd name="T71" fmla="*/ 114300 h 50"/>
              <a:gd name="T72" fmla="*/ 66675 w 51"/>
              <a:gd name="T73" fmla="*/ 98425 h 50"/>
              <a:gd name="T74" fmla="*/ 79375 w 51"/>
              <a:gd name="T75" fmla="*/ 73025 h 50"/>
              <a:gd name="T76" fmla="*/ 73025 w 51"/>
              <a:gd name="T77" fmla="*/ 60325 h 50"/>
              <a:gd name="T78" fmla="*/ 60325 w 51"/>
              <a:gd name="T79" fmla="*/ 57150 h 50"/>
              <a:gd name="T80" fmla="*/ 57150 w 51"/>
              <a:gd name="T81" fmla="*/ 31750 h 50"/>
              <a:gd name="T82" fmla="*/ 63500 w 51"/>
              <a:gd name="T83" fmla="*/ 12700 h 50"/>
              <a:gd name="T84" fmla="*/ 31750 w 51"/>
              <a:gd name="T85" fmla="*/ 31750 h 50"/>
              <a:gd name="T86" fmla="*/ 101600 w 51"/>
              <a:gd name="T87" fmla="*/ 142875 h 50"/>
              <a:gd name="T88" fmla="*/ 76200 w 51"/>
              <a:gd name="T89" fmla="*/ 146050 h 50"/>
              <a:gd name="T90" fmla="*/ 82550 w 51"/>
              <a:gd name="T91" fmla="*/ 146050 h 50"/>
              <a:gd name="T92" fmla="*/ 146050 w 51"/>
              <a:gd name="T93" fmla="*/ 92075 h 50"/>
              <a:gd name="T94" fmla="*/ 146050 w 51"/>
              <a:gd name="T95" fmla="*/ 92075 h 50"/>
              <a:gd name="T96" fmla="*/ 130175 w 51"/>
              <a:gd name="T97" fmla="*/ 31750 h 50"/>
              <a:gd name="T98" fmla="*/ 130175 w 51"/>
              <a:gd name="T99" fmla="*/ 31750 h 50"/>
              <a:gd name="T100" fmla="*/ 98425 w 51"/>
              <a:gd name="T101" fmla="*/ 25400 h 50"/>
              <a:gd name="T102" fmla="*/ 98425 w 51"/>
              <a:gd name="T103" fmla="*/ 28575 h 50"/>
              <a:gd name="T104" fmla="*/ 104775 w 51"/>
              <a:gd name="T105" fmla="*/ 28575 h 50"/>
              <a:gd name="T106" fmla="*/ 107950 w 51"/>
              <a:gd name="T107" fmla="*/ 44450 h 50"/>
              <a:gd name="T108" fmla="*/ 111125 w 51"/>
              <a:gd name="T109" fmla="*/ 63500 h 50"/>
              <a:gd name="T110" fmla="*/ 127000 w 51"/>
              <a:gd name="T111" fmla="*/ 98425 h 50"/>
              <a:gd name="T112" fmla="*/ 127000 w 51"/>
              <a:gd name="T113" fmla="*/ 114300 h 50"/>
              <a:gd name="T114" fmla="*/ 146050 w 51"/>
              <a:gd name="T115" fmla="*/ 92075 h 50"/>
              <a:gd name="T116" fmla="*/ 104775 w 51"/>
              <a:gd name="T117" fmla="*/ 38100 h 50"/>
              <a:gd name="T118" fmla="*/ 104775 w 51"/>
              <a:gd name="T119" fmla="*/ 38100 h 5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1" h="50">
                <a:moveTo>
                  <a:pt x="26" y="0"/>
                </a:moveTo>
                <a:cubicBezTo>
                  <a:pt x="32" y="0"/>
                  <a:pt x="39" y="3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8" y="12"/>
                  <a:pt x="51" y="18"/>
                  <a:pt x="51" y="25"/>
                </a:cubicBezTo>
                <a:cubicBezTo>
                  <a:pt x="51" y="32"/>
                  <a:pt x="48" y="38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39" y="47"/>
                  <a:pt x="32" y="50"/>
                  <a:pt x="26" y="50"/>
                </a:cubicBezTo>
                <a:cubicBezTo>
                  <a:pt x="19" y="50"/>
                  <a:pt x="12" y="47"/>
                  <a:pt x="8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12" y="2"/>
                  <a:pt x="19" y="0"/>
                  <a:pt x="26" y="0"/>
                </a:cubicBezTo>
                <a:close/>
                <a:moveTo>
                  <a:pt x="22" y="4"/>
                </a:move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5"/>
                  <a:pt x="22" y="5"/>
                </a:cubicBezTo>
                <a:cubicBezTo>
                  <a:pt x="21" y="8"/>
                  <a:pt x="21" y="10"/>
                  <a:pt x="19" y="12"/>
                </a:cubicBezTo>
                <a:cubicBezTo>
                  <a:pt x="19" y="12"/>
                  <a:pt x="16" y="15"/>
                  <a:pt x="16" y="15"/>
                </a:cubicBezTo>
                <a:cubicBezTo>
                  <a:pt x="16" y="16"/>
                  <a:pt x="16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21" y="16"/>
                  <a:pt x="22" y="16"/>
                  <a:pt x="24" y="17"/>
                </a:cubicBezTo>
                <a:cubicBezTo>
                  <a:pt x="25" y="17"/>
                  <a:pt x="26" y="18"/>
                  <a:pt x="27" y="19"/>
                </a:cubicBezTo>
                <a:cubicBezTo>
                  <a:pt x="27" y="20"/>
                  <a:pt x="28" y="22"/>
                  <a:pt x="27" y="23"/>
                </a:cubicBezTo>
                <a:cubicBezTo>
                  <a:pt x="27" y="24"/>
                  <a:pt x="27" y="25"/>
                  <a:pt x="26" y="26"/>
                </a:cubicBezTo>
                <a:cubicBezTo>
                  <a:pt x="23" y="29"/>
                  <a:pt x="23" y="29"/>
                  <a:pt x="23" y="31"/>
                </a:cubicBezTo>
                <a:cubicBezTo>
                  <a:pt x="23" y="32"/>
                  <a:pt x="24" y="32"/>
                  <a:pt x="24" y="34"/>
                </a:cubicBezTo>
                <a:cubicBezTo>
                  <a:pt x="24" y="34"/>
                  <a:pt x="24" y="35"/>
                  <a:pt x="24" y="36"/>
                </a:cubicBezTo>
                <a:cubicBezTo>
                  <a:pt x="24" y="37"/>
                  <a:pt x="24" y="38"/>
                  <a:pt x="24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3" y="45"/>
                  <a:pt x="18" y="41"/>
                  <a:pt x="16" y="39"/>
                </a:cubicBezTo>
                <a:cubicBezTo>
                  <a:pt x="14" y="37"/>
                  <a:pt x="13" y="34"/>
                  <a:pt x="12" y="33"/>
                </a:cubicBezTo>
                <a:cubicBezTo>
                  <a:pt x="12" y="33"/>
                  <a:pt x="11" y="32"/>
                  <a:pt x="10" y="32"/>
                </a:cubicBezTo>
                <a:cubicBezTo>
                  <a:pt x="9" y="31"/>
                  <a:pt x="7" y="30"/>
                  <a:pt x="6" y="27"/>
                </a:cubicBezTo>
                <a:cubicBezTo>
                  <a:pt x="6" y="25"/>
                  <a:pt x="7" y="23"/>
                  <a:pt x="7" y="22"/>
                </a:cubicBezTo>
                <a:cubicBezTo>
                  <a:pt x="7" y="21"/>
                  <a:pt x="8" y="21"/>
                  <a:pt x="8" y="21"/>
                </a:cubicBezTo>
                <a:cubicBezTo>
                  <a:pt x="7" y="21"/>
                  <a:pt x="6" y="21"/>
                  <a:pt x="6" y="21"/>
                </a:cubicBezTo>
                <a:cubicBezTo>
                  <a:pt x="5" y="21"/>
                  <a:pt x="5" y="21"/>
                  <a:pt x="5" y="22"/>
                </a:cubicBezTo>
                <a:cubicBezTo>
                  <a:pt x="4" y="23"/>
                  <a:pt x="4" y="24"/>
                  <a:pt x="4" y="25"/>
                </a:cubicBezTo>
                <a:cubicBezTo>
                  <a:pt x="4" y="31"/>
                  <a:pt x="7" y="36"/>
                  <a:pt x="10" y="40"/>
                </a:cubicBezTo>
                <a:cubicBezTo>
                  <a:pt x="13" y="42"/>
                  <a:pt x="15" y="44"/>
                  <a:pt x="19" y="45"/>
                </a:cubicBezTo>
                <a:cubicBezTo>
                  <a:pt x="20" y="45"/>
                  <a:pt x="22" y="44"/>
                  <a:pt x="24" y="43"/>
                </a:cubicBezTo>
                <a:cubicBezTo>
                  <a:pt x="28" y="43"/>
                  <a:pt x="32" y="42"/>
                  <a:pt x="36" y="43"/>
                </a:cubicBezTo>
                <a:cubicBezTo>
                  <a:pt x="38" y="42"/>
                  <a:pt x="39" y="41"/>
                  <a:pt x="40" y="40"/>
                </a:cubicBezTo>
                <a:cubicBezTo>
                  <a:pt x="41" y="40"/>
                  <a:pt x="41" y="40"/>
                  <a:pt x="41" y="40"/>
                </a:cubicBezTo>
                <a:cubicBezTo>
                  <a:pt x="42" y="39"/>
                  <a:pt x="43" y="38"/>
                  <a:pt x="43" y="36"/>
                </a:cubicBezTo>
                <a:cubicBezTo>
                  <a:pt x="42" y="37"/>
                  <a:pt x="42" y="38"/>
                  <a:pt x="41" y="38"/>
                </a:cubicBezTo>
                <a:cubicBezTo>
                  <a:pt x="40" y="38"/>
                  <a:pt x="39" y="38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6" y="36"/>
                  <a:pt x="37" y="33"/>
                  <a:pt x="38" y="30"/>
                </a:cubicBezTo>
                <a:cubicBezTo>
                  <a:pt x="39" y="27"/>
                  <a:pt x="40" y="24"/>
                  <a:pt x="36" y="23"/>
                </a:cubicBezTo>
                <a:cubicBezTo>
                  <a:pt x="36" y="23"/>
                  <a:pt x="35" y="23"/>
                  <a:pt x="34" y="22"/>
                </a:cubicBezTo>
                <a:cubicBezTo>
                  <a:pt x="33" y="22"/>
                  <a:pt x="32" y="21"/>
                  <a:pt x="31" y="19"/>
                </a:cubicBezTo>
                <a:cubicBezTo>
                  <a:pt x="29" y="16"/>
                  <a:pt x="30" y="15"/>
                  <a:pt x="32" y="13"/>
                </a:cubicBezTo>
                <a:cubicBezTo>
                  <a:pt x="33" y="12"/>
                  <a:pt x="33" y="12"/>
                  <a:pt x="33" y="12"/>
                </a:cubicBezTo>
                <a:cubicBezTo>
                  <a:pt x="32" y="12"/>
                  <a:pt x="30" y="12"/>
                  <a:pt x="29" y="9"/>
                </a:cubicBezTo>
                <a:cubicBezTo>
                  <a:pt x="29" y="9"/>
                  <a:pt x="29" y="9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8" y="6"/>
                  <a:pt x="27" y="5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4" y="4"/>
                  <a:pt x="23" y="4"/>
                  <a:pt x="22" y="4"/>
                </a:cubicBezTo>
                <a:close/>
                <a:moveTo>
                  <a:pt x="5" y="19"/>
                </a:move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6" y="19"/>
                  <a:pt x="7" y="19"/>
                  <a:pt x="8" y="19"/>
                </a:cubicBezTo>
                <a:cubicBezTo>
                  <a:pt x="10" y="20"/>
                  <a:pt x="10" y="21"/>
                  <a:pt x="9" y="23"/>
                </a:cubicBezTo>
                <a:cubicBezTo>
                  <a:pt x="9" y="23"/>
                  <a:pt x="9" y="25"/>
                  <a:pt x="9" y="27"/>
                </a:cubicBezTo>
                <a:cubicBezTo>
                  <a:pt x="9" y="28"/>
                  <a:pt x="10" y="29"/>
                  <a:pt x="11" y="30"/>
                </a:cubicBezTo>
                <a:cubicBezTo>
                  <a:pt x="13" y="30"/>
                  <a:pt x="14" y="31"/>
                  <a:pt x="14" y="32"/>
                </a:cubicBezTo>
                <a:cubicBezTo>
                  <a:pt x="15" y="33"/>
                  <a:pt x="16" y="36"/>
                  <a:pt x="18" y="37"/>
                </a:cubicBezTo>
                <a:cubicBezTo>
                  <a:pt x="18" y="38"/>
                  <a:pt x="21" y="41"/>
                  <a:pt x="21" y="39"/>
                </a:cubicBezTo>
                <a:cubicBezTo>
                  <a:pt x="21" y="38"/>
                  <a:pt x="21" y="37"/>
                  <a:pt x="21" y="36"/>
                </a:cubicBezTo>
                <a:cubicBezTo>
                  <a:pt x="21" y="35"/>
                  <a:pt x="21" y="34"/>
                  <a:pt x="21" y="34"/>
                </a:cubicBezTo>
                <a:cubicBezTo>
                  <a:pt x="21" y="33"/>
                  <a:pt x="21" y="32"/>
                  <a:pt x="21" y="31"/>
                </a:cubicBezTo>
                <a:cubicBezTo>
                  <a:pt x="21" y="29"/>
                  <a:pt x="21" y="28"/>
                  <a:pt x="24" y="24"/>
                </a:cubicBezTo>
                <a:cubicBezTo>
                  <a:pt x="25" y="24"/>
                  <a:pt x="25" y="23"/>
                  <a:pt x="25" y="23"/>
                </a:cubicBezTo>
                <a:cubicBezTo>
                  <a:pt x="25" y="22"/>
                  <a:pt x="25" y="21"/>
                  <a:pt x="25" y="21"/>
                </a:cubicBezTo>
                <a:cubicBezTo>
                  <a:pt x="24" y="20"/>
                  <a:pt x="24" y="19"/>
                  <a:pt x="23" y="19"/>
                </a:cubicBezTo>
                <a:cubicBezTo>
                  <a:pt x="22" y="18"/>
                  <a:pt x="20" y="18"/>
                  <a:pt x="19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5" y="18"/>
                  <a:pt x="13" y="18"/>
                  <a:pt x="13" y="15"/>
                </a:cubicBezTo>
                <a:cubicBezTo>
                  <a:pt x="13" y="13"/>
                  <a:pt x="16" y="12"/>
                  <a:pt x="18" y="10"/>
                </a:cubicBezTo>
                <a:cubicBezTo>
                  <a:pt x="19" y="9"/>
                  <a:pt x="19" y="7"/>
                  <a:pt x="20" y="5"/>
                </a:cubicBezTo>
                <a:cubicBezTo>
                  <a:pt x="20" y="4"/>
                  <a:pt x="20" y="4"/>
                  <a:pt x="20" y="4"/>
                </a:cubicBezTo>
                <a:cubicBezTo>
                  <a:pt x="16" y="5"/>
                  <a:pt x="13" y="7"/>
                  <a:pt x="11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8" y="12"/>
                  <a:pt x="6" y="16"/>
                  <a:pt x="5" y="19"/>
                </a:cubicBezTo>
                <a:close/>
                <a:moveTo>
                  <a:pt x="32" y="45"/>
                </a:moveTo>
                <a:cubicBezTo>
                  <a:pt x="32" y="45"/>
                  <a:pt x="32" y="45"/>
                  <a:pt x="32" y="45"/>
                </a:cubicBezTo>
                <a:cubicBezTo>
                  <a:pt x="30" y="45"/>
                  <a:pt x="27" y="45"/>
                  <a:pt x="24" y="46"/>
                </a:cubicBezTo>
                <a:cubicBezTo>
                  <a:pt x="24" y="46"/>
                  <a:pt x="24" y="46"/>
                  <a:pt x="23" y="46"/>
                </a:cubicBezTo>
                <a:cubicBezTo>
                  <a:pt x="24" y="46"/>
                  <a:pt x="25" y="46"/>
                  <a:pt x="26" y="46"/>
                </a:cubicBezTo>
                <a:cubicBezTo>
                  <a:pt x="28" y="46"/>
                  <a:pt x="30" y="46"/>
                  <a:pt x="32" y="45"/>
                </a:cubicBezTo>
                <a:close/>
                <a:moveTo>
                  <a:pt x="46" y="29"/>
                </a:move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7" y="28"/>
                  <a:pt x="47" y="26"/>
                  <a:pt x="47" y="25"/>
                </a:cubicBezTo>
                <a:cubicBezTo>
                  <a:pt x="47" y="19"/>
                  <a:pt x="44" y="14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37" y="7"/>
                  <a:pt x="33" y="5"/>
                  <a:pt x="29" y="4"/>
                </a:cubicBezTo>
                <a:cubicBezTo>
                  <a:pt x="30" y="5"/>
                  <a:pt x="31" y="6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1" y="8"/>
                  <a:pt x="31" y="8"/>
                  <a:pt x="31" y="9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10"/>
                  <a:pt x="32" y="9"/>
                  <a:pt x="33" y="9"/>
                </a:cubicBezTo>
                <a:cubicBezTo>
                  <a:pt x="34" y="9"/>
                  <a:pt x="35" y="9"/>
                  <a:pt x="36" y="11"/>
                </a:cubicBezTo>
                <a:cubicBezTo>
                  <a:pt x="36" y="12"/>
                  <a:pt x="35" y="13"/>
                  <a:pt x="34" y="14"/>
                </a:cubicBezTo>
                <a:cubicBezTo>
                  <a:pt x="33" y="16"/>
                  <a:pt x="32" y="16"/>
                  <a:pt x="33" y="18"/>
                </a:cubicBezTo>
                <a:cubicBezTo>
                  <a:pt x="34" y="19"/>
                  <a:pt x="34" y="20"/>
                  <a:pt x="35" y="20"/>
                </a:cubicBezTo>
                <a:cubicBezTo>
                  <a:pt x="36" y="21"/>
                  <a:pt x="36" y="21"/>
                  <a:pt x="37" y="21"/>
                </a:cubicBezTo>
                <a:cubicBezTo>
                  <a:pt x="43" y="23"/>
                  <a:pt x="41" y="27"/>
                  <a:pt x="40" y="31"/>
                </a:cubicBezTo>
                <a:cubicBezTo>
                  <a:pt x="39" y="33"/>
                  <a:pt x="39" y="35"/>
                  <a:pt x="39" y="36"/>
                </a:cubicBezTo>
                <a:cubicBezTo>
                  <a:pt x="40" y="36"/>
                  <a:pt x="40" y="36"/>
                  <a:pt x="40" y="36"/>
                </a:cubicBezTo>
                <a:cubicBezTo>
                  <a:pt x="41" y="36"/>
                  <a:pt x="41" y="35"/>
                  <a:pt x="42" y="34"/>
                </a:cubicBezTo>
                <a:cubicBezTo>
                  <a:pt x="43" y="33"/>
                  <a:pt x="45" y="31"/>
                  <a:pt x="46" y="29"/>
                </a:cubicBezTo>
                <a:close/>
                <a:moveTo>
                  <a:pt x="33" y="12"/>
                </a:moveTo>
                <a:cubicBezTo>
                  <a:pt x="33" y="12"/>
                  <a:pt x="33" y="12"/>
                  <a:pt x="33" y="12"/>
                </a:cubicBezTo>
                <a:cubicBezTo>
                  <a:pt x="34" y="11"/>
                  <a:pt x="34" y="11"/>
                  <a:pt x="34" y="11"/>
                </a:cubicBezTo>
                <a:cubicBezTo>
                  <a:pt x="33" y="11"/>
                  <a:pt x="33" y="11"/>
                  <a:pt x="33" y="1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57" name="Freeform 191">
            <a:extLst>
              <a:ext uri="{FF2B5EF4-FFF2-40B4-BE49-F238E27FC236}">
                <a16:creationId xmlns:a16="http://schemas.microsoft.com/office/drawing/2014/main" id="{034CC8DC-B30E-67A1-05CA-FCFC91CCF64A}"/>
              </a:ext>
            </a:extLst>
          </p:cNvPr>
          <p:cNvSpPr>
            <a:spLocks noEditPoints="1"/>
          </p:cNvSpPr>
          <p:nvPr/>
        </p:nvSpPr>
        <p:spPr bwMode="auto">
          <a:xfrm>
            <a:off x="5411718" y="3912048"/>
            <a:ext cx="260349" cy="182033"/>
          </a:xfrm>
          <a:custGeom>
            <a:avLst/>
            <a:gdLst>
              <a:gd name="T0" fmla="*/ 25608 w 61"/>
              <a:gd name="T1" fmla="*/ 0 h 43"/>
              <a:gd name="T2" fmla="*/ 179257 w 61"/>
              <a:gd name="T3" fmla="*/ 6350 h 43"/>
              <a:gd name="T4" fmla="*/ 179257 w 61"/>
              <a:gd name="T5" fmla="*/ 114300 h 43"/>
              <a:gd name="T6" fmla="*/ 172855 w 61"/>
              <a:gd name="T7" fmla="*/ 120650 h 43"/>
              <a:gd name="T8" fmla="*/ 19206 w 61"/>
              <a:gd name="T9" fmla="*/ 114300 h 43"/>
              <a:gd name="T10" fmla="*/ 19206 w 61"/>
              <a:gd name="T11" fmla="*/ 6350 h 43"/>
              <a:gd name="T12" fmla="*/ 48015 w 61"/>
              <a:gd name="T13" fmla="*/ 76200 h 43"/>
              <a:gd name="T14" fmla="*/ 48015 w 61"/>
              <a:gd name="T15" fmla="*/ 76200 h 43"/>
              <a:gd name="T16" fmla="*/ 67221 w 61"/>
              <a:gd name="T17" fmla="*/ 79375 h 43"/>
              <a:gd name="T18" fmla="*/ 67221 w 61"/>
              <a:gd name="T19" fmla="*/ 98425 h 43"/>
              <a:gd name="T20" fmla="*/ 64020 w 61"/>
              <a:gd name="T21" fmla="*/ 101600 h 43"/>
              <a:gd name="T22" fmla="*/ 44814 w 61"/>
              <a:gd name="T23" fmla="*/ 98425 h 43"/>
              <a:gd name="T24" fmla="*/ 44814 w 61"/>
              <a:gd name="T25" fmla="*/ 79375 h 43"/>
              <a:gd name="T26" fmla="*/ 76824 w 61"/>
              <a:gd name="T27" fmla="*/ 60325 h 43"/>
              <a:gd name="T28" fmla="*/ 76824 w 61"/>
              <a:gd name="T29" fmla="*/ 60325 h 43"/>
              <a:gd name="T30" fmla="*/ 96030 w 61"/>
              <a:gd name="T31" fmla="*/ 63500 h 43"/>
              <a:gd name="T32" fmla="*/ 96030 w 61"/>
              <a:gd name="T33" fmla="*/ 98425 h 43"/>
              <a:gd name="T34" fmla="*/ 92829 w 61"/>
              <a:gd name="T35" fmla="*/ 101600 h 43"/>
              <a:gd name="T36" fmla="*/ 73623 w 61"/>
              <a:gd name="T37" fmla="*/ 98425 h 43"/>
              <a:gd name="T38" fmla="*/ 73623 w 61"/>
              <a:gd name="T39" fmla="*/ 63500 h 43"/>
              <a:gd name="T40" fmla="*/ 89628 w 61"/>
              <a:gd name="T41" fmla="*/ 66675 h 43"/>
              <a:gd name="T42" fmla="*/ 80025 w 61"/>
              <a:gd name="T43" fmla="*/ 66675 h 43"/>
              <a:gd name="T44" fmla="*/ 89628 w 61"/>
              <a:gd name="T45" fmla="*/ 92075 h 43"/>
              <a:gd name="T46" fmla="*/ 105634 w 61"/>
              <a:gd name="T47" fmla="*/ 44450 h 43"/>
              <a:gd name="T48" fmla="*/ 105634 w 61"/>
              <a:gd name="T49" fmla="*/ 44450 h 43"/>
              <a:gd name="T50" fmla="*/ 124840 w 61"/>
              <a:gd name="T51" fmla="*/ 47625 h 43"/>
              <a:gd name="T52" fmla="*/ 124840 w 61"/>
              <a:gd name="T53" fmla="*/ 98425 h 43"/>
              <a:gd name="T54" fmla="*/ 121639 w 61"/>
              <a:gd name="T55" fmla="*/ 101600 h 43"/>
              <a:gd name="T56" fmla="*/ 102433 w 61"/>
              <a:gd name="T57" fmla="*/ 98425 h 43"/>
              <a:gd name="T58" fmla="*/ 102433 w 61"/>
              <a:gd name="T59" fmla="*/ 47625 h 43"/>
              <a:gd name="T60" fmla="*/ 118438 w 61"/>
              <a:gd name="T61" fmla="*/ 50800 h 43"/>
              <a:gd name="T62" fmla="*/ 108835 w 61"/>
              <a:gd name="T63" fmla="*/ 50800 h 43"/>
              <a:gd name="T64" fmla="*/ 118438 w 61"/>
              <a:gd name="T65" fmla="*/ 92075 h 43"/>
              <a:gd name="T66" fmla="*/ 134443 w 61"/>
              <a:gd name="T67" fmla="*/ 28575 h 43"/>
              <a:gd name="T68" fmla="*/ 134443 w 61"/>
              <a:gd name="T69" fmla="*/ 28575 h 43"/>
              <a:gd name="T70" fmla="*/ 153649 w 61"/>
              <a:gd name="T71" fmla="*/ 31750 h 43"/>
              <a:gd name="T72" fmla="*/ 153649 w 61"/>
              <a:gd name="T73" fmla="*/ 98425 h 43"/>
              <a:gd name="T74" fmla="*/ 150448 w 61"/>
              <a:gd name="T75" fmla="*/ 101600 h 43"/>
              <a:gd name="T76" fmla="*/ 131242 w 61"/>
              <a:gd name="T77" fmla="*/ 98425 h 43"/>
              <a:gd name="T78" fmla="*/ 131242 w 61"/>
              <a:gd name="T79" fmla="*/ 31750 h 43"/>
              <a:gd name="T80" fmla="*/ 147247 w 61"/>
              <a:gd name="T81" fmla="*/ 34925 h 43"/>
              <a:gd name="T82" fmla="*/ 137644 w 61"/>
              <a:gd name="T83" fmla="*/ 34925 h 43"/>
              <a:gd name="T84" fmla="*/ 147247 w 61"/>
              <a:gd name="T85" fmla="*/ 92075 h 43"/>
              <a:gd name="T86" fmla="*/ 57618 w 61"/>
              <a:gd name="T87" fmla="*/ 82550 h 43"/>
              <a:gd name="T88" fmla="*/ 51216 w 61"/>
              <a:gd name="T89" fmla="*/ 82550 h 43"/>
              <a:gd name="T90" fmla="*/ 57618 w 61"/>
              <a:gd name="T91" fmla="*/ 92075 h 43"/>
              <a:gd name="T92" fmla="*/ 6402 w 61"/>
              <a:gd name="T93" fmla="*/ 136525 h 43"/>
              <a:gd name="T94" fmla="*/ 0 w 61"/>
              <a:gd name="T95" fmla="*/ 130175 h 43"/>
              <a:gd name="T96" fmla="*/ 192061 w 61"/>
              <a:gd name="T97" fmla="*/ 123825 h 43"/>
              <a:gd name="T98" fmla="*/ 192061 w 61"/>
              <a:gd name="T99" fmla="*/ 136525 h 43"/>
              <a:gd name="T100" fmla="*/ 166453 w 61"/>
              <a:gd name="T101" fmla="*/ 12700 h 43"/>
              <a:gd name="T102" fmla="*/ 32010 w 61"/>
              <a:gd name="T103" fmla="*/ 12700 h 43"/>
              <a:gd name="T104" fmla="*/ 166453 w 61"/>
              <a:gd name="T105" fmla="*/ 107950 h 43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1" h="43">
                <a:moveTo>
                  <a:pt x="8" y="0"/>
                </a:moveTo>
                <a:cubicBezTo>
                  <a:pt x="8" y="0"/>
                  <a:pt x="8" y="0"/>
                  <a:pt x="8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5" y="0"/>
                  <a:pt x="56" y="1"/>
                  <a:pt x="56" y="2"/>
                </a:cubicBezTo>
                <a:cubicBezTo>
                  <a:pt x="56" y="2"/>
                  <a:pt x="56" y="2"/>
                  <a:pt x="56" y="2"/>
                </a:cubicBezTo>
                <a:cubicBezTo>
                  <a:pt x="56" y="36"/>
                  <a:pt x="56" y="36"/>
                  <a:pt x="56" y="36"/>
                </a:cubicBezTo>
                <a:cubicBezTo>
                  <a:pt x="56" y="37"/>
                  <a:pt x="55" y="38"/>
                  <a:pt x="54" y="38"/>
                </a:cubicBezTo>
                <a:cubicBezTo>
                  <a:pt x="54" y="38"/>
                  <a:pt x="54" y="38"/>
                  <a:pt x="54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7" y="38"/>
                  <a:pt x="6" y="37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6" y="2"/>
                  <a:pt x="6" y="2"/>
                  <a:pt x="6" y="2"/>
                </a:cubicBezTo>
                <a:cubicBezTo>
                  <a:pt x="6" y="1"/>
                  <a:pt x="7" y="0"/>
                  <a:pt x="8" y="0"/>
                </a:cubicBezTo>
                <a:close/>
                <a:moveTo>
                  <a:pt x="15" y="24"/>
                </a:moveTo>
                <a:cubicBezTo>
                  <a:pt x="15" y="24"/>
                  <a:pt x="15" y="24"/>
                  <a:pt x="15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1" y="25"/>
                  <a:pt x="21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31"/>
                  <a:pt x="21" y="31"/>
                  <a:pt x="21" y="31"/>
                </a:cubicBezTo>
                <a:cubicBezTo>
                  <a:pt x="21" y="31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15" y="32"/>
                  <a:pt x="15" y="32"/>
                  <a:pt x="15" y="32"/>
                </a:cubicBezTo>
                <a:cubicBezTo>
                  <a:pt x="14" y="32"/>
                  <a:pt x="14" y="31"/>
                  <a:pt x="14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4"/>
                  <a:pt x="15" y="24"/>
                </a:cubicBezTo>
                <a:close/>
                <a:moveTo>
                  <a:pt x="24" y="19"/>
                </a:move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30" y="20"/>
                  <a:pt x="3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31"/>
                  <a:pt x="29" y="32"/>
                  <a:pt x="29" y="32"/>
                </a:cubicBezTo>
                <a:cubicBezTo>
                  <a:pt x="29" y="32"/>
                  <a:pt x="29" y="32"/>
                  <a:pt x="29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3" y="32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20"/>
                  <a:pt x="23" y="20"/>
                  <a:pt x="23" y="20"/>
                </a:cubicBezTo>
                <a:cubicBezTo>
                  <a:pt x="23" y="20"/>
                  <a:pt x="23" y="19"/>
                  <a:pt x="24" y="19"/>
                </a:cubicBezTo>
                <a:close/>
                <a:moveTo>
                  <a:pt x="28" y="21"/>
                </a:moveTo>
                <a:cubicBezTo>
                  <a:pt x="28" y="21"/>
                  <a:pt x="28" y="21"/>
                  <a:pt x="28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9"/>
                  <a:pt x="25" y="29"/>
                  <a:pt x="25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1"/>
                  <a:pt x="28" y="21"/>
                  <a:pt x="28" y="21"/>
                </a:cubicBezTo>
                <a:close/>
                <a:moveTo>
                  <a:pt x="33" y="14"/>
                </a:moveTo>
                <a:cubicBezTo>
                  <a:pt x="33" y="14"/>
                  <a:pt x="33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4"/>
                  <a:pt x="39" y="15"/>
                  <a:pt x="39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8" y="32"/>
                  <a:pt x="38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2" y="32"/>
                  <a:pt x="32" y="31"/>
                  <a:pt x="32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5"/>
                  <a:pt x="32" y="14"/>
                  <a:pt x="33" y="14"/>
                </a:cubicBezTo>
                <a:close/>
                <a:moveTo>
                  <a:pt x="37" y="16"/>
                </a:moveTo>
                <a:cubicBezTo>
                  <a:pt x="37" y="16"/>
                  <a:pt x="37" y="16"/>
                  <a:pt x="37" y="16"/>
                </a:cubicBezTo>
                <a:cubicBezTo>
                  <a:pt x="34" y="16"/>
                  <a:pt x="34" y="16"/>
                  <a:pt x="34" y="16"/>
                </a:cubicBezTo>
                <a:cubicBezTo>
                  <a:pt x="34" y="29"/>
                  <a:pt x="34" y="29"/>
                  <a:pt x="34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7" y="16"/>
                  <a:pt x="37" y="16"/>
                  <a:pt x="37" y="16"/>
                </a:cubicBezTo>
                <a:close/>
                <a:moveTo>
                  <a:pt x="42" y="9"/>
                </a:moveTo>
                <a:cubicBezTo>
                  <a:pt x="42" y="9"/>
                  <a:pt x="42" y="9"/>
                  <a:pt x="42" y="9"/>
                </a:cubicBezTo>
                <a:cubicBezTo>
                  <a:pt x="42" y="9"/>
                  <a:pt x="42" y="9"/>
                  <a:pt x="42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7" y="9"/>
                  <a:pt x="48" y="10"/>
                  <a:pt x="48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31"/>
                  <a:pt x="47" y="32"/>
                  <a:pt x="47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1" y="32"/>
                  <a:pt x="41" y="31"/>
                  <a:pt x="41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9"/>
                  <a:pt x="42" y="9"/>
                </a:cubicBezTo>
                <a:close/>
                <a:moveTo>
                  <a:pt x="46" y="11"/>
                </a:moveTo>
                <a:cubicBezTo>
                  <a:pt x="46" y="11"/>
                  <a:pt x="46" y="11"/>
                  <a:pt x="46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3" y="29"/>
                  <a:pt x="43" y="29"/>
                  <a:pt x="43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11"/>
                  <a:pt x="46" y="11"/>
                  <a:pt x="46" y="11"/>
                </a:cubicBezTo>
                <a:close/>
                <a:moveTo>
                  <a:pt x="18" y="26"/>
                </a:moveTo>
                <a:cubicBezTo>
                  <a:pt x="18" y="26"/>
                  <a:pt x="18" y="26"/>
                  <a:pt x="18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16" y="29"/>
                  <a:pt x="16" y="29"/>
                  <a:pt x="16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6"/>
                  <a:pt x="18" y="26"/>
                  <a:pt x="18" y="26"/>
                </a:cubicBezTo>
                <a:close/>
                <a:moveTo>
                  <a:pt x="2" y="43"/>
                </a:moveTo>
                <a:cubicBezTo>
                  <a:pt x="2" y="43"/>
                  <a:pt x="2" y="43"/>
                  <a:pt x="2" y="43"/>
                </a:cubicBezTo>
                <a:cubicBezTo>
                  <a:pt x="1" y="43"/>
                  <a:pt x="0" y="42"/>
                  <a:pt x="0" y="41"/>
                </a:cubicBezTo>
                <a:cubicBezTo>
                  <a:pt x="0" y="40"/>
                  <a:pt x="1" y="39"/>
                  <a:pt x="2" y="39"/>
                </a:cubicBezTo>
                <a:cubicBezTo>
                  <a:pt x="60" y="39"/>
                  <a:pt x="60" y="39"/>
                  <a:pt x="60" y="39"/>
                </a:cubicBezTo>
                <a:cubicBezTo>
                  <a:pt x="61" y="39"/>
                  <a:pt x="61" y="40"/>
                  <a:pt x="61" y="41"/>
                </a:cubicBezTo>
                <a:cubicBezTo>
                  <a:pt x="61" y="42"/>
                  <a:pt x="61" y="43"/>
                  <a:pt x="60" y="43"/>
                </a:cubicBezTo>
                <a:cubicBezTo>
                  <a:pt x="2" y="43"/>
                  <a:pt x="2" y="43"/>
                  <a:pt x="2" y="43"/>
                </a:cubicBezTo>
                <a:close/>
                <a:moveTo>
                  <a:pt x="52" y="4"/>
                </a:moveTo>
                <a:cubicBezTo>
                  <a:pt x="52" y="4"/>
                  <a:pt x="52" y="4"/>
                  <a:pt x="52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34"/>
                  <a:pt x="10" y="34"/>
                  <a:pt x="10" y="34"/>
                </a:cubicBezTo>
                <a:cubicBezTo>
                  <a:pt x="52" y="34"/>
                  <a:pt x="52" y="34"/>
                  <a:pt x="52" y="34"/>
                </a:cubicBezTo>
                <a:cubicBezTo>
                  <a:pt x="52" y="4"/>
                  <a:pt x="52" y="4"/>
                  <a:pt x="52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58" name="Freeform 192">
            <a:extLst>
              <a:ext uri="{FF2B5EF4-FFF2-40B4-BE49-F238E27FC236}">
                <a16:creationId xmlns:a16="http://schemas.microsoft.com/office/drawing/2014/main" id="{FD4961A8-5D34-6CEE-F5B7-E09604D1CFF7}"/>
              </a:ext>
            </a:extLst>
          </p:cNvPr>
          <p:cNvSpPr>
            <a:spLocks noEditPoints="1"/>
          </p:cNvSpPr>
          <p:nvPr/>
        </p:nvSpPr>
        <p:spPr bwMode="auto">
          <a:xfrm>
            <a:off x="5437119" y="3033631"/>
            <a:ext cx="213783" cy="160867"/>
          </a:xfrm>
          <a:custGeom>
            <a:avLst/>
            <a:gdLst>
              <a:gd name="T0" fmla="*/ 131476 w 50"/>
              <a:gd name="T1" fmla="*/ 98425 h 38"/>
              <a:gd name="T2" fmla="*/ 118649 w 50"/>
              <a:gd name="T3" fmla="*/ 98425 h 38"/>
              <a:gd name="T4" fmla="*/ 28861 w 50"/>
              <a:gd name="T5" fmla="*/ 69850 h 38"/>
              <a:gd name="T6" fmla="*/ 22447 w 50"/>
              <a:gd name="T7" fmla="*/ 73025 h 38"/>
              <a:gd name="T8" fmla="*/ 32067 w 50"/>
              <a:gd name="T9" fmla="*/ 34925 h 38"/>
              <a:gd name="T10" fmla="*/ 38481 w 50"/>
              <a:gd name="T11" fmla="*/ 34925 h 38"/>
              <a:gd name="T12" fmla="*/ 48101 w 50"/>
              <a:gd name="T13" fmla="*/ 73025 h 38"/>
              <a:gd name="T14" fmla="*/ 41688 w 50"/>
              <a:gd name="T15" fmla="*/ 63500 h 38"/>
              <a:gd name="T16" fmla="*/ 28861 w 50"/>
              <a:gd name="T17" fmla="*/ 69850 h 38"/>
              <a:gd name="T18" fmla="*/ 35274 w 50"/>
              <a:gd name="T19" fmla="*/ 47625 h 38"/>
              <a:gd name="T20" fmla="*/ 38481 w 50"/>
              <a:gd name="T21" fmla="*/ 57150 h 38"/>
              <a:gd name="T22" fmla="*/ 57721 w 50"/>
              <a:gd name="T23" fmla="*/ 34925 h 38"/>
              <a:gd name="T24" fmla="*/ 57721 w 50"/>
              <a:gd name="T25" fmla="*/ 34925 h 38"/>
              <a:gd name="T26" fmla="*/ 80169 w 50"/>
              <a:gd name="T27" fmla="*/ 34925 h 38"/>
              <a:gd name="T28" fmla="*/ 80169 w 50"/>
              <a:gd name="T29" fmla="*/ 63500 h 38"/>
              <a:gd name="T30" fmla="*/ 73755 w 50"/>
              <a:gd name="T31" fmla="*/ 73025 h 38"/>
              <a:gd name="T32" fmla="*/ 54515 w 50"/>
              <a:gd name="T33" fmla="*/ 69850 h 38"/>
              <a:gd name="T34" fmla="*/ 54515 w 50"/>
              <a:gd name="T35" fmla="*/ 38100 h 38"/>
              <a:gd name="T36" fmla="*/ 73755 w 50"/>
              <a:gd name="T37" fmla="*/ 41275 h 38"/>
              <a:gd name="T38" fmla="*/ 60928 w 50"/>
              <a:gd name="T39" fmla="*/ 41275 h 38"/>
              <a:gd name="T40" fmla="*/ 73755 w 50"/>
              <a:gd name="T41" fmla="*/ 66675 h 38"/>
              <a:gd name="T42" fmla="*/ 73755 w 50"/>
              <a:gd name="T43" fmla="*/ 63500 h 38"/>
              <a:gd name="T44" fmla="*/ 73755 w 50"/>
              <a:gd name="T45" fmla="*/ 41275 h 38"/>
              <a:gd name="T46" fmla="*/ 109029 w 50"/>
              <a:gd name="T47" fmla="*/ 63500 h 38"/>
              <a:gd name="T48" fmla="*/ 141097 w 50"/>
              <a:gd name="T49" fmla="*/ 63500 h 38"/>
              <a:gd name="T50" fmla="*/ 109029 w 50"/>
              <a:gd name="T51" fmla="*/ 44450 h 38"/>
              <a:gd name="T52" fmla="*/ 144303 w 50"/>
              <a:gd name="T53" fmla="*/ 69850 h 38"/>
              <a:gd name="T54" fmla="*/ 109029 w 50"/>
              <a:gd name="T55" fmla="*/ 69850 h 38"/>
              <a:gd name="T56" fmla="*/ 112236 w 50"/>
              <a:gd name="T57" fmla="*/ 98425 h 38"/>
              <a:gd name="T58" fmla="*/ 115443 w 50"/>
              <a:gd name="T59" fmla="*/ 104775 h 38"/>
              <a:gd name="T60" fmla="*/ 131476 w 50"/>
              <a:gd name="T61" fmla="*/ 104775 h 38"/>
              <a:gd name="T62" fmla="*/ 137890 w 50"/>
              <a:gd name="T63" fmla="*/ 98425 h 38"/>
              <a:gd name="T64" fmla="*/ 144303 w 50"/>
              <a:gd name="T65" fmla="*/ 92075 h 38"/>
              <a:gd name="T66" fmla="*/ 147510 w 50"/>
              <a:gd name="T67" fmla="*/ 76200 h 38"/>
              <a:gd name="T68" fmla="*/ 147510 w 50"/>
              <a:gd name="T69" fmla="*/ 104775 h 38"/>
              <a:gd name="T70" fmla="*/ 141097 w 50"/>
              <a:gd name="T71" fmla="*/ 114300 h 38"/>
              <a:gd name="T72" fmla="*/ 125063 w 50"/>
              <a:gd name="T73" fmla="*/ 120650 h 38"/>
              <a:gd name="T74" fmla="*/ 109029 w 50"/>
              <a:gd name="T75" fmla="*/ 114300 h 38"/>
              <a:gd name="T76" fmla="*/ 102616 w 50"/>
              <a:gd name="T77" fmla="*/ 104775 h 38"/>
              <a:gd name="T78" fmla="*/ 57721 w 50"/>
              <a:gd name="T79" fmla="*/ 114300 h 38"/>
              <a:gd name="T80" fmla="*/ 25654 w 50"/>
              <a:gd name="T81" fmla="*/ 114300 h 38"/>
              <a:gd name="T82" fmla="*/ 6413 w 50"/>
              <a:gd name="T83" fmla="*/ 104775 h 38"/>
              <a:gd name="T84" fmla="*/ 0 w 50"/>
              <a:gd name="T85" fmla="*/ 98425 h 38"/>
              <a:gd name="T86" fmla="*/ 6413 w 50"/>
              <a:gd name="T87" fmla="*/ 0 h 38"/>
              <a:gd name="T88" fmla="*/ 102616 w 50"/>
              <a:gd name="T89" fmla="*/ 0 h 38"/>
              <a:gd name="T90" fmla="*/ 109029 w 50"/>
              <a:gd name="T91" fmla="*/ 6350 h 38"/>
              <a:gd name="T92" fmla="*/ 134683 w 50"/>
              <a:gd name="T93" fmla="*/ 31750 h 38"/>
              <a:gd name="T94" fmla="*/ 160337 w 50"/>
              <a:gd name="T95" fmla="*/ 69850 h 38"/>
              <a:gd name="T96" fmla="*/ 160337 w 50"/>
              <a:gd name="T97" fmla="*/ 73025 h 38"/>
              <a:gd name="T98" fmla="*/ 153924 w 50"/>
              <a:gd name="T99" fmla="*/ 104775 h 38"/>
              <a:gd name="T100" fmla="*/ 147510 w 50"/>
              <a:gd name="T101" fmla="*/ 104775 h 38"/>
              <a:gd name="T102" fmla="*/ 96202 w 50"/>
              <a:gd name="T103" fmla="*/ 12700 h 38"/>
              <a:gd name="T104" fmla="*/ 12827 w 50"/>
              <a:gd name="T105" fmla="*/ 92075 h 38"/>
              <a:gd name="T106" fmla="*/ 22447 w 50"/>
              <a:gd name="T107" fmla="*/ 92075 h 38"/>
              <a:gd name="T108" fmla="*/ 32067 w 50"/>
              <a:gd name="T109" fmla="*/ 104775 h 38"/>
              <a:gd name="T110" fmla="*/ 51308 w 50"/>
              <a:gd name="T111" fmla="*/ 104775 h 38"/>
              <a:gd name="T112" fmla="*/ 54515 w 50"/>
              <a:gd name="T113" fmla="*/ 98425 h 38"/>
              <a:gd name="T114" fmla="*/ 96202 w 50"/>
              <a:gd name="T115" fmla="*/ 92075 h 38"/>
              <a:gd name="T116" fmla="*/ 96202 w 50"/>
              <a:gd name="T117" fmla="*/ 38100 h 38"/>
              <a:gd name="T118" fmla="*/ 41688 w 50"/>
              <a:gd name="T119" fmla="*/ 92075 h 38"/>
              <a:gd name="T120" fmla="*/ 48101 w 50"/>
              <a:gd name="T121" fmla="*/ 98425 h 38"/>
              <a:gd name="T122" fmla="*/ 35274 w 50"/>
              <a:gd name="T123" fmla="*/ 98425 h 3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0" h="38">
                <a:moveTo>
                  <a:pt x="39" y="29"/>
                </a:moveTo>
                <a:cubicBezTo>
                  <a:pt x="40" y="29"/>
                  <a:pt x="41" y="30"/>
                  <a:pt x="41" y="31"/>
                </a:cubicBezTo>
                <a:cubicBezTo>
                  <a:pt x="41" y="32"/>
                  <a:pt x="40" y="33"/>
                  <a:pt x="39" y="33"/>
                </a:cubicBezTo>
                <a:cubicBezTo>
                  <a:pt x="38" y="33"/>
                  <a:pt x="37" y="32"/>
                  <a:pt x="37" y="31"/>
                </a:cubicBezTo>
                <a:cubicBezTo>
                  <a:pt x="37" y="30"/>
                  <a:pt x="38" y="29"/>
                  <a:pt x="39" y="29"/>
                </a:cubicBezTo>
                <a:close/>
                <a:moveTo>
                  <a:pt x="9" y="22"/>
                </a:moveTo>
                <a:cubicBezTo>
                  <a:pt x="9" y="22"/>
                  <a:pt x="9" y="22"/>
                  <a:pt x="9" y="22"/>
                </a:cubicBezTo>
                <a:cubicBezTo>
                  <a:pt x="9" y="23"/>
                  <a:pt x="8" y="23"/>
                  <a:pt x="7" y="23"/>
                </a:cubicBezTo>
                <a:cubicBezTo>
                  <a:pt x="7" y="23"/>
                  <a:pt x="7" y="22"/>
                  <a:pt x="7" y="2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1" y="10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2"/>
                  <a:pt x="16" y="23"/>
                  <a:pt x="15" y="23"/>
                </a:cubicBezTo>
                <a:cubicBezTo>
                  <a:pt x="15" y="23"/>
                  <a:pt x="14" y="23"/>
                  <a:pt x="14" y="22"/>
                </a:cubicBezTo>
                <a:cubicBezTo>
                  <a:pt x="13" y="20"/>
                  <a:pt x="13" y="20"/>
                  <a:pt x="13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9" y="22"/>
                  <a:pt x="9" y="22"/>
                  <a:pt x="9" y="22"/>
                </a:cubicBezTo>
                <a:close/>
                <a:moveTo>
                  <a:pt x="11" y="15"/>
                </a:moveTo>
                <a:cubicBezTo>
                  <a:pt x="11" y="15"/>
                  <a:pt x="11" y="15"/>
                  <a:pt x="11" y="15"/>
                </a:cubicBezTo>
                <a:cubicBezTo>
                  <a:pt x="10" y="18"/>
                  <a:pt x="10" y="18"/>
                  <a:pt x="10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1" y="15"/>
                  <a:pt x="11" y="15"/>
                  <a:pt x="11" y="15"/>
                </a:cubicBezTo>
                <a:close/>
                <a:moveTo>
                  <a:pt x="18" y="11"/>
                </a:move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1"/>
                  <a:pt x="24" y="11"/>
                  <a:pt x="25" y="11"/>
                </a:cubicBezTo>
                <a:cubicBezTo>
                  <a:pt x="25" y="12"/>
                  <a:pt x="25" y="12"/>
                  <a:pt x="25" y="13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21"/>
                  <a:pt x="25" y="22"/>
                  <a:pt x="25" y="22"/>
                </a:cubicBezTo>
                <a:cubicBezTo>
                  <a:pt x="24" y="23"/>
                  <a:pt x="23" y="23"/>
                  <a:pt x="23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7" y="23"/>
                  <a:pt x="17" y="22"/>
                  <a:pt x="17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1"/>
                  <a:pt x="17" y="11"/>
                  <a:pt x="18" y="11"/>
                </a:cubicBezTo>
                <a:close/>
                <a:moveTo>
                  <a:pt x="23" y="13"/>
                </a:moveTo>
                <a:cubicBezTo>
                  <a:pt x="23" y="13"/>
                  <a:pt x="23" y="13"/>
                  <a:pt x="23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21"/>
                  <a:pt x="19" y="21"/>
                  <a:pt x="19" y="21"/>
                </a:cubicBezTo>
                <a:cubicBezTo>
                  <a:pt x="23" y="21"/>
                  <a:pt x="23" y="21"/>
                  <a:pt x="23" y="21"/>
                </a:cubicBezTo>
                <a:cubicBezTo>
                  <a:pt x="23" y="21"/>
                  <a:pt x="23" y="20"/>
                  <a:pt x="23" y="20"/>
                </a:cubicBezTo>
                <a:cubicBezTo>
                  <a:pt x="23" y="20"/>
                  <a:pt x="23" y="20"/>
                  <a:pt x="23" y="20"/>
                </a:cubicBezTo>
                <a:cubicBezTo>
                  <a:pt x="23" y="13"/>
                  <a:pt x="23" y="13"/>
                  <a:pt x="23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23" y="13"/>
                  <a:pt x="23" y="13"/>
                  <a:pt x="23" y="13"/>
                </a:cubicBezTo>
                <a:close/>
                <a:moveTo>
                  <a:pt x="34" y="20"/>
                </a:moveTo>
                <a:cubicBezTo>
                  <a:pt x="34" y="20"/>
                  <a:pt x="34" y="20"/>
                  <a:pt x="34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41" y="14"/>
                  <a:pt x="41" y="14"/>
                  <a:pt x="41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20"/>
                  <a:pt x="34" y="20"/>
                  <a:pt x="34" y="20"/>
                </a:cubicBezTo>
                <a:close/>
                <a:moveTo>
                  <a:pt x="45" y="22"/>
                </a:moveTo>
                <a:cubicBezTo>
                  <a:pt x="45" y="22"/>
                  <a:pt x="45" y="22"/>
                  <a:pt x="45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9"/>
                  <a:pt x="34" y="29"/>
                  <a:pt x="34" y="29"/>
                </a:cubicBezTo>
                <a:cubicBezTo>
                  <a:pt x="35" y="29"/>
                  <a:pt x="35" y="30"/>
                  <a:pt x="35" y="31"/>
                </a:cubicBezTo>
                <a:cubicBezTo>
                  <a:pt x="35" y="32"/>
                  <a:pt x="36" y="33"/>
                  <a:pt x="36" y="33"/>
                </a:cubicBezTo>
                <a:cubicBezTo>
                  <a:pt x="36" y="33"/>
                  <a:pt x="36" y="33"/>
                  <a:pt x="36" y="33"/>
                </a:cubicBezTo>
                <a:cubicBezTo>
                  <a:pt x="37" y="34"/>
                  <a:pt x="38" y="34"/>
                  <a:pt x="39" y="34"/>
                </a:cubicBezTo>
                <a:cubicBezTo>
                  <a:pt x="40" y="34"/>
                  <a:pt x="41" y="34"/>
                  <a:pt x="41" y="33"/>
                </a:cubicBezTo>
                <a:cubicBezTo>
                  <a:pt x="42" y="33"/>
                  <a:pt x="42" y="33"/>
                  <a:pt x="42" y="33"/>
                </a:cubicBezTo>
                <a:cubicBezTo>
                  <a:pt x="42" y="33"/>
                  <a:pt x="43" y="32"/>
                  <a:pt x="43" y="31"/>
                </a:cubicBezTo>
                <a:cubicBezTo>
                  <a:pt x="43" y="31"/>
                  <a:pt x="43" y="31"/>
                  <a:pt x="43" y="31"/>
                </a:cubicBezTo>
                <a:cubicBezTo>
                  <a:pt x="43" y="30"/>
                  <a:pt x="43" y="29"/>
                  <a:pt x="45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4"/>
                  <a:pt x="46" y="24"/>
                  <a:pt x="46" y="24"/>
                </a:cubicBezTo>
                <a:cubicBezTo>
                  <a:pt x="45" y="22"/>
                  <a:pt x="45" y="22"/>
                  <a:pt x="45" y="22"/>
                </a:cubicBezTo>
                <a:close/>
                <a:moveTo>
                  <a:pt x="46" y="33"/>
                </a:moveTo>
                <a:cubicBezTo>
                  <a:pt x="46" y="33"/>
                  <a:pt x="46" y="33"/>
                  <a:pt x="46" y="33"/>
                </a:cubicBezTo>
                <a:cubicBezTo>
                  <a:pt x="46" y="34"/>
                  <a:pt x="45" y="35"/>
                  <a:pt x="44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43" y="37"/>
                  <a:pt x="41" y="38"/>
                  <a:pt x="39" y="38"/>
                </a:cubicBezTo>
                <a:cubicBezTo>
                  <a:pt x="37" y="38"/>
                  <a:pt x="35" y="37"/>
                  <a:pt x="34" y="36"/>
                </a:cubicBezTo>
                <a:cubicBezTo>
                  <a:pt x="34" y="36"/>
                  <a:pt x="34" y="36"/>
                  <a:pt x="34" y="36"/>
                </a:cubicBezTo>
                <a:cubicBezTo>
                  <a:pt x="33" y="35"/>
                  <a:pt x="32" y="34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4"/>
                  <a:pt x="19" y="35"/>
                  <a:pt x="18" y="36"/>
                </a:cubicBezTo>
                <a:cubicBezTo>
                  <a:pt x="17" y="37"/>
                  <a:pt x="15" y="38"/>
                  <a:pt x="13" y="38"/>
                </a:cubicBezTo>
                <a:cubicBezTo>
                  <a:pt x="11" y="38"/>
                  <a:pt x="9" y="37"/>
                  <a:pt x="8" y="36"/>
                </a:cubicBezTo>
                <a:cubicBezTo>
                  <a:pt x="7" y="35"/>
                  <a:pt x="6" y="34"/>
                  <a:pt x="6" y="33"/>
                </a:cubicBezTo>
                <a:cubicBezTo>
                  <a:pt x="2" y="33"/>
                  <a:pt x="2" y="33"/>
                  <a:pt x="2" y="33"/>
                </a:cubicBezTo>
                <a:cubicBezTo>
                  <a:pt x="1" y="33"/>
                  <a:pt x="0" y="32"/>
                  <a:pt x="0" y="31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3" y="0"/>
                  <a:pt x="34" y="1"/>
                  <a:pt x="34" y="2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10"/>
                  <a:pt x="34" y="10"/>
                  <a:pt x="34" y="10"/>
                </a:cubicBezTo>
                <a:cubicBezTo>
                  <a:pt x="42" y="10"/>
                  <a:pt x="42" y="10"/>
                  <a:pt x="42" y="10"/>
                </a:cubicBezTo>
                <a:cubicBezTo>
                  <a:pt x="43" y="10"/>
                  <a:pt x="44" y="11"/>
                  <a:pt x="44" y="11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3"/>
                  <a:pt x="50" y="23"/>
                  <a:pt x="50" y="23"/>
                </a:cubicBezTo>
                <a:cubicBezTo>
                  <a:pt x="50" y="23"/>
                  <a:pt x="50" y="23"/>
                  <a:pt x="50" y="23"/>
                </a:cubicBezTo>
                <a:cubicBezTo>
                  <a:pt x="50" y="31"/>
                  <a:pt x="50" y="31"/>
                  <a:pt x="50" y="31"/>
                </a:cubicBezTo>
                <a:cubicBezTo>
                  <a:pt x="50" y="32"/>
                  <a:pt x="49" y="33"/>
                  <a:pt x="48" y="33"/>
                </a:cubicBezTo>
                <a:cubicBezTo>
                  <a:pt x="48" y="33"/>
                  <a:pt x="48" y="33"/>
                  <a:pt x="48" y="33"/>
                </a:cubicBezTo>
                <a:cubicBezTo>
                  <a:pt x="46" y="33"/>
                  <a:pt x="46" y="33"/>
                  <a:pt x="46" y="33"/>
                </a:cubicBezTo>
                <a:close/>
                <a:moveTo>
                  <a:pt x="30" y="4"/>
                </a:moveTo>
                <a:cubicBezTo>
                  <a:pt x="30" y="4"/>
                  <a:pt x="30" y="4"/>
                  <a:pt x="30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9"/>
                  <a:pt x="4" y="29"/>
                  <a:pt x="4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9" y="29"/>
                  <a:pt x="9" y="30"/>
                  <a:pt x="9" y="31"/>
                </a:cubicBezTo>
                <a:cubicBezTo>
                  <a:pt x="9" y="32"/>
                  <a:pt x="10" y="33"/>
                  <a:pt x="10" y="33"/>
                </a:cubicBezTo>
                <a:cubicBezTo>
                  <a:pt x="11" y="34"/>
                  <a:pt x="12" y="34"/>
                  <a:pt x="13" y="34"/>
                </a:cubicBezTo>
                <a:cubicBezTo>
                  <a:pt x="14" y="34"/>
                  <a:pt x="15" y="34"/>
                  <a:pt x="16" y="33"/>
                </a:cubicBezTo>
                <a:cubicBezTo>
                  <a:pt x="16" y="33"/>
                  <a:pt x="17" y="32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0"/>
                  <a:pt x="18" y="29"/>
                  <a:pt x="1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4"/>
                  <a:pt x="30" y="4"/>
                  <a:pt x="30" y="4"/>
                </a:cubicBezTo>
                <a:close/>
                <a:moveTo>
                  <a:pt x="13" y="29"/>
                </a:moveTo>
                <a:cubicBezTo>
                  <a:pt x="13" y="29"/>
                  <a:pt x="13" y="29"/>
                  <a:pt x="13" y="29"/>
                </a:cubicBezTo>
                <a:cubicBezTo>
                  <a:pt x="14" y="29"/>
                  <a:pt x="15" y="30"/>
                  <a:pt x="15" y="31"/>
                </a:cubicBezTo>
                <a:cubicBezTo>
                  <a:pt x="15" y="32"/>
                  <a:pt x="14" y="33"/>
                  <a:pt x="13" y="33"/>
                </a:cubicBezTo>
                <a:cubicBezTo>
                  <a:pt x="12" y="33"/>
                  <a:pt x="11" y="32"/>
                  <a:pt x="11" y="31"/>
                </a:cubicBezTo>
                <a:cubicBezTo>
                  <a:pt x="11" y="30"/>
                  <a:pt x="12" y="29"/>
                  <a:pt x="13" y="2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59" name="Freeform 193">
            <a:extLst>
              <a:ext uri="{FF2B5EF4-FFF2-40B4-BE49-F238E27FC236}">
                <a16:creationId xmlns:a16="http://schemas.microsoft.com/office/drawing/2014/main" id="{27C7AB83-B913-980F-3157-A29052F891A5}"/>
              </a:ext>
            </a:extLst>
          </p:cNvPr>
          <p:cNvSpPr>
            <a:spLocks noEditPoints="1"/>
          </p:cNvSpPr>
          <p:nvPr/>
        </p:nvSpPr>
        <p:spPr bwMode="auto">
          <a:xfrm>
            <a:off x="5862568" y="3899348"/>
            <a:ext cx="114300" cy="207433"/>
          </a:xfrm>
          <a:custGeom>
            <a:avLst/>
            <a:gdLst>
              <a:gd name="T0" fmla="*/ 12700 w 27"/>
              <a:gd name="T1" fmla="*/ 0 h 49"/>
              <a:gd name="T2" fmla="*/ 28575 w 27"/>
              <a:gd name="T3" fmla="*/ 0 h 49"/>
              <a:gd name="T4" fmla="*/ 31750 w 27"/>
              <a:gd name="T5" fmla="*/ 3175 h 49"/>
              <a:gd name="T6" fmla="*/ 57150 w 27"/>
              <a:gd name="T7" fmla="*/ 6350 h 49"/>
              <a:gd name="T8" fmla="*/ 69850 w 27"/>
              <a:gd name="T9" fmla="*/ 12700 h 49"/>
              <a:gd name="T10" fmla="*/ 69850 w 27"/>
              <a:gd name="T11" fmla="*/ 38100 h 49"/>
              <a:gd name="T12" fmla="*/ 57150 w 27"/>
              <a:gd name="T13" fmla="*/ 44450 h 49"/>
              <a:gd name="T14" fmla="*/ 57150 w 27"/>
              <a:gd name="T15" fmla="*/ 44450 h 49"/>
              <a:gd name="T16" fmla="*/ 47625 w 27"/>
              <a:gd name="T17" fmla="*/ 47625 h 49"/>
              <a:gd name="T18" fmla="*/ 44450 w 27"/>
              <a:gd name="T19" fmla="*/ 53975 h 49"/>
              <a:gd name="T20" fmla="*/ 85725 w 27"/>
              <a:gd name="T21" fmla="*/ 95250 h 49"/>
              <a:gd name="T22" fmla="*/ 73025 w 27"/>
              <a:gd name="T23" fmla="*/ 142875 h 49"/>
              <a:gd name="T24" fmla="*/ 41275 w 27"/>
              <a:gd name="T25" fmla="*/ 155575 h 49"/>
              <a:gd name="T26" fmla="*/ 0 w 27"/>
              <a:gd name="T27" fmla="*/ 114300 h 49"/>
              <a:gd name="T28" fmla="*/ 12700 w 27"/>
              <a:gd name="T29" fmla="*/ 66675 h 49"/>
              <a:gd name="T30" fmla="*/ 44450 w 27"/>
              <a:gd name="T31" fmla="*/ 41275 h 49"/>
              <a:gd name="T32" fmla="*/ 57150 w 27"/>
              <a:gd name="T33" fmla="*/ 34925 h 49"/>
              <a:gd name="T34" fmla="*/ 57150 w 27"/>
              <a:gd name="T35" fmla="*/ 34925 h 49"/>
              <a:gd name="T36" fmla="*/ 63500 w 27"/>
              <a:gd name="T37" fmla="*/ 31750 h 49"/>
              <a:gd name="T38" fmla="*/ 63500 w 27"/>
              <a:gd name="T39" fmla="*/ 31750 h 49"/>
              <a:gd name="T40" fmla="*/ 63500 w 27"/>
              <a:gd name="T41" fmla="*/ 19050 h 49"/>
              <a:gd name="T42" fmla="*/ 57150 w 27"/>
              <a:gd name="T43" fmla="*/ 15875 h 49"/>
              <a:gd name="T44" fmla="*/ 31750 w 27"/>
              <a:gd name="T45" fmla="*/ 19050 h 49"/>
              <a:gd name="T46" fmla="*/ 28575 w 27"/>
              <a:gd name="T47" fmla="*/ 22225 h 49"/>
              <a:gd name="T48" fmla="*/ 12700 w 27"/>
              <a:gd name="T49" fmla="*/ 22225 h 49"/>
              <a:gd name="T50" fmla="*/ 6350 w 27"/>
              <a:gd name="T51" fmla="*/ 19050 h 49"/>
              <a:gd name="T52" fmla="*/ 6350 w 27"/>
              <a:gd name="T53" fmla="*/ 3175 h 49"/>
              <a:gd name="T54" fmla="*/ 44450 w 27"/>
              <a:gd name="T55" fmla="*/ 66675 h 49"/>
              <a:gd name="T56" fmla="*/ 44450 w 27"/>
              <a:gd name="T57" fmla="*/ 73025 h 49"/>
              <a:gd name="T58" fmla="*/ 50800 w 27"/>
              <a:gd name="T59" fmla="*/ 76200 h 49"/>
              <a:gd name="T60" fmla="*/ 50800 w 27"/>
              <a:gd name="T61" fmla="*/ 76200 h 49"/>
              <a:gd name="T62" fmla="*/ 53975 w 27"/>
              <a:gd name="T63" fmla="*/ 92075 h 49"/>
              <a:gd name="T64" fmla="*/ 50800 w 27"/>
              <a:gd name="T65" fmla="*/ 101600 h 49"/>
              <a:gd name="T66" fmla="*/ 50800 w 27"/>
              <a:gd name="T67" fmla="*/ 101600 h 49"/>
              <a:gd name="T68" fmla="*/ 41275 w 27"/>
              <a:gd name="T69" fmla="*/ 104775 h 49"/>
              <a:gd name="T70" fmla="*/ 34925 w 27"/>
              <a:gd name="T71" fmla="*/ 101600 h 49"/>
              <a:gd name="T72" fmla="*/ 34925 w 27"/>
              <a:gd name="T73" fmla="*/ 101600 h 49"/>
              <a:gd name="T74" fmla="*/ 28575 w 27"/>
              <a:gd name="T75" fmla="*/ 85725 h 49"/>
              <a:gd name="T76" fmla="*/ 34925 w 27"/>
              <a:gd name="T77" fmla="*/ 76200 h 49"/>
              <a:gd name="T78" fmla="*/ 34925 w 27"/>
              <a:gd name="T79" fmla="*/ 76200 h 49"/>
              <a:gd name="T80" fmla="*/ 38100 w 27"/>
              <a:gd name="T81" fmla="*/ 66675 h 49"/>
              <a:gd name="T82" fmla="*/ 12700 w 27"/>
              <a:gd name="T83" fmla="*/ 95250 h 49"/>
              <a:gd name="T84" fmla="*/ 19050 w 27"/>
              <a:gd name="T85" fmla="*/ 136525 h 49"/>
              <a:gd name="T86" fmla="*/ 41275 w 27"/>
              <a:gd name="T87" fmla="*/ 142875 h 49"/>
              <a:gd name="T88" fmla="*/ 73025 w 27"/>
              <a:gd name="T89" fmla="*/ 114300 h 49"/>
              <a:gd name="T90" fmla="*/ 63500 w 27"/>
              <a:gd name="T91" fmla="*/ 73025 h 49"/>
              <a:gd name="T92" fmla="*/ 41275 w 27"/>
              <a:gd name="T93" fmla="*/ 82550 h 49"/>
              <a:gd name="T94" fmla="*/ 41275 w 27"/>
              <a:gd name="T95" fmla="*/ 82550 h 49"/>
              <a:gd name="T96" fmla="*/ 38100 w 27"/>
              <a:gd name="T97" fmla="*/ 82550 h 49"/>
              <a:gd name="T98" fmla="*/ 38100 w 27"/>
              <a:gd name="T99" fmla="*/ 92075 h 49"/>
              <a:gd name="T100" fmla="*/ 38100 w 27"/>
              <a:gd name="T101" fmla="*/ 95250 h 49"/>
              <a:gd name="T102" fmla="*/ 41275 w 27"/>
              <a:gd name="T103" fmla="*/ 98425 h 49"/>
              <a:gd name="T104" fmla="*/ 44450 w 27"/>
              <a:gd name="T105" fmla="*/ 95250 h 49"/>
              <a:gd name="T106" fmla="*/ 47625 w 27"/>
              <a:gd name="T107" fmla="*/ 85725 h 49"/>
              <a:gd name="T108" fmla="*/ 44450 w 27"/>
              <a:gd name="T109" fmla="*/ 82550 h 49"/>
              <a:gd name="T110" fmla="*/ 19050 w 27"/>
              <a:gd name="T111" fmla="*/ 6350 h 49"/>
              <a:gd name="T112" fmla="*/ 15875 w 27"/>
              <a:gd name="T113" fmla="*/ 6350 h 49"/>
              <a:gd name="T114" fmla="*/ 15875 w 27"/>
              <a:gd name="T115" fmla="*/ 15875 h 49"/>
              <a:gd name="T116" fmla="*/ 25400 w 27"/>
              <a:gd name="T117" fmla="*/ 15875 h 49"/>
              <a:gd name="T118" fmla="*/ 25400 w 27"/>
              <a:gd name="T119" fmla="*/ 12700 h 49"/>
              <a:gd name="T120" fmla="*/ 25400 w 27"/>
              <a:gd name="T121" fmla="*/ 6350 h 49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27" h="49">
                <a:moveTo>
                  <a:pt x="4" y="0"/>
                </a:moveTo>
                <a:cubicBezTo>
                  <a:pt x="4" y="0"/>
                  <a:pt x="4" y="0"/>
                  <a:pt x="4" y="0"/>
                </a:cubicBezTo>
                <a:cubicBezTo>
                  <a:pt x="6" y="0"/>
                  <a:pt x="6" y="0"/>
                  <a:pt x="6" y="0"/>
                </a:cubicBezTo>
                <a:cubicBezTo>
                  <a:pt x="9" y="0"/>
                  <a:pt x="9" y="0"/>
                  <a:pt x="9" y="0"/>
                </a:cubicBezTo>
                <a:cubicBezTo>
                  <a:pt x="10" y="0"/>
                  <a:pt x="10" y="0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2"/>
                  <a:pt x="10" y="2"/>
                  <a:pt x="10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9" y="2"/>
                  <a:pt x="21" y="3"/>
                  <a:pt x="22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3" y="5"/>
                  <a:pt x="23" y="7"/>
                  <a:pt x="23" y="8"/>
                </a:cubicBezTo>
                <a:cubicBezTo>
                  <a:pt x="23" y="10"/>
                  <a:pt x="23" y="11"/>
                  <a:pt x="22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1" y="13"/>
                  <a:pt x="19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7" y="14"/>
                  <a:pt x="16" y="14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15"/>
                  <a:pt x="14" y="16"/>
                  <a:pt x="14" y="17"/>
                </a:cubicBezTo>
                <a:cubicBezTo>
                  <a:pt x="18" y="17"/>
                  <a:pt x="21" y="19"/>
                  <a:pt x="23" y="21"/>
                </a:cubicBezTo>
                <a:cubicBezTo>
                  <a:pt x="25" y="23"/>
                  <a:pt x="27" y="27"/>
                  <a:pt x="27" y="30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40"/>
                  <a:pt x="25" y="43"/>
                  <a:pt x="23" y="45"/>
                </a:cubicBezTo>
                <a:cubicBezTo>
                  <a:pt x="20" y="48"/>
                  <a:pt x="17" y="49"/>
                  <a:pt x="13" y="49"/>
                </a:cubicBezTo>
                <a:cubicBezTo>
                  <a:pt x="13" y="49"/>
                  <a:pt x="13" y="49"/>
                  <a:pt x="13" y="49"/>
                </a:cubicBezTo>
                <a:cubicBezTo>
                  <a:pt x="10" y="49"/>
                  <a:pt x="6" y="48"/>
                  <a:pt x="4" y="45"/>
                </a:cubicBezTo>
                <a:cubicBezTo>
                  <a:pt x="1" y="43"/>
                  <a:pt x="0" y="40"/>
                  <a:pt x="0" y="36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7"/>
                  <a:pt x="1" y="23"/>
                  <a:pt x="4" y="21"/>
                </a:cubicBezTo>
                <a:cubicBezTo>
                  <a:pt x="6" y="19"/>
                  <a:pt x="9" y="17"/>
                  <a:pt x="12" y="17"/>
                </a:cubicBezTo>
                <a:cubicBezTo>
                  <a:pt x="12" y="15"/>
                  <a:pt x="13" y="14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5" y="12"/>
                  <a:pt x="16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9" y="11"/>
                  <a:pt x="20" y="11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1" y="10"/>
                  <a:pt x="21" y="9"/>
                  <a:pt x="21" y="8"/>
                </a:cubicBezTo>
                <a:cubicBezTo>
                  <a:pt x="21" y="7"/>
                  <a:pt x="21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5"/>
                  <a:pt x="19" y="5"/>
                  <a:pt x="18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7"/>
                  <a:pt x="10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6" y="7"/>
                  <a:pt x="6" y="7"/>
                  <a:pt x="6" y="7"/>
                </a:cubicBezTo>
                <a:cubicBezTo>
                  <a:pt x="4" y="7"/>
                  <a:pt x="4" y="7"/>
                  <a:pt x="4" y="7"/>
                </a:cubicBezTo>
                <a:cubicBezTo>
                  <a:pt x="3" y="7"/>
                  <a:pt x="2" y="7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4"/>
                  <a:pt x="2" y="4"/>
                  <a:pt x="2" y="4"/>
                </a:cubicBezTo>
                <a:cubicBezTo>
                  <a:pt x="2" y="1"/>
                  <a:pt x="2" y="1"/>
                  <a:pt x="2" y="1"/>
                </a:cubicBezTo>
                <a:cubicBezTo>
                  <a:pt x="2" y="0"/>
                  <a:pt x="3" y="0"/>
                  <a:pt x="4" y="0"/>
                </a:cubicBezTo>
                <a:close/>
                <a:moveTo>
                  <a:pt x="14" y="21"/>
                </a:moveTo>
                <a:cubicBezTo>
                  <a:pt x="14" y="21"/>
                  <a:pt x="14" y="21"/>
                  <a:pt x="14" y="21"/>
                </a:cubicBezTo>
                <a:cubicBezTo>
                  <a:pt x="14" y="23"/>
                  <a:pt x="14" y="23"/>
                  <a:pt x="14" y="23"/>
                </a:cubicBezTo>
                <a:cubicBezTo>
                  <a:pt x="15" y="24"/>
                  <a:pt x="15" y="24"/>
                  <a:pt x="16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7" y="25"/>
                  <a:pt x="17" y="26"/>
                  <a:pt x="17" y="27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30"/>
                  <a:pt x="17" y="31"/>
                  <a:pt x="16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5" y="33"/>
                  <a:pt x="14" y="33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2" y="33"/>
                  <a:pt x="11" y="33"/>
                  <a:pt x="11" y="32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2"/>
                  <a:pt x="11" y="32"/>
                  <a:pt x="11" y="32"/>
                </a:cubicBezTo>
                <a:cubicBezTo>
                  <a:pt x="10" y="31"/>
                  <a:pt x="9" y="30"/>
                  <a:pt x="9" y="29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6"/>
                  <a:pt x="10" y="25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2" y="24"/>
                  <a:pt x="12" y="23"/>
                </a:cubicBezTo>
                <a:cubicBezTo>
                  <a:pt x="12" y="21"/>
                  <a:pt x="12" y="21"/>
                  <a:pt x="12" y="21"/>
                </a:cubicBezTo>
                <a:cubicBezTo>
                  <a:pt x="10" y="21"/>
                  <a:pt x="8" y="22"/>
                  <a:pt x="6" y="23"/>
                </a:cubicBezTo>
                <a:cubicBezTo>
                  <a:pt x="5" y="25"/>
                  <a:pt x="4" y="28"/>
                  <a:pt x="4" y="30"/>
                </a:cubicBezTo>
                <a:cubicBezTo>
                  <a:pt x="4" y="36"/>
                  <a:pt x="4" y="36"/>
                  <a:pt x="4" y="36"/>
                </a:cubicBezTo>
                <a:cubicBezTo>
                  <a:pt x="4" y="38"/>
                  <a:pt x="5" y="41"/>
                  <a:pt x="6" y="43"/>
                </a:cubicBezTo>
                <a:cubicBezTo>
                  <a:pt x="8" y="44"/>
                  <a:pt x="11" y="45"/>
                  <a:pt x="13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6" y="45"/>
                  <a:pt x="18" y="44"/>
                  <a:pt x="20" y="43"/>
                </a:cubicBezTo>
                <a:cubicBezTo>
                  <a:pt x="22" y="41"/>
                  <a:pt x="23" y="38"/>
                  <a:pt x="23" y="36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8"/>
                  <a:pt x="22" y="25"/>
                  <a:pt x="20" y="23"/>
                </a:cubicBezTo>
                <a:cubicBezTo>
                  <a:pt x="19" y="22"/>
                  <a:pt x="17" y="21"/>
                  <a:pt x="14" y="21"/>
                </a:cubicBezTo>
                <a:close/>
                <a:moveTo>
                  <a:pt x="13" y="26"/>
                </a:move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2" y="26"/>
                  <a:pt x="12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2" y="27"/>
                  <a:pt x="12" y="27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1"/>
                  <a:pt x="13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4" y="31"/>
                  <a:pt x="14" y="31"/>
                  <a:pt x="14" y="30"/>
                </a:cubicBezTo>
                <a:cubicBezTo>
                  <a:pt x="14" y="30"/>
                  <a:pt x="14" y="30"/>
                  <a:pt x="14" y="30"/>
                </a:cubicBezTo>
                <a:cubicBezTo>
                  <a:pt x="14" y="30"/>
                  <a:pt x="15" y="30"/>
                  <a:pt x="15" y="29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4" y="26"/>
                  <a:pt x="14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4" y="26"/>
                  <a:pt x="14" y="26"/>
                  <a:pt x="13" y="26"/>
                </a:cubicBezTo>
                <a:close/>
                <a:moveTo>
                  <a:pt x="6" y="2"/>
                </a:moveTo>
                <a:cubicBezTo>
                  <a:pt x="6" y="2"/>
                  <a:pt x="6" y="2"/>
                  <a:pt x="6" y="2"/>
                </a:cubicBezTo>
                <a:cubicBezTo>
                  <a:pt x="5" y="2"/>
                  <a:pt x="5" y="2"/>
                  <a:pt x="5" y="2"/>
                </a:cubicBezTo>
                <a:cubicBezTo>
                  <a:pt x="5" y="4"/>
                  <a:pt x="5" y="4"/>
                  <a:pt x="5" y="4"/>
                </a:cubicBezTo>
                <a:cubicBezTo>
                  <a:pt x="5" y="5"/>
                  <a:pt x="5" y="5"/>
                  <a:pt x="5" y="5"/>
                </a:cubicBezTo>
                <a:cubicBezTo>
                  <a:pt x="6" y="5"/>
                  <a:pt x="6" y="5"/>
                  <a:pt x="6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2"/>
                  <a:pt x="8" y="2"/>
                  <a:pt x="8" y="2"/>
                </a:cubicBezTo>
                <a:cubicBezTo>
                  <a:pt x="6" y="2"/>
                  <a:pt x="6" y="2"/>
                  <a:pt x="6" y="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60" name="Freeform 194">
            <a:extLst>
              <a:ext uri="{FF2B5EF4-FFF2-40B4-BE49-F238E27FC236}">
                <a16:creationId xmlns:a16="http://schemas.microsoft.com/office/drawing/2014/main" id="{2F5519D6-6517-AE03-5DA5-C2EC0E5ECD29}"/>
              </a:ext>
            </a:extLst>
          </p:cNvPr>
          <p:cNvSpPr>
            <a:spLocks noEditPoints="1"/>
          </p:cNvSpPr>
          <p:nvPr/>
        </p:nvSpPr>
        <p:spPr bwMode="auto">
          <a:xfrm>
            <a:off x="2776468" y="4324798"/>
            <a:ext cx="226484" cy="228600"/>
          </a:xfrm>
          <a:custGeom>
            <a:avLst/>
            <a:gdLst>
              <a:gd name="T0" fmla="*/ 38460 w 53"/>
              <a:gd name="T1" fmla="*/ 38100 h 54"/>
              <a:gd name="T2" fmla="*/ 51279 w 53"/>
              <a:gd name="T3" fmla="*/ 22225 h 54"/>
              <a:gd name="T4" fmla="*/ 12820 w 53"/>
              <a:gd name="T5" fmla="*/ 44450 h 54"/>
              <a:gd name="T6" fmla="*/ 73714 w 53"/>
              <a:gd name="T7" fmla="*/ 44450 h 54"/>
              <a:gd name="T8" fmla="*/ 64099 w 53"/>
              <a:gd name="T9" fmla="*/ 44450 h 54"/>
              <a:gd name="T10" fmla="*/ 57689 w 53"/>
              <a:gd name="T11" fmla="*/ 41275 h 54"/>
              <a:gd name="T12" fmla="*/ 54484 w 53"/>
              <a:gd name="T13" fmla="*/ 25400 h 54"/>
              <a:gd name="T14" fmla="*/ 131403 w 53"/>
              <a:gd name="T15" fmla="*/ 85725 h 54"/>
              <a:gd name="T16" fmla="*/ 166658 w 53"/>
              <a:gd name="T17" fmla="*/ 120650 h 54"/>
              <a:gd name="T18" fmla="*/ 128198 w 53"/>
              <a:gd name="T19" fmla="*/ 168275 h 54"/>
              <a:gd name="T20" fmla="*/ 118584 w 53"/>
              <a:gd name="T21" fmla="*/ 168275 h 54"/>
              <a:gd name="T22" fmla="*/ 51279 w 53"/>
              <a:gd name="T23" fmla="*/ 168275 h 54"/>
              <a:gd name="T24" fmla="*/ 6410 w 53"/>
              <a:gd name="T25" fmla="*/ 168275 h 54"/>
              <a:gd name="T26" fmla="*/ 0 w 53"/>
              <a:gd name="T27" fmla="*/ 123825 h 54"/>
              <a:gd name="T28" fmla="*/ 35255 w 53"/>
              <a:gd name="T29" fmla="*/ 85725 h 54"/>
              <a:gd name="T30" fmla="*/ 0 w 53"/>
              <a:gd name="T31" fmla="*/ 41275 h 54"/>
              <a:gd name="T32" fmla="*/ 48074 w 53"/>
              <a:gd name="T33" fmla="*/ 3175 h 54"/>
              <a:gd name="T34" fmla="*/ 115379 w 53"/>
              <a:gd name="T35" fmla="*/ 6350 h 54"/>
              <a:gd name="T36" fmla="*/ 166658 w 53"/>
              <a:gd name="T37" fmla="*/ 34925 h 54"/>
              <a:gd name="T38" fmla="*/ 131403 w 53"/>
              <a:gd name="T39" fmla="*/ 85725 h 54"/>
              <a:gd name="T40" fmla="*/ 92944 w 53"/>
              <a:gd name="T41" fmla="*/ 123825 h 54"/>
              <a:gd name="T42" fmla="*/ 153838 w 53"/>
              <a:gd name="T43" fmla="*/ 123825 h 54"/>
              <a:gd name="T44" fmla="*/ 137813 w 53"/>
              <a:gd name="T45" fmla="*/ 130175 h 54"/>
              <a:gd name="T46" fmla="*/ 134608 w 53"/>
              <a:gd name="T47" fmla="*/ 123825 h 54"/>
              <a:gd name="T48" fmla="*/ 134608 w 53"/>
              <a:gd name="T49" fmla="*/ 104775 h 54"/>
              <a:gd name="T50" fmla="*/ 124994 w 53"/>
              <a:gd name="T51" fmla="*/ 111125 h 54"/>
              <a:gd name="T52" fmla="*/ 131403 w 53"/>
              <a:gd name="T53" fmla="*/ 101600 h 54"/>
              <a:gd name="T54" fmla="*/ 92944 w 53"/>
              <a:gd name="T55" fmla="*/ 123825 h 54"/>
              <a:gd name="T56" fmla="*/ 35255 w 53"/>
              <a:gd name="T57" fmla="*/ 146050 h 54"/>
              <a:gd name="T58" fmla="*/ 118584 w 53"/>
              <a:gd name="T59" fmla="*/ 41275 h 54"/>
              <a:gd name="T60" fmla="*/ 35255 w 53"/>
              <a:gd name="T61" fmla="*/ 146050 h 54"/>
              <a:gd name="T62" fmla="*/ 137813 w 53"/>
              <a:gd name="T63" fmla="*/ 50800 h 54"/>
              <a:gd name="T64" fmla="*/ 137813 w 53"/>
              <a:gd name="T65" fmla="*/ 50800 h 54"/>
              <a:gd name="T66" fmla="*/ 137813 w 53"/>
              <a:gd name="T67" fmla="*/ 50800 h 54"/>
              <a:gd name="T68" fmla="*/ 157043 w 53"/>
              <a:gd name="T69" fmla="*/ 44450 h 54"/>
              <a:gd name="T70" fmla="*/ 131403 w 53"/>
              <a:gd name="T71" fmla="*/ 15875 h 54"/>
              <a:gd name="T72" fmla="*/ 112174 w 53"/>
              <a:gd name="T73" fmla="*/ 25400 h 54"/>
              <a:gd name="T74" fmla="*/ 118584 w 53"/>
              <a:gd name="T75" fmla="*/ 31750 h 54"/>
              <a:gd name="T76" fmla="*/ 118584 w 53"/>
              <a:gd name="T77" fmla="*/ 31750 h 54"/>
              <a:gd name="T78" fmla="*/ 121789 w 53"/>
              <a:gd name="T79" fmla="*/ 31750 h 54"/>
              <a:gd name="T80" fmla="*/ 137813 w 53"/>
              <a:gd name="T81" fmla="*/ 50800 h 54"/>
              <a:gd name="T82" fmla="*/ 137813 w 53"/>
              <a:gd name="T83" fmla="*/ 50800 h 54"/>
              <a:gd name="T84" fmla="*/ 134608 w 53"/>
              <a:gd name="T85" fmla="*/ 57150 h 54"/>
              <a:gd name="T86" fmla="*/ 44869 w 53"/>
              <a:gd name="T87" fmla="*/ 155575 h 54"/>
              <a:gd name="T88" fmla="*/ 134608 w 53"/>
              <a:gd name="T89" fmla="*/ 57150 h 54"/>
              <a:gd name="T90" fmla="*/ 16025 w 53"/>
              <a:gd name="T91" fmla="*/ 130175 h 54"/>
              <a:gd name="T92" fmla="*/ 108969 w 53"/>
              <a:gd name="T93" fmla="*/ 31750 h 54"/>
              <a:gd name="T94" fmla="*/ 16025 w 53"/>
              <a:gd name="T95" fmla="*/ 130175 h 54"/>
              <a:gd name="T96" fmla="*/ 12820 w 53"/>
              <a:gd name="T97" fmla="*/ 133350 h 54"/>
              <a:gd name="T98" fmla="*/ 35255 w 53"/>
              <a:gd name="T99" fmla="*/ 155575 h 5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3" h="54">
                <a:moveTo>
                  <a:pt x="14" y="12"/>
                </a:moveTo>
                <a:cubicBezTo>
                  <a:pt x="14" y="12"/>
                  <a:pt x="13" y="12"/>
                  <a:pt x="12" y="12"/>
                </a:cubicBezTo>
                <a:cubicBezTo>
                  <a:pt x="12" y="11"/>
                  <a:pt x="12" y="11"/>
                  <a:pt x="12" y="10"/>
                </a:cubicBezTo>
                <a:cubicBezTo>
                  <a:pt x="16" y="7"/>
                  <a:pt x="16" y="7"/>
                  <a:pt x="16" y="7"/>
                </a:cubicBezTo>
                <a:cubicBezTo>
                  <a:pt x="14" y="5"/>
                  <a:pt x="14" y="5"/>
                  <a:pt x="14" y="5"/>
                </a:cubicBezTo>
                <a:cubicBezTo>
                  <a:pt x="4" y="14"/>
                  <a:pt x="4" y="14"/>
                  <a:pt x="4" y="14"/>
                </a:cubicBezTo>
                <a:cubicBezTo>
                  <a:pt x="14" y="24"/>
                  <a:pt x="14" y="24"/>
                  <a:pt x="14" y="24"/>
                </a:cubicBezTo>
                <a:cubicBezTo>
                  <a:pt x="23" y="14"/>
                  <a:pt x="23" y="14"/>
                  <a:pt x="23" y="14"/>
                </a:cubicBezTo>
                <a:cubicBezTo>
                  <a:pt x="22" y="13"/>
                  <a:pt x="22" y="13"/>
                  <a:pt x="22" y="13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5"/>
                  <a:pt x="19" y="15"/>
                  <a:pt x="18" y="14"/>
                </a:cubicBezTo>
                <a:cubicBezTo>
                  <a:pt x="18" y="14"/>
                  <a:pt x="18" y="13"/>
                  <a:pt x="18" y="13"/>
                </a:cubicBezTo>
                <a:cubicBezTo>
                  <a:pt x="20" y="11"/>
                  <a:pt x="20" y="11"/>
                  <a:pt x="20" y="11"/>
                </a:cubicBezTo>
                <a:cubicBezTo>
                  <a:pt x="17" y="8"/>
                  <a:pt x="17" y="8"/>
                  <a:pt x="17" y="8"/>
                </a:cubicBezTo>
                <a:cubicBezTo>
                  <a:pt x="14" y="12"/>
                  <a:pt x="14" y="12"/>
                  <a:pt x="14" y="12"/>
                </a:cubicBezTo>
                <a:close/>
                <a:moveTo>
                  <a:pt x="41" y="27"/>
                </a:moveTo>
                <a:cubicBezTo>
                  <a:pt x="41" y="27"/>
                  <a:pt x="41" y="27"/>
                  <a:pt x="41" y="27"/>
                </a:cubicBezTo>
                <a:cubicBezTo>
                  <a:pt x="52" y="38"/>
                  <a:pt x="52" y="38"/>
                  <a:pt x="52" y="38"/>
                </a:cubicBezTo>
                <a:cubicBezTo>
                  <a:pt x="53" y="39"/>
                  <a:pt x="53" y="40"/>
                  <a:pt x="52" y="41"/>
                </a:cubicBezTo>
                <a:cubicBezTo>
                  <a:pt x="40" y="53"/>
                  <a:pt x="40" y="53"/>
                  <a:pt x="40" y="53"/>
                </a:cubicBezTo>
                <a:cubicBezTo>
                  <a:pt x="39" y="54"/>
                  <a:pt x="38" y="54"/>
                  <a:pt x="37" y="53"/>
                </a:cubicBezTo>
                <a:cubicBezTo>
                  <a:pt x="37" y="53"/>
                  <a:pt x="37" y="53"/>
                  <a:pt x="37" y="53"/>
                </a:cubicBezTo>
                <a:cubicBezTo>
                  <a:pt x="26" y="42"/>
                  <a:pt x="26" y="42"/>
                  <a:pt x="26" y="42"/>
                </a:cubicBezTo>
                <a:cubicBezTo>
                  <a:pt x="16" y="53"/>
                  <a:pt x="16" y="53"/>
                  <a:pt x="16" y="53"/>
                </a:cubicBezTo>
                <a:cubicBezTo>
                  <a:pt x="15" y="53"/>
                  <a:pt x="15" y="53"/>
                  <a:pt x="14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1"/>
                </a:cubicBezTo>
                <a:cubicBezTo>
                  <a:pt x="0" y="47"/>
                  <a:pt x="0" y="43"/>
                  <a:pt x="0" y="39"/>
                </a:cubicBezTo>
                <a:cubicBezTo>
                  <a:pt x="0" y="38"/>
                  <a:pt x="0" y="38"/>
                  <a:pt x="0" y="37"/>
                </a:cubicBezTo>
                <a:cubicBezTo>
                  <a:pt x="11" y="27"/>
                  <a:pt x="11" y="27"/>
                  <a:pt x="11" y="27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5"/>
                  <a:pt x="0" y="14"/>
                  <a:pt x="0" y="13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0"/>
                  <a:pt x="15" y="0"/>
                  <a:pt x="15" y="1"/>
                </a:cubicBezTo>
                <a:cubicBezTo>
                  <a:pt x="26" y="12"/>
                  <a:pt x="26" y="12"/>
                  <a:pt x="26" y="12"/>
                </a:cubicBezTo>
                <a:cubicBezTo>
                  <a:pt x="36" y="2"/>
                  <a:pt x="36" y="2"/>
                  <a:pt x="36" y="2"/>
                </a:cubicBezTo>
                <a:cubicBezTo>
                  <a:pt x="38" y="0"/>
                  <a:pt x="42" y="0"/>
                  <a:pt x="44" y="2"/>
                </a:cubicBezTo>
                <a:cubicBezTo>
                  <a:pt x="46" y="4"/>
                  <a:pt x="51" y="8"/>
                  <a:pt x="52" y="11"/>
                </a:cubicBezTo>
                <a:cubicBezTo>
                  <a:pt x="53" y="13"/>
                  <a:pt x="53" y="16"/>
                  <a:pt x="51" y="17"/>
                </a:cubicBezTo>
                <a:cubicBezTo>
                  <a:pt x="41" y="27"/>
                  <a:pt x="41" y="27"/>
                  <a:pt x="41" y="27"/>
                </a:cubicBezTo>
                <a:close/>
                <a:moveTo>
                  <a:pt x="29" y="39"/>
                </a:moveTo>
                <a:cubicBezTo>
                  <a:pt x="29" y="39"/>
                  <a:pt x="29" y="39"/>
                  <a:pt x="29" y="39"/>
                </a:cubicBezTo>
                <a:cubicBezTo>
                  <a:pt x="39" y="49"/>
                  <a:pt x="39" y="49"/>
                  <a:pt x="39" y="49"/>
                </a:cubicBezTo>
                <a:cubicBezTo>
                  <a:pt x="48" y="39"/>
                  <a:pt x="48" y="39"/>
                  <a:pt x="48" y="39"/>
                </a:cubicBezTo>
                <a:cubicBezTo>
                  <a:pt x="47" y="38"/>
                  <a:pt x="47" y="38"/>
                  <a:pt x="47" y="38"/>
                </a:cubicBezTo>
                <a:cubicBezTo>
                  <a:pt x="43" y="41"/>
                  <a:pt x="43" y="41"/>
                  <a:pt x="43" y="41"/>
                </a:cubicBezTo>
                <a:cubicBezTo>
                  <a:pt x="43" y="41"/>
                  <a:pt x="42" y="41"/>
                  <a:pt x="42" y="41"/>
                </a:cubicBezTo>
                <a:cubicBezTo>
                  <a:pt x="41" y="40"/>
                  <a:pt x="41" y="40"/>
                  <a:pt x="42" y="39"/>
                </a:cubicBezTo>
                <a:cubicBezTo>
                  <a:pt x="45" y="36"/>
                  <a:pt x="45" y="36"/>
                  <a:pt x="45" y="36"/>
                </a:cubicBezTo>
                <a:cubicBezTo>
                  <a:pt x="42" y="33"/>
                  <a:pt x="42" y="33"/>
                  <a:pt x="42" y="33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5"/>
                  <a:pt x="39" y="35"/>
                  <a:pt x="39" y="35"/>
                </a:cubicBezTo>
                <a:cubicBezTo>
                  <a:pt x="38" y="34"/>
                  <a:pt x="38" y="34"/>
                  <a:pt x="39" y="33"/>
                </a:cubicBezTo>
                <a:cubicBezTo>
                  <a:pt x="41" y="32"/>
                  <a:pt x="41" y="32"/>
                  <a:pt x="41" y="32"/>
                </a:cubicBezTo>
                <a:cubicBezTo>
                  <a:pt x="39" y="30"/>
                  <a:pt x="39" y="30"/>
                  <a:pt x="39" y="30"/>
                </a:cubicBezTo>
                <a:cubicBezTo>
                  <a:pt x="29" y="39"/>
                  <a:pt x="29" y="39"/>
                  <a:pt x="29" y="39"/>
                </a:cubicBezTo>
                <a:close/>
                <a:moveTo>
                  <a:pt x="11" y="46"/>
                </a:moveTo>
                <a:cubicBezTo>
                  <a:pt x="11" y="46"/>
                  <a:pt x="11" y="46"/>
                  <a:pt x="11" y="46"/>
                </a:cubicBezTo>
                <a:cubicBezTo>
                  <a:pt x="21" y="36"/>
                  <a:pt x="31" y="26"/>
                  <a:pt x="40" y="16"/>
                </a:cubicBezTo>
                <a:cubicBezTo>
                  <a:pt x="39" y="15"/>
                  <a:pt x="38" y="14"/>
                  <a:pt x="37" y="13"/>
                </a:cubicBezTo>
                <a:cubicBezTo>
                  <a:pt x="7" y="42"/>
                  <a:pt x="7" y="42"/>
                  <a:pt x="7" y="42"/>
                </a:cubicBezTo>
                <a:cubicBezTo>
                  <a:pt x="11" y="46"/>
                  <a:pt x="11" y="46"/>
                  <a:pt x="11" y="46"/>
                </a:cubicBezTo>
                <a:close/>
                <a:moveTo>
                  <a:pt x="43" y="16"/>
                </a:move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5" y="18"/>
                  <a:pt x="45" y="18"/>
                  <a:pt x="45" y="18"/>
                </a:cubicBezTo>
                <a:cubicBezTo>
                  <a:pt x="49" y="14"/>
                  <a:pt x="49" y="14"/>
                  <a:pt x="49" y="14"/>
                </a:cubicBezTo>
                <a:cubicBezTo>
                  <a:pt x="49" y="14"/>
                  <a:pt x="49" y="13"/>
                  <a:pt x="49" y="12"/>
                </a:cubicBezTo>
                <a:cubicBezTo>
                  <a:pt x="46" y="10"/>
                  <a:pt x="44" y="7"/>
                  <a:pt x="41" y="5"/>
                </a:cubicBezTo>
                <a:cubicBezTo>
                  <a:pt x="40" y="4"/>
                  <a:pt x="39" y="4"/>
                  <a:pt x="39" y="5"/>
                </a:cubicBezTo>
                <a:cubicBezTo>
                  <a:pt x="35" y="8"/>
                  <a:pt x="35" y="8"/>
                  <a:pt x="35" y="8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cubicBezTo>
                  <a:pt x="38" y="10"/>
                  <a:pt x="38" y="10"/>
                  <a:pt x="38" y="10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lose/>
                <a:moveTo>
                  <a:pt x="42" y="18"/>
                </a:moveTo>
                <a:cubicBezTo>
                  <a:pt x="42" y="18"/>
                  <a:pt x="42" y="18"/>
                  <a:pt x="42" y="18"/>
                </a:cubicBezTo>
                <a:cubicBezTo>
                  <a:pt x="32" y="28"/>
                  <a:pt x="22" y="38"/>
                  <a:pt x="12" y="48"/>
                </a:cubicBezTo>
                <a:cubicBezTo>
                  <a:pt x="14" y="49"/>
                  <a:pt x="14" y="49"/>
                  <a:pt x="14" y="49"/>
                </a:cubicBezTo>
                <a:cubicBezTo>
                  <a:pt x="43" y="20"/>
                  <a:pt x="43" y="20"/>
                  <a:pt x="43" y="20"/>
                </a:cubicBezTo>
                <a:cubicBezTo>
                  <a:pt x="42" y="18"/>
                  <a:pt x="42" y="18"/>
                  <a:pt x="42" y="18"/>
                </a:cubicBezTo>
                <a:close/>
                <a:moveTo>
                  <a:pt x="5" y="41"/>
                </a:moveTo>
                <a:cubicBezTo>
                  <a:pt x="5" y="41"/>
                  <a:pt x="5" y="41"/>
                  <a:pt x="5" y="41"/>
                </a:cubicBezTo>
                <a:cubicBezTo>
                  <a:pt x="35" y="11"/>
                  <a:pt x="35" y="11"/>
                  <a:pt x="35" y="11"/>
                </a:cubicBezTo>
                <a:cubicBezTo>
                  <a:pt x="34" y="10"/>
                  <a:pt x="34" y="10"/>
                  <a:pt x="34" y="10"/>
                </a:cubicBezTo>
                <a:cubicBezTo>
                  <a:pt x="4" y="39"/>
                  <a:pt x="4" y="39"/>
                  <a:pt x="4" y="39"/>
                </a:cubicBezTo>
                <a:cubicBezTo>
                  <a:pt x="5" y="41"/>
                  <a:pt x="5" y="41"/>
                  <a:pt x="5" y="41"/>
                </a:cubicBezTo>
                <a:close/>
                <a:moveTo>
                  <a:pt x="4" y="42"/>
                </a:moveTo>
                <a:cubicBezTo>
                  <a:pt x="4" y="42"/>
                  <a:pt x="4" y="42"/>
                  <a:pt x="4" y="42"/>
                </a:cubicBezTo>
                <a:cubicBezTo>
                  <a:pt x="4" y="45"/>
                  <a:pt x="4" y="47"/>
                  <a:pt x="4" y="49"/>
                </a:cubicBezTo>
                <a:cubicBezTo>
                  <a:pt x="11" y="49"/>
                  <a:pt x="11" y="49"/>
                  <a:pt x="11" y="49"/>
                </a:cubicBezTo>
                <a:cubicBezTo>
                  <a:pt x="4" y="42"/>
                  <a:pt x="4" y="42"/>
                  <a:pt x="4" y="4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61" name="Freeform 195">
            <a:extLst>
              <a:ext uri="{FF2B5EF4-FFF2-40B4-BE49-F238E27FC236}">
                <a16:creationId xmlns:a16="http://schemas.microsoft.com/office/drawing/2014/main" id="{810BD973-12B6-BB35-52A2-CE03767C7815}"/>
              </a:ext>
            </a:extLst>
          </p:cNvPr>
          <p:cNvSpPr>
            <a:spLocks noEditPoints="1"/>
          </p:cNvSpPr>
          <p:nvPr/>
        </p:nvSpPr>
        <p:spPr bwMode="auto">
          <a:xfrm>
            <a:off x="5056119" y="4807398"/>
            <a:ext cx="190500" cy="203200"/>
          </a:xfrm>
          <a:custGeom>
            <a:avLst/>
            <a:gdLst>
              <a:gd name="T0" fmla="*/ 63500 w 45"/>
              <a:gd name="T1" fmla="*/ 149225 h 48"/>
              <a:gd name="T2" fmla="*/ 57150 w 45"/>
              <a:gd name="T3" fmla="*/ 149225 h 48"/>
              <a:gd name="T4" fmla="*/ 6350 w 45"/>
              <a:gd name="T5" fmla="*/ 127000 h 48"/>
              <a:gd name="T6" fmla="*/ 0 w 45"/>
              <a:gd name="T7" fmla="*/ 120650 h 48"/>
              <a:gd name="T8" fmla="*/ 15875 w 45"/>
              <a:gd name="T9" fmla="*/ 34925 h 48"/>
              <a:gd name="T10" fmla="*/ 28575 w 45"/>
              <a:gd name="T11" fmla="*/ 6350 h 48"/>
              <a:gd name="T12" fmla="*/ 38100 w 45"/>
              <a:gd name="T13" fmla="*/ 0 h 48"/>
              <a:gd name="T14" fmla="*/ 60325 w 45"/>
              <a:gd name="T15" fmla="*/ 25400 h 48"/>
              <a:gd name="T16" fmla="*/ 47625 w 45"/>
              <a:gd name="T17" fmla="*/ 25400 h 48"/>
              <a:gd name="T18" fmla="*/ 47625 w 45"/>
              <a:gd name="T19" fmla="*/ 34925 h 48"/>
              <a:gd name="T20" fmla="*/ 142875 w 45"/>
              <a:gd name="T21" fmla="*/ 50800 h 48"/>
              <a:gd name="T22" fmla="*/ 136525 w 45"/>
              <a:gd name="T23" fmla="*/ 127000 h 48"/>
              <a:gd name="T24" fmla="*/ 88900 w 45"/>
              <a:gd name="T25" fmla="*/ 127000 h 48"/>
              <a:gd name="T26" fmla="*/ 85725 w 45"/>
              <a:gd name="T27" fmla="*/ 152400 h 48"/>
              <a:gd name="T28" fmla="*/ 79375 w 45"/>
              <a:gd name="T29" fmla="*/ 127000 h 48"/>
              <a:gd name="T30" fmla="*/ 28575 w 45"/>
              <a:gd name="T31" fmla="*/ 47625 h 48"/>
              <a:gd name="T32" fmla="*/ 15875 w 45"/>
              <a:gd name="T33" fmla="*/ 47625 h 48"/>
              <a:gd name="T34" fmla="*/ 12700 w 45"/>
              <a:gd name="T35" fmla="*/ 50800 h 48"/>
              <a:gd name="T36" fmla="*/ 130175 w 45"/>
              <a:gd name="T37" fmla="*/ 114300 h 48"/>
              <a:gd name="T38" fmla="*/ 130175 w 45"/>
              <a:gd name="T39" fmla="*/ 47625 h 48"/>
              <a:gd name="T40" fmla="*/ 47625 w 45"/>
              <a:gd name="T41" fmla="*/ 69850 h 48"/>
              <a:gd name="T42" fmla="*/ 47625 w 45"/>
              <a:gd name="T43" fmla="*/ 88900 h 48"/>
              <a:gd name="T44" fmla="*/ 25400 w 45"/>
              <a:gd name="T45" fmla="*/ 79375 h 48"/>
              <a:gd name="T46" fmla="*/ 28575 w 45"/>
              <a:gd name="T47" fmla="*/ 69850 h 48"/>
              <a:gd name="T48" fmla="*/ 60325 w 45"/>
              <a:gd name="T49" fmla="*/ 6350 h 48"/>
              <a:gd name="T50" fmla="*/ 38100 w 45"/>
              <a:gd name="T51" fmla="*/ 6350 h 48"/>
              <a:gd name="T52" fmla="*/ 38100 w 45"/>
              <a:gd name="T53" fmla="*/ 6350 h 48"/>
              <a:gd name="T54" fmla="*/ 38100 w 45"/>
              <a:gd name="T55" fmla="*/ 6350 h 48"/>
              <a:gd name="T56" fmla="*/ 34925 w 45"/>
              <a:gd name="T57" fmla="*/ 76200 h 48"/>
              <a:gd name="T58" fmla="*/ 34925 w 45"/>
              <a:gd name="T59" fmla="*/ 85725 h 48"/>
              <a:gd name="T60" fmla="*/ 44450 w 45"/>
              <a:gd name="T61" fmla="*/ 79375 h 48"/>
              <a:gd name="T62" fmla="*/ 41275 w 45"/>
              <a:gd name="T63" fmla="*/ 73025 h 48"/>
              <a:gd name="T64" fmla="*/ 41275 w 45"/>
              <a:gd name="T65" fmla="*/ 28575 h 48"/>
              <a:gd name="T66" fmla="*/ 47625 w 45"/>
              <a:gd name="T67" fmla="*/ 19050 h 48"/>
              <a:gd name="T68" fmla="*/ 60325 w 45"/>
              <a:gd name="T69" fmla="*/ 6350 h 48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5" h="48">
                <a:moveTo>
                  <a:pt x="20" y="40"/>
                </a:moveTo>
                <a:cubicBezTo>
                  <a:pt x="20" y="47"/>
                  <a:pt x="20" y="47"/>
                  <a:pt x="20" y="47"/>
                </a:cubicBezTo>
                <a:cubicBezTo>
                  <a:pt x="20" y="48"/>
                  <a:pt x="20" y="48"/>
                  <a:pt x="19" y="48"/>
                </a:cubicBezTo>
                <a:cubicBezTo>
                  <a:pt x="18" y="48"/>
                  <a:pt x="18" y="48"/>
                  <a:pt x="18" y="47"/>
                </a:cubicBezTo>
                <a:cubicBezTo>
                  <a:pt x="18" y="40"/>
                  <a:pt x="18" y="40"/>
                  <a:pt x="18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0"/>
                  <a:pt x="0" y="39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3"/>
                  <a:pt x="2" y="11"/>
                  <a:pt x="5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9" y="1"/>
                  <a:pt x="10" y="0"/>
                </a:cubicBezTo>
                <a:cubicBezTo>
                  <a:pt x="10" y="0"/>
                  <a:pt x="11" y="0"/>
                  <a:pt x="12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4" y="0"/>
                  <a:pt x="24" y="8"/>
                  <a:pt x="19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9"/>
                  <a:pt x="15" y="9"/>
                </a:cubicBezTo>
                <a:cubicBezTo>
                  <a:pt x="15" y="11"/>
                  <a:pt x="15" y="11"/>
                  <a:pt x="15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3" y="11"/>
                  <a:pt x="45" y="13"/>
                  <a:pt x="45" y="16"/>
                </a:cubicBezTo>
                <a:cubicBezTo>
                  <a:pt x="45" y="38"/>
                  <a:pt x="45" y="38"/>
                  <a:pt x="45" y="38"/>
                </a:cubicBezTo>
                <a:cubicBezTo>
                  <a:pt x="45" y="39"/>
                  <a:pt x="44" y="40"/>
                  <a:pt x="43" y="40"/>
                </a:cubicBezTo>
                <a:cubicBezTo>
                  <a:pt x="43" y="40"/>
                  <a:pt x="43" y="40"/>
                  <a:pt x="43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7"/>
                  <a:pt x="28" y="47"/>
                  <a:pt x="28" y="47"/>
                </a:cubicBezTo>
                <a:cubicBezTo>
                  <a:pt x="28" y="48"/>
                  <a:pt x="27" y="48"/>
                  <a:pt x="27" y="48"/>
                </a:cubicBezTo>
                <a:cubicBezTo>
                  <a:pt x="26" y="48"/>
                  <a:pt x="25" y="48"/>
                  <a:pt x="25" y="47"/>
                </a:cubicBezTo>
                <a:cubicBezTo>
                  <a:pt x="25" y="40"/>
                  <a:pt x="25" y="40"/>
                  <a:pt x="25" y="40"/>
                </a:cubicBezTo>
                <a:cubicBezTo>
                  <a:pt x="20" y="40"/>
                  <a:pt x="20" y="40"/>
                  <a:pt x="20" y="40"/>
                </a:cubicBezTo>
                <a:close/>
                <a:moveTo>
                  <a:pt x="9" y="15"/>
                </a:moveTo>
                <a:cubicBezTo>
                  <a:pt x="9" y="15"/>
                  <a:pt x="9" y="15"/>
                  <a:pt x="9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15"/>
                  <a:pt x="4" y="15"/>
                  <a:pt x="4" y="16"/>
                </a:cubicBezTo>
                <a:cubicBezTo>
                  <a:pt x="4" y="36"/>
                  <a:pt x="4" y="36"/>
                  <a:pt x="4" y="36"/>
                </a:cubicBezTo>
                <a:cubicBezTo>
                  <a:pt x="41" y="36"/>
                  <a:pt x="41" y="36"/>
                  <a:pt x="41" y="36"/>
                </a:cubicBezTo>
                <a:cubicBezTo>
                  <a:pt x="41" y="16"/>
                  <a:pt x="41" y="16"/>
                  <a:pt x="41" y="16"/>
                </a:cubicBezTo>
                <a:cubicBezTo>
                  <a:pt x="41" y="15"/>
                  <a:pt x="41" y="15"/>
                  <a:pt x="41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22"/>
                  <a:pt x="15" y="22"/>
                  <a:pt x="15" y="22"/>
                </a:cubicBezTo>
                <a:cubicBezTo>
                  <a:pt x="16" y="23"/>
                  <a:pt x="16" y="24"/>
                  <a:pt x="16" y="25"/>
                </a:cubicBezTo>
                <a:cubicBezTo>
                  <a:pt x="16" y="27"/>
                  <a:pt x="16" y="28"/>
                  <a:pt x="15" y="28"/>
                </a:cubicBezTo>
                <a:cubicBezTo>
                  <a:pt x="14" y="30"/>
                  <a:pt x="11" y="30"/>
                  <a:pt x="9" y="28"/>
                </a:cubicBezTo>
                <a:cubicBezTo>
                  <a:pt x="8" y="28"/>
                  <a:pt x="8" y="27"/>
                  <a:pt x="8" y="25"/>
                </a:cubicBezTo>
                <a:cubicBezTo>
                  <a:pt x="8" y="25"/>
                  <a:pt x="8" y="24"/>
                  <a:pt x="8" y="24"/>
                </a:cubicBezTo>
                <a:cubicBezTo>
                  <a:pt x="9" y="23"/>
                  <a:pt x="9" y="23"/>
                  <a:pt x="9" y="22"/>
                </a:cubicBezTo>
                <a:cubicBezTo>
                  <a:pt x="9" y="15"/>
                  <a:pt x="9" y="15"/>
                  <a:pt x="9" y="15"/>
                </a:cubicBezTo>
                <a:close/>
                <a:moveTo>
                  <a:pt x="19" y="2"/>
                </a:moveTo>
                <a:cubicBezTo>
                  <a:pt x="19" y="2"/>
                  <a:pt x="19" y="2"/>
                  <a:pt x="19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3"/>
                  <a:pt x="11" y="24"/>
                  <a:pt x="11" y="24"/>
                </a:cubicBezTo>
                <a:cubicBezTo>
                  <a:pt x="11" y="24"/>
                  <a:pt x="10" y="25"/>
                  <a:pt x="10" y="25"/>
                </a:cubicBezTo>
                <a:cubicBezTo>
                  <a:pt x="10" y="26"/>
                  <a:pt x="10" y="26"/>
                  <a:pt x="11" y="27"/>
                </a:cubicBezTo>
                <a:cubicBezTo>
                  <a:pt x="12" y="28"/>
                  <a:pt x="13" y="28"/>
                  <a:pt x="14" y="27"/>
                </a:cubicBezTo>
                <a:cubicBezTo>
                  <a:pt x="14" y="26"/>
                  <a:pt x="14" y="26"/>
                  <a:pt x="14" y="25"/>
                </a:cubicBezTo>
                <a:cubicBezTo>
                  <a:pt x="14" y="25"/>
                  <a:pt x="14" y="24"/>
                  <a:pt x="13" y="24"/>
                </a:cubicBezTo>
                <a:cubicBezTo>
                  <a:pt x="13" y="24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8"/>
                  <a:pt x="13" y="7"/>
                  <a:pt x="14" y="7"/>
                </a:cubicBezTo>
                <a:cubicBezTo>
                  <a:pt x="14" y="6"/>
                  <a:pt x="15" y="6"/>
                  <a:pt x="15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21" y="6"/>
                  <a:pt x="21" y="2"/>
                  <a:pt x="19" y="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62" name="Freeform 196">
            <a:extLst>
              <a:ext uri="{FF2B5EF4-FFF2-40B4-BE49-F238E27FC236}">
                <a16:creationId xmlns:a16="http://schemas.microsoft.com/office/drawing/2014/main" id="{B96F9602-686F-274C-C388-4959C6CD41AF}"/>
              </a:ext>
            </a:extLst>
          </p:cNvPr>
          <p:cNvSpPr>
            <a:spLocks noEditPoints="1"/>
          </p:cNvSpPr>
          <p:nvPr/>
        </p:nvSpPr>
        <p:spPr bwMode="auto">
          <a:xfrm>
            <a:off x="4300468" y="3895115"/>
            <a:ext cx="169333" cy="215900"/>
          </a:xfrm>
          <a:custGeom>
            <a:avLst/>
            <a:gdLst>
              <a:gd name="T0" fmla="*/ 9525 w 40"/>
              <a:gd name="T1" fmla="*/ 111125 h 51"/>
              <a:gd name="T2" fmla="*/ 6350 w 40"/>
              <a:gd name="T3" fmla="*/ 107950 h 51"/>
              <a:gd name="T4" fmla="*/ 6350 w 40"/>
              <a:gd name="T5" fmla="*/ 98425 h 51"/>
              <a:gd name="T6" fmla="*/ 6350 w 40"/>
              <a:gd name="T7" fmla="*/ 85725 h 51"/>
              <a:gd name="T8" fmla="*/ 3175 w 40"/>
              <a:gd name="T9" fmla="*/ 85725 h 51"/>
              <a:gd name="T10" fmla="*/ 0 w 40"/>
              <a:gd name="T11" fmla="*/ 79375 h 51"/>
              <a:gd name="T12" fmla="*/ 3175 w 40"/>
              <a:gd name="T13" fmla="*/ 66675 h 51"/>
              <a:gd name="T14" fmla="*/ 9525 w 40"/>
              <a:gd name="T15" fmla="*/ 60325 h 51"/>
              <a:gd name="T16" fmla="*/ 9525 w 40"/>
              <a:gd name="T17" fmla="*/ 60325 h 51"/>
              <a:gd name="T18" fmla="*/ 9525 w 40"/>
              <a:gd name="T19" fmla="*/ 53975 h 51"/>
              <a:gd name="T20" fmla="*/ 9525 w 40"/>
              <a:gd name="T21" fmla="*/ 50800 h 51"/>
              <a:gd name="T22" fmla="*/ 12700 w 40"/>
              <a:gd name="T23" fmla="*/ 31750 h 51"/>
              <a:gd name="T24" fmla="*/ 69850 w 40"/>
              <a:gd name="T25" fmla="*/ 3175 h 51"/>
              <a:gd name="T26" fmla="*/ 123825 w 40"/>
              <a:gd name="T27" fmla="*/ 44450 h 51"/>
              <a:gd name="T28" fmla="*/ 101600 w 40"/>
              <a:gd name="T29" fmla="*/ 111125 h 51"/>
              <a:gd name="T30" fmla="*/ 98425 w 40"/>
              <a:gd name="T31" fmla="*/ 117475 h 51"/>
              <a:gd name="T32" fmla="*/ 107950 w 40"/>
              <a:gd name="T33" fmla="*/ 152400 h 51"/>
              <a:gd name="T34" fmla="*/ 95250 w 40"/>
              <a:gd name="T35" fmla="*/ 155575 h 51"/>
              <a:gd name="T36" fmla="*/ 85725 w 40"/>
              <a:gd name="T37" fmla="*/ 117475 h 51"/>
              <a:gd name="T38" fmla="*/ 92075 w 40"/>
              <a:gd name="T39" fmla="*/ 101600 h 51"/>
              <a:gd name="T40" fmla="*/ 111125 w 40"/>
              <a:gd name="T41" fmla="*/ 47625 h 51"/>
              <a:gd name="T42" fmla="*/ 66675 w 40"/>
              <a:gd name="T43" fmla="*/ 12700 h 51"/>
              <a:gd name="T44" fmla="*/ 25400 w 40"/>
              <a:gd name="T45" fmla="*/ 34925 h 51"/>
              <a:gd name="T46" fmla="*/ 22225 w 40"/>
              <a:gd name="T47" fmla="*/ 47625 h 51"/>
              <a:gd name="T48" fmla="*/ 22225 w 40"/>
              <a:gd name="T49" fmla="*/ 50800 h 51"/>
              <a:gd name="T50" fmla="*/ 22225 w 40"/>
              <a:gd name="T51" fmla="*/ 60325 h 51"/>
              <a:gd name="T52" fmla="*/ 19050 w 40"/>
              <a:gd name="T53" fmla="*/ 66675 h 51"/>
              <a:gd name="T54" fmla="*/ 15875 w 40"/>
              <a:gd name="T55" fmla="*/ 73025 h 51"/>
              <a:gd name="T56" fmla="*/ 12700 w 40"/>
              <a:gd name="T57" fmla="*/ 76200 h 51"/>
              <a:gd name="T58" fmla="*/ 15875 w 40"/>
              <a:gd name="T59" fmla="*/ 76200 h 51"/>
              <a:gd name="T60" fmla="*/ 15875 w 40"/>
              <a:gd name="T61" fmla="*/ 92075 h 51"/>
              <a:gd name="T62" fmla="*/ 19050 w 40"/>
              <a:gd name="T63" fmla="*/ 92075 h 51"/>
              <a:gd name="T64" fmla="*/ 19050 w 40"/>
              <a:gd name="T65" fmla="*/ 98425 h 51"/>
              <a:gd name="T66" fmla="*/ 19050 w 40"/>
              <a:gd name="T67" fmla="*/ 101600 h 51"/>
              <a:gd name="T68" fmla="*/ 19050 w 40"/>
              <a:gd name="T69" fmla="*/ 104775 h 51"/>
              <a:gd name="T70" fmla="*/ 22225 w 40"/>
              <a:gd name="T71" fmla="*/ 117475 h 51"/>
              <a:gd name="T72" fmla="*/ 31750 w 40"/>
              <a:gd name="T73" fmla="*/ 120650 h 51"/>
              <a:gd name="T74" fmla="*/ 53975 w 40"/>
              <a:gd name="T75" fmla="*/ 155575 h 51"/>
              <a:gd name="T76" fmla="*/ 41275 w 40"/>
              <a:gd name="T77" fmla="*/ 155575 h 51"/>
              <a:gd name="T78" fmla="*/ 31750 w 40"/>
              <a:gd name="T79" fmla="*/ 130175 h 51"/>
              <a:gd name="T80" fmla="*/ 9525 w 40"/>
              <a:gd name="T81" fmla="*/ 120650 h 51"/>
              <a:gd name="T82" fmla="*/ 9525 w 40"/>
              <a:gd name="T83" fmla="*/ 114300 h 51"/>
              <a:gd name="T84" fmla="*/ 76200 w 40"/>
              <a:gd name="T85" fmla="*/ 34925 h 51"/>
              <a:gd name="T86" fmla="*/ 69850 w 40"/>
              <a:gd name="T87" fmla="*/ 69850 h 51"/>
              <a:gd name="T88" fmla="*/ 53975 w 40"/>
              <a:gd name="T89" fmla="*/ 69850 h 51"/>
              <a:gd name="T90" fmla="*/ 47625 w 40"/>
              <a:gd name="T91" fmla="*/ 34925 h 51"/>
              <a:gd name="T92" fmla="*/ 63500 w 40"/>
              <a:gd name="T93" fmla="*/ 69850 h 51"/>
              <a:gd name="T94" fmla="*/ 66675 w 40"/>
              <a:gd name="T95" fmla="*/ 34925 h 51"/>
              <a:gd name="T96" fmla="*/ 60325 w 40"/>
              <a:gd name="T97" fmla="*/ 69850 h 51"/>
              <a:gd name="T98" fmla="*/ 63500 w 40"/>
              <a:gd name="T99" fmla="*/ 69850 h 51"/>
              <a:gd name="T100" fmla="*/ 63500 w 40"/>
              <a:gd name="T101" fmla="*/ 79375 h 51"/>
              <a:gd name="T102" fmla="*/ 69850 w 40"/>
              <a:gd name="T103" fmla="*/ 82550 h 51"/>
              <a:gd name="T104" fmla="*/ 66675 w 40"/>
              <a:gd name="T105" fmla="*/ 95250 h 51"/>
              <a:gd name="T106" fmla="*/ 57150 w 40"/>
              <a:gd name="T107" fmla="*/ 95250 h 51"/>
              <a:gd name="T108" fmla="*/ 53975 w 40"/>
              <a:gd name="T109" fmla="*/ 88900 h 51"/>
              <a:gd name="T110" fmla="*/ 63500 w 40"/>
              <a:gd name="T111" fmla="*/ 79375 h 51"/>
              <a:gd name="T112" fmla="*/ 63500 w 40"/>
              <a:gd name="T113" fmla="*/ 88900 h 51"/>
              <a:gd name="T114" fmla="*/ 60325 w 40"/>
              <a:gd name="T115" fmla="*/ 88900 h 51"/>
              <a:gd name="T116" fmla="*/ 60325 w 40"/>
              <a:gd name="T117" fmla="*/ 88900 h 51"/>
              <a:gd name="T118" fmla="*/ 60325 w 40"/>
              <a:gd name="T119" fmla="*/ 88900 h 51"/>
              <a:gd name="T120" fmla="*/ 63500 w 40"/>
              <a:gd name="T121" fmla="*/ 88900 h 51"/>
              <a:gd name="T122" fmla="*/ 63500 w 40"/>
              <a:gd name="T123" fmla="*/ 88900 h 51"/>
              <a:gd name="T124" fmla="*/ 63500 w 40"/>
              <a:gd name="T125" fmla="*/ 88900 h 51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40" h="51">
                <a:moveTo>
                  <a:pt x="3" y="35"/>
                </a:moveTo>
                <a:cubicBezTo>
                  <a:pt x="3" y="35"/>
                  <a:pt x="3" y="35"/>
                  <a:pt x="3" y="35"/>
                </a:cubicBezTo>
                <a:cubicBezTo>
                  <a:pt x="3" y="35"/>
                  <a:pt x="3" y="35"/>
                  <a:pt x="3" y="35"/>
                </a:cubicBezTo>
                <a:cubicBezTo>
                  <a:pt x="3" y="34"/>
                  <a:pt x="3" y="34"/>
                  <a:pt x="2" y="34"/>
                </a:cubicBezTo>
                <a:cubicBezTo>
                  <a:pt x="2" y="34"/>
                  <a:pt x="2" y="33"/>
                  <a:pt x="2" y="32"/>
                </a:cubicBezTo>
                <a:cubicBezTo>
                  <a:pt x="2" y="32"/>
                  <a:pt x="2" y="31"/>
                  <a:pt x="2" y="31"/>
                </a:cubicBezTo>
                <a:cubicBezTo>
                  <a:pt x="2" y="30"/>
                  <a:pt x="1" y="29"/>
                  <a:pt x="1" y="29"/>
                </a:cubicBezTo>
                <a:cubicBezTo>
                  <a:pt x="1" y="28"/>
                  <a:pt x="1" y="28"/>
                  <a:pt x="2" y="27"/>
                </a:cubicBezTo>
                <a:cubicBezTo>
                  <a:pt x="1" y="27"/>
                  <a:pt x="1" y="27"/>
                  <a:pt x="1" y="27"/>
                </a:cubicBezTo>
                <a:cubicBezTo>
                  <a:pt x="1" y="27"/>
                  <a:pt x="1" y="27"/>
                  <a:pt x="1" y="27"/>
                </a:cubicBezTo>
                <a:cubicBezTo>
                  <a:pt x="0" y="26"/>
                  <a:pt x="0" y="26"/>
                  <a:pt x="0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4"/>
                  <a:pt x="1" y="22"/>
                  <a:pt x="1" y="21"/>
                </a:cubicBezTo>
                <a:cubicBezTo>
                  <a:pt x="2" y="21"/>
                  <a:pt x="2" y="21"/>
                  <a:pt x="2" y="21"/>
                </a:cubicBezTo>
                <a:cubicBezTo>
                  <a:pt x="2" y="20"/>
                  <a:pt x="2" y="20"/>
                  <a:pt x="3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6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5"/>
                  <a:pt x="3" y="13"/>
                  <a:pt x="3" y="13"/>
                </a:cubicBezTo>
                <a:cubicBezTo>
                  <a:pt x="3" y="12"/>
                  <a:pt x="4" y="11"/>
                  <a:pt x="4" y="10"/>
                </a:cubicBezTo>
                <a:cubicBezTo>
                  <a:pt x="5" y="6"/>
                  <a:pt x="8" y="4"/>
                  <a:pt x="11" y="3"/>
                </a:cubicBezTo>
                <a:cubicBezTo>
                  <a:pt x="14" y="1"/>
                  <a:pt x="18" y="0"/>
                  <a:pt x="22" y="1"/>
                </a:cubicBezTo>
                <a:cubicBezTo>
                  <a:pt x="25" y="1"/>
                  <a:pt x="29" y="2"/>
                  <a:pt x="32" y="4"/>
                </a:cubicBezTo>
                <a:cubicBezTo>
                  <a:pt x="35" y="7"/>
                  <a:pt x="37" y="10"/>
                  <a:pt x="39" y="14"/>
                </a:cubicBezTo>
                <a:cubicBezTo>
                  <a:pt x="40" y="18"/>
                  <a:pt x="40" y="21"/>
                  <a:pt x="38" y="25"/>
                </a:cubicBezTo>
                <a:cubicBezTo>
                  <a:pt x="37" y="29"/>
                  <a:pt x="34" y="32"/>
                  <a:pt x="32" y="35"/>
                </a:cubicBezTo>
                <a:cubicBezTo>
                  <a:pt x="32" y="35"/>
                  <a:pt x="31" y="35"/>
                  <a:pt x="31" y="35"/>
                </a:cubicBezTo>
                <a:cubicBezTo>
                  <a:pt x="31" y="36"/>
                  <a:pt x="31" y="36"/>
                  <a:pt x="31" y="37"/>
                </a:cubicBezTo>
                <a:cubicBezTo>
                  <a:pt x="32" y="39"/>
                  <a:pt x="32" y="41"/>
                  <a:pt x="32" y="42"/>
                </a:cubicBezTo>
                <a:cubicBezTo>
                  <a:pt x="33" y="44"/>
                  <a:pt x="34" y="46"/>
                  <a:pt x="34" y="48"/>
                </a:cubicBezTo>
                <a:cubicBezTo>
                  <a:pt x="34" y="49"/>
                  <a:pt x="34" y="50"/>
                  <a:pt x="33" y="51"/>
                </a:cubicBezTo>
                <a:cubicBezTo>
                  <a:pt x="32" y="51"/>
                  <a:pt x="31" y="50"/>
                  <a:pt x="30" y="49"/>
                </a:cubicBezTo>
                <a:cubicBezTo>
                  <a:pt x="30" y="47"/>
                  <a:pt x="29" y="45"/>
                  <a:pt x="29" y="43"/>
                </a:cubicBezTo>
                <a:cubicBezTo>
                  <a:pt x="28" y="41"/>
                  <a:pt x="28" y="39"/>
                  <a:pt x="27" y="37"/>
                </a:cubicBezTo>
                <a:cubicBezTo>
                  <a:pt x="27" y="36"/>
                  <a:pt x="27" y="35"/>
                  <a:pt x="27" y="34"/>
                </a:cubicBezTo>
                <a:cubicBezTo>
                  <a:pt x="28" y="33"/>
                  <a:pt x="28" y="33"/>
                  <a:pt x="29" y="32"/>
                </a:cubicBezTo>
                <a:cubicBezTo>
                  <a:pt x="31" y="30"/>
                  <a:pt x="33" y="27"/>
                  <a:pt x="34" y="24"/>
                </a:cubicBezTo>
                <a:cubicBezTo>
                  <a:pt x="36" y="21"/>
                  <a:pt x="36" y="18"/>
                  <a:pt x="35" y="15"/>
                </a:cubicBezTo>
                <a:cubicBezTo>
                  <a:pt x="34" y="12"/>
                  <a:pt x="32" y="9"/>
                  <a:pt x="30" y="7"/>
                </a:cubicBezTo>
                <a:cubicBezTo>
                  <a:pt x="27" y="5"/>
                  <a:pt x="25" y="4"/>
                  <a:pt x="21" y="4"/>
                </a:cubicBezTo>
                <a:cubicBezTo>
                  <a:pt x="18" y="4"/>
                  <a:pt x="15" y="5"/>
                  <a:pt x="12" y="6"/>
                </a:cubicBezTo>
                <a:cubicBezTo>
                  <a:pt x="10" y="7"/>
                  <a:pt x="9" y="9"/>
                  <a:pt x="8" y="11"/>
                </a:cubicBezTo>
                <a:cubicBezTo>
                  <a:pt x="7" y="12"/>
                  <a:pt x="7" y="13"/>
                  <a:pt x="7" y="13"/>
                </a:cubicBezTo>
                <a:cubicBezTo>
                  <a:pt x="7" y="14"/>
                  <a:pt x="7" y="14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7"/>
                  <a:pt x="7" y="17"/>
                  <a:pt x="7" y="18"/>
                </a:cubicBezTo>
                <a:cubicBezTo>
                  <a:pt x="7" y="18"/>
                  <a:pt x="7" y="19"/>
                  <a:pt x="7" y="19"/>
                </a:cubicBezTo>
                <a:cubicBezTo>
                  <a:pt x="7" y="20"/>
                  <a:pt x="7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2"/>
                  <a:pt x="5" y="23"/>
                  <a:pt x="5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5" y="24"/>
                  <a:pt x="5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7" y="26"/>
                  <a:pt x="6" y="27"/>
                  <a:pt x="5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29"/>
                  <a:pt x="5" y="29"/>
                  <a:pt x="6" y="29"/>
                </a:cubicBezTo>
                <a:cubicBezTo>
                  <a:pt x="6" y="30"/>
                  <a:pt x="6" y="30"/>
                  <a:pt x="6" y="30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32"/>
                  <a:pt x="6" y="32"/>
                  <a:pt x="6" y="32"/>
                </a:cubicBezTo>
                <a:cubicBezTo>
                  <a:pt x="6" y="32"/>
                  <a:pt x="6" y="32"/>
                  <a:pt x="6" y="32"/>
                </a:cubicBezTo>
                <a:cubicBezTo>
                  <a:pt x="6" y="32"/>
                  <a:pt x="6" y="32"/>
                  <a:pt x="6" y="32"/>
                </a:cubicBezTo>
                <a:cubicBezTo>
                  <a:pt x="6" y="32"/>
                  <a:pt x="6" y="33"/>
                  <a:pt x="6" y="33"/>
                </a:cubicBezTo>
                <a:cubicBezTo>
                  <a:pt x="7" y="34"/>
                  <a:pt x="7" y="35"/>
                  <a:pt x="7" y="36"/>
                </a:cubicBezTo>
                <a:cubicBezTo>
                  <a:pt x="7" y="37"/>
                  <a:pt x="7" y="37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8" y="38"/>
                  <a:pt x="9" y="38"/>
                  <a:pt x="10" y="38"/>
                </a:cubicBezTo>
                <a:cubicBezTo>
                  <a:pt x="15" y="38"/>
                  <a:pt x="16" y="40"/>
                  <a:pt x="17" y="45"/>
                </a:cubicBezTo>
                <a:cubicBezTo>
                  <a:pt x="17" y="46"/>
                  <a:pt x="17" y="47"/>
                  <a:pt x="17" y="49"/>
                </a:cubicBezTo>
                <a:cubicBezTo>
                  <a:pt x="17" y="50"/>
                  <a:pt x="16" y="51"/>
                  <a:pt x="15" y="51"/>
                </a:cubicBezTo>
                <a:cubicBezTo>
                  <a:pt x="14" y="51"/>
                  <a:pt x="13" y="50"/>
                  <a:pt x="13" y="49"/>
                </a:cubicBezTo>
                <a:cubicBezTo>
                  <a:pt x="13" y="48"/>
                  <a:pt x="13" y="46"/>
                  <a:pt x="13" y="45"/>
                </a:cubicBezTo>
                <a:cubicBezTo>
                  <a:pt x="13" y="43"/>
                  <a:pt x="13" y="42"/>
                  <a:pt x="10" y="41"/>
                </a:cubicBezTo>
                <a:cubicBezTo>
                  <a:pt x="8" y="41"/>
                  <a:pt x="6" y="41"/>
                  <a:pt x="5" y="40"/>
                </a:cubicBezTo>
                <a:cubicBezTo>
                  <a:pt x="4" y="40"/>
                  <a:pt x="3" y="39"/>
                  <a:pt x="3" y="38"/>
                </a:cubicBezTo>
                <a:cubicBezTo>
                  <a:pt x="3" y="38"/>
                  <a:pt x="3" y="37"/>
                  <a:pt x="3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3" y="36"/>
                  <a:pt x="3" y="35"/>
                  <a:pt x="3" y="35"/>
                </a:cubicBezTo>
                <a:close/>
                <a:moveTo>
                  <a:pt x="24" y="11"/>
                </a:moveTo>
                <a:cubicBezTo>
                  <a:pt x="24" y="11"/>
                  <a:pt x="24" y="11"/>
                  <a:pt x="24" y="11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5"/>
                  <a:pt x="17" y="25"/>
                  <a:pt x="17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8"/>
                  <a:pt x="24" y="8"/>
                  <a:pt x="24" y="11"/>
                </a:cubicBezTo>
                <a:close/>
                <a:moveTo>
                  <a:pt x="20" y="22"/>
                </a:moveTo>
                <a:cubicBezTo>
                  <a:pt x="20" y="22"/>
                  <a:pt x="20" y="22"/>
                  <a:pt x="20" y="22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18" y="11"/>
                  <a:pt x="18" y="11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20" y="22"/>
                  <a:pt x="20" y="22"/>
                </a:cubicBezTo>
                <a:close/>
                <a:moveTo>
                  <a:pt x="20" y="25"/>
                </a:move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21" y="26"/>
                  <a:pt x="21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7"/>
                  <a:pt x="22" y="27"/>
                  <a:pt x="22" y="28"/>
                </a:cubicBezTo>
                <a:cubicBezTo>
                  <a:pt x="22" y="29"/>
                  <a:pt x="22" y="30"/>
                  <a:pt x="21" y="30"/>
                </a:cubicBezTo>
                <a:cubicBezTo>
                  <a:pt x="21" y="31"/>
                  <a:pt x="20" y="31"/>
                  <a:pt x="20" y="31"/>
                </a:cubicBezTo>
                <a:cubicBezTo>
                  <a:pt x="19" y="31"/>
                  <a:pt x="18" y="31"/>
                  <a:pt x="18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29"/>
                  <a:pt x="17" y="28"/>
                </a:cubicBezTo>
                <a:cubicBezTo>
                  <a:pt x="17" y="27"/>
                  <a:pt x="17" y="27"/>
                  <a:pt x="18" y="26"/>
                </a:cubicBezTo>
                <a:cubicBezTo>
                  <a:pt x="18" y="26"/>
                  <a:pt x="19" y="25"/>
                  <a:pt x="20" y="25"/>
                </a:cubicBezTo>
                <a:close/>
                <a:moveTo>
                  <a:pt x="20" y="28"/>
                </a:move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9"/>
                  <a:pt x="19" y="29"/>
                  <a:pt x="20" y="29"/>
                </a:cubicBezTo>
                <a:cubicBezTo>
                  <a:pt x="20" y="29"/>
                  <a:pt x="20" y="29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63" name="Freeform 197">
            <a:extLst>
              <a:ext uri="{FF2B5EF4-FFF2-40B4-BE49-F238E27FC236}">
                <a16:creationId xmlns:a16="http://schemas.microsoft.com/office/drawing/2014/main" id="{B4DE6846-3D0E-B9B9-45AA-462ADFA1E823}"/>
              </a:ext>
            </a:extLst>
          </p:cNvPr>
          <p:cNvSpPr>
            <a:spLocks noEditPoints="1"/>
          </p:cNvSpPr>
          <p:nvPr/>
        </p:nvSpPr>
        <p:spPr bwMode="auto">
          <a:xfrm>
            <a:off x="3176519" y="4333265"/>
            <a:ext cx="173567" cy="211667"/>
          </a:xfrm>
          <a:custGeom>
            <a:avLst/>
            <a:gdLst>
              <a:gd name="T0" fmla="*/ 9525 w 41"/>
              <a:gd name="T1" fmla="*/ 104775 h 50"/>
              <a:gd name="T2" fmla="*/ 6350 w 41"/>
              <a:gd name="T3" fmla="*/ 85725 h 50"/>
              <a:gd name="T4" fmla="*/ 0 w 41"/>
              <a:gd name="T5" fmla="*/ 76200 h 50"/>
              <a:gd name="T6" fmla="*/ 12700 w 41"/>
              <a:gd name="T7" fmla="*/ 60325 h 50"/>
              <a:gd name="T8" fmla="*/ 12700 w 41"/>
              <a:gd name="T9" fmla="*/ 50800 h 50"/>
              <a:gd name="T10" fmla="*/ 15875 w 41"/>
              <a:gd name="T11" fmla="*/ 28575 h 50"/>
              <a:gd name="T12" fmla="*/ 123825 w 41"/>
              <a:gd name="T13" fmla="*/ 41275 h 50"/>
              <a:gd name="T14" fmla="*/ 101600 w 41"/>
              <a:gd name="T15" fmla="*/ 114300 h 50"/>
              <a:gd name="T16" fmla="*/ 98425 w 41"/>
              <a:gd name="T17" fmla="*/ 155575 h 50"/>
              <a:gd name="T18" fmla="*/ 95250 w 41"/>
              <a:gd name="T19" fmla="*/ 98425 h 50"/>
              <a:gd name="T20" fmla="*/ 69850 w 41"/>
              <a:gd name="T21" fmla="*/ 12700 h 50"/>
              <a:gd name="T22" fmla="*/ 22225 w 41"/>
              <a:gd name="T23" fmla="*/ 44450 h 50"/>
              <a:gd name="T24" fmla="*/ 25400 w 41"/>
              <a:gd name="T25" fmla="*/ 57150 h 50"/>
              <a:gd name="T26" fmla="*/ 19050 w 41"/>
              <a:gd name="T27" fmla="*/ 73025 h 50"/>
              <a:gd name="T28" fmla="*/ 19050 w 41"/>
              <a:gd name="T29" fmla="*/ 76200 h 50"/>
              <a:gd name="T30" fmla="*/ 19050 w 41"/>
              <a:gd name="T31" fmla="*/ 92075 h 50"/>
              <a:gd name="T32" fmla="*/ 19050 w 41"/>
              <a:gd name="T33" fmla="*/ 98425 h 50"/>
              <a:gd name="T34" fmla="*/ 22225 w 41"/>
              <a:gd name="T35" fmla="*/ 114300 h 50"/>
              <a:gd name="T36" fmla="*/ 57150 w 41"/>
              <a:gd name="T37" fmla="*/ 152400 h 50"/>
              <a:gd name="T38" fmla="*/ 34925 w 41"/>
              <a:gd name="T39" fmla="*/ 130175 h 50"/>
              <a:gd name="T40" fmla="*/ 9525 w 41"/>
              <a:gd name="T41" fmla="*/ 114300 h 50"/>
              <a:gd name="T42" fmla="*/ 85725 w 41"/>
              <a:gd name="T43" fmla="*/ 34925 h 50"/>
              <a:gd name="T44" fmla="*/ 101600 w 41"/>
              <a:gd name="T45" fmla="*/ 44450 h 50"/>
              <a:gd name="T46" fmla="*/ 95250 w 41"/>
              <a:gd name="T47" fmla="*/ 53975 h 50"/>
              <a:gd name="T48" fmla="*/ 101600 w 41"/>
              <a:gd name="T49" fmla="*/ 69850 h 50"/>
              <a:gd name="T50" fmla="*/ 85725 w 41"/>
              <a:gd name="T51" fmla="*/ 79375 h 50"/>
              <a:gd name="T52" fmla="*/ 73025 w 41"/>
              <a:gd name="T53" fmla="*/ 95250 h 50"/>
              <a:gd name="T54" fmla="*/ 50800 w 41"/>
              <a:gd name="T55" fmla="*/ 79375 h 50"/>
              <a:gd name="T56" fmla="*/ 34925 w 41"/>
              <a:gd name="T57" fmla="*/ 69850 h 50"/>
              <a:gd name="T58" fmla="*/ 41275 w 41"/>
              <a:gd name="T59" fmla="*/ 53975 h 50"/>
              <a:gd name="T60" fmla="*/ 44450 w 41"/>
              <a:gd name="T61" fmla="*/ 31750 h 50"/>
              <a:gd name="T62" fmla="*/ 60325 w 41"/>
              <a:gd name="T63" fmla="*/ 25400 h 50"/>
              <a:gd name="T64" fmla="*/ 79375 w 41"/>
              <a:gd name="T65" fmla="*/ 31750 h 50"/>
              <a:gd name="T66" fmla="*/ 69850 w 41"/>
              <a:gd name="T67" fmla="*/ 34925 h 50"/>
              <a:gd name="T68" fmla="*/ 63500 w 41"/>
              <a:gd name="T69" fmla="*/ 38100 h 50"/>
              <a:gd name="T70" fmla="*/ 44450 w 41"/>
              <a:gd name="T71" fmla="*/ 41275 h 50"/>
              <a:gd name="T72" fmla="*/ 47625 w 41"/>
              <a:gd name="T73" fmla="*/ 63500 h 50"/>
              <a:gd name="T74" fmla="*/ 44450 w 41"/>
              <a:gd name="T75" fmla="*/ 73025 h 50"/>
              <a:gd name="T76" fmla="*/ 63500 w 41"/>
              <a:gd name="T77" fmla="*/ 76200 h 50"/>
              <a:gd name="T78" fmla="*/ 69850 w 41"/>
              <a:gd name="T79" fmla="*/ 85725 h 50"/>
              <a:gd name="T80" fmla="*/ 88900 w 41"/>
              <a:gd name="T81" fmla="*/ 73025 h 50"/>
              <a:gd name="T82" fmla="*/ 88900 w 41"/>
              <a:gd name="T83" fmla="*/ 63500 h 50"/>
              <a:gd name="T84" fmla="*/ 95250 w 41"/>
              <a:gd name="T85" fmla="*/ 44450 h 50"/>
              <a:gd name="T86" fmla="*/ 82550 w 41"/>
              <a:gd name="T87" fmla="*/ 44450 h 50"/>
              <a:gd name="T88" fmla="*/ 76200 w 41"/>
              <a:gd name="T89" fmla="*/ 47625 h 50"/>
              <a:gd name="T90" fmla="*/ 69850 w 41"/>
              <a:gd name="T91" fmla="*/ 69850 h 50"/>
              <a:gd name="T92" fmla="*/ 57150 w 41"/>
              <a:gd name="T93" fmla="*/ 57150 h 50"/>
              <a:gd name="T94" fmla="*/ 73025 w 41"/>
              <a:gd name="T95" fmla="*/ 53975 h 50"/>
              <a:gd name="T96" fmla="*/ 66675 w 41"/>
              <a:gd name="T97" fmla="*/ 53975 h 50"/>
              <a:gd name="T98" fmla="*/ 69850 w 41"/>
              <a:gd name="T99" fmla="*/ 63500 h 50"/>
              <a:gd name="T100" fmla="*/ 73025 w 41"/>
              <a:gd name="T101" fmla="*/ 57150 h 5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41" h="50">
                <a:moveTo>
                  <a:pt x="4" y="34"/>
                </a:moveTo>
                <a:cubicBezTo>
                  <a:pt x="4" y="34"/>
                  <a:pt x="4" y="34"/>
                  <a:pt x="4" y="34"/>
                </a:cubicBezTo>
                <a:cubicBezTo>
                  <a:pt x="4" y="34"/>
                  <a:pt x="4" y="34"/>
                  <a:pt x="4" y="34"/>
                </a:cubicBezTo>
                <a:cubicBezTo>
                  <a:pt x="3" y="34"/>
                  <a:pt x="3" y="33"/>
                  <a:pt x="3" y="33"/>
                </a:cubicBezTo>
                <a:cubicBezTo>
                  <a:pt x="3" y="33"/>
                  <a:pt x="3" y="32"/>
                  <a:pt x="2" y="31"/>
                </a:cubicBezTo>
                <a:cubicBezTo>
                  <a:pt x="2" y="31"/>
                  <a:pt x="2" y="30"/>
                  <a:pt x="3" y="30"/>
                </a:cubicBezTo>
                <a:cubicBezTo>
                  <a:pt x="2" y="29"/>
                  <a:pt x="2" y="29"/>
                  <a:pt x="2" y="28"/>
                </a:cubicBezTo>
                <a:cubicBezTo>
                  <a:pt x="2" y="28"/>
                  <a:pt x="2" y="27"/>
                  <a:pt x="2" y="27"/>
                </a:cubicBezTo>
                <a:cubicBezTo>
                  <a:pt x="2" y="27"/>
                  <a:pt x="2" y="26"/>
                  <a:pt x="1" y="26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25"/>
                  <a:pt x="0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3"/>
                  <a:pt x="2" y="21"/>
                  <a:pt x="2" y="21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19"/>
                  <a:pt x="4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18"/>
                  <a:pt x="4" y="17"/>
                  <a:pt x="4" y="17"/>
                </a:cubicBezTo>
                <a:cubicBezTo>
                  <a:pt x="4" y="17"/>
                  <a:pt x="4" y="16"/>
                  <a:pt x="4" y="16"/>
                </a:cubicBezTo>
                <a:cubicBezTo>
                  <a:pt x="4" y="16"/>
                  <a:pt x="4" y="16"/>
                  <a:pt x="4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3" y="14"/>
                  <a:pt x="4" y="13"/>
                  <a:pt x="4" y="12"/>
                </a:cubicBezTo>
                <a:cubicBezTo>
                  <a:pt x="4" y="11"/>
                  <a:pt x="4" y="10"/>
                  <a:pt x="5" y="9"/>
                </a:cubicBezTo>
                <a:cubicBezTo>
                  <a:pt x="6" y="6"/>
                  <a:pt x="8" y="3"/>
                  <a:pt x="11" y="2"/>
                </a:cubicBezTo>
                <a:cubicBezTo>
                  <a:pt x="15" y="0"/>
                  <a:pt x="19" y="0"/>
                  <a:pt x="22" y="0"/>
                </a:cubicBezTo>
                <a:cubicBezTo>
                  <a:pt x="26" y="0"/>
                  <a:pt x="30" y="1"/>
                  <a:pt x="33" y="3"/>
                </a:cubicBezTo>
                <a:cubicBezTo>
                  <a:pt x="36" y="6"/>
                  <a:pt x="38" y="9"/>
                  <a:pt x="39" y="13"/>
                </a:cubicBezTo>
                <a:cubicBezTo>
                  <a:pt x="41" y="17"/>
                  <a:pt x="40" y="21"/>
                  <a:pt x="39" y="25"/>
                </a:cubicBezTo>
                <a:cubicBezTo>
                  <a:pt x="37" y="28"/>
                  <a:pt x="35" y="31"/>
                  <a:pt x="32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5"/>
                  <a:pt x="32" y="36"/>
                  <a:pt x="32" y="36"/>
                </a:cubicBezTo>
                <a:cubicBezTo>
                  <a:pt x="32" y="38"/>
                  <a:pt x="33" y="40"/>
                  <a:pt x="33" y="42"/>
                </a:cubicBezTo>
                <a:cubicBezTo>
                  <a:pt x="34" y="44"/>
                  <a:pt x="34" y="46"/>
                  <a:pt x="35" y="47"/>
                </a:cubicBezTo>
                <a:cubicBezTo>
                  <a:pt x="35" y="48"/>
                  <a:pt x="35" y="50"/>
                  <a:pt x="34" y="50"/>
                </a:cubicBezTo>
                <a:cubicBezTo>
                  <a:pt x="33" y="50"/>
                  <a:pt x="32" y="50"/>
                  <a:pt x="31" y="49"/>
                </a:cubicBezTo>
                <a:cubicBezTo>
                  <a:pt x="31" y="47"/>
                  <a:pt x="30" y="45"/>
                  <a:pt x="29" y="43"/>
                </a:cubicBezTo>
                <a:cubicBezTo>
                  <a:pt x="29" y="41"/>
                  <a:pt x="29" y="39"/>
                  <a:pt x="28" y="36"/>
                </a:cubicBezTo>
                <a:cubicBezTo>
                  <a:pt x="28" y="35"/>
                  <a:pt x="28" y="34"/>
                  <a:pt x="28" y="33"/>
                </a:cubicBezTo>
                <a:cubicBezTo>
                  <a:pt x="28" y="33"/>
                  <a:pt x="29" y="32"/>
                  <a:pt x="30" y="31"/>
                </a:cubicBezTo>
                <a:cubicBezTo>
                  <a:pt x="32" y="29"/>
                  <a:pt x="34" y="26"/>
                  <a:pt x="35" y="23"/>
                </a:cubicBezTo>
                <a:cubicBezTo>
                  <a:pt x="37" y="20"/>
                  <a:pt x="37" y="17"/>
                  <a:pt x="36" y="14"/>
                </a:cubicBezTo>
                <a:cubicBezTo>
                  <a:pt x="35" y="11"/>
                  <a:pt x="33" y="8"/>
                  <a:pt x="31" y="7"/>
                </a:cubicBezTo>
                <a:cubicBezTo>
                  <a:pt x="28" y="5"/>
                  <a:pt x="25" y="4"/>
                  <a:pt x="22" y="4"/>
                </a:cubicBezTo>
                <a:cubicBezTo>
                  <a:pt x="19" y="3"/>
                  <a:pt x="16" y="4"/>
                  <a:pt x="13" y="5"/>
                </a:cubicBezTo>
                <a:cubicBezTo>
                  <a:pt x="11" y="6"/>
                  <a:pt x="9" y="8"/>
                  <a:pt x="8" y="10"/>
                </a:cubicBezTo>
                <a:cubicBezTo>
                  <a:pt x="8" y="11"/>
                  <a:pt x="8" y="12"/>
                  <a:pt x="8" y="13"/>
                </a:cubicBezTo>
                <a:cubicBezTo>
                  <a:pt x="8" y="13"/>
                  <a:pt x="7" y="13"/>
                  <a:pt x="7" y="14"/>
                </a:cubicBezTo>
                <a:cubicBezTo>
                  <a:pt x="7" y="14"/>
                  <a:pt x="8" y="14"/>
                  <a:pt x="8" y="15"/>
                </a:cubicBezTo>
                <a:cubicBezTo>
                  <a:pt x="8" y="15"/>
                  <a:pt x="8" y="15"/>
                  <a:pt x="8" y="16"/>
                </a:cubicBezTo>
                <a:cubicBezTo>
                  <a:pt x="8" y="16"/>
                  <a:pt x="8" y="16"/>
                  <a:pt x="8" y="17"/>
                </a:cubicBezTo>
                <a:cubicBezTo>
                  <a:pt x="8" y="17"/>
                  <a:pt x="8" y="18"/>
                  <a:pt x="8" y="18"/>
                </a:cubicBezTo>
                <a:cubicBezTo>
                  <a:pt x="8" y="19"/>
                  <a:pt x="7" y="20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6" y="21"/>
                  <a:pt x="6" y="22"/>
                  <a:pt x="6" y="22"/>
                </a:cubicBezTo>
                <a:cubicBezTo>
                  <a:pt x="6" y="23"/>
                  <a:pt x="6" y="23"/>
                  <a:pt x="6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5" y="23"/>
                  <a:pt x="5" y="23"/>
                  <a:pt x="6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8" y="25"/>
                  <a:pt x="7" y="26"/>
                  <a:pt x="6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28"/>
                  <a:pt x="6" y="28"/>
                  <a:pt x="6" y="29"/>
                </a:cubicBezTo>
                <a:cubicBezTo>
                  <a:pt x="6" y="29"/>
                  <a:pt x="7" y="29"/>
                  <a:pt x="7" y="29"/>
                </a:cubicBezTo>
                <a:cubicBezTo>
                  <a:pt x="7" y="30"/>
                  <a:pt x="7" y="30"/>
                  <a:pt x="7" y="31"/>
                </a:cubicBezTo>
                <a:cubicBezTo>
                  <a:pt x="7" y="31"/>
                  <a:pt x="6" y="31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7" y="31"/>
                  <a:pt x="7" y="31"/>
                  <a:pt x="7" y="31"/>
                </a:cubicBezTo>
                <a:cubicBezTo>
                  <a:pt x="7" y="32"/>
                  <a:pt x="7" y="32"/>
                  <a:pt x="7" y="32"/>
                </a:cubicBezTo>
                <a:cubicBezTo>
                  <a:pt x="8" y="33"/>
                  <a:pt x="8" y="34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9" y="37"/>
                  <a:pt x="10" y="37"/>
                  <a:pt x="11" y="37"/>
                </a:cubicBezTo>
                <a:cubicBezTo>
                  <a:pt x="16" y="37"/>
                  <a:pt x="17" y="39"/>
                  <a:pt x="18" y="44"/>
                </a:cubicBezTo>
                <a:cubicBezTo>
                  <a:pt x="18" y="45"/>
                  <a:pt x="18" y="47"/>
                  <a:pt x="18" y="48"/>
                </a:cubicBezTo>
                <a:cubicBezTo>
                  <a:pt x="18" y="49"/>
                  <a:pt x="17" y="50"/>
                  <a:pt x="16" y="50"/>
                </a:cubicBezTo>
                <a:cubicBezTo>
                  <a:pt x="15" y="50"/>
                  <a:pt x="14" y="49"/>
                  <a:pt x="14" y="48"/>
                </a:cubicBezTo>
                <a:cubicBezTo>
                  <a:pt x="14" y="47"/>
                  <a:pt x="14" y="46"/>
                  <a:pt x="14" y="44"/>
                </a:cubicBezTo>
                <a:cubicBezTo>
                  <a:pt x="14" y="42"/>
                  <a:pt x="14" y="41"/>
                  <a:pt x="11" y="41"/>
                </a:cubicBezTo>
                <a:cubicBezTo>
                  <a:pt x="9" y="41"/>
                  <a:pt x="7" y="40"/>
                  <a:pt x="5" y="39"/>
                </a:cubicBezTo>
                <a:cubicBezTo>
                  <a:pt x="5" y="39"/>
                  <a:pt x="4" y="38"/>
                  <a:pt x="4" y="38"/>
                </a:cubicBezTo>
                <a:cubicBezTo>
                  <a:pt x="3" y="37"/>
                  <a:pt x="3" y="36"/>
                  <a:pt x="3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3" y="35"/>
                  <a:pt x="4" y="35"/>
                  <a:pt x="4" y="34"/>
                </a:cubicBezTo>
                <a:close/>
                <a:moveTo>
                  <a:pt x="25" y="10"/>
                </a:moveTo>
                <a:cubicBezTo>
                  <a:pt x="25" y="10"/>
                  <a:pt x="25" y="10"/>
                  <a:pt x="25" y="10"/>
                </a:cubicBezTo>
                <a:cubicBezTo>
                  <a:pt x="26" y="10"/>
                  <a:pt x="26" y="11"/>
                  <a:pt x="27" y="11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10"/>
                  <a:pt x="30" y="10"/>
                  <a:pt x="30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32" y="14"/>
                  <a:pt x="32" y="14"/>
                  <a:pt x="32" y="14"/>
                </a:cubicBezTo>
                <a:cubicBezTo>
                  <a:pt x="33" y="15"/>
                  <a:pt x="32" y="15"/>
                  <a:pt x="32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18"/>
                  <a:pt x="30" y="19"/>
                  <a:pt x="30" y="19"/>
                </a:cubicBezTo>
                <a:cubicBezTo>
                  <a:pt x="30" y="20"/>
                  <a:pt x="30" y="20"/>
                  <a:pt x="30" y="20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3" y="22"/>
                  <a:pt x="32" y="22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6"/>
                  <a:pt x="29" y="26"/>
                  <a:pt x="29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6"/>
                  <a:pt x="26" y="26"/>
                  <a:pt x="25" y="26"/>
                </a:cubicBezTo>
                <a:cubicBezTo>
                  <a:pt x="25" y="28"/>
                  <a:pt x="25" y="28"/>
                  <a:pt x="25" y="28"/>
                </a:cubicBezTo>
                <a:cubicBezTo>
                  <a:pt x="25" y="29"/>
                  <a:pt x="24" y="29"/>
                  <a:pt x="23" y="29"/>
                </a:cubicBezTo>
                <a:cubicBezTo>
                  <a:pt x="23" y="30"/>
                  <a:pt x="23" y="30"/>
                  <a:pt x="23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19" y="29"/>
                  <a:pt x="19" y="29"/>
                  <a:pt x="19" y="28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6"/>
                  <a:pt x="17" y="26"/>
                  <a:pt x="16" y="25"/>
                </a:cubicBezTo>
                <a:cubicBezTo>
                  <a:pt x="14" y="26"/>
                  <a:pt x="14" y="26"/>
                  <a:pt x="14" y="26"/>
                </a:cubicBezTo>
                <a:cubicBezTo>
                  <a:pt x="14" y="26"/>
                  <a:pt x="13" y="26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3" y="20"/>
                  <a:pt x="13" y="20"/>
                  <a:pt x="13" y="20"/>
                </a:cubicBezTo>
                <a:cubicBezTo>
                  <a:pt x="13" y="19"/>
                  <a:pt x="13" y="18"/>
                  <a:pt x="13" y="17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5"/>
                  <a:pt x="11" y="15"/>
                  <a:pt x="11" y="14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0"/>
                  <a:pt x="14" y="10"/>
                  <a:pt x="14" y="10"/>
                </a:cubicBezTo>
                <a:cubicBezTo>
                  <a:pt x="14" y="11"/>
                  <a:pt x="14" y="11"/>
                  <a:pt x="14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7" y="11"/>
                  <a:pt x="18" y="10"/>
                  <a:pt x="19" y="10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7"/>
                  <a:pt x="19" y="7"/>
                  <a:pt x="20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4" y="7"/>
                  <a:pt x="25" y="7"/>
                  <a:pt x="25" y="8"/>
                </a:cubicBezTo>
                <a:cubicBezTo>
                  <a:pt x="25" y="10"/>
                  <a:pt x="25" y="10"/>
                  <a:pt x="25" y="10"/>
                </a:cubicBezTo>
                <a:close/>
                <a:moveTo>
                  <a:pt x="23" y="12"/>
                </a:move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2" y="11"/>
                  <a:pt x="22" y="11"/>
                </a:cubicBezTo>
                <a:cubicBezTo>
                  <a:pt x="22" y="9"/>
                  <a:pt x="22" y="9"/>
                  <a:pt x="22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2"/>
                  <a:pt x="20" y="12"/>
                </a:cubicBezTo>
                <a:cubicBezTo>
                  <a:pt x="19" y="12"/>
                  <a:pt x="18" y="13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6" y="14"/>
                  <a:pt x="16" y="14"/>
                </a:cubicBezTo>
                <a:cubicBezTo>
                  <a:pt x="14" y="13"/>
                  <a:pt x="14" y="13"/>
                  <a:pt x="14" y="13"/>
                </a:cubicBezTo>
                <a:cubicBezTo>
                  <a:pt x="13" y="14"/>
                  <a:pt x="13" y="14"/>
                  <a:pt x="13" y="14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15"/>
                  <a:pt x="16" y="16"/>
                  <a:pt x="15" y="16"/>
                </a:cubicBezTo>
                <a:cubicBezTo>
                  <a:pt x="15" y="18"/>
                  <a:pt x="15" y="19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6" y="20"/>
                  <a:pt x="15" y="21"/>
                  <a:pt x="15" y="21"/>
                </a:cubicBezTo>
                <a:cubicBezTo>
                  <a:pt x="13" y="22"/>
                  <a:pt x="13" y="22"/>
                  <a:pt x="13" y="22"/>
                </a:cubicBezTo>
                <a:cubicBezTo>
                  <a:pt x="14" y="23"/>
                  <a:pt x="14" y="23"/>
                  <a:pt x="14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6" y="22"/>
                  <a:pt x="17" y="22"/>
                  <a:pt x="17" y="23"/>
                </a:cubicBezTo>
                <a:cubicBezTo>
                  <a:pt x="18" y="24"/>
                  <a:pt x="19" y="24"/>
                  <a:pt x="2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5"/>
                  <a:pt x="21" y="25"/>
                  <a:pt x="21" y="26"/>
                </a:cubicBez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5"/>
                  <a:pt x="23" y="25"/>
                  <a:pt x="23" y="24"/>
                </a:cubicBezTo>
                <a:cubicBezTo>
                  <a:pt x="24" y="24"/>
                  <a:pt x="25" y="24"/>
                  <a:pt x="26" y="23"/>
                </a:cubicBezTo>
                <a:cubicBezTo>
                  <a:pt x="27" y="22"/>
                  <a:pt x="27" y="22"/>
                  <a:pt x="28" y="23"/>
                </a:cubicBezTo>
                <a:cubicBezTo>
                  <a:pt x="29" y="23"/>
                  <a:pt x="29" y="23"/>
                  <a:pt x="29" y="23"/>
                </a:cubicBezTo>
                <a:cubicBezTo>
                  <a:pt x="30" y="22"/>
                  <a:pt x="30" y="22"/>
                  <a:pt x="30" y="22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0"/>
                  <a:pt x="28" y="20"/>
                </a:cubicBezTo>
                <a:cubicBezTo>
                  <a:pt x="28" y="19"/>
                  <a:pt x="28" y="18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6"/>
                  <a:pt x="28" y="15"/>
                  <a:pt x="28" y="15"/>
                </a:cubicBezTo>
                <a:cubicBezTo>
                  <a:pt x="30" y="14"/>
                  <a:pt x="30" y="14"/>
                  <a:pt x="30" y="14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14"/>
                  <a:pt x="28" y="14"/>
                  <a:pt x="28" y="14"/>
                </a:cubicBezTo>
                <a:cubicBezTo>
                  <a:pt x="28" y="14"/>
                  <a:pt x="28" y="14"/>
                  <a:pt x="28" y="14"/>
                </a:cubicBezTo>
                <a:cubicBezTo>
                  <a:pt x="27" y="14"/>
                  <a:pt x="27" y="14"/>
                  <a:pt x="26" y="14"/>
                </a:cubicBezTo>
                <a:cubicBezTo>
                  <a:pt x="25" y="13"/>
                  <a:pt x="24" y="12"/>
                  <a:pt x="23" y="12"/>
                </a:cubicBezTo>
                <a:close/>
                <a:moveTo>
                  <a:pt x="22" y="14"/>
                </a:moveTo>
                <a:cubicBezTo>
                  <a:pt x="22" y="14"/>
                  <a:pt x="22" y="14"/>
                  <a:pt x="22" y="14"/>
                </a:cubicBezTo>
                <a:cubicBezTo>
                  <a:pt x="23" y="14"/>
                  <a:pt x="24" y="15"/>
                  <a:pt x="24" y="15"/>
                </a:cubicBezTo>
                <a:cubicBezTo>
                  <a:pt x="25" y="16"/>
                  <a:pt x="25" y="17"/>
                  <a:pt x="25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19"/>
                  <a:pt x="25" y="20"/>
                  <a:pt x="24" y="21"/>
                </a:cubicBezTo>
                <a:cubicBezTo>
                  <a:pt x="24" y="22"/>
                  <a:pt x="23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0" y="22"/>
                  <a:pt x="20" y="22"/>
                  <a:pt x="19" y="21"/>
                </a:cubicBezTo>
                <a:cubicBezTo>
                  <a:pt x="18" y="20"/>
                  <a:pt x="18" y="19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7"/>
                  <a:pt x="18" y="16"/>
                  <a:pt x="19" y="15"/>
                </a:cubicBezTo>
                <a:cubicBezTo>
                  <a:pt x="20" y="15"/>
                  <a:pt x="21" y="14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3" y="17"/>
                </a:moveTo>
                <a:cubicBezTo>
                  <a:pt x="23" y="17"/>
                  <a:pt x="23" y="17"/>
                  <a:pt x="23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0" y="17"/>
                  <a:pt x="20" y="18"/>
                  <a:pt x="2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9"/>
                  <a:pt x="20" y="19"/>
                  <a:pt x="21" y="19"/>
                </a:cubicBezTo>
                <a:cubicBezTo>
                  <a:pt x="21" y="20"/>
                  <a:pt x="21" y="20"/>
                  <a:pt x="22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2" y="20"/>
                  <a:pt x="23" y="19"/>
                </a:cubicBezTo>
                <a:cubicBezTo>
                  <a:pt x="23" y="19"/>
                  <a:pt x="23" y="19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7"/>
                  <a:pt x="23" y="1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64" name="Freeform 198">
            <a:extLst>
              <a:ext uri="{FF2B5EF4-FFF2-40B4-BE49-F238E27FC236}">
                <a16:creationId xmlns:a16="http://schemas.microsoft.com/office/drawing/2014/main" id="{69D0280A-44BD-109B-4DA8-489DCD700018}"/>
              </a:ext>
            </a:extLst>
          </p:cNvPr>
          <p:cNvSpPr>
            <a:spLocks noEditPoints="1"/>
          </p:cNvSpPr>
          <p:nvPr/>
        </p:nvSpPr>
        <p:spPr bwMode="auto">
          <a:xfrm>
            <a:off x="4651834" y="3437915"/>
            <a:ext cx="213784" cy="207433"/>
          </a:xfrm>
          <a:custGeom>
            <a:avLst/>
            <a:gdLst>
              <a:gd name="T0" fmla="*/ 51308 w 50"/>
              <a:gd name="T1" fmla="*/ 79375 h 49"/>
              <a:gd name="T2" fmla="*/ 70549 w 50"/>
              <a:gd name="T3" fmla="*/ 47625 h 49"/>
              <a:gd name="T4" fmla="*/ 73755 w 50"/>
              <a:gd name="T5" fmla="*/ 79375 h 49"/>
              <a:gd name="T6" fmla="*/ 57722 w 50"/>
              <a:gd name="T7" fmla="*/ 79375 h 49"/>
              <a:gd name="T8" fmla="*/ 112237 w 50"/>
              <a:gd name="T9" fmla="*/ 152400 h 49"/>
              <a:gd name="T10" fmla="*/ 51308 w 50"/>
              <a:gd name="T11" fmla="*/ 127000 h 49"/>
              <a:gd name="T12" fmla="*/ 48101 w 50"/>
              <a:gd name="T13" fmla="*/ 155575 h 49"/>
              <a:gd name="T14" fmla="*/ 32068 w 50"/>
              <a:gd name="T15" fmla="*/ 155575 h 49"/>
              <a:gd name="T16" fmla="*/ 28861 w 50"/>
              <a:gd name="T17" fmla="*/ 127000 h 49"/>
              <a:gd name="T18" fmla="*/ 6414 w 50"/>
              <a:gd name="T19" fmla="*/ 114300 h 49"/>
              <a:gd name="T20" fmla="*/ 6414 w 50"/>
              <a:gd name="T21" fmla="*/ 107950 h 49"/>
              <a:gd name="T22" fmla="*/ 0 w 50"/>
              <a:gd name="T23" fmla="*/ 15875 h 49"/>
              <a:gd name="T24" fmla="*/ 28861 w 50"/>
              <a:gd name="T25" fmla="*/ 9525 h 49"/>
              <a:gd name="T26" fmla="*/ 35274 w 50"/>
              <a:gd name="T27" fmla="*/ 3175 h 49"/>
              <a:gd name="T28" fmla="*/ 76962 w 50"/>
              <a:gd name="T29" fmla="*/ 3175 h 49"/>
              <a:gd name="T30" fmla="*/ 86583 w 50"/>
              <a:gd name="T31" fmla="*/ 9525 h 49"/>
              <a:gd name="T32" fmla="*/ 131477 w 50"/>
              <a:gd name="T33" fmla="*/ 0 h 49"/>
              <a:gd name="T34" fmla="*/ 153924 w 50"/>
              <a:gd name="T35" fmla="*/ 9525 h 49"/>
              <a:gd name="T36" fmla="*/ 160338 w 50"/>
              <a:gd name="T37" fmla="*/ 101600 h 49"/>
              <a:gd name="T38" fmla="*/ 134684 w 50"/>
              <a:gd name="T39" fmla="*/ 107950 h 49"/>
              <a:gd name="T40" fmla="*/ 160338 w 50"/>
              <a:gd name="T41" fmla="*/ 120650 h 49"/>
              <a:gd name="T42" fmla="*/ 134684 w 50"/>
              <a:gd name="T43" fmla="*/ 152400 h 49"/>
              <a:gd name="T44" fmla="*/ 131477 w 50"/>
              <a:gd name="T45" fmla="*/ 155575 h 49"/>
              <a:gd name="T46" fmla="*/ 112237 w 50"/>
              <a:gd name="T47" fmla="*/ 114300 h 49"/>
              <a:gd name="T48" fmla="*/ 51308 w 50"/>
              <a:gd name="T49" fmla="*/ 107950 h 49"/>
              <a:gd name="T50" fmla="*/ 35274 w 50"/>
              <a:gd name="T51" fmla="*/ 114300 h 49"/>
              <a:gd name="T52" fmla="*/ 44895 w 50"/>
              <a:gd name="T53" fmla="*/ 107950 h 49"/>
              <a:gd name="T54" fmla="*/ 118650 w 50"/>
              <a:gd name="T55" fmla="*/ 114300 h 49"/>
              <a:gd name="T56" fmla="*/ 128270 w 50"/>
              <a:gd name="T57" fmla="*/ 107950 h 49"/>
              <a:gd name="T58" fmla="*/ 128270 w 50"/>
              <a:gd name="T59" fmla="*/ 127000 h 49"/>
              <a:gd name="T60" fmla="*/ 118650 w 50"/>
              <a:gd name="T61" fmla="*/ 149225 h 49"/>
              <a:gd name="T62" fmla="*/ 44895 w 50"/>
              <a:gd name="T63" fmla="*/ 127000 h 49"/>
              <a:gd name="T64" fmla="*/ 35274 w 50"/>
              <a:gd name="T65" fmla="*/ 149225 h 49"/>
              <a:gd name="T66" fmla="*/ 150718 w 50"/>
              <a:gd name="T67" fmla="*/ 22225 h 49"/>
              <a:gd name="T68" fmla="*/ 134684 w 50"/>
              <a:gd name="T69" fmla="*/ 31750 h 49"/>
              <a:gd name="T70" fmla="*/ 128270 w 50"/>
              <a:gd name="T71" fmla="*/ 22225 h 49"/>
              <a:gd name="T72" fmla="*/ 80169 w 50"/>
              <a:gd name="T73" fmla="*/ 34925 h 49"/>
              <a:gd name="T74" fmla="*/ 35274 w 50"/>
              <a:gd name="T75" fmla="*/ 22225 h 49"/>
              <a:gd name="T76" fmla="*/ 28861 w 50"/>
              <a:gd name="T77" fmla="*/ 31750 h 49"/>
              <a:gd name="T78" fmla="*/ 12827 w 50"/>
              <a:gd name="T79" fmla="*/ 95250 h 49"/>
              <a:gd name="T80" fmla="*/ 67342 w 50"/>
              <a:gd name="T81" fmla="*/ 60325 h 49"/>
              <a:gd name="T82" fmla="*/ 70549 w 50"/>
              <a:gd name="T83" fmla="*/ 66675 h 49"/>
              <a:gd name="T84" fmla="*/ 86583 w 50"/>
              <a:gd name="T85" fmla="*/ 44450 h 49"/>
              <a:gd name="T86" fmla="*/ 109030 w 50"/>
              <a:gd name="T87" fmla="*/ 47625 h 49"/>
              <a:gd name="T88" fmla="*/ 109030 w 50"/>
              <a:gd name="T89" fmla="*/ 79375 h 49"/>
              <a:gd name="T90" fmla="*/ 83376 w 50"/>
              <a:gd name="T91" fmla="*/ 79375 h 49"/>
              <a:gd name="T92" fmla="*/ 86583 w 50"/>
              <a:gd name="T93" fmla="*/ 44450 h 49"/>
              <a:gd name="T94" fmla="*/ 92996 w 50"/>
              <a:gd name="T95" fmla="*/ 50800 h 49"/>
              <a:gd name="T96" fmla="*/ 102616 w 50"/>
              <a:gd name="T97" fmla="*/ 76200 h 49"/>
              <a:gd name="T98" fmla="*/ 102616 w 50"/>
              <a:gd name="T99" fmla="*/ 50800 h 4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0" h="49">
                <a:moveTo>
                  <a:pt x="18" y="25"/>
                </a:moveTo>
                <a:cubicBezTo>
                  <a:pt x="18" y="26"/>
                  <a:pt x="17" y="26"/>
                  <a:pt x="17" y="26"/>
                </a:cubicBezTo>
                <a:cubicBezTo>
                  <a:pt x="16" y="26"/>
                  <a:pt x="16" y="25"/>
                  <a:pt x="16" y="25"/>
                </a:cubicBezTo>
                <a:cubicBezTo>
                  <a:pt x="20" y="15"/>
                  <a:pt x="20" y="15"/>
                  <a:pt x="20" y="15"/>
                </a:cubicBezTo>
                <a:cubicBezTo>
                  <a:pt x="20" y="14"/>
                  <a:pt x="20" y="14"/>
                  <a:pt x="21" y="14"/>
                </a:cubicBezTo>
                <a:cubicBezTo>
                  <a:pt x="21" y="14"/>
                  <a:pt x="22" y="14"/>
                  <a:pt x="22" y="1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6"/>
                  <a:pt x="25" y="26"/>
                </a:cubicBezTo>
                <a:cubicBezTo>
                  <a:pt x="24" y="26"/>
                  <a:pt x="23" y="26"/>
                  <a:pt x="23" y="25"/>
                </a:cubicBezTo>
                <a:cubicBezTo>
                  <a:pt x="22" y="24"/>
                  <a:pt x="22" y="24"/>
                  <a:pt x="22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8" y="25"/>
                  <a:pt x="18" y="25"/>
                  <a:pt x="18" y="25"/>
                </a:cubicBezTo>
                <a:close/>
                <a:moveTo>
                  <a:pt x="36" y="49"/>
                </a:moveTo>
                <a:cubicBezTo>
                  <a:pt x="36" y="49"/>
                  <a:pt x="36" y="49"/>
                  <a:pt x="36" y="49"/>
                </a:cubicBezTo>
                <a:cubicBezTo>
                  <a:pt x="35" y="49"/>
                  <a:pt x="35" y="48"/>
                  <a:pt x="35" y="48"/>
                </a:cubicBezTo>
                <a:cubicBezTo>
                  <a:pt x="35" y="48"/>
                  <a:pt x="35" y="48"/>
                  <a:pt x="35" y="48"/>
                </a:cubicBezTo>
                <a:cubicBezTo>
                  <a:pt x="35" y="40"/>
                  <a:pt x="35" y="40"/>
                  <a:pt x="35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16" y="48"/>
                  <a:pt x="16" y="48"/>
                  <a:pt x="16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6" y="48"/>
                  <a:pt x="15" y="49"/>
                  <a:pt x="15" y="49"/>
                </a:cubicBezTo>
                <a:cubicBezTo>
                  <a:pt x="15" y="49"/>
                  <a:pt x="15" y="49"/>
                  <a:pt x="15" y="49"/>
                </a:cubicBezTo>
                <a:cubicBezTo>
                  <a:pt x="10" y="49"/>
                  <a:pt x="10" y="49"/>
                  <a:pt x="10" y="49"/>
                </a:cubicBezTo>
                <a:cubicBezTo>
                  <a:pt x="10" y="49"/>
                  <a:pt x="10" y="49"/>
                  <a:pt x="10" y="49"/>
                </a:cubicBezTo>
                <a:cubicBezTo>
                  <a:pt x="9" y="49"/>
                  <a:pt x="9" y="48"/>
                  <a:pt x="9" y="48"/>
                </a:cubicBezTo>
                <a:cubicBezTo>
                  <a:pt x="9" y="48"/>
                  <a:pt x="9" y="48"/>
                  <a:pt x="9" y="48"/>
                </a:cubicBezTo>
                <a:cubicBezTo>
                  <a:pt x="9" y="40"/>
                  <a:pt x="9" y="40"/>
                  <a:pt x="9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0"/>
                  <a:pt x="0" y="39"/>
                  <a:pt x="0" y="38"/>
                </a:cubicBezTo>
                <a:cubicBezTo>
                  <a:pt x="0" y="37"/>
                  <a:pt x="1" y="36"/>
                  <a:pt x="2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4"/>
                  <a:pt x="9" y="34"/>
                  <a:pt x="9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4"/>
                  <a:pt x="0" y="33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1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1"/>
                  <a:pt x="9" y="1"/>
                  <a:pt x="9" y="1"/>
                </a:cubicBezTo>
                <a:cubicBezTo>
                  <a:pt x="9" y="1"/>
                  <a:pt x="9" y="0"/>
                  <a:pt x="10" y="0"/>
                </a:cubicBezTo>
                <a:cubicBezTo>
                  <a:pt x="11" y="0"/>
                  <a:pt x="11" y="1"/>
                  <a:pt x="11" y="1"/>
                </a:cubicBezTo>
                <a:cubicBezTo>
                  <a:pt x="11" y="3"/>
                  <a:pt x="11" y="3"/>
                  <a:pt x="11" y="3"/>
                </a:cubicBezTo>
                <a:cubicBezTo>
                  <a:pt x="24" y="3"/>
                  <a:pt x="24" y="3"/>
                  <a:pt x="24" y="3"/>
                </a:cubicBezTo>
                <a:cubicBezTo>
                  <a:pt x="24" y="1"/>
                  <a:pt x="24" y="1"/>
                  <a:pt x="24" y="1"/>
                </a:cubicBezTo>
                <a:cubicBezTo>
                  <a:pt x="24" y="1"/>
                  <a:pt x="25" y="0"/>
                  <a:pt x="25" y="0"/>
                </a:cubicBezTo>
                <a:cubicBezTo>
                  <a:pt x="26" y="0"/>
                  <a:pt x="27" y="1"/>
                  <a:pt x="27" y="1"/>
                </a:cubicBezTo>
                <a:cubicBezTo>
                  <a:pt x="27" y="3"/>
                  <a:pt x="27" y="3"/>
                  <a:pt x="27" y="3"/>
                </a:cubicBezTo>
                <a:cubicBezTo>
                  <a:pt x="40" y="3"/>
                  <a:pt x="40" y="3"/>
                  <a:pt x="40" y="3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0"/>
                  <a:pt x="41" y="0"/>
                </a:cubicBezTo>
                <a:cubicBezTo>
                  <a:pt x="41" y="0"/>
                  <a:pt x="42" y="1"/>
                  <a:pt x="42" y="1"/>
                </a:cubicBezTo>
                <a:cubicBezTo>
                  <a:pt x="42" y="3"/>
                  <a:pt x="42" y="3"/>
                  <a:pt x="42" y="3"/>
                </a:cubicBezTo>
                <a:cubicBezTo>
                  <a:pt x="48" y="3"/>
                  <a:pt x="48" y="3"/>
                  <a:pt x="48" y="3"/>
                </a:cubicBezTo>
                <a:cubicBezTo>
                  <a:pt x="50" y="3"/>
                  <a:pt x="50" y="4"/>
                  <a:pt x="50" y="5"/>
                </a:cubicBezTo>
                <a:cubicBezTo>
                  <a:pt x="50" y="5"/>
                  <a:pt x="50" y="5"/>
                  <a:pt x="50" y="5"/>
                </a:cubicBezTo>
                <a:cubicBezTo>
                  <a:pt x="50" y="32"/>
                  <a:pt x="50" y="32"/>
                  <a:pt x="50" y="32"/>
                </a:cubicBezTo>
                <a:cubicBezTo>
                  <a:pt x="50" y="33"/>
                  <a:pt x="50" y="34"/>
                  <a:pt x="48" y="34"/>
                </a:cubicBezTo>
                <a:cubicBezTo>
                  <a:pt x="48" y="34"/>
                  <a:pt x="48" y="34"/>
                  <a:pt x="48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6"/>
                  <a:pt x="42" y="36"/>
                  <a:pt x="42" y="36"/>
                </a:cubicBezTo>
                <a:cubicBezTo>
                  <a:pt x="48" y="36"/>
                  <a:pt x="48" y="36"/>
                  <a:pt x="48" y="36"/>
                </a:cubicBezTo>
                <a:cubicBezTo>
                  <a:pt x="50" y="36"/>
                  <a:pt x="50" y="37"/>
                  <a:pt x="50" y="38"/>
                </a:cubicBezTo>
                <a:cubicBezTo>
                  <a:pt x="50" y="39"/>
                  <a:pt x="50" y="40"/>
                  <a:pt x="48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42" y="48"/>
                  <a:pt x="42" y="48"/>
                  <a:pt x="42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2" y="48"/>
                  <a:pt x="42" y="49"/>
                  <a:pt x="41" y="49"/>
                </a:cubicBezTo>
                <a:cubicBezTo>
                  <a:pt x="41" y="49"/>
                  <a:pt x="41" y="49"/>
                  <a:pt x="41" y="49"/>
                </a:cubicBezTo>
                <a:cubicBezTo>
                  <a:pt x="36" y="49"/>
                  <a:pt x="36" y="49"/>
                  <a:pt x="36" y="49"/>
                </a:cubicBezTo>
                <a:cubicBezTo>
                  <a:pt x="36" y="49"/>
                  <a:pt x="36" y="49"/>
                  <a:pt x="36" y="49"/>
                </a:cubicBezTo>
                <a:close/>
                <a:moveTo>
                  <a:pt x="35" y="36"/>
                </a:moveTo>
                <a:cubicBezTo>
                  <a:pt x="35" y="36"/>
                  <a:pt x="35" y="36"/>
                  <a:pt x="35" y="36"/>
                </a:cubicBezTo>
                <a:cubicBezTo>
                  <a:pt x="35" y="34"/>
                  <a:pt x="35" y="34"/>
                  <a:pt x="35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6"/>
                  <a:pt x="16" y="36"/>
                  <a:pt x="16" y="36"/>
                </a:cubicBezTo>
                <a:cubicBezTo>
                  <a:pt x="35" y="36"/>
                  <a:pt x="35" y="36"/>
                  <a:pt x="35" y="36"/>
                </a:cubicBezTo>
                <a:close/>
                <a:moveTo>
                  <a:pt x="11" y="36"/>
                </a:moveTo>
                <a:cubicBezTo>
                  <a:pt x="11" y="36"/>
                  <a:pt x="11" y="36"/>
                  <a:pt x="11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4"/>
                  <a:pt x="14" y="34"/>
                  <a:pt x="14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6"/>
                  <a:pt x="11" y="36"/>
                  <a:pt x="11" y="36"/>
                </a:cubicBezTo>
                <a:close/>
                <a:moveTo>
                  <a:pt x="37" y="36"/>
                </a:moveTo>
                <a:cubicBezTo>
                  <a:pt x="37" y="36"/>
                  <a:pt x="37" y="36"/>
                  <a:pt x="37" y="36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4"/>
                  <a:pt x="40" y="34"/>
                  <a:pt x="40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6"/>
                  <a:pt x="37" y="36"/>
                  <a:pt x="37" y="36"/>
                </a:cubicBezTo>
                <a:close/>
                <a:moveTo>
                  <a:pt x="40" y="40"/>
                </a:moveTo>
                <a:cubicBezTo>
                  <a:pt x="40" y="40"/>
                  <a:pt x="40" y="40"/>
                  <a:pt x="40" y="40"/>
                </a:cubicBezTo>
                <a:cubicBezTo>
                  <a:pt x="37" y="40"/>
                  <a:pt x="37" y="40"/>
                  <a:pt x="37" y="40"/>
                </a:cubicBezTo>
                <a:cubicBezTo>
                  <a:pt x="37" y="47"/>
                  <a:pt x="37" y="47"/>
                  <a:pt x="37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0"/>
                  <a:pt x="40" y="40"/>
                  <a:pt x="40" y="40"/>
                </a:cubicBezTo>
                <a:close/>
                <a:moveTo>
                  <a:pt x="14" y="40"/>
                </a:moveTo>
                <a:cubicBezTo>
                  <a:pt x="14" y="40"/>
                  <a:pt x="14" y="40"/>
                  <a:pt x="14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7"/>
                  <a:pt x="11" y="47"/>
                  <a:pt x="11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14" y="40"/>
                  <a:pt x="14" y="40"/>
                  <a:pt x="14" y="40"/>
                </a:cubicBezTo>
                <a:close/>
                <a:moveTo>
                  <a:pt x="47" y="7"/>
                </a:moveTo>
                <a:cubicBezTo>
                  <a:pt x="47" y="7"/>
                  <a:pt x="47" y="7"/>
                  <a:pt x="47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10"/>
                  <a:pt x="42" y="10"/>
                  <a:pt x="42" y="10"/>
                </a:cubicBezTo>
                <a:cubicBezTo>
                  <a:pt x="42" y="10"/>
                  <a:pt x="41" y="11"/>
                  <a:pt x="41" y="11"/>
                </a:cubicBezTo>
                <a:cubicBezTo>
                  <a:pt x="40" y="11"/>
                  <a:pt x="40" y="10"/>
                  <a:pt x="40" y="10"/>
                </a:cubicBezTo>
                <a:cubicBezTo>
                  <a:pt x="40" y="7"/>
                  <a:pt x="40" y="7"/>
                  <a:pt x="40" y="7"/>
                </a:cubicBezTo>
                <a:cubicBezTo>
                  <a:pt x="27" y="7"/>
                  <a:pt x="27" y="7"/>
                  <a:pt x="27" y="7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6" y="11"/>
                  <a:pt x="25" y="11"/>
                </a:cubicBezTo>
                <a:cubicBezTo>
                  <a:pt x="25" y="11"/>
                  <a:pt x="24" y="10"/>
                  <a:pt x="24" y="10"/>
                </a:cubicBezTo>
                <a:cubicBezTo>
                  <a:pt x="24" y="7"/>
                  <a:pt x="24" y="7"/>
                  <a:pt x="24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1"/>
                  <a:pt x="10" y="11"/>
                </a:cubicBezTo>
                <a:cubicBezTo>
                  <a:pt x="9" y="11"/>
                  <a:pt x="9" y="10"/>
                  <a:pt x="9" y="10"/>
                </a:cubicBezTo>
                <a:cubicBezTo>
                  <a:pt x="9" y="7"/>
                  <a:pt x="9" y="7"/>
                  <a:pt x="9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30"/>
                  <a:pt x="4" y="30"/>
                  <a:pt x="4" y="30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7"/>
                  <a:pt x="47" y="7"/>
                  <a:pt x="47" y="7"/>
                </a:cubicBezTo>
                <a:close/>
                <a:moveTo>
                  <a:pt x="21" y="19"/>
                </a:moveTo>
                <a:cubicBezTo>
                  <a:pt x="21" y="19"/>
                  <a:pt x="21" y="19"/>
                  <a:pt x="21" y="19"/>
                </a:cubicBezTo>
                <a:cubicBezTo>
                  <a:pt x="20" y="21"/>
                  <a:pt x="20" y="21"/>
                  <a:pt x="20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1" y="19"/>
                  <a:pt x="21" y="19"/>
                  <a:pt x="21" y="19"/>
                </a:cubicBezTo>
                <a:close/>
                <a:moveTo>
                  <a:pt x="27" y="14"/>
                </a:moveTo>
                <a:cubicBezTo>
                  <a:pt x="27" y="14"/>
                  <a:pt x="27" y="14"/>
                  <a:pt x="27" y="14"/>
                </a:cubicBezTo>
                <a:cubicBezTo>
                  <a:pt x="28" y="14"/>
                  <a:pt x="28" y="14"/>
                  <a:pt x="28" y="14"/>
                </a:cubicBezTo>
                <a:cubicBezTo>
                  <a:pt x="32" y="14"/>
                  <a:pt x="32" y="14"/>
                  <a:pt x="32" y="14"/>
                </a:cubicBezTo>
                <a:cubicBezTo>
                  <a:pt x="33" y="14"/>
                  <a:pt x="34" y="14"/>
                  <a:pt x="34" y="15"/>
                </a:cubicBezTo>
                <a:cubicBezTo>
                  <a:pt x="34" y="15"/>
                  <a:pt x="35" y="16"/>
                  <a:pt x="35" y="17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4" y="25"/>
                  <a:pt x="34" y="25"/>
                </a:cubicBezTo>
                <a:cubicBezTo>
                  <a:pt x="34" y="26"/>
                  <a:pt x="33" y="26"/>
                  <a:pt x="32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6" y="26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7" y="14"/>
                  <a:pt x="27" y="14"/>
                </a:cubicBezTo>
                <a:close/>
                <a:moveTo>
                  <a:pt x="32" y="16"/>
                </a:moveTo>
                <a:cubicBezTo>
                  <a:pt x="32" y="16"/>
                  <a:pt x="32" y="16"/>
                  <a:pt x="32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24"/>
                  <a:pt x="29" y="24"/>
                  <a:pt x="29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16"/>
                  <a:pt x="32" y="16"/>
                  <a:pt x="32" y="1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65" name="Freeform 199">
            <a:extLst>
              <a:ext uri="{FF2B5EF4-FFF2-40B4-BE49-F238E27FC236}">
                <a16:creationId xmlns:a16="http://schemas.microsoft.com/office/drawing/2014/main" id="{1B996538-164F-76DE-E732-D358ABDC0DCA}"/>
              </a:ext>
            </a:extLst>
          </p:cNvPr>
          <p:cNvSpPr>
            <a:spLocks noEditPoints="1"/>
          </p:cNvSpPr>
          <p:nvPr/>
        </p:nvSpPr>
        <p:spPr bwMode="auto">
          <a:xfrm>
            <a:off x="2780701" y="4815865"/>
            <a:ext cx="213784" cy="186267"/>
          </a:xfrm>
          <a:custGeom>
            <a:avLst/>
            <a:gdLst>
              <a:gd name="T0" fmla="*/ 54515 w 50"/>
              <a:gd name="T1" fmla="*/ 98425 h 44"/>
              <a:gd name="T2" fmla="*/ 64135 w 50"/>
              <a:gd name="T3" fmla="*/ 63500 h 44"/>
              <a:gd name="T4" fmla="*/ 70549 w 50"/>
              <a:gd name="T5" fmla="*/ 63500 h 44"/>
              <a:gd name="T6" fmla="*/ 80169 w 50"/>
              <a:gd name="T7" fmla="*/ 98425 h 44"/>
              <a:gd name="T8" fmla="*/ 70549 w 50"/>
              <a:gd name="T9" fmla="*/ 92075 h 44"/>
              <a:gd name="T10" fmla="*/ 57722 w 50"/>
              <a:gd name="T11" fmla="*/ 98425 h 44"/>
              <a:gd name="T12" fmla="*/ 6414 w 50"/>
              <a:gd name="T13" fmla="*/ 0 h 44"/>
              <a:gd name="T14" fmla="*/ 153924 w 50"/>
              <a:gd name="T15" fmla="*/ 0 h 44"/>
              <a:gd name="T16" fmla="*/ 160338 w 50"/>
              <a:gd name="T17" fmla="*/ 6350 h 44"/>
              <a:gd name="T18" fmla="*/ 153924 w 50"/>
              <a:gd name="T19" fmla="*/ 139700 h 44"/>
              <a:gd name="T20" fmla="*/ 6414 w 50"/>
              <a:gd name="T21" fmla="*/ 139700 h 44"/>
              <a:gd name="T22" fmla="*/ 0 w 50"/>
              <a:gd name="T23" fmla="*/ 133350 h 44"/>
              <a:gd name="T24" fmla="*/ 6414 w 50"/>
              <a:gd name="T25" fmla="*/ 0 h 44"/>
              <a:gd name="T26" fmla="*/ 141097 w 50"/>
              <a:gd name="T27" fmla="*/ 19050 h 44"/>
              <a:gd name="T28" fmla="*/ 141097 w 50"/>
              <a:gd name="T29" fmla="*/ 31750 h 44"/>
              <a:gd name="T30" fmla="*/ 141097 w 50"/>
              <a:gd name="T31" fmla="*/ 19050 h 44"/>
              <a:gd name="T32" fmla="*/ 125064 w 50"/>
              <a:gd name="T33" fmla="*/ 19050 h 44"/>
              <a:gd name="T34" fmla="*/ 125064 w 50"/>
              <a:gd name="T35" fmla="*/ 31750 h 44"/>
              <a:gd name="T36" fmla="*/ 125064 w 50"/>
              <a:gd name="T37" fmla="*/ 19050 h 44"/>
              <a:gd name="T38" fmla="*/ 109030 w 50"/>
              <a:gd name="T39" fmla="*/ 19050 h 44"/>
              <a:gd name="T40" fmla="*/ 109030 w 50"/>
              <a:gd name="T41" fmla="*/ 31750 h 44"/>
              <a:gd name="T42" fmla="*/ 109030 w 50"/>
              <a:gd name="T43" fmla="*/ 19050 h 44"/>
              <a:gd name="T44" fmla="*/ 12827 w 50"/>
              <a:gd name="T45" fmla="*/ 38100 h 44"/>
              <a:gd name="T46" fmla="*/ 150718 w 50"/>
              <a:gd name="T47" fmla="*/ 12700 h 44"/>
              <a:gd name="T48" fmla="*/ 12827 w 50"/>
              <a:gd name="T49" fmla="*/ 38100 h 44"/>
              <a:gd name="T50" fmla="*/ 150718 w 50"/>
              <a:gd name="T51" fmla="*/ 44450 h 44"/>
              <a:gd name="T52" fmla="*/ 12827 w 50"/>
              <a:gd name="T53" fmla="*/ 127000 h 44"/>
              <a:gd name="T54" fmla="*/ 150718 w 50"/>
              <a:gd name="T55" fmla="*/ 44450 h 44"/>
              <a:gd name="T56" fmla="*/ 67342 w 50"/>
              <a:gd name="T57" fmla="*/ 76200 h 44"/>
              <a:gd name="T58" fmla="*/ 70549 w 50"/>
              <a:gd name="T59" fmla="*/ 85725 h 44"/>
              <a:gd name="T60" fmla="*/ 86583 w 50"/>
              <a:gd name="T61" fmla="*/ 60325 h 44"/>
              <a:gd name="T62" fmla="*/ 86583 w 50"/>
              <a:gd name="T63" fmla="*/ 60325 h 44"/>
              <a:gd name="T64" fmla="*/ 109030 w 50"/>
              <a:gd name="T65" fmla="*/ 63500 h 44"/>
              <a:gd name="T66" fmla="*/ 112237 w 50"/>
              <a:gd name="T67" fmla="*/ 92075 h 44"/>
              <a:gd name="T68" fmla="*/ 102616 w 50"/>
              <a:gd name="T69" fmla="*/ 101600 h 44"/>
              <a:gd name="T70" fmla="*/ 83376 w 50"/>
              <a:gd name="T71" fmla="*/ 95250 h 44"/>
              <a:gd name="T72" fmla="*/ 83376 w 50"/>
              <a:gd name="T73" fmla="*/ 63500 h 44"/>
              <a:gd name="T74" fmla="*/ 102616 w 50"/>
              <a:gd name="T75" fmla="*/ 69850 h 44"/>
              <a:gd name="T76" fmla="*/ 92996 w 50"/>
              <a:gd name="T77" fmla="*/ 69850 h 44"/>
              <a:gd name="T78" fmla="*/ 102616 w 50"/>
              <a:gd name="T79" fmla="*/ 92075 h 44"/>
              <a:gd name="T80" fmla="*/ 102616 w 50"/>
              <a:gd name="T81" fmla="*/ 92075 h 44"/>
              <a:gd name="T82" fmla="*/ 102616 w 50"/>
              <a:gd name="T83" fmla="*/ 69850 h 4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0" h="44">
                <a:moveTo>
                  <a:pt x="18" y="31"/>
                </a:moveTo>
                <a:cubicBezTo>
                  <a:pt x="18" y="31"/>
                  <a:pt x="17" y="32"/>
                  <a:pt x="17" y="31"/>
                </a:cubicBezTo>
                <a:cubicBezTo>
                  <a:pt x="16" y="31"/>
                  <a:pt x="16" y="31"/>
                  <a:pt x="16" y="3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19"/>
                  <a:pt x="20" y="19"/>
                  <a:pt x="21" y="19"/>
                </a:cubicBezTo>
                <a:cubicBezTo>
                  <a:pt x="21" y="19"/>
                  <a:pt x="22" y="20"/>
                  <a:pt x="22" y="20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31"/>
                  <a:pt x="25" y="31"/>
                  <a:pt x="25" y="31"/>
                </a:cubicBezTo>
                <a:cubicBezTo>
                  <a:pt x="24" y="32"/>
                  <a:pt x="23" y="31"/>
                  <a:pt x="23" y="31"/>
                </a:cubicBezTo>
                <a:cubicBezTo>
                  <a:pt x="22" y="29"/>
                  <a:pt x="22" y="29"/>
                  <a:pt x="22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8" y="31"/>
                  <a:pt x="18" y="31"/>
                  <a:pt x="18" y="31"/>
                </a:cubicBezTo>
                <a:close/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0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50" y="44"/>
                  <a:pt x="48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4" y="6"/>
                </a:move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5" y="7"/>
                  <a:pt x="45" y="8"/>
                </a:cubicBezTo>
                <a:cubicBezTo>
                  <a:pt x="45" y="9"/>
                  <a:pt x="45" y="10"/>
                  <a:pt x="44" y="10"/>
                </a:cubicBezTo>
                <a:cubicBezTo>
                  <a:pt x="42" y="10"/>
                  <a:pt x="42" y="9"/>
                  <a:pt x="42" y="8"/>
                </a:cubicBezTo>
                <a:cubicBezTo>
                  <a:pt x="42" y="7"/>
                  <a:pt x="42" y="6"/>
                  <a:pt x="44" y="6"/>
                </a:cubicBezTo>
                <a:close/>
                <a:moveTo>
                  <a:pt x="39" y="6"/>
                </a:moveTo>
                <a:cubicBezTo>
                  <a:pt x="39" y="6"/>
                  <a:pt x="39" y="6"/>
                  <a:pt x="39" y="6"/>
                </a:cubicBezTo>
                <a:cubicBezTo>
                  <a:pt x="40" y="6"/>
                  <a:pt x="41" y="7"/>
                  <a:pt x="41" y="8"/>
                </a:cubicBezTo>
                <a:cubicBezTo>
                  <a:pt x="41" y="9"/>
                  <a:pt x="40" y="10"/>
                  <a:pt x="39" y="10"/>
                </a:cubicBezTo>
                <a:cubicBezTo>
                  <a:pt x="38" y="10"/>
                  <a:pt x="37" y="9"/>
                  <a:pt x="37" y="8"/>
                </a:cubicBezTo>
                <a:cubicBezTo>
                  <a:pt x="37" y="7"/>
                  <a:pt x="38" y="6"/>
                  <a:pt x="39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7"/>
                  <a:pt x="36" y="8"/>
                </a:cubicBezTo>
                <a:cubicBezTo>
                  <a:pt x="36" y="9"/>
                  <a:pt x="35" y="10"/>
                  <a:pt x="34" y="10"/>
                </a:cubicBezTo>
                <a:cubicBezTo>
                  <a:pt x="33" y="10"/>
                  <a:pt x="32" y="9"/>
                  <a:pt x="32" y="8"/>
                </a:cubicBezTo>
                <a:cubicBezTo>
                  <a:pt x="32" y="7"/>
                  <a:pt x="33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4"/>
                  <a:pt x="47" y="4"/>
                  <a:pt x="4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47" y="14"/>
                </a:moveTo>
                <a:cubicBezTo>
                  <a:pt x="47" y="14"/>
                  <a:pt x="47" y="14"/>
                  <a:pt x="47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40"/>
                  <a:pt x="4" y="40"/>
                  <a:pt x="4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47" y="14"/>
                  <a:pt x="47" y="14"/>
                  <a:pt x="47" y="14"/>
                </a:cubicBezTo>
                <a:close/>
                <a:moveTo>
                  <a:pt x="21" y="24"/>
                </a:moveTo>
                <a:cubicBezTo>
                  <a:pt x="21" y="24"/>
                  <a:pt x="21" y="24"/>
                  <a:pt x="21" y="24"/>
                </a:cubicBezTo>
                <a:cubicBezTo>
                  <a:pt x="20" y="27"/>
                  <a:pt x="20" y="27"/>
                  <a:pt x="20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1" y="24"/>
                  <a:pt x="21" y="24"/>
                  <a:pt x="21" y="24"/>
                </a:cubicBezTo>
                <a:close/>
                <a:moveTo>
                  <a:pt x="27" y="19"/>
                </a:move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3" y="19"/>
                  <a:pt x="33" y="20"/>
                  <a:pt x="34" y="20"/>
                </a:cubicBezTo>
                <a:cubicBezTo>
                  <a:pt x="34" y="21"/>
                  <a:pt x="35" y="21"/>
                  <a:pt x="35" y="22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30"/>
                  <a:pt x="34" y="30"/>
                  <a:pt x="34" y="31"/>
                </a:cubicBezTo>
                <a:cubicBezTo>
                  <a:pt x="33" y="31"/>
                  <a:pt x="33" y="32"/>
                  <a:pt x="32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2"/>
                  <a:pt x="26" y="31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7" y="19"/>
                  <a:pt x="27" y="19"/>
                </a:cubicBezTo>
                <a:close/>
                <a:moveTo>
                  <a:pt x="32" y="22"/>
                </a:moveTo>
                <a:cubicBezTo>
                  <a:pt x="32" y="22"/>
                  <a:pt x="32" y="22"/>
                  <a:pt x="32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66" name="Freeform 200">
            <a:extLst>
              <a:ext uri="{FF2B5EF4-FFF2-40B4-BE49-F238E27FC236}">
                <a16:creationId xmlns:a16="http://schemas.microsoft.com/office/drawing/2014/main" id="{19552DF0-5EA2-B984-AE08-E6789C00C0B5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4815865"/>
            <a:ext cx="211667" cy="186267"/>
          </a:xfrm>
          <a:custGeom>
            <a:avLst/>
            <a:gdLst>
              <a:gd name="T0" fmla="*/ 6350 w 50"/>
              <a:gd name="T1" fmla="*/ 0 h 44"/>
              <a:gd name="T2" fmla="*/ 158750 w 50"/>
              <a:gd name="T3" fmla="*/ 6350 h 44"/>
              <a:gd name="T4" fmla="*/ 158750 w 50"/>
              <a:gd name="T5" fmla="*/ 133350 h 44"/>
              <a:gd name="T6" fmla="*/ 152400 w 50"/>
              <a:gd name="T7" fmla="*/ 139700 h 44"/>
              <a:gd name="T8" fmla="*/ 0 w 50"/>
              <a:gd name="T9" fmla="*/ 133350 h 44"/>
              <a:gd name="T10" fmla="*/ 0 w 50"/>
              <a:gd name="T11" fmla="*/ 6350 h 44"/>
              <a:gd name="T12" fmla="*/ 88900 w 50"/>
              <a:gd name="T13" fmla="*/ 57150 h 44"/>
              <a:gd name="T14" fmla="*/ 88900 w 50"/>
              <a:gd name="T15" fmla="*/ 57150 h 44"/>
              <a:gd name="T16" fmla="*/ 123825 w 50"/>
              <a:gd name="T17" fmla="*/ 60325 h 44"/>
              <a:gd name="T18" fmla="*/ 123825 w 50"/>
              <a:gd name="T19" fmla="*/ 95250 h 44"/>
              <a:gd name="T20" fmla="*/ 120650 w 50"/>
              <a:gd name="T21" fmla="*/ 98425 h 44"/>
              <a:gd name="T22" fmla="*/ 85725 w 50"/>
              <a:gd name="T23" fmla="*/ 95250 h 44"/>
              <a:gd name="T24" fmla="*/ 85725 w 50"/>
              <a:gd name="T25" fmla="*/ 60325 h 44"/>
              <a:gd name="T26" fmla="*/ 117475 w 50"/>
              <a:gd name="T27" fmla="*/ 66675 h 44"/>
              <a:gd name="T28" fmla="*/ 92075 w 50"/>
              <a:gd name="T29" fmla="*/ 66675 h 44"/>
              <a:gd name="T30" fmla="*/ 117475 w 50"/>
              <a:gd name="T31" fmla="*/ 88900 h 44"/>
              <a:gd name="T32" fmla="*/ 76200 w 50"/>
              <a:gd name="T33" fmla="*/ 57150 h 44"/>
              <a:gd name="T34" fmla="*/ 79375 w 50"/>
              <a:gd name="T35" fmla="*/ 60325 h 44"/>
              <a:gd name="T36" fmla="*/ 38100 w 50"/>
              <a:gd name="T37" fmla="*/ 66675 h 44"/>
              <a:gd name="T38" fmla="*/ 38100 w 50"/>
              <a:gd name="T39" fmla="*/ 57150 h 44"/>
              <a:gd name="T40" fmla="*/ 76200 w 50"/>
              <a:gd name="T41" fmla="*/ 73025 h 44"/>
              <a:gd name="T42" fmla="*/ 79375 w 50"/>
              <a:gd name="T43" fmla="*/ 79375 h 44"/>
              <a:gd name="T44" fmla="*/ 38100 w 50"/>
              <a:gd name="T45" fmla="*/ 82550 h 44"/>
              <a:gd name="T46" fmla="*/ 38100 w 50"/>
              <a:gd name="T47" fmla="*/ 73025 h 44"/>
              <a:gd name="T48" fmla="*/ 76200 w 50"/>
              <a:gd name="T49" fmla="*/ 88900 h 44"/>
              <a:gd name="T50" fmla="*/ 79375 w 50"/>
              <a:gd name="T51" fmla="*/ 95250 h 44"/>
              <a:gd name="T52" fmla="*/ 38100 w 50"/>
              <a:gd name="T53" fmla="*/ 98425 h 44"/>
              <a:gd name="T54" fmla="*/ 38100 w 50"/>
              <a:gd name="T55" fmla="*/ 88900 h 44"/>
              <a:gd name="T56" fmla="*/ 120650 w 50"/>
              <a:gd name="T57" fmla="*/ 107950 h 44"/>
              <a:gd name="T58" fmla="*/ 123825 w 50"/>
              <a:gd name="T59" fmla="*/ 111125 h 44"/>
              <a:gd name="T60" fmla="*/ 38100 w 50"/>
              <a:gd name="T61" fmla="*/ 114300 h 44"/>
              <a:gd name="T62" fmla="*/ 38100 w 50"/>
              <a:gd name="T63" fmla="*/ 107950 h 44"/>
              <a:gd name="T64" fmla="*/ 136525 w 50"/>
              <a:gd name="T65" fmla="*/ 19050 h 44"/>
              <a:gd name="T66" fmla="*/ 142875 w 50"/>
              <a:gd name="T67" fmla="*/ 25400 h 44"/>
              <a:gd name="T68" fmla="*/ 130175 w 50"/>
              <a:gd name="T69" fmla="*/ 25400 h 44"/>
              <a:gd name="T70" fmla="*/ 120650 w 50"/>
              <a:gd name="T71" fmla="*/ 19050 h 44"/>
              <a:gd name="T72" fmla="*/ 127000 w 50"/>
              <a:gd name="T73" fmla="*/ 25400 h 44"/>
              <a:gd name="T74" fmla="*/ 114300 w 50"/>
              <a:gd name="T75" fmla="*/ 25400 h 44"/>
              <a:gd name="T76" fmla="*/ 107950 w 50"/>
              <a:gd name="T77" fmla="*/ 19050 h 44"/>
              <a:gd name="T78" fmla="*/ 114300 w 50"/>
              <a:gd name="T79" fmla="*/ 25400 h 44"/>
              <a:gd name="T80" fmla="*/ 101600 w 50"/>
              <a:gd name="T81" fmla="*/ 25400 h 44"/>
              <a:gd name="T82" fmla="*/ 12700 w 50"/>
              <a:gd name="T83" fmla="*/ 38100 h 44"/>
              <a:gd name="T84" fmla="*/ 146050 w 50"/>
              <a:gd name="T85" fmla="*/ 38100 h 44"/>
              <a:gd name="T86" fmla="*/ 12700 w 50"/>
              <a:gd name="T87" fmla="*/ 12700 h 44"/>
              <a:gd name="T88" fmla="*/ 146050 w 50"/>
              <a:gd name="T89" fmla="*/ 44450 h 44"/>
              <a:gd name="T90" fmla="*/ 12700 w 50"/>
              <a:gd name="T91" fmla="*/ 44450 h 44"/>
              <a:gd name="T92" fmla="*/ 146050 w 50"/>
              <a:gd name="T93" fmla="*/ 127000 h 4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44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49" y="44"/>
                  <a:pt x="48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8" y="18"/>
                </a:move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9" y="18"/>
                  <a:pt x="39" y="19"/>
                  <a:pt x="39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30"/>
                  <a:pt x="39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28" y="31"/>
                  <a:pt x="28" y="31"/>
                  <a:pt x="28" y="31"/>
                </a:cubicBezTo>
                <a:cubicBezTo>
                  <a:pt x="27" y="31"/>
                  <a:pt x="27" y="30"/>
                  <a:pt x="27" y="30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8"/>
                  <a:pt x="28" y="18"/>
                </a:cubicBezTo>
                <a:close/>
                <a:moveTo>
                  <a:pt x="37" y="21"/>
                </a:moveTo>
                <a:cubicBezTo>
                  <a:pt x="37" y="21"/>
                  <a:pt x="37" y="21"/>
                  <a:pt x="37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8"/>
                  <a:pt x="29" y="28"/>
                  <a:pt x="29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1"/>
                  <a:pt x="37" y="21"/>
                  <a:pt x="37" y="21"/>
                </a:cubicBezTo>
                <a:close/>
                <a:moveTo>
                  <a:pt x="24" y="18"/>
                </a:move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5" y="19"/>
                  <a:pt x="25" y="19"/>
                </a:cubicBezTo>
                <a:cubicBezTo>
                  <a:pt x="25" y="20"/>
                  <a:pt x="24" y="21"/>
                  <a:pt x="24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1" y="21"/>
                  <a:pt x="11" y="20"/>
                  <a:pt x="11" y="19"/>
                </a:cubicBezTo>
                <a:cubicBezTo>
                  <a:pt x="11" y="19"/>
                  <a:pt x="11" y="18"/>
                  <a:pt x="12" y="18"/>
                </a:cubicBezTo>
                <a:cubicBezTo>
                  <a:pt x="24" y="18"/>
                  <a:pt x="24" y="18"/>
                  <a:pt x="24" y="18"/>
                </a:cubicBezTo>
                <a:close/>
                <a:moveTo>
                  <a:pt x="24" y="23"/>
                </a:move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5" y="24"/>
                  <a:pt x="25" y="25"/>
                </a:cubicBezTo>
                <a:cubicBezTo>
                  <a:pt x="25" y="25"/>
                  <a:pt x="24" y="26"/>
                  <a:pt x="24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1" y="26"/>
                  <a:pt x="11" y="25"/>
                  <a:pt x="11" y="25"/>
                </a:cubicBezTo>
                <a:cubicBezTo>
                  <a:pt x="11" y="24"/>
                  <a:pt x="11" y="23"/>
                  <a:pt x="12" y="23"/>
                </a:cubicBezTo>
                <a:cubicBezTo>
                  <a:pt x="24" y="23"/>
                  <a:pt x="24" y="23"/>
                  <a:pt x="24" y="23"/>
                </a:cubicBezTo>
                <a:close/>
                <a:moveTo>
                  <a:pt x="24" y="28"/>
                </a:moveTo>
                <a:cubicBezTo>
                  <a:pt x="24" y="28"/>
                  <a:pt x="24" y="28"/>
                  <a:pt x="24" y="28"/>
                </a:cubicBezTo>
                <a:cubicBezTo>
                  <a:pt x="24" y="28"/>
                  <a:pt x="25" y="29"/>
                  <a:pt x="25" y="30"/>
                </a:cubicBezTo>
                <a:cubicBezTo>
                  <a:pt x="25" y="30"/>
                  <a:pt x="24" y="31"/>
                  <a:pt x="24" y="31"/>
                </a:cubicBezTo>
                <a:cubicBezTo>
                  <a:pt x="12" y="31"/>
                  <a:pt x="12" y="31"/>
                  <a:pt x="12" y="31"/>
                </a:cubicBezTo>
                <a:cubicBezTo>
                  <a:pt x="11" y="31"/>
                  <a:pt x="11" y="30"/>
                  <a:pt x="11" y="30"/>
                </a:cubicBezTo>
                <a:cubicBezTo>
                  <a:pt x="11" y="29"/>
                  <a:pt x="11" y="28"/>
                  <a:pt x="12" y="28"/>
                </a:cubicBezTo>
                <a:cubicBezTo>
                  <a:pt x="24" y="28"/>
                  <a:pt x="24" y="28"/>
                  <a:pt x="24" y="28"/>
                </a:cubicBezTo>
                <a:close/>
                <a:moveTo>
                  <a:pt x="38" y="34"/>
                </a:moveTo>
                <a:cubicBezTo>
                  <a:pt x="38" y="34"/>
                  <a:pt x="38" y="34"/>
                  <a:pt x="38" y="34"/>
                </a:cubicBezTo>
                <a:cubicBezTo>
                  <a:pt x="39" y="34"/>
                  <a:pt x="39" y="34"/>
                  <a:pt x="39" y="35"/>
                </a:cubicBezTo>
                <a:cubicBezTo>
                  <a:pt x="39" y="35"/>
                  <a:pt x="39" y="36"/>
                  <a:pt x="38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1" y="36"/>
                  <a:pt x="11" y="35"/>
                  <a:pt x="11" y="35"/>
                </a:cubicBezTo>
                <a:cubicBezTo>
                  <a:pt x="11" y="34"/>
                  <a:pt x="11" y="34"/>
                  <a:pt x="12" y="34"/>
                </a:cubicBezTo>
                <a:cubicBezTo>
                  <a:pt x="38" y="34"/>
                  <a:pt x="38" y="34"/>
                  <a:pt x="38" y="34"/>
                </a:cubicBezTo>
                <a:close/>
                <a:moveTo>
                  <a:pt x="43" y="6"/>
                </a:move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5" y="7"/>
                  <a:pt x="45" y="8"/>
                </a:cubicBezTo>
                <a:cubicBezTo>
                  <a:pt x="45" y="9"/>
                  <a:pt x="44" y="10"/>
                  <a:pt x="43" y="10"/>
                </a:cubicBezTo>
                <a:cubicBezTo>
                  <a:pt x="42" y="10"/>
                  <a:pt x="41" y="9"/>
                  <a:pt x="41" y="8"/>
                </a:cubicBezTo>
                <a:cubicBezTo>
                  <a:pt x="41" y="7"/>
                  <a:pt x="42" y="6"/>
                  <a:pt x="43" y="6"/>
                </a:cubicBezTo>
                <a:close/>
                <a:moveTo>
                  <a:pt x="38" y="6"/>
                </a:moveTo>
                <a:cubicBezTo>
                  <a:pt x="38" y="6"/>
                  <a:pt x="38" y="6"/>
                  <a:pt x="38" y="6"/>
                </a:cubicBezTo>
                <a:cubicBezTo>
                  <a:pt x="39" y="6"/>
                  <a:pt x="40" y="7"/>
                  <a:pt x="40" y="8"/>
                </a:cubicBezTo>
                <a:cubicBezTo>
                  <a:pt x="40" y="9"/>
                  <a:pt x="39" y="10"/>
                  <a:pt x="38" y="10"/>
                </a:cubicBezTo>
                <a:cubicBezTo>
                  <a:pt x="37" y="10"/>
                  <a:pt x="36" y="9"/>
                  <a:pt x="36" y="8"/>
                </a:cubicBezTo>
                <a:cubicBezTo>
                  <a:pt x="36" y="7"/>
                  <a:pt x="37" y="6"/>
                  <a:pt x="38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7"/>
                  <a:pt x="36" y="8"/>
                </a:cubicBezTo>
                <a:cubicBezTo>
                  <a:pt x="36" y="9"/>
                  <a:pt x="35" y="10"/>
                  <a:pt x="34" y="10"/>
                </a:cubicBezTo>
                <a:cubicBezTo>
                  <a:pt x="33" y="10"/>
                  <a:pt x="32" y="9"/>
                  <a:pt x="32" y="8"/>
                </a:cubicBezTo>
                <a:cubicBezTo>
                  <a:pt x="32" y="7"/>
                  <a:pt x="33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46" y="14"/>
                </a:moveTo>
                <a:cubicBezTo>
                  <a:pt x="46" y="14"/>
                  <a:pt x="46" y="14"/>
                  <a:pt x="46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40"/>
                  <a:pt x="4" y="40"/>
                  <a:pt x="4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14"/>
                  <a:pt x="46" y="14"/>
                  <a:pt x="46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67" name="Freeform 201">
            <a:extLst>
              <a:ext uri="{FF2B5EF4-FFF2-40B4-BE49-F238E27FC236}">
                <a16:creationId xmlns:a16="http://schemas.microsoft.com/office/drawing/2014/main" id="{71EFA05B-17AF-974C-85EF-21F25AA99887}"/>
              </a:ext>
            </a:extLst>
          </p:cNvPr>
          <p:cNvSpPr>
            <a:spLocks noEditPoints="1"/>
          </p:cNvSpPr>
          <p:nvPr/>
        </p:nvSpPr>
        <p:spPr bwMode="auto">
          <a:xfrm>
            <a:off x="5085752" y="3437915"/>
            <a:ext cx="131233" cy="207433"/>
          </a:xfrm>
          <a:custGeom>
            <a:avLst/>
            <a:gdLst>
              <a:gd name="T0" fmla="*/ 22225 w 31"/>
              <a:gd name="T1" fmla="*/ 82550 h 49"/>
              <a:gd name="T2" fmla="*/ 31750 w 31"/>
              <a:gd name="T3" fmla="*/ 47625 h 49"/>
              <a:gd name="T4" fmla="*/ 38100 w 31"/>
              <a:gd name="T5" fmla="*/ 47625 h 49"/>
              <a:gd name="T6" fmla="*/ 47625 w 31"/>
              <a:gd name="T7" fmla="*/ 82550 h 49"/>
              <a:gd name="T8" fmla="*/ 41275 w 31"/>
              <a:gd name="T9" fmla="*/ 76200 h 49"/>
              <a:gd name="T10" fmla="*/ 28575 w 31"/>
              <a:gd name="T11" fmla="*/ 79375 h 49"/>
              <a:gd name="T12" fmla="*/ 22225 w 31"/>
              <a:gd name="T13" fmla="*/ 3175 h 49"/>
              <a:gd name="T14" fmla="*/ 28575 w 31"/>
              <a:gd name="T15" fmla="*/ 3175 h 49"/>
              <a:gd name="T16" fmla="*/ 69850 w 31"/>
              <a:gd name="T17" fmla="*/ 3175 h 49"/>
              <a:gd name="T18" fmla="*/ 73025 w 31"/>
              <a:gd name="T19" fmla="*/ 0 h 49"/>
              <a:gd name="T20" fmla="*/ 79375 w 31"/>
              <a:gd name="T21" fmla="*/ 3175 h 49"/>
              <a:gd name="T22" fmla="*/ 98425 w 31"/>
              <a:gd name="T23" fmla="*/ 9525 h 49"/>
              <a:gd name="T24" fmla="*/ 98425 w 31"/>
              <a:gd name="T25" fmla="*/ 120650 h 49"/>
              <a:gd name="T26" fmla="*/ 92075 w 31"/>
              <a:gd name="T27" fmla="*/ 127000 h 49"/>
              <a:gd name="T28" fmla="*/ 73025 w 31"/>
              <a:gd name="T29" fmla="*/ 136525 h 49"/>
              <a:gd name="T30" fmla="*/ 79375 w 31"/>
              <a:gd name="T31" fmla="*/ 136525 h 49"/>
              <a:gd name="T32" fmla="*/ 82550 w 31"/>
              <a:gd name="T33" fmla="*/ 152400 h 49"/>
              <a:gd name="T34" fmla="*/ 79375 w 31"/>
              <a:gd name="T35" fmla="*/ 155575 h 49"/>
              <a:gd name="T36" fmla="*/ 22225 w 31"/>
              <a:gd name="T37" fmla="*/ 155575 h 49"/>
              <a:gd name="T38" fmla="*/ 19050 w 31"/>
              <a:gd name="T39" fmla="*/ 139700 h 49"/>
              <a:gd name="T40" fmla="*/ 22225 w 31"/>
              <a:gd name="T41" fmla="*/ 136525 h 49"/>
              <a:gd name="T42" fmla="*/ 28575 w 31"/>
              <a:gd name="T43" fmla="*/ 127000 h 49"/>
              <a:gd name="T44" fmla="*/ 0 w 31"/>
              <a:gd name="T45" fmla="*/ 120650 h 49"/>
              <a:gd name="T46" fmla="*/ 0 w 31"/>
              <a:gd name="T47" fmla="*/ 9525 h 49"/>
              <a:gd name="T48" fmla="*/ 6350 w 31"/>
              <a:gd name="T49" fmla="*/ 3175 h 49"/>
              <a:gd name="T50" fmla="*/ 22225 w 31"/>
              <a:gd name="T51" fmla="*/ 3175 h 49"/>
              <a:gd name="T52" fmla="*/ 28575 w 31"/>
              <a:gd name="T53" fmla="*/ 15875 h 49"/>
              <a:gd name="T54" fmla="*/ 25400 w 31"/>
              <a:gd name="T55" fmla="*/ 25400 h 49"/>
              <a:gd name="T56" fmla="*/ 22225 w 31"/>
              <a:gd name="T57" fmla="*/ 15875 h 49"/>
              <a:gd name="T58" fmla="*/ 12700 w 31"/>
              <a:gd name="T59" fmla="*/ 114300 h 49"/>
              <a:gd name="T60" fmla="*/ 85725 w 31"/>
              <a:gd name="T61" fmla="*/ 15875 h 49"/>
              <a:gd name="T62" fmla="*/ 79375 w 31"/>
              <a:gd name="T63" fmla="*/ 22225 h 49"/>
              <a:gd name="T64" fmla="*/ 69850 w 31"/>
              <a:gd name="T65" fmla="*/ 22225 h 49"/>
              <a:gd name="T66" fmla="*/ 28575 w 31"/>
              <a:gd name="T67" fmla="*/ 15875 h 49"/>
              <a:gd name="T68" fmla="*/ 63500 w 31"/>
              <a:gd name="T69" fmla="*/ 127000 h 49"/>
              <a:gd name="T70" fmla="*/ 34925 w 31"/>
              <a:gd name="T71" fmla="*/ 136525 h 49"/>
              <a:gd name="T72" fmla="*/ 63500 w 31"/>
              <a:gd name="T73" fmla="*/ 127000 h 49"/>
              <a:gd name="T74" fmla="*/ 25400 w 31"/>
              <a:gd name="T75" fmla="*/ 149225 h 49"/>
              <a:gd name="T76" fmla="*/ 73025 w 31"/>
              <a:gd name="T77" fmla="*/ 142875 h 49"/>
              <a:gd name="T78" fmla="*/ 25400 w 31"/>
              <a:gd name="T79" fmla="*/ 149225 h 49"/>
              <a:gd name="T80" fmla="*/ 34925 w 31"/>
              <a:gd name="T81" fmla="*/ 60325 h 49"/>
              <a:gd name="T82" fmla="*/ 38100 w 31"/>
              <a:gd name="T83" fmla="*/ 66675 h 49"/>
              <a:gd name="T84" fmla="*/ 57150 w 31"/>
              <a:gd name="T85" fmla="*/ 44450 h 49"/>
              <a:gd name="T86" fmla="*/ 57150 w 31"/>
              <a:gd name="T87" fmla="*/ 44450 h 49"/>
              <a:gd name="T88" fmla="*/ 76200 w 31"/>
              <a:gd name="T89" fmla="*/ 47625 h 49"/>
              <a:gd name="T90" fmla="*/ 79375 w 31"/>
              <a:gd name="T91" fmla="*/ 76200 h 49"/>
              <a:gd name="T92" fmla="*/ 73025 w 31"/>
              <a:gd name="T93" fmla="*/ 82550 h 49"/>
              <a:gd name="T94" fmla="*/ 53975 w 31"/>
              <a:gd name="T95" fmla="*/ 79375 h 49"/>
              <a:gd name="T96" fmla="*/ 53975 w 31"/>
              <a:gd name="T97" fmla="*/ 47625 h 49"/>
              <a:gd name="T98" fmla="*/ 73025 w 31"/>
              <a:gd name="T99" fmla="*/ 50800 h 49"/>
              <a:gd name="T100" fmla="*/ 60325 w 31"/>
              <a:gd name="T101" fmla="*/ 50800 h 49"/>
              <a:gd name="T102" fmla="*/ 73025 w 31"/>
              <a:gd name="T103" fmla="*/ 76200 h 49"/>
              <a:gd name="T104" fmla="*/ 73025 w 31"/>
              <a:gd name="T105" fmla="*/ 76200 h 49"/>
              <a:gd name="T106" fmla="*/ 73025 w 31"/>
              <a:gd name="T107" fmla="*/ 50800 h 4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31" h="49">
                <a:moveTo>
                  <a:pt x="9" y="25"/>
                </a:moveTo>
                <a:cubicBezTo>
                  <a:pt x="8" y="26"/>
                  <a:pt x="8" y="26"/>
                  <a:pt x="7" y="26"/>
                </a:cubicBezTo>
                <a:cubicBezTo>
                  <a:pt x="7" y="26"/>
                  <a:pt x="6" y="25"/>
                  <a:pt x="6" y="2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4"/>
                  <a:pt x="11" y="14"/>
                  <a:pt x="11" y="14"/>
                </a:cubicBezTo>
                <a:cubicBezTo>
                  <a:pt x="12" y="14"/>
                  <a:pt x="12" y="14"/>
                  <a:pt x="12" y="15"/>
                </a:cubicBezTo>
                <a:cubicBezTo>
                  <a:pt x="16" y="25"/>
                  <a:pt x="16" y="25"/>
                  <a:pt x="16" y="25"/>
                </a:cubicBezTo>
                <a:cubicBezTo>
                  <a:pt x="16" y="25"/>
                  <a:pt x="16" y="26"/>
                  <a:pt x="15" y="26"/>
                </a:cubicBezTo>
                <a:cubicBezTo>
                  <a:pt x="14" y="26"/>
                  <a:pt x="14" y="26"/>
                  <a:pt x="13" y="25"/>
                </a:cubicBezTo>
                <a:cubicBezTo>
                  <a:pt x="13" y="24"/>
                  <a:pt x="13" y="24"/>
                  <a:pt x="13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5"/>
                  <a:pt x="9" y="25"/>
                  <a:pt x="9" y="25"/>
                </a:cubicBezTo>
                <a:close/>
                <a:moveTo>
                  <a:pt x="7" y="1"/>
                </a:move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0"/>
                  <a:pt x="8" y="0"/>
                </a:cubicBezTo>
                <a:cubicBezTo>
                  <a:pt x="9" y="0"/>
                  <a:pt x="9" y="1"/>
                  <a:pt x="9" y="1"/>
                </a:cubicBezTo>
                <a:cubicBezTo>
                  <a:pt x="9" y="1"/>
                  <a:pt x="9" y="1"/>
                  <a:pt x="9" y="1"/>
                </a:cubicBezTo>
                <a:cubicBezTo>
                  <a:pt x="22" y="1"/>
                  <a:pt x="22" y="1"/>
                  <a:pt x="22" y="1"/>
                </a:cubicBezTo>
                <a:cubicBezTo>
                  <a:pt x="22" y="1"/>
                  <a:pt x="22" y="1"/>
                  <a:pt x="22" y="1"/>
                </a:cubicBezTo>
                <a:cubicBezTo>
                  <a:pt x="22" y="1"/>
                  <a:pt x="23" y="0"/>
                  <a:pt x="23" y="0"/>
                </a:cubicBezTo>
                <a:cubicBezTo>
                  <a:pt x="24" y="0"/>
                  <a:pt x="25" y="1"/>
                  <a:pt x="25" y="1"/>
                </a:cubicBezTo>
                <a:cubicBezTo>
                  <a:pt x="25" y="1"/>
                  <a:pt x="25" y="1"/>
                  <a:pt x="25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30" y="1"/>
                  <a:pt x="31" y="2"/>
                  <a:pt x="31" y="3"/>
                </a:cubicBezTo>
                <a:cubicBezTo>
                  <a:pt x="31" y="3"/>
                  <a:pt x="31" y="3"/>
                  <a:pt x="31" y="3"/>
                </a:cubicBezTo>
                <a:cubicBezTo>
                  <a:pt x="31" y="38"/>
                  <a:pt x="31" y="38"/>
                  <a:pt x="31" y="38"/>
                </a:cubicBezTo>
                <a:cubicBezTo>
                  <a:pt x="31" y="39"/>
                  <a:pt x="30" y="40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3"/>
                  <a:pt x="23" y="43"/>
                  <a:pt x="23" y="43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3"/>
                  <a:pt x="26" y="44"/>
                  <a:pt x="26" y="44"/>
                </a:cubicBezTo>
                <a:cubicBezTo>
                  <a:pt x="26" y="48"/>
                  <a:pt x="26" y="48"/>
                  <a:pt x="26" y="48"/>
                </a:cubicBezTo>
                <a:cubicBezTo>
                  <a:pt x="26" y="48"/>
                  <a:pt x="26" y="48"/>
                  <a:pt x="26" y="48"/>
                </a:cubicBezTo>
                <a:cubicBezTo>
                  <a:pt x="26" y="48"/>
                  <a:pt x="25" y="49"/>
                  <a:pt x="25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6" y="49"/>
                  <a:pt x="6" y="48"/>
                  <a:pt x="6" y="48"/>
                </a:cubicBezTo>
                <a:cubicBezTo>
                  <a:pt x="6" y="44"/>
                  <a:pt x="6" y="44"/>
                  <a:pt x="6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6" y="44"/>
                  <a:pt x="6" y="43"/>
                  <a:pt x="7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9" y="40"/>
                  <a:pt x="9" y="40"/>
                  <a:pt x="9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0"/>
                  <a:pt x="0" y="39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1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lose/>
                <a:moveTo>
                  <a:pt x="9" y="5"/>
                </a:moveTo>
                <a:cubicBezTo>
                  <a:pt x="9" y="5"/>
                  <a:pt x="9" y="5"/>
                  <a:pt x="9" y="5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8"/>
                  <a:pt x="8" y="8"/>
                </a:cubicBezTo>
                <a:cubicBezTo>
                  <a:pt x="7" y="8"/>
                  <a:pt x="7" y="7"/>
                  <a:pt x="7" y="7"/>
                </a:cubicBezTo>
                <a:cubicBezTo>
                  <a:pt x="7" y="5"/>
                  <a:pt x="7" y="5"/>
                  <a:pt x="7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36"/>
                  <a:pt x="4" y="36"/>
                  <a:pt x="4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5"/>
                  <a:pt x="27" y="5"/>
                  <a:pt x="27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4" y="8"/>
                  <a:pt x="23" y="8"/>
                </a:cubicBezTo>
                <a:cubicBezTo>
                  <a:pt x="23" y="8"/>
                  <a:pt x="22" y="7"/>
                  <a:pt x="22" y="7"/>
                </a:cubicBezTo>
                <a:cubicBezTo>
                  <a:pt x="22" y="5"/>
                  <a:pt x="22" y="5"/>
                  <a:pt x="22" y="5"/>
                </a:cubicBezTo>
                <a:cubicBezTo>
                  <a:pt x="9" y="5"/>
                  <a:pt x="9" y="5"/>
                  <a:pt x="9" y="5"/>
                </a:cubicBezTo>
                <a:close/>
                <a:moveTo>
                  <a:pt x="20" y="40"/>
                </a:moveTo>
                <a:cubicBezTo>
                  <a:pt x="20" y="40"/>
                  <a:pt x="20" y="40"/>
                  <a:pt x="20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3"/>
                  <a:pt x="11" y="43"/>
                  <a:pt x="11" y="43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0"/>
                  <a:pt x="20" y="40"/>
                  <a:pt x="20" y="40"/>
                </a:cubicBezTo>
                <a:close/>
                <a:moveTo>
                  <a:pt x="8" y="47"/>
                </a:moveTo>
                <a:cubicBezTo>
                  <a:pt x="8" y="47"/>
                  <a:pt x="8" y="47"/>
                  <a:pt x="8" y="47"/>
                </a:cubicBezTo>
                <a:cubicBezTo>
                  <a:pt x="23" y="47"/>
                  <a:pt x="23" y="47"/>
                  <a:pt x="23" y="47"/>
                </a:cubicBezTo>
                <a:cubicBezTo>
                  <a:pt x="23" y="45"/>
                  <a:pt x="23" y="45"/>
                  <a:pt x="23" y="45"/>
                </a:cubicBezTo>
                <a:cubicBezTo>
                  <a:pt x="18" y="45"/>
                  <a:pt x="13" y="45"/>
                  <a:pt x="8" y="45"/>
                </a:cubicBezTo>
                <a:cubicBezTo>
                  <a:pt x="8" y="47"/>
                  <a:pt x="8" y="47"/>
                  <a:pt x="8" y="47"/>
                </a:cubicBezTo>
                <a:close/>
                <a:moveTo>
                  <a:pt x="11" y="19"/>
                </a:moveTo>
                <a:cubicBezTo>
                  <a:pt x="11" y="19"/>
                  <a:pt x="11" y="19"/>
                  <a:pt x="11" y="19"/>
                </a:cubicBezTo>
                <a:cubicBezTo>
                  <a:pt x="10" y="21"/>
                  <a:pt x="10" y="21"/>
                  <a:pt x="10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1" y="19"/>
                  <a:pt x="11" y="19"/>
                  <a:pt x="11" y="19"/>
                </a:cubicBezTo>
                <a:close/>
                <a:moveTo>
                  <a:pt x="18" y="14"/>
                </a:move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23" y="14"/>
                  <a:pt x="23" y="14"/>
                  <a:pt x="23" y="14"/>
                </a:cubicBezTo>
                <a:cubicBezTo>
                  <a:pt x="23" y="14"/>
                  <a:pt x="24" y="14"/>
                  <a:pt x="24" y="15"/>
                </a:cubicBezTo>
                <a:cubicBezTo>
                  <a:pt x="25" y="15"/>
                  <a:pt x="25" y="16"/>
                  <a:pt x="25" y="17"/>
                </a:cubicBezTo>
                <a:cubicBezTo>
                  <a:pt x="25" y="24"/>
                  <a:pt x="25" y="24"/>
                  <a:pt x="25" y="24"/>
                </a:cubicBezTo>
                <a:cubicBezTo>
                  <a:pt x="25" y="24"/>
                  <a:pt x="25" y="25"/>
                  <a:pt x="24" y="25"/>
                </a:cubicBezTo>
                <a:cubicBezTo>
                  <a:pt x="24" y="26"/>
                  <a:pt x="23" y="26"/>
                  <a:pt x="23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17" y="26"/>
                  <a:pt x="17" y="26"/>
                  <a:pt x="17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4"/>
                  <a:pt x="18" y="14"/>
                </a:cubicBezTo>
                <a:close/>
                <a:moveTo>
                  <a:pt x="23" y="16"/>
                </a:moveTo>
                <a:cubicBezTo>
                  <a:pt x="23" y="16"/>
                  <a:pt x="23" y="16"/>
                  <a:pt x="23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24"/>
                  <a:pt x="19" y="24"/>
                  <a:pt x="19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68" name="Freeform 202">
            <a:extLst>
              <a:ext uri="{FF2B5EF4-FFF2-40B4-BE49-F238E27FC236}">
                <a16:creationId xmlns:a16="http://schemas.microsoft.com/office/drawing/2014/main" id="{D02D54D3-16B1-ACF8-8810-423F9CC20792}"/>
              </a:ext>
            </a:extLst>
          </p:cNvPr>
          <p:cNvSpPr>
            <a:spLocks noEditPoints="1"/>
          </p:cNvSpPr>
          <p:nvPr/>
        </p:nvSpPr>
        <p:spPr bwMode="auto">
          <a:xfrm>
            <a:off x="1677919" y="3425215"/>
            <a:ext cx="213783" cy="232833"/>
          </a:xfrm>
          <a:custGeom>
            <a:avLst/>
            <a:gdLst>
              <a:gd name="T0" fmla="*/ 35274 w 50"/>
              <a:gd name="T1" fmla="*/ 53975 h 55"/>
              <a:gd name="T2" fmla="*/ 67342 w 50"/>
              <a:gd name="T3" fmla="*/ 6350 h 55"/>
              <a:gd name="T4" fmla="*/ 92995 w 50"/>
              <a:gd name="T5" fmla="*/ 15875 h 55"/>
              <a:gd name="T6" fmla="*/ 153924 w 50"/>
              <a:gd name="T7" fmla="*/ 53975 h 55"/>
              <a:gd name="T8" fmla="*/ 160337 w 50"/>
              <a:gd name="T9" fmla="*/ 168275 h 55"/>
              <a:gd name="T10" fmla="*/ 6413 w 50"/>
              <a:gd name="T11" fmla="*/ 174625 h 55"/>
              <a:gd name="T12" fmla="*/ 0 w 50"/>
              <a:gd name="T13" fmla="*/ 60325 h 55"/>
              <a:gd name="T14" fmla="*/ 73755 w 50"/>
              <a:gd name="T15" fmla="*/ 22225 h 55"/>
              <a:gd name="T16" fmla="*/ 80169 w 50"/>
              <a:gd name="T17" fmla="*/ 22225 h 55"/>
              <a:gd name="T18" fmla="*/ 83375 w 50"/>
              <a:gd name="T19" fmla="*/ 22225 h 55"/>
              <a:gd name="T20" fmla="*/ 83375 w 50"/>
              <a:gd name="T21" fmla="*/ 22225 h 55"/>
              <a:gd name="T22" fmla="*/ 83375 w 50"/>
              <a:gd name="T23" fmla="*/ 9525 h 55"/>
              <a:gd name="T24" fmla="*/ 70548 w 50"/>
              <a:gd name="T25" fmla="*/ 15875 h 55"/>
              <a:gd name="T26" fmla="*/ 70548 w 50"/>
              <a:gd name="T27" fmla="*/ 28575 h 55"/>
              <a:gd name="T28" fmla="*/ 86582 w 50"/>
              <a:gd name="T29" fmla="*/ 28575 h 55"/>
              <a:gd name="T30" fmla="*/ 89789 w 50"/>
              <a:gd name="T31" fmla="*/ 133350 h 55"/>
              <a:gd name="T32" fmla="*/ 96202 w 50"/>
              <a:gd name="T33" fmla="*/ 133350 h 55"/>
              <a:gd name="T34" fmla="*/ 99409 w 50"/>
              <a:gd name="T35" fmla="*/ 123825 h 55"/>
              <a:gd name="T36" fmla="*/ 92995 w 50"/>
              <a:gd name="T37" fmla="*/ 120650 h 55"/>
              <a:gd name="T38" fmla="*/ 86582 w 50"/>
              <a:gd name="T39" fmla="*/ 123825 h 55"/>
              <a:gd name="T40" fmla="*/ 125063 w 50"/>
              <a:gd name="T41" fmla="*/ 104775 h 55"/>
              <a:gd name="T42" fmla="*/ 105822 w 50"/>
              <a:gd name="T43" fmla="*/ 123825 h 55"/>
              <a:gd name="T44" fmla="*/ 96202 w 50"/>
              <a:gd name="T45" fmla="*/ 139700 h 55"/>
              <a:gd name="T46" fmla="*/ 86582 w 50"/>
              <a:gd name="T47" fmla="*/ 139700 h 55"/>
              <a:gd name="T48" fmla="*/ 70548 w 50"/>
              <a:gd name="T49" fmla="*/ 114300 h 55"/>
              <a:gd name="T50" fmla="*/ 44894 w 50"/>
              <a:gd name="T51" fmla="*/ 133350 h 55"/>
              <a:gd name="T52" fmla="*/ 35274 w 50"/>
              <a:gd name="T53" fmla="*/ 149225 h 55"/>
              <a:gd name="T54" fmla="*/ 22447 w 50"/>
              <a:gd name="T55" fmla="*/ 149225 h 55"/>
              <a:gd name="T56" fmla="*/ 25654 w 50"/>
              <a:gd name="T57" fmla="*/ 123825 h 55"/>
              <a:gd name="T58" fmla="*/ 54515 w 50"/>
              <a:gd name="T59" fmla="*/ 104775 h 55"/>
              <a:gd name="T60" fmla="*/ 64135 w 50"/>
              <a:gd name="T61" fmla="*/ 85725 h 55"/>
              <a:gd name="T62" fmla="*/ 80169 w 50"/>
              <a:gd name="T63" fmla="*/ 104775 h 55"/>
              <a:gd name="T64" fmla="*/ 89789 w 50"/>
              <a:gd name="T65" fmla="*/ 114300 h 55"/>
              <a:gd name="T66" fmla="*/ 115443 w 50"/>
              <a:gd name="T67" fmla="*/ 95250 h 55"/>
              <a:gd name="T68" fmla="*/ 141097 w 50"/>
              <a:gd name="T69" fmla="*/ 88900 h 55"/>
              <a:gd name="T70" fmla="*/ 131476 w 50"/>
              <a:gd name="T71" fmla="*/ 104775 h 55"/>
              <a:gd name="T72" fmla="*/ 89789 w 50"/>
              <a:gd name="T73" fmla="*/ 133350 h 55"/>
              <a:gd name="T74" fmla="*/ 86582 w 50"/>
              <a:gd name="T75" fmla="*/ 123825 h 55"/>
              <a:gd name="T76" fmla="*/ 86582 w 50"/>
              <a:gd name="T77" fmla="*/ 123825 h 55"/>
              <a:gd name="T78" fmla="*/ 64135 w 50"/>
              <a:gd name="T79" fmla="*/ 104775 h 55"/>
              <a:gd name="T80" fmla="*/ 73755 w 50"/>
              <a:gd name="T81" fmla="*/ 98425 h 55"/>
              <a:gd name="T82" fmla="*/ 60928 w 50"/>
              <a:gd name="T83" fmla="*/ 98425 h 55"/>
              <a:gd name="T84" fmla="*/ 22447 w 50"/>
              <a:gd name="T85" fmla="*/ 139700 h 55"/>
              <a:gd name="T86" fmla="*/ 32067 w 50"/>
              <a:gd name="T87" fmla="*/ 142875 h 55"/>
              <a:gd name="T88" fmla="*/ 35274 w 50"/>
              <a:gd name="T89" fmla="*/ 133350 h 55"/>
              <a:gd name="T90" fmla="*/ 28861 w 50"/>
              <a:gd name="T91" fmla="*/ 130175 h 55"/>
              <a:gd name="T92" fmla="*/ 121856 w 50"/>
              <a:gd name="T93" fmla="*/ 95250 h 55"/>
              <a:gd name="T94" fmla="*/ 134683 w 50"/>
              <a:gd name="T95" fmla="*/ 95250 h 55"/>
              <a:gd name="T96" fmla="*/ 128270 w 50"/>
              <a:gd name="T97" fmla="*/ 85725 h 55"/>
              <a:gd name="T98" fmla="*/ 121856 w 50"/>
              <a:gd name="T99" fmla="*/ 95250 h 55"/>
              <a:gd name="T100" fmla="*/ 9620 w 50"/>
              <a:gd name="T101" fmla="*/ 66675 h 55"/>
              <a:gd name="T102" fmla="*/ 147510 w 50"/>
              <a:gd name="T103" fmla="*/ 66675 h 55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0" h="55">
                <a:moveTo>
                  <a:pt x="2" y="17"/>
                </a:moveTo>
                <a:cubicBezTo>
                  <a:pt x="2" y="17"/>
                  <a:pt x="2" y="17"/>
                  <a:pt x="2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21" y="7"/>
                  <a:pt x="21" y="7"/>
                  <a:pt x="21" y="7"/>
                </a:cubicBezTo>
                <a:cubicBezTo>
                  <a:pt x="20" y="7"/>
                  <a:pt x="20" y="6"/>
                  <a:pt x="20" y="5"/>
                </a:cubicBezTo>
                <a:cubicBezTo>
                  <a:pt x="20" y="4"/>
                  <a:pt x="21" y="3"/>
                  <a:pt x="21" y="2"/>
                </a:cubicBezTo>
                <a:cubicBezTo>
                  <a:pt x="22" y="1"/>
                  <a:pt x="23" y="0"/>
                  <a:pt x="25" y="0"/>
                </a:cubicBezTo>
                <a:cubicBezTo>
                  <a:pt x="26" y="0"/>
                  <a:pt x="27" y="1"/>
                  <a:pt x="28" y="2"/>
                </a:cubicBezTo>
                <a:cubicBezTo>
                  <a:pt x="29" y="3"/>
                  <a:pt x="29" y="4"/>
                  <a:pt x="29" y="5"/>
                </a:cubicBezTo>
                <a:cubicBezTo>
                  <a:pt x="29" y="6"/>
                  <a:pt x="29" y="7"/>
                  <a:pt x="29" y="7"/>
                </a:cubicBezTo>
                <a:cubicBezTo>
                  <a:pt x="39" y="17"/>
                  <a:pt x="39" y="17"/>
                  <a:pt x="39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49" y="17"/>
                  <a:pt x="50" y="18"/>
                  <a:pt x="50" y="19"/>
                </a:cubicBezTo>
                <a:cubicBezTo>
                  <a:pt x="50" y="19"/>
                  <a:pt x="50" y="19"/>
                  <a:pt x="50" y="19"/>
                </a:cubicBezTo>
                <a:cubicBezTo>
                  <a:pt x="50" y="53"/>
                  <a:pt x="50" y="53"/>
                  <a:pt x="50" y="53"/>
                </a:cubicBezTo>
                <a:cubicBezTo>
                  <a:pt x="50" y="54"/>
                  <a:pt x="49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2" y="55"/>
                  <a:pt x="2" y="55"/>
                  <a:pt x="2" y="55"/>
                </a:cubicBezTo>
                <a:cubicBezTo>
                  <a:pt x="0" y="55"/>
                  <a:pt x="0" y="54"/>
                  <a:pt x="0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8"/>
                  <a:pt x="0" y="17"/>
                  <a:pt x="2" y="17"/>
                </a:cubicBezTo>
                <a:close/>
                <a:moveTo>
                  <a:pt x="23" y="7"/>
                </a:moveTo>
                <a:cubicBezTo>
                  <a:pt x="23" y="7"/>
                  <a:pt x="23" y="7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4" y="7"/>
                  <a:pt x="24" y="7"/>
                  <a:pt x="25" y="7"/>
                </a:cubicBezTo>
                <a:cubicBezTo>
                  <a:pt x="25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7" y="6"/>
                  <a:pt x="27" y="6"/>
                  <a:pt x="27" y="5"/>
                </a:cubicBezTo>
                <a:cubicBezTo>
                  <a:pt x="27" y="4"/>
                  <a:pt x="27" y="4"/>
                  <a:pt x="26" y="3"/>
                </a:cubicBezTo>
                <a:cubicBezTo>
                  <a:pt x="26" y="3"/>
                  <a:pt x="25" y="3"/>
                  <a:pt x="25" y="3"/>
                </a:cubicBezTo>
                <a:cubicBezTo>
                  <a:pt x="24" y="3"/>
                  <a:pt x="23" y="3"/>
                  <a:pt x="23" y="3"/>
                </a:cubicBezTo>
                <a:cubicBezTo>
                  <a:pt x="23" y="4"/>
                  <a:pt x="22" y="4"/>
                  <a:pt x="22" y="5"/>
                </a:cubicBezTo>
                <a:cubicBezTo>
                  <a:pt x="22" y="6"/>
                  <a:pt x="23" y="6"/>
                  <a:pt x="23" y="7"/>
                </a:cubicBezTo>
                <a:close/>
                <a:moveTo>
                  <a:pt x="22" y="9"/>
                </a:moveTo>
                <a:cubicBezTo>
                  <a:pt x="22" y="9"/>
                  <a:pt x="22" y="9"/>
                  <a:pt x="22" y="9"/>
                </a:cubicBezTo>
                <a:cubicBezTo>
                  <a:pt x="14" y="17"/>
                  <a:pt x="14" y="17"/>
                  <a:pt x="14" y="17"/>
                </a:cubicBezTo>
                <a:cubicBezTo>
                  <a:pt x="35" y="17"/>
                  <a:pt x="35" y="17"/>
                  <a:pt x="35" y="17"/>
                </a:cubicBezTo>
                <a:cubicBezTo>
                  <a:pt x="27" y="9"/>
                  <a:pt x="27" y="9"/>
                  <a:pt x="27" y="9"/>
                </a:cubicBezTo>
                <a:cubicBezTo>
                  <a:pt x="26" y="10"/>
                  <a:pt x="26" y="10"/>
                  <a:pt x="25" y="10"/>
                </a:cubicBezTo>
                <a:cubicBezTo>
                  <a:pt x="24" y="10"/>
                  <a:pt x="23" y="10"/>
                  <a:pt x="22" y="9"/>
                </a:cubicBezTo>
                <a:close/>
                <a:moveTo>
                  <a:pt x="28" y="42"/>
                </a:moveTo>
                <a:cubicBezTo>
                  <a:pt x="28" y="42"/>
                  <a:pt x="28" y="42"/>
                  <a:pt x="28" y="42"/>
                </a:cubicBezTo>
                <a:cubicBezTo>
                  <a:pt x="28" y="42"/>
                  <a:pt x="28" y="42"/>
                  <a:pt x="28" y="42"/>
                </a:cubicBezTo>
                <a:cubicBezTo>
                  <a:pt x="29" y="42"/>
                  <a:pt x="29" y="42"/>
                  <a:pt x="30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30" y="42"/>
                  <a:pt x="31" y="42"/>
                  <a:pt x="31" y="41"/>
                </a:cubicBezTo>
                <a:cubicBezTo>
                  <a:pt x="31" y="40"/>
                  <a:pt x="31" y="40"/>
                  <a:pt x="31" y="39"/>
                </a:cubicBezTo>
                <a:cubicBezTo>
                  <a:pt x="31" y="39"/>
                  <a:pt x="31" y="38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29" y="38"/>
                  <a:pt x="29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8" y="38"/>
                  <a:pt x="28" y="38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40"/>
                  <a:pt x="27" y="40"/>
                </a:cubicBezTo>
                <a:cubicBezTo>
                  <a:pt x="27" y="41"/>
                  <a:pt x="28" y="41"/>
                  <a:pt x="28" y="42"/>
                </a:cubicBezTo>
                <a:close/>
                <a:moveTo>
                  <a:pt x="39" y="33"/>
                </a:moveTo>
                <a:cubicBezTo>
                  <a:pt x="39" y="33"/>
                  <a:pt x="39" y="33"/>
                  <a:pt x="39" y="33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4" y="40"/>
                  <a:pt x="34" y="41"/>
                  <a:pt x="33" y="42"/>
                </a:cubicBezTo>
                <a:cubicBezTo>
                  <a:pt x="32" y="43"/>
                  <a:pt x="31" y="44"/>
                  <a:pt x="30" y="44"/>
                </a:cubicBezTo>
                <a:cubicBezTo>
                  <a:pt x="30" y="44"/>
                  <a:pt x="30" y="44"/>
                  <a:pt x="30" y="44"/>
                </a:cubicBezTo>
                <a:cubicBezTo>
                  <a:pt x="29" y="45"/>
                  <a:pt x="28" y="44"/>
                  <a:pt x="27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6" y="43"/>
                  <a:pt x="25" y="42"/>
                  <a:pt x="25" y="41"/>
                </a:cubicBezTo>
                <a:cubicBezTo>
                  <a:pt x="25" y="40"/>
                  <a:pt x="25" y="39"/>
                  <a:pt x="25" y="39"/>
                </a:cubicBezTo>
                <a:cubicBezTo>
                  <a:pt x="22" y="36"/>
                  <a:pt x="22" y="36"/>
                  <a:pt x="22" y="36"/>
                </a:cubicBezTo>
                <a:cubicBezTo>
                  <a:pt x="22" y="36"/>
                  <a:pt x="22" y="36"/>
                  <a:pt x="22" y="36"/>
                </a:cubicBezTo>
                <a:cubicBezTo>
                  <a:pt x="21" y="36"/>
                  <a:pt x="20" y="36"/>
                  <a:pt x="19" y="36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3"/>
                  <a:pt x="14" y="44"/>
                  <a:pt x="13" y="45"/>
                </a:cubicBezTo>
                <a:cubicBezTo>
                  <a:pt x="13" y="46"/>
                  <a:pt x="12" y="47"/>
                  <a:pt x="11" y="47"/>
                </a:cubicBezTo>
                <a:cubicBezTo>
                  <a:pt x="10" y="47"/>
                  <a:pt x="10" y="47"/>
                  <a:pt x="10" y="47"/>
                </a:cubicBezTo>
                <a:cubicBezTo>
                  <a:pt x="9" y="48"/>
                  <a:pt x="8" y="47"/>
                  <a:pt x="7" y="47"/>
                </a:cubicBezTo>
                <a:cubicBezTo>
                  <a:pt x="7" y="47"/>
                  <a:pt x="7" y="47"/>
                  <a:pt x="7" y="47"/>
                </a:cubicBezTo>
                <a:cubicBezTo>
                  <a:pt x="6" y="46"/>
                  <a:pt x="5" y="45"/>
                  <a:pt x="5" y="44"/>
                </a:cubicBezTo>
                <a:cubicBezTo>
                  <a:pt x="5" y="43"/>
                  <a:pt x="5" y="42"/>
                  <a:pt x="6" y="41"/>
                </a:cubicBezTo>
                <a:cubicBezTo>
                  <a:pt x="6" y="40"/>
                  <a:pt x="7" y="39"/>
                  <a:pt x="8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9" y="39"/>
                  <a:pt x="10" y="39"/>
                  <a:pt x="11" y="39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6" y="32"/>
                  <a:pt x="16" y="30"/>
                  <a:pt x="17" y="29"/>
                </a:cubicBezTo>
                <a:cubicBezTo>
                  <a:pt x="18" y="28"/>
                  <a:pt x="19" y="28"/>
                  <a:pt x="20" y="27"/>
                </a:cubicBezTo>
                <a:cubicBezTo>
                  <a:pt x="21" y="27"/>
                  <a:pt x="22" y="27"/>
                  <a:pt x="23" y="28"/>
                </a:cubicBezTo>
                <a:cubicBezTo>
                  <a:pt x="24" y="28"/>
                  <a:pt x="25" y="29"/>
                  <a:pt x="25" y="30"/>
                </a:cubicBezTo>
                <a:cubicBezTo>
                  <a:pt x="25" y="31"/>
                  <a:pt x="25" y="32"/>
                  <a:pt x="25" y="33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9" y="35"/>
                  <a:pt x="30" y="35"/>
                  <a:pt x="31" y="36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5" y="28"/>
                  <a:pt x="37" y="25"/>
                  <a:pt x="39" y="25"/>
                </a:cubicBezTo>
                <a:cubicBezTo>
                  <a:pt x="41" y="24"/>
                  <a:pt x="44" y="26"/>
                  <a:pt x="44" y="28"/>
                </a:cubicBezTo>
                <a:cubicBezTo>
                  <a:pt x="45" y="29"/>
                  <a:pt x="45" y="30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3" y="32"/>
                  <a:pt x="42" y="33"/>
                  <a:pt x="41" y="33"/>
                </a:cubicBezTo>
                <a:cubicBezTo>
                  <a:pt x="40" y="34"/>
                  <a:pt x="39" y="34"/>
                  <a:pt x="39" y="33"/>
                </a:cubicBezTo>
                <a:close/>
                <a:moveTo>
                  <a:pt x="28" y="42"/>
                </a:moveTo>
                <a:cubicBezTo>
                  <a:pt x="28" y="42"/>
                  <a:pt x="28" y="42"/>
                  <a:pt x="28" y="42"/>
                </a:cubicBezTo>
                <a:cubicBezTo>
                  <a:pt x="28" y="42"/>
                  <a:pt x="28" y="42"/>
                  <a:pt x="28" y="42"/>
                </a:cubicBezTo>
                <a:cubicBezTo>
                  <a:pt x="28" y="42"/>
                  <a:pt x="28" y="42"/>
                  <a:pt x="28" y="42"/>
                </a:cubicBezTo>
                <a:close/>
                <a:moveTo>
                  <a:pt x="27" y="39"/>
                </a:move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lose/>
                <a:moveTo>
                  <a:pt x="19" y="32"/>
                </a:moveTo>
                <a:cubicBezTo>
                  <a:pt x="19" y="32"/>
                  <a:pt x="19" y="32"/>
                  <a:pt x="19" y="32"/>
                </a:cubicBezTo>
                <a:cubicBezTo>
                  <a:pt x="19" y="33"/>
                  <a:pt x="19" y="33"/>
                  <a:pt x="20" y="33"/>
                </a:cubicBezTo>
                <a:cubicBezTo>
                  <a:pt x="20" y="34"/>
                  <a:pt x="21" y="34"/>
                  <a:pt x="21" y="34"/>
                </a:cubicBezTo>
                <a:cubicBezTo>
                  <a:pt x="22" y="33"/>
                  <a:pt x="22" y="33"/>
                  <a:pt x="23" y="33"/>
                </a:cubicBezTo>
                <a:cubicBezTo>
                  <a:pt x="23" y="32"/>
                  <a:pt x="23" y="32"/>
                  <a:pt x="23" y="31"/>
                </a:cubicBezTo>
                <a:cubicBezTo>
                  <a:pt x="23" y="30"/>
                  <a:pt x="22" y="30"/>
                  <a:pt x="22" y="30"/>
                </a:cubicBezTo>
                <a:cubicBezTo>
                  <a:pt x="21" y="29"/>
                  <a:pt x="21" y="29"/>
                  <a:pt x="20" y="30"/>
                </a:cubicBezTo>
                <a:cubicBezTo>
                  <a:pt x="20" y="30"/>
                  <a:pt x="19" y="30"/>
                  <a:pt x="19" y="31"/>
                </a:cubicBezTo>
                <a:cubicBezTo>
                  <a:pt x="19" y="31"/>
                  <a:pt x="19" y="32"/>
                  <a:pt x="19" y="32"/>
                </a:cubicBezTo>
                <a:close/>
                <a:moveTo>
                  <a:pt x="7" y="44"/>
                </a:moveTo>
                <a:cubicBezTo>
                  <a:pt x="7" y="44"/>
                  <a:pt x="7" y="44"/>
                  <a:pt x="7" y="44"/>
                </a:cubicBezTo>
                <a:cubicBezTo>
                  <a:pt x="7" y="44"/>
                  <a:pt x="8" y="45"/>
                  <a:pt x="8" y="45"/>
                </a:cubicBezTo>
                <a:cubicBezTo>
                  <a:pt x="8" y="45"/>
                  <a:pt x="8" y="45"/>
                  <a:pt x="8" y="45"/>
                </a:cubicBezTo>
                <a:cubicBezTo>
                  <a:pt x="9" y="45"/>
                  <a:pt x="9" y="45"/>
                  <a:pt x="10" y="45"/>
                </a:cubicBezTo>
                <a:cubicBezTo>
                  <a:pt x="10" y="45"/>
                  <a:pt x="10" y="45"/>
                  <a:pt x="10" y="45"/>
                </a:cubicBezTo>
                <a:cubicBezTo>
                  <a:pt x="10" y="45"/>
                  <a:pt x="11" y="45"/>
                  <a:pt x="11" y="44"/>
                </a:cubicBezTo>
                <a:cubicBezTo>
                  <a:pt x="11" y="44"/>
                  <a:pt x="12" y="43"/>
                  <a:pt x="11" y="42"/>
                </a:cubicBezTo>
                <a:cubicBezTo>
                  <a:pt x="11" y="42"/>
                  <a:pt x="11" y="41"/>
                  <a:pt x="10" y="41"/>
                </a:cubicBezTo>
                <a:cubicBezTo>
                  <a:pt x="10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8" y="41"/>
                  <a:pt x="8" y="41"/>
                  <a:pt x="8" y="42"/>
                </a:cubicBezTo>
                <a:cubicBezTo>
                  <a:pt x="7" y="42"/>
                  <a:pt x="7" y="43"/>
                  <a:pt x="7" y="44"/>
                </a:cubicBezTo>
                <a:close/>
                <a:moveTo>
                  <a:pt x="38" y="30"/>
                </a:moveTo>
                <a:cubicBezTo>
                  <a:pt x="38" y="30"/>
                  <a:pt x="38" y="30"/>
                  <a:pt x="38" y="30"/>
                </a:cubicBezTo>
                <a:cubicBezTo>
                  <a:pt x="38" y="31"/>
                  <a:pt x="40" y="31"/>
                  <a:pt x="41" y="31"/>
                </a:cubicBezTo>
                <a:cubicBezTo>
                  <a:pt x="41" y="31"/>
                  <a:pt x="42" y="31"/>
                  <a:pt x="42" y="30"/>
                </a:cubicBezTo>
                <a:cubicBezTo>
                  <a:pt x="42" y="30"/>
                  <a:pt x="42" y="30"/>
                  <a:pt x="42" y="30"/>
                </a:cubicBezTo>
                <a:cubicBezTo>
                  <a:pt x="42" y="30"/>
                  <a:pt x="42" y="29"/>
                  <a:pt x="42" y="29"/>
                </a:cubicBezTo>
                <a:cubicBezTo>
                  <a:pt x="42" y="27"/>
                  <a:pt x="41" y="27"/>
                  <a:pt x="40" y="27"/>
                </a:cubicBezTo>
                <a:cubicBezTo>
                  <a:pt x="38" y="27"/>
                  <a:pt x="38" y="28"/>
                  <a:pt x="38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8" y="30"/>
                  <a:pt x="38" y="30"/>
                </a:cubicBezTo>
                <a:close/>
                <a:moveTo>
                  <a:pt x="46" y="21"/>
                </a:moveTo>
                <a:cubicBezTo>
                  <a:pt x="46" y="21"/>
                  <a:pt x="46" y="21"/>
                  <a:pt x="46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3" y="51"/>
                  <a:pt x="3" y="51"/>
                  <a:pt x="3" y="51"/>
                </a:cubicBezTo>
                <a:cubicBezTo>
                  <a:pt x="46" y="51"/>
                  <a:pt x="46" y="51"/>
                  <a:pt x="46" y="51"/>
                </a:cubicBezTo>
                <a:cubicBezTo>
                  <a:pt x="46" y="21"/>
                  <a:pt x="46" y="21"/>
                  <a:pt x="46" y="2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69" name="Freeform 203">
            <a:extLst>
              <a:ext uri="{FF2B5EF4-FFF2-40B4-BE49-F238E27FC236}">
                <a16:creationId xmlns:a16="http://schemas.microsoft.com/office/drawing/2014/main" id="{29A9743B-5A4A-1EF2-12DA-2E56CC5BA8F1}"/>
              </a:ext>
            </a:extLst>
          </p:cNvPr>
          <p:cNvSpPr>
            <a:spLocks noEditPoints="1"/>
          </p:cNvSpPr>
          <p:nvPr/>
        </p:nvSpPr>
        <p:spPr bwMode="auto">
          <a:xfrm>
            <a:off x="3898301" y="3899348"/>
            <a:ext cx="211667" cy="207433"/>
          </a:xfrm>
          <a:custGeom>
            <a:avLst/>
            <a:gdLst>
              <a:gd name="T0" fmla="*/ 6350 w 50"/>
              <a:gd name="T1" fmla="*/ 22225 h 49"/>
              <a:gd name="T2" fmla="*/ 44450 w 50"/>
              <a:gd name="T3" fmla="*/ 15875 h 49"/>
              <a:gd name="T4" fmla="*/ 47625 w 50"/>
              <a:gd name="T5" fmla="*/ 6350 h 49"/>
              <a:gd name="T6" fmla="*/ 101600 w 50"/>
              <a:gd name="T7" fmla="*/ 0 h 49"/>
              <a:gd name="T8" fmla="*/ 111125 w 50"/>
              <a:gd name="T9" fmla="*/ 6350 h 49"/>
              <a:gd name="T10" fmla="*/ 117475 w 50"/>
              <a:gd name="T11" fmla="*/ 22225 h 49"/>
              <a:gd name="T12" fmla="*/ 158750 w 50"/>
              <a:gd name="T13" fmla="*/ 28575 h 49"/>
              <a:gd name="T14" fmla="*/ 158750 w 50"/>
              <a:gd name="T15" fmla="*/ 92075 h 49"/>
              <a:gd name="T16" fmla="*/ 155575 w 50"/>
              <a:gd name="T17" fmla="*/ 149225 h 49"/>
              <a:gd name="T18" fmla="*/ 149225 w 50"/>
              <a:gd name="T19" fmla="*/ 155575 h 49"/>
              <a:gd name="T20" fmla="*/ 12700 w 50"/>
              <a:gd name="T21" fmla="*/ 155575 h 49"/>
              <a:gd name="T22" fmla="*/ 6350 w 50"/>
              <a:gd name="T23" fmla="*/ 98425 h 49"/>
              <a:gd name="T24" fmla="*/ 0 w 50"/>
              <a:gd name="T25" fmla="*/ 92075 h 49"/>
              <a:gd name="T26" fmla="*/ 6350 w 50"/>
              <a:gd name="T27" fmla="*/ 22225 h 49"/>
              <a:gd name="T28" fmla="*/ 50800 w 50"/>
              <a:gd name="T29" fmla="*/ 22225 h 49"/>
              <a:gd name="T30" fmla="*/ 107950 w 50"/>
              <a:gd name="T31" fmla="*/ 15875 h 49"/>
              <a:gd name="T32" fmla="*/ 107950 w 50"/>
              <a:gd name="T33" fmla="*/ 9525 h 49"/>
              <a:gd name="T34" fmla="*/ 101600 w 50"/>
              <a:gd name="T35" fmla="*/ 9525 h 49"/>
              <a:gd name="T36" fmla="*/ 53975 w 50"/>
              <a:gd name="T37" fmla="*/ 9525 h 49"/>
              <a:gd name="T38" fmla="*/ 50800 w 50"/>
              <a:gd name="T39" fmla="*/ 15875 h 49"/>
              <a:gd name="T40" fmla="*/ 66675 w 50"/>
              <a:gd name="T41" fmla="*/ 73025 h 49"/>
              <a:gd name="T42" fmla="*/ 66675 w 50"/>
              <a:gd name="T43" fmla="*/ 73025 h 49"/>
              <a:gd name="T44" fmla="*/ 95250 w 50"/>
              <a:gd name="T45" fmla="*/ 73025 h 49"/>
              <a:gd name="T46" fmla="*/ 98425 w 50"/>
              <a:gd name="T47" fmla="*/ 79375 h 49"/>
              <a:gd name="T48" fmla="*/ 149225 w 50"/>
              <a:gd name="T49" fmla="*/ 85725 h 49"/>
              <a:gd name="T50" fmla="*/ 12700 w 50"/>
              <a:gd name="T51" fmla="*/ 34925 h 49"/>
              <a:gd name="T52" fmla="*/ 63500 w 50"/>
              <a:gd name="T53" fmla="*/ 85725 h 49"/>
              <a:gd name="T54" fmla="*/ 66675 w 50"/>
              <a:gd name="T55" fmla="*/ 73025 h 49"/>
              <a:gd name="T56" fmla="*/ 98425 w 50"/>
              <a:gd name="T57" fmla="*/ 98425 h 49"/>
              <a:gd name="T58" fmla="*/ 95250 w 50"/>
              <a:gd name="T59" fmla="*/ 107950 h 49"/>
              <a:gd name="T60" fmla="*/ 79375 w 50"/>
              <a:gd name="T61" fmla="*/ 107950 h 49"/>
              <a:gd name="T62" fmla="*/ 63500 w 50"/>
              <a:gd name="T63" fmla="*/ 104775 h 49"/>
              <a:gd name="T64" fmla="*/ 63500 w 50"/>
              <a:gd name="T65" fmla="*/ 98425 h 49"/>
              <a:gd name="T66" fmla="*/ 19050 w 50"/>
              <a:gd name="T67" fmla="*/ 142875 h 49"/>
              <a:gd name="T68" fmla="*/ 142875 w 50"/>
              <a:gd name="T69" fmla="*/ 98425 h 49"/>
              <a:gd name="T70" fmla="*/ 79375 w 50"/>
              <a:gd name="T71" fmla="*/ 82550 h 49"/>
              <a:gd name="T72" fmla="*/ 69850 w 50"/>
              <a:gd name="T73" fmla="*/ 82550 h 49"/>
              <a:gd name="T74" fmla="*/ 69850 w 50"/>
              <a:gd name="T75" fmla="*/ 101600 h 49"/>
              <a:gd name="T76" fmla="*/ 88900 w 50"/>
              <a:gd name="T77" fmla="*/ 101600 h 49"/>
              <a:gd name="T78" fmla="*/ 88900 w 50"/>
              <a:gd name="T79" fmla="*/ 82550 h 4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0" h="49">
                <a:moveTo>
                  <a:pt x="2" y="7"/>
                </a:moveTo>
                <a:cubicBezTo>
                  <a:pt x="2" y="7"/>
                  <a:pt x="2" y="7"/>
                  <a:pt x="2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4"/>
                  <a:pt x="15" y="3"/>
                  <a:pt x="15" y="2"/>
                </a:cubicBezTo>
                <a:cubicBezTo>
                  <a:pt x="15" y="2"/>
                  <a:pt x="15" y="2"/>
                  <a:pt x="15" y="2"/>
                </a:cubicBezTo>
                <a:cubicBezTo>
                  <a:pt x="16" y="1"/>
                  <a:pt x="18" y="0"/>
                  <a:pt x="1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3" y="0"/>
                  <a:pt x="34" y="1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6" y="3"/>
                  <a:pt x="37" y="4"/>
                  <a:pt x="37" y="5"/>
                </a:cubicBezTo>
                <a:cubicBezTo>
                  <a:pt x="37" y="7"/>
                  <a:pt x="37" y="7"/>
                  <a:pt x="37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50" y="7"/>
                  <a:pt x="50" y="8"/>
                  <a:pt x="50" y="9"/>
                </a:cubicBezTo>
                <a:cubicBezTo>
                  <a:pt x="50" y="9"/>
                  <a:pt x="50" y="9"/>
                  <a:pt x="50" y="9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30"/>
                  <a:pt x="50" y="31"/>
                  <a:pt x="49" y="31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8"/>
                  <a:pt x="48" y="49"/>
                  <a:pt x="47" y="49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49"/>
                  <a:pt x="4" y="49"/>
                  <a:pt x="4" y="49"/>
                </a:cubicBezTo>
                <a:cubicBezTo>
                  <a:pt x="3" y="49"/>
                  <a:pt x="2" y="48"/>
                  <a:pt x="2" y="47"/>
                </a:cubicBezTo>
                <a:cubicBezTo>
                  <a:pt x="2" y="31"/>
                  <a:pt x="2" y="31"/>
                  <a:pt x="2" y="31"/>
                </a:cubicBezTo>
                <a:cubicBezTo>
                  <a:pt x="1" y="31"/>
                  <a:pt x="0" y="30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9"/>
                  <a:pt x="0" y="9"/>
                  <a:pt x="0" y="9"/>
                </a:cubicBezTo>
                <a:cubicBezTo>
                  <a:pt x="0" y="8"/>
                  <a:pt x="1" y="7"/>
                  <a:pt x="2" y="7"/>
                </a:cubicBezTo>
                <a:close/>
                <a:moveTo>
                  <a:pt x="16" y="7"/>
                </a:moveTo>
                <a:cubicBezTo>
                  <a:pt x="16" y="7"/>
                  <a:pt x="16" y="7"/>
                  <a:pt x="16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4"/>
                  <a:pt x="34" y="3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3"/>
                  <a:pt x="34" y="3"/>
                  <a:pt x="34" y="3"/>
                </a:cubicBezTo>
                <a:cubicBezTo>
                  <a:pt x="33" y="3"/>
                  <a:pt x="33" y="3"/>
                  <a:pt x="32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8" y="3"/>
                  <a:pt x="18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4"/>
                  <a:pt x="16" y="5"/>
                  <a:pt x="16" y="5"/>
                </a:cubicBezTo>
                <a:cubicBezTo>
                  <a:pt x="16" y="7"/>
                  <a:pt x="16" y="7"/>
                  <a:pt x="16" y="7"/>
                </a:cubicBezTo>
                <a:close/>
                <a:moveTo>
                  <a:pt x="21" y="23"/>
                </a:move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3"/>
                  <a:pt x="31" y="24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7"/>
                  <a:pt x="31" y="27"/>
                  <a:pt x="31" y="27"/>
                </a:cubicBezTo>
                <a:cubicBezTo>
                  <a:pt x="47" y="27"/>
                  <a:pt x="47" y="27"/>
                  <a:pt x="47" y="27"/>
                </a:cubicBezTo>
                <a:cubicBezTo>
                  <a:pt x="47" y="11"/>
                  <a:pt x="47" y="11"/>
                  <a:pt x="47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27"/>
                  <a:pt x="4" y="27"/>
                  <a:pt x="4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4"/>
                  <a:pt x="20" y="23"/>
                  <a:pt x="21" y="23"/>
                </a:cubicBezTo>
                <a:close/>
                <a:moveTo>
                  <a:pt x="31" y="31"/>
                </a:moveTo>
                <a:cubicBezTo>
                  <a:pt x="31" y="31"/>
                  <a:pt x="31" y="31"/>
                  <a:pt x="31" y="31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4"/>
                  <a:pt x="30" y="34"/>
                  <a:pt x="30" y="34"/>
                </a:cubicBezTo>
                <a:cubicBezTo>
                  <a:pt x="30" y="34"/>
                  <a:pt x="30" y="34"/>
                  <a:pt x="30" y="34"/>
                </a:cubicBezTo>
                <a:cubicBezTo>
                  <a:pt x="25" y="34"/>
                  <a:pt x="25" y="34"/>
                  <a:pt x="25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0" y="34"/>
                  <a:pt x="20" y="34"/>
                  <a:pt x="20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1"/>
                  <a:pt x="20" y="31"/>
                  <a:pt x="20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45"/>
                  <a:pt x="6" y="45"/>
                  <a:pt x="6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45" y="31"/>
                  <a:pt x="45" y="31"/>
                  <a:pt x="45" y="31"/>
                </a:cubicBezTo>
                <a:cubicBezTo>
                  <a:pt x="31" y="31"/>
                  <a:pt x="31" y="31"/>
                  <a:pt x="31" y="31"/>
                </a:cubicBezTo>
                <a:close/>
                <a:moveTo>
                  <a:pt x="25" y="26"/>
                </a:moveTo>
                <a:cubicBezTo>
                  <a:pt x="25" y="26"/>
                  <a:pt x="25" y="26"/>
                  <a:pt x="25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32"/>
                  <a:pt x="22" y="32"/>
                  <a:pt x="22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8" y="32"/>
                  <a:pt x="28" y="32"/>
                  <a:pt x="28" y="32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6"/>
                  <a:pt x="28" y="26"/>
                  <a:pt x="28" y="26"/>
                </a:cubicBezTo>
                <a:cubicBezTo>
                  <a:pt x="25" y="26"/>
                  <a:pt x="25" y="26"/>
                  <a:pt x="25" y="2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70" name="Freeform 204">
            <a:extLst>
              <a:ext uri="{FF2B5EF4-FFF2-40B4-BE49-F238E27FC236}">
                <a16:creationId xmlns:a16="http://schemas.microsoft.com/office/drawing/2014/main" id="{C3ABD14F-7B9C-05FB-B100-3D67498F221A}"/>
              </a:ext>
            </a:extLst>
          </p:cNvPr>
          <p:cNvSpPr>
            <a:spLocks noEditPoints="1"/>
          </p:cNvSpPr>
          <p:nvPr/>
        </p:nvSpPr>
        <p:spPr bwMode="auto">
          <a:xfrm>
            <a:off x="5437119" y="3437914"/>
            <a:ext cx="213783" cy="203200"/>
          </a:xfrm>
          <a:custGeom>
            <a:avLst/>
            <a:gdLst>
              <a:gd name="T0" fmla="*/ 22447 w 50"/>
              <a:gd name="T1" fmla="*/ 69850 h 48"/>
              <a:gd name="T2" fmla="*/ 35274 w 50"/>
              <a:gd name="T3" fmla="*/ 76200 h 48"/>
              <a:gd name="T4" fmla="*/ 51308 w 50"/>
              <a:gd name="T5" fmla="*/ 69850 h 48"/>
              <a:gd name="T6" fmla="*/ 44894 w 50"/>
              <a:gd name="T7" fmla="*/ 85725 h 48"/>
              <a:gd name="T8" fmla="*/ 51308 w 50"/>
              <a:gd name="T9" fmla="*/ 98425 h 48"/>
              <a:gd name="T10" fmla="*/ 35274 w 50"/>
              <a:gd name="T11" fmla="*/ 92075 h 48"/>
              <a:gd name="T12" fmla="*/ 22447 w 50"/>
              <a:gd name="T13" fmla="*/ 98425 h 48"/>
              <a:gd name="T14" fmla="*/ 28861 w 50"/>
              <a:gd name="T15" fmla="*/ 85725 h 48"/>
              <a:gd name="T16" fmla="*/ 125063 w 50"/>
              <a:gd name="T17" fmla="*/ 6350 h 48"/>
              <a:gd name="T18" fmla="*/ 125063 w 50"/>
              <a:gd name="T19" fmla="*/ 6350 h 48"/>
              <a:gd name="T20" fmla="*/ 102616 w 50"/>
              <a:gd name="T21" fmla="*/ 44450 h 48"/>
              <a:gd name="T22" fmla="*/ 92995 w 50"/>
              <a:gd name="T23" fmla="*/ 12700 h 48"/>
              <a:gd name="T24" fmla="*/ 125063 w 50"/>
              <a:gd name="T25" fmla="*/ 6350 h 48"/>
              <a:gd name="T26" fmla="*/ 105822 w 50"/>
              <a:gd name="T27" fmla="*/ 19050 h 48"/>
              <a:gd name="T28" fmla="*/ 109029 w 50"/>
              <a:gd name="T29" fmla="*/ 34925 h 48"/>
              <a:gd name="T30" fmla="*/ 121856 w 50"/>
              <a:gd name="T31" fmla="*/ 28575 h 48"/>
              <a:gd name="T32" fmla="*/ 118649 w 50"/>
              <a:gd name="T33" fmla="*/ 15875 h 48"/>
              <a:gd name="T34" fmla="*/ 89789 w 50"/>
              <a:gd name="T35" fmla="*/ 85725 h 48"/>
              <a:gd name="T36" fmla="*/ 80169 w 50"/>
              <a:gd name="T37" fmla="*/ 82550 h 48"/>
              <a:gd name="T38" fmla="*/ 105822 w 50"/>
              <a:gd name="T39" fmla="*/ 53975 h 48"/>
              <a:gd name="T40" fmla="*/ 115443 w 50"/>
              <a:gd name="T41" fmla="*/ 57150 h 48"/>
              <a:gd name="T42" fmla="*/ 134683 w 50"/>
              <a:gd name="T43" fmla="*/ 88900 h 48"/>
              <a:gd name="T44" fmla="*/ 115443 w 50"/>
              <a:gd name="T45" fmla="*/ 76200 h 48"/>
              <a:gd name="T46" fmla="*/ 16034 w 50"/>
              <a:gd name="T47" fmla="*/ 152400 h 48"/>
              <a:gd name="T48" fmla="*/ 16034 w 50"/>
              <a:gd name="T49" fmla="*/ 117475 h 48"/>
              <a:gd name="T50" fmla="*/ 102616 w 50"/>
              <a:gd name="T51" fmla="*/ 73025 h 48"/>
              <a:gd name="T52" fmla="*/ 12827 w 50"/>
              <a:gd name="T53" fmla="*/ 133350 h 48"/>
              <a:gd name="T54" fmla="*/ 16034 w 50"/>
              <a:gd name="T55" fmla="*/ 139700 h 48"/>
              <a:gd name="T56" fmla="*/ 22447 w 50"/>
              <a:gd name="T57" fmla="*/ 133350 h 48"/>
              <a:gd name="T58" fmla="*/ 12827 w 50"/>
              <a:gd name="T59" fmla="*/ 133350 h 48"/>
              <a:gd name="T60" fmla="*/ 128270 w 50"/>
              <a:gd name="T61" fmla="*/ 123825 h 48"/>
              <a:gd name="T62" fmla="*/ 137890 w 50"/>
              <a:gd name="T63" fmla="*/ 117475 h 48"/>
              <a:gd name="T64" fmla="*/ 150717 w 50"/>
              <a:gd name="T65" fmla="*/ 117475 h 48"/>
              <a:gd name="T66" fmla="*/ 157130 w 50"/>
              <a:gd name="T67" fmla="*/ 123825 h 48"/>
              <a:gd name="T68" fmla="*/ 157130 w 50"/>
              <a:gd name="T69" fmla="*/ 136525 h 48"/>
              <a:gd name="T70" fmla="*/ 150717 w 50"/>
              <a:gd name="T71" fmla="*/ 146050 h 48"/>
              <a:gd name="T72" fmla="*/ 137890 w 50"/>
              <a:gd name="T73" fmla="*/ 146050 h 48"/>
              <a:gd name="T74" fmla="*/ 128270 w 50"/>
              <a:gd name="T75" fmla="*/ 136525 h 48"/>
              <a:gd name="T76" fmla="*/ 128270 w 50"/>
              <a:gd name="T77" fmla="*/ 123825 h 48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0" h="48">
                <a:moveTo>
                  <a:pt x="7" y="25"/>
                </a:moveTo>
                <a:cubicBezTo>
                  <a:pt x="6" y="24"/>
                  <a:pt x="6" y="23"/>
                  <a:pt x="7" y="22"/>
                </a:cubicBezTo>
                <a:cubicBezTo>
                  <a:pt x="8" y="21"/>
                  <a:pt x="9" y="21"/>
                  <a:pt x="10" y="22"/>
                </a:cubicBezTo>
                <a:cubicBezTo>
                  <a:pt x="11" y="24"/>
                  <a:pt x="11" y="24"/>
                  <a:pt x="11" y="24"/>
                </a:cubicBezTo>
                <a:cubicBezTo>
                  <a:pt x="13" y="22"/>
                  <a:pt x="13" y="22"/>
                  <a:pt x="13" y="22"/>
                </a:cubicBezTo>
                <a:cubicBezTo>
                  <a:pt x="14" y="21"/>
                  <a:pt x="15" y="21"/>
                  <a:pt x="16" y="22"/>
                </a:cubicBezTo>
                <a:cubicBezTo>
                  <a:pt x="17" y="23"/>
                  <a:pt x="17" y="24"/>
                  <a:pt x="16" y="25"/>
                </a:cubicBezTo>
                <a:cubicBezTo>
                  <a:pt x="14" y="27"/>
                  <a:pt x="14" y="27"/>
                  <a:pt x="14" y="27"/>
                </a:cubicBezTo>
                <a:cubicBezTo>
                  <a:pt x="16" y="28"/>
                  <a:pt x="16" y="28"/>
                  <a:pt x="16" y="28"/>
                </a:cubicBezTo>
                <a:cubicBezTo>
                  <a:pt x="17" y="29"/>
                  <a:pt x="17" y="30"/>
                  <a:pt x="16" y="31"/>
                </a:cubicBezTo>
                <a:cubicBezTo>
                  <a:pt x="15" y="32"/>
                  <a:pt x="14" y="32"/>
                  <a:pt x="13" y="31"/>
                </a:cubicBezTo>
                <a:cubicBezTo>
                  <a:pt x="11" y="29"/>
                  <a:pt x="11" y="29"/>
                  <a:pt x="11" y="29"/>
                </a:cubicBezTo>
                <a:cubicBezTo>
                  <a:pt x="10" y="31"/>
                  <a:pt x="10" y="31"/>
                  <a:pt x="10" y="31"/>
                </a:cubicBezTo>
                <a:cubicBezTo>
                  <a:pt x="9" y="32"/>
                  <a:pt x="8" y="32"/>
                  <a:pt x="7" y="31"/>
                </a:cubicBezTo>
                <a:cubicBezTo>
                  <a:pt x="6" y="30"/>
                  <a:pt x="6" y="29"/>
                  <a:pt x="7" y="28"/>
                </a:cubicBezTo>
                <a:cubicBezTo>
                  <a:pt x="9" y="27"/>
                  <a:pt x="9" y="27"/>
                  <a:pt x="9" y="27"/>
                </a:cubicBezTo>
                <a:cubicBezTo>
                  <a:pt x="7" y="25"/>
                  <a:pt x="7" y="25"/>
                  <a:pt x="7" y="25"/>
                </a:cubicBezTo>
                <a:close/>
                <a:moveTo>
                  <a:pt x="39" y="2"/>
                </a:moveTo>
                <a:cubicBezTo>
                  <a:pt x="39" y="2"/>
                  <a:pt x="39" y="2"/>
                  <a:pt x="39" y="2"/>
                </a:cubicBezTo>
                <a:cubicBezTo>
                  <a:pt x="39" y="2"/>
                  <a:pt x="39" y="2"/>
                  <a:pt x="39" y="2"/>
                </a:cubicBezTo>
                <a:cubicBezTo>
                  <a:pt x="42" y="4"/>
                  <a:pt x="43" y="8"/>
                  <a:pt x="41" y="11"/>
                </a:cubicBezTo>
                <a:cubicBezTo>
                  <a:pt x="39" y="15"/>
                  <a:pt x="35" y="16"/>
                  <a:pt x="32" y="14"/>
                </a:cubicBezTo>
                <a:cubicBezTo>
                  <a:pt x="32" y="14"/>
                  <a:pt x="32" y="14"/>
                  <a:pt x="32" y="14"/>
                </a:cubicBezTo>
                <a:cubicBezTo>
                  <a:pt x="28" y="12"/>
                  <a:pt x="27" y="8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31" y="1"/>
                  <a:pt x="35" y="0"/>
                  <a:pt x="39" y="2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2" y="8"/>
                  <a:pt x="32" y="10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5" y="11"/>
                  <a:pt x="37" y="11"/>
                  <a:pt x="38" y="9"/>
                </a:cubicBezTo>
                <a:cubicBezTo>
                  <a:pt x="39" y="8"/>
                  <a:pt x="38" y="6"/>
                  <a:pt x="37" y="5"/>
                </a:cubicBezTo>
                <a:cubicBezTo>
                  <a:pt x="37" y="5"/>
                  <a:pt x="37" y="5"/>
                  <a:pt x="37" y="5"/>
                </a:cubicBezTo>
                <a:cubicBezTo>
                  <a:pt x="35" y="5"/>
                  <a:pt x="34" y="5"/>
                  <a:pt x="33" y="6"/>
                </a:cubicBezTo>
                <a:close/>
                <a:moveTo>
                  <a:pt x="28" y="27"/>
                </a:moveTo>
                <a:cubicBezTo>
                  <a:pt x="28" y="27"/>
                  <a:pt x="28" y="27"/>
                  <a:pt x="28" y="27"/>
                </a:cubicBezTo>
                <a:cubicBezTo>
                  <a:pt x="27" y="27"/>
                  <a:pt x="26" y="27"/>
                  <a:pt x="25" y="26"/>
                </a:cubicBezTo>
                <a:cubicBezTo>
                  <a:pt x="25" y="26"/>
                  <a:pt x="25" y="24"/>
                  <a:pt x="26" y="24"/>
                </a:cubicBezTo>
                <a:cubicBezTo>
                  <a:pt x="33" y="17"/>
                  <a:pt x="33" y="17"/>
                  <a:pt x="33" y="17"/>
                </a:cubicBezTo>
                <a:cubicBezTo>
                  <a:pt x="34" y="17"/>
                  <a:pt x="34" y="17"/>
                  <a:pt x="35" y="17"/>
                </a:cubicBezTo>
                <a:cubicBezTo>
                  <a:pt x="35" y="17"/>
                  <a:pt x="36" y="17"/>
                  <a:pt x="36" y="18"/>
                </a:cubicBezTo>
                <a:cubicBezTo>
                  <a:pt x="43" y="25"/>
                  <a:pt x="43" y="25"/>
                  <a:pt x="43" y="25"/>
                </a:cubicBezTo>
                <a:cubicBezTo>
                  <a:pt x="43" y="26"/>
                  <a:pt x="43" y="27"/>
                  <a:pt x="42" y="28"/>
                </a:cubicBezTo>
                <a:cubicBezTo>
                  <a:pt x="42" y="29"/>
                  <a:pt x="40" y="29"/>
                  <a:pt x="40" y="28"/>
                </a:cubicBezTo>
                <a:cubicBezTo>
                  <a:pt x="36" y="24"/>
                  <a:pt x="36" y="24"/>
                  <a:pt x="36" y="24"/>
                </a:cubicBezTo>
                <a:cubicBezTo>
                  <a:pt x="34" y="36"/>
                  <a:pt x="23" y="45"/>
                  <a:pt x="10" y="46"/>
                </a:cubicBezTo>
                <a:cubicBezTo>
                  <a:pt x="9" y="47"/>
                  <a:pt x="7" y="48"/>
                  <a:pt x="5" y="48"/>
                </a:cubicBezTo>
                <a:cubicBezTo>
                  <a:pt x="2" y="48"/>
                  <a:pt x="0" y="46"/>
                  <a:pt x="0" y="42"/>
                </a:cubicBezTo>
                <a:cubicBezTo>
                  <a:pt x="0" y="39"/>
                  <a:pt x="2" y="37"/>
                  <a:pt x="5" y="37"/>
                </a:cubicBezTo>
                <a:cubicBezTo>
                  <a:pt x="8" y="37"/>
                  <a:pt x="11" y="39"/>
                  <a:pt x="11" y="42"/>
                </a:cubicBezTo>
                <a:cubicBezTo>
                  <a:pt x="22" y="41"/>
                  <a:pt x="30" y="33"/>
                  <a:pt x="32" y="23"/>
                </a:cubicBezTo>
                <a:cubicBezTo>
                  <a:pt x="28" y="27"/>
                  <a:pt x="28" y="27"/>
                  <a:pt x="28" y="27"/>
                </a:cubicBezTo>
                <a:close/>
                <a:moveTo>
                  <a:pt x="4" y="42"/>
                </a:moveTo>
                <a:cubicBezTo>
                  <a:pt x="4" y="42"/>
                  <a:pt x="4" y="42"/>
                  <a:pt x="4" y="42"/>
                </a:cubicBezTo>
                <a:cubicBezTo>
                  <a:pt x="4" y="44"/>
                  <a:pt x="4" y="44"/>
                  <a:pt x="5" y="44"/>
                </a:cubicBezTo>
                <a:cubicBezTo>
                  <a:pt x="6" y="44"/>
                  <a:pt x="7" y="44"/>
                  <a:pt x="7" y="42"/>
                </a:cubicBezTo>
                <a:cubicBezTo>
                  <a:pt x="7" y="42"/>
                  <a:pt x="7" y="42"/>
                  <a:pt x="7" y="42"/>
                </a:cubicBezTo>
                <a:cubicBezTo>
                  <a:pt x="7" y="41"/>
                  <a:pt x="6" y="41"/>
                  <a:pt x="5" y="41"/>
                </a:cubicBezTo>
                <a:cubicBezTo>
                  <a:pt x="4" y="41"/>
                  <a:pt x="4" y="41"/>
                  <a:pt x="4" y="42"/>
                </a:cubicBezTo>
                <a:close/>
                <a:moveTo>
                  <a:pt x="40" y="39"/>
                </a:moveTo>
                <a:cubicBezTo>
                  <a:pt x="40" y="39"/>
                  <a:pt x="40" y="39"/>
                  <a:pt x="40" y="39"/>
                </a:cubicBezTo>
                <a:cubicBezTo>
                  <a:pt x="39" y="39"/>
                  <a:pt x="39" y="37"/>
                  <a:pt x="40" y="37"/>
                </a:cubicBezTo>
                <a:cubicBezTo>
                  <a:pt x="41" y="36"/>
                  <a:pt x="42" y="36"/>
                  <a:pt x="43" y="37"/>
                </a:cubicBezTo>
                <a:cubicBezTo>
                  <a:pt x="45" y="39"/>
                  <a:pt x="45" y="39"/>
                  <a:pt x="45" y="39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6"/>
                  <a:pt x="49" y="36"/>
                  <a:pt x="49" y="37"/>
                </a:cubicBezTo>
                <a:cubicBezTo>
                  <a:pt x="50" y="37"/>
                  <a:pt x="50" y="39"/>
                  <a:pt x="49" y="39"/>
                </a:cubicBezTo>
                <a:cubicBezTo>
                  <a:pt x="47" y="41"/>
                  <a:pt x="47" y="41"/>
                  <a:pt x="47" y="41"/>
                </a:cubicBezTo>
                <a:cubicBezTo>
                  <a:pt x="49" y="43"/>
                  <a:pt x="49" y="43"/>
                  <a:pt x="49" y="43"/>
                </a:cubicBezTo>
                <a:cubicBezTo>
                  <a:pt x="50" y="44"/>
                  <a:pt x="50" y="45"/>
                  <a:pt x="49" y="46"/>
                </a:cubicBezTo>
                <a:cubicBezTo>
                  <a:pt x="49" y="47"/>
                  <a:pt x="47" y="47"/>
                  <a:pt x="47" y="46"/>
                </a:cubicBezTo>
                <a:cubicBezTo>
                  <a:pt x="45" y="44"/>
                  <a:pt x="45" y="44"/>
                  <a:pt x="45" y="44"/>
                </a:cubicBezTo>
                <a:cubicBezTo>
                  <a:pt x="43" y="46"/>
                  <a:pt x="43" y="46"/>
                  <a:pt x="43" y="46"/>
                </a:cubicBezTo>
                <a:cubicBezTo>
                  <a:pt x="42" y="47"/>
                  <a:pt x="41" y="47"/>
                  <a:pt x="40" y="46"/>
                </a:cubicBezTo>
                <a:cubicBezTo>
                  <a:pt x="39" y="45"/>
                  <a:pt x="39" y="44"/>
                  <a:pt x="40" y="43"/>
                </a:cubicBezTo>
                <a:cubicBezTo>
                  <a:pt x="42" y="41"/>
                  <a:pt x="42" y="41"/>
                  <a:pt x="42" y="41"/>
                </a:cubicBezTo>
                <a:cubicBezTo>
                  <a:pt x="40" y="39"/>
                  <a:pt x="40" y="39"/>
                  <a:pt x="40" y="3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71" name="Freeform 205">
            <a:extLst>
              <a:ext uri="{FF2B5EF4-FFF2-40B4-BE49-F238E27FC236}">
                <a16:creationId xmlns:a16="http://schemas.microsoft.com/office/drawing/2014/main" id="{FD301F08-A328-E8AC-F39D-71BC24722F09}"/>
              </a:ext>
            </a:extLst>
          </p:cNvPr>
          <p:cNvSpPr>
            <a:spLocks noEditPoints="1"/>
          </p:cNvSpPr>
          <p:nvPr/>
        </p:nvSpPr>
        <p:spPr bwMode="auto">
          <a:xfrm>
            <a:off x="922267" y="4388299"/>
            <a:ext cx="213784" cy="97367"/>
          </a:xfrm>
          <a:custGeom>
            <a:avLst/>
            <a:gdLst>
              <a:gd name="T0" fmla="*/ 64135 w 50"/>
              <a:gd name="T1" fmla="*/ 9525 h 23"/>
              <a:gd name="T2" fmla="*/ 70549 w 50"/>
              <a:gd name="T3" fmla="*/ 19050 h 23"/>
              <a:gd name="T4" fmla="*/ 70549 w 50"/>
              <a:gd name="T5" fmla="*/ 19050 h 23"/>
              <a:gd name="T6" fmla="*/ 86583 w 50"/>
              <a:gd name="T7" fmla="*/ 19050 h 23"/>
              <a:gd name="T8" fmla="*/ 86583 w 50"/>
              <a:gd name="T9" fmla="*/ 19050 h 23"/>
              <a:gd name="T10" fmla="*/ 92996 w 50"/>
              <a:gd name="T11" fmla="*/ 9525 h 23"/>
              <a:gd name="T12" fmla="*/ 141097 w 50"/>
              <a:gd name="T13" fmla="*/ 9525 h 23"/>
              <a:gd name="T14" fmla="*/ 141097 w 50"/>
              <a:gd name="T15" fmla="*/ 9525 h 23"/>
              <a:gd name="T16" fmla="*/ 153924 w 50"/>
              <a:gd name="T17" fmla="*/ 28575 h 23"/>
              <a:gd name="T18" fmla="*/ 153924 w 50"/>
              <a:gd name="T19" fmla="*/ 41275 h 23"/>
              <a:gd name="T20" fmla="*/ 144304 w 50"/>
              <a:gd name="T21" fmla="*/ 53975 h 23"/>
              <a:gd name="T22" fmla="*/ 153924 w 50"/>
              <a:gd name="T23" fmla="*/ 73025 h 23"/>
              <a:gd name="T24" fmla="*/ 137891 w 50"/>
              <a:gd name="T25" fmla="*/ 63500 h 23"/>
              <a:gd name="T26" fmla="*/ 92996 w 50"/>
              <a:gd name="T27" fmla="*/ 60325 h 23"/>
              <a:gd name="T28" fmla="*/ 83376 w 50"/>
              <a:gd name="T29" fmla="*/ 34925 h 23"/>
              <a:gd name="T30" fmla="*/ 83376 w 50"/>
              <a:gd name="T31" fmla="*/ 28575 h 23"/>
              <a:gd name="T32" fmla="*/ 76962 w 50"/>
              <a:gd name="T33" fmla="*/ 28575 h 23"/>
              <a:gd name="T34" fmla="*/ 73755 w 50"/>
              <a:gd name="T35" fmla="*/ 28575 h 23"/>
              <a:gd name="T36" fmla="*/ 64135 w 50"/>
              <a:gd name="T37" fmla="*/ 60325 h 23"/>
              <a:gd name="T38" fmla="*/ 41688 w 50"/>
              <a:gd name="T39" fmla="*/ 69850 h 23"/>
              <a:gd name="T40" fmla="*/ 12827 w 50"/>
              <a:gd name="T41" fmla="*/ 73025 h 23"/>
              <a:gd name="T42" fmla="*/ 3207 w 50"/>
              <a:gd name="T43" fmla="*/ 63500 h 23"/>
              <a:gd name="T44" fmla="*/ 6414 w 50"/>
              <a:gd name="T45" fmla="*/ 41275 h 23"/>
              <a:gd name="T46" fmla="*/ 0 w 50"/>
              <a:gd name="T47" fmla="*/ 34925 h 23"/>
              <a:gd name="T48" fmla="*/ 6414 w 50"/>
              <a:gd name="T49" fmla="*/ 28575 h 23"/>
              <a:gd name="T50" fmla="*/ 41688 w 50"/>
              <a:gd name="T51" fmla="*/ 0 h 23"/>
              <a:gd name="T52" fmla="*/ 131477 w 50"/>
              <a:gd name="T53" fmla="*/ 19050 h 23"/>
              <a:gd name="T54" fmla="*/ 102616 w 50"/>
              <a:gd name="T55" fmla="*/ 19050 h 23"/>
              <a:gd name="T56" fmla="*/ 96203 w 50"/>
              <a:gd name="T57" fmla="*/ 34925 h 23"/>
              <a:gd name="T58" fmla="*/ 102616 w 50"/>
              <a:gd name="T59" fmla="*/ 50800 h 23"/>
              <a:gd name="T60" fmla="*/ 131477 w 50"/>
              <a:gd name="T61" fmla="*/ 50800 h 23"/>
              <a:gd name="T62" fmla="*/ 131477 w 50"/>
              <a:gd name="T63" fmla="*/ 50800 h 23"/>
              <a:gd name="T64" fmla="*/ 131477 w 50"/>
              <a:gd name="T65" fmla="*/ 50800 h 23"/>
              <a:gd name="T66" fmla="*/ 137891 w 50"/>
              <a:gd name="T67" fmla="*/ 34925 h 23"/>
              <a:gd name="T68" fmla="*/ 131477 w 50"/>
              <a:gd name="T69" fmla="*/ 19050 h 23"/>
              <a:gd name="T70" fmla="*/ 57722 w 50"/>
              <a:gd name="T71" fmla="*/ 19050 h 23"/>
              <a:gd name="T72" fmla="*/ 25654 w 50"/>
              <a:gd name="T73" fmla="*/ 19050 h 23"/>
              <a:gd name="T74" fmla="*/ 19241 w 50"/>
              <a:gd name="T75" fmla="*/ 34925 h 23"/>
              <a:gd name="T76" fmla="*/ 25654 w 50"/>
              <a:gd name="T77" fmla="*/ 50800 h 23"/>
              <a:gd name="T78" fmla="*/ 57722 w 50"/>
              <a:gd name="T79" fmla="*/ 50800 h 23"/>
              <a:gd name="T80" fmla="*/ 64135 w 50"/>
              <a:gd name="T81" fmla="*/ 34925 h 2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0" h="23">
                <a:moveTo>
                  <a:pt x="13" y="0"/>
                </a:moveTo>
                <a:cubicBezTo>
                  <a:pt x="16" y="0"/>
                  <a:pt x="19" y="2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1" y="4"/>
                  <a:pt x="22" y="5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3" y="5"/>
                  <a:pt x="24" y="5"/>
                  <a:pt x="25" y="5"/>
                </a:cubicBezTo>
                <a:cubicBezTo>
                  <a:pt x="26" y="5"/>
                  <a:pt x="26" y="5"/>
                  <a:pt x="27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8" y="5"/>
                  <a:pt x="28" y="4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31" y="1"/>
                  <a:pt x="34" y="0"/>
                  <a:pt x="37" y="0"/>
                </a:cubicBezTo>
                <a:cubicBezTo>
                  <a:pt x="39" y="0"/>
                  <a:pt x="42" y="2"/>
                  <a:pt x="44" y="3"/>
                </a:cubicBezTo>
                <a:cubicBezTo>
                  <a:pt x="44" y="3"/>
                  <a:pt x="44" y="3"/>
                  <a:pt x="44" y="3"/>
                </a:cubicBezTo>
                <a:cubicBezTo>
                  <a:pt x="44" y="3"/>
                  <a:pt x="44" y="3"/>
                  <a:pt x="44" y="3"/>
                </a:cubicBezTo>
                <a:cubicBezTo>
                  <a:pt x="46" y="5"/>
                  <a:pt x="47" y="7"/>
                  <a:pt x="47" y="9"/>
                </a:cubicBezTo>
                <a:cubicBezTo>
                  <a:pt x="48" y="9"/>
                  <a:pt x="48" y="9"/>
                  <a:pt x="48" y="9"/>
                </a:cubicBezTo>
                <a:cubicBezTo>
                  <a:pt x="49" y="9"/>
                  <a:pt x="50" y="10"/>
                  <a:pt x="50" y="11"/>
                </a:cubicBezTo>
                <a:cubicBezTo>
                  <a:pt x="50" y="12"/>
                  <a:pt x="49" y="13"/>
                  <a:pt x="48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14"/>
                  <a:pt x="46" y="16"/>
                  <a:pt x="45" y="17"/>
                </a:cubicBezTo>
                <a:cubicBezTo>
                  <a:pt x="48" y="20"/>
                  <a:pt x="48" y="20"/>
                  <a:pt x="48" y="20"/>
                </a:cubicBezTo>
                <a:cubicBezTo>
                  <a:pt x="49" y="21"/>
                  <a:pt x="49" y="22"/>
                  <a:pt x="48" y="23"/>
                </a:cubicBezTo>
                <a:cubicBezTo>
                  <a:pt x="47" y="23"/>
                  <a:pt x="46" y="23"/>
                  <a:pt x="46" y="23"/>
                </a:cubicBezTo>
                <a:cubicBezTo>
                  <a:pt x="43" y="20"/>
                  <a:pt x="43" y="20"/>
                  <a:pt x="43" y="20"/>
                </a:cubicBezTo>
                <a:cubicBezTo>
                  <a:pt x="41" y="21"/>
                  <a:pt x="39" y="22"/>
                  <a:pt x="37" y="22"/>
                </a:cubicBezTo>
                <a:cubicBezTo>
                  <a:pt x="34" y="22"/>
                  <a:pt x="31" y="20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7" y="17"/>
                  <a:pt x="26" y="14"/>
                  <a:pt x="26" y="11"/>
                </a:cubicBezTo>
                <a:cubicBezTo>
                  <a:pt x="26" y="10"/>
                  <a:pt x="26" y="10"/>
                  <a:pt x="26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4" y="10"/>
                  <a:pt x="24" y="10"/>
                  <a:pt x="24" y="11"/>
                </a:cubicBezTo>
                <a:cubicBezTo>
                  <a:pt x="24" y="14"/>
                  <a:pt x="22" y="17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18" y="21"/>
                  <a:pt x="16" y="22"/>
                  <a:pt x="13" y="22"/>
                </a:cubicBezTo>
                <a:cubicBezTo>
                  <a:pt x="11" y="22"/>
                  <a:pt x="9" y="21"/>
                  <a:pt x="7" y="20"/>
                </a:cubicBezTo>
                <a:cubicBezTo>
                  <a:pt x="4" y="23"/>
                  <a:pt x="4" y="23"/>
                  <a:pt x="4" y="23"/>
                </a:cubicBezTo>
                <a:cubicBezTo>
                  <a:pt x="3" y="23"/>
                  <a:pt x="2" y="23"/>
                  <a:pt x="1" y="23"/>
                </a:cubicBezTo>
                <a:cubicBezTo>
                  <a:pt x="0" y="22"/>
                  <a:pt x="0" y="21"/>
                  <a:pt x="1" y="20"/>
                </a:cubicBezTo>
                <a:cubicBezTo>
                  <a:pt x="4" y="17"/>
                  <a:pt x="4" y="17"/>
                  <a:pt x="4" y="17"/>
                </a:cubicBezTo>
                <a:cubicBezTo>
                  <a:pt x="3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" y="13"/>
                  <a:pt x="0" y="12"/>
                  <a:pt x="0" y="11"/>
                </a:cubicBezTo>
                <a:cubicBezTo>
                  <a:pt x="0" y="10"/>
                  <a:pt x="1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3" y="7"/>
                  <a:pt x="4" y="5"/>
                  <a:pt x="5" y="3"/>
                </a:cubicBezTo>
                <a:cubicBezTo>
                  <a:pt x="7" y="2"/>
                  <a:pt x="10" y="0"/>
                  <a:pt x="13" y="0"/>
                </a:cubicBezTo>
                <a:close/>
                <a:moveTo>
                  <a:pt x="41" y="6"/>
                </a:moveTo>
                <a:cubicBezTo>
                  <a:pt x="41" y="6"/>
                  <a:pt x="41" y="6"/>
                  <a:pt x="41" y="6"/>
                </a:cubicBezTo>
                <a:cubicBezTo>
                  <a:pt x="40" y="5"/>
                  <a:pt x="38" y="4"/>
                  <a:pt x="37" y="4"/>
                </a:cubicBezTo>
                <a:cubicBezTo>
                  <a:pt x="35" y="4"/>
                  <a:pt x="33" y="5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30" y="7"/>
                  <a:pt x="30" y="9"/>
                  <a:pt x="30" y="11"/>
                </a:cubicBezTo>
                <a:cubicBezTo>
                  <a:pt x="30" y="13"/>
                  <a:pt x="30" y="15"/>
                  <a:pt x="32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3" y="17"/>
                  <a:pt x="35" y="18"/>
                  <a:pt x="37" y="18"/>
                </a:cubicBezTo>
                <a:cubicBezTo>
                  <a:pt x="38" y="18"/>
                  <a:pt x="40" y="17"/>
                  <a:pt x="41" y="16"/>
                </a:cubicBezTo>
                <a:cubicBezTo>
                  <a:pt x="41" y="16"/>
                  <a:pt x="41" y="16"/>
                  <a:pt x="41" y="16"/>
                </a:cubicBezTo>
                <a:cubicBezTo>
                  <a:pt x="41" y="16"/>
                  <a:pt x="41" y="16"/>
                  <a:pt x="41" y="16"/>
                </a:cubicBezTo>
                <a:cubicBezTo>
                  <a:pt x="41" y="16"/>
                  <a:pt x="41" y="16"/>
                  <a:pt x="41" y="16"/>
                </a:cubicBezTo>
                <a:cubicBezTo>
                  <a:pt x="41" y="16"/>
                  <a:pt x="41" y="16"/>
                  <a:pt x="41" y="16"/>
                </a:cubicBezTo>
                <a:cubicBezTo>
                  <a:pt x="43" y="15"/>
                  <a:pt x="43" y="13"/>
                  <a:pt x="43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3" y="9"/>
                  <a:pt x="43" y="7"/>
                  <a:pt x="41" y="6"/>
                </a:cubicBezTo>
                <a:close/>
                <a:moveTo>
                  <a:pt x="18" y="6"/>
                </a:moveTo>
                <a:cubicBezTo>
                  <a:pt x="18" y="6"/>
                  <a:pt x="18" y="6"/>
                  <a:pt x="18" y="6"/>
                </a:cubicBezTo>
                <a:cubicBezTo>
                  <a:pt x="17" y="5"/>
                  <a:pt x="15" y="4"/>
                  <a:pt x="13" y="4"/>
                </a:cubicBezTo>
                <a:cubicBezTo>
                  <a:pt x="11" y="4"/>
                  <a:pt x="9" y="5"/>
                  <a:pt x="8" y="6"/>
                </a:cubicBezTo>
                <a:cubicBezTo>
                  <a:pt x="7" y="7"/>
                  <a:pt x="6" y="9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3"/>
                  <a:pt x="7" y="15"/>
                  <a:pt x="8" y="16"/>
                </a:cubicBezTo>
                <a:cubicBezTo>
                  <a:pt x="9" y="17"/>
                  <a:pt x="11" y="18"/>
                  <a:pt x="13" y="18"/>
                </a:cubicBezTo>
                <a:cubicBezTo>
                  <a:pt x="15" y="18"/>
                  <a:pt x="16" y="17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9" y="15"/>
                  <a:pt x="20" y="13"/>
                  <a:pt x="20" y="11"/>
                </a:cubicBezTo>
                <a:cubicBezTo>
                  <a:pt x="20" y="9"/>
                  <a:pt x="19" y="7"/>
                  <a:pt x="18" y="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72" name="Freeform 206">
            <a:extLst>
              <a:ext uri="{FF2B5EF4-FFF2-40B4-BE49-F238E27FC236}">
                <a16:creationId xmlns:a16="http://schemas.microsoft.com/office/drawing/2014/main" id="{CD8B0189-057E-FCF8-0D9E-36201885F970}"/>
              </a:ext>
            </a:extLst>
          </p:cNvPr>
          <p:cNvSpPr>
            <a:spLocks noEditPoints="1"/>
          </p:cNvSpPr>
          <p:nvPr/>
        </p:nvSpPr>
        <p:spPr bwMode="auto">
          <a:xfrm>
            <a:off x="3155351" y="4815865"/>
            <a:ext cx="211667" cy="186267"/>
          </a:xfrm>
          <a:custGeom>
            <a:avLst/>
            <a:gdLst>
              <a:gd name="T0" fmla="*/ 31750 w 50"/>
              <a:gd name="T1" fmla="*/ 114300 h 44"/>
              <a:gd name="T2" fmla="*/ 88900 w 50"/>
              <a:gd name="T3" fmla="*/ 111125 h 44"/>
              <a:gd name="T4" fmla="*/ 98425 w 50"/>
              <a:gd name="T5" fmla="*/ 101600 h 44"/>
              <a:gd name="T6" fmla="*/ 107950 w 50"/>
              <a:gd name="T7" fmla="*/ 104775 h 44"/>
              <a:gd name="T8" fmla="*/ 127000 w 50"/>
              <a:gd name="T9" fmla="*/ 111125 h 44"/>
              <a:gd name="T10" fmla="*/ 127000 w 50"/>
              <a:gd name="T11" fmla="*/ 117475 h 44"/>
              <a:gd name="T12" fmla="*/ 107950 w 50"/>
              <a:gd name="T13" fmla="*/ 120650 h 44"/>
              <a:gd name="T14" fmla="*/ 98425 w 50"/>
              <a:gd name="T15" fmla="*/ 123825 h 44"/>
              <a:gd name="T16" fmla="*/ 92075 w 50"/>
              <a:gd name="T17" fmla="*/ 120650 h 44"/>
              <a:gd name="T18" fmla="*/ 34925 w 50"/>
              <a:gd name="T19" fmla="*/ 117475 h 44"/>
              <a:gd name="T20" fmla="*/ 19050 w 50"/>
              <a:gd name="T21" fmla="*/ 0 h 44"/>
              <a:gd name="T22" fmla="*/ 155575 w 50"/>
              <a:gd name="T23" fmla="*/ 6350 h 44"/>
              <a:gd name="T24" fmla="*/ 158750 w 50"/>
              <a:gd name="T25" fmla="*/ 19050 h 44"/>
              <a:gd name="T26" fmla="*/ 155575 w 50"/>
              <a:gd name="T27" fmla="*/ 133350 h 44"/>
              <a:gd name="T28" fmla="*/ 139700 w 50"/>
              <a:gd name="T29" fmla="*/ 139700 h 44"/>
              <a:gd name="T30" fmla="*/ 6350 w 50"/>
              <a:gd name="T31" fmla="*/ 133350 h 44"/>
              <a:gd name="T32" fmla="*/ 0 w 50"/>
              <a:gd name="T33" fmla="*/ 117475 h 44"/>
              <a:gd name="T34" fmla="*/ 6350 w 50"/>
              <a:gd name="T35" fmla="*/ 6350 h 44"/>
              <a:gd name="T36" fmla="*/ 19050 w 50"/>
              <a:gd name="T37" fmla="*/ 0 h 44"/>
              <a:gd name="T38" fmla="*/ 139700 w 50"/>
              <a:gd name="T39" fmla="*/ 12700 h 44"/>
              <a:gd name="T40" fmla="*/ 15875 w 50"/>
              <a:gd name="T41" fmla="*/ 15875 h 44"/>
              <a:gd name="T42" fmla="*/ 12700 w 50"/>
              <a:gd name="T43" fmla="*/ 19050 h 44"/>
              <a:gd name="T44" fmla="*/ 15875 w 50"/>
              <a:gd name="T45" fmla="*/ 123825 h 44"/>
              <a:gd name="T46" fmla="*/ 15875 w 50"/>
              <a:gd name="T47" fmla="*/ 123825 h 44"/>
              <a:gd name="T48" fmla="*/ 139700 w 50"/>
              <a:gd name="T49" fmla="*/ 127000 h 44"/>
              <a:gd name="T50" fmla="*/ 146050 w 50"/>
              <a:gd name="T51" fmla="*/ 123825 h 44"/>
              <a:gd name="T52" fmla="*/ 149225 w 50"/>
              <a:gd name="T53" fmla="*/ 19050 h 44"/>
              <a:gd name="T54" fmla="*/ 146050 w 50"/>
              <a:gd name="T55" fmla="*/ 15875 h 44"/>
              <a:gd name="T56" fmla="*/ 139700 w 50"/>
              <a:gd name="T57" fmla="*/ 12700 h 44"/>
              <a:gd name="T58" fmla="*/ 63500 w 50"/>
              <a:gd name="T59" fmla="*/ 38100 h 44"/>
              <a:gd name="T60" fmla="*/ 104775 w 50"/>
              <a:gd name="T61" fmla="*/ 69850 h 44"/>
              <a:gd name="T62" fmla="*/ 82550 w 50"/>
              <a:gd name="T63" fmla="*/ 82550 h 44"/>
              <a:gd name="T64" fmla="*/ 53975 w 50"/>
              <a:gd name="T65" fmla="*/ 92075 h 44"/>
              <a:gd name="T66" fmla="*/ 53975 w 50"/>
              <a:gd name="T67" fmla="*/ 88900 h 44"/>
              <a:gd name="T68" fmla="*/ 60325 w 50"/>
              <a:gd name="T69" fmla="*/ 34925 h 44"/>
              <a:gd name="T70" fmla="*/ 66675 w 50"/>
              <a:gd name="T71" fmla="*/ 53975 h 44"/>
              <a:gd name="T72" fmla="*/ 66675 w 50"/>
              <a:gd name="T73" fmla="*/ 76200 h 44"/>
              <a:gd name="T74" fmla="*/ 66675 w 50"/>
              <a:gd name="T75" fmla="*/ 53975 h 44"/>
              <a:gd name="T76" fmla="*/ 95250 w 50"/>
              <a:gd name="T77" fmla="*/ 114300 h 44"/>
              <a:gd name="T78" fmla="*/ 95250 w 50"/>
              <a:gd name="T79" fmla="*/ 114300 h 44"/>
              <a:gd name="T80" fmla="*/ 98425 w 50"/>
              <a:gd name="T81" fmla="*/ 117475 h 44"/>
              <a:gd name="T82" fmla="*/ 98425 w 50"/>
              <a:gd name="T83" fmla="*/ 117475 h 44"/>
              <a:gd name="T84" fmla="*/ 101600 w 50"/>
              <a:gd name="T85" fmla="*/ 117475 h 44"/>
              <a:gd name="T86" fmla="*/ 104775 w 50"/>
              <a:gd name="T87" fmla="*/ 114300 h 44"/>
              <a:gd name="T88" fmla="*/ 104775 w 50"/>
              <a:gd name="T89" fmla="*/ 114300 h 44"/>
              <a:gd name="T90" fmla="*/ 101600 w 50"/>
              <a:gd name="T91" fmla="*/ 111125 h 44"/>
              <a:gd name="T92" fmla="*/ 101600 w 50"/>
              <a:gd name="T93" fmla="*/ 111125 h 44"/>
              <a:gd name="T94" fmla="*/ 98425 w 50"/>
              <a:gd name="T95" fmla="*/ 111125 h 4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44">
                <a:moveTo>
                  <a:pt x="11" y="37"/>
                </a:moveTo>
                <a:cubicBezTo>
                  <a:pt x="10" y="37"/>
                  <a:pt x="10" y="36"/>
                  <a:pt x="10" y="36"/>
                </a:cubicBezTo>
                <a:cubicBezTo>
                  <a:pt x="10" y="35"/>
                  <a:pt x="10" y="35"/>
                  <a:pt x="11" y="35"/>
                </a:cubicBezTo>
                <a:cubicBezTo>
                  <a:pt x="28" y="35"/>
                  <a:pt x="28" y="35"/>
                  <a:pt x="28" y="35"/>
                </a:cubicBezTo>
                <a:cubicBezTo>
                  <a:pt x="28" y="34"/>
                  <a:pt x="29" y="34"/>
                  <a:pt x="29" y="33"/>
                </a:cubicBezTo>
                <a:cubicBezTo>
                  <a:pt x="30" y="33"/>
                  <a:pt x="31" y="32"/>
                  <a:pt x="31" y="32"/>
                </a:cubicBezTo>
                <a:cubicBezTo>
                  <a:pt x="32" y="32"/>
                  <a:pt x="33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4"/>
                  <a:pt x="35" y="34"/>
                  <a:pt x="35" y="35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5"/>
                  <a:pt x="41" y="35"/>
                  <a:pt x="41" y="36"/>
                </a:cubicBezTo>
                <a:cubicBezTo>
                  <a:pt x="41" y="36"/>
                  <a:pt x="40" y="37"/>
                  <a:pt x="40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4" y="38"/>
                  <a:pt x="34" y="38"/>
                </a:cubicBezTo>
                <a:cubicBezTo>
                  <a:pt x="34" y="38"/>
                  <a:pt x="34" y="38"/>
                  <a:pt x="34" y="38"/>
                </a:cubicBezTo>
                <a:cubicBezTo>
                  <a:pt x="33" y="39"/>
                  <a:pt x="32" y="39"/>
                  <a:pt x="31" y="39"/>
                </a:cubicBezTo>
                <a:cubicBezTo>
                  <a:pt x="31" y="39"/>
                  <a:pt x="30" y="39"/>
                  <a:pt x="29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8"/>
                  <a:pt x="28" y="37"/>
                  <a:pt x="28" y="37"/>
                </a:cubicBezTo>
                <a:cubicBezTo>
                  <a:pt x="11" y="37"/>
                  <a:pt x="11" y="37"/>
                  <a:pt x="11" y="37"/>
                </a:cubicBezTo>
                <a:close/>
                <a:moveTo>
                  <a:pt x="6" y="0"/>
                </a:moveTo>
                <a:cubicBezTo>
                  <a:pt x="6" y="0"/>
                  <a:pt x="6" y="0"/>
                  <a:pt x="6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6" y="0"/>
                  <a:pt x="47" y="1"/>
                  <a:pt x="49" y="2"/>
                </a:cubicBezTo>
                <a:cubicBezTo>
                  <a:pt x="49" y="2"/>
                  <a:pt x="49" y="2"/>
                  <a:pt x="49" y="2"/>
                </a:cubicBezTo>
                <a:cubicBezTo>
                  <a:pt x="50" y="3"/>
                  <a:pt x="50" y="5"/>
                  <a:pt x="50" y="6"/>
                </a:cubicBezTo>
                <a:cubicBezTo>
                  <a:pt x="50" y="37"/>
                  <a:pt x="50" y="37"/>
                  <a:pt x="50" y="37"/>
                </a:cubicBezTo>
                <a:cubicBezTo>
                  <a:pt x="50" y="39"/>
                  <a:pt x="50" y="41"/>
                  <a:pt x="49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7" y="43"/>
                  <a:pt x="46" y="44"/>
                  <a:pt x="44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3" y="43"/>
                  <a:pt x="2" y="42"/>
                </a:cubicBezTo>
                <a:cubicBezTo>
                  <a:pt x="2" y="42"/>
                  <a:pt x="2" y="42"/>
                  <a:pt x="2" y="42"/>
                </a:cubicBezTo>
                <a:cubicBezTo>
                  <a:pt x="1" y="41"/>
                  <a:pt x="0" y="39"/>
                  <a:pt x="0" y="37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3" y="1"/>
                  <a:pt x="5" y="0"/>
                  <a:pt x="6" y="0"/>
                </a:cubicBezTo>
                <a:close/>
                <a:moveTo>
                  <a:pt x="44" y="4"/>
                </a:moveTo>
                <a:cubicBezTo>
                  <a:pt x="44" y="4"/>
                  <a:pt x="44" y="4"/>
                  <a:pt x="44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5" y="4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4" y="5"/>
                  <a:pt x="4" y="6"/>
                  <a:pt x="4" y="6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38"/>
                  <a:pt x="4" y="39"/>
                  <a:pt x="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40"/>
                  <a:pt x="6" y="40"/>
                  <a:pt x="6" y="40"/>
                </a:cubicBezTo>
                <a:cubicBezTo>
                  <a:pt x="44" y="40"/>
                  <a:pt x="44" y="40"/>
                  <a:pt x="44" y="40"/>
                </a:cubicBezTo>
                <a:cubicBezTo>
                  <a:pt x="45" y="40"/>
                  <a:pt x="45" y="40"/>
                  <a:pt x="46" y="39"/>
                </a:cubicBezTo>
                <a:cubicBezTo>
                  <a:pt x="46" y="39"/>
                  <a:pt x="46" y="39"/>
                  <a:pt x="46" y="39"/>
                </a:cubicBezTo>
                <a:cubicBezTo>
                  <a:pt x="46" y="39"/>
                  <a:pt x="47" y="38"/>
                  <a:pt x="47" y="37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6" y="5"/>
                  <a:pt x="46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5" y="4"/>
                  <a:pt x="45" y="4"/>
                  <a:pt x="44" y="4"/>
                </a:cubicBezTo>
                <a:close/>
                <a:moveTo>
                  <a:pt x="20" y="12"/>
                </a:moveTo>
                <a:cubicBezTo>
                  <a:pt x="20" y="12"/>
                  <a:pt x="20" y="12"/>
                  <a:pt x="20" y="12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4" y="21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26" y="26"/>
                  <a:pt x="26" y="26"/>
                  <a:pt x="26" y="26"/>
                </a:cubicBezTo>
                <a:cubicBezTo>
                  <a:pt x="20" y="29"/>
                  <a:pt x="20" y="29"/>
                  <a:pt x="20" y="29"/>
                </a:cubicBezTo>
                <a:cubicBezTo>
                  <a:pt x="19" y="30"/>
                  <a:pt x="18" y="30"/>
                  <a:pt x="17" y="29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2"/>
                  <a:pt x="18" y="11"/>
                  <a:pt x="19" y="11"/>
                </a:cubicBezTo>
                <a:cubicBezTo>
                  <a:pt x="19" y="11"/>
                  <a:pt x="20" y="11"/>
                  <a:pt x="20" y="12"/>
                </a:cubicBezTo>
                <a:close/>
                <a:moveTo>
                  <a:pt x="21" y="17"/>
                </a:moveTo>
                <a:cubicBezTo>
                  <a:pt x="21" y="17"/>
                  <a:pt x="21" y="17"/>
                  <a:pt x="21" y="17"/>
                </a:cubicBezTo>
                <a:cubicBezTo>
                  <a:pt x="21" y="24"/>
                  <a:pt x="21" y="24"/>
                  <a:pt x="21" y="24"/>
                </a:cubicBezTo>
                <a:cubicBezTo>
                  <a:pt x="23" y="23"/>
                  <a:pt x="25" y="22"/>
                  <a:pt x="28" y="21"/>
                </a:cubicBezTo>
                <a:cubicBezTo>
                  <a:pt x="21" y="17"/>
                  <a:pt x="21" y="17"/>
                  <a:pt x="21" y="17"/>
                </a:cubicBezTo>
                <a:close/>
                <a:moveTo>
                  <a:pt x="30" y="36"/>
                </a:move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1" y="37"/>
                </a:cubicBezTo>
                <a:cubicBezTo>
                  <a:pt x="31" y="37"/>
                  <a:pt x="31" y="37"/>
                  <a:pt x="31" y="37"/>
                </a:cubicBezTo>
                <a:cubicBezTo>
                  <a:pt x="31" y="37"/>
                  <a:pt x="31" y="37"/>
                  <a:pt x="31" y="37"/>
                </a:cubicBezTo>
                <a:cubicBezTo>
                  <a:pt x="31" y="37"/>
                  <a:pt x="31" y="37"/>
                  <a:pt x="31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5"/>
                  <a:pt x="32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5"/>
                  <a:pt x="32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0" y="35"/>
                  <a:pt x="30" y="36"/>
                  <a:pt x="30" y="3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73" name="Freeform 207">
            <a:extLst>
              <a:ext uri="{FF2B5EF4-FFF2-40B4-BE49-F238E27FC236}">
                <a16:creationId xmlns:a16="http://schemas.microsoft.com/office/drawing/2014/main" id="{18EC8865-95B1-6FBA-2F9F-D5C45408B7EE}"/>
              </a:ext>
            </a:extLst>
          </p:cNvPr>
          <p:cNvSpPr>
            <a:spLocks noEditPoints="1"/>
          </p:cNvSpPr>
          <p:nvPr/>
        </p:nvSpPr>
        <p:spPr bwMode="auto">
          <a:xfrm>
            <a:off x="5445586" y="4333265"/>
            <a:ext cx="196849" cy="211667"/>
          </a:xfrm>
          <a:custGeom>
            <a:avLst/>
            <a:gdLst>
              <a:gd name="T0" fmla="*/ 9629 w 46"/>
              <a:gd name="T1" fmla="*/ 76200 h 50"/>
              <a:gd name="T2" fmla="*/ 19257 w 46"/>
              <a:gd name="T3" fmla="*/ 82550 h 50"/>
              <a:gd name="T4" fmla="*/ 25676 w 46"/>
              <a:gd name="T5" fmla="*/ 114300 h 50"/>
              <a:gd name="T6" fmla="*/ 19257 w 46"/>
              <a:gd name="T7" fmla="*/ 123825 h 50"/>
              <a:gd name="T8" fmla="*/ 9629 w 46"/>
              <a:gd name="T9" fmla="*/ 130175 h 50"/>
              <a:gd name="T10" fmla="*/ 9629 w 46"/>
              <a:gd name="T11" fmla="*/ 120650 h 50"/>
              <a:gd name="T12" fmla="*/ 16048 w 46"/>
              <a:gd name="T13" fmla="*/ 117475 h 50"/>
              <a:gd name="T14" fmla="*/ 16048 w 46"/>
              <a:gd name="T15" fmla="*/ 92075 h 50"/>
              <a:gd name="T16" fmla="*/ 9629 w 46"/>
              <a:gd name="T17" fmla="*/ 85725 h 50"/>
              <a:gd name="T18" fmla="*/ 6419 w 46"/>
              <a:gd name="T19" fmla="*/ 82550 h 50"/>
              <a:gd name="T20" fmla="*/ 60981 w 46"/>
              <a:gd name="T21" fmla="*/ 34925 h 50"/>
              <a:gd name="T22" fmla="*/ 102704 w 46"/>
              <a:gd name="T23" fmla="*/ 22225 h 50"/>
              <a:gd name="T24" fmla="*/ 115542 w 46"/>
              <a:gd name="T25" fmla="*/ 31750 h 50"/>
              <a:gd name="T26" fmla="*/ 121961 w 46"/>
              <a:gd name="T27" fmla="*/ 73025 h 50"/>
              <a:gd name="T28" fmla="*/ 109123 w 46"/>
              <a:gd name="T29" fmla="*/ 85725 h 50"/>
              <a:gd name="T30" fmla="*/ 115542 w 46"/>
              <a:gd name="T31" fmla="*/ 69850 h 50"/>
              <a:gd name="T32" fmla="*/ 115542 w 46"/>
              <a:gd name="T33" fmla="*/ 44450 h 50"/>
              <a:gd name="T34" fmla="*/ 99495 w 46"/>
              <a:gd name="T35" fmla="*/ 28575 h 50"/>
              <a:gd name="T36" fmla="*/ 67400 w 46"/>
              <a:gd name="T37" fmla="*/ 34925 h 50"/>
              <a:gd name="T38" fmla="*/ 48143 w 46"/>
              <a:gd name="T39" fmla="*/ 130175 h 50"/>
              <a:gd name="T40" fmla="*/ 77028 w 46"/>
              <a:gd name="T41" fmla="*/ 146050 h 50"/>
              <a:gd name="T42" fmla="*/ 99495 w 46"/>
              <a:gd name="T43" fmla="*/ 123825 h 50"/>
              <a:gd name="T44" fmla="*/ 121961 w 46"/>
              <a:gd name="T45" fmla="*/ 25400 h 50"/>
              <a:gd name="T46" fmla="*/ 41724 w 46"/>
              <a:gd name="T47" fmla="*/ 57150 h 50"/>
              <a:gd name="T48" fmla="*/ 44933 w 46"/>
              <a:gd name="T49" fmla="*/ 15875 h 50"/>
              <a:gd name="T50" fmla="*/ 86657 w 46"/>
              <a:gd name="T51" fmla="*/ 0 h 50"/>
              <a:gd name="T52" fmla="*/ 125171 w 46"/>
              <a:gd name="T53" fmla="*/ 101600 h 50"/>
              <a:gd name="T54" fmla="*/ 99495 w 46"/>
              <a:gd name="T55" fmla="*/ 149225 h 50"/>
              <a:gd name="T56" fmla="*/ 44933 w 46"/>
              <a:gd name="T57" fmla="*/ 136525 h 50"/>
              <a:gd name="T58" fmla="*/ 0 w 46"/>
              <a:gd name="T59" fmla="*/ 88900 h 50"/>
              <a:gd name="T60" fmla="*/ 6419 w 46"/>
              <a:gd name="T61" fmla="*/ 88900 h 50"/>
              <a:gd name="T62" fmla="*/ 12838 w 46"/>
              <a:gd name="T63" fmla="*/ 95250 h 50"/>
              <a:gd name="T64" fmla="*/ 12838 w 46"/>
              <a:gd name="T65" fmla="*/ 114300 h 50"/>
              <a:gd name="T66" fmla="*/ 6419 w 46"/>
              <a:gd name="T67" fmla="*/ 117475 h 50"/>
              <a:gd name="T68" fmla="*/ 0 w 46"/>
              <a:gd name="T69" fmla="*/ 111125 h 50"/>
              <a:gd name="T70" fmla="*/ 12838 w 46"/>
              <a:gd name="T71" fmla="*/ 69850 h 50"/>
              <a:gd name="T72" fmla="*/ 16048 w 46"/>
              <a:gd name="T73" fmla="*/ 63500 h 50"/>
              <a:gd name="T74" fmla="*/ 32095 w 46"/>
              <a:gd name="T75" fmla="*/ 79375 h 50"/>
              <a:gd name="T76" fmla="*/ 38514 w 46"/>
              <a:gd name="T77" fmla="*/ 111125 h 50"/>
              <a:gd name="T78" fmla="*/ 28886 w 46"/>
              <a:gd name="T79" fmla="*/ 133350 h 50"/>
              <a:gd name="T80" fmla="*/ 9629 w 46"/>
              <a:gd name="T81" fmla="*/ 139700 h 50"/>
              <a:gd name="T82" fmla="*/ 22467 w 46"/>
              <a:gd name="T83" fmla="*/ 127000 h 50"/>
              <a:gd name="T84" fmla="*/ 32095 w 46"/>
              <a:gd name="T85" fmla="*/ 88900 h 50"/>
              <a:gd name="T86" fmla="*/ 19257 w 46"/>
              <a:gd name="T87" fmla="*/ 73025 h 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6" h="50">
                <a:moveTo>
                  <a:pt x="2" y="26"/>
                </a:moveTo>
                <a:cubicBezTo>
                  <a:pt x="1" y="26"/>
                  <a:pt x="1" y="25"/>
                  <a:pt x="1" y="25"/>
                </a:cubicBezTo>
                <a:cubicBezTo>
                  <a:pt x="2" y="24"/>
                  <a:pt x="2" y="24"/>
                  <a:pt x="3" y="24"/>
                </a:cubicBezTo>
                <a:cubicBezTo>
                  <a:pt x="3" y="24"/>
                  <a:pt x="4" y="25"/>
                  <a:pt x="5" y="25"/>
                </a:cubicBezTo>
                <a:cubicBezTo>
                  <a:pt x="5" y="25"/>
                  <a:pt x="5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7"/>
                  <a:pt x="7" y="27"/>
                  <a:pt x="7" y="27"/>
                </a:cubicBezTo>
                <a:cubicBezTo>
                  <a:pt x="7" y="28"/>
                  <a:pt x="8" y="28"/>
                  <a:pt x="8" y="29"/>
                </a:cubicBezTo>
                <a:cubicBezTo>
                  <a:pt x="9" y="31"/>
                  <a:pt x="9" y="34"/>
                  <a:pt x="8" y="36"/>
                </a:cubicBezTo>
                <a:cubicBezTo>
                  <a:pt x="8" y="37"/>
                  <a:pt x="7" y="37"/>
                  <a:pt x="7" y="38"/>
                </a:cubicBezTo>
                <a:cubicBezTo>
                  <a:pt x="7" y="38"/>
                  <a:pt x="7" y="38"/>
                  <a:pt x="7" y="38"/>
                </a:cubicBezTo>
                <a:cubicBezTo>
                  <a:pt x="7" y="38"/>
                  <a:pt x="6" y="39"/>
                  <a:pt x="6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5" y="40"/>
                  <a:pt x="5" y="40"/>
                  <a:pt x="5" y="40"/>
                </a:cubicBezTo>
                <a:cubicBezTo>
                  <a:pt x="4" y="41"/>
                  <a:pt x="4" y="41"/>
                  <a:pt x="3" y="41"/>
                </a:cubicBezTo>
                <a:cubicBezTo>
                  <a:pt x="2" y="41"/>
                  <a:pt x="2" y="41"/>
                  <a:pt x="1" y="41"/>
                </a:cubicBezTo>
                <a:cubicBezTo>
                  <a:pt x="1" y="40"/>
                  <a:pt x="1" y="39"/>
                  <a:pt x="2" y="39"/>
                </a:cubicBezTo>
                <a:cubicBezTo>
                  <a:pt x="2" y="39"/>
                  <a:pt x="3" y="39"/>
                  <a:pt x="3" y="38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38"/>
                  <a:pt x="4" y="38"/>
                  <a:pt x="4" y="38"/>
                </a:cubicBezTo>
                <a:cubicBezTo>
                  <a:pt x="5" y="37"/>
                  <a:pt x="5" y="37"/>
                  <a:pt x="5" y="37"/>
                </a:cubicBezTo>
                <a:cubicBezTo>
                  <a:pt x="5" y="36"/>
                  <a:pt x="6" y="36"/>
                  <a:pt x="6" y="35"/>
                </a:cubicBezTo>
                <a:cubicBezTo>
                  <a:pt x="6" y="34"/>
                  <a:pt x="6" y="32"/>
                  <a:pt x="6" y="30"/>
                </a:cubicBezTo>
                <a:cubicBezTo>
                  <a:pt x="6" y="29"/>
                  <a:pt x="5" y="29"/>
                  <a:pt x="5" y="29"/>
                </a:cubicBezTo>
                <a:cubicBezTo>
                  <a:pt x="5" y="28"/>
                  <a:pt x="5" y="28"/>
                  <a:pt x="4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4" y="27"/>
                  <a:pt x="4" y="27"/>
                  <a:pt x="3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7"/>
                  <a:pt x="2" y="26"/>
                  <a:pt x="2" y="26"/>
                </a:cubicBezTo>
                <a:close/>
                <a:moveTo>
                  <a:pt x="21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0" y="12"/>
                  <a:pt x="19" y="12"/>
                  <a:pt x="19" y="11"/>
                </a:cubicBezTo>
                <a:cubicBezTo>
                  <a:pt x="18" y="11"/>
                  <a:pt x="18" y="10"/>
                  <a:pt x="19" y="10"/>
                </a:cubicBezTo>
                <a:cubicBezTo>
                  <a:pt x="21" y="8"/>
                  <a:pt x="24" y="6"/>
                  <a:pt x="27" y="6"/>
                </a:cubicBezTo>
                <a:cubicBezTo>
                  <a:pt x="29" y="6"/>
                  <a:pt x="31" y="7"/>
                  <a:pt x="32" y="7"/>
                </a:cubicBezTo>
                <a:cubicBezTo>
                  <a:pt x="32" y="7"/>
                  <a:pt x="32" y="7"/>
                  <a:pt x="32" y="7"/>
                </a:cubicBezTo>
                <a:cubicBezTo>
                  <a:pt x="33" y="8"/>
                  <a:pt x="35" y="9"/>
                  <a:pt x="36" y="10"/>
                </a:cubicBezTo>
                <a:cubicBezTo>
                  <a:pt x="36" y="10"/>
                  <a:pt x="36" y="10"/>
                  <a:pt x="36" y="10"/>
                </a:cubicBezTo>
                <a:cubicBezTo>
                  <a:pt x="37" y="11"/>
                  <a:pt x="38" y="12"/>
                  <a:pt x="38" y="14"/>
                </a:cubicBezTo>
                <a:cubicBezTo>
                  <a:pt x="39" y="15"/>
                  <a:pt x="39" y="17"/>
                  <a:pt x="39" y="18"/>
                </a:cubicBezTo>
                <a:cubicBezTo>
                  <a:pt x="39" y="20"/>
                  <a:pt x="39" y="21"/>
                  <a:pt x="38" y="23"/>
                </a:cubicBezTo>
                <a:cubicBezTo>
                  <a:pt x="38" y="23"/>
                  <a:pt x="38" y="23"/>
                  <a:pt x="38" y="23"/>
                </a:cubicBezTo>
                <a:cubicBezTo>
                  <a:pt x="38" y="24"/>
                  <a:pt x="37" y="26"/>
                  <a:pt x="36" y="27"/>
                </a:cubicBezTo>
                <a:cubicBezTo>
                  <a:pt x="35" y="27"/>
                  <a:pt x="35" y="27"/>
                  <a:pt x="34" y="27"/>
                </a:cubicBezTo>
                <a:cubicBezTo>
                  <a:pt x="34" y="26"/>
                  <a:pt x="34" y="25"/>
                  <a:pt x="34" y="25"/>
                </a:cubicBezTo>
                <a:cubicBezTo>
                  <a:pt x="35" y="24"/>
                  <a:pt x="36" y="23"/>
                  <a:pt x="36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7" y="21"/>
                  <a:pt x="37" y="19"/>
                  <a:pt x="37" y="18"/>
                </a:cubicBezTo>
                <a:cubicBezTo>
                  <a:pt x="37" y="17"/>
                  <a:pt x="37" y="16"/>
                  <a:pt x="36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3"/>
                  <a:pt x="35" y="12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3" y="10"/>
                  <a:pt x="32" y="10"/>
                  <a:pt x="31" y="9"/>
                </a:cubicBezTo>
                <a:cubicBezTo>
                  <a:pt x="31" y="9"/>
                  <a:pt x="31" y="9"/>
                  <a:pt x="31" y="9"/>
                </a:cubicBezTo>
                <a:cubicBezTo>
                  <a:pt x="30" y="9"/>
                  <a:pt x="29" y="9"/>
                  <a:pt x="27" y="9"/>
                </a:cubicBezTo>
                <a:cubicBezTo>
                  <a:pt x="25" y="9"/>
                  <a:pt x="22" y="10"/>
                  <a:pt x="21" y="11"/>
                </a:cubicBezTo>
                <a:close/>
                <a:moveTo>
                  <a:pt x="14" y="43"/>
                </a:moveTo>
                <a:cubicBezTo>
                  <a:pt x="14" y="43"/>
                  <a:pt x="14" y="43"/>
                  <a:pt x="14" y="43"/>
                </a:cubicBezTo>
                <a:cubicBezTo>
                  <a:pt x="14" y="42"/>
                  <a:pt x="14" y="41"/>
                  <a:pt x="15" y="41"/>
                </a:cubicBezTo>
                <a:cubicBezTo>
                  <a:pt x="16" y="40"/>
                  <a:pt x="17" y="41"/>
                  <a:pt x="18" y="42"/>
                </a:cubicBezTo>
                <a:cubicBezTo>
                  <a:pt x="18" y="43"/>
                  <a:pt x="19" y="44"/>
                  <a:pt x="20" y="45"/>
                </a:cubicBezTo>
                <a:cubicBezTo>
                  <a:pt x="21" y="46"/>
                  <a:pt x="22" y="46"/>
                  <a:pt x="24" y="46"/>
                </a:cubicBezTo>
                <a:cubicBezTo>
                  <a:pt x="26" y="46"/>
                  <a:pt x="27" y="45"/>
                  <a:pt x="29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30" y="43"/>
                  <a:pt x="31" y="41"/>
                  <a:pt x="31" y="39"/>
                </a:cubicBezTo>
                <a:cubicBezTo>
                  <a:pt x="31" y="34"/>
                  <a:pt x="33" y="31"/>
                  <a:pt x="36" y="29"/>
                </a:cubicBezTo>
                <a:cubicBezTo>
                  <a:pt x="39" y="27"/>
                  <a:pt x="42" y="24"/>
                  <a:pt x="42" y="18"/>
                </a:cubicBezTo>
                <a:cubicBezTo>
                  <a:pt x="42" y="14"/>
                  <a:pt x="40" y="10"/>
                  <a:pt x="38" y="8"/>
                </a:cubicBezTo>
                <a:cubicBezTo>
                  <a:pt x="35" y="5"/>
                  <a:pt x="31" y="4"/>
                  <a:pt x="27" y="4"/>
                </a:cubicBezTo>
                <a:cubicBezTo>
                  <a:pt x="23" y="4"/>
                  <a:pt x="20" y="5"/>
                  <a:pt x="17" y="8"/>
                </a:cubicBezTo>
                <a:cubicBezTo>
                  <a:pt x="14" y="11"/>
                  <a:pt x="13" y="14"/>
                  <a:pt x="13" y="18"/>
                </a:cubicBezTo>
                <a:cubicBezTo>
                  <a:pt x="13" y="19"/>
                  <a:pt x="12" y="20"/>
                  <a:pt x="11" y="20"/>
                </a:cubicBezTo>
                <a:cubicBezTo>
                  <a:pt x="10" y="20"/>
                  <a:pt x="9" y="19"/>
                  <a:pt x="9" y="18"/>
                </a:cubicBezTo>
                <a:cubicBezTo>
                  <a:pt x="9" y="13"/>
                  <a:pt x="11" y="9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8" y="2"/>
                  <a:pt x="22" y="0"/>
                  <a:pt x="27" y="0"/>
                </a:cubicBezTo>
                <a:cubicBezTo>
                  <a:pt x="32" y="0"/>
                  <a:pt x="37" y="2"/>
                  <a:pt x="40" y="5"/>
                </a:cubicBezTo>
                <a:cubicBezTo>
                  <a:pt x="44" y="8"/>
                  <a:pt x="46" y="13"/>
                  <a:pt x="46" y="18"/>
                </a:cubicBezTo>
                <a:cubicBezTo>
                  <a:pt x="46" y="26"/>
                  <a:pt x="42" y="29"/>
                  <a:pt x="39" y="32"/>
                </a:cubicBezTo>
                <a:cubicBezTo>
                  <a:pt x="37" y="34"/>
                  <a:pt x="35" y="35"/>
                  <a:pt x="35" y="39"/>
                </a:cubicBezTo>
                <a:cubicBezTo>
                  <a:pt x="35" y="42"/>
                  <a:pt x="33" y="45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29" y="49"/>
                  <a:pt x="27" y="50"/>
                  <a:pt x="24" y="50"/>
                </a:cubicBezTo>
                <a:cubicBezTo>
                  <a:pt x="22" y="50"/>
                  <a:pt x="20" y="49"/>
                  <a:pt x="18" y="48"/>
                </a:cubicBezTo>
                <a:cubicBezTo>
                  <a:pt x="16" y="47"/>
                  <a:pt x="15" y="45"/>
                  <a:pt x="14" y="43"/>
                </a:cubicBezTo>
                <a:close/>
                <a:moveTo>
                  <a:pt x="0" y="30"/>
                </a:moveTo>
                <a:cubicBezTo>
                  <a:pt x="0" y="30"/>
                  <a:pt x="0" y="30"/>
                  <a:pt x="0" y="30"/>
                </a:cubicBezTo>
                <a:cubicBezTo>
                  <a:pt x="0" y="30"/>
                  <a:pt x="0" y="29"/>
                  <a:pt x="0" y="28"/>
                </a:cubicBezTo>
                <a:cubicBezTo>
                  <a:pt x="0" y="28"/>
                  <a:pt x="1" y="28"/>
                  <a:pt x="1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3" y="29"/>
                  <a:pt x="3" y="29"/>
                  <a:pt x="3" y="29"/>
                </a:cubicBezTo>
                <a:cubicBezTo>
                  <a:pt x="3" y="29"/>
                  <a:pt x="3" y="29"/>
                  <a:pt x="3" y="29"/>
                </a:cubicBezTo>
                <a:cubicBezTo>
                  <a:pt x="3" y="29"/>
                  <a:pt x="3" y="29"/>
                  <a:pt x="4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5" y="31"/>
                  <a:pt x="5" y="34"/>
                  <a:pt x="4" y="35"/>
                </a:cubicBezTo>
                <a:cubicBezTo>
                  <a:pt x="4" y="36"/>
                  <a:pt x="4" y="36"/>
                  <a:pt x="4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3" y="37"/>
                  <a:pt x="2" y="37"/>
                  <a:pt x="2" y="37"/>
                </a:cubicBezTo>
                <a:cubicBezTo>
                  <a:pt x="2" y="37"/>
                  <a:pt x="2" y="37"/>
                  <a:pt x="2" y="37"/>
                </a:cubicBezTo>
                <a:cubicBezTo>
                  <a:pt x="2" y="37"/>
                  <a:pt x="2" y="37"/>
                  <a:pt x="1" y="37"/>
                </a:cubicBezTo>
                <a:cubicBezTo>
                  <a:pt x="1" y="38"/>
                  <a:pt x="0" y="37"/>
                  <a:pt x="0" y="37"/>
                </a:cubicBezTo>
                <a:cubicBezTo>
                  <a:pt x="0" y="36"/>
                  <a:pt x="0" y="35"/>
                  <a:pt x="0" y="35"/>
                </a:cubicBezTo>
                <a:cubicBezTo>
                  <a:pt x="1" y="35"/>
                  <a:pt x="1" y="35"/>
                  <a:pt x="1" y="35"/>
                </a:cubicBezTo>
                <a:cubicBezTo>
                  <a:pt x="3" y="34"/>
                  <a:pt x="2" y="31"/>
                  <a:pt x="0" y="30"/>
                </a:cubicBezTo>
                <a:close/>
                <a:moveTo>
                  <a:pt x="4" y="22"/>
                </a:moveTo>
                <a:cubicBezTo>
                  <a:pt x="4" y="22"/>
                  <a:pt x="4" y="22"/>
                  <a:pt x="4" y="22"/>
                </a:cubicBezTo>
                <a:cubicBezTo>
                  <a:pt x="3" y="22"/>
                  <a:pt x="3" y="21"/>
                  <a:pt x="3" y="21"/>
                </a:cubicBezTo>
                <a:cubicBezTo>
                  <a:pt x="3" y="20"/>
                  <a:pt x="4" y="20"/>
                  <a:pt x="5" y="20"/>
                </a:cubicBezTo>
                <a:cubicBezTo>
                  <a:pt x="5" y="21"/>
                  <a:pt x="6" y="21"/>
                  <a:pt x="7" y="21"/>
                </a:cubicBezTo>
                <a:cubicBezTo>
                  <a:pt x="8" y="22"/>
                  <a:pt x="8" y="23"/>
                  <a:pt x="9" y="23"/>
                </a:cubicBezTo>
                <a:cubicBezTo>
                  <a:pt x="9" y="24"/>
                  <a:pt x="10" y="24"/>
                  <a:pt x="10" y="25"/>
                </a:cubicBezTo>
                <a:cubicBezTo>
                  <a:pt x="11" y="26"/>
                  <a:pt x="11" y="27"/>
                  <a:pt x="12" y="27"/>
                </a:cubicBezTo>
                <a:cubicBezTo>
                  <a:pt x="12" y="28"/>
                  <a:pt x="12" y="29"/>
                  <a:pt x="12" y="30"/>
                </a:cubicBezTo>
                <a:cubicBezTo>
                  <a:pt x="13" y="32"/>
                  <a:pt x="13" y="34"/>
                  <a:pt x="12" y="35"/>
                </a:cubicBezTo>
                <a:cubicBezTo>
                  <a:pt x="12" y="36"/>
                  <a:pt x="12" y="37"/>
                  <a:pt x="12" y="38"/>
                </a:cubicBezTo>
                <a:cubicBezTo>
                  <a:pt x="11" y="39"/>
                  <a:pt x="11" y="39"/>
                  <a:pt x="10" y="40"/>
                </a:cubicBezTo>
                <a:cubicBezTo>
                  <a:pt x="10" y="41"/>
                  <a:pt x="9" y="42"/>
                  <a:pt x="9" y="42"/>
                </a:cubicBezTo>
                <a:cubicBezTo>
                  <a:pt x="8" y="43"/>
                  <a:pt x="8" y="43"/>
                  <a:pt x="7" y="44"/>
                </a:cubicBezTo>
                <a:cubicBezTo>
                  <a:pt x="6" y="44"/>
                  <a:pt x="5" y="45"/>
                  <a:pt x="5" y="45"/>
                </a:cubicBezTo>
                <a:cubicBezTo>
                  <a:pt x="4" y="45"/>
                  <a:pt x="3" y="45"/>
                  <a:pt x="3" y="44"/>
                </a:cubicBezTo>
                <a:cubicBezTo>
                  <a:pt x="3" y="44"/>
                  <a:pt x="3" y="43"/>
                  <a:pt x="4" y="43"/>
                </a:cubicBezTo>
                <a:cubicBezTo>
                  <a:pt x="4" y="43"/>
                  <a:pt x="5" y="42"/>
                  <a:pt x="6" y="42"/>
                </a:cubicBezTo>
                <a:cubicBezTo>
                  <a:pt x="6" y="41"/>
                  <a:pt x="7" y="41"/>
                  <a:pt x="7" y="40"/>
                </a:cubicBezTo>
                <a:cubicBezTo>
                  <a:pt x="8" y="40"/>
                  <a:pt x="8" y="39"/>
                  <a:pt x="9" y="39"/>
                </a:cubicBezTo>
                <a:cubicBezTo>
                  <a:pt x="9" y="38"/>
                  <a:pt x="9" y="38"/>
                  <a:pt x="10" y="37"/>
                </a:cubicBezTo>
                <a:cubicBezTo>
                  <a:pt x="11" y="34"/>
                  <a:pt x="11" y="31"/>
                  <a:pt x="10" y="28"/>
                </a:cubicBezTo>
                <a:cubicBezTo>
                  <a:pt x="9" y="28"/>
                  <a:pt x="9" y="27"/>
                  <a:pt x="9" y="26"/>
                </a:cubicBezTo>
                <a:cubicBezTo>
                  <a:pt x="8" y="26"/>
                  <a:pt x="8" y="25"/>
                  <a:pt x="7" y="25"/>
                </a:cubicBezTo>
                <a:cubicBezTo>
                  <a:pt x="7" y="24"/>
                  <a:pt x="6" y="24"/>
                  <a:pt x="6" y="23"/>
                </a:cubicBezTo>
                <a:cubicBezTo>
                  <a:pt x="5" y="23"/>
                  <a:pt x="4" y="23"/>
                  <a:pt x="4" y="2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74" name="Freeform 208">
            <a:extLst>
              <a:ext uri="{FF2B5EF4-FFF2-40B4-BE49-F238E27FC236}">
                <a16:creationId xmlns:a16="http://schemas.microsoft.com/office/drawing/2014/main" id="{2D99417F-C0B4-B4F2-A8BA-216B47AAE9E1}"/>
              </a:ext>
            </a:extLst>
          </p:cNvPr>
          <p:cNvSpPr>
            <a:spLocks noEditPoints="1"/>
          </p:cNvSpPr>
          <p:nvPr/>
        </p:nvSpPr>
        <p:spPr bwMode="auto">
          <a:xfrm>
            <a:off x="11391301" y="3420981"/>
            <a:ext cx="211667" cy="241300"/>
          </a:xfrm>
          <a:custGeom>
            <a:avLst/>
            <a:gdLst>
              <a:gd name="T0" fmla="*/ 133350 w 50"/>
              <a:gd name="T1" fmla="*/ 41275 h 57"/>
              <a:gd name="T2" fmla="*/ 146050 w 50"/>
              <a:gd name="T3" fmla="*/ 34925 h 57"/>
              <a:gd name="T4" fmla="*/ 139700 w 50"/>
              <a:gd name="T5" fmla="*/ 50800 h 57"/>
              <a:gd name="T6" fmla="*/ 136525 w 50"/>
              <a:gd name="T7" fmla="*/ 158750 h 57"/>
              <a:gd name="T8" fmla="*/ 79375 w 50"/>
              <a:gd name="T9" fmla="*/ 180975 h 57"/>
              <a:gd name="T10" fmla="*/ 22225 w 50"/>
              <a:gd name="T11" fmla="*/ 158750 h 57"/>
              <a:gd name="T12" fmla="*/ 22225 w 50"/>
              <a:gd name="T13" fmla="*/ 44450 h 57"/>
              <a:gd name="T14" fmla="*/ 25400 w 50"/>
              <a:gd name="T15" fmla="*/ 44450 h 57"/>
              <a:gd name="T16" fmla="*/ 73025 w 50"/>
              <a:gd name="T17" fmla="*/ 12700 h 57"/>
              <a:gd name="T18" fmla="*/ 60325 w 50"/>
              <a:gd name="T19" fmla="*/ 6350 h 57"/>
              <a:gd name="T20" fmla="*/ 92075 w 50"/>
              <a:gd name="T21" fmla="*/ 0 h 57"/>
              <a:gd name="T22" fmla="*/ 92075 w 50"/>
              <a:gd name="T23" fmla="*/ 12700 h 57"/>
              <a:gd name="T24" fmla="*/ 85725 w 50"/>
              <a:gd name="T25" fmla="*/ 22225 h 57"/>
              <a:gd name="T26" fmla="*/ 101600 w 50"/>
              <a:gd name="T27" fmla="*/ 104775 h 57"/>
              <a:gd name="T28" fmla="*/ 107950 w 50"/>
              <a:gd name="T29" fmla="*/ 57150 h 57"/>
              <a:gd name="T30" fmla="*/ 66675 w 50"/>
              <a:gd name="T31" fmla="*/ 85725 h 57"/>
              <a:gd name="T32" fmla="*/ 66675 w 50"/>
              <a:gd name="T33" fmla="*/ 85725 h 57"/>
              <a:gd name="T34" fmla="*/ 60325 w 50"/>
              <a:gd name="T35" fmla="*/ 101600 h 57"/>
              <a:gd name="T36" fmla="*/ 60325 w 50"/>
              <a:gd name="T37" fmla="*/ 107950 h 57"/>
              <a:gd name="T38" fmla="*/ 60325 w 50"/>
              <a:gd name="T39" fmla="*/ 111125 h 57"/>
              <a:gd name="T40" fmla="*/ 69850 w 50"/>
              <a:gd name="T41" fmla="*/ 120650 h 57"/>
              <a:gd name="T42" fmla="*/ 73025 w 50"/>
              <a:gd name="T43" fmla="*/ 120650 h 57"/>
              <a:gd name="T44" fmla="*/ 76200 w 50"/>
              <a:gd name="T45" fmla="*/ 123825 h 57"/>
              <a:gd name="T46" fmla="*/ 79375 w 50"/>
              <a:gd name="T47" fmla="*/ 123825 h 57"/>
              <a:gd name="T48" fmla="*/ 82550 w 50"/>
              <a:gd name="T49" fmla="*/ 123825 h 57"/>
              <a:gd name="T50" fmla="*/ 85725 w 50"/>
              <a:gd name="T51" fmla="*/ 120650 h 57"/>
              <a:gd name="T52" fmla="*/ 98425 w 50"/>
              <a:gd name="T53" fmla="*/ 111125 h 57"/>
              <a:gd name="T54" fmla="*/ 101600 w 50"/>
              <a:gd name="T55" fmla="*/ 104775 h 57"/>
              <a:gd name="T56" fmla="*/ 85725 w 50"/>
              <a:gd name="T57" fmla="*/ 88900 h 57"/>
              <a:gd name="T58" fmla="*/ 73025 w 50"/>
              <a:gd name="T59" fmla="*/ 114300 h 57"/>
              <a:gd name="T60" fmla="*/ 85725 w 50"/>
              <a:gd name="T61" fmla="*/ 88900 h 57"/>
              <a:gd name="T62" fmla="*/ 82550 w 50"/>
              <a:gd name="T63" fmla="*/ 95250 h 57"/>
              <a:gd name="T64" fmla="*/ 76200 w 50"/>
              <a:gd name="T65" fmla="*/ 107950 h 57"/>
              <a:gd name="T66" fmla="*/ 82550 w 50"/>
              <a:gd name="T67" fmla="*/ 95250 h 57"/>
              <a:gd name="T68" fmla="*/ 114300 w 50"/>
              <a:gd name="T69" fmla="*/ 57150 h 57"/>
              <a:gd name="T70" fmla="*/ 104775 w 50"/>
              <a:gd name="T71" fmla="*/ 114300 h 57"/>
              <a:gd name="T72" fmla="*/ 82550 w 50"/>
              <a:gd name="T73" fmla="*/ 130175 h 57"/>
              <a:gd name="T74" fmla="*/ 79375 w 50"/>
              <a:gd name="T75" fmla="*/ 130175 h 57"/>
              <a:gd name="T76" fmla="*/ 76200 w 50"/>
              <a:gd name="T77" fmla="*/ 130175 h 57"/>
              <a:gd name="T78" fmla="*/ 69850 w 50"/>
              <a:gd name="T79" fmla="*/ 127000 h 57"/>
              <a:gd name="T80" fmla="*/ 53975 w 50"/>
              <a:gd name="T81" fmla="*/ 107950 h 57"/>
              <a:gd name="T82" fmla="*/ 50800 w 50"/>
              <a:gd name="T83" fmla="*/ 104775 h 57"/>
              <a:gd name="T84" fmla="*/ 60325 w 50"/>
              <a:gd name="T85" fmla="*/ 82550 h 57"/>
              <a:gd name="T86" fmla="*/ 60325 w 50"/>
              <a:gd name="T87" fmla="*/ 79375 h 57"/>
              <a:gd name="T88" fmla="*/ 63500 w 50"/>
              <a:gd name="T89" fmla="*/ 79375 h 57"/>
              <a:gd name="T90" fmla="*/ 101600 w 50"/>
              <a:gd name="T91" fmla="*/ 50800 h 57"/>
              <a:gd name="T92" fmla="*/ 107950 w 50"/>
              <a:gd name="T93" fmla="*/ 47625 h 57"/>
              <a:gd name="T94" fmla="*/ 111125 w 50"/>
              <a:gd name="T95" fmla="*/ 47625 h 57"/>
              <a:gd name="T96" fmla="*/ 111125 w 50"/>
              <a:gd name="T97" fmla="*/ 50800 h 57"/>
              <a:gd name="T98" fmla="*/ 114300 w 50"/>
              <a:gd name="T99" fmla="*/ 57150 h 57"/>
              <a:gd name="T100" fmla="*/ 127000 w 50"/>
              <a:gd name="T101" fmla="*/ 53975 h 57"/>
              <a:gd name="T102" fmla="*/ 31750 w 50"/>
              <a:gd name="T103" fmla="*/ 53975 h 57"/>
              <a:gd name="T104" fmla="*/ 12700 w 50"/>
              <a:gd name="T105" fmla="*/ 101600 h 57"/>
              <a:gd name="T106" fmla="*/ 31750 w 50"/>
              <a:gd name="T107" fmla="*/ 149225 h 57"/>
              <a:gd name="T108" fmla="*/ 79375 w 50"/>
              <a:gd name="T109" fmla="*/ 168275 h 57"/>
              <a:gd name="T110" fmla="*/ 127000 w 50"/>
              <a:gd name="T111" fmla="*/ 149225 h 57"/>
              <a:gd name="T112" fmla="*/ 127000 w 50"/>
              <a:gd name="T113" fmla="*/ 53975 h 5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0" h="57">
                <a:moveTo>
                  <a:pt x="27" y="7"/>
                </a:moveTo>
                <a:cubicBezTo>
                  <a:pt x="33" y="7"/>
                  <a:pt x="38" y="10"/>
                  <a:pt x="42" y="13"/>
                </a:cubicBezTo>
                <a:cubicBezTo>
                  <a:pt x="44" y="11"/>
                  <a:pt x="44" y="11"/>
                  <a:pt x="44" y="11"/>
                </a:cubicBezTo>
                <a:cubicBezTo>
                  <a:pt x="44" y="10"/>
                  <a:pt x="46" y="10"/>
                  <a:pt x="46" y="11"/>
                </a:cubicBezTo>
                <a:cubicBezTo>
                  <a:pt x="47" y="12"/>
                  <a:pt x="47" y="13"/>
                  <a:pt x="46" y="14"/>
                </a:cubicBezTo>
                <a:cubicBezTo>
                  <a:pt x="44" y="16"/>
                  <a:pt x="44" y="16"/>
                  <a:pt x="44" y="16"/>
                </a:cubicBezTo>
                <a:cubicBezTo>
                  <a:pt x="48" y="20"/>
                  <a:pt x="50" y="26"/>
                  <a:pt x="50" y="32"/>
                </a:cubicBezTo>
                <a:cubicBezTo>
                  <a:pt x="50" y="39"/>
                  <a:pt x="48" y="45"/>
                  <a:pt x="43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38" y="54"/>
                  <a:pt x="32" y="57"/>
                  <a:pt x="25" y="57"/>
                </a:cubicBezTo>
                <a:cubicBezTo>
                  <a:pt x="18" y="57"/>
                  <a:pt x="12" y="54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3" y="45"/>
                  <a:pt x="0" y="39"/>
                  <a:pt x="0" y="32"/>
                </a:cubicBezTo>
                <a:cubicBezTo>
                  <a:pt x="0" y="25"/>
                  <a:pt x="3" y="19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12" y="10"/>
                  <a:pt x="17" y="7"/>
                  <a:pt x="23" y="7"/>
                </a:cubicBezTo>
                <a:cubicBezTo>
                  <a:pt x="23" y="4"/>
                  <a:pt x="23" y="4"/>
                  <a:pt x="23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0" y="4"/>
                  <a:pt x="19" y="3"/>
                  <a:pt x="19" y="2"/>
                </a:cubicBezTo>
                <a:cubicBezTo>
                  <a:pt x="19" y="1"/>
                  <a:pt x="20" y="0"/>
                  <a:pt x="21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1" y="3"/>
                  <a:pt x="30" y="4"/>
                  <a:pt x="29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7"/>
                  <a:pt x="27" y="7"/>
                  <a:pt x="27" y="7"/>
                </a:cubicBezTo>
                <a:close/>
                <a:moveTo>
                  <a:pt x="32" y="33"/>
                </a:move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7"/>
                  <a:pt x="33" y="17"/>
                  <a:pt x="33" y="17"/>
                </a:cubicBezTo>
                <a:cubicBezTo>
                  <a:pt x="21" y="27"/>
                  <a:pt x="21" y="27"/>
                  <a:pt x="21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19" y="29"/>
                  <a:pt x="19" y="30"/>
                  <a:pt x="19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9" y="35"/>
                  <a:pt x="19" y="35"/>
                </a:cubicBezTo>
                <a:cubicBezTo>
                  <a:pt x="19" y="35"/>
                  <a:pt x="20" y="35"/>
                  <a:pt x="20" y="35"/>
                </a:cubicBezTo>
                <a:cubicBezTo>
                  <a:pt x="20" y="36"/>
                  <a:pt x="21" y="37"/>
                  <a:pt x="22" y="38"/>
                </a:cubicBezTo>
                <a:cubicBezTo>
                  <a:pt x="22" y="38"/>
                  <a:pt x="22" y="38"/>
                  <a:pt x="23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38"/>
                  <a:pt x="24" y="38"/>
                  <a:pt x="24" y="38"/>
                </a:cubicBezTo>
                <a:cubicBezTo>
                  <a:pt x="24" y="38"/>
                  <a:pt x="24" y="38"/>
                  <a:pt x="24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5" y="39"/>
                  <a:pt x="25" y="39"/>
                  <a:pt x="25" y="39"/>
                </a:cubicBezTo>
                <a:cubicBezTo>
                  <a:pt x="25" y="39"/>
                  <a:pt x="25" y="39"/>
                  <a:pt x="25" y="39"/>
                </a:cubicBezTo>
                <a:cubicBezTo>
                  <a:pt x="25" y="39"/>
                  <a:pt x="25" y="39"/>
                  <a:pt x="26" y="39"/>
                </a:cubicBezTo>
                <a:cubicBezTo>
                  <a:pt x="26" y="39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8" y="38"/>
                  <a:pt x="30" y="37"/>
                  <a:pt x="31" y="36"/>
                </a:cubicBezTo>
                <a:cubicBezTo>
                  <a:pt x="31" y="36"/>
                  <a:pt x="31" y="36"/>
                  <a:pt x="31" y="35"/>
                </a:cubicBezTo>
                <a:cubicBezTo>
                  <a:pt x="31" y="35"/>
                  <a:pt x="32" y="34"/>
                  <a:pt x="32" y="33"/>
                </a:cubicBezTo>
                <a:cubicBezTo>
                  <a:pt x="32" y="33"/>
                  <a:pt x="32" y="33"/>
                  <a:pt x="32" y="33"/>
                </a:cubicBezTo>
                <a:close/>
                <a:moveTo>
                  <a:pt x="27" y="28"/>
                </a:moveTo>
                <a:cubicBezTo>
                  <a:pt x="27" y="28"/>
                  <a:pt x="27" y="28"/>
                  <a:pt x="27" y="28"/>
                </a:cubicBezTo>
                <a:cubicBezTo>
                  <a:pt x="29" y="29"/>
                  <a:pt x="30" y="32"/>
                  <a:pt x="29" y="34"/>
                </a:cubicBezTo>
                <a:cubicBezTo>
                  <a:pt x="28" y="36"/>
                  <a:pt x="25" y="37"/>
                  <a:pt x="23" y="36"/>
                </a:cubicBezTo>
                <a:cubicBezTo>
                  <a:pt x="21" y="35"/>
                  <a:pt x="20" y="32"/>
                  <a:pt x="22" y="30"/>
                </a:cubicBezTo>
                <a:cubicBezTo>
                  <a:pt x="23" y="28"/>
                  <a:pt x="25" y="27"/>
                  <a:pt x="27" y="28"/>
                </a:cubicBezTo>
                <a:close/>
                <a:moveTo>
                  <a:pt x="26" y="30"/>
                </a:moveTo>
                <a:cubicBezTo>
                  <a:pt x="26" y="30"/>
                  <a:pt x="26" y="30"/>
                  <a:pt x="26" y="30"/>
                </a:cubicBezTo>
                <a:cubicBezTo>
                  <a:pt x="25" y="30"/>
                  <a:pt x="24" y="30"/>
                  <a:pt x="24" y="31"/>
                </a:cubicBezTo>
                <a:cubicBezTo>
                  <a:pt x="23" y="32"/>
                  <a:pt x="23" y="33"/>
                  <a:pt x="24" y="34"/>
                </a:cubicBezTo>
                <a:cubicBezTo>
                  <a:pt x="25" y="34"/>
                  <a:pt x="26" y="34"/>
                  <a:pt x="27" y="33"/>
                </a:cubicBezTo>
                <a:cubicBezTo>
                  <a:pt x="27" y="32"/>
                  <a:pt x="27" y="31"/>
                  <a:pt x="26" y="30"/>
                </a:cubicBezTo>
                <a:close/>
                <a:moveTo>
                  <a:pt x="36" y="18"/>
                </a:moveTo>
                <a:cubicBezTo>
                  <a:pt x="36" y="18"/>
                  <a:pt x="36" y="18"/>
                  <a:pt x="36" y="18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4"/>
                  <a:pt x="34" y="35"/>
                  <a:pt x="33" y="36"/>
                </a:cubicBezTo>
                <a:cubicBezTo>
                  <a:pt x="32" y="38"/>
                  <a:pt x="30" y="40"/>
                  <a:pt x="27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41"/>
                  <a:pt x="25" y="41"/>
                  <a:pt x="25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5" y="41"/>
                  <a:pt x="25" y="41"/>
                  <a:pt x="24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41"/>
                  <a:pt x="24" y="41"/>
                  <a:pt x="23" y="41"/>
                </a:cubicBezTo>
                <a:cubicBezTo>
                  <a:pt x="23" y="41"/>
                  <a:pt x="23" y="41"/>
                  <a:pt x="22" y="40"/>
                </a:cubicBezTo>
                <a:cubicBezTo>
                  <a:pt x="20" y="40"/>
                  <a:pt x="18" y="38"/>
                  <a:pt x="17" y="35"/>
                </a:cubicBezTo>
                <a:cubicBezTo>
                  <a:pt x="17" y="35"/>
                  <a:pt x="17" y="35"/>
                  <a:pt x="17" y="34"/>
                </a:cubicBezTo>
                <a:cubicBezTo>
                  <a:pt x="17" y="34"/>
                  <a:pt x="17" y="34"/>
                  <a:pt x="16" y="33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31"/>
                  <a:pt x="17" y="28"/>
                  <a:pt x="18" y="27"/>
                </a:cubicBezTo>
                <a:cubicBezTo>
                  <a:pt x="18" y="27"/>
                  <a:pt x="18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5"/>
                  <a:pt x="20" y="25"/>
                  <a:pt x="20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16"/>
                  <a:pt x="31" y="16"/>
                  <a:pt x="32" y="16"/>
                </a:cubicBezTo>
                <a:cubicBezTo>
                  <a:pt x="32" y="15"/>
                  <a:pt x="32" y="15"/>
                  <a:pt x="32" y="15"/>
                </a:cubicBezTo>
                <a:cubicBezTo>
                  <a:pt x="33" y="15"/>
                  <a:pt x="33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5" y="15"/>
                  <a:pt x="35" y="15"/>
                  <a:pt x="35" y="15"/>
                </a:cubicBezTo>
                <a:cubicBezTo>
                  <a:pt x="35" y="15"/>
                  <a:pt x="35" y="15"/>
                  <a:pt x="35" y="15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5" y="16"/>
                  <a:pt x="35" y="16"/>
                </a:cubicBezTo>
                <a:cubicBezTo>
                  <a:pt x="36" y="16"/>
                  <a:pt x="36" y="17"/>
                  <a:pt x="36" y="18"/>
                </a:cubicBezTo>
                <a:close/>
                <a:moveTo>
                  <a:pt x="40" y="17"/>
                </a:moveTo>
                <a:cubicBezTo>
                  <a:pt x="40" y="17"/>
                  <a:pt x="40" y="17"/>
                  <a:pt x="40" y="17"/>
                </a:cubicBezTo>
                <a:cubicBezTo>
                  <a:pt x="36" y="13"/>
                  <a:pt x="31" y="11"/>
                  <a:pt x="25" y="11"/>
                </a:cubicBezTo>
                <a:cubicBezTo>
                  <a:pt x="19" y="11"/>
                  <a:pt x="14" y="13"/>
                  <a:pt x="10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6" y="21"/>
                  <a:pt x="4" y="26"/>
                  <a:pt x="4" y="32"/>
                </a:cubicBezTo>
                <a:cubicBezTo>
                  <a:pt x="4" y="38"/>
                  <a:pt x="6" y="43"/>
                  <a:pt x="10" y="47"/>
                </a:cubicBezTo>
                <a:cubicBezTo>
                  <a:pt x="10" y="47"/>
                  <a:pt x="10" y="47"/>
                  <a:pt x="10" y="47"/>
                </a:cubicBezTo>
                <a:cubicBezTo>
                  <a:pt x="10" y="47"/>
                  <a:pt x="10" y="47"/>
                  <a:pt x="10" y="47"/>
                </a:cubicBezTo>
                <a:cubicBezTo>
                  <a:pt x="14" y="51"/>
                  <a:pt x="19" y="53"/>
                  <a:pt x="25" y="53"/>
                </a:cubicBezTo>
                <a:cubicBezTo>
                  <a:pt x="31" y="53"/>
                  <a:pt x="36" y="51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4" y="43"/>
                  <a:pt x="46" y="38"/>
                  <a:pt x="46" y="32"/>
                </a:cubicBezTo>
                <a:cubicBezTo>
                  <a:pt x="46" y="26"/>
                  <a:pt x="44" y="21"/>
                  <a:pt x="40" y="17"/>
                </a:cubicBezTo>
                <a:cubicBezTo>
                  <a:pt x="40" y="17"/>
                  <a:pt x="40" y="17"/>
                  <a:pt x="40" y="1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75" name="Freeform 209">
            <a:extLst>
              <a:ext uri="{FF2B5EF4-FFF2-40B4-BE49-F238E27FC236}">
                <a16:creationId xmlns:a16="http://schemas.microsoft.com/office/drawing/2014/main" id="{AC3F89B0-F555-B0D1-2894-84646D7755B8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4333265"/>
            <a:ext cx="211667" cy="211667"/>
          </a:xfrm>
          <a:custGeom>
            <a:avLst/>
            <a:gdLst>
              <a:gd name="T0" fmla="*/ 158750 w 50"/>
              <a:gd name="T1" fmla="*/ 6350 h 50"/>
              <a:gd name="T2" fmla="*/ 0 w 50"/>
              <a:gd name="T3" fmla="*/ 152400 h 50"/>
              <a:gd name="T4" fmla="*/ 38100 w 50"/>
              <a:gd name="T5" fmla="*/ 85725 h 50"/>
              <a:gd name="T6" fmla="*/ 44450 w 50"/>
              <a:gd name="T7" fmla="*/ 104775 h 50"/>
              <a:gd name="T8" fmla="*/ 31750 w 50"/>
              <a:gd name="T9" fmla="*/ 88900 h 50"/>
              <a:gd name="T10" fmla="*/ 38100 w 50"/>
              <a:gd name="T11" fmla="*/ 95250 h 50"/>
              <a:gd name="T12" fmla="*/ 41275 w 50"/>
              <a:gd name="T13" fmla="*/ 98425 h 50"/>
              <a:gd name="T14" fmla="*/ 38100 w 50"/>
              <a:gd name="T15" fmla="*/ 114300 h 50"/>
              <a:gd name="T16" fmla="*/ 44450 w 50"/>
              <a:gd name="T17" fmla="*/ 133350 h 50"/>
              <a:gd name="T18" fmla="*/ 28575 w 50"/>
              <a:gd name="T19" fmla="*/ 123825 h 50"/>
              <a:gd name="T20" fmla="*/ 41275 w 50"/>
              <a:gd name="T21" fmla="*/ 123825 h 50"/>
              <a:gd name="T22" fmla="*/ 38100 w 50"/>
              <a:gd name="T23" fmla="*/ 127000 h 50"/>
              <a:gd name="T24" fmla="*/ 41275 w 50"/>
              <a:gd name="T25" fmla="*/ 123825 h 50"/>
              <a:gd name="T26" fmla="*/ 73025 w 50"/>
              <a:gd name="T27" fmla="*/ 133350 h 50"/>
              <a:gd name="T28" fmla="*/ 66675 w 50"/>
              <a:gd name="T29" fmla="*/ 114300 h 50"/>
              <a:gd name="T30" fmla="*/ 63500 w 50"/>
              <a:gd name="T31" fmla="*/ 123825 h 50"/>
              <a:gd name="T32" fmla="*/ 69850 w 50"/>
              <a:gd name="T33" fmla="*/ 123825 h 50"/>
              <a:gd name="T34" fmla="*/ 73025 w 50"/>
              <a:gd name="T35" fmla="*/ 88900 h 50"/>
              <a:gd name="T36" fmla="*/ 57150 w 50"/>
              <a:gd name="T37" fmla="*/ 104775 h 50"/>
              <a:gd name="T38" fmla="*/ 66675 w 50"/>
              <a:gd name="T39" fmla="*/ 95250 h 50"/>
              <a:gd name="T40" fmla="*/ 63500 w 50"/>
              <a:gd name="T41" fmla="*/ 98425 h 50"/>
              <a:gd name="T42" fmla="*/ 66675 w 50"/>
              <a:gd name="T43" fmla="*/ 95250 h 50"/>
              <a:gd name="T44" fmla="*/ 76200 w 50"/>
              <a:gd name="T45" fmla="*/ 69850 h 50"/>
              <a:gd name="T46" fmla="*/ 53975 w 50"/>
              <a:gd name="T47" fmla="*/ 69850 h 50"/>
              <a:gd name="T48" fmla="*/ 66675 w 50"/>
              <a:gd name="T49" fmla="*/ 66675 h 50"/>
              <a:gd name="T50" fmla="*/ 66675 w 50"/>
              <a:gd name="T51" fmla="*/ 73025 h 50"/>
              <a:gd name="T52" fmla="*/ 95250 w 50"/>
              <a:gd name="T53" fmla="*/ 114300 h 50"/>
              <a:gd name="T54" fmla="*/ 101600 w 50"/>
              <a:gd name="T55" fmla="*/ 133350 h 50"/>
              <a:gd name="T56" fmla="*/ 82550 w 50"/>
              <a:gd name="T57" fmla="*/ 123825 h 50"/>
              <a:gd name="T58" fmla="*/ 95250 w 50"/>
              <a:gd name="T59" fmla="*/ 123825 h 50"/>
              <a:gd name="T60" fmla="*/ 95250 w 50"/>
              <a:gd name="T61" fmla="*/ 127000 h 50"/>
              <a:gd name="T62" fmla="*/ 95250 w 50"/>
              <a:gd name="T63" fmla="*/ 85725 h 50"/>
              <a:gd name="T64" fmla="*/ 101600 w 50"/>
              <a:gd name="T65" fmla="*/ 104775 h 50"/>
              <a:gd name="T66" fmla="*/ 85725 w 50"/>
              <a:gd name="T67" fmla="*/ 88900 h 50"/>
              <a:gd name="T68" fmla="*/ 95250 w 50"/>
              <a:gd name="T69" fmla="*/ 95250 h 50"/>
              <a:gd name="T70" fmla="*/ 95250 w 50"/>
              <a:gd name="T71" fmla="*/ 98425 h 50"/>
              <a:gd name="T72" fmla="*/ 101600 w 50"/>
              <a:gd name="T73" fmla="*/ 60325 h 50"/>
              <a:gd name="T74" fmla="*/ 85725 w 50"/>
              <a:gd name="T75" fmla="*/ 76200 h 50"/>
              <a:gd name="T76" fmla="*/ 95250 w 50"/>
              <a:gd name="T77" fmla="*/ 57150 h 50"/>
              <a:gd name="T78" fmla="*/ 92075 w 50"/>
              <a:gd name="T79" fmla="*/ 66675 h 50"/>
              <a:gd name="T80" fmla="*/ 98425 w 50"/>
              <a:gd name="T81" fmla="*/ 69850 h 50"/>
              <a:gd name="T82" fmla="*/ 130175 w 50"/>
              <a:gd name="T83" fmla="*/ 60325 h 50"/>
              <a:gd name="T84" fmla="*/ 114300 w 50"/>
              <a:gd name="T85" fmla="*/ 76200 h 50"/>
              <a:gd name="T86" fmla="*/ 123825 w 50"/>
              <a:gd name="T87" fmla="*/ 66675 h 50"/>
              <a:gd name="T88" fmla="*/ 120650 w 50"/>
              <a:gd name="T89" fmla="*/ 69850 h 50"/>
              <a:gd name="T90" fmla="*/ 123825 w 50"/>
              <a:gd name="T91" fmla="*/ 66675 h 50"/>
              <a:gd name="T92" fmla="*/ 133350 w 50"/>
              <a:gd name="T93" fmla="*/ 98425 h 50"/>
              <a:gd name="T94" fmla="*/ 114300 w 50"/>
              <a:gd name="T95" fmla="*/ 104775 h 50"/>
              <a:gd name="T96" fmla="*/ 123825 w 50"/>
              <a:gd name="T97" fmla="*/ 95250 h 50"/>
              <a:gd name="T98" fmla="*/ 120650 w 50"/>
              <a:gd name="T99" fmla="*/ 98425 h 50"/>
              <a:gd name="T100" fmla="*/ 123825 w 50"/>
              <a:gd name="T101" fmla="*/ 95250 h 50"/>
              <a:gd name="T102" fmla="*/ 25400 w 50"/>
              <a:gd name="T103" fmla="*/ 19050 h 50"/>
              <a:gd name="T104" fmla="*/ 146050 w 50"/>
              <a:gd name="T105" fmla="*/ 12700 h 50"/>
              <a:gd name="T106" fmla="*/ 123825 w 50"/>
              <a:gd name="T107" fmla="*/ 12700 h 50"/>
              <a:gd name="T108" fmla="*/ 88900 w 50"/>
              <a:gd name="T109" fmla="*/ 12700 h 50"/>
              <a:gd name="T110" fmla="*/ 57150 w 50"/>
              <a:gd name="T111" fmla="*/ 12700 h 50"/>
              <a:gd name="T112" fmla="*/ 12700 w 50"/>
              <a:gd name="T113" fmla="*/ 146050 h 5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0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49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12" y="27"/>
                </a:move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5" y="29"/>
                  <a:pt x="15" y="30"/>
                  <a:pt x="15" y="31"/>
                </a:cubicBezTo>
                <a:cubicBezTo>
                  <a:pt x="15" y="31"/>
                  <a:pt x="15" y="32"/>
                  <a:pt x="14" y="33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3"/>
                  <a:pt x="13" y="34"/>
                  <a:pt x="12" y="34"/>
                </a:cubicBezTo>
                <a:cubicBezTo>
                  <a:pt x="11" y="34"/>
                  <a:pt x="10" y="33"/>
                  <a:pt x="10" y="33"/>
                </a:cubicBezTo>
                <a:cubicBezTo>
                  <a:pt x="10" y="33"/>
                  <a:pt x="10" y="33"/>
                  <a:pt x="10" y="33"/>
                </a:cubicBezTo>
                <a:cubicBezTo>
                  <a:pt x="9" y="32"/>
                  <a:pt x="9" y="31"/>
                  <a:pt x="9" y="31"/>
                </a:cubicBezTo>
                <a:cubicBezTo>
                  <a:pt x="9" y="30"/>
                  <a:pt x="9" y="29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28"/>
                  <a:pt x="11" y="27"/>
                  <a:pt x="12" y="27"/>
                </a:cubicBezTo>
                <a:close/>
                <a:moveTo>
                  <a:pt x="13" y="30"/>
                </a:moveTo>
                <a:cubicBezTo>
                  <a:pt x="13" y="30"/>
                  <a:pt x="13" y="30"/>
                  <a:pt x="13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1" y="30"/>
                  <a:pt x="11" y="30"/>
                </a:cubicBezTo>
                <a:cubicBezTo>
                  <a:pt x="11" y="30"/>
                  <a:pt x="11" y="30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2" y="31"/>
                  <a:pt x="12" y="31"/>
                </a:cubicBezTo>
                <a:cubicBezTo>
                  <a:pt x="12" y="31"/>
                  <a:pt x="12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0"/>
                  <a:pt x="13" y="30"/>
                  <a:pt x="13" y="30"/>
                </a:cubicBezTo>
                <a:cubicBezTo>
                  <a:pt x="13" y="30"/>
                  <a:pt x="13" y="30"/>
                  <a:pt x="13" y="30"/>
                </a:cubicBezTo>
                <a:close/>
                <a:moveTo>
                  <a:pt x="12" y="36"/>
                </a:moveTo>
                <a:cubicBezTo>
                  <a:pt x="12" y="36"/>
                  <a:pt x="12" y="36"/>
                  <a:pt x="12" y="36"/>
                </a:cubicBezTo>
                <a:cubicBezTo>
                  <a:pt x="13" y="36"/>
                  <a:pt x="14" y="36"/>
                  <a:pt x="14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5" y="38"/>
                  <a:pt x="15" y="38"/>
                  <a:pt x="15" y="39"/>
                </a:cubicBezTo>
                <a:cubicBezTo>
                  <a:pt x="15" y="40"/>
                  <a:pt x="15" y="41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3" y="43"/>
                  <a:pt x="12" y="43"/>
                </a:cubicBezTo>
                <a:cubicBezTo>
                  <a:pt x="11" y="43"/>
                  <a:pt x="10" y="42"/>
                  <a:pt x="10" y="42"/>
                </a:cubicBezTo>
                <a:cubicBezTo>
                  <a:pt x="10" y="42"/>
                  <a:pt x="10" y="42"/>
                  <a:pt x="10" y="42"/>
                </a:cubicBezTo>
                <a:cubicBezTo>
                  <a:pt x="9" y="41"/>
                  <a:pt x="9" y="40"/>
                  <a:pt x="9" y="39"/>
                </a:cubicBezTo>
                <a:cubicBezTo>
                  <a:pt x="9" y="38"/>
                  <a:pt x="9" y="38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6"/>
                  <a:pt x="11" y="36"/>
                  <a:pt x="12" y="36"/>
                </a:cubicBezTo>
                <a:close/>
                <a:moveTo>
                  <a:pt x="13" y="39"/>
                </a:moveTo>
                <a:cubicBezTo>
                  <a:pt x="13" y="39"/>
                  <a:pt x="13" y="39"/>
                  <a:pt x="13" y="39"/>
                </a:cubicBezTo>
                <a:cubicBezTo>
                  <a:pt x="12" y="38"/>
                  <a:pt x="12" y="38"/>
                  <a:pt x="12" y="38"/>
                </a:cubicBezTo>
                <a:cubicBezTo>
                  <a:pt x="12" y="38"/>
                  <a:pt x="11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0"/>
                  <a:pt x="12" y="40"/>
                  <a:pt x="12" y="40"/>
                </a:cubicBezTo>
                <a:cubicBezTo>
                  <a:pt x="12" y="40"/>
                  <a:pt x="12" y="40"/>
                  <a:pt x="13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3" y="40"/>
                  <a:pt x="13" y="40"/>
                  <a:pt x="13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13" y="39"/>
                  <a:pt x="13" y="39"/>
                  <a:pt x="13" y="39"/>
                </a:cubicBezTo>
                <a:close/>
                <a:moveTo>
                  <a:pt x="21" y="36"/>
                </a:moveTo>
                <a:cubicBezTo>
                  <a:pt x="21" y="36"/>
                  <a:pt x="21" y="36"/>
                  <a:pt x="21" y="36"/>
                </a:cubicBezTo>
                <a:cubicBezTo>
                  <a:pt x="22" y="36"/>
                  <a:pt x="22" y="36"/>
                  <a:pt x="23" y="37"/>
                </a:cubicBezTo>
                <a:cubicBezTo>
                  <a:pt x="24" y="38"/>
                  <a:pt x="24" y="38"/>
                  <a:pt x="24" y="39"/>
                </a:cubicBezTo>
                <a:cubicBezTo>
                  <a:pt x="24" y="40"/>
                  <a:pt x="24" y="41"/>
                  <a:pt x="23" y="42"/>
                </a:cubicBezTo>
                <a:cubicBezTo>
                  <a:pt x="22" y="42"/>
                  <a:pt x="22" y="43"/>
                  <a:pt x="21" y="43"/>
                </a:cubicBezTo>
                <a:cubicBezTo>
                  <a:pt x="20" y="43"/>
                  <a:pt x="19" y="42"/>
                  <a:pt x="18" y="42"/>
                </a:cubicBezTo>
                <a:cubicBezTo>
                  <a:pt x="18" y="41"/>
                  <a:pt x="17" y="40"/>
                  <a:pt x="17" y="39"/>
                </a:cubicBezTo>
                <a:cubicBezTo>
                  <a:pt x="17" y="38"/>
                  <a:pt x="18" y="38"/>
                  <a:pt x="18" y="37"/>
                </a:cubicBezTo>
                <a:cubicBezTo>
                  <a:pt x="19" y="36"/>
                  <a:pt x="20" y="36"/>
                  <a:pt x="21" y="36"/>
                </a:cubicBezTo>
                <a:close/>
                <a:moveTo>
                  <a:pt x="21" y="39"/>
                </a:moveTo>
                <a:cubicBezTo>
                  <a:pt x="21" y="39"/>
                  <a:pt x="21" y="39"/>
                  <a:pt x="21" y="39"/>
                </a:cubicBezTo>
                <a:cubicBezTo>
                  <a:pt x="21" y="38"/>
                  <a:pt x="21" y="38"/>
                  <a:pt x="21" y="38"/>
                </a:cubicBezTo>
                <a:cubicBezTo>
                  <a:pt x="20" y="38"/>
                  <a:pt x="20" y="38"/>
                  <a:pt x="20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40"/>
                  <a:pt x="20" y="40"/>
                  <a:pt x="21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2" y="40"/>
                  <a:pt x="22" y="40"/>
                  <a:pt x="22" y="39"/>
                </a:cubicBezTo>
                <a:cubicBezTo>
                  <a:pt x="22" y="39"/>
                  <a:pt x="22" y="39"/>
                  <a:pt x="21" y="39"/>
                </a:cubicBezTo>
                <a:cubicBezTo>
                  <a:pt x="21" y="39"/>
                  <a:pt x="21" y="39"/>
                  <a:pt x="21" y="39"/>
                </a:cubicBezTo>
                <a:close/>
                <a:moveTo>
                  <a:pt x="21" y="27"/>
                </a:move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2" y="28"/>
                  <a:pt x="23" y="28"/>
                </a:cubicBezTo>
                <a:cubicBezTo>
                  <a:pt x="24" y="29"/>
                  <a:pt x="24" y="30"/>
                  <a:pt x="24" y="31"/>
                </a:cubicBezTo>
                <a:cubicBezTo>
                  <a:pt x="24" y="31"/>
                  <a:pt x="24" y="32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2" y="33"/>
                  <a:pt x="22" y="34"/>
                  <a:pt x="21" y="34"/>
                </a:cubicBezTo>
                <a:cubicBezTo>
                  <a:pt x="20" y="34"/>
                  <a:pt x="19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2"/>
                  <a:pt x="17" y="31"/>
                  <a:pt x="17" y="31"/>
                </a:cubicBezTo>
                <a:cubicBezTo>
                  <a:pt x="17" y="30"/>
                  <a:pt x="18" y="29"/>
                  <a:pt x="18" y="28"/>
                </a:cubicBezTo>
                <a:cubicBezTo>
                  <a:pt x="19" y="28"/>
                  <a:pt x="20" y="27"/>
                  <a:pt x="21" y="27"/>
                </a:cubicBezTo>
                <a:close/>
                <a:moveTo>
                  <a:pt x="21" y="30"/>
                </a:move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30"/>
                  <a:pt x="20" y="30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1"/>
                  <a:pt x="21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0"/>
                  <a:pt x="22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lose/>
                <a:moveTo>
                  <a:pt x="21" y="18"/>
                </a:moveTo>
                <a:cubicBezTo>
                  <a:pt x="21" y="18"/>
                  <a:pt x="21" y="18"/>
                  <a:pt x="21" y="18"/>
                </a:cubicBezTo>
                <a:cubicBezTo>
                  <a:pt x="22" y="18"/>
                  <a:pt x="22" y="19"/>
                  <a:pt x="23" y="19"/>
                </a:cubicBezTo>
                <a:cubicBezTo>
                  <a:pt x="24" y="20"/>
                  <a:pt x="24" y="21"/>
                  <a:pt x="24" y="22"/>
                </a:cubicBezTo>
                <a:cubicBezTo>
                  <a:pt x="24" y="23"/>
                  <a:pt x="24" y="24"/>
                  <a:pt x="23" y="24"/>
                </a:cubicBezTo>
                <a:cubicBezTo>
                  <a:pt x="22" y="25"/>
                  <a:pt x="22" y="25"/>
                  <a:pt x="21" y="25"/>
                </a:cubicBezTo>
                <a:cubicBezTo>
                  <a:pt x="20" y="25"/>
                  <a:pt x="19" y="25"/>
                  <a:pt x="18" y="24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4"/>
                  <a:pt x="17" y="23"/>
                  <a:pt x="17" y="22"/>
                </a:cubicBezTo>
                <a:cubicBezTo>
                  <a:pt x="17" y="21"/>
                  <a:pt x="18" y="20"/>
                  <a:pt x="18" y="19"/>
                </a:cubicBezTo>
                <a:cubicBezTo>
                  <a:pt x="19" y="19"/>
                  <a:pt x="20" y="18"/>
                  <a:pt x="21" y="18"/>
                </a:cubicBezTo>
                <a:close/>
                <a:moveTo>
                  <a:pt x="21" y="21"/>
                </a:moveTo>
                <a:cubicBezTo>
                  <a:pt x="21" y="21"/>
                  <a:pt x="21" y="21"/>
                  <a:pt x="21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3"/>
                  <a:pt x="20" y="23"/>
                  <a:pt x="21" y="23"/>
                </a:cubicBezTo>
                <a:cubicBezTo>
                  <a:pt x="21" y="23"/>
                  <a:pt x="21" y="23"/>
                  <a:pt x="21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1"/>
                  <a:pt x="21" y="21"/>
                </a:cubicBezTo>
                <a:cubicBezTo>
                  <a:pt x="21" y="21"/>
                  <a:pt x="21" y="21"/>
                  <a:pt x="21" y="21"/>
                </a:cubicBezTo>
                <a:close/>
                <a:moveTo>
                  <a:pt x="30" y="36"/>
                </a:moveTo>
                <a:cubicBezTo>
                  <a:pt x="30" y="36"/>
                  <a:pt x="30" y="36"/>
                  <a:pt x="30" y="36"/>
                </a:cubicBezTo>
                <a:cubicBezTo>
                  <a:pt x="31" y="36"/>
                  <a:pt x="31" y="36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3" y="38"/>
                  <a:pt x="33" y="38"/>
                  <a:pt x="33" y="39"/>
                </a:cubicBezTo>
                <a:cubicBezTo>
                  <a:pt x="33" y="40"/>
                  <a:pt x="33" y="41"/>
                  <a:pt x="32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1" y="42"/>
                  <a:pt x="31" y="43"/>
                  <a:pt x="30" y="43"/>
                </a:cubicBezTo>
                <a:cubicBezTo>
                  <a:pt x="29" y="43"/>
                  <a:pt x="28" y="42"/>
                  <a:pt x="27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1"/>
                  <a:pt x="26" y="40"/>
                  <a:pt x="26" y="39"/>
                </a:cubicBezTo>
                <a:cubicBezTo>
                  <a:pt x="26" y="38"/>
                  <a:pt x="27" y="38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8" y="36"/>
                  <a:pt x="29" y="36"/>
                  <a:pt x="30" y="36"/>
                </a:cubicBezTo>
                <a:close/>
                <a:moveTo>
                  <a:pt x="30" y="39"/>
                </a:moveTo>
                <a:cubicBezTo>
                  <a:pt x="30" y="39"/>
                  <a:pt x="30" y="39"/>
                  <a:pt x="30" y="39"/>
                </a:cubicBezTo>
                <a:cubicBezTo>
                  <a:pt x="30" y="38"/>
                  <a:pt x="30" y="38"/>
                  <a:pt x="30" y="38"/>
                </a:cubicBezTo>
                <a:cubicBezTo>
                  <a:pt x="29" y="38"/>
                  <a:pt x="29" y="38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0"/>
                  <a:pt x="29" y="40"/>
                  <a:pt x="3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1" y="40"/>
                  <a:pt x="31" y="40"/>
                  <a:pt x="31" y="39"/>
                </a:cubicBezTo>
                <a:cubicBezTo>
                  <a:pt x="31" y="39"/>
                  <a:pt x="31" y="39"/>
                  <a:pt x="30" y="39"/>
                </a:cubicBezTo>
                <a:close/>
                <a:moveTo>
                  <a:pt x="30" y="27"/>
                </a:moveTo>
                <a:cubicBezTo>
                  <a:pt x="30" y="27"/>
                  <a:pt x="30" y="27"/>
                  <a:pt x="30" y="27"/>
                </a:cubicBezTo>
                <a:cubicBezTo>
                  <a:pt x="31" y="27"/>
                  <a:pt x="31" y="28"/>
                  <a:pt x="3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3" y="29"/>
                  <a:pt x="33" y="30"/>
                  <a:pt x="33" y="31"/>
                </a:cubicBezTo>
                <a:cubicBezTo>
                  <a:pt x="33" y="31"/>
                  <a:pt x="33" y="32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1" y="33"/>
                  <a:pt x="31" y="34"/>
                  <a:pt x="30" y="34"/>
                </a:cubicBezTo>
                <a:cubicBezTo>
                  <a:pt x="29" y="34"/>
                  <a:pt x="28" y="33"/>
                  <a:pt x="27" y="33"/>
                </a:cubicBezTo>
                <a:cubicBezTo>
                  <a:pt x="27" y="33"/>
                  <a:pt x="27" y="33"/>
                  <a:pt x="27" y="33"/>
                </a:cubicBezTo>
                <a:cubicBezTo>
                  <a:pt x="27" y="32"/>
                  <a:pt x="26" y="31"/>
                  <a:pt x="26" y="31"/>
                </a:cubicBezTo>
                <a:cubicBezTo>
                  <a:pt x="26" y="30"/>
                  <a:pt x="27" y="29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8" y="28"/>
                  <a:pt x="29" y="27"/>
                  <a:pt x="30" y="27"/>
                </a:cubicBezTo>
                <a:close/>
                <a:moveTo>
                  <a:pt x="30" y="30"/>
                </a:move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9" y="30"/>
                  <a:pt x="29" y="30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9" y="31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0"/>
                  <a:pt x="31" y="30"/>
                  <a:pt x="30" y="30"/>
                </a:cubicBezTo>
                <a:close/>
                <a:moveTo>
                  <a:pt x="30" y="18"/>
                </a:moveTo>
                <a:cubicBezTo>
                  <a:pt x="30" y="18"/>
                  <a:pt x="30" y="18"/>
                  <a:pt x="30" y="18"/>
                </a:cubicBezTo>
                <a:cubicBezTo>
                  <a:pt x="31" y="18"/>
                  <a:pt x="31" y="19"/>
                  <a:pt x="32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3" y="20"/>
                  <a:pt x="33" y="21"/>
                  <a:pt x="33" y="22"/>
                </a:cubicBezTo>
                <a:cubicBezTo>
                  <a:pt x="33" y="23"/>
                  <a:pt x="33" y="24"/>
                  <a:pt x="32" y="24"/>
                </a:cubicBezTo>
                <a:cubicBezTo>
                  <a:pt x="31" y="25"/>
                  <a:pt x="31" y="25"/>
                  <a:pt x="30" y="25"/>
                </a:cubicBezTo>
                <a:cubicBezTo>
                  <a:pt x="29" y="25"/>
                  <a:pt x="28" y="25"/>
                  <a:pt x="27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7" y="24"/>
                  <a:pt x="26" y="23"/>
                  <a:pt x="26" y="22"/>
                </a:cubicBezTo>
                <a:cubicBezTo>
                  <a:pt x="26" y="21"/>
                  <a:pt x="27" y="20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8" y="19"/>
                  <a:pt x="29" y="18"/>
                  <a:pt x="30" y="18"/>
                </a:cubicBezTo>
                <a:close/>
                <a:moveTo>
                  <a:pt x="30" y="21"/>
                </a:move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3"/>
                  <a:pt x="29" y="23"/>
                  <a:pt x="30" y="23"/>
                </a:cubicBezTo>
                <a:cubicBezTo>
                  <a:pt x="30" y="23"/>
                  <a:pt x="30" y="23"/>
                  <a:pt x="30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lose/>
                <a:moveTo>
                  <a:pt x="39" y="18"/>
                </a:moveTo>
                <a:cubicBezTo>
                  <a:pt x="39" y="18"/>
                  <a:pt x="39" y="18"/>
                  <a:pt x="39" y="18"/>
                </a:cubicBezTo>
                <a:cubicBezTo>
                  <a:pt x="39" y="18"/>
                  <a:pt x="40" y="19"/>
                  <a:pt x="41" y="19"/>
                </a:cubicBezTo>
                <a:cubicBezTo>
                  <a:pt x="41" y="20"/>
                  <a:pt x="42" y="21"/>
                  <a:pt x="42" y="22"/>
                </a:cubicBezTo>
                <a:cubicBezTo>
                  <a:pt x="42" y="23"/>
                  <a:pt x="41" y="24"/>
                  <a:pt x="41" y="24"/>
                </a:cubicBezTo>
                <a:cubicBezTo>
                  <a:pt x="40" y="25"/>
                  <a:pt x="39" y="25"/>
                  <a:pt x="39" y="25"/>
                </a:cubicBezTo>
                <a:cubicBezTo>
                  <a:pt x="38" y="25"/>
                  <a:pt x="37" y="25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5" y="23"/>
                  <a:pt x="35" y="22"/>
                </a:cubicBezTo>
                <a:cubicBezTo>
                  <a:pt x="35" y="21"/>
                  <a:pt x="36" y="20"/>
                  <a:pt x="36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7" y="19"/>
                  <a:pt x="38" y="18"/>
                  <a:pt x="39" y="18"/>
                </a:cubicBezTo>
                <a:close/>
                <a:moveTo>
                  <a:pt x="39" y="21"/>
                </a:moveTo>
                <a:cubicBezTo>
                  <a:pt x="39" y="21"/>
                  <a:pt x="39" y="21"/>
                  <a:pt x="39" y="21"/>
                </a:cubicBezTo>
                <a:cubicBezTo>
                  <a:pt x="39" y="21"/>
                  <a:pt x="39" y="21"/>
                  <a:pt x="39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8" y="21"/>
                  <a:pt x="38" y="22"/>
                  <a:pt x="38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3"/>
                  <a:pt x="38" y="23"/>
                  <a:pt x="39" y="23"/>
                </a:cubicBezTo>
                <a:cubicBezTo>
                  <a:pt x="39" y="23"/>
                  <a:pt x="39" y="23"/>
                  <a:pt x="39" y="22"/>
                </a:cubicBezTo>
                <a:cubicBezTo>
                  <a:pt x="39" y="22"/>
                  <a:pt x="40" y="22"/>
                  <a:pt x="40" y="22"/>
                </a:cubicBezTo>
                <a:cubicBezTo>
                  <a:pt x="40" y="22"/>
                  <a:pt x="39" y="21"/>
                  <a:pt x="39" y="21"/>
                </a:cubicBezTo>
                <a:cubicBezTo>
                  <a:pt x="39" y="21"/>
                  <a:pt x="39" y="21"/>
                  <a:pt x="39" y="21"/>
                </a:cubicBezTo>
                <a:close/>
                <a:moveTo>
                  <a:pt x="39" y="27"/>
                </a:moveTo>
                <a:cubicBezTo>
                  <a:pt x="39" y="27"/>
                  <a:pt x="39" y="27"/>
                  <a:pt x="39" y="27"/>
                </a:cubicBezTo>
                <a:cubicBezTo>
                  <a:pt x="39" y="27"/>
                  <a:pt x="40" y="28"/>
                  <a:pt x="41" y="28"/>
                </a:cubicBezTo>
                <a:cubicBezTo>
                  <a:pt x="41" y="29"/>
                  <a:pt x="42" y="30"/>
                  <a:pt x="42" y="31"/>
                </a:cubicBezTo>
                <a:cubicBezTo>
                  <a:pt x="42" y="31"/>
                  <a:pt x="41" y="32"/>
                  <a:pt x="41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0" y="33"/>
                  <a:pt x="39" y="34"/>
                  <a:pt x="39" y="34"/>
                </a:cubicBezTo>
                <a:cubicBezTo>
                  <a:pt x="38" y="34"/>
                  <a:pt x="37" y="33"/>
                  <a:pt x="36" y="33"/>
                </a:cubicBezTo>
                <a:cubicBezTo>
                  <a:pt x="36" y="33"/>
                  <a:pt x="36" y="33"/>
                  <a:pt x="36" y="33"/>
                </a:cubicBezTo>
                <a:cubicBezTo>
                  <a:pt x="36" y="32"/>
                  <a:pt x="35" y="31"/>
                  <a:pt x="35" y="31"/>
                </a:cubicBezTo>
                <a:cubicBezTo>
                  <a:pt x="35" y="30"/>
                  <a:pt x="36" y="29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7" y="28"/>
                  <a:pt x="38" y="27"/>
                  <a:pt x="39" y="27"/>
                </a:cubicBezTo>
                <a:close/>
                <a:moveTo>
                  <a:pt x="39" y="30"/>
                </a:moveTo>
                <a:cubicBezTo>
                  <a:pt x="39" y="30"/>
                  <a:pt x="39" y="30"/>
                  <a:pt x="39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8" y="30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1"/>
                  <a:pt x="39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40" y="31"/>
                  <a:pt x="40" y="31"/>
                </a:cubicBezTo>
                <a:cubicBezTo>
                  <a:pt x="40" y="30"/>
                  <a:pt x="39" y="30"/>
                  <a:pt x="39" y="30"/>
                </a:cubicBezTo>
                <a:cubicBezTo>
                  <a:pt x="39" y="30"/>
                  <a:pt x="39" y="30"/>
                  <a:pt x="39" y="30"/>
                </a:cubicBezTo>
                <a:close/>
                <a:moveTo>
                  <a:pt x="12" y="6"/>
                </a:moveTo>
                <a:cubicBezTo>
                  <a:pt x="12" y="6"/>
                  <a:pt x="12" y="6"/>
                  <a:pt x="12" y="6"/>
                </a:cubicBezTo>
                <a:cubicBezTo>
                  <a:pt x="12" y="8"/>
                  <a:pt x="11" y="8"/>
                  <a:pt x="10" y="8"/>
                </a:cubicBezTo>
                <a:cubicBezTo>
                  <a:pt x="9" y="8"/>
                  <a:pt x="8" y="8"/>
                  <a:pt x="8" y="6"/>
                </a:cubicBezTo>
                <a:cubicBezTo>
                  <a:pt x="8" y="4"/>
                  <a:pt x="8" y="4"/>
                  <a:pt x="8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3"/>
                  <a:pt x="4" y="13"/>
                  <a:pt x="4" y="13"/>
                </a:cubicBezTo>
                <a:cubicBezTo>
                  <a:pt x="46" y="13"/>
                  <a:pt x="46" y="13"/>
                  <a:pt x="46" y="13"/>
                </a:cubicBezTo>
                <a:cubicBezTo>
                  <a:pt x="46" y="4"/>
                  <a:pt x="46" y="4"/>
                  <a:pt x="46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8"/>
                  <a:pt x="42" y="8"/>
                  <a:pt x="41" y="8"/>
                </a:cubicBezTo>
                <a:cubicBezTo>
                  <a:pt x="40" y="8"/>
                  <a:pt x="39" y="8"/>
                  <a:pt x="39" y="6"/>
                </a:cubicBezTo>
                <a:cubicBezTo>
                  <a:pt x="39" y="4"/>
                  <a:pt x="39" y="4"/>
                  <a:pt x="39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8"/>
                  <a:pt x="31" y="8"/>
                  <a:pt x="30" y="8"/>
                </a:cubicBezTo>
                <a:cubicBezTo>
                  <a:pt x="29" y="8"/>
                  <a:pt x="28" y="8"/>
                  <a:pt x="28" y="6"/>
                </a:cubicBezTo>
                <a:cubicBezTo>
                  <a:pt x="28" y="4"/>
                  <a:pt x="28" y="4"/>
                  <a:pt x="28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8"/>
                  <a:pt x="21" y="8"/>
                  <a:pt x="20" y="8"/>
                </a:cubicBezTo>
                <a:cubicBezTo>
                  <a:pt x="19" y="8"/>
                  <a:pt x="18" y="8"/>
                  <a:pt x="18" y="6"/>
                </a:cubicBezTo>
                <a:cubicBezTo>
                  <a:pt x="18" y="4"/>
                  <a:pt x="18" y="4"/>
                  <a:pt x="18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6"/>
                  <a:pt x="12" y="6"/>
                  <a:pt x="12" y="6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46"/>
                  <a:pt x="4" y="46"/>
                  <a:pt x="4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15"/>
                  <a:pt x="46" y="15"/>
                  <a:pt x="46" y="15"/>
                </a:cubicBezTo>
                <a:cubicBezTo>
                  <a:pt x="4" y="15"/>
                  <a:pt x="4" y="15"/>
                  <a:pt x="4" y="1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76" name="Freeform 210">
            <a:extLst>
              <a:ext uri="{FF2B5EF4-FFF2-40B4-BE49-F238E27FC236}">
                <a16:creationId xmlns:a16="http://schemas.microsoft.com/office/drawing/2014/main" id="{DE31ACCB-8416-EB69-CC93-B1734ACC7FB6}"/>
              </a:ext>
            </a:extLst>
          </p:cNvPr>
          <p:cNvSpPr>
            <a:spLocks noEditPoints="1"/>
          </p:cNvSpPr>
          <p:nvPr/>
        </p:nvSpPr>
        <p:spPr bwMode="auto">
          <a:xfrm>
            <a:off x="9145519" y="3899348"/>
            <a:ext cx="213783" cy="207433"/>
          </a:xfrm>
          <a:custGeom>
            <a:avLst/>
            <a:gdLst>
              <a:gd name="T0" fmla="*/ 80169 w 50"/>
              <a:gd name="T1" fmla="*/ 0 h 49"/>
              <a:gd name="T2" fmla="*/ 131476 w 50"/>
              <a:gd name="T3" fmla="*/ 19050 h 49"/>
              <a:gd name="T4" fmla="*/ 160337 w 50"/>
              <a:gd name="T5" fmla="*/ 69850 h 49"/>
              <a:gd name="T6" fmla="*/ 157130 w 50"/>
              <a:gd name="T7" fmla="*/ 76200 h 49"/>
              <a:gd name="T8" fmla="*/ 153924 w 50"/>
              <a:gd name="T9" fmla="*/ 76200 h 49"/>
              <a:gd name="T10" fmla="*/ 153924 w 50"/>
              <a:gd name="T11" fmla="*/ 76200 h 49"/>
              <a:gd name="T12" fmla="*/ 137890 w 50"/>
              <a:gd name="T13" fmla="*/ 79375 h 49"/>
              <a:gd name="T14" fmla="*/ 121856 w 50"/>
              <a:gd name="T15" fmla="*/ 88900 h 49"/>
              <a:gd name="T16" fmla="*/ 115443 w 50"/>
              <a:gd name="T17" fmla="*/ 88900 h 49"/>
              <a:gd name="T18" fmla="*/ 115443 w 50"/>
              <a:gd name="T19" fmla="*/ 88900 h 49"/>
              <a:gd name="T20" fmla="*/ 99409 w 50"/>
              <a:gd name="T21" fmla="*/ 79375 h 49"/>
              <a:gd name="T22" fmla="*/ 86582 w 50"/>
              <a:gd name="T23" fmla="*/ 76200 h 49"/>
              <a:gd name="T24" fmla="*/ 86582 w 50"/>
              <a:gd name="T25" fmla="*/ 139700 h 49"/>
              <a:gd name="T26" fmla="*/ 70548 w 50"/>
              <a:gd name="T27" fmla="*/ 155575 h 49"/>
              <a:gd name="T28" fmla="*/ 51308 w 50"/>
              <a:gd name="T29" fmla="*/ 139700 h 49"/>
              <a:gd name="T30" fmla="*/ 57721 w 50"/>
              <a:gd name="T31" fmla="*/ 133350 h 49"/>
              <a:gd name="T32" fmla="*/ 64135 w 50"/>
              <a:gd name="T33" fmla="*/ 139700 h 49"/>
              <a:gd name="T34" fmla="*/ 70548 w 50"/>
              <a:gd name="T35" fmla="*/ 142875 h 49"/>
              <a:gd name="T36" fmla="*/ 73755 w 50"/>
              <a:gd name="T37" fmla="*/ 139700 h 49"/>
              <a:gd name="T38" fmla="*/ 73755 w 50"/>
              <a:gd name="T39" fmla="*/ 76200 h 49"/>
              <a:gd name="T40" fmla="*/ 60928 w 50"/>
              <a:gd name="T41" fmla="*/ 79375 h 49"/>
              <a:gd name="T42" fmla="*/ 44894 w 50"/>
              <a:gd name="T43" fmla="*/ 88900 h 49"/>
              <a:gd name="T44" fmla="*/ 38481 w 50"/>
              <a:gd name="T45" fmla="*/ 88900 h 49"/>
              <a:gd name="T46" fmla="*/ 22447 w 50"/>
              <a:gd name="T47" fmla="*/ 79375 h 49"/>
              <a:gd name="T48" fmla="*/ 6413 w 50"/>
              <a:gd name="T49" fmla="*/ 76200 h 49"/>
              <a:gd name="T50" fmla="*/ 0 w 50"/>
              <a:gd name="T51" fmla="*/ 69850 h 49"/>
              <a:gd name="T52" fmla="*/ 0 w 50"/>
              <a:gd name="T53" fmla="*/ 69850 h 49"/>
              <a:gd name="T54" fmla="*/ 28861 w 50"/>
              <a:gd name="T55" fmla="*/ 19050 h 49"/>
              <a:gd name="T56" fmla="*/ 80169 w 50"/>
              <a:gd name="T57" fmla="*/ 0 h 49"/>
              <a:gd name="T58" fmla="*/ 92995 w 50"/>
              <a:gd name="T59" fmla="*/ 15875 h 49"/>
              <a:gd name="T60" fmla="*/ 92995 w 50"/>
              <a:gd name="T61" fmla="*/ 15875 h 49"/>
              <a:gd name="T62" fmla="*/ 112236 w 50"/>
              <a:gd name="T63" fmla="*/ 41275 h 49"/>
              <a:gd name="T64" fmla="*/ 121856 w 50"/>
              <a:gd name="T65" fmla="*/ 76200 h 49"/>
              <a:gd name="T66" fmla="*/ 134683 w 50"/>
              <a:gd name="T67" fmla="*/ 69850 h 49"/>
              <a:gd name="T68" fmla="*/ 147510 w 50"/>
              <a:gd name="T69" fmla="*/ 66675 h 49"/>
              <a:gd name="T70" fmla="*/ 121856 w 50"/>
              <a:gd name="T71" fmla="*/ 28575 h 49"/>
              <a:gd name="T72" fmla="*/ 92995 w 50"/>
              <a:gd name="T73" fmla="*/ 15875 h 49"/>
              <a:gd name="T74" fmla="*/ 115443 w 50"/>
              <a:gd name="T75" fmla="*/ 73025 h 49"/>
              <a:gd name="T76" fmla="*/ 115443 w 50"/>
              <a:gd name="T77" fmla="*/ 73025 h 49"/>
              <a:gd name="T78" fmla="*/ 105822 w 50"/>
              <a:gd name="T79" fmla="*/ 44450 h 49"/>
              <a:gd name="T80" fmla="*/ 83375 w 50"/>
              <a:gd name="T81" fmla="*/ 12700 h 49"/>
              <a:gd name="T82" fmla="*/ 80169 w 50"/>
              <a:gd name="T83" fmla="*/ 12700 h 49"/>
              <a:gd name="T84" fmla="*/ 76962 w 50"/>
              <a:gd name="T85" fmla="*/ 12700 h 49"/>
              <a:gd name="T86" fmla="*/ 54515 w 50"/>
              <a:gd name="T87" fmla="*/ 44450 h 49"/>
              <a:gd name="T88" fmla="*/ 48101 w 50"/>
              <a:gd name="T89" fmla="*/ 73025 h 49"/>
              <a:gd name="T90" fmla="*/ 57721 w 50"/>
              <a:gd name="T91" fmla="*/ 66675 h 49"/>
              <a:gd name="T92" fmla="*/ 102616 w 50"/>
              <a:gd name="T93" fmla="*/ 66675 h 49"/>
              <a:gd name="T94" fmla="*/ 115443 w 50"/>
              <a:gd name="T95" fmla="*/ 73025 h 49"/>
              <a:gd name="T96" fmla="*/ 38481 w 50"/>
              <a:gd name="T97" fmla="*/ 76200 h 49"/>
              <a:gd name="T98" fmla="*/ 38481 w 50"/>
              <a:gd name="T99" fmla="*/ 76200 h 49"/>
              <a:gd name="T100" fmla="*/ 48101 w 50"/>
              <a:gd name="T101" fmla="*/ 41275 h 49"/>
              <a:gd name="T102" fmla="*/ 67342 w 50"/>
              <a:gd name="T103" fmla="*/ 15875 h 49"/>
              <a:gd name="T104" fmla="*/ 38481 w 50"/>
              <a:gd name="T105" fmla="*/ 28575 h 49"/>
              <a:gd name="T106" fmla="*/ 12827 w 50"/>
              <a:gd name="T107" fmla="*/ 66675 h 49"/>
              <a:gd name="T108" fmla="*/ 25654 w 50"/>
              <a:gd name="T109" fmla="*/ 69850 h 49"/>
              <a:gd name="T110" fmla="*/ 38481 w 50"/>
              <a:gd name="T111" fmla="*/ 76200 h 4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0" h="49">
                <a:moveTo>
                  <a:pt x="25" y="0"/>
                </a:moveTo>
                <a:cubicBezTo>
                  <a:pt x="31" y="0"/>
                  <a:pt x="37" y="3"/>
                  <a:pt x="41" y="6"/>
                </a:cubicBezTo>
                <a:cubicBezTo>
                  <a:pt x="45" y="10"/>
                  <a:pt x="49" y="16"/>
                  <a:pt x="50" y="22"/>
                </a:cubicBezTo>
                <a:cubicBezTo>
                  <a:pt x="50" y="23"/>
                  <a:pt x="50" y="24"/>
                  <a:pt x="49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6" y="24"/>
                  <a:pt x="45" y="25"/>
                  <a:pt x="43" y="25"/>
                </a:cubicBezTo>
                <a:cubicBezTo>
                  <a:pt x="41" y="26"/>
                  <a:pt x="40" y="27"/>
                  <a:pt x="38" y="28"/>
                </a:cubicBezTo>
                <a:cubicBezTo>
                  <a:pt x="38" y="29"/>
                  <a:pt x="37" y="29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4" y="27"/>
                  <a:pt x="33" y="26"/>
                  <a:pt x="31" y="25"/>
                </a:cubicBezTo>
                <a:cubicBezTo>
                  <a:pt x="30" y="25"/>
                  <a:pt x="28" y="24"/>
                  <a:pt x="27" y="24"/>
                </a:cubicBezTo>
                <a:cubicBezTo>
                  <a:pt x="27" y="31"/>
                  <a:pt x="27" y="37"/>
                  <a:pt x="27" y="44"/>
                </a:cubicBezTo>
                <a:cubicBezTo>
                  <a:pt x="27" y="46"/>
                  <a:pt x="25" y="49"/>
                  <a:pt x="22" y="49"/>
                </a:cubicBezTo>
                <a:cubicBezTo>
                  <a:pt x="19" y="49"/>
                  <a:pt x="16" y="46"/>
                  <a:pt x="16" y="44"/>
                </a:cubicBezTo>
                <a:cubicBezTo>
                  <a:pt x="16" y="42"/>
                  <a:pt x="17" y="42"/>
                  <a:pt x="18" y="42"/>
                </a:cubicBezTo>
                <a:cubicBezTo>
                  <a:pt x="19" y="42"/>
                  <a:pt x="20" y="42"/>
                  <a:pt x="20" y="44"/>
                </a:cubicBezTo>
                <a:cubicBezTo>
                  <a:pt x="20" y="44"/>
                  <a:pt x="21" y="45"/>
                  <a:pt x="22" y="45"/>
                </a:cubicBezTo>
                <a:cubicBezTo>
                  <a:pt x="22" y="45"/>
                  <a:pt x="23" y="44"/>
                  <a:pt x="23" y="44"/>
                </a:cubicBezTo>
                <a:cubicBezTo>
                  <a:pt x="23" y="37"/>
                  <a:pt x="23" y="31"/>
                  <a:pt x="23" y="24"/>
                </a:cubicBezTo>
                <a:cubicBezTo>
                  <a:pt x="22" y="24"/>
                  <a:pt x="21" y="25"/>
                  <a:pt x="19" y="25"/>
                </a:cubicBezTo>
                <a:cubicBezTo>
                  <a:pt x="17" y="26"/>
                  <a:pt x="16" y="27"/>
                  <a:pt x="14" y="28"/>
                </a:cubicBezTo>
                <a:cubicBezTo>
                  <a:pt x="13" y="29"/>
                  <a:pt x="12" y="29"/>
                  <a:pt x="12" y="28"/>
                </a:cubicBezTo>
                <a:cubicBezTo>
                  <a:pt x="10" y="27"/>
                  <a:pt x="9" y="26"/>
                  <a:pt x="7" y="25"/>
                </a:cubicBezTo>
                <a:cubicBezTo>
                  <a:pt x="5" y="25"/>
                  <a:pt x="4" y="24"/>
                  <a:pt x="2" y="24"/>
                </a:cubicBezTo>
                <a:cubicBezTo>
                  <a:pt x="1" y="24"/>
                  <a:pt x="0" y="23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1" y="15"/>
                  <a:pt x="5" y="10"/>
                  <a:pt x="9" y="6"/>
                </a:cubicBezTo>
                <a:cubicBezTo>
                  <a:pt x="13" y="3"/>
                  <a:pt x="19" y="0"/>
                  <a:pt x="25" y="0"/>
                </a:cubicBezTo>
                <a:close/>
                <a:moveTo>
                  <a:pt x="29" y="5"/>
                </a:moveTo>
                <a:cubicBezTo>
                  <a:pt x="29" y="5"/>
                  <a:pt x="29" y="5"/>
                  <a:pt x="29" y="5"/>
                </a:cubicBezTo>
                <a:cubicBezTo>
                  <a:pt x="32" y="7"/>
                  <a:pt x="33" y="10"/>
                  <a:pt x="35" y="13"/>
                </a:cubicBezTo>
                <a:cubicBezTo>
                  <a:pt x="36" y="16"/>
                  <a:pt x="37" y="20"/>
                  <a:pt x="38" y="24"/>
                </a:cubicBezTo>
                <a:cubicBezTo>
                  <a:pt x="39" y="23"/>
                  <a:pt x="40" y="22"/>
                  <a:pt x="42" y="22"/>
                </a:cubicBezTo>
                <a:cubicBezTo>
                  <a:pt x="43" y="21"/>
                  <a:pt x="44" y="21"/>
                  <a:pt x="46" y="21"/>
                </a:cubicBezTo>
                <a:cubicBezTo>
                  <a:pt x="44" y="16"/>
                  <a:pt x="42" y="12"/>
                  <a:pt x="38" y="9"/>
                </a:cubicBezTo>
                <a:cubicBezTo>
                  <a:pt x="36" y="7"/>
                  <a:pt x="33" y="5"/>
                  <a:pt x="29" y="5"/>
                </a:cubicBezTo>
                <a:close/>
                <a:moveTo>
                  <a:pt x="36" y="23"/>
                </a:moveTo>
                <a:cubicBezTo>
                  <a:pt x="36" y="23"/>
                  <a:pt x="36" y="23"/>
                  <a:pt x="36" y="23"/>
                </a:cubicBezTo>
                <a:cubicBezTo>
                  <a:pt x="35" y="20"/>
                  <a:pt x="34" y="17"/>
                  <a:pt x="33" y="14"/>
                </a:cubicBezTo>
                <a:cubicBezTo>
                  <a:pt x="31" y="10"/>
                  <a:pt x="29" y="7"/>
                  <a:pt x="26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1" y="7"/>
                  <a:pt x="19" y="10"/>
                  <a:pt x="17" y="14"/>
                </a:cubicBezTo>
                <a:cubicBezTo>
                  <a:pt x="16" y="17"/>
                  <a:pt x="15" y="20"/>
                  <a:pt x="15" y="23"/>
                </a:cubicBezTo>
                <a:cubicBezTo>
                  <a:pt x="16" y="22"/>
                  <a:pt x="17" y="22"/>
                  <a:pt x="18" y="21"/>
                </a:cubicBezTo>
                <a:cubicBezTo>
                  <a:pt x="23" y="20"/>
                  <a:pt x="27" y="20"/>
                  <a:pt x="32" y="21"/>
                </a:cubicBezTo>
                <a:cubicBezTo>
                  <a:pt x="33" y="22"/>
                  <a:pt x="34" y="22"/>
                  <a:pt x="36" y="23"/>
                </a:cubicBezTo>
                <a:close/>
                <a:moveTo>
                  <a:pt x="12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13" y="20"/>
                  <a:pt x="14" y="16"/>
                  <a:pt x="15" y="13"/>
                </a:cubicBezTo>
                <a:cubicBezTo>
                  <a:pt x="17" y="10"/>
                  <a:pt x="18" y="7"/>
                  <a:pt x="21" y="5"/>
                </a:cubicBezTo>
                <a:cubicBezTo>
                  <a:pt x="17" y="5"/>
                  <a:pt x="14" y="7"/>
                  <a:pt x="12" y="9"/>
                </a:cubicBezTo>
                <a:cubicBezTo>
                  <a:pt x="8" y="12"/>
                  <a:pt x="6" y="16"/>
                  <a:pt x="4" y="21"/>
                </a:cubicBezTo>
                <a:cubicBezTo>
                  <a:pt x="6" y="21"/>
                  <a:pt x="7" y="21"/>
                  <a:pt x="8" y="22"/>
                </a:cubicBezTo>
                <a:cubicBezTo>
                  <a:pt x="10" y="22"/>
                  <a:pt x="11" y="23"/>
                  <a:pt x="12" y="2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77" name="Freeform 211">
            <a:extLst>
              <a:ext uri="{FF2B5EF4-FFF2-40B4-BE49-F238E27FC236}">
                <a16:creationId xmlns:a16="http://schemas.microsoft.com/office/drawing/2014/main" id="{CC98AAF9-873C-F4C4-A7E7-78D492670241}"/>
              </a:ext>
            </a:extLst>
          </p:cNvPr>
          <p:cNvSpPr>
            <a:spLocks noEditPoints="1"/>
          </p:cNvSpPr>
          <p:nvPr/>
        </p:nvSpPr>
        <p:spPr bwMode="auto">
          <a:xfrm>
            <a:off x="11016651" y="3433681"/>
            <a:ext cx="218016" cy="215900"/>
          </a:xfrm>
          <a:custGeom>
            <a:avLst/>
            <a:gdLst>
              <a:gd name="T0" fmla="*/ 60916 w 51"/>
              <a:gd name="T1" fmla="*/ 38100 h 51"/>
              <a:gd name="T2" fmla="*/ 64122 w 51"/>
              <a:gd name="T3" fmla="*/ 44450 h 51"/>
              <a:gd name="T4" fmla="*/ 64122 w 51"/>
              <a:gd name="T5" fmla="*/ 53975 h 51"/>
              <a:gd name="T6" fmla="*/ 57710 w 51"/>
              <a:gd name="T7" fmla="*/ 60325 h 51"/>
              <a:gd name="T8" fmla="*/ 48092 w 51"/>
              <a:gd name="T9" fmla="*/ 66675 h 51"/>
              <a:gd name="T10" fmla="*/ 64122 w 51"/>
              <a:gd name="T11" fmla="*/ 98425 h 51"/>
              <a:gd name="T12" fmla="*/ 86565 w 51"/>
              <a:gd name="T13" fmla="*/ 114300 h 51"/>
              <a:gd name="T14" fmla="*/ 105802 w 51"/>
              <a:gd name="T15" fmla="*/ 104775 h 51"/>
              <a:gd name="T16" fmla="*/ 109008 w 51"/>
              <a:gd name="T17" fmla="*/ 98425 h 51"/>
              <a:gd name="T18" fmla="*/ 115420 w 51"/>
              <a:gd name="T19" fmla="*/ 98425 h 51"/>
              <a:gd name="T20" fmla="*/ 121832 w 51"/>
              <a:gd name="T21" fmla="*/ 98425 h 51"/>
              <a:gd name="T22" fmla="*/ 157100 w 51"/>
              <a:gd name="T23" fmla="*/ 123825 h 51"/>
              <a:gd name="T24" fmla="*/ 160306 w 51"/>
              <a:gd name="T25" fmla="*/ 130175 h 51"/>
              <a:gd name="T26" fmla="*/ 160306 w 51"/>
              <a:gd name="T27" fmla="*/ 142875 h 51"/>
              <a:gd name="T28" fmla="*/ 150688 w 51"/>
              <a:gd name="T29" fmla="*/ 152400 h 51"/>
              <a:gd name="T30" fmla="*/ 141069 w 51"/>
              <a:gd name="T31" fmla="*/ 158750 h 51"/>
              <a:gd name="T32" fmla="*/ 38473 w 51"/>
              <a:gd name="T33" fmla="*/ 123825 h 51"/>
              <a:gd name="T34" fmla="*/ 6412 w 51"/>
              <a:gd name="T35" fmla="*/ 25400 h 51"/>
              <a:gd name="T36" fmla="*/ 9618 w 51"/>
              <a:gd name="T37" fmla="*/ 12700 h 51"/>
              <a:gd name="T38" fmla="*/ 16031 w 51"/>
              <a:gd name="T39" fmla="*/ 6350 h 51"/>
              <a:gd name="T40" fmla="*/ 22443 w 51"/>
              <a:gd name="T41" fmla="*/ 3175 h 51"/>
              <a:gd name="T42" fmla="*/ 38473 w 51"/>
              <a:gd name="T43" fmla="*/ 6350 h 51"/>
              <a:gd name="T44" fmla="*/ 51298 w 51"/>
              <a:gd name="T45" fmla="*/ 44450 h 51"/>
              <a:gd name="T46" fmla="*/ 28855 w 51"/>
              <a:gd name="T47" fmla="*/ 15875 h 51"/>
              <a:gd name="T48" fmla="*/ 28855 w 51"/>
              <a:gd name="T49" fmla="*/ 12700 h 51"/>
              <a:gd name="T50" fmla="*/ 25649 w 51"/>
              <a:gd name="T51" fmla="*/ 12700 h 51"/>
              <a:gd name="T52" fmla="*/ 25649 w 51"/>
              <a:gd name="T53" fmla="*/ 15875 h 51"/>
              <a:gd name="T54" fmla="*/ 19237 w 51"/>
              <a:gd name="T55" fmla="*/ 19050 h 51"/>
              <a:gd name="T56" fmla="*/ 19237 w 51"/>
              <a:gd name="T57" fmla="*/ 73025 h 51"/>
              <a:gd name="T58" fmla="*/ 92977 w 51"/>
              <a:gd name="T59" fmla="*/ 146050 h 51"/>
              <a:gd name="T60" fmla="*/ 144275 w 51"/>
              <a:gd name="T61" fmla="*/ 142875 h 51"/>
              <a:gd name="T62" fmla="*/ 147481 w 51"/>
              <a:gd name="T63" fmla="*/ 139700 h 51"/>
              <a:gd name="T64" fmla="*/ 150688 w 51"/>
              <a:gd name="T65" fmla="*/ 136525 h 51"/>
              <a:gd name="T66" fmla="*/ 150688 w 51"/>
              <a:gd name="T67" fmla="*/ 136525 h 51"/>
              <a:gd name="T68" fmla="*/ 147481 w 51"/>
              <a:gd name="T69" fmla="*/ 133350 h 51"/>
              <a:gd name="T70" fmla="*/ 118626 w 51"/>
              <a:gd name="T71" fmla="*/ 111125 h 51"/>
              <a:gd name="T72" fmla="*/ 118626 w 51"/>
              <a:gd name="T73" fmla="*/ 111125 h 51"/>
              <a:gd name="T74" fmla="*/ 118626 w 51"/>
              <a:gd name="T75" fmla="*/ 111125 h 51"/>
              <a:gd name="T76" fmla="*/ 115420 w 51"/>
              <a:gd name="T77" fmla="*/ 111125 h 51"/>
              <a:gd name="T78" fmla="*/ 115420 w 51"/>
              <a:gd name="T79" fmla="*/ 111125 h 51"/>
              <a:gd name="T80" fmla="*/ 115420 w 51"/>
              <a:gd name="T81" fmla="*/ 111125 h 51"/>
              <a:gd name="T82" fmla="*/ 102596 w 51"/>
              <a:gd name="T83" fmla="*/ 127000 h 51"/>
              <a:gd name="T84" fmla="*/ 57710 w 51"/>
              <a:gd name="T85" fmla="*/ 104775 h 51"/>
              <a:gd name="T86" fmla="*/ 38473 w 51"/>
              <a:gd name="T87" fmla="*/ 85725 h 51"/>
              <a:gd name="T88" fmla="*/ 38473 w 51"/>
              <a:gd name="T89" fmla="*/ 57150 h 51"/>
              <a:gd name="T90" fmla="*/ 51298 w 51"/>
              <a:gd name="T91" fmla="*/ 47625 h 51"/>
              <a:gd name="T92" fmla="*/ 51298 w 51"/>
              <a:gd name="T93" fmla="*/ 47625 h 51"/>
              <a:gd name="T94" fmla="*/ 51298 w 51"/>
              <a:gd name="T95" fmla="*/ 47625 h 51"/>
              <a:gd name="T96" fmla="*/ 51298 w 51"/>
              <a:gd name="T97" fmla="*/ 44450 h 5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" h="51">
                <a:moveTo>
                  <a:pt x="12" y="2"/>
                </a:moveTo>
                <a:cubicBezTo>
                  <a:pt x="14" y="6"/>
                  <a:pt x="17" y="9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20" y="12"/>
                  <a:pt x="20" y="13"/>
                  <a:pt x="20" y="14"/>
                </a:cubicBezTo>
                <a:cubicBezTo>
                  <a:pt x="20" y="14"/>
                  <a:pt x="20" y="15"/>
                  <a:pt x="20" y="15"/>
                </a:cubicBezTo>
                <a:cubicBezTo>
                  <a:pt x="20" y="16"/>
                  <a:pt x="20" y="17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19" y="18"/>
                  <a:pt x="19" y="18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7" y="20"/>
                  <a:pt x="16" y="20"/>
                  <a:pt x="15" y="21"/>
                </a:cubicBezTo>
                <a:cubicBezTo>
                  <a:pt x="14" y="22"/>
                  <a:pt x="14" y="23"/>
                  <a:pt x="15" y="24"/>
                </a:cubicBezTo>
                <a:cubicBezTo>
                  <a:pt x="17" y="27"/>
                  <a:pt x="18" y="29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2" y="33"/>
                  <a:pt x="24" y="34"/>
                  <a:pt x="27" y="36"/>
                </a:cubicBezTo>
                <a:cubicBezTo>
                  <a:pt x="28" y="37"/>
                  <a:pt x="29" y="37"/>
                  <a:pt x="30" y="36"/>
                </a:cubicBezTo>
                <a:cubicBezTo>
                  <a:pt x="31" y="35"/>
                  <a:pt x="32" y="34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2"/>
                  <a:pt x="33" y="32"/>
                  <a:pt x="34" y="31"/>
                </a:cubicBezTo>
                <a:cubicBezTo>
                  <a:pt x="34" y="31"/>
                  <a:pt x="35" y="31"/>
                  <a:pt x="36" y="31"/>
                </a:cubicBezTo>
                <a:cubicBezTo>
                  <a:pt x="36" y="31"/>
                  <a:pt x="36" y="31"/>
                  <a:pt x="36" y="31"/>
                </a:cubicBezTo>
                <a:cubicBezTo>
                  <a:pt x="36" y="31"/>
                  <a:pt x="37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9" y="31"/>
                  <a:pt x="39" y="32"/>
                </a:cubicBezTo>
                <a:cubicBezTo>
                  <a:pt x="42" y="34"/>
                  <a:pt x="46" y="37"/>
                  <a:pt x="49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40"/>
                  <a:pt x="50" y="40"/>
                  <a:pt x="50" y="41"/>
                </a:cubicBezTo>
                <a:cubicBezTo>
                  <a:pt x="50" y="41"/>
                  <a:pt x="51" y="42"/>
                  <a:pt x="51" y="43"/>
                </a:cubicBezTo>
                <a:cubicBezTo>
                  <a:pt x="51" y="43"/>
                  <a:pt x="51" y="44"/>
                  <a:pt x="50" y="45"/>
                </a:cubicBezTo>
                <a:cubicBezTo>
                  <a:pt x="50" y="45"/>
                  <a:pt x="50" y="46"/>
                  <a:pt x="49" y="46"/>
                </a:cubicBezTo>
                <a:cubicBezTo>
                  <a:pt x="48" y="47"/>
                  <a:pt x="48" y="48"/>
                  <a:pt x="47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6" y="49"/>
                  <a:pt x="45" y="49"/>
                  <a:pt x="44" y="50"/>
                </a:cubicBezTo>
                <a:cubicBezTo>
                  <a:pt x="38" y="51"/>
                  <a:pt x="33" y="51"/>
                  <a:pt x="27" y="49"/>
                </a:cubicBezTo>
                <a:cubicBezTo>
                  <a:pt x="22" y="47"/>
                  <a:pt x="16" y="44"/>
                  <a:pt x="12" y="39"/>
                </a:cubicBezTo>
                <a:cubicBezTo>
                  <a:pt x="7" y="35"/>
                  <a:pt x="4" y="29"/>
                  <a:pt x="2" y="24"/>
                </a:cubicBezTo>
                <a:cubicBezTo>
                  <a:pt x="0" y="18"/>
                  <a:pt x="0" y="13"/>
                  <a:pt x="2" y="8"/>
                </a:cubicBezTo>
                <a:cubicBezTo>
                  <a:pt x="2" y="6"/>
                  <a:pt x="2" y="5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4" y="3"/>
                  <a:pt x="4" y="3"/>
                  <a:pt x="5" y="2"/>
                </a:cubicBezTo>
                <a:cubicBezTo>
                  <a:pt x="5" y="1"/>
                  <a:pt x="6" y="1"/>
                  <a:pt x="6" y="1"/>
                </a:cubicBezTo>
                <a:cubicBezTo>
                  <a:pt x="6" y="1"/>
                  <a:pt x="7" y="1"/>
                  <a:pt x="7" y="1"/>
                </a:cubicBezTo>
                <a:cubicBezTo>
                  <a:pt x="7" y="1"/>
                  <a:pt x="8" y="0"/>
                  <a:pt x="8" y="1"/>
                </a:cubicBezTo>
                <a:cubicBezTo>
                  <a:pt x="10" y="1"/>
                  <a:pt x="11" y="1"/>
                  <a:pt x="12" y="2"/>
                </a:cubicBezTo>
                <a:close/>
                <a:moveTo>
                  <a:pt x="16" y="14"/>
                </a:moveTo>
                <a:cubicBezTo>
                  <a:pt x="16" y="14"/>
                  <a:pt x="16" y="14"/>
                  <a:pt x="16" y="14"/>
                </a:cubicBezTo>
                <a:cubicBezTo>
                  <a:pt x="14" y="11"/>
                  <a:pt x="11" y="8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5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7"/>
                  <a:pt x="6" y="8"/>
                  <a:pt x="5" y="9"/>
                </a:cubicBezTo>
                <a:cubicBezTo>
                  <a:pt x="4" y="13"/>
                  <a:pt x="4" y="18"/>
                  <a:pt x="6" y="23"/>
                </a:cubicBezTo>
                <a:cubicBezTo>
                  <a:pt x="7" y="28"/>
                  <a:pt x="10" y="33"/>
                  <a:pt x="15" y="37"/>
                </a:cubicBezTo>
                <a:cubicBezTo>
                  <a:pt x="19" y="41"/>
                  <a:pt x="24" y="44"/>
                  <a:pt x="29" y="46"/>
                </a:cubicBezTo>
                <a:cubicBezTo>
                  <a:pt x="33" y="47"/>
                  <a:pt x="38" y="47"/>
                  <a:pt x="42" y="46"/>
                </a:cubicBezTo>
                <a:cubicBezTo>
                  <a:pt x="43" y="46"/>
                  <a:pt x="44" y="45"/>
                  <a:pt x="45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45" y="44"/>
                  <a:pt x="46" y="44"/>
                  <a:pt x="46" y="44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2"/>
                  <a:pt x="47" y="42"/>
                  <a:pt x="46" y="42"/>
                </a:cubicBezTo>
                <a:cubicBezTo>
                  <a:pt x="46" y="42"/>
                  <a:pt x="46" y="42"/>
                  <a:pt x="46" y="42"/>
                </a:cubicBezTo>
                <a:cubicBezTo>
                  <a:pt x="43" y="40"/>
                  <a:pt x="40" y="37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5" y="36"/>
                  <a:pt x="34" y="38"/>
                  <a:pt x="33" y="39"/>
                </a:cubicBezTo>
                <a:cubicBezTo>
                  <a:pt x="33" y="39"/>
                  <a:pt x="32" y="39"/>
                  <a:pt x="32" y="40"/>
                </a:cubicBezTo>
                <a:cubicBezTo>
                  <a:pt x="32" y="40"/>
                  <a:pt x="29" y="42"/>
                  <a:pt x="25" y="39"/>
                </a:cubicBezTo>
                <a:cubicBezTo>
                  <a:pt x="22" y="37"/>
                  <a:pt x="20" y="35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6" y="31"/>
                  <a:pt x="14" y="29"/>
                  <a:pt x="12" y="27"/>
                </a:cubicBezTo>
                <a:cubicBezTo>
                  <a:pt x="9" y="22"/>
                  <a:pt x="11" y="19"/>
                  <a:pt x="11" y="19"/>
                </a:cubicBezTo>
                <a:cubicBezTo>
                  <a:pt x="12" y="19"/>
                  <a:pt x="12" y="19"/>
                  <a:pt x="12" y="18"/>
                </a:cubicBezTo>
                <a:cubicBezTo>
                  <a:pt x="13" y="17"/>
                  <a:pt x="15" y="17"/>
                  <a:pt x="16" y="16"/>
                </a:cubicBezTo>
                <a:cubicBezTo>
                  <a:pt x="16" y="16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78" name="Freeform 212">
            <a:extLst>
              <a:ext uri="{FF2B5EF4-FFF2-40B4-BE49-F238E27FC236}">
                <a16:creationId xmlns:a16="http://schemas.microsoft.com/office/drawing/2014/main" id="{96DE60C7-4ED2-F2E5-2947-1975DBEE1D8D}"/>
              </a:ext>
            </a:extLst>
          </p:cNvPr>
          <p:cNvSpPr>
            <a:spLocks noEditPoints="1"/>
          </p:cNvSpPr>
          <p:nvPr/>
        </p:nvSpPr>
        <p:spPr bwMode="auto">
          <a:xfrm>
            <a:off x="7333651" y="3899348"/>
            <a:ext cx="167216" cy="207433"/>
          </a:xfrm>
          <a:custGeom>
            <a:avLst/>
            <a:gdLst>
              <a:gd name="T0" fmla="*/ 99686 w 39"/>
              <a:gd name="T1" fmla="*/ 66675 h 49"/>
              <a:gd name="T2" fmla="*/ 99686 w 39"/>
              <a:gd name="T3" fmla="*/ 82550 h 49"/>
              <a:gd name="T4" fmla="*/ 83608 w 39"/>
              <a:gd name="T5" fmla="*/ 82550 h 49"/>
              <a:gd name="T6" fmla="*/ 80392 w 39"/>
              <a:gd name="T7" fmla="*/ 73025 h 49"/>
              <a:gd name="T8" fmla="*/ 83608 w 39"/>
              <a:gd name="T9" fmla="*/ 66675 h 49"/>
              <a:gd name="T10" fmla="*/ 86824 w 39"/>
              <a:gd name="T11" fmla="*/ 50800 h 49"/>
              <a:gd name="T12" fmla="*/ 35373 w 39"/>
              <a:gd name="T13" fmla="*/ 63500 h 49"/>
              <a:gd name="T14" fmla="*/ 45020 w 39"/>
              <a:gd name="T15" fmla="*/ 73025 h 49"/>
              <a:gd name="T16" fmla="*/ 41804 w 39"/>
              <a:gd name="T17" fmla="*/ 82550 h 49"/>
              <a:gd name="T18" fmla="*/ 22510 w 39"/>
              <a:gd name="T19" fmla="*/ 82550 h 49"/>
              <a:gd name="T20" fmla="*/ 19294 w 39"/>
              <a:gd name="T21" fmla="*/ 73025 h 49"/>
              <a:gd name="T22" fmla="*/ 25726 w 39"/>
              <a:gd name="T23" fmla="*/ 66675 h 49"/>
              <a:gd name="T24" fmla="*/ 28941 w 39"/>
              <a:gd name="T25" fmla="*/ 50800 h 49"/>
              <a:gd name="T26" fmla="*/ 9647 w 39"/>
              <a:gd name="T27" fmla="*/ 142875 h 49"/>
              <a:gd name="T28" fmla="*/ 112549 w 39"/>
              <a:gd name="T29" fmla="*/ 50800 h 49"/>
              <a:gd name="T30" fmla="*/ 96471 w 39"/>
              <a:gd name="T31" fmla="*/ 63500 h 49"/>
              <a:gd name="T32" fmla="*/ 86824 w 39"/>
              <a:gd name="T33" fmla="*/ 38100 h 49"/>
              <a:gd name="T34" fmla="*/ 80392 w 39"/>
              <a:gd name="T35" fmla="*/ 15875 h 49"/>
              <a:gd name="T36" fmla="*/ 61098 w 39"/>
              <a:gd name="T37" fmla="*/ 6350 h 49"/>
              <a:gd name="T38" fmla="*/ 45020 w 39"/>
              <a:gd name="T39" fmla="*/ 15875 h 49"/>
              <a:gd name="T40" fmla="*/ 35373 w 39"/>
              <a:gd name="T41" fmla="*/ 38100 h 49"/>
              <a:gd name="T42" fmla="*/ 28941 w 39"/>
              <a:gd name="T43" fmla="*/ 38100 h 49"/>
              <a:gd name="T44" fmla="*/ 28941 w 39"/>
              <a:gd name="T45" fmla="*/ 31750 h 49"/>
              <a:gd name="T46" fmla="*/ 61098 w 39"/>
              <a:gd name="T47" fmla="*/ 0 h 49"/>
              <a:gd name="T48" fmla="*/ 86824 w 39"/>
              <a:gd name="T49" fmla="*/ 9525 h 49"/>
              <a:gd name="T50" fmla="*/ 96471 w 39"/>
              <a:gd name="T51" fmla="*/ 38100 h 49"/>
              <a:gd name="T52" fmla="*/ 125412 w 39"/>
              <a:gd name="T53" fmla="*/ 44450 h 49"/>
              <a:gd name="T54" fmla="*/ 125412 w 39"/>
              <a:gd name="T55" fmla="*/ 149225 h 49"/>
              <a:gd name="T56" fmla="*/ 118981 w 39"/>
              <a:gd name="T57" fmla="*/ 155575 h 49"/>
              <a:gd name="T58" fmla="*/ 0 w 39"/>
              <a:gd name="T59" fmla="*/ 149225 h 49"/>
              <a:gd name="T60" fmla="*/ 0 w 39"/>
              <a:gd name="T61" fmla="*/ 44450 h 49"/>
              <a:gd name="T62" fmla="*/ 3216 w 39"/>
              <a:gd name="T63" fmla="*/ 38100 h 49"/>
              <a:gd name="T64" fmla="*/ 32157 w 39"/>
              <a:gd name="T65" fmla="*/ 69850 h 49"/>
              <a:gd name="T66" fmla="*/ 32157 w 39"/>
              <a:gd name="T67" fmla="*/ 69850 h 49"/>
              <a:gd name="T68" fmla="*/ 28941 w 39"/>
              <a:gd name="T69" fmla="*/ 69850 h 49"/>
              <a:gd name="T70" fmla="*/ 28941 w 39"/>
              <a:gd name="T71" fmla="*/ 73025 h 49"/>
              <a:gd name="T72" fmla="*/ 28941 w 39"/>
              <a:gd name="T73" fmla="*/ 76200 h 49"/>
              <a:gd name="T74" fmla="*/ 35373 w 39"/>
              <a:gd name="T75" fmla="*/ 76200 h 49"/>
              <a:gd name="T76" fmla="*/ 38588 w 39"/>
              <a:gd name="T77" fmla="*/ 73025 h 49"/>
              <a:gd name="T78" fmla="*/ 35373 w 39"/>
              <a:gd name="T79" fmla="*/ 69850 h 49"/>
              <a:gd name="T80" fmla="*/ 32157 w 39"/>
              <a:gd name="T81" fmla="*/ 69850 h 49"/>
              <a:gd name="T82" fmla="*/ 90039 w 39"/>
              <a:gd name="T83" fmla="*/ 69850 h 49"/>
              <a:gd name="T84" fmla="*/ 90039 w 39"/>
              <a:gd name="T85" fmla="*/ 69850 h 49"/>
              <a:gd name="T86" fmla="*/ 86824 w 39"/>
              <a:gd name="T87" fmla="*/ 69850 h 49"/>
              <a:gd name="T88" fmla="*/ 86824 w 39"/>
              <a:gd name="T89" fmla="*/ 76200 h 49"/>
              <a:gd name="T90" fmla="*/ 90039 w 39"/>
              <a:gd name="T91" fmla="*/ 79375 h 49"/>
              <a:gd name="T92" fmla="*/ 93255 w 39"/>
              <a:gd name="T93" fmla="*/ 76200 h 49"/>
              <a:gd name="T94" fmla="*/ 93255 w 39"/>
              <a:gd name="T95" fmla="*/ 69850 h 4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39" h="49">
                <a:moveTo>
                  <a:pt x="30" y="20"/>
                </a:moveTo>
                <a:cubicBezTo>
                  <a:pt x="30" y="20"/>
                  <a:pt x="31" y="20"/>
                  <a:pt x="31" y="21"/>
                </a:cubicBezTo>
                <a:cubicBezTo>
                  <a:pt x="32" y="21"/>
                  <a:pt x="32" y="22"/>
                  <a:pt x="32" y="23"/>
                </a:cubicBezTo>
                <a:cubicBezTo>
                  <a:pt x="32" y="24"/>
                  <a:pt x="32" y="25"/>
                  <a:pt x="31" y="26"/>
                </a:cubicBezTo>
                <a:cubicBezTo>
                  <a:pt x="30" y="27"/>
                  <a:pt x="29" y="27"/>
                  <a:pt x="28" y="27"/>
                </a:cubicBezTo>
                <a:cubicBezTo>
                  <a:pt x="27" y="27"/>
                  <a:pt x="26" y="27"/>
                  <a:pt x="26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5" y="25"/>
                  <a:pt x="25" y="24"/>
                  <a:pt x="25" y="23"/>
                </a:cubicBezTo>
                <a:cubicBezTo>
                  <a:pt x="25" y="22"/>
                  <a:pt x="25" y="21"/>
                  <a:pt x="26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20"/>
                  <a:pt x="27" y="20"/>
                  <a:pt x="27" y="20"/>
                </a:cubicBezTo>
                <a:cubicBezTo>
                  <a:pt x="27" y="16"/>
                  <a:pt x="27" y="16"/>
                  <a:pt x="27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20"/>
                  <a:pt x="11" y="20"/>
                  <a:pt x="11" y="20"/>
                </a:cubicBezTo>
                <a:cubicBezTo>
                  <a:pt x="12" y="20"/>
                  <a:pt x="12" y="20"/>
                  <a:pt x="13" y="21"/>
                </a:cubicBezTo>
                <a:cubicBezTo>
                  <a:pt x="13" y="21"/>
                  <a:pt x="14" y="22"/>
                  <a:pt x="14" y="23"/>
                </a:cubicBezTo>
                <a:cubicBezTo>
                  <a:pt x="14" y="24"/>
                  <a:pt x="13" y="25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2" y="27"/>
                  <a:pt x="11" y="27"/>
                  <a:pt x="10" y="27"/>
                </a:cubicBezTo>
                <a:cubicBezTo>
                  <a:pt x="9" y="27"/>
                  <a:pt x="8" y="27"/>
                  <a:pt x="7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5"/>
                  <a:pt x="6" y="24"/>
                  <a:pt x="6" y="23"/>
                </a:cubicBezTo>
                <a:cubicBezTo>
                  <a:pt x="6" y="22"/>
                  <a:pt x="7" y="21"/>
                  <a:pt x="7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0"/>
                  <a:pt x="8" y="20"/>
                  <a:pt x="9" y="20"/>
                </a:cubicBezTo>
                <a:cubicBezTo>
                  <a:pt x="9" y="16"/>
                  <a:pt x="9" y="16"/>
                  <a:pt x="9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45"/>
                  <a:pt x="3" y="45"/>
                  <a:pt x="3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16"/>
                  <a:pt x="35" y="16"/>
                  <a:pt x="35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30" y="20"/>
                  <a:pt x="30" y="20"/>
                  <a:pt x="30" y="20"/>
                </a:cubicBezTo>
                <a:close/>
                <a:moveTo>
                  <a:pt x="27" y="12"/>
                </a:moveTo>
                <a:cubicBezTo>
                  <a:pt x="27" y="12"/>
                  <a:pt x="27" y="12"/>
                  <a:pt x="27" y="12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8"/>
                  <a:pt x="26" y="6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3" y="3"/>
                  <a:pt x="21" y="2"/>
                  <a:pt x="19" y="2"/>
                </a:cubicBezTo>
                <a:cubicBezTo>
                  <a:pt x="17" y="2"/>
                  <a:pt x="15" y="3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2" y="6"/>
                  <a:pt x="11" y="8"/>
                  <a:pt x="11" y="10"/>
                </a:cubicBezTo>
                <a:cubicBezTo>
                  <a:pt x="11" y="12"/>
                  <a:pt x="11" y="12"/>
                  <a:pt x="11" y="12"/>
                </a:cubicBezTo>
                <a:cubicBezTo>
                  <a:pt x="27" y="12"/>
                  <a:pt x="27" y="12"/>
                  <a:pt x="27" y="12"/>
                </a:cubicBezTo>
                <a:close/>
                <a:moveTo>
                  <a:pt x="9" y="12"/>
                </a:moveTo>
                <a:cubicBezTo>
                  <a:pt x="9" y="12"/>
                  <a:pt x="9" y="12"/>
                  <a:pt x="9" y="12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7"/>
                  <a:pt x="10" y="5"/>
                  <a:pt x="12" y="3"/>
                </a:cubicBezTo>
                <a:cubicBezTo>
                  <a:pt x="14" y="1"/>
                  <a:pt x="16" y="0"/>
                  <a:pt x="19" y="0"/>
                </a:cubicBezTo>
                <a:cubicBezTo>
                  <a:pt x="22" y="0"/>
                  <a:pt x="25" y="1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28" y="5"/>
                  <a:pt x="30" y="7"/>
                  <a:pt x="30" y="10"/>
                </a:cubicBezTo>
                <a:cubicBezTo>
                  <a:pt x="30" y="12"/>
                  <a:pt x="30" y="12"/>
                  <a:pt x="30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8" y="12"/>
                  <a:pt x="39" y="13"/>
                  <a:pt x="39" y="14"/>
                </a:cubicBezTo>
                <a:cubicBezTo>
                  <a:pt x="39" y="14"/>
                  <a:pt x="39" y="14"/>
                  <a:pt x="39" y="14"/>
                </a:cubicBezTo>
                <a:cubicBezTo>
                  <a:pt x="39" y="47"/>
                  <a:pt x="39" y="47"/>
                  <a:pt x="39" y="47"/>
                </a:cubicBezTo>
                <a:cubicBezTo>
                  <a:pt x="39" y="48"/>
                  <a:pt x="38" y="49"/>
                  <a:pt x="37" y="49"/>
                </a:cubicBezTo>
                <a:cubicBezTo>
                  <a:pt x="37" y="49"/>
                  <a:pt x="37" y="49"/>
                  <a:pt x="37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0" y="49"/>
                  <a:pt x="0" y="48"/>
                  <a:pt x="0" y="47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0" y="12"/>
                  <a:pt x="1" y="12"/>
                </a:cubicBezTo>
                <a:cubicBezTo>
                  <a:pt x="1" y="12"/>
                  <a:pt x="1" y="12"/>
                  <a:pt x="1" y="12"/>
                </a:cubicBezTo>
                <a:cubicBezTo>
                  <a:pt x="9" y="12"/>
                  <a:pt x="9" y="12"/>
                  <a:pt x="9" y="12"/>
                </a:cubicBezTo>
                <a:close/>
                <a:moveTo>
                  <a:pt x="10" y="22"/>
                </a:move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22"/>
                  <a:pt x="9" y="23"/>
                  <a:pt x="9" y="23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5"/>
                  <a:pt x="10" y="25"/>
                  <a:pt x="10" y="25"/>
                </a:cubicBezTo>
                <a:cubicBezTo>
                  <a:pt x="11" y="25"/>
                  <a:pt x="11" y="25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2" y="24"/>
                  <a:pt x="12" y="23"/>
                </a:cubicBezTo>
                <a:cubicBezTo>
                  <a:pt x="12" y="23"/>
                  <a:pt x="11" y="22"/>
                  <a:pt x="11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1" y="22"/>
                  <a:pt x="10" y="22"/>
                </a:cubicBezTo>
                <a:close/>
                <a:moveTo>
                  <a:pt x="28" y="22"/>
                </a:move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7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2"/>
                  <a:pt x="27" y="23"/>
                  <a:pt x="27" y="23"/>
                </a:cubicBezTo>
                <a:cubicBezTo>
                  <a:pt x="27" y="24"/>
                  <a:pt x="27" y="24"/>
                  <a:pt x="27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8" y="25"/>
                  <a:pt x="28" y="25"/>
                  <a:pt x="28" y="25"/>
                </a:cubicBezTo>
                <a:cubicBezTo>
                  <a:pt x="29" y="25"/>
                  <a:pt x="29" y="25"/>
                  <a:pt x="29" y="24"/>
                </a:cubicBezTo>
                <a:cubicBezTo>
                  <a:pt x="29" y="24"/>
                  <a:pt x="29" y="24"/>
                  <a:pt x="29" y="24"/>
                </a:cubicBezTo>
                <a:cubicBezTo>
                  <a:pt x="30" y="24"/>
                  <a:pt x="30" y="24"/>
                  <a:pt x="30" y="23"/>
                </a:cubicBezTo>
                <a:cubicBezTo>
                  <a:pt x="30" y="23"/>
                  <a:pt x="30" y="22"/>
                  <a:pt x="29" y="22"/>
                </a:cubicBezTo>
                <a:cubicBezTo>
                  <a:pt x="29" y="22"/>
                  <a:pt x="29" y="22"/>
                  <a:pt x="28" y="2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79" name="Freeform 213">
            <a:extLst>
              <a:ext uri="{FF2B5EF4-FFF2-40B4-BE49-F238E27FC236}">
                <a16:creationId xmlns:a16="http://schemas.microsoft.com/office/drawing/2014/main" id="{BB8DCDEA-FB84-6201-57D7-890A08A65D35}"/>
              </a:ext>
            </a:extLst>
          </p:cNvPr>
          <p:cNvSpPr>
            <a:spLocks noEditPoints="1"/>
          </p:cNvSpPr>
          <p:nvPr/>
        </p:nvSpPr>
        <p:spPr bwMode="auto">
          <a:xfrm>
            <a:off x="6948418" y="3459081"/>
            <a:ext cx="211667" cy="165100"/>
          </a:xfrm>
          <a:custGeom>
            <a:avLst/>
            <a:gdLst>
              <a:gd name="T0" fmla="*/ 3175 w 50"/>
              <a:gd name="T1" fmla="*/ 0 h 39"/>
              <a:gd name="T2" fmla="*/ 6350 w 50"/>
              <a:gd name="T3" fmla="*/ 0 h 39"/>
              <a:gd name="T4" fmla="*/ 152400 w 50"/>
              <a:gd name="T5" fmla="*/ 0 h 39"/>
              <a:gd name="T6" fmla="*/ 158750 w 50"/>
              <a:gd name="T7" fmla="*/ 6350 h 39"/>
              <a:gd name="T8" fmla="*/ 158750 w 50"/>
              <a:gd name="T9" fmla="*/ 6350 h 39"/>
              <a:gd name="T10" fmla="*/ 158750 w 50"/>
              <a:gd name="T11" fmla="*/ 117475 h 39"/>
              <a:gd name="T12" fmla="*/ 152400 w 50"/>
              <a:gd name="T13" fmla="*/ 123825 h 39"/>
              <a:gd name="T14" fmla="*/ 152400 w 50"/>
              <a:gd name="T15" fmla="*/ 123825 h 39"/>
              <a:gd name="T16" fmla="*/ 3175 w 50"/>
              <a:gd name="T17" fmla="*/ 123825 h 39"/>
              <a:gd name="T18" fmla="*/ 0 w 50"/>
              <a:gd name="T19" fmla="*/ 117475 h 39"/>
              <a:gd name="T20" fmla="*/ 0 w 50"/>
              <a:gd name="T21" fmla="*/ 117475 h 39"/>
              <a:gd name="T22" fmla="*/ 0 w 50"/>
              <a:gd name="T23" fmla="*/ 6350 h 39"/>
              <a:gd name="T24" fmla="*/ 3175 w 50"/>
              <a:gd name="T25" fmla="*/ 0 h 39"/>
              <a:gd name="T26" fmla="*/ 146050 w 50"/>
              <a:gd name="T27" fmla="*/ 19050 h 39"/>
              <a:gd name="T28" fmla="*/ 146050 w 50"/>
              <a:gd name="T29" fmla="*/ 19050 h 39"/>
              <a:gd name="T30" fmla="*/ 79375 w 50"/>
              <a:gd name="T31" fmla="*/ 82550 h 39"/>
              <a:gd name="T32" fmla="*/ 76200 w 50"/>
              <a:gd name="T33" fmla="*/ 82550 h 39"/>
              <a:gd name="T34" fmla="*/ 9525 w 50"/>
              <a:gd name="T35" fmla="*/ 19050 h 39"/>
              <a:gd name="T36" fmla="*/ 9525 w 50"/>
              <a:gd name="T37" fmla="*/ 111125 h 39"/>
              <a:gd name="T38" fmla="*/ 146050 w 50"/>
              <a:gd name="T39" fmla="*/ 111125 h 39"/>
              <a:gd name="T40" fmla="*/ 146050 w 50"/>
              <a:gd name="T41" fmla="*/ 19050 h 39"/>
              <a:gd name="T42" fmla="*/ 139700 w 50"/>
              <a:gd name="T43" fmla="*/ 12700 h 39"/>
              <a:gd name="T44" fmla="*/ 139700 w 50"/>
              <a:gd name="T45" fmla="*/ 12700 h 39"/>
              <a:gd name="T46" fmla="*/ 15875 w 50"/>
              <a:gd name="T47" fmla="*/ 12700 h 39"/>
              <a:gd name="T48" fmla="*/ 79375 w 50"/>
              <a:gd name="T49" fmla="*/ 76200 h 39"/>
              <a:gd name="T50" fmla="*/ 139700 w 50"/>
              <a:gd name="T51" fmla="*/ 12700 h 3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0" h="39">
                <a:moveTo>
                  <a:pt x="1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37"/>
                  <a:pt x="50" y="37"/>
                  <a:pt x="50" y="37"/>
                </a:cubicBezTo>
                <a:cubicBezTo>
                  <a:pt x="50" y="38"/>
                  <a:pt x="49" y="39"/>
                  <a:pt x="48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1" y="39"/>
                  <a:pt x="1" y="39"/>
                  <a:pt x="1" y="39"/>
                </a:cubicBezTo>
                <a:cubicBezTo>
                  <a:pt x="0" y="39"/>
                  <a:pt x="0" y="38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lose/>
                <a:moveTo>
                  <a:pt x="46" y="6"/>
                </a:moveTo>
                <a:cubicBezTo>
                  <a:pt x="46" y="6"/>
                  <a:pt x="46" y="6"/>
                  <a:pt x="46" y="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4" y="26"/>
                  <a:pt x="24" y="26"/>
                </a:cubicBezTo>
                <a:cubicBezTo>
                  <a:pt x="3" y="6"/>
                  <a:pt x="3" y="6"/>
                  <a:pt x="3" y="6"/>
                </a:cubicBezTo>
                <a:cubicBezTo>
                  <a:pt x="3" y="35"/>
                  <a:pt x="3" y="35"/>
                  <a:pt x="3" y="35"/>
                </a:cubicBezTo>
                <a:cubicBezTo>
                  <a:pt x="46" y="35"/>
                  <a:pt x="46" y="35"/>
                  <a:pt x="46" y="35"/>
                </a:cubicBezTo>
                <a:cubicBezTo>
                  <a:pt x="46" y="6"/>
                  <a:pt x="46" y="6"/>
                  <a:pt x="46" y="6"/>
                </a:cubicBezTo>
                <a:close/>
                <a:moveTo>
                  <a:pt x="44" y="4"/>
                </a:moveTo>
                <a:cubicBezTo>
                  <a:pt x="44" y="4"/>
                  <a:pt x="44" y="4"/>
                  <a:pt x="44" y="4"/>
                </a:cubicBezTo>
                <a:cubicBezTo>
                  <a:pt x="5" y="4"/>
                  <a:pt x="5" y="4"/>
                  <a:pt x="5" y="4"/>
                </a:cubicBezTo>
                <a:cubicBezTo>
                  <a:pt x="25" y="24"/>
                  <a:pt x="25" y="24"/>
                  <a:pt x="25" y="24"/>
                </a:cubicBezTo>
                <a:cubicBezTo>
                  <a:pt x="44" y="4"/>
                  <a:pt x="44" y="4"/>
                  <a:pt x="44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80" name="Freeform 214">
            <a:extLst>
              <a:ext uri="{FF2B5EF4-FFF2-40B4-BE49-F238E27FC236}">
                <a16:creationId xmlns:a16="http://schemas.microsoft.com/office/drawing/2014/main" id="{3C9236BF-4D5F-1DCF-4369-2B7A2E4D3E9B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3463315"/>
            <a:ext cx="211667" cy="156633"/>
          </a:xfrm>
          <a:custGeom>
            <a:avLst/>
            <a:gdLst>
              <a:gd name="T0" fmla="*/ 130175 w 50"/>
              <a:gd name="T1" fmla="*/ 95250 h 37"/>
              <a:gd name="T2" fmla="*/ 117475 w 50"/>
              <a:gd name="T3" fmla="*/ 95250 h 37"/>
              <a:gd name="T4" fmla="*/ 107950 w 50"/>
              <a:gd name="T5" fmla="*/ 60325 h 37"/>
              <a:gd name="T6" fmla="*/ 142875 w 50"/>
              <a:gd name="T7" fmla="*/ 60325 h 37"/>
              <a:gd name="T8" fmla="*/ 107950 w 50"/>
              <a:gd name="T9" fmla="*/ 41275 h 37"/>
              <a:gd name="T10" fmla="*/ 146050 w 50"/>
              <a:gd name="T11" fmla="*/ 69850 h 37"/>
              <a:gd name="T12" fmla="*/ 107950 w 50"/>
              <a:gd name="T13" fmla="*/ 69850 h 37"/>
              <a:gd name="T14" fmla="*/ 114300 w 50"/>
              <a:gd name="T15" fmla="*/ 95250 h 37"/>
              <a:gd name="T16" fmla="*/ 117475 w 50"/>
              <a:gd name="T17" fmla="*/ 104775 h 37"/>
              <a:gd name="T18" fmla="*/ 123825 w 50"/>
              <a:gd name="T19" fmla="*/ 107950 h 37"/>
              <a:gd name="T20" fmla="*/ 133350 w 50"/>
              <a:gd name="T21" fmla="*/ 104775 h 37"/>
              <a:gd name="T22" fmla="*/ 136525 w 50"/>
              <a:gd name="T23" fmla="*/ 95250 h 37"/>
              <a:gd name="T24" fmla="*/ 146050 w 50"/>
              <a:gd name="T25" fmla="*/ 88900 h 37"/>
              <a:gd name="T26" fmla="*/ 146050 w 50"/>
              <a:gd name="T27" fmla="*/ 69850 h 37"/>
              <a:gd name="T28" fmla="*/ 149225 w 50"/>
              <a:gd name="T29" fmla="*/ 101600 h 37"/>
              <a:gd name="T30" fmla="*/ 142875 w 50"/>
              <a:gd name="T31" fmla="*/ 111125 h 37"/>
              <a:gd name="T32" fmla="*/ 107950 w 50"/>
              <a:gd name="T33" fmla="*/ 111125 h 37"/>
              <a:gd name="T34" fmla="*/ 101600 w 50"/>
              <a:gd name="T35" fmla="*/ 101600 h 37"/>
              <a:gd name="T36" fmla="*/ 66675 w 50"/>
              <a:gd name="T37" fmla="*/ 101600 h 37"/>
              <a:gd name="T38" fmla="*/ 44450 w 50"/>
              <a:gd name="T39" fmla="*/ 117475 h 37"/>
              <a:gd name="T40" fmla="*/ 19050 w 50"/>
              <a:gd name="T41" fmla="*/ 101600 h 37"/>
              <a:gd name="T42" fmla="*/ 0 w 50"/>
              <a:gd name="T43" fmla="*/ 95250 h 37"/>
              <a:gd name="T44" fmla="*/ 0 w 50"/>
              <a:gd name="T45" fmla="*/ 6350 h 37"/>
              <a:gd name="T46" fmla="*/ 6350 w 50"/>
              <a:gd name="T47" fmla="*/ 0 h 37"/>
              <a:gd name="T48" fmla="*/ 107950 w 50"/>
              <a:gd name="T49" fmla="*/ 6350 h 37"/>
              <a:gd name="T50" fmla="*/ 107950 w 50"/>
              <a:gd name="T51" fmla="*/ 28575 h 37"/>
              <a:gd name="T52" fmla="*/ 142875 w 50"/>
              <a:gd name="T53" fmla="*/ 34925 h 37"/>
              <a:gd name="T54" fmla="*/ 158750 w 50"/>
              <a:gd name="T55" fmla="*/ 69850 h 37"/>
              <a:gd name="T56" fmla="*/ 158750 w 50"/>
              <a:gd name="T57" fmla="*/ 95250 h 37"/>
              <a:gd name="T58" fmla="*/ 152400 w 50"/>
              <a:gd name="T59" fmla="*/ 101600 h 37"/>
              <a:gd name="T60" fmla="*/ 95250 w 50"/>
              <a:gd name="T61" fmla="*/ 12700 h 37"/>
              <a:gd name="T62" fmla="*/ 12700 w 50"/>
              <a:gd name="T63" fmla="*/ 12700 h 37"/>
              <a:gd name="T64" fmla="*/ 25400 w 50"/>
              <a:gd name="T65" fmla="*/ 88900 h 37"/>
              <a:gd name="T66" fmla="*/ 31750 w 50"/>
              <a:gd name="T67" fmla="*/ 95250 h 37"/>
              <a:gd name="T68" fmla="*/ 44450 w 50"/>
              <a:gd name="T69" fmla="*/ 107950 h 37"/>
              <a:gd name="T70" fmla="*/ 53975 w 50"/>
              <a:gd name="T71" fmla="*/ 95250 h 37"/>
              <a:gd name="T72" fmla="*/ 60325 w 50"/>
              <a:gd name="T73" fmla="*/ 88900 h 37"/>
              <a:gd name="T74" fmla="*/ 95250 w 50"/>
              <a:gd name="T75" fmla="*/ 34925 h 37"/>
              <a:gd name="T76" fmla="*/ 95250 w 50"/>
              <a:gd name="T77" fmla="*/ 12700 h 37"/>
              <a:gd name="T78" fmla="*/ 44450 w 50"/>
              <a:gd name="T79" fmla="*/ 88900 h 37"/>
              <a:gd name="T80" fmla="*/ 44450 w 50"/>
              <a:gd name="T81" fmla="*/ 101600 h 37"/>
              <a:gd name="T82" fmla="*/ 44450 w 50"/>
              <a:gd name="T83" fmla="*/ 88900 h 3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0" h="37">
                <a:moveTo>
                  <a:pt x="39" y="28"/>
                </a:moveTo>
                <a:cubicBezTo>
                  <a:pt x="40" y="28"/>
                  <a:pt x="41" y="29"/>
                  <a:pt x="41" y="30"/>
                </a:cubicBezTo>
                <a:cubicBezTo>
                  <a:pt x="41" y="31"/>
                  <a:pt x="40" y="32"/>
                  <a:pt x="39" y="32"/>
                </a:cubicBezTo>
                <a:cubicBezTo>
                  <a:pt x="38" y="32"/>
                  <a:pt x="37" y="31"/>
                  <a:pt x="37" y="30"/>
                </a:cubicBezTo>
                <a:cubicBezTo>
                  <a:pt x="37" y="29"/>
                  <a:pt x="38" y="28"/>
                  <a:pt x="39" y="28"/>
                </a:cubicBezTo>
                <a:close/>
                <a:moveTo>
                  <a:pt x="34" y="19"/>
                </a:moveTo>
                <a:cubicBezTo>
                  <a:pt x="34" y="19"/>
                  <a:pt x="34" y="19"/>
                  <a:pt x="34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2" y="13"/>
                  <a:pt x="42" y="13"/>
                  <a:pt x="42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9"/>
                  <a:pt x="34" y="19"/>
                  <a:pt x="34" y="19"/>
                </a:cubicBezTo>
                <a:close/>
                <a:moveTo>
                  <a:pt x="46" y="22"/>
                </a:moveTo>
                <a:cubicBezTo>
                  <a:pt x="46" y="22"/>
                  <a:pt x="46" y="22"/>
                  <a:pt x="46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8"/>
                  <a:pt x="34" y="28"/>
                  <a:pt x="34" y="28"/>
                </a:cubicBezTo>
                <a:cubicBezTo>
                  <a:pt x="35" y="28"/>
                  <a:pt x="36" y="29"/>
                  <a:pt x="36" y="30"/>
                </a:cubicBezTo>
                <a:cubicBezTo>
                  <a:pt x="36" y="31"/>
                  <a:pt x="36" y="32"/>
                  <a:pt x="37" y="33"/>
                </a:cubicBezTo>
                <a:cubicBezTo>
                  <a:pt x="37" y="33"/>
                  <a:pt x="37" y="33"/>
                  <a:pt x="37" y="33"/>
                </a:cubicBezTo>
                <a:cubicBezTo>
                  <a:pt x="37" y="33"/>
                  <a:pt x="37" y="33"/>
                  <a:pt x="37" y="33"/>
                </a:cubicBezTo>
                <a:cubicBezTo>
                  <a:pt x="37" y="33"/>
                  <a:pt x="38" y="34"/>
                  <a:pt x="39" y="34"/>
                </a:cubicBezTo>
                <a:cubicBezTo>
                  <a:pt x="40" y="34"/>
                  <a:pt x="41" y="33"/>
                  <a:pt x="42" y="33"/>
                </a:cubicBezTo>
                <a:cubicBezTo>
                  <a:pt x="42" y="33"/>
                  <a:pt x="42" y="33"/>
                  <a:pt x="42" y="33"/>
                </a:cubicBezTo>
                <a:cubicBezTo>
                  <a:pt x="43" y="32"/>
                  <a:pt x="43" y="31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29"/>
                  <a:pt x="44" y="28"/>
                  <a:pt x="45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2"/>
                  <a:pt x="46" y="22"/>
                  <a:pt x="46" y="22"/>
                </a:cubicBezTo>
                <a:close/>
                <a:moveTo>
                  <a:pt x="47" y="32"/>
                </a:moveTo>
                <a:cubicBezTo>
                  <a:pt x="47" y="32"/>
                  <a:pt x="47" y="32"/>
                  <a:pt x="47" y="32"/>
                </a:cubicBezTo>
                <a:cubicBezTo>
                  <a:pt x="46" y="33"/>
                  <a:pt x="46" y="34"/>
                  <a:pt x="45" y="35"/>
                </a:cubicBezTo>
                <a:cubicBezTo>
                  <a:pt x="45" y="35"/>
                  <a:pt x="45" y="35"/>
                  <a:pt x="45" y="35"/>
                </a:cubicBezTo>
                <a:cubicBezTo>
                  <a:pt x="43" y="37"/>
                  <a:pt x="41" y="37"/>
                  <a:pt x="39" y="37"/>
                </a:cubicBezTo>
                <a:cubicBezTo>
                  <a:pt x="37" y="37"/>
                  <a:pt x="35" y="37"/>
                  <a:pt x="34" y="35"/>
                </a:cubicBezTo>
                <a:cubicBezTo>
                  <a:pt x="34" y="35"/>
                  <a:pt x="34" y="35"/>
                  <a:pt x="34" y="35"/>
                </a:cubicBezTo>
                <a:cubicBezTo>
                  <a:pt x="33" y="34"/>
                  <a:pt x="32" y="33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0" y="33"/>
                  <a:pt x="20" y="34"/>
                  <a:pt x="19" y="35"/>
                </a:cubicBezTo>
                <a:cubicBezTo>
                  <a:pt x="17" y="37"/>
                  <a:pt x="16" y="37"/>
                  <a:pt x="14" y="37"/>
                </a:cubicBezTo>
                <a:cubicBezTo>
                  <a:pt x="11" y="37"/>
                  <a:pt x="10" y="37"/>
                  <a:pt x="8" y="35"/>
                </a:cubicBezTo>
                <a:cubicBezTo>
                  <a:pt x="7" y="34"/>
                  <a:pt x="7" y="33"/>
                  <a:pt x="6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1" y="32"/>
                  <a:pt x="0" y="31"/>
                  <a:pt x="0" y="3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3" y="0"/>
                  <a:pt x="34" y="1"/>
                  <a:pt x="34" y="2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9"/>
                  <a:pt x="34" y="9"/>
                  <a:pt x="34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4" y="9"/>
                  <a:pt x="44" y="10"/>
                  <a:pt x="45" y="11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30"/>
                  <a:pt x="50" y="30"/>
                  <a:pt x="50" y="30"/>
                </a:cubicBezTo>
                <a:cubicBezTo>
                  <a:pt x="50" y="31"/>
                  <a:pt x="49" y="32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7" y="32"/>
                  <a:pt x="47" y="32"/>
                  <a:pt x="47" y="32"/>
                </a:cubicBezTo>
                <a:close/>
                <a:moveTo>
                  <a:pt x="30" y="4"/>
                </a:moveTo>
                <a:cubicBezTo>
                  <a:pt x="30" y="4"/>
                  <a:pt x="30" y="4"/>
                  <a:pt x="30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8"/>
                  <a:pt x="4" y="28"/>
                  <a:pt x="4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9" y="28"/>
                  <a:pt x="10" y="29"/>
                  <a:pt x="10" y="30"/>
                </a:cubicBezTo>
                <a:cubicBezTo>
                  <a:pt x="10" y="31"/>
                  <a:pt x="10" y="32"/>
                  <a:pt x="11" y="33"/>
                </a:cubicBezTo>
                <a:cubicBezTo>
                  <a:pt x="12" y="33"/>
                  <a:pt x="13" y="34"/>
                  <a:pt x="14" y="34"/>
                </a:cubicBezTo>
                <a:cubicBezTo>
                  <a:pt x="15" y="34"/>
                  <a:pt x="15" y="33"/>
                  <a:pt x="16" y="33"/>
                </a:cubicBezTo>
                <a:cubicBezTo>
                  <a:pt x="17" y="32"/>
                  <a:pt x="17" y="31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29"/>
                  <a:pt x="18" y="28"/>
                  <a:pt x="19" y="28"/>
                </a:cubicBezTo>
                <a:cubicBezTo>
                  <a:pt x="30" y="28"/>
                  <a:pt x="30" y="28"/>
                  <a:pt x="30" y="28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4"/>
                  <a:pt x="30" y="4"/>
                  <a:pt x="30" y="4"/>
                </a:cubicBezTo>
                <a:close/>
                <a:moveTo>
                  <a:pt x="14" y="28"/>
                </a:moveTo>
                <a:cubicBezTo>
                  <a:pt x="14" y="28"/>
                  <a:pt x="14" y="28"/>
                  <a:pt x="14" y="28"/>
                </a:cubicBezTo>
                <a:cubicBezTo>
                  <a:pt x="15" y="28"/>
                  <a:pt x="15" y="29"/>
                  <a:pt x="15" y="30"/>
                </a:cubicBezTo>
                <a:cubicBezTo>
                  <a:pt x="15" y="31"/>
                  <a:pt x="15" y="32"/>
                  <a:pt x="14" y="32"/>
                </a:cubicBezTo>
                <a:cubicBezTo>
                  <a:pt x="12" y="32"/>
                  <a:pt x="12" y="31"/>
                  <a:pt x="12" y="30"/>
                </a:cubicBezTo>
                <a:cubicBezTo>
                  <a:pt x="12" y="29"/>
                  <a:pt x="12" y="28"/>
                  <a:pt x="14" y="2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81" name="Freeform 215">
            <a:extLst>
              <a:ext uri="{FF2B5EF4-FFF2-40B4-BE49-F238E27FC236}">
                <a16:creationId xmlns:a16="http://schemas.microsoft.com/office/drawing/2014/main" id="{08C73859-86BA-AA8D-E78A-2E21632CD412}"/>
              </a:ext>
            </a:extLst>
          </p:cNvPr>
          <p:cNvSpPr>
            <a:spLocks noEditPoints="1"/>
          </p:cNvSpPr>
          <p:nvPr/>
        </p:nvSpPr>
        <p:spPr bwMode="auto">
          <a:xfrm>
            <a:off x="6563185" y="3895115"/>
            <a:ext cx="211667" cy="215900"/>
          </a:xfrm>
          <a:custGeom>
            <a:avLst/>
            <a:gdLst>
              <a:gd name="T0" fmla="*/ 6350 w 50"/>
              <a:gd name="T1" fmla="*/ 0 h 51"/>
              <a:gd name="T2" fmla="*/ 158750 w 50"/>
              <a:gd name="T3" fmla="*/ 6350 h 51"/>
              <a:gd name="T4" fmla="*/ 158750 w 50"/>
              <a:gd name="T5" fmla="*/ 155575 h 51"/>
              <a:gd name="T6" fmla="*/ 152400 w 50"/>
              <a:gd name="T7" fmla="*/ 161925 h 51"/>
              <a:gd name="T8" fmla="*/ 0 w 50"/>
              <a:gd name="T9" fmla="*/ 155575 h 51"/>
              <a:gd name="T10" fmla="*/ 0 w 50"/>
              <a:gd name="T11" fmla="*/ 6350 h 51"/>
              <a:gd name="T12" fmla="*/ 82550 w 50"/>
              <a:gd name="T13" fmla="*/ 12700 h 51"/>
              <a:gd name="T14" fmla="*/ 82550 w 50"/>
              <a:gd name="T15" fmla="*/ 76200 h 51"/>
              <a:gd name="T16" fmla="*/ 146050 w 50"/>
              <a:gd name="T17" fmla="*/ 12700 h 51"/>
              <a:gd name="T18" fmla="*/ 82550 w 50"/>
              <a:gd name="T19" fmla="*/ 85725 h 51"/>
              <a:gd name="T20" fmla="*/ 82550 w 50"/>
              <a:gd name="T21" fmla="*/ 149225 h 51"/>
              <a:gd name="T22" fmla="*/ 146050 w 50"/>
              <a:gd name="T23" fmla="*/ 85725 h 51"/>
              <a:gd name="T24" fmla="*/ 76200 w 50"/>
              <a:gd name="T25" fmla="*/ 149225 h 51"/>
              <a:gd name="T26" fmla="*/ 76200 w 50"/>
              <a:gd name="T27" fmla="*/ 85725 h 51"/>
              <a:gd name="T28" fmla="*/ 12700 w 50"/>
              <a:gd name="T29" fmla="*/ 149225 h 51"/>
              <a:gd name="T30" fmla="*/ 76200 w 50"/>
              <a:gd name="T31" fmla="*/ 76200 h 51"/>
              <a:gd name="T32" fmla="*/ 76200 w 50"/>
              <a:gd name="T33" fmla="*/ 12700 h 51"/>
              <a:gd name="T34" fmla="*/ 12700 w 50"/>
              <a:gd name="T35" fmla="*/ 76200 h 51"/>
              <a:gd name="T36" fmla="*/ 50800 w 50"/>
              <a:gd name="T37" fmla="*/ 104775 h 51"/>
              <a:gd name="T38" fmla="*/ 57150 w 50"/>
              <a:gd name="T39" fmla="*/ 104775 h 51"/>
              <a:gd name="T40" fmla="*/ 47625 w 50"/>
              <a:gd name="T41" fmla="*/ 117475 h 51"/>
              <a:gd name="T42" fmla="*/ 57150 w 50"/>
              <a:gd name="T43" fmla="*/ 133350 h 51"/>
              <a:gd name="T44" fmla="*/ 41275 w 50"/>
              <a:gd name="T45" fmla="*/ 123825 h 51"/>
              <a:gd name="T46" fmla="*/ 28575 w 50"/>
              <a:gd name="T47" fmla="*/ 133350 h 51"/>
              <a:gd name="T48" fmla="*/ 38100 w 50"/>
              <a:gd name="T49" fmla="*/ 117475 h 51"/>
              <a:gd name="T50" fmla="*/ 28575 w 50"/>
              <a:gd name="T51" fmla="*/ 104775 h 51"/>
              <a:gd name="T52" fmla="*/ 41275 w 50"/>
              <a:gd name="T53" fmla="*/ 114300 h 51"/>
              <a:gd name="T54" fmla="*/ 38100 w 50"/>
              <a:gd name="T55" fmla="*/ 28575 h 51"/>
              <a:gd name="T56" fmla="*/ 41275 w 50"/>
              <a:gd name="T57" fmla="*/ 25400 h 51"/>
              <a:gd name="T58" fmla="*/ 44450 w 50"/>
              <a:gd name="T59" fmla="*/ 41275 h 51"/>
              <a:gd name="T60" fmla="*/ 60325 w 50"/>
              <a:gd name="T61" fmla="*/ 44450 h 51"/>
              <a:gd name="T62" fmla="*/ 44450 w 50"/>
              <a:gd name="T63" fmla="*/ 47625 h 51"/>
              <a:gd name="T64" fmla="*/ 41275 w 50"/>
              <a:gd name="T65" fmla="*/ 63500 h 51"/>
              <a:gd name="T66" fmla="*/ 38100 w 50"/>
              <a:gd name="T67" fmla="*/ 47625 h 51"/>
              <a:gd name="T68" fmla="*/ 22225 w 50"/>
              <a:gd name="T69" fmla="*/ 44450 h 51"/>
              <a:gd name="T70" fmla="*/ 38100 w 50"/>
              <a:gd name="T71" fmla="*/ 41275 h 51"/>
              <a:gd name="T72" fmla="*/ 130175 w 50"/>
              <a:gd name="T73" fmla="*/ 120650 h 51"/>
              <a:gd name="T74" fmla="*/ 136525 w 50"/>
              <a:gd name="T75" fmla="*/ 123825 h 51"/>
              <a:gd name="T76" fmla="*/ 98425 w 50"/>
              <a:gd name="T77" fmla="*/ 130175 h 51"/>
              <a:gd name="T78" fmla="*/ 98425 w 50"/>
              <a:gd name="T79" fmla="*/ 120650 h 51"/>
              <a:gd name="T80" fmla="*/ 130175 w 50"/>
              <a:gd name="T81" fmla="*/ 107950 h 51"/>
              <a:gd name="T82" fmla="*/ 136525 w 50"/>
              <a:gd name="T83" fmla="*/ 111125 h 51"/>
              <a:gd name="T84" fmla="*/ 98425 w 50"/>
              <a:gd name="T85" fmla="*/ 114300 h 51"/>
              <a:gd name="T86" fmla="*/ 98425 w 50"/>
              <a:gd name="T87" fmla="*/ 107950 h 51"/>
              <a:gd name="T88" fmla="*/ 130175 w 50"/>
              <a:gd name="T89" fmla="*/ 41275 h 51"/>
              <a:gd name="T90" fmla="*/ 136525 w 50"/>
              <a:gd name="T91" fmla="*/ 44450 h 51"/>
              <a:gd name="T92" fmla="*/ 98425 w 50"/>
              <a:gd name="T93" fmla="*/ 47625 h 51"/>
              <a:gd name="T94" fmla="*/ 98425 w 50"/>
              <a:gd name="T95" fmla="*/ 41275 h 5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1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50"/>
                  <a:pt x="49" y="51"/>
                  <a:pt x="48" y="51"/>
                </a:cubicBezTo>
                <a:cubicBezTo>
                  <a:pt x="48" y="51"/>
                  <a:pt x="48" y="51"/>
                  <a:pt x="48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1" y="51"/>
                  <a:pt x="0" y="50"/>
                  <a:pt x="0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6" y="4"/>
                </a:moveTo>
                <a:cubicBezTo>
                  <a:pt x="26" y="4"/>
                  <a:pt x="26" y="4"/>
                  <a:pt x="26" y="4"/>
                </a:cubicBezTo>
                <a:cubicBezTo>
                  <a:pt x="26" y="24"/>
                  <a:pt x="26" y="24"/>
                  <a:pt x="26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4"/>
                  <a:pt x="46" y="4"/>
                  <a:pt x="46" y="4"/>
                </a:cubicBezTo>
                <a:cubicBezTo>
                  <a:pt x="26" y="4"/>
                  <a:pt x="26" y="4"/>
                  <a:pt x="26" y="4"/>
                </a:cubicBezTo>
                <a:close/>
                <a:moveTo>
                  <a:pt x="26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47"/>
                  <a:pt x="26" y="47"/>
                  <a:pt x="26" y="47"/>
                </a:cubicBezTo>
                <a:cubicBezTo>
                  <a:pt x="46" y="47"/>
                  <a:pt x="46" y="47"/>
                  <a:pt x="46" y="47"/>
                </a:cubicBezTo>
                <a:cubicBezTo>
                  <a:pt x="46" y="27"/>
                  <a:pt x="46" y="27"/>
                  <a:pt x="46" y="27"/>
                </a:cubicBezTo>
                <a:cubicBezTo>
                  <a:pt x="26" y="27"/>
                  <a:pt x="26" y="27"/>
                  <a:pt x="26" y="27"/>
                </a:cubicBezTo>
                <a:close/>
                <a:moveTo>
                  <a:pt x="24" y="47"/>
                </a:moveTo>
                <a:cubicBezTo>
                  <a:pt x="24" y="47"/>
                  <a:pt x="24" y="47"/>
                  <a:pt x="24" y="47"/>
                </a:cubicBezTo>
                <a:cubicBezTo>
                  <a:pt x="24" y="27"/>
                  <a:pt x="24" y="27"/>
                  <a:pt x="24" y="27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47"/>
                  <a:pt x="4" y="47"/>
                  <a:pt x="4" y="47"/>
                </a:cubicBezTo>
                <a:cubicBezTo>
                  <a:pt x="24" y="47"/>
                  <a:pt x="24" y="47"/>
                  <a:pt x="24" y="47"/>
                </a:cubicBezTo>
                <a:close/>
                <a:moveTo>
                  <a:pt x="2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4"/>
                  <a:pt x="24" y="4"/>
                  <a:pt x="2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4"/>
                  <a:pt x="4" y="24"/>
                  <a:pt x="4" y="24"/>
                </a:cubicBezTo>
                <a:cubicBezTo>
                  <a:pt x="24" y="24"/>
                  <a:pt x="24" y="24"/>
                  <a:pt x="24" y="24"/>
                </a:cubicBezTo>
                <a:close/>
                <a:moveTo>
                  <a:pt x="16" y="33"/>
                </a:moveTo>
                <a:cubicBezTo>
                  <a:pt x="16" y="33"/>
                  <a:pt x="16" y="33"/>
                  <a:pt x="16" y="33"/>
                </a:cubicBezTo>
                <a:cubicBezTo>
                  <a:pt x="16" y="32"/>
                  <a:pt x="17" y="32"/>
                  <a:pt x="18" y="33"/>
                </a:cubicBezTo>
                <a:cubicBezTo>
                  <a:pt x="18" y="33"/>
                  <a:pt x="18" y="34"/>
                  <a:pt x="18" y="34"/>
                </a:cubicBezTo>
                <a:cubicBezTo>
                  <a:pt x="15" y="37"/>
                  <a:pt x="15" y="37"/>
                  <a:pt x="15" y="37"/>
                </a:cubicBezTo>
                <a:cubicBezTo>
                  <a:pt x="18" y="40"/>
                  <a:pt x="18" y="40"/>
                  <a:pt x="18" y="40"/>
                </a:cubicBezTo>
                <a:cubicBezTo>
                  <a:pt x="18" y="40"/>
                  <a:pt x="18" y="41"/>
                  <a:pt x="18" y="42"/>
                </a:cubicBezTo>
                <a:cubicBezTo>
                  <a:pt x="17" y="42"/>
                  <a:pt x="16" y="42"/>
                  <a:pt x="16" y="42"/>
                </a:cubicBezTo>
                <a:cubicBezTo>
                  <a:pt x="13" y="39"/>
                  <a:pt x="13" y="39"/>
                  <a:pt x="13" y="39"/>
                </a:cubicBezTo>
                <a:cubicBezTo>
                  <a:pt x="11" y="42"/>
                  <a:pt x="11" y="42"/>
                  <a:pt x="11" y="42"/>
                </a:cubicBezTo>
                <a:cubicBezTo>
                  <a:pt x="10" y="42"/>
                  <a:pt x="9" y="42"/>
                  <a:pt x="9" y="42"/>
                </a:cubicBezTo>
                <a:cubicBezTo>
                  <a:pt x="8" y="41"/>
                  <a:pt x="8" y="40"/>
                  <a:pt x="9" y="40"/>
                </a:cubicBezTo>
                <a:cubicBezTo>
                  <a:pt x="12" y="37"/>
                  <a:pt x="12" y="37"/>
                  <a:pt x="12" y="37"/>
                </a:cubicBezTo>
                <a:cubicBezTo>
                  <a:pt x="9" y="34"/>
                  <a:pt x="9" y="34"/>
                  <a:pt x="9" y="34"/>
                </a:cubicBezTo>
                <a:cubicBezTo>
                  <a:pt x="8" y="34"/>
                  <a:pt x="8" y="33"/>
                  <a:pt x="9" y="33"/>
                </a:cubicBezTo>
                <a:cubicBezTo>
                  <a:pt x="9" y="32"/>
                  <a:pt x="10" y="32"/>
                  <a:pt x="11" y="33"/>
                </a:cubicBezTo>
                <a:cubicBezTo>
                  <a:pt x="13" y="36"/>
                  <a:pt x="13" y="36"/>
                  <a:pt x="13" y="36"/>
                </a:cubicBezTo>
                <a:cubicBezTo>
                  <a:pt x="16" y="33"/>
                  <a:pt x="16" y="33"/>
                  <a:pt x="16" y="33"/>
                </a:cubicBezTo>
                <a:close/>
                <a:moveTo>
                  <a:pt x="12" y="9"/>
                </a:moveTo>
                <a:cubicBezTo>
                  <a:pt x="12" y="9"/>
                  <a:pt x="12" y="9"/>
                  <a:pt x="12" y="9"/>
                </a:cubicBezTo>
                <a:cubicBezTo>
                  <a:pt x="12" y="8"/>
                  <a:pt x="13" y="8"/>
                  <a:pt x="13" y="8"/>
                </a:cubicBezTo>
                <a:cubicBezTo>
                  <a:pt x="14" y="8"/>
                  <a:pt x="14" y="8"/>
                  <a:pt x="14" y="9"/>
                </a:cubicBezTo>
                <a:cubicBezTo>
                  <a:pt x="14" y="13"/>
                  <a:pt x="14" y="13"/>
                  <a:pt x="14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9" y="13"/>
                  <a:pt x="19" y="13"/>
                  <a:pt x="19" y="14"/>
                </a:cubicBezTo>
                <a:cubicBezTo>
                  <a:pt x="19" y="15"/>
                  <a:pt x="19" y="15"/>
                  <a:pt x="18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20"/>
                  <a:pt x="14" y="20"/>
                  <a:pt x="13" y="20"/>
                </a:cubicBezTo>
                <a:cubicBezTo>
                  <a:pt x="13" y="20"/>
                  <a:pt x="12" y="20"/>
                  <a:pt x="12" y="19"/>
                </a:cubicBezTo>
                <a:cubicBezTo>
                  <a:pt x="12" y="15"/>
                  <a:pt x="12" y="15"/>
                  <a:pt x="12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7" y="15"/>
                  <a:pt x="7" y="14"/>
                </a:cubicBezTo>
                <a:cubicBezTo>
                  <a:pt x="7" y="13"/>
                  <a:pt x="8" y="13"/>
                  <a:pt x="8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9"/>
                  <a:pt x="12" y="9"/>
                  <a:pt x="12" y="9"/>
                </a:cubicBezTo>
                <a:close/>
                <a:moveTo>
                  <a:pt x="41" y="38"/>
                </a:moveTo>
                <a:cubicBezTo>
                  <a:pt x="41" y="38"/>
                  <a:pt x="41" y="38"/>
                  <a:pt x="41" y="38"/>
                </a:cubicBezTo>
                <a:cubicBezTo>
                  <a:pt x="42" y="38"/>
                  <a:pt x="43" y="39"/>
                  <a:pt x="43" y="39"/>
                </a:cubicBezTo>
                <a:cubicBezTo>
                  <a:pt x="43" y="40"/>
                  <a:pt x="42" y="41"/>
                  <a:pt x="41" y="41"/>
                </a:cubicBezTo>
                <a:cubicBezTo>
                  <a:pt x="33" y="41"/>
                  <a:pt x="40" y="41"/>
                  <a:pt x="31" y="41"/>
                </a:cubicBezTo>
                <a:cubicBezTo>
                  <a:pt x="31" y="41"/>
                  <a:pt x="30" y="40"/>
                  <a:pt x="30" y="39"/>
                </a:cubicBezTo>
                <a:cubicBezTo>
                  <a:pt x="30" y="39"/>
                  <a:pt x="31" y="38"/>
                  <a:pt x="31" y="38"/>
                </a:cubicBezTo>
                <a:cubicBezTo>
                  <a:pt x="40" y="38"/>
                  <a:pt x="33" y="38"/>
                  <a:pt x="41" y="38"/>
                </a:cubicBezTo>
                <a:close/>
                <a:moveTo>
                  <a:pt x="41" y="34"/>
                </a:moveTo>
                <a:cubicBezTo>
                  <a:pt x="41" y="34"/>
                  <a:pt x="41" y="34"/>
                  <a:pt x="41" y="34"/>
                </a:cubicBezTo>
                <a:cubicBezTo>
                  <a:pt x="42" y="34"/>
                  <a:pt x="43" y="34"/>
                  <a:pt x="43" y="35"/>
                </a:cubicBezTo>
                <a:cubicBezTo>
                  <a:pt x="43" y="35"/>
                  <a:pt x="42" y="36"/>
                  <a:pt x="41" y="36"/>
                </a:cubicBezTo>
                <a:cubicBezTo>
                  <a:pt x="33" y="36"/>
                  <a:pt x="40" y="36"/>
                  <a:pt x="31" y="36"/>
                </a:cubicBezTo>
                <a:cubicBezTo>
                  <a:pt x="31" y="36"/>
                  <a:pt x="30" y="35"/>
                  <a:pt x="30" y="35"/>
                </a:cubicBezTo>
                <a:cubicBezTo>
                  <a:pt x="30" y="34"/>
                  <a:pt x="31" y="34"/>
                  <a:pt x="31" y="34"/>
                </a:cubicBezTo>
                <a:cubicBezTo>
                  <a:pt x="40" y="34"/>
                  <a:pt x="33" y="34"/>
                  <a:pt x="41" y="34"/>
                </a:cubicBezTo>
                <a:close/>
                <a:moveTo>
                  <a:pt x="41" y="13"/>
                </a:moveTo>
                <a:cubicBezTo>
                  <a:pt x="41" y="13"/>
                  <a:pt x="41" y="13"/>
                  <a:pt x="41" y="13"/>
                </a:cubicBezTo>
                <a:cubicBezTo>
                  <a:pt x="42" y="13"/>
                  <a:pt x="43" y="13"/>
                  <a:pt x="43" y="14"/>
                </a:cubicBezTo>
                <a:cubicBezTo>
                  <a:pt x="43" y="15"/>
                  <a:pt x="42" y="15"/>
                  <a:pt x="41" y="15"/>
                </a:cubicBezTo>
                <a:cubicBezTo>
                  <a:pt x="33" y="15"/>
                  <a:pt x="40" y="15"/>
                  <a:pt x="31" y="15"/>
                </a:cubicBezTo>
                <a:cubicBezTo>
                  <a:pt x="31" y="15"/>
                  <a:pt x="30" y="15"/>
                  <a:pt x="30" y="14"/>
                </a:cubicBezTo>
                <a:cubicBezTo>
                  <a:pt x="30" y="13"/>
                  <a:pt x="31" y="13"/>
                  <a:pt x="31" y="13"/>
                </a:cubicBezTo>
                <a:cubicBezTo>
                  <a:pt x="40" y="13"/>
                  <a:pt x="33" y="13"/>
                  <a:pt x="41" y="1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82" name="Freeform 216">
            <a:extLst>
              <a:ext uri="{FF2B5EF4-FFF2-40B4-BE49-F238E27FC236}">
                <a16:creationId xmlns:a16="http://schemas.microsoft.com/office/drawing/2014/main" id="{EB585F59-70EC-CEC4-60C3-60BE0258443D}"/>
              </a:ext>
            </a:extLst>
          </p:cNvPr>
          <p:cNvSpPr>
            <a:spLocks noEditPoints="1"/>
          </p:cNvSpPr>
          <p:nvPr/>
        </p:nvSpPr>
        <p:spPr bwMode="auto">
          <a:xfrm>
            <a:off x="9528634" y="3446381"/>
            <a:ext cx="211667" cy="190500"/>
          </a:xfrm>
          <a:custGeom>
            <a:avLst/>
            <a:gdLst>
              <a:gd name="T0" fmla="*/ 114300 w 50"/>
              <a:gd name="T1" fmla="*/ 0 h 45"/>
              <a:gd name="T2" fmla="*/ 146050 w 50"/>
              <a:gd name="T3" fmla="*/ 66675 h 45"/>
              <a:gd name="T4" fmla="*/ 88900 w 50"/>
              <a:gd name="T5" fmla="*/ 98425 h 45"/>
              <a:gd name="T6" fmla="*/ 47625 w 50"/>
              <a:gd name="T7" fmla="*/ 38100 h 45"/>
              <a:gd name="T8" fmla="*/ 107950 w 50"/>
              <a:gd name="T9" fmla="*/ 0 h 45"/>
              <a:gd name="T10" fmla="*/ 107950 w 50"/>
              <a:gd name="T11" fmla="*/ 9525 h 45"/>
              <a:gd name="T12" fmla="*/ 104775 w 50"/>
              <a:gd name="T13" fmla="*/ 31750 h 45"/>
              <a:gd name="T14" fmla="*/ 85725 w 50"/>
              <a:gd name="T15" fmla="*/ 47625 h 45"/>
              <a:gd name="T16" fmla="*/ 69850 w 50"/>
              <a:gd name="T17" fmla="*/ 31750 h 45"/>
              <a:gd name="T18" fmla="*/ 85725 w 50"/>
              <a:gd name="T19" fmla="*/ 92075 h 45"/>
              <a:gd name="T20" fmla="*/ 92075 w 50"/>
              <a:gd name="T21" fmla="*/ 66675 h 45"/>
              <a:gd name="T22" fmla="*/ 111125 w 50"/>
              <a:gd name="T23" fmla="*/ 50800 h 45"/>
              <a:gd name="T24" fmla="*/ 127000 w 50"/>
              <a:gd name="T25" fmla="*/ 69850 h 45"/>
              <a:gd name="T26" fmla="*/ 107950 w 50"/>
              <a:gd name="T27" fmla="*/ 9525 h 45"/>
              <a:gd name="T28" fmla="*/ 82550 w 50"/>
              <a:gd name="T29" fmla="*/ 101600 h 45"/>
              <a:gd name="T30" fmla="*/ 149225 w 50"/>
              <a:gd name="T31" fmla="*/ 69850 h 45"/>
              <a:gd name="T32" fmla="*/ 155575 w 50"/>
              <a:gd name="T33" fmla="*/ 82550 h 45"/>
              <a:gd name="T34" fmla="*/ 104775 w 50"/>
              <a:gd name="T35" fmla="*/ 123825 h 45"/>
              <a:gd name="T36" fmla="*/ 82550 w 50"/>
              <a:gd name="T37" fmla="*/ 142875 h 45"/>
              <a:gd name="T38" fmla="*/ 66675 w 50"/>
              <a:gd name="T39" fmla="*/ 136525 h 45"/>
              <a:gd name="T40" fmla="*/ 66675 w 50"/>
              <a:gd name="T41" fmla="*/ 107950 h 45"/>
              <a:gd name="T42" fmla="*/ 19050 w 50"/>
              <a:gd name="T43" fmla="*/ 25400 h 45"/>
              <a:gd name="T44" fmla="*/ 0 w 50"/>
              <a:gd name="T45" fmla="*/ 19050 h 45"/>
              <a:gd name="T46" fmla="*/ 22225 w 50"/>
              <a:gd name="T47" fmla="*/ 12700 h 45"/>
              <a:gd name="T48" fmla="*/ 79375 w 50"/>
              <a:gd name="T49" fmla="*/ 101600 h 45"/>
              <a:gd name="T50" fmla="*/ 88900 w 50"/>
              <a:gd name="T51" fmla="*/ 117475 h 45"/>
              <a:gd name="T52" fmla="*/ 82550 w 50"/>
              <a:gd name="T53" fmla="*/ 114300 h 45"/>
              <a:gd name="T54" fmla="*/ 73025 w 50"/>
              <a:gd name="T55" fmla="*/ 123825 h 45"/>
              <a:gd name="T56" fmla="*/ 76200 w 50"/>
              <a:gd name="T57" fmla="*/ 130175 h 45"/>
              <a:gd name="T58" fmla="*/ 88900 w 50"/>
              <a:gd name="T59" fmla="*/ 130175 h 45"/>
              <a:gd name="T60" fmla="*/ 92075 w 50"/>
              <a:gd name="T61" fmla="*/ 123825 h 45"/>
              <a:gd name="T62" fmla="*/ 88900 w 50"/>
              <a:gd name="T63" fmla="*/ 19050 h 45"/>
              <a:gd name="T64" fmla="*/ 76200 w 50"/>
              <a:gd name="T65" fmla="*/ 25400 h 45"/>
              <a:gd name="T66" fmla="*/ 95250 w 50"/>
              <a:gd name="T67" fmla="*/ 31750 h 45"/>
              <a:gd name="T68" fmla="*/ 111125 w 50"/>
              <a:gd name="T69" fmla="*/ 60325 h 45"/>
              <a:gd name="T70" fmla="*/ 101600 w 50"/>
              <a:gd name="T71" fmla="*/ 66675 h 45"/>
              <a:gd name="T72" fmla="*/ 120650 w 50"/>
              <a:gd name="T73" fmla="*/ 73025 h 4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0" h="45">
                <a:moveTo>
                  <a:pt x="34" y="0"/>
                </a:moveTo>
                <a:cubicBezTo>
                  <a:pt x="35" y="0"/>
                  <a:pt x="36" y="0"/>
                  <a:pt x="36" y="0"/>
                </a:cubicBezTo>
                <a:cubicBezTo>
                  <a:pt x="46" y="19"/>
                  <a:pt x="46" y="19"/>
                  <a:pt x="46" y="19"/>
                </a:cubicBezTo>
                <a:cubicBezTo>
                  <a:pt x="47" y="19"/>
                  <a:pt x="47" y="20"/>
                  <a:pt x="46" y="21"/>
                </a:cubicBezTo>
                <a:cubicBezTo>
                  <a:pt x="46" y="21"/>
                  <a:pt x="46" y="21"/>
                  <a:pt x="46" y="21"/>
                </a:cubicBezTo>
                <a:cubicBezTo>
                  <a:pt x="40" y="24"/>
                  <a:pt x="34" y="28"/>
                  <a:pt x="28" y="31"/>
                </a:cubicBezTo>
                <a:cubicBezTo>
                  <a:pt x="27" y="31"/>
                  <a:pt x="26" y="31"/>
                  <a:pt x="26" y="31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1"/>
                  <a:pt x="16" y="11"/>
                </a:cubicBezTo>
                <a:cubicBezTo>
                  <a:pt x="34" y="0"/>
                  <a:pt x="34" y="0"/>
                  <a:pt x="34" y="0"/>
                </a:cubicBezTo>
                <a:close/>
                <a:moveTo>
                  <a:pt x="34" y="3"/>
                </a:moveTo>
                <a:cubicBezTo>
                  <a:pt x="34" y="3"/>
                  <a:pt x="34" y="3"/>
                  <a:pt x="34" y="3"/>
                </a:cubicBezTo>
                <a:cubicBezTo>
                  <a:pt x="30" y="5"/>
                  <a:pt x="30" y="5"/>
                  <a:pt x="30" y="5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1"/>
                  <a:pt x="33" y="11"/>
                  <a:pt x="32" y="12"/>
                </a:cubicBezTo>
                <a:cubicBezTo>
                  <a:pt x="27" y="15"/>
                  <a:pt x="27" y="15"/>
                  <a:pt x="27" y="15"/>
                </a:cubicBezTo>
                <a:cubicBezTo>
                  <a:pt x="26" y="15"/>
                  <a:pt x="25" y="15"/>
                  <a:pt x="25" y="15"/>
                </a:cubicBezTo>
                <a:cubicBezTo>
                  <a:pt x="22" y="10"/>
                  <a:pt x="22" y="10"/>
                  <a:pt x="22" y="10"/>
                </a:cubicBezTo>
                <a:cubicBezTo>
                  <a:pt x="18" y="12"/>
                  <a:pt x="18" y="12"/>
                  <a:pt x="18" y="12"/>
                </a:cubicBezTo>
                <a:cubicBezTo>
                  <a:pt x="27" y="29"/>
                  <a:pt x="27" y="29"/>
                  <a:pt x="27" y="29"/>
                </a:cubicBezTo>
                <a:cubicBezTo>
                  <a:pt x="32" y="26"/>
                  <a:pt x="32" y="26"/>
                  <a:pt x="32" y="26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0"/>
                  <a:pt x="29" y="20"/>
                </a:cubicBezTo>
                <a:cubicBezTo>
                  <a:pt x="35" y="16"/>
                  <a:pt x="35" y="16"/>
                  <a:pt x="35" y="16"/>
                </a:cubicBezTo>
                <a:cubicBezTo>
                  <a:pt x="36" y="16"/>
                  <a:pt x="36" y="16"/>
                  <a:pt x="37" y="17"/>
                </a:cubicBezTo>
                <a:cubicBezTo>
                  <a:pt x="40" y="22"/>
                  <a:pt x="40" y="22"/>
                  <a:pt x="40" y="22"/>
                </a:cubicBezTo>
                <a:cubicBezTo>
                  <a:pt x="44" y="19"/>
                  <a:pt x="44" y="19"/>
                  <a:pt x="44" y="19"/>
                </a:cubicBezTo>
                <a:cubicBezTo>
                  <a:pt x="34" y="3"/>
                  <a:pt x="34" y="3"/>
                  <a:pt x="34" y="3"/>
                </a:cubicBezTo>
                <a:close/>
                <a:moveTo>
                  <a:pt x="26" y="32"/>
                </a:moveTo>
                <a:cubicBezTo>
                  <a:pt x="26" y="32"/>
                  <a:pt x="26" y="32"/>
                  <a:pt x="26" y="32"/>
                </a:cubicBezTo>
                <a:cubicBezTo>
                  <a:pt x="27" y="32"/>
                  <a:pt x="28" y="32"/>
                  <a:pt x="29" y="33"/>
                </a:cubicBezTo>
                <a:cubicBezTo>
                  <a:pt x="47" y="22"/>
                  <a:pt x="47" y="22"/>
                  <a:pt x="47" y="22"/>
                </a:cubicBezTo>
                <a:cubicBezTo>
                  <a:pt x="48" y="22"/>
                  <a:pt x="49" y="22"/>
                  <a:pt x="50" y="23"/>
                </a:cubicBezTo>
                <a:cubicBezTo>
                  <a:pt x="50" y="24"/>
                  <a:pt x="50" y="25"/>
                  <a:pt x="49" y="26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6"/>
                  <a:pt x="33" y="38"/>
                  <a:pt x="33" y="39"/>
                </a:cubicBezTo>
                <a:cubicBezTo>
                  <a:pt x="33" y="41"/>
                  <a:pt x="32" y="42"/>
                  <a:pt x="31" y="43"/>
                </a:cubicBezTo>
                <a:cubicBezTo>
                  <a:pt x="29" y="45"/>
                  <a:pt x="28" y="45"/>
                  <a:pt x="26" y="45"/>
                </a:cubicBezTo>
                <a:cubicBezTo>
                  <a:pt x="24" y="45"/>
                  <a:pt x="22" y="45"/>
                  <a:pt x="21" y="43"/>
                </a:cubicBezTo>
                <a:cubicBezTo>
                  <a:pt x="21" y="43"/>
                  <a:pt x="21" y="43"/>
                  <a:pt x="21" y="43"/>
                </a:cubicBezTo>
                <a:cubicBezTo>
                  <a:pt x="20" y="42"/>
                  <a:pt x="19" y="41"/>
                  <a:pt x="19" y="39"/>
                </a:cubicBezTo>
                <a:cubicBezTo>
                  <a:pt x="19" y="37"/>
                  <a:pt x="20" y="35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6" y="8"/>
                  <a:pt x="6" y="8"/>
                  <a:pt x="6" y="8"/>
                </a:cubicBezTo>
                <a:cubicBezTo>
                  <a:pt x="2" y="8"/>
                  <a:pt x="2" y="8"/>
                  <a:pt x="2" y="8"/>
                </a:cubicBezTo>
                <a:cubicBezTo>
                  <a:pt x="0" y="8"/>
                  <a:pt x="0" y="7"/>
                  <a:pt x="0" y="6"/>
                </a:cubicBezTo>
                <a:cubicBezTo>
                  <a:pt x="0" y="5"/>
                  <a:pt x="0" y="4"/>
                  <a:pt x="2" y="4"/>
                </a:cubicBezTo>
                <a:cubicBezTo>
                  <a:pt x="7" y="4"/>
                  <a:pt x="7" y="4"/>
                  <a:pt x="7" y="4"/>
                </a:cubicBezTo>
                <a:cubicBezTo>
                  <a:pt x="8" y="4"/>
                  <a:pt x="9" y="4"/>
                  <a:pt x="9" y="5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2"/>
                  <a:pt x="26" y="32"/>
                  <a:pt x="26" y="32"/>
                </a:cubicBezTo>
                <a:close/>
                <a:moveTo>
                  <a:pt x="28" y="37"/>
                </a:moveTo>
                <a:cubicBezTo>
                  <a:pt x="28" y="37"/>
                  <a:pt x="28" y="37"/>
                  <a:pt x="28" y="37"/>
                </a:cubicBezTo>
                <a:cubicBezTo>
                  <a:pt x="27" y="36"/>
                  <a:pt x="27" y="36"/>
                  <a:pt x="26" y="36"/>
                </a:cubicBezTo>
                <a:cubicBezTo>
                  <a:pt x="25" y="36"/>
                  <a:pt x="25" y="36"/>
                  <a:pt x="24" y="37"/>
                </a:cubicBezTo>
                <a:cubicBezTo>
                  <a:pt x="24" y="37"/>
                  <a:pt x="23" y="38"/>
                  <a:pt x="23" y="39"/>
                </a:cubicBezTo>
                <a:cubicBezTo>
                  <a:pt x="23" y="40"/>
                  <a:pt x="23" y="40"/>
                  <a:pt x="24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5" y="41"/>
                  <a:pt x="25" y="42"/>
                  <a:pt x="26" y="42"/>
                </a:cubicBezTo>
                <a:cubicBezTo>
                  <a:pt x="27" y="42"/>
                  <a:pt x="27" y="41"/>
                  <a:pt x="28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0"/>
                  <a:pt x="29" y="40"/>
                  <a:pt x="29" y="39"/>
                </a:cubicBezTo>
                <a:cubicBezTo>
                  <a:pt x="29" y="38"/>
                  <a:pt x="28" y="37"/>
                  <a:pt x="28" y="37"/>
                </a:cubicBezTo>
                <a:close/>
                <a:moveTo>
                  <a:pt x="28" y="6"/>
                </a:moveTo>
                <a:cubicBezTo>
                  <a:pt x="28" y="6"/>
                  <a:pt x="28" y="6"/>
                  <a:pt x="28" y="6"/>
                </a:cubicBezTo>
                <a:cubicBezTo>
                  <a:pt x="24" y="8"/>
                  <a:pt x="24" y="8"/>
                  <a:pt x="24" y="8"/>
                </a:cubicBezTo>
                <a:cubicBezTo>
                  <a:pt x="27" y="12"/>
                  <a:pt x="27" y="12"/>
                  <a:pt x="27" y="12"/>
                </a:cubicBezTo>
                <a:cubicBezTo>
                  <a:pt x="30" y="10"/>
                  <a:pt x="30" y="10"/>
                  <a:pt x="30" y="10"/>
                </a:cubicBezTo>
                <a:cubicBezTo>
                  <a:pt x="28" y="6"/>
                  <a:pt x="28" y="6"/>
                  <a:pt x="28" y="6"/>
                </a:cubicBezTo>
                <a:close/>
                <a:moveTo>
                  <a:pt x="35" y="19"/>
                </a:moveTo>
                <a:cubicBezTo>
                  <a:pt x="35" y="19"/>
                  <a:pt x="35" y="19"/>
                  <a:pt x="35" y="19"/>
                </a:cubicBezTo>
                <a:cubicBezTo>
                  <a:pt x="32" y="21"/>
                  <a:pt x="32" y="21"/>
                  <a:pt x="32" y="21"/>
                </a:cubicBezTo>
                <a:cubicBezTo>
                  <a:pt x="34" y="25"/>
                  <a:pt x="34" y="25"/>
                  <a:pt x="34" y="25"/>
                </a:cubicBezTo>
                <a:cubicBezTo>
                  <a:pt x="38" y="23"/>
                  <a:pt x="38" y="23"/>
                  <a:pt x="38" y="23"/>
                </a:cubicBezTo>
                <a:cubicBezTo>
                  <a:pt x="35" y="19"/>
                  <a:pt x="35" y="19"/>
                  <a:pt x="35" y="1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83" name="Freeform 217">
            <a:extLst>
              <a:ext uri="{FF2B5EF4-FFF2-40B4-BE49-F238E27FC236}">
                <a16:creationId xmlns:a16="http://schemas.microsoft.com/office/drawing/2014/main" id="{AC568DCE-2332-C409-9630-DE140F6B8F3D}"/>
              </a:ext>
            </a:extLst>
          </p:cNvPr>
          <p:cNvSpPr>
            <a:spLocks noEditPoints="1"/>
          </p:cNvSpPr>
          <p:nvPr/>
        </p:nvSpPr>
        <p:spPr bwMode="auto">
          <a:xfrm>
            <a:off x="10271585" y="3450614"/>
            <a:ext cx="211667" cy="186267"/>
          </a:xfrm>
          <a:custGeom>
            <a:avLst/>
            <a:gdLst>
              <a:gd name="T0" fmla="*/ 127000 w 50"/>
              <a:gd name="T1" fmla="*/ 76200 h 44"/>
              <a:gd name="T2" fmla="*/ 130175 w 50"/>
              <a:gd name="T3" fmla="*/ 101600 h 44"/>
              <a:gd name="T4" fmla="*/ 127000 w 50"/>
              <a:gd name="T5" fmla="*/ 104775 h 44"/>
              <a:gd name="T6" fmla="*/ 85725 w 50"/>
              <a:gd name="T7" fmla="*/ 101600 h 44"/>
              <a:gd name="T8" fmla="*/ 85725 w 50"/>
              <a:gd name="T9" fmla="*/ 79375 h 44"/>
              <a:gd name="T10" fmla="*/ 92075 w 50"/>
              <a:gd name="T11" fmla="*/ 79375 h 44"/>
              <a:gd name="T12" fmla="*/ 120650 w 50"/>
              <a:gd name="T13" fmla="*/ 98425 h 44"/>
              <a:gd name="T14" fmla="*/ 136525 w 50"/>
              <a:gd name="T15" fmla="*/ 76200 h 44"/>
              <a:gd name="T16" fmla="*/ 142875 w 50"/>
              <a:gd name="T17" fmla="*/ 73025 h 44"/>
              <a:gd name="T18" fmla="*/ 146050 w 50"/>
              <a:gd name="T19" fmla="*/ 133350 h 44"/>
              <a:gd name="T20" fmla="*/ 142875 w 50"/>
              <a:gd name="T21" fmla="*/ 139700 h 44"/>
              <a:gd name="T22" fmla="*/ 12700 w 50"/>
              <a:gd name="T23" fmla="*/ 133350 h 44"/>
              <a:gd name="T24" fmla="*/ 12700 w 50"/>
              <a:gd name="T25" fmla="*/ 76200 h 44"/>
              <a:gd name="T26" fmla="*/ 19050 w 50"/>
              <a:gd name="T27" fmla="*/ 76200 h 44"/>
              <a:gd name="T28" fmla="*/ 136525 w 50"/>
              <a:gd name="T29" fmla="*/ 130175 h 44"/>
              <a:gd name="T30" fmla="*/ 19050 w 50"/>
              <a:gd name="T31" fmla="*/ 15875 h 44"/>
              <a:gd name="T32" fmla="*/ 15875 w 50"/>
              <a:gd name="T33" fmla="*/ 19050 h 44"/>
              <a:gd name="T34" fmla="*/ 12700 w 50"/>
              <a:gd name="T35" fmla="*/ 3175 h 44"/>
              <a:gd name="T36" fmla="*/ 15875 w 50"/>
              <a:gd name="T37" fmla="*/ 0 h 44"/>
              <a:gd name="T38" fmla="*/ 146050 w 50"/>
              <a:gd name="T39" fmla="*/ 3175 h 44"/>
              <a:gd name="T40" fmla="*/ 146050 w 50"/>
              <a:gd name="T41" fmla="*/ 15875 h 44"/>
              <a:gd name="T42" fmla="*/ 136525 w 50"/>
              <a:gd name="T43" fmla="*/ 15875 h 44"/>
              <a:gd name="T44" fmla="*/ 19050 w 50"/>
              <a:gd name="T45" fmla="*/ 6350 h 44"/>
              <a:gd name="T46" fmla="*/ 0 w 50"/>
              <a:gd name="T47" fmla="*/ 22225 h 44"/>
              <a:gd name="T48" fmla="*/ 6350 w 50"/>
              <a:gd name="T49" fmla="*/ 19050 h 44"/>
              <a:gd name="T50" fmla="*/ 12700 w 50"/>
              <a:gd name="T51" fmla="*/ 60325 h 44"/>
              <a:gd name="T52" fmla="*/ 0 w 50"/>
              <a:gd name="T53" fmla="*/ 60325 h 44"/>
              <a:gd name="T54" fmla="*/ 19050 w 50"/>
              <a:gd name="T55" fmla="*/ 22225 h 44"/>
              <a:gd name="T56" fmla="*/ 25400 w 50"/>
              <a:gd name="T57" fmla="*/ 19050 h 44"/>
              <a:gd name="T58" fmla="*/ 31750 w 50"/>
              <a:gd name="T59" fmla="*/ 60325 h 44"/>
              <a:gd name="T60" fmla="*/ 19050 w 50"/>
              <a:gd name="T61" fmla="*/ 60325 h 44"/>
              <a:gd name="T62" fmla="*/ 41275 w 50"/>
              <a:gd name="T63" fmla="*/ 22225 h 44"/>
              <a:gd name="T64" fmla="*/ 47625 w 50"/>
              <a:gd name="T65" fmla="*/ 19050 h 44"/>
              <a:gd name="T66" fmla="*/ 53975 w 50"/>
              <a:gd name="T67" fmla="*/ 60325 h 44"/>
              <a:gd name="T68" fmla="*/ 41275 w 50"/>
              <a:gd name="T69" fmla="*/ 60325 h 44"/>
              <a:gd name="T70" fmla="*/ 63500 w 50"/>
              <a:gd name="T71" fmla="*/ 22225 h 44"/>
              <a:gd name="T72" fmla="*/ 66675 w 50"/>
              <a:gd name="T73" fmla="*/ 19050 h 44"/>
              <a:gd name="T74" fmla="*/ 73025 w 50"/>
              <a:gd name="T75" fmla="*/ 60325 h 44"/>
              <a:gd name="T76" fmla="*/ 63500 w 50"/>
              <a:gd name="T77" fmla="*/ 60325 h 44"/>
              <a:gd name="T78" fmla="*/ 82550 w 50"/>
              <a:gd name="T79" fmla="*/ 22225 h 44"/>
              <a:gd name="T80" fmla="*/ 88900 w 50"/>
              <a:gd name="T81" fmla="*/ 19050 h 44"/>
              <a:gd name="T82" fmla="*/ 95250 w 50"/>
              <a:gd name="T83" fmla="*/ 60325 h 44"/>
              <a:gd name="T84" fmla="*/ 82550 w 50"/>
              <a:gd name="T85" fmla="*/ 60325 h 44"/>
              <a:gd name="T86" fmla="*/ 104775 w 50"/>
              <a:gd name="T87" fmla="*/ 22225 h 44"/>
              <a:gd name="T88" fmla="*/ 111125 w 50"/>
              <a:gd name="T89" fmla="*/ 19050 h 44"/>
              <a:gd name="T90" fmla="*/ 117475 w 50"/>
              <a:gd name="T91" fmla="*/ 60325 h 44"/>
              <a:gd name="T92" fmla="*/ 104775 w 50"/>
              <a:gd name="T93" fmla="*/ 60325 h 44"/>
              <a:gd name="T94" fmla="*/ 123825 w 50"/>
              <a:gd name="T95" fmla="*/ 22225 h 44"/>
              <a:gd name="T96" fmla="*/ 130175 w 50"/>
              <a:gd name="T97" fmla="*/ 19050 h 44"/>
              <a:gd name="T98" fmla="*/ 136525 w 50"/>
              <a:gd name="T99" fmla="*/ 60325 h 44"/>
              <a:gd name="T100" fmla="*/ 123825 w 50"/>
              <a:gd name="T101" fmla="*/ 60325 h 44"/>
              <a:gd name="T102" fmla="*/ 146050 w 50"/>
              <a:gd name="T103" fmla="*/ 22225 h 44"/>
              <a:gd name="T104" fmla="*/ 152400 w 50"/>
              <a:gd name="T105" fmla="*/ 19050 h 44"/>
              <a:gd name="T106" fmla="*/ 158750 w 50"/>
              <a:gd name="T107" fmla="*/ 60325 h 44"/>
              <a:gd name="T108" fmla="*/ 146050 w 50"/>
              <a:gd name="T109" fmla="*/ 60325 h 44"/>
              <a:gd name="T110" fmla="*/ 66675 w 50"/>
              <a:gd name="T111" fmla="*/ 79375 h 44"/>
              <a:gd name="T112" fmla="*/ 69850 w 50"/>
              <a:gd name="T113" fmla="*/ 76200 h 44"/>
              <a:gd name="T114" fmla="*/ 73025 w 50"/>
              <a:gd name="T115" fmla="*/ 120650 h 44"/>
              <a:gd name="T116" fmla="*/ 69850 w 50"/>
              <a:gd name="T117" fmla="*/ 123825 h 44"/>
              <a:gd name="T118" fmla="*/ 28575 w 50"/>
              <a:gd name="T119" fmla="*/ 120650 h 44"/>
              <a:gd name="T120" fmla="*/ 28575 w 50"/>
              <a:gd name="T121" fmla="*/ 79375 h 44"/>
              <a:gd name="T122" fmla="*/ 34925 w 50"/>
              <a:gd name="T123" fmla="*/ 79375 h 44"/>
              <a:gd name="T124" fmla="*/ 66675 w 50"/>
              <a:gd name="T125" fmla="*/ 117475 h 44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50" h="44">
                <a:moveTo>
                  <a:pt x="38" y="25"/>
                </a:moveTo>
                <a:cubicBezTo>
                  <a:pt x="38" y="24"/>
                  <a:pt x="39" y="24"/>
                  <a:pt x="40" y="24"/>
                </a:cubicBezTo>
                <a:cubicBezTo>
                  <a:pt x="40" y="24"/>
                  <a:pt x="41" y="24"/>
                  <a:pt x="41" y="25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28" y="33"/>
                  <a:pt x="28" y="33"/>
                  <a:pt x="28" y="33"/>
                </a:cubicBezTo>
                <a:cubicBezTo>
                  <a:pt x="27" y="33"/>
                  <a:pt x="27" y="33"/>
                  <a:pt x="27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4"/>
                  <a:pt x="27" y="24"/>
                  <a:pt x="28" y="24"/>
                </a:cubicBezTo>
                <a:cubicBezTo>
                  <a:pt x="29" y="24"/>
                  <a:pt x="29" y="24"/>
                  <a:pt x="29" y="25"/>
                </a:cubicBezTo>
                <a:cubicBezTo>
                  <a:pt x="29" y="31"/>
                  <a:pt x="29" y="31"/>
                  <a:pt x="29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25"/>
                  <a:pt x="38" y="25"/>
                  <a:pt x="38" y="25"/>
                </a:cubicBezTo>
                <a:close/>
                <a:moveTo>
                  <a:pt x="43" y="24"/>
                </a:moveTo>
                <a:cubicBezTo>
                  <a:pt x="43" y="24"/>
                  <a:pt x="43" y="24"/>
                  <a:pt x="43" y="24"/>
                </a:cubicBezTo>
                <a:cubicBezTo>
                  <a:pt x="43" y="24"/>
                  <a:pt x="44" y="23"/>
                  <a:pt x="45" y="23"/>
                </a:cubicBezTo>
                <a:cubicBezTo>
                  <a:pt x="45" y="23"/>
                  <a:pt x="46" y="24"/>
                  <a:pt x="46" y="24"/>
                </a:cubicBezTo>
                <a:cubicBezTo>
                  <a:pt x="46" y="42"/>
                  <a:pt x="46" y="42"/>
                  <a:pt x="46" y="42"/>
                </a:cubicBezTo>
                <a:cubicBezTo>
                  <a:pt x="46" y="43"/>
                  <a:pt x="45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4" y="44"/>
                  <a:pt x="4" y="43"/>
                  <a:pt x="4" y="42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3"/>
                  <a:pt x="5" y="23"/>
                </a:cubicBezTo>
                <a:cubicBezTo>
                  <a:pt x="6" y="23"/>
                  <a:pt x="6" y="24"/>
                  <a:pt x="6" y="24"/>
                </a:cubicBezTo>
                <a:cubicBezTo>
                  <a:pt x="6" y="41"/>
                  <a:pt x="6" y="41"/>
                  <a:pt x="6" y="41"/>
                </a:cubicBezTo>
                <a:cubicBezTo>
                  <a:pt x="43" y="41"/>
                  <a:pt x="43" y="41"/>
                  <a:pt x="43" y="41"/>
                </a:cubicBezTo>
                <a:cubicBezTo>
                  <a:pt x="43" y="24"/>
                  <a:pt x="43" y="24"/>
                  <a:pt x="43" y="24"/>
                </a:cubicBezTo>
                <a:close/>
                <a:moveTo>
                  <a:pt x="6" y="5"/>
                </a:move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6"/>
                  <a:pt x="5" y="6"/>
                </a:cubicBezTo>
                <a:cubicBezTo>
                  <a:pt x="4" y="6"/>
                  <a:pt x="4" y="5"/>
                  <a:pt x="4" y="5"/>
                </a:cubicBezTo>
                <a:cubicBezTo>
                  <a:pt x="4" y="1"/>
                  <a:pt x="4" y="1"/>
                  <a:pt x="4" y="1"/>
                </a:cubicBezTo>
                <a:cubicBezTo>
                  <a:pt x="4" y="0"/>
                  <a:pt x="4" y="0"/>
                  <a:pt x="5" y="0"/>
                </a:cubicBezTo>
                <a:cubicBezTo>
                  <a:pt x="5" y="0"/>
                  <a:pt x="5" y="0"/>
                  <a:pt x="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5" y="0"/>
                  <a:pt x="46" y="0"/>
                  <a:pt x="46" y="1"/>
                </a:cubicBezTo>
                <a:cubicBezTo>
                  <a:pt x="46" y="1"/>
                  <a:pt x="46" y="1"/>
                  <a:pt x="46" y="1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5"/>
                  <a:pt x="45" y="6"/>
                  <a:pt x="45" y="6"/>
                </a:cubicBezTo>
                <a:cubicBezTo>
                  <a:pt x="44" y="6"/>
                  <a:pt x="43" y="5"/>
                  <a:pt x="43" y="5"/>
                </a:cubicBezTo>
                <a:cubicBezTo>
                  <a:pt x="43" y="2"/>
                  <a:pt x="43" y="2"/>
                  <a:pt x="43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5"/>
                  <a:pt x="6" y="5"/>
                  <a:pt x="6" y="5"/>
                </a:cubicBezTo>
                <a:close/>
                <a:moveTo>
                  <a:pt x="0" y="7"/>
                </a:moveTo>
                <a:cubicBezTo>
                  <a:pt x="0" y="7"/>
                  <a:pt x="0" y="7"/>
                  <a:pt x="0" y="7"/>
                </a:cubicBezTo>
                <a:cubicBezTo>
                  <a:pt x="0" y="6"/>
                  <a:pt x="1" y="6"/>
                  <a:pt x="2" y="6"/>
                </a:cubicBezTo>
                <a:cubicBezTo>
                  <a:pt x="3" y="6"/>
                  <a:pt x="4" y="6"/>
                  <a:pt x="4" y="7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20"/>
                  <a:pt x="3" y="21"/>
                  <a:pt x="2" y="21"/>
                </a:cubicBezTo>
                <a:cubicBezTo>
                  <a:pt x="1" y="21"/>
                  <a:pt x="0" y="20"/>
                  <a:pt x="0" y="19"/>
                </a:cubicBezTo>
                <a:cubicBezTo>
                  <a:pt x="0" y="7"/>
                  <a:pt x="0" y="7"/>
                  <a:pt x="0" y="7"/>
                </a:cubicBezTo>
                <a:close/>
                <a:moveTo>
                  <a:pt x="6" y="7"/>
                </a:moveTo>
                <a:cubicBezTo>
                  <a:pt x="6" y="7"/>
                  <a:pt x="6" y="7"/>
                  <a:pt x="6" y="7"/>
                </a:cubicBezTo>
                <a:cubicBezTo>
                  <a:pt x="6" y="6"/>
                  <a:pt x="7" y="6"/>
                  <a:pt x="8" y="6"/>
                </a:cubicBezTo>
                <a:cubicBezTo>
                  <a:pt x="9" y="6"/>
                  <a:pt x="10" y="6"/>
                  <a:pt x="10" y="7"/>
                </a:cubicBezTo>
                <a:cubicBezTo>
                  <a:pt x="10" y="19"/>
                  <a:pt x="10" y="19"/>
                  <a:pt x="10" y="19"/>
                </a:cubicBezTo>
                <a:cubicBezTo>
                  <a:pt x="10" y="20"/>
                  <a:pt x="9" y="21"/>
                  <a:pt x="8" y="21"/>
                </a:cubicBezTo>
                <a:cubicBezTo>
                  <a:pt x="7" y="21"/>
                  <a:pt x="6" y="20"/>
                  <a:pt x="6" y="19"/>
                </a:cubicBezTo>
                <a:cubicBezTo>
                  <a:pt x="6" y="7"/>
                  <a:pt x="6" y="7"/>
                  <a:pt x="6" y="7"/>
                </a:cubicBezTo>
                <a:close/>
                <a:moveTo>
                  <a:pt x="13" y="7"/>
                </a:moveTo>
                <a:cubicBezTo>
                  <a:pt x="13" y="7"/>
                  <a:pt x="13" y="7"/>
                  <a:pt x="13" y="7"/>
                </a:cubicBezTo>
                <a:cubicBezTo>
                  <a:pt x="13" y="6"/>
                  <a:pt x="14" y="6"/>
                  <a:pt x="15" y="6"/>
                </a:cubicBezTo>
                <a:cubicBezTo>
                  <a:pt x="16" y="6"/>
                  <a:pt x="17" y="6"/>
                  <a:pt x="17" y="7"/>
                </a:cubicBezTo>
                <a:cubicBezTo>
                  <a:pt x="17" y="19"/>
                  <a:pt x="17" y="19"/>
                  <a:pt x="17" y="19"/>
                </a:cubicBezTo>
                <a:cubicBezTo>
                  <a:pt x="17" y="20"/>
                  <a:pt x="16" y="21"/>
                  <a:pt x="15" y="21"/>
                </a:cubicBezTo>
                <a:cubicBezTo>
                  <a:pt x="14" y="21"/>
                  <a:pt x="13" y="20"/>
                  <a:pt x="13" y="19"/>
                </a:cubicBezTo>
                <a:cubicBezTo>
                  <a:pt x="13" y="7"/>
                  <a:pt x="13" y="7"/>
                  <a:pt x="13" y="7"/>
                </a:cubicBezTo>
                <a:close/>
                <a:moveTo>
                  <a:pt x="20" y="7"/>
                </a:moveTo>
                <a:cubicBezTo>
                  <a:pt x="20" y="7"/>
                  <a:pt x="20" y="7"/>
                  <a:pt x="20" y="7"/>
                </a:cubicBezTo>
                <a:cubicBezTo>
                  <a:pt x="20" y="6"/>
                  <a:pt x="20" y="6"/>
                  <a:pt x="21" y="6"/>
                </a:cubicBezTo>
                <a:cubicBezTo>
                  <a:pt x="23" y="6"/>
                  <a:pt x="23" y="6"/>
                  <a:pt x="23" y="7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20"/>
                  <a:pt x="23" y="21"/>
                  <a:pt x="21" y="21"/>
                </a:cubicBezTo>
                <a:cubicBezTo>
                  <a:pt x="20" y="21"/>
                  <a:pt x="20" y="20"/>
                  <a:pt x="20" y="19"/>
                </a:cubicBezTo>
                <a:cubicBezTo>
                  <a:pt x="20" y="7"/>
                  <a:pt x="20" y="7"/>
                  <a:pt x="20" y="7"/>
                </a:cubicBezTo>
                <a:close/>
                <a:moveTo>
                  <a:pt x="26" y="7"/>
                </a:moveTo>
                <a:cubicBezTo>
                  <a:pt x="26" y="7"/>
                  <a:pt x="26" y="7"/>
                  <a:pt x="26" y="7"/>
                </a:cubicBezTo>
                <a:cubicBezTo>
                  <a:pt x="26" y="6"/>
                  <a:pt x="27" y="6"/>
                  <a:pt x="28" y="6"/>
                </a:cubicBezTo>
                <a:cubicBezTo>
                  <a:pt x="29" y="6"/>
                  <a:pt x="30" y="6"/>
                  <a:pt x="30" y="7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20"/>
                  <a:pt x="29" y="21"/>
                  <a:pt x="28" y="21"/>
                </a:cubicBezTo>
                <a:cubicBezTo>
                  <a:pt x="27" y="21"/>
                  <a:pt x="26" y="20"/>
                  <a:pt x="26" y="19"/>
                </a:cubicBezTo>
                <a:cubicBezTo>
                  <a:pt x="26" y="7"/>
                  <a:pt x="26" y="7"/>
                  <a:pt x="26" y="7"/>
                </a:cubicBezTo>
                <a:close/>
                <a:moveTo>
                  <a:pt x="33" y="7"/>
                </a:moveTo>
                <a:cubicBezTo>
                  <a:pt x="33" y="7"/>
                  <a:pt x="33" y="7"/>
                  <a:pt x="33" y="7"/>
                </a:cubicBezTo>
                <a:cubicBezTo>
                  <a:pt x="33" y="6"/>
                  <a:pt x="34" y="6"/>
                  <a:pt x="35" y="6"/>
                </a:cubicBezTo>
                <a:cubicBezTo>
                  <a:pt x="36" y="6"/>
                  <a:pt x="37" y="6"/>
                  <a:pt x="37" y="7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20"/>
                  <a:pt x="36" y="21"/>
                  <a:pt x="35" y="21"/>
                </a:cubicBezTo>
                <a:cubicBezTo>
                  <a:pt x="34" y="21"/>
                  <a:pt x="33" y="20"/>
                  <a:pt x="33" y="19"/>
                </a:cubicBezTo>
                <a:cubicBezTo>
                  <a:pt x="33" y="7"/>
                  <a:pt x="33" y="7"/>
                  <a:pt x="33" y="7"/>
                </a:cubicBezTo>
                <a:close/>
                <a:moveTo>
                  <a:pt x="39" y="7"/>
                </a:moveTo>
                <a:cubicBezTo>
                  <a:pt x="39" y="7"/>
                  <a:pt x="39" y="7"/>
                  <a:pt x="39" y="7"/>
                </a:cubicBezTo>
                <a:cubicBezTo>
                  <a:pt x="39" y="6"/>
                  <a:pt x="40" y="6"/>
                  <a:pt x="41" y="6"/>
                </a:cubicBezTo>
                <a:cubicBezTo>
                  <a:pt x="42" y="6"/>
                  <a:pt x="43" y="6"/>
                  <a:pt x="43" y="7"/>
                </a:cubicBezTo>
                <a:cubicBezTo>
                  <a:pt x="43" y="19"/>
                  <a:pt x="43" y="19"/>
                  <a:pt x="43" y="19"/>
                </a:cubicBezTo>
                <a:cubicBezTo>
                  <a:pt x="43" y="20"/>
                  <a:pt x="42" y="21"/>
                  <a:pt x="41" y="21"/>
                </a:cubicBezTo>
                <a:cubicBezTo>
                  <a:pt x="40" y="21"/>
                  <a:pt x="39" y="20"/>
                  <a:pt x="39" y="19"/>
                </a:cubicBezTo>
                <a:cubicBezTo>
                  <a:pt x="39" y="7"/>
                  <a:pt x="39" y="7"/>
                  <a:pt x="39" y="7"/>
                </a:cubicBezTo>
                <a:close/>
                <a:moveTo>
                  <a:pt x="46" y="7"/>
                </a:moveTo>
                <a:cubicBezTo>
                  <a:pt x="46" y="7"/>
                  <a:pt x="46" y="7"/>
                  <a:pt x="46" y="7"/>
                </a:cubicBezTo>
                <a:cubicBezTo>
                  <a:pt x="46" y="6"/>
                  <a:pt x="47" y="6"/>
                  <a:pt x="48" y="6"/>
                </a:cubicBezTo>
                <a:cubicBezTo>
                  <a:pt x="49" y="6"/>
                  <a:pt x="50" y="6"/>
                  <a:pt x="50" y="7"/>
                </a:cubicBezTo>
                <a:cubicBezTo>
                  <a:pt x="50" y="19"/>
                  <a:pt x="50" y="19"/>
                  <a:pt x="50" y="19"/>
                </a:cubicBezTo>
                <a:cubicBezTo>
                  <a:pt x="50" y="20"/>
                  <a:pt x="49" y="21"/>
                  <a:pt x="48" y="21"/>
                </a:cubicBezTo>
                <a:cubicBezTo>
                  <a:pt x="47" y="21"/>
                  <a:pt x="46" y="20"/>
                  <a:pt x="46" y="19"/>
                </a:cubicBezTo>
                <a:cubicBezTo>
                  <a:pt x="46" y="7"/>
                  <a:pt x="46" y="7"/>
                  <a:pt x="46" y="7"/>
                </a:cubicBezTo>
                <a:close/>
                <a:moveTo>
                  <a:pt x="21" y="25"/>
                </a:moveTo>
                <a:cubicBezTo>
                  <a:pt x="21" y="25"/>
                  <a:pt x="21" y="25"/>
                  <a:pt x="21" y="25"/>
                </a:cubicBezTo>
                <a:cubicBezTo>
                  <a:pt x="21" y="24"/>
                  <a:pt x="21" y="24"/>
                  <a:pt x="22" y="24"/>
                </a:cubicBezTo>
                <a:cubicBezTo>
                  <a:pt x="22" y="24"/>
                  <a:pt x="23" y="24"/>
                  <a:pt x="23" y="25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10" y="39"/>
                  <a:pt x="10" y="39"/>
                  <a:pt x="10" y="39"/>
                </a:cubicBezTo>
                <a:cubicBezTo>
                  <a:pt x="10" y="39"/>
                  <a:pt x="9" y="39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4"/>
                  <a:pt x="10" y="24"/>
                  <a:pt x="10" y="24"/>
                </a:cubicBezTo>
                <a:cubicBezTo>
                  <a:pt x="11" y="24"/>
                  <a:pt x="11" y="24"/>
                  <a:pt x="11" y="25"/>
                </a:cubicBezTo>
                <a:cubicBezTo>
                  <a:pt x="11" y="37"/>
                  <a:pt x="11" y="37"/>
                  <a:pt x="11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21" y="25"/>
                  <a:pt x="21" y="25"/>
                  <a:pt x="21" y="2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84" name="Freeform 218">
            <a:extLst>
              <a:ext uri="{FF2B5EF4-FFF2-40B4-BE49-F238E27FC236}">
                <a16:creationId xmlns:a16="http://schemas.microsoft.com/office/drawing/2014/main" id="{995C025C-5174-9171-4F65-9E3BF3F14DBA}"/>
              </a:ext>
            </a:extLst>
          </p:cNvPr>
          <p:cNvSpPr>
            <a:spLocks noEditPoints="1"/>
          </p:cNvSpPr>
          <p:nvPr/>
        </p:nvSpPr>
        <p:spPr bwMode="auto">
          <a:xfrm>
            <a:off x="6192768" y="3895115"/>
            <a:ext cx="198967" cy="215900"/>
          </a:xfrm>
          <a:custGeom>
            <a:avLst/>
            <a:gdLst>
              <a:gd name="T0" fmla="*/ 79375 w 47"/>
              <a:gd name="T1" fmla="*/ 133350 h 51"/>
              <a:gd name="T2" fmla="*/ 69850 w 47"/>
              <a:gd name="T3" fmla="*/ 133350 h 51"/>
              <a:gd name="T4" fmla="*/ 31750 w 47"/>
              <a:gd name="T5" fmla="*/ 25400 h 51"/>
              <a:gd name="T6" fmla="*/ 38100 w 47"/>
              <a:gd name="T7" fmla="*/ 31750 h 51"/>
              <a:gd name="T8" fmla="*/ 25400 w 47"/>
              <a:gd name="T9" fmla="*/ 31750 h 51"/>
              <a:gd name="T10" fmla="*/ 117475 w 47"/>
              <a:gd name="T11" fmla="*/ 25400 h 51"/>
              <a:gd name="T12" fmla="*/ 123825 w 47"/>
              <a:gd name="T13" fmla="*/ 31750 h 51"/>
              <a:gd name="T14" fmla="*/ 111125 w 47"/>
              <a:gd name="T15" fmla="*/ 31750 h 51"/>
              <a:gd name="T16" fmla="*/ 73025 w 47"/>
              <a:gd name="T17" fmla="*/ 117475 h 51"/>
              <a:gd name="T18" fmla="*/ 98425 w 47"/>
              <a:gd name="T19" fmla="*/ 88900 h 51"/>
              <a:gd name="T20" fmla="*/ 104775 w 47"/>
              <a:gd name="T21" fmla="*/ 47625 h 51"/>
              <a:gd name="T22" fmla="*/ 101600 w 47"/>
              <a:gd name="T23" fmla="*/ 44450 h 51"/>
              <a:gd name="T24" fmla="*/ 44450 w 47"/>
              <a:gd name="T25" fmla="*/ 47625 h 51"/>
              <a:gd name="T26" fmla="*/ 50800 w 47"/>
              <a:gd name="T27" fmla="*/ 88900 h 51"/>
              <a:gd name="T28" fmla="*/ 104775 w 47"/>
              <a:gd name="T29" fmla="*/ 92075 h 51"/>
              <a:gd name="T30" fmla="*/ 76200 w 47"/>
              <a:gd name="T31" fmla="*/ 123825 h 51"/>
              <a:gd name="T32" fmla="*/ 73025 w 47"/>
              <a:gd name="T33" fmla="*/ 123825 h 51"/>
              <a:gd name="T34" fmla="*/ 31750 w 47"/>
              <a:gd name="T35" fmla="*/ 50800 h 51"/>
              <a:gd name="T36" fmla="*/ 38100 w 47"/>
              <a:gd name="T37" fmla="*/ 44450 h 51"/>
              <a:gd name="T38" fmla="*/ 41275 w 47"/>
              <a:gd name="T39" fmla="*/ 38100 h 51"/>
              <a:gd name="T40" fmla="*/ 104775 w 47"/>
              <a:gd name="T41" fmla="*/ 38100 h 51"/>
              <a:gd name="T42" fmla="*/ 111125 w 47"/>
              <a:gd name="T43" fmla="*/ 44450 h 51"/>
              <a:gd name="T44" fmla="*/ 114300 w 47"/>
              <a:gd name="T45" fmla="*/ 47625 h 51"/>
              <a:gd name="T46" fmla="*/ 104775 w 47"/>
              <a:gd name="T47" fmla="*/ 92075 h 51"/>
              <a:gd name="T48" fmla="*/ 73025 w 47"/>
              <a:gd name="T49" fmla="*/ 149225 h 51"/>
              <a:gd name="T50" fmla="*/ 136525 w 47"/>
              <a:gd name="T51" fmla="*/ 34925 h 51"/>
              <a:gd name="T52" fmla="*/ 28575 w 47"/>
              <a:gd name="T53" fmla="*/ 12700 h 51"/>
              <a:gd name="T54" fmla="*/ 12700 w 47"/>
              <a:gd name="T55" fmla="*/ 38100 h 51"/>
              <a:gd name="T56" fmla="*/ 76200 w 47"/>
              <a:gd name="T57" fmla="*/ 158750 h 51"/>
              <a:gd name="T58" fmla="*/ 73025 w 47"/>
              <a:gd name="T59" fmla="*/ 158750 h 51"/>
              <a:gd name="T60" fmla="*/ 0 w 47"/>
              <a:gd name="T61" fmla="*/ 34925 h 51"/>
              <a:gd name="T62" fmla="*/ 3175 w 47"/>
              <a:gd name="T63" fmla="*/ 22225 h 51"/>
              <a:gd name="T64" fmla="*/ 19050 w 47"/>
              <a:gd name="T65" fmla="*/ 6350 h 51"/>
              <a:gd name="T66" fmla="*/ 123825 w 47"/>
              <a:gd name="T67" fmla="*/ 0 h 51"/>
              <a:gd name="T68" fmla="*/ 130175 w 47"/>
              <a:gd name="T69" fmla="*/ 6350 h 51"/>
              <a:gd name="T70" fmla="*/ 149225 w 47"/>
              <a:gd name="T71" fmla="*/ 28575 h 51"/>
              <a:gd name="T72" fmla="*/ 149225 w 47"/>
              <a:gd name="T73" fmla="*/ 38100 h 51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7" h="51">
                <a:moveTo>
                  <a:pt x="23" y="40"/>
                </a:moveTo>
                <a:cubicBezTo>
                  <a:pt x="25" y="40"/>
                  <a:pt x="25" y="41"/>
                  <a:pt x="25" y="42"/>
                </a:cubicBezTo>
                <a:cubicBezTo>
                  <a:pt x="25" y="43"/>
                  <a:pt x="25" y="44"/>
                  <a:pt x="23" y="44"/>
                </a:cubicBezTo>
                <a:cubicBezTo>
                  <a:pt x="22" y="44"/>
                  <a:pt x="22" y="43"/>
                  <a:pt x="22" y="42"/>
                </a:cubicBezTo>
                <a:cubicBezTo>
                  <a:pt x="22" y="41"/>
                  <a:pt x="22" y="40"/>
                  <a:pt x="23" y="40"/>
                </a:cubicBezTo>
                <a:close/>
                <a:moveTo>
                  <a:pt x="10" y="8"/>
                </a:moveTo>
                <a:cubicBezTo>
                  <a:pt x="10" y="8"/>
                  <a:pt x="10" y="8"/>
                  <a:pt x="10" y="8"/>
                </a:cubicBezTo>
                <a:cubicBezTo>
                  <a:pt x="11" y="8"/>
                  <a:pt x="12" y="9"/>
                  <a:pt x="12" y="10"/>
                </a:cubicBezTo>
                <a:cubicBezTo>
                  <a:pt x="12" y="11"/>
                  <a:pt x="11" y="12"/>
                  <a:pt x="10" y="12"/>
                </a:cubicBezTo>
                <a:cubicBezTo>
                  <a:pt x="9" y="12"/>
                  <a:pt x="8" y="11"/>
                  <a:pt x="8" y="10"/>
                </a:cubicBezTo>
                <a:cubicBezTo>
                  <a:pt x="8" y="9"/>
                  <a:pt x="9" y="8"/>
                  <a:pt x="10" y="8"/>
                </a:cubicBezTo>
                <a:close/>
                <a:moveTo>
                  <a:pt x="37" y="8"/>
                </a:moveTo>
                <a:cubicBezTo>
                  <a:pt x="37" y="8"/>
                  <a:pt x="37" y="8"/>
                  <a:pt x="37" y="8"/>
                </a:cubicBezTo>
                <a:cubicBezTo>
                  <a:pt x="38" y="8"/>
                  <a:pt x="39" y="9"/>
                  <a:pt x="39" y="10"/>
                </a:cubicBezTo>
                <a:cubicBezTo>
                  <a:pt x="39" y="11"/>
                  <a:pt x="38" y="12"/>
                  <a:pt x="37" y="12"/>
                </a:cubicBezTo>
                <a:cubicBezTo>
                  <a:pt x="36" y="12"/>
                  <a:pt x="35" y="11"/>
                  <a:pt x="35" y="10"/>
                </a:cubicBezTo>
                <a:cubicBezTo>
                  <a:pt x="35" y="9"/>
                  <a:pt x="36" y="8"/>
                  <a:pt x="37" y="8"/>
                </a:cubicBezTo>
                <a:close/>
                <a:moveTo>
                  <a:pt x="23" y="37"/>
                </a:moveTo>
                <a:cubicBezTo>
                  <a:pt x="23" y="37"/>
                  <a:pt x="23" y="37"/>
                  <a:pt x="23" y="37"/>
                </a:cubicBezTo>
                <a:cubicBezTo>
                  <a:pt x="26" y="35"/>
                  <a:pt x="29" y="31"/>
                  <a:pt x="31" y="28"/>
                </a:cubicBezTo>
                <a:cubicBezTo>
                  <a:pt x="33" y="24"/>
                  <a:pt x="34" y="20"/>
                  <a:pt x="34" y="16"/>
                </a:cubicBezTo>
                <a:cubicBezTo>
                  <a:pt x="34" y="16"/>
                  <a:pt x="34" y="15"/>
                  <a:pt x="33" y="15"/>
                </a:cubicBezTo>
                <a:cubicBezTo>
                  <a:pt x="33" y="15"/>
                  <a:pt x="33" y="15"/>
                  <a:pt x="33" y="15"/>
                </a:cubicBezTo>
                <a:cubicBezTo>
                  <a:pt x="33" y="15"/>
                  <a:pt x="33" y="14"/>
                  <a:pt x="32" y="14"/>
                </a:cubicBezTo>
                <a:cubicBezTo>
                  <a:pt x="15" y="14"/>
                  <a:pt x="15" y="14"/>
                  <a:pt x="15" y="14"/>
                </a:cubicBezTo>
                <a:cubicBezTo>
                  <a:pt x="14" y="14"/>
                  <a:pt x="14" y="15"/>
                  <a:pt x="14" y="15"/>
                </a:cubicBezTo>
                <a:cubicBezTo>
                  <a:pt x="13" y="15"/>
                  <a:pt x="13" y="16"/>
                  <a:pt x="13" y="16"/>
                </a:cubicBezTo>
                <a:cubicBezTo>
                  <a:pt x="13" y="20"/>
                  <a:pt x="14" y="24"/>
                  <a:pt x="16" y="28"/>
                </a:cubicBezTo>
                <a:cubicBezTo>
                  <a:pt x="18" y="31"/>
                  <a:pt x="21" y="35"/>
                  <a:pt x="23" y="37"/>
                </a:cubicBezTo>
                <a:close/>
                <a:moveTo>
                  <a:pt x="33" y="29"/>
                </a:moveTo>
                <a:cubicBezTo>
                  <a:pt x="33" y="29"/>
                  <a:pt x="33" y="29"/>
                  <a:pt x="33" y="29"/>
                </a:cubicBezTo>
                <a:cubicBezTo>
                  <a:pt x="31" y="33"/>
                  <a:pt x="28" y="37"/>
                  <a:pt x="24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40"/>
                  <a:pt x="23" y="40"/>
                  <a:pt x="23" y="39"/>
                </a:cubicBezTo>
                <a:cubicBezTo>
                  <a:pt x="19" y="37"/>
                  <a:pt x="16" y="33"/>
                  <a:pt x="14" y="29"/>
                </a:cubicBezTo>
                <a:cubicBezTo>
                  <a:pt x="12" y="25"/>
                  <a:pt x="11" y="20"/>
                  <a:pt x="10" y="16"/>
                </a:cubicBezTo>
                <a:cubicBezTo>
                  <a:pt x="10" y="15"/>
                  <a:pt x="10" y="15"/>
                  <a:pt x="11" y="15"/>
                </a:cubicBezTo>
                <a:cubicBezTo>
                  <a:pt x="11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3"/>
                  <a:pt x="13" y="13"/>
                  <a:pt x="13" y="12"/>
                </a:cubicBezTo>
                <a:cubicBezTo>
                  <a:pt x="13" y="12"/>
                  <a:pt x="14" y="12"/>
                  <a:pt x="14" y="12"/>
                </a:cubicBezTo>
                <a:cubicBezTo>
                  <a:pt x="33" y="12"/>
                  <a:pt x="33" y="12"/>
                  <a:pt x="33" y="12"/>
                </a:cubicBezTo>
                <a:cubicBezTo>
                  <a:pt x="33" y="12"/>
                  <a:pt x="34" y="12"/>
                  <a:pt x="34" y="12"/>
                </a:cubicBezTo>
                <a:cubicBezTo>
                  <a:pt x="34" y="13"/>
                  <a:pt x="35" y="13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6" y="14"/>
                  <a:pt x="36" y="15"/>
                </a:cubicBezTo>
                <a:cubicBezTo>
                  <a:pt x="37" y="15"/>
                  <a:pt x="37" y="15"/>
                  <a:pt x="37" y="16"/>
                </a:cubicBezTo>
                <a:cubicBezTo>
                  <a:pt x="36" y="20"/>
                  <a:pt x="35" y="25"/>
                  <a:pt x="33" y="29"/>
                </a:cubicBezTo>
                <a:close/>
                <a:moveTo>
                  <a:pt x="23" y="47"/>
                </a:moveTo>
                <a:cubicBezTo>
                  <a:pt x="23" y="47"/>
                  <a:pt x="23" y="47"/>
                  <a:pt x="23" y="47"/>
                </a:cubicBezTo>
                <a:cubicBezTo>
                  <a:pt x="36" y="40"/>
                  <a:pt x="43" y="26"/>
                  <a:pt x="43" y="12"/>
                </a:cubicBezTo>
                <a:cubicBezTo>
                  <a:pt x="43" y="11"/>
                  <a:pt x="43" y="11"/>
                  <a:pt x="43" y="11"/>
                </a:cubicBezTo>
                <a:cubicBezTo>
                  <a:pt x="40" y="10"/>
                  <a:pt x="38" y="7"/>
                  <a:pt x="38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7"/>
                  <a:pt x="6" y="10"/>
                  <a:pt x="4" y="11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26"/>
                  <a:pt x="11" y="40"/>
                  <a:pt x="23" y="47"/>
                </a:cubicBezTo>
                <a:close/>
                <a:moveTo>
                  <a:pt x="24" y="50"/>
                </a:moveTo>
                <a:cubicBezTo>
                  <a:pt x="24" y="50"/>
                  <a:pt x="24" y="50"/>
                  <a:pt x="24" y="50"/>
                </a:cubicBezTo>
                <a:cubicBezTo>
                  <a:pt x="24" y="51"/>
                  <a:pt x="23" y="51"/>
                  <a:pt x="23" y="50"/>
                </a:cubicBezTo>
                <a:cubicBezTo>
                  <a:pt x="8" y="44"/>
                  <a:pt x="0" y="28"/>
                  <a:pt x="0" y="12"/>
                </a:cubicBezTo>
                <a:cubicBezTo>
                  <a:pt x="0" y="12"/>
                  <a:pt x="0" y="11"/>
                  <a:pt x="0" y="11"/>
                </a:cubicBezTo>
                <a:cubicBezTo>
                  <a:pt x="0" y="10"/>
                  <a:pt x="0" y="10"/>
                  <a:pt x="0" y="9"/>
                </a:cubicBezTo>
                <a:cubicBezTo>
                  <a:pt x="0" y="8"/>
                  <a:pt x="1" y="7"/>
                  <a:pt x="1" y="7"/>
                </a:cubicBezTo>
                <a:cubicBezTo>
                  <a:pt x="4" y="7"/>
                  <a:pt x="6" y="5"/>
                  <a:pt x="6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1"/>
                  <a:pt x="7" y="0"/>
                  <a:pt x="8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5"/>
                  <a:pt x="43" y="7"/>
                  <a:pt x="46" y="7"/>
                </a:cubicBezTo>
                <a:cubicBezTo>
                  <a:pt x="46" y="7"/>
                  <a:pt x="47" y="8"/>
                  <a:pt x="47" y="9"/>
                </a:cubicBezTo>
                <a:cubicBezTo>
                  <a:pt x="47" y="10"/>
                  <a:pt x="47" y="10"/>
                  <a:pt x="47" y="11"/>
                </a:cubicBezTo>
                <a:cubicBezTo>
                  <a:pt x="47" y="11"/>
                  <a:pt x="47" y="12"/>
                  <a:pt x="47" y="12"/>
                </a:cubicBezTo>
                <a:cubicBezTo>
                  <a:pt x="47" y="28"/>
                  <a:pt x="39" y="43"/>
                  <a:pt x="24" y="5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85" name="Freeform 219">
            <a:extLst>
              <a:ext uri="{FF2B5EF4-FFF2-40B4-BE49-F238E27FC236}">
                <a16:creationId xmlns:a16="http://schemas.microsoft.com/office/drawing/2014/main" id="{D62B1F68-77BF-B091-A959-1160CB6DEEC8}"/>
              </a:ext>
            </a:extLst>
          </p:cNvPr>
          <p:cNvSpPr>
            <a:spLocks noEditPoints="1"/>
          </p:cNvSpPr>
          <p:nvPr/>
        </p:nvSpPr>
        <p:spPr bwMode="auto">
          <a:xfrm>
            <a:off x="11016651" y="3899348"/>
            <a:ext cx="218016" cy="220133"/>
          </a:xfrm>
          <a:custGeom>
            <a:avLst/>
            <a:gdLst>
              <a:gd name="T0" fmla="*/ 137863 w 51"/>
              <a:gd name="T1" fmla="*/ 22225 h 52"/>
              <a:gd name="T2" fmla="*/ 160306 w 51"/>
              <a:gd name="T3" fmla="*/ 88900 h 52"/>
              <a:gd name="T4" fmla="*/ 80153 w 51"/>
              <a:gd name="T5" fmla="*/ 155575 h 52"/>
              <a:gd name="T6" fmla="*/ 54504 w 51"/>
              <a:gd name="T7" fmla="*/ 146050 h 52"/>
              <a:gd name="T8" fmla="*/ 32061 w 51"/>
              <a:gd name="T9" fmla="*/ 152400 h 52"/>
              <a:gd name="T10" fmla="*/ 25649 w 51"/>
              <a:gd name="T11" fmla="*/ 152400 h 52"/>
              <a:gd name="T12" fmla="*/ 28855 w 51"/>
              <a:gd name="T13" fmla="*/ 95250 h 52"/>
              <a:gd name="T14" fmla="*/ 80153 w 51"/>
              <a:gd name="T15" fmla="*/ 95250 h 52"/>
              <a:gd name="T16" fmla="*/ 83359 w 51"/>
              <a:gd name="T17" fmla="*/ 101600 h 52"/>
              <a:gd name="T18" fmla="*/ 67328 w 51"/>
              <a:gd name="T19" fmla="*/ 117475 h 52"/>
              <a:gd name="T20" fmla="*/ 150688 w 51"/>
              <a:gd name="T21" fmla="*/ 82550 h 52"/>
              <a:gd name="T22" fmla="*/ 121832 w 51"/>
              <a:gd name="T23" fmla="*/ 107950 h 52"/>
              <a:gd name="T24" fmla="*/ 118626 w 51"/>
              <a:gd name="T25" fmla="*/ 82550 h 52"/>
              <a:gd name="T26" fmla="*/ 86565 w 51"/>
              <a:gd name="T27" fmla="*/ 85725 h 52"/>
              <a:gd name="T28" fmla="*/ 76947 w 51"/>
              <a:gd name="T29" fmla="*/ 85725 h 52"/>
              <a:gd name="T30" fmla="*/ 44886 w 51"/>
              <a:gd name="T31" fmla="*/ 82550 h 52"/>
              <a:gd name="T32" fmla="*/ 41680 w 51"/>
              <a:gd name="T33" fmla="*/ 88900 h 52"/>
              <a:gd name="T34" fmla="*/ 38473 w 51"/>
              <a:gd name="T35" fmla="*/ 82550 h 52"/>
              <a:gd name="T36" fmla="*/ 16031 w 51"/>
              <a:gd name="T37" fmla="*/ 95250 h 52"/>
              <a:gd name="T38" fmla="*/ 0 w 51"/>
              <a:gd name="T39" fmla="*/ 79375 h 52"/>
              <a:gd name="T40" fmla="*/ 80153 w 51"/>
              <a:gd name="T41" fmla="*/ 0 h 52"/>
              <a:gd name="T42" fmla="*/ 70535 w 51"/>
              <a:gd name="T43" fmla="*/ 104775 h 52"/>
              <a:gd name="T44" fmla="*/ 32061 w 51"/>
              <a:gd name="T45" fmla="*/ 142875 h 52"/>
              <a:gd name="T46" fmla="*/ 48092 w 51"/>
              <a:gd name="T47" fmla="*/ 130175 h 52"/>
              <a:gd name="T48" fmla="*/ 67328 w 51"/>
              <a:gd name="T49" fmla="*/ 146050 h 52"/>
              <a:gd name="T50" fmla="*/ 147481 w 51"/>
              <a:gd name="T51" fmla="*/ 114300 h 52"/>
              <a:gd name="T52" fmla="*/ 60916 w 51"/>
              <a:gd name="T53" fmla="*/ 120650 h 52"/>
              <a:gd name="T54" fmla="*/ 70535 w 51"/>
              <a:gd name="T55" fmla="*/ 104775 h 52"/>
              <a:gd name="T56" fmla="*/ 131451 w 51"/>
              <a:gd name="T57" fmla="*/ 31750 h 52"/>
              <a:gd name="T58" fmla="*/ 118626 w 51"/>
              <a:gd name="T59" fmla="*/ 34925 h 52"/>
              <a:gd name="T60" fmla="*/ 150688 w 51"/>
              <a:gd name="T61" fmla="*/ 76200 h 52"/>
              <a:gd name="T62" fmla="*/ 121832 w 51"/>
              <a:gd name="T63" fmla="*/ 25400 h 52"/>
              <a:gd name="T64" fmla="*/ 109008 w 51"/>
              <a:gd name="T65" fmla="*/ 15875 h 52"/>
              <a:gd name="T66" fmla="*/ 115420 w 51"/>
              <a:gd name="T67" fmla="*/ 28575 h 52"/>
              <a:gd name="T68" fmla="*/ 92977 w 51"/>
              <a:gd name="T69" fmla="*/ 12700 h 52"/>
              <a:gd name="T70" fmla="*/ 86565 w 51"/>
              <a:gd name="T71" fmla="*/ 12700 h 52"/>
              <a:gd name="T72" fmla="*/ 105802 w 51"/>
              <a:gd name="T73" fmla="*/ 31750 h 52"/>
              <a:gd name="T74" fmla="*/ 105802 w 51"/>
              <a:gd name="T75" fmla="*/ 28575 h 52"/>
              <a:gd name="T76" fmla="*/ 76947 w 51"/>
              <a:gd name="T77" fmla="*/ 12700 h 52"/>
              <a:gd name="T78" fmla="*/ 70535 w 51"/>
              <a:gd name="T79" fmla="*/ 12700 h 52"/>
              <a:gd name="T80" fmla="*/ 54504 w 51"/>
              <a:gd name="T81" fmla="*/ 31750 h 52"/>
              <a:gd name="T82" fmla="*/ 76947 w 51"/>
              <a:gd name="T83" fmla="*/ 38100 h 52"/>
              <a:gd name="T84" fmla="*/ 54504 w 51"/>
              <a:gd name="T85" fmla="*/ 15875 h 52"/>
              <a:gd name="T86" fmla="*/ 41680 w 51"/>
              <a:gd name="T87" fmla="*/ 25400 h 52"/>
              <a:gd name="T88" fmla="*/ 48092 w 51"/>
              <a:gd name="T89" fmla="*/ 25400 h 52"/>
              <a:gd name="T90" fmla="*/ 35267 w 51"/>
              <a:gd name="T91" fmla="*/ 28575 h 52"/>
              <a:gd name="T92" fmla="*/ 32061 w 51"/>
              <a:gd name="T93" fmla="*/ 31750 h 52"/>
              <a:gd name="T94" fmla="*/ 38473 w 51"/>
              <a:gd name="T95" fmla="*/ 76200 h 52"/>
              <a:gd name="T96" fmla="*/ 35267 w 51"/>
              <a:gd name="T97" fmla="*/ 28575 h 52"/>
              <a:gd name="T98" fmla="*/ 112214 w 51"/>
              <a:gd name="T99" fmla="*/ 38100 h 52"/>
              <a:gd name="T100" fmla="*/ 86565 w 51"/>
              <a:gd name="T101" fmla="*/ 44450 h 52"/>
              <a:gd name="T102" fmla="*/ 118626 w 51"/>
              <a:gd name="T103" fmla="*/ 76200 h 52"/>
              <a:gd name="T104" fmla="*/ 76947 w 51"/>
              <a:gd name="T105" fmla="*/ 44450 h 52"/>
              <a:gd name="T106" fmla="*/ 54504 w 51"/>
              <a:gd name="T107" fmla="*/ 41275 h 52"/>
              <a:gd name="T108" fmla="*/ 44886 w 51"/>
              <a:gd name="T109" fmla="*/ 76200 h 52"/>
              <a:gd name="T110" fmla="*/ 76947 w 51"/>
              <a:gd name="T111" fmla="*/ 44450 h 5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1" h="52">
                <a:moveTo>
                  <a:pt x="25" y="0"/>
                </a:moveTo>
                <a:cubicBezTo>
                  <a:pt x="32" y="0"/>
                  <a:pt x="39" y="2"/>
                  <a:pt x="43" y="7"/>
                </a:cubicBezTo>
                <a:cubicBezTo>
                  <a:pt x="48" y="12"/>
                  <a:pt x="51" y="18"/>
                  <a:pt x="51" y="25"/>
                </a:cubicBezTo>
                <a:cubicBezTo>
                  <a:pt x="51" y="26"/>
                  <a:pt x="51" y="27"/>
                  <a:pt x="50" y="28"/>
                </a:cubicBezTo>
                <a:cubicBezTo>
                  <a:pt x="50" y="41"/>
                  <a:pt x="38" y="52"/>
                  <a:pt x="25" y="49"/>
                </a:cubicBezTo>
                <a:cubicBezTo>
                  <a:pt x="25" y="49"/>
                  <a:pt x="25" y="49"/>
                  <a:pt x="25" y="49"/>
                </a:cubicBezTo>
                <a:cubicBezTo>
                  <a:pt x="23" y="49"/>
                  <a:pt x="22" y="48"/>
                  <a:pt x="20" y="48"/>
                </a:cubicBezTo>
                <a:cubicBezTo>
                  <a:pt x="19" y="47"/>
                  <a:pt x="18" y="47"/>
                  <a:pt x="17" y="46"/>
                </a:cubicBezTo>
                <a:cubicBezTo>
                  <a:pt x="16" y="45"/>
                  <a:pt x="15" y="45"/>
                  <a:pt x="14" y="44"/>
                </a:cubicBezTo>
                <a:cubicBezTo>
                  <a:pt x="10" y="48"/>
                  <a:pt x="10" y="48"/>
                  <a:pt x="10" y="48"/>
                </a:cubicBezTo>
                <a:cubicBezTo>
                  <a:pt x="9" y="49"/>
                  <a:pt x="9" y="49"/>
                  <a:pt x="8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31"/>
                  <a:pt x="8" y="30"/>
                  <a:pt x="9" y="30"/>
                </a:cubicBezTo>
                <a:cubicBezTo>
                  <a:pt x="9" y="30"/>
                  <a:pt x="9" y="30"/>
                  <a:pt x="9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26" y="30"/>
                  <a:pt x="26" y="31"/>
                  <a:pt x="26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1" y="37"/>
                  <a:pt x="21" y="37"/>
                  <a:pt x="21" y="37"/>
                </a:cubicBezTo>
                <a:cubicBezTo>
                  <a:pt x="25" y="39"/>
                  <a:pt x="30" y="41"/>
                  <a:pt x="34" y="40"/>
                </a:cubicBezTo>
                <a:cubicBezTo>
                  <a:pt x="42" y="39"/>
                  <a:pt x="46" y="34"/>
                  <a:pt x="47" y="26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29"/>
                  <a:pt x="39" y="32"/>
                  <a:pt x="38" y="34"/>
                </a:cubicBezTo>
                <a:cubicBezTo>
                  <a:pt x="38" y="36"/>
                  <a:pt x="36" y="36"/>
                  <a:pt x="36" y="34"/>
                </a:cubicBezTo>
                <a:cubicBezTo>
                  <a:pt x="37" y="32"/>
                  <a:pt x="37" y="29"/>
                  <a:pt x="37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8"/>
                  <a:pt x="26" y="28"/>
                  <a:pt x="25" y="28"/>
                </a:cubicBezTo>
                <a:cubicBezTo>
                  <a:pt x="25" y="28"/>
                  <a:pt x="24" y="28"/>
                  <a:pt x="24" y="27"/>
                </a:cubicBezTo>
                <a:cubicBezTo>
                  <a:pt x="24" y="26"/>
                  <a:pt x="24" y="26"/>
                  <a:pt x="24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4" y="27"/>
                  <a:pt x="14" y="27"/>
                  <a:pt x="14" y="27"/>
                </a:cubicBezTo>
                <a:cubicBezTo>
                  <a:pt x="14" y="28"/>
                  <a:pt x="13" y="28"/>
                  <a:pt x="13" y="28"/>
                </a:cubicBezTo>
                <a:cubicBezTo>
                  <a:pt x="12" y="28"/>
                  <a:pt x="12" y="28"/>
                  <a:pt x="12" y="27"/>
                </a:cubicBezTo>
                <a:cubicBezTo>
                  <a:pt x="12" y="26"/>
                  <a:pt x="12" y="26"/>
                  <a:pt x="12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27"/>
                  <a:pt x="5" y="29"/>
                  <a:pt x="5" y="30"/>
                </a:cubicBezTo>
                <a:cubicBezTo>
                  <a:pt x="6" y="34"/>
                  <a:pt x="2" y="35"/>
                  <a:pt x="1" y="32"/>
                </a:cubicBezTo>
                <a:cubicBezTo>
                  <a:pt x="1" y="30"/>
                  <a:pt x="0" y="27"/>
                  <a:pt x="0" y="25"/>
                </a:cubicBezTo>
                <a:cubicBezTo>
                  <a:pt x="0" y="18"/>
                  <a:pt x="3" y="12"/>
                  <a:pt x="8" y="7"/>
                </a:cubicBezTo>
                <a:cubicBezTo>
                  <a:pt x="12" y="2"/>
                  <a:pt x="19" y="0"/>
                  <a:pt x="25" y="0"/>
                </a:cubicBezTo>
                <a:close/>
                <a:moveTo>
                  <a:pt x="22" y="33"/>
                </a:moveTo>
                <a:cubicBezTo>
                  <a:pt x="22" y="33"/>
                  <a:pt x="22" y="33"/>
                  <a:pt x="22" y="33"/>
                </a:cubicBezTo>
                <a:cubicBezTo>
                  <a:pt x="10" y="33"/>
                  <a:pt x="10" y="33"/>
                  <a:pt x="10" y="33"/>
                </a:cubicBezTo>
                <a:cubicBezTo>
                  <a:pt x="10" y="45"/>
                  <a:pt x="10" y="45"/>
                  <a:pt x="10" y="45"/>
                </a:cubicBezTo>
                <a:cubicBezTo>
                  <a:pt x="13" y="41"/>
                  <a:pt x="13" y="41"/>
                  <a:pt x="13" y="41"/>
                </a:cubicBezTo>
                <a:cubicBezTo>
                  <a:pt x="14" y="41"/>
                  <a:pt x="15" y="41"/>
                  <a:pt x="15" y="41"/>
                </a:cubicBezTo>
                <a:cubicBezTo>
                  <a:pt x="16" y="42"/>
                  <a:pt x="17" y="43"/>
                  <a:pt x="18" y="44"/>
                </a:cubicBezTo>
                <a:cubicBezTo>
                  <a:pt x="19" y="45"/>
                  <a:pt x="20" y="45"/>
                  <a:pt x="21" y="46"/>
                </a:cubicBezTo>
                <a:cubicBezTo>
                  <a:pt x="22" y="46"/>
                  <a:pt x="24" y="47"/>
                  <a:pt x="25" y="47"/>
                </a:cubicBezTo>
                <a:cubicBezTo>
                  <a:pt x="34" y="48"/>
                  <a:pt x="42" y="44"/>
                  <a:pt x="46" y="36"/>
                </a:cubicBezTo>
                <a:cubicBezTo>
                  <a:pt x="43" y="39"/>
                  <a:pt x="39" y="42"/>
                  <a:pt x="35" y="42"/>
                </a:cubicBezTo>
                <a:cubicBezTo>
                  <a:pt x="29" y="43"/>
                  <a:pt x="23" y="41"/>
                  <a:pt x="19" y="38"/>
                </a:cubicBezTo>
                <a:cubicBezTo>
                  <a:pt x="18" y="37"/>
                  <a:pt x="18" y="36"/>
                  <a:pt x="19" y="36"/>
                </a:cubicBezTo>
                <a:cubicBezTo>
                  <a:pt x="22" y="33"/>
                  <a:pt x="22" y="33"/>
                  <a:pt x="22" y="33"/>
                </a:cubicBezTo>
                <a:close/>
                <a:moveTo>
                  <a:pt x="41" y="10"/>
                </a:moveTo>
                <a:cubicBezTo>
                  <a:pt x="41" y="10"/>
                  <a:pt x="41" y="10"/>
                  <a:pt x="41" y="10"/>
                </a:cubicBezTo>
                <a:cubicBezTo>
                  <a:pt x="40" y="10"/>
                  <a:pt x="40" y="9"/>
                  <a:pt x="40" y="9"/>
                </a:cubicBezTo>
                <a:cubicBezTo>
                  <a:pt x="39" y="10"/>
                  <a:pt x="38" y="11"/>
                  <a:pt x="37" y="11"/>
                </a:cubicBezTo>
                <a:cubicBezTo>
                  <a:pt x="38" y="15"/>
                  <a:pt x="39" y="19"/>
                  <a:pt x="39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6" y="18"/>
                  <a:pt x="44" y="13"/>
                  <a:pt x="41" y="10"/>
                </a:cubicBezTo>
                <a:close/>
                <a:moveTo>
                  <a:pt x="38" y="8"/>
                </a:moveTo>
                <a:cubicBezTo>
                  <a:pt x="38" y="8"/>
                  <a:pt x="38" y="8"/>
                  <a:pt x="38" y="8"/>
                </a:cubicBezTo>
                <a:cubicBezTo>
                  <a:pt x="37" y="7"/>
                  <a:pt x="35" y="6"/>
                  <a:pt x="34" y="5"/>
                </a:cubicBezTo>
                <a:cubicBezTo>
                  <a:pt x="34" y="6"/>
                  <a:pt x="35" y="7"/>
                  <a:pt x="36" y="8"/>
                </a:cubicBezTo>
                <a:cubicBezTo>
                  <a:pt x="36" y="8"/>
                  <a:pt x="36" y="9"/>
                  <a:pt x="36" y="9"/>
                </a:cubicBezTo>
                <a:cubicBezTo>
                  <a:pt x="37" y="9"/>
                  <a:pt x="37" y="8"/>
                  <a:pt x="38" y="8"/>
                </a:cubicBezTo>
                <a:close/>
                <a:moveTo>
                  <a:pt x="29" y="4"/>
                </a:moveTo>
                <a:cubicBezTo>
                  <a:pt x="29" y="4"/>
                  <a:pt x="29" y="4"/>
                  <a:pt x="29" y="4"/>
                </a:cubicBezTo>
                <a:cubicBezTo>
                  <a:pt x="28" y="4"/>
                  <a:pt x="27" y="4"/>
                  <a:pt x="27" y="4"/>
                </a:cubicBezTo>
                <a:cubicBezTo>
                  <a:pt x="27" y="12"/>
                  <a:pt x="27" y="12"/>
                  <a:pt x="27" y="12"/>
                </a:cubicBezTo>
                <a:cubicBezTo>
                  <a:pt x="29" y="12"/>
                  <a:pt x="31" y="11"/>
                  <a:pt x="33" y="10"/>
                </a:cubicBezTo>
                <a:cubicBezTo>
                  <a:pt x="33" y="10"/>
                  <a:pt x="34" y="10"/>
                  <a:pt x="34" y="10"/>
                </a:cubicBezTo>
                <a:cubicBezTo>
                  <a:pt x="34" y="10"/>
                  <a:pt x="34" y="9"/>
                  <a:pt x="33" y="9"/>
                </a:cubicBezTo>
                <a:cubicBezTo>
                  <a:pt x="32" y="7"/>
                  <a:pt x="31" y="5"/>
                  <a:pt x="29" y="4"/>
                </a:cubicBezTo>
                <a:close/>
                <a:moveTo>
                  <a:pt x="24" y="4"/>
                </a:move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3" y="4"/>
                  <a:pt x="22" y="4"/>
                </a:cubicBezTo>
                <a:cubicBezTo>
                  <a:pt x="20" y="5"/>
                  <a:pt x="19" y="7"/>
                  <a:pt x="18" y="9"/>
                </a:cubicBezTo>
                <a:cubicBezTo>
                  <a:pt x="17" y="9"/>
                  <a:pt x="17" y="10"/>
                  <a:pt x="17" y="10"/>
                </a:cubicBezTo>
                <a:cubicBezTo>
                  <a:pt x="17" y="10"/>
                  <a:pt x="18" y="10"/>
                  <a:pt x="18" y="10"/>
                </a:cubicBezTo>
                <a:cubicBezTo>
                  <a:pt x="20" y="11"/>
                  <a:pt x="22" y="12"/>
                  <a:pt x="24" y="12"/>
                </a:cubicBezTo>
                <a:cubicBezTo>
                  <a:pt x="24" y="4"/>
                  <a:pt x="24" y="4"/>
                  <a:pt x="24" y="4"/>
                </a:cubicBezTo>
                <a:close/>
                <a:moveTo>
                  <a:pt x="17" y="5"/>
                </a:moveTo>
                <a:cubicBezTo>
                  <a:pt x="17" y="5"/>
                  <a:pt x="17" y="5"/>
                  <a:pt x="17" y="5"/>
                </a:cubicBezTo>
                <a:cubicBezTo>
                  <a:pt x="16" y="6"/>
                  <a:pt x="14" y="7"/>
                  <a:pt x="13" y="8"/>
                </a:cubicBezTo>
                <a:cubicBezTo>
                  <a:pt x="13" y="8"/>
                  <a:pt x="14" y="9"/>
                  <a:pt x="15" y="9"/>
                </a:cubicBezTo>
                <a:cubicBezTo>
                  <a:pt x="15" y="9"/>
                  <a:pt x="15" y="8"/>
                  <a:pt x="15" y="8"/>
                </a:cubicBezTo>
                <a:cubicBezTo>
                  <a:pt x="16" y="7"/>
                  <a:pt x="17" y="6"/>
                  <a:pt x="17" y="5"/>
                </a:cubicBezTo>
                <a:close/>
                <a:moveTo>
                  <a:pt x="11" y="9"/>
                </a:move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10"/>
                  <a:pt x="10" y="10"/>
                </a:cubicBezTo>
                <a:cubicBezTo>
                  <a:pt x="7" y="13"/>
                  <a:pt x="5" y="18"/>
                  <a:pt x="4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19"/>
                  <a:pt x="13" y="15"/>
                  <a:pt x="14" y="11"/>
                </a:cubicBezTo>
                <a:cubicBezTo>
                  <a:pt x="13" y="11"/>
                  <a:pt x="12" y="10"/>
                  <a:pt x="11" y="9"/>
                </a:cubicBezTo>
                <a:close/>
                <a:moveTo>
                  <a:pt x="35" y="12"/>
                </a:moveTo>
                <a:cubicBezTo>
                  <a:pt x="35" y="12"/>
                  <a:pt x="35" y="12"/>
                  <a:pt x="35" y="12"/>
                </a:cubicBezTo>
                <a:cubicBezTo>
                  <a:pt x="35" y="12"/>
                  <a:pt x="34" y="12"/>
                  <a:pt x="34" y="13"/>
                </a:cubicBezTo>
                <a:cubicBezTo>
                  <a:pt x="32" y="13"/>
                  <a:pt x="29" y="14"/>
                  <a:pt x="27" y="14"/>
                </a:cubicBezTo>
                <a:cubicBezTo>
                  <a:pt x="27" y="24"/>
                  <a:pt x="27" y="24"/>
                  <a:pt x="27" y="24"/>
                </a:cubicBezTo>
                <a:cubicBezTo>
                  <a:pt x="37" y="24"/>
                  <a:pt x="37" y="24"/>
                  <a:pt x="37" y="24"/>
                </a:cubicBezTo>
                <a:cubicBezTo>
                  <a:pt x="37" y="19"/>
                  <a:pt x="36" y="15"/>
                  <a:pt x="35" y="12"/>
                </a:cubicBezTo>
                <a:close/>
                <a:moveTo>
                  <a:pt x="24" y="14"/>
                </a:moveTo>
                <a:cubicBezTo>
                  <a:pt x="24" y="14"/>
                  <a:pt x="24" y="14"/>
                  <a:pt x="24" y="14"/>
                </a:cubicBezTo>
                <a:cubicBezTo>
                  <a:pt x="22" y="14"/>
                  <a:pt x="19" y="13"/>
                  <a:pt x="17" y="13"/>
                </a:cubicBezTo>
                <a:cubicBezTo>
                  <a:pt x="17" y="12"/>
                  <a:pt x="16" y="12"/>
                  <a:pt x="16" y="12"/>
                </a:cubicBezTo>
                <a:cubicBezTo>
                  <a:pt x="15" y="15"/>
                  <a:pt x="14" y="19"/>
                  <a:pt x="1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4"/>
                  <a:pt x="24" y="14"/>
                  <a:pt x="24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86" name="Freeform 220">
            <a:extLst>
              <a:ext uri="{FF2B5EF4-FFF2-40B4-BE49-F238E27FC236}">
                <a16:creationId xmlns:a16="http://schemas.microsoft.com/office/drawing/2014/main" id="{4005ED93-D45D-6F77-D561-251A2453D10C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3907815"/>
            <a:ext cx="211667" cy="190500"/>
          </a:xfrm>
          <a:custGeom>
            <a:avLst/>
            <a:gdLst>
              <a:gd name="T0" fmla="*/ 9525 w 50"/>
              <a:gd name="T1" fmla="*/ 53975 h 45"/>
              <a:gd name="T2" fmla="*/ 3175 w 50"/>
              <a:gd name="T3" fmla="*/ 53975 h 45"/>
              <a:gd name="T4" fmla="*/ 3175 w 50"/>
              <a:gd name="T5" fmla="*/ 47625 h 45"/>
              <a:gd name="T6" fmla="*/ 44450 w 50"/>
              <a:gd name="T7" fmla="*/ 6350 h 45"/>
              <a:gd name="T8" fmla="*/ 22225 w 50"/>
              <a:gd name="T9" fmla="*/ 6350 h 45"/>
              <a:gd name="T10" fmla="*/ 19050 w 50"/>
              <a:gd name="T11" fmla="*/ 3175 h 45"/>
              <a:gd name="T12" fmla="*/ 22225 w 50"/>
              <a:gd name="T13" fmla="*/ 0 h 45"/>
              <a:gd name="T14" fmla="*/ 53975 w 50"/>
              <a:gd name="T15" fmla="*/ 0 h 45"/>
              <a:gd name="T16" fmla="*/ 53975 w 50"/>
              <a:gd name="T17" fmla="*/ 0 h 45"/>
              <a:gd name="T18" fmla="*/ 53975 w 50"/>
              <a:gd name="T19" fmla="*/ 0 h 45"/>
              <a:gd name="T20" fmla="*/ 57150 w 50"/>
              <a:gd name="T21" fmla="*/ 0 h 45"/>
              <a:gd name="T22" fmla="*/ 57150 w 50"/>
              <a:gd name="T23" fmla="*/ 0 h 45"/>
              <a:gd name="T24" fmla="*/ 57150 w 50"/>
              <a:gd name="T25" fmla="*/ 0 h 45"/>
              <a:gd name="T26" fmla="*/ 57150 w 50"/>
              <a:gd name="T27" fmla="*/ 0 h 45"/>
              <a:gd name="T28" fmla="*/ 57150 w 50"/>
              <a:gd name="T29" fmla="*/ 0 h 45"/>
              <a:gd name="T30" fmla="*/ 57150 w 50"/>
              <a:gd name="T31" fmla="*/ 0 h 45"/>
              <a:gd name="T32" fmla="*/ 57150 w 50"/>
              <a:gd name="T33" fmla="*/ 0 h 45"/>
              <a:gd name="T34" fmla="*/ 57150 w 50"/>
              <a:gd name="T35" fmla="*/ 3175 h 45"/>
              <a:gd name="T36" fmla="*/ 57150 w 50"/>
              <a:gd name="T37" fmla="*/ 3175 h 45"/>
              <a:gd name="T38" fmla="*/ 57150 w 50"/>
              <a:gd name="T39" fmla="*/ 3175 h 45"/>
              <a:gd name="T40" fmla="*/ 57150 w 50"/>
              <a:gd name="T41" fmla="*/ 3175 h 45"/>
              <a:gd name="T42" fmla="*/ 57150 w 50"/>
              <a:gd name="T43" fmla="*/ 34925 h 45"/>
              <a:gd name="T44" fmla="*/ 53975 w 50"/>
              <a:gd name="T45" fmla="*/ 38100 h 45"/>
              <a:gd name="T46" fmla="*/ 50800 w 50"/>
              <a:gd name="T47" fmla="*/ 34925 h 45"/>
              <a:gd name="T48" fmla="*/ 50800 w 50"/>
              <a:gd name="T49" fmla="*/ 12700 h 45"/>
              <a:gd name="T50" fmla="*/ 9525 w 50"/>
              <a:gd name="T51" fmla="*/ 53975 h 45"/>
              <a:gd name="T52" fmla="*/ 6350 w 50"/>
              <a:gd name="T53" fmla="*/ 142875 h 45"/>
              <a:gd name="T54" fmla="*/ 6350 w 50"/>
              <a:gd name="T55" fmla="*/ 142875 h 45"/>
              <a:gd name="T56" fmla="*/ 0 w 50"/>
              <a:gd name="T57" fmla="*/ 136525 h 45"/>
              <a:gd name="T58" fmla="*/ 6350 w 50"/>
              <a:gd name="T59" fmla="*/ 130175 h 45"/>
              <a:gd name="T60" fmla="*/ 34925 w 50"/>
              <a:gd name="T61" fmla="*/ 130175 h 45"/>
              <a:gd name="T62" fmla="*/ 34925 w 50"/>
              <a:gd name="T63" fmla="*/ 101600 h 45"/>
              <a:gd name="T64" fmla="*/ 41275 w 50"/>
              <a:gd name="T65" fmla="*/ 95250 h 45"/>
              <a:gd name="T66" fmla="*/ 41275 w 50"/>
              <a:gd name="T67" fmla="*/ 95250 h 45"/>
              <a:gd name="T68" fmla="*/ 73025 w 50"/>
              <a:gd name="T69" fmla="*/ 95250 h 45"/>
              <a:gd name="T70" fmla="*/ 73025 w 50"/>
              <a:gd name="T71" fmla="*/ 66675 h 45"/>
              <a:gd name="T72" fmla="*/ 79375 w 50"/>
              <a:gd name="T73" fmla="*/ 60325 h 45"/>
              <a:gd name="T74" fmla="*/ 79375 w 50"/>
              <a:gd name="T75" fmla="*/ 60325 h 45"/>
              <a:gd name="T76" fmla="*/ 107950 w 50"/>
              <a:gd name="T77" fmla="*/ 60325 h 45"/>
              <a:gd name="T78" fmla="*/ 107950 w 50"/>
              <a:gd name="T79" fmla="*/ 28575 h 45"/>
              <a:gd name="T80" fmla="*/ 114300 w 50"/>
              <a:gd name="T81" fmla="*/ 25400 h 45"/>
              <a:gd name="T82" fmla="*/ 114300 w 50"/>
              <a:gd name="T83" fmla="*/ 25400 h 45"/>
              <a:gd name="T84" fmla="*/ 152400 w 50"/>
              <a:gd name="T85" fmla="*/ 25400 h 45"/>
              <a:gd name="T86" fmla="*/ 158750 w 50"/>
              <a:gd name="T87" fmla="*/ 28575 h 45"/>
              <a:gd name="T88" fmla="*/ 152400 w 50"/>
              <a:gd name="T89" fmla="*/ 34925 h 45"/>
              <a:gd name="T90" fmla="*/ 120650 w 50"/>
              <a:gd name="T91" fmla="*/ 34925 h 45"/>
              <a:gd name="T92" fmla="*/ 120650 w 50"/>
              <a:gd name="T93" fmla="*/ 66675 h 45"/>
              <a:gd name="T94" fmla="*/ 120650 w 50"/>
              <a:gd name="T95" fmla="*/ 66675 h 45"/>
              <a:gd name="T96" fmla="*/ 114300 w 50"/>
              <a:gd name="T97" fmla="*/ 73025 h 45"/>
              <a:gd name="T98" fmla="*/ 85725 w 50"/>
              <a:gd name="T99" fmla="*/ 73025 h 45"/>
              <a:gd name="T100" fmla="*/ 85725 w 50"/>
              <a:gd name="T101" fmla="*/ 101600 h 45"/>
              <a:gd name="T102" fmla="*/ 85725 w 50"/>
              <a:gd name="T103" fmla="*/ 101600 h 45"/>
              <a:gd name="T104" fmla="*/ 79375 w 50"/>
              <a:gd name="T105" fmla="*/ 107950 h 45"/>
              <a:gd name="T106" fmla="*/ 47625 w 50"/>
              <a:gd name="T107" fmla="*/ 107950 h 45"/>
              <a:gd name="T108" fmla="*/ 47625 w 50"/>
              <a:gd name="T109" fmla="*/ 136525 h 45"/>
              <a:gd name="T110" fmla="*/ 47625 w 50"/>
              <a:gd name="T111" fmla="*/ 136525 h 45"/>
              <a:gd name="T112" fmla="*/ 41275 w 50"/>
              <a:gd name="T113" fmla="*/ 142875 h 45"/>
              <a:gd name="T114" fmla="*/ 6350 w 50"/>
              <a:gd name="T115" fmla="*/ 142875 h 45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0" h="45">
                <a:moveTo>
                  <a:pt x="3" y="17"/>
                </a:moveTo>
                <a:cubicBezTo>
                  <a:pt x="2" y="17"/>
                  <a:pt x="2" y="17"/>
                  <a:pt x="1" y="17"/>
                </a:cubicBezTo>
                <a:cubicBezTo>
                  <a:pt x="1" y="16"/>
                  <a:pt x="1" y="16"/>
                  <a:pt x="1" y="15"/>
                </a:cubicBezTo>
                <a:cubicBezTo>
                  <a:pt x="14" y="2"/>
                  <a:pt x="14" y="2"/>
                  <a:pt x="14" y="2"/>
                </a:cubicBezTo>
                <a:cubicBezTo>
                  <a:pt x="7" y="2"/>
                  <a:pt x="7" y="2"/>
                  <a:pt x="7" y="2"/>
                </a:cubicBezTo>
                <a:cubicBezTo>
                  <a:pt x="6" y="2"/>
                  <a:pt x="6" y="2"/>
                  <a:pt x="6" y="1"/>
                </a:cubicBezTo>
                <a:cubicBezTo>
                  <a:pt x="6" y="0"/>
                  <a:pt x="6" y="0"/>
                  <a:pt x="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1"/>
                  <a:pt x="18" y="1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2"/>
                  <a:pt x="18" y="12"/>
                  <a:pt x="17" y="12"/>
                </a:cubicBezTo>
                <a:cubicBezTo>
                  <a:pt x="16" y="12"/>
                  <a:pt x="16" y="12"/>
                  <a:pt x="16" y="11"/>
                </a:cubicBezTo>
                <a:cubicBezTo>
                  <a:pt x="16" y="4"/>
                  <a:pt x="16" y="4"/>
                  <a:pt x="16" y="4"/>
                </a:cubicBezTo>
                <a:cubicBezTo>
                  <a:pt x="3" y="17"/>
                  <a:pt x="3" y="17"/>
                  <a:pt x="3" y="17"/>
                </a:cubicBezTo>
                <a:close/>
                <a:moveTo>
                  <a:pt x="2" y="45"/>
                </a:move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1"/>
                  <a:pt x="12" y="30"/>
                  <a:pt x="13" y="30"/>
                </a:cubicBezTo>
                <a:cubicBezTo>
                  <a:pt x="13" y="30"/>
                  <a:pt x="13" y="30"/>
                  <a:pt x="1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1"/>
                  <a:pt x="23" y="21"/>
                  <a:pt x="23" y="21"/>
                </a:cubicBezTo>
                <a:cubicBezTo>
                  <a:pt x="23" y="20"/>
                  <a:pt x="24" y="19"/>
                  <a:pt x="25" y="19"/>
                </a:cubicBezTo>
                <a:cubicBezTo>
                  <a:pt x="25" y="19"/>
                  <a:pt x="25" y="19"/>
                  <a:pt x="25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8"/>
                  <a:pt x="35" y="8"/>
                  <a:pt x="36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48" y="8"/>
                  <a:pt x="48" y="8"/>
                  <a:pt x="48" y="8"/>
                </a:cubicBezTo>
                <a:cubicBezTo>
                  <a:pt x="49" y="8"/>
                  <a:pt x="50" y="8"/>
                  <a:pt x="50" y="9"/>
                </a:cubicBezTo>
                <a:cubicBezTo>
                  <a:pt x="50" y="11"/>
                  <a:pt x="49" y="11"/>
                  <a:pt x="48" y="11"/>
                </a:cubicBezTo>
                <a:cubicBezTo>
                  <a:pt x="38" y="11"/>
                  <a:pt x="38" y="11"/>
                  <a:pt x="38" y="11"/>
                </a:cubicBezTo>
                <a:cubicBezTo>
                  <a:pt x="38" y="21"/>
                  <a:pt x="38" y="21"/>
                  <a:pt x="38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8" y="22"/>
                  <a:pt x="37" y="23"/>
                  <a:pt x="36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3"/>
                  <a:pt x="26" y="34"/>
                  <a:pt x="25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15" y="43"/>
                  <a:pt x="15" y="43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5" y="44"/>
                  <a:pt x="14" y="45"/>
                  <a:pt x="13" y="45"/>
                </a:cubicBezTo>
                <a:cubicBezTo>
                  <a:pt x="2" y="45"/>
                  <a:pt x="2" y="45"/>
                  <a:pt x="2" y="4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87" name="Freeform 221">
            <a:extLst>
              <a:ext uri="{FF2B5EF4-FFF2-40B4-BE49-F238E27FC236}">
                <a16:creationId xmlns:a16="http://schemas.microsoft.com/office/drawing/2014/main" id="{FDB6C837-7941-9711-C197-6034072794E3}"/>
              </a:ext>
            </a:extLst>
          </p:cNvPr>
          <p:cNvSpPr>
            <a:spLocks noEditPoints="1"/>
          </p:cNvSpPr>
          <p:nvPr/>
        </p:nvSpPr>
        <p:spPr bwMode="auto">
          <a:xfrm>
            <a:off x="7661735" y="3433681"/>
            <a:ext cx="241300" cy="215900"/>
          </a:xfrm>
          <a:custGeom>
            <a:avLst/>
            <a:gdLst>
              <a:gd name="T0" fmla="*/ 158750 w 57"/>
              <a:gd name="T1" fmla="*/ 34925 h 51"/>
              <a:gd name="T2" fmla="*/ 180975 w 57"/>
              <a:gd name="T3" fmla="*/ 69850 h 51"/>
              <a:gd name="T4" fmla="*/ 177800 w 57"/>
              <a:gd name="T5" fmla="*/ 79375 h 51"/>
              <a:gd name="T6" fmla="*/ 161925 w 57"/>
              <a:gd name="T7" fmla="*/ 123825 h 51"/>
              <a:gd name="T8" fmla="*/ 95250 w 57"/>
              <a:gd name="T9" fmla="*/ 161925 h 51"/>
              <a:gd name="T10" fmla="*/ 88900 w 57"/>
              <a:gd name="T11" fmla="*/ 161925 h 51"/>
              <a:gd name="T12" fmla="*/ 19050 w 57"/>
              <a:gd name="T13" fmla="*/ 123825 h 51"/>
              <a:gd name="T14" fmla="*/ 19050 w 57"/>
              <a:gd name="T15" fmla="*/ 85725 h 51"/>
              <a:gd name="T16" fmla="*/ 3175 w 57"/>
              <a:gd name="T17" fmla="*/ 69850 h 51"/>
              <a:gd name="T18" fmla="*/ 3175 w 57"/>
              <a:gd name="T19" fmla="*/ 69850 h 51"/>
              <a:gd name="T20" fmla="*/ 25400 w 57"/>
              <a:gd name="T21" fmla="*/ 34925 h 51"/>
              <a:gd name="T22" fmla="*/ 95250 w 57"/>
              <a:gd name="T23" fmla="*/ 3175 h 51"/>
              <a:gd name="T24" fmla="*/ 88900 w 57"/>
              <a:gd name="T25" fmla="*/ 146050 h 51"/>
              <a:gd name="T26" fmla="*/ 76200 w 57"/>
              <a:gd name="T27" fmla="*/ 104775 h 51"/>
              <a:gd name="T28" fmla="*/ 73025 w 57"/>
              <a:gd name="T29" fmla="*/ 107950 h 51"/>
              <a:gd name="T30" fmla="*/ 31750 w 57"/>
              <a:gd name="T31" fmla="*/ 117475 h 51"/>
              <a:gd name="T32" fmla="*/ 88900 w 57"/>
              <a:gd name="T33" fmla="*/ 66675 h 51"/>
              <a:gd name="T34" fmla="*/ 88900 w 57"/>
              <a:gd name="T35" fmla="*/ 15875 h 51"/>
              <a:gd name="T36" fmla="*/ 88900 w 57"/>
              <a:gd name="T37" fmla="*/ 66675 h 51"/>
              <a:gd name="T38" fmla="*/ 95250 w 57"/>
              <a:gd name="T39" fmla="*/ 15875 h 51"/>
              <a:gd name="T40" fmla="*/ 146050 w 57"/>
              <a:gd name="T41" fmla="*/ 41275 h 51"/>
              <a:gd name="T42" fmla="*/ 95250 w 57"/>
              <a:gd name="T43" fmla="*/ 88900 h 51"/>
              <a:gd name="T44" fmla="*/ 95250 w 57"/>
              <a:gd name="T45" fmla="*/ 146050 h 51"/>
              <a:gd name="T46" fmla="*/ 149225 w 57"/>
              <a:gd name="T47" fmla="*/ 85725 h 51"/>
              <a:gd name="T48" fmla="*/ 111125 w 57"/>
              <a:gd name="T49" fmla="*/ 107950 h 51"/>
              <a:gd name="T50" fmla="*/ 95250 w 57"/>
              <a:gd name="T51" fmla="*/ 88900 h 51"/>
              <a:gd name="T52" fmla="*/ 152400 w 57"/>
              <a:gd name="T53" fmla="*/ 47625 h 51"/>
              <a:gd name="T54" fmla="*/ 111125 w 57"/>
              <a:gd name="T55" fmla="*/ 98425 h 51"/>
              <a:gd name="T56" fmla="*/ 152400 w 57"/>
              <a:gd name="T57" fmla="*/ 47625 h 51"/>
              <a:gd name="T58" fmla="*/ 28575 w 57"/>
              <a:gd name="T59" fmla="*/ 76200 h 51"/>
              <a:gd name="T60" fmla="*/ 85725 w 57"/>
              <a:gd name="T61" fmla="*/ 76200 h 51"/>
              <a:gd name="T62" fmla="*/ 15875 w 57"/>
              <a:gd name="T63" fmla="*/ 69850 h 51"/>
              <a:gd name="T64" fmla="*/ 28575 w 57"/>
              <a:gd name="T65" fmla="*/ 76200 h 5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7" h="51">
                <a:moveTo>
                  <a:pt x="30" y="1"/>
                </a:moveTo>
                <a:cubicBezTo>
                  <a:pt x="50" y="11"/>
                  <a:pt x="50" y="11"/>
                  <a:pt x="50" y="11"/>
                </a:cubicBezTo>
                <a:cubicBezTo>
                  <a:pt x="51" y="11"/>
                  <a:pt x="51" y="11"/>
                  <a:pt x="51" y="12"/>
                </a:cubicBezTo>
                <a:cubicBezTo>
                  <a:pt x="57" y="22"/>
                  <a:pt x="57" y="22"/>
                  <a:pt x="57" y="22"/>
                </a:cubicBezTo>
                <a:cubicBezTo>
                  <a:pt x="57" y="23"/>
                  <a:pt x="57" y="24"/>
                  <a:pt x="56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51" y="27"/>
                  <a:pt x="51" y="27"/>
                  <a:pt x="51" y="27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39"/>
                  <a:pt x="51" y="40"/>
                  <a:pt x="50" y="40"/>
                </a:cubicBezTo>
                <a:cubicBezTo>
                  <a:pt x="30" y="51"/>
                  <a:pt x="30" y="51"/>
                  <a:pt x="30" y="51"/>
                </a:cubicBezTo>
                <a:cubicBezTo>
                  <a:pt x="29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7" y="40"/>
                  <a:pt x="7" y="40"/>
                  <a:pt x="7" y="40"/>
                </a:cubicBezTo>
                <a:cubicBezTo>
                  <a:pt x="7" y="40"/>
                  <a:pt x="6" y="39"/>
                  <a:pt x="6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27"/>
                  <a:pt x="6" y="27"/>
                  <a:pt x="6" y="27"/>
                </a:cubicBezTo>
                <a:cubicBezTo>
                  <a:pt x="2" y="25"/>
                  <a:pt x="2" y="25"/>
                  <a:pt x="2" y="25"/>
                </a:cubicBezTo>
                <a:cubicBezTo>
                  <a:pt x="1" y="24"/>
                  <a:pt x="0" y="23"/>
                  <a:pt x="1" y="22"/>
                </a:cubicBezTo>
                <a:cubicBezTo>
                  <a:pt x="1" y="22"/>
                  <a:pt x="1" y="22"/>
                  <a:pt x="1" y="22"/>
                </a:cubicBezTo>
                <a:cubicBezTo>
                  <a:pt x="1" y="22"/>
                  <a:pt x="1" y="22"/>
                  <a:pt x="1" y="2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1"/>
                  <a:pt x="7" y="11"/>
                  <a:pt x="8" y="11"/>
                </a:cubicBezTo>
                <a:cubicBezTo>
                  <a:pt x="28" y="1"/>
                  <a:pt x="28" y="1"/>
                  <a:pt x="28" y="1"/>
                </a:cubicBezTo>
                <a:cubicBezTo>
                  <a:pt x="29" y="0"/>
                  <a:pt x="29" y="0"/>
                  <a:pt x="30" y="1"/>
                </a:cubicBezTo>
                <a:close/>
                <a:moveTo>
                  <a:pt x="28" y="46"/>
                </a:moveTo>
                <a:cubicBezTo>
                  <a:pt x="28" y="46"/>
                  <a:pt x="28" y="46"/>
                  <a:pt x="28" y="46"/>
                </a:cubicBezTo>
                <a:cubicBezTo>
                  <a:pt x="28" y="27"/>
                  <a:pt x="28" y="27"/>
                  <a:pt x="28" y="27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4"/>
                  <a:pt x="23" y="34"/>
                  <a:pt x="23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37"/>
                  <a:pt x="10" y="37"/>
                  <a:pt x="10" y="37"/>
                </a:cubicBezTo>
                <a:cubicBezTo>
                  <a:pt x="28" y="46"/>
                  <a:pt x="28" y="46"/>
                  <a:pt x="28" y="46"/>
                </a:cubicBezTo>
                <a:close/>
                <a:moveTo>
                  <a:pt x="28" y="21"/>
                </a:moveTo>
                <a:cubicBezTo>
                  <a:pt x="28" y="21"/>
                  <a:pt x="28" y="21"/>
                  <a:pt x="28" y="21"/>
                </a:cubicBezTo>
                <a:cubicBezTo>
                  <a:pt x="28" y="5"/>
                  <a:pt x="28" y="5"/>
                  <a:pt x="28" y="5"/>
                </a:cubicBezTo>
                <a:cubicBezTo>
                  <a:pt x="12" y="13"/>
                  <a:pt x="12" y="13"/>
                  <a:pt x="12" y="13"/>
                </a:cubicBezTo>
                <a:cubicBezTo>
                  <a:pt x="28" y="21"/>
                  <a:pt x="28" y="21"/>
                  <a:pt x="28" y="21"/>
                </a:cubicBezTo>
                <a:close/>
                <a:moveTo>
                  <a:pt x="30" y="5"/>
                </a:moveTo>
                <a:cubicBezTo>
                  <a:pt x="30" y="5"/>
                  <a:pt x="30" y="5"/>
                  <a:pt x="30" y="5"/>
                </a:cubicBezTo>
                <a:cubicBezTo>
                  <a:pt x="30" y="21"/>
                  <a:pt x="30" y="21"/>
                  <a:pt x="30" y="21"/>
                </a:cubicBezTo>
                <a:cubicBezTo>
                  <a:pt x="46" y="13"/>
                  <a:pt x="46" y="13"/>
                  <a:pt x="46" y="13"/>
                </a:cubicBezTo>
                <a:cubicBezTo>
                  <a:pt x="30" y="5"/>
                  <a:pt x="30" y="5"/>
                  <a:pt x="30" y="5"/>
                </a:cubicBezTo>
                <a:close/>
                <a:moveTo>
                  <a:pt x="30" y="28"/>
                </a:moveTo>
                <a:cubicBezTo>
                  <a:pt x="30" y="28"/>
                  <a:pt x="30" y="28"/>
                  <a:pt x="30" y="28"/>
                </a:cubicBezTo>
                <a:cubicBezTo>
                  <a:pt x="30" y="46"/>
                  <a:pt x="30" y="46"/>
                  <a:pt x="30" y="46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27"/>
                  <a:pt x="47" y="27"/>
                  <a:pt x="47" y="27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4" y="34"/>
                  <a:pt x="33" y="34"/>
                  <a:pt x="33" y="33"/>
                </a:cubicBezTo>
                <a:cubicBezTo>
                  <a:pt x="30" y="28"/>
                  <a:pt x="30" y="28"/>
                  <a:pt x="30" y="28"/>
                </a:cubicBezTo>
                <a:close/>
                <a:moveTo>
                  <a:pt x="48" y="15"/>
                </a:moveTo>
                <a:cubicBezTo>
                  <a:pt x="48" y="15"/>
                  <a:pt x="48" y="15"/>
                  <a:pt x="48" y="15"/>
                </a:cubicBezTo>
                <a:cubicBezTo>
                  <a:pt x="30" y="24"/>
                  <a:pt x="30" y="24"/>
                  <a:pt x="30" y="24"/>
                </a:cubicBezTo>
                <a:cubicBezTo>
                  <a:pt x="35" y="31"/>
                  <a:pt x="35" y="31"/>
                  <a:pt x="35" y="31"/>
                </a:cubicBezTo>
                <a:cubicBezTo>
                  <a:pt x="52" y="22"/>
                  <a:pt x="52" y="22"/>
                  <a:pt x="52" y="22"/>
                </a:cubicBezTo>
                <a:cubicBezTo>
                  <a:pt x="48" y="15"/>
                  <a:pt x="48" y="15"/>
                  <a:pt x="48" y="15"/>
                </a:cubicBezTo>
                <a:close/>
                <a:moveTo>
                  <a:pt x="9" y="24"/>
                </a:moveTo>
                <a:cubicBezTo>
                  <a:pt x="9" y="24"/>
                  <a:pt x="9" y="24"/>
                  <a:pt x="9" y="24"/>
                </a:cubicBezTo>
                <a:cubicBezTo>
                  <a:pt x="23" y="31"/>
                  <a:pt x="23" y="31"/>
                  <a:pt x="23" y="31"/>
                </a:cubicBezTo>
                <a:cubicBezTo>
                  <a:pt x="27" y="24"/>
                  <a:pt x="27" y="24"/>
                  <a:pt x="27" y="24"/>
                </a:cubicBezTo>
                <a:cubicBezTo>
                  <a:pt x="9" y="15"/>
                  <a:pt x="9" y="15"/>
                  <a:pt x="9" y="15"/>
                </a:cubicBezTo>
                <a:cubicBezTo>
                  <a:pt x="5" y="22"/>
                  <a:pt x="5" y="22"/>
                  <a:pt x="5" y="22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4"/>
                  <a:pt x="9" y="24"/>
                  <a:pt x="9" y="2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88" name="Freeform 222">
            <a:extLst>
              <a:ext uri="{FF2B5EF4-FFF2-40B4-BE49-F238E27FC236}">
                <a16:creationId xmlns:a16="http://schemas.microsoft.com/office/drawing/2014/main" id="{CA4C3C8B-0F2F-3561-662E-7583F59D0543}"/>
              </a:ext>
            </a:extLst>
          </p:cNvPr>
          <p:cNvSpPr>
            <a:spLocks noEditPoints="1"/>
          </p:cNvSpPr>
          <p:nvPr/>
        </p:nvSpPr>
        <p:spPr bwMode="auto">
          <a:xfrm>
            <a:off x="7320951" y="3433681"/>
            <a:ext cx="192616" cy="215900"/>
          </a:xfrm>
          <a:custGeom>
            <a:avLst/>
            <a:gdLst>
              <a:gd name="T0" fmla="*/ 73836 w 45"/>
              <a:gd name="T1" fmla="*/ 3175 h 51"/>
              <a:gd name="T2" fmla="*/ 73836 w 45"/>
              <a:gd name="T3" fmla="*/ 3175 h 51"/>
              <a:gd name="T4" fmla="*/ 141252 w 45"/>
              <a:gd name="T5" fmla="*/ 34925 h 51"/>
              <a:gd name="T6" fmla="*/ 144462 w 45"/>
              <a:gd name="T7" fmla="*/ 41275 h 51"/>
              <a:gd name="T8" fmla="*/ 144462 w 45"/>
              <a:gd name="T9" fmla="*/ 41275 h 51"/>
              <a:gd name="T10" fmla="*/ 144462 w 45"/>
              <a:gd name="T11" fmla="*/ 123825 h 51"/>
              <a:gd name="T12" fmla="*/ 141252 w 45"/>
              <a:gd name="T13" fmla="*/ 127000 h 51"/>
              <a:gd name="T14" fmla="*/ 73836 w 45"/>
              <a:gd name="T15" fmla="*/ 161925 h 51"/>
              <a:gd name="T16" fmla="*/ 67416 w 45"/>
              <a:gd name="T17" fmla="*/ 161925 h 51"/>
              <a:gd name="T18" fmla="*/ 67416 w 45"/>
              <a:gd name="T19" fmla="*/ 161925 h 51"/>
              <a:gd name="T20" fmla="*/ 3210 w 45"/>
              <a:gd name="T21" fmla="*/ 127000 h 51"/>
              <a:gd name="T22" fmla="*/ 0 w 45"/>
              <a:gd name="T23" fmla="*/ 123825 h 51"/>
              <a:gd name="T24" fmla="*/ 0 w 45"/>
              <a:gd name="T25" fmla="*/ 123825 h 51"/>
              <a:gd name="T26" fmla="*/ 0 w 45"/>
              <a:gd name="T27" fmla="*/ 41275 h 51"/>
              <a:gd name="T28" fmla="*/ 3210 w 45"/>
              <a:gd name="T29" fmla="*/ 34925 h 51"/>
              <a:gd name="T30" fmla="*/ 67416 w 45"/>
              <a:gd name="T31" fmla="*/ 3175 h 51"/>
              <a:gd name="T32" fmla="*/ 73836 w 45"/>
              <a:gd name="T33" fmla="*/ 3175 h 51"/>
              <a:gd name="T34" fmla="*/ 48154 w 45"/>
              <a:gd name="T35" fmla="*/ 25400 h 51"/>
              <a:gd name="T36" fmla="*/ 48154 w 45"/>
              <a:gd name="T37" fmla="*/ 25400 h 51"/>
              <a:gd name="T38" fmla="*/ 105939 w 45"/>
              <a:gd name="T39" fmla="*/ 53975 h 51"/>
              <a:gd name="T40" fmla="*/ 125200 w 45"/>
              <a:gd name="T41" fmla="*/ 41275 h 51"/>
              <a:gd name="T42" fmla="*/ 70626 w 45"/>
              <a:gd name="T43" fmla="*/ 15875 h 51"/>
              <a:gd name="T44" fmla="*/ 48154 w 45"/>
              <a:gd name="T45" fmla="*/ 25400 h 51"/>
              <a:gd name="T46" fmla="*/ 16051 w 45"/>
              <a:gd name="T47" fmla="*/ 41275 h 51"/>
              <a:gd name="T48" fmla="*/ 16051 w 45"/>
              <a:gd name="T49" fmla="*/ 41275 h 51"/>
              <a:gd name="T50" fmla="*/ 70626 w 45"/>
              <a:gd name="T51" fmla="*/ 69850 h 51"/>
              <a:gd name="T52" fmla="*/ 96308 w 45"/>
              <a:gd name="T53" fmla="*/ 57150 h 51"/>
              <a:gd name="T54" fmla="*/ 41733 w 45"/>
              <a:gd name="T55" fmla="*/ 28575 h 51"/>
              <a:gd name="T56" fmla="*/ 16051 w 45"/>
              <a:gd name="T57" fmla="*/ 41275 h 51"/>
              <a:gd name="T58" fmla="*/ 12841 w 45"/>
              <a:gd name="T59" fmla="*/ 47625 h 51"/>
              <a:gd name="T60" fmla="*/ 12841 w 45"/>
              <a:gd name="T61" fmla="*/ 47625 h 51"/>
              <a:gd name="T62" fmla="*/ 12841 w 45"/>
              <a:gd name="T63" fmla="*/ 117475 h 51"/>
              <a:gd name="T64" fmla="*/ 67416 w 45"/>
              <a:gd name="T65" fmla="*/ 146050 h 51"/>
              <a:gd name="T66" fmla="*/ 67416 w 45"/>
              <a:gd name="T67" fmla="*/ 76200 h 51"/>
              <a:gd name="T68" fmla="*/ 12841 w 45"/>
              <a:gd name="T69" fmla="*/ 47625 h 51"/>
              <a:gd name="T70" fmla="*/ 73836 w 45"/>
              <a:gd name="T71" fmla="*/ 146050 h 51"/>
              <a:gd name="T72" fmla="*/ 73836 w 45"/>
              <a:gd name="T73" fmla="*/ 146050 h 51"/>
              <a:gd name="T74" fmla="*/ 131621 w 45"/>
              <a:gd name="T75" fmla="*/ 117475 h 51"/>
              <a:gd name="T76" fmla="*/ 131621 w 45"/>
              <a:gd name="T77" fmla="*/ 47625 h 51"/>
              <a:gd name="T78" fmla="*/ 73836 w 45"/>
              <a:gd name="T79" fmla="*/ 76200 h 51"/>
              <a:gd name="T80" fmla="*/ 73836 w 45"/>
              <a:gd name="T81" fmla="*/ 146050 h 5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5" h="51">
                <a:moveTo>
                  <a:pt x="23" y="1"/>
                </a:moveTo>
                <a:cubicBezTo>
                  <a:pt x="23" y="1"/>
                  <a:pt x="23" y="1"/>
                  <a:pt x="23" y="1"/>
                </a:cubicBezTo>
                <a:cubicBezTo>
                  <a:pt x="44" y="11"/>
                  <a:pt x="44" y="11"/>
                  <a:pt x="44" y="11"/>
                </a:cubicBezTo>
                <a:cubicBezTo>
                  <a:pt x="44" y="11"/>
                  <a:pt x="45" y="12"/>
                  <a:pt x="45" y="13"/>
                </a:cubicBezTo>
                <a:cubicBezTo>
                  <a:pt x="45" y="13"/>
                  <a:pt x="45" y="13"/>
                  <a:pt x="45" y="13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39"/>
                  <a:pt x="44" y="40"/>
                  <a:pt x="44" y="40"/>
                </a:cubicBezTo>
                <a:cubicBezTo>
                  <a:pt x="23" y="51"/>
                  <a:pt x="23" y="51"/>
                  <a:pt x="23" y="51"/>
                </a:cubicBezTo>
                <a:cubicBezTo>
                  <a:pt x="23" y="51"/>
                  <a:pt x="22" y="51"/>
                  <a:pt x="21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1" y="40"/>
                  <a:pt x="1" y="40"/>
                  <a:pt x="1" y="40"/>
                </a:cubicBezTo>
                <a:cubicBezTo>
                  <a:pt x="0" y="40"/>
                  <a:pt x="0" y="39"/>
                  <a:pt x="0" y="39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2"/>
                  <a:pt x="0" y="11"/>
                  <a:pt x="1" y="11"/>
                </a:cubicBezTo>
                <a:cubicBezTo>
                  <a:pt x="21" y="1"/>
                  <a:pt x="21" y="1"/>
                  <a:pt x="21" y="1"/>
                </a:cubicBezTo>
                <a:cubicBezTo>
                  <a:pt x="22" y="0"/>
                  <a:pt x="23" y="0"/>
                  <a:pt x="23" y="1"/>
                </a:cubicBezTo>
                <a:close/>
                <a:moveTo>
                  <a:pt x="15" y="8"/>
                </a:moveTo>
                <a:cubicBezTo>
                  <a:pt x="15" y="8"/>
                  <a:pt x="15" y="8"/>
                  <a:pt x="15" y="8"/>
                </a:cubicBezTo>
                <a:cubicBezTo>
                  <a:pt x="33" y="17"/>
                  <a:pt x="33" y="17"/>
                  <a:pt x="33" y="17"/>
                </a:cubicBezTo>
                <a:cubicBezTo>
                  <a:pt x="39" y="13"/>
                  <a:pt x="39" y="13"/>
                  <a:pt x="39" y="13"/>
                </a:cubicBezTo>
                <a:cubicBezTo>
                  <a:pt x="22" y="5"/>
                  <a:pt x="22" y="5"/>
                  <a:pt x="22" y="5"/>
                </a:cubicBezTo>
                <a:cubicBezTo>
                  <a:pt x="15" y="8"/>
                  <a:pt x="15" y="8"/>
                  <a:pt x="15" y="8"/>
                </a:cubicBezTo>
                <a:close/>
                <a:moveTo>
                  <a:pt x="5" y="13"/>
                </a:moveTo>
                <a:cubicBezTo>
                  <a:pt x="5" y="13"/>
                  <a:pt x="5" y="13"/>
                  <a:pt x="5" y="13"/>
                </a:cubicBezTo>
                <a:cubicBezTo>
                  <a:pt x="22" y="22"/>
                  <a:pt x="22" y="22"/>
                  <a:pt x="22" y="22"/>
                </a:cubicBezTo>
                <a:cubicBezTo>
                  <a:pt x="30" y="18"/>
                  <a:pt x="30" y="18"/>
                  <a:pt x="30" y="18"/>
                </a:cubicBezTo>
                <a:cubicBezTo>
                  <a:pt x="13" y="9"/>
                  <a:pt x="13" y="9"/>
                  <a:pt x="13" y="9"/>
                </a:cubicBezTo>
                <a:cubicBezTo>
                  <a:pt x="5" y="13"/>
                  <a:pt x="5" y="13"/>
                  <a:pt x="5" y="13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37"/>
                  <a:pt x="4" y="37"/>
                  <a:pt x="4" y="37"/>
                </a:cubicBezTo>
                <a:cubicBezTo>
                  <a:pt x="21" y="46"/>
                  <a:pt x="21" y="46"/>
                  <a:pt x="21" y="46"/>
                </a:cubicBezTo>
                <a:cubicBezTo>
                  <a:pt x="21" y="24"/>
                  <a:pt x="21" y="24"/>
                  <a:pt x="21" y="24"/>
                </a:cubicBezTo>
                <a:cubicBezTo>
                  <a:pt x="4" y="15"/>
                  <a:pt x="4" y="15"/>
                  <a:pt x="4" y="15"/>
                </a:cubicBezTo>
                <a:close/>
                <a:moveTo>
                  <a:pt x="23" y="46"/>
                </a:moveTo>
                <a:cubicBezTo>
                  <a:pt x="23" y="46"/>
                  <a:pt x="23" y="46"/>
                  <a:pt x="23" y="46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15"/>
                  <a:pt x="41" y="15"/>
                  <a:pt x="41" y="15"/>
                </a:cubicBezTo>
                <a:cubicBezTo>
                  <a:pt x="35" y="18"/>
                  <a:pt x="29" y="21"/>
                  <a:pt x="23" y="24"/>
                </a:cubicBezTo>
                <a:cubicBezTo>
                  <a:pt x="23" y="46"/>
                  <a:pt x="23" y="46"/>
                  <a:pt x="23" y="4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89" name="Freeform 223">
            <a:extLst>
              <a:ext uri="{FF2B5EF4-FFF2-40B4-BE49-F238E27FC236}">
                <a16:creationId xmlns:a16="http://schemas.microsoft.com/office/drawing/2014/main" id="{F9A89C1C-E9C2-7176-3100-8FB960422645}"/>
              </a:ext>
            </a:extLst>
          </p:cNvPr>
          <p:cNvSpPr>
            <a:spLocks noEditPoints="1"/>
          </p:cNvSpPr>
          <p:nvPr/>
        </p:nvSpPr>
        <p:spPr bwMode="auto">
          <a:xfrm>
            <a:off x="8819551" y="3437915"/>
            <a:ext cx="152400" cy="207433"/>
          </a:xfrm>
          <a:custGeom>
            <a:avLst/>
            <a:gdLst>
              <a:gd name="T0" fmla="*/ 34925 w 36"/>
              <a:gd name="T1" fmla="*/ 15875 h 49"/>
              <a:gd name="T2" fmla="*/ 79375 w 36"/>
              <a:gd name="T3" fmla="*/ 15875 h 49"/>
              <a:gd name="T4" fmla="*/ 114300 w 36"/>
              <a:gd name="T5" fmla="*/ 41275 h 49"/>
              <a:gd name="T6" fmla="*/ 111125 w 36"/>
              <a:gd name="T7" fmla="*/ 133350 h 49"/>
              <a:gd name="T8" fmla="*/ 101600 w 36"/>
              <a:gd name="T9" fmla="*/ 136525 h 49"/>
              <a:gd name="T10" fmla="*/ 107950 w 36"/>
              <a:gd name="T11" fmla="*/ 149225 h 49"/>
              <a:gd name="T12" fmla="*/ 101600 w 36"/>
              <a:gd name="T13" fmla="*/ 155575 h 49"/>
              <a:gd name="T14" fmla="*/ 25400 w 36"/>
              <a:gd name="T15" fmla="*/ 136525 h 49"/>
              <a:gd name="T16" fmla="*/ 6350 w 36"/>
              <a:gd name="T17" fmla="*/ 155575 h 49"/>
              <a:gd name="T18" fmla="*/ 15875 w 36"/>
              <a:gd name="T19" fmla="*/ 136525 h 49"/>
              <a:gd name="T20" fmla="*/ 3175 w 36"/>
              <a:gd name="T21" fmla="*/ 133350 h 49"/>
              <a:gd name="T22" fmla="*/ 0 w 36"/>
              <a:gd name="T23" fmla="*/ 41275 h 49"/>
              <a:gd name="T24" fmla="*/ 28575 w 36"/>
              <a:gd name="T25" fmla="*/ 41275 h 49"/>
              <a:gd name="T26" fmla="*/ 85725 w 36"/>
              <a:gd name="T27" fmla="*/ 41275 h 49"/>
              <a:gd name="T28" fmla="*/ 95250 w 36"/>
              <a:gd name="T29" fmla="*/ 50800 h 49"/>
              <a:gd name="T30" fmla="*/ 92075 w 36"/>
              <a:gd name="T31" fmla="*/ 76200 h 49"/>
              <a:gd name="T32" fmla="*/ 28575 w 36"/>
              <a:gd name="T33" fmla="*/ 79375 h 49"/>
              <a:gd name="T34" fmla="*/ 15875 w 36"/>
              <a:gd name="T35" fmla="*/ 69850 h 49"/>
              <a:gd name="T36" fmla="*/ 19050 w 36"/>
              <a:gd name="T37" fmla="*/ 44450 h 49"/>
              <a:gd name="T38" fmla="*/ 85725 w 36"/>
              <a:gd name="T39" fmla="*/ 47625 h 49"/>
              <a:gd name="T40" fmla="*/ 28575 w 36"/>
              <a:gd name="T41" fmla="*/ 47625 h 49"/>
              <a:gd name="T42" fmla="*/ 25400 w 36"/>
              <a:gd name="T43" fmla="*/ 50800 h 49"/>
              <a:gd name="T44" fmla="*/ 25400 w 36"/>
              <a:gd name="T45" fmla="*/ 73025 h 49"/>
              <a:gd name="T46" fmla="*/ 85725 w 36"/>
              <a:gd name="T47" fmla="*/ 73025 h 49"/>
              <a:gd name="T48" fmla="*/ 85725 w 36"/>
              <a:gd name="T49" fmla="*/ 69850 h 49"/>
              <a:gd name="T50" fmla="*/ 85725 w 36"/>
              <a:gd name="T51" fmla="*/ 47625 h 49"/>
              <a:gd name="T52" fmla="*/ 12700 w 36"/>
              <a:gd name="T53" fmla="*/ 123825 h 49"/>
              <a:gd name="T54" fmla="*/ 101600 w 36"/>
              <a:gd name="T55" fmla="*/ 123825 h 49"/>
              <a:gd name="T56" fmla="*/ 88900 w 36"/>
              <a:gd name="T57" fmla="*/ 28575 h 49"/>
              <a:gd name="T58" fmla="*/ 73025 w 36"/>
              <a:gd name="T59" fmla="*/ 28575 h 49"/>
              <a:gd name="T60" fmla="*/ 57150 w 36"/>
              <a:gd name="T61" fmla="*/ 12700 h 49"/>
              <a:gd name="T62" fmla="*/ 44450 w 36"/>
              <a:gd name="T63" fmla="*/ 22225 h 49"/>
              <a:gd name="T64" fmla="*/ 25400 w 36"/>
              <a:gd name="T65" fmla="*/ 28575 h 49"/>
              <a:gd name="T66" fmla="*/ 12700 w 36"/>
              <a:gd name="T67" fmla="*/ 123825 h 49"/>
              <a:gd name="T68" fmla="*/ 57150 w 36"/>
              <a:gd name="T69" fmla="*/ 15875 h 49"/>
              <a:gd name="T70" fmla="*/ 57150 w 36"/>
              <a:gd name="T71" fmla="*/ 28575 h 49"/>
              <a:gd name="T72" fmla="*/ 57150 w 36"/>
              <a:gd name="T73" fmla="*/ 15875 h 49"/>
              <a:gd name="T74" fmla="*/ 25400 w 36"/>
              <a:gd name="T75" fmla="*/ 95250 h 49"/>
              <a:gd name="T76" fmla="*/ 25400 w 36"/>
              <a:gd name="T77" fmla="*/ 117475 h 49"/>
              <a:gd name="T78" fmla="*/ 25400 w 36"/>
              <a:gd name="T79" fmla="*/ 95250 h 49"/>
              <a:gd name="T80" fmla="*/ 25400 w 36"/>
              <a:gd name="T81" fmla="*/ 101600 h 49"/>
              <a:gd name="T82" fmla="*/ 25400 w 36"/>
              <a:gd name="T83" fmla="*/ 111125 h 49"/>
              <a:gd name="T84" fmla="*/ 25400 w 36"/>
              <a:gd name="T85" fmla="*/ 101600 h 49"/>
              <a:gd name="T86" fmla="*/ 85725 w 36"/>
              <a:gd name="T87" fmla="*/ 95250 h 49"/>
              <a:gd name="T88" fmla="*/ 85725 w 36"/>
              <a:gd name="T89" fmla="*/ 117475 h 49"/>
              <a:gd name="T90" fmla="*/ 85725 w 36"/>
              <a:gd name="T91" fmla="*/ 95250 h 49"/>
              <a:gd name="T92" fmla="*/ 85725 w 36"/>
              <a:gd name="T93" fmla="*/ 101600 h 49"/>
              <a:gd name="T94" fmla="*/ 85725 w 36"/>
              <a:gd name="T95" fmla="*/ 111125 h 49"/>
              <a:gd name="T96" fmla="*/ 85725 w 36"/>
              <a:gd name="T97" fmla="*/ 101600 h 49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36" h="49">
                <a:moveTo>
                  <a:pt x="8" y="5"/>
                </a:moveTo>
                <a:cubicBezTo>
                  <a:pt x="11" y="5"/>
                  <a:pt x="11" y="5"/>
                  <a:pt x="11" y="5"/>
                </a:cubicBezTo>
                <a:cubicBezTo>
                  <a:pt x="11" y="2"/>
                  <a:pt x="14" y="0"/>
                  <a:pt x="18" y="0"/>
                </a:cubicBezTo>
                <a:cubicBezTo>
                  <a:pt x="21" y="0"/>
                  <a:pt x="24" y="2"/>
                  <a:pt x="25" y="5"/>
                </a:cubicBezTo>
                <a:cubicBezTo>
                  <a:pt x="28" y="5"/>
                  <a:pt x="28" y="5"/>
                  <a:pt x="28" y="5"/>
                </a:cubicBezTo>
                <a:cubicBezTo>
                  <a:pt x="32" y="5"/>
                  <a:pt x="36" y="9"/>
                  <a:pt x="36" y="13"/>
                </a:cubicBezTo>
                <a:cubicBezTo>
                  <a:pt x="36" y="40"/>
                  <a:pt x="36" y="40"/>
                  <a:pt x="36" y="40"/>
                </a:cubicBezTo>
                <a:cubicBezTo>
                  <a:pt x="36" y="41"/>
                  <a:pt x="35" y="42"/>
                  <a:pt x="35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3"/>
                  <a:pt x="33" y="43"/>
                  <a:pt x="32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48"/>
                  <a:pt x="34" y="49"/>
                  <a:pt x="34" y="49"/>
                </a:cubicBezTo>
                <a:cubicBezTo>
                  <a:pt x="33" y="49"/>
                  <a:pt x="32" y="49"/>
                  <a:pt x="32" y="49"/>
                </a:cubicBezTo>
                <a:cubicBezTo>
                  <a:pt x="27" y="43"/>
                  <a:pt x="27" y="43"/>
                  <a:pt x="27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3" y="49"/>
                  <a:pt x="3" y="49"/>
                  <a:pt x="3" y="49"/>
                </a:cubicBezTo>
                <a:cubicBezTo>
                  <a:pt x="3" y="49"/>
                  <a:pt x="2" y="49"/>
                  <a:pt x="2" y="49"/>
                </a:cubicBezTo>
                <a:cubicBezTo>
                  <a:pt x="1" y="49"/>
                  <a:pt x="1" y="48"/>
                  <a:pt x="2" y="47"/>
                </a:cubicBezTo>
                <a:cubicBezTo>
                  <a:pt x="5" y="43"/>
                  <a:pt x="5" y="43"/>
                  <a:pt x="5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2" y="43"/>
                  <a:pt x="1" y="43"/>
                  <a:pt x="1" y="42"/>
                </a:cubicBezTo>
                <a:cubicBezTo>
                  <a:pt x="0" y="42"/>
                  <a:pt x="0" y="41"/>
                  <a:pt x="0" y="40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9"/>
                  <a:pt x="3" y="5"/>
                  <a:pt x="8" y="5"/>
                </a:cubicBezTo>
                <a:close/>
                <a:moveTo>
                  <a:pt x="9" y="13"/>
                </a:moveTo>
                <a:cubicBezTo>
                  <a:pt x="9" y="13"/>
                  <a:pt x="9" y="13"/>
                  <a:pt x="9" y="13"/>
                </a:cubicBezTo>
                <a:cubicBezTo>
                  <a:pt x="27" y="13"/>
                  <a:pt x="27" y="13"/>
                  <a:pt x="27" y="13"/>
                </a:cubicBezTo>
                <a:cubicBezTo>
                  <a:pt x="28" y="13"/>
                  <a:pt x="28" y="13"/>
                  <a:pt x="29" y="14"/>
                </a:cubicBezTo>
                <a:cubicBezTo>
                  <a:pt x="29" y="14"/>
                  <a:pt x="30" y="15"/>
                  <a:pt x="30" y="16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3"/>
                  <a:pt x="29" y="24"/>
                  <a:pt x="29" y="24"/>
                </a:cubicBezTo>
                <a:cubicBezTo>
                  <a:pt x="28" y="25"/>
                  <a:pt x="28" y="25"/>
                  <a:pt x="27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8" y="25"/>
                  <a:pt x="7" y="25"/>
                  <a:pt x="6" y="24"/>
                </a:cubicBezTo>
                <a:cubicBezTo>
                  <a:pt x="6" y="24"/>
                  <a:pt x="5" y="23"/>
                  <a:pt x="5" y="22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5"/>
                  <a:pt x="6" y="14"/>
                  <a:pt x="6" y="14"/>
                </a:cubicBezTo>
                <a:cubicBezTo>
                  <a:pt x="7" y="13"/>
                  <a:pt x="8" y="13"/>
                  <a:pt x="9" y="13"/>
                </a:cubicBezTo>
                <a:close/>
                <a:moveTo>
                  <a:pt x="27" y="15"/>
                </a:moveTo>
                <a:cubicBezTo>
                  <a:pt x="27" y="15"/>
                  <a:pt x="27" y="15"/>
                  <a:pt x="27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2"/>
                  <a:pt x="8" y="22"/>
                  <a:pt x="8" y="23"/>
                </a:cubicBezTo>
                <a:cubicBezTo>
                  <a:pt x="8" y="23"/>
                  <a:pt x="8" y="23"/>
                  <a:pt x="9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6"/>
                  <a:pt x="27" y="16"/>
                  <a:pt x="27" y="15"/>
                </a:cubicBezTo>
                <a:cubicBezTo>
                  <a:pt x="27" y="15"/>
                  <a:pt x="27" y="15"/>
                  <a:pt x="27" y="15"/>
                </a:cubicBezTo>
                <a:close/>
                <a:moveTo>
                  <a:pt x="4" y="39"/>
                </a:moveTo>
                <a:cubicBezTo>
                  <a:pt x="4" y="39"/>
                  <a:pt x="4" y="39"/>
                  <a:pt x="4" y="39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22"/>
                  <a:pt x="32" y="17"/>
                  <a:pt x="32" y="13"/>
                </a:cubicBezTo>
                <a:cubicBezTo>
                  <a:pt x="32" y="11"/>
                  <a:pt x="30" y="9"/>
                  <a:pt x="28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2" y="9"/>
                  <a:pt x="21" y="8"/>
                  <a:pt x="21" y="7"/>
                </a:cubicBezTo>
                <a:cubicBezTo>
                  <a:pt x="21" y="5"/>
                  <a:pt x="20" y="4"/>
                  <a:pt x="18" y="4"/>
                </a:cubicBezTo>
                <a:cubicBezTo>
                  <a:pt x="16" y="4"/>
                  <a:pt x="14" y="5"/>
                  <a:pt x="14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8"/>
                  <a:pt x="13" y="9"/>
                  <a:pt x="12" y="9"/>
                </a:cubicBezTo>
                <a:cubicBezTo>
                  <a:pt x="8" y="9"/>
                  <a:pt x="8" y="9"/>
                  <a:pt x="8" y="9"/>
                </a:cubicBezTo>
                <a:cubicBezTo>
                  <a:pt x="5" y="9"/>
                  <a:pt x="4" y="11"/>
                  <a:pt x="4" y="14"/>
                </a:cubicBezTo>
                <a:cubicBezTo>
                  <a:pt x="4" y="39"/>
                  <a:pt x="4" y="39"/>
                  <a:pt x="4" y="39"/>
                </a:cubicBezTo>
                <a:close/>
                <a:moveTo>
                  <a:pt x="18" y="5"/>
                </a:moveTo>
                <a:cubicBezTo>
                  <a:pt x="18" y="5"/>
                  <a:pt x="18" y="5"/>
                  <a:pt x="18" y="5"/>
                </a:cubicBezTo>
                <a:cubicBezTo>
                  <a:pt x="19" y="5"/>
                  <a:pt x="20" y="6"/>
                  <a:pt x="20" y="7"/>
                </a:cubicBezTo>
                <a:cubicBezTo>
                  <a:pt x="20" y="8"/>
                  <a:pt x="19" y="9"/>
                  <a:pt x="18" y="9"/>
                </a:cubicBezTo>
                <a:cubicBezTo>
                  <a:pt x="17" y="9"/>
                  <a:pt x="16" y="8"/>
                  <a:pt x="16" y="7"/>
                </a:cubicBezTo>
                <a:cubicBezTo>
                  <a:pt x="16" y="6"/>
                  <a:pt x="17" y="5"/>
                  <a:pt x="18" y="5"/>
                </a:cubicBezTo>
                <a:close/>
                <a:moveTo>
                  <a:pt x="8" y="30"/>
                </a:moveTo>
                <a:cubicBezTo>
                  <a:pt x="8" y="30"/>
                  <a:pt x="8" y="30"/>
                  <a:pt x="8" y="30"/>
                </a:cubicBezTo>
                <a:cubicBezTo>
                  <a:pt x="10" y="30"/>
                  <a:pt x="12" y="31"/>
                  <a:pt x="12" y="34"/>
                </a:cubicBezTo>
                <a:cubicBezTo>
                  <a:pt x="12" y="36"/>
                  <a:pt x="10" y="37"/>
                  <a:pt x="8" y="37"/>
                </a:cubicBezTo>
                <a:cubicBezTo>
                  <a:pt x="6" y="37"/>
                  <a:pt x="4" y="36"/>
                  <a:pt x="4" y="34"/>
                </a:cubicBezTo>
                <a:cubicBezTo>
                  <a:pt x="4" y="31"/>
                  <a:pt x="6" y="30"/>
                  <a:pt x="8" y="30"/>
                </a:cubicBezTo>
                <a:close/>
                <a:moveTo>
                  <a:pt x="8" y="32"/>
                </a:moveTo>
                <a:cubicBezTo>
                  <a:pt x="8" y="32"/>
                  <a:pt x="8" y="32"/>
                  <a:pt x="8" y="32"/>
                </a:cubicBezTo>
                <a:cubicBezTo>
                  <a:pt x="7" y="32"/>
                  <a:pt x="7" y="33"/>
                  <a:pt x="7" y="34"/>
                </a:cubicBezTo>
                <a:cubicBezTo>
                  <a:pt x="7" y="34"/>
                  <a:pt x="7" y="35"/>
                  <a:pt x="8" y="35"/>
                </a:cubicBezTo>
                <a:cubicBezTo>
                  <a:pt x="9" y="35"/>
                  <a:pt x="10" y="34"/>
                  <a:pt x="10" y="34"/>
                </a:cubicBezTo>
                <a:cubicBezTo>
                  <a:pt x="10" y="33"/>
                  <a:pt x="9" y="32"/>
                  <a:pt x="8" y="32"/>
                </a:cubicBezTo>
                <a:close/>
                <a:moveTo>
                  <a:pt x="27" y="30"/>
                </a:moveTo>
                <a:cubicBezTo>
                  <a:pt x="27" y="30"/>
                  <a:pt x="27" y="30"/>
                  <a:pt x="27" y="30"/>
                </a:cubicBezTo>
                <a:cubicBezTo>
                  <a:pt x="29" y="30"/>
                  <a:pt x="31" y="31"/>
                  <a:pt x="31" y="34"/>
                </a:cubicBezTo>
                <a:cubicBezTo>
                  <a:pt x="31" y="36"/>
                  <a:pt x="29" y="37"/>
                  <a:pt x="27" y="37"/>
                </a:cubicBezTo>
                <a:cubicBezTo>
                  <a:pt x="25" y="37"/>
                  <a:pt x="23" y="36"/>
                  <a:pt x="23" y="34"/>
                </a:cubicBezTo>
                <a:cubicBezTo>
                  <a:pt x="23" y="31"/>
                  <a:pt x="25" y="30"/>
                  <a:pt x="27" y="30"/>
                </a:cubicBezTo>
                <a:close/>
                <a:moveTo>
                  <a:pt x="27" y="32"/>
                </a:moveTo>
                <a:cubicBezTo>
                  <a:pt x="27" y="32"/>
                  <a:pt x="27" y="32"/>
                  <a:pt x="27" y="32"/>
                </a:cubicBezTo>
                <a:cubicBezTo>
                  <a:pt x="26" y="32"/>
                  <a:pt x="26" y="33"/>
                  <a:pt x="26" y="34"/>
                </a:cubicBezTo>
                <a:cubicBezTo>
                  <a:pt x="26" y="34"/>
                  <a:pt x="26" y="35"/>
                  <a:pt x="27" y="35"/>
                </a:cubicBezTo>
                <a:cubicBezTo>
                  <a:pt x="28" y="35"/>
                  <a:pt x="29" y="34"/>
                  <a:pt x="29" y="34"/>
                </a:cubicBezTo>
                <a:cubicBezTo>
                  <a:pt x="29" y="33"/>
                  <a:pt x="28" y="32"/>
                  <a:pt x="27" y="3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90" name="Freeform 224">
            <a:extLst>
              <a:ext uri="{FF2B5EF4-FFF2-40B4-BE49-F238E27FC236}">
                <a16:creationId xmlns:a16="http://schemas.microsoft.com/office/drawing/2014/main" id="{8B879CCA-BA64-7AF4-A6CD-E3E3F54B6EAD}"/>
              </a:ext>
            </a:extLst>
          </p:cNvPr>
          <p:cNvSpPr>
            <a:spLocks noEditPoints="1"/>
          </p:cNvSpPr>
          <p:nvPr/>
        </p:nvSpPr>
        <p:spPr bwMode="auto">
          <a:xfrm>
            <a:off x="6575885" y="4329032"/>
            <a:ext cx="186267" cy="220133"/>
          </a:xfrm>
          <a:custGeom>
            <a:avLst/>
            <a:gdLst>
              <a:gd name="T0" fmla="*/ 47625 w 44"/>
              <a:gd name="T1" fmla="*/ 69850 h 52"/>
              <a:gd name="T2" fmla="*/ 104775 w 44"/>
              <a:gd name="T3" fmla="*/ 66675 h 52"/>
              <a:gd name="T4" fmla="*/ 104775 w 44"/>
              <a:gd name="T5" fmla="*/ 73025 h 52"/>
              <a:gd name="T6" fmla="*/ 34925 w 44"/>
              <a:gd name="T7" fmla="*/ 117475 h 52"/>
              <a:gd name="T8" fmla="*/ 38100 w 44"/>
              <a:gd name="T9" fmla="*/ 123825 h 52"/>
              <a:gd name="T10" fmla="*/ 28575 w 44"/>
              <a:gd name="T11" fmla="*/ 123825 h 52"/>
              <a:gd name="T12" fmla="*/ 34925 w 44"/>
              <a:gd name="T13" fmla="*/ 88900 h 52"/>
              <a:gd name="T14" fmla="*/ 38100 w 44"/>
              <a:gd name="T15" fmla="*/ 95250 h 52"/>
              <a:gd name="T16" fmla="*/ 28575 w 44"/>
              <a:gd name="T17" fmla="*/ 95250 h 52"/>
              <a:gd name="T18" fmla="*/ 34925 w 44"/>
              <a:gd name="T19" fmla="*/ 63500 h 52"/>
              <a:gd name="T20" fmla="*/ 38100 w 44"/>
              <a:gd name="T21" fmla="*/ 69850 h 52"/>
              <a:gd name="T22" fmla="*/ 28575 w 44"/>
              <a:gd name="T23" fmla="*/ 69850 h 52"/>
              <a:gd name="T24" fmla="*/ 69850 w 44"/>
              <a:gd name="T25" fmla="*/ 0 h 52"/>
              <a:gd name="T26" fmla="*/ 85725 w 44"/>
              <a:gd name="T27" fmla="*/ 6350 h 52"/>
              <a:gd name="T28" fmla="*/ 111125 w 44"/>
              <a:gd name="T29" fmla="*/ 19050 h 52"/>
              <a:gd name="T30" fmla="*/ 117475 w 44"/>
              <a:gd name="T31" fmla="*/ 22225 h 52"/>
              <a:gd name="T32" fmla="*/ 133350 w 44"/>
              <a:gd name="T33" fmla="*/ 25400 h 52"/>
              <a:gd name="T34" fmla="*/ 139700 w 44"/>
              <a:gd name="T35" fmla="*/ 31750 h 52"/>
              <a:gd name="T36" fmla="*/ 133350 w 44"/>
              <a:gd name="T37" fmla="*/ 165100 h 52"/>
              <a:gd name="T38" fmla="*/ 6350 w 44"/>
              <a:gd name="T39" fmla="*/ 165100 h 52"/>
              <a:gd name="T40" fmla="*/ 0 w 44"/>
              <a:gd name="T41" fmla="*/ 158750 h 52"/>
              <a:gd name="T42" fmla="*/ 6350 w 44"/>
              <a:gd name="T43" fmla="*/ 25400 h 52"/>
              <a:gd name="T44" fmla="*/ 22225 w 44"/>
              <a:gd name="T45" fmla="*/ 25400 h 52"/>
              <a:gd name="T46" fmla="*/ 25400 w 44"/>
              <a:gd name="T47" fmla="*/ 19050 h 52"/>
              <a:gd name="T48" fmla="*/ 44450 w 44"/>
              <a:gd name="T49" fmla="*/ 19050 h 52"/>
              <a:gd name="T50" fmla="*/ 69850 w 44"/>
              <a:gd name="T51" fmla="*/ 0 h 52"/>
              <a:gd name="T52" fmla="*/ 85725 w 44"/>
              <a:gd name="T53" fmla="*/ 19050 h 52"/>
              <a:gd name="T54" fmla="*/ 69850 w 44"/>
              <a:gd name="T55" fmla="*/ 6350 h 52"/>
              <a:gd name="T56" fmla="*/ 53975 w 44"/>
              <a:gd name="T57" fmla="*/ 19050 h 52"/>
              <a:gd name="T58" fmla="*/ 85725 w 44"/>
              <a:gd name="T59" fmla="*/ 19050 h 52"/>
              <a:gd name="T60" fmla="*/ 117475 w 44"/>
              <a:gd name="T61" fmla="*/ 38100 h 52"/>
              <a:gd name="T62" fmla="*/ 111125 w 44"/>
              <a:gd name="T63" fmla="*/ 44450 h 52"/>
              <a:gd name="T64" fmla="*/ 69850 w 44"/>
              <a:gd name="T65" fmla="*/ 44450 h 52"/>
              <a:gd name="T66" fmla="*/ 22225 w 44"/>
              <a:gd name="T67" fmla="*/ 41275 h 52"/>
              <a:gd name="T68" fmla="*/ 22225 w 44"/>
              <a:gd name="T69" fmla="*/ 38100 h 52"/>
              <a:gd name="T70" fmla="*/ 12700 w 44"/>
              <a:gd name="T71" fmla="*/ 152400 h 52"/>
              <a:gd name="T72" fmla="*/ 127000 w 44"/>
              <a:gd name="T73" fmla="*/ 38100 h 52"/>
              <a:gd name="T74" fmla="*/ 69850 w 44"/>
              <a:gd name="T75" fmla="*/ 25400 h 52"/>
              <a:gd name="T76" fmla="*/ 28575 w 44"/>
              <a:gd name="T77" fmla="*/ 25400 h 52"/>
              <a:gd name="T78" fmla="*/ 28575 w 44"/>
              <a:gd name="T79" fmla="*/ 38100 h 52"/>
              <a:gd name="T80" fmla="*/ 107950 w 44"/>
              <a:gd name="T81" fmla="*/ 38100 h 52"/>
              <a:gd name="T82" fmla="*/ 107950 w 44"/>
              <a:gd name="T83" fmla="*/ 25400 h 52"/>
              <a:gd name="T84" fmla="*/ 50800 w 44"/>
              <a:gd name="T85" fmla="*/ 127000 h 52"/>
              <a:gd name="T86" fmla="*/ 47625 w 44"/>
              <a:gd name="T87" fmla="*/ 123825 h 52"/>
              <a:gd name="T88" fmla="*/ 104775 w 44"/>
              <a:gd name="T89" fmla="*/ 117475 h 52"/>
              <a:gd name="T90" fmla="*/ 104775 w 44"/>
              <a:gd name="T91" fmla="*/ 127000 h 52"/>
              <a:gd name="T92" fmla="*/ 50800 w 44"/>
              <a:gd name="T93" fmla="*/ 101600 h 52"/>
              <a:gd name="T94" fmla="*/ 47625 w 44"/>
              <a:gd name="T95" fmla="*/ 95250 h 52"/>
              <a:gd name="T96" fmla="*/ 104775 w 44"/>
              <a:gd name="T97" fmla="*/ 92075 h 52"/>
              <a:gd name="T98" fmla="*/ 104775 w 44"/>
              <a:gd name="T99" fmla="*/ 101600 h 52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4" h="52">
                <a:moveTo>
                  <a:pt x="16" y="23"/>
                </a:moveTo>
                <a:cubicBezTo>
                  <a:pt x="16" y="23"/>
                  <a:pt x="15" y="23"/>
                  <a:pt x="15" y="22"/>
                </a:cubicBezTo>
                <a:cubicBezTo>
                  <a:pt x="15" y="22"/>
                  <a:pt x="16" y="21"/>
                  <a:pt x="16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4" y="21"/>
                  <a:pt x="34" y="22"/>
                  <a:pt x="34" y="22"/>
                </a:cubicBezTo>
                <a:cubicBezTo>
                  <a:pt x="34" y="23"/>
                  <a:pt x="34" y="23"/>
                  <a:pt x="33" y="23"/>
                </a:cubicBezTo>
                <a:cubicBezTo>
                  <a:pt x="16" y="23"/>
                  <a:pt x="16" y="23"/>
                  <a:pt x="16" y="23"/>
                </a:cubicBezTo>
                <a:close/>
                <a:moveTo>
                  <a:pt x="11" y="37"/>
                </a:moveTo>
                <a:cubicBezTo>
                  <a:pt x="11" y="37"/>
                  <a:pt x="11" y="37"/>
                  <a:pt x="11" y="37"/>
                </a:cubicBezTo>
                <a:cubicBezTo>
                  <a:pt x="12" y="37"/>
                  <a:pt x="12" y="38"/>
                  <a:pt x="12" y="39"/>
                </a:cubicBezTo>
                <a:cubicBezTo>
                  <a:pt x="12" y="40"/>
                  <a:pt x="12" y="40"/>
                  <a:pt x="11" y="40"/>
                </a:cubicBezTo>
                <a:cubicBezTo>
                  <a:pt x="9" y="40"/>
                  <a:pt x="9" y="40"/>
                  <a:pt x="9" y="39"/>
                </a:cubicBezTo>
                <a:cubicBezTo>
                  <a:pt x="9" y="38"/>
                  <a:pt x="9" y="37"/>
                  <a:pt x="11" y="37"/>
                </a:cubicBezTo>
                <a:close/>
                <a:moveTo>
                  <a:pt x="11" y="28"/>
                </a:moveTo>
                <a:cubicBezTo>
                  <a:pt x="11" y="28"/>
                  <a:pt x="11" y="28"/>
                  <a:pt x="11" y="28"/>
                </a:cubicBezTo>
                <a:cubicBezTo>
                  <a:pt x="12" y="28"/>
                  <a:pt x="12" y="29"/>
                  <a:pt x="12" y="30"/>
                </a:cubicBezTo>
                <a:cubicBezTo>
                  <a:pt x="12" y="31"/>
                  <a:pt x="12" y="32"/>
                  <a:pt x="11" y="32"/>
                </a:cubicBezTo>
                <a:cubicBezTo>
                  <a:pt x="9" y="32"/>
                  <a:pt x="9" y="31"/>
                  <a:pt x="9" y="30"/>
                </a:cubicBezTo>
                <a:cubicBezTo>
                  <a:pt x="9" y="29"/>
                  <a:pt x="9" y="28"/>
                  <a:pt x="11" y="28"/>
                </a:cubicBezTo>
                <a:close/>
                <a:moveTo>
                  <a:pt x="11" y="20"/>
                </a:moveTo>
                <a:cubicBezTo>
                  <a:pt x="11" y="20"/>
                  <a:pt x="11" y="20"/>
                  <a:pt x="11" y="20"/>
                </a:cubicBezTo>
                <a:cubicBezTo>
                  <a:pt x="12" y="20"/>
                  <a:pt x="12" y="21"/>
                  <a:pt x="12" y="22"/>
                </a:cubicBezTo>
                <a:cubicBezTo>
                  <a:pt x="12" y="23"/>
                  <a:pt x="12" y="24"/>
                  <a:pt x="11" y="24"/>
                </a:cubicBezTo>
                <a:cubicBezTo>
                  <a:pt x="9" y="24"/>
                  <a:pt x="9" y="23"/>
                  <a:pt x="9" y="22"/>
                </a:cubicBezTo>
                <a:cubicBezTo>
                  <a:pt x="9" y="21"/>
                  <a:pt x="9" y="20"/>
                  <a:pt x="11" y="20"/>
                </a:cubicBezTo>
                <a:close/>
                <a:moveTo>
                  <a:pt x="22" y="0"/>
                </a:moveTo>
                <a:cubicBezTo>
                  <a:pt x="22" y="0"/>
                  <a:pt x="22" y="0"/>
                  <a:pt x="22" y="0"/>
                </a:cubicBezTo>
                <a:cubicBezTo>
                  <a:pt x="24" y="0"/>
                  <a:pt x="26" y="1"/>
                  <a:pt x="27" y="2"/>
                </a:cubicBezTo>
                <a:cubicBezTo>
                  <a:pt x="28" y="3"/>
                  <a:pt x="29" y="5"/>
                  <a:pt x="29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6" y="6"/>
                  <a:pt x="37" y="6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8"/>
                  <a:pt x="37" y="8"/>
                  <a:pt x="37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8"/>
                  <a:pt x="44" y="9"/>
                  <a:pt x="44" y="10"/>
                </a:cubicBezTo>
                <a:cubicBezTo>
                  <a:pt x="44" y="10"/>
                  <a:pt x="44" y="10"/>
                  <a:pt x="44" y="10"/>
                </a:cubicBezTo>
                <a:cubicBezTo>
                  <a:pt x="44" y="50"/>
                  <a:pt x="44" y="50"/>
                  <a:pt x="44" y="50"/>
                </a:cubicBezTo>
                <a:cubicBezTo>
                  <a:pt x="44" y="51"/>
                  <a:pt x="43" y="52"/>
                  <a:pt x="42" y="52"/>
                </a:cubicBezTo>
                <a:cubicBezTo>
                  <a:pt x="42" y="52"/>
                  <a:pt x="42" y="52"/>
                  <a:pt x="42" y="52"/>
                </a:cubicBezTo>
                <a:cubicBezTo>
                  <a:pt x="2" y="52"/>
                  <a:pt x="2" y="52"/>
                  <a:pt x="2" y="52"/>
                </a:cubicBezTo>
                <a:cubicBezTo>
                  <a:pt x="1" y="52"/>
                  <a:pt x="0" y="51"/>
                  <a:pt x="0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1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7"/>
                  <a:pt x="7" y="7"/>
                  <a:pt x="7" y="7"/>
                </a:cubicBezTo>
                <a:cubicBezTo>
                  <a:pt x="7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5" y="5"/>
                  <a:pt x="15" y="3"/>
                  <a:pt x="16" y="2"/>
                </a:cubicBezTo>
                <a:cubicBezTo>
                  <a:pt x="18" y="1"/>
                  <a:pt x="20" y="0"/>
                  <a:pt x="22" y="0"/>
                </a:cubicBezTo>
                <a:close/>
                <a:moveTo>
                  <a:pt x="27" y="6"/>
                </a:moveTo>
                <a:cubicBezTo>
                  <a:pt x="27" y="6"/>
                  <a:pt x="27" y="6"/>
                  <a:pt x="27" y="6"/>
                </a:cubicBezTo>
                <a:cubicBezTo>
                  <a:pt x="27" y="5"/>
                  <a:pt x="26" y="5"/>
                  <a:pt x="26" y="4"/>
                </a:cubicBezTo>
                <a:cubicBezTo>
                  <a:pt x="25" y="3"/>
                  <a:pt x="23" y="2"/>
                  <a:pt x="22" y="2"/>
                </a:cubicBezTo>
                <a:cubicBezTo>
                  <a:pt x="20" y="2"/>
                  <a:pt x="19" y="3"/>
                  <a:pt x="18" y="4"/>
                </a:cubicBezTo>
                <a:cubicBezTo>
                  <a:pt x="18" y="5"/>
                  <a:pt x="17" y="5"/>
                  <a:pt x="17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7" y="6"/>
                  <a:pt x="27" y="6"/>
                  <a:pt x="27" y="6"/>
                </a:cubicBezTo>
                <a:close/>
                <a:moveTo>
                  <a:pt x="37" y="12"/>
                </a:moveTo>
                <a:cubicBezTo>
                  <a:pt x="37" y="12"/>
                  <a:pt x="37" y="12"/>
                  <a:pt x="37" y="12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4"/>
                  <a:pt x="36" y="14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7" y="14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2"/>
                  <a:pt x="7" y="12"/>
                  <a:pt x="7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48"/>
                  <a:pt x="4" y="48"/>
                  <a:pt x="4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12"/>
                  <a:pt x="40" y="12"/>
                  <a:pt x="40" y="12"/>
                </a:cubicBezTo>
                <a:cubicBezTo>
                  <a:pt x="37" y="12"/>
                  <a:pt x="37" y="12"/>
                  <a:pt x="37" y="12"/>
                </a:cubicBezTo>
                <a:close/>
                <a:moveTo>
                  <a:pt x="22" y="8"/>
                </a:moveTo>
                <a:cubicBezTo>
                  <a:pt x="22" y="8"/>
                  <a:pt x="22" y="8"/>
                  <a:pt x="22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2"/>
                  <a:pt x="9" y="12"/>
                  <a:pt x="9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8"/>
                  <a:pt x="34" y="8"/>
                  <a:pt x="34" y="8"/>
                </a:cubicBezTo>
                <a:cubicBezTo>
                  <a:pt x="22" y="8"/>
                  <a:pt x="22" y="8"/>
                  <a:pt x="22" y="8"/>
                </a:cubicBezTo>
                <a:close/>
                <a:moveTo>
                  <a:pt x="16" y="40"/>
                </a:moveTo>
                <a:cubicBezTo>
                  <a:pt x="16" y="40"/>
                  <a:pt x="16" y="40"/>
                  <a:pt x="16" y="40"/>
                </a:cubicBezTo>
                <a:cubicBezTo>
                  <a:pt x="16" y="40"/>
                  <a:pt x="15" y="39"/>
                  <a:pt x="15" y="39"/>
                </a:cubicBezTo>
                <a:cubicBezTo>
                  <a:pt x="15" y="38"/>
                  <a:pt x="16" y="37"/>
                  <a:pt x="16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4" y="37"/>
                  <a:pt x="34" y="38"/>
                  <a:pt x="34" y="39"/>
                </a:cubicBezTo>
                <a:cubicBezTo>
                  <a:pt x="34" y="39"/>
                  <a:pt x="34" y="40"/>
                  <a:pt x="33" y="40"/>
                </a:cubicBezTo>
                <a:cubicBezTo>
                  <a:pt x="16" y="40"/>
                  <a:pt x="16" y="40"/>
                  <a:pt x="16" y="40"/>
                </a:cubicBezTo>
                <a:close/>
                <a:moveTo>
                  <a:pt x="16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16" y="32"/>
                  <a:pt x="15" y="31"/>
                  <a:pt x="15" y="30"/>
                </a:cubicBezTo>
                <a:cubicBezTo>
                  <a:pt x="15" y="30"/>
                  <a:pt x="16" y="29"/>
                  <a:pt x="16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34" y="29"/>
                  <a:pt x="34" y="30"/>
                  <a:pt x="34" y="30"/>
                </a:cubicBezTo>
                <a:cubicBezTo>
                  <a:pt x="34" y="31"/>
                  <a:pt x="34" y="32"/>
                  <a:pt x="33" y="32"/>
                </a:cubicBezTo>
                <a:cubicBezTo>
                  <a:pt x="16" y="32"/>
                  <a:pt x="16" y="32"/>
                  <a:pt x="16" y="3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91" name="Freeform 225">
            <a:extLst>
              <a:ext uri="{FF2B5EF4-FFF2-40B4-BE49-F238E27FC236}">
                <a16:creationId xmlns:a16="http://schemas.microsoft.com/office/drawing/2014/main" id="{923C03D5-B379-5286-DE9A-864805595BBB}"/>
              </a:ext>
            </a:extLst>
          </p:cNvPr>
          <p:cNvSpPr>
            <a:spLocks noEditPoints="1"/>
          </p:cNvSpPr>
          <p:nvPr/>
        </p:nvSpPr>
        <p:spPr bwMode="auto">
          <a:xfrm>
            <a:off x="11033585" y="4329032"/>
            <a:ext cx="184149" cy="220133"/>
          </a:xfrm>
          <a:custGeom>
            <a:avLst/>
            <a:gdLst>
              <a:gd name="T0" fmla="*/ 86721 w 43"/>
              <a:gd name="T1" fmla="*/ 6350 h 52"/>
              <a:gd name="T2" fmla="*/ 112417 w 43"/>
              <a:gd name="T3" fmla="*/ 19050 h 52"/>
              <a:gd name="T4" fmla="*/ 115629 w 43"/>
              <a:gd name="T5" fmla="*/ 22225 h 52"/>
              <a:gd name="T6" fmla="*/ 134900 w 43"/>
              <a:gd name="T7" fmla="*/ 25400 h 52"/>
              <a:gd name="T8" fmla="*/ 138112 w 43"/>
              <a:gd name="T9" fmla="*/ 31750 h 52"/>
              <a:gd name="T10" fmla="*/ 134900 w 43"/>
              <a:gd name="T11" fmla="*/ 165100 h 52"/>
              <a:gd name="T12" fmla="*/ 3212 w 43"/>
              <a:gd name="T13" fmla="*/ 165100 h 52"/>
              <a:gd name="T14" fmla="*/ 0 w 43"/>
              <a:gd name="T15" fmla="*/ 158750 h 52"/>
              <a:gd name="T16" fmla="*/ 3212 w 43"/>
              <a:gd name="T17" fmla="*/ 25400 h 52"/>
              <a:gd name="T18" fmla="*/ 22483 w 43"/>
              <a:gd name="T19" fmla="*/ 25400 h 52"/>
              <a:gd name="T20" fmla="*/ 25695 w 43"/>
              <a:gd name="T21" fmla="*/ 19050 h 52"/>
              <a:gd name="T22" fmla="*/ 44967 w 43"/>
              <a:gd name="T23" fmla="*/ 19050 h 52"/>
              <a:gd name="T24" fmla="*/ 67450 w 43"/>
              <a:gd name="T25" fmla="*/ 0 h 52"/>
              <a:gd name="T26" fmla="*/ 96357 w 43"/>
              <a:gd name="T27" fmla="*/ 69850 h 52"/>
              <a:gd name="T28" fmla="*/ 105993 w 43"/>
              <a:gd name="T29" fmla="*/ 79375 h 52"/>
              <a:gd name="T30" fmla="*/ 54602 w 43"/>
              <a:gd name="T31" fmla="*/ 120650 h 52"/>
              <a:gd name="T32" fmla="*/ 32119 w 43"/>
              <a:gd name="T33" fmla="*/ 98425 h 52"/>
              <a:gd name="T34" fmla="*/ 41755 w 43"/>
              <a:gd name="T35" fmla="*/ 92075 h 52"/>
              <a:gd name="T36" fmla="*/ 96357 w 43"/>
              <a:gd name="T37" fmla="*/ 69850 h 52"/>
              <a:gd name="T38" fmla="*/ 83510 w 43"/>
              <a:gd name="T39" fmla="*/ 19050 h 52"/>
              <a:gd name="T40" fmla="*/ 67450 w 43"/>
              <a:gd name="T41" fmla="*/ 6350 h 52"/>
              <a:gd name="T42" fmla="*/ 54602 w 43"/>
              <a:gd name="T43" fmla="*/ 19050 h 52"/>
              <a:gd name="T44" fmla="*/ 83510 w 43"/>
              <a:gd name="T45" fmla="*/ 19050 h 52"/>
              <a:gd name="T46" fmla="*/ 115629 w 43"/>
              <a:gd name="T47" fmla="*/ 38100 h 52"/>
              <a:gd name="T48" fmla="*/ 112417 w 43"/>
              <a:gd name="T49" fmla="*/ 44450 h 52"/>
              <a:gd name="T50" fmla="*/ 67450 w 43"/>
              <a:gd name="T51" fmla="*/ 44450 h 52"/>
              <a:gd name="T52" fmla="*/ 22483 w 43"/>
              <a:gd name="T53" fmla="*/ 41275 h 52"/>
              <a:gd name="T54" fmla="*/ 22483 w 43"/>
              <a:gd name="T55" fmla="*/ 38100 h 52"/>
              <a:gd name="T56" fmla="*/ 9636 w 43"/>
              <a:gd name="T57" fmla="*/ 152400 h 52"/>
              <a:gd name="T58" fmla="*/ 128476 w 43"/>
              <a:gd name="T59" fmla="*/ 38100 h 52"/>
              <a:gd name="T60" fmla="*/ 67450 w 43"/>
              <a:gd name="T61" fmla="*/ 25400 h 52"/>
              <a:gd name="T62" fmla="*/ 28907 w 43"/>
              <a:gd name="T63" fmla="*/ 25400 h 52"/>
              <a:gd name="T64" fmla="*/ 28907 w 43"/>
              <a:gd name="T65" fmla="*/ 38100 h 52"/>
              <a:gd name="T66" fmla="*/ 109205 w 43"/>
              <a:gd name="T67" fmla="*/ 38100 h 52"/>
              <a:gd name="T68" fmla="*/ 109205 w 43"/>
              <a:gd name="T69" fmla="*/ 25400 h 5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3" h="52">
                <a:moveTo>
                  <a:pt x="21" y="0"/>
                </a:moveTo>
                <a:cubicBezTo>
                  <a:pt x="24" y="0"/>
                  <a:pt x="25" y="1"/>
                  <a:pt x="27" y="2"/>
                </a:cubicBezTo>
                <a:cubicBezTo>
                  <a:pt x="28" y="3"/>
                  <a:pt x="29" y="5"/>
                  <a:pt x="29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6" y="6"/>
                  <a:pt x="36" y="6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6" y="8"/>
                  <a:pt x="36" y="8"/>
                  <a:pt x="36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8"/>
                  <a:pt x="43" y="9"/>
                  <a:pt x="43" y="10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50"/>
                  <a:pt x="43" y="50"/>
                  <a:pt x="43" y="50"/>
                </a:cubicBezTo>
                <a:cubicBezTo>
                  <a:pt x="43" y="51"/>
                  <a:pt x="43" y="52"/>
                  <a:pt x="42" y="52"/>
                </a:cubicBezTo>
                <a:cubicBezTo>
                  <a:pt x="41" y="52"/>
                  <a:pt x="41" y="52"/>
                  <a:pt x="41" y="52"/>
                </a:cubicBezTo>
                <a:cubicBezTo>
                  <a:pt x="1" y="52"/>
                  <a:pt x="1" y="52"/>
                  <a:pt x="1" y="52"/>
                </a:cubicBezTo>
                <a:cubicBezTo>
                  <a:pt x="0" y="52"/>
                  <a:pt x="0" y="51"/>
                  <a:pt x="0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0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7"/>
                  <a:pt x="7" y="7"/>
                  <a:pt x="7" y="7"/>
                </a:cubicBezTo>
                <a:cubicBezTo>
                  <a:pt x="7" y="6"/>
                  <a:pt x="7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5"/>
                  <a:pt x="15" y="3"/>
                  <a:pt x="16" y="2"/>
                </a:cubicBezTo>
                <a:cubicBezTo>
                  <a:pt x="17" y="1"/>
                  <a:pt x="19" y="0"/>
                  <a:pt x="21" y="0"/>
                </a:cubicBezTo>
                <a:close/>
                <a:moveTo>
                  <a:pt x="30" y="22"/>
                </a:moveTo>
                <a:cubicBezTo>
                  <a:pt x="30" y="22"/>
                  <a:pt x="30" y="22"/>
                  <a:pt x="30" y="22"/>
                </a:cubicBezTo>
                <a:cubicBezTo>
                  <a:pt x="31" y="21"/>
                  <a:pt x="32" y="21"/>
                  <a:pt x="33" y="22"/>
                </a:cubicBezTo>
                <a:cubicBezTo>
                  <a:pt x="33" y="23"/>
                  <a:pt x="33" y="24"/>
                  <a:pt x="33" y="25"/>
                </a:cubicBezTo>
                <a:cubicBezTo>
                  <a:pt x="20" y="38"/>
                  <a:pt x="20" y="38"/>
                  <a:pt x="20" y="38"/>
                </a:cubicBezTo>
                <a:cubicBezTo>
                  <a:pt x="19" y="39"/>
                  <a:pt x="18" y="39"/>
                  <a:pt x="17" y="38"/>
                </a:cubicBezTo>
                <a:cubicBezTo>
                  <a:pt x="17" y="38"/>
                  <a:pt x="17" y="38"/>
                  <a:pt x="17" y="38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31"/>
                  <a:pt x="10" y="29"/>
                  <a:pt x="10" y="29"/>
                </a:cubicBezTo>
                <a:cubicBezTo>
                  <a:pt x="11" y="28"/>
                  <a:pt x="12" y="28"/>
                  <a:pt x="13" y="29"/>
                </a:cubicBezTo>
                <a:cubicBezTo>
                  <a:pt x="18" y="34"/>
                  <a:pt x="18" y="34"/>
                  <a:pt x="18" y="34"/>
                </a:cubicBezTo>
                <a:cubicBezTo>
                  <a:pt x="30" y="22"/>
                  <a:pt x="30" y="22"/>
                  <a:pt x="30" y="22"/>
                </a:cubicBezTo>
                <a:close/>
                <a:moveTo>
                  <a:pt x="26" y="6"/>
                </a:moveTo>
                <a:cubicBezTo>
                  <a:pt x="26" y="6"/>
                  <a:pt x="26" y="6"/>
                  <a:pt x="26" y="6"/>
                </a:cubicBezTo>
                <a:cubicBezTo>
                  <a:pt x="26" y="5"/>
                  <a:pt x="26" y="5"/>
                  <a:pt x="25" y="4"/>
                </a:cubicBezTo>
                <a:cubicBezTo>
                  <a:pt x="24" y="3"/>
                  <a:pt x="23" y="2"/>
                  <a:pt x="21" y="2"/>
                </a:cubicBezTo>
                <a:cubicBezTo>
                  <a:pt x="20" y="2"/>
                  <a:pt x="19" y="3"/>
                  <a:pt x="18" y="4"/>
                </a:cubicBezTo>
                <a:cubicBezTo>
                  <a:pt x="17" y="5"/>
                  <a:pt x="17" y="5"/>
                  <a:pt x="17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6" y="6"/>
                  <a:pt x="26" y="6"/>
                  <a:pt x="26" y="6"/>
                </a:cubicBezTo>
                <a:close/>
                <a:moveTo>
                  <a:pt x="36" y="12"/>
                </a:moveTo>
                <a:cubicBezTo>
                  <a:pt x="36" y="12"/>
                  <a:pt x="36" y="12"/>
                  <a:pt x="36" y="12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4"/>
                  <a:pt x="36" y="14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7" y="14"/>
                  <a:pt x="7" y="14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2"/>
                  <a:pt x="7" y="12"/>
                  <a:pt x="7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48"/>
                  <a:pt x="3" y="48"/>
                  <a:pt x="3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12"/>
                  <a:pt x="40" y="12"/>
                  <a:pt x="40" y="12"/>
                </a:cubicBezTo>
                <a:cubicBezTo>
                  <a:pt x="36" y="12"/>
                  <a:pt x="36" y="12"/>
                  <a:pt x="36" y="12"/>
                </a:cubicBezTo>
                <a:close/>
                <a:moveTo>
                  <a:pt x="21" y="8"/>
                </a:moveTo>
                <a:cubicBezTo>
                  <a:pt x="21" y="8"/>
                  <a:pt x="21" y="8"/>
                  <a:pt x="21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2"/>
                  <a:pt x="9" y="12"/>
                  <a:pt x="9" y="12"/>
                </a:cubicBezTo>
                <a:cubicBezTo>
                  <a:pt x="21" y="12"/>
                  <a:pt x="21" y="12"/>
                  <a:pt x="21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8"/>
                  <a:pt x="34" y="8"/>
                  <a:pt x="34" y="8"/>
                </a:cubicBezTo>
                <a:cubicBezTo>
                  <a:pt x="21" y="8"/>
                  <a:pt x="21" y="8"/>
                  <a:pt x="21" y="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92" name="Freeform 226">
            <a:extLst>
              <a:ext uri="{FF2B5EF4-FFF2-40B4-BE49-F238E27FC236}">
                <a16:creationId xmlns:a16="http://schemas.microsoft.com/office/drawing/2014/main" id="{E7BD63C4-3B24-C6CB-A14A-9BB240FB1C7A}"/>
              </a:ext>
            </a:extLst>
          </p:cNvPr>
          <p:cNvSpPr>
            <a:spLocks noEditPoints="1"/>
          </p:cNvSpPr>
          <p:nvPr/>
        </p:nvSpPr>
        <p:spPr bwMode="auto">
          <a:xfrm>
            <a:off x="6184301" y="4337499"/>
            <a:ext cx="215900" cy="198967"/>
          </a:xfrm>
          <a:custGeom>
            <a:avLst/>
            <a:gdLst>
              <a:gd name="T0" fmla="*/ 98425 w 51"/>
              <a:gd name="T1" fmla="*/ 3175 h 47"/>
              <a:gd name="T2" fmla="*/ 114300 w 51"/>
              <a:gd name="T3" fmla="*/ 9525 h 47"/>
              <a:gd name="T4" fmla="*/ 158750 w 51"/>
              <a:gd name="T5" fmla="*/ 57150 h 47"/>
              <a:gd name="T6" fmla="*/ 161925 w 51"/>
              <a:gd name="T7" fmla="*/ 136525 h 47"/>
              <a:gd name="T8" fmla="*/ 44450 w 51"/>
              <a:gd name="T9" fmla="*/ 149225 h 47"/>
              <a:gd name="T10" fmla="*/ 31750 w 51"/>
              <a:gd name="T11" fmla="*/ 120650 h 47"/>
              <a:gd name="T12" fmla="*/ 6350 w 51"/>
              <a:gd name="T13" fmla="*/ 53975 h 47"/>
              <a:gd name="T14" fmla="*/ 136525 w 51"/>
              <a:gd name="T15" fmla="*/ 63500 h 47"/>
              <a:gd name="T16" fmla="*/ 44450 w 51"/>
              <a:gd name="T17" fmla="*/ 63500 h 47"/>
              <a:gd name="T18" fmla="*/ 44450 w 51"/>
              <a:gd name="T19" fmla="*/ 63500 h 47"/>
              <a:gd name="T20" fmla="*/ 44450 w 51"/>
              <a:gd name="T21" fmla="*/ 63500 h 47"/>
              <a:gd name="T22" fmla="*/ 44450 w 51"/>
              <a:gd name="T23" fmla="*/ 63500 h 47"/>
              <a:gd name="T24" fmla="*/ 44450 w 51"/>
              <a:gd name="T25" fmla="*/ 63500 h 47"/>
              <a:gd name="T26" fmla="*/ 44450 w 51"/>
              <a:gd name="T27" fmla="*/ 66675 h 47"/>
              <a:gd name="T28" fmla="*/ 44450 w 51"/>
              <a:gd name="T29" fmla="*/ 120650 h 47"/>
              <a:gd name="T30" fmla="*/ 149225 w 51"/>
              <a:gd name="T31" fmla="*/ 136525 h 47"/>
              <a:gd name="T32" fmla="*/ 149225 w 51"/>
              <a:gd name="T33" fmla="*/ 63500 h 47"/>
              <a:gd name="T34" fmla="*/ 50800 w 51"/>
              <a:gd name="T35" fmla="*/ 82550 h 47"/>
              <a:gd name="T36" fmla="*/ 79375 w 51"/>
              <a:gd name="T37" fmla="*/ 85725 h 47"/>
              <a:gd name="T38" fmla="*/ 76200 w 51"/>
              <a:gd name="T39" fmla="*/ 114300 h 47"/>
              <a:gd name="T40" fmla="*/ 47625 w 51"/>
              <a:gd name="T41" fmla="*/ 111125 h 47"/>
              <a:gd name="T42" fmla="*/ 50800 w 51"/>
              <a:gd name="T43" fmla="*/ 82550 h 47"/>
              <a:gd name="T44" fmla="*/ 57150 w 51"/>
              <a:gd name="T45" fmla="*/ 88900 h 47"/>
              <a:gd name="T46" fmla="*/ 73025 w 51"/>
              <a:gd name="T47" fmla="*/ 88900 h 47"/>
              <a:gd name="T48" fmla="*/ 50800 w 51"/>
              <a:gd name="T49" fmla="*/ 120650 h 47"/>
              <a:gd name="T50" fmla="*/ 50800 w 51"/>
              <a:gd name="T51" fmla="*/ 136525 h 47"/>
              <a:gd name="T52" fmla="*/ 82550 w 51"/>
              <a:gd name="T53" fmla="*/ 123825 h 47"/>
              <a:gd name="T54" fmla="*/ 88900 w 51"/>
              <a:gd name="T55" fmla="*/ 123825 h 47"/>
              <a:gd name="T56" fmla="*/ 82550 w 51"/>
              <a:gd name="T57" fmla="*/ 130175 h 47"/>
              <a:gd name="T58" fmla="*/ 117475 w 51"/>
              <a:gd name="T59" fmla="*/ 123825 h 47"/>
              <a:gd name="T60" fmla="*/ 123825 w 51"/>
              <a:gd name="T61" fmla="*/ 130175 h 47"/>
              <a:gd name="T62" fmla="*/ 117475 w 51"/>
              <a:gd name="T63" fmla="*/ 123825 h 47"/>
              <a:gd name="T64" fmla="*/ 63500 w 51"/>
              <a:gd name="T65" fmla="*/ 120650 h 47"/>
              <a:gd name="T66" fmla="*/ 63500 w 51"/>
              <a:gd name="T67" fmla="*/ 136525 h 47"/>
              <a:gd name="T68" fmla="*/ 92075 w 51"/>
              <a:gd name="T69" fmla="*/ 123825 h 47"/>
              <a:gd name="T70" fmla="*/ 101600 w 51"/>
              <a:gd name="T71" fmla="*/ 123825 h 47"/>
              <a:gd name="T72" fmla="*/ 92075 w 51"/>
              <a:gd name="T73" fmla="*/ 130175 h 47"/>
              <a:gd name="T74" fmla="*/ 127000 w 51"/>
              <a:gd name="T75" fmla="*/ 123825 h 47"/>
              <a:gd name="T76" fmla="*/ 136525 w 51"/>
              <a:gd name="T77" fmla="*/ 130175 h 47"/>
              <a:gd name="T78" fmla="*/ 127000 w 51"/>
              <a:gd name="T79" fmla="*/ 123825 h 47"/>
              <a:gd name="T80" fmla="*/ 73025 w 51"/>
              <a:gd name="T81" fmla="*/ 120650 h 47"/>
              <a:gd name="T82" fmla="*/ 73025 w 51"/>
              <a:gd name="T83" fmla="*/ 136525 h 47"/>
              <a:gd name="T84" fmla="*/ 104775 w 51"/>
              <a:gd name="T85" fmla="*/ 123825 h 47"/>
              <a:gd name="T86" fmla="*/ 111125 w 51"/>
              <a:gd name="T87" fmla="*/ 123825 h 47"/>
              <a:gd name="T88" fmla="*/ 104775 w 51"/>
              <a:gd name="T89" fmla="*/ 130175 h 47"/>
              <a:gd name="T90" fmla="*/ 139700 w 51"/>
              <a:gd name="T91" fmla="*/ 123825 h 47"/>
              <a:gd name="T92" fmla="*/ 146050 w 51"/>
              <a:gd name="T93" fmla="*/ 130175 h 47"/>
              <a:gd name="T94" fmla="*/ 139700 w 51"/>
              <a:gd name="T95" fmla="*/ 123825 h 47"/>
              <a:gd name="T96" fmla="*/ 104775 w 51"/>
              <a:gd name="T97" fmla="*/ 12700 h 47"/>
              <a:gd name="T98" fmla="*/ 104775 w 51"/>
              <a:gd name="T99" fmla="*/ 12700 h 47"/>
              <a:gd name="T100" fmla="*/ 12700 w 51"/>
              <a:gd name="T101" fmla="*/ 66675 h 47"/>
              <a:gd name="T102" fmla="*/ 12700 w 51"/>
              <a:gd name="T103" fmla="*/ 66675 h 47"/>
              <a:gd name="T104" fmla="*/ 31750 w 51"/>
              <a:gd name="T105" fmla="*/ 66675 h 47"/>
              <a:gd name="T106" fmla="*/ 104775 w 51"/>
              <a:gd name="T107" fmla="*/ 12700 h 47"/>
              <a:gd name="T108" fmla="*/ 12700 w 51"/>
              <a:gd name="T109" fmla="*/ 66675 h 47"/>
              <a:gd name="T110" fmla="*/ 12700 w 51"/>
              <a:gd name="T111" fmla="*/ 66675 h 47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1" h="47">
                <a:moveTo>
                  <a:pt x="2" y="17"/>
                </a:moveTo>
                <a:cubicBezTo>
                  <a:pt x="31" y="1"/>
                  <a:pt x="31" y="1"/>
                  <a:pt x="31" y="1"/>
                </a:cubicBezTo>
                <a:cubicBezTo>
                  <a:pt x="31" y="1"/>
                  <a:pt x="31" y="1"/>
                  <a:pt x="31" y="1"/>
                </a:cubicBezTo>
                <a:cubicBezTo>
                  <a:pt x="32" y="0"/>
                  <a:pt x="33" y="0"/>
                  <a:pt x="34" y="1"/>
                </a:cubicBezTo>
                <a:cubicBezTo>
                  <a:pt x="35" y="1"/>
                  <a:pt x="35" y="1"/>
                  <a:pt x="36" y="2"/>
                </a:cubicBezTo>
                <a:cubicBezTo>
                  <a:pt x="36" y="2"/>
                  <a:pt x="36" y="2"/>
                  <a:pt x="36" y="3"/>
                </a:cubicBezTo>
                <a:cubicBezTo>
                  <a:pt x="44" y="16"/>
                  <a:pt x="44" y="16"/>
                  <a:pt x="44" y="16"/>
                </a:cubicBezTo>
                <a:cubicBezTo>
                  <a:pt x="47" y="16"/>
                  <a:pt x="47" y="16"/>
                  <a:pt x="47" y="16"/>
                </a:cubicBezTo>
                <a:cubicBezTo>
                  <a:pt x="48" y="16"/>
                  <a:pt x="49" y="17"/>
                  <a:pt x="50" y="18"/>
                </a:cubicBezTo>
                <a:cubicBezTo>
                  <a:pt x="50" y="18"/>
                  <a:pt x="50" y="18"/>
                  <a:pt x="50" y="18"/>
                </a:cubicBezTo>
                <a:cubicBezTo>
                  <a:pt x="50" y="18"/>
                  <a:pt x="51" y="19"/>
                  <a:pt x="51" y="21"/>
                </a:cubicBezTo>
                <a:cubicBezTo>
                  <a:pt x="51" y="43"/>
                  <a:pt x="51" y="43"/>
                  <a:pt x="51" y="43"/>
                </a:cubicBezTo>
                <a:cubicBezTo>
                  <a:pt x="51" y="44"/>
                  <a:pt x="50" y="45"/>
                  <a:pt x="50" y="46"/>
                </a:cubicBezTo>
                <a:cubicBezTo>
                  <a:pt x="49" y="47"/>
                  <a:pt x="48" y="47"/>
                  <a:pt x="47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13" y="47"/>
                  <a:pt x="12" y="47"/>
                  <a:pt x="11" y="46"/>
                </a:cubicBezTo>
                <a:cubicBezTo>
                  <a:pt x="10" y="45"/>
                  <a:pt x="10" y="44"/>
                  <a:pt x="10" y="43"/>
                </a:cubicBezTo>
                <a:cubicBezTo>
                  <a:pt x="10" y="38"/>
                  <a:pt x="10" y="38"/>
                  <a:pt x="10" y="38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2"/>
                  <a:pt x="0" y="21"/>
                  <a:pt x="1" y="20"/>
                </a:cubicBezTo>
                <a:cubicBezTo>
                  <a:pt x="1" y="19"/>
                  <a:pt x="1" y="18"/>
                  <a:pt x="2" y="17"/>
                </a:cubicBezTo>
                <a:cubicBezTo>
                  <a:pt x="2" y="17"/>
                  <a:pt x="2" y="17"/>
                  <a:pt x="2" y="17"/>
                </a:cubicBezTo>
                <a:close/>
                <a:moveTo>
                  <a:pt x="43" y="20"/>
                </a:moveTo>
                <a:cubicBezTo>
                  <a:pt x="43" y="20"/>
                  <a:pt x="43" y="20"/>
                  <a:pt x="43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43"/>
                  <a:pt x="14" y="43"/>
                  <a:pt x="14" y="43"/>
                </a:cubicBezTo>
                <a:cubicBezTo>
                  <a:pt x="14" y="43"/>
                  <a:pt x="14" y="43"/>
                  <a:pt x="14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21"/>
                  <a:pt x="47" y="21"/>
                  <a:pt x="47" y="21"/>
                </a:cubicBezTo>
                <a:cubicBezTo>
                  <a:pt x="47" y="20"/>
                  <a:pt x="47" y="20"/>
                  <a:pt x="47" y="20"/>
                </a:cubicBezTo>
                <a:cubicBezTo>
                  <a:pt x="43" y="20"/>
                  <a:pt x="43" y="20"/>
                  <a:pt x="43" y="20"/>
                </a:cubicBezTo>
                <a:close/>
                <a:moveTo>
                  <a:pt x="16" y="26"/>
                </a:moveTo>
                <a:cubicBezTo>
                  <a:pt x="16" y="26"/>
                  <a:pt x="16" y="26"/>
                  <a:pt x="16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5" y="27"/>
                  <a:pt x="25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4" y="36"/>
                  <a:pt x="24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6" y="26"/>
                  <a:pt x="16" y="26"/>
                </a:cubicBezTo>
                <a:close/>
                <a:moveTo>
                  <a:pt x="23" y="28"/>
                </a:moveTo>
                <a:cubicBezTo>
                  <a:pt x="23" y="28"/>
                  <a:pt x="23" y="28"/>
                  <a:pt x="23" y="28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34"/>
                  <a:pt x="18" y="34"/>
                  <a:pt x="18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23" y="28"/>
                  <a:pt x="23" y="28"/>
                  <a:pt x="23" y="28"/>
                </a:cubicBezTo>
                <a:close/>
                <a:moveTo>
                  <a:pt x="15" y="39"/>
                </a:moveTo>
                <a:cubicBezTo>
                  <a:pt x="15" y="39"/>
                  <a:pt x="15" y="39"/>
                  <a:pt x="15" y="39"/>
                </a:cubicBezTo>
                <a:cubicBezTo>
                  <a:pt x="15" y="39"/>
                  <a:pt x="16" y="38"/>
                  <a:pt x="16" y="38"/>
                </a:cubicBezTo>
                <a:cubicBezTo>
                  <a:pt x="17" y="38"/>
                  <a:pt x="18" y="39"/>
                  <a:pt x="18" y="39"/>
                </a:cubicBezTo>
                <a:cubicBezTo>
                  <a:pt x="18" y="41"/>
                  <a:pt x="18" y="41"/>
                  <a:pt x="18" y="41"/>
                </a:cubicBezTo>
                <a:cubicBezTo>
                  <a:pt x="18" y="42"/>
                  <a:pt x="17" y="43"/>
                  <a:pt x="16" y="43"/>
                </a:cubicBezTo>
                <a:cubicBezTo>
                  <a:pt x="16" y="43"/>
                  <a:pt x="15" y="42"/>
                  <a:pt x="15" y="41"/>
                </a:cubicBezTo>
                <a:cubicBezTo>
                  <a:pt x="15" y="39"/>
                  <a:pt x="15" y="39"/>
                  <a:pt x="15" y="39"/>
                </a:cubicBezTo>
                <a:close/>
                <a:moveTo>
                  <a:pt x="26" y="39"/>
                </a:moveTo>
                <a:cubicBezTo>
                  <a:pt x="26" y="39"/>
                  <a:pt x="26" y="39"/>
                  <a:pt x="26" y="39"/>
                </a:cubicBezTo>
                <a:cubicBezTo>
                  <a:pt x="26" y="39"/>
                  <a:pt x="27" y="38"/>
                  <a:pt x="27" y="38"/>
                </a:cubicBezTo>
                <a:cubicBezTo>
                  <a:pt x="28" y="38"/>
                  <a:pt x="28" y="39"/>
                  <a:pt x="28" y="39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2"/>
                  <a:pt x="28" y="43"/>
                  <a:pt x="27" y="43"/>
                </a:cubicBezTo>
                <a:cubicBezTo>
                  <a:pt x="27" y="43"/>
                  <a:pt x="26" y="42"/>
                  <a:pt x="26" y="41"/>
                </a:cubicBezTo>
                <a:cubicBezTo>
                  <a:pt x="26" y="39"/>
                  <a:pt x="26" y="39"/>
                  <a:pt x="26" y="39"/>
                </a:cubicBezTo>
                <a:close/>
                <a:moveTo>
                  <a:pt x="37" y="39"/>
                </a:moveTo>
                <a:cubicBezTo>
                  <a:pt x="37" y="39"/>
                  <a:pt x="37" y="39"/>
                  <a:pt x="37" y="39"/>
                </a:cubicBezTo>
                <a:cubicBezTo>
                  <a:pt x="37" y="39"/>
                  <a:pt x="38" y="38"/>
                  <a:pt x="38" y="38"/>
                </a:cubicBezTo>
                <a:cubicBezTo>
                  <a:pt x="39" y="38"/>
                  <a:pt x="39" y="39"/>
                  <a:pt x="39" y="39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2"/>
                  <a:pt x="39" y="43"/>
                  <a:pt x="38" y="43"/>
                </a:cubicBezTo>
                <a:cubicBezTo>
                  <a:pt x="38" y="43"/>
                  <a:pt x="37" y="42"/>
                  <a:pt x="37" y="41"/>
                </a:cubicBezTo>
                <a:cubicBezTo>
                  <a:pt x="37" y="39"/>
                  <a:pt x="37" y="39"/>
                  <a:pt x="37" y="39"/>
                </a:cubicBezTo>
                <a:close/>
                <a:moveTo>
                  <a:pt x="18" y="39"/>
                </a:moveTo>
                <a:cubicBezTo>
                  <a:pt x="18" y="39"/>
                  <a:pt x="18" y="39"/>
                  <a:pt x="18" y="39"/>
                </a:cubicBezTo>
                <a:cubicBezTo>
                  <a:pt x="18" y="39"/>
                  <a:pt x="19" y="38"/>
                  <a:pt x="20" y="38"/>
                </a:cubicBezTo>
                <a:cubicBezTo>
                  <a:pt x="20" y="38"/>
                  <a:pt x="21" y="39"/>
                  <a:pt x="21" y="39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2"/>
                  <a:pt x="20" y="43"/>
                  <a:pt x="20" y="43"/>
                </a:cubicBezTo>
                <a:cubicBezTo>
                  <a:pt x="19" y="43"/>
                  <a:pt x="18" y="42"/>
                  <a:pt x="18" y="41"/>
                </a:cubicBezTo>
                <a:cubicBezTo>
                  <a:pt x="18" y="39"/>
                  <a:pt x="18" y="39"/>
                  <a:pt x="18" y="39"/>
                </a:cubicBezTo>
                <a:close/>
                <a:moveTo>
                  <a:pt x="29" y="39"/>
                </a:moveTo>
                <a:cubicBezTo>
                  <a:pt x="29" y="39"/>
                  <a:pt x="29" y="39"/>
                  <a:pt x="29" y="39"/>
                </a:cubicBezTo>
                <a:cubicBezTo>
                  <a:pt x="29" y="39"/>
                  <a:pt x="30" y="38"/>
                  <a:pt x="31" y="38"/>
                </a:cubicBezTo>
                <a:cubicBezTo>
                  <a:pt x="31" y="38"/>
                  <a:pt x="32" y="39"/>
                  <a:pt x="32" y="39"/>
                </a:cubicBezTo>
                <a:cubicBezTo>
                  <a:pt x="32" y="41"/>
                  <a:pt x="32" y="41"/>
                  <a:pt x="32" y="41"/>
                </a:cubicBezTo>
                <a:cubicBezTo>
                  <a:pt x="32" y="42"/>
                  <a:pt x="31" y="43"/>
                  <a:pt x="31" y="43"/>
                </a:cubicBezTo>
                <a:cubicBezTo>
                  <a:pt x="30" y="43"/>
                  <a:pt x="29" y="42"/>
                  <a:pt x="29" y="41"/>
                </a:cubicBezTo>
                <a:cubicBezTo>
                  <a:pt x="29" y="39"/>
                  <a:pt x="29" y="39"/>
                  <a:pt x="29" y="39"/>
                </a:cubicBezTo>
                <a:close/>
                <a:moveTo>
                  <a:pt x="40" y="39"/>
                </a:moveTo>
                <a:cubicBezTo>
                  <a:pt x="40" y="39"/>
                  <a:pt x="40" y="39"/>
                  <a:pt x="40" y="39"/>
                </a:cubicBezTo>
                <a:cubicBezTo>
                  <a:pt x="40" y="39"/>
                  <a:pt x="41" y="38"/>
                  <a:pt x="42" y="38"/>
                </a:cubicBezTo>
                <a:cubicBezTo>
                  <a:pt x="42" y="38"/>
                  <a:pt x="43" y="39"/>
                  <a:pt x="43" y="39"/>
                </a:cubicBezTo>
                <a:cubicBezTo>
                  <a:pt x="43" y="41"/>
                  <a:pt x="43" y="41"/>
                  <a:pt x="43" y="41"/>
                </a:cubicBezTo>
                <a:cubicBezTo>
                  <a:pt x="43" y="42"/>
                  <a:pt x="42" y="43"/>
                  <a:pt x="42" y="43"/>
                </a:cubicBezTo>
                <a:cubicBezTo>
                  <a:pt x="41" y="43"/>
                  <a:pt x="40" y="42"/>
                  <a:pt x="40" y="41"/>
                </a:cubicBezTo>
                <a:cubicBezTo>
                  <a:pt x="40" y="39"/>
                  <a:pt x="40" y="39"/>
                  <a:pt x="40" y="39"/>
                </a:cubicBezTo>
                <a:close/>
                <a:moveTo>
                  <a:pt x="22" y="39"/>
                </a:move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8"/>
                  <a:pt x="23" y="38"/>
                </a:cubicBezTo>
                <a:cubicBezTo>
                  <a:pt x="23" y="38"/>
                  <a:pt x="24" y="39"/>
                  <a:pt x="24" y="39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42"/>
                  <a:pt x="23" y="43"/>
                  <a:pt x="23" y="43"/>
                </a:cubicBezTo>
                <a:cubicBezTo>
                  <a:pt x="22" y="43"/>
                  <a:pt x="22" y="42"/>
                  <a:pt x="22" y="41"/>
                </a:cubicBezTo>
                <a:cubicBezTo>
                  <a:pt x="22" y="39"/>
                  <a:pt x="22" y="39"/>
                  <a:pt x="22" y="39"/>
                </a:cubicBezTo>
                <a:close/>
                <a:moveTo>
                  <a:pt x="33" y="39"/>
                </a:move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8"/>
                  <a:pt x="34" y="38"/>
                </a:cubicBezTo>
                <a:cubicBezTo>
                  <a:pt x="34" y="38"/>
                  <a:pt x="35" y="39"/>
                  <a:pt x="35" y="39"/>
                </a:cubicBezTo>
                <a:cubicBezTo>
                  <a:pt x="35" y="41"/>
                  <a:pt x="35" y="41"/>
                  <a:pt x="35" y="41"/>
                </a:cubicBezTo>
                <a:cubicBezTo>
                  <a:pt x="35" y="42"/>
                  <a:pt x="34" y="43"/>
                  <a:pt x="34" y="43"/>
                </a:cubicBezTo>
                <a:cubicBezTo>
                  <a:pt x="33" y="43"/>
                  <a:pt x="33" y="42"/>
                  <a:pt x="33" y="41"/>
                </a:cubicBezTo>
                <a:cubicBezTo>
                  <a:pt x="33" y="39"/>
                  <a:pt x="33" y="39"/>
                  <a:pt x="33" y="39"/>
                </a:cubicBezTo>
                <a:close/>
                <a:moveTo>
                  <a:pt x="44" y="39"/>
                </a:moveTo>
                <a:cubicBezTo>
                  <a:pt x="44" y="39"/>
                  <a:pt x="44" y="39"/>
                  <a:pt x="44" y="39"/>
                </a:cubicBezTo>
                <a:cubicBezTo>
                  <a:pt x="44" y="39"/>
                  <a:pt x="44" y="38"/>
                  <a:pt x="45" y="38"/>
                </a:cubicBezTo>
                <a:cubicBezTo>
                  <a:pt x="45" y="38"/>
                  <a:pt x="46" y="39"/>
                  <a:pt x="46" y="39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2"/>
                  <a:pt x="45" y="43"/>
                  <a:pt x="45" y="43"/>
                </a:cubicBezTo>
                <a:cubicBezTo>
                  <a:pt x="44" y="43"/>
                  <a:pt x="44" y="42"/>
                  <a:pt x="44" y="41"/>
                </a:cubicBezTo>
                <a:cubicBezTo>
                  <a:pt x="44" y="39"/>
                  <a:pt x="44" y="39"/>
                  <a:pt x="44" y="39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18"/>
                  <a:pt x="12" y="16"/>
                  <a:pt x="14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lose/>
                <a:moveTo>
                  <a:pt x="4" y="21"/>
                </a:move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93" name="Freeform 227">
            <a:extLst>
              <a:ext uri="{FF2B5EF4-FFF2-40B4-BE49-F238E27FC236}">
                <a16:creationId xmlns:a16="http://schemas.microsoft.com/office/drawing/2014/main" id="{BA50C8D8-8212-2A67-9395-51FF1434E8B2}"/>
              </a:ext>
            </a:extLst>
          </p:cNvPr>
          <p:cNvSpPr>
            <a:spLocks noEditPoints="1"/>
          </p:cNvSpPr>
          <p:nvPr/>
        </p:nvSpPr>
        <p:spPr bwMode="auto">
          <a:xfrm>
            <a:off x="8068134" y="4345965"/>
            <a:ext cx="169333" cy="190500"/>
          </a:xfrm>
          <a:custGeom>
            <a:avLst/>
            <a:gdLst>
              <a:gd name="T0" fmla="*/ 15875 w 40"/>
              <a:gd name="T1" fmla="*/ 104775 h 45"/>
              <a:gd name="T2" fmla="*/ 12700 w 40"/>
              <a:gd name="T3" fmla="*/ 95250 h 45"/>
              <a:gd name="T4" fmla="*/ 3175 w 40"/>
              <a:gd name="T5" fmla="*/ 88900 h 45"/>
              <a:gd name="T6" fmla="*/ 0 w 40"/>
              <a:gd name="T7" fmla="*/ 79375 h 45"/>
              <a:gd name="T8" fmla="*/ 3175 w 40"/>
              <a:gd name="T9" fmla="*/ 69850 h 45"/>
              <a:gd name="T10" fmla="*/ 3175 w 40"/>
              <a:gd name="T11" fmla="*/ 47625 h 45"/>
              <a:gd name="T12" fmla="*/ 19050 w 40"/>
              <a:gd name="T13" fmla="*/ 12700 h 45"/>
              <a:gd name="T14" fmla="*/ 50800 w 40"/>
              <a:gd name="T15" fmla="*/ 0 h 45"/>
              <a:gd name="T16" fmla="*/ 107950 w 40"/>
              <a:gd name="T17" fmla="*/ 12700 h 45"/>
              <a:gd name="T18" fmla="*/ 107950 w 40"/>
              <a:gd name="T19" fmla="*/ 12700 h 45"/>
              <a:gd name="T20" fmla="*/ 120650 w 40"/>
              <a:gd name="T21" fmla="*/ 66675 h 45"/>
              <a:gd name="T22" fmla="*/ 127000 w 40"/>
              <a:gd name="T23" fmla="*/ 79375 h 45"/>
              <a:gd name="T24" fmla="*/ 123825 w 40"/>
              <a:gd name="T25" fmla="*/ 88900 h 45"/>
              <a:gd name="T26" fmla="*/ 114300 w 40"/>
              <a:gd name="T27" fmla="*/ 95250 h 45"/>
              <a:gd name="T28" fmla="*/ 107950 w 40"/>
              <a:gd name="T29" fmla="*/ 104775 h 45"/>
              <a:gd name="T30" fmla="*/ 38100 w 40"/>
              <a:gd name="T31" fmla="*/ 130175 h 45"/>
              <a:gd name="T32" fmla="*/ 92075 w 40"/>
              <a:gd name="T33" fmla="*/ 50800 h 45"/>
              <a:gd name="T34" fmla="*/ 111125 w 40"/>
              <a:gd name="T35" fmla="*/ 47625 h 45"/>
              <a:gd name="T36" fmla="*/ 98425 w 40"/>
              <a:gd name="T37" fmla="*/ 22225 h 45"/>
              <a:gd name="T38" fmla="*/ 50800 w 40"/>
              <a:gd name="T39" fmla="*/ 12700 h 45"/>
              <a:gd name="T40" fmla="*/ 25400 w 40"/>
              <a:gd name="T41" fmla="*/ 22225 h 45"/>
              <a:gd name="T42" fmla="*/ 15875 w 40"/>
              <a:gd name="T43" fmla="*/ 47625 h 45"/>
              <a:gd name="T44" fmla="*/ 34925 w 40"/>
              <a:gd name="T45" fmla="*/ 50800 h 45"/>
              <a:gd name="T46" fmla="*/ 114300 w 40"/>
              <a:gd name="T47" fmla="*/ 73025 h 45"/>
              <a:gd name="T48" fmla="*/ 101600 w 40"/>
              <a:gd name="T49" fmla="*/ 88900 h 45"/>
              <a:gd name="T50" fmla="*/ 28575 w 40"/>
              <a:gd name="T51" fmla="*/ 92075 h 45"/>
              <a:gd name="T52" fmla="*/ 25400 w 40"/>
              <a:gd name="T53" fmla="*/ 92075 h 45"/>
              <a:gd name="T54" fmla="*/ 9525 w 40"/>
              <a:gd name="T55" fmla="*/ 73025 h 45"/>
              <a:gd name="T56" fmla="*/ 9525 w 40"/>
              <a:gd name="T57" fmla="*/ 73025 h 45"/>
              <a:gd name="T58" fmla="*/ 9525 w 40"/>
              <a:gd name="T59" fmla="*/ 73025 h 45"/>
              <a:gd name="T60" fmla="*/ 6350 w 40"/>
              <a:gd name="T61" fmla="*/ 79375 h 45"/>
              <a:gd name="T62" fmla="*/ 9525 w 40"/>
              <a:gd name="T63" fmla="*/ 85725 h 45"/>
              <a:gd name="T64" fmla="*/ 12700 w 40"/>
              <a:gd name="T65" fmla="*/ 88900 h 45"/>
              <a:gd name="T66" fmla="*/ 12700 w 40"/>
              <a:gd name="T67" fmla="*/ 85725 h 45"/>
              <a:gd name="T68" fmla="*/ 22225 w 40"/>
              <a:gd name="T69" fmla="*/ 101600 h 45"/>
              <a:gd name="T70" fmla="*/ 85725 w 40"/>
              <a:gd name="T71" fmla="*/ 123825 h 45"/>
              <a:gd name="T72" fmla="*/ 101600 w 40"/>
              <a:gd name="T73" fmla="*/ 101600 h 45"/>
              <a:gd name="T74" fmla="*/ 111125 w 40"/>
              <a:gd name="T75" fmla="*/ 85725 h 45"/>
              <a:gd name="T76" fmla="*/ 114300 w 40"/>
              <a:gd name="T77" fmla="*/ 88900 h 45"/>
              <a:gd name="T78" fmla="*/ 117475 w 40"/>
              <a:gd name="T79" fmla="*/ 85725 h 45"/>
              <a:gd name="T80" fmla="*/ 117475 w 40"/>
              <a:gd name="T81" fmla="*/ 73025 h 45"/>
              <a:gd name="T82" fmla="*/ 117475 w 40"/>
              <a:gd name="T83" fmla="*/ 73025 h 45"/>
              <a:gd name="T84" fmla="*/ 114300 w 40"/>
              <a:gd name="T85" fmla="*/ 73025 h 45"/>
              <a:gd name="T86" fmla="*/ 88900 w 40"/>
              <a:gd name="T87" fmla="*/ 60325 h 45"/>
              <a:gd name="T88" fmla="*/ 34925 w 40"/>
              <a:gd name="T89" fmla="*/ 60325 h 45"/>
              <a:gd name="T90" fmla="*/ 28575 w 40"/>
              <a:gd name="T91" fmla="*/ 82550 h 45"/>
              <a:gd name="T92" fmla="*/ 111125 w 40"/>
              <a:gd name="T93" fmla="*/ 66675 h 45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0" h="45">
                <a:moveTo>
                  <a:pt x="12" y="41"/>
                </a:moveTo>
                <a:cubicBezTo>
                  <a:pt x="9" y="39"/>
                  <a:pt x="7" y="36"/>
                  <a:pt x="5" y="33"/>
                </a:cubicBezTo>
                <a:cubicBezTo>
                  <a:pt x="5" y="33"/>
                  <a:pt x="5" y="33"/>
                  <a:pt x="5" y="33"/>
                </a:cubicBezTo>
                <a:cubicBezTo>
                  <a:pt x="5" y="32"/>
                  <a:pt x="4" y="31"/>
                  <a:pt x="4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3" y="30"/>
                  <a:pt x="2" y="29"/>
                  <a:pt x="1" y="28"/>
                </a:cubicBezTo>
                <a:cubicBezTo>
                  <a:pt x="1" y="28"/>
                  <a:pt x="1" y="28"/>
                  <a:pt x="1" y="28"/>
                </a:cubicBezTo>
                <a:cubicBezTo>
                  <a:pt x="0" y="28"/>
                  <a:pt x="0" y="26"/>
                  <a:pt x="0" y="25"/>
                </a:cubicBezTo>
                <a:cubicBezTo>
                  <a:pt x="0" y="24"/>
                  <a:pt x="0" y="23"/>
                  <a:pt x="1" y="22"/>
                </a:cubicBezTo>
                <a:cubicBezTo>
                  <a:pt x="1" y="22"/>
                  <a:pt x="1" y="22"/>
                  <a:pt x="1" y="22"/>
                </a:cubicBezTo>
                <a:cubicBezTo>
                  <a:pt x="1" y="22"/>
                  <a:pt x="1" y="21"/>
                  <a:pt x="1" y="21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1"/>
                  <a:pt x="3" y="7"/>
                  <a:pt x="6" y="4"/>
                </a:cubicBezTo>
                <a:cubicBezTo>
                  <a:pt x="8" y="2"/>
                  <a:pt x="12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8" y="0"/>
                  <a:pt x="31" y="2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7" y="7"/>
                  <a:pt x="38" y="11"/>
                  <a:pt x="38" y="15"/>
                </a:cubicBezTo>
                <a:cubicBezTo>
                  <a:pt x="38" y="21"/>
                  <a:pt x="38" y="21"/>
                  <a:pt x="38" y="21"/>
                </a:cubicBezTo>
                <a:cubicBezTo>
                  <a:pt x="38" y="21"/>
                  <a:pt x="39" y="22"/>
                  <a:pt x="39" y="22"/>
                </a:cubicBezTo>
                <a:cubicBezTo>
                  <a:pt x="39" y="23"/>
                  <a:pt x="40" y="24"/>
                  <a:pt x="40" y="25"/>
                </a:cubicBezTo>
                <a:cubicBezTo>
                  <a:pt x="40" y="26"/>
                  <a:pt x="39" y="28"/>
                  <a:pt x="39" y="28"/>
                </a:cubicBezTo>
                <a:cubicBezTo>
                  <a:pt x="39" y="28"/>
                  <a:pt x="39" y="28"/>
                  <a:pt x="39" y="28"/>
                </a:cubicBezTo>
                <a:cubicBezTo>
                  <a:pt x="38" y="29"/>
                  <a:pt x="37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5" y="31"/>
                  <a:pt x="35" y="32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3" y="36"/>
                  <a:pt x="31" y="39"/>
                  <a:pt x="28" y="41"/>
                </a:cubicBezTo>
                <a:cubicBezTo>
                  <a:pt x="23" y="45"/>
                  <a:pt x="17" y="45"/>
                  <a:pt x="12" y="41"/>
                </a:cubicBezTo>
                <a:close/>
                <a:moveTo>
                  <a:pt x="29" y="16"/>
                </a:moveTo>
                <a:cubicBezTo>
                  <a:pt x="29" y="16"/>
                  <a:pt x="29" y="16"/>
                  <a:pt x="29" y="16"/>
                </a:cubicBezTo>
                <a:cubicBezTo>
                  <a:pt x="31" y="17"/>
                  <a:pt x="33" y="18"/>
                  <a:pt x="35" y="18"/>
                </a:cubicBezTo>
                <a:cubicBezTo>
                  <a:pt x="35" y="15"/>
                  <a:pt x="35" y="15"/>
                  <a:pt x="35" y="15"/>
                </a:cubicBezTo>
                <a:cubicBezTo>
                  <a:pt x="35" y="12"/>
                  <a:pt x="33" y="9"/>
                  <a:pt x="31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29" y="5"/>
                  <a:pt x="27" y="4"/>
                  <a:pt x="24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3" y="4"/>
                  <a:pt x="10" y="5"/>
                  <a:pt x="8" y="7"/>
                </a:cubicBezTo>
                <a:cubicBezTo>
                  <a:pt x="6" y="9"/>
                  <a:pt x="5" y="12"/>
                  <a:pt x="5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8"/>
                  <a:pt x="5" y="18"/>
                  <a:pt x="5" y="18"/>
                </a:cubicBezTo>
                <a:cubicBezTo>
                  <a:pt x="7" y="18"/>
                  <a:pt x="9" y="17"/>
                  <a:pt x="11" y="16"/>
                </a:cubicBezTo>
                <a:cubicBezTo>
                  <a:pt x="17" y="15"/>
                  <a:pt x="23" y="15"/>
                  <a:pt x="29" y="16"/>
                </a:cubicBezTo>
                <a:close/>
                <a:moveTo>
                  <a:pt x="36" y="23"/>
                </a:moveTo>
                <a:cubicBezTo>
                  <a:pt x="36" y="23"/>
                  <a:pt x="36" y="23"/>
                  <a:pt x="36" y="23"/>
                </a:cubicBezTo>
                <a:cubicBezTo>
                  <a:pt x="32" y="28"/>
                  <a:pt x="32" y="28"/>
                  <a:pt x="32" y="28"/>
                </a:cubicBezTo>
                <a:cubicBezTo>
                  <a:pt x="32" y="29"/>
                  <a:pt x="31" y="29"/>
                  <a:pt x="30" y="29"/>
                </a:cubicBezTo>
                <a:cubicBezTo>
                  <a:pt x="23" y="24"/>
                  <a:pt x="16" y="24"/>
                  <a:pt x="9" y="29"/>
                </a:cubicBezTo>
                <a:cubicBezTo>
                  <a:pt x="9" y="29"/>
                  <a:pt x="9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7" y="28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2" y="23"/>
                  <a:pt x="2" y="24"/>
                  <a:pt x="2" y="25"/>
                </a:cubicBezTo>
                <a:cubicBezTo>
                  <a:pt x="2" y="26"/>
                  <a:pt x="2" y="27"/>
                  <a:pt x="3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8"/>
                  <a:pt x="3" y="28"/>
                  <a:pt x="4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4" y="28"/>
                  <a:pt x="4" y="28"/>
                  <a:pt x="4" y="27"/>
                </a:cubicBezTo>
                <a:cubicBezTo>
                  <a:pt x="5" y="27"/>
                  <a:pt x="6" y="28"/>
                  <a:pt x="6" y="28"/>
                </a:cubicBezTo>
                <a:cubicBezTo>
                  <a:pt x="6" y="30"/>
                  <a:pt x="7" y="31"/>
                  <a:pt x="7" y="32"/>
                </a:cubicBezTo>
                <a:cubicBezTo>
                  <a:pt x="9" y="34"/>
                  <a:pt x="11" y="37"/>
                  <a:pt x="13" y="39"/>
                </a:cubicBezTo>
                <a:cubicBezTo>
                  <a:pt x="17" y="42"/>
                  <a:pt x="22" y="42"/>
                  <a:pt x="27" y="39"/>
                </a:cubicBezTo>
                <a:cubicBezTo>
                  <a:pt x="29" y="37"/>
                  <a:pt x="31" y="34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3" y="31"/>
                  <a:pt x="33" y="30"/>
                  <a:pt x="34" y="28"/>
                </a:cubicBezTo>
                <a:cubicBezTo>
                  <a:pt x="34" y="28"/>
                  <a:pt x="35" y="27"/>
                  <a:pt x="35" y="27"/>
                </a:cubicBezTo>
                <a:cubicBezTo>
                  <a:pt x="35" y="28"/>
                  <a:pt x="35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7" y="27"/>
                </a:cubicBezTo>
                <a:cubicBezTo>
                  <a:pt x="37" y="27"/>
                  <a:pt x="37" y="26"/>
                  <a:pt x="37" y="25"/>
                </a:cubicBezTo>
                <a:cubicBezTo>
                  <a:pt x="37" y="24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6" y="23"/>
                  <a:pt x="36" y="23"/>
                  <a:pt x="36" y="23"/>
                </a:cubicBezTo>
                <a:close/>
                <a:moveTo>
                  <a:pt x="28" y="19"/>
                </a:moveTo>
                <a:cubicBezTo>
                  <a:pt x="28" y="19"/>
                  <a:pt x="28" y="19"/>
                  <a:pt x="28" y="19"/>
                </a:cubicBezTo>
                <a:cubicBezTo>
                  <a:pt x="23" y="17"/>
                  <a:pt x="17" y="17"/>
                  <a:pt x="11" y="19"/>
                </a:cubicBezTo>
                <a:cubicBezTo>
                  <a:pt x="9" y="19"/>
                  <a:pt x="7" y="20"/>
                  <a:pt x="5" y="21"/>
                </a:cubicBezTo>
                <a:cubicBezTo>
                  <a:pt x="9" y="26"/>
                  <a:pt x="9" y="26"/>
                  <a:pt x="9" y="26"/>
                </a:cubicBezTo>
                <a:cubicBezTo>
                  <a:pt x="16" y="22"/>
                  <a:pt x="23" y="22"/>
                  <a:pt x="31" y="26"/>
                </a:cubicBezTo>
                <a:cubicBezTo>
                  <a:pt x="35" y="21"/>
                  <a:pt x="35" y="21"/>
                  <a:pt x="35" y="21"/>
                </a:cubicBezTo>
                <a:cubicBezTo>
                  <a:pt x="33" y="20"/>
                  <a:pt x="30" y="19"/>
                  <a:pt x="28" y="1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94" name="Freeform 228">
            <a:extLst>
              <a:ext uri="{FF2B5EF4-FFF2-40B4-BE49-F238E27FC236}">
                <a16:creationId xmlns:a16="http://schemas.microsoft.com/office/drawing/2014/main" id="{9818D416-B8A5-ECAE-131B-7B4F19BAC891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3442148"/>
            <a:ext cx="211667" cy="198967"/>
          </a:xfrm>
          <a:custGeom>
            <a:avLst/>
            <a:gdLst>
              <a:gd name="T0" fmla="*/ 123825 w 50"/>
              <a:gd name="T1" fmla="*/ 82550 h 47"/>
              <a:gd name="T2" fmla="*/ 130175 w 50"/>
              <a:gd name="T3" fmla="*/ 76200 h 47"/>
              <a:gd name="T4" fmla="*/ 136525 w 50"/>
              <a:gd name="T5" fmla="*/ 82550 h 47"/>
              <a:gd name="T6" fmla="*/ 136525 w 50"/>
              <a:gd name="T7" fmla="*/ 142875 h 47"/>
              <a:gd name="T8" fmla="*/ 130175 w 50"/>
              <a:gd name="T9" fmla="*/ 149225 h 47"/>
              <a:gd name="T10" fmla="*/ 130175 w 50"/>
              <a:gd name="T11" fmla="*/ 149225 h 47"/>
              <a:gd name="T12" fmla="*/ 28575 w 50"/>
              <a:gd name="T13" fmla="*/ 149225 h 47"/>
              <a:gd name="T14" fmla="*/ 22225 w 50"/>
              <a:gd name="T15" fmla="*/ 142875 h 47"/>
              <a:gd name="T16" fmla="*/ 22225 w 50"/>
              <a:gd name="T17" fmla="*/ 142875 h 47"/>
              <a:gd name="T18" fmla="*/ 22225 w 50"/>
              <a:gd name="T19" fmla="*/ 82550 h 47"/>
              <a:gd name="T20" fmla="*/ 28575 w 50"/>
              <a:gd name="T21" fmla="*/ 76200 h 47"/>
              <a:gd name="T22" fmla="*/ 34925 w 50"/>
              <a:gd name="T23" fmla="*/ 82550 h 47"/>
              <a:gd name="T24" fmla="*/ 34925 w 50"/>
              <a:gd name="T25" fmla="*/ 136525 h 47"/>
              <a:gd name="T26" fmla="*/ 53975 w 50"/>
              <a:gd name="T27" fmla="*/ 136525 h 47"/>
              <a:gd name="T28" fmla="*/ 53975 w 50"/>
              <a:gd name="T29" fmla="*/ 76200 h 47"/>
              <a:gd name="T30" fmla="*/ 57150 w 50"/>
              <a:gd name="T31" fmla="*/ 73025 h 47"/>
              <a:gd name="T32" fmla="*/ 57150 w 50"/>
              <a:gd name="T33" fmla="*/ 73025 h 47"/>
              <a:gd name="T34" fmla="*/ 101600 w 50"/>
              <a:gd name="T35" fmla="*/ 73025 h 47"/>
              <a:gd name="T36" fmla="*/ 104775 w 50"/>
              <a:gd name="T37" fmla="*/ 76200 h 47"/>
              <a:gd name="T38" fmla="*/ 104775 w 50"/>
              <a:gd name="T39" fmla="*/ 76200 h 47"/>
              <a:gd name="T40" fmla="*/ 104775 w 50"/>
              <a:gd name="T41" fmla="*/ 136525 h 47"/>
              <a:gd name="T42" fmla="*/ 123825 w 50"/>
              <a:gd name="T43" fmla="*/ 136525 h 47"/>
              <a:gd name="T44" fmla="*/ 123825 w 50"/>
              <a:gd name="T45" fmla="*/ 82550 h 47"/>
              <a:gd name="T46" fmla="*/ 63500 w 50"/>
              <a:gd name="T47" fmla="*/ 136525 h 47"/>
              <a:gd name="T48" fmla="*/ 63500 w 50"/>
              <a:gd name="T49" fmla="*/ 136525 h 47"/>
              <a:gd name="T50" fmla="*/ 98425 w 50"/>
              <a:gd name="T51" fmla="*/ 136525 h 47"/>
              <a:gd name="T52" fmla="*/ 98425 w 50"/>
              <a:gd name="T53" fmla="*/ 79375 h 47"/>
              <a:gd name="T54" fmla="*/ 63500 w 50"/>
              <a:gd name="T55" fmla="*/ 79375 h 47"/>
              <a:gd name="T56" fmla="*/ 63500 w 50"/>
              <a:gd name="T57" fmla="*/ 136525 h 47"/>
              <a:gd name="T58" fmla="*/ 9525 w 50"/>
              <a:gd name="T59" fmla="*/ 85725 h 47"/>
              <a:gd name="T60" fmla="*/ 9525 w 50"/>
              <a:gd name="T61" fmla="*/ 85725 h 47"/>
              <a:gd name="T62" fmla="*/ 3175 w 50"/>
              <a:gd name="T63" fmla="*/ 85725 h 47"/>
              <a:gd name="T64" fmla="*/ 3175 w 50"/>
              <a:gd name="T65" fmla="*/ 76200 h 47"/>
              <a:gd name="T66" fmla="*/ 76200 w 50"/>
              <a:gd name="T67" fmla="*/ 3175 h 47"/>
              <a:gd name="T68" fmla="*/ 82550 w 50"/>
              <a:gd name="T69" fmla="*/ 3175 h 47"/>
              <a:gd name="T70" fmla="*/ 82550 w 50"/>
              <a:gd name="T71" fmla="*/ 3175 h 47"/>
              <a:gd name="T72" fmla="*/ 158750 w 50"/>
              <a:gd name="T73" fmla="*/ 76200 h 47"/>
              <a:gd name="T74" fmla="*/ 158750 w 50"/>
              <a:gd name="T75" fmla="*/ 85725 h 47"/>
              <a:gd name="T76" fmla="*/ 149225 w 50"/>
              <a:gd name="T77" fmla="*/ 85725 h 47"/>
              <a:gd name="T78" fmla="*/ 79375 w 50"/>
              <a:gd name="T79" fmla="*/ 15875 h 47"/>
              <a:gd name="T80" fmla="*/ 9525 w 50"/>
              <a:gd name="T81" fmla="*/ 85725 h 4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0" h="47">
                <a:moveTo>
                  <a:pt x="39" y="26"/>
                </a:moveTo>
                <a:cubicBezTo>
                  <a:pt x="39" y="25"/>
                  <a:pt x="40" y="24"/>
                  <a:pt x="41" y="24"/>
                </a:cubicBezTo>
                <a:cubicBezTo>
                  <a:pt x="42" y="24"/>
                  <a:pt x="43" y="25"/>
                  <a:pt x="43" y="26"/>
                </a:cubicBezTo>
                <a:cubicBezTo>
                  <a:pt x="43" y="45"/>
                  <a:pt x="43" y="45"/>
                  <a:pt x="43" y="45"/>
                </a:cubicBezTo>
                <a:cubicBezTo>
                  <a:pt x="43" y="46"/>
                  <a:pt x="42" y="47"/>
                  <a:pt x="41" y="47"/>
                </a:cubicBezTo>
                <a:cubicBezTo>
                  <a:pt x="41" y="47"/>
                  <a:pt x="41" y="47"/>
                  <a:pt x="41" y="47"/>
                </a:cubicBezTo>
                <a:cubicBezTo>
                  <a:pt x="9" y="47"/>
                  <a:pt x="9" y="47"/>
                  <a:pt x="9" y="47"/>
                </a:cubicBezTo>
                <a:cubicBezTo>
                  <a:pt x="8" y="47"/>
                  <a:pt x="7" y="46"/>
                  <a:pt x="7" y="45"/>
                </a:cubicBezTo>
                <a:cubicBezTo>
                  <a:pt x="7" y="45"/>
                  <a:pt x="7" y="45"/>
                  <a:pt x="7" y="45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5"/>
                  <a:pt x="8" y="24"/>
                  <a:pt x="9" y="24"/>
                </a:cubicBezTo>
                <a:cubicBezTo>
                  <a:pt x="10" y="24"/>
                  <a:pt x="11" y="25"/>
                  <a:pt x="11" y="26"/>
                </a:cubicBezTo>
                <a:cubicBezTo>
                  <a:pt x="11" y="43"/>
                  <a:pt x="11" y="43"/>
                  <a:pt x="11" y="43"/>
                </a:cubicBezTo>
                <a:cubicBezTo>
                  <a:pt x="17" y="43"/>
                  <a:pt x="17" y="43"/>
                  <a:pt x="17" y="43"/>
                </a:cubicBezTo>
                <a:cubicBezTo>
                  <a:pt x="17" y="24"/>
                  <a:pt x="17" y="24"/>
                  <a:pt x="17" y="24"/>
                </a:cubicBezTo>
                <a:cubicBezTo>
                  <a:pt x="17" y="23"/>
                  <a:pt x="18" y="23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23"/>
                  <a:pt x="33" y="23"/>
                  <a:pt x="33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3" y="43"/>
                  <a:pt x="33" y="43"/>
                  <a:pt x="33" y="43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26"/>
                  <a:pt x="39" y="26"/>
                  <a:pt x="39" y="26"/>
                </a:cubicBezTo>
                <a:close/>
                <a:moveTo>
                  <a:pt x="20" y="43"/>
                </a:moveTo>
                <a:cubicBezTo>
                  <a:pt x="20" y="43"/>
                  <a:pt x="20" y="43"/>
                  <a:pt x="20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25"/>
                  <a:pt x="31" y="25"/>
                  <a:pt x="31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43"/>
                  <a:pt x="20" y="43"/>
                  <a:pt x="20" y="43"/>
                </a:cubicBezTo>
                <a:close/>
                <a:moveTo>
                  <a:pt x="3" y="27"/>
                </a:moveTo>
                <a:cubicBezTo>
                  <a:pt x="3" y="27"/>
                  <a:pt x="3" y="27"/>
                  <a:pt x="3" y="27"/>
                </a:cubicBezTo>
                <a:cubicBezTo>
                  <a:pt x="2" y="27"/>
                  <a:pt x="1" y="27"/>
                  <a:pt x="1" y="27"/>
                </a:cubicBezTo>
                <a:cubicBezTo>
                  <a:pt x="0" y="26"/>
                  <a:pt x="0" y="25"/>
                  <a:pt x="1" y="24"/>
                </a:cubicBezTo>
                <a:cubicBezTo>
                  <a:pt x="24" y="1"/>
                  <a:pt x="24" y="1"/>
                  <a:pt x="24" y="1"/>
                </a:cubicBezTo>
                <a:cubicBezTo>
                  <a:pt x="24" y="0"/>
                  <a:pt x="26" y="0"/>
                  <a:pt x="26" y="1"/>
                </a:cubicBezTo>
                <a:cubicBezTo>
                  <a:pt x="26" y="1"/>
                  <a:pt x="26" y="1"/>
                  <a:pt x="26" y="1"/>
                </a:cubicBezTo>
                <a:cubicBezTo>
                  <a:pt x="50" y="24"/>
                  <a:pt x="50" y="24"/>
                  <a:pt x="50" y="24"/>
                </a:cubicBezTo>
                <a:cubicBezTo>
                  <a:pt x="50" y="25"/>
                  <a:pt x="50" y="26"/>
                  <a:pt x="50" y="27"/>
                </a:cubicBezTo>
                <a:cubicBezTo>
                  <a:pt x="49" y="27"/>
                  <a:pt x="48" y="27"/>
                  <a:pt x="47" y="27"/>
                </a:cubicBezTo>
                <a:cubicBezTo>
                  <a:pt x="25" y="5"/>
                  <a:pt x="25" y="5"/>
                  <a:pt x="25" y="5"/>
                </a:cubicBezTo>
                <a:cubicBezTo>
                  <a:pt x="3" y="27"/>
                  <a:pt x="3" y="27"/>
                  <a:pt x="3" y="2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95" name="Freeform 229">
            <a:extLst>
              <a:ext uri="{FF2B5EF4-FFF2-40B4-BE49-F238E27FC236}">
                <a16:creationId xmlns:a16="http://schemas.microsoft.com/office/drawing/2014/main" id="{04F612F4-1224-A796-4E7F-ECD0EF1948FA}"/>
              </a:ext>
            </a:extLst>
          </p:cNvPr>
          <p:cNvSpPr>
            <a:spLocks noEditPoints="1"/>
          </p:cNvSpPr>
          <p:nvPr/>
        </p:nvSpPr>
        <p:spPr bwMode="auto">
          <a:xfrm>
            <a:off x="8785685" y="3920515"/>
            <a:ext cx="215900" cy="165100"/>
          </a:xfrm>
          <a:custGeom>
            <a:avLst/>
            <a:gdLst>
              <a:gd name="T0" fmla="*/ 136525 w 51"/>
              <a:gd name="T1" fmla="*/ 50800 h 39"/>
              <a:gd name="T2" fmla="*/ 142875 w 51"/>
              <a:gd name="T3" fmla="*/ 117475 h 39"/>
              <a:gd name="T4" fmla="*/ 136525 w 51"/>
              <a:gd name="T5" fmla="*/ 123825 h 39"/>
              <a:gd name="T6" fmla="*/ 19050 w 51"/>
              <a:gd name="T7" fmla="*/ 117475 h 39"/>
              <a:gd name="T8" fmla="*/ 19050 w 51"/>
              <a:gd name="T9" fmla="*/ 57150 h 39"/>
              <a:gd name="T10" fmla="*/ 31750 w 51"/>
              <a:gd name="T11" fmla="*/ 57150 h 39"/>
              <a:gd name="T12" fmla="*/ 41275 w 51"/>
              <a:gd name="T13" fmla="*/ 111125 h 39"/>
              <a:gd name="T14" fmla="*/ 41275 w 51"/>
              <a:gd name="T15" fmla="*/ 101600 h 39"/>
              <a:gd name="T16" fmla="*/ 41275 w 51"/>
              <a:gd name="T17" fmla="*/ 85725 h 39"/>
              <a:gd name="T18" fmla="*/ 41275 w 51"/>
              <a:gd name="T19" fmla="*/ 85725 h 39"/>
              <a:gd name="T20" fmla="*/ 41275 w 51"/>
              <a:gd name="T21" fmla="*/ 69850 h 39"/>
              <a:gd name="T22" fmla="*/ 41275 w 51"/>
              <a:gd name="T23" fmla="*/ 53975 h 39"/>
              <a:gd name="T24" fmla="*/ 44450 w 51"/>
              <a:gd name="T25" fmla="*/ 50800 h 39"/>
              <a:gd name="T26" fmla="*/ 120650 w 51"/>
              <a:gd name="T27" fmla="*/ 53975 h 39"/>
              <a:gd name="T28" fmla="*/ 120650 w 51"/>
              <a:gd name="T29" fmla="*/ 69850 h 39"/>
              <a:gd name="T30" fmla="*/ 120650 w 51"/>
              <a:gd name="T31" fmla="*/ 69850 h 39"/>
              <a:gd name="T32" fmla="*/ 120650 w 51"/>
              <a:gd name="T33" fmla="*/ 85725 h 39"/>
              <a:gd name="T34" fmla="*/ 120650 w 51"/>
              <a:gd name="T35" fmla="*/ 101600 h 39"/>
              <a:gd name="T36" fmla="*/ 120650 w 51"/>
              <a:gd name="T37" fmla="*/ 101600 h 39"/>
              <a:gd name="T38" fmla="*/ 130175 w 51"/>
              <a:gd name="T39" fmla="*/ 111125 h 39"/>
              <a:gd name="T40" fmla="*/ 47625 w 51"/>
              <a:gd name="T41" fmla="*/ 98425 h 39"/>
              <a:gd name="T42" fmla="*/ 114300 w 51"/>
              <a:gd name="T43" fmla="*/ 98425 h 39"/>
              <a:gd name="T44" fmla="*/ 47625 w 51"/>
              <a:gd name="T45" fmla="*/ 88900 h 39"/>
              <a:gd name="T46" fmla="*/ 114300 w 51"/>
              <a:gd name="T47" fmla="*/ 104775 h 39"/>
              <a:gd name="T48" fmla="*/ 47625 w 51"/>
              <a:gd name="T49" fmla="*/ 104775 h 39"/>
              <a:gd name="T50" fmla="*/ 114300 w 51"/>
              <a:gd name="T51" fmla="*/ 111125 h 39"/>
              <a:gd name="T52" fmla="*/ 47625 w 51"/>
              <a:gd name="T53" fmla="*/ 82550 h 39"/>
              <a:gd name="T54" fmla="*/ 114300 w 51"/>
              <a:gd name="T55" fmla="*/ 82550 h 39"/>
              <a:gd name="T56" fmla="*/ 47625 w 51"/>
              <a:gd name="T57" fmla="*/ 73025 h 39"/>
              <a:gd name="T58" fmla="*/ 47625 w 51"/>
              <a:gd name="T59" fmla="*/ 63500 h 39"/>
              <a:gd name="T60" fmla="*/ 114300 w 51"/>
              <a:gd name="T61" fmla="*/ 63500 h 39"/>
              <a:gd name="T62" fmla="*/ 47625 w 51"/>
              <a:gd name="T63" fmla="*/ 60325 h 39"/>
              <a:gd name="T64" fmla="*/ 9525 w 51"/>
              <a:gd name="T65" fmla="*/ 57150 h 39"/>
              <a:gd name="T66" fmla="*/ 3175 w 51"/>
              <a:gd name="T67" fmla="*/ 53975 h 39"/>
              <a:gd name="T68" fmla="*/ 79375 w 51"/>
              <a:gd name="T69" fmla="*/ 0 h 39"/>
              <a:gd name="T70" fmla="*/ 158750 w 51"/>
              <a:gd name="T71" fmla="*/ 44450 h 39"/>
              <a:gd name="T72" fmla="*/ 152400 w 51"/>
              <a:gd name="T73" fmla="*/ 57150 h 39"/>
              <a:gd name="T74" fmla="*/ 9525 w 51"/>
              <a:gd name="T75" fmla="*/ 57150 h 39"/>
              <a:gd name="T76" fmla="*/ 85725 w 51"/>
              <a:gd name="T77" fmla="*/ 0 h 39"/>
              <a:gd name="T78" fmla="*/ 85725 w 51"/>
              <a:gd name="T79" fmla="*/ 0 h 3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1" h="39">
                <a:moveTo>
                  <a:pt x="41" y="18"/>
                </a:moveTo>
                <a:cubicBezTo>
                  <a:pt x="41" y="17"/>
                  <a:pt x="42" y="16"/>
                  <a:pt x="43" y="16"/>
                </a:cubicBezTo>
                <a:cubicBezTo>
                  <a:pt x="44" y="16"/>
                  <a:pt x="45" y="17"/>
                  <a:pt x="45" y="18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38"/>
                  <a:pt x="44" y="39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7" y="39"/>
                  <a:pt x="6" y="38"/>
                  <a:pt x="6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6" y="18"/>
                  <a:pt x="6" y="18"/>
                  <a:pt x="6" y="18"/>
                </a:cubicBezTo>
                <a:cubicBezTo>
                  <a:pt x="6" y="17"/>
                  <a:pt x="7" y="16"/>
                  <a:pt x="8" y="16"/>
                </a:cubicBezTo>
                <a:cubicBezTo>
                  <a:pt x="9" y="16"/>
                  <a:pt x="10" y="17"/>
                  <a:pt x="10" y="18"/>
                </a:cubicBezTo>
                <a:cubicBezTo>
                  <a:pt x="10" y="35"/>
                  <a:pt x="10" y="35"/>
                  <a:pt x="10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4" y="16"/>
                  <a:pt x="14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6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5"/>
                  <a:pt x="38" y="35"/>
                  <a:pt x="38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41" y="18"/>
                  <a:pt x="41" y="18"/>
                  <a:pt x="41" y="18"/>
                </a:cubicBezTo>
                <a:close/>
                <a:moveTo>
                  <a:pt x="15" y="31"/>
                </a:moveTo>
                <a:cubicBezTo>
                  <a:pt x="15" y="31"/>
                  <a:pt x="15" y="31"/>
                  <a:pt x="15" y="31"/>
                </a:cubicBezTo>
                <a:cubicBezTo>
                  <a:pt x="36" y="31"/>
                  <a:pt x="36" y="31"/>
                  <a:pt x="36" y="31"/>
                </a:cubicBezTo>
                <a:cubicBezTo>
                  <a:pt x="36" y="28"/>
                  <a:pt x="36" y="28"/>
                  <a:pt x="36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31"/>
                  <a:pt x="15" y="31"/>
                  <a:pt x="15" y="31"/>
                </a:cubicBezTo>
                <a:close/>
                <a:moveTo>
                  <a:pt x="36" y="33"/>
                </a:moveTo>
                <a:cubicBezTo>
                  <a:pt x="36" y="33"/>
                  <a:pt x="36" y="33"/>
                  <a:pt x="36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5"/>
                  <a:pt x="15" y="35"/>
                  <a:pt x="1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3"/>
                  <a:pt x="36" y="33"/>
                  <a:pt x="36" y="33"/>
                </a:cubicBezTo>
                <a:close/>
                <a:moveTo>
                  <a:pt x="15" y="26"/>
                </a:moveTo>
                <a:cubicBezTo>
                  <a:pt x="15" y="26"/>
                  <a:pt x="15" y="26"/>
                  <a:pt x="15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23"/>
                  <a:pt x="36" y="23"/>
                  <a:pt x="36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26"/>
                  <a:pt x="15" y="26"/>
                  <a:pt x="15" y="26"/>
                </a:cubicBezTo>
                <a:close/>
                <a:moveTo>
                  <a:pt x="15" y="20"/>
                </a:moveTo>
                <a:cubicBezTo>
                  <a:pt x="15" y="20"/>
                  <a:pt x="15" y="20"/>
                  <a:pt x="15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19"/>
                  <a:pt x="36" y="19"/>
                  <a:pt x="36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20"/>
                  <a:pt x="15" y="20"/>
                  <a:pt x="15" y="20"/>
                </a:cubicBezTo>
                <a:close/>
                <a:moveTo>
                  <a:pt x="3" y="18"/>
                </a:moveTo>
                <a:cubicBezTo>
                  <a:pt x="3" y="18"/>
                  <a:pt x="3" y="18"/>
                  <a:pt x="3" y="18"/>
                </a:cubicBezTo>
                <a:cubicBezTo>
                  <a:pt x="2" y="18"/>
                  <a:pt x="1" y="18"/>
                  <a:pt x="1" y="17"/>
                </a:cubicBezTo>
                <a:cubicBezTo>
                  <a:pt x="0" y="16"/>
                  <a:pt x="0" y="15"/>
                  <a:pt x="1" y="14"/>
                </a:cubicBezTo>
                <a:cubicBezTo>
                  <a:pt x="25" y="0"/>
                  <a:pt x="25" y="0"/>
                  <a:pt x="25" y="0"/>
                </a:cubicBezTo>
                <a:cubicBezTo>
                  <a:pt x="25" y="0"/>
                  <a:pt x="26" y="0"/>
                  <a:pt x="27" y="0"/>
                </a:cubicBezTo>
                <a:cubicBezTo>
                  <a:pt x="50" y="14"/>
                  <a:pt x="50" y="14"/>
                  <a:pt x="50" y="14"/>
                </a:cubicBezTo>
                <a:cubicBezTo>
                  <a:pt x="51" y="15"/>
                  <a:pt x="51" y="16"/>
                  <a:pt x="51" y="17"/>
                </a:cubicBezTo>
                <a:cubicBezTo>
                  <a:pt x="50" y="18"/>
                  <a:pt x="49" y="18"/>
                  <a:pt x="48" y="18"/>
                </a:cubicBezTo>
                <a:cubicBezTo>
                  <a:pt x="26" y="4"/>
                  <a:pt x="26" y="4"/>
                  <a:pt x="26" y="4"/>
                </a:cubicBezTo>
                <a:cubicBezTo>
                  <a:pt x="3" y="18"/>
                  <a:pt x="3" y="18"/>
                  <a:pt x="3" y="18"/>
                </a:cubicBezTo>
                <a:close/>
                <a:moveTo>
                  <a:pt x="27" y="0"/>
                </a:moveTo>
                <a:cubicBezTo>
                  <a:pt x="27" y="0"/>
                  <a:pt x="27" y="0"/>
                  <a:pt x="27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0"/>
                  <a:pt x="27" y="0"/>
                  <a:pt x="27" y="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96" name="Freeform 230">
            <a:extLst>
              <a:ext uri="{FF2B5EF4-FFF2-40B4-BE49-F238E27FC236}">
                <a16:creationId xmlns:a16="http://schemas.microsoft.com/office/drawing/2014/main" id="{41918879-12C6-5A2A-F8E7-B0762148F051}"/>
              </a:ext>
            </a:extLst>
          </p:cNvPr>
          <p:cNvSpPr>
            <a:spLocks noEditPoints="1"/>
          </p:cNvSpPr>
          <p:nvPr/>
        </p:nvSpPr>
        <p:spPr bwMode="auto">
          <a:xfrm>
            <a:off x="10301218" y="4333265"/>
            <a:ext cx="152400" cy="211667"/>
          </a:xfrm>
          <a:custGeom>
            <a:avLst/>
            <a:gdLst>
              <a:gd name="T0" fmla="*/ 28575 w 36"/>
              <a:gd name="T1" fmla="*/ 19050 h 50"/>
              <a:gd name="T2" fmla="*/ 34925 w 36"/>
              <a:gd name="T3" fmla="*/ 15875 h 50"/>
              <a:gd name="T4" fmla="*/ 44450 w 36"/>
              <a:gd name="T5" fmla="*/ 3175 h 50"/>
              <a:gd name="T6" fmla="*/ 50800 w 36"/>
              <a:gd name="T7" fmla="*/ 3175 h 50"/>
              <a:gd name="T8" fmla="*/ 60325 w 36"/>
              <a:gd name="T9" fmla="*/ 15875 h 50"/>
              <a:gd name="T10" fmla="*/ 66675 w 36"/>
              <a:gd name="T11" fmla="*/ 0 h 50"/>
              <a:gd name="T12" fmla="*/ 69850 w 36"/>
              <a:gd name="T13" fmla="*/ 15875 h 50"/>
              <a:gd name="T14" fmla="*/ 85725 w 36"/>
              <a:gd name="T15" fmla="*/ 19050 h 50"/>
              <a:gd name="T16" fmla="*/ 88900 w 36"/>
              <a:gd name="T17" fmla="*/ 19050 h 50"/>
              <a:gd name="T18" fmla="*/ 104775 w 36"/>
              <a:gd name="T19" fmla="*/ 28575 h 50"/>
              <a:gd name="T20" fmla="*/ 107950 w 36"/>
              <a:gd name="T21" fmla="*/ 0 h 50"/>
              <a:gd name="T22" fmla="*/ 114300 w 36"/>
              <a:gd name="T23" fmla="*/ 44450 h 50"/>
              <a:gd name="T24" fmla="*/ 107950 w 36"/>
              <a:gd name="T25" fmla="*/ 60325 h 50"/>
              <a:gd name="T26" fmla="*/ 88900 w 36"/>
              <a:gd name="T27" fmla="*/ 88900 h 50"/>
              <a:gd name="T28" fmla="*/ 85725 w 36"/>
              <a:gd name="T29" fmla="*/ 92075 h 50"/>
              <a:gd name="T30" fmla="*/ 76200 w 36"/>
              <a:gd name="T31" fmla="*/ 101600 h 50"/>
              <a:gd name="T32" fmla="*/ 69850 w 36"/>
              <a:gd name="T33" fmla="*/ 107950 h 50"/>
              <a:gd name="T34" fmla="*/ 63500 w 36"/>
              <a:gd name="T35" fmla="*/ 117475 h 50"/>
              <a:gd name="T36" fmla="*/ 57150 w 36"/>
              <a:gd name="T37" fmla="*/ 123825 h 50"/>
              <a:gd name="T38" fmla="*/ 50800 w 36"/>
              <a:gd name="T39" fmla="*/ 127000 h 50"/>
              <a:gd name="T40" fmla="*/ 57150 w 36"/>
              <a:gd name="T41" fmla="*/ 146050 h 50"/>
              <a:gd name="T42" fmla="*/ 73025 w 36"/>
              <a:gd name="T43" fmla="*/ 127000 h 50"/>
              <a:gd name="T44" fmla="*/ 57150 w 36"/>
              <a:gd name="T45" fmla="*/ 158750 h 50"/>
              <a:gd name="T46" fmla="*/ 41275 w 36"/>
              <a:gd name="T47" fmla="*/ 117475 h 50"/>
              <a:gd name="T48" fmla="*/ 41275 w 36"/>
              <a:gd name="T49" fmla="*/ 117475 h 50"/>
              <a:gd name="T50" fmla="*/ 50800 w 36"/>
              <a:gd name="T51" fmla="*/ 107950 h 50"/>
              <a:gd name="T52" fmla="*/ 38100 w 36"/>
              <a:gd name="T53" fmla="*/ 101600 h 50"/>
              <a:gd name="T54" fmla="*/ 38100 w 36"/>
              <a:gd name="T55" fmla="*/ 92075 h 50"/>
              <a:gd name="T56" fmla="*/ 22225 w 36"/>
              <a:gd name="T57" fmla="*/ 88900 h 50"/>
              <a:gd name="T58" fmla="*/ 0 w 36"/>
              <a:gd name="T59" fmla="*/ 44450 h 50"/>
              <a:gd name="T60" fmla="*/ 0 w 36"/>
              <a:gd name="T61" fmla="*/ 3175 h 50"/>
              <a:gd name="T62" fmla="*/ 6350 w 36"/>
              <a:gd name="T63" fmla="*/ 3175 h 50"/>
              <a:gd name="T64" fmla="*/ 6350 w 36"/>
              <a:gd name="T65" fmla="*/ 28575 h 50"/>
              <a:gd name="T66" fmla="*/ 25400 w 36"/>
              <a:gd name="T67" fmla="*/ 19050 h 50"/>
              <a:gd name="T68" fmla="*/ 12700 w 36"/>
              <a:gd name="T69" fmla="*/ 57150 h 50"/>
              <a:gd name="T70" fmla="*/ 6350 w 36"/>
              <a:gd name="T71" fmla="*/ 44450 h 50"/>
              <a:gd name="T72" fmla="*/ 6350 w 36"/>
              <a:gd name="T73" fmla="*/ 44450 h 50"/>
              <a:gd name="T74" fmla="*/ 88900 w 36"/>
              <a:gd name="T75" fmla="*/ 28575 h 50"/>
              <a:gd name="T76" fmla="*/ 101600 w 36"/>
              <a:gd name="T77" fmla="*/ 57150 h 50"/>
              <a:gd name="T78" fmla="*/ 101600 w 36"/>
              <a:gd name="T79" fmla="*/ 31750 h 50"/>
              <a:gd name="T80" fmla="*/ 101600 w 36"/>
              <a:gd name="T81" fmla="*/ 31750 h 50"/>
              <a:gd name="T82" fmla="*/ 22225 w 36"/>
              <a:gd name="T83" fmla="*/ 63500 h 50"/>
              <a:gd name="T84" fmla="*/ 31750 w 36"/>
              <a:gd name="T85" fmla="*/ 79375 h 50"/>
              <a:gd name="T86" fmla="*/ 41275 w 36"/>
              <a:gd name="T87" fmla="*/ 79375 h 50"/>
              <a:gd name="T88" fmla="*/ 47625 w 36"/>
              <a:gd name="T89" fmla="*/ 95250 h 50"/>
              <a:gd name="T90" fmla="*/ 63500 w 36"/>
              <a:gd name="T91" fmla="*/ 85725 h 50"/>
              <a:gd name="T92" fmla="*/ 69850 w 36"/>
              <a:gd name="T93" fmla="*/ 79375 h 50"/>
              <a:gd name="T94" fmla="*/ 92075 w 36"/>
              <a:gd name="T95" fmla="*/ 63500 h 50"/>
              <a:gd name="T96" fmla="*/ 38100 w 36"/>
              <a:gd name="T97" fmla="*/ 28575 h 5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36" h="50">
                <a:moveTo>
                  <a:pt x="8" y="6"/>
                </a:moveTo>
                <a:cubicBezTo>
                  <a:pt x="8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5"/>
                  <a:pt x="10" y="5"/>
                  <a:pt x="11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0"/>
                  <a:pt x="15" y="0"/>
                </a:cubicBezTo>
                <a:cubicBezTo>
                  <a:pt x="16" y="0"/>
                  <a:pt x="16" y="1"/>
                  <a:pt x="16" y="1"/>
                </a:cubicBezTo>
                <a:cubicBezTo>
                  <a:pt x="16" y="5"/>
                  <a:pt x="16" y="5"/>
                  <a:pt x="16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1"/>
                  <a:pt x="20" y="0"/>
                  <a:pt x="21" y="0"/>
                </a:cubicBezTo>
                <a:cubicBezTo>
                  <a:pt x="21" y="0"/>
                  <a:pt x="22" y="1"/>
                  <a:pt x="22" y="1"/>
                </a:cubicBezTo>
                <a:cubicBezTo>
                  <a:pt x="22" y="5"/>
                  <a:pt x="22" y="5"/>
                  <a:pt x="22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6" y="5"/>
                  <a:pt x="26" y="5"/>
                  <a:pt x="27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6"/>
                  <a:pt x="27" y="6"/>
                  <a:pt x="28" y="6"/>
                </a:cubicBezTo>
                <a:cubicBezTo>
                  <a:pt x="30" y="6"/>
                  <a:pt x="32" y="7"/>
                  <a:pt x="33" y="9"/>
                </a:cubicBezTo>
                <a:cubicBezTo>
                  <a:pt x="33" y="9"/>
                  <a:pt x="33" y="9"/>
                  <a:pt x="33" y="9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4" y="0"/>
                  <a:pt x="34" y="0"/>
                </a:cubicBezTo>
                <a:cubicBezTo>
                  <a:pt x="35" y="0"/>
                  <a:pt x="36" y="1"/>
                  <a:pt x="36" y="1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6"/>
                  <a:pt x="35" y="17"/>
                  <a:pt x="34" y="19"/>
                </a:cubicBezTo>
                <a:cubicBezTo>
                  <a:pt x="34" y="19"/>
                  <a:pt x="33" y="20"/>
                  <a:pt x="33" y="21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3"/>
                  <a:pt x="23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8"/>
                  <a:pt x="19" y="39"/>
                  <a:pt x="18" y="39"/>
                </a:cubicBezTo>
                <a:cubicBezTo>
                  <a:pt x="17" y="39"/>
                  <a:pt x="16" y="40"/>
                  <a:pt x="16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15" y="41"/>
                  <a:pt x="15" y="42"/>
                  <a:pt x="15" y="42"/>
                </a:cubicBezTo>
                <a:cubicBezTo>
                  <a:pt x="15" y="44"/>
                  <a:pt x="16" y="46"/>
                  <a:pt x="18" y="46"/>
                </a:cubicBezTo>
                <a:cubicBezTo>
                  <a:pt x="20" y="46"/>
                  <a:pt x="21" y="44"/>
                  <a:pt x="21" y="42"/>
                </a:cubicBezTo>
                <a:cubicBezTo>
                  <a:pt x="21" y="41"/>
                  <a:pt x="22" y="40"/>
                  <a:pt x="23" y="40"/>
                </a:cubicBezTo>
                <a:cubicBezTo>
                  <a:pt x="24" y="40"/>
                  <a:pt x="25" y="41"/>
                  <a:pt x="25" y="42"/>
                </a:cubicBezTo>
                <a:cubicBezTo>
                  <a:pt x="25" y="46"/>
                  <a:pt x="22" y="50"/>
                  <a:pt x="18" y="50"/>
                </a:cubicBezTo>
                <a:cubicBezTo>
                  <a:pt x="14" y="50"/>
                  <a:pt x="11" y="46"/>
                  <a:pt x="11" y="42"/>
                </a:cubicBezTo>
                <a:cubicBezTo>
                  <a:pt x="11" y="40"/>
                  <a:pt x="11" y="39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4" y="37"/>
                  <a:pt x="15" y="36"/>
                  <a:pt x="16" y="36"/>
                </a:cubicBezTo>
                <a:cubicBezTo>
                  <a:pt x="16" y="34"/>
                  <a:pt x="16" y="34"/>
                  <a:pt x="16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2" y="34"/>
                  <a:pt x="12" y="33"/>
                  <a:pt x="12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29"/>
                  <a:pt x="12" y="29"/>
                  <a:pt x="12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8" y="29"/>
                  <a:pt x="7" y="29"/>
                  <a:pt x="7" y="28"/>
                </a:cubicBezTo>
                <a:cubicBezTo>
                  <a:pt x="3" y="21"/>
                  <a:pt x="3" y="21"/>
                  <a:pt x="3" y="21"/>
                </a:cubicBezTo>
                <a:cubicBezTo>
                  <a:pt x="2" y="19"/>
                  <a:pt x="0" y="17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1" y="0"/>
                </a:cubicBezTo>
                <a:cubicBezTo>
                  <a:pt x="2" y="0"/>
                  <a:pt x="2" y="1"/>
                  <a:pt x="2" y="1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4" y="7"/>
                  <a:pt x="6" y="6"/>
                  <a:pt x="8" y="6"/>
                </a:cubicBezTo>
                <a:close/>
                <a:moveTo>
                  <a:pt x="4" y="18"/>
                </a:moveTo>
                <a:cubicBezTo>
                  <a:pt x="4" y="18"/>
                  <a:pt x="4" y="18"/>
                  <a:pt x="4" y="18"/>
                </a:cubicBezTo>
                <a:cubicBezTo>
                  <a:pt x="8" y="9"/>
                  <a:pt x="8" y="9"/>
                  <a:pt x="8" y="9"/>
                </a:cubicBezTo>
                <a:cubicBezTo>
                  <a:pt x="5" y="9"/>
                  <a:pt x="2" y="11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6"/>
                  <a:pt x="3" y="17"/>
                  <a:pt x="4" y="18"/>
                </a:cubicBezTo>
                <a:close/>
                <a:moveTo>
                  <a:pt x="28" y="9"/>
                </a:moveTo>
                <a:cubicBezTo>
                  <a:pt x="28" y="9"/>
                  <a:pt x="28" y="9"/>
                  <a:pt x="28" y="9"/>
                </a:cubicBezTo>
                <a:cubicBezTo>
                  <a:pt x="32" y="18"/>
                  <a:pt x="32" y="18"/>
                  <a:pt x="32" y="18"/>
                </a:cubicBezTo>
                <a:cubicBezTo>
                  <a:pt x="32" y="18"/>
                  <a:pt x="32" y="18"/>
                  <a:pt x="32" y="17"/>
                </a:cubicBezTo>
                <a:cubicBezTo>
                  <a:pt x="34" y="15"/>
                  <a:pt x="34" y="12"/>
                  <a:pt x="32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31" y="9"/>
                  <a:pt x="29" y="9"/>
                  <a:pt x="28" y="9"/>
                </a:cubicBezTo>
                <a:close/>
                <a:moveTo>
                  <a:pt x="7" y="20"/>
                </a:moveTo>
                <a:cubicBezTo>
                  <a:pt x="7" y="20"/>
                  <a:pt x="7" y="20"/>
                  <a:pt x="7" y="20"/>
                </a:cubicBezTo>
                <a:cubicBezTo>
                  <a:pt x="10" y="25"/>
                  <a:pt x="10" y="25"/>
                  <a:pt x="10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5" y="25"/>
                  <a:pt x="15" y="26"/>
                  <a:pt x="15" y="27"/>
                </a:cubicBezTo>
                <a:cubicBezTo>
                  <a:pt x="15" y="30"/>
                  <a:pt x="15" y="30"/>
                  <a:pt x="15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6"/>
                  <a:pt x="21" y="25"/>
                  <a:pt x="22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9" y="20"/>
                  <a:pt x="29" y="20"/>
                  <a:pt x="29" y="20"/>
                </a:cubicBezTo>
                <a:cubicBezTo>
                  <a:pt x="24" y="9"/>
                  <a:pt x="24" y="9"/>
                  <a:pt x="24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7" y="20"/>
                  <a:pt x="7" y="20"/>
                  <a:pt x="7" y="2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97" name="Freeform 231">
            <a:extLst>
              <a:ext uri="{FF2B5EF4-FFF2-40B4-BE49-F238E27FC236}">
                <a16:creationId xmlns:a16="http://schemas.microsoft.com/office/drawing/2014/main" id="{9CDF1BCA-64B4-CBD7-AC35-A64A5DEEE72B}"/>
              </a:ext>
            </a:extLst>
          </p:cNvPr>
          <p:cNvSpPr>
            <a:spLocks noEditPoints="1"/>
          </p:cNvSpPr>
          <p:nvPr/>
        </p:nvSpPr>
        <p:spPr bwMode="auto">
          <a:xfrm>
            <a:off x="6575885" y="3437915"/>
            <a:ext cx="186267" cy="207433"/>
          </a:xfrm>
          <a:custGeom>
            <a:avLst/>
            <a:gdLst>
              <a:gd name="T0" fmla="*/ 60325 w 44"/>
              <a:gd name="T1" fmla="*/ 152400 h 49"/>
              <a:gd name="T2" fmla="*/ 53975 w 44"/>
              <a:gd name="T3" fmla="*/ 152400 h 49"/>
              <a:gd name="T4" fmla="*/ 6350 w 44"/>
              <a:gd name="T5" fmla="*/ 127000 h 49"/>
              <a:gd name="T6" fmla="*/ 0 w 44"/>
              <a:gd name="T7" fmla="*/ 120650 h 49"/>
              <a:gd name="T8" fmla="*/ 12700 w 44"/>
              <a:gd name="T9" fmla="*/ 38100 h 49"/>
              <a:gd name="T10" fmla="*/ 25400 w 44"/>
              <a:gd name="T11" fmla="*/ 9525 h 49"/>
              <a:gd name="T12" fmla="*/ 34925 w 44"/>
              <a:gd name="T13" fmla="*/ 0 h 49"/>
              <a:gd name="T14" fmla="*/ 57150 w 44"/>
              <a:gd name="T15" fmla="*/ 28575 h 49"/>
              <a:gd name="T16" fmla="*/ 44450 w 44"/>
              <a:gd name="T17" fmla="*/ 28575 h 49"/>
              <a:gd name="T18" fmla="*/ 44450 w 44"/>
              <a:gd name="T19" fmla="*/ 38100 h 49"/>
              <a:gd name="T20" fmla="*/ 139700 w 44"/>
              <a:gd name="T21" fmla="*/ 50800 h 49"/>
              <a:gd name="T22" fmla="*/ 133350 w 44"/>
              <a:gd name="T23" fmla="*/ 127000 h 49"/>
              <a:gd name="T24" fmla="*/ 85725 w 44"/>
              <a:gd name="T25" fmla="*/ 127000 h 49"/>
              <a:gd name="T26" fmla="*/ 82550 w 44"/>
              <a:gd name="T27" fmla="*/ 155575 h 49"/>
              <a:gd name="T28" fmla="*/ 76200 w 44"/>
              <a:gd name="T29" fmla="*/ 127000 h 49"/>
              <a:gd name="T30" fmla="*/ 25400 w 44"/>
              <a:gd name="T31" fmla="*/ 50800 h 49"/>
              <a:gd name="T32" fmla="*/ 12700 w 44"/>
              <a:gd name="T33" fmla="*/ 50800 h 49"/>
              <a:gd name="T34" fmla="*/ 12700 w 44"/>
              <a:gd name="T35" fmla="*/ 50800 h 49"/>
              <a:gd name="T36" fmla="*/ 9525 w 44"/>
              <a:gd name="T37" fmla="*/ 117475 h 49"/>
              <a:gd name="T38" fmla="*/ 127000 w 44"/>
              <a:gd name="T39" fmla="*/ 50800 h 49"/>
              <a:gd name="T40" fmla="*/ 44450 w 44"/>
              <a:gd name="T41" fmla="*/ 50800 h 49"/>
              <a:gd name="T42" fmla="*/ 47625 w 44"/>
              <a:gd name="T43" fmla="*/ 82550 h 49"/>
              <a:gd name="T44" fmla="*/ 25400 w 44"/>
              <a:gd name="T45" fmla="*/ 92075 h 49"/>
              <a:gd name="T46" fmla="*/ 22225 w 44"/>
              <a:gd name="T47" fmla="*/ 82550 h 49"/>
              <a:gd name="T48" fmla="*/ 25400 w 44"/>
              <a:gd name="T49" fmla="*/ 73025 h 49"/>
              <a:gd name="T50" fmla="*/ 57150 w 44"/>
              <a:gd name="T51" fmla="*/ 9525 h 49"/>
              <a:gd name="T52" fmla="*/ 34925 w 44"/>
              <a:gd name="T53" fmla="*/ 9525 h 49"/>
              <a:gd name="T54" fmla="*/ 34925 w 44"/>
              <a:gd name="T55" fmla="*/ 9525 h 49"/>
              <a:gd name="T56" fmla="*/ 34925 w 44"/>
              <a:gd name="T57" fmla="*/ 76200 h 49"/>
              <a:gd name="T58" fmla="*/ 28575 w 44"/>
              <a:gd name="T59" fmla="*/ 82550 h 49"/>
              <a:gd name="T60" fmla="*/ 41275 w 44"/>
              <a:gd name="T61" fmla="*/ 85725 h 49"/>
              <a:gd name="T62" fmla="*/ 38100 w 44"/>
              <a:gd name="T63" fmla="*/ 79375 h 49"/>
              <a:gd name="T64" fmla="*/ 38100 w 44"/>
              <a:gd name="T65" fmla="*/ 28575 h 49"/>
              <a:gd name="T66" fmla="*/ 44450 w 44"/>
              <a:gd name="T67" fmla="*/ 22225 h 49"/>
              <a:gd name="T68" fmla="*/ 57150 w 44"/>
              <a:gd name="T69" fmla="*/ 9525 h 4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4" h="49">
                <a:moveTo>
                  <a:pt x="19" y="40"/>
                </a:moveTo>
                <a:cubicBezTo>
                  <a:pt x="19" y="48"/>
                  <a:pt x="19" y="48"/>
                  <a:pt x="19" y="48"/>
                </a:cubicBezTo>
                <a:cubicBezTo>
                  <a:pt x="19" y="48"/>
                  <a:pt x="19" y="49"/>
                  <a:pt x="18" y="49"/>
                </a:cubicBezTo>
                <a:cubicBezTo>
                  <a:pt x="17" y="49"/>
                  <a:pt x="17" y="48"/>
                  <a:pt x="17" y="48"/>
                </a:cubicBezTo>
                <a:cubicBezTo>
                  <a:pt x="17" y="40"/>
                  <a:pt x="17" y="40"/>
                  <a:pt x="17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0" y="40"/>
                  <a:pt x="0" y="40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4"/>
                  <a:pt x="2" y="12"/>
                  <a:pt x="4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3"/>
                  <a:pt x="8" y="3"/>
                  <a:pt x="8" y="3"/>
                </a:cubicBezTo>
                <a:cubicBezTo>
                  <a:pt x="8" y="2"/>
                  <a:pt x="9" y="2"/>
                  <a:pt x="9" y="1"/>
                </a:cubicBezTo>
                <a:cubicBezTo>
                  <a:pt x="9" y="1"/>
                  <a:pt x="10" y="0"/>
                  <a:pt x="11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23" y="0"/>
                  <a:pt x="23" y="9"/>
                  <a:pt x="18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12"/>
                  <a:pt x="14" y="12"/>
                  <a:pt x="14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2" y="12"/>
                  <a:pt x="44" y="14"/>
                  <a:pt x="44" y="16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40"/>
                  <a:pt x="43" y="40"/>
                  <a:pt x="42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6" y="49"/>
                  <a:pt x="26" y="49"/>
                </a:cubicBezTo>
                <a:cubicBezTo>
                  <a:pt x="25" y="49"/>
                  <a:pt x="24" y="48"/>
                  <a:pt x="24" y="48"/>
                </a:cubicBezTo>
                <a:cubicBezTo>
                  <a:pt x="24" y="40"/>
                  <a:pt x="24" y="40"/>
                  <a:pt x="24" y="40"/>
                </a:cubicBezTo>
                <a:cubicBezTo>
                  <a:pt x="19" y="40"/>
                  <a:pt x="19" y="40"/>
                  <a:pt x="19" y="40"/>
                </a:cubicBezTo>
                <a:close/>
                <a:moveTo>
                  <a:pt x="8" y="16"/>
                </a:moveTo>
                <a:cubicBezTo>
                  <a:pt x="8" y="16"/>
                  <a:pt x="8" y="16"/>
                  <a:pt x="8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6"/>
                  <a:pt x="3" y="16"/>
                  <a:pt x="3" y="16"/>
                </a:cubicBezTo>
                <a:cubicBezTo>
                  <a:pt x="3" y="37"/>
                  <a:pt x="3" y="37"/>
                  <a:pt x="3" y="37"/>
                </a:cubicBezTo>
                <a:cubicBezTo>
                  <a:pt x="40" y="37"/>
                  <a:pt x="40" y="37"/>
                  <a:pt x="40" y="37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23"/>
                  <a:pt x="14" y="23"/>
                  <a:pt x="14" y="23"/>
                </a:cubicBezTo>
                <a:cubicBezTo>
                  <a:pt x="15" y="24"/>
                  <a:pt x="15" y="25"/>
                  <a:pt x="15" y="26"/>
                </a:cubicBezTo>
                <a:cubicBezTo>
                  <a:pt x="15" y="27"/>
                  <a:pt x="15" y="28"/>
                  <a:pt x="14" y="29"/>
                </a:cubicBezTo>
                <a:cubicBezTo>
                  <a:pt x="13" y="31"/>
                  <a:pt x="10" y="31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8"/>
                  <a:pt x="7" y="27"/>
                  <a:pt x="7" y="26"/>
                </a:cubicBezTo>
                <a:cubicBezTo>
                  <a:pt x="7" y="25"/>
                  <a:pt x="7" y="25"/>
                  <a:pt x="7" y="24"/>
                </a:cubicBezTo>
                <a:cubicBezTo>
                  <a:pt x="8" y="24"/>
                  <a:pt x="8" y="23"/>
                  <a:pt x="8" y="23"/>
                </a:cubicBezTo>
                <a:cubicBezTo>
                  <a:pt x="8" y="16"/>
                  <a:pt x="8" y="16"/>
                  <a:pt x="8" y="16"/>
                </a:cubicBezTo>
                <a:close/>
                <a:moveTo>
                  <a:pt x="18" y="3"/>
                </a:moveTo>
                <a:cubicBezTo>
                  <a:pt x="18" y="3"/>
                  <a:pt x="18" y="3"/>
                  <a:pt x="18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0" y="24"/>
                  <a:pt x="10" y="25"/>
                </a:cubicBezTo>
                <a:cubicBezTo>
                  <a:pt x="10" y="25"/>
                  <a:pt x="9" y="26"/>
                  <a:pt x="9" y="26"/>
                </a:cubicBezTo>
                <a:cubicBezTo>
                  <a:pt x="9" y="27"/>
                  <a:pt x="10" y="27"/>
                  <a:pt x="10" y="27"/>
                </a:cubicBezTo>
                <a:cubicBezTo>
                  <a:pt x="11" y="28"/>
                  <a:pt x="12" y="28"/>
                  <a:pt x="13" y="27"/>
                </a:cubicBezTo>
                <a:cubicBezTo>
                  <a:pt x="13" y="27"/>
                  <a:pt x="13" y="27"/>
                  <a:pt x="13" y="26"/>
                </a:cubicBezTo>
                <a:cubicBezTo>
                  <a:pt x="13" y="26"/>
                  <a:pt x="13" y="25"/>
                  <a:pt x="12" y="25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8"/>
                  <a:pt x="13" y="8"/>
                </a:cubicBezTo>
                <a:cubicBezTo>
                  <a:pt x="13" y="7"/>
                  <a:pt x="14" y="7"/>
                  <a:pt x="14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20" y="7"/>
                  <a:pt x="20" y="3"/>
                  <a:pt x="18" y="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98" name="Freeform 232">
            <a:extLst>
              <a:ext uri="{FF2B5EF4-FFF2-40B4-BE49-F238E27FC236}">
                <a16:creationId xmlns:a16="http://schemas.microsoft.com/office/drawing/2014/main" id="{5C34242B-6637-0522-4883-C21D7D9A76BD}"/>
              </a:ext>
            </a:extLst>
          </p:cNvPr>
          <p:cNvSpPr>
            <a:spLocks noEditPoints="1"/>
          </p:cNvSpPr>
          <p:nvPr/>
        </p:nvSpPr>
        <p:spPr bwMode="auto">
          <a:xfrm>
            <a:off x="8785685" y="4329032"/>
            <a:ext cx="215900" cy="215900"/>
          </a:xfrm>
          <a:custGeom>
            <a:avLst/>
            <a:gdLst>
              <a:gd name="T0" fmla="*/ 41275 w 51"/>
              <a:gd name="T1" fmla="*/ 76200 h 51"/>
              <a:gd name="T2" fmla="*/ 47625 w 51"/>
              <a:gd name="T3" fmla="*/ 60325 h 51"/>
              <a:gd name="T4" fmla="*/ 76200 w 51"/>
              <a:gd name="T5" fmla="*/ 63500 h 51"/>
              <a:gd name="T6" fmla="*/ 66675 w 51"/>
              <a:gd name="T7" fmla="*/ 92075 h 51"/>
              <a:gd name="T8" fmla="*/ 50800 w 51"/>
              <a:gd name="T9" fmla="*/ 101600 h 51"/>
              <a:gd name="T10" fmla="*/ 76200 w 51"/>
              <a:gd name="T11" fmla="*/ 107950 h 51"/>
              <a:gd name="T12" fmla="*/ 41275 w 51"/>
              <a:gd name="T13" fmla="*/ 104775 h 51"/>
              <a:gd name="T14" fmla="*/ 63500 w 51"/>
              <a:gd name="T15" fmla="*/ 85725 h 51"/>
              <a:gd name="T16" fmla="*/ 69850 w 51"/>
              <a:gd name="T17" fmla="*/ 66675 h 51"/>
              <a:gd name="T18" fmla="*/ 53975 w 51"/>
              <a:gd name="T19" fmla="*/ 66675 h 51"/>
              <a:gd name="T20" fmla="*/ 47625 w 51"/>
              <a:gd name="T21" fmla="*/ 76200 h 51"/>
              <a:gd name="T22" fmla="*/ 139700 w 51"/>
              <a:gd name="T23" fmla="*/ 85725 h 51"/>
              <a:gd name="T24" fmla="*/ 152400 w 51"/>
              <a:gd name="T25" fmla="*/ 79375 h 51"/>
              <a:gd name="T26" fmla="*/ 155575 w 51"/>
              <a:gd name="T27" fmla="*/ 114300 h 51"/>
              <a:gd name="T28" fmla="*/ 82550 w 51"/>
              <a:gd name="T29" fmla="*/ 161925 h 51"/>
              <a:gd name="T30" fmla="*/ 25400 w 51"/>
              <a:gd name="T31" fmla="*/ 139700 h 51"/>
              <a:gd name="T32" fmla="*/ 6350 w 51"/>
              <a:gd name="T33" fmla="*/ 50800 h 51"/>
              <a:gd name="T34" fmla="*/ 50800 w 51"/>
              <a:gd name="T35" fmla="*/ 6350 h 51"/>
              <a:gd name="T36" fmla="*/ 111125 w 51"/>
              <a:gd name="T37" fmla="*/ 6350 h 51"/>
              <a:gd name="T38" fmla="*/ 133350 w 51"/>
              <a:gd name="T39" fmla="*/ 0 h 51"/>
              <a:gd name="T40" fmla="*/ 139700 w 51"/>
              <a:gd name="T41" fmla="*/ 34925 h 51"/>
              <a:gd name="T42" fmla="*/ 104775 w 51"/>
              <a:gd name="T43" fmla="*/ 31750 h 51"/>
              <a:gd name="T44" fmla="*/ 107950 w 51"/>
              <a:gd name="T45" fmla="*/ 19050 h 51"/>
              <a:gd name="T46" fmla="*/ 85725 w 51"/>
              <a:gd name="T47" fmla="*/ 25400 h 51"/>
              <a:gd name="T48" fmla="*/ 76200 w 51"/>
              <a:gd name="T49" fmla="*/ 12700 h 51"/>
              <a:gd name="T50" fmla="*/ 50800 w 51"/>
              <a:gd name="T51" fmla="*/ 22225 h 51"/>
              <a:gd name="T52" fmla="*/ 44450 w 51"/>
              <a:gd name="T53" fmla="*/ 28575 h 51"/>
              <a:gd name="T54" fmla="*/ 25400 w 51"/>
              <a:gd name="T55" fmla="*/ 44450 h 51"/>
              <a:gd name="T56" fmla="*/ 22225 w 51"/>
              <a:gd name="T57" fmla="*/ 53975 h 51"/>
              <a:gd name="T58" fmla="*/ 19050 w 51"/>
              <a:gd name="T59" fmla="*/ 57150 h 51"/>
              <a:gd name="T60" fmla="*/ 28575 w 51"/>
              <a:gd name="T61" fmla="*/ 82550 h 51"/>
              <a:gd name="T62" fmla="*/ 19050 w 51"/>
              <a:gd name="T63" fmla="*/ 114300 h 51"/>
              <a:gd name="T64" fmla="*/ 28575 w 51"/>
              <a:gd name="T65" fmla="*/ 117475 h 51"/>
              <a:gd name="T66" fmla="*/ 44450 w 51"/>
              <a:gd name="T67" fmla="*/ 139700 h 51"/>
              <a:gd name="T68" fmla="*/ 50800 w 51"/>
              <a:gd name="T69" fmla="*/ 139700 h 51"/>
              <a:gd name="T70" fmla="*/ 53975 w 51"/>
              <a:gd name="T71" fmla="*/ 146050 h 51"/>
              <a:gd name="T72" fmla="*/ 82550 w 51"/>
              <a:gd name="T73" fmla="*/ 136525 h 51"/>
              <a:gd name="T74" fmla="*/ 111125 w 51"/>
              <a:gd name="T75" fmla="*/ 142875 h 51"/>
              <a:gd name="T76" fmla="*/ 117475 w 51"/>
              <a:gd name="T77" fmla="*/ 136525 h 51"/>
              <a:gd name="T78" fmla="*/ 139700 w 51"/>
              <a:gd name="T79" fmla="*/ 120650 h 51"/>
              <a:gd name="T80" fmla="*/ 139700 w 51"/>
              <a:gd name="T81" fmla="*/ 111125 h 51"/>
              <a:gd name="T82" fmla="*/ 146050 w 51"/>
              <a:gd name="T83" fmla="*/ 107950 h 51"/>
              <a:gd name="T84" fmla="*/ 104775 w 51"/>
              <a:gd name="T85" fmla="*/ 57150 h 51"/>
              <a:gd name="T86" fmla="*/ 111125 w 51"/>
              <a:gd name="T87" fmla="*/ 88900 h 51"/>
              <a:gd name="T88" fmla="*/ 117475 w 51"/>
              <a:gd name="T89" fmla="*/ 98425 h 51"/>
              <a:gd name="T90" fmla="*/ 107950 w 51"/>
              <a:gd name="T91" fmla="*/ 107950 h 51"/>
              <a:gd name="T92" fmla="*/ 85725 w 51"/>
              <a:gd name="T93" fmla="*/ 98425 h 51"/>
              <a:gd name="T94" fmla="*/ 104775 w 51"/>
              <a:gd name="T95" fmla="*/ 57150 h 51"/>
              <a:gd name="T96" fmla="*/ 104775 w 51"/>
              <a:gd name="T97" fmla="*/ 69850 h 5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" h="51">
                <a:moveTo>
                  <a:pt x="15" y="24"/>
                </a:moveTo>
                <a:cubicBezTo>
                  <a:pt x="15" y="25"/>
                  <a:pt x="15" y="25"/>
                  <a:pt x="14" y="25"/>
                </a:cubicBezTo>
                <a:cubicBezTo>
                  <a:pt x="14" y="25"/>
                  <a:pt x="13" y="25"/>
                  <a:pt x="13" y="24"/>
                </a:cubicBezTo>
                <a:cubicBezTo>
                  <a:pt x="13" y="23"/>
                  <a:pt x="13" y="22"/>
                  <a:pt x="14" y="22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0"/>
                  <a:pt x="15" y="19"/>
                </a:cubicBezTo>
                <a:cubicBezTo>
                  <a:pt x="15" y="19"/>
                  <a:pt x="16" y="18"/>
                  <a:pt x="17" y="18"/>
                </a:cubicBezTo>
                <a:cubicBezTo>
                  <a:pt x="18" y="18"/>
                  <a:pt x="18" y="17"/>
                  <a:pt x="19" y="17"/>
                </a:cubicBezTo>
                <a:cubicBezTo>
                  <a:pt x="21" y="17"/>
                  <a:pt x="23" y="18"/>
                  <a:pt x="24" y="20"/>
                </a:cubicBezTo>
                <a:cubicBezTo>
                  <a:pt x="25" y="20"/>
                  <a:pt x="25" y="21"/>
                  <a:pt x="25" y="22"/>
                </a:cubicBezTo>
                <a:cubicBezTo>
                  <a:pt x="25" y="23"/>
                  <a:pt x="25" y="24"/>
                  <a:pt x="25" y="25"/>
                </a:cubicBezTo>
                <a:cubicBezTo>
                  <a:pt x="24" y="27"/>
                  <a:pt x="23" y="28"/>
                  <a:pt x="21" y="29"/>
                </a:cubicBezTo>
                <a:cubicBezTo>
                  <a:pt x="19" y="29"/>
                  <a:pt x="18" y="30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6" y="31"/>
                  <a:pt x="16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5" y="32"/>
                  <a:pt x="25" y="32"/>
                  <a:pt x="25" y="33"/>
                </a:cubicBezTo>
                <a:cubicBezTo>
                  <a:pt x="25" y="34"/>
                  <a:pt x="25" y="34"/>
                  <a:pt x="2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3" y="34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1"/>
                  <a:pt x="14" y="30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7" y="28"/>
                  <a:pt x="19" y="27"/>
                  <a:pt x="20" y="27"/>
                </a:cubicBezTo>
                <a:cubicBezTo>
                  <a:pt x="21" y="26"/>
                  <a:pt x="22" y="25"/>
                  <a:pt x="23" y="24"/>
                </a:cubicBezTo>
                <a:cubicBezTo>
                  <a:pt x="23" y="24"/>
                  <a:pt x="23" y="23"/>
                  <a:pt x="23" y="23"/>
                </a:cubicBezTo>
                <a:cubicBezTo>
                  <a:pt x="23" y="22"/>
                  <a:pt x="23" y="22"/>
                  <a:pt x="22" y="21"/>
                </a:cubicBezTo>
                <a:cubicBezTo>
                  <a:pt x="22" y="20"/>
                  <a:pt x="20" y="20"/>
                  <a:pt x="19" y="20"/>
                </a:cubicBezTo>
                <a:cubicBezTo>
                  <a:pt x="19" y="20"/>
                  <a:pt x="18" y="20"/>
                  <a:pt x="18" y="20"/>
                </a:cubicBezTo>
                <a:cubicBezTo>
                  <a:pt x="17" y="20"/>
                  <a:pt x="17" y="21"/>
                  <a:pt x="17" y="21"/>
                </a:cubicBezTo>
                <a:cubicBezTo>
                  <a:pt x="16" y="21"/>
                  <a:pt x="16" y="22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3"/>
                  <a:pt x="15" y="23"/>
                  <a:pt x="15" y="24"/>
                </a:cubicBezTo>
                <a:close/>
                <a:moveTo>
                  <a:pt x="47" y="27"/>
                </a:moveTo>
                <a:cubicBezTo>
                  <a:pt x="47" y="27"/>
                  <a:pt x="47" y="27"/>
                  <a:pt x="47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3" y="27"/>
                  <a:pt x="43" y="26"/>
                  <a:pt x="43" y="26"/>
                </a:cubicBezTo>
                <a:cubicBezTo>
                  <a:pt x="43" y="25"/>
                  <a:pt x="43" y="25"/>
                  <a:pt x="44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50" y="25"/>
                  <a:pt x="51" y="25"/>
                  <a:pt x="51" y="27"/>
                </a:cubicBezTo>
                <a:cubicBezTo>
                  <a:pt x="51" y="30"/>
                  <a:pt x="50" y="33"/>
                  <a:pt x="49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48" y="39"/>
                  <a:pt x="46" y="41"/>
                  <a:pt x="44" y="44"/>
                </a:cubicBezTo>
                <a:cubicBezTo>
                  <a:pt x="39" y="48"/>
                  <a:pt x="33" y="51"/>
                  <a:pt x="26" y="51"/>
                </a:cubicBezTo>
                <a:cubicBezTo>
                  <a:pt x="22" y="51"/>
                  <a:pt x="19" y="50"/>
                  <a:pt x="16" y="49"/>
                </a:cubicBezTo>
                <a:cubicBezTo>
                  <a:pt x="16" y="49"/>
                  <a:pt x="16" y="49"/>
                  <a:pt x="16" y="49"/>
                </a:cubicBezTo>
                <a:cubicBezTo>
                  <a:pt x="13" y="48"/>
                  <a:pt x="10" y="46"/>
                  <a:pt x="8" y="44"/>
                </a:cubicBezTo>
                <a:cubicBezTo>
                  <a:pt x="3" y="39"/>
                  <a:pt x="0" y="33"/>
                  <a:pt x="0" y="26"/>
                </a:cubicBezTo>
                <a:cubicBezTo>
                  <a:pt x="0" y="22"/>
                  <a:pt x="1" y="19"/>
                  <a:pt x="2" y="16"/>
                </a:cubicBezTo>
                <a:cubicBezTo>
                  <a:pt x="2" y="16"/>
                  <a:pt x="2" y="16"/>
                  <a:pt x="2" y="16"/>
                </a:cubicBezTo>
                <a:cubicBezTo>
                  <a:pt x="4" y="13"/>
                  <a:pt x="5" y="10"/>
                  <a:pt x="8" y="8"/>
                </a:cubicBezTo>
                <a:cubicBezTo>
                  <a:pt x="10" y="6"/>
                  <a:pt x="13" y="4"/>
                  <a:pt x="16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9" y="1"/>
                  <a:pt x="22" y="0"/>
                  <a:pt x="26" y="0"/>
                </a:cubicBezTo>
                <a:cubicBezTo>
                  <a:pt x="29" y="0"/>
                  <a:pt x="32" y="1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7" y="3"/>
                  <a:pt x="39" y="4"/>
                  <a:pt x="40" y="5"/>
                </a:cubicBezTo>
                <a:cubicBezTo>
                  <a:pt x="40" y="2"/>
                  <a:pt x="40" y="2"/>
                  <a:pt x="40" y="2"/>
                </a:cubicBezTo>
                <a:cubicBezTo>
                  <a:pt x="40" y="1"/>
                  <a:pt x="41" y="1"/>
                  <a:pt x="42" y="0"/>
                </a:cubicBezTo>
                <a:cubicBezTo>
                  <a:pt x="43" y="0"/>
                  <a:pt x="44" y="1"/>
                  <a:pt x="44" y="2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10"/>
                  <a:pt x="44" y="10"/>
                  <a:pt x="44" y="11"/>
                </a:cubicBezTo>
                <a:cubicBezTo>
                  <a:pt x="43" y="11"/>
                  <a:pt x="43" y="11"/>
                  <a:pt x="42" y="11"/>
                </a:cubicBezTo>
                <a:cubicBezTo>
                  <a:pt x="35" y="12"/>
                  <a:pt x="35" y="12"/>
                  <a:pt x="35" y="12"/>
                </a:cubicBezTo>
                <a:cubicBezTo>
                  <a:pt x="34" y="12"/>
                  <a:pt x="33" y="11"/>
                  <a:pt x="33" y="10"/>
                </a:cubicBezTo>
                <a:cubicBezTo>
                  <a:pt x="33" y="9"/>
                  <a:pt x="34" y="8"/>
                  <a:pt x="35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6" y="7"/>
                  <a:pt x="35" y="6"/>
                  <a:pt x="34" y="6"/>
                </a:cubicBezTo>
                <a:cubicBezTo>
                  <a:pt x="34" y="6"/>
                  <a:pt x="34" y="6"/>
                  <a:pt x="34" y="6"/>
                </a:cubicBezTo>
                <a:cubicBezTo>
                  <a:pt x="32" y="5"/>
                  <a:pt x="29" y="4"/>
                  <a:pt x="27" y="4"/>
                </a:cubicBezTo>
                <a:cubicBezTo>
                  <a:pt x="27" y="8"/>
                  <a:pt x="27" y="8"/>
                  <a:pt x="27" y="8"/>
                </a:cubicBezTo>
                <a:cubicBezTo>
                  <a:pt x="27" y="8"/>
                  <a:pt x="26" y="9"/>
                  <a:pt x="26" y="9"/>
                </a:cubicBezTo>
                <a:cubicBezTo>
                  <a:pt x="25" y="9"/>
                  <a:pt x="24" y="8"/>
                  <a:pt x="24" y="8"/>
                </a:cubicBezTo>
                <a:cubicBezTo>
                  <a:pt x="24" y="4"/>
                  <a:pt x="24" y="4"/>
                  <a:pt x="24" y="4"/>
                </a:cubicBezTo>
                <a:cubicBezTo>
                  <a:pt x="22" y="4"/>
                  <a:pt x="20" y="5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6" y="6"/>
                  <a:pt x="16" y="7"/>
                </a:cubicBezTo>
                <a:cubicBezTo>
                  <a:pt x="16" y="8"/>
                  <a:pt x="16" y="8"/>
                  <a:pt x="16" y="8"/>
                </a:cubicBezTo>
                <a:cubicBezTo>
                  <a:pt x="17" y="8"/>
                  <a:pt x="17" y="9"/>
                  <a:pt x="16" y="9"/>
                </a:cubicBezTo>
                <a:cubicBezTo>
                  <a:pt x="16" y="10"/>
                  <a:pt x="15" y="9"/>
                  <a:pt x="14" y="9"/>
                </a:cubicBezTo>
                <a:cubicBezTo>
                  <a:pt x="14" y="8"/>
                  <a:pt x="14" y="8"/>
                  <a:pt x="14" y="8"/>
                </a:cubicBezTo>
                <a:cubicBezTo>
                  <a:pt x="13" y="9"/>
                  <a:pt x="11" y="10"/>
                  <a:pt x="10" y="11"/>
                </a:cubicBezTo>
                <a:cubicBezTo>
                  <a:pt x="9" y="12"/>
                  <a:pt x="8" y="13"/>
                  <a:pt x="8" y="14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6"/>
                  <a:pt x="9" y="16"/>
                </a:cubicBezTo>
                <a:cubicBezTo>
                  <a:pt x="9" y="17"/>
                  <a:pt x="8" y="17"/>
                  <a:pt x="7" y="17"/>
                </a:cubicBezTo>
                <a:cubicBezTo>
                  <a:pt x="6" y="16"/>
                  <a:pt x="6" y="16"/>
                  <a:pt x="6" y="16"/>
                </a:cubicBezTo>
                <a:cubicBezTo>
                  <a:pt x="6" y="17"/>
                  <a:pt x="6" y="17"/>
                  <a:pt x="6" y="18"/>
                </a:cubicBezTo>
                <a:cubicBezTo>
                  <a:pt x="6" y="18"/>
                  <a:pt x="6" y="18"/>
                  <a:pt x="6" y="18"/>
                </a:cubicBezTo>
                <a:cubicBezTo>
                  <a:pt x="5" y="20"/>
                  <a:pt x="4" y="22"/>
                  <a:pt x="4" y="25"/>
                </a:cubicBezTo>
                <a:cubicBezTo>
                  <a:pt x="8" y="25"/>
                  <a:pt x="8" y="25"/>
                  <a:pt x="8" y="25"/>
                </a:cubicBezTo>
                <a:cubicBezTo>
                  <a:pt x="8" y="25"/>
                  <a:pt x="9" y="25"/>
                  <a:pt x="9" y="26"/>
                </a:cubicBezTo>
                <a:cubicBezTo>
                  <a:pt x="9" y="26"/>
                  <a:pt x="8" y="27"/>
                  <a:pt x="8" y="27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30"/>
                  <a:pt x="5" y="33"/>
                  <a:pt x="6" y="36"/>
                </a:cubicBezTo>
                <a:cubicBezTo>
                  <a:pt x="7" y="35"/>
                  <a:pt x="7" y="35"/>
                  <a:pt x="7" y="35"/>
                </a:cubicBezTo>
                <a:cubicBezTo>
                  <a:pt x="8" y="35"/>
                  <a:pt x="9" y="35"/>
                  <a:pt x="9" y="35"/>
                </a:cubicBezTo>
                <a:cubicBezTo>
                  <a:pt x="9" y="36"/>
                  <a:pt x="9" y="37"/>
                  <a:pt x="9" y="37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9"/>
                  <a:pt x="9" y="40"/>
                  <a:pt x="10" y="41"/>
                </a:cubicBezTo>
                <a:cubicBezTo>
                  <a:pt x="11" y="42"/>
                  <a:pt x="13" y="43"/>
                  <a:pt x="14" y="44"/>
                </a:cubicBezTo>
                <a:cubicBezTo>
                  <a:pt x="14" y="43"/>
                  <a:pt x="14" y="43"/>
                  <a:pt x="14" y="43"/>
                </a:cubicBezTo>
                <a:cubicBezTo>
                  <a:pt x="15" y="42"/>
                  <a:pt x="16" y="42"/>
                  <a:pt x="16" y="42"/>
                </a:cubicBezTo>
                <a:cubicBezTo>
                  <a:pt x="17" y="43"/>
                  <a:pt x="17" y="43"/>
                  <a:pt x="16" y="44"/>
                </a:cubicBezTo>
                <a:cubicBezTo>
                  <a:pt x="16" y="45"/>
                  <a:pt x="16" y="45"/>
                  <a:pt x="16" y="45"/>
                </a:cubicBezTo>
                <a:cubicBezTo>
                  <a:pt x="16" y="45"/>
                  <a:pt x="17" y="45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20" y="47"/>
                  <a:pt x="22" y="47"/>
                  <a:pt x="24" y="47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3"/>
                  <a:pt x="25" y="43"/>
                  <a:pt x="26" y="43"/>
                </a:cubicBezTo>
                <a:cubicBezTo>
                  <a:pt x="26" y="43"/>
                  <a:pt x="27" y="43"/>
                  <a:pt x="27" y="44"/>
                </a:cubicBezTo>
                <a:cubicBezTo>
                  <a:pt x="27" y="47"/>
                  <a:pt x="27" y="47"/>
                  <a:pt x="27" y="47"/>
                </a:cubicBezTo>
                <a:cubicBezTo>
                  <a:pt x="30" y="47"/>
                  <a:pt x="33" y="46"/>
                  <a:pt x="35" y="45"/>
                </a:cubicBezTo>
                <a:cubicBezTo>
                  <a:pt x="35" y="44"/>
                  <a:pt x="35" y="44"/>
                  <a:pt x="35" y="44"/>
                </a:cubicBezTo>
                <a:cubicBezTo>
                  <a:pt x="34" y="43"/>
                  <a:pt x="35" y="43"/>
                  <a:pt x="35" y="42"/>
                </a:cubicBezTo>
                <a:cubicBezTo>
                  <a:pt x="36" y="42"/>
                  <a:pt x="36" y="42"/>
                  <a:pt x="37" y="43"/>
                </a:cubicBezTo>
                <a:cubicBezTo>
                  <a:pt x="37" y="44"/>
                  <a:pt x="37" y="44"/>
                  <a:pt x="37" y="44"/>
                </a:cubicBezTo>
                <a:cubicBezTo>
                  <a:pt x="39" y="43"/>
                  <a:pt x="40" y="42"/>
                  <a:pt x="41" y="41"/>
                </a:cubicBezTo>
                <a:cubicBezTo>
                  <a:pt x="42" y="40"/>
                  <a:pt x="43" y="39"/>
                  <a:pt x="44" y="38"/>
                </a:cubicBezTo>
                <a:cubicBezTo>
                  <a:pt x="43" y="37"/>
                  <a:pt x="43" y="37"/>
                  <a:pt x="43" y="37"/>
                </a:cubicBezTo>
                <a:cubicBezTo>
                  <a:pt x="42" y="37"/>
                  <a:pt x="42" y="36"/>
                  <a:pt x="42" y="35"/>
                </a:cubicBezTo>
                <a:cubicBezTo>
                  <a:pt x="43" y="35"/>
                  <a:pt x="43" y="35"/>
                  <a:pt x="44" y="35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5"/>
                  <a:pt x="45" y="35"/>
                  <a:pt x="45" y="34"/>
                </a:cubicBezTo>
                <a:cubicBezTo>
                  <a:pt x="46" y="34"/>
                  <a:pt x="46" y="34"/>
                  <a:pt x="46" y="34"/>
                </a:cubicBezTo>
                <a:cubicBezTo>
                  <a:pt x="46" y="32"/>
                  <a:pt x="47" y="29"/>
                  <a:pt x="47" y="27"/>
                </a:cubicBezTo>
                <a:close/>
                <a:moveTo>
                  <a:pt x="33" y="18"/>
                </a:moveTo>
                <a:cubicBezTo>
                  <a:pt x="33" y="18"/>
                  <a:pt x="33" y="18"/>
                  <a:pt x="33" y="18"/>
                </a:cubicBezTo>
                <a:cubicBezTo>
                  <a:pt x="33" y="18"/>
                  <a:pt x="34" y="17"/>
                  <a:pt x="34" y="17"/>
                </a:cubicBezTo>
                <a:cubicBezTo>
                  <a:pt x="35" y="17"/>
                  <a:pt x="35" y="18"/>
                  <a:pt x="35" y="19"/>
                </a:cubicBezTo>
                <a:cubicBezTo>
                  <a:pt x="35" y="28"/>
                  <a:pt x="35" y="28"/>
                  <a:pt x="35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38" y="28"/>
                  <a:pt x="38" y="29"/>
                  <a:pt x="38" y="29"/>
                </a:cubicBezTo>
                <a:cubicBezTo>
                  <a:pt x="38" y="30"/>
                  <a:pt x="38" y="31"/>
                  <a:pt x="37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34"/>
                  <a:pt x="35" y="34"/>
                  <a:pt x="34" y="34"/>
                </a:cubicBezTo>
                <a:cubicBezTo>
                  <a:pt x="33" y="34"/>
                  <a:pt x="33" y="34"/>
                  <a:pt x="33" y="33"/>
                </a:cubicBezTo>
                <a:cubicBezTo>
                  <a:pt x="33" y="31"/>
                  <a:pt x="33" y="31"/>
                  <a:pt x="33" y="31"/>
                </a:cubicBezTo>
                <a:cubicBezTo>
                  <a:pt x="27" y="31"/>
                  <a:pt x="27" y="31"/>
                  <a:pt x="27" y="31"/>
                </a:cubicBezTo>
                <a:cubicBezTo>
                  <a:pt x="26" y="31"/>
                  <a:pt x="26" y="30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33" y="18"/>
                  <a:pt x="33" y="18"/>
                  <a:pt x="33" y="18"/>
                </a:cubicBezTo>
                <a:close/>
                <a:moveTo>
                  <a:pt x="33" y="28"/>
                </a:moveTo>
                <a:cubicBezTo>
                  <a:pt x="33" y="28"/>
                  <a:pt x="33" y="28"/>
                  <a:pt x="33" y="28"/>
                </a:cubicBezTo>
                <a:cubicBezTo>
                  <a:pt x="33" y="22"/>
                  <a:pt x="33" y="22"/>
                  <a:pt x="33" y="22"/>
                </a:cubicBezTo>
                <a:cubicBezTo>
                  <a:pt x="29" y="28"/>
                  <a:pt x="29" y="28"/>
                  <a:pt x="29" y="28"/>
                </a:cubicBezTo>
                <a:cubicBezTo>
                  <a:pt x="33" y="28"/>
                  <a:pt x="33" y="28"/>
                  <a:pt x="33" y="2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199" name="Freeform 233">
            <a:extLst>
              <a:ext uri="{FF2B5EF4-FFF2-40B4-BE49-F238E27FC236}">
                <a16:creationId xmlns:a16="http://schemas.microsoft.com/office/drawing/2014/main" id="{7256309A-E7DB-8D26-378B-13BF26B90E7A}"/>
              </a:ext>
            </a:extLst>
          </p:cNvPr>
          <p:cNvSpPr>
            <a:spLocks noEditPoints="1"/>
          </p:cNvSpPr>
          <p:nvPr/>
        </p:nvSpPr>
        <p:spPr bwMode="auto">
          <a:xfrm>
            <a:off x="8051201" y="3471781"/>
            <a:ext cx="203200" cy="139700"/>
          </a:xfrm>
          <a:custGeom>
            <a:avLst/>
            <a:gdLst>
              <a:gd name="T0" fmla="*/ 133350 w 48"/>
              <a:gd name="T1" fmla="*/ 57150 h 33"/>
              <a:gd name="T2" fmla="*/ 139700 w 48"/>
              <a:gd name="T3" fmla="*/ 57150 h 33"/>
              <a:gd name="T4" fmla="*/ 139700 w 48"/>
              <a:gd name="T5" fmla="*/ 53975 h 33"/>
              <a:gd name="T6" fmla="*/ 139700 w 48"/>
              <a:gd name="T7" fmla="*/ 53975 h 33"/>
              <a:gd name="T8" fmla="*/ 139700 w 48"/>
              <a:gd name="T9" fmla="*/ 50800 h 33"/>
              <a:gd name="T10" fmla="*/ 127000 w 48"/>
              <a:gd name="T11" fmla="*/ 44450 h 33"/>
              <a:gd name="T12" fmla="*/ 123825 w 48"/>
              <a:gd name="T13" fmla="*/ 41275 h 33"/>
              <a:gd name="T14" fmla="*/ 47625 w 48"/>
              <a:gd name="T15" fmla="*/ 41275 h 33"/>
              <a:gd name="T16" fmla="*/ 22225 w 48"/>
              <a:gd name="T17" fmla="*/ 19050 h 33"/>
              <a:gd name="T18" fmla="*/ 22225 w 48"/>
              <a:gd name="T19" fmla="*/ 57150 h 33"/>
              <a:gd name="T20" fmla="*/ 25400 w 48"/>
              <a:gd name="T21" fmla="*/ 57150 h 33"/>
              <a:gd name="T22" fmla="*/ 25400 w 48"/>
              <a:gd name="T23" fmla="*/ 57150 h 33"/>
              <a:gd name="T24" fmla="*/ 57150 w 48"/>
              <a:gd name="T25" fmla="*/ 57150 h 33"/>
              <a:gd name="T26" fmla="*/ 104775 w 48"/>
              <a:gd name="T27" fmla="*/ 53975 h 33"/>
              <a:gd name="T28" fmla="*/ 107950 w 48"/>
              <a:gd name="T29" fmla="*/ 57150 h 33"/>
              <a:gd name="T30" fmla="*/ 57150 w 48"/>
              <a:gd name="T31" fmla="*/ 69850 h 33"/>
              <a:gd name="T32" fmla="*/ 25400 w 48"/>
              <a:gd name="T33" fmla="*/ 69850 h 33"/>
              <a:gd name="T34" fmla="*/ 15875 w 48"/>
              <a:gd name="T35" fmla="*/ 66675 h 33"/>
              <a:gd name="T36" fmla="*/ 9525 w 48"/>
              <a:gd name="T37" fmla="*/ 60325 h 33"/>
              <a:gd name="T38" fmla="*/ 0 w 48"/>
              <a:gd name="T39" fmla="*/ 12700 h 33"/>
              <a:gd name="T40" fmla="*/ 25400 w 48"/>
              <a:gd name="T41" fmla="*/ 6350 h 33"/>
              <a:gd name="T42" fmla="*/ 50800 w 48"/>
              <a:gd name="T43" fmla="*/ 31750 h 33"/>
              <a:gd name="T44" fmla="*/ 53975 w 48"/>
              <a:gd name="T45" fmla="*/ 6350 h 33"/>
              <a:gd name="T46" fmla="*/ 57150 w 48"/>
              <a:gd name="T47" fmla="*/ 0 h 33"/>
              <a:gd name="T48" fmla="*/ 82550 w 48"/>
              <a:gd name="T49" fmla="*/ 3175 h 33"/>
              <a:gd name="T50" fmla="*/ 104775 w 48"/>
              <a:gd name="T51" fmla="*/ 31750 h 33"/>
              <a:gd name="T52" fmla="*/ 127000 w 48"/>
              <a:gd name="T53" fmla="*/ 31750 h 33"/>
              <a:gd name="T54" fmla="*/ 142875 w 48"/>
              <a:gd name="T55" fmla="*/ 38100 h 33"/>
              <a:gd name="T56" fmla="*/ 149225 w 48"/>
              <a:gd name="T57" fmla="*/ 44450 h 33"/>
              <a:gd name="T58" fmla="*/ 152400 w 48"/>
              <a:gd name="T59" fmla="*/ 50800 h 33"/>
              <a:gd name="T60" fmla="*/ 146050 w 48"/>
              <a:gd name="T61" fmla="*/ 63500 h 33"/>
              <a:gd name="T62" fmla="*/ 136525 w 48"/>
              <a:gd name="T63" fmla="*/ 69850 h 33"/>
              <a:gd name="T64" fmla="*/ 101600 w 48"/>
              <a:gd name="T65" fmla="*/ 69850 h 33"/>
              <a:gd name="T66" fmla="*/ 79375 w 48"/>
              <a:gd name="T67" fmla="*/ 104775 h 33"/>
              <a:gd name="T68" fmla="*/ 53975 w 48"/>
              <a:gd name="T69" fmla="*/ 101600 h 33"/>
              <a:gd name="T70" fmla="*/ 57150 w 48"/>
              <a:gd name="T71" fmla="*/ 69850 h 33"/>
              <a:gd name="T72" fmla="*/ 79375 w 48"/>
              <a:gd name="T73" fmla="*/ 98425 h 33"/>
              <a:gd name="T74" fmla="*/ 66675 w 48"/>
              <a:gd name="T75" fmla="*/ 60325 h 33"/>
              <a:gd name="T76" fmla="*/ 79375 w 48"/>
              <a:gd name="T77" fmla="*/ 98425 h 33"/>
              <a:gd name="T78" fmla="*/ 53975 w 48"/>
              <a:gd name="T79" fmla="*/ 101600 h 33"/>
              <a:gd name="T80" fmla="*/ 53975 w 48"/>
              <a:gd name="T81" fmla="*/ 101600 h 33"/>
              <a:gd name="T82" fmla="*/ 63500 w 48"/>
              <a:gd name="T83" fmla="*/ 31750 h 33"/>
              <a:gd name="T84" fmla="*/ 79375 w 48"/>
              <a:gd name="T85" fmla="*/ 9525 h 33"/>
              <a:gd name="T86" fmla="*/ 63500 w 48"/>
              <a:gd name="T87" fmla="*/ 31750 h 33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8" h="33">
                <a:moveTo>
                  <a:pt x="34" y="18"/>
                </a:moveTo>
                <a:cubicBezTo>
                  <a:pt x="42" y="18"/>
                  <a:pt x="42" y="18"/>
                  <a:pt x="42" y="18"/>
                </a:cubicBezTo>
                <a:cubicBezTo>
                  <a:pt x="43" y="18"/>
                  <a:pt x="43" y="18"/>
                  <a:pt x="43" y="18"/>
                </a:cubicBezTo>
                <a:cubicBezTo>
                  <a:pt x="43" y="18"/>
                  <a:pt x="43" y="18"/>
                  <a:pt x="44" y="18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16"/>
                  <a:pt x="44" y="16"/>
                  <a:pt x="43" y="16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39" y="13"/>
                  <a:pt x="39" y="13"/>
                  <a:pt x="39" y="13"/>
                </a:cubicBezTo>
                <a:cubicBezTo>
                  <a:pt x="39" y="13"/>
                  <a:pt x="39" y="13"/>
                  <a:pt x="39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4" y="13"/>
                  <a:pt x="13" y="13"/>
                </a:cubicBezTo>
                <a:cubicBezTo>
                  <a:pt x="7" y="6"/>
                  <a:pt x="7" y="6"/>
                  <a:pt x="7" y="6"/>
                </a:cubicBezTo>
                <a:cubicBezTo>
                  <a:pt x="4" y="6"/>
                  <a:pt x="4" y="6"/>
                  <a:pt x="4" y="6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8"/>
                  <a:pt x="7" y="18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7"/>
                  <a:pt x="19" y="17"/>
                  <a:pt x="19" y="17"/>
                </a:cubicBezTo>
                <a:cubicBezTo>
                  <a:pt x="33" y="17"/>
                  <a:pt x="33" y="17"/>
                  <a:pt x="33" y="17"/>
                </a:cubicBezTo>
                <a:cubicBezTo>
                  <a:pt x="34" y="17"/>
                  <a:pt x="34" y="17"/>
                  <a:pt x="34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8"/>
                  <a:pt x="34" y="18"/>
                  <a:pt x="34" y="18"/>
                </a:cubicBezTo>
                <a:close/>
                <a:moveTo>
                  <a:pt x="18" y="22"/>
                </a:moveTo>
                <a:cubicBezTo>
                  <a:pt x="18" y="22"/>
                  <a:pt x="18" y="22"/>
                  <a:pt x="18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7" y="22"/>
                  <a:pt x="6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4" y="21"/>
                  <a:pt x="4" y="20"/>
                  <a:pt x="3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4"/>
                </a:cubicBezTo>
                <a:cubicBezTo>
                  <a:pt x="0" y="3"/>
                  <a:pt x="1" y="2"/>
                  <a:pt x="2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9" y="3"/>
                  <a:pt x="9" y="3"/>
                </a:cubicBezTo>
                <a:cubicBezTo>
                  <a:pt x="16" y="10"/>
                  <a:pt x="16" y="10"/>
                  <a:pt x="16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1"/>
                  <a:pt x="17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6" y="0"/>
                  <a:pt x="26" y="0"/>
                  <a:pt x="26" y="1"/>
                </a:cubicBezTo>
                <a:cubicBezTo>
                  <a:pt x="26" y="1"/>
                  <a:pt x="26" y="1"/>
                  <a:pt x="26" y="1"/>
                </a:cubicBezTo>
                <a:cubicBezTo>
                  <a:pt x="33" y="10"/>
                  <a:pt x="33" y="10"/>
                  <a:pt x="33" y="10"/>
                </a:cubicBezTo>
                <a:cubicBezTo>
                  <a:pt x="39" y="10"/>
                  <a:pt x="39" y="10"/>
                  <a:pt x="39" y="10"/>
                </a:cubicBezTo>
                <a:cubicBezTo>
                  <a:pt x="39" y="10"/>
                  <a:pt x="40" y="10"/>
                  <a:pt x="40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5" y="12"/>
                  <a:pt x="45" y="12"/>
                  <a:pt x="45" y="12"/>
                </a:cubicBezTo>
                <a:cubicBezTo>
                  <a:pt x="46" y="13"/>
                  <a:pt x="47" y="13"/>
                  <a:pt x="47" y="14"/>
                </a:cubicBezTo>
                <a:cubicBezTo>
                  <a:pt x="47" y="14"/>
                  <a:pt x="47" y="14"/>
                  <a:pt x="47" y="14"/>
                </a:cubicBezTo>
                <a:cubicBezTo>
                  <a:pt x="47" y="15"/>
                  <a:pt x="48" y="15"/>
                  <a:pt x="48" y="16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16"/>
                  <a:pt x="48" y="17"/>
                  <a:pt x="48" y="17"/>
                </a:cubicBezTo>
                <a:cubicBezTo>
                  <a:pt x="48" y="18"/>
                  <a:pt x="47" y="19"/>
                  <a:pt x="46" y="20"/>
                </a:cubicBezTo>
                <a:cubicBezTo>
                  <a:pt x="46" y="21"/>
                  <a:pt x="44" y="22"/>
                  <a:pt x="43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2"/>
                  <a:pt x="43" y="22"/>
                  <a:pt x="4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33"/>
                  <a:pt x="26" y="33"/>
                  <a:pt x="25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7" y="32"/>
                  <a:pt x="17" y="32"/>
                </a:cubicBezTo>
                <a:cubicBezTo>
                  <a:pt x="17" y="31"/>
                  <a:pt x="17" y="31"/>
                  <a:pt x="17" y="31"/>
                </a:cubicBezTo>
                <a:cubicBezTo>
                  <a:pt x="18" y="22"/>
                  <a:pt x="18" y="22"/>
                  <a:pt x="18" y="22"/>
                </a:cubicBezTo>
                <a:close/>
                <a:moveTo>
                  <a:pt x="25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31" y="19"/>
                  <a:pt x="31" y="19"/>
                  <a:pt x="3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19" y="31"/>
                  <a:pt x="19" y="31"/>
                  <a:pt x="19" y="31"/>
                </a:cubicBezTo>
                <a:cubicBezTo>
                  <a:pt x="25" y="31"/>
                  <a:pt x="25" y="31"/>
                  <a:pt x="25" y="31"/>
                </a:cubicBezTo>
                <a:close/>
                <a:moveTo>
                  <a:pt x="17" y="32"/>
                </a:moveTo>
                <a:cubicBezTo>
                  <a:pt x="17" y="32"/>
                  <a:pt x="17" y="32"/>
                  <a:pt x="17" y="32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2"/>
                  <a:pt x="17" y="32"/>
                  <a:pt x="17" y="32"/>
                </a:cubicBezTo>
                <a:close/>
                <a:moveTo>
                  <a:pt x="2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25" y="3"/>
                  <a:pt x="25" y="3"/>
                  <a:pt x="25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20" y="10"/>
                  <a:pt x="20" y="10"/>
                  <a:pt x="20" y="1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00" name="Freeform 234">
            <a:extLst>
              <a:ext uri="{FF2B5EF4-FFF2-40B4-BE49-F238E27FC236}">
                <a16:creationId xmlns:a16="http://schemas.microsoft.com/office/drawing/2014/main" id="{4B6A3B16-8016-11C2-E824-77B99C1E6338}"/>
              </a:ext>
            </a:extLst>
          </p:cNvPr>
          <p:cNvSpPr>
            <a:spLocks noEditPoints="1"/>
          </p:cNvSpPr>
          <p:nvPr/>
        </p:nvSpPr>
        <p:spPr bwMode="auto">
          <a:xfrm>
            <a:off x="9145519" y="3446381"/>
            <a:ext cx="213783" cy="194733"/>
          </a:xfrm>
          <a:custGeom>
            <a:avLst/>
            <a:gdLst>
              <a:gd name="T0" fmla="*/ 109029 w 50"/>
              <a:gd name="T1" fmla="*/ 136525 h 46"/>
              <a:gd name="T2" fmla="*/ 60928 w 50"/>
              <a:gd name="T3" fmla="*/ 136525 h 46"/>
              <a:gd name="T4" fmla="*/ 60928 w 50"/>
              <a:gd name="T5" fmla="*/ 136525 h 46"/>
              <a:gd name="T6" fmla="*/ 9620 w 50"/>
              <a:gd name="T7" fmla="*/ 136525 h 46"/>
              <a:gd name="T8" fmla="*/ 0 w 50"/>
              <a:gd name="T9" fmla="*/ 130175 h 46"/>
              <a:gd name="T10" fmla="*/ 28861 w 50"/>
              <a:gd name="T11" fmla="*/ 123825 h 46"/>
              <a:gd name="T12" fmla="*/ 32067 w 50"/>
              <a:gd name="T13" fmla="*/ 107950 h 46"/>
              <a:gd name="T14" fmla="*/ 22447 w 50"/>
              <a:gd name="T15" fmla="*/ 73025 h 46"/>
              <a:gd name="T16" fmla="*/ 35274 w 50"/>
              <a:gd name="T17" fmla="*/ 63500 h 46"/>
              <a:gd name="T18" fmla="*/ 38481 w 50"/>
              <a:gd name="T19" fmla="*/ 34925 h 46"/>
              <a:gd name="T20" fmla="*/ 54515 w 50"/>
              <a:gd name="T21" fmla="*/ 34925 h 46"/>
              <a:gd name="T22" fmla="*/ 60928 w 50"/>
              <a:gd name="T23" fmla="*/ 19050 h 46"/>
              <a:gd name="T24" fmla="*/ 76962 w 50"/>
              <a:gd name="T25" fmla="*/ 19050 h 46"/>
              <a:gd name="T26" fmla="*/ 80169 w 50"/>
              <a:gd name="T27" fmla="*/ 0 h 46"/>
              <a:gd name="T28" fmla="*/ 83375 w 50"/>
              <a:gd name="T29" fmla="*/ 19050 h 46"/>
              <a:gd name="T30" fmla="*/ 105822 w 50"/>
              <a:gd name="T31" fmla="*/ 22225 h 46"/>
              <a:gd name="T32" fmla="*/ 105822 w 50"/>
              <a:gd name="T33" fmla="*/ 34925 h 46"/>
              <a:gd name="T34" fmla="*/ 125063 w 50"/>
              <a:gd name="T35" fmla="*/ 38100 h 46"/>
              <a:gd name="T36" fmla="*/ 125063 w 50"/>
              <a:gd name="T37" fmla="*/ 63500 h 46"/>
              <a:gd name="T38" fmla="*/ 137890 w 50"/>
              <a:gd name="T39" fmla="*/ 79375 h 46"/>
              <a:gd name="T40" fmla="*/ 128270 w 50"/>
              <a:gd name="T41" fmla="*/ 104775 h 46"/>
              <a:gd name="T42" fmla="*/ 134683 w 50"/>
              <a:gd name="T43" fmla="*/ 130175 h 46"/>
              <a:gd name="T44" fmla="*/ 160337 w 50"/>
              <a:gd name="T45" fmla="*/ 130175 h 46"/>
              <a:gd name="T46" fmla="*/ 131476 w 50"/>
              <a:gd name="T47" fmla="*/ 142875 h 46"/>
              <a:gd name="T48" fmla="*/ 125063 w 50"/>
              <a:gd name="T49" fmla="*/ 136525 h 46"/>
              <a:gd name="T50" fmla="*/ 109029 w 50"/>
              <a:gd name="T51" fmla="*/ 136525 h 46"/>
              <a:gd name="T52" fmla="*/ 83375 w 50"/>
              <a:gd name="T53" fmla="*/ 53975 h 46"/>
              <a:gd name="T54" fmla="*/ 83375 w 50"/>
              <a:gd name="T55" fmla="*/ 130175 h 46"/>
              <a:gd name="T56" fmla="*/ 99409 w 50"/>
              <a:gd name="T57" fmla="*/ 130175 h 46"/>
              <a:gd name="T58" fmla="*/ 115443 w 50"/>
              <a:gd name="T59" fmla="*/ 98425 h 46"/>
              <a:gd name="T60" fmla="*/ 83375 w 50"/>
              <a:gd name="T61" fmla="*/ 53975 h 46"/>
              <a:gd name="T62" fmla="*/ 76962 w 50"/>
              <a:gd name="T63" fmla="*/ 123825 h 46"/>
              <a:gd name="T64" fmla="*/ 35274 w 50"/>
              <a:gd name="T65" fmla="*/ 79375 h 46"/>
              <a:gd name="T66" fmla="*/ 48101 w 50"/>
              <a:gd name="T67" fmla="*/ 130175 h 46"/>
              <a:gd name="T68" fmla="*/ 51308 w 50"/>
              <a:gd name="T69" fmla="*/ 130175 h 46"/>
              <a:gd name="T70" fmla="*/ 76962 w 50"/>
              <a:gd name="T71" fmla="*/ 123825 h 46"/>
              <a:gd name="T72" fmla="*/ 41688 w 50"/>
              <a:gd name="T73" fmla="*/ 60325 h 46"/>
              <a:gd name="T74" fmla="*/ 83375 w 50"/>
              <a:gd name="T75" fmla="*/ 41275 h 46"/>
              <a:gd name="T76" fmla="*/ 118649 w 50"/>
              <a:gd name="T77" fmla="*/ 41275 h 46"/>
              <a:gd name="T78" fmla="*/ 99409 w 50"/>
              <a:gd name="T79" fmla="*/ 41275 h 46"/>
              <a:gd name="T80" fmla="*/ 96202 w 50"/>
              <a:gd name="T81" fmla="*/ 28575 h 46"/>
              <a:gd name="T82" fmla="*/ 64135 w 50"/>
              <a:gd name="T83" fmla="*/ 38100 h 46"/>
              <a:gd name="T84" fmla="*/ 60928 w 50"/>
              <a:gd name="T85" fmla="*/ 41275 h 46"/>
              <a:gd name="T86" fmla="*/ 41688 w 50"/>
              <a:gd name="T87" fmla="*/ 60325 h 4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0" h="46">
                <a:moveTo>
                  <a:pt x="34" y="43"/>
                </a:moveTo>
                <a:cubicBezTo>
                  <a:pt x="34" y="43"/>
                  <a:pt x="34" y="43"/>
                  <a:pt x="34" y="43"/>
                </a:cubicBezTo>
                <a:cubicBezTo>
                  <a:pt x="31" y="46"/>
                  <a:pt x="26" y="46"/>
                  <a:pt x="24" y="43"/>
                </a:cubicBezTo>
                <a:cubicBezTo>
                  <a:pt x="22" y="42"/>
                  <a:pt x="20" y="42"/>
                  <a:pt x="19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6" y="46"/>
                  <a:pt x="11" y="46"/>
                  <a:pt x="8" y="43"/>
                </a:cubicBezTo>
                <a:cubicBezTo>
                  <a:pt x="7" y="42"/>
                  <a:pt x="5" y="42"/>
                  <a:pt x="3" y="43"/>
                </a:cubicBezTo>
                <a:cubicBezTo>
                  <a:pt x="2" y="44"/>
                  <a:pt x="1" y="44"/>
                  <a:pt x="0" y="43"/>
                </a:cubicBezTo>
                <a:cubicBezTo>
                  <a:pt x="0" y="43"/>
                  <a:pt x="0" y="41"/>
                  <a:pt x="0" y="41"/>
                </a:cubicBezTo>
                <a:cubicBezTo>
                  <a:pt x="3" y="39"/>
                  <a:pt x="6" y="38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10" y="40"/>
                  <a:pt x="11" y="41"/>
                </a:cubicBezTo>
                <a:cubicBezTo>
                  <a:pt x="11" y="38"/>
                  <a:pt x="11" y="36"/>
                  <a:pt x="10" y="34"/>
                </a:cubicBezTo>
                <a:cubicBezTo>
                  <a:pt x="10" y="31"/>
                  <a:pt x="9" y="29"/>
                  <a:pt x="7" y="25"/>
                </a:cubicBezTo>
                <a:cubicBezTo>
                  <a:pt x="6" y="24"/>
                  <a:pt x="6" y="23"/>
                  <a:pt x="7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11" y="20"/>
                  <a:pt x="11" y="20"/>
                  <a:pt x="11" y="20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8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1"/>
                  <a:pt x="24" y="1"/>
                  <a:pt x="24" y="1"/>
                </a:cubicBezTo>
                <a:cubicBezTo>
                  <a:pt x="24" y="0"/>
                  <a:pt x="24" y="0"/>
                  <a:pt x="25" y="0"/>
                </a:cubicBezTo>
                <a:cubicBezTo>
                  <a:pt x="26" y="0"/>
                  <a:pt x="26" y="0"/>
                  <a:pt x="26" y="1"/>
                </a:cubicBezTo>
                <a:cubicBezTo>
                  <a:pt x="26" y="6"/>
                  <a:pt x="26" y="6"/>
                  <a:pt x="26" y="6"/>
                </a:cubicBezTo>
                <a:cubicBezTo>
                  <a:pt x="31" y="6"/>
                  <a:pt x="31" y="6"/>
                  <a:pt x="31" y="6"/>
                </a:cubicBezTo>
                <a:cubicBezTo>
                  <a:pt x="32" y="6"/>
                  <a:pt x="33" y="7"/>
                  <a:pt x="33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11"/>
                  <a:pt x="33" y="11"/>
                  <a:pt x="33" y="11"/>
                </a:cubicBezTo>
                <a:cubicBezTo>
                  <a:pt x="38" y="11"/>
                  <a:pt x="38" y="11"/>
                  <a:pt x="38" y="11"/>
                </a:cubicBezTo>
                <a:cubicBezTo>
                  <a:pt x="38" y="11"/>
                  <a:pt x="39" y="12"/>
                  <a:pt x="39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39" y="20"/>
                  <a:pt x="39" y="20"/>
                  <a:pt x="39" y="20"/>
                </a:cubicBezTo>
                <a:cubicBezTo>
                  <a:pt x="43" y="23"/>
                  <a:pt x="43" y="23"/>
                  <a:pt x="43" y="23"/>
                </a:cubicBezTo>
                <a:cubicBezTo>
                  <a:pt x="44" y="23"/>
                  <a:pt x="44" y="24"/>
                  <a:pt x="43" y="25"/>
                </a:cubicBezTo>
                <a:cubicBezTo>
                  <a:pt x="43" y="25"/>
                  <a:pt x="43" y="25"/>
                  <a:pt x="43" y="25"/>
                </a:cubicBezTo>
                <a:cubicBezTo>
                  <a:pt x="42" y="28"/>
                  <a:pt x="41" y="30"/>
                  <a:pt x="40" y="33"/>
                </a:cubicBezTo>
                <a:cubicBezTo>
                  <a:pt x="39" y="35"/>
                  <a:pt x="39" y="36"/>
                  <a:pt x="39" y="39"/>
                </a:cubicBezTo>
                <a:cubicBezTo>
                  <a:pt x="40" y="39"/>
                  <a:pt x="41" y="40"/>
                  <a:pt x="42" y="41"/>
                </a:cubicBezTo>
                <a:cubicBezTo>
                  <a:pt x="43" y="42"/>
                  <a:pt x="45" y="42"/>
                  <a:pt x="47" y="41"/>
                </a:cubicBezTo>
                <a:cubicBezTo>
                  <a:pt x="48" y="40"/>
                  <a:pt x="49" y="40"/>
                  <a:pt x="50" y="41"/>
                </a:cubicBezTo>
                <a:cubicBezTo>
                  <a:pt x="50" y="41"/>
                  <a:pt x="50" y="43"/>
                  <a:pt x="50" y="43"/>
                </a:cubicBezTo>
                <a:cubicBezTo>
                  <a:pt x="47" y="45"/>
                  <a:pt x="44" y="46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0" y="44"/>
                  <a:pt x="39" y="43"/>
                </a:cubicBezTo>
                <a:cubicBezTo>
                  <a:pt x="38" y="42"/>
                  <a:pt x="35" y="42"/>
                  <a:pt x="34" y="43"/>
                </a:cubicBezTo>
                <a:cubicBezTo>
                  <a:pt x="34" y="43"/>
                  <a:pt x="34" y="43"/>
                  <a:pt x="34" y="43"/>
                </a:cubicBezTo>
                <a:close/>
                <a:moveTo>
                  <a:pt x="26" y="17"/>
                </a:moveTo>
                <a:cubicBezTo>
                  <a:pt x="26" y="17"/>
                  <a:pt x="26" y="17"/>
                  <a:pt x="26" y="17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41"/>
                  <a:pt x="26" y="41"/>
                  <a:pt x="26" y="41"/>
                </a:cubicBezTo>
                <a:cubicBezTo>
                  <a:pt x="28" y="42"/>
                  <a:pt x="30" y="42"/>
                  <a:pt x="31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32" y="39"/>
                  <a:pt x="34" y="39"/>
                  <a:pt x="35" y="39"/>
                </a:cubicBezTo>
                <a:cubicBezTo>
                  <a:pt x="35" y="36"/>
                  <a:pt x="36" y="34"/>
                  <a:pt x="36" y="31"/>
                </a:cubicBezTo>
                <a:cubicBezTo>
                  <a:pt x="37" y="29"/>
                  <a:pt x="38" y="27"/>
                  <a:pt x="39" y="25"/>
                </a:cubicBezTo>
                <a:cubicBezTo>
                  <a:pt x="26" y="17"/>
                  <a:pt x="26" y="17"/>
                  <a:pt x="26" y="17"/>
                </a:cubicBezTo>
                <a:close/>
                <a:moveTo>
                  <a:pt x="24" y="39"/>
                </a:moveTo>
                <a:cubicBezTo>
                  <a:pt x="24" y="39"/>
                  <a:pt x="24" y="39"/>
                  <a:pt x="24" y="39"/>
                </a:cubicBezTo>
                <a:cubicBezTo>
                  <a:pt x="24" y="17"/>
                  <a:pt x="24" y="17"/>
                  <a:pt x="24" y="17"/>
                </a:cubicBezTo>
                <a:cubicBezTo>
                  <a:pt x="11" y="25"/>
                  <a:pt x="11" y="25"/>
                  <a:pt x="11" y="25"/>
                </a:cubicBezTo>
                <a:cubicBezTo>
                  <a:pt x="13" y="28"/>
                  <a:pt x="13" y="30"/>
                  <a:pt x="14" y="33"/>
                </a:cubicBezTo>
                <a:cubicBezTo>
                  <a:pt x="15" y="35"/>
                  <a:pt x="15" y="38"/>
                  <a:pt x="15" y="41"/>
                </a:cubicBezTo>
                <a:cubicBezTo>
                  <a:pt x="15" y="41"/>
                  <a:pt x="16" y="41"/>
                  <a:pt x="16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8" y="39"/>
                  <a:pt x="21" y="38"/>
                  <a:pt x="24" y="39"/>
                </a:cubicBezTo>
                <a:close/>
                <a:moveTo>
                  <a:pt x="13" y="19"/>
                </a:moveTo>
                <a:cubicBezTo>
                  <a:pt x="13" y="19"/>
                  <a:pt x="13" y="19"/>
                  <a:pt x="13" y="19"/>
                </a:cubicBezTo>
                <a:cubicBezTo>
                  <a:pt x="24" y="13"/>
                  <a:pt x="24" y="13"/>
                  <a:pt x="24" y="13"/>
                </a:cubicBezTo>
                <a:cubicBezTo>
                  <a:pt x="25" y="13"/>
                  <a:pt x="25" y="13"/>
                  <a:pt x="26" y="13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13"/>
                  <a:pt x="37" y="13"/>
                  <a:pt x="37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0" y="13"/>
                  <a:pt x="30" y="12"/>
                </a:cubicBezTo>
                <a:cubicBezTo>
                  <a:pt x="30" y="9"/>
                  <a:pt x="30" y="9"/>
                  <a:pt x="30" y="9"/>
                </a:cubicBezTo>
                <a:cubicBezTo>
                  <a:pt x="27" y="9"/>
                  <a:pt x="23" y="9"/>
                  <a:pt x="20" y="9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3"/>
                  <a:pt x="19" y="13"/>
                  <a:pt x="19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9"/>
                  <a:pt x="13" y="19"/>
                  <a:pt x="13" y="1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01" name="Freeform 235">
            <a:extLst>
              <a:ext uri="{FF2B5EF4-FFF2-40B4-BE49-F238E27FC236}">
                <a16:creationId xmlns:a16="http://schemas.microsoft.com/office/drawing/2014/main" id="{AB3AA0B0-5E92-AC8C-BBB6-CC4199E4A056}"/>
              </a:ext>
            </a:extLst>
          </p:cNvPr>
          <p:cNvSpPr>
            <a:spLocks noEditPoints="1"/>
          </p:cNvSpPr>
          <p:nvPr/>
        </p:nvSpPr>
        <p:spPr bwMode="auto">
          <a:xfrm>
            <a:off x="7678667" y="3890881"/>
            <a:ext cx="211667" cy="224367"/>
          </a:xfrm>
          <a:custGeom>
            <a:avLst/>
            <a:gdLst>
              <a:gd name="T0" fmla="*/ 66675 w 50"/>
              <a:gd name="T1" fmla="*/ 0 h 53"/>
              <a:gd name="T2" fmla="*/ 95250 w 50"/>
              <a:gd name="T3" fmla="*/ 3175 h 53"/>
              <a:gd name="T4" fmla="*/ 95250 w 50"/>
              <a:gd name="T5" fmla="*/ 19050 h 53"/>
              <a:gd name="T6" fmla="*/ 88900 w 50"/>
              <a:gd name="T7" fmla="*/ 22225 h 53"/>
              <a:gd name="T8" fmla="*/ 82550 w 50"/>
              <a:gd name="T9" fmla="*/ 25400 h 53"/>
              <a:gd name="T10" fmla="*/ 88900 w 50"/>
              <a:gd name="T11" fmla="*/ 28575 h 53"/>
              <a:gd name="T12" fmla="*/ 88900 w 50"/>
              <a:gd name="T13" fmla="*/ 47625 h 53"/>
              <a:gd name="T14" fmla="*/ 88900 w 50"/>
              <a:gd name="T15" fmla="*/ 47625 h 53"/>
              <a:gd name="T16" fmla="*/ 152400 w 50"/>
              <a:gd name="T17" fmla="*/ 79375 h 53"/>
              <a:gd name="T18" fmla="*/ 158750 w 50"/>
              <a:gd name="T19" fmla="*/ 85725 h 53"/>
              <a:gd name="T20" fmla="*/ 152400 w 50"/>
              <a:gd name="T21" fmla="*/ 168275 h 53"/>
              <a:gd name="T22" fmla="*/ 6350 w 50"/>
              <a:gd name="T23" fmla="*/ 168275 h 53"/>
              <a:gd name="T24" fmla="*/ 0 w 50"/>
              <a:gd name="T25" fmla="*/ 161925 h 53"/>
              <a:gd name="T26" fmla="*/ 6350 w 50"/>
              <a:gd name="T27" fmla="*/ 79375 h 53"/>
              <a:gd name="T28" fmla="*/ 28575 w 50"/>
              <a:gd name="T29" fmla="*/ 79375 h 53"/>
              <a:gd name="T30" fmla="*/ 69850 w 50"/>
              <a:gd name="T31" fmla="*/ 47625 h 53"/>
              <a:gd name="T32" fmla="*/ 69850 w 50"/>
              <a:gd name="T33" fmla="*/ 47625 h 53"/>
              <a:gd name="T34" fmla="*/ 69850 w 50"/>
              <a:gd name="T35" fmla="*/ 34925 h 53"/>
              <a:gd name="T36" fmla="*/ 73025 w 50"/>
              <a:gd name="T37" fmla="*/ 41275 h 53"/>
              <a:gd name="T38" fmla="*/ 76200 w 50"/>
              <a:gd name="T39" fmla="*/ 41275 h 53"/>
              <a:gd name="T40" fmla="*/ 82550 w 50"/>
              <a:gd name="T41" fmla="*/ 41275 h 53"/>
              <a:gd name="T42" fmla="*/ 82550 w 50"/>
              <a:gd name="T43" fmla="*/ 41275 h 53"/>
              <a:gd name="T44" fmla="*/ 82550 w 50"/>
              <a:gd name="T45" fmla="*/ 31750 h 53"/>
              <a:gd name="T46" fmla="*/ 79375 w 50"/>
              <a:gd name="T47" fmla="*/ 31750 h 53"/>
              <a:gd name="T48" fmla="*/ 76200 w 50"/>
              <a:gd name="T49" fmla="*/ 28575 h 53"/>
              <a:gd name="T50" fmla="*/ 66675 w 50"/>
              <a:gd name="T51" fmla="*/ 22225 h 53"/>
              <a:gd name="T52" fmla="*/ 63500 w 50"/>
              <a:gd name="T53" fmla="*/ 19050 h 53"/>
              <a:gd name="T54" fmla="*/ 66675 w 50"/>
              <a:gd name="T55" fmla="*/ 0 h 53"/>
              <a:gd name="T56" fmla="*/ 117475 w 50"/>
              <a:gd name="T57" fmla="*/ 79375 h 53"/>
              <a:gd name="T58" fmla="*/ 79375 w 50"/>
              <a:gd name="T59" fmla="*/ 50800 h 53"/>
              <a:gd name="T60" fmla="*/ 41275 w 50"/>
              <a:gd name="T61" fmla="*/ 79375 h 53"/>
              <a:gd name="T62" fmla="*/ 146050 w 50"/>
              <a:gd name="T63" fmla="*/ 92075 h 53"/>
              <a:gd name="T64" fmla="*/ 12700 w 50"/>
              <a:gd name="T65" fmla="*/ 92075 h 53"/>
              <a:gd name="T66" fmla="*/ 146050 w 50"/>
              <a:gd name="T67" fmla="*/ 155575 h 53"/>
              <a:gd name="T68" fmla="*/ 25400 w 50"/>
              <a:gd name="T69" fmla="*/ 101600 h 53"/>
              <a:gd name="T70" fmla="*/ 28575 w 50"/>
              <a:gd name="T71" fmla="*/ 98425 h 53"/>
              <a:gd name="T72" fmla="*/ 34925 w 50"/>
              <a:gd name="T73" fmla="*/ 146050 h 53"/>
              <a:gd name="T74" fmla="*/ 25400 w 50"/>
              <a:gd name="T75" fmla="*/ 146050 h 53"/>
              <a:gd name="T76" fmla="*/ 44450 w 50"/>
              <a:gd name="T77" fmla="*/ 101600 h 53"/>
              <a:gd name="T78" fmla="*/ 50800 w 50"/>
              <a:gd name="T79" fmla="*/ 98425 h 53"/>
              <a:gd name="T80" fmla="*/ 53975 w 50"/>
              <a:gd name="T81" fmla="*/ 146050 h 53"/>
              <a:gd name="T82" fmla="*/ 44450 w 50"/>
              <a:gd name="T83" fmla="*/ 146050 h 53"/>
              <a:gd name="T84" fmla="*/ 66675 w 50"/>
              <a:gd name="T85" fmla="*/ 101600 h 53"/>
              <a:gd name="T86" fmla="*/ 69850 w 50"/>
              <a:gd name="T87" fmla="*/ 98425 h 53"/>
              <a:gd name="T88" fmla="*/ 73025 w 50"/>
              <a:gd name="T89" fmla="*/ 146050 h 53"/>
              <a:gd name="T90" fmla="*/ 66675 w 50"/>
              <a:gd name="T91" fmla="*/ 146050 h 53"/>
              <a:gd name="T92" fmla="*/ 85725 w 50"/>
              <a:gd name="T93" fmla="*/ 101600 h 53"/>
              <a:gd name="T94" fmla="*/ 88900 w 50"/>
              <a:gd name="T95" fmla="*/ 98425 h 53"/>
              <a:gd name="T96" fmla="*/ 92075 w 50"/>
              <a:gd name="T97" fmla="*/ 146050 h 53"/>
              <a:gd name="T98" fmla="*/ 85725 w 50"/>
              <a:gd name="T99" fmla="*/ 146050 h 53"/>
              <a:gd name="T100" fmla="*/ 104775 w 50"/>
              <a:gd name="T101" fmla="*/ 101600 h 53"/>
              <a:gd name="T102" fmla="*/ 107950 w 50"/>
              <a:gd name="T103" fmla="*/ 98425 h 53"/>
              <a:gd name="T104" fmla="*/ 111125 w 50"/>
              <a:gd name="T105" fmla="*/ 146050 h 53"/>
              <a:gd name="T106" fmla="*/ 104775 w 50"/>
              <a:gd name="T107" fmla="*/ 146050 h 53"/>
              <a:gd name="T108" fmla="*/ 123825 w 50"/>
              <a:gd name="T109" fmla="*/ 101600 h 53"/>
              <a:gd name="T110" fmla="*/ 127000 w 50"/>
              <a:gd name="T111" fmla="*/ 98425 h 53"/>
              <a:gd name="T112" fmla="*/ 130175 w 50"/>
              <a:gd name="T113" fmla="*/ 146050 h 53"/>
              <a:gd name="T114" fmla="*/ 123825 w 50"/>
              <a:gd name="T115" fmla="*/ 146050 h 53"/>
              <a:gd name="T116" fmla="*/ 85725 w 50"/>
              <a:gd name="T117" fmla="*/ 6350 h 53"/>
              <a:gd name="T118" fmla="*/ 69850 w 50"/>
              <a:gd name="T119" fmla="*/ 6350 h 53"/>
              <a:gd name="T120" fmla="*/ 79375 w 50"/>
              <a:gd name="T121" fmla="*/ 15875 h 53"/>
              <a:gd name="T122" fmla="*/ 79375 w 50"/>
              <a:gd name="T123" fmla="*/ 15875 h 53"/>
              <a:gd name="T124" fmla="*/ 85725 w 50"/>
              <a:gd name="T125" fmla="*/ 6350 h 53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50" h="53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30" y="1"/>
                  <a:pt x="30" y="1"/>
                </a:cubicBezTo>
                <a:cubicBezTo>
                  <a:pt x="30" y="1"/>
                  <a:pt x="30" y="1"/>
                  <a:pt x="30" y="1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7"/>
                  <a:pt x="29" y="7"/>
                  <a:pt x="29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8"/>
                  <a:pt x="26" y="8"/>
                  <a:pt x="26" y="8"/>
                </a:cubicBezTo>
                <a:cubicBezTo>
                  <a:pt x="27" y="8"/>
                  <a:pt x="27" y="8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9" y="9"/>
                  <a:pt x="29" y="11"/>
                  <a:pt x="29" y="12"/>
                </a:cubicBezTo>
                <a:cubicBezTo>
                  <a:pt x="29" y="13"/>
                  <a:pt x="29" y="14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40" y="25"/>
                  <a:pt x="40" y="25"/>
                  <a:pt x="40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9" y="25"/>
                  <a:pt x="50" y="26"/>
                  <a:pt x="50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51"/>
                  <a:pt x="50" y="51"/>
                  <a:pt x="50" y="51"/>
                </a:cubicBezTo>
                <a:cubicBezTo>
                  <a:pt x="50" y="52"/>
                  <a:pt x="49" y="53"/>
                  <a:pt x="48" y="53"/>
                </a:cubicBezTo>
                <a:cubicBezTo>
                  <a:pt x="48" y="53"/>
                  <a:pt x="48" y="53"/>
                  <a:pt x="48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1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6"/>
                  <a:pt x="1" y="25"/>
                  <a:pt x="2" y="25"/>
                </a:cubicBezTo>
                <a:cubicBezTo>
                  <a:pt x="2" y="25"/>
                  <a:pt x="2" y="25"/>
                  <a:pt x="2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1" y="14"/>
                  <a:pt x="20" y="13"/>
                  <a:pt x="20" y="12"/>
                </a:cubicBezTo>
                <a:cubicBezTo>
                  <a:pt x="20" y="11"/>
                  <a:pt x="21" y="11"/>
                  <a:pt x="22" y="11"/>
                </a:cubicBezTo>
                <a:cubicBezTo>
                  <a:pt x="22" y="11"/>
                  <a:pt x="23" y="11"/>
                  <a:pt x="23" y="12"/>
                </a:cubicBezTo>
                <a:cubicBezTo>
                  <a:pt x="23" y="12"/>
                  <a:pt x="23" y="13"/>
                  <a:pt x="23" y="13"/>
                </a:cubicBezTo>
                <a:cubicBezTo>
                  <a:pt x="23" y="13"/>
                  <a:pt x="23" y="13"/>
                  <a:pt x="24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5" y="13"/>
                  <a:pt x="25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7" y="13"/>
                  <a:pt x="27" y="12"/>
                  <a:pt x="27" y="12"/>
                </a:cubicBezTo>
                <a:cubicBezTo>
                  <a:pt x="27" y="11"/>
                  <a:pt x="27" y="11"/>
                  <a:pt x="26" y="10"/>
                </a:cubicBezTo>
                <a:cubicBezTo>
                  <a:pt x="26" y="10"/>
                  <a:pt x="26" y="10"/>
                  <a:pt x="26" y="10"/>
                </a:cubicBezTo>
                <a:cubicBezTo>
                  <a:pt x="26" y="10"/>
                  <a:pt x="25" y="10"/>
                  <a:pt x="25" y="10"/>
                </a:cubicBezTo>
                <a:cubicBezTo>
                  <a:pt x="24" y="10"/>
                  <a:pt x="24" y="9"/>
                  <a:pt x="24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7"/>
                  <a:pt x="24" y="7"/>
                  <a:pt x="24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7"/>
                  <a:pt x="20" y="7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1" y="0"/>
                  <a:pt x="21" y="0"/>
                </a:cubicBezTo>
                <a:close/>
                <a:moveTo>
                  <a:pt x="37" y="25"/>
                </a:moveTo>
                <a:cubicBezTo>
                  <a:pt x="37" y="25"/>
                  <a:pt x="37" y="25"/>
                  <a:pt x="37" y="25"/>
                </a:cubicBezTo>
                <a:cubicBezTo>
                  <a:pt x="26" y="16"/>
                  <a:pt x="26" y="16"/>
                  <a:pt x="26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6"/>
                  <a:pt x="24" y="16"/>
                  <a:pt x="24" y="16"/>
                </a:cubicBezTo>
                <a:cubicBezTo>
                  <a:pt x="13" y="25"/>
                  <a:pt x="13" y="25"/>
                  <a:pt x="13" y="25"/>
                </a:cubicBezTo>
                <a:cubicBezTo>
                  <a:pt x="37" y="25"/>
                  <a:pt x="37" y="25"/>
                  <a:pt x="37" y="25"/>
                </a:cubicBezTo>
                <a:close/>
                <a:moveTo>
                  <a:pt x="46" y="29"/>
                </a:moveTo>
                <a:cubicBezTo>
                  <a:pt x="46" y="29"/>
                  <a:pt x="46" y="29"/>
                  <a:pt x="46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49"/>
                  <a:pt x="4" y="49"/>
                  <a:pt x="4" y="49"/>
                </a:cubicBezTo>
                <a:cubicBezTo>
                  <a:pt x="46" y="49"/>
                  <a:pt x="46" y="49"/>
                  <a:pt x="46" y="49"/>
                </a:cubicBezTo>
                <a:cubicBezTo>
                  <a:pt x="46" y="29"/>
                  <a:pt x="46" y="29"/>
                  <a:pt x="46" y="29"/>
                </a:cubicBezTo>
                <a:close/>
                <a:moveTo>
                  <a:pt x="8" y="32"/>
                </a:moveTo>
                <a:cubicBezTo>
                  <a:pt x="8" y="32"/>
                  <a:pt x="8" y="32"/>
                  <a:pt x="8" y="32"/>
                </a:cubicBezTo>
                <a:cubicBezTo>
                  <a:pt x="8" y="32"/>
                  <a:pt x="9" y="31"/>
                  <a:pt x="9" y="31"/>
                </a:cubicBezTo>
                <a:cubicBezTo>
                  <a:pt x="10" y="31"/>
                  <a:pt x="11" y="32"/>
                  <a:pt x="11" y="32"/>
                </a:cubicBezTo>
                <a:cubicBezTo>
                  <a:pt x="11" y="46"/>
                  <a:pt x="11" y="46"/>
                  <a:pt x="11" y="46"/>
                </a:cubicBezTo>
                <a:cubicBezTo>
                  <a:pt x="11" y="46"/>
                  <a:pt x="10" y="47"/>
                  <a:pt x="9" y="47"/>
                </a:cubicBezTo>
                <a:cubicBezTo>
                  <a:pt x="9" y="47"/>
                  <a:pt x="8" y="46"/>
                  <a:pt x="8" y="46"/>
                </a:cubicBezTo>
                <a:cubicBezTo>
                  <a:pt x="8" y="32"/>
                  <a:pt x="8" y="32"/>
                  <a:pt x="8" y="32"/>
                </a:cubicBezTo>
                <a:close/>
                <a:moveTo>
                  <a:pt x="14" y="32"/>
                </a:moveTo>
                <a:cubicBezTo>
                  <a:pt x="14" y="32"/>
                  <a:pt x="14" y="32"/>
                  <a:pt x="14" y="32"/>
                </a:cubicBezTo>
                <a:cubicBezTo>
                  <a:pt x="14" y="32"/>
                  <a:pt x="15" y="31"/>
                  <a:pt x="16" y="31"/>
                </a:cubicBezTo>
                <a:cubicBezTo>
                  <a:pt x="16" y="31"/>
                  <a:pt x="17" y="32"/>
                  <a:pt x="17" y="32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6" y="47"/>
                  <a:pt x="16" y="47"/>
                </a:cubicBezTo>
                <a:cubicBezTo>
                  <a:pt x="15" y="47"/>
                  <a:pt x="14" y="46"/>
                  <a:pt x="14" y="46"/>
                </a:cubicBezTo>
                <a:cubicBezTo>
                  <a:pt x="14" y="32"/>
                  <a:pt x="14" y="32"/>
                  <a:pt x="14" y="32"/>
                </a:cubicBezTo>
                <a:close/>
                <a:moveTo>
                  <a:pt x="21" y="32"/>
                </a:move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1" y="31"/>
                  <a:pt x="22" y="31"/>
                </a:cubicBezTo>
                <a:cubicBezTo>
                  <a:pt x="22" y="31"/>
                  <a:pt x="23" y="32"/>
                  <a:pt x="23" y="32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2" y="47"/>
                  <a:pt x="22" y="47"/>
                </a:cubicBezTo>
                <a:cubicBezTo>
                  <a:pt x="21" y="47"/>
                  <a:pt x="21" y="46"/>
                  <a:pt x="21" y="46"/>
                </a:cubicBezTo>
                <a:cubicBezTo>
                  <a:pt x="21" y="32"/>
                  <a:pt x="21" y="32"/>
                  <a:pt x="21" y="32"/>
                </a:cubicBezTo>
                <a:close/>
                <a:moveTo>
                  <a:pt x="27" y="32"/>
                </a:moveTo>
                <a:cubicBezTo>
                  <a:pt x="27" y="32"/>
                  <a:pt x="27" y="32"/>
                  <a:pt x="27" y="32"/>
                </a:cubicBezTo>
                <a:cubicBezTo>
                  <a:pt x="27" y="32"/>
                  <a:pt x="27" y="31"/>
                  <a:pt x="28" y="31"/>
                </a:cubicBezTo>
                <a:cubicBezTo>
                  <a:pt x="29" y="31"/>
                  <a:pt x="29" y="32"/>
                  <a:pt x="29" y="32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7"/>
                  <a:pt x="28" y="47"/>
                </a:cubicBezTo>
                <a:cubicBezTo>
                  <a:pt x="27" y="47"/>
                  <a:pt x="27" y="46"/>
                  <a:pt x="27" y="46"/>
                </a:cubicBezTo>
                <a:cubicBezTo>
                  <a:pt x="27" y="32"/>
                  <a:pt x="27" y="32"/>
                  <a:pt x="27" y="32"/>
                </a:cubicBezTo>
                <a:close/>
                <a:moveTo>
                  <a:pt x="33" y="32"/>
                </a:move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1"/>
                  <a:pt x="34" y="31"/>
                </a:cubicBezTo>
                <a:cubicBezTo>
                  <a:pt x="35" y="31"/>
                  <a:pt x="35" y="32"/>
                  <a:pt x="35" y="32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7"/>
                  <a:pt x="34" y="47"/>
                </a:cubicBezTo>
                <a:cubicBezTo>
                  <a:pt x="33" y="47"/>
                  <a:pt x="33" y="46"/>
                  <a:pt x="33" y="46"/>
                </a:cubicBezTo>
                <a:cubicBezTo>
                  <a:pt x="33" y="32"/>
                  <a:pt x="33" y="32"/>
                  <a:pt x="33" y="32"/>
                </a:cubicBezTo>
                <a:close/>
                <a:moveTo>
                  <a:pt x="39" y="32"/>
                </a:move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40" y="31"/>
                  <a:pt x="40" y="31"/>
                </a:cubicBezTo>
                <a:cubicBezTo>
                  <a:pt x="41" y="31"/>
                  <a:pt x="41" y="32"/>
                  <a:pt x="41" y="32"/>
                </a:cubicBezTo>
                <a:cubicBezTo>
                  <a:pt x="41" y="46"/>
                  <a:pt x="41" y="46"/>
                  <a:pt x="41" y="46"/>
                </a:cubicBezTo>
                <a:cubicBezTo>
                  <a:pt x="41" y="46"/>
                  <a:pt x="41" y="47"/>
                  <a:pt x="40" y="47"/>
                </a:cubicBezTo>
                <a:cubicBezTo>
                  <a:pt x="40" y="47"/>
                  <a:pt x="39" y="46"/>
                  <a:pt x="39" y="46"/>
                </a:cubicBezTo>
                <a:cubicBezTo>
                  <a:pt x="39" y="32"/>
                  <a:pt x="39" y="32"/>
                  <a:pt x="39" y="32"/>
                </a:cubicBezTo>
                <a:close/>
                <a:moveTo>
                  <a:pt x="27" y="2"/>
                </a:moveTo>
                <a:cubicBezTo>
                  <a:pt x="27" y="2"/>
                  <a:pt x="27" y="2"/>
                  <a:pt x="27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5"/>
                  <a:pt x="22" y="5"/>
                  <a:pt x="22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2"/>
                  <a:pt x="27" y="2"/>
                  <a:pt x="27" y="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02" name="Freeform 236">
            <a:extLst>
              <a:ext uri="{FF2B5EF4-FFF2-40B4-BE49-F238E27FC236}">
                <a16:creationId xmlns:a16="http://schemas.microsoft.com/office/drawing/2014/main" id="{2505F53A-4168-65AA-3033-A9604557A1CB}"/>
              </a:ext>
            </a:extLst>
          </p:cNvPr>
          <p:cNvSpPr>
            <a:spLocks noEditPoints="1"/>
          </p:cNvSpPr>
          <p:nvPr/>
        </p:nvSpPr>
        <p:spPr bwMode="auto">
          <a:xfrm>
            <a:off x="8046968" y="3920515"/>
            <a:ext cx="207433" cy="165100"/>
          </a:xfrm>
          <a:custGeom>
            <a:avLst/>
            <a:gdLst>
              <a:gd name="T0" fmla="*/ 114300 w 49"/>
              <a:gd name="T1" fmla="*/ 19050 h 39"/>
              <a:gd name="T2" fmla="*/ 120650 w 49"/>
              <a:gd name="T3" fmla="*/ 25400 h 39"/>
              <a:gd name="T4" fmla="*/ 152400 w 49"/>
              <a:gd name="T5" fmla="*/ 60325 h 39"/>
              <a:gd name="T6" fmla="*/ 155575 w 49"/>
              <a:gd name="T7" fmla="*/ 66675 h 39"/>
              <a:gd name="T8" fmla="*/ 152400 w 49"/>
              <a:gd name="T9" fmla="*/ 107950 h 39"/>
              <a:gd name="T10" fmla="*/ 149225 w 49"/>
              <a:gd name="T11" fmla="*/ 107950 h 39"/>
              <a:gd name="T12" fmla="*/ 127000 w 49"/>
              <a:gd name="T13" fmla="*/ 123825 h 39"/>
              <a:gd name="T14" fmla="*/ 101600 w 49"/>
              <a:gd name="T15" fmla="*/ 107950 h 39"/>
              <a:gd name="T16" fmla="*/ 69850 w 49"/>
              <a:gd name="T17" fmla="*/ 117475 h 39"/>
              <a:gd name="T18" fmla="*/ 34925 w 49"/>
              <a:gd name="T19" fmla="*/ 114300 h 39"/>
              <a:gd name="T20" fmla="*/ 34925 w 49"/>
              <a:gd name="T21" fmla="*/ 114300 h 39"/>
              <a:gd name="T22" fmla="*/ 15875 w 49"/>
              <a:gd name="T23" fmla="*/ 104775 h 39"/>
              <a:gd name="T24" fmla="*/ 3175 w 49"/>
              <a:gd name="T25" fmla="*/ 104775 h 39"/>
              <a:gd name="T26" fmla="*/ 3175 w 49"/>
              <a:gd name="T27" fmla="*/ 95250 h 39"/>
              <a:gd name="T28" fmla="*/ 12700 w 49"/>
              <a:gd name="T29" fmla="*/ 76200 h 39"/>
              <a:gd name="T30" fmla="*/ 12700 w 49"/>
              <a:gd name="T31" fmla="*/ 76200 h 39"/>
              <a:gd name="T32" fmla="*/ 12700 w 49"/>
              <a:gd name="T33" fmla="*/ 53975 h 39"/>
              <a:gd name="T34" fmla="*/ 12700 w 49"/>
              <a:gd name="T35" fmla="*/ 31750 h 39"/>
              <a:gd name="T36" fmla="*/ 15875 w 49"/>
              <a:gd name="T37" fmla="*/ 28575 h 39"/>
              <a:gd name="T38" fmla="*/ 44450 w 49"/>
              <a:gd name="T39" fmla="*/ 3175 h 39"/>
              <a:gd name="T40" fmla="*/ 50800 w 49"/>
              <a:gd name="T41" fmla="*/ 3175 h 39"/>
              <a:gd name="T42" fmla="*/ 50800 w 49"/>
              <a:gd name="T43" fmla="*/ 31750 h 39"/>
              <a:gd name="T44" fmla="*/ 50800 w 49"/>
              <a:gd name="T45" fmla="*/ 53975 h 39"/>
              <a:gd name="T46" fmla="*/ 50800 w 49"/>
              <a:gd name="T47" fmla="*/ 53975 h 39"/>
              <a:gd name="T48" fmla="*/ 63500 w 49"/>
              <a:gd name="T49" fmla="*/ 25400 h 39"/>
              <a:gd name="T50" fmla="*/ 19050 w 49"/>
              <a:gd name="T51" fmla="*/ 73025 h 39"/>
              <a:gd name="T52" fmla="*/ 44450 w 49"/>
              <a:gd name="T53" fmla="*/ 73025 h 39"/>
              <a:gd name="T54" fmla="*/ 19050 w 49"/>
              <a:gd name="T55" fmla="*/ 57150 h 39"/>
              <a:gd name="T56" fmla="*/ 31750 w 49"/>
              <a:gd name="T57" fmla="*/ 79375 h 39"/>
              <a:gd name="T58" fmla="*/ 19050 w 49"/>
              <a:gd name="T59" fmla="*/ 79375 h 39"/>
              <a:gd name="T60" fmla="*/ 25400 w 49"/>
              <a:gd name="T61" fmla="*/ 95250 h 39"/>
              <a:gd name="T62" fmla="*/ 19050 w 49"/>
              <a:gd name="T63" fmla="*/ 50800 h 39"/>
              <a:gd name="T64" fmla="*/ 44450 w 49"/>
              <a:gd name="T65" fmla="*/ 50800 h 39"/>
              <a:gd name="T66" fmla="*/ 19050 w 49"/>
              <a:gd name="T67" fmla="*/ 34925 h 39"/>
              <a:gd name="T68" fmla="*/ 63500 w 49"/>
              <a:gd name="T69" fmla="*/ 66675 h 39"/>
              <a:gd name="T70" fmla="*/ 66675 w 49"/>
              <a:gd name="T71" fmla="*/ 66675 h 39"/>
              <a:gd name="T72" fmla="*/ 76200 w 49"/>
              <a:gd name="T73" fmla="*/ 82550 h 39"/>
              <a:gd name="T74" fmla="*/ 111125 w 49"/>
              <a:gd name="T75" fmla="*/ 69850 h 39"/>
              <a:gd name="T76" fmla="*/ 107950 w 49"/>
              <a:gd name="T77" fmla="*/ 31750 h 39"/>
              <a:gd name="T78" fmla="*/ 63500 w 49"/>
              <a:gd name="T79" fmla="*/ 66675 h 39"/>
              <a:gd name="T80" fmla="*/ 117475 w 49"/>
              <a:gd name="T81" fmla="*/ 73025 h 39"/>
              <a:gd name="T82" fmla="*/ 101600 w 49"/>
              <a:gd name="T83" fmla="*/ 92075 h 39"/>
              <a:gd name="T84" fmla="*/ 69850 w 49"/>
              <a:gd name="T85" fmla="*/ 88900 h 39"/>
              <a:gd name="T86" fmla="*/ 63500 w 49"/>
              <a:gd name="T87" fmla="*/ 73025 h 39"/>
              <a:gd name="T88" fmla="*/ 53975 w 49"/>
              <a:gd name="T89" fmla="*/ 85725 h 39"/>
              <a:gd name="T90" fmla="*/ 53975 w 49"/>
              <a:gd name="T91" fmla="*/ 82550 h 39"/>
              <a:gd name="T92" fmla="*/ 41275 w 49"/>
              <a:gd name="T93" fmla="*/ 88900 h 39"/>
              <a:gd name="T94" fmla="*/ 38100 w 49"/>
              <a:gd name="T95" fmla="*/ 98425 h 39"/>
              <a:gd name="T96" fmla="*/ 41275 w 49"/>
              <a:gd name="T97" fmla="*/ 107950 h 39"/>
              <a:gd name="T98" fmla="*/ 50800 w 49"/>
              <a:gd name="T99" fmla="*/ 111125 h 39"/>
              <a:gd name="T100" fmla="*/ 66675 w 49"/>
              <a:gd name="T101" fmla="*/ 101600 h 39"/>
              <a:gd name="T102" fmla="*/ 104775 w 49"/>
              <a:gd name="T103" fmla="*/ 95250 h 39"/>
              <a:gd name="T104" fmla="*/ 117475 w 49"/>
              <a:gd name="T105" fmla="*/ 107950 h 39"/>
              <a:gd name="T106" fmla="*/ 133350 w 49"/>
              <a:gd name="T107" fmla="*/ 107950 h 39"/>
              <a:gd name="T108" fmla="*/ 146050 w 49"/>
              <a:gd name="T109" fmla="*/ 95250 h 39"/>
              <a:gd name="T110" fmla="*/ 146050 w 49"/>
              <a:gd name="T111" fmla="*/ 73025 h 39"/>
              <a:gd name="T112" fmla="*/ 127000 w 49"/>
              <a:gd name="T113" fmla="*/ 92075 h 39"/>
              <a:gd name="T114" fmla="*/ 130175 w 49"/>
              <a:gd name="T115" fmla="*/ 98425 h 39"/>
              <a:gd name="T116" fmla="*/ 120650 w 49"/>
              <a:gd name="T117" fmla="*/ 98425 h 39"/>
              <a:gd name="T118" fmla="*/ 50800 w 49"/>
              <a:gd name="T119" fmla="*/ 92075 h 39"/>
              <a:gd name="T120" fmla="*/ 57150 w 49"/>
              <a:gd name="T121" fmla="*/ 98425 h 39"/>
              <a:gd name="T122" fmla="*/ 47625 w 49"/>
              <a:gd name="T123" fmla="*/ 98425 h 39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9" h="39">
                <a:moveTo>
                  <a:pt x="22" y="6"/>
                </a:moveTo>
                <a:cubicBezTo>
                  <a:pt x="36" y="6"/>
                  <a:pt x="36" y="6"/>
                  <a:pt x="36" y="6"/>
                </a:cubicBezTo>
                <a:cubicBezTo>
                  <a:pt x="37" y="6"/>
                  <a:pt x="38" y="7"/>
                  <a:pt x="38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19"/>
                  <a:pt x="38" y="19"/>
                  <a:pt x="38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9" y="19"/>
                  <a:pt x="49" y="20"/>
                  <a:pt x="49" y="21"/>
                </a:cubicBezTo>
                <a:cubicBezTo>
                  <a:pt x="49" y="21"/>
                  <a:pt x="49" y="21"/>
                  <a:pt x="49" y="21"/>
                </a:cubicBezTo>
                <a:cubicBezTo>
                  <a:pt x="49" y="32"/>
                  <a:pt x="49" y="32"/>
                  <a:pt x="49" y="32"/>
                </a:cubicBezTo>
                <a:cubicBezTo>
                  <a:pt x="49" y="33"/>
                  <a:pt x="49" y="34"/>
                  <a:pt x="48" y="34"/>
                </a:cubicBezTo>
                <a:cubicBezTo>
                  <a:pt x="48" y="34"/>
                  <a:pt x="48" y="34"/>
                  <a:pt x="48" y="34"/>
                </a:cubicBezTo>
                <a:cubicBezTo>
                  <a:pt x="47" y="34"/>
                  <a:pt x="47" y="34"/>
                  <a:pt x="47" y="34"/>
                </a:cubicBezTo>
                <a:cubicBezTo>
                  <a:pt x="47" y="35"/>
                  <a:pt x="46" y="36"/>
                  <a:pt x="45" y="37"/>
                </a:cubicBezTo>
                <a:cubicBezTo>
                  <a:pt x="43" y="38"/>
                  <a:pt x="41" y="39"/>
                  <a:pt x="40" y="39"/>
                </a:cubicBezTo>
                <a:cubicBezTo>
                  <a:pt x="38" y="39"/>
                  <a:pt x="36" y="38"/>
                  <a:pt x="34" y="37"/>
                </a:cubicBezTo>
                <a:cubicBezTo>
                  <a:pt x="33" y="36"/>
                  <a:pt x="33" y="35"/>
                  <a:pt x="32" y="34"/>
                </a:cubicBezTo>
                <a:cubicBezTo>
                  <a:pt x="24" y="34"/>
                  <a:pt x="24" y="34"/>
                  <a:pt x="24" y="34"/>
                </a:cubicBezTo>
                <a:cubicBezTo>
                  <a:pt x="23" y="35"/>
                  <a:pt x="23" y="36"/>
                  <a:pt x="22" y="37"/>
                </a:cubicBezTo>
                <a:cubicBezTo>
                  <a:pt x="20" y="38"/>
                  <a:pt x="18" y="39"/>
                  <a:pt x="16" y="39"/>
                </a:cubicBezTo>
                <a:cubicBezTo>
                  <a:pt x="14" y="39"/>
                  <a:pt x="12" y="38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0" y="35"/>
                  <a:pt x="9" y="34"/>
                  <a:pt x="9" y="33"/>
                </a:cubicBezTo>
                <a:cubicBezTo>
                  <a:pt x="5" y="33"/>
                  <a:pt x="5" y="33"/>
                  <a:pt x="5" y="33"/>
                </a:cubicBezTo>
                <a:cubicBezTo>
                  <a:pt x="5" y="33"/>
                  <a:pt x="5" y="33"/>
                  <a:pt x="5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1" y="33"/>
                  <a:pt x="0" y="32"/>
                  <a:pt x="0" y="32"/>
                </a:cubicBezTo>
                <a:cubicBezTo>
                  <a:pt x="0" y="31"/>
                  <a:pt x="1" y="30"/>
                  <a:pt x="1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9"/>
                  <a:pt x="4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0"/>
                  <a:pt x="15" y="0"/>
                </a:cubicBezTo>
                <a:cubicBezTo>
                  <a:pt x="15" y="0"/>
                  <a:pt x="16" y="1"/>
                  <a:pt x="16" y="1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7"/>
                  <a:pt x="16" y="17"/>
                  <a:pt x="16" y="17"/>
                </a:cubicBezTo>
                <a:cubicBezTo>
                  <a:pt x="16" y="17"/>
                  <a:pt x="16" y="17"/>
                  <a:pt x="16" y="17"/>
                </a:cubicBezTo>
                <a:cubicBezTo>
                  <a:pt x="16" y="17"/>
                  <a:pt x="16" y="17"/>
                  <a:pt x="16" y="17"/>
                </a:cubicBezTo>
                <a:cubicBezTo>
                  <a:pt x="16" y="22"/>
                  <a:pt x="16" y="22"/>
                  <a:pt x="16" y="22"/>
                </a:cubicBezTo>
                <a:cubicBezTo>
                  <a:pt x="20" y="8"/>
                  <a:pt x="20" y="8"/>
                  <a:pt x="20" y="8"/>
                </a:cubicBezTo>
                <a:cubicBezTo>
                  <a:pt x="20" y="7"/>
                  <a:pt x="21" y="6"/>
                  <a:pt x="22" y="6"/>
                </a:cubicBezTo>
                <a:close/>
                <a:moveTo>
                  <a:pt x="6" y="23"/>
                </a:moveTo>
                <a:cubicBezTo>
                  <a:pt x="6" y="23"/>
                  <a:pt x="6" y="23"/>
                  <a:pt x="6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18"/>
                  <a:pt x="14" y="18"/>
                  <a:pt x="14" y="18"/>
                </a:cubicBezTo>
                <a:cubicBezTo>
                  <a:pt x="6" y="18"/>
                  <a:pt x="6" y="18"/>
                  <a:pt x="6" y="18"/>
                </a:cubicBezTo>
                <a:cubicBezTo>
                  <a:pt x="6" y="23"/>
                  <a:pt x="6" y="23"/>
                  <a:pt x="6" y="23"/>
                </a:cubicBezTo>
                <a:close/>
                <a:moveTo>
                  <a:pt x="10" y="25"/>
                </a:moveTo>
                <a:cubicBezTo>
                  <a:pt x="10" y="25"/>
                  <a:pt x="10" y="25"/>
                  <a:pt x="10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30"/>
                  <a:pt x="6" y="30"/>
                  <a:pt x="6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8" y="28"/>
                  <a:pt x="9" y="27"/>
                  <a:pt x="10" y="25"/>
                </a:cubicBezTo>
                <a:close/>
                <a:moveTo>
                  <a:pt x="6" y="16"/>
                </a:moveTo>
                <a:cubicBezTo>
                  <a:pt x="6" y="16"/>
                  <a:pt x="6" y="16"/>
                  <a:pt x="6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1"/>
                  <a:pt x="14" y="11"/>
                  <a:pt x="14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6"/>
                  <a:pt x="6" y="16"/>
                  <a:pt x="6" y="16"/>
                </a:cubicBezTo>
                <a:close/>
                <a:moveTo>
                  <a:pt x="20" y="21"/>
                </a:moveTo>
                <a:cubicBezTo>
                  <a:pt x="20" y="21"/>
                  <a:pt x="20" y="21"/>
                  <a:pt x="20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2" y="21"/>
                  <a:pt x="22" y="21"/>
                  <a:pt x="22" y="22"/>
                </a:cubicBezTo>
                <a:cubicBezTo>
                  <a:pt x="24" y="26"/>
                  <a:pt x="24" y="26"/>
                  <a:pt x="24" y="26"/>
                </a:cubicBezTo>
                <a:cubicBezTo>
                  <a:pt x="31" y="26"/>
                  <a:pt x="31" y="26"/>
                  <a:pt x="31" y="26"/>
                </a:cubicBezTo>
                <a:cubicBezTo>
                  <a:pt x="35" y="22"/>
                  <a:pt x="35" y="22"/>
                  <a:pt x="35" y="22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10"/>
                  <a:pt x="34" y="10"/>
                  <a:pt x="34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0" y="21"/>
                  <a:pt x="20" y="21"/>
                  <a:pt x="20" y="21"/>
                </a:cubicBezTo>
                <a:close/>
                <a:moveTo>
                  <a:pt x="37" y="23"/>
                </a:moveTo>
                <a:cubicBezTo>
                  <a:pt x="37" y="23"/>
                  <a:pt x="37" y="23"/>
                  <a:pt x="37" y="23"/>
                </a:cubicBezTo>
                <a:cubicBezTo>
                  <a:pt x="33" y="28"/>
                  <a:pt x="33" y="28"/>
                  <a:pt x="33" y="28"/>
                </a:cubicBezTo>
                <a:cubicBezTo>
                  <a:pt x="33" y="29"/>
                  <a:pt x="33" y="29"/>
                  <a:pt x="32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2" y="29"/>
                  <a:pt x="22" y="28"/>
                  <a:pt x="22" y="28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3"/>
                  <a:pt x="20" y="23"/>
                  <a:pt x="20" y="23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6"/>
                  <a:pt x="18" y="27"/>
                  <a:pt x="17" y="27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15" y="26"/>
                  <a:pt x="14" y="27"/>
                  <a:pt x="13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8"/>
                  <a:pt x="12" y="30"/>
                  <a:pt x="12" y="31"/>
                </a:cubicBezTo>
                <a:cubicBezTo>
                  <a:pt x="12" y="32"/>
                  <a:pt x="13" y="33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4" y="35"/>
                  <a:pt x="15" y="35"/>
                  <a:pt x="16" y="35"/>
                </a:cubicBezTo>
                <a:cubicBezTo>
                  <a:pt x="17" y="35"/>
                  <a:pt x="18" y="35"/>
                  <a:pt x="19" y="34"/>
                </a:cubicBezTo>
                <a:cubicBezTo>
                  <a:pt x="20" y="33"/>
                  <a:pt x="20" y="33"/>
                  <a:pt x="21" y="32"/>
                </a:cubicBezTo>
                <a:cubicBezTo>
                  <a:pt x="21" y="31"/>
                  <a:pt x="22" y="30"/>
                  <a:pt x="23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4" y="30"/>
                  <a:pt x="35" y="31"/>
                  <a:pt x="35" y="32"/>
                </a:cubicBezTo>
                <a:cubicBezTo>
                  <a:pt x="36" y="33"/>
                  <a:pt x="36" y="33"/>
                  <a:pt x="37" y="34"/>
                </a:cubicBezTo>
                <a:cubicBezTo>
                  <a:pt x="38" y="35"/>
                  <a:pt x="38" y="35"/>
                  <a:pt x="40" y="35"/>
                </a:cubicBezTo>
                <a:cubicBezTo>
                  <a:pt x="41" y="35"/>
                  <a:pt x="42" y="35"/>
                  <a:pt x="42" y="34"/>
                </a:cubicBezTo>
                <a:cubicBezTo>
                  <a:pt x="43" y="33"/>
                  <a:pt x="43" y="33"/>
                  <a:pt x="44" y="32"/>
                </a:cubicBezTo>
                <a:cubicBezTo>
                  <a:pt x="44" y="31"/>
                  <a:pt x="45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23"/>
                  <a:pt x="46" y="23"/>
                  <a:pt x="46" y="23"/>
                </a:cubicBezTo>
                <a:cubicBezTo>
                  <a:pt x="37" y="23"/>
                  <a:pt x="37" y="23"/>
                  <a:pt x="37" y="23"/>
                </a:cubicBezTo>
                <a:close/>
                <a:moveTo>
                  <a:pt x="40" y="29"/>
                </a:moveTo>
                <a:cubicBezTo>
                  <a:pt x="40" y="29"/>
                  <a:pt x="40" y="29"/>
                  <a:pt x="40" y="29"/>
                </a:cubicBezTo>
                <a:cubicBezTo>
                  <a:pt x="41" y="29"/>
                  <a:pt x="41" y="30"/>
                  <a:pt x="41" y="31"/>
                </a:cubicBezTo>
                <a:cubicBezTo>
                  <a:pt x="41" y="32"/>
                  <a:pt x="41" y="33"/>
                  <a:pt x="40" y="33"/>
                </a:cubicBezTo>
                <a:cubicBezTo>
                  <a:pt x="39" y="33"/>
                  <a:pt x="38" y="32"/>
                  <a:pt x="38" y="31"/>
                </a:cubicBezTo>
                <a:cubicBezTo>
                  <a:pt x="38" y="30"/>
                  <a:pt x="39" y="29"/>
                  <a:pt x="40" y="29"/>
                </a:cubicBezTo>
                <a:close/>
                <a:moveTo>
                  <a:pt x="16" y="29"/>
                </a:moveTo>
                <a:cubicBezTo>
                  <a:pt x="16" y="29"/>
                  <a:pt x="16" y="29"/>
                  <a:pt x="16" y="29"/>
                </a:cubicBezTo>
                <a:cubicBezTo>
                  <a:pt x="17" y="29"/>
                  <a:pt x="18" y="30"/>
                  <a:pt x="18" y="31"/>
                </a:cubicBezTo>
                <a:cubicBezTo>
                  <a:pt x="18" y="32"/>
                  <a:pt x="17" y="33"/>
                  <a:pt x="16" y="33"/>
                </a:cubicBezTo>
                <a:cubicBezTo>
                  <a:pt x="15" y="33"/>
                  <a:pt x="15" y="32"/>
                  <a:pt x="15" y="31"/>
                </a:cubicBezTo>
                <a:cubicBezTo>
                  <a:pt x="15" y="30"/>
                  <a:pt x="15" y="29"/>
                  <a:pt x="16" y="2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03" name="Freeform 237">
            <a:extLst>
              <a:ext uri="{FF2B5EF4-FFF2-40B4-BE49-F238E27FC236}">
                <a16:creationId xmlns:a16="http://schemas.microsoft.com/office/drawing/2014/main" id="{609BB9C7-468F-8CDA-F5E2-D5B92ED788AF}"/>
              </a:ext>
            </a:extLst>
          </p:cNvPr>
          <p:cNvSpPr>
            <a:spLocks noEditPoints="1"/>
          </p:cNvSpPr>
          <p:nvPr/>
        </p:nvSpPr>
        <p:spPr bwMode="auto">
          <a:xfrm>
            <a:off x="9562501" y="3886648"/>
            <a:ext cx="139700" cy="232833"/>
          </a:xfrm>
          <a:custGeom>
            <a:avLst/>
            <a:gdLst>
              <a:gd name="T0" fmla="*/ 31750 w 33"/>
              <a:gd name="T1" fmla="*/ 57150 h 55"/>
              <a:gd name="T2" fmla="*/ 41275 w 33"/>
              <a:gd name="T3" fmla="*/ 57150 h 55"/>
              <a:gd name="T4" fmla="*/ 41275 w 33"/>
              <a:gd name="T5" fmla="*/ 57150 h 55"/>
              <a:gd name="T6" fmla="*/ 60325 w 33"/>
              <a:gd name="T7" fmla="*/ 41275 h 55"/>
              <a:gd name="T8" fmla="*/ 41275 w 33"/>
              <a:gd name="T9" fmla="*/ 38100 h 55"/>
              <a:gd name="T10" fmla="*/ 63500 w 33"/>
              <a:gd name="T11" fmla="*/ 6350 h 55"/>
              <a:gd name="T12" fmla="*/ 22225 w 33"/>
              <a:gd name="T13" fmla="*/ 28575 h 55"/>
              <a:gd name="T14" fmla="*/ 12700 w 33"/>
              <a:gd name="T15" fmla="*/ 28575 h 55"/>
              <a:gd name="T16" fmla="*/ 25400 w 33"/>
              <a:gd name="T17" fmla="*/ 107950 h 55"/>
              <a:gd name="T18" fmla="*/ 82550 w 33"/>
              <a:gd name="T19" fmla="*/ 107950 h 55"/>
              <a:gd name="T20" fmla="*/ 82550 w 33"/>
              <a:gd name="T21" fmla="*/ 107950 h 55"/>
              <a:gd name="T22" fmla="*/ 95250 w 33"/>
              <a:gd name="T23" fmla="*/ 28575 h 55"/>
              <a:gd name="T24" fmla="*/ 53975 w 33"/>
              <a:gd name="T25" fmla="*/ 34925 h 55"/>
              <a:gd name="T26" fmla="*/ 69850 w 33"/>
              <a:gd name="T27" fmla="*/ 34925 h 55"/>
              <a:gd name="T28" fmla="*/ 38100 w 33"/>
              <a:gd name="T29" fmla="*/ 79375 h 55"/>
              <a:gd name="T30" fmla="*/ 31750 w 33"/>
              <a:gd name="T31" fmla="*/ 79375 h 55"/>
              <a:gd name="T32" fmla="*/ 28575 w 33"/>
              <a:gd name="T33" fmla="*/ 66675 h 55"/>
              <a:gd name="T34" fmla="*/ 22225 w 33"/>
              <a:gd name="T35" fmla="*/ 63500 h 55"/>
              <a:gd name="T36" fmla="*/ 66675 w 33"/>
              <a:gd name="T37" fmla="*/ 15875 h 55"/>
              <a:gd name="T38" fmla="*/ 98425 w 33"/>
              <a:gd name="T39" fmla="*/ 15875 h 55"/>
              <a:gd name="T40" fmla="*/ 104775 w 33"/>
              <a:gd name="T41" fmla="*/ 22225 h 55"/>
              <a:gd name="T42" fmla="*/ 88900 w 33"/>
              <a:gd name="T43" fmla="*/ 117475 h 55"/>
              <a:gd name="T44" fmla="*/ 60325 w 33"/>
              <a:gd name="T45" fmla="*/ 130175 h 55"/>
              <a:gd name="T46" fmla="*/ 98425 w 33"/>
              <a:gd name="T47" fmla="*/ 165100 h 55"/>
              <a:gd name="T48" fmla="*/ 98425 w 33"/>
              <a:gd name="T49" fmla="*/ 174625 h 55"/>
              <a:gd name="T50" fmla="*/ 53975 w 33"/>
              <a:gd name="T51" fmla="*/ 174625 h 55"/>
              <a:gd name="T52" fmla="*/ 6350 w 33"/>
              <a:gd name="T53" fmla="*/ 174625 h 55"/>
              <a:gd name="T54" fmla="*/ 6350 w 33"/>
              <a:gd name="T55" fmla="*/ 165100 h 55"/>
              <a:gd name="T56" fmla="*/ 47625 w 33"/>
              <a:gd name="T57" fmla="*/ 130175 h 55"/>
              <a:gd name="T58" fmla="*/ 0 w 33"/>
              <a:gd name="T59" fmla="*/ 79375 h 55"/>
              <a:gd name="T60" fmla="*/ 6350 w 33"/>
              <a:gd name="T61" fmla="*/ 15875 h 55"/>
              <a:gd name="T62" fmla="*/ 22225 w 33"/>
              <a:gd name="T63" fmla="*/ 15875 h 55"/>
              <a:gd name="T64" fmla="*/ 22225 w 33"/>
              <a:gd name="T65" fmla="*/ 3175 h 55"/>
              <a:gd name="T66" fmla="*/ 28575 w 33"/>
              <a:gd name="T67" fmla="*/ 0 h 55"/>
              <a:gd name="T68" fmla="*/ 73025 w 33"/>
              <a:gd name="T69" fmla="*/ 0 h 55"/>
              <a:gd name="T70" fmla="*/ 66675 w 33"/>
              <a:gd name="T71" fmla="*/ 15875 h 55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33" h="55">
                <a:moveTo>
                  <a:pt x="10" y="2"/>
                </a:moveTo>
                <a:cubicBezTo>
                  <a:pt x="10" y="18"/>
                  <a:pt x="10" y="18"/>
                  <a:pt x="10" y="18"/>
                </a:cubicBezTo>
                <a:cubicBezTo>
                  <a:pt x="11" y="17"/>
                  <a:pt x="11" y="17"/>
                  <a:pt x="11" y="17"/>
                </a:cubicBezTo>
                <a:cubicBezTo>
                  <a:pt x="12" y="17"/>
                  <a:pt x="12" y="17"/>
                  <a:pt x="13" y="18"/>
                </a:cubicBezTo>
                <a:cubicBezTo>
                  <a:pt x="13" y="18"/>
                  <a:pt x="13" y="18"/>
                  <a:pt x="13" y="18"/>
                </a:cubicBezTo>
                <a:cubicBezTo>
                  <a:pt x="13" y="18"/>
                  <a:pt x="13" y="18"/>
                  <a:pt x="13" y="18"/>
                </a:cubicBezTo>
                <a:cubicBezTo>
                  <a:pt x="13" y="21"/>
                  <a:pt x="13" y="21"/>
                  <a:pt x="13" y="21"/>
                </a:cubicBezTo>
                <a:cubicBezTo>
                  <a:pt x="19" y="13"/>
                  <a:pt x="19" y="13"/>
                  <a:pt x="19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3" y="12"/>
                  <a:pt x="13" y="12"/>
                </a:cubicBezTo>
                <a:cubicBezTo>
                  <a:pt x="13" y="11"/>
                  <a:pt x="13" y="11"/>
                  <a:pt x="14" y="11"/>
                </a:cubicBezTo>
                <a:cubicBezTo>
                  <a:pt x="20" y="2"/>
                  <a:pt x="20" y="2"/>
                  <a:pt x="20" y="2"/>
                </a:cubicBezTo>
                <a:cubicBezTo>
                  <a:pt x="10" y="2"/>
                  <a:pt x="10" y="2"/>
                  <a:pt x="10" y="2"/>
                </a:cubicBezTo>
                <a:close/>
                <a:moveTo>
                  <a:pt x="7" y="9"/>
                </a:moveTo>
                <a:cubicBezTo>
                  <a:pt x="7" y="9"/>
                  <a:pt x="7" y="9"/>
                  <a:pt x="7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8"/>
                  <a:pt x="5" y="31"/>
                  <a:pt x="8" y="34"/>
                </a:cubicBezTo>
                <a:cubicBezTo>
                  <a:pt x="10" y="36"/>
                  <a:pt x="13" y="38"/>
                  <a:pt x="17" y="38"/>
                </a:cubicBezTo>
                <a:cubicBezTo>
                  <a:pt x="20" y="38"/>
                  <a:pt x="23" y="36"/>
                  <a:pt x="26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8" y="31"/>
                  <a:pt x="30" y="28"/>
                  <a:pt x="30" y="25"/>
                </a:cubicBezTo>
                <a:cubicBezTo>
                  <a:pt x="30" y="9"/>
                  <a:pt x="30" y="9"/>
                  <a:pt x="30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7" y="11"/>
                  <a:pt x="17" y="11"/>
                  <a:pt x="17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2" y="11"/>
                  <a:pt x="22" y="11"/>
                </a:cubicBezTo>
                <a:cubicBezTo>
                  <a:pt x="22" y="11"/>
                  <a:pt x="23" y="12"/>
                  <a:pt x="22" y="12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6"/>
                  <a:pt x="11" y="26"/>
                </a:cubicBezTo>
                <a:cubicBezTo>
                  <a:pt x="11" y="26"/>
                  <a:pt x="10" y="25"/>
                  <a:pt x="10" y="25"/>
                </a:cubicBezTo>
                <a:cubicBezTo>
                  <a:pt x="10" y="20"/>
                  <a:pt x="10" y="20"/>
                  <a:pt x="10" y="20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8" y="21"/>
                  <a:pt x="7" y="20"/>
                  <a:pt x="7" y="20"/>
                </a:cubicBezTo>
                <a:cubicBezTo>
                  <a:pt x="7" y="9"/>
                  <a:pt x="7" y="9"/>
                  <a:pt x="7" y="9"/>
                </a:cubicBezTo>
                <a:close/>
                <a:moveTo>
                  <a:pt x="21" y="5"/>
                </a:moveTo>
                <a:cubicBezTo>
                  <a:pt x="21" y="5"/>
                  <a:pt x="21" y="5"/>
                  <a:pt x="21" y="5"/>
                </a:cubicBezTo>
                <a:cubicBezTo>
                  <a:pt x="31" y="5"/>
                  <a:pt x="31" y="5"/>
                  <a:pt x="31" y="5"/>
                </a:cubicBezTo>
                <a:cubicBezTo>
                  <a:pt x="33" y="5"/>
                  <a:pt x="33" y="6"/>
                  <a:pt x="33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9"/>
                  <a:pt x="32" y="34"/>
                  <a:pt x="28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6" y="39"/>
                  <a:pt x="22" y="41"/>
                  <a:pt x="19" y="41"/>
                </a:cubicBezTo>
                <a:cubicBezTo>
                  <a:pt x="19" y="52"/>
                  <a:pt x="19" y="52"/>
                  <a:pt x="19" y="52"/>
                </a:cubicBezTo>
                <a:cubicBezTo>
                  <a:pt x="31" y="52"/>
                  <a:pt x="31" y="52"/>
                  <a:pt x="31" y="52"/>
                </a:cubicBezTo>
                <a:cubicBezTo>
                  <a:pt x="33" y="52"/>
                  <a:pt x="33" y="52"/>
                  <a:pt x="33" y="54"/>
                </a:cubicBezTo>
                <a:cubicBezTo>
                  <a:pt x="33" y="55"/>
                  <a:pt x="33" y="55"/>
                  <a:pt x="31" y="55"/>
                </a:cubicBezTo>
                <a:cubicBezTo>
                  <a:pt x="17" y="55"/>
                  <a:pt x="17" y="55"/>
                  <a:pt x="17" y="55"/>
                </a:cubicBezTo>
                <a:cubicBezTo>
                  <a:pt x="17" y="55"/>
                  <a:pt x="17" y="55"/>
                  <a:pt x="17" y="55"/>
                </a:cubicBezTo>
                <a:cubicBezTo>
                  <a:pt x="17" y="55"/>
                  <a:pt x="17" y="55"/>
                  <a:pt x="17" y="55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5"/>
                  <a:pt x="0" y="54"/>
                </a:cubicBezTo>
                <a:cubicBezTo>
                  <a:pt x="0" y="52"/>
                  <a:pt x="1" y="52"/>
                  <a:pt x="2" y="52"/>
                </a:cubicBezTo>
                <a:cubicBezTo>
                  <a:pt x="15" y="52"/>
                  <a:pt x="15" y="52"/>
                  <a:pt x="15" y="52"/>
                </a:cubicBezTo>
                <a:cubicBezTo>
                  <a:pt x="15" y="41"/>
                  <a:pt x="15" y="41"/>
                  <a:pt x="15" y="41"/>
                </a:cubicBezTo>
                <a:cubicBezTo>
                  <a:pt x="11" y="41"/>
                  <a:pt x="8" y="39"/>
                  <a:pt x="5" y="37"/>
                </a:cubicBezTo>
                <a:cubicBezTo>
                  <a:pt x="2" y="34"/>
                  <a:pt x="0" y="29"/>
                  <a:pt x="0" y="25"/>
                </a:cubicBezTo>
                <a:cubicBezTo>
                  <a:pt x="0" y="7"/>
                  <a:pt x="0" y="7"/>
                  <a:pt x="0" y="7"/>
                </a:cubicBezTo>
                <a:cubicBezTo>
                  <a:pt x="0" y="6"/>
                  <a:pt x="1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0"/>
                  <a:pt x="8" y="0"/>
                  <a:pt x="9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4" y="0"/>
                  <a:pt x="24" y="1"/>
                  <a:pt x="24" y="2"/>
                </a:cubicBezTo>
                <a:cubicBezTo>
                  <a:pt x="21" y="5"/>
                  <a:pt x="21" y="5"/>
                  <a:pt x="21" y="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04" name="Freeform 238">
            <a:extLst>
              <a:ext uri="{FF2B5EF4-FFF2-40B4-BE49-F238E27FC236}">
                <a16:creationId xmlns:a16="http://schemas.microsoft.com/office/drawing/2014/main" id="{5CBF74F5-9DBE-B83B-D082-787C88A4CF7D}"/>
              </a:ext>
            </a:extLst>
          </p:cNvPr>
          <p:cNvSpPr>
            <a:spLocks/>
          </p:cNvSpPr>
          <p:nvPr/>
        </p:nvSpPr>
        <p:spPr bwMode="auto">
          <a:xfrm>
            <a:off x="9913867" y="3895115"/>
            <a:ext cx="186267" cy="215900"/>
          </a:xfrm>
          <a:custGeom>
            <a:avLst/>
            <a:gdLst>
              <a:gd name="T0" fmla="*/ 6350 w 44"/>
              <a:gd name="T1" fmla="*/ 161925 h 51"/>
              <a:gd name="T2" fmla="*/ 0 w 44"/>
              <a:gd name="T3" fmla="*/ 155575 h 51"/>
              <a:gd name="T4" fmla="*/ 6350 w 44"/>
              <a:gd name="T5" fmla="*/ 149225 h 51"/>
              <a:gd name="T6" fmla="*/ 25400 w 44"/>
              <a:gd name="T7" fmla="*/ 149225 h 51"/>
              <a:gd name="T8" fmla="*/ 25400 w 44"/>
              <a:gd name="T9" fmla="*/ 22225 h 51"/>
              <a:gd name="T10" fmla="*/ 9525 w 44"/>
              <a:gd name="T11" fmla="*/ 38100 h 51"/>
              <a:gd name="T12" fmla="*/ 3175 w 44"/>
              <a:gd name="T13" fmla="*/ 38100 h 51"/>
              <a:gd name="T14" fmla="*/ 3175 w 44"/>
              <a:gd name="T15" fmla="*/ 28575 h 51"/>
              <a:gd name="T16" fmla="*/ 28575 w 44"/>
              <a:gd name="T17" fmla="*/ 3175 h 51"/>
              <a:gd name="T18" fmla="*/ 38100 w 44"/>
              <a:gd name="T19" fmla="*/ 3175 h 51"/>
              <a:gd name="T20" fmla="*/ 38100 w 44"/>
              <a:gd name="T21" fmla="*/ 3175 h 51"/>
              <a:gd name="T22" fmla="*/ 38100 w 44"/>
              <a:gd name="T23" fmla="*/ 3175 h 51"/>
              <a:gd name="T24" fmla="*/ 63500 w 44"/>
              <a:gd name="T25" fmla="*/ 28575 h 51"/>
              <a:gd name="T26" fmla="*/ 63500 w 44"/>
              <a:gd name="T27" fmla="*/ 38100 h 51"/>
              <a:gd name="T28" fmla="*/ 53975 w 44"/>
              <a:gd name="T29" fmla="*/ 38100 h 51"/>
              <a:gd name="T30" fmla="*/ 38100 w 44"/>
              <a:gd name="T31" fmla="*/ 22225 h 51"/>
              <a:gd name="T32" fmla="*/ 38100 w 44"/>
              <a:gd name="T33" fmla="*/ 149225 h 51"/>
              <a:gd name="T34" fmla="*/ 101600 w 44"/>
              <a:gd name="T35" fmla="*/ 149225 h 51"/>
              <a:gd name="T36" fmla="*/ 101600 w 44"/>
              <a:gd name="T37" fmla="*/ 22225 h 51"/>
              <a:gd name="T38" fmla="*/ 85725 w 44"/>
              <a:gd name="T39" fmla="*/ 38100 h 51"/>
              <a:gd name="T40" fmla="*/ 76200 w 44"/>
              <a:gd name="T41" fmla="*/ 38100 h 51"/>
              <a:gd name="T42" fmla="*/ 76200 w 44"/>
              <a:gd name="T43" fmla="*/ 28575 h 51"/>
              <a:gd name="T44" fmla="*/ 101600 w 44"/>
              <a:gd name="T45" fmla="*/ 3175 h 51"/>
              <a:gd name="T46" fmla="*/ 111125 w 44"/>
              <a:gd name="T47" fmla="*/ 3175 h 51"/>
              <a:gd name="T48" fmla="*/ 111125 w 44"/>
              <a:gd name="T49" fmla="*/ 3175 h 51"/>
              <a:gd name="T50" fmla="*/ 111125 w 44"/>
              <a:gd name="T51" fmla="*/ 3175 h 51"/>
              <a:gd name="T52" fmla="*/ 136525 w 44"/>
              <a:gd name="T53" fmla="*/ 28575 h 51"/>
              <a:gd name="T54" fmla="*/ 136525 w 44"/>
              <a:gd name="T55" fmla="*/ 38100 h 51"/>
              <a:gd name="T56" fmla="*/ 130175 w 44"/>
              <a:gd name="T57" fmla="*/ 38100 h 51"/>
              <a:gd name="T58" fmla="*/ 111125 w 44"/>
              <a:gd name="T59" fmla="*/ 22225 h 51"/>
              <a:gd name="T60" fmla="*/ 111125 w 44"/>
              <a:gd name="T61" fmla="*/ 149225 h 51"/>
              <a:gd name="T62" fmla="*/ 133350 w 44"/>
              <a:gd name="T63" fmla="*/ 149225 h 51"/>
              <a:gd name="T64" fmla="*/ 139700 w 44"/>
              <a:gd name="T65" fmla="*/ 155575 h 51"/>
              <a:gd name="T66" fmla="*/ 133350 w 44"/>
              <a:gd name="T67" fmla="*/ 161925 h 51"/>
              <a:gd name="T68" fmla="*/ 107950 w 44"/>
              <a:gd name="T69" fmla="*/ 161925 h 51"/>
              <a:gd name="T70" fmla="*/ 107950 w 44"/>
              <a:gd name="T71" fmla="*/ 161925 h 51"/>
              <a:gd name="T72" fmla="*/ 104775 w 44"/>
              <a:gd name="T73" fmla="*/ 161925 h 51"/>
              <a:gd name="T74" fmla="*/ 34925 w 44"/>
              <a:gd name="T75" fmla="*/ 161925 h 51"/>
              <a:gd name="T76" fmla="*/ 31750 w 44"/>
              <a:gd name="T77" fmla="*/ 161925 h 51"/>
              <a:gd name="T78" fmla="*/ 31750 w 44"/>
              <a:gd name="T79" fmla="*/ 161925 h 51"/>
              <a:gd name="T80" fmla="*/ 6350 w 44"/>
              <a:gd name="T81" fmla="*/ 161925 h 5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4" h="51">
                <a:moveTo>
                  <a:pt x="2" y="51"/>
                </a:moveTo>
                <a:cubicBezTo>
                  <a:pt x="1" y="51"/>
                  <a:pt x="0" y="50"/>
                  <a:pt x="0" y="49"/>
                </a:cubicBezTo>
                <a:cubicBezTo>
                  <a:pt x="0" y="48"/>
                  <a:pt x="1" y="47"/>
                  <a:pt x="2" y="47"/>
                </a:cubicBezTo>
                <a:cubicBezTo>
                  <a:pt x="8" y="47"/>
                  <a:pt x="8" y="47"/>
                  <a:pt x="8" y="47"/>
                </a:cubicBezTo>
                <a:cubicBezTo>
                  <a:pt x="8" y="7"/>
                  <a:pt x="8" y="7"/>
                  <a:pt x="8" y="7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3"/>
                  <a:pt x="1" y="13"/>
                  <a:pt x="1" y="12"/>
                </a:cubicBezTo>
                <a:cubicBezTo>
                  <a:pt x="0" y="11"/>
                  <a:pt x="0" y="10"/>
                  <a:pt x="1" y="9"/>
                </a:cubicBezTo>
                <a:cubicBezTo>
                  <a:pt x="9" y="1"/>
                  <a:pt x="9" y="1"/>
                  <a:pt x="9" y="1"/>
                </a:cubicBezTo>
                <a:cubicBezTo>
                  <a:pt x="10" y="0"/>
                  <a:pt x="11" y="0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20" y="9"/>
                  <a:pt x="20" y="9"/>
                  <a:pt x="20" y="9"/>
                </a:cubicBezTo>
                <a:cubicBezTo>
                  <a:pt x="21" y="10"/>
                  <a:pt x="21" y="11"/>
                  <a:pt x="20" y="12"/>
                </a:cubicBezTo>
                <a:cubicBezTo>
                  <a:pt x="19" y="13"/>
                  <a:pt x="18" y="13"/>
                  <a:pt x="17" y="12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47"/>
                  <a:pt x="12" y="47"/>
                  <a:pt x="12" y="47"/>
                </a:cubicBezTo>
                <a:cubicBezTo>
                  <a:pt x="32" y="47"/>
                  <a:pt x="32" y="47"/>
                  <a:pt x="32" y="47"/>
                </a:cubicBezTo>
                <a:cubicBezTo>
                  <a:pt x="32" y="7"/>
                  <a:pt x="32" y="7"/>
                  <a:pt x="32" y="7"/>
                </a:cubicBezTo>
                <a:cubicBezTo>
                  <a:pt x="27" y="12"/>
                  <a:pt x="27" y="12"/>
                  <a:pt x="27" y="12"/>
                </a:cubicBezTo>
                <a:cubicBezTo>
                  <a:pt x="26" y="13"/>
                  <a:pt x="25" y="13"/>
                  <a:pt x="24" y="12"/>
                </a:cubicBezTo>
                <a:cubicBezTo>
                  <a:pt x="23" y="11"/>
                  <a:pt x="23" y="10"/>
                  <a:pt x="24" y="9"/>
                </a:cubicBezTo>
                <a:cubicBezTo>
                  <a:pt x="32" y="1"/>
                  <a:pt x="32" y="1"/>
                  <a:pt x="32" y="1"/>
                </a:cubicBezTo>
                <a:cubicBezTo>
                  <a:pt x="33" y="0"/>
                  <a:pt x="34" y="0"/>
                  <a:pt x="35" y="1"/>
                </a:cubicBezTo>
                <a:cubicBezTo>
                  <a:pt x="35" y="1"/>
                  <a:pt x="35" y="1"/>
                  <a:pt x="35" y="1"/>
                </a:cubicBezTo>
                <a:cubicBezTo>
                  <a:pt x="35" y="1"/>
                  <a:pt x="35" y="1"/>
                  <a:pt x="35" y="1"/>
                </a:cubicBezTo>
                <a:cubicBezTo>
                  <a:pt x="43" y="9"/>
                  <a:pt x="43" y="9"/>
                  <a:pt x="43" y="9"/>
                </a:cubicBezTo>
                <a:cubicBezTo>
                  <a:pt x="44" y="10"/>
                  <a:pt x="44" y="11"/>
                  <a:pt x="43" y="12"/>
                </a:cubicBezTo>
                <a:cubicBezTo>
                  <a:pt x="43" y="13"/>
                  <a:pt x="41" y="13"/>
                  <a:pt x="41" y="12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47"/>
                  <a:pt x="35" y="47"/>
                  <a:pt x="35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3" y="47"/>
                  <a:pt x="44" y="48"/>
                  <a:pt x="44" y="49"/>
                </a:cubicBezTo>
                <a:cubicBezTo>
                  <a:pt x="44" y="50"/>
                  <a:pt x="43" y="51"/>
                  <a:pt x="42" y="51"/>
                </a:cubicBezTo>
                <a:cubicBezTo>
                  <a:pt x="34" y="51"/>
                  <a:pt x="34" y="51"/>
                  <a:pt x="34" y="51"/>
                </a:cubicBezTo>
                <a:cubicBezTo>
                  <a:pt x="34" y="51"/>
                  <a:pt x="34" y="51"/>
                  <a:pt x="34" y="51"/>
                </a:cubicBezTo>
                <a:cubicBezTo>
                  <a:pt x="33" y="51"/>
                  <a:pt x="33" y="51"/>
                  <a:pt x="33" y="51"/>
                </a:cubicBezTo>
                <a:cubicBezTo>
                  <a:pt x="11" y="51"/>
                  <a:pt x="11" y="51"/>
                  <a:pt x="11" y="51"/>
                </a:cubicBezTo>
                <a:cubicBezTo>
                  <a:pt x="10" y="51"/>
                  <a:pt x="10" y="51"/>
                  <a:pt x="10" y="51"/>
                </a:cubicBezTo>
                <a:cubicBezTo>
                  <a:pt x="10" y="51"/>
                  <a:pt x="10" y="51"/>
                  <a:pt x="10" y="51"/>
                </a:cubicBezTo>
                <a:cubicBezTo>
                  <a:pt x="2" y="51"/>
                  <a:pt x="2" y="51"/>
                  <a:pt x="2" y="5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05" name="Freeform 239">
            <a:extLst>
              <a:ext uri="{FF2B5EF4-FFF2-40B4-BE49-F238E27FC236}">
                <a16:creationId xmlns:a16="http://schemas.microsoft.com/office/drawing/2014/main" id="{03AE834D-D7AC-8266-0E6C-6820C173DD30}"/>
              </a:ext>
            </a:extLst>
          </p:cNvPr>
          <p:cNvSpPr>
            <a:spLocks/>
          </p:cNvSpPr>
          <p:nvPr/>
        </p:nvSpPr>
        <p:spPr bwMode="auto">
          <a:xfrm>
            <a:off x="10275818" y="3895115"/>
            <a:ext cx="203200" cy="215900"/>
          </a:xfrm>
          <a:custGeom>
            <a:avLst/>
            <a:gdLst>
              <a:gd name="T0" fmla="*/ 98425 w 48"/>
              <a:gd name="T1" fmla="*/ 76200 h 51"/>
              <a:gd name="T2" fmla="*/ 104775 w 48"/>
              <a:gd name="T3" fmla="*/ 82550 h 51"/>
              <a:gd name="T4" fmla="*/ 104775 w 48"/>
              <a:gd name="T5" fmla="*/ 82550 h 51"/>
              <a:gd name="T6" fmla="*/ 104775 w 48"/>
              <a:gd name="T7" fmla="*/ 88900 h 51"/>
              <a:gd name="T8" fmla="*/ 136525 w 48"/>
              <a:gd name="T9" fmla="*/ 57150 h 51"/>
              <a:gd name="T10" fmla="*/ 104775 w 48"/>
              <a:gd name="T11" fmla="*/ 22225 h 51"/>
              <a:gd name="T12" fmla="*/ 104775 w 48"/>
              <a:gd name="T13" fmla="*/ 31750 h 51"/>
              <a:gd name="T14" fmla="*/ 104775 w 48"/>
              <a:gd name="T15" fmla="*/ 31750 h 51"/>
              <a:gd name="T16" fmla="*/ 98425 w 48"/>
              <a:gd name="T17" fmla="*/ 38100 h 51"/>
              <a:gd name="T18" fmla="*/ 53975 w 48"/>
              <a:gd name="T19" fmla="*/ 38100 h 51"/>
              <a:gd name="T20" fmla="*/ 47625 w 48"/>
              <a:gd name="T21" fmla="*/ 31750 h 51"/>
              <a:gd name="T22" fmla="*/ 53975 w 48"/>
              <a:gd name="T23" fmla="*/ 25400 h 51"/>
              <a:gd name="T24" fmla="*/ 92075 w 48"/>
              <a:gd name="T25" fmla="*/ 25400 h 51"/>
              <a:gd name="T26" fmla="*/ 92075 w 48"/>
              <a:gd name="T27" fmla="*/ 6350 h 51"/>
              <a:gd name="T28" fmla="*/ 98425 w 48"/>
              <a:gd name="T29" fmla="*/ 0 h 51"/>
              <a:gd name="T30" fmla="*/ 101600 w 48"/>
              <a:gd name="T31" fmla="*/ 3175 h 51"/>
              <a:gd name="T32" fmla="*/ 149225 w 48"/>
              <a:gd name="T33" fmla="*/ 50800 h 51"/>
              <a:gd name="T34" fmla="*/ 149225 w 48"/>
              <a:gd name="T35" fmla="*/ 60325 h 51"/>
              <a:gd name="T36" fmla="*/ 101600 w 48"/>
              <a:gd name="T37" fmla="*/ 107950 h 51"/>
              <a:gd name="T38" fmla="*/ 92075 w 48"/>
              <a:gd name="T39" fmla="*/ 107950 h 51"/>
              <a:gd name="T40" fmla="*/ 92075 w 48"/>
              <a:gd name="T41" fmla="*/ 104775 h 51"/>
              <a:gd name="T42" fmla="*/ 92075 w 48"/>
              <a:gd name="T43" fmla="*/ 104775 h 51"/>
              <a:gd name="T44" fmla="*/ 92075 w 48"/>
              <a:gd name="T45" fmla="*/ 85725 h 51"/>
              <a:gd name="T46" fmla="*/ 53975 w 48"/>
              <a:gd name="T47" fmla="*/ 85725 h 51"/>
              <a:gd name="T48" fmla="*/ 47625 w 48"/>
              <a:gd name="T49" fmla="*/ 82550 h 51"/>
              <a:gd name="T50" fmla="*/ 47625 w 48"/>
              <a:gd name="T51" fmla="*/ 82550 h 51"/>
              <a:gd name="T52" fmla="*/ 47625 w 48"/>
              <a:gd name="T53" fmla="*/ 73025 h 51"/>
              <a:gd name="T54" fmla="*/ 12700 w 48"/>
              <a:gd name="T55" fmla="*/ 104775 h 51"/>
              <a:gd name="T56" fmla="*/ 47625 w 48"/>
              <a:gd name="T57" fmla="*/ 139700 h 51"/>
              <a:gd name="T58" fmla="*/ 47625 w 48"/>
              <a:gd name="T59" fmla="*/ 130175 h 51"/>
              <a:gd name="T60" fmla="*/ 53975 w 48"/>
              <a:gd name="T61" fmla="*/ 123825 h 51"/>
              <a:gd name="T62" fmla="*/ 53975 w 48"/>
              <a:gd name="T63" fmla="*/ 123825 h 51"/>
              <a:gd name="T64" fmla="*/ 98425 w 48"/>
              <a:gd name="T65" fmla="*/ 123825 h 51"/>
              <a:gd name="T66" fmla="*/ 104775 w 48"/>
              <a:gd name="T67" fmla="*/ 130175 h 51"/>
              <a:gd name="T68" fmla="*/ 98425 w 48"/>
              <a:gd name="T69" fmla="*/ 136525 h 51"/>
              <a:gd name="T70" fmla="*/ 60325 w 48"/>
              <a:gd name="T71" fmla="*/ 136525 h 51"/>
              <a:gd name="T72" fmla="*/ 60325 w 48"/>
              <a:gd name="T73" fmla="*/ 155575 h 51"/>
              <a:gd name="T74" fmla="*/ 60325 w 48"/>
              <a:gd name="T75" fmla="*/ 155575 h 51"/>
              <a:gd name="T76" fmla="*/ 57150 w 48"/>
              <a:gd name="T77" fmla="*/ 158750 h 51"/>
              <a:gd name="T78" fmla="*/ 50800 w 48"/>
              <a:gd name="T79" fmla="*/ 158750 h 51"/>
              <a:gd name="T80" fmla="*/ 0 w 48"/>
              <a:gd name="T81" fmla="*/ 111125 h 51"/>
              <a:gd name="T82" fmla="*/ 0 w 48"/>
              <a:gd name="T83" fmla="*/ 111125 h 51"/>
              <a:gd name="T84" fmla="*/ 0 w 48"/>
              <a:gd name="T85" fmla="*/ 101600 h 51"/>
              <a:gd name="T86" fmla="*/ 50800 w 48"/>
              <a:gd name="T87" fmla="*/ 53975 h 51"/>
              <a:gd name="T88" fmla="*/ 53975 w 48"/>
              <a:gd name="T89" fmla="*/ 50800 h 51"/>
              <a:gd name="T90" fmla="*/ 60325 w 48"/>
              <a:gd name="T91" fmla="*/ 57150 h 51"/>
              <a:gd name="T92" fmla="*/ 60325 w 48"/>
              <a:gd name="T93" fmla="*/ 76200 h 51"/>
              <a:gd name="T94" fmla="*/ 98425 w 48"/>
              <a:gd name="T95" fmla="*/ 76200 h 51"/>
              <a:gd name="T96" fmla="*/ 98425 w 48"/>
              <a:gd name="T97" fmla="*/ 76200 h 5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48" h="51">
                <a:moveTo>
                  <a:pt x="31" y="24"/>
                </a:moveTo>
                <a:cubicBezTo>
                  <a:pt x="32" y="24"/>
                  <a:pt x="33" y="25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8"/>
                  <a:pt x="33" y="28"/>
                  <a:pt x="33" y="28"/>
                </a:cubicBezTo>
                <a:cubicBezTo>
                  <a:pt x="43" y="18"/>
                  <a:pt x="43" y="18"/>
                  <a:pt x="43" y="18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1"/>
                  <a:pt x="32" y="12"/>
                  <a:pt x="31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6" y="12"/>
                  <a:pt x="15" y="11"/>
                  <a:pt x="15" y="10"/>
                </a:cubicBezTo>
                <a:cubicBezTo>
                  <a:pt x="15" y="9"/>
                  <a:pt x="16" y="8"/>
                  <a:pt x="17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"/>
                  <a:pt x="30" y="0"/>
                  <a:pt x="31" y="0"/>
                </a:cubicBezTo>
                <a:cubicBezTo>
                  <a:pt x="31" y="0"/>
                  <a:pt x="32" y="1"/>
                  <a:pt x="32" y="1"/>
                </a:cubicBezTo>
                <a:cubicBezTo>
                  <a:pt x="47" y="16"/>
                  <a:pt x="47" y="16"/>
                  <a:pt x="47" y="16"/>
                </a:cubicBezTo>
                <a:cubicBezTo>
                  <a:pt x="48" y="17"/>
                  <a:pt x="48" y="18"/>
                  <a:pt x="47" y="19"/>
                </a:cubicBezTo>
                <a:cubicBezTo>
                  <a:pt x="32" y="34"/>
                  <a:pt x="32" y="34"/>
                  <a:pt x="32" y="34"/>
                </a:cubicBezTo>
                <a:cubicBezTo>
                  <a:pt x="31" y="35"/>
                  <a:pt x="30" y="35"/>
                  <a:pt x="29" y="34"/>
                </a:cubicBezTo>
                <a:cubicBezTo>
                  <a:pt x="29" y="34"/>
                  <a:pt x="29" y="34"/>
                  <a:pt x="29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27"/>
                  <a:pt x="29" y="27"/>
                  <a:pt x="29" y="27"/>
                </a:cubicBezTo>
                <a:cubicBezTo>
                  <a:pt x="17" y="27"/>
                  <a:pt x="17" y="27"/>
                  <a:pt x="17" y="27"/>
                </a:cubicBezTo>
                <a:cubicBezTo>
                  <a:pt x="16" y="27"/>
                  <a:pt x="15" y="27"/>
                  <a:pt x="15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3"/>
                  <a:pt x="15" y="23"/>
                  <a:pt x="15" y="23"/>
                </a:cubicBezTo>
                <a:cubicBezTo>
                  <a:pt x="4" y="33"/>
                  <a:pt x="4" y="33"/>
                  <a:pt x="4" y="33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0"/>
                  <a:pt x="16" y="39"/>
                  <a:pt x="17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31" y="39"/>
                  <a:pt x="31" y="39"/>
                  <a:pt x="31" y="39"/>
                </a:cubicBezTo>
                <a:cubicBezTo>
                  <a:pt x="32" y="39"/>
                  <a:pt x="33" y="40"/>
                  <a:pt x="33" y="41"/>
                </a:cubicBezTo>
                <a:cubicBezTo>
                  <a:pt x="33" y="42"/>
                  <a:pt x="32" y="43"/>
                  <a:pt x="31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50"/>
                  <a:pt x="18" y="50"/>
                </a:cubicBezTo>
                <a:cubicBezTo>
                  <a:pt x="18" y="51"/>
                  <a:pt x="16" y="51"/>
                  <a:pt x="16" y="50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4"/>
                  <a:pt x="0" y="33"/>
                  <a:pt x="0" y="32"/>
                </a:cubicBezTo>
                <a:cubicBezTo>
                  <a:pt x="16" y="17"/>
                  <a:pt x="16" y="17"/>
                  <a:pt x="16" y="17"/>
                </a:cubicBezTo>
                <a:cubicBezTo>
                  <a:pt x="16" y="16"/>
                  <a:pt x="16" y="16"/>
                  <a:pt x="17" y="16"/>
                </a:cubicBezTo>
                <a:cubicBezTo>
                  <a:pt x="18" y="16"/>
                  <a:pt x="19" y="17"/>
                  <a:pt x="19" y="18"/>
                </a:cubicBezTo>
                <a:cubicBezTo>
                  <a:pt x="19" y="24"/>
                  <a:pt x="19" y="24"/>
                  <a:pt x="19" y="24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1" y="24"/>
                  <a:pt x="31" y="2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06" name="Freeform 240">
            <a:extLst>
              <a:ext uri="{FF2B5EF4-FFF2-40B4-BE49-F238E27FC236}">
                <a16:creationId xmlns:a16="http://schemas.microsoft.com/office/drawing/2014/main" id="{979D6E6B-C98A-B9AC-41B0-B0817533BC95}"/>
              </a:ext>
            </a:extLst>
          </p:cNvPr>
          <p:cNvSpPr>
            <a:spLocks noEditPoints="1"/>
          </p:cNvSpPr>
          <p:nvPr/>
        </p:nvSpPr>
        <p:spPr bwMode="auto">
          <a:xfrm>
            <a:off x="9905401" y="3471781"/>
            <a:ext cx="203200" cy="139700"/>
          </a:xfrm>
          <a:custGeom>
            <a:avLst/>
            <a:gdLst>
              <a:gd name="T0" fmla="*/ 19050 w 48"/>
              <a:gd name="T1" fmla="*/ 88900 h 33"/>
              <a:gd name="T2" fmla="*/ 22225 w 48"/>
              <a:gd name="T3" fmla="*/ 95250 h 33"/>
              <a:gd name="T4" fmla="*/ 34925 w 48"/>
              <a:gd name="T5" fmla="*/ 95250 h 33"/>
              <a:gd name="T6" fmla="*/ 41275 w 48"/>
              <a:gd name="T7" fmla="*/ 95250 h 33"/>
              <a:gd name="T8" fmla="*/ 57150 w 48"/>
              <a:gd name="T9" fmla="*/ 95250 h 33"/>
              <a:gd name="T10" fmla="*/ 63500 w 48"/>
              <a:gd name="T11" fmla="*/ 85725 h 33"/>
              <a:gd name="T12" fmla="*/ 69850 w 48"/>
              <a:gd name="T13" fmla="*/ 79375 h 33"/>
              <a:gd name="T14" fmla="*/ 85725 w 48"/>
              <a:gd name="T15" fmla="*/ 82550 h 33"/>
              <a:gd name="T16" fmla="*/ 88900 w 48"/>
              <a:gd name="T17" fmla="*/ 85725 h 33"/>
              <a:gd name="T18" fmla="*/ 101600 w 48"/>
              <a:gd name="T19" fmla="*/ 98425 h 33"/>
              <a:gd name="T20" fmla="*/ 114300 w 48"/>
              <a:gd name="T21" fmla="*/ 92075 h 33"/>
              <a:gd name="T22" fmla="*/ 120650 w 48"/>
              <a:gd name="T23" fmla="*/ 98425 h 33"/>
              <a:gd name="T24" fmla="*/ 133350 w 48"/>
              <a:gd name="T25" fmla="*/ 88900 h 33"/>
              <a:gd name="T26" fmla="*/ 15875 w 48"/>
              <a:gd name="T27" fmla="*/ 76200 h 33"/>
              <a:gd name="T28" fmla="*/ 41275 w 48"/>
              <a:gd name="T29" fmla="*/ 19050 h 33"/>
              <a:gd name="T30" fmla="*/ 41275 w 48"/>
              <a:gd name="T31" fmla="*/ 66675 h 33"/>
              <a:gd name="T32" fmla="*/ 53975 w 48"/>
              <a:gd name="T33" fmla="*/ 22225 h 33"/>
              <a:gd name="T34" fmla="*/ 60325 w 48"/>
              <a:gd name="T35" fmla="*/ 22225 h 33"/>
              <a:gd name="T36" fmla="*/ 53975 w 48"/>
              <a:gd name="T37" fmla="*/ 60325 h 33"/>
              <a:gd name="T38" fmla="*/ 73025 w 48"/>
              <a:gd name="T39" fmla="*/ 22225 h 33"/>
              <a:gd name="T40" fmla="*/ 79375 w 48"/>
              <a:gd name="T41" fmla="*/ 60325 h 33"/>
              <a:gd name="T42" fmla="*/ 73025 w 48"/>
              <a:gd name="T43" fmla="*/ 22225 h 33"/>
              <a:gd name="T44" fmla="*/ 95250 w 48"/>
              <a:gd name="T45" fmla="*/ 19050 h 33"/>
              <a:gd name="T46" fmla="*/ 95250 w 48"/>
              <a:gd name="T47" fmla="*/ 66675 h 33"/>
              <a:gd name="T48" fmla="*/ 107950 w 48"/>
              <a:gd name="T49" fmla="*/ 22225 h 33"/>
              <a:gd name="T50" fmla="*/ 114300 w 48"/>
              <a:gd name="T51" fmla="*/ 22225 h 33"/>
              <a:gd name="T52" fmla="*/ 107950 w 48"/>
              <a:gd name="T53" fmla="*/ 60325 h 33"/>
              <a:gd name="T54" fmla="*/ 9525 w 48"/>
              <a:gd name="T55" fmla="*/ 82550 h 33"/>
              <a:gd name="T56" fmla="*/ 3175 w 48"/>
              <a:gd name="T57" fmla="*/ 88900 h 33"/>
              <a:gd name="T58" fmla="*/ 0 w 48"/>
              <a:gd name="T59" fmla="*/ 79375 h 33"/>
              <a:gd name="T60" fmla="*/ 3175 w 48"/>
              <a:gd name="T61" fmla="*/ 69850 h 33"/>
              <a:gd name="T62" fmla="*/ 9525 w 48"/>
              <a:gd name="T63" fmla="*/ 76200 h 33"/>
              <a:gd name="T64" fmla="*/ 12700 w 48"/>
              <a:gd name="T65" fmla="*/ 69850 h 33"/>
              <a:gd name="T66" fmla="*/ 19050 w 48"/>
              <a:gd name="T67" fmla="*/ 0 h 33"/>
              <a:gd name="T68" fmla="*/ 136525 w 48"/>
              <a:gd name="T69" fmla="*/ 6350 h 33"/>
              <a:gd name="T70" fmla="*/ 139700 w 48"/>
              <a:gd name="T71" fmla="*/ 69850 h 33"/>
              <a:gd name="T72" fmla="*/ 142875 w 48"/>
              <a:gd name="T73" fmla="*/ 76200 h 33"/>
              <a:gd name="T74" fmla="*/ 149225 w 48"/>
              <a:gd name="T75" fmla="*/ 69850 h 33"/>
              <a:gd name="T76" fmla="*/ 152400 w 48"/>
              <a:gd name="T77" fmla="*/ 79375 h 33"/>
              <a:gd name="T78" fmla="*/ 149225 w 48"/>
              <a:gd name="T79" fmla="*/ 88900 h 33"/>
              <a:gd name="T80" fmla="*/ 142875 w 48"/>
              <a:gd name="T81" fmla="*/ 82550 h 33"/>
              <a:gd name="T82" fmla="*/ 139700 w 48"/>
              <a:gd name="T83" fmla="*/ 92075 h 33"/>
              <a:gd name="T84" fmla="*/ 123825 w 48"/>
              <a:gd name="T85" fmla="*/ 104775 h 33"/>
              <a:gd name="T86" fmla="*/ 111125 w 48"/>
              <a:gd name="T87" fmla="*/ 104775 h 33"/>
              <a:gd name="T88" fmla="*/ 85725 w 48"/>
              <a:gd name="T89" fmla="*/ 92075 h 33"/>
              <a:gd name="T90" fmla="*/ 79375 w 48"/>
              <a:gd name="T91" fmla="*/ 88900 h 33"/>
              <a:gd name="T92" fmla="*/ 73025 w 48"/>
              <a:gd name="T93" fmla="*/ 88900 h 33"/>
              <a:gd name="T94" fmla="*/ 66675 w 48"/>
              <a:gd name="T95" fmla="*/ 92075 h 33"/>
              <a:gd name="T96" fmla="*/ 41275 w 48"/>
              <a:gd name="T97" fmla="*/ 104775 h 33"/>
              <a:gd name="T98" fmla="*/ 28575 w 48"/>
              <a:gd name="T99" fmla="*/ 104775 h 33"/>
              <a:gd name="T100" fmla="*/ 12700 w 48"/>
              <a:gd name="T101" fmla="*/ 92075 h 33"/>
              <a:gd name="T102" fmla="*/ 123825 w 48"/>
              <a:gd name="T103" fmla="*/ 82550 h 33"/>
              <a:gd name="T104" fmla="*/ 123825 w 48"/>
              <a:gd name="T105" fmla="*/ 95250 h 33"/>
              <a:gd name="T106" fmla="*/ 28575 w 48"/>
              <a:gd name="T107" fmla="*/ 82550 h 33"/>
              <a:gd name="T108" fmla="*/ 28575 w 48"/>
              <a:gd name="T109" fmla="*/ 95250 h 33"/>
              <a:gd name="T110" fmla="*/ 101600 w 48"/>
              <a:gd name="T111" fmla="*/ 82550 h 33"/>
              <a:gd name="T112" fmla="*/ 101600 w 48"/>
              <a:gd name="T113" fmla="*/ 95250 h 33"/>
              <a:gd name="T114" fmla="*/ 50800 w 48"/>
              <a:gd name="T115" fmla="*/ 82550 h 33"/>
              <a:gd name="T116" fmla="*/ 50800 w 48"/>
              <a:gd name="T117" fmla="*/ 95250 h 33"/>
              <a:gd name="T118" fmla="*/ 127000 w 48"/>
              <a:gd name="T119" fmla="*/ 69850 h 33"/>
              <a:gd name="T120" fmla="*/ 25400 w 48"/>
              <a:gd name="T121" fmla="*/ 12700 h 33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48" h="33">
                <a:moveTo>
                  <a:pt x="5" y="24"/>
                </a:moveTo>
                <a:cubicBezTo>
                  <a:pt x="5" y="25"/>
                  <a:pt x="5" y="26"/>
                  <a:pt x="5" y="27"/>
                </a:cubicBezTo>
                <a:cubicBezTo>
                  <a:pt x="6" y="27"/>
                  <a:pt x="6" y="28"/>
                  <a:pt x="6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29"/>
                  <a:pt x="6" y="30"/>
                  <a:pt x="7" y="30"/>
                </a:cubicBezTo>
                <a:cubicBezTo>
                  <a:pt x="7" y="30"/>
                  <a:pt x="7" y="30"/>
                  <a:pt x="7" y="30"/>
                </a:cubicBezTo>
                <a:cubicBezTo>
                  <a:pt x="7" y="31"/>
                  <a:pt x="8" y="31"/>
                  <a:pt x="9" y="31"/>
                </a:cubicBezTo>
                <a:cubicBezTo>
                  <a:pt x="9" y="31"/>
                  <a:pt x="10" y="31"/>
                  <a:pt x="10" y="31"/>
                </a:cubicBezTo>
                <a:cubicBezTo>
                  <a:pt x="11" y="30"/>
                  <a:pt x="11" y="30"/>
                  <a:pt x="11" y="30"/>
                </a:cubicBezTo>
                <a:cubicBezTo>
                  <a:pt x="12" y="29"/>
                  <a:pt x="12" y="29"/>
                  <a:pt x="12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30"/>
                  <a:pt x="13" y="30"/>
                </a:cubicBezTo>
                <a:cubicBezTo>
                  <a:pt x="14" y="30"/>
                  <a:pt x="14" y="30"/>
                  <a:pt x="14" y="31"/>
                </a:cubicBezTo>
                <a:cubicBezTo>
                  <a:pt x="15" y="31"/>
                  <a:pt x="15" y="31"/>
                  <a:pt x="16" y="31"/>
                </a:cubicBezTo>
                <a:cubicBezTo>
                  <a:pt x="17" y="31"/>
                  <a:pt x="17" y="31"/>
                  <a:pt x="18" y="30"/>
                </a:cubicBezTo>
                <a:cubicBezTo>
                  <a:pt x="19" y="30"/>
                  <a:pt x="19" y="29"/>
                  <a:pt x="19" y="28"/>
                </a:cubicBezTo>
                <a:cubicBezTo>
                  <a:pt x="19" y="27"/>
                  <a:pt x="19" y="27"/>
                  <a:pt x="20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6"/>
                  <a:pt x="22" y="25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7" y="26"/>
                  <a:pt x="27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7"/>
                  <a:pt x="27" y="27"/>
                  <a:pt x="27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9" y="27"/>
                  <a:pt x="29" y="27"/>
                  <a:pt x="29" y="28"/>
                </a:cubicBezTo>
                <a:cubicBezTo>
                  <a:pt x="29" y="29"/>
                  <a:pt x="29" y="30"/>
                  <a:pt x="30" y="30"/>
                </a:cubicBezTo>
                <a:cubicBezTo>
                  <a:pt x="30" y="31"/>
                  <a:pt x="31" y="31"/>
                  <a:pt x="32" y="31"/>
                </a:cubicBezTo>
                <a:cubicBezTo>
                  <a:pt x="33" y="31"/>
                  <a:pt x="33" y="31"/>
                  <a:pt x="34" y="31"/>
                </a:cubicBezTo>
                <a:cubicBezTo>
                  <a:pt x="34" y="30"/>
                  <a:pt x="34" y="30"/>
                  <a:pt x="35" y="30"/>
                </a:cubicBezTo>
                <a:cubicBezTo>
                  <a:pt x="35" y="29"/>
                  <a:pt x="35" y="29"/>
                  <a:pt x="36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30"/>
                  <a:pt x="37" y="30"/>
                </a:cubicBezTo>
                <a:cubicBezTo>
                  <a:pt x="37" y="30"/>
                  <a:pt x="37" y="30"/>
                  <a:pt x="38" y="31"/>
                </a:cubicBezTo>
                <a:cubicBezTo>
                  <a:pt x="38" y="31"/>
                  <a:pt x="39" y="31"/>
                  <a:pt x="39" y="31"/>
                </a:cubicBezTo>
                <a:cubicBezTo>
                  <a:pt x="40" y="31"/>
                  <a:pt x="41" y="31"/>
                  <a:pt x="41" y="30"/>
                </a:cubicBezTo>
                <a:cubicBezTo>
                  <a:pt x="42" y="30"/>
                  <a:pt x="42" y="29"/>
                  <a:pt x="42" y="28"/>
                </a:cubicBezTo>
                <a:cubicBezTo>
                  <a:pt x="42" y="28"/>
                  <a:pt x="42" y="27"/>
                  <a:pt x="43" y="27"/>
                </a:cubicBezTo>
                <a:cubicBezTo>
                  <a:pt x="43" y="24"/>
                  <a:pt x="43" y="24"/>
                  <a:pt x="43" y="24"/>
                </a:cubicBezTo>
                <a:cubicBezTo>
                  <a:pt x="30" y="24"/>
                  <a:pt x="18" y="24"/>
                  <a:pt x="5" y="24"/>
                </a:cubicBezTo>
                <a:close/>
                <a:moveTo>
                  <a:pt x="11" y="7"/>
                </a:moveTo>
                <a:cubicBezTo>
                  <a:pt x="11" y="7"/>
                  <a:pt x="11" y="7"/>
                  <a:pt x="11" y="7"/>
                </a:cubicBezTo>
                <a:cubicBezTo>
                  <a:pt x="11" y="6"/>
                  <a:pt x="12" y="6"/>
                  <a:pt x="13" y="6"/>
                </a:cubicBezTo>
                <a:cubicBezTo>
                  <a:pt x="13" y="6"/>
                  <a:pt x="14" y="6"/>
                  <a:pt x="14" y="7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20"/>
                  <a:pt x="13" y="21"/>
                  <a:pt x="13" y="21"/>
                </a:cubicBezTo>
                <a:cubicBezTo>
                  <a:pt x="12" y="21"/>
                  <a:pt x="11" y="20"/>
                  <a:pt x="11" y="19"/>
                </a:cubicBezTo>
                <a:cubicBezTo>
                  <a:pt x="11" y="7"/>
                  <a:pt x="11" y="7"/>
                  <a:pt x="11" y="7"/>
                </a:cubicBezTo>
                <a:close/>
                <a:moveTo>
                  <a:pt x="17" y="7"/>
                </a:moveTo>
                <a:cubicBezTo>
                  <a:pt x="17" y="7"/>
                  <a:pt x="17" y="7"/>
                  <a:pt x="17" y="7"/>
                </a:cubicBezTo>
                <a:cubicBezTo>
                  <a:pt x="17" y="6"/>
                  <a:pt x="18" y="6"/>
                  <a:pt x="18" y="6"/>
                </a:cubicBezTo>
                <a:cubicBezTo>
                  <a:pt x="19" y="6"/>
                  <a:pt x="19" y="6"/>
                  <a:pt x="19" y="7"/>
                </a:cubicBezTo>
                <a:cubicBezTo>
                  <a:pt x="19" y="19"/>
                  <a:pt x="19" y="19"/>
                  <a:pt x="19" y="19"/>
                </a:cubicBezTo>
                <a:cubicBezTo>
                  <a:pt x="19" y="20"/>
                  <a:pt x="19" y="21"/>
                  <a:pt x="18" y="21"/>
                </a:cubicBezTo>
                <a:cubicBezTo>
                  <a:pt x="18" y="21"/>
                  <a:pt x="17" y="20"/>
                  <a:pt x="17" y="19"/>
                </a:cubicBezTo>
                <a:cubicBezTo>
                  <a:pt x="17" y="7"/>
                  <a:pt x="17" y="7"/>
                  <a:pt x="17" y="7"/>
                </a:cubicBezTo>
                <a:close/>
                <a:moveTo>
                  <a:pt x="23" y="7"/>
                </a:moveTo>
                <a:cubicBezTo>
                  <a:pt x="23" y="7"/>
                  <a:pt x="23" y="7"/>
                  <a:pt x="23" y="7"/>
                </a:cubicBezTo>
                <a:cubicBezTo>
                  <a:pt x="23" y="6"/>
                  <a:pt x="23" y="6"/>
                  <a:pt x="24" y="6"/>
                </a:cubicBezTo>
                <a:cubicBezTo>
                  <a:pt x="25" y="6"/>
                  <a:pt x="25" y="6"/>
                  <a:pt x="25" y="7"/>
                </a:cubicBezTo>
                <a:cubicBezTo>
                  <a:pt x="25" y="19"/>
                  <a:pt x="25" y="19"/>
                  <a:pt x="25" y="19"/>
                </a:cubicBezTo>
                <a:cubicBezTo>
                  <a:pt x="25" y="20"/>
                  <a:pt x="25" y="21"/>
                  <a:pt x="24" y="21"/>
                </a:cubicBezTo>
                <a:cubicBezTo>
                  <a:pt x="23" y="21"/>
                  <a:pt x="23" y="20"/>
                  <a:pt x="23" y="19"/>
                </a:cubicBezTo>
                <a:cubicBezTo>
                  <a:pt x="23" y="7"/>
                  <a:pt x="23" y="7"/>
                  <a:pt x="23" y="7"/>
                </a:cubicBezTo>
                <a:close/>
                <a:moveTo>
                  <a:pt x="29" y="7"/>
                </a:moveTo>
                <a:cubicBezTo>
                  <a:pt x="29" y="7"/>
                  <a:pt x="29" y="7"/>
                  <a:pt x="29" y="7"/>
                </a:cubicBezTo>
                <a:cubicBezTo>
                  <a:pt x="29" y="6"/>
                  <a:pt x="29" y="6"/>
                  <a:pt x="30" y="6"/>
                </a:cubicBezTo>
                <a:cubicBezTo>
                  <a:pt x="30" y="6"/>
                  <a:pt x="31" y="6"/>
                  <a:pt x="31" y="7"/>
                </a:cubicBezTo>
                <a:cubicBezTo>
                  <a:pt x="31" y="19"/>
                  <a:pt x="31" y="19"/>
                  <a:pt x="31" y="19"/>
                </a:cubicBezTo>
                <a:cubicBezTo>
                  <a:pt x="31" y="20"/>
                  <a:pt x="30" y="21"/>
                  <a:pt x="30" y="21"/>
                </a:cubicBezTo>
                <a:cubicBezTo>
                  <a:pt x="29" y="21"/>
                  <a:pt x="29" y="20"/>
                  <a:pt x="29" y="19"/>
                </a:cubicBezTo>
                <a:cubicBezTo>
                  <a:pt x="29" y="7"/>
                  <a:pt x="29" y="7"/>
                  <a:pt x="29" y="7"/>
                </a:cubicBezTo>
                <a:close/>
                <a:moveTo>
                  <a:pt x="34" y="7"/>
                </a:moveTo>
                <a:cubicBezTo>
                  <a:pt x="34" y="7"/>
                  <a:pt x="34" y="7"/>
                  <a:pt x="34" y="7"/>
                </a:cubicBezTo>
                <a:cubicBezTo>
                  <a:pt x="34" y="6"/>
                  <a:pt x="35" y="6"/>
                  <a:pt x="35" y="6"/>
                </a:cubicBezTo>
                <a:cubicBezTo>
                  <a:pt x="36" y="6"/>
                  <a:pt x="36" y="6"/>
                  <a:pt x="36" y="7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20"/>
                  <a:pt x="36" y="21"/>
                  <a:pt x="35" y="21"/>
                </a:cubicBezTo>
                <a:cubicBezTo>
                  <a:pt x="35" y="21"/>
                  <a:pt x="34" y="20"/>
                  <a:pt x="34" y="19"/>
                </a:cubicBezTo>
                <a:cubicBezTo>
                  <a:pt x="34" y="7"/>
                  <a:pt x="34" y="7"/>
                  <a:pt x="34" y="7"/>
                </a:cubicBezTo>
                <a:close/>
                <a:moveTo>
                  <a:pt x="3" y="26"/>
                </a:moveTo>
                <a:cubicBezTo>
                  <a:pt x="3" y="26"/>
                  <a:pt x="3" y="26"/>
                  <a:pt x="3" y="26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7"/>
                  <a:pt x="1" y="28"/>
                  <a:pt x="1" y="28"/>
                </a:cubicBezTo>
                <a:cubicBezTo>
                  <a:pt x="0" y="28"/>
                  <a:pt x="0" y="27"/>
                  <a:pt x="0" y="26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2"/>
                  <a:pt x="0" y="22"/>
                  <a:pt x="1" y="22"/>
                </a:cubicBezTo>
                <a:cubicBezTo>
                  <a:pt x="1" y="22"/>
                  <a:pt x="2" y="22"/>
                  <a:pt x="2" y="23"/>
                </a:cubicBezTo>
                <a:cubicBezTo>
                  <a:pt x="2" y="24"/>
                  <a:pt x="2" y="24"/>
                  <a:pt x="2" y="24"/>
                </a:cubicBezTo>
                <a:cubicBezTo>
                  <a:pt x="3" y="24"/>
                  <a:pt x="3" y="24"/>
                  <a:pt x="3" y="24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2"/>
                  <a:pt x="3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5" y="0"/>
                  <a:pt x="6" y="0"/>
                </a:cubicBezTo>
                <a:cubicBezTo>
                  <a:pt x="7" y="0"/>
                  <a:pt x="7" y="0"/>
                  <a:pt x="7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3" y="0"/>
                  <a:pt x="43" y="1"/>
                  <a:pt x="43" y="2"/>
                </a:cubicBezTo>
                <a:cubicBezTo>
                  <a:pt x="43" y="2"/>
                  <a:pt x="43" y="2"/>
                  <a:pt x="43" y="2"/>
                </a:cubicBezTo>
                <a:cubicBezTo>
                  <a:pt x="43" y="22"/>
                  <a:pt x="43" y="22"/>
                  <a:pt x="43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5" y="22"/>
                  <a:pt x="45" y="22"/>
                  <a:pt x="45" y="23"/>
                </a:cubicBezTo>
                <a:cubicBezTo>
                  <a:pt x="45" y="24"/>
                  <a:pt x="45" y="24"/>
                  <a:pt x="45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2"/>
                  <a:pt x="46" y="22"/>
                  <a:pt x="47" y="22"/>
                </a:cubicBezTo>
                <a:cubicBezTo>
                  <a:pt x="48" y="22"/>
                  <a:pt x="48" y="22"/>
                  <a:pt x="48" y="23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27"/>
                  <a:pt x="48" y="28"/>
                  <a:pt x="47" y="28"/>
                </a:cubicBezTo>
                <a:cubicBezTo>
                  <a:pt x="46" y="28"/>
                  <a:pt x="46" y="27"/>
                  <a:pt x="46" y="26"/>
                </a:cubicBezTo>
                <a:cubicBezTo>
                  <a:pt x="46" y="26"/>
                  <a:pt x="46" y="26"/>
                  <a:pt x="46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9"/>
                  <a:pt x="45" y="29"/>
                  <a:pt x="44" y="29"/>
                </a:cubicBezTo>
                <a:cubicBezTo>
                  <a:pt x="44" y="30"/>
                  <a:pt x="44" y="31"/>
                  <a:pt x="43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2" y="33"/>
                  <a:pt x="41" y="33"/>
                  <a:pt x="39" y="33"/>
                </a:cubicBezTo>
                <a:cubicBezTo>
                  <a:pt x="38" y="33"/>
                  <a:pt x="37" y="33"/>
                  <a:pt x="37" y="33"/>
                </a:cubicBezTo>
                <a:cubicBezTo>
                  <a:pt x="36" y="33"/>
                  <a:pt x="36" y="32"/>
                  <a:pt x="36" y="32"/>
                </a:cubicBezTo>
                <a:cubicBezTo>
                  <a:pt x="35" y="32"/>
                  <a:pt x="35" y="33"/>
                  <a:pt x="35" y="33"/>
                </a:cubicBezTo>
                <a:cubicBezTo>
                  <a:pt x="34" y="33"/>
                  <a:pt x="33" y="33"/>
                  <a:pt x="32" y="33"/>
                </a:cubicBezTo>
                <a:cubicBezTo>
                  <a:pt x="31" y="33"/>
                  <a:pt x="29" y="33"/>
                  <a:pt x="28" y="32"/>
                </a:cubicBezTo>
                <a:cubicBezTo>
                  <a:pt x="28" y="31"/>
                  <a:pt x="27" y="30"/>
                  <a:pt x="27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5" y="29"/>
                  <a:pt x="25" y="29"/>
                  <a:pt x="25" y="28"/>
                </a:cubicBezTo>
                <a:cubicBezTo>
                  <a:pt x="25" y="28"/>
                  <a:pt x="25" y="28"/>
                  <a:pt x="25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3" y="29"/>
                  <a:pt x="23" y="29"/>
                  <a:pt x="22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30"/>
                  <a:pt x="20" y="31"/>
                  <a:pt x="20" y="32"/>
                </a:cubicBezTo>
                <a:cubicBezTo>
                  <a:pt x="19" y="33"/>
                  <a:pt x="17" y="33"/>
                  <a:pt x="16" y="33"/>
                </a:cubicBezTo>
                <a:cubicBezTo>
                  <a:pt x="15" y="33"/>
                  <a:pt x="14" y="33"/>
                  <a:pt x="13" y="33"/>
                </a:cubicBezTo>
                <a:cubicBezTo>
                  <a:pt x="13" y="33"/>
                  <a:pt x="13" y="32"/>
                  <a:pt x="12" y="32"/>
                </a:cubicBezTo>
                <a:cubicBezTo>
                  <a:pt x="12" y="32"/>
                  <a:pt x="12" y="33"/>
                  <a:pt x="11" y="33"/>
                </a:cubicBezTo>
                <a:cubicBezTo>
                  <a:pt x="11" y="33"/>
                  <a:pt x="10" y="33"/>
                  <a:pt x="9" y="33"/>
                </a:cubicBezTo>
                <a:cubicBezTo>
                  <a:pt x="7" y="33"/>
                  <a:pt x="6" y="33"/>
                  <a:pt x="5" y="32"/>
                </a:cubicBezTo>
                <a:cubicBezTo>
                  <a:pt x="5" y="32"/>
                  <a:pt x="5" y="32"/>
                  <a:pt x="5" y="32"/>
                </a:cubicBezTo>
                <a:cubicBezTo>
                  <a:pt x="4" y="31"/>
                  <a:pt x="4" y="30"/>
                  <a:pt x="4" y="29"/>
                </a:cubicBezTo>
                <a:cubicBezTo>
                  <a:pt x="3" y="29"/>
                  <a:pt x="3" y="29"/>
                  <a:pt x="3" y="28"/>
                </a:cubicBezTo>
                <a:cubicBezTo>
                  <a:pt x="3" y="26"/>
                  <a:pt x="3" y="26"/>
                  <a:pt x="3" y="26"/>
                </a:cubicBezTo>
                <a:close/>
                <a:moveTo>
                  <a:pt x="39" y="26"/>
                </a:moveTo>
                <a:cubicBezTo>
                  <a:pt x="39" y="26"/>
                  <a:pt x="39" y="26"/>
                  <a:pt x="39" y="26"/>
                </a:cubicBezTo>
                <a:cubicBezTo>
                  <a:pt x="38" y="26"/>
                  <a:pt x="37" y="27"/>
                  <a:pt x="37" y="28"/>
                </a:cubicBezTo>
                <a:cubicBezTo>
                  <a:pt x="37" y="29"/>
                  <a:pt x="38" y="30"/>
                  <a:pt x="39" y="30"/>
                </a:cubicBezTo>
                <a:cubicBezTo>
                  <a:pt x="40" y="30"/>
                  <a:pt x="41" y="29"/>
                  <a:pt x="41" y="28"/>
                </a:cubicBezTo>
                <a:cubicBezTo>
                  <a:pt x="41" y="27"/>
                  <a:pt x="40" y="26"/>
                  <a:pt x="39" y="26"/>
                </a:cubicBezTo>
                <a:close/>
                <a:moveTo>
                  <a:pt x="9" y="26"/>
                </a:moveTo>
                <a:cubicBezTo>
                  <a:pt x="9" y="26"/>
                  <a:pt x="9" y="26"/>
                  <a:pt x="9" y="26"/>
                </a:cubicBezTo>
                <a:cubicBezTo>
                  <a:pt x="10" y="26"/>
                  <a:pt x="11" y="27"/>
                  <a:pt x="11" y="28"/>
                </a:cubicBezTo>
                <a:cubicBezTo>
                  <a:pt x="11" y="29"/>
                  <a:pt x="10" y="30"/>
                  <a:pt x="9" y="30"/>
                </a:cubicBezTo>
                <a:cubicBezTo>
                  <a:pt x="8" y="30"/>
                  <a:pt x="7" y="29"/>
                  <a:pt x="7" y="28"/>
                </a:cubicBezTo>
                <a:cubicBezTo>
                  <a:pt x="7" y="27"/>
                  <a:pt x="8" y="26"/>
                  <a:pt x="9" y="26"/>
                </a:cubicBezTo>
                <a:close/>
                <a:moveTo>
                  <a:pt x="32" y="26"/>
                </a:moveTo>
                <a:cubicBezTo>
                  <a:pt x="32" y="26"/>
                  <a:pt x="32" y="26"/>
                  <a:pt x="32" y="26"/>
                </a:cubicBezTo>
                <a:cubicBezTo>
                  <a:pt x="31" y="26"/>
                  <a:pt x="30" y="27"/>
                  <a:pt x="30" y="28"/>
                </a:cubicBezTo>
                <a:cubicBezTo>
                  <a:pt x="30" y="29"/>
                  <a:pt x="31" y="30"/>
                  <a:pt x="32" y="30"/>
                </a:cubicBezTo>
                <a:cubicBezTo>
                  <a:pt x="33" y="30"/>
                  <a:pt x="34" y="29"/>
                  <a:pt x="34" y="28"/>
                </a:cubicBezTo>
                <a:cubicBezTo>
                  <a:pt x="34" y="27"/>
                  <a:pt x="33" y="26"/>
                  <a:pt x="32" y="26"/>
                </a:cubicBezTo>
                <a:close/>
                <a:moveTo>
                  <a:pt x="16" y="26"/>
                </a:moveTo>
                <a:cubicBezTo>
                  <a:pt x="16" y="26"/>
                  <a:pt x="16" y="26"/>
                  <a:pt x="16" y="26"/>
                </a:cubicBezTo>
                <a:cubicBezTo>
                  <a:pt x="17" y="26"/>
                  <a:pt x="18" y="27"/>
                  <a:pt x="18" y="28"/>
                </a:cubicBezTo>
                <a:cubicBezTo>
                  <a:pt x="18" y="29"/>
                  <a:pt x="17" y="30"/>
                  <a:pt x="16" y="30"/>
                </a:cubicBezTo>
                <a:cubicBezTo>
                  <a:pt x="15" y="30"/>
                  <a:pt x="14" y="29"/>
                  <a:pt x="14" y="28"/>
                </a:cubicBezTo>
                <a:cubicBezTo>
                  <a:pt x="14" y="27"/>
                  <a:pt x="15" y="26"/>
                  <a:pt x="16" y="26"/>
                </a:cubicBezTo>
                <a:close/>
                <a:moveTo>
                  <a:pt x="40" y="22"/>
                </a:moveTo>
                <a:cubicBezTo>
                  <a:pt x="40" y="22"/>
                  <a:pt x="40" y="22"/>
                  <a:pt x="40" y="22"/>
                </a:cubicBezTo>
                <a:cubicBezTo>
                  <a:pt x="40" y="4"/>
                  <a:pt x="40" y="4"/>
                  <a:pt x="40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22"/>
                  <a:pt x="8" y="22"/>
                  <a:pt x="8" y="22"/>
                </a:cubicBezTo>
                <a:cubicBezTo>
                  <a:pt x="40" y="22"/>
                  <a:pt x="40" y="22"/>
                  <a:pt x="40" y="2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07" name="Freeform 241">
            <a:extLst>
              <a:ext uri="{FF2B5EF4-FFF2-40B4-BE49-F238E27FC236}">
                <a16:creationId xmlns:a16="http://schemas.microsoft.com/office/drawing/2014/main" id="{5476CEE8-94B2-1D2B-A313-AEE01762A614}"/>
              </a:ext>
            </a:extLst>
          </p:cNvPr>
          <p:cNvSpPr>
            <a:spLocks noEditPoints="1"/>
          </p:cNvSpPr>
          <p:nvPr/>
        </p:nvSpPr>
        <p:spPr bwMode="auto">
          <a:xfrm>
            <a:off x="11391301" y="3907815"/>
            <a:ext cx="211667" cy="190500"/>
          </a:xfrm>
          <a:custGeom>
            <a:avLst/>
            <a:gdLst>
              <a:gd name="T0" fmla="*/ 69850 w 50"/>
              <a:gd name="T1" fmla="*/ 22225 h 45"/>
              <a:gd name="T2" fmla="*/ 82550 w 50"/>
              <a:gd name="T3" fmla="*/ 28575 h 45"/>
              <a:gd name="T4" fmla="*/ 92075 w 50"/>
              <a:gd name="T5" fmla="*/ 28575 h 45"/>
              <a:gd name="T6" fmla="*/ 98425 w 50"/>
              <a:gd name="T7" fmla="*/ 12700 h 45"/>
              <a:gd name="T8" fmla="*/ 95250 w 50"/>
              <a:gd name="T9" fmla="*/ 38100 h 45"/>
              <a:gd name="T10" fmla="*/ 82550 w 50"/>
              <a:gd name="T11" fmla="*/ 34925 h 45"/>
              <a:gd name="T12" fmla="*/ 73025 w 50"/>
              <a:gd name="T13" fmla="*/ 31750 h 45"/>
              <a:gd name="T14" fmla="*/ 63500 w 50"/>
              <a:gd name="T15" fmla="*/ 34925 h 45"/>
              <a:gd name="T16" fmla="*/ 31750 w 50"/>
              <a:gd name="T17" fmla="*/ 12700 h 45"/>
              <a:gd name="T18" fmla="*/ 130175 w 50"/>
              <a:gd name="T19" fmla="*/ 12700 h 45"/>
              <a:gd name="T20" fmla="*/ 19050 w 50"/>
              <a:gd name="T21" fmla="*/ 98425 h 45"/>
              <a:gd name="T22" fmla="*/ 25400 w 50"/>
              <a:gd name="T23" fmla="*/ 0 h 45"/>
              <a:gd name="T24" fmla="*/ 139700 w 50"/>
              <a:gd name="T25" fmla="*/ 6350 h 45"/>
              <a:gd name="T26" fmla="*/ 158750 w 50"/>
              <a:gd name="T27" fmla="*/ 104775 h 45"/>
              <a:gd name="T28" fmla="*/ 152400 w 50"/>
              <a:gd name="T29" fmla="*/ 142875 h 45"/>
              <a:gd name="T30" fmla="*/ 130175 w 50"/>
              <a:gd name="T31" fmla="*/ 136525 h 45"/>
              <a:gd name="T32" fmla="*/ 101600 w 50"/>
              <a:gd name="T33" fmla="*/ 130175 h 45"/>
              <a:gd name="T34" fmla="*/ 95250 w 50"/>
              <a:gd name="T35" fmla="*/ 142875 h 45"/>
              <a:gd name="T36" fmla="*/ 57150 w 50"/>
              <a:gd name="T37" fmla="*/ 136525 h 45"/>
              <a:gd name="T38" fmla="*/ 31750 w 50"/>
              <a:gd name="T39" fmla="*/ 136525 h 45"/>
              <a:gd name="T40" fmla="*/ 6350 w 50"/>
              <a:gd name="T41" fmla="*/ 142875 h 45"/>
              <a:gd name="T42" fmla="*/ 0 w 50"/>
              <a:gd name="T43" fmla="*/ 104775 h 45"/>
              <a:gd name="T44" fmla="*/ 19050 w 50"/>
              <a:gd name="T45" fmla="*/ 98425 h 45"/>
              <a:gd name="T46" fmla="*/ 12700 w 50"/>
              <a:gd name="T47" fmla="*/ 111125 h 45"/>
              <a:gd name="T48" fmla="*/ 19050 w 50"/>
              <a:gd name="T49" fmla="*/ 123825 h 45"/>
              <a:gd name="T50" fmla="*/ 63500 w 50"/>
              <a:gd name="T51" fmla="*/ 117475 h 45"/>
              <a:gd name="T52" fmla="*/ 69850 w 50"/>
              <a:gd name="T53" fmla="*/ 130175 h 45"/>
              <a:gd name="T54" fmla="*/ 88900 w 50"/>
              <a:gd name="T55" fmla="*/ 123825 h 45"/>
              <a:gd name="T56" fmla="*/ 136525 w 50"/>
              <a:gd name="T57" fmla="*/ 117475 h 45"/>
              <a:gd name="T58" fmla="*/ 146050 w 50"/>
              <a:gd name="T59" fmla="*/ 130175 h 45"/>
              <a:gd name="T60" fmla="*/ 85725 w 50"/>
              <a:gd name="T61" fmla="*/ 92075 h 45"/>
              <a:gd name="T62" fmla="*/ 88900 w 50"/>
              <a:gd name="T63" fmla="*/ 82550 h 45"/>
              <a:gd name="T64" fmla="*/ 85725 w 50"/>
              <a:gd name="T65" fmla="*/ 60325 h 45"/>
              <a:gd name="T66" fmla="*/ 92075 w 50"/>
              <a:gd name="T67" fmla="*/ 47625 h 45"/>
              <a:gd name="T68" fmla="*/ 101600 w 50"/>
              <a:gd name="T69" fmla="*/ 60325 h 45"/>
              <a:gd name="T70" fmla="*/ 95250 w 50"/>
              <a:gd name="T71" fmla="*/ 82550 h 45"/>
              <a:gd name="T72" fmla="*/ 107950 w 50"/>
              <a:gd name="T73" fmla="*/ 60325 h 45"/>
              <a:gd name="T74" fmla="*/ 111125 w 50"/>
              <a:gd name="T75" fmla="*/ 47625 h 45"/>
              <a:gd name="T76" fmla="*/ 120650 w 50"/>
              <a:gd name="T77" fmla="*/ 57150 h 45"/>
              <a:gd name="T78" fmla="*/ 117475 w 50"/>
              <a:gd name="T79" fmla="*/ 82550 h 45"/>
              <a:gd name="T80" fmla="*/ 123825 w 50"/>
              <a:gd name="T81" fmla="*/ 88900 h 45"/>
              <a:gd name="T82" fmla="*/ 95250 w 50"/>
              <a:gd name="T83" fmla="*/ 47625 h 45"/>
              <a:gd name="T84" fmla="*/ 95250 w 50"/>
              <a:gd name="T85" fmla="*/ 47625 h 45"/>
              <a:gd name="T86" fmla="*/ 117475 w 50"/>
              <a:gd name="T87" fmla="*/ 50800 h 4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0" h="45">
                <a:moveTo>
                  <a:pt x="22" y="4"/>
                </a:moveTo>
                <a:cubicBezTo>
                  <a:pt x="22" y="8"/>
                  <a:pt x="22" y="8"/>
                  <a:pt x="22" y="8"/>
                </a:cubicBezTo>
                <a:cubicBezTo>
                  <a:pt x="22" y="7"/>
                  <a:pt x="22" y="7"/>
                  <a:pt x="22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7"/>
                  <a:pt x="24" y="7"/>
                  <a:pt x="24" y="7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8"/>
                  <a:pt x="26" y="8"/>
                  <a:pt x="26" y="8"/>
                </a:cubicBezTo>
                <a:cubicBezTo>
                  <a:pt x="27" y="8"/>
                  <a:pt x="27" y="8"/>
                  <a:pt x="28" y="8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4"/>
                  <a:pt x="29" y="4"/>
                  <a:pt x="29" y="4"/>
                </a:cubicBezTo>
                <a:cubicBezTo>
                  <a:pt x="22" y="4"/>
                  <a:pt x="22" y="4"/>
                  <a:pt x="22" y="4"/>
                </a:cubicBezTo>
                <a:close/>
                <a:moveTo>
                  <a:pt x="31" y="4"/>
                </a:moveTo>
                <a:cubicBezTo>
                  <a:pt x="31" y="4"/>
                  <a:pt x="31" y="4"/>
                  <a:pt x="31" y="4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0" y="12"/>
                  <a:pt x="30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7" y="10"/>
                  <a:pt x="27" y="10"/>
                  <a:pt x="27" y="10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2"/>
                  <a:pt x="25" y="12"/>
                  <a:pt x="25" y="11"/>
                </a:cubicBezTo>
                <a:cubicBezTo>
                  <a:pt x="25" y="11"/>
                  <a:pt x="25" y="11"/>
                  <a:pt x="25" y="11"/>
                </a:cubicBezTo>
                <a:cubicBezTo>
                  <a:pt x="23" y="10"/>
                  <a:pt x="23" y="10"/>
                  <a:pt x="23" y="10"/>
                </a:cubicBezTo>
                <a:cubicBezTo>
                  <a:pt x="22" y="11"/>
                  <a:pt x="22" y="11"/>
                  <a:pt x="22" y="11"/>
                </a:cubicBezTo>
                <a:cubicBezTo>
                  <a:pt x="21" y="12"/>
                  <a:pt x="20" y="12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4"/>
                  <a:pt x="20" y="4"/>
                  <a:pt x="2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31"/>
                  <a:pt x="10" y="31"/>
                  <a:pt x="10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4"/>
                  <a:pt x="41" y="4"/>
                  <a:pt x="41" y="4"/>
                </a:cubicBezTo>
                <a:cubicBezTo>
                  <a:pt x="31" y="4"/>
                  <a:pt x="31" y="4"/>
                  <a:pt x="31" y="4"/>
                </a:cubicBezTo>
                <a:close/>
                <a:moveTo>
                  <a:pt x="6" y="31"/>
                </a:moveTo>
                <a:cubicBezTo>
                  <a:pt x="6" y="31"/>
                  <a:pt x="6" y="31"/>
                  <a:pt x="6" y="31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1"/>
                  <a:pt x="7" y="0"/>
                  <a:pt x="8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1"/>
                  <a:pt x="44" y="2"/>
                </a:cubicBezTo>
                <a:cubicBezTo>
                  <a:pt x="44" y="31"/>
                  <a:pt x="44" y="31"/>
                  <a:pt x="44" y="31"/>
                </a:cubicBezTo>
                <a:cubicBezTo>
                  <a:pt x="48" y="31"/>
                  <a:pt x="48" y="31"/>
                  <a:pt x="48" y="31"/>
                </a:cubicBezTo>
                <a:cubicBezTo>
                  <a:pt x="49" y="31"/>
                  <a:pt x="50" y="32"/>
                  <a:pt x="50" y="33"/>
                </a:cubicBezTo>
                <a:cubicBezTo>
                  <a:pt x="50" y="33"/>
                  <a:pt x="50" y="33"/>
                  <a:pt x="50" y="33"/>
                </a:cubicBezTo>
                <a:cubicBezTo>
                  <a:pt x="50" y="43"/>
                  <a:pt x="50" y="43"/>
                  <a:pt x="50" y="43"/>
                </a:cubicBezTo>
                <a:cubicBezTo>
                  <a:pt x="50" y="44"/>
                  <a:pt x="49" y="45"/>
                  <a:pt x="48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43" y="45"/>
                  <a:pt x="43" y="45"/>
                  <a:pt x="43" y="45"/>
                </a:cubicBezTo>
                <a:cubicBezTo>
                  <a:pt x="42" y="45"/>
                  <a:pt x="41" y="44"/>
                  <a:pt x="41" y="43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1"/>
                  <a:pt x="41" y="41"/>
                  <a:pt x="41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32" y="43"/>
                  <a:pt x="32" y="43"/>
                  <a:pt x="32" y="43"/>
                </a:cubicBezTo>
                <a:cubicBezTo>
                  <a:pt x="32" y="44"/>
                  <a:pt x="31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20" y="45"/>
                  <a:pt x="20" y="45"/>
                  <a:pt x="20" y="45"/>
                </a:cubicBezTo>
                <a:cubicBezTo>
                  <a:pt x="19" y="45"/>
                  <a:pt x="18" y="44"/>
                  <a:pt x="18" y="43"/>
                </a:cubicBezTo>
                <a:cubicBezTo>
                  <a:pt x="18" y="43"/>
                  <a:pt x="18" y="43"/>
                  <a:pt x="18" y="43"/>
                </a:cubicBezTo>
                <a:cubicBezTo>
                  <a:pt x="18" y="41"/>
                  <a:pt x="18" y="41"/>
                  <a:pt x="18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3"/>
                  <a:pt x="10" y="43"/>
                  <a:pt x="10" y="43"/>
                </a:cubicBezTo>
                <a:cubicBezTo>
                  <a:pt x="10" y="44"/>
                  <a:pt x="9" y="45"/>
                  <a:pt x="8" y="45"/>
                </a:cubicBezTo>
                <a:cubicBezTo>
                  <a:pt x="8" y="45"/>
                  <a:pt x="8" y="45"/>
                  <a:pt x="8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2"/>
                  <a:pt x="1" y="31"/>
                  <a:pt x="2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6" y="31"/>
                  <a:pt x="6" y="31"/>
                  <a:pt x="6" y="31"/>
                </a:cubicBezTo>
                <a:close/>
                <a:moveTo>
                  <a:pt x="46" y="35"/>
                </a:moveTo>
                <a:cubicBezTo>
                  <a:pt x="46" y="35"/>
                  <a:pt x="46" y="35"/>
                  <a:pt x="46" y="35"/>
                </a:cubicBezTo>
                <a:cubicBezTo>
                  <a:pt x="32" y="35"/>
                  <a:pt x="18" y="35"/>
                  <a:pt x="4" y="35"/>
                </a:cubicBezTo>
                <a:cubicBezTo>
                  <a:pt x="4" y="41"/>
                  <a:pt x="4" y="41"/>
                  <a:pt x="4" y="41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38"/>
                  <a:pt x="7" y="37"/>
                  <a:pt x="8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1" y="37"/>
                  <a:pt x="22" y="38"/>
                  <a:pt x="22" y="39"/>
                </a:cubicBezTo>
                <a:cubicBezTo>
                  <a:pt x="22" y="41"/>
                  <a:pt x="22" y="41"/>
                  <a:pt x="22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38"/>
                  <a:pt x="29" y="37"/>
                  <a:pt x="30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4" y="37"/>
                  <a:pt x="45" y="38"/>
                  <a:pt x="45" y="39"/>
                </a:cubicBezTo>
                <a:cubicBezTo>
                  <a:pt x="45" y="41"/>
                  <a:pt x="45" y="41"/>
                  <a:pt x="45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35"/>
                  <a:pt x="46" y="35"/>
                  <a:pt x="46" y="35"/>
                </a:cubicBezTo>
                <a:close/>
                <a:moveTo>
                  <a:pt x="27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6" y="28"/>
                  <a:pt x="26" y="28"/>
                </a:cubicBezTo>
                <a:cubicBezTo>
                  <a:pt x="26" y="27"/>
                  <a:pt x="27" y="26"/>
                  <a:pt x="27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7" y="19"/>
                  <a:pt x="27" y="19"/>
                </a:cubicBezTo>
                <a:cubicBezTo>
                  <a:pt x="26" y="19"/>
                  <a:pt x="26" y="18"/>
                  <a:pt x="26" y="18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9" y="15"/>
                  <a:pt x="29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32" y="18"/>
                  <a:pt x="32" y="18"/>
                  <a:pt x="32" y="18"/>
                </a:cubicBezTo>
                <a:cubicBezTo>
                  <a:pt x="32" y="18"/>
                  <a:pt x="32" y="19"/>
                  <a:pt x="32" y="19"/>
                </a:cubicBezTo>
                <a:cubicBezTo>
                  <a:pt x="31" y="19"/>
                  <a:pt x="31" y="19"/>
                  <a:pt x="30" y="19"/>
                </a:cubicBezTo>
                <a:cubicBezTo>
                  <a:pt x="30" y="26"/>
                  <a:pt x="30" y="26"/>
                  <a:pt x="30" y="26"/>
                </a:cubicBezTo>
                <a:cubicBezTo>
                  <a:pt x="30" y="26"/>
                  <a:pt x="30" y="26"/>
                  <a:pt x="30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9"/>
                  <a:pt x="33" y="19"/>
                  <a:pt x="33" y="19"/>
                </a:cubicBezTo>
                <a:cubicBezTo>
                  <a:pt x="33" y="19"/>
                  <a:pt x="32" y="18"/>
                  <a:pt x="33" y="18"/>
                </a:cubicBezTo>
                <a:cubicBezTo>
                  <a:pt x="35" y="15"/>
                  <a:pt x="35" y="15"/>
                  <a:pt x="35" y="15"/>
                </a:cubicBezTo>
                <a:cubicBezTo>
                  <a:pt x="35" y="15"/>
                  <a:pt x="35" y="15"/>
                  <a:pt x="36" y="15"/>
                </a:cubicBezTo>
                <a:cubicBezTo>
                  <a:pt x="36" y="15"/>
                  <a:pt x="36" y="15"/>
                  <a:pt x="37" y="15"/>
                </a:cubicBezTo>
                <a:cubicBezTo>
                  <a:pt x="38" y="18"/>
                  <a:pt x="38" y="18"/>
                  <a:pt x="38" y="18"/>
                </a:cubicBezTo>
                <a:cubicBezTo>
                  <a:pt x="39" y="18"/>
                  <a:pt x="39" y="19"/>
                  <a:pt x="38" y="19"/>
                </a:cubicBezTo>
                <a:cubicBezTo>
                  <a:pt x="38" y="19"/>
                  <a:pt x="37" y="19"/>
                  <a:pt x="37" y="19"/>
                </a:cubicBezTo>
                <a:cubicBezTo>
                  <a:pt x="37" y="26"/>
                  <a:pt x="37" y="26"/>
                  <a:pt x="37" y="26"/>
                </a:cubicBezTo>
                <a:cubicBezTo>
                  <a:pt x="37" y="26"/>
                  <a:pt x="37" y="26"/>
                  <a:pt x="37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9" y="27"/>
                  <a:pt x="39" y="28"/>
                </a:cubicBezTo>
                <a:cubicBezTo>
                  <a:pt x="39" y="28"/>
                  <a:pt x="38" y="29"/>
                  <a:pt x="38" y="29"/>
                </a:cubicBezTo>
                <a:cubicBezTo>
                  <a:pt x="27" y="29"/>
                  <a:pt x="27" y="29"/>
                  <a:pt x="27" y="29"/>
                </a:cubicBezTo>
                <a:close/>
                <a:moveTo>
                  <a:pt x="30" y="15"/>
                </a:move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30" y="15"/>
                  <a:pt x="30" y="16"/>
                </a:cubicBezTo>
                <a:cubicBezTo>
                  <a:pt x="30" y="15"/>
                  <a:pt x="30" y="15"/>
                  <a:pt x="30" y="15"/>
                </a:cubicBezTo>
                <a:close/>
                <a:moveTo>
                  <a:pt x="37" y="15"/>
                </a:move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6"/>
                </a:cubicBezTo>
                <a:cubicBezTo>
                  <a:pt x="37" y="15"/>
                  <a:pt x="37" y="15"/>
                  <a:pt x="37" y="1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08" name="Freeform 242">
            <a:extLst>
              <a:ext uri="{FF2B5EF4-FFF2-40B4-BE49-F238E27FC236}">
                <a16:creationId xmlns:a16="http://schemas.microsoft.com/office/drawing/2014/main" id="{4AE41E6F-D5CB-A15A-2E34-4CB0B267AEBB}"/>
              </a:ext>
            </a:extLst>
          </p:cNvPr>
          <p:cNvSpPr>
            <a:spLocks noEditPoints="1"/>
          </p:cNvSpPr>
          <p:nvPr/>
        </p:nvSpPr>
        <p:spPr bwMode="auto">
          <a:xfrm>
            <a:off x="7308251" y="4329032"/>
            <a:ext cx="218016" cy="215900"/>
          </a:xfrm>
          <a:custGeom>
            <a:avLst/>
            <a:gdLst>
              <a:gd name="T0" fmla="*/ 25649 w 51"/>
              <a:gd name="T1" fmla="*/ 133350 h 51"/>
              <a:gd name="T2" fmla="*/ 19237 w 51"/>
              <a:gd name="T3" fmla="*/ 104775 h 51"/>
              <a:gd name="T4" fmla="*/ 38473 w 51"/>
              <a:gd name="T5" fmla="*/ 104775 h 51"/>
              <a:gd name="T6" fmla="*/ 32061 w 51"/>
              <a:gd name="T7" fmla="*/ 133350 h 51"/>
              <a:gd name="T8" fmla="*/ 41680 w 51"/>
              <a:gd name="T9" fmla="*/ 111125 h 51"/>
              <a:gd name="T10" fmla="*/ 51298 w 51"/>
              <a:gd name="T11" fmla="*/ 98425 h 51"/>
              <a:gd name="T12" fmla="*/ 51298 w 51"/>
              <a:gd name="T13" fmla="*/ 133350 h 51"/>
              <a:gd name="T14" fmla="*/ 54504 w 51"/>
              <a:gd name="T15" fmla="*/ 139700 h 51"/>
              <a:gd name="T16" fmla="*/ 137863 w 51"/>
              <a:gd name="T17" fmla="*/ 114300 h 51"/>
              <a:gd name="T18" fmla="*/ 141069 w 51"/>
              <a:gd name="T19" fmla="*/ 127000 h 51"/>
              <a:gd name="T20" fmla="*/ 131451 w 51"/>
              <a:gd name="T21" fmla="*/ 139700 h 51"/>
              <a:gd name="T22" fmla="*/ 121832 w 51"/>
              <a:gd name="T23" fmla="*/ 142875 h 51"/>
              <a:gd name="T24" fmla="*/ 121832 w 51"/>
              <a:gd name="T25" fmla="*/ 133350 h 51"/>
              <a:gd name="T26" fmla="*/ 128245 w 51"/>
              <a:gd name="T27" fmla="*/ 133350 h 51"/>
              <a:gd name="T28" fmla="*/ 128245 w 51"/>
              <a:gd name="T29" fmla="*/ 130175 h 51"/>
              <a:gd name="T30" fmla="*/ 134657 w 51"/>
              <a:gd name="T31" fmla="*/ 117475 h 51"/>
              <a:gd name="T32" fmla="*/ 96184 w 51"/>
              <a:gd name="T33" fmla="*/ 107950 h 51"/>
              <a:gd name="T34" fmla="*/ 102596 w 51"/>
              <a:gd name="T35" fmla="*/ 101600 h 51"/>
              <a:gd name="T36" fmla="*/ 112214 w 51"/>
              <a:gd name="T37" fmla="*/ 104775 h 51"/>
              <a:gd name="T38" fmla="*/ 105802 w 51"/>
              <a:gd name="T39" fmla="*/ 107950 h 51"/>
              <a:gd name="T40" fmla="*/ 134657 w 51"/>
              <a:gd name="T41" fmla="*/ 82550 h 51"/>
              <a:gd name="T42" fmla="*/ 157100 w 51"/>
              <a:gd name="T43" fmla="*/ 117475 h 51"/>
              <a:gd name="T44" fmla="*/ 150688 w 51"/>
              <a:gd name="T45" fmla="*/ 142875 h 51"/>
              <a:gd name="T46" fmla="*/ 141069 w 51"/>
              <a:gd name="T47" fmla="*/ 149225 h 51"/>
              <a:gd name="T48" fmla="*/ 89771 w 51"/>
              <a:gd name="T49" fmla="*/ 146050 h 51"/>
              <a:gd name="T50" fmla="*/ 80153 w 51"/>
              <a:gd name="T51" fmla="*/ 104775 h 51"/>
              <a:gd name="T52" fmla="*/ 102596 w 51"/>
              <a:gd name="T53" fmla="*/ 82550 h 51"/>
              <a:gd name="T54" fmla="*/ 118626 w 51"/>
              <a:gd name="T55" fmla="*/ 92075 h 51"/>
              <a:gd name="T56" fmla="*/ 99390 w 51"/>
              <a:gd name="T57" fmla="*/ 98425 h 51"/>
              <a:gd name="T58" fmla="*/ 92977 w 51"/>
              <a:gd name="T59" fmla="*/ 130175 h 51"/>
              <a:gd name="T60" fmla="*/ 105802 w 51"/>
              <a:gd name="T61" fmla="*/ 142875 h 51"/>
              <a:gd name="T62" fmla="*/ 137863 w 51"/>
              <a:gd name="T63" fmla="*/ 136525 h 51"/>
              <a:gd name="T64" fmla="*/ 144275 w 51"/>
              <a:gd name="T65" fmla="*/ 107950 h 51"/>
              <a:gd name="T66" fmla="*/ 70535 w 51"/>
              <a:gd name="T67" fmla="*/ 12700 h 51"/>
              <a:gd name="T68" fmla="*/ 70535 w 51"/>
              <a:gd name="T69" fmla="*/ 25400 h 51"/>
              <a:gd name="T70" fmla="*/ 86565 w 51"/>
              <a:gd name="T71" fmla="*/ 25400 h 51"/>
              <a:gd name="T72" fmla="*/ 70535 w 51"/>
              <a:gd name="T73" fmla="*/ 12700 h 51"/>
              <a:gd name="T74" fmla="*/ 92977 w 51"/>
              <a:gd name="T75" fmla="*/ 38100 h 51"/>
              <a:gd name="T76" fmla="*/ 76947 w 51"/>
              <a:gd name="T77" fmla="*/ 38100 h 51"/>
              <a:gd name="T78" fmla="*/ 64122 w 51"/>
              <a:gd name="T79" fmla="*/ 38100 h 51"/>
              <a:gd name="T80" fmla="*/ 12824 w 51"/>
              <a:gd name="T81" fmla="*/ 79375 h 51"/>
              <a:gd name="T82" fmla="*/ 80153 w 51"/>
              <a:gd name="T83" fmla="*/ 161925 h 51"/>
              <a:gd name="T84" fmla="*/ 0 w 51"/>
              <a:gd name="T85" fmla="*/ 79375 h 51"/>
              <a:gd name="T86" fmla="*/ 80153 w 51"/>
              <a:gd name="T87" fmla="*/ 0 h 51"/>
              <a:gd name="T88" fmla="*/ 160306 w 51"/>
              <a:gd name="T89" fmla="*/ 79375 h 51"/>
              <a:gd name="T90" fmla="*/ 99390 w 51"/>
              <a:gd name="T91" fmla="*/ 12700 h 51"/>
              <a:gd name="T92" fmla="*/ 32061 w 51"/>
              <a:gd name="T93" fmla="*/ 98425 h 51"/>
              <a:gd name="T94" fmla="*/ 51298 w 51"/>
              <a:gd name="T95" fmla="*/ 98425 h 5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1" h="51">
                <a:moveTo>
                  <a:pt x="7" y="44"/>
                </a:moveTo>
                <a:cubicBezTo>
                  <a:pt x="6" y="44"/>
                  <a:pt x="6" y="44"/>
                  <a:pt x="6" y="43"/>
                </a:cubicBezTo>
                <a:cubicBezTo>
                  <a:pt x="6" y="42"/>
                  <a:pt x="6" y="42"/>
                  <a:pt x="7" y="42"/>
                </a:cubicBezTo>
                <a:cubicBezTo>
                  <a:pt x="8" y="42"/>
                  <a:pt x="8" y="42"/>
                  <a:pt x="8" y="42"/>
                </a:cubicBezTo>
                <a:cubicBezTo>
                  <a:pt x="8" y="42"/>
                  <a:pt x="8" y="42"/>
                  <a:pt x="8" y="42"/>
                </a:cubicBezTo>
                <a:cubicBezTo>
                  <a:pt x="8" y="35"/>
                  <a:pt x="8" y="35"/>
                  <a:pt x="8" y="35"/>
                </a:cubicBezTo>
                <a:cubicBezTo>
                  <a:pt x="7" y="35"/>
                  <a:pt x="7" y="35"/>
                  <a:pt x="6" y="35"/>
                </a:cubicBezTo>
                <a:cubicBezTo>
                  <a:pt x="6" y="34"/>
                  <a:pt x="6" y="34"/>
                  <a:pt x="6" y="33"/>
                </a:cubicBezTo>
                <a:cubicBezTo>
                  <a:pt x="8" y="30"/>
                  <a:pt x="8" y="30"/>
                  <a:pt x="8" y="30"/>
                </a:cubicBezTo>
                <a:cubicBezTo>
                  <a:pt x="8" y="30"/>
                  <a:pt x="9" y="30"/>
                  <a:pt x="9" y="30"/>
                </a:cubicBezTo>
                <a:cubicBezTo>
                  <a:pt x="9" y="30"/>
                  <a:pt x="10" y="30"/>
                  <a:pt x="10" y="31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4"/>
                  <a:pt x="12" y="34"/>
                  <a:pt x="11" y="35"/>
                </a:cubicBezTo>
                <a:cubicBezTo>
                  <a:pt x="11" y="35"/>
                  <a:pt x="11" y="35"/>
                  <a:pt x="10" y="35"/>
                </a:cubicBezTo>
                <a:cubicBezTo>
                  <a:pt x="10" y="42"/>
                  <a:pt x="10" y="42"/>
                  <a:pt x="10" y="42"/>
                </a:cubicBezTo>
                <a:cubicBezTo>
                  <a:pt x="10" y="42"/>
                  <a:pt x="10" y="42"/>
                  <a:pt x="10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3" y="35"/>
                  <a:pt x="13" y="35"/>
                </a:cubicBezTo>
                <a:cubicBezTo>
                  <a:pt x="12" y="34"/>
                  <a:pt x="12" y="34"/>
                  <a:pt x="13" y="33"/>
                </a:cubicBezTo>
                <a:cubicBezTo>
                  <a:pt x="14" y="30"/>
                  <a:pt x="14" y="30"/>
                  <a:pt x="14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6" y="30"/>
                  <a:pt x="16" y="30"/>
                  <a:pt x="16" y="31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4"/>
                  <a:pt x="18" y="34"/>
                  <a:pt x="18" y="35"/>
                </a:cubicBezTo>
                <a:cubicBezTo>
                  <a:pt x="17" y="35"/>
                  <a:pt x="17" y="35"/>
                  <a:pt x="16" y="35"/>
                </a:cubicBezTo>
                <a:cubicBezTo>
                  <a:pt x="16" y="42"/>
                  <a:pt x="16" y="42"/>
                  <a:pt x="16" y="42"/>
                </a:cubicBezTo>
                <a:cubicBezTo>
                  <a:pt x="16" y="42"/>
                  <a:pt x="16" y="42"/>
                  <a:pt x="16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18" y="42"/>
                  <a:pt x="18" y="42"/>
                  <a:pt x="18" y="43"/>
                </a:cubicBezTo>
                <a:cubicBezTo>
                  <a:pt x="18" y="44"/>
                  <a:pt x="18" y="44"/>
                  <a:pt x="17" y="44"/>
                </a:cubicBezTo>
                <a:cubicBezTo>
                  <a:pt x="7" y="44"/>
                  <a:pt x="7" y="44"/>
                  <a:pt x="7" y="44"/>
                </a:cubicBezTo>
                <a:close/>
                <a:moveTo>
                  <a:pt x="42" y="37"/>
                </a:moveTo>
                <a:cubicBezTo>
                  <a:pt x="42" y="37"/>
                  <a:pt x="42" y="37"/>
                  <a:pt x="42" y="37"/>
                </a:cubicBezTo>
                <a:cubicBezTo>
                  <a:pt x="42" y="37"/>
                  <a:pt x="42" y="36"/>
                  <a:pt x="43" y="36"/>
                </a:cubicBezTo>
                <a:cubicBezTo>
                  <a:pt x="44" y="36"/>
                  <a:pt x="44" y="37"/>
                  <a:pt x="44" y="37"/>
                </a:cubicBezTo>
                <a:cubicBezTo>
                  <a:pt x="44" y="38"/>
                  <a:pt x="44" y="38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39"/>
                  <a:pt x="44" y="40"/>
                  <a:pt x="44" y="40"/>
                </a:cubicBezTo>
                <a:cubicBezTo>
                  <a:pt x="43" y="41"/>
                  <a:pt x="43" y="41"/>
                  <a:pt x="43" y="42"/>
                </a:cubicBezTo>
                <a:cubicBezTo>
                  <a:pt x="43" y="42"/>
                  <a:pt x="42" y="42"/>
                  <a:pt x="42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3"/>
                  <a:pt x="41" y="43"/>
                  <a:pt x="41" y="44"/>
                </a:cubicBezTo>
                <a:cubicBezTo>
                  <a:pt x="41" y="44"/>
                  <a:pt x="41" y="44"/>
                  <a:pt x="41" y="44"/>
                </a:cubicBezTo>
                <a:cubicBezTo>
                  <a:pt x="41" y="44"/>
                  <a:pt x="40" y="44"/>
                  <a:pt x="40" y="44"/>
                </a:cubicBezTo>
                <a:cubicBezTo>
                  <a:pt x="39" y="44"/>
                  <a:pt x="39" y="45"/>
                  <a:pt x="38" y="45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5"/>
                  <a:pt x="37" y="45"/>
                  <a:pt x="37" y="45"/>
                </a:cubicBezTo>
                <a:cubicBezTo>
                  <a:pt x="36" y="45"/>
                  <a:pt x="36" y="44"/>
                  <a:pt x="36" y="44"/>
                </a:cubicBezTo>
                <a:cubicBezTo>
                  <a:pt x="36" y="43"/>
                  <a:pt x="36" y="43"/>
                  <a:pt x="37" y="43"/>
                </a:cubicBezTo>
                <a:cubicBezTo>
                  <a:pt x="37" y="43"/>
                  <a:pt x="37" y="42"/>
                  <a:pt x="38" y="42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2"/>
                  <a:pt x="38" y="42"/>
                  <a:pt x="39" y="42"/>
                </a:cubicBezTo>
                <a:cubicBezTo>
                  <a:pt x="39" y="42"/>
                  <a:pt x="39" y="42"/>
                  <a:pt x="39" y="42"/>
                </a:cubicBezTo>
                <a:cubicBezTo>
                  <a:pt x="39" y="42"/>
                  <a:pt x="39" y="42"/>
                  <a:pt x="40" y="42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1"/>
                  <a:pt x="40" y="41"/>
                  <a:pt x="40" y="41"/>
                </a:cubicBezTo>
                <a:cubicBezTo>
                  <a:pt x="40" y="41"/>
                  <a:pt x="40" y="41"/>
                  <a:pt x="40" y="41"/>
                </a:cubicBezTo>
                <a:cubicBezTo>
                  <a:pt x="41" y="41"/>
                  <a:pt x="41" y="40"/>
                  <a:pt x="41" y="40"/>
                </a:cubicBezTo>
                <a:cubicBezTo>
                  <a:pt x="41" y="40"/>
                  <a:pt x="41" y="40"/>
                  <a:pt x="42" y="39"/>
                </a:cubicBezTo>
                <a:cubicBezTo>
                  <a:pt x="42" y="39"/>
                  <a:pt x="42" y="39"/>
                  <a:pt x="42" y="38"/>
                </a:cubicBezTo>
                <a:cubicBezTo>
                  <a:pt x="42" y="38"/>
                  <a:pt x="42" y="38"/>
                  <a:pt x="42" y="37"/>
                </a:cubicBezTo>
                <a:close/>
                <a:moveTo>
                  <a:pt x="32" y="35"/>
                </a:moveTo>
                <a:cubicBezTo>
                  <a:pt x="32" y="35"/>
                  <a:pt x="32" y="35"/>
                  <a:pt x="32" y="35"/>
                </a:cubicBezTo>
                <a:cubicBezTo>
                  <a:pt x="32" y="36"/>
                  <a:pt x="31" y="36"/>
                  <a:pt x="31" y="36"/>
                </a:cubicBezTo>
                <a:cubicBezTo>
                  <a:pt x="30" y="36"/>
                  <a:pt x="30" y="35"/>
                  <a:pt x="30" y="34"/>
                </a:cubicBezTo>
                <a:cubicBezTo>
                  <a:pt x="30" y="34"/>
                  <a:pt x="30" y="34"/>
                  <a:pt x="31" y="33"/>
                </a:cubicBezTo>
                <a:cubicBezTo>
                  <a:pt x="31" y="33"/>
                  <a:pt x="31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2" y="31"/>
                  <a:pt x="33" y="31"/>
                </a:cubicBezTo>
                <a:cubicBezTo>
                  <a:pt x="33" y="31"/>
                  <a:pt x="33" y="31"/>
                  <a:pt x="34" y="30"/>
                </a:cubicBezTo>
                <a:cubicBezTo>
                  <a:pt x="34" y="30"/>
                  <a:pt x="35" y="31"/>
                  <a:pt x="35" y="31"/>
                </a:cubicBezTo>
                <a:cubicBezTo>
                  <a:pt x="36" y="32"/>
                  <a:pt x="35" y="32"/>
                  <a:pt x="35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3" y="33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2" y="35"/>
                  <a:pt x="32" y="35"/>
                  <a:pt x="32" y="35"/>
                </a:cubicBezTo>
                <a:close/>
                <a:moveTo>
                  <a:pt x="37" y="25"/>
                </a:moveTo>
                <a:cubicBezTo>
                  <a:pt x="37" y="25"/>
                  <a:pt x="37" y="25"/>
                  <a:pt x="37" y="25"/>
                </a:cubicBezTo>
                <a:cubicBezTo>
                  <a:pt x="38" y="25"/>
                  <a:pt x="40" y="25"/>
                  <a:pt x="42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3" y="26"/>
                  <a:pt x="45" y="27"/>
                  <a:pt x="46" y="28"/>
                </a:cubicBezTo>
                <a:cubicBezTo>
                  <a:pt x="47" y="30"/>
                  <a:pt x="48" y="31"/>
                  <a:pt x="48" y="33"/>
                </a:cubicBezTo>
                <a:cubicBezTo>
                  <a:pt x="49" y="34"/>
                  <a:pt x="49" y="36"/>
                  <a:pt x="49" y="37"/>
                </a:cubicBezTo>
                <a:cubicBezTo>
                  <a:pt x="49" y="39"/>
                  <a:pt x="49" y="41"/>
                  <a:pt x="48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43"/>
                  <a:pt x="47" y="44"/>
                  <a:pt x="47" y="45"/>
                </a:cubicBezTo>
                <a:cubicBezTo>
                  <a:pt x="50" y="48"/>
                  <a:pt x="50" y="48"/>
                  <a:pt x="50" y="48"/>
                </a:cubicBezTo>
                <a:cubicBezTo>
                  <a:pt x="51" y="49"/>
                  <a:pt x="51" y="50"/>
                  <a:pt x="50" y="51"/>
                </a:cubicBezTo>
                <a:cubicBezTo>
                  <a:pt x="49" y="51"/>
                  <a:pt x="48" y="51"/>
                  <a:pt x="47" y="51"/>
                </a:cubicBezTo>
                <a:cubicBezTo>
                  <a:pt x="44" y="47"/>
                  <a:pt x="44" y="47"/>
                  <a:pt x="44" y="47"/>
                </a:cubicBezTo>
                <a:cubicBezTo>
                  <a:pt x="42" y="49"/>
                  <a:pt x="40" y="50"/>
                  <a:pt x="37" y="50"/>
                </a:cubicBezTo>
                <a:cubicBezTo>
                  <a:pt x="35" y="50"/>
                  <a:pt x="33" y="50"/>
                  <a:pt x="32" y="49"/>
                </a:cubicBezTo>
                <a:cubicBezTo>
                  <a:pt x="32" y="49"/>
                  <a:pt x="32" y="49"/>
                  <a:pt x="32" y="49"/>
                </a:cubicBezTo>
                <a:cubicBezTo>
                  <a:pt x="30" y="48"/>
                  <a:pt x="29" y="47"/>
                  <a:pt x="28" y="46"/>
                </a:cubicBezTo>
                <a:cubicBezTo>
                  <a:pt x="27" y="45"/>
                  <a:pt x="26" y="44"/>
                  <a:pt x="25" y="42"/>
                </a:cubicBezTo>
                <a:cubicBezTo>
                  <a:pt x="25" y="42"/>
                  <a:pt x="25" y="42"/>
                  <a:pt x="25" y="42"/>
                </a:cubicBezTo>
                <a:cubicBezTo>
                  <a:pt x="25" y="41"/>
                  <a:pt x="24" y="39"/>
                  <a:pt x="24" y="37"/>
                </a:cubicBezTo>
                <a:cubicBezTo>
                  <a:pt x="24" y="36"/>
                  <a:pt x="25" y="34"/>
                  <a:pt x="25" y="33"/>
                </a:cubicBezTo>
                <a:cubicBezTo>
                  <a:pt x="25" y="32"/>
                  <a:pt x="25" y="32"/>
                  <a:pt x="25" y="32"/>
                </a:cubicBezTo>
                <a:cubicBezTo>
                  <a:pt x="26" y="31"/>
                  <a:pt x="27" y="30"/>
                  <a:pt x="28" y="28"/>
                </a:cubicBezTo>
                <a:cubicBezTo>
                  <a:pt x="29" y="27"/>
                  <a:pt x="30" y="26"/>
                  <a:pt x="32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3" y="25"/>
                  <a:pt x="35" y="25"/>
                  <a:pt x="37" y="25"/>
                </a:cubicBezTo>
                <a:close/>
                <a:moveTo>
                  <a:pt x="40" y="29"/>
                </a:moveTo>
                <a:cubicBezTo>
                  <a:pt x="40" y="29"/>
                  <a:pt x="40" y="29"/>
                  <a:pt x="40" y="29"/>
                </a:cubicBezTo>
                <a:cubicBezTo>
                  <a:pt x="39" y="29"/>
                  <a:pt x="38" y="29"/>
                  <a:pt x="37" y="29"/>
                </a:cubicBezTo>
                <a:cubicBezTo>
                  <a:pt x="36" y="29"/>
                  <a:pt x="34" y="29"/>
                  <a:pt x="33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32" y="30"/>
                  <a:pt x="31" y="30"/>
                  <a:pt x="31" y="31"/>
                </a:cubicBezTo>
                <a:cubicBezTo>
                  <a:pt x="30" y="32"/>
                  <a:pt x="29" y="33"/>
                  <a:pt x="2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8" y="35"/>
                  <a:pt x="28" y="36"/>
                  <a:pt x="28" y="37"/>
                </a:cubicBezTo>
                <a:cubicBezTo>
                  <a:pt x="28" y="38"/>
                  <a:pt x="28" y="40"/>
                  <a:pt x="29" y="41"/>
                </a:cubicBezTo>
                <a:cubicBezTo>
                  <a:pt x="29" y="41"/>
                  <a:pt x="29" y="41"/>
                  <a:pt x="29" y="41"/>
                </a:cubicBezTo>
                <a:cubicBezTo>
                  <a:pt x="29" y="42"/>
                  <a:pt x="30" y="43"/>
                  <a:pt x="31" y="44"/>
                </a:cubicBezTo>
                <a:cubicBezTo>
                  <a:pt x="31" y="44"/>
                  <a:pt x="32" y="45"/>
                  <a:pt x="33" y="45"/>
                </a:cubicBezTo>
                <a:cubicBezTo>
                  <a:pt x="33" y="45"/>
                  <a:pt x="33" y="45"/>
                  <a:pt x="33" y="45"/>
                </a:cubicBezTo>
                <a:cubicBezTo>
                  <a:pt x="34" y="46"/>
                  <a:pt x="36" y="46"/>
                  <a:pt x="37" y="46"/>
                </a:cubicBezTo>
                <a:cubicBezTo>
                  <a:pt x="39" y="46"/>
                  <a:pt x="41" y="45"/>
                  <a:pt x="43" y="44"/>
                </a:cubicBezTo>
                <a:cubicBezTo>
                  <a:pt x="43" y="43"/>
                  <a:pt x="43" y="43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4" y="43"/>
                  <a:pt x="44" y="42"/>
                  <a:pt x="45" y="41"/>
                </a:cubicBezTo>
                <a:cubicBezTo>
                  <a:pt x="45" y="40"/>
                  <a:pt x="45" y="39"/>
                  <a:pt x="45" y="37"/>
                </a:cubicBezTo>
                <a:cubicBezTo>
                  <a:pt x="45" y="36"/>
                  <a:pt x="45" y="35"/>
                  <a:pt x="45" y="34"/>
                </a:cubicBezTo>
                <a:cubicBezTo>
                  <a:pt x="45" y="34"/>
                  <a:pt x="45" y="34"/>
                  <a:pt x="45" y="34"/>
                </a:cubicBezTo>
                <a:cubicBezTo>
                  <a:pt x="44" y="33"/>
                  <a:pt x="44" y="32"/>
                  <a:pt x="43" y="31"/>
                </a:cubicBezTo>
                <a:cubicBezTo>
                  <a:pt x="42" y="30"/>
                  <a:pt x="41" y="30"/>
                  <a:pt x="40" y="29"/>
                </a:cubicBezTo>
                <a:cubicBezTo>
                  <a:pt x="40" y="29"/>
                  <a:pt x="40" y="29"/>
                  <a:pt x="40" y="29"/>
                </a:cubicBezTo>
                <a:close/>
                <a:moveTo>
                  <a:pt x="22" y="4"/>
                </a:moveTo>
                <a:cubicBezTo>
                  <a:pt x="22" y="4"/>
                  <a:pt x="22" y="4"/>
                  <a:pt x="22" y="4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3" y="7"/>
                  <a:pt x="23" y="7"/>
                  <a:pt x="24" y="8"/>
                </a:cubicBezTo>
                <a:cubicBezTo>
                  <a:pt x="25" y="9"/>
                  <a:pt x="25" y="9"/>
                  <a:pt x="25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8"/>
                  <a:pt x="27" y="8"/>
                  <a:pt x="27" y="8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4"/>
                  <a:pt x="28" y="4"/>
                  <a:pt x="28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2" y="4"/>
                  <a:pt x="22" y="4"/>
                  <a:pt x="22" y="4"/>
                </a:cubicBezTo>
                <a:close/>
                <a:moveTo>
                  <a:pt x="31" y="4"/>
                </a:moveTo>
                <a:cubicBezTo>
                  <a:pt x="31" y="4"/>
                  <a:pt x="31" y="4"/>
                  <a:pt x="31" y="4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2"/>
                  <a:pt x="30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7" y="11"/>
                  <a:pt x="27" y="11"/>
                  <a:pt x="27" y="11"/>
                </a:cubicBezTo>
                <a:cubicBezTo>
                  <a:pt x="26" y="12"/>
                  <a:pt x="26" y="12"/>
                  <a:pt x="26" y="12"/>
                </a:cubicBezTo>
                <a:cubicBezTo>
                  <a:pt x="26" y="12"/>
                  <a:pt x="25" y="12"/>
                  <a:pt x="24" y="12"/>
                </a:cubicBezTo>
                <a:cubicBezTo>
                  <a:pt x="24" y="12"/>
                  <a:pt x="24" y="12"/>
                  <a:pt x="24" y="12"/>
                </a:cubicBezTo>
                <a:cubicBezTo>
                  <a:pt x="23" y="10"/>
                  <a:pt x="23" y="10"/>
                  <a:pt x="23" y="10"/>
                </a:cubicBezTo>
                <a:cubicBezTo>
                  <a:pt x="21" y="12"/>
                  <a:pt x="21" y="12"/>
                  <a:pt x="21" y="12"/>
                </a:cubicBezTo>
                <a:cubicBezTo>
                  <a:pt x="21" y="12"/>
                  <a:pt x="20" y="12"/>
                  <a:pt x="20" y="12"/>
                </a:cubicBezTo>
                <a:cubicBezTo>
                  <a:pt x="19" y="12"/>
                  <a:pt x="19" y="11"/>
                  <a:pt x="19" y="11"/>
                </a:cubicBezTo>
                <a:cubicBezTo>
                  <a:pt x="19" y="4"/>
                  <a:pt x="19" y="4"/>
                  <a:pt x="19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47"/>
                  <a:pt x="4" y="47"/>
                  <a:pt x="4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6" y="47"/>
                  <a:pt x="27" y="48"/>
                  <a:pt x="27" y="49"/>
                </a:cubicBezTo>
                <a:cubicBezTo>
                  <a:pt x="27" y="50"/>
                  <a:pt x="26" y="51"/>
                  <a:pt x="25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1" y="51"/>
                  <a:pt x="0" y="50"/>
                  <a:pt x="0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25"/>
                  <a:pt x="50" y="25"/>
                  <a:pt x="50" y="25"/>
                </a:cubicBezTo>
                <a:cubicBezTo>
                  <a:pt x="50" y="27"/>
                  <a:pt x="49" y="27"/>
                  <a:pt x="48" y="27"/>
                </a:cubicBezTo>
                <a:cubicBezTo>
                  <a:pt x="47" y="27"/>
                  <a:pt x="46" y="27"/>
                  <a:pt x="46" y="25"/>
                </a:cubicBezTo>
                <a:cubicBezTo>
                  <a:pt x="46" y="4"/>
                  <a:pt x="46" y="4"/>
                  <a:pt x="46" y="4"/>
                </a:cubicBezTo>
                <a:cubicBezTo>
                  <a:pt x="31" y="4"/>
                  <a:pt x="31" y="4"/>
                  <a:pt x="31" y="4"/>
                </a:cubicBezTo>
                <a:close/>
                <a:moveTo>
                  <a:pt x="10" y="31"/>
                </a:moveTo>
                <a:cubicBezTo>
                  <a:pt x="10" y="31"/>
                  <a:pt x="10" y="31"/>
                  <a:pt x="10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31"/>
                  <a:pt x="10" y="31"/>
                  <a:pt x="10" y="31"/>
                </a:cubicBezTo>
                <a:close/>
                <a:moveTo>
                  <a:pt x="16" y="31"/>
                </a:move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09" name="Freeform 243">
            <a:extLst>
              <a:ext uri="{FF2B5EF4-FFF2-40B4-BE49-F238E27FC236}">
                <a16:creationId xmlns:a16="http://schemas.microsoft.com/office/drawing/2014/main" id="{10041F10-7FD1-D3D9-C335-8223C8839C4E}"/>
              </a:ext>
            </a:extLst>
          </p:cNvPr>
          <p:cNvSpPr>
            <a:spLocks noEditPoints="1"/>
          </p:cNvSpPr>
          <p:nvPr/>
        </p:nvSpPr>
        <p:spPr bwMode="auto">
          <a:xfrm>
            <a:off x="6961119" y="4333265"/>
            <a:ext cx="182033" cy="211667"/>
          </a:xfrm>
          <a:custGeom>
            <a:avLst/>
            <a:gdLst>
              <a:gd name="T0" fmla="*/ 0 w 43"/>
              <a:gd name="T1" fmla="*/ 19050 h 50"/>
              <a:gd name="T2" fmla="*/ 38100 w 43"/>
              <a:gd name="T3" fmla="*/ 15875 h 50"/>
              <a:gd name="T4" fmla="*/ 44450 w 43"/>
              <a:gd name="T5" fmla="*/ 3175 h 50"/>
              <a:gd name="T6" fmla="*/ 66675 w 43"/>
              <a:gd name="T7" fmla="*/ 25400 h 50"/>
              <a:gd name="T8" fmla="*/ 44450 w 43"/>
              <a:gd name="T9" fmla="*/ 50800 h 50"/>
              <a:gd name="T10" fmla="*/ 38100 w 43"/>
              <a:gd name="T11" fmla="*/ 38100 h 50"/>
              <a:gd name="T12" fmla="*/ 0 w 43"/>
              <a:gd name="T13" fmla="*/ 34925 h 50"/>
              <a:gd name="T14" fmla="*/ 41275 w 43"/>
              <a:gd name="T15" fmla="*/ 31750 h 50"/>
              <a:gd name="T16" fmla="*/ 44450 w 43"/>
              <a:gd name="T17" fmla="*/ 34925 h 50"/>
              <a:gd name="T18" fmla="*/ 57150 w 43"/>
              <a:gd name="T19" fmla="*/ 28575 h 50"/>
              <a:gd name="T20" fmla="*/ 44450 w 43"/>
              <a:gd name="T21" fmla="*/ 19050 h 50"/>
              <a:gd name="T22" fmla="*/ 41275 w 43"/>
              <a:gd name="T23" fmla="*/ 22225 h 50"/>
              <a:gd name="T24" fmla="*/ 22225 w 43"/>
              <a:gd name="T25" fmla="*/ 69850 h 50"/>
              <a:gd name="T26" fmla="*/ 15875 w 43"/>
              <a:gd name="T27" fmla="*/ 63500 h 50"/>
              <a:gd name="T28" fmla="*/ 85725 w 43"/>
              <a:gd name="T29" fmla="*/ 60325 h 50"/>
              <a:gd name="T30" fmla="*/ 92075 w 43"/>
              <a:gd name="T31" fmla="*/ 34925 h 50"/>
              <a:gd name="T32" fmla="*/ 133350 w 43"/>
              <a:gd name="T33" fmla="*/ 73025 h 50"/>
              <a:gd name="T34" fmla="*/ 133350 w 43"/>
              <a:gd name="T35" fmla="*/ 82550 h 50"/>
              <a:gd name="T36" fmla="*/ 88900 w 43"/>
              <a:gd name="T37" fmla="*/ 120650 h 50"/>
              <a:gd name="T38" fmla="*/ 85725 w 43"/>
              <a:gd name="T39" fmla="*/ 114300 h 50"/>
              <a:gd name="T40" fmla="*/ 22225 w 43"/>
              <a:gd name="T41" fmla="*/ 98425 h 50"/>
              <a:gd name="T42" fmla="*/ 22225 w 43"/>
              <a:gd name="T43" fmla="*/ 85725 h 50"/>
              <a:gd name="T44" fmla="*/ 92075 w 43"/>
              <a:gd name="T45" fmla="*/ 85725 h 50"/>
              <a:gd name="T46" fmla="*/ 98425 w 43"/>
              <a:gd name="T47" fmla="*/ 101600 h 50"/>
              <a:gd name="T48" fmla="*/ 98425 w 43"/>
              <a:gd name="T49" fmla="*/ 57150 h 50"/>
              <a:gd name="T50" fmla="*/ 98425 w 43"/>
              <a:gd name="T51" fmla="*/ 63500 h 50"/>
              <a:gd name="T52" fmla="*/ 22225 w 43"/>
              <a:gd name="T53" fmla="*/ 69850 h 50"/>
              <a:gd name="T54" fmla="*/ 3175 w 43"/>
              <a:gd name="T55" fmla="*/ 127000 h 50"/>
              <a:gd name="T56" fmla="*/ 3175 w 43"/>
              <a:gd name="T57" fmla="*/ 117475 h 50"/>
              <a:gd name="T58" fmla="*/ 38100 w 43"/>
              <a:gd name="T59" fmla="*/ 107950 h 50"/>
              <a:gd name="T60" fmla="*/ 44450 w 43"/>
              <a:gd name="T61" fmla="*/ 104775 h 50"/>
              <a:gd name="T62" fmla="*/ 66675 w 43"/>
              <a:gd name="T63" fmla="*/ 133350 h 50"/>
              <a:gd name="T64" fmla="*/ 44450 w 43"/>
              <a:gd name="T65" fmla="*/ 155575 h 50"/>
              <a:gd name="T66" fmla="*/ 38100 w 43"/>
              <a:gd name="T67" fmla="*/ 152400 h 50"/>
              <a:gd name="T68" fmla="*/ 3175 w 43"/>
              <a:gd name="T69" fmla="*/ 142875 h 50"/>
              <a:gd name="T70" fmla="*/ 3175 w 43"/>
              <a:gd name="T71" fmla="*/ 133350 h 50"/>
              <a:gd name="T72" fmla="*/ 41275 w 43"/>
              <a:gd name="T73" fmla="*/ 133350 h 50"/>
              <a:gd name="T74" fmla="*/ 44450 w 43"/>
              <a:gd name="T75" fmla="*/ 142875 h 50"/>
              <a:gd name="T76" fmla="*/ 44450 w 43"/>
              <a:gd name="T77" fmla="*/ 117475 h 50"/>
              <a:gd name="T78" fmla="*/ 44450 w 43"/>
              <a:gd name="T79" fmla="*/ 120650 h 50"/>
              <a:gd name="T80" fmla="*/ 3175 w 43"/>
              <a:gd name="T81" fmla="*/ 127000 h 5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3" h="50">
                <a:moveTo>
                  <a:pt x="1" y="7"/>
                </a:moveTo>
                <a:cubicBezTo>
                  <a:pt x="1" y="7"/>
                  <a:pt x="0" y="7"/>
                  <a:pt x="0" y="6"/>
                </a:cubicBezTo>
                <a:cubicBezTo>
                  <a:pt x="0" y="5"/>
                  <a:pt x="1" y="5"/>
                  <a:pt x="1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1"/>
                  <a:pt x="13" y="0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8"/>
                  <a:pt x="21" y="9"/>
                  <a:pt x="21" y="9"/>
                </a:cubicBezTo>
                <a:cubicBezTo>
                  <a:pt x="14" y="16"/>
                  <a:pt x="14" y="16"/>
                  <a:pt x="14" y="16"/>
                </a:cubicBezTo>
                <a:cubicBezTo>
                  <a:pt x="13" y="17"/>
                  <a:pt x="12" y="17"/>
                  <a:pt x="12" y="16"/>
                </a:cubicBezTo>
                <a:cubicBezTo>
                  <a:pt x="12" y="12"/>
                  <a:pt x="12" y="12"/>
                  <a:pt x="12" y="12"/>
                </a:cubicBezTo>
                <a:cubicBezTo>
                  <a:pt x="1" y="12"/>
                  <a:pt x="1" y="12"/>
                  <a:pt x="1" y="12"/>
                </a:cubicBezTo>
                <a:cubicBezTo>
                  <a:pt x="1" y="12"/>
                  <a:pt x="0" y="12"/>
                  <a:pt x="0" y="11"/>
                </a:cubicBezTo>
                <a:cubicBezTo>
                  <a:pt x="0" y="11"/>
                  <a:pt x="1" y="10"/>
                  <a:pt x="1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4" y="10"/>
                  <a:pt x="14" y="11"/>
                  <a:pt x="14" y="11"/>
                </a:cubicBezTo>
                <a:cubicBezTo>
                  <a:pt x="14" y="13"/>
                  <a:pt x="14" y="13"/>
                  <a:pt x="14" y="13"/>
                </a:cubicBezTo>
                <a:cubicBezTo>
                  <a:pt x="18" y="9"/>
                  <a:pt x="18" y="9"/>
                  <a:pt x="18" y="9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7"/>
                  <a:pt x="14" y="7"/>
                  <a:pt x="13" y="7"/>
                </a:cubicBezTo>
                <a:cubicBezTo>
                  <a:pt x="1" y="7"/>
                  <a:pt x="1" y="7"/>
                  <a:pt x="1" y="7"/>
                </a:cubicBezTo>
                <a:close/>
                <a:moveTo>
                  <a:pt x="7" y="22"/>
                </a:moveTo>
                <a:cubicBezTo>
                  <a:pt x="7" y="22"/>
                  <a:pt x="7" y="22"/>
                  <a:pt x="7" y="22"/>
                </a:cubicBezTo>
                <a:cubicBezTo>
                  <a:pt x="6" y="22"/>
                  <a:pt x="5" y="22"/>
                  <a:pt x="5" y="20"/>
                </a:cubicBezTo>
                <a:cubicBezTo>
                  <a:pt x="5" y="19"/>
                  <a:pt x="6" y="19"/>
                  <a:pt x="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3"/>
                  <a:pt x="27" y="13"/>
                  <a:pt x="27" y="13"/>
                </a:cubicBezTo>
                <a:cubicBezTo>
                  <a:pt x="27" y="12"/>
                  <a:pt x="28" y="11"/>
                  <a:pt x="29" y="11"/>
                </a:cubicBezTo>
                <a:cubicBezTo>
                  <a:pt x="30" y="11"/>
                  <a:pt x="30" y="11"/>
                  <a:pt x="31" y="12"/>
                </a:cubicBezTo>
                <a:cubicBezTo>
                  <a:pt x="42" y="23"/>
                  <a:pt x="42" y="23"/>
                  <a:pt x="42" y="23"/>
                </a:cubicBezTo>
                <a:cubicBezTo>
                  <a:pt x="43" y="24"/>
                  <a:pt x="43" y="25"/>
                  <a:pt x="42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31" y="38"/>
                  <a:pt x="31" y="38"/>
                  <a:pt x="31" y="38"/>
                </a:cubicBezTo>
                <a:cubicBezTo>
                  <a:pt x="30" y="39"/>
                  <a:pt x="29" y="39"/>
                  <a:pt x="28" y="38"/>
                </a:cubicBezTo>
                <a:cubicBezTo>
                  <a:pt x="28" y="37"/>
                  <a:pt x="27" y="37"/>
                  <a:pt x="27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1"/>
                  <a:pt x="27" y="31"/>
                  <a:pt x="27" y="31"/>
                </a:cubicBezTo>
                <a:cubicBezTo>
                  <a:pt x="7" y="31"/>
                  <a:pt x="7" y="31"/>
                  <a:pt x="7" y="31"/>
                </a:cubicBezTo>
                <a:cubicBezTo>
                  <a:pt x="6" y="31"/>
                  <a:pt x="5" y="30"/>
                  <a:pt x="5" y="29"/>
                </a:cubicBezTo>
                <a:cubicBezTo>
                  <a:pt x="5" y="28"/>
                  <a:pt x="6" y="27"/>
                  <a:pt x="7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30" y="27"/>
                  <a:pt x="31" y="28"/>
                  <a:pt x="31" y="29"/>
                </a:cubicBezTo>
                <a:cubicBezTo>
                  <a:pt x="31" y="32"/>
                  <a:pt x="31" y="32"/>
                  <a:pt x="31" y="32"/>
                </a:cubicBezTo>
                <a:cubicBezTo>
                  <a:pt x="38" y="25"/>
                  <a:pt x="38" y="25"/>
                  <a:pt x="38" y="25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2"/>
                  <a:pt x="30" y="22"/>
                  <a:pt x="29" y="22"/>
                </a:cubicBezTo>
                <a:cubicBezTo>
                  <a:pt x="7" y="22"/>
                  <a:pt x="7" y="22"/>
                  <a:pt x="7" y="22"/>
                </a:cubicBezTo>
                <a:close/>
                <a:moveTo>
                  <a:pt x="1" y="40"/>
                </a:moveTo>
                <a:cubicBezTo>
                  <a:pt x="1" y="40"/>
                  <a:pt x="1" y="40"/>
                  <a:pt x="1" y="40"/>
                </a:cubicBezTo>
                <a:cubicBezTo>
                  <a:pt x="1" y="40"/>
                  <a:pt x="0" y="39"/>
                  <a:pt x="0" y="38"/>
                </a:cubicBezTo>
                <a:cubicBezTo>
                  <a:pt x="0" y="38"/>
                  <a:pt x="1" y="37"/>
                  <a:pt x="1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4"/>
                  <a:pt x="12" y="34"/>
                  <a:pt x="12" y="34"/>
                </a:cubicBezTo>
                <a:cubicBezTo>
                  <a:pt x="12" y="33"/>
                  <a:pt x="13" y="32"/>
                  <a:pt x="14" y="33"/>
                </a:cubicBezTo>
                <a:cubicBezTo>
                  <a:pt x="14" y="33"/>
                  <a:pt x="14" y="33"/>
                  <a:pt x="14" y="33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1"/>
                  <a:pt x="21" y="41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14" y="49"/>
                  <a:pt x="14" y="49"/>
                  <a:pt x="14" y="49"/>
                </a:cubicBezTo>
                <a:cubicBezTo>
                  <a:pt x="13" y="50"/>
                  <a:pt x="12" y="49"/>
                  <a:pt x="12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45"/>
                  <a:pt x="12" y="45"/>
                  <a:pt x="12" y="45"/>
                </a:cubicBezTo>
                <a:cubicBezTo>
                  <a:pt x="1" y="45"/>
                  <a:pt x="1" y="45"/>
                  <a:pt x="1" y="45"/>
                </a:cubicBezTo>
                <a:cubicBezTo>
                  <a:pt x="1" y="45"/>
                  <a:pt x="0" y="44"/>
                  <a:pt x="0" y="44"/>
                </a:cubicBezTo>
                <a:cubicBezTo>
                  <a:pt x="0" y="43"/>
                  <a:pt x="1" y="42"/>
                  <a:pt x="1" y="42"/>
                </a:cubicBezTo>
                <a:cubicBezTo>
                  <a:pt x="13" y="42"/>
                  <a:pt x="13" y="42"/>
                  <a:pt x="13" y="42"/>
                </a:cubicBezTo>
                <a:cubicBezTo>
                  <a:pt x="13" y="42"/>
                  <a:pt x="13" y="42"/>
                  <a:pt x="13" y="42"/>
                </a:cubicBezTo>
                <a:cubicBezTo>
                  <a:pt x="14" y="42"/>
                  <a:pt x="14" y="43"/>
                  <a:pt x="14" y="44"/>
                </a:cubicBezTo>
                <a:cubicBezTo>
                  <a:pt x="14" y="45"/>
                  <a:pt x="14" y="45"/>
                  <a:pt x="14" y="45"/>
                </a:cubicBezTo>
                <a:cubicBezTo>
                  <a:pt x="19" y="41"/>
                  <a:pt x="19" y="41"/>
                  <a:pt x="19" y="41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39"/>
                  <a:pt x="14" y="40"/>
                  <a:pt x="13" y="40"/>
                </a:cubicBezTo>
                <a:cubicBezTo>
                  <a:pt x="1" y="40"/>
                  <a:pt x="1" y="40"/>
                  <a:pt x="1" y="4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10" name="Freeform 244">
            <a:extLst>
              <a:ext uri="{FF2B5EF4-FFF2-40B4-BE49-F238E27FC236}">
                <a16:creationId xmlns:a16="http://schemas.microsoft.com/office/drawing/2014/main" id="{4CE9F4CA-B044-EB72-15A2-E39826D87EB5}"/>
              </a:ext>
            </a:extLst>
          </p:cNvPr>
          <p:cNvSpPr>
            <a:spLocks noEditPoints="1"/>
          </p:cNvSpPr>
          <p:nvPr/>
        </p:nvSpPr>
        <p:spPr bwMode="auto">
          <a:xfrm>
            <a:off x="7708301" y="4329032"/>
            <a:ext cx="152400" cy="220133"/>
          </a:xfrm>
          <a:custGeom>
            <a:avLst/>
            <a:gdLst>
              <a:gd name="T0" fmla="*/ 57150 w 36"/>
              <a:gd name="T1" fmla="*/ 165100 h 52"/>
              <a:gd name="T2" fmla="*/ 0 w 36"/>
              <a:gd name="T3" fmla="*/ 76200 h 52"/>
              <a:gd name="T4" fmla="*/ 31750 w 36"/>
              <a:gd name="T5" fmla="*/ 3175 h 52"/>
              <a:gd name="T6" fmla="*/ 82550 w 36"/>
              <a:gd name="T7" fmla="*/ 3175 h 52"/>
              <a:gd name="T8" fmla="*/ 85725 w 36"/>
              <a:gd name="T9" fmla="*/ 28575 h 52"/>
              <a:gd name="T10" fmla="*/ 47625 w 36"/>
              <a:gd name="T11" fmla="*/ 85725 h 52"/>
              <a:gd name="T12" fmla="*/ 69850 w 36"/>
              <a:gd name="T13" fmla="*/ 60325 h 52"/>
              <a:gd name="T14" fmla="*/ 47625 w 36"/>
              <a:gd name="T15" fmla="*/ 85725 h 52"/>
              <a:gd name="T16" fmla="*/ 60325 w 36"/>
              <a:gd name="T17" fmla="*/ 79375 h 52"/>
              <a:gd name="T18" fmla="*/ 57150 w 36"/>
              <a:gd name="T19" fmla="*/ 73025 h 52"/>
              <a:gd name="T20" fmla="*/ 28575 w 36"/>
              <a:gd name="T21" fmla="*/ 50800 h 52"/>
              <a:gd name="T22" fmla="*/ 38100 w 36"/>
              <a:gd name="T23" fmla="*/ 57150 h 52"/>
              <a:gd name="T24" fmla="*/ 15875 w 36"/>
              <a:gd name="T25" fmla="*/ 76200 h 52"/>
              <a:gd name="T26" fmla="*/ 28575 w 36"/>
              <a:gd name="T27" fmla="*/ 76200 h 52"/>
              <a:gd name="T28" fmla="*/ 28575 w 36"/>
              <a:gd name="T29" fmla="*/ 104775 h 52"/>
              <a:gd name="T30" fmla="*/ 38100 w 36"/>
              <a:gd name="T31" fmla="*/ 98425 h 52"/>
              <a:gd name="T32" fmla="*/ 85725 w 36"/>
              <a:gd name="T33" fmla="*/ 104775 h 52"/>
              <a:gd name="T34" fmla="*/ 76200 w 36"/>
              <a:gd name="T35" fmla="*/ 98425 h 52"/>
              <a:gd name="T36" fmla="*/ 95250 w 36"/>
              <a:gd name="T37" fmla="*/ 76200 h 52"/>
              <a:gd name="T38" fmla="*/ 85725 w 36"/>
              <a:gd name="T39" fmla="*/ 76200 h 52"/>
              <a:gd name="T40" fmla="*/ 85725 w 36"/>
              <a:gd name="T41" fmla="*/ 50800 h 52"/>
              <a:gd name="T42" fmla="*/ 76200 w 36"/>
              <a:gd name="T43" fmla="*/ 57150 h 52"/>
              <a:gd name="T44" fmla="*/ 57150 w 36"/>
              <a:gd name="T45" fmla="*/ 38100 h 52"/>
              <a:gd name="T46" fmla="*/ 57150 w 36"/>
              <a:gd name="T47" fmla="*/ 50800 h 52"/>
              <a:gd name="T48" fmla="*/ 60325 w 36"/>
              <a:gd name="T49" fmla="*/ 22225 h 52"/>
              <a:gd name="T50" fmla="*/ 73025 w 36"/>
              <a:gd name="T51" fmla="*/ 15875 h 52"/>
              <a:gd name="T52" fmla="*/ 73025 w 36"/>
              <a:gd name="T53" fmla="*/ 12700 h 52"/>
              <a:gd name="T54" fmla="*/ 41275 w 36"/>
              <a:gd name="T55" fmla="*/ 12700 h 52"/>
              <a:gd name="T56" fmla="*/ 53975 w 36"/>
              <a:gd name="T57" fmla="*/ 22225 h 52"/>
              <a:gd name="T58" fmla="*/ 53975 w 36"/>
              <a:gd name="T59" fmla="*/ 22225 h 52"/>
              <a:gd name="T60" fmla="*/ 53975 w 36"/>
              <a:gd name="T61" fmla="*/ 22225 h 52"/>
              <a:gd name="T62" fmla="*/ 53975 w 36"/>
              <a:gd name="T63" fmla="*/ 22225 h 52"/>
              <a:gd name="T64" fmla="*/ 53975 w 36"/>
              <a:gd name="T65" fmla="*/ 22225 h 52"/>
              <a:gd name="T66" fmla="*/ 53975 w 36"/>
              <a:gd name="T67" fmla="*/ 22225 h 52"/>
              <a:gd name="T68" fmla="*/ 57150 w 36"/>
              <a:gd name="T69" fmla="*/ 22225 h 52"/>
              <a:gd name="T70" fmla="*/ 57150 w 36"/>
              <a:gd name="T71" fmla="*/ 22225 h 52"/>
              <a:gd name="T72" fmla="*/ 57150 w 36"/>
              <a:gd name="T73" fmla="*/ 22225 h 52"/>
              <a:gd name="T74" fmla="*/ 57150 w 36"/>
              <a:gd name="T75" fmla="*/ 22225 h 52"/>
              <a:gd name="T76" fmla="*/ 57150 w 36"/>
              <a:gd name="T77" fmla="*/ 22225 h 52"/>
              <a:gd name="T78" fmla="*/ 60325 w 36"/>
              <a:gd name="T79" fmla="*/ 22225 h 52"/>
              <a:gd name="T80" fmla="*/ 60325 w 36"/>
              <a:gd name="T81" fmla="*/ 22225 h 52"/>
              <a:gd name="T82" fmla="*/ 60325 w 36"/>
              <a:gd name="T83" fmla="*/ 22225 h 52"/>
              <a:gd name="T84" fmla="*/ 60325 w 36"/>
              <a:gd name="T85" fmla="*/ 22225 h 52"/>
              <a:gd name="T86" fmla="*/ 12700 w 36"/>
              <a:gd name="T87" fmla="*/ 76200 h 52"/>
              <a:gd name="T88" fmla="*/ 57150 w 36"/>
              <a:gd name="T89" fmla="*/ 34925 h 5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36" h="52">
                <a:moveTo>
                  <a:pt x="20" y="42"/>
                </a:moveTo>
                <a:cubicBezTo>
                  <a:pt x="20" y="50"/>
                  <a:pt x="20" y="50"/>
                  <a:pt x="20" y="50"/>
                </a:cubicBezTo>
                <a:cubicBezTo>
                  <a:pt x="20" y="51"/>
                  <a:pt x="19" y="52"/>
                  <a:pt x="18" y="52"/>
                </a:cubicBezTo>
                <a:cubicBezTo>
                  <a:pt x="17" y="52"/>
                  <a:pt x="16" y="51"/>
                  <a:pt x="16" y="50"/>
                </a:cubicBezTo>
                <a:cubicBezTo>
                  <a:pt x="16" y="42"/>
                  <a:pt x="16" y="42"/>
                  <a:pt x="16" y="42"/>
                </a:cubicBezTo>
                <a:cubicBezTo>
                  <a:pt x="7" y="41"/>
                  <a:pt x="0" y="33"/>
                  <a:pt x="0" y="24"/>
                </a:cubicBezTo>
                <a:cubicBezTo>
                  <a:pt x="0" y="18"/>
                  <a:pt x="3" y="13"/>
                  <a:pt x="9" y="9"/>
                </a:cubicBezTo>
                <a:cubicBezTo>
                  <a:pt x="9" y="5"/>
                  <a:pt x="9" y="5"/>
                  <a:pt x="9" y="5"/>
                </a:cubicBezTo>
                <a:cubicBezTo>
                  <a:pt x="9" y="3"/>
                  <a:pt x="9" y="2"/>
                  <a:pt x="10" y="1"/>
                </a:cubicBezTo>
                <a:cubicBezTo>
                  <a:pt x="11" y="0"/>
                  <a:pt x="12" y="0"/>
                  <a:pt x="13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4" y="0"/>
                  <a:pt x="25" y="0"/>
                  <a:pt x="26" y="1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2"/>
                  <a:pt x="27" y="3"/>
                  <a:pt x="27" y="5"/>
                </a:cubicBezTo>
                <a:cubicBezTo>
                  <a:pt x="27" y="9"/>
                  <a:pt x="27" y="9"/>
                  <a:pt x="27" y="9"/>
                </a:cubicBezTo>
                <a:cubicBezTo>
                  <a:pt x="32" y="13"/>
                  <a:pt x="36" y="18"/>
                  <a:pt x="36" y="24"/>
                </a:cubicBezTo>
                <a:cubicBezTo>
                  <a:pt x="36" y="33"/>
                  <a:pt x="29" y="41"/>
                  <a:pt x="20" y="42"/>
                </a:cubicBezTo>
                <a:close/>
                <a:moveTo>
                  <a:pt x="15" y="27"/>
                </a:moveTo>
                <a:cubicBezTo>
                  <a:pt x="15" y="27"/>
                  <a:pt x="15" y="27"/>
                  <a:pt x="15" y="27"/>
                </a:cubicBezTo>
                <a:cubicBezTo>
                  <a:pt x="13" y="25"/>
                  <a:pt x="14" y="22"/>
                  <a:pt x="17" y="21"/>
                </a:cubicBezTo>
                <a:cubicBezTo>
                  <a:pt x="19" y="20"/>
                  <a:pt x="20" y="20"/>
                  <a:pt x="22" y="19"/>
                </a:cubicBezTo>
                <a:cubicBezTo>
                  <a:pt x="23" y="18"/>
                  <a:pt x="24" y="19"/>
                  <a:pt x="24" y="20"/>
                </a:cubicBezTo>
                <a:cubicBezTo>
                  <a:pt x="23" y="22"/>
                  <a:pt x="22" y="24"/>
                  <a:pt x="21" y="26"/>
                </a:cubicBezTo>
                <a:cubicBezTo>
                  <a:pt x="21" y="28"/>
                  <a:pt x="17" y="29"/>
                  <a:pt x="15" y="27"/>
                </a:cubicBezTo>
                <a:close/>
                <a:moveTo>
                  <a:pt x="17" y="25"/>
                </a:moveTo>
                <a:cubicBezTo>
                  <a:pt x="17" y="25"/>
                  <a:pt x="17" y="25"/>
                  <a:pt x="17" y="25"/>
                </a:cubicBezTo>
                <a:cubicBezTo>
                  <a:pt x="18" y="26"/>
                  <a:pt x="19" y="26"/>
                  <a:pt x="19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20" y="24"/>
                  <a:pt x="20" y="23"/>
                  <a:pt x="20" y="22"/>
                </a:cubicBezTo>
                <a:cubicBezTo>
                  <a:pt x="19" y="22"/>
                  <a:pt x="19" y="23"/>
                  <a:pt x="18" y="23"/>
                </a:cubicBezTo>
                <a:cubicBezTo>
                  <a:pt x="18" y="23"/>
                  <a:pt x="18" y="23"/>
                  <a:pt x="17" y="23"/>
                </a:cubicBezTo>
                <a:cubicBezTo>
                  <a:pt x="16" y="24"/>
                  <a:pt x="16" y="25"/>
                  <a:pt x="17" y="25"/>
                </a:cubicBezTo>
                <a:close/>
                <a:moveTo>
                  <a:pt x="9" y="16"/>
                </a:moveTo>
                <a:cubicBezTo>
                  <a:pt x="9" y="16"/>
                  <a:pt x="9" y="16"/>
                  <a:pt x="9" y="16"/>
                </a:cubicBezTo>
                <a:cubicBezTo>
                  <a:pt x="10" y="15"/>
                  <a:pt x="11" y="15"/>
                  <a:pt x="12" y="16"/>
                </a:cubicBezTo>
                <a:cubicBezTo>
                  <a:pt x="12" y="16"/>
                  <a:pt x="12" y="18"/>
                  <a:pt x="12" y="18"/>
                </a:cubicBezTo>
                <a:cubicBezTo>
                  <a:pt x="11" y="19"/>
                  <a:pt x="10" y="19"/>
                  <a:pt x="9" y="18"/>
                </a:cubicBezTo>
                <a:cubicBezTo>
                  <a:pt x="8" y="18"/>
                  <a:pt x="8" y="16"/>
                  <a:pt x="9" y="16"/>
                </a:cubicBezTo>
                <a:close/>
                <a:moveTo>
                  <a:pt x="5" y="24"/>
                </a:moveTo>
                <a:cubicBezTo>
                  <a:pt x="5" y="24"/>
                  <a:pt x="5" y="24"/>
                  <a:pt x="5" y="24"/>
                </a:cubicBezTo>
                <a:cubicBezTo>
                  <a:pt x="5" y="23"/>
                  <a:pt x="6" y="23"/>
                  <a:pt x="7" y="23"/>
                </a:cubicBezTo>
                <a:cubicBezTo>
                  <a:pt x="8" y="23"/>
                  <a:pt x="9" y="23"/>
                  <a:pt x="9" y="24"/>
                </a:cubicBezTo>
                <a:cubicBezTo>
                  <a:pt x="9" y="25"/>
                  <a:pt x="8" y="26"/>
                  <a:pt x="7" y="26"/>
                </a:cubicBezTo>
                <a:cubicBezTo>
                  <a:pt x="6" y="26"/>
                  <a:pt x="5" y="25"/>
                  <a:pt x="5" y="24"/>
                </a:cubicBezTo>
                <a:close/>
                <a:moveTo>
                  <a:pt x="9" y="33"/>
                </a:moveTo>
                <a:cubicBezTo>
                  <a:pt x="9" y="33"/>
                  <a:pt x="9" y="33"/>
                  <a:pt x="9" y="33"/>
                </a:cubicBezTo>
                <a:cubicBezTo>
                  <a:pt x="8" y="33"/>
                  <a:pt x="8" y="31"/>
                  <a:pt x="9" y="31"/>
                </a:cubicBezTo>
                <a:cubicBezTo>
                  <a:pt x="10" y="30"/>
                  <a:pt x="11" y="30"/>
                  <a:pt x="12" y="31"/>
                </a:cubicBezTo>
                <a:cubicBezTo>
                  <a:pt x="12" y="31"/>
                  <a:pt x="12" y="33"/>
                  <a:pt x="12" y="33"/>
                </a:cubicBezTo>
                <a:cubicBezTo>
                  <a:pt x="11" y="34"/>
                  <a:pt x="10" y="34"/>
                  <a:pt x="9" y="33"/>
                </a:cubicBezTo>
                <a:close/>
                <a:moveTo>
                  <a:pt x="27" y="33"/>
                </a:moveTo>
                <a:cubicBezTo>
                  <a:pt x="27" y="33"/>
                  <a:pt x="27" y="33"/>
                  <a:pt x="27" y="33"/>
                </a:cubicBezTo>
                <a:cubicBezTo>
                  <a:pt x="26" y="34"/>
                  <a:pt x="25" y="34"/>
                  <a:pt x="24" y="33"/>
                </a:cubicBezTo>
                <a:cubicBezTo>
                  <a:pt x="23" y="33"/>
                  <a:pt x="23" y="31"/>
                  <a:pt x="24" y="31"/>
                </a:cubicBezTo>
                <a:cubicBezTo>
                  <a:pt x="25" y="30"/>
                  <a:pt x="26" y="30"/>
                  <a:pt x="27" y="31"/>
                </a:cubicBezTo>
                <a:cubicBezTo>
                  <a:pt x="27" y="31"/>
                  <a:pt x="27" y="33"/>
                  <a:pt x="27" y="33"/>
                </a:cubicBezTo>
                <a:close/>
                <a:moveTo>
                  <a:pt x="30" y="24"/>
                </a:moveTo>
                <a:cubicBezTo>
                  <a:pt x="30" y="24"/>
                  <a:pt x="30" y="24"/>
                  <a:pt x="30" y="24"/>
                </a:cubicBezTo>
                <a:cubicBezTo>
                  <a:pt x="30" y="25"/>
                  <a:pt x="30" y="26"/>
                  <a:pt x="28" y="26"/>
                </a:cubicBezTo>
                <a:cubicBezTo>
                  <a:pt x="27" y="26"/>
                  <a:pt x="27" y="25"/>
                  <a:pt x="27" y="24"/>
                </a:cubicBezTo>
                <a:cubicBezTo>
                  <a:pt x="27" y="23"/>
                  <a:pt x="27" y="23"/>
                  <a:pt x="28" y="23"/>
                </a:cubicBezTo>
                <a:cubicBezTo>
                  <a:pt x="30" y="23"/>
                  <a:pt x="30" y="23"/>
                  <a:pt x="30" y="24"/>
                </a:cubicBezTo>
                <a:close/>
                <a:moveTo>
                  <a:pt x="27" y="16"/>
                </a:moveTo>
                <a:cubicBezTo>
                  <a:pt x="27" y="16"/>
                  <a:pt x="27" y="16"/>
                  <a:pt x="27" y="16"/>
                </a:cubicBezTo>
                <a:cubicBezTo>
                  <a:pt x="27" y="16"/>
                  <a:pt x="27" y="18"/>
                  <a:pt x="27" y="18"/>
                </a:cubicBezTo>
                <a:cubicBezTo>
                  <a:pt x="26" y="19"/>
                  <a:pt x="25" y="19"/>
                  <a:pt x="24" y="18"/>
                </a:cubicBezTo>
                <a:cubicBezTo>
                  <a:pt x="23" y="18"/>
                  <a:pt x="23" y="16"/>
                  <a:pt x="24" y="16"/>
                </a:cubicBezTo>
                <a:cubicBezTo>
                  <a:pt x="25" y="15"/>
                  <a:pt x="26" y="15"/>
                  <a:pt x="27" y="16"/>
                </a:cubicBezTo>
                <a:close/>
                <a:moveTo>
                  <a:pt x="18" y="12"/>
                </a:moveTo>
                <a:cubicBezTo>
                  <a:pt x="18" y="12"/>
                  <a:pt x="18" y="12"/>
                  <a:pt x="18" y="12"/>
                </a:cubicBezTo>
                <a:cubicBezTo>
                  <a:pt x="19" y="12"/>
                  <a:pt x="20" y="13"/>
                  <a:pt x="20" y="14"/>
                </a:cubicBezTo>
                <a:cubicBezTo>
                  <a:pt x="20" y="15"/>
                  <a:pt x="19" y="16"/>
                  <a:pt x="18" y="16"/>
                </a:cubicBezTo>
                <a:cubicBezTo>
                  <a:pt x="17" y="16"/>
                  <a:pt x="16" y="15"/>
                  <a:pt x="16" y="14"/>
                </a:cubicBezTo>
                <a:cubicBezTo>
                  <a:pt x="16" y="13"/>
                  <a:pt x="17" y="12"/>
                  <a:pt x="18" y="12"/>
                </a:cubicBezTo>
                <a:close/>
                <a:moveTo>
                  <a:pt x="19" y="7"/>
                </a:moveTo>
                <a:cubicBezTo>
                  <a:pt x="19" y="7"/>
                  <a:pt x="19" y="7"/>
                  <a:pt x="19" y="7"/>
                </a:cubicBezTo>
                <a:cubicBezTo>
                  <a:pt x="21" y="7"/>
                  <a:pt x="22" y="7"/>
                  <a:pt x="23" y="8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2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2" y="4"/>
                  <a:pt x="12" y="5"/>
                </a:cubicBezTo>
                <a:cubicBezTo>
                  <a:pt x="12" y="8"/>
                  <a:pt x="12" y="8"/>
                  <a:pt x="12" y="8"/>
                </a:cubicBezTo>
                <a:cubicBezTo>
                  <a:pt x="14" y="7"/>
                  <a:pt x="15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lose/>
                <a:moveTo>
                  <a:pt x="18" y="11"/>
                </a:moveTo>
                <a:cubicBezTo>
                  <a:pt x="18" y="11"/>
                  <a:pt x="18" y="11"/>
                  <a:pt x="18" y="11"/>
                </a:cubicBezTo>
                <a:cubicBezTo>
                  <a:pt x="10" y="11"/>
                  <a:pt x="4" y="17"/>
                  <a:pt x="4" y="24"/>
                </a:cubicBezTo>
                <a:cubicBezTo>
                  <a:pt x="4" y="32"/>
                  <a:pt x="10" y="38"/>
                  <a:pt x="18" y="38"/>
                </a:cubicBezTo>
                <a:cubicBezTo>
                  <a:pt x="25" y="38"/>
                  <a:pt x="32" y="32"/>
                  <a:pt x="32" y="24"/>
                </a:cubicBezTo>
                <a:cubicBezTo>
                  <a:pt x="32" y="17"/>
                  <a:pt x="25" y="11"/>
                  <a:pt x="18" y="1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11" name="Freeform 245">
            <a:extLst>
              <a:ext uri="{FF2B5EF4-FFF2-40B4-BE49-F238E27FC236}">
                <a16:creationId xmlns:a16="http://schemas.microsoft.com/office/drawing/2014/main" id="{A50E5BDB-BC3E-DB0E-F647-000B13D2862B}"/>
              </a:ext>
            </a:extLst>
          </p:cNvPr>
          <p:cNvSpPr>
            <a:spLocks noEditPoints="1"/>
          </p:cNvSpPr>
          <p:nvPr/>
        </p:nvSpPr>
        <p:spPr bwMode="auto">
          <a:xfrm>
            <a:off x="6948418" y="3899348"/>
            <a:ext cx="211667" cy="207433"/>
          </a:xfrm>
          <a:custGeom>
            <a:avLst/>
            <a:gdLst>
              <a:gd name="T0" fmla="*/ 63500 w 50"/>
              <a:gd name="T1" fmla="*/ 44450 h 49"/>
              <a:gd name="T2" fmla="*/ 47625 w 50"/>
              <a:gd name="T3" fmla="*/ 63500 h 49"/>
              <a:gd name="T4" fmla="*/ 44450 w 50"/>
              <a:gd name="T5" fmla="*/ 60325 h 49"/>
              <a:gd name="T6" fmla="*/ 104775 w 50"/>
              <a:gd name="T7" fmla="*/ 60325 h 49"/>
              <a:gd name="T8" fmla="*/ 101600 w 50"/>
              <a:gd name="T9" fmla="*/ 57150 h 49"/>
              <a:gd name="T10" fmla="*/ 155575 w 50"/>
              <a:gd name="T11" fmla="*/ 82550 h 49"/>
              <a:gd name="T12" fmla="*/ 152400 w 50"/>
              <a:gd name="T13" fmla="*/ 88900 h 49"/>
              <a:gd name="T14" fmla="*/ 57150 w 50"/>
              <a:gd name="T15" fmla="*/ 107950 h 49"/>
              <a:gd name="T16" fmla="*/ 57150 w 50"/>
              <a:gd name="T17" fmla="*/ 101600 h 49"/>
              <a:gd name="T18" fmla="*/ 88900 w 50"/>
              <a:gd name="T19" fmla="*/ 152400 h 49"/>
              <a:gd name="T20" fmla="*/ 82550 w 50"/>
              <a:gd name="T21" fmla="*/ 155575 h 49"/>
              <a:gd name="T22" fmla="*/ 139700 w 50"/>
              <a:gd name="T23" fmla="*/ 104775 h 49"/>
              <a:gd name="T24" fmla="*/ 139700 w 50"/>
              <a:gd name="T25" fmla="*/ 107950 h 49"/>
              <a:gd name="T26" fmla="*/ 123825 w 50"/>
              <a:gd name="T27" fmla="*/ 98425 h 49"/>
              <a:gd name="T28" fmla="*/ 130175 w 50"/>
              <a:gd name="T29" fmla="*/ 92075 h 49"/>
              <a:gd name="T30" fmla="*/ 133350 w 50"/>
              <a:gd name="T31" fmla="*/ 111125 h 49"/>
              <a:gd name="T32" fmla="*/ 133350 w 50"/>
              <a:gd name="T33" fmla="*/ 117475 h 49"/>
              <a:gd name="T34" fmla="*/ 111125 w 50"/>
              <a:gd name="T35" fmla="*/ 101600 h 49"/>
              <a:gd name="T36" fmla="*/ 117475 w 50"/>
              <a:gd name="T37" fmla="*/ 95250 h 49"/>
              <a:gd name="T38" fmla="*/ 123825 w 50"/>
              <a:gd name="T39" fmla="*/ 120650 h 49"/>
              <a:gd name="T40" fmla="*/ 123825 w 50"/>
              <a:gd name="T41" fmla="*/ 123825 h 49"/>
              <a:gd name="T42" fmla="*/ 107950 w 50"/>
              <a:gd name="T43" fmla="*/ 114300 h 49"/>
              <a:gd name="T44" fmla="*/ 114300 w 50"/>
              <a:gd name="T45" fmla="*/ 111125 h 49"/>
              <a:gd name="T46" fmla="*/ 117475 w 50"/>
              <a:gd name="T47" fmla="*/ 127000 h 49"/>
              <a:gd name="T48" fmla="*/ 117475 w 50"/>
              <a:gd name="T49" fmla="*/ 133350 h 49"/>
              <a:gd name="T50" fmla="*/ 101600 w 50"/>
              <a:gd name="T51" fmla="*/ 123825 h 49"/>
              <a:gd name="T52" fmla="*/ 104775 w 50"/>
              <a:gd name="T53" fmla="*/ 117475 h 49"/>
              <a:gd name="T54" fmla="*/ 107950 w 50"/>
              <a:gd name="T55" fmla="*/ 136525 h 49"/>
              <a:gd name="T56" fmla="*/ 107950 w 50"/>
              <a:gd name="T57" fmla="*/ 142875 h 49"/>
              <a:gd name="T58" fmla="*/ 85725 w 50"/>
              <a:gd name="T59" fmla="*/ 123825 h 49"/>
              <a:gd name="T60" fmla="*/ 92075 w 50"/>
              <a:gd name="T61" fmla="*/ 120650 h 49"/>
              <a:gd name="T62" fmla="*/ 98425 w 50"/>
              <a:gd name="T63" fmla="*/ 57150 h 49"/>
              <a:gd name="T64" fmla="*/ 57150 w 50"/>
              <a:gd name="T65" fmla="*/ 98425 h 49"/>
              <a:gd name="T66" fmla="*/ 25400 w 50"/>
              <a:gd name="T67" fmla="*/ 101600 h 49"/>
              <a:gd name="T68" fmla="*/ 15875 w 50"/>
              <a:gd name="T69" fmla="*/ 92075 h 49"/>
              <a:gd name="T70" fmla="*/ 19050 w 50"/>
              <a:gd name="T71" fmla="*/ 63500 h 49"/>
              <a:gd name="T72" fmla="*/ 6350 w 50"/>
              <a:gd name="T73" fmla="*/ 41275 h 49"/>
              <a:gd name="T74" fmla="*/ 0 w 50"/>
              <a:gd name="T75" fmla="*/ 25400 h 49"/>
              <a:gd name="T76" fmla="*/ 6350 w 50"/>
              <a:gd name="T77" fmla="*/ 6350 h 49"/>
              <a:gd name="T78" fmla="*/ 6350 w 50"/>
              <a:gd name="T79" fmla="*/ 6350 h 49"/>
              <a:gd name="T80" fmla="*/ 41275 w 50"/>
              <a:gd name="T81" fmla="*/ 6350 h 49"/>
              <a:gd name="T82" fmla="*/ 41275 w 50"/>
              <a:gd name="T83" fmla="*/ 6350 h 49"/>
              <a:gd name="T84" fmla="*/ 69850 w 50"/>
              <a:gd name="T85" fmla="*/ 15875 h 49"/>
              <a:gd name="T86" fmla="*/ 101600 w 50"/>
              <a:gd name="T87" fmla="*/ 25400 h 49"/>
              <a:gd name="T88" fmla="*/ 98425 w 50"/>
              <a:gd name="T89" fmla="*/ 57150 h 49"/>
              <a:gd name="T90" fmla="*/ 47625 w 50"/>
              <a:gd name="T91" fmla="*/ 88900 h 49"/>
              <a:gd name="T92" fmla="*/ 92075 w 50"/>
              <a:gd name="T93" fmla="*/ 38100 h 49"/>
              <a:gd name="T94" fmla="*/ 85725 w 50"/>
              <a:gd name="T95" fmla="*/ 25400 h 49"/>
              <a:gd name="T96" fmla="*/ 73025 w 50"/>
              <a:gd name="T97" fmla="*/ 28575 h 49"/>
              <a:gd name="T98" fmla="*/ 34925 w 50"/>
              <a:gd name="T99" fmla="*/ 15875 h 49"/>
              <a:gd name="T100" fmla="*/ 25400 w 50"/>
              <a:gd name="T101" fmla="*/ 12700 h 49"/>
              <a:gd name="T102" fmla="*/ 15875 w 50"/>
              <a:gd name="T103" fmla="*/ 15875 h 49"/>
              <a:gd name="T104" fmla="*/ 12700 w 50"/>
              <a:gd name="T105" fmla="*/ 25400 h 49"/>
              <a:gd name="T106" fmla="*/ 15875 w 50"/>
              <a:gd name="T107" fmla="*/ 34925 h 49"/>
              <a:gd name="T108" fmla="*/ 15875 w 50"/>
              <a:gd name="T109" fmla="*/ 34925 h 49"/>
              <a:gd name="T110" fmla="*/ 25400 w 50"/>
              <a:gd name="T111" fmla="*/ 76200 h 49"/>
              <a:gd name="T112" fmla="*/ 31750 w 50"/>
              <a:gd name="T113" fmla="*/ 88900 h 49"/>
              <a:gd name="T114" fmla="*/ 38100 w 50"/>
              <a:gd name="T115" fmla="*/ 92075 h 49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0" h="49">
                <a:moveTo>
                  <a:pt x="19" y="14"/>
                </a:moveTo>
                <a:cubicBezTo>
                  <a:pt x="19" y="13"/>
                  <a:pt x="20" y="13"/>
                  <a:pt x="20" y="14"/>
                </a:cubicBezTo>
                <a:cubicBezTo>
                  <a:pt x="21" y="14"/>
                  <a:pt x="21" y="15"/>
                  <a:pt x="20" y="15"/>
                </a:cubicBezTo>
                <a:cubicBezTo>
                  <a:pt x="15" y="20"/>
                  <a:pt x="15" y="20"/>
                  <a:pt x="15" y="20"/>
                </a:cubicBezTo>
                <a:cubicBezTo>
                  <a:pt x="15" y="21"/>
                  <a:pt x="14" y="21"/>
                  <a:pt x="14" y="20"/>
                </a:cubicBezTo>
                <a:cubicBezTo>
                  <a:pt x="13" y="20"/>
                  <a:pt x="13" y="19"/>
                  <a:pt x="14" y="19"/>
                </a:cubicBezTo>
                <a:cubicBezTo>
                  <a:pt x="19" y="14"/>
                  <a:pt x="19" y="14"/>
                  <a:pt x="19" y="14"/>
                </a:cubicBezTo>
                <a:close/>
                <a:moveTo>
                  <a:pt x="33" y="19"/>
                </a:moveTo>
                <a:cubicBezTo>
                  <a:pt x="33" y="19"/>
                  <a:pt x="33" y="19"/>
                  <a:pt x="33" y="19"/>
                </a:cubicBezTo>
                <a:cubicBezTo>
                  <a:pt x="32" y="19"/>
                  <a:pt x="32" y="18"/>
                  <a:pt x="32" y="18"/>
                </a:cubicBezTo>
                <a:cubicBezTo>
                  <a:pt x="33" y="17"/>
                  <a:pt x="33" y="17"/>
                  <a:pt x="34" y="17"/>
                </a:cubicBezTo>
                <a:cubicBezTo>
                  <a:pt x="49" y="26"/>
                  <a:pt x="49" y="26"/>
                  <a:pt x="49" y="26"/>
                </a:cubicBezTo>
                <a:cubicBezTo>
                  <a:pt x="49" y="26"/>
                  <a:pt x="50" y="27"/>
                  <a:pt x="49" y="28"/>
                </a:cubicBezTo>
                <a:cubicBezTo>
                  <a:pt x="49" y="28"/>
                  <a:pt x="48" y="28"/>
                  <a:pt x="48" y="28"/>
                </a:cubicBezTo>
                <a:cubicBezTo>
                  <a:pt x="33" y="19"/>
                  <a:pt x="33" y="19"/>
                  <a:pt x="33" y="19"/>
                </a:cubicBezTo>
                <a:close/>
                <a:moveTo>
                  <a:pt x="18" y="34"/>
                </a:moveTo>
                <a:cubicBezTo>
                  <a:pt x="18" y="34"/>
                  <a:pt x="18" y="34"/>
                  <a:pt x="18" y="34"/>
                </a:cubicBezTo>
                <a:cubicBezTo>
                  <a:pt x="17" y="33"/>
                  <a:pt x="17" y="33"/>
                  <a:pt x="18" y="32"/>
                </a:cubicBezTo>
                <a:cubicBezTo>
                  <a:pt x="18" y="32"/>
                  <a:pt x="19" y="32"/>
                  <a:pt x="20" y="33"/>
                </a:cubicBezTo>
                <a:cubicBezTo>
                  <a:pt x="28" y="48"/>
                  <a:pt x="28" y="48"/>
                  <a:pt x="28" y="48"/>
                </a:cubicBezTo>
                <a:cubicBezTo>
                  <a:pt x="28" y="48"/>
                  <a:pt x="28" y="49"/>
                  <a:pt x="28" y="49"/>
                </a:cubicBezTo>
                <a:cubicBezTo>
                  <a:pt x="27" y="49"/>
                  <a:pt x="26" y="49"/>
                  <a:pt x="26" y="49"/>
                </a:cubicBezTo>
                <a:cubicBezTo>
                  <a:pt x="18" y="34"/>
                  <a:pt x="18" y="34"/>
                  <a:pt x="18" y="34"/>
                </a:cubicBezTo>
                <a:close/>
                <a:moveTo>
                  <a:pt x="44" y="33"/>
                </a:moveTo>
                <a:cubicBezTo>
                  <a:pt x="44" y="33"/>
                  <a:pt x="44" y="33"/>
                  <a:pt x="44" y="33"/>
                </a:cubicBezTo>
                <a:cubicBezTo>
                  <a:pt x="45" y="33"/>
                  <a:pt x="45" y="34"/>
                  <a:pt x="44" y="34"/>
                </a:cubicBezTo>
                <a:cubicBezTo>
                  <a:pt x="44" y="35"/>
                  <a:pt x="43" y="35"/>
                  <a:pt x="43" y="34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0"/>
                  <a:pt x="39" y="29"/>
                </a:cubicBezTo>
                <a:cubicBezTo>
                  <a:pt x="40" y="29"/>
                  <a:pt x="41" y="29"/>
                  <a:pt x="41" y="29"/>
                </a:cubicBezTo>
                <a:cubicBezTo>
                  <a:pt x="44" y="33"/>
                  <a:pt x="44" y="33"/>
                  <a:pt x="44" y="33"/>
                </a:cubicBezTo>
                <a:close/>
                <a:moveTo>
                  <a:pt x="42" y="35"/>
                </a:moveTo>
                <a:cubicBezTo>
                  <a:pt x="42" y="35"/>
                  <a:pt x="42" y="35"/>
                  <a:pt x="42" y="35"/>
                </a:cubicBezTo>
                <a:cubicBezTo>
                  <a:pt x="42" y="36"/>
                  <a:pt x="42" y="36"/>
                  <a:pt x="42" y="37"/>
                </a:cubicBezTo>
                <a:cubicBezTo>
                  <a:pt x="41" y="37"/>
                  <a:pt x="41" y="37"/>
                  <a:pt x="40" y="37"/>
                </a:cubicBezTo>
                <a:cubicBezTo>
                  <a:pt x="35" y="32"/>
                  <a:pt x="35" y="32"/>
                  <a:pt x="35" y="32"/>
                </a:cubicBezTo>
                <a:cubicBezTo>
                  <a:pt x="35" y="31"/>
                  <a:pt x="35" y="31"/>
                  <a:pt x="35" y="30"/>
                </a:cubicBezTo>
                <a:cubicBezTo>
                  <a:pt x="36" y="30"/>
                  <a:pt x="36" y="30"/>
                  <a:pt x="37" y="30"/>
                </a:cubicBezTo>
                <a:cubicBezTo>
                  <a:pt x="42" y="35"/>
                  <a:pt x="42" y="35"/>
                  <a:pt x="42" y="35"/>
                </a:cubicBezTo>
                <a:close/>
                <a:moveTo>
                  <a:pt x="39" y="38"/>
                </a:moveTo>
                <a:cubicBezTo>
                  <a:pt x="39" y="38"/>
                  <a:pt x="39" y="38"/>
                  <a:pt x="39" y="38"/>
                </a:cubicBezTo>
                <a:cubicBezTo>
                  <a:pt x="40" y="38"/>
                  <a:pt x="40" y="39"/>
                  <a:pt x="39" y="39"/>
                </a:cubicBezTo>
                <a:cubicBezTo>
                  <a:pt x="39" y="40"/>
                  <a:pt x="38" y="40"/>
                  <a:pt x="38" y="39"/>
                </a:cubicBezTo>
                <a:cubicBezTo>
                  <a:pt x="34" y="36"/>
                  <a:pt x="34" y="36"/>
                  <a:pt x="34" y="36"/>
                </a:cubicBezTo>
                <a:cubicBezTo>
                  <a:pt x="34" y="36"/>
                  <a:pt x="34" y="35"/>
                  <a:pt x="34" y="35"/>
                </a:cubicBezTo>
                <a:cubicBezTo>
                  <a:pt x="35" y="34"/>
                  <a:pt x="36" y="34"/>
                  <a:pt x="36" y="35"/>
                </a:cubicBezTo>
                <a:cubicBezTo>
                  <a:pt x="39" y="38"/>
                  <a:pt x="39" y="38"/>
                  <a:pt x="39" y="38"/>
                </a:cubicBezTo>
                <a:close/>
                <a:moveTo>
                  <a:pt x="37" y="40"/>
                </a:moveTo>
                <a:cubicBezTo>
                  <a:pt x="37" y="40"/>
                  <a:pt x="37" y="40"/>
                  <a:pt x="37" y="40"/>
                </a:cubicBezTo>
                <a:cubicBezTo>
                  <a:pt x="37" y="41"/>
                  <a:pt x="37" y="42"/>
                  <a:pt x="37" y="42"/>
                </a:cubicBezTo>
                <a:cubicBezTo>
                  <a:pt x="36" y="42"/>
                  <a:pt x="36" y="42"/>
                  <a:pt x="35" y="42"/>
                </a:cubicBezTo>
                <a:cubicBezTo>
                  <a:pt x="32" y="39"/>
                  <a:pt x="32" y="39"/>
                  <a:pt x="32" y="39"/>
                </a:cubicBezTo>
                <a:cubicBezTo>
                  <a:pt x="31" y="38"/>
                  <a:pt x="31" y="38"/>
                  <a:pt x="32" y="37"/>
                </a:cubicBezTo>
                <a:cubicBezTo>
                  <a:pt x="32" y="37"/>
                  <a:pt x="33" y="37"/>
                  <a:pt x="33" y="37"/>
                </a:cubicBezTo>
                <a:cubicBezTo>
                  <a:pt x="37" y="40"/>
                  <a:pt x="37" y="40"/>
                  <a:pt x="37" y="40"/>
                </a:cubicBezTo>
                <a:close/>
                <a:moveTo>
                  <a:pt x="34" y="43"/>
                </a:moveTo>
                <a:cubicBezTo>
                  <a:pt x="34" y="43"/>
                  <a:pt x="34" y="43"/>
                  <a:pt x="34" y="43"/>
                </a:cubicBezTo>
                <a:cubicBezTo>
                  <a:pt x="35" y="43"/>
                  <a:pt x="35" y="44"/>
                  <a:pt x="34" y="45"/>
                </a:cubicBezTo>
                <a:cubicBezTo>
                  <a:pt x="34" y="45"/>
                  <a:pt x="33" y="45"/>
                  <a:pt x="32" y="45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8"/>
                  <a:pt x="27" y="38"/>
                </a:cubicBezTo>
                <a:cubicBezTo>
                  <a:pt x="28" y="37"/>
                  <a:pt x="29" y="37"/>
                  <a:pt x="29" y="38"/>
                </a:cubicBezTo>
                <a:cubicBezTo>
                  <a:pt x="34" y="43"/>
                  <a:pt x="34" y="43"/>
                  <a:pt x="34" y="43"/>
                </a:cubicBezTo>
                <a:close/>
                <a:moveTo>
                  <a:pt x="31" y="18"/>
                </a:moveTo>
                <a:cubicBezTo>
                  <a:pt x="31" y="18"/>
                  <a:pt x="31" y="18"/>
                  <a:pt x="31" y="18"/>
                </a:cubicBezTo>
                <a:cubicBezTo>
                  <a:pt x="18" y="31"/>
                  <a:pt x="18" y="31"/>
                  <a:pt x="18" y="31"/>
                </a:cubicBezTo>
                <a:cubicBezTo>
                  <a:pt x="16" y="33"/>
                  <a:pt x="14" y="33"/>
                  <a:pt x="12" y="33"/>
                </a:cubicBezTo>
                <a:cubicBezTo>
                  <a:pt x="10" y="33"/>
                  <a:pt x="9" y="32"/>
                  <a:pt x="8" y="32"/>
                </a:cubicBezTo>
                <a:cubicBezTo>
                  <a:pt x="8" y="31"/>
                  <a:pt x="8" y="31"/>
                  <a:pt x="8" y="31"/>
                </a:cubicBezTo>
                <a:cubicBezTo>
                  <a:pt x="7" y="31"/>
                  <a:pt x="6" y="30"/>
                  <a:pt x="5" y="29"/>
                </a:cubicBezTo>
                <a:cubicBezTo>
                  <a:pt x="4" y="27"/>
                  <a:pt x="4" y="25"/>
                  <a:pt x="5" y="22"/>
                </a:cubicBezTo>
                <a:cubicBezTo>
                  <a:pt x="5" y="22"/>
                  <a:pt x="5" y="21"/>
                  <a:pt x="6" y="20"/>
                </a:cubicBezTo>
                <a:cubicBezTo>
                  <a:pt x="7" y="19"/>
                  <a:pt x="7" y="18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" y="12"/>
                  <a:pt x="0" y="10"/>
                  <a:pt x="0" y="8"/>
                </a:cubicBezTo>
                <a:cubicBezTo>
                  <a:pt x="0" y="6"/>
                  <a:pt x="1" y="4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4" y="1"/>
                  <a:pt x="6" y="0"/>
                  <a:pt x="8" y="0"/>
                </a:cubicBezTo>
                <a:cubicBezTo>
                  <a:pt x="10" y="0"/>
                  <a:pt x="12" y="1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9" y="7"/>
                  <a:pt x="20" y="7"/>
                  <a:pt x="21" y="6"/>
                </a:cubicBezTo>
                <a:cubicBezTo>
                  <a:pt x="21" y="5"/>
                  <a:pt x="22" y="5"/>
                  <a:pt x="22" y="5"/>
                </a:cubicBezTo>
                <a:cubicBezTo>
                  <a:pt x="25" y="4"/>
                  <a:pt x="27" y="4"/>
                  <a:pt x="29" y="5"/>
                </a:cubicBezTo>
                <a:cubicBezTo>
                  <a:pt x="30" y="6"/>
                  <a:pt x="31" y="7"/>
                  <a:pt x="32" y="8"/>
                </a:cubicBezTo>
                <a:cubicBezTo>
                  <a:pt x="32" y="9"/>
                  <a:pt x="33" y="10"/>
                  <a:pt x="33" y="12"/>
                </a:cubicBezTo>
                <a:cubicBezTo>
                  <a:pt x="33" y="14"/>
                  <a:pt x="33" y="16"/>
                  <a:pt x="31" y="18"/>
                </a:cubicBezTo>
                <a:close/>
                <a:moveTo>
                  <a:pt x="15" y="28"/>
                </a:moveTo>
                <a:cubicBezTo>
                  <a:pt x="15" y="28"/>
                  <a:pt x="15" y="28"/>
                  <a:pt x="15" y="28"/>
                </a:cubicBezTo>
                <a:cubicBezTo>
                  <a:pt x="28" y="15"/>
                  <a:pt x="28" y="15"/>
                  <a:pt x="28" y="15"/>
                </a:cubicBezTo>
                <a:cubicBezTo>
                  <a:pt x="29" y="14"/>
                  <a:pt x="29" y="13"/>
                  <a:pt x="29" y="12"/>
                </a:cubicBezTo>
                <a:cubicBezTo>
                  <a:pt x="29" y="11"/>
                  <a:pt x="29" y="11"/>
                  <a:pt x="28" y="10"/>
                </a:cubicBezTo>
                <a:cubicBezTo>
                  <a:pt x="28" y="9"/>
                  <a:pt x="27" y="9"/>
                  <a:pt x="27" y="8"/>
                </a:cubicBezTo>
                <a:cubicBezTo>
                  <a:pt x="26" y="8"/>
                  <a:pt x="25" y="8"/>
                  <a:pt x="24" y="8"/>
                </a:cubicBezTo>
                <a:cubicBezTo>
                  <a:pt x="24" y="8"/>
                  <a:pt x="23" y="9"/>
                  <a:pt x="23" y="9"/>
                </a:cubicBezTo>
                <a:cubicBezTo>
                  <a:pt x="20" y="11"/>
                  <a:pt x="18" y="12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0" y="4"/>
                  <a:pt x="9" y="4"/>
                  <a:pt x="8" y="4"/>
                </a:cubicBezTo>
                <a:cubicBezTo>
                  <a:pt x="7" y="4"/>
                  <a:pt x="6" y="4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4" y="6"/>
                  <a:pt x="4" y="7"/>
                  <a:pt x="4" y="8"/>
                </a:cubicBezTo>
                <a:cubicBezTo>
                  <a:pt x="4" y="9"/>
                  <a:pt x="4" y="10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12" y="18"/>
                  <a:pt x="11" y="20"/>
                  <a:pt x="9" y="23"/>
                </a:cubicBezTo>
                <a:cubicBezTo>
                  <a:pt x="9" y="23"/>
                  <a:pt x="8" y="23"/>
                  <a:pt x="8" y="24"/>
                </a:cubicBezTo>
                <a:cubicBezTo>
                  <a:pt x="8" y="25"/>
                  <a:pt x="8" y="26"/>
                  <a:pt x="8" y="27"/>
                </a:cubicBezTo>
                <a:cubicBezTo>
                  <a:pt x="9" y="27"/>
                  <a:pt x="9" y="28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1" y="29"/>
                  <a:pt x="11" y="29"/>
                  <a:pt x="12" y="29"/>
                </a:cubicBezTo>
                <a:cubicBezTo>
                  <a:pt x="13" y="29"/>
                  <a:pt x="14" y="29"/>
                  <a:pt x="15" y="2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12" name="Freeform 246">
            <a:extLst>
              <a:ext uri="{FF2B5EF4-FFF2-40B4-BE49-F238E27FC236}">
                <a16:creationId xmlns:a16="http://schemas.microsoft.com/office/drawing/2014/main" id="{6488F939-AC9F-1E42-0A36-F9003B634232}"/>
              </a:ext>
            </a:extLst>
          </p:cNvPr>
          <p:cNvSpPr>
            <a:spLocks noEditPoints="1"/>
          </p:cNvSpPr>
          <p:nvPr/>
        </p:nvSpPr>
        <p:spPr bwMode="auto">
          <a:xfrm>
            <a:off x="9153986" y="4333265"/>
            <a:ext cx="196849" cy="211667"/>
          </a:xfrm>
          <a:custGeom>
            <a:avLst/>
            <a:gdLst>
              <a:gd name="T0" fmla="*/ 6419 w 46"/>
              <a:gd name="T1" fmla="*/ 0 h 50"/>
              <a:gd name="T2" fmla="*/ 147637 w 46"/>
              <a:gd name="T3" fmla="*/ 6350 h 50"/>
              <a:gd name="T4" fmla="*/ 147637 w 46"/>
              <a:gd name="T5" fmla="*/ 152400 h 50"/>
              <a:gd name="T6" fmla="*/ 141218 w 46"/>
              <a:gd name="T7" fmla="*/ 158750 h 50"/>
              <a:gd name="T8" fmla="*/ 0 w 46"/>
              <a:gd name="T9" fmla="*/ 152400 h 50"/>
              <a:gd name="T10" fmla="*/ 0 w 46"/>
              <a:gd name="T11" fmla="*/ 6350 h 50"/>
              <a:gd name="T12" fmla="*/ 73819 w 46"/>
              <a:gd name="T13" fmla="*/ 15875 h 50"/>
              <a:gd name="T14" fmla="*/ 83447 w 46"/>
              <a:gd name="T15" fmla="*/ 19050 h 50"/>
              <a:gd name="T16" fmla="*/ 83447 w 46"/>
              <a:gd name="T17" fmla="*/ 19050 h 50"/>
              <a:gd name="T18" fmla="*/ 86657 w 46"/>
              <a:gd name="T19" fmla="*/ 28575 h 50"/>
              <a:gd name="T20" fmla="*/ 115542 w 46"/>
              <a:gd name="T21" fmla="*/ 47625 h 50"/>
              <a:gd name="T22" fmla="*/ 134799 w 46"/>
              <a:gd name="T23" fmla="*/ 38100 h 50"/>
              <a:gd name="T24" fmla="*/ 12838 w 46"/>
              <a:gd name="T25" fmla="*/ 12700 h 50"/>
              <a:gd name="T26" fmla="*/ 16048 w 46"/>
              <a:gd name="T27" fmla="*/ 41275 h 50"/>
              <a:gd name="T28" fmla="*/ 32095 w 46"/>
              <a:gd name="T29" fmla="*/ 47625 h 50"/>
              <a:gd name="T30" fmla="*/ 60981 w 46"/>
              <a:gd name="T31" fmla="*/ 28575 h 50"/>
              <a:gd name="T32" fmla="*/ 64190 w 46"/>
              <a:gd name="T33" fmla="*/ 19050 h 50"/>
              <a:gd name="T34" fmla="*/ 12838 w 46"/>
              <a:gd name="T35" fmla="*/ 47625 h 50"/>
              <a:gd name="T36" fmla="*/ 12838 w 46"/>
              <a:gd name="T37" fmla="*/ 146050 h 50"/>
              <a:gd name="T38" fmla="*/ 134799 w 46"/>
              <a:gd name="T39" fmla="*/ 47625 h 50"/>
              <a:gd name="T40" fmla="*/ 86657 w 46"/>
              <a:gd name="T41" fmla="*/ 53975 h 50"/>
              <a:gd name="T42" fmla="*/ 86657 w 46"/>
              <a:gd name="T43" fmla="*/ 73025 h 50"/>
              <a:gd name="T44" fmla="*/ 83447 w 46"/>
              <a:gd name="T45" fmla="*/ 82550 h 50"/>
              <a:gd name="T46" fmla="*/ 64190 w 46"/>
              <a:gd name="T47" fmla="*/ 82550 h 50"/>
              <a:gd name="T48" fmla="*/ 64190 w 46"/>
              <a:gd name="T49" fmla="*/ 82550 h 50"/>
              <a:gd name="T50" fmla="*/ 60981 w 46"/>
              <a:gd name="T51" fmla="*/ 73025 h 50"/>
              <a:gd name="T52" fmla="*/ 32095 w 46"/>
              <a:gd name="T53" fmla="*/ 53975 h 50"/>
              <a:gd name="T54" fmla="*/ 80238 w 46"/>
              <a:gd name="T55" fmla="*/ 53975 h 50"/>
              <a:gd name="T56" fmla="*/ 67400 w 46"/>
              <a:gd name="T57" fmla="*/ 53975 h 50"/>
              <a:gd name="T58" fmla="*/ 73819 w 46"/>
              <a:gd name="T59" fmla="*/ 60325 h 50"/>
              <a:gd name="T60" fmla="*/ 80238 w 46"/>
              <a:gd name="T61" fmla="*/ 53975 h 50"/>
              <a:gd name="T62" fmla="*/ 67400 w 46"/>
              <a:gd name="T63" fmla="*/ 47625 h 50"/>
              <a:gd name="T64" fmla="*/ 80238 w 46"/>
              <a:gd name="T65" fmla="*/ 41275 h 50"/>
              <a:gd name="T66" fmla="*/ 67400 w 46"/>
              <a:gd name="T67" fmla="*/ 41275 h 50"/>
              <a:gd name="T68" fmla="*/ 77028 w 46"/>
              <a:gd name="T69" fmla="*/ 25400 h 50"/>
              <a:gd name="T70" fmla="*/ 77028 w 46"/>
              <a:gd name="T71" fmla="*/ 25400 h 50"/>
              <a:gd name="T72" fmla="*/ 70609 w 46"/>
              <a:gd name="T73" fmla="*/ 25400 h 50"/>
              <a:gd name="T74" fmla="*/ 67400 w 46"/>
              <a:gd name="T75" fmla="*/ 28575 h 50"/>
              <a:gd name="T76" fmla="*/ 67400 w 46"/>
              <a:gd name="T77" fmla="*/ 28575 h 50"/>
              <a:gd name="T78" fmla="*/ 70609 w 46"/>
              <a:gd name="T79" fmla="*/ 34925 h 50"/>
              <a:gd name="T80" fmla="*/ 73819 w 46"/>
              <a:gd name="T81" fmla="*/ 34925 h 50"/>
              <a:gd name="T82" fmla="*/ 77028 w 46"/>
              <a:gd name="T83" fmla="*/ 34925 h 50"/>
              <a:gd name="T84" fmla="*/ 80238 w 46"/>
              <a:gd name="T85" fmla="*/ 28575 h 50"/>
              <a:gd name="T86" fmla="*/ 77028 w 46"/>
              <a:gd name="T87" fmla="*/ 25400 h 50"/>
              <a:gd name="T88" fmla="*/ 77028 w 46"/>
              <a:gd name="T89" fmla="*/ 69850 h 50"/>
              <a:gd name="T90" fmla="*/ 73819 w 46"/>
              <a:gd name="T91" fmla="*/ 66675 h 50"/>
              <a:gd name="T92" fmla="*/ 70609 w 46"/>
              <a:gd name="T93" fmla="*/ 69850 h 50"/>
              <a:gd name="T94" fmla="*/ 67400 w 46"/>
              <a:gd name="T95" fmla="*/ 73025 h 50"/>
              <a:gd name="T96" fmla="*/ 67400 w 46"/>
              <a:gd name="T97" fmla="*/ 73025 h 50"/>
              <a:gd name="T98" fmla="*/ 70609 w 46"/>
              <a:gd name="T99" fmla="*/ 76200 h 50"/>
              <a:gd name="T100" fmla="*/ 77028 w 46"/>
              <a:gd name="T101" fmla="*/ 79375 h 50"/>
              <a:gd name="T102" fmla="*/ 80238 w 46"/>
              <a:gd name="T103" fmla="*/ 73025 h 50"/>
              <a:gd name="T104" fmla="*/ 80238 w 46"/>
              <a:gd name="T105" fmla="*/ 73025 h 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6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5" y="0"/>
                  <a:pt x="46" y="1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9"/>
                  <a:pt x="45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3" y="5"/>
                </a:moveTo>
                <a:cubicBezTo>
                  <a:pt x="23" y="5"/>
                  <a:pt x="23" y="5"/>
                  <a:pt x="23" y="5"/>
                </a:cubicBezTo>
                <a:cubicBezTo>
                  <a:pt x="24" y="5"/>
                  <a:pt x="25" y="6"/>
                  <a:pt x="26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7" y="7"/>
                  <a:pt x="27" y="8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15"/>
                  <a:pt x="27" y="15"/>
                  <a:pt x="27" y="15"/>
                </a:cubicBezTo>
                <a:cubicBezTo>
                  <a:pt x="36" y="15"/>
                  <a:pt x="36" y="15"/>
                  <a:pt x="36" y="15"/>
                </a:cubicBezTo>
                <a:cubicBezTo>
                  <a:pt x="38" y="15"/>
                  <a:pt x="40" y="14"/>
                  <a:pt x="41" y="13"/>
                </a:cubicBezTo>
                <a:cubicBezTo>
                  <a:pt x="41" y="13"/>
                  <a:pt x="42" y="12"/>
                  <a:pt x="42" y="12"/>
                </a:cubicBezTo>
                <a:cubicBezTo>
                  <a:pt x="42" y="4"/>
                  <a:pt x="42" y="4"/>
                  <a:pt x="4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6" y="14"/>
                  <a:pt x="8" y="15"/>
                  <a:pt x="10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8"/>
                  <a:pt x="19" y="7"/>
                  <a:pt x="20" y="6"/>
                </a:cubicBezTo>
                <a:cubicBezTo>
                  <a:pt x="21" y="6"/>
                  <a:pt x="22" y="5"/>
                  <a:pt x="23" y="5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46"/>
                  <a:pt x="4" y="46"/>
                  <a:pt x="4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15"/>
                  <a:pt x="42" y="15"/>
                  <a:pt x="42" y="15"/>
                </a:cubicBezTo>
                <a:cubicBezTo>
                  <a:pt x="41" y="17"/>
                  <a:pt x="39" y="17"/>
                  <a:pt x="36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4"/>
                  <a:pt x="27" y="25"/>
                  <a:pt x="26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5" y="27"/>
                  <a:pt x="24" y="27"/>
                  <a:pt x="23" y="27"/>
                </a:cubicBezTo>
                <a:cubicBezTo>
                  <a:pt x="22" y="27"/>
                  <a:pt x="21" y="27"/>
                  <a:pt x="20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19" y="25"/>
                  <a:pt x="19" y="24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17"/>
                  <a:pt x="19" y="17"/>
                  <a:pt x="19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8" y="17"/>
                  <a:pt x="5" y="17"/>
                  <a:pt x="4" y="15"/>
                </a:cubicBezTo>
                <a:close/>
                <a:moveTo>
                  <a:pt x="25" y="17"/>
                </a:moveTo>
                <a:cubicBezTo>
                  <a:pt x="25" y="17"/>
                  <a:pt x="25" y="17"/>
                  <a:pt x="25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20"/>
                  <a:pt x="21" y="20"/>
                  <a:pt x="21" y="20"/>
                </a:cubicBezTo>
                <a:cubicBezTo>
                  <a:pt x="22" y="19"/>
                  <a:pt x="22" y="19"/>
                  <a:pt x="23" y="19"/>
                </a:cubicBezTo>
                <a:cubicBezTo>
                  <a:pt x="24" y="19"/>
                  <a:pt x="24" y="19"/>
                  <a:pt x="25" y="20"/>
                </a:cubicBezTo>
                <a:cubicBezTo>
                  <a:pt x="25" y="17"/>
                  <a:pt x="25" y="17"/>
                  <a:pt x="25" y="17"/>
                </a:cubicBezTo>
                <a:close/>
                <a:moveTo>
                  <a:pt x="21" y="15"/>
                </a:moveTo>
                <a:cubicBezTo>
                  <a:pt x="21" y="15"/>
                  <a:pt x="21" y="15"/>
                  <a:pt x="21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3"/>
                  <a:pt x="25" y="13"/>
                  <a:pt x="25" y="13"/>
                </a:cubicBezTo>
                <a:cubicBezTo>
                  <a:pt x="24" y="13"/>
                  <a:pt x="24" y="13"/>
                  <a:pt x="23" y="13"/>
                </a:cubicBezTo>
                <a:cubicBezTo>
                  <a:pt x="22" y="13"/>
                  <a:pt x="22" y="13"/>
                  <a:pt x="21" y="13"/>
                </a:cubicBezTo>
                <a:cubicBezTo>
                  <a:pt x="21" y="15"/>
                  <a:pt x="21" y="15"/>
                  <a:pt x="21" y="15"/>
                </a:cubicBezTo>
                <a:close/>
                <a:moveTo>
                  <a:pt x="24" y="8"/>
                </a:move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3" y="8"/>
                </a:cubicBezTo>
                <a:cubicBezTo>
                  <a:pt x="23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1" y="8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10"/>
                  <a:pt x="21" y="10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3" y="11"/>
                  <a:pt x="23" y="11"/>
                </a:cubicBezTo>
                <a:cubicBezTo>
                  <a:pt x="23" y="11"/>
                  <a:pt x="24" y="11"/>
                  <a:pt x="24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5" y="10"/>
                  <a:pt x="25" y="10"/>
                  <a:pt x="25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8"/>
                  <a:pt x="24" y="8"/>
                </a:cubicBezTo>
                <a:close/>
                <a:moveTo>
                  <a:pt x="24" y="22"/>
                </a:move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1"/>
                  <a:pt x="23" y="21"/>
                </a:cubicBezTo>
                <a:cubicBezTo>
                  <a:pt x="23" y="21"/>
                  <a:pt x="22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1" y="22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4"/>
                  <a:pt x="21" y="24"/>
                  <a:pt x="22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5"/>
                  <a:pt x="23" y="25"/>
                  <a:pt x="23" y="25"/>
                </a:cubicBezTo>
                <a:cubicBezTo>
                  <a:pt x="23" y="25"/>
                  <a:pt x="24" y="25"/>
                  <a:pt x="24" y="25"/>
                </a:cubicBezTo>
                <a:cubicBezTo>
                  <a:pt x="24" y="24"/>
                  <a:pt x="24" y="24"/>
                  <a:pt x="24" y="24"/>
                </a:cubicBezTo>
                <a:cubicBezTo>
                  <a:pt x="25" y="24"/>
                  <a:pt x="25" y="24"/>
                  <a:pt x="25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3"/>
                  <a:pt x="25" y="22"/>
                  <a:pt x="24" y="2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13" name="Freeform 247">
            <a:extLst>
              <a:ext uri="{FF2B5EF4-FFF2-40B4-BE49-F238E27FC236}">
                <a16:creationId xmlns:a16="http://schemas.microsoft.com/office/drawing/2014/main" id="{E5C22B6A-6BE0-5599-1F1C-EE8C59AA464C}"/>
              </a:ext>
            </a:extLst>
          </p:cNvPr>
          <p:cNvSpPr>
            <a:spLocks noEditPoints="1"/>
          </p:cNvSpPr>
          <p:nvPr/>
        </p:nvSpPr>
        <p:spPr bwMode="auto">
          <a:xfrm>
            <a:off x="9528634" y="4333265"/>
            <a:ext cx="211667" cy="211667"/>
          </a:xfrm>
          <a:custGeom>
            <a:avLst/>
            <a:gdLst>
              <a:gd name="T0" fmla="*/ 12700 w 50"/>
              <a:gd name="T1" fmla="*/ 79375 h 50"/>
              <a:gd name="T2" fmla="*/ 28575 w 50"/>
              <a:gd name="T3" fmla="*/ 76200 h 50"/>
              <a:gd name="T4" fmla="*/ 28575 w 50"/>
              <a:gd name="T5" fmla="*/ 82550 h 50"/>
              <a:gd name="T6" fmla="*/ 79375 w 50"/>
              <a:gd name="T7" fmla="*/ 0 h 50"/>
              <a:gd name="T8" fmla="*/ 133350 w 50"/>
              <a:gd name="T9" fmla="*/ 22225 h 50"/>
              <a:gd name="T10" fmla="*/ 133350 w 50"/>
              <a:gd name="T11" fmla="*/ 22225 h 50"/>
              <a:gd name="T12" fmla="*/ 133350 w 50"/>
              <a:gd name="T13" fmla="*/ 136525 h 50"/>
              <a:gd name="T14" fmla="*/ 133350 w 50"/>
              <a:gd name="T15" fmla="*/ 136525 h 50"/>
              <a:gd name="T16" fmla="*/ 22225 w 50"/>
              <a:gd name="T17" fmla="*/ 136525 h 50"/>
              <a:gd name="T18" fmla="*/ 22225 w 50"/>
              <a:gd name="T19" fmla="*/ 136525 h 50"/>
              <a:gd name="T20" fmla="*/ 22225 w 50"/>
              <a:gd name="T21" fmla="*/ 22225 h 50"/>
              <a:gd name="T22" fmla="*/ 22225 w 50"/>
              <a:gd name="T23" fmla="*/ 22225 h 50"/>
              <a:gd name="T24" fmla="*/ 127000 w 50"/>
              <a:gd name="T25" fmla="*/ 31750 h 50"/>
              <a:gd name="T26" fmla="*/ 79375 w 50"/>
              <a:gd name="T27" fmla="*/ 12700 h 50"/>
              <a:gd name="T28" fmla="*/ 9525 w 50"/>
              <a:gd name="T29" fmla="*/ 79375 h 50"/>
              <a:gd name="T30" fmla="*/ 79375 w 50"/>
              <a:gd name="T31" fmla="*/ 146050 h 50"/>
              <a:gd name="T32" fmla="*/ 146050 w 50"/>
              <a:gd name="T33" fmla="*/ 79375 h 50"/>
              <a:gd name="T34" fmla="*/ 79375 w 50"/>
              <a:gd name="T35" fmla="*/ 63500 h 50"/>
              <a:gd name="T36" fmla="*/ 88900 w 50"/>
              <a:gd name="T37" fmla="*/ 66675 h 50"/>
              <a:gd name="T38" fmla="*/ 95250 w 50"/>
              <a:gd name="T39" fmla="*/ 79375 h 50"/>
              <a:gd name="T40" fmla="*/ 88900 w 50"/>
              <a:gd name="T41" fmla="*/ 88900 h 50"/>
              <a:gd name="T42" fmla="*/ 66675 w 50"/>
              <a:gd name="T43" fmla="*/ 88900 h 50"/>
              <a:gd name="T44" fmla="*/ 63500 w 50"/>
              <a:gd name="T45" fmla="*/ 79375 h 50"/>
              <a:gd name="T46" fmla="*/ 66675 w 50"/>
              <a:gd name="T47" fmla="*/ 66675 h 50"/>
              <a:gd name="T48" fmla="*/ 85725 w 50"/>
              <a:gd name="T49" fmla="*/ 73025 h 50"/>
              <a:gd name="T50" fmla="*/ 79375 w 50"/>
              <a:gd name="T51" fmla="*/ 69850 h 50"/>
              <a:gd name="T52" fmla="*/ 73025 w 50"/>
              <a:gd name="T53" fmla="*/ 73025 h 50"/>
              <a:gd name="T54" fmla="*/ 73025 w 50"/>
              <a:gd name="T55" fmla="*/ 85725 h 50"/>
              <a:gd name="T56" fmla="*/ 79375 w 50"/>
              <a:gd name="T57" fmla="*/ 88900 h 50"/>
              <a:gd name="T58" fmla="*/ 85725 w 50"/>
              <a:gd name="T59" fmla="*/ 79375 h 50"/>
              <a:gd name="T60" fmla="*/ 85725 w 50"/>
              <a:gd name="T61" fmla="*/ 73025 h 50"/>
              <a:gd name="T62" fmla="*/ 57150 w 50"/>
              <a:gd name="T63" fmla="*/ 57150 h 50"/>
              <a:gd name="T64" fmla="*/ 120650 w 50"/>
              <a:gd name="T65" fmla="*/ 41275 h 50"/>
              <a:gd name="T66" fmla="*/ 101600 w 50"/>
              <a:gd name="T67" fmla="*/ 98425 h 50"/>
              <a:gd name="T68" fmla="*/ 41275 w 50"/>
              <a:gd name="T69" fmla="*/ 120650 h 50"/>
              <a:gd name="T70" fmla="*/ 38100 w 50"/>
              <a:gd name="T71" fmla="*/ 114300 h 50"/>
              <a:gd name="T72" fmla="*/ 57150 w 50"/>
              <a:gd name="T73" fmla="*/ 60325 h 50"/>
              <a:gd name="T74" fmla="*/ 111125 w 50"/>
              <a:gd name="T75" fmla="*/ 47625 h 50"/>
              <a:gd name="T76" fmla="*/ 63500 w 50"/>
              <a:gd name="T77" fmla="*/ 63500 h 50"/>
              <a:gd name="T78" fmla="*/ 95250 w 50"/>
              <a:gd name="T79" fmla="*/ 95250 h 50"/>
              <a:gd name="T80" fmla="*/ 76200 w 50"/>
              <a:gd name="T81" fmla="*/ 19050 h 50"/>
              <a:gd name="T82" fmla="*/ 79375 w 50"/>
              <a:gd name="T83" fmla="*/ 15875 h 50"/>
              <a:gd name="T84" fmla="*/ 82550 w 50"/>
              <a:gd name="T85" fmla="*/ 28575 h 50"/>
              <a:gd name="T86" fmla="*/ 76200 w 50"/>
              <a:gd name="T87" fmla="*/ 28575 h 50"/>
              <a:gd name="T88" fmla="*/ 139700 w 50"/>
              <a:gd name="T89" fmla="*/ 76200 h 50"/>
              <a:gd name="T90" fmla="*/ 142875 w 50"/>
              <a:gd name="T91" fmla="*/ 79375 h 50"/>
              <a:gd name="T92" fmla="*/ 127000 w 50"/>
              <a:gd name="T93" fmla="*/ 82550 h 50"/>
              <a:gd name="T94" fmla="*/ 127000 w 50"/>
              <a:gd name="T95" fmla="*/ 76200 h 50"/>
              <a:gd name="T96" fmla="*/ 82550 w 50"/>
              <a:gd name="T97" fmla="*/ 139700 h 50"/>
              <a:gd name="T98" fmla="*/ 79375 w 50"/>
              <a:gd name="T99" fmla="*/ 142875 h 50"/>
              <a:gd name="T100" fmla="*/ 76200 w 50"/>
              <a:gd name="T101" fmla="*/ 127000 h 50"/>
              <a:gd name="T102" fmla="*/ 82550 w 50"/>
              <a:gd name="T103" fmla="*/ 127000 h 5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0" h="50">
                <a:moveTo>
                  <a:pt x="6" y="26"/>
                </a:moveTo>
                <a:cubicBezTo>
                  <a:pt x="5" y="26"/>
                  <a:pt x="4" y="25"/>
                  <a:pt x="4" y="25"/>
                </a:cubicBezTo>
                <a:cubicBezTo>
                  <a:pt x="4" y="24"/>
                  <a:pt x="5" y="24"/>
                  <a:pt x="6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10" y="24"/>
                  <a:pt x="10" y="24"/>
                  <a:pt x="10" y="25"/>
                </a:cubicBezTo>
                <a:cubicBezTo>
                  <a:pt x="10" y="25"/>
                  <a:pt x="10" y="26"/>
                  <a:pt x="9" y="26"/>
                </a:cubicBezTo>
                <a:cubicBezTo>
                  <a:pt x="6" y="26"/>
                  <a:pt x="6" y="26"/>
                  <a:pt x="6" y="26"/>
                </a:cubicBezTo>
                <a:close/>
                <a:moveTo>
                  <a:pt x="25" y="0"/>
                </a:moveTo>
                <a:cubicBezTo>
                  <a:pt x="25" y="0"/>
                  <a:pt x="25" y="0"/>
                  <a:pt x="25" y="0"/>
                </a:cubicBezTo>
                <a:cubicBezTo>
                  <a:pt x="32" y="0"/>
                  <a:pt x="38" y="3"/>
                  <a:pt x="42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7" y="12"/>
                  <a:pt x="50" y="18"/>
                  <a:pt x="50" y="25"/>
                </a:cubicBezTo>
                <a:cubicBezTo>
                  <a:pt x="50" y="32"/>
                  <a:pt x="47" y="38"/>
                  <a:pt x="42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38" y="47"/>
                  <a:pt x="32" y="50"/>
                  <a:pt x="25" y="50"/>
                </a:cubicBezTo>
                <a:cubicBezTo>
                  <a:pt x="18" y="50"/>
                  <a:pt x="12" y="47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2" y="38"/>
                  <a:pt x="0" y="32"/>
                  <a:pt x="0" y="25"/>
                </a:cubicBezTo>
                <a:cubicBezTo>
                  <a:pt x="0" y="18"/>
                  <a:pt x="2" y="12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12" y="3"/>
                  <a:pt x="18" y="0"/>
                  <a:pt x="25" y="0"/>
                </a:cubicBezTo>
                <a:close/>
                <a:moveTo>
                  <a:pt x="40" y="10"/>
                </a:moveTo>
                <a:cubicBezTo>
                  <a:pt x="40" y="10"/>
                  <a:pt x="40" y="10"/>
                  <a:pt x="40" y="10"/>
                </a:cubicBezTo>
                <a:cubicBezTo>
                  <a:pt x="36" y="6"/>
                  <a:pt x="31" y="4"/>
                  <a:pt x="25" y="4"/>
                </a:cubicBezTo>
                <a:cubicBezTo>
                  <a:pt x="19" y="4"/>
                  <a:pt x="14" y="6"/>
                  <a:pt x="10" y="10"/>
                </a:cubicBezTo>
                <a:cubicBezTo>
                  <a:pt x="6" y="14"/>
                  <a:pt x="3" y="19"/>
                  <a:pt x="3" y="25"/>
                </a:cubicBezTo>
                <a:cubicBezTo>
                  <a:pt x="3" y="31"/>
                  <a:pt x="6" y="36"/>
                  <a:pt x="10" y="40"/>
                </a:cubicBezTo>
                <a:cubicBezTo>
                  <a:pt x="14" y="44"/>
                  <a:pt x="19" y="46"/>
                  <a:pt x="25" y="46"/>
                </a:cubicBezTo>
                <a:cubicBezTo>
                  <a:pt x="31" y="46"/>
                  <a:pt x="36" y="44"/>
                  <a:pt x="40" y="40"/>
                </a:cubicBezTo>
                <a:cubicBezTo>
                  <a:pt x="44" y="36"/>
                  <a:pt x="46" y="31"/>
                  <a:pt x="46" y="25"/>
                </a:cubicBezTo>
                <a:cubicBezTo>
                  <a:pt x="46" y="19"/>
                  <a:pt x="44" y="14"/>
                  <a:pt x="40" y="10"/>
                </a:cubicBezTo>
                <a:close/>
                <a:moveTo>
                  <a:pt x="25" y="20"/>
                </a:moveTo>
                <a:cubicBezTo>
                  <a:pt x="25" y="20"/>
                  <a:pt x="25" y="20"/>
                  <a:pt x="25" y="20"/>
                </a:cubicBezTo>
                <a:cubicBezTo>
                  <a:pt x="26" y="20"/>
                  <a:pt x="27" y="20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9" y="22"/>
                  <a:pt x="30" y="23"/>
                  <a:pt x="30" y="25"/>
                </a:cubicBezTo>
                <a:cubicBezTo>
                  <a:pt x="30" y="26"/>
                  <a:pt x="29" y="27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7" y="29"/>
                  <a:pt x="26" y="30"/>
                  <a:pt x="25" y="30"/>
                </a:cubicBezTo>
                <a:cubicBezTo>
                  <a:pt x="23" y="30"/>
                  <a:pt x="22" y="29"/>
                  <a:pt x="21" y="28"/>
                </a:cubicBezTo>
                <a:cubicBezTo>
                  <a:pt x="21" y="28"/>
                  <a:pt x="21" y="28"/>
                  <a:pt x="21" y="28"/>
                </a:cubicBezTo>
                <a:cubicBezTo>
                  <a:pt x="20" y="27"/>
                  <a:pt x="20" y="26"/>
                  <a:pt x="20" y="25"/>
                </a:cubicBezTo>
                <a:cubicBezTo>
                  <a:pt x="20" y="23"/>
                  <a:pt x="20" y="22"/>
                  <a:pt x="21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2" y="20"/>
                  <a:pt x="23" y="20"/>
                  <a:pt x="25" y="20"/>
                </a:cubicBezTo>
                <a:close/>
                <a:moveTo>
                  <a:pt x="27" y="23"/>
                </a:moveTo>
                <a:cubicBezTo>
                  <a:pt x="27" y="23"/>
                  <a:pt x="27" y="23"/>
                  <a:pt x="27" y="23"/>
                </a:cubicBezTo>
                <a:cubicBezTo>
                  <a:pt x="26" y="22"/>
                  <a:pt x="25" y="22"/>
                  <a:pt x="25" y="22"/>
                </a:cubicBezTo>
                <a:cubicBezTo>
                  <a:pt x="24" y="22"/>
                  <a:pt x="23" y="22"/>
                  <a:pt x="23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2" y="23"/>
                  <a:pt x="22" y="24"/>
                  <a:pt x="22" y="25"/>
                </a:cubicBezTo>
                <a:cubicBezTo>
                  <a:pt x="22" y="26"/>
                  <a:pt x="22" y="26"/>
                  <a:pt x="23" y="27"/>
                </a:cubicBezTo>
                <a:cubicBezTo>
                  <a:pt x="23" y="27"/>
                  <a:pt x="23" y="27"/>
                  <a:pt x="23" y="27"/>
                </a:cubicBezTo>
                <a:cubicBezTo>
                  <a:pt x="23" y="27"/>
                  <a:pt x="24" y="28"/>
                  <a:pt x="25" y="28"/>
                </a:cubicBezTo>
                <a:cubicBezTo>
                  <a:pt x="25" y="28"/>
                  <a:pt x="26" y="27"/>
                  <a:pt x="27" y="27"/>
                </a:cubicBezTo>
                <a:cubicBezTo>
                  <a:pt x="27" y="26"/>
                  <a:pt x="27" y="26"/>
                  <a:pt x="27" y="25"/>
                </a:cubicBezTo>
                <a:cubicBezTo>
                  <a:pt x="27" y="24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lose/>
                <a:moveTo>
                  <a:pt x="18" y="18"/>
                </a:moveTo>
                <a:cubicBezTo>
                  <a:pt x="18" y="18"/>
                  <a:pt x="18" y="18"/>
                  <a:pt x="18" y="18"/>
                </a:cubicBezTo>
                <a:cubicBezTo>
                  <a:pt x="36" y="12"/>
                  <a:pt x="36" y="12"/>
                  <a:pt x="36" y="12"/>
                </a:cubicBezTo>
                <a:cubicBezTo>
                  <a:pt x="37" y="12"/>
                  <a:pt x="37" y="12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31"/>
                  <a:pt x="31" y="32"/>
                  <a:pt x="31" y="32"/>
                </a:cubicBezTo>
                <a:cubicBezTo>
                  <a:pt x="13" y="38"/>
                  <a:pt x="13" y="38"/>
                  <a:pt x="13" y="38"/>
                </a:cubicBezTo>
                <a:cubicBezTo>
                  <a:pt x="13" y="38"/>
                  <a:pt x="12" y="38"/>
                  <a:pt x="12" y="37"/>
                </a:cubicBezTo>
                <a:cubicBezTo>
                  <a:pt x="12" y="37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8" y="18"/>
                  <a:pt x="18" y="18"/>
                </a:cubicBezTo>
                <a:close/>
                <a:moveTo>
                  <a:pt x="35" y="15"/>
                </a:moveTo>
                <a:cubicBezTo>
                  <a:pt x="35" y="15"/>
                  <a:pt x="35" y="15"/>
                  <a:pt x="35" y="15"/>
                </a:cubicBezTo>
                <a:cubicBezTo>
                  <a:pt x="20" y="20"/>
                  <a:pt x="20" y="20"/>
                  <a:pt x="20" y="20"/>
                </a:cubicBezTo>
                <a:cubicBezTo>
                  <a:pt x="15" y="35"/>
                  <a:pt x="15" y="35"/>
                  <a:pt x="15" y="35"/>
                </a:cubicBezTo>
                <a:cubicBezTo>
                  <a:pt x="30" y="30"/>
                  <a:pt x="30" y="30"/>
                  <a:pt x="30" y="30"/>
                </a:cubicBezTo>
                <a:cubicBezTo>
                  <a:pt x="35" y="15"/>
                  <a:pt x="35" y="15"/>
                  <a:pt x="35" y="15"/>
                </a:cubicBezTo>
                <a:close/>
                <a:moveTo>
                  <a:pt x="24" y="6"/>
                </a:moveTo>
                <a:cubicBezTo>
                  <a:pt x="24" y="6"/>
                  <a:pt x="24" y="6"/>
                  <a:pt x="24" y="6"/>
                </a:cubicBezTo>
                <a:cubicBezTo>
                  <a:pt x="24" y="5"/>
                  <a:pt x="24" y="5"/>
                  <a:pt x="25" y="5"/>
                </a:cubicBezTo>
                <a:cubicBezTo>
                  <a:pt x="25" y="5"/>
                  <a:pt x="26" y="5"/>
                  <a:pt x="26" y="6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10"/>
                  <a:pt x="25" y="10"/>
                  <a:pt x="25" y="10"/>
                </a:cubicBezTo>
                <a:cubicBezTo>
                  <a:pt x="24" y="10"/>
                  <a:pt x="24" y="10"/>
                  <a:pt x="24" y="9"/>
                </a:cubicBezTo>
                <a:cubicBezTo>
                  <a:pt x="24" y="6"/>
                  <a:pt x="24" y="6"/>
                  <a:pt x="24" y="6"/>
                </a:cubicBezTo>
                <a:close/>
                <a:moveTo>
                  <a:pt x="44" y="24"/>
                </a:moveTo>
                <a:cubicBezTo>
                  <a:pt x="44" y="24"/>
                  <a:pt x="44" y="24"/>
                  <a:pt x="44" y="24"/>
                </a:cubicBezTo>
                <a:cubicBezTo>
                  <a:pt x="44" y="24"/>
                  <a:pt x="45" y="24"/>
                  <a:pt x="45" y="25"/>
                </a:cubicBezTo>
                <a:cubicBezTo>
                  <a:pt x="45" y="25"/>
                  <a:pt x="44" y="26"/>
                  <a:pt x="44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26"/>
                  <a:pt x="39" y="25"/>
                  <a:pt x="39" y="25"/>
                </a:cubicBezTo>
                <a:cubicBezTo>
                  <a:pt x="39" y="24"/>
                  <a:pt x="40" y="24"/>
                  <a:pt x="40" y="24"/>
                </a:cubicBezTo>
                <a:cubicBezTo>
                  <a:pt x="44" y="24"/>
                  <a:pt x="44" y="24"/>
                  <a:pt x="44" y="24"/>
                </a:cubicBezTo>
                <a:close/>
                <a:moveTo>
                  <a:pt x="26" y="44"/>
                </a:moveTo>
                <a:cubicBezTo>
                  <a:pt x="26" y="44"/>
                  <a:pt x="26" y="44"/>
                  <a:pt x="26" y="44"/>
                </a:cubicBezTo>
                <a:cubicBezTo>
                  <a:pt x="26" y="45"/>
                  <a:pt x="25" y="45"/>
                  <a:pt x="25" y="45"/>
                </a:cubicBezTo>
                <a:cubicBezTo>
                  <a:pt x="24" y="45"/>
                  <a:pt x="24" y="45"/>
                  <a:pt x="24" y="44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40"/>
                  <a:pt x="24" y="39"/>
                  <a:pt x="25" y="39"/>
                </a:cubicBezTo>
                <a:cubicBezTo>
                  <a:pt x="25" y="39"/>
                  <a:pt x="26" y="40"/>
                  <a:pt x="26" y="40"/>
                </a:cubicBezTo>
                <a:cubicBezTo>
                  <a:pt x="26" y="44"/>
                  <a:pt x="26" y="44"/>
                  <a:pt x="26" y="4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14" name="Freeform 248">
            <a:extLst>
              <a:ext uri="{FF2B5EF4-FFF2-40B4-BE49-F238E27FC236}">
                <a16:creationId xmlns:a16="http://schemas.microsoft.com/office/drawing/2014/main" id="{E3D12110-5C9B-80EC-47F8-6BFE82E402D1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4324799"/>
            <a:ext cx="211667" cy="224367"/>
          </a:xfrm>
          <a:custGeom>
            <a:avLst/>
            <a:gdLst>
              <a:gd name="T0" fmla="*/ 34925 w 50"/>
              <a:gd name="T1" fmla="*/ 111125 h 53"/>
              <a:gd name="T2" fmla="*/ 25400 w 50"/>
              <a:gd name="T3" fmla="*/ 149225 h 53"/>
              <a:gd name="T4" fmla="*/ 12700 w 50"/>
              <a:gd name="T5" fmla="*/ 155575 h 53"/>
              <a:gd name="T6" fmla="*/ 12700 w 50"/>
              <a:gd name="T7" fmla="*/ 104775 h 53"/>
              <a:gd name="T8" fmla="*/ 152400 w 50"/>
              <a:gd name="T9" fmla="*/ 168275 h 53"/>
              <a:gd name="T10" fmla="*/ 0 w 50"/>
              <a:gd name="T11" fmla="*/ 161925 h 53"/>
              <a:gd name="T12" fmla="*/ 6350 w 50"/>
              <a:gd name="T13" fmla="*/ 92075 h 53"/>
              <a:gd name="T14" fmla="*/ 12700 w 50"/>
              <a:gd name="T15" fmla="*/ 88900 h 53"/>
              <a:gd name="T16" fmla="*/ 0 w 50"/>
              <a:gd name="T17" fmla="*/ 82550 h 53"/>
              <a:gd name="T18" fmla="*/ 6350 w 50"/>
              <a:gd name="T19" fmla="*/ 12700 h 53"/>
              <a:gd name="T20" fmla="*/ 19050 w 50"/>
              <a:gd name="T21" fmla="*/ 0 h 53"/>
              <a:gd name="T22" fmla="*/ 133350 w 50"/>
              <a:gd name="T23" fmla="*/ 12700 h 53"/>
              <a:gd name="T24" fmla="*/ 146050 w 50"/>
              <a:gd name="T25" fmla="*/ 6350 h 53"/>
              <a:gd name="T26" fmla="*/ 158750 w 50"/>
              <a:gd name="T27" fmla="*/ 19050 h 53"/>
              <a:gd name="T28" fmla="*/ 152400 w 50"/>
              <a:gd name="T29" fmla="*/ 88900 h 53"/>
              <a:gd name="T30" fmla="*/ 146050 w 50"/>
              <a:gd name="T31" fmla="*/ 88900 h 53"/>
              <a:gd name="T32" fmla="*/ 152400 w 50"/>
              <a:gd name="T33" fmla="*/ 92075 h 53"/>
              <a:gd name="T34" fmla="*/ 158750 w 50"/>
              <a:gd name="T35" fmla="*/ 161925 h 53"/>
              <a:gd name="T36" fmla="*/ 25400 w 50"/>
              <a:gd name="T37" fmla="*/ 92075 h 53"/>
              <a:gd name="T38" fmla="*/ 133350 w 50"/>
              <a:gd name="T39" fmla="*/ 88900 h 53"/>
              <a:gd name="T40" fmla="*/ 25400 w 50"/>
              <a:gd name="T41" fmla="*/ 92075 h 53"/>
              <a:gd name="T42" fmla="*/ 12700 w 50"/>
              <a:gd name="T43" fmla="*/ 25400 h 53"/>
              <a:gd name="T44" fmla="*/ 146050 w 50"/>
              <a:gd name="T45" fmla="*/ 25400 h 53"/>
              <a:gd name="T46" fmla="*/ 31750 w 50"/>
              <a:gd name="T47" fmla="*/ 28575 h 53"/>
              <a:gd name="T48" fmla="*/ 31750 w 50"/>
              <a:gd name="T49" fmla="*/ 73025 h 53"/>
              <a:gd name="T50" fmla="*/ 47625 w 50"/>
              <a:gd name="T51" fmla="*/ 31750 h 53"/>
              <a:gd name="T52" fmla="*/ 53975 w 50"/>
              <a:gd name="T53" fmla="*/ 31750 h 53"/>
              <a:gd name="T54" fmla="*/ 47625 w 50"/>
              <a:gd name="T55" fmla="*/ 69850 h 53"/>
              <a:gd name="T56" fmla="*/ 66675 w 50"/>
              <a:gd name="T57" fmla="*/ 31750 h 53"/>
              <a:gd name="T58" fmla="*/ 73025 w 50"/>
              <a:gd name="T59" fmla="*/ 69850 h 53"/>
              <a:gd name="T60" fmla="*/ 66675 w 50"/>
              <a:gd name="T61" fmla="*/ 31750 h 53"/>
              <a:gd name="T62" fmla="*/ 88900 w 50"/>
              <a:gd name="T63" fmla="*/ 28575 h 53"/>
              <a:gd name="T64" fmla="*/ 88900 w 50"/>
              <a:gd name="T65" fmla="*/ 73025 h 53"/>
              <a:gd name="T66" fmla="*/ 104775 w 50"/>
              <a:gd name="T67" fmla="*/ 31750 h 53"/>
              <a:gd name="T68" fmla="*/ 111125 w 50"/>
              <a:gd name="T69" fmla="*/ 31750 h 53"/>
              <a:gd name="T70" fmla="*/ 104775 w 50"/>
              <a:gd name="T71" fmla="*/ 69850 h 53"/>
              <a:gd name="T72" fmla="*/ 123825 w 50"/>
              <a:gd name="T73" fmla="*/ 31750 h 53"/>
              <a:gd name="T74" fmla="*/ 133350 w 50"/>
              <a:gd name="T75" fmla="*/ 69850 h 53"/>
              <a:gd name="T76" fmla="*/ 123825 w 50"/>
              <a:gd name="T77" fmla="*/ 31750 h 53"/>
              <a:gd name="T78" fmla="*/ 50800 w 50"/>
              <a:gd name="T79" fmla="*/ 107950 h 53"/>
              <a:gd name="T80" fmla="*/ 50800 w 50"/>
              <a:gd name="T81" fmla="*/ 152400 h 53"/>
              <a:gd name="T82" fmla="*/ 66675 w 50"/>
              <a:gd name="T83" fmla="*/ 111125 h 53"/>
              <a:gd name="T84" fmla="*/ 73025 w 50"/>
              <a:gd name="T85" fmla="*/ 111125 h 53"/>
              <a:gd name="T86" fmla="*/ 66675 w 50"/>
              <a:gd name="T87" fmla="*/ 149225 h 53"/>
              <a:gd name="T88" fmla="*/ 85725 w 50"/>
              <a:gd name="T89" fmla="*/ 111125 h 53"/>
              <a:gd name="T90" fmla="*/ 92075 w 50"/>
              <a:gd name="T91" fmla="*/ 149225 h 53"/>
              <a:gd name="T92" fmla="*/ 85725 w 50"/>
              <a:gd name="T93" fmla="*/ 111125 h 53"/>
              <a:gd name="T94" fmla="*/ 107950 w 50"/>
              <a:gd name="T95" fmla="*/ 107950 h 53"/>
              <a:gd name="T96" fmla="*/ 107950 w 50"/>
              <a:gd name="T97" fmla="*/ 152400 h 53"/>
              <a:gd name="T98" fmla="*/ 123825 w 50"/>
              <a:gd name="T99" fmla="*/ 111125 h 53"/>
              <a:gd name="T100" fmla="*/ 133350 w 50"/>
              <a:gd name="T101" fmla="*/ 111125 h 53"/>
              <a:gd name="T102" fmla="*/ 123825 w 50"/>
              <a:gd name="T103" fmla="*/ 149225 h 53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0" h="53">
                <a:moveTo>
                  <a:pt x="8" y="35"/>
                </a:moveTo>
                <a:cubicBezTo>
                  <a:pt x="8" y="35"/>
                  <a:pt x="9" y="34"/>
                  <a:pt x="10" y="34"/>
                </a:cubicBezTo>
                <a:cubicBezTo>
                  <a:pt x="10" y="34"/>
                  <a:pt x="11" y="35"/>
                  <a:pt x="11" y="35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47"/>
                  <a:pt x="10" y="48"/>
                  <a:pt x="10" y="48"/>
                </a:cubicBezTo>
                <a:cubicBezTo>
                  <a:pt x="9" y="48"/>
                  <a:pt x="8" y="47"/>
                  <a:pt x="8" y="47"/>
                </a:cubicBezTo>
                <a:cubicBezTo>
                  <a:pt x="8" y="35"/>
                  <a:pt x="8" y="35"/>
                  <a:pt x="8" y="35"/>
                </a:cubicBezTo>
                <a:close/>
                <a:moveTo>
                  <a:pt x="4" y="49"/>
                </a:moveTo>
                <a:cubicBezTo>
                  <a:pt x="4" y="49"/>
                  <a:pt x="4" y="49"/>
                  <a:pt x="4" y="49"/>
                </a:cubicBezTo>
                <a:cubicBezTo>
                  <a:pt x="46" y="49"/>
                  <a:pt x="46" y="49"/>
                  <a:pt x="46" y="49"/>
                </a:cubicBezTo>
                <a:cubicBezTo>
                  <a:pt x="46" y="33"/>
                  <a:pt x="46" y="33"/>
                  <a:pt x="46" y="33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49"/>
                  <a:pt x="4" y="49"/>
                  <a:pt x="4" y="49"/>
                </a:cubicBezTo>
                <a:close/>
                <a:moveTo>
                  <a:pt x="48" y="53"/>
                </a:moveTo>
                <a:cubicBezTo>
                  <a:pt x="48" y="53"/>
                  <a:pt x="48" y="53"/>
                  <a:pt x="48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1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0"/>
                  <a:pt x="1" y="29"/>
                  <a:pt x="2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28"/>
                  <a:pt x="4" y="28"/>
                  <a:pt x="4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8"/>
                  <a:pt x="0" y="27"/>
                  <a:pt x="0" y="26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5" y="0"/>
                  <a:pt x="6" y="0"/>
                </a:cubicBezTo>
                <a:cubicBezTo>
                  <a:pt x="7" y="0"/>
                  <a:pt x="8" y="1"/>
                  <a:pt x="8" y="2"/>
                </a:cubicBezTo>
                <a:cubicBezTo>
                  <a:pt x="8" y="4"/>
                  <a:pt x="8" y="4"/>
                  <a:pt x="8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1"/>
                  <a:pt x="43" y="0"/>
                  <a:pt x="44" y="0"/>
                </a:cubicBezTo>
                <a:cubicBezTo>
                  <a:pt x="45" y="0"/>
                  <a:pt x="46" y="1"/>
                  <a:pt x="46" y="2"/>
                </a:cubicBezTo>
                <a:cubicBezTo>
                  <a:pt x="46" y="4"/>
                  <a:pt x="46" y="4"/>
                  <a:pt x="46" y="4"/>
                </a:cubicBezTo>
                <a:cubicBezTo>
                  <a:pt x="48" y="4"/>
                  <a:pt x="48" y="4"/>
                  <a:pt x="48" y="4"/>
                </a:cubicBezTo>
                <a:cubicBezTo>
                  <a:pt x="49" y="4"/>
                  <a:pt x="50" y="5"/>
                  <a:pt x="50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26"/>
                  <a:pt x="50" y="26"/>
                  <a:pt x="50" y="26"/>
                </a:cubicBezTo>
                <a:cubicBezTo>
                  <a:pt x="50" y="27"/>
                  <a:pt x="49" y="28"/>
                  <a:pt x="48" y="28"/>
                </a:cubicBezTo>
                <a:cubicBezTo>
                  <a:pt x="48" y="28"/>
                  <a:pt x="48" y="28"/>
                  <a:pt x="48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9"/>
                  <a:pt x="46" y="29"/>
                  <a:pt x="46" y="29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8" y="29"/>
                  <a:pt x="48" y="29"/>
                </a:cubicBezTo>
                <a:cubicBezTo>
                  <a:pt x="49" y="29"/>
                  <a:pt x="50" y="30"/>
                  <a:pt x="50" y="31"/>
                </a:cubicBezTo>
                <a:cubicBezTo>
                  <a:pt x="50" y="51"/>
                  <a:pt x="50" y="51"/>
                  <a:pt x="50" y="51"/>
                </a:cubicBezTo>
                <a:cubicBezTo>
                  <a:pt x="50" y="51"/>
                  <a:pt x="50" y="51"/>
                  <a:pt x="50" y="51"/>
                </a:cubicBezTo>
                <a:cubicBezTo>
                  <a:pt x="50" y="52"/>
                  <a:pt x="49" y="53"/>
                  <a:pt x="48" y="53"/>
                </a:cubicBezTo>
                <a:close/>
                <a:moveTo>
                  <a:pt x="8" y="29"/>
                </a:moveTo>
                <a:cubicBezTo>
                  <a:pt x="8" y="29"/>
                  <a:pt x="8" y="29"/>
                  <a:pt x="8" y="29"/>
                </a:cubicBezTo>
                <a:cubicBezTo>
                  <a:pt x="42" y="29"/>
                  <a:pt x="42" y="29"/>
                  <a:pt x="42" y="29"/>
                </a:cubicBezTo>
                <a:cubicBezTo>
                  <a:pt x="42" y="28"/>
                  <a:pt x="42" y="28"/>
                  <a:pt x="42" y="28"/>
                </a:cubicBezTo>
                <a:cubicBezTo>
                  <a:pt x="42" y="28"/>
                  <a:pt x="42" y="28"/>
                  <a:pt x="42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9"/>
                  <a:pt x="8" y="29"/>
                  <a:pt x="8" y="29"/>
                </a:cubicBezTo>
                <a:close/>
                <a:moveTo>
                  <a:pt x="46" y="8"/>
                </a:moveTo>
                <a:cubicBezTo>
                  <a:pt x="46" y="8"/>
                  <a:pt x="46" y="8"/>
                  <a:pt x="46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24"/>
                  <a:pt x="4" y="24"/>
                  <a:pt x="4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8"/>
                  <a:pt x="46" y="8"/>
                  <a:pt x="46" y="8"/>
                </a:cubicBezTo>
                <a:close/>
                <a:moveTo>
                  <a:pt x="8" y="10"/>
                </a:move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9" y="9"/>
                  <a:pt x="10" y="9"/>
                </a:cubicBezTo>
                <a:cubicBezTo>
                  <a:pt x="10" y="9"/>
                  <a:pt x="11" y="10"/>
                  <a:pt x="11" y="10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0" y="23"/>
                  <a:pt x="10" y="23"/>
                </a:cubicBezTo>
                <a:cubicBezTo>
                  <a:pt x="9" y="23"/>
                  <a:pt x="8" y="22"/>
                  <a:pt x="8" y="22"/>
                </a:cubicBezTo>
                <a:cubicBezTo>
                  <a:pt x="8" y="10"/>
                  <a:pt x="8" y="10"/>
                  <a:pt x="8" y="10"/>
                </a:cubicBezTo>
                <a:close/>
                <a:moveTo>
                  <a:pt x="15" y="10"/>
                </a:move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9"/>
                  <a:pt x="16" y="9"/>
                </a:cubicBezTo>
                <a:cubicBezTo>
                  <a:pt x="16" y="9"/>
                  <a:pt x="17" y="10"/>
                  <a:pt x="17" y="10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2"/>
                  <a:pt x="16" y="23"/>
                  <a:pt x="16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10"/>
                  <a:pt x="15" y="10"/>
                  <a:pt x="15" y="10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9"/>
                  <a:pt x="22" y="9"/>
                </a:cubicBezTo>
                <a:cubicBezTo>
                  <a:pt x="23" y="9"/>
                  <a:pt x="23" y="10"/>
                  <a:pt x="23" y="10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2"/>
                  <a:pt x="23" y="23"/>
                  <a:pt x="22" y="23"/>
                </a:cubicBezTo>
                <a:cubicBezTo>
                  <a:pt x="21" y="23"/>
                  <a:pt x="21" y="22"/>
                  <a:pt x="21" y="22"/>
                </a:cubicBezTo>
                <a:cubicBezTo>
                  <a:pt x="21" y="10"/>
                  <a:pt x="21" y="10"/>
                  <a:pt x="21" y="10"/>
                </a:cubicBezTo>
                <a:close/>
                <a:moveTo>
                  <a:pt x="27" y="10"/>
                </a:move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7" y="9"/>
                  <a:pt x="28" y="9"/>
                </a:cubicBezTo>
                <a:cubicBezTo>
                  <a:pt x="29" y="9"/>
                  <a:pt x="29" y="10"/>
                  <a:pt x="29" y="10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3"/>
                  <a:pt x="28" y="23"/>
                </a:cubicBezTo>
                <a:cubicBezTo>
                  <a:pt x="27" y="23"/>
                  <a:pt x="27" y="22"/>
                  <a:pt x="27" y="22"/>
                </a:cubicBezTo>
                <a:cubicBezTo>
                  <a:pt x="27" y="10"/>
                  <a:pt x="27" y="10"/>
                  <a:pt x="27" y="10"/>
                </a:cubicBezTo>
                <a:close/>
                <a:moveTo>
                  <a:pt x="33" y="10"/>
                </a:moveTo>
                <a:cubicBezTo>
                  <a:pt x="33" y="10"/>
                  <a:pt x="33" y="10"/>
                  <a:pt x="33" y="10"/>
                </a:cubicBezTo>
                <a:cubicBezTo>
                  <a:pt x="33" y="10"/>
                  <a:pt x="34" y="9"/>
                  <a:pt x="34" y="9"/>
                </a:cubicBezTo>
                <a:cubicBezTo>
                  <a:pt x="35" y="9"/>
                  <a:pt x="35" y="10"/>
                  <a:pt x="35" y="10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22"/>
                  <a:pt x="35" y="23"/>
                  <a:pt x="34" y="23"/>
                </a:cubicBezTo>
                <a:cubicBezTo>
                  <a:pt x="34" y="23"/>
                  <a:pt x="33" y="22"/>
                  <a:pt x="33" y="22"/>
                </a:cubicBezTo>
                <a:cubicBezTo>
                  <a:pt x="33" y="10"/>
                  <a:pt x="33" y="10"/>
                  <a:pt x="33" y="10"/>
                </a:cubicBezTo>
                <a:close/>
                <a:moveTo>
                  <a:pt x="39" y="10"/>
                </a:moveTo>
                <a:cubicBezTo>
                  <a:pt x="39" y="10"/>
                  <a:pt x="39" y="10"/>
                  <a:pt x="39" y="10"/>
                </a:cubicBezTo>
                <a:cubicBezTo>
                  <a:pt x="39" y="10"/>
                  <a:pt x="40" y="9"/>
                  <a:pt x="40" y="9"/>
                </a:cubicBezTo>
                <a:cubicBezTo>
                  <a:pt x="41" y="9"/>
                  <a:pt x="42" y="10"/>
                  <a:pt x="42" y="10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2"/>
                  <a:pt x="41" y="23"/>
                  <a:pt x="40" y="23"/>
                </a:cubicBezTo>
                <a:cubicBezTo>
                  <a:pt x="40" y="23"/>
                  <a:pt x="39" y="22"/>
                  <a:pt x="39" y="22"/>
                </a:cubicBezTo>
                <a:cubicBezTo>
                  <a:pt x="39" y="10"/>
                  <a:pt x="39" y="10"/>
                  <a:pt x="39" y="10"/>
                </a:cubicBezTo>
                <a:close/>
                <a:moveTo>
                  <a:pt x="15" y="35"/>
                </a:move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4"/>
                  <a:pt x="16" y="34"/>
                </a:cubicBezTo>
                <a:cubicBezTo>
                  <a:pt x="16" y="34"/>
                  <a:pt x="17" y="35"/>
                  <a:pt x="17" y="35"/>
                </a:cubicBezTo>
                <a:cubicBezTo>
                  <a:pt x="17" y="47"/>
                  <a:pt x="17" y="47"/>
                  <a:pt x="17" y="47"/>
                </a:cubicBezTo>
                <a:cubicBezTo>
                  <a:pt x="17" y="47"/>
                  <a:pt x="16" y="48"/>
                  <a:pt x="16" y="48"/>
                </a:cubicBezTo>
                <a:cubicBezTo>
                  <a:pt x="15" y="48"/>
                  <a:pt x="15" y="47"/>
                  <a:pt x="15" y="47"/>
                </a:cubicBezTo>
                <a:cubicBezTo>
                  <a:pt x="15" y="35"/>
                  <a:pt x="15" y="35"/>
                  <a:pt x="15" y="35"/>
                </a:cubicBezTo>
                <a:close/>
                <a:moveTo>
                  <a:pt x="21" y="35"/>
                </a:move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4"/>
                  <a:pt x="22" y="34"/>
                </a:cubicBezTo>
                <a:cubicBezTo>
                  <a:pt x="23" y="34"/>
                  <a:pt x="23" y="35"/>
                  <a:pt x="23" y="35"/>
                </a:cubicBezTo>
                <a:cubicBezTo>
                  <a:pt x="23" y="47"/>
                  <a:pt x="23" y="47"/>
                  <a:pt x="23" y="47"/>
                </a:cubicBezTo>
                <a:cubicBezTo>
                  <a:pt x="23" y="47"/>
                  <a:pt x="23" y="48"/>
                  <a:pt x="22" y="48"/>
                </a:cubicBezTo>
                <a:cubicBezTo>
                  <a:pt x="21" y="48"/>
                  <a:pt x="21" y="47"/>
                  <a:pt x="21" y="47"/>
                </a:cubicBezTo>
                <a:cubicBezTo>
                  <a:pt x="21" y="35"/>
                  <a:pt x="21" y="35"/>
                  <a:pt x="21" y="35"/>
                </a:cubicBezTo>
                <a:close/>
                <a:moveTo>
                  <a:pt x="27" y="35"/>
                </a:move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7" y="34"/>
                  <a:pt x="28" y="34"/>
                </a:cubicBezTo>
                <a:cubicBezTo>
                  <a:pt x="29" y="34"/>
                  <a:pt x="29" y="35"/>
                  <a:pt x="29" y="35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8"/>
                  <a:pt x="28" y="48"/>
                </a:cubicBezTo>
                <a:cubicBezTo>
                  <a:pt x="27" y="48"/>
                  <a:pt x="27" y="47"/>
                  <a:pt x="27" y="47"/>
                </a:cubicBezTo>
                <a:cubicBezTo>
                  <a:pt x="27" y="35"/>
                  <a:pt x="27" y="35"/>
                  <a:pt x="27" y="35"/>
                </a:cubicBezTo>
                <a:close/>
                <a:moveTo>
                  <a:pt x="33" y="35"/>
                </a:moveTo>
                <a:cubicBezTo>
                  <a:pt x="33" y="35"/>
                  <a:pt x="33" y="35"/>
                  <a:pt x="33" y="35"/>
                </a:cubicBezTo>
                <a:cubicBezTo>
                  <a:pt x="33" y="35"/>
                  <a:pt x="34" y="34"/>
                  <a:pt x="34" y="34"/>
                </a:cubicBezTo>
                <a:cubicBezTo>
                  <a:pt x="35" y="34"/>
                  <a:pt x="35" y="35"/>
                  <a:pt x="35" y="35"/>
                </a:cubicBezTo>
                <a:cubicBezTo>
                  <a:pt x="35" y="47"/>
                  <a:pt x="35" y="47"/>
                  <a:pt x="35" y="47"/>
                </a:cubicBezTo>
                <a:cubicBezTo>
                  <a:pt x="35" y="47"/>
                  <a:pt x="35" y="48"/>
                  <a:pt x="34" y="48"/>
                </a:cubicBezTo>
                <a:cubicBezTo>
                  <a:pt x="34" y="48"/>
                  <a:pt x="33" y="47"/>
                  <a:pt x="33" y="47"/>
                </a:cubicBezTo>
                <a:cubicBezTo>
                  <a:pt x="33" y="35"/>
                  <a:pt x="33" y="35"/>
                  <a:pt x="33" y="35"/>
                </a:cubicBezTo>
                <a:close/>
                <a:moveTo>
                  <a:pt x="39" y="35"/>
                </a:move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40" y="34"/>
                  <a:pt x="40" y="34"/>
                </a:cubicBezTo>
                <a:cubicBezTo>
                  <a:pt x="41" y="34"/>
                  <a:pt x="42" y="35"/>
                  <a:pt x="42" y="35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1" y="48"/>
                  <a:pt x="40" y="48"/>
                </a:cubicBezTo>
                <a:cubicBezTo>
                  <a:pt x="40" y="48"/>
                  <a:pt x="39" y="47"/>
                  <a:pt x="39" y="47"/>
                </a:cubicBezTo>
                <a:cubicBezTo>
                  <a:pt x="39" y="35"/>
                  <a:pt x="39" y="35"/>
                  <a:pt x="39" y="3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15" name="Freeform 249">
            <a:extLst>
              <a:ext uri="{FF2B5EF4-FFF2-40B4-BE49-F238E27FC236}">
                <a16:creationId xmlns:a16="http://schemas.microsoft.com/office/drawing/2014/main" id="{611018EB-196E-707D-AFFB-89857EE48840}"/>
              </a:ext>
            </a:extLst>
          </p:cNvPr>
          <p:cNvSpPr>
            <a:spLocks noEditPoints="1"/>
          </p:cNvSpPr>
          <p:nvPr/>
        </p:nvSpPr>
        <p:spPr bwMode="auto">
          <a:xfrm>
            <a:off x="11391301" y="4324798"/>
            <a:ext cx="211667" cy="228600"/>
          </a:xfrm>
          <a:custGeom>
            <a:avLst/>
            <a:gdLst>
              <a:gd name="T0" fmla="*/ 114300 w 50"/>
              <a:gd name="T1" fmla="*/ 149225 h 54"/>
              <a:gd name="T2" fmla="*/ 82550 w 50"/>
              <a:gd name="T3" fmla="*/ 149225 h 54"/>
              <a:gd name="T4" fmla="*/ 76200 w 50"/>
              <a:gd name="T5" fmla="*/ 130175 h 54"/>
              <a:gd name="T6" fmla="*/ 44450 w 50"/>
              <a:gd name="T7" fmla="*/ 152400 h 54"/>
              <a:gd name="T8" fmla="*/ 25400 w 50"/>
              <a:gd name="T9" fmla="*/ 130175 h 54"/>
              <a:gd name="T10" fmla="*/ 38100 w 50"/>
              <a:gd name="T11" fmla="*/ 123825 h 54"/>
              <a:gd name="T12" fmla="*/ 22225 w 50"/>
              <a:gd name="T13" fmla="*/ 92075 h 54"/>
              <a:gd name="T14" fmla="*/ 38100 w 50"/>
              <a:gd name="T15" fmla="*/ 69850 h 54"/>
              <a:gd name="T16" fmla="*/ 47625 w 50"/>
              <a:gd name="T17" fmla="*/ 88900 h 54"/>
              <a:gd name="T18" fmla="*/ 79375 w 50"/>
              <a:gd name="T19" fmla="*/ 66675 h 54"/>
              <a:gd name="T20" fmla="*/ 114300 w 50"/>
              <a:gd name="T21" fmla="*/ 88900 h 54"/>
              <a:gd name="T22" fmla="*/ 120650 w 50"/>
              <a:gd name="T23" fmla="*/ 69850 h 54"/>
              <a:gd name="T24" fmla="*/ 139700 w 50"/>
              <a:gd name="T25" fmla="*/ 92075 h 54"/>
              <a:gd name="T26" fmla="*/ 120650 w 50"/>
              <a:gd name="T27" fmla="*/ 123825 h 54"/>
              <a:gd name="T28" fmla="*/ 136525 w 50"/>
              <a:gd name="T29" fmla="*/ 130175 h 54"/>
              <a:gd name="T30" fmla="*/ 12700 w 50"/>
              <a:gd name="T31" fmla="*/ 47625 h 54"/>
              <a:gd name="T32" fmla="*/ 146050 w 50"/>
              <a:gd name="T33" fmla="*/ 38100 h 54"/>
              <a:gd name="T34" fmla="*/ 133350 w 50"/>
              <a:gd name="T35" fmla="*/ 25400 h 54"/>
              <a:gd name="T36" fmla="*/ 123825 w 50"/>
              <a:gd name="T37" fmla="*/ 38100 h 54"/>
              <a:gd name="T38" fmla="*/ 41275 w 50"/>
              <a:gd name="T39" fmla="*/ 25400 h 54"/>
              <a:gd name="T40" fmla="*/ 28575 w 50"/>
              <a:gd name="T41" fmla="*/ 31750 h 54"/>
              <a:gd name="T42" fmla="*/ 15875 w 50"/>
              <a:gd name="T43" fmla="*/ 28575 h 54"/>
              <a:gd name="T44" fmla="*/ 146050 w 50"/>
              <a:gd name="T45" fmla="*/ 60325 h 54"/>
              <a:gd name="T46" fmla="*/ 12700 w 50"/>
              <a:gd name="T47" fmla="*/ 146050 h 54"/>
              <a:gd name="T48" fmla="*/ 15875 w 50"/>
              <a:gd name="T49" fmla="*/ 155575 h 54"/>
              <a:gd name="T50" fmla="*/ 142875 w 50"/>
              <a:gd name="T51" fmla="*/ 155575 h 54"/>
              <a:gd name="T52" fmla="*/ 146050 w 50"/>
              <a:gd name="T53" fmla="*/ 60325 h 54"/>
              <a:gd name="T54" fmla="*/ 28575 w 50"/>
              <a:gd name="T55" fmla="*/ 12700 h 54"/>
              <a:gd name="T56" fmla="*/ 41275 w 50"/>
              <a:gd name="T57" fmla="*/ 6350 h 54"/>
              <a:gd name="T58" fmla="*/ 117475 w 50"/>
              <a:gd name="T59" fmla="*/ 6350 h 54"/>
              <a:gd name="T60" fmla="*/ 130175 w 50"/>
              <a:gd name="T61" fmla="*/ 12700 h 54"/>
              <a:gd name="T62" fmla="*/ 152400 w 50"/>
              <a:gd name="T63" fmla="*/ 19050 h 54"/>
              <a:gd name="T64" fmla="*/ 158750 w 50"/>
              <a:gd name="T65" fmla="*/ 53975 h 54"/>
              <a:gd name="T66" fmla="*/ 158750 w 50"/>
              <a:gd name="T67" fmla="*/ 146050 h 54"/>
              <a:gd name="T68" fmla="*/ 133350 w 50"/>
              <a:gd name="T69" fmla="*/ 171450 h 54"/>
              <a:gd name="T70" fmla="*/ 0 w 50"/>
              <a:gd name="T71" fmla="*/ 146050 h 54"/>
              <a:gd name="T72" fmla="*/ 0 w 50"/>
              <a:gd name="T73" fmla="*/ 53975 h 54"/>
              <a:gd name="T74" fmla="*/ 9525 w 50"/>
              <a:gd name="T75" fmla="*/ 19050 h 54"/>
              <a:gd name="T76" fmla="*/ 47625 w 50"/>
              <a:gd name="T77" fmla="*/ 95250 h 54"/>
              <a:gd name="T78" fmla="*/ 76200 w 50"/>
              <a:gd name="T79" fmla="*/ 123825 h 54"/>
              <a:gd name="T80" fmla="*/ 82550 w 50"/>
              <a:gd name="T81" fmla="*/ 95250 h 54"/>
              <a:gd name="T82" fmla="*/ 114300 w 50"/>
              <a:gd name="T83" fmla="*/ 123825 h 5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0" h="54">
                <a:moveTo>
                  <a:pt x="38" y="47"/>
                </a:moveTo>
                <a:cubicBezTo>
                  <a:pt x="38" y="48"/>
                  <a:pt x="38" y="48"/>
                  <a:pt x="37" y="48"/>
                </a:cubicBezTo>
                <a:cubicBezTo>
                  <a:pt x="36" y="48"/>
                  <a:pt x="36" y="48"/>
                  <a:pt x="36" y="47"/>
                </a:cubicBezTo>
                <a:cubicBezTo>
                  <a:pt x="36" y="41"/>
                  <a:pt x="36" y="41"/>
                  <a:pt x="36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48"/>
                  <a:pt x="26" y="48"/>
                  <a:pt x="25" y="48"/>
                </a:cubicBezTo>
                <a:cubicBezTo>
                  <a:pt x="25" y="48"/>
                  <a:pt x="24" y="48"/>
                  <a:pt x="24" y="47"/>
                </a:cubicBezTo>
                <a:cubicBezTo>
                  <a:pt x="24" y="41"/>
                  <a:pt x="24" y="41"/>
                  <a:pt x="24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7"/>
                  <a:pt x="15" y="47"/>
                  <a:pt x="15" y="47"/>
                </a:cubicBezTo>
                <a:cubicBezTo>
                  <a:pt x="15" y="48"/>
                  <a:pt x="14" y="48"/>
                  <a:pt x="14" y="48"/>
                </a:cubicBezTo>
                <a:cubicBezTo>
                  <a:pt x="13" y="48"/>
                  <a:pt x="12" y="48"/>
                  <a:pt x="12" y="47"/>
                </a:cubicBezTo>
                <a:cubicBezTo>
                  <a:pt x="12" y="41"/>
                  <a:pt x="12" y="41"/>
                  <a:pt x="12" y="41"/>
                </a:cubicBezTo>
                <a:cubicBezTo>
                  <a:pt x="8" y="41"/>
                  <a:pt x="8" y="41"/>
                  <a:pt x="8" y="41"/>
                </a:cubicBezTo>
                <a:cubicBezTo>
                  <a:pt x="7" y="41"/>
                  <a:pt x="7" y="40"/>
                  <a:pt x="7" y="40"/>
                </a:cubicBezTo>
                <a:cubicBezTo>
                  <a:pt x="7" y="39"/>
                  <a:pt x="7" y="39"/>
                  <a:pt x="8" y="39"/>
                </a:cubicBezTo>
                <a:cubicBezTo>
                  <a:pt x="12" y="39"/>
                  <a:pt x="12" y="39"/>
                  <a:pt x="12" y="39"/>
                </a:cubicBezTo>
                <a:cubicBezTo>
                  <a:pt x="12" y="30"/>
                  <a:pt x="12" y="30"/>
                  <a:pt x="12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30"/>
                  <a:pt x="7" y="30"/>
                  <a:pt x="7" y="29"/>
                </a:cubicBezTo>
                <a:cubicBezTo>
                  <a:pt x="7" y="29"/>
                  <a:pt x="7" y="28"/>
                  <a:pt x="8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2"/>
                  <a:pt x="12" y="22"/>
                  <a:pt x="12" y="22"/>
                </a:cubicBezTo>
                <a:cubicBezTo>
                  <a:pt x="12" y="21"/>
                  <a:pt x="13" y="21"/>
                  <a:pt x="14" y="21"/>
                </a:cubicBezTo>
                <a:cubicBezTo>
                  <a:pt x="14" y="21"/>
                  <a:pt x="15" y="21"/>
                  <a:pt x="15" y="22"/>
                </a:cubicBezTo>
                <a:cubicBezTo>
                  <a:pt x="15" y="28"/>
                  <a:pt x="15" y="28"/>
                  <a:pt x="15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1"/>
                  <a:pt x="25" y="21"/>
                  <a:pt x="25" y="21"/>
                </a:cubicBezTo>
                <a:cubicBezTo>
                  <a:pt x="26" y="21"/>
                  <a:pt x="26" y="21"/>
                  <a:pt x="26" y="22"/>
                </a:cubicBezTo>
                <a:cubicBezTo>
                  <a:pt x="26" y="28"/>
                  <a:pt x="26" y="28"/>
                  <a:pt x="2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1"/>
                  <a:pt x="36" y="21"/>
                  <a:pt x="37" y="21"/>
                </a:cubicBezTo>
                <a:cubicBezTo>
                  <a:pt x="38" y="21"/>
                  <a:pt x="38" y="21"/>
                  <a:pt x="38" y="22"/>
                </a:cubicBezTo>
                <a:cubicBezTo>
                  <a:pt x="38" y="28"/>
                  <a:pt x="38" y="28"/>
                  <a:pt x="38" y="28"/>
                </a:cubicBezTo>
                <a:cubicBezTo>
                  <a:pt x="43" y="28"/>
                  <a:pt x="43" y="28"/>
                  <a:pt x="43" y="28"/>
                </a:cubicBezTo>
                <a:cubicBezTo>
                  <a:pt x="43" y="28"/>
                  <a:pt x="44" y="29"/>
                  <a:pt x="44" y="29"/>
                </a:cubicBezTo>
                <a:cubicBezTo>
                  <a:pt x="44" y="30"/>
                  <a:pt x="43" y="30"/>
                  <a:pt x="43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9"/>
                  <a:pt x="38" y="39"/>
                  <a:pt x="38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3" y="39"/>
                  <a:pt x="44" y="39"/>
                  <a:pt x="44" y="40"/>
                </a:cubicBezTo>
                <a:cubicBezTo>
                  <a:pt x="44" y="40"/>
                  <a:pt x="43" y="41"/>
                  <a:pt x="43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7"/>
                  <a:pt x="38" y="47"/>
                  <a:pt x="38" y="47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6" y="15"/>
                  <a:pt x="46" y="15"/>
                  <a:pt x="46" y="15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11"/>
                  <a:pt x="46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3" y="8"/>
                  <a:pt x="42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1"/>
                  <a:pt x="40" y="12"/>
                  <a:pt x="39" y="12"/>
                </a:cubicBezTo>
                <a:cubicBezTo>
                  <a:pt x="38" y="12"/>
                  <a:pt x="37" y="11"/>
                  <a:pt x="37" y="10"/>
                </a:cubicBezTo>
                <a:cubicBezTo>
                  <a:pt x="37" y="8"/>
                  <a:pt x="37" y="8"/>
                  <a:pt x="37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1"/>
                  <a:pt x="12" y="12"/>
                  <a:pt x="11" y="12"/>
                </a:cubicBezTo>
                <a:cubicBezTo>
                  <a:pt x="10" y="12"/>
                  <a:pt x="9" y="11"/>
                  <a:pt x="9" y="10"/>
                </a:cubicBezTo>
                <a:cubicBezTo>
                  <a:pt x="9" y="8"/>
                  <a:pt x="9" y="8"/>
                  <a:pt x="9" y="8"/>
                </a:cubicBezTo>
                <a:cubicBezTo>
                  <a:pt x="8" y="8"/>
                  <a:pt x="8" y="8"/>
                  <a:pt x="8" y="8"/>
                </a:cubicBezTo>
                <a:cubicBezTo>
                  <a:pt x="7" y="8"/>
                  <a:pt x="6" y="8"/>
                  <a:pt x="5" y="9"/>
                </a:cubicBezTo>
                <a:cubicBezTo>
                  <a:pt x="4" y="10"/>
                  <a:pt x="4" y="11"/>
                  <a:pt x="4" y="12"/>
                </a:cubicBezTo>
                <a:cubicBezTo>
                  <a:pt x="4" y="15"/>
                  <a:pt x="4" y="15"/>
                  <a:pt x="4" y="15"/>
                </a:cubicBezTo>
                <a:close/>
                <a:moveTo>
                  <a:pt x="46" y="19"/>
                </a:moveTo>
                <a:cubicBezTo>
                  <a:pt x="46" y="19"/>
                  <a:pt x="46" y="19"/>
                  <a:pt x="46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7"/>
                  <a:pt x="4" y="48"/>
                  <a:pt x="5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6" y="50"/>
                  <a:pt x="7" y="50"/>
                  <a:pt x="8" y="50"/>
                </a:cubicBezTo>
                <a:cubicBezTo>
                  <a:pt x="42" y="50"/>
                  <a:pt x="42" y="50"/>
                  <a:pt x="42" y="50"/>
                </a:cubicBezTo>
                <a:cubicBezTo>
                  <a:pt x="43" y="50"/>
                  <a:pt x="44" y="50"/>
                  <a:pt x="45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6" y="48"/>
                  <a:pt x="46" y="47"/>
                  <a:pt x="46" y="46"/>
                </a:cubicBezTo>
                <a:cubicBezTo>
                  <a:pt x="46" y="19"/>
                  <a:pt x="46" y="19"/>
                  <a:pt x="46" y="19"/>
                </a:cubicBezTo>
                <a:close/>
                <a:moveTo>
                  <a:pt x="8" y="4"/>
                </a:moveTo>
                <a:cubicBezTo>
                  <a:pt x="8" y="4"/>
                  <a:pt x="8" y="4"/>
                  <a:pt x="8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2"/>
                  <a:pt x="9" y="2"/>
                  <a:pt x="9" y="2"/>
                </a:cubicBezTo>
                <a:cubicBezTo>
                  <a:pt x="9" y="0"/>
                  <a:pt x="10" y="0"/>
                  <a:pt x="11" y="0"/>
                </a:cubicBezTo>
                <a:cubicBezTo>
                  <a:pt x="12" y="0"/>
                  <a:pt x="13" y="0"/>
                  <a:pt x="13" y="2"/>
                </a:cubicBezTo>
                <a:cubicBezTo>
                  <a:pt x="13" y="4"/>
                  <a:pt x="13" y="4"/>
                  <a:pt x="13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0"/>
                  <a:pt x="38" y="0"/>
                  <a:pt x="39" y="0"/>
                </a:cubicBezTo>
                <a:cubicBezTo>
                  <a:pt x="40" y="0"/>
                  <a:pt x="41" y="0"/>
                  <a:pt x="41" y="2"/>
                </a:cubicBezTo>
                <a:cubicBezTo>
                  <a:pt x="41" y="4"/>
                  <a:pt x="41" y="4"/>
                  <a:pt x="41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4" y="4"/>
                  <a:pt x="46" y="5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49" y="8"/>
                  <a:pt x="50" y="10"/>
                  <a:pt x="50" y="12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8"/>
                  <a:pt x="49" y="50"/>
                  <a:pt x="48" y="52"/>
                </a:cubicBezTo>
                <a:cubicBezTo>
                  <a:pt x="48" y="52"/>
                  <a:pt x="48" y="52"/>
                  <a:pt x="48" y="52"/>
                </a:cubicBezTo>
                <a:cubicBezTo>
                  <a:pt x="46" y="53"/>
                  <a:pt x="44" y="54"/>
                  <a:pt x="42" y="54"/>
                </a:cubicBezTo>
                <a:cubicBezTo>
                  <a:pt x="8" y="54"/>
                  <a:pt x="8" y="54"/>
                  <a:pt x="8" y="54"/>
                </a:cubicBezTo>
                <a:cubicBezTo>
                  <a:pt x="6" y="54"/>
                  <a:pt x="4" y="53"/>
                  <a:pt x="3" y="52"/>
                </a:cubicBezTo>
                <a:cubicBezTo>
                  <a:pt x="1" y="50"/>
                  <a:pt x="0" y="48"/>
                  <a:pt x="0" y="46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0"/>
                  <a:pt x="1" y="8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4" y="5"/>
                  <a:pt x="6" y="4"/>
                  <a:pt x="8" y="4"/>
                </a:cubicBezTo>
                <a:close/>
                <a:moveTo>
                  <a:pt x="15" y="30"/>
                </a:moveTo>
                <a:cubicBezTo>
                  <a:pt x="15" y="30"/>
                  <a:pt x="15" y="30"/>
                  <a:pt x="15" y="30"/>
                </a:cubicBezTo>
                <a:cubicBezTo>
                  <a:pt x="15" y="39"/>
                  <a:pt x="15" y="39"/>
                  <a:pt x="1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30"/>
                  <a:pt x="24" y="30"/>
                  <a:pt x="24" y="30"/>
                </a:cubicBezTo>
                <a:cubicBezTo>
                  <a:pt x="15" y="30"/>
                  <a:pt x="15" y="30"/>
                  <a:pt x="15" y="30"/>
                </a:cubicBezTo>
                <a:close/>
                <a:moveTo>
                  <a:pt x="26" y="30"/>
                </a:moveTo>
                <a:cubicBezTo>
                  <a:pt x="26" y="30"/>
                  <a:pt x="26" y="30"/>
                  <a:pt x="26" y="30"/>
                </a:cubicBezTo>
                <a:cubicBezTo>
                  <a:pt x="26" y="39"/>
                  <a:pt x="26" y="39"/>
                  <a:pt x="26" y="39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30"/>
                  <a:pt x="36" y="30"/>
                  <a:pt x="36" y="30"/>
                </a:cubicBezTo>
                <a:cubicBezTo>
                  <a:pt x="26" y="30"/>
                  <a:pt x="26" y="30"/>
                  <a:pt x="26" y="3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16" name="Freeform 250">
            <a:extLst>
              <a:ext uri="{FF2B5EF4-FFF2-40B4-BE49-F238E27FC236}">
                <a16:creationId xmlns:a16="http://schemas.microsoft.com/office/drawing/2014/main" id="{3F905EE7-F9DF-06CE-52F5-E6ABB855908E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3890881"/>
            <a:ext cx="211667" cy="228600"/>
          </a:xfrm>
          <a:custGeom>
            <a:avLst/>
            <a:gdLst>
              <a:gd name="T0" fmla="*/ 158750 w 50"/>
              <a:gd name="T1" fmla="*/ 41275 h 54"/>
              <a:gd name="T2" fmla="*/ 158750 w 50"/>
              <a:gd name="T3" fmla="*/ 146050 h 54"/>
              <a:gd name="T4" fmla="*/ 136525 w 50"/>
              <a:gd name="T5" fmla="*/ 171450 h 54"/>
              <a:gd name="T6" fmla="*/ 6350 w 50"/>
              <a:gd name="T7" fmla="*/ 165100 h 54"/>
              <a:gd name="T8" fmla="*/ 0 w 50"/>
              <a:gd name="T9" fmla="*/ 50800 h 54"/>
              <a:gd name="T10" fmla="*/ 22225 w 50"/>
              <a:gd name="T11" fmla="*/ 25400 h 54"/>
              <a:gd name="T12" fmla="*/ 88900 w 50"/>
              <a:gd name="T13" fmla="*/ 9525 h 54"/>
              <a:gd name="T14" fmla="*/ 117475 w 50"/>
              <a:gd name="T15" fmla="*/ 0 h 54"/>
              <a:gd name="T16" fmla="*/ 146050 w 50"/>
              <a:gd name="T17" fmla="*/ 9525 h 54"/>
              <a:gd name="T18" fmla="*/ 155575 w 50"/>
              <a:gd name="T19" fmla="*/ 38100 h 54"/>
              <a:gd name="T20" fmla="*/ 117475 w 50"/>
              <a:gd name="T21" fmla="*/ 19050 h 54"/>
              <a:gd name="T22" fmla="*/ 136525 w 50"/>
              <a:gd name="T23" fmla="*/ 38100 h 54"/>
              <a:gd name="T24" fmla="*/ 117475 w 50"/>
              <a:gd name="T25" fmla="*/ 60325 h 54"/>
              <a:gd name="T26" fmla="*/ 95250 w 50"/>
              <a:gd name="T27" fmla="*/ 38100 h 54"/>
              <a:gd name="T28" fmla="*/ 117475 w 50"/>
              <a:gd name="T29" fmla="*/ 19050 h 54"/>
              <a:gd name="T30" fmla="*/ 123825 w 50"/>
              <a:gd name="T31" fmla="*/ 31750 h 54"/>
              <a:gd name="T32" fmla="*/ 107950 w 50"/>
              <a:gd name="T33" fmla="*/ 31750 h 54"/>
              <a:gd name="T34" fmla="*/ 107950 w 50"/>
              <a:gd name="T35" fmla="*/ 47625 h 54"/>
              <a:gd name="T36" fmla="*/ 123825 w 50"/>
              <a:gd name="T37" fmla="*/ 47625 h 54"/>
              <a:gd name="T38" fmla="*/ 123825 w 50"/>
              <a:gd name="T39" fmla="*/ 31750 h 54"/>
              <a:gd name="T40" fmla="*/ 76200 w 50"/>
              <a:gd name="T41" fmla="*/ 38100 h 54"/>
              <a:gd name="T42" fmla="*/ 15875 w 50"/>
              <a:gd name="T43" fmla="*/ 41275 h 54"/>
              <a:gd name="T44" fmla="*/ 12700 w 50"/>
              <a:gd name="T45" fmla="*/ 146050 h 54"/>
              <a:gd name="T46" fmla="*/ 22225 w 50"/>
              <a:gd name="T47" fmla="*/ 158750 h 54"/>
              <a:gd name="T48" fmla="*/ 142875 w 50"/>
              <a:gd name="T49" fmla="*/ 155575 h 54"/>
              <a:gd name="T50" fmla="*/ 146050 w 50"/>
              <a:gd name="T51" fmla="*/ 66675 h 54"/>
              <a:gd name="T52" fmla="*/ 120650 w 50"/>
              <a:gd name="T53" fmla="*/ 92075 h 54"/>
              <a:gd name="T54" fmla="*/ 114300 w 50"/>
              <a:gd name="T55" fmla="*/ 92075 h 54"/>
              <a:gd name="T56" fmla="*/ 114300 w 50"/>
              <a:gd name="T57" fmla="*/ 92075 h 54"/>
              <a:gd name="T58" fmla="*/ 82550 w 50"/>
              <a:gd name="T59" fmla="*/ 60325 h 54"/>
              <a:gd name="T60" fmla="*/ 139700 w 50"/>
              <a:gd name="T61" fmla="*/ 15875 h 54"/>
              <a:gd name="T62" fmla="*/ 117475 w 50"/>
              <a:gd name="T63" fmla="*/ 6350 h 54"/>
              <a:gd name="T64" fmla="*/ 92075 w 50"/>
              <a:gd name="T65" fmla="*/ 15875 h 54"/>
              <a:gd name="T66" fmla="*/ 88900 w 50"/>
              <a:gd name="T67" fmla="*/ 57150 h 54"/>
              <a:gd name="T68" fmla="*/ 107950 w 50"/>
              <a:gd name="T69" fmla="*/ 69850 h 54"/>
              <a:gd name="T70" fmla="*/ 127000 w 50"/>
              <a:gd name="T71" fmla="*/ 69850 h 54"/>
              <a:gd name="T72" fmla="*/ 142875 w 50"/>
              <a:gd name="T73" fmla="*/ 57150 h 54"/>
              <a:gd name="T74" fmla="*/ 139700 w 50"/>
              <a:gd name="T75" fmla="*/ 15875 h 54"/>
              <a:gd name="T76" fmla="*/ 139700 w 50"/>
              <a:gd name="T77" fmla="*/ 15875 h 54"/>
              <a:gd name="T78" fmla="*/ 92075 w 50"/>
              <a:gd name="T79" fmla="*/ 85725 h 54"/>
              <a:gd name="T80" fmla="*/ 95250 w 50"/>
              <a:gd name="T81" fmla="*/ 88900 h 54"/>
              <a:gd name="T82" fmla="*/ 107950 w 50"/>
              <a:gd name="T83" fmla="*/ 120650 h 54"/>
              <a:gd name="T84" fmla="*/ 136525 w 50"/>
              <a:gd name="T85" fmla="*/ 98425 h 54"/>
              <a:gd name="T86" fmla="*/ 114300 w 50"/>
              <a:gd name="T87" fmla="*/ 127000 h 54"/>
              <a:gd name="T88" fmla="*/ 120650 w 50"/>
              <a:gd name="T89" fmla="*/ 139700 h 54"/>
              <a:gd name="T90" fmla="*/ 104775 w 50"/>
              <a:gd name="T91" fmla="*/ 130175 h 54"/>
              <a:gd name="T92" fmla="*/ 104775 w 50"/>
              <a:gd name="T93" fmla="*/ 130175 h 54"/>
              <a:gd name="T94" fmla="*/ 104775 w 50"/>
              <a:gd name="T95" fmla="*/ 130175 h 54"/>
              <a:gd name="T96" fmla="*/ 104775 w 50"/>
              <a:gd name="T97" fmla="*/ 130175 h 54"/>
              <a:gd name="T98" fmla="*/ 38100 w 50"/>
              <a:gd name="T99" fmla="*/ 149225 h 54"/>
              <a:gd name="T100" fmla="*/ 34925 w 50"/>
              <a:gd name="T101" fmla="*/ 142875 h 54"/>
              <a:gd name="T102" fmla="*/ 60325 w 50"/>
              <a:gd name="T103" fmla="*/ 82550 h 54"/>
              <a:gd name="T104" fmla="*/ 25400 w 50"/>
              <a:gd name="T105" fmla="*/ 111125 h 54"/>
              <a:gd name="T106" fmla="*/ 53975 w 50"/>
              <a:gd name="T107" fmla="*/ 79375 h 54"/>
              <a:gd name="T108" fmla="*/ 34925 w 50"/>
              <a:gd name="T109" fmla="*/ 53975 h 54"/>
              <a:gd name="T110" fmla="*/ 60325 w 50"/>
              <a:gd name="T111" fmla="*/ 76200 h 54"/>
              <a:gd name="T112" fmla="*/ 60325 w 50"/>
              <a:gd name="T113" fmla="*/ 76200 h 54"/>
              <a:gd name="T114" fmla="*/ 60325 w 50"/>
              <a:gd name="T115" fmla="*/ 76200 h 54"/>
              <a:gd name="T116" fmla="*/ 92075 w 50"/>
              <a:gd name="T117" fmla="*/ 85725 h 5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0" h="54">
                <a:moveTo>
                  <a:pt x="49" y="12"/>
                </a:moveTo>
                <a:cubicBezTo>
                  <a:pt x="50" y="13"/>
                  <a:pt x="50" y="13"/>
                  <a:pt x="50" y="13"/>
                </a:cubicBezTo>
                <a:cubicBezTo>
                  <a:pt x="50" y="14"/>
                  <a:pt x="50" y="15"/>
                  <a:pt x="50" y="16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8"/>
                  <a:pt x="49" y="50"/>
                  <a:pt x="48" y="52"/>
                </a:cubicBezTo>
                <a:cubicBezTo>
                  <a:pt x="47" y="53"/>
                  <a:pt x="45" y="54"/>
                  <a:pt x="43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5" y="54"/>
                  <a:pt x="3" y="53"/>
                  <a:pt x="2" y="52"/>
                </a:cubicBezTo>
                <a:cubicBezTo>
                  <a:pt x="1" y="50"/>
                  <a:pt x="0" y="48"/>
                  <a:pt x="0" y="4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4"/>
                  <a:pt x="1" y="12"/>
                  <a:pt x="2" y="11"/>
                </a:cubicBezTo>
                <a:cubicBezTo>
                  <a:pt x="3" y="9"/>
                  <a:pt x="5" y="8"/>
                  <a:pt x="7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6"/>
                  <a:pt x="26" y="5"/>
                  <a:pt x="28" y="3"/>
                </a:cubicBezTo>
                <a:cubicBezTo>
                  <a:pt x="28" y="3"/>
                  <a:pt x="28" y="3"/>
                  <a:pt x="28" y="3"/>
                </a:cubicBezTo>
                <a:cubicBezTo>
                  <a:pt x="30" y="1"/>
                  <a:pt x="33" y="0"/>
                  <a:pt x="37" y="0"/>
                </a:cubicBezTo>
                <a:cubicBezTo>
                  <a:pt x="40" y="0"/>
                  <a:pt x="43" y="1"/>
                  <a:pt x="46" y="3"/>
                </a:cubicBezTo>
                <a:cubicBezTo>
                  <a:pt x="46" y="3"/>
                  <a:pt x="46" y="3"/>
                  <a:pt x="46" y="3"/>
                </a:cubicBezTo>
                <a:cubicBezTo>
                  <a:pt x="48" y="6"/>
                  <a:pt x="49" y="9"/>
                  <a:pt x="49" y="12"/>
                </a:cubicBezTo>
                <a:cubicBezTo>
                  <a:pt x="49" y="12"/>
                  <a:pt x="49" y="12"/>
                  <a:pt x="49" y="12"/>
                </a:cubicBezTo>
                <a:close/>
                <a:moveTo>
                  <a:pt x="37" y="6"/>
                </a:moveTo>
                <a:cubicBezTo>
                  <a:pt x="37" y="6"/>
                  <a:pt x="37" y="6"/>
                  <a:pt x="37" y="6"/>
                </a:cubicBezTo>
                <a:cubicBezTo>
                  <a:pt x="38" y="6"/>
                  <a:pt x="40" y="7"/>
                  <a:pt x="41" y="8"/>
                </a:cubicBezTo>
                <a:cubicBezTo>
                  <a:pt x="42" y="9"/>
                  <a:pt x="43" y="11"/>
                  <a:pt x="43" y="12"/>
                </a:cubicBezTo>
                <a:cubicBezTo>
                  <a:pt x="43" y="14"/>
                  <a:pt x="42" y="16"/>
                  <a:pt x="41" y="17"/>
                </a:cubicBezTo>
                <a:cubicBezTo>
                  <a:pt x="40" y="18"/>
                  <a:pt x="38" y="19"/>
                  <a:pt x="37" y="19"/>
                </a:cubicBezTo>
                <a:cubicBezTo>
                  <a:pt x="35" y="19"/>
                  <a:pt x="33" y="18"/>
                  <a:pt x="32" y="17"/>
                </a:cubicBezTo>
                <a:cubicBezTo>
                  <a:pt x="31" y="16"/>
                  <a:pt x="30" y="14"/>
                  <a:pt x="30" y="12"/>
                </a:cubicBezTo>
                <a:cubicBezTo>
                  <a:pt x="30" y="11"/>
                  <a:pt x="31" y="9"/>
                  <a:pt x="32" y="8"/>
                </a:cubicBezTo>
                <a:cubicBezTo>
                  <a:pt x="33" y="7"/>
                  <a:pt x="35" y="6"/>
                  <a:pt x="37" y="6"/>
                </a:cubicBezTo>
                <a:close/>
                <a:moveTo>
                  <a:pt x="39" y="10"/>
                </a:moveTo>
                <a:cubicBezTo>
                  <a:pt x="39" y="10"/>
                  <a:pt x="39" y="10"/>
                  <a:pt x="39" y="10"/>
                </a:cubicBezTo>
                <a:cubicBezTo>
                  <a:pt x="39" y="9"/>
                  <a:pt x="38" y="8"/>
                  <a:pt x="37" y="8"/>
                </a:cubicBezTo>
                <a:cubicBezTo>
                  <a:pt x="36" y="8"/>
                  <a:pt x="35" y="9"/>
                  <a:pt x="34" y="10"/>
                </a:cubicBezTo>
                <a:cubicBezTo>
                  <a:pt x="33" y="10"/>
                  <a:pt x="33" y="11"/>
                  <a:pt x="33" y="12"/>
                </a:cubicBezTo>
                <a:cubicBezTo>
                  <a:pt x="33" y="13"/>
                  <a:pt x="33" y="14"/>
                  <a:pt x="34" y="15"/>
                </a:cubicBezTo>
                <a:cubicBezTo>
                  <a:pt x="35" y="16"/>
                  <a:pt x="36" y="16"/>
                  <a:pt x="37" y="16"/>
                </a:cubicBezTo>
                <a:cubicBezTo>
                  <a:pt x="38" y="16"/>
                  <a:pt x="39" y="16"/>
                  <a:pt x="39" y="15"/>
                </a:cubicBezTo>
                <a:cubicBezTo>
                  <a:pt x="40" y="14"/>
                  <a:pt x="41" y="13"/>
                  <a:pt x="41" y="12"/>
                </a:cubicBezTo>
                <a:cubicBezTo>
                  <a:pt x="41" y="11"/>
                  <a:pt x="40" y="10"/>
                  <a:pt x="39" y="10"/>
                </a:cubicBezTo>
                <a:close/>
                <a:moveTo>
                  <a:pt x="24" y="12"/>
                </a:moveTo>
                <a:cubicBezTo>
                  <a:pt x="24" y="12"/>
                  <a:pt x="24" y="12"/>
                  <a:pt x="24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6" y="12"/>
                  <a:pt x="5" y="13"/>
                  <a:pt x="5" y="13"/>
                </a:cubicBezTo>
                <a:cubicBezTo>
                  <a:pt x="4" y="14"/>
                  <a:pt x="4" y="15"/>
                  <a:pt x="4" y="1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7"/>
                  <a:pt x="4" y="48"/>
                  <a:pt x="5" y="49"/>
                </a:cubicBezTo>
                <a:cubicBezTo>
                  <a:pt x="5" y="49"/>
                  <a:pt x="6" y="50"/>
                  <a:pt x="7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44" y="50"/>
                  <a:pt x="45" y="49"/>
                  <a:pt x="45" y="49"/>
                </a:cubicBezTo>
                <a:cubicBezTo>
                  <a:pt x="46" y="48"/>
                  <a:pt x="46" y="47"/>
                  <a:pt x="46" y="46"/>
                </a:cubicBezTo>
                <a:cubicBezTo>
                  <a:pt x="46" y="21"/>
                  <a:pt x="46" y="21"/>
                  <a:pt x="46" y="21"/>
                </a:cubicBezTo>
                <a:cubicBezTo>
                  <a:pt x="45" y="22"/>
                  <a:pt x="43" y="23"/>
                  <a:pt x="41" y="24"/>
                </a:cubicBezTo>
                <a:cubicBezTo>
                  <a:pt x="38" y="29"/>
                  <a:pt x="38" y="29"/>
                  <a:pt x="38" y="29"/>
                </a:cubicBezTo>
                <a:cubicBezTo>
                  <a:pt x="37" y="29"/>
                  <a:pt x="36" y="29"/>
                  <a:pt x="36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2" y="24"/>
                  <a:pt x="32" y="24"/>
                  <a:pt x="32" y="24"/>
                </a:cubicBezTo>
                <a:cubicBezTo>
                  <a:pt x="30" y="23"/>
                  <a:pt x="28" y="21"/>
                  <a:pt x="26" y="19"/>
                </a:cubicBezTo>
                <a:cubicBezTo>
                  <a:pt x="25" y="17"/>
                  <a:pt x="24" y="15"/>
                  <a:pt x="24" y="12"/>
                </a:cubicBezTo>
                <a:close/>
                <a:moveTo>
                  <a:pt x="44" y="5"/>
                </a:moveTo>
                <a:cubicBezTo>
                  <a:pt x="44" y="5"/>
                  <a:pt x="44" y="5"/>
                  <a:pt x="44" y="5"/>
                </a:cubicBezTo>
                <a:cubicBezTo>
                  <a:pt x="42" y="3"/>
                  <a:pt x="40" y="2"/>
                  <a:pt x="37" y="2"/>
                </a:cubicBezTo>
                <a:cubicBezTo>
                  <a:pt x="34" y="2"/>
                  <a:pt x="31" y="3"/>
                  <a:pt x="29" y="5"/>
                </a:cubicBezTo>
                <a:cubicBezTo>
                  <a:pt x="29" y="5"/>
                  <a:pt x="29" y="5"/>
                  <a:pt x="29" y="5"/>
                </a:cubicBezTo>
                <a:cubicBezTo>
                  <a:pt x="27" y="7"/>
                  <a:pt x="26" y="9"/>
                  <a:pt x="26" y="12"/>
                </a:cubicBezTo>
                <a:cubicBezTo>
                  <a:pt x="26" y="14"/>
                  <a:pt x="27" y="16"/>
                  <a:pt x="28" y="18"/>
                </a:cubicBezTo>
                <a:cubicBezTo>
                  <a:pt x="29" y="20"/>
                  <a:pt x="31" y="21"/>
                  <a:pt x="33" y="22"/>
                </a:cubicBezTo>
                <a:cubicBezTo>
                  <a:pt x="33" y="22"/>
                  <a:pt x="33" y="22"/>
                  <a:pt x="34" y="22"/>
                </a:cubicBezTo>
                <a:cubicBezTo>
                  <a:pt x="37" y="26"/>
                  <a:pt x="37" y="26"/>
                  <a:pt x="37" y="26"/>
                </a:cubicBezTo>
                <a:cubicBezTo>
                  <a:pt x="40" y="22"/>
                  <a:pt x="40" y="22"/>
                  <a:pt x="40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42" y="21"/>
                  <a:pt x="44" y="20"/>
                  <a:pt x="45" y="18"/>
                </a:cubicBezTo>
                <a:cubicBezTo>
                  <a:pt x="46" y="16"/>
                  <a:pt x="47" y="14"/>
                  <a:pt x="47" y="12"/>
                </a:cubicBezTo>
                <a:cubicBezTo>
                  <a:pt x="47" y="9"/>
                  <a:pt x="46" y="7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5"/>
                  <a:pt x="44" y="5"/>
                  <a:pt x="44" y="5"/>
                </a:cubicBezTo>
                <a:close/>
                <a:moveTo>
                  <a:pt x="29" y="27"/>
                </a:moveTo>
                <a:cubicBezTo>
                  <a:pt x="29" y="27"/>
                  <a:pt x="29" y="27"/>
                  <a:pt x="29" y="27"/>
                </a:cubicBezTo>
                <a:cubicBezTo>
                  <a:pt x="29" y="26"/>
                  <a:pt x="30" y="26"/>
                  <a:pt x="30" y="27"/>
                </a:cubicBezTo>
                <a:cubicBezTo>
                  <a:pt x="31" y="27"/>
                  <a:pt x="31" y="28"/>
                  <a:pt x="30" y="28"/>
                </a:cubicBezTo>
                <a:cubicBezTo>
                  <a:pt x="27" y="32"/>
                  <a:pt x="27" y="32"/>
                  <a:pt x="27" y="32"/>
                </a:cubicBezTo>
                <a:cubicBezTo>
                  <a:pt x="34" y="38"/>
                  <a:pt x="34" y="38"/>
                  <a:pt x="34" y="38"/>
                </a:cubicBezTo>
                <a:cubicBezTo>
                  <a:pt x="41" y="31"/>
                  <a:pt x="41" y="31"/>
                  <a:pt x="41" y="31"/>
                </a:cubicBezTo>
                <a:cubicBezTo>
                  <a:pt x="42" y="30"/>
                  <a:pt x="42" y="30"/>
                  <a:pt x="43" y="31"/>
                </a:cubicBezTo>
                <a:cubicBezTo>
                  <a:pt x="43" y="31"/>
                  <a:pt x="43" y="32"/>
                  <a:pt x="43" y="33"/>
                </a:cubicBezTo>
                <a:cubicBezTo>
                  <a:pt x="36" y="40"/>
                  <a:pt x="36" y="40"/>
                  <a:pt x="36" y="40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3"/>
                  <a:pt x="38" y="44"/>
                  <a:pt x="38" y="44"/>
                </a:cubicBezTo>
                <a:cubicBezTo>
                  <a:pt x="38" y="45"/>
                  <a:pt x="37" y="45"/>
                  <a:pt x="36" y="44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26" y="33"/>
                  <a:pt x="26" y="33"/>
                  <a:pt x="26" y="33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7"/>
                  <a:pt x="11" y="47"/>
                  <a:pt x="11" y="47"/>
                </a:cubicBezTo>
                <a:cubicBezTo>
                  <a:pt x="10" y="46"/>
                  <a:pt x="10" y="45"/>
                  <a:pt x="11" y="45"/>
                </a:cubicBezTo>
                <a:cubicBezTo>
                  <a:pt x="24" y="32"/>
                  <a:pt x="24" y="32"/>
                  <a:pt x="24" y="32"/>
                </a:cubicBezTo>
                <a:cubicBezTo>
                  <a:pt x="19" y="26"/>
                  <a:pt x="19" y="26"/>
                  <a:pt x="19" y="26"/>
                </a:cubicBezTo>
                <a:cubicBezTo>
                  <a:pt x="10" y="35"/>
                  <a:pt x="10" y="35"/>
                  <a:pt x="10" y="35"/>
                </a:cubicBezTo>
                <a:cubicBezTo>
                  <a:pt x="9" y="36"/>
                  <a:pt x="8" y="36"/>
                  <a:pt x="8" y="35"/>
                </a:cubicBezTo>
                <a:cubicBezTo>
                  <a:pt x="8" y="35"/>
                  <a:pt x="8" y="34"/>
                  <a:pt x="8" y="33"/>
                </a:cubicBezTo>
                <a:cubicBezTo>
                  <a:pt x="17" y="25"/>
                  <a:pt x="17" y="25"/>
                  <a:pt x="17" y="25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8"/>
                  <a:pt x="11" y="18"/>
                  <a:pt x="11" y="17"/>
                </a:cubicBezTo>
                <a:cubicBezTo>
                  <a:pt x="12" y="17"/>
                  <a:pt x="12" y="17"/>
                  <a:pt x="13" y="17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26" y="30"/>
                  <a:pt x="26" y="30"/>
                  <a:pt x="26" y="30"/>
                </a:cubicBezTo>
                <a:cubicBezTo>
                  <a:pt x="29" y="27"/>
                  <a:pt x="29" y="27"/>
                  <a:pt x="29" y="2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17" name="Freeform 251">
            <a:extLst>
              <a:ext uri="{FF2B5EF4-FFF2-40B4-BE49-F238E27FC236}">
                <a16:creationId xmlns:a16="http://schemas.microsoft.com/office/drawing/2014/main" id="{87E7D2FB-042C-254F-1648-2062BDA1F9C0}"/>
              </a:ext>
            </a:extLst>
          </p:cNvPr>
          <p:cNvSpPr>
            <a:spLocks noEditPoints="1"/>
          </p:cNvSpPr>
          <p:nvPr/>
        </p:nvSpPr>
        <p:spPr bwMode="auto">
          <a:xfrm>
            <a:off x="7308252" y="5241314"/>
            <a:ext cx="213783" cy="211667"/>
          </a:xfrm>
          <a:custGeom>
            <a:avLst/>
            <a:gdLst>
              <a:gd name="T0" fmla="*/ 80169 w 50"/>
              <a:gd name="T1" fmla="*/ 0 h 50"/>
              <a:gd name="T2" fmla="*/ 137890 w 50"/>
              <a:gd name="T3" fmla="*/ 22225 h 50"/>
              <a:gd name="T4" fmla="*/ 137890 w 50"/>
              <a:gd name="T5" fmla="*/ 22225 h 50"/>
              <a:gd name="T6" fmla="*/ 160337 w 50"/>
              <a:gd name="T7" fmla="*/ 79375 h 50"/>
              <a:gd name="T8" fmla="*/ 157130 w 50"/>
              <a:gd name="T9" fmla="*/ 104775 h 50"/>
              <a:gd name="T10" fmla="*/ 147510 w 50"/>
              <a:gd name="T11" fmla="*/ 123825 h 50"/>
              <a:gd name="T12" fmla="*/ 147510 w 50"/>
              <a:gd name="T13" fmla="*/ 152400 h 50"/>
              <a:gd name="T14" fmla="*/ 141097 w 50"/>
              <a:gd name="T15" fmla="*/ 158750 h 50"/>
              <a:gd name="T16" fmla="*/ 141097 w 50"/>
              <a:gd name="T17" fmla="*/ 158750 h 50"/>
              <a:gd name="T18" fmla="*/ 80169 w 50"/>
              <a:gd name="T19" fmla="*/ 158750 h 50"/>
              <a:gd name="T20" fmla="*/ 25654 w 50"/>
              <a:gd name="T21" fmla="*/ 136525 h 50"/>
              <a:gd name="T22" fmla="*/ 25654 w 50"/>
              <a:gd name="T23" fmla="*/ 136525 h 50"/>
              <a:gd name="T24" fmla="*/ 0 w 50"/>
              <a:gd name="T25" fmla="*/ 79375 h 50"/>
              <a:gd name="T26" fmla="*/ 25654 w 50"/>
              <a:gd name="T27" fmla="*/ 22225 h 50"/>
              <a:gd name="T28" fmla="*/ 25654 w 50"/>
              <a:gd name="T29" fmla="*/ 22225 h 50"/>
              <a:gd name="T30" fmla="*/ 80169 w 50"/>
              <a:gd name="T31" fmla="*/ 0 h 50"/>
              <a:gd name="T32" fmla="*/ 41688 w 50"/>
              <a:gd name="T33" fmla="*/ 63500 h 50"/>
              <a:gd name="T34" fmla="*/ 41688 w 50"/>
              <a:gd name="T35" fmla="*/ 63500 h 50"/>
              <a:gd name="T36" fmla="*/ 38481 w 50"/>
              <a:gd name="T37" fmla="*/ 60325 h 50"/>
              <a:gd name="T38" fmla="*/ 41688 w 50"/>
              <a:gd name="T39" fmla="*/ 57150 h 50"/>
              <a:gd name="T40" fmla="*/ 121856 w 50"/>
              <a:gd name="T41" fmla="*/ 57150 h 50"/>
              <a:gd name="T42" fmla="*/ 125063 w 50"/>
              <a:gd name="T43" fmla="*/ 60325 h 50"/>
              <a:gd name="T44" fmla="*/ 121856 w 50"/>
              <a:gd name="T45" fmla="*/ 63500 h 50"/>
              <a:gd name="T46" fmla="*/ 41688 w 50"/>
              <a:gd name="T47" fmla="*/ 63500 h 50"/>
              <a:gd name="T48" fmla="*/ 41688 w 50"/>
              <a:gd name="T49" fmla="*/ 82550 h 50"/>
              <a:gd name="T50" fmla="*/ 41688 w 50"/>
              <a:gd name="T51" fmla="*/ 82550 h 50"/>
              <a:gd name="T52" fmla="*/ 38481 w 50"/>
              <a:gd name="T53" fmla="*/ 79375 h 50"/>
              <a:gd name="T54" fmla="*/ 41688 w 50"/>
              <a:gd name="T55" fmla="*/ 76200 h 50"/>
              <a:gd name="T56" fmla="*/ 121856 w 50"/>
              <a:gd name="T57" fmla="*/ 76200 h 50"/>
              <a:gd name="T58" fmla="*/ 125063 w 50"/>
              <a:gd name="T59" fmla="*/ 79375 h 50"/>
              <a:gd name="T60" fmla="*/ 121856 w 50"/>
              <a:gd name="T61" fmla="*/ 82550 h 50"/>
              <a:gd name="T62" fmla="*/ 41688 w 50"/>
              <a:gd name="T63" fmla="*/ 82550 h 50"/>
              <a:gd name="T64" fmla="*/ 41688 w 50"/>
              <a:gd name="T65" fmla="*/ 101600 h 50"/>
              <a:gd name="T66" fmla="*/ 41688 w 50"/>
              <a:gd name="T67" fmla="*/ 101600 h 50"/>
              <a:gd name="T68" fmla="*/ 38481 w 50"/>
              <a:gd name="T69" fmla="*/ 98425 h 50"/>
              <a:gd name="T70" fmla="*/ 41688 w 50"/>
              <a:gd name="T71" fmla="*/ 95250 h 50"/>
              <a:gd name="T72" fmla="*/ 121856 w 50"/>
              <a:gd name="T73" fmla="*/ 95250 h 50"/>
              <a:gd name="T74" fmla="*/ 125063 w 50"/>
              <a:gd name="T75" fmla="*/ 98425 h 50"/>
              <a:gd name="T76" fmla="*/ 121856 w 50"/>
              <a:gd name="T77" fmla="*/ 101600 h 50"/>
              <a:gd name="T78" fmla="*/ 41688 w 50"/>
              <a:gd name="T79" fmla="*/ 101600 h 50"/>
              <a:gd name="T80" fmla="*/ 128270 w 50"/>
              <a:gd name="T81" fmla="*/ 31750 h 50"/>
              <a:gd name="T82" fmla="*/ 128270 w 50"/>
              <a:gd name="T83" fmla="*/ 31750 h 50"/>
              <a:gd name="T84" fmla="*/ 80169 w 50"/>
              <a:gd name="T85" fmla="*/ 12700 h 50"/>
              <a:gd name="T86" fmla="*/ 32067 w 50"/>
              <a:gd name="T87" fmla="*/ 31750 h 50"/>
              <a:gd name="T88" fmla="*/ 32067 w 50"/>
              <a:gd name="T89" fmla="*/ 31750 h 50"/>
              <a:gd name="T90" fmla="*/ 32067 w 50"/>
              <a:gd name="T91" fmla="*/ 31750 h 50"/>
              <a:gd name="T92" fmla="*/ 12827 w 50"/>
              <a:gd name="T93" fmla="*/ 79375 h 50"/>
              <a:gd name="T94" fmla="*/ 32067 w 50"/>
              <a:gd name="T95" fmla="*/ 127000 h 50"/>
              <a:gd name="T96" fmla="*/ 32067 w 50"/>
              <a:gd name="T97" fmla="*/ 127000 h 50"/>
              <a:gd name="T98" fmla="*/ 80169 w 50"/>
              <a:gd name="T99" fmla="*/ 146050 h 50"/>
              <a:gd name="T100" fmla="*/ 134683 w 50"/>
              <a:gd name="T101" fmla="*/ 146050 h 50"/>
              <a:gd name="T102" fmla="*/ 134683 w 50"/>
              <a:gd name="T103" fmla="*/ 123825 h 50"/>
              <a:gd name="T104" fmla="*/ 134683 w 50"/>
              <a:gd name="T105" fmla="*/ 123825 h 50"/>
              <a:gd name="T106" fmla="*/ 134683 w 50"/>
              <a:gd name="T107" fmla="*/ 117475 h 50"/>
              <a:gd name="T108" fmla="*/ 144303 w 50"/>
              <a:gd name="T109" fmla="*/ 98425 h 50"/>
              <a:gd name="T110" fmla="*/ 147510 w 50"/>
              <a:gd name="T111" fmla="*/ 79375 h 50"/>
              <a:gd name="T112" fmla="*/ 128270 w 50"/>
              <a:gd name="T113" fmla="*/ 31750 h 50"/>
              <a:gd name="T114" fmla="*/ 128270 w 50"/>
              <a:gd name="T115" fmla="*/ 31750 h 5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0" h="50">
                <a:moveTo>
                  <a:pt x="25" y="0"/>
                </a:moveTo>
                <a:cubicBezTo>
                  <a:pt x="32" y="0"/>
                  <a:pt x="38" y="3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8" y="12"/>
                  <a:pt x="50" y="18"/>
                  <a:pt x="50" y="25"/>
                </a:cubicBezTo>
                <a:cubicBezTo>
                  <a:pt x="50" y="28"/>
                  <a:pt x="50" y="30"/>
                  <a:pt x="49" y="33"/>
                </a:cubicBezTo>
                <a:cubicBezTo>
                  <a:pt x="48" y="35"/>
                  <a:pt x="47" y="37"/>
                  <a:pt x="46" y="39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9"/>
                  <a:pt x="45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18" y="50"/>
                  <a:pt x="12" y="47"/>
                  <a:pt x="8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12" y="3"/>
                  <a:pt x="18" y="0"/>
                  <a:pt x="25" y="0"/>
                </a:cubicBezTo>
                <a:close/>
                <a:moveTo>
                  <a:pt x="13" y="20"/>
                </a:moveTo>
                <a:cubicBezTo>
                  <a:pt x="13" y="20"/>
                  <a:pt x="13" y="20"/>
                  <a:pt x="13" y="20"/>
                </a:cubicBezTo>
                <a:cubicBezTo>
                  <a:pt x="12" y="20"/>
                  <a:pt x="12" y="19"/>
                  <a:pt x="12" y="19"/>
                </a:cubicBezTo>
                <a:cubicBezTo>
                  <a:pt x="12" y="18"/>
                  <a:pt x="12" y="18"/>
                  <a:pt x="13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8" y="18"/>
                  <a:pt x="39" y="18"/>
                  <a:pt x="39" y="19"/>
                </a:cubicBezTo>
                <a:cubicBezTo>
                  <a:pt x="39" y="19"/>
                  <a:pt x="38" y="20"/>
                  <a:pt x="38" y="20"/>
                </a:cubicBezTo>
                <a:cubicBezTo>
                  <a:pt x="13" y="20"/>
                  <a:pt x="13" y="20"/>
                  <a:pt x="13" y="20"/>
                </a:cubicBezTo>
                <a:close/>
                <a:moveTo>
                  <a:pt x="13" y="26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5"/>
                </a:cubicBezTo>
                <a:cubicBezTo>
                  <a:pt x="12" y="24"/>
                  <a:pt x="12" y="24"/>
                  <a:pt x="13" y="24"/>
                </a:cubicBezTo>
                <a:cubicBezTo>
                  <a:pt x="38" y="24"/>
                  <a:pt x="38" y="24"/>
                  <a:pt x="38" y="24"/>
                </a:cubicBezTo>
                <a:cubicBezTo>
                  <a:pt x="38" y="24"/>
                  <a:pt x="39" y="24"/>
                  <a:pt x="39" y="25"/>
                </a:cubicBezTo>
                <a:cubicBezTo>
                  <a:pt x="39" y="26"/>
                  <a:pt x="38" y="26"/>
                  <a:pt x="38" y="26"/>
                </a:cubicBezTo>
                <a:cubicBezTo>
                  <a:pt x="13" y="26"/>
                  <a:pt x="13" y="26"/>
                  <a:pt x="13" y="26"/>
                </a:cubicBezTo>
                <a:close/>
                <a:moveTo>
                  <a:pt x="13" y="32"/>
                </a:moveTo>
                <a:cubicBezTo>
                  <a:pt x="13" y="32"/>
                  <a:pt x="13" y="32"/>
                  <a:pt x="13" y="32"/>
                </a:cubicBezTo>
                <a:cubicBezTo>
                  <a:pt x="12" y="32"/>
                  <a:pt x="12" y="32"/>
                  <a:pt x="12" y="31"/>
                </a:cubicBezTo>
                <a:cubicBezTo>
                  <a:pt x="12" y="30"/>
                  <a:pt x="12" y="30"/>
                  <a:pt x="13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9" y="30"/>
                  <a:pt x="39" y="31"/>
                </a:cubicBezTo>
                <a:cubicBezTo>
                  <a:pt x="39" y="32"/>
                  <a:pt x="38" y="32"/>
                  <a:pt x="38" y="32"/>
                </a:cubicBezTo>
                <a:cubicBezTo>
                  <a:pt x="13" y="32"/>
                  <a:pt x="13" y="32"/>
                  <a:pt x="13" y="32"/>
                </a:cubicBezTo>
                <a:close/>
                <a:moveTo>
                  <a:pt x="40" y="10"/>
                </a:moveTo>
                <a:cubicBezTo>
                  <a:pt x="40" y="10"/>
                  <a:pt x="40" y="10"/>
                  <a:pt x="40" y="10"/>
                </a:cubicBezTo>
                <a:cubicBezTo>
                  <a:pt x="36" y="6"/>
                  <a:pt x="31" y="4"/>
                  <a:pt x="25" y="4"/>
                </a:cubicBezTo>
                <a:cubicBezTo>
                  <a:pt x="19" y="4"/>
                  <a:pt x="14" y="6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4" y="19"/>
                  <a:pt x="4" y="25"/>
                </a:cubicBezTo>
                <a:cubicBezTo>
                  <a:pt x="4" y="31"/>
                  <a:pt x="6" y="36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4" y="44"/>
                  <a:pt x="19" y="46"/>
                  <a:pt x="25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8"/>
                  <a:pt x="42" y="38"/>
                  <a:pt x="42" y="37"/>
                </a:cubicBezTo>
                <a:cubicBezTo>
                  <a:pt x="44" y="36"/>
                  <a:pt x="45" y="34"/>
                  <a:pt x="45" y="31"/>
                </a:cubicBezTo>
                <a:cubicBezTo>
                  <a:pt x="46" y="29"/>
                  <a:pt x="46" y="27"/>
                  <a:pt x="46" y="25"/>
                </a:cubicBezTo>
                <a:cubicBezTo>
                  <a:pt x="46" y="19"/>
                  <a:pt x="44" y="14"/>
                  <a:pt x="40" y="10"/>
                </a:cubicBezTo>
                <a:cubicBezTo>
                  <a:pt x="40" y="10"/>
                  <a:pt x="40" y="10"/>
                  <a:pt x="40" y="1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18" name="Freeform 252">
            <a:extLst>
              <a:ext uri="{FF2B5EF4-FFF2-40B4-BE49-F238E27FC236}">
                <a16:creationId xmlns:a16="http://schemas.microsoft.com/office/drawing/2014/main" id="{6ABB19E0-A183-6337-06AD-4039C7CBAE5A}"/>
              </a:ext>
            </a:extLst>
          </p:cNvPr>
          <p:cNvSpPr>
            <a:spLocks noEditPoints="1"/>
          </p:cNvSpPr>
          <p:nvPr/>
        </p:nvSpPr>
        <p:spPr bwMode="auto">
          <a:xfrm>
            <a:off x="1288452" y="5232847"/>
            <a:ext cx="258233" cy="228600"/>
          </a:xfrm>
          <a:custGeom>
            <a:avLst/>
            <a:gdLst>
              <a:gd name="T0" fmla="*/ 79375 w 61"/>
              <a:gd name="T1" fmla="*/ 44450 h 54"/>
              <a:gd name="T2" fmla="*/ 57150 w 61"/>
              <a:gd name="T3" fmla="*/ 31750 h 54"/>
              <a:gd name="T4" fmla="*/ 66675 w 61"/>
              <a:gd name="T5" fmla="*/ 22225 h 54"/>
              <a:gd name="T6" fmla="*/ 60325 w 61"/>
              <a:gd name="T7" fmla="*/ 50800 h 54"/>
              <a:gd name="T8" fmla="*/ 76200 w 61"/>
              <a:gd name="T9" fmla="*/ 53975 h 54"/>
              <a:gd name="T10" fmla="*/ 92075 w 61"/>
              <a:gd name="T11" fmla="*/ 41275 h 54"/>
              <a:gd name="T12" fmla="*/ 142875 w 61"/>
              <a:gd name="T13" fmla="*/ 47625 h 54"/>
              <a:gd name="T14" fmla="*/ 158750 w 61"/>
              <a:gd name="T15" fmla="*/ 79375 h 54"/>
              <a:gd name="T16" fmla="*/ 152400 w 61"/>
              <a:gd name="T17" fmla="*/ 101600 h 54"/>
              <a:gd name="T18" fmla="*/ 146050 w 61"/>
              <a:gd name="T19" fmla="*/ 158750 h 54"/>
              <a:gd name="T20" fmla="*/ 60325 w 61"/>
              <a:gd name="T21" fmla="*/ 171450 h 54"/>
              <a:gd name="T22" fmla="*/ 0 w 61"/>
              <a:gd name="T23" fmla="*/ 111125 h 54"/>
              <a:gd name="T24" fmla="*/ 60325 w 61"/>
              <a:gd name="T25" fmla="*/ 50800 h 54"/>
              <a:gd name="T26" fmla="*/ 88900 w 61"/>
              <a:gd name="T27" fmla="*/ 57150 h 54"/>
              <a:gd name="T28" fmla="*/ 114300 w 61"/>
              <a:gd name="T29" fmla="*/ 82550 h 54"/>
              <a:gd name="T30" fmla="*/ 142875 w 61"/>
              <a:gd name="T31" fmla="*/ 92075 h 54"/>
              <a:gd name="T32" fmla="*/ 146050 w 61"/>
              <a:gd name="T33" fmla="*/ 79375 h 54"/>
              <a:gd name="T34" fmla="*/ 136525 w 61"/>
              <a:gd name="T35" fmla="*/ 57150 h 54"/>
              <a:gd name="T36" fmla="*/ 95250 w 61"/>
              <a:gd name="T37" fmla="*/ 50800 h 54"/>
              <a:gd name="T38" fmla="*/ 88900 w 61"/>
              <a:gd name="T39" fmla="*/ 57150 h 54"/>
              <a:gd name="T40" fmla="*/ 168275 w 61"/>
              <a:gd name="T41" fmla="*/ 85725 h 54"/>
              <a:gd name="T42" fmla="*/ 168275 w 61"/>
              <a:gd name="T43" fmla="*/ 73025 h 54"/>
              <a:gd name="T44" fmla="*/ 193675 w 61"/>
              <a:gd name="T45" fmla="*/ 79375 h 54"/>
              <a:gd name="T46" fmla="*/ 168275 w 61"/>
              <a:gd name="T47" fmla="*/ 85725 h 54"/>
              <a:gd name="T48" fmla="*/ 155575 w 61"/>
              <a:gd name="T49" fmla="*/ 44450 h 54"/>
              <a:gd name="T50" fmla="*/ 149225 w 61"/>
              <a:gd name="T51" fmla="*/ 34925 h 54"/>
              <a:gd name="T52" fmla="*/ 168275 w 61"/>
              <a:gd name="T53" fmla="*/ 22225 h 54"/>
              <a:gd name="T54" fmla="*/ 155575 w 61"/>
              <a:gd name="T55" fmla="*/ 44450 h 54"/>
              <a:gd name="T56" fmla="*/ 120650 w 61"/>
              <a:gd name="T57" fmla="*/ 22225 h 54"/>
              <a:gd name="T58" fmla="*/ 107950 w 61"/>
              <a:gd name="T59" fmla="*/ 22225 h 54"/>
              <a:gd name="T60" fmla="*/ 114300 w 61"/>
              <a:gd name="T61" fmla="*/ 0 h 54"/>
              <a:gd name="T62" fmla="*/ 120650 w 61"/>
              <a:gd name="T63" fmla="*/ 22225 h 54"/>
              <a:gd name="T64" fmla="*/ 85725 w 61"/>
              <a:gd name="T65" fmla="*/ 69850 h 54"/>
              <a:gd name="T66" fmla="*/ 25400 w 61"/>
              <a:gd name="T67" fmla="*/ 76200 h 54"/>
              <a:gd name="T68" fmla="*/ 25400 w 61"/>
              <a:gd name="T69" fmla="*/ 146050 h 54"/>
              <a:gd name="T70" fmla="*/ 114300 w 61"/>
              <a:gd name="T71" fmla="*/ 158750 h 54"/>
              <a:gd name="T72" fmla="*/ 146050 w 61"/>
              <a:gd name="T73" fmla="*/ 127000 h 54"/>
              <a:gd name="T74" fmla="*/ 114300 w 61"/>
              <a:gd name="T75" fmla="*/ 95250 h 54"/>
              <a:gd name="T76" fmla="*/ 111125 w 61"/>
              <a:gd name="T77" fmla="*/ 95250 h 54"/>
              <a:gd name="T78" fmla="*/ 85725 w 61"/>
              <a:gd name="T79" fmla="*/ 69850 h 5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1" h="54">
                <a:moveTo>
                  <a:pt x="25" y="11"/>
                </a:moveTo>
                <a:cubicBezTo>
                  <a:pt x="25" y="12"/>
                  <a:pt x="25" y="13"/>
                  <a:pt x="25" y="14"/>
                </a:cubicBezTo>
                <a:cubicBezTo>
                  <a:pt x="24" y="15"/>
                  <a:pt x="23" y="15"/>
                  <a:pt x="22" y="14"/>
                </a:cubicBezTo>
                <a:cubicBezTo>
                  <a:pt x="18" y="10"/>
                  <a:pt x="18" y="10"/>
                  <a:pt x="18" y="10"/>
                </a:cubicBezTo>
                <a:cubicBezTo>
                  <a:pt x="17" y="9"/>
                  <a:pt x="17" y="8"/>
                  <a:pt x="18" y="7"/>
                </a:cubicBezTo>
                <a:cubicBezTo>
                  <a:pt x="19" y="6"/>
                  <a:pt x="20" y="6"/>
                  <a:pt x="21" y="7"/>
                </a:cubicBezTo>
                <a:cubicBezTo>
                  <a:pt x="25" y="11"/>
                  <a:pt x="25" y="11"/>
                  <a:pt x="25" y="11"/>
                </a:cubicBezTo>
                <a:close/>
                <a:moveTo>
                  <a:pt x="19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21" y="16"/>
                  <a:pt x="23" y="16"/>
                  <a:pt x="24" y="17"/>
                </a:cubicBezTo>
                <a:cubicBezTo>
                  <a:pt x="25" y="15"/>
                  <a:pt x="27" y="14"/>
                  <a:pt x="28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31" y="12"/>
                  <a:pt x="33" y="11"/>
                  <a:pt x="36" y="11"/>
                </a:cubicBezTo>
                <a:cubicBezTo>
                  <a:pt x="39" y="11"/>
                  <a:pt x="43" y="13"/>
                  <a:pt x="45" y="15"/>
                </a:cubicBezTo>
                <a:cubicBezTo>
                  <a:pt x="45" y="15"/>
                  <a:pt x="45" y="15"/>
                  <a:pt x="45" y="15"/>
                </a:cubicBezTo>
                <a:cubicBezTo>
                  <a:pt x="48" y="18"/>
                  <a:pt x="50" y="21"/>
                  <a:pt x="50" y="25"/>
                </a:cubicBezTo>
                <a:cubicBezTo>
                  <a:pt x="50" y="26"/>
                  <a:pt x="49" y="28"/>
                  <a:pt x="49" y="29"/>
                </a:cubicBezTo>
                <a:cubicBezTo>
                  <a:pt x="49" y="30"/>
                  <a:pt x="48" y="31"/>
                  <a:pt x="48" y="32"/>
                </a:cubicBezTo>
                <a:cubicBezTo>
                  <a:pt x="49" y="34"/>
                  <a:pt x="50" y="37"/>
                  <a:pt x="50" y="40"/>
                </a:cubicBezTo>
                <a:cubicBezTo>
                  <a:pt x="50" y="44"/>
                  <a:pt x="49" y="47"/>
                  <a:pt x="46" y="50"/>
                </a:cubicBezTo>
                <a:cubicBezTo>
                  <a:pt x="44" y="52"/>
                  <a:pt x="40" y="54"/>
                  <a:pt x="36" y="54"/>
                </a:cubicBezTo>
                <a:cubicBezTo>
                  <a:pt x="19" y="54"/>
                  <a:pt x="19" y="54"/>
                  <a:pt x="19" y="54"/>
                </a:cubicBezTo>
                <a:cubicBezTo>
                  <a:pt x="14" y="54"/>
                  <a:pt x="9" y="52"/>
                  <a:pt x="6" y="48"/>
                </a:cubicBezTo>
                <a:cubicBezTo>
                  <a:pt x="2" y="45"/>
                  <a:pt x="0" y="40"/>
                  <a:pt x="0" y="35"/>
                </a:cubicBezTo>
                <a:cubicBezTo>
                  <a:pt x="0" y="30"/>
                  <a:pt x="2" y="25"/>
                  <a:pt x="6" y="22"/>
                </a:cubicBezTo>
                <a:cubicBezTo>
                  <a:pt x="9" y="18"/>
                  <a:pt x="14" y="16"/>
                  <a:pt x="19" y="16"/>
                </a:cubicBezTo>
                <a:close/>
                <a:moveTo>
                  <a:pt x="28" y="18"/>
                </a:move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9" y="19"/>
                  <a:pt x="29" y="19"/>
                </a:cubicBezTo>
                <a:cubicBezTo>
                  <a:pt x="32" y="21"/>
                  <a:pt x="34" y="23"/>
                  <a:pt x="36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40" y="26"/>
                  <a:pt x="43" y="27"/>
                  <a:pt x="45" y="29"/>
                </a:cubicBezTo>
                <a:cubicBezTo>
                  <a:pt x="45" y="29"/>
                  <a:pt x="45" y="28"/>
                  <a:pt x="45" y="28"/>
                </a:cubicBezTo>
                <a:cubicBezTo>
                  <a:pt x="46" y="27"/>
                  <a:pt x="46" y="26"/>
                  <a:pt x="46" y="25"/>
                </a:cubicBezTo>
                <a:cubicBezTo>
                  <a:pt x="46" y="22"/>
                  <a:pt x="45" y="20"/>
                  <a:pt x="43" y="18"/>
                </a:cubicBezTo>
                <a:cubicBezTo>
                  <a:pt x="43" y="18"/>
                  <a:pt x="43" y="18"/>
                  <a:pt x="43" y="18"/>
                </a:cubicBezTo>
                <a:cubicBezTo>
                  <a:pt x="41" y="16"/>
                  <a:pt x="38" y="15"/>
                  <a:pt x="36" y="15"/>
                </a:cubicBezTo>
                <a:cubicBezTo>
                  <a:pt x="34" y="15"/>
                  <a:pt x="32" y="15"/>
                  <a:pt x="30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29" y="17"/>
                  <a:pt x="29" y="17"/>
                  <a:pt x="28" y="18"/>
                </a:cubicBezTo>
                <a:close/>
                <a:moveTo>
                  <a:pt x="53" y="27"/>
                </a:moveTo>
                <a:cubicBezTo>
                  <a:pt x="53" y="27"/>
                  <a:pt x="53" y="27"/>
                  <a:pt x="53" y="27"/>
                </a:cubicBezTo>
                <a:cubicBezTo>
                  <a:pt x="52" y="27"/>
                  <a:pt x="51" y="26"/>
                  <a:pt x="51" y="25"/>
                </a:cubicBezTo>
                <a:cubicBezTo>
                  <a:pt x="51" y="24"/>
                  <a:pt x="52" y="23"/>
                  <a:pt x="53" y="23"/>
                </a:cubicBezTo>
                <a:cubicBezTo>
                  <a:pt x="59" y="23"/>
                  <a:pt x="59" y="23"/>
                  <a:pt x="59" y="23"/>
                </a:cubicBezTo>
                <a:cubicBezTo>
                  <a:pt x="60" y="23"/>
                  <a:pt x="61" y="24"/>
                  <a:pt x="61" y="25"/>
                </a:cubicBezTo>
                <a:cubicBezTo>
                  <a:pt x="61" y="26"/>
                  <a:pt x="60" y="27"/>
                  <a:pt x="59" y="27"/>
                </a:cubicBezTo>
                <a:cubicBezTo>
                  <a:pt x="53" y="27"/>
                  <a:pt x="53" y="27"/>
                  <a:pt x="53" y="27"/>
                </a:cubicBezTo>
                <a:close/>
                <a:moveTo>
                  <a:pt x="49" y="14"/>
                </a:moveTo>
                <a:cubicBezTo>
                  <a:pt x="49" y="14"/>
                  <a:pt x="49" y="14"/>
                  <a:pt x="49" y="14"/>
                </a:cubicBezTo>
                <a:cubicBezTo>
                  <a:pt x="49" y="15"/>
                  <a:pt x="47" y="15"/>
                  <a:pt x="47" y="14"/>
                </a:cubicBezTo>
                <a:cubicBezTo>
                  <a:pt x="46" y="13"/>
                  <a:pt x="46" y="12"/>
                  <a:pt x="47" y="11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6"/>
                  <a:pt x="53" y="6"/>
                  <a:pt x="53" y="7"/>
                </a:cubicBezTo>
                <a:cubicBezTo>
                  <a:pt x="54" y="8"/>
                  <a:pt x="54" y="9"/>
                  <a:pt x="53" y="10"/>
                </a:cubicBezTo>
                <a:cubicBezTo>
                  <a:pt x="49" y="14"/>
                  <a:pt x="49" y="14"/>
                  <a:pt x="49" y="14"/>
                </a:cubicBezTo>
                <a:close/>
                <a:moveTo>
                  <a:pt x="38" y="7"/>
                </a:moveTo>
                <a:cubicBezTo>
                  <a:pt x="38" y="7"/>
                  <a:pt x="38" y="7"/>
                  <a:pt x="38" y="7"/>
                </a:cubicBezTo>
                <a:cubicBezTo>
                  <a:pt x="38" y="8"/>
                  <a:pt x="37" y="9"/>
                  <a:pt x="36" y="9"/>
                </a:cubicBezTo>
                <a:cubicBezTo>
                  <a:pt x="35" y="9"/>
                  <a:pt x="34" y="8"/>
                  <a:pt x="34" y="7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1"/>
                  <a:pt x="35" y="0"/>
                  <a:pt x="36" y="0"/>
                </a:cubicBezTo>
                <a:cubicBezTo>
                  <a:pt x="37" y="0"/>
                  <a:pt x="38" y="1"/>
                  <a:pt x="38" y="2"/>
                </a:cubicBezTo>
                <a:cubicBezTo>
                  <a:pt x="38" y="7"/>
                  <a:pt x="38" y="7"/>
                  <a:pt x="38" y="7"/>
                </a:cubicBezTo>
                <a:close/>
                <a:moveTo>
                  <a:pt x="27" y="22"/>
                </a:moveTo>
                <a:cubicBezTo>
                  <a:pt x="27" y="22"/>
                  <a:pt x="27" y="22"/>
                  <a:pt x="27" y="22"/>
                </a:cubicBezTo>
                <a:cubicBezTo>
                  <a:pt x="25" y="21"/>
                  <a:pt x="22" y="20"/>
                  <a:pt x="19" y="20"/>
                </a:cubicBezTo>
                <a:cubicBezTo>
                  <a:pt x="15" y="20"/>
                  <a:pt x="11" y="22"/>
                  <a:pt x="8" y="24"/>
                </a:cubicBezTo>
                <a:cubicBezTo>
                  <a:pt x="6" y="27"/>
                  <a:pt x="4" y="31"/>
                  <a:pt x="4" y="35"/>
                </a:cubicBezTo>
                <a:cubicBezTo>
                  <a:pt x="4" y="39"/>
                  <a:pt x="6" y="43"/>
                  <a:pt x="8" y="46"/>
                </a:cubicBezTo>
                <a:cubicBezTo>
                  <a:pt x="11" y="48"/>
                  <a:pt x="15" y="50"/>
                  <a:pt x="19" y="50"/>
                </a:cubicBezTo>
                <a:cubicBezTo>
                  <a:pt x="36" y="50"/>
                  <a:pt x="36" y="50"/>
                  <a:pt x="36" y="50"/>
                </a:cubicBezTo>
                <a:cubicBezTo>
                  <a:pt x="39" y="50"/>
                  <a:pt x="42" y="49"/>
                  <a:pt x="43" y="47"/>
                </a:cubicBezTo>
                <a:cubicBezTo>
                  <a:pt x="45" y="45"/>
                  <a:pt x="46" y="43"/>
                  <a:pt x="46" y="40"/>
                </a:cubicBezTo>
                <a:cubicBezTo>
                  <a:pt x="46" y="37"/>
                  <a:pt x="45" y="35"/>
                  <a:pt x="43" y="33"/>
                </a:cubicBezTo>
                <a:cubicBezTo>
                  <a:pt x="42" y="31"/>
                  <a:pt x="39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4" y="30"/>
                  <a:pt x="33" y="30"/>
                  <a:pt x="33" y="29"/>
                </a:cubicBezTo>
                <a:cubicBezTo>
                  <a:pt x="32" y="26"/>
                  <a:pt x="30" y="24"/>
                  <a:pt x="27" y="2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19" name="Freeform 253">
            <a:extLst>
              <a:ext uri="{FF2B5EF4-FFF2-40B4-BE49-F238E27FC236}">
                <a16:creationId xmlns:a16="http://schemas.microsoft.com/office/drawing/2014/main" id="{FCA9DA02-335E-4A4B-8FEF-BBD18CF7DC6B}"/>
              </a:ext>
            </a:extLst>
          </p:cNvPr>
          <p:cNvSpPr>
            <a:spLocks noEditPoints="1"/>
          </p:cNvSpPr>
          <p:nvPr/>
        </p:nvSpPr>
        <p:spPr bwMode="auto">
          <a:xfrm>
            <a:off x="10271585" y="4824332"/>
            <a:ext cx="211667" cy="169333"/>
          </a:xfrm>
          <a:custGeom>
            <a:avLst/>
            <a:gdLst>
              <a:gd name="T0" fmla="*/ 136525 w 50"/>
              <a:gd name="T1" fmla="*/ 47625 h 40"/>
              <a:gd name="T2" fmla="*/ 127000 w 50"/>
              <a:gd name="T3" fmla="*/ 47625 h 40"/>
              <a:gd name="T4" fmla="*/ 38100 w 50"/>
              <a:gd name="T5" fmla="*/ 19050 h 40"/>
              <a:gd name="T6" fmla="*/ 15875 w 50"/>
              <a:gd name="T7" fmla="*/ 19050 h 40"/>
              <a:gd name="T8" fmla="*/ 34925 w 50"/>
              <a:gd name="T9" fmla="*/ 22225 h 40"/>
              <a:gd name="T10" fmla="*/ 9525 w 50"/>
              <a:gd name="T11" fmla="*/ 22225 h 40"/>
              <a:gd name="T12" fmla="*/ 9525 w 50"/>
              <a:gd name="T13" fmla="*/ 15875 h 40"/>
              <a:gd name="T14" fmla="*/ 12700 w 50"/>
              <a:gd name="T15" fmla="*/ 9525 h 40"/>
              <a:gd name="T16" fmla="*/ 44450 w 50"/>
              <a:gd name="T17" fmla="*/ 3175 h 40"/>
              <a:gd name="T18" fmla="*/ 107950 w 50"/>
              <a:gd name="T19" fmla="*/ 0 h 40"/>
              <a:gd name="T20" fmla="*/ 120650 w 50"/>
              <a:gd name="T21" fmla="*/ 22225 h 40"/>
              <a:gd name="T22" fmla="*/ 158750 w 50"/>
              <a:gd name="T23" fmla="*/ 28575 h 40"/>
              <a:gd name="T24" fmla="*/ 158750 w 50"/>
              <a:gd name="T25" fmla="*/ 120650 h 40"/>
              <a:gd name="T26" fmla="*/ 152400 w 50"/>
              <a:gd name="T27" fmla="*/ 127000 h 40"/>
              <a:gd name="T28" fmla="*/ 0 w 50"/>
              <a:gd name="T29" fmla="*/ 120650 h 40"/>
              <a:gd name="T30" fmla="*/ 0 w 50"/>
              <a:gd name="T31" fmla="*/ 28575 h 40"/>
              <a:gd name="T32" fmla="*/ 6350 w 50"/>
              <a:gd name="T33" fmla="*/ 22225 h 40"/>
              <a:gd name="T34" fmla="*/ 79375 w 50"/>
              <a:gd name="T35" fmla="*/ 44450 h 40"/>
              <a:gd name="T36" fmla="*/ 92075 w 50"/>
              <a:gd name="T37" fmla="*/ 50800 h 40"/>
              <a:gd name="T38" fmla="*/ 79375 w 50"/>
              <a:gd name="T39" fmla="*/ 85725 h 40"/>
              <a:gd name="T40" fmla="*/ 79375 w 50"/>
              <a:gd name="T41" fmla="*/ 44450 h 40"/>
              <a:gd name="T42" fmla="*/ 88900 w 50"/>
              <a:gd name="T43" fmla="*/ 57150 h 40"/>
              <a:gd name="T44" fmla="*/ 66675 w 50"/>
              <a:gd name="T45" fmla="*/ 66675 h 40"/>
              <a:gd name="T46" fmla="*/ 92075 w 50"/>
              <a:gd name="T47" fmla="*/ 66675 h 40"/>
              <a:gd name="T48" fmla="*/ 88900 w 50"/>
              <a:gd name="T49" fmla="*/ 57150 h 40"/>
              <a:gd name="T50" fmla="*/ 41275 w 50"/>
              <a:gd name="T51" fmla="*/ 34925 h 40"/>
              <a:gd name="T52" fmla="*/ 12700 w 50"/>
              <a:gd name="T53" fmla="*/ 114300 h 40"/>
              <a:gd name="T54" fmla="*/ 146050 w 50"/>
              <a:gd name="T55" fmla="*/ 34925 h 40"/>
              <a:gd name="T56" fmla="*/ 117475 w 50"/>
              <a:gd name="T57" fmla="*/ 34925 h 40"/>
              <a:gd name="T58" fmla="*/ 104775 w 50"/>
              <a:gd name="T59" fmla="*/ 12700 h 40"/>
              <a:gd name="T60" fmla="*/ 47625 w 50"/>
              <a:gd name="T61" fmla="*/ 28575 h 40"/>
              <a:gd name="T62" fmla="*/ 79375 w 50"/>
              <a:gd name="T63" fmla="*/ 25400 h 40"/>
              <a:gd name="T64" fmla="*/ 120650 w 50"/>
              <a:gd name="T65" fmla="*/ 66675 h 40"/>
              <a:gd name="T66" fmla="*/ 34925 w 50"/>
              <a:gd name="T67" fmla="*/ 66675 h 40"/>
              <a:gd name="T68" fmla="*/ 79375 w 50"/>
              <a:gd name="T69" fmla="*/ 34925 h 40"/>
              <a:gd name="T70" fmla="*/ 47625 w 50"/>
              <a:gd name="T71" fmla="*/ 66675 h 40"/>
              <a:gd name="T72" fmla="*/ 107950 w 50"/>
              <a:gd name="T73" fmla="*/ 66675 h 4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0" h="40">
                <a:moveTo>
                  <a:pt x="41" y="13"/>
                </a:moveTo>
                <a:cubicBezTo>
                  <a:pt x="42" y="13"/>
                  <a:pt x="43" y="14"/>
                  <a:pt x="43" y="15"/>
                </a:cubicBezTo>
                <a:cubicBezTo>
                  <a:pt x="43" y="16"/>
                  <a:pt x="42" y="17"/>
                  <a:pt x="41" y="17"/>
                </a:cubicBezTo>
                <a:cubicBezTo>
                  <a:pt x="40" y="17"/>
                  <a:pt x="40" y="16"/>
                  <a:pt x="40" y="15"/>
                </a:cubicBezTo>
                <a:cubicBezTo>
                  <a:pt x="40" y="14"/>
                  <a:pt x="40" y="13"/>
                  <a:pt x="41" y="13"/>
                </a:cubicBezTo>
                <a:close/>
                <a:moveTo>
                  <a:pt x="12" y="6"/>
                </a:moveTo>
                <a:cubicBezTo>
                  <a:pt x="12" y="6"/>
                  <a:pt x="12" y="6"/>
                  <a:pt x="12" y="6"/>
                </a:cubicBezTo>
                <a:cubicBezTo>
                  <a:pt x="5" y="6"/>
                  <a:pt x="5" y="6"/>
                  <a:pt x="5" y="6"/>
                </a:cubicBezTo>
                <a:cubicBezTo>
                  <a:pt x="5" y="7"/>
                  <a:pt x="5" y="7"/>
                  <a:pt x="5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2" y="6"/>
                  <a:pt x="12" y="6"/>
                  <a:pt x="12" y="6"/>
                </a:cubicBezTo>
                <a:close/>
                <a:moveTo>
                  <a:pt x="3" y="7"/>
                </a:moveTo>
                <a:cubicBezTo>
                  <a:pt x="3" y="7"/>
                  <a:pt x="3" y="7"/>
                  <a:pt x="3" y="7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4"/>
                  <a:pt x="4" y="3"/>
                  <a:pt x="4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5" y="0"/>
                  <a:pt x="15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6" y="0"/>
                  <a:pt x="36" y="1"/>
                </a:cubicBezTo>
                <a:cubicBezTo>
                  <a:pt x="38" y="7"/>
                  <a:pt x="38" y="7"/>
                  <a:pt x="3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9" y="7"/>
                  <a:pt x="50" y="8"/>
                  <a:pt x="50" y="9"/>
                </a:cubicBezTo>
                <a:cubicBezTo>
                  <a:pt x="50" y="9"/>
                  <a:pt x="50" y="9"/>
                  <a:pt x="50" y="9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39"/>
                  <a:pt x="49" y="40"/>
                  <a:pt x="48" y="40"/>
                </a:cubicBezTo>
                <a:cubicBezTo>
                  <a:pt x="48" y="40"/>
                  <a:pt x="48" y="40"/>
                  <a:pt x="48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0"/>
                  <a:pt x="0" y="39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9"/>
                  <a:pt x="0" y="9"/>
                  <a:pt x="0" y="9"/>
                </a:cubicBezTo>
                <a:cubicBezTo>
                  <a:pt x="0" y="8"/>
                  <a:pt x="1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7"/>
                  <a:pt x="3" y="7"/>
                  <a:pt x="3" y="7"/>
                </a:cubicBezTo>
                <a:close/>
                <a:moveTo>
                  <a:pt x="25" y="14"/>
                </a:moveTo>
                <a:cubicBezTo>
                  <a:pt x="25" y="14"/>
                  <a:pt x="25" y="14"/>
                  <a:pt x="25" y="14"/>
                </a:cubicBezTo>
                <a:cubicBezTo>
                  <a:pt x="27" y="14"/>
                  <a:pt x="28" y="15"/>
                  <a:pt x="29" y="16"/>
                </a:cubicBezTo>
                <a:cubicBezTo>
                  <a:pt x="31" y="17"/>
                  <a:pt x="31" y="19"/>
                  <a:pt x="31" y="21"/>
                </a:cubicBezTo>
                <a:cubicBezTo>
                  <a:pt x="31" y="24"/>
                  <a:pt x="28" y="27"/>
                  <a:pt x="25" y="27"/>
                </a:cubicBezTo>
                <a:cubicBezTo>
                  <a:pt x="21" y="27"/>
                  <a:pt x="18" y="24"/>
                  <a:pt x="18" y="21"/>
                </a:cubicBezTo>
                <a:cubicBezTo>
                  <a:pt x="18" y="17"/>
                  <a:pt x="21" y="14"/>
                  <a:pt x="25" y="14"/>
                </a:cubicBezTo>
                <a:close/>
                <a:moveTo>
                  <a:pt x="28" y="18"/>
                </a:moveTo>
                <a:cubicBezTo>
                  <a:pt x="28" y="18"/>
                  <a:pt x="28" y="18"/>
                  <a:pt x="28" y="18"/>
                </a:cubicBezTo>
                <a:cubicBezTo>
                  <a:pt x="27" y="17"/>
                  <a:pt x="26" y="17"/>
                  <a:pt x="25" y="17"/>
                </a:cubicBezTo>
                <a:cubicBezTo>
                  <a:pt x="22" y="17"/>
                  <a:pt x="21" y="19"/>
                  <a:pt x="21" y="21"/>
                </a:cubicBezTo>
                <a:cubicBezTo>
                  <a:pt x="21" y="23"/>
                  <a:pt x="22" y="25"/>
                  <a:pt x="25" y="25"/>
                </a:cubicBezTo>
                <a:cubicBezTo>
                  <a:pt x="27" y="25"/>
                  <a:pt x="29" y="23"/>
                  <a:pt x="29" y="21"/>
                </a:cubicBezTo>
                <a:cubicBezTo>
                  <a:pt x="29" y="20"/>
                  <a:pt x="29" y="19"/>
                  <a:pt x="28" y="18"/>
                </a:cubicBezTo>
                <a:cubicBezTo>
                  <a:pt x="28" y="18"/>
                  <a:pt x="28" y="18"/>
                  <a:pt x="28" y="18"/>
                </a:cubicBezTo>
                <a:close/>
                <a:moveTo>
                  <a:pt x="13" y="11"/>
                </a:moveTo>
                <a:cubicBezTo>
                  <a:pt x="13" y="11"/>
                  <a:pt x="13" y="11"/>
                  <a:pt x="13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36"/>
                  <a:pt x="4" y="36"/>
                  <a:pt x="4" y="36"/>
                </a:cubicBezTo>
                <a:cubicBezTo>
                  <a:pt x="46" y="36"/>
                  <a:pt x="46" y="36"/>
                  <a:pt x="46" y="36"/>
                </a:cubicBezTo>
                <a:cubicBezTo>
                  <a:pt x="46" y="11"/>
                  <a:pt x="46" y="11"/>
                  <a:pt x="46" y="11"/>
                </a:cubicBezTo>
                <a:cubicBezTo>
                  <a:pt x="37" y="11"/>
                  <a:pt x="37" y="11"/>
                  <a:pt x="37" y="11"/>
                </a:cubicBezTo>
                <a:cubicBezTo>
                  <a:pt x="37" y="11"/>
                  <a:pt x="37" y="11"/>
                  <a:pt x="37" y="11"/>
                </a:cubicBezTo>
                <a:cubicBezTo>
                  <a:pt x="36" y="11"/>
                  <a:pt x="35" y="10"/>
                  <a:pt x="35" y="9"/>
                </a:cubicBezTo>
                <a:cubicBezTo>
                  <a:pt x="33" y="4"/>
                  <a:pt x="33" y="4"/>
                  <a:pt x="33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5" y="9"/>
                  <a:pt x="15" y="9"/>
                  <a:pt x="15" y="9"/>
                </a:cubicBezTo>
                <a:cubicBezTo>
                  <a:pt x="14" y="10"/>
                  <a:pt x="14" y="11"/>
                  <a:pt x="13" y="11"/>
                </a:cubicBezTo>
                <a:close/>
                <a:moveTo>
                  <a:pt x="25" y="8"/>
                </a:moveTo>
                <a:cubicBezTo>
                  <a:pt x="25" y="8"/>
                  <a:pt x="25" y="8"/>
                  <a:pt x="25" y="8"/>
                </a:cubicBezTo>
                <a:cubicBezTo>
                  <a:pt x="32" y="8"/>
                  <a:pt x="38" y="13"/>
                  <a:pt x="38" y="21"/>
                </a:cubicBezTo>
                <a:cubicBezTo>
                  <a:pt x="38" y="28"/>
                  <a:pt x="32" y="34"/>
                  <a:pt x="25" y="34"/>
                </a:cubicBezTo>
                <a:cubicBezTo>
                  <a:pt x="17" y="34"/>
                  <a:pt x="11" y="28"/>
                  <a:pt x="11" y="21"/>
                </a:cubicBezTo>
                <a:cubicBezTo>
                  <a:pt x="11" y="14"/>
                  <a:pt x="17" y="8"/>
                  <a:pt x="25" y="8"/>
                </a:cubicBezTo>
                <a:close/>
                <a:moveTo>
                  <a:pt x="25" y="11"/>
                </a:moveTo>
                <a:cubicBezTo>
                  <a:pt x="25" y="11"/>
                  <a:pt x="25" y="11"/>
                  <a:pt x="25" y="11"/>
                </a:cubicBezTo>
                <a:cubicBezTo>
                  <a:pt x="20" y="11"/>
                  <a:pt x="15" y="16"/>
                  <a:pt x="15" y="21"/>
                </a:cubicBezTo>
                <a:cubicBezTo>
                  <a:pt x="15" y="26"/>
                  <a:pt x="20" y="30"/>
                  <a:pt x="25" y="30"/>
                </a:cubicBezTo>
                <a:cubicBezTo>
                  <a:pt x="30" y="30"/>
                  <a:pt x="34" y="26"/>
                  <a:pt x="34" y="21"/>
                </a:cubicBezTo>
                <a:cubicBezTo>
                  <a:pt x="34" y="16"/>
                  <a:pt x="30" y="11"/>
                  <a:pt x="25" y="1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20" name="Freeform 254">
            <a:extLst>
              <a:ext uri="{FF2B5EF4-FFF2-40B4-BE49-F238E27FC236}">
                <a16:creationId xmlns:a16="http://schemas.microsoft.com/office/drawing/2014/main" id="{DCC609CC-88A8-B535-D77F-44666223BCF3}"/>
              </a:ext>
            </a:extLst>
          </p:cNvPr>
          <p:cNvSpPr>
            <a:spLocks noEditPoints="1"/>
          </p:cNvSpPr>
          <p:nvPr/>
        </p:nvSpPr>
        <p:spPr bwMode="auto">
          <a:xfrm>
            <a:off x="6563185" y="5262481"/>
            <a:ext cx="211667" cy="165100"/>
          </a:xfrm>
          <a:custGeom>
            <a:avLst/>
            <a:gdLst>
              <a:gd name="T0" fmla="*/ 66675 w 50"/>
              <a:gd name="T1" fmla="*/ 60325 h 39"/>
              <a:gd name="T2" fmla="*/ 76200 w 50"/>
              <a:gd name="T3" fmla="*/ 73025 h 39"/>
              <a:gd name="T4" fmla="*/ 79375 w 50"/>
              <a:gd name="T5" fmla="*/ 85725 h 39"/>
              <a:gd name="T6" fmla="*/ 73025 w 50"/>
              <a:gd name="T7" fmla="*/ 88900 h 39"/>
              <a:gd name="T8" fmla="*/ 19050 w 50"/>
              <a:gd name="T9" fmla="*/ 85725 h 39"/>
              <a:gd name="T10" fmla="*/ 22225 w 50"/>
              <a:gd name="T11" fmla="*/ 73025 h 39"/>
              <a:gd name="T12" fmla="*/ 34925 w 50"/>
              <a:gd name="T13" fmla="*/ 60325 h 39"/>
              <a:gd name="T14" fmla="*/ 25400 w 50"/>
              <a:gd name="T15" fmla="*/ 44450 h 39"/>
              <a:gd name="T16" fmla="*/ 50800 w 50"/>
              <a:gd name="T17" fmla="*/ 22225 h 39"/>
              <a:gd name="T18" fmla="*/ 73025 w 50"/>
              <a:gd name="T19" fmla="*/ 44450 h 39"/>
              <a:gd name="T20" fmla="*/ 63500 w 50"/>
              <a:gd name="T21" fmla="*/ 60325 h 39"/>
              <a:gd name="T22" fmla="*/ 95250 w 50"/>
              <a:gd name="T23" fmla="*/ 69850 h 39"/>
              <a:gd name="T24" fmla="*/ 95250 w 50"/>
              <a:gd name="T25" fmla="*/ 63500 h 39"/>
              <a:gd name="T26" fmla="*/ 136525 w 50"/>
              <a:gd name="T27" fmla="*/ 66675 h 39"/>
              <a:gd name="T28" fmla="*/ 95250 w 50"/>
              <a:gd name="T29" fmla="*/ 69850 h 39"/>
              <a:gd name="T30" fmla="*/ 95250 w 50"/>
              <a:gd name="T31" fmla="*/ 53975 h 39"/>
              <a:gd name="T32" fmla="*/ 95250 w 50"/>
              <a:gd name="T33" fmla="*/ 47625 h 39"/>
              <a:gd name="T34" fmla="*/ 136525 w 50"/>
              <a:gd name="T35" fmla="*/ 50800 h 39"/>
              <a:gd name="T36" fmla="*/ 95250 w 50"/>
              <a:gd name="T37" fmla="*/ 53975 h 39"/>
              <a:gd name="T38" fmla="*/ 95250 w 50"/>
              <a:gd name="T39" fmla="*/ 38100 h 39"/>
              <a:gd name="T40" fmla="*/ 95250 w 50"/>
              <a:gd name="T41" fmla="*/ 31750 h 39"/>
              <a:gd name="T42" fmla="*/ 136525 w 50"/>
              <a:gd name="T43" fmla="*/ 34925 h 39"/>
              <a:gd name="T44" fmla="*/ 95250 w 50"/>
              <a:gd name="T45" fmla="*/ 38100 h 39"/>
              <a:gd name="T46" fmla="*/ 6350 w 50"/>
              <a:gd name="T47" fmla="*/ 0 h 39"/>
              <a:gd name="T48" fmla="*/ 152400 w 50"/>
              <a:gd name="T49" fmla="*/ 0 h 39"/>
              <a:gd name="T50" fmla="*/ 158750 w 50"/>
              <a:gd name="T51" fmla="*/ 6350 h 39"/>
              <a:gd name="T52" fmla="*/ 152400 w 50"/>
              <a:gd name="T53" fmla="*/ 123825 h 39"/>
              <a:gd name="T54" fmla="*/ 127000 w 50"/>
              <a:gd name="T55" fmla="*/ 123825 h 39"/>
              <a:gd name="T56" fmla="*/ 120650 w 50"/>
              <a:gd name="T57" fmla="*/ 117475 h 39"/>
              <a:gd name="T58" fmla="*/ 111125 w 50"/>
              <a:gd name="T59" fmla="*/ 107950 h 39"/>
              <a:gd name="T60" fmla="*/ 104775 w 50"/>
              <a:gd name="T61" fmla="*/ 123825 h 39"/>
              <a:gd name="T62" fmla="*/ 50800 w 50"/>
              <a:gd name="T63" fmla="*/ 123825 h 39"/>
              <a:gd name="T64" fmla="*/ 44450 w 50"/>
              <a:gd name="T65" fmla="*/ 117475 h 39"/>
              <a:gd name="T66" fmla="*/ 34925 w 50"/>
              <a:gd name="T67" fmla="*/ 107950 h 39"/>
              <a:gd name="T68" fmla="*/ 28575 w 50"/>
              <a:gd name="T69" fmla="*/ 123825 h 39"/>
              <a:gd name="T70" fmla="*/ 6350 w 50"/>
              <a:gd name="T71" fmla="*/ 123825 h 39"/>
              <a:gd name="T72" fmla="*/ 0 w 50"/>
              <a:gd name="T73" fmla="*/ 117475 h 39"/>
              <a:gd name="T74" fmla="*/ 6350 w 50"/>
              <a:gd name="T75" fmla="*/ 0 h 39"/>
              <a:gd name="T76" fmla="*/ 146050 w 50"/>
              <a:gd name="T77" fmla="*/ 12700 h 39"/>
              <a:gd name="T78" fmla="*/ 12700 w 50"/>
              <a:gd name="T79" fmla="*/ 114300 h 39"/>
              <a:gd name="T80" fmla="*/ 22225 w 50"/>
              <a:gd name="T81" fmla="*/ 104775 h 39"/>
              <a:gd name="T82" fmla="*/ 28575 w 50"/>
              <a:gd name="T83" fmla="*/ 98425 h 39"/>
              <a:gd name="T84" fmla="*/ 50800 w 50"/>
              <a:gd name="T85" fmla="*/ 98425 h 39"/>
              <a:gd name="T86" fmla="*/ 57150 w 50"/>
              <a:gd name="T87" fmla="*/ 114300 h 39"/>
              <a:gd name="T88" fmla="*/ 98425 w 50"/>
              <a:gd name="T89" fmla="*/ 104775 h 39"/>
              <a:gd name="T90" fmla="*/ 104775 w 50"/>
              <a:gd name="T91" fmla="*/ 98425 h 39"/>
              <a:gd name="T92" fmla="*/ 127000 w 50"/>
              <a:gd name="T93" fmla="*/ 98425 h 39"/>
              <a:gd name="T94" fmla="*/ 133350 w 50"/>
              <a:gd name="T95" fmla="*/ 114300 h 39"/>
              <a:gd name="T96" fmla="*/ 146050 w 50"/>
              <a:gd name="T97" fmla="*/ 12700 h 39"/>
              <a:gd name="T98" fmla="*/ 41275 w 50"/>
              <a:gd name="T99" fmla="*/ 66675 h 39"/>
              <a:gd name="T100" fmla="*/ 28575 w 50"/>
              <a:gd name="T101" fmla="*/ 73025 h 39"/>
              <a:gd name="T102" fmla="*/ 28575 w 50"/>
              <a:gd name="T103" fmla="*/ 79375 h 39"/>
              <a:gd name="T104" fmla="*/ 69850 w 50"/>
              <a:gd name="T105" fmla="*/ 79375 h 39"/>
              <a:gd name="T106" fmla="*/ 66675 w 50"/>
              <a:gd name="T107" fmla="*/ 69850 h 39"/>
              <a:gd name="T108" fmla="*/ 57150 w 50"/>
              <a:gd name="T109" fmla="*/ 66675 h 39"/>
              <a:gd name="T110" fmla="*/ 60325 w 50"/>
              <a:gd name="T111" fmla="*/ 31750 h 39"/>
              <a:gd name="T112" fmla="*/ 50800 w 50"/>
              <a:gd name="T113" fmla="*/ 28575 h 39"/>
              <a:gd name="T114" fmla="*/ 34925 w 50"/>
              <a:gd name="T115" fmla="*/ 44450 h 39"/>
              <a:gd name="T116" fmla="*/ 60325 w 50"/>
              <a:gd name="T117" fmla="*/ 53975 h 39"/>
              <a:gd name="T118" fmla="*/ 60325 w 50"/>
              <a:gd name="T119" fmla="*/ 31750 h 39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39">
                <a:moveTo>
                  <a:pt x="20" y="19"/>
                </a:moveTo>
                <a:cubicBezTo>
                  <a:pt x="21" y="19"/>
                  <a:pt x="21" y="19"/>
                  <a:pt x="21" y="19"/>
                </a:cubicBezTo>
                <a:cubicBezTo>
                  <a:pt x="21" y="20"/>
                  <a:pt x="22" y="20"/>
                  <a:pt x="23" y="21"/>
                </a:cubicBezTo>
                <a:cubicBezTo>
                  <a:pt x="23" y="21"/>
                  <a:pt x="24" y="22"/>
                  <a:pt x="24" y="23"/>
                </a:cubicBezTo>
                <a:cubicBezTo>
                  <a:pt x="24" y="23"/>
                  <a:pt x="25" y="24"/>
                  <a:pt x="25" y="25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27"/>
                  <a:pt x="24" y="28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7" y="28"/>
                  <a:pt x="6" y="27"/>
                  <a:pt x="6" y="27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24"/>
                  <a:pt x="7" y="23"/>
                  <a:pt x="7" y="23"/>
                </a:cubicBezTo>
                <a:cubicBezTo>
                  <a:pt x="7" y="22"/>
                  <a:pt x="8" y="21"/>
                  <a:pt x="8" y="21"/>
                </a:cubicBezTo>
                <a:cubicBezTo>
                  <a:pt x="9" y="20"/>
                  <a:pt x="10" y="19"/>
                  <a:pt x="11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9" y="18"/>
                  <a:pt x="8" y="16"/>
                  <a:pt x="8" y="14"/>
                </a:cubicBezTo>
                <a:cubicBezTo>
                  <a:pt x="8" y="12"/>
                  <a:pt x="9" y="10"/>
                  <a:pt x="10" y="9"/>
                </a:cubicBezTo>
                <a:cubicBezTo>
                  <a:pt x="12" y="7"/>
                  <a:pt x="14" y="7"/>
                  <a:pt x="16" y="7"/>
                </a:cubicBezTo>
                <a:cubicBezTo>
                  <a:pt x="18" y="7"/>
                  <a:pt x="19" y="7"/>
                  <a:pt x="21" y="9"/>
                </a:cubicBezTo>
                <a:cubicBezTo>
                  <a:pt x="22" y="10"/>
                  <a:pt x="23" y="12"/>
                  <a:pt x="23" y="14"/>
                </a:cubicBezTo>
                <a:cubicBezTo>
                  <a:pt x="23" y="16"/>
                  <a:pt x="22" y="18"/>
                  <a:pt x="21" y="19"/>
                </a:cubicBezTo>
                <a:cubicBezTo>
                  <a:pt x="20" y="19"/>
                  <a:pt x="20" y="19"/>
                  <a:pt x="20" y="19"/>
                </a:cubicBezTo>
                <a:close/>
                <a:moveTo>
                  <a:pt x="30" y="22"/>
                </a:moveTo>
                <a:cubicBezTo>
                  <a:pt x="30" y="22"/>
                  <a:pt x="30" y="22"/>
                  <a:pt x="30" y="22"/>
                </a:cubicBezTo>
                <a:cubicBezTo>
                  <a:pt x="29" y="22"/>
                  <a:pt x="29" y="22"/>
                  <a:pt x="29" y="21"/>
                </a:cubicBezTo>
                <a:cubicBezTo>
                  <a:pt x="29" y="21"/>
                  <a:pt x="29" y="20"/>
                  <a:pt x="30" y="20"/>
                </a:cubicBezTo>
                <a:cubicBezTo>
                  <a:pt x="42" y="20"/>
                  <a:pt x="42" y="20"/>
                  <a:pt x="42" y="20"/>
                </a:cubicBezTo>
                <a:cubicBezTo>
                  <a:pt x="42" y="20"/>
                  <a:pt x="43" y="21"/>
                  <a:pt x="43" y="21"/>
                </a:cubicBezTo>
                <a:cubicBezTo>
                  <a:pt x="43" y="22"/>
                  <a:pt x="42" y="22"/>
                  <a:pt x="42" y="22"/>
                </a:cubicBezTo>
                <a:cubicBezTo>
                  <a:pt x="30" y="22"/>
                  <a:pt x="30" y="22"/>
                  <a:pt x="30" y="22"/>
                </a:cubicBezTo>
                <a:close/>
                <a:moveTo>
                  <a:pt x="30" y="17"/>
                </a:moveTo>
                <a:cubicBezTo>
                  <a:pt x="30" y="17"/>
                  <a:pt x="30" y="17"/>
                  <a:pt x="30" y="17"/>
                </a:cubicBezTo>
                <a:cubicBezTo>
                  <a:pt x="29" y="17"/>
                  <a:pt x="29" y="17"/>
                  <a:pt x="29" y="16"/>
                </a:cubicBezTo>
                <a:cubicBezTo>
                  <a:pt x="29" y="15"/>
                  <a:pt x="29" y="15"/>
                  <a:pt x="30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3" y="15"/>
                  <a:pt x="43" y="16"/>
                </a:cubicBezTo>
                <a:cubicBezTo>
                  <a:pt x="43" y="17"/>
                  <a:pt x="42" y="17"/>
                  <a:pt x="42" y="17"/>
                </a:cubicBezTo>
                <a:cubicBezTo>
                  <a:pt x="30" y="17"/>
                  <a:pt x="30" y="17"/>
                  <a:pt x="30" y="17"/>
                </a:cubicBezTo>
                <a:close/>
                <a:moveTo>
                  <a:pt x="30" y="12"/>
                </a:moveTo>
                <a:cubicBezTo>
                  <a:pt x="30" y="12"/>
                  <a:pt x="30" y="12"/>
                  <a:pt x="30" y="12"/>
                </a:cubicBezTo>
                <a:cubicBezTo>
                  <a:pt x="29" y="12"/>
                  <a:pt x="29" y="12"/>
                  <a:pt x="29" y="11"/>
                </a:cubicBezTo>
                <a:cubicBezTo>
                  <a:pt x="29" y="10"/>
                  <a:pt x="29" y="10"/>
                  <a:pt x="30" y="10"/>
                </a:cubicBezTo>
                <a:cubicBezTo>
                  <a:pt x="42" y="10"/>
                  <a:pt x="42" y="10"/>
                  <a:pt x="42" y="10"/>
                </a:cubicBezTo>
                <a:cubicBezTo>
                  <a:pt x="42" y="10"/>
                  <a:pt x="43" y="10"/>
                  <a:pt x="43" y="11"/>
                </a:cubicBezTo>
                <a:cubicBezTo>
                  <a:pt x="43" y="12"/>
                  <a:pt x="42" y="12"/>
                  <a:pt x="42" y="12"/>
                </a:cubicBezTo>
                <a:cubicBezTo>
                  <a:pt x="30" y="12"/>
                  <a:pt x="30" y="12"/>
                  <a:pt x="30" y="12"/>
                </a:cubicBezTo>
                <a:close/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39"/>
                  <a:pt x="49" y="39"/>
                  <a:pt x="48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39" y="39"/>
                  <a:pt x="38" y="39"/>
                  <a:pt x="38" y="38"/>
                </a:cubicBezTo>
                <a:cubicBezTo>
                  <a:pt x="38" y="37"/>
                  <a:pt x="38" y="37"/>
                  <a:pt x="38" y="37"/>
                </a:cubicBezTo>
                <a:cubicBezTo>
                  <a:pt x="38" y="34"/>
                  <a:pt x="38" y="34"/>
                  <a:pt x="38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8"/>
                  <a:pt x="35" y="38"/>
                  <a:pt x="35" y="38"/>
                </a:cubicBezTo>
                <a:cubicBezTo>
                  <a:pt x="35" y="39"/>
                  <a:pt x="34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5" y="39"/>
                  <a:pt x="14" y="39"/>
                  <a:pt x="14" y="38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4"/>
                  <a:pt x="14" y="34"/>
                  <a:pt x="14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9"/>
                  <a:pt x="10" y="39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2" y="39"/>
                  <a:pt x="2" y="39"/>
                  <a:pt x="2" y="39"/>
                </a:cubicBezTo>
                <a:cubicBezTo>
                  <a:pt x="1" y="39"/>
                  <a:pt x="0" y="39"/>
                  <a:pt x="0" y="38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6" y="4"/>
                </a:move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36"/>
                  <a:pt x="4" y="36"/>
                  <a:pt x="4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3"/>
                  <a:pt x="7" y="33"/>
                  <a:pt x="7" y="33"/>
                </a:cubicBezTo>
                <a:cubicBezTo>
                  <a:pt x="7" y="32"/>
                  <a:pt x="7" y="32"/>
                  <a:pt x="7" y="32"/>
                </a:cubicBezTo>
                <a:cubicBezTo>
                  <a:pt x="7" y="31"/>
                  <a:pt x="8" y="31"/>
                  <a:pt x="9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7" y="31"/>
                  <a:pt x="18" y="31"/>
                  <a:pt x="18" y="32"/>
                </a:cubicBezTo>
                <a:cubicBezTo>
                  <a:pt x="18" y="36"/>
                  <a:pt x="18" y="36"/>
                  <a:pt x="18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1"/>
                  <a:pt x="32" y="31"/>
                  <a:pt x="33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41" y="31"/>
                  <a:pt x="42" y="31"/>
                  <a:pt x="42" y="32"/>
                </a:cubicBezTo>
                <a:cubicBezTo>
                  <a:pt x="42" y="36"/>
                  <a:pt x="42" y="36"/>
                  <a:pt x="42" y="36"/>
                </a:cubicBezTo>
                <a:cubicBezTo>
                  <a:pt x="46" y="36"/>
                  <a:pt x="46" y="36"/>
                  <a:pt x="46" y="36"/>
                </a:cubicBezTo>
                <a:cubicBezTo>
                  <a:pt x="46" y="4"/>
                  <a:pt x="46" y="4"/>
                  <a:pt x="46" y="4"/>
                </a:cubicBezTo>
                <a:close/>
                <a:moveTo>
                  <a:pt x="13" y="21"/>
                </a:moveTo>
                <a:cubicBezTo>
                  <a:pt x="13" y="21"/>
                  <a:pt x="13" y="21"/>
                  <a:pt x="13" y="21"/>
                </a:cubicBezTo>
                <a:cubicBezTo>
                  <a:pt x="12" y="21"/>
                  <a:pt x="11" y="21"/>
                  <a:pt x="10" y="22"/>
                </a:cubicBezTo>
                <a:cubicBezTo>
                  <a:pt x="10" y="23"/>
                  <a:pt x="9" y="23"/>
                  <a:pt x="9" y="23"/>
                </a:cubicBezTo>
                <a:cubicBezTo>
                  <a:pt x="9" y="24"/>
                  <a:pt x="9" y="24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4"/>
                  <a:pt x="22" y="24"/>
                  <a:pt x="22" y="23"/>
                </a:cubicBezTo>
                <a:cubicBezTo>
                  <a:pt x="22" y="23"/>
                  <a:pt x="21" y="23"/>
                  <a:pt x="21" y="22"/>
                </a:cubicBezTo>
                <a:cubicBezTo>
                  <a:pt x="21" y="22"/>
                  <a:pt x="20" y="22"/>
                  <a:pt x="20" y="21"/>
                </a:cubicBezTo>
                <a:cubicBezTo>
                  <a:pt x="19" y="21"/>
                  <a:pt x="19" y="21"/>
                  <a:pt x="18" y="21"/>
                </a:cubicBezTo>
                <a:cubicBezTo>
                  <a:pt x="16" y="21"/>
                  <a:pt x="15" y="21"/>
                  <a:pt x="13" y="21"/>
                </a:cubicBezTo>
                <a:close/>
                <a:moveTo>
                  <a:pt x="19" y="10"/>
                </a:moveTo>
                <a:cubicBezTo>
                  <a:pt x="19" y="10"/>
                  <a:pt x="19" y="10"/>
                  <a:pt x="19" y="10"/>
                </a:cubicBezTo>
                <a:cubicBezTo>
                  <a:pt x="18" y="9"/>
                  <a:pt x="17" y="9"/>
                  <a:pt x="16" y="9"/>
                </a:cubicBezTo>
                <a:cubicBezTo>
                  <a:pt x="14" y="9"/>
                  <a:pt x="13" y="9"/>
                  <a:pt x="12" y="10"/>
                </a:cubicBezTo>
                <a:cubicBezTo>
                  <a:pt x="11" y="11"/>
                  <a:pt x="11" y="12"/>
                  <a:pt x="11" y="14"/>
                </a:cubicBezTo>
                <a:cubicBezTo>
                  <a:pt x="11" y="15"/>
                  <a:pt x="11" y="16"/>
                  <a:pt x="12" y="17"/>
                </a:cubicBezTo>
                <a:cubicBezTo>
                  <a:pt x="14" y="19"/>
                  <a:pt x="17" y="19"/>
                  <a:pt x="19" y="17"/>
                </a:cubicBezTo>
                <a:cubicBezTo>
                  <a:pt x="20" y="16"/>
                  <a:pt x="20" y="15"/>
                  <a:pt x="20" y="14"/>
                </a:cubicBezTo>
                <a:cubicBezTo>
                  <a:pt x="20" y="12"/>
                  <a:pt x="20" y="11"/>
                  <a:pt x="19" y="1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21" name="Freeform 255">
            <a:extLst>
              <a:ext uri="{FF2B5EF4-FFF2-40B4-BE49-F238E27FC236}">
                <a16:creationId xmlns:a16="http://schemas.microsoft.com/office/drawing/2014/main" id="{A4C59B1C-5C72-E4FF-7675-6547503C9623}"/>
              </a:ext>
            </a:extLst>
          </p:cNvPr>
          <p:cNvSpPr>
            <a:spLocks noEditPoints="1"/>
          </p:cNvSpPr>
          <p:nvPr/>
        </p:nvSpPr>
        <p:spPr bwMode="auto">
          <a:xfrm>
            <a:off x="6201235" y="5241314"/>
            <a:ext cx="182033" cy="211667"/>
          </a:xfrm>
          <a:custGeom>
            <a:avLst/>
            <a:gdLst>
              <a:gd name="T0" fmla="*/ 88900 w 43"/>
              <a:gd name="T1" fmla="*/ 0 h 50"/>
              <a:gd name="T2" fmla="*/ 136525 w 43"/>
              <a:gd name="T3" fmla="*/ 44450 h 50"/>
              <a:gd name="T4" fmla="*/ 136525 w 43"/>
              <a:gd name="T5" fmla="*/ 50800 h 50"/>
              <a:gd name="T6" fmla="*/ 133350 w 43"/>
              <a:gd name="T7" fmla="*/ 152400 h 50"/>
              <a:gd name="T8" fmla="*/ 133350 w 43"/>
              <a:gd name="T9" fmla="*/ 152400 h 50"/>
              <a:gd name="T10" fmla="*/ 15875 w 43"/>
              <a:gd name="T11" fmla="*/ 158750 h 50"/>
              <a:gd name="T12" fmla="*/ 3175 w 43"/>
              <a:gd name="T13" fmla="*/ 152400 h 50"/>
              <a:gd name="T14" fmla="*/ 0 w 43"/>
              <a:gd name="T15" fmla="*/ 15875 h 50"/>
              <a:gd name="T16" fmla="*/ 15875 w 43"/>
              <a:gd name="T17" fmla="*/ 0 h 50"/>
              <a:gd name="T18" fmla="*/ 92075 w 43"/>
              <a:gd name="T19" fmla="*/ 79375 h 50"/>
              <a:gd name="T20" fmla="*/ 101600 w 43"/>
              <a:gd name="T21" fmla="*/ 104775 h 50"/>
              <a:gd name="T22" fmla="*/ 66675 w 43"/>
              <a:gd name="T23" fmla="*/ 139700 h 50"/>
              <a:gd name="T24" fmla="*/ 44450 w 43"/>
              <a:gd name="T25" fmla="*/ 127000 h 50"/>
              <a:gd name="T26" fmla="*/ 44450 w 43"/>
              <a:gd name="T27" fmla="*/ 79375 h 50"/>
              <a:gd name="T28" fmla="*/ 92075 w 43"/>
              <a:gd name="T29" fmla="*/ 79375 h 50"/>
              <a:gd name="T30" fmla="*/ 25400 w 43"/>
              <a:gd name="T31" fmla="*/ 63500 h 50"/>
              <a:gd name="T32" fmla="*/ 25400 w 43"/>
              <a:gd name="T33" fmla="*/ 57150 h 50"/>
              <a:gd name="T34" fmla="*/ 44450 w 43"/>
              <a:gd name="T35" fmla="*/ 60325 h 50"/>
              <a:gd name="T36" fmla="*/ 25400 w 43"/>
              <a:gd name="T37" fmla="*/ 63500 h 50"/>
              <a:gd name="T38" fmla="*/ 25400 w 43"/>
              <a:gd name="T39" fmla="*/ 50800 h 50"/>
              <a:gd name="T40" fmla="*/ 25400 w 43"/>
              <a:gd name="T41" fmla="*/ 41275 h 50"/>
              <a:gd name="T42" fmla="*/ 73025 w 43"/>
              <a:gd name="T43" fmla="*/ 44450 h 50"/>
              <a:gd name="T44" fmla="*/ 25400 w 43"/>
              <a:gd name="T45" fmla="*/ 50800 h 50"/>
              <a:gd name="T46" fmla="*/ 25400 w 43"/>
              <a:gd name="T47" fmla="*/ 34925 h 50"/>
              <a:gd name="T48" fmla="*/ 25400 w 43"/>
              <a:gd name="T49" fmla="*/ 28575 h 50"/>
              <a:gd name="T50" fmla="*/ 73025 w 43"/>
              <a:gd name="T51" fmla="*/ 31750 h 50"/>
              <a:gd name="T52" fmla="*/ 25400 w 43"/>
              <a:gd name="T53" fmla="*/ 34925 h 50"/>
              <a:gd name="T54" fmla="*/ 73025 w 43"/>
              <a:gd name="T55" fmla="*/ 76200 h 50"/>
              <a:gd name="T56" fmla="*/ 92075 w 43"/>
              <a:gd name="T57" fmla="*/ 114300 h 50"/>
              <a:gd name="T58" fmla="*/ 88900 w 43"/>
              <a:gd name="T59" fmla="*/ 85725 h 50"/>
              <a:gd name="T60" fmla="*/ 73025 w 43"/>
              <a:gd name="T61" fmla="*/ 76200 h 50"/>
              <a:gd name="T62" fmla="*/ 88900 w 43"/>
              <a:gd name="T63" fmla="*/ 120650 h 50"/>
              <a:gd name="T64" fmla="*/ 63500 w 43"/>
              <a:gd name="T65" fmla="*/ 104775 h 50"/>
              <a:gd name="T66" fmla="*/ 50800 w 43"/>
              <a:gd name="T67" fmla="*/ 85725 h 50"/>
              <a:gd name="T68" fmla="*/ 41275 w 43"/>
              <a:gd name="T69" fmla="*/ 104775 h 50"/>
              <a:gd name="T70" fmla="*/ 47625 w 43"/>
              <a:gd name="T71" fmla="*/ 123825 h 50"/>
              <a:gd name="T72" fmla="*/ 88900 w 43"/>
              <a:gd name="T73" fmla="*/ 123825 h 50"/>
              <a:gd name="T74" fmla="*/ 127000 w 43"/>
              <a:gd name="T75" fmla="*/ 53975 h 50"/>
              <a:gd name="T76" fmla="*/ 98425 w 43"/>
              <a:gd name="T77" fmla="*/ 53975 h 50"/>
              <a:gd name="T78" fmla="*/ 88900 w 43"/>
              <a:gd name="T79" fmla="*/ 47625 h 50"/>
              <a:gd name="T80" fmla="*/ 82550 w 43"/>
              <a:gd name="T81" fmla="*/ 12700 h 50"/>
              <a:gd name="T82" fmla="*/ 12700 w 43"/>
              <a:gd name="T83" fmla="*/ 12700 h 50"/>
              <a:gd name="T84" fmla="*/ 9525 w 43"/>
              <a:gd name="T85" fmla="*/ 142875 h 50"/>
              <a:gd name="T86" fmla="*/ 12700 w 43"/>
              <a:gd name="T87" fmla="*/ 146050 h 50"/>
              <a:gd name="T88" fmla="*/ 120650 w 43"/>
              <a:gd name="T89" fmla="*/ 146050 h 50"/>
              <a:gd name="T90" fmla="*/ 123825 w 43"/>
              <a:gd name="T91" fmla="*/ 146050 h 50"/>
              <a:gd name="T92" fmla="*/ 127000 w 43"/>
              <a:gd name="T93" fmla="*/ 53975 h 50"/>
              <a:gd name="T94" fmla="*/ 120650 w 43"/>
              <a:gd name="T95" fmla="*/ 47625 h 50"/>
              <a:gd name="T96" fmla="*/ 92075 w 43"/>
              <a:gd name="T97" fmla="*/ 38100 h 50"/>
              <a:gd name="T98" fmla="*/ 92075 w 43"/>
              <a:gd name="T99" fmla="*/ 44450 h 50"/>
              <a:gd name="T100" fmla="*/ 120650 w 43"/>
              <a:gd name="T101" fmla="*/ 47625 h 5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43" h="50">
                <a:moveTo>
                  <a:pt x="5" y="0"/>
                </a:move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9" y="0"/>
                  <a:pt x="29" y="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15"/>
                  <a:pt x="43" y="15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45"/>
                  <a:pt x="43" y="45"/>
                  <a:pt x="43" y="45"/>
                </a:cubicBezTo>
                <a:cubicBezTo>
                  <a:pt x="43" y="46"/>
                  <a:pt x="43" y="48"/>
                  <a:pt x="42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1" y="49"/>
                  <a:pt x="40" y="50"/>
                  <a:pt x="38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3" y="50"/>
                  <a:pt x="2" y="49"/>
                  <a:pt x="1" y="48"/>
                </a:cubicBezTo>
                <a:cubicBezTo>
                  <a:pt x="1" y="48"/>
                  <a:pt x="1" y="48"/>
                  <a:pt x="1" y="48"/>
                </a:cubicBezTo>
                <a:cubicBezTo>
                  <a:pt x="0" y="48"/>
                  <a:pt x="0" y="46"/>
                  <a:pt x="0" y="45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0" y="2"/>
                  <a:pt x="1" y="1"/>
                </a:cubicBezTo>
                <a:cubicBezTo>
                  <a:pt x="2" y="0"/>
                  <a:pt x="3" y="0"/>
                  <a:pt x="5" y="0"/>
                </a:cubicBezTo>
                <a:close/>
                <a:moveTo>
                  <a:pt x="29" y="25"/>
                </a:moveTo>
                <a:cubicBezTo>
                  <a:pt x="29" y="25"/>
                  <a:pt x="29" y="25"/>
                  <a:pt x="29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31" y="27"/>
                  <a:pt x="32" y="30"/>
                  <a:pt x="32" y="33"/>
                </a:cubicBezTo>
                <a:cubicBezTo>
                  <a:pt x="32" y="36"/>
                  <a:pt x="31" y="38"/>
                  <a:pt x="29" y="40"/>
                </a:cubicBezTo>
                <a:cubicBezTo>
                  <a:pt x="27" y="42"/>
                  <a:pt x="24" y="44"/>
                  <a:pt x="21" y="44"/>
                </a:cubicBezTo>
                <a:cubicBezTo>
                  <a:pt x="19" y="44"/>
                  <a:pt x="16" y="42"/>
                  <a:pt x="14" y="40"/>
                </a:cubicBezTo>
                <a:cubicBezTo>
                  <a:pt x="14" y="40"/>
                  <a:pt x="14" y="40"/>
                  <a:pt x="14" y="40"/>
                </a:cubicBezTo>
                <a:cubicBezTo>
                  <a:pt x="12" y="38"/>
                  <a:pt x="11" y="36"/>
                  <a:pt x="11" y="33"/>
                </a:cubicBezTo>
                <a:cubicBezTo>
                  <a:pt x="11" y="30"/>
                  <a:pt x="12" y="27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8" y="21"/>
                  <a:pt x="25" y="21"/>
                  <a:pt x="29" y="25"/>
                </a:cubicBezTo>
                <a:close/>
                <a:moveTo>
                  <a:pt x="8" y="20"/>
                </a:moveTo>
                <a:cubicBezTo>
                  <a:pt x="8" y="20"/>
                  <a:pt x="8" y="20"/>
                  <a:pt x="8" y="20"/>
                </a:cubicBezTo>
                <a:cubicBezTo>
                  <a:pt x="8" y="20"/>
                  <a:pt x="7" y="20"/>
                  <a:pt x="7" y="19"/>
                </a:cubicBezTo>
                <a:cubicBezTo>
                  <a:pt x="7" y="18"/>
                  <a:pt x="8" y="18"/>
                  <a:pt x="8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3" y="18"/>
                  <a:pt x="14" y="18"/>
                  <a:pt x="14" y="19"/>
                </a:cubicBezTo>
                <a:cubicBezTo>
                  <a:pt x="14" y="20"/>
                  <a:pt x="13" y="20"/>
                  <a:pt x="12" y="20"/>
                </a:cubicBezTo>
                <a:cubicBezTo>
                  <a:pt x="8" y="20"/>
                  <a:pt x="8" y="20"/>
                  <a:pt x="8" y="20"/>
                </a:cubicBezTo>
                <a:close/>
                <a:moveTo>
                  <a:pt x="8" y="16"/>
                </a:move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7" y="15"/>
                  <a:pt x="7" y="14"/>
                </a:cubicBezTo>
                <a:cubicBezTo>
                  <a:pt x="7" y="14"/>
                  <a:pt x="8" y="13"/>
                  <a:pt x="8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3" y="14"/>
                  <a:pt x="23" y="14"/>
                </a:cubicBezTo>
                <a:cubicBezTo>
                  <a:pt x="23" y="15"/>
                  <a:pt x="22" y="16"/>
                  <a:pt x="22" y="16"/>
                </a:cubicBezTo>
                <a:cubicBezTo>
                  <a:pt x="8" y="16"/>
                  <a:pt x="8" y="16"/>
                  <a:pt x="8" y="1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7" y="10"/>
                  <a:pt x="7" y="10"/>
                </a:cubicBezTo>
                <a:cubicBezTo>
                  <a:pt x="7" y="9"/>
                  <a:pt x="8" y="9"/>
                  <a:pt x="8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3" y="9"/>
                  <a:pt x="23" y="10"/>
                </a:cubicBezTo>
                <a:cubicBezTo>
                  <a:pt x="23" y="10"/>
                  <a:pt x="22" y="11"/>
                  <a:pt x="22" y="11"/>
                </a:cubicBezTo>
                <a:cubicBezTo>
                  <a:pt x="8" y="11"/>
                  <a:pt x="8" y="11"/>
                  <a:pt x="8" y="11"/>
                </a:cubicBezTo>
                <a:close/>
                <a:moveTo>
                  <a:pt x="23" y="24"/>
                </a:moveTo>
                <a:cubicBezTo>
                  <a:pt x="23" y="24"/>
                  <a:pt x="23" y="24"/>
                  <a:pt x="23" y="24"/>
                </a:cubicBezTo>
                <a:cubicBezTo>
                  <a:pt x="23" y="32"/>
                  <a:pt x="23" y="32"/>
                  <a:pt x="23" y="32"/>
                </a:cubicBezTo>
                <a:cubicBezTo>
                  <a:pt x="29" y="36"/>
                  <a:pt x="29" y="36"/>
                  <a:pt x="29" y="36"/>
                </a:cubicBezTo>
                <a:cubicBezTo>
                  <a:pt x="30" y="35"/>
                  <a:pt x="30" y="34"/>
                  <a:pt x="30" y="33"/>
                </a:cubicBezTo>
                <a:cubicBezTo>
                  <a:pt x="30" y="30"/>
                  <a:pt x="29" y="28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6" y="25"/>
                  <a:pt x="25" y="25"/>
                  <a:pt x="23" y="24"/>
                </a:cubicBezTo>
                <a:close/>
                <a:moveTo>
                  <a:pt x="28" y="38"/>
                </a:moveTo>
                <a:cubicBezTo>
                  <a:pt x="28" y="38"/>
                  <a:pt x="28" y="38"/>
                  <a:pt x="28" y="38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0" y="33"/>
                  <a:pt x="20" y="33"/>
                </a:cubicBezTo>
                <a:cubicBezTo>
                  <a:pt x="20" y="24"/>
                  <a:pt x="20" y="24"/>
                  <a:pt x="20" y="24"/>
                </a:cubicBezTo>
                <a:cubicBezTo>
                  <a:pt x="18" y="25"/>
                  <a:pt x="17" y="25"/>
                  <a:pt x="16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4" y="28"/>
                  <a:pt x="13" y="30"/>
                  <a:pt x="13" y="33"/>
                </a:cubicBezTo>
                <a:cubicBezTo>
                  <a:pt x="13" y="35"/>
                  <a:pt x="14" y="37"/>
                  <a:pt x="15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7" y="40"/>
                  <a:pt x="19" y="41"/>
                  <a:pt x="21" y="41"/>
                </a:cubicBezTo>
                <a:cubicBezTo>
                  <a:pt x="24" y="41"/>
                  <a:pt x="26" y="40"/>
                  <a:pt x="28" y="39"/>
                </a:cubicBezTo>
                <a:cubicBezTo>
                  <a:pt x="28" y="39"/>
                  <a:pt x="28" y="38"/>
                  <a:pt x="28" y="38"/>
                </a:cubicBezTo>
                <a:close/>
                <a:moveTo>
                  <a:pt x="40" y="17"/>
                </a:moveTo>
                <a:cubicBezTo>
                  <a:pt x="40" y="17"/>
                  <a:pt x="40" y="17"/>
                  <a:pt x="40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0" y="17"/>
                  <a:pt x="28" y="16"/>
                  <a:pt x="28" y="16"/>
                </a:cubicBezTo>
                <a:cubicBezTo>
                  <a:pt x="28" y="15"/>
                  <a:pt x="28" y="15"/>
                  <a:pt x="28" y="15"/>
                </a:cubicBezTo>
                <a:cubicBezTo>
                  <a:pt x="27" y="15"/>
                  <a:pt x="26" y="14"/>
                  <a:pt x="26" y="12"/>
                </a:cubicBezTo>
                <a:cubicBezTo>
                  <a:pt x="26" y="4"/>
                  <a:pt x="26" y="4"/>
                  <a:pt x="26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3" y="5"/>
                  <a:pt x="3" y="5"/>
                </a:cubicBezTo>
                <a:cubicBezTo>
                  <a:pt x="3" y="45"/>
                  <a:pt x="3" y="45"/>
                  <a:pt x="3" y="45"/>
                </a:cubicBezTo>
                <a:cubicBezTo>
                  <a:pt x="3" y="45"/>
                  <a:pt x="4" y="45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5" y="46"/>
                </a:cubicBezTo>
                <a:cubicBezTo>
                  <a:pt x="38" y="46"/>
                  <a:pt x="38" y="46"/>
                  <a:pt x="38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5"/>
                  <a:pt x="40" y="45"/>
                  <a:pt x="40" y="45"/>
                </a:cubicBezTo>
                <a:cubicBezTo>
                  <a:pt x="40" y="17"/>
                  <a:pt x="40" y="17"/>
                  <a:pt x="40" y="17"/>
                </a:cubicBezTo>
                <a:close/>
                <a:moveTo>
                  <a:pt x="38" y="15"/>
                </a:moveTo>
                <a:cubicBezTo>
                  <a:pt x="38" y="15"/>
                  <a:pt x="38" y="15"/>
                  <a:pt x="38" y="15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3"/>
                  <a:pt x="29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30" y="14"/>
                  <a:pt x="30" y="15"/>
                  <a:pt x="31" y="15"/>
                </a:cubicBezTo>
                <a:cubicBezTo>
                  <a:pt x="38" y="15"/>
                  <a:pt x="38" y="15"/>
                  <a:pt x="38" y="1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22" name="Freeform 256">
            <a:extLst>
              <a:ext uri="{FF2B5EF4-FFF2-40B4-BE49-F238E27FC236}">
                <a16:creationId xmlns:a16="http://schemas.microsoft.com/office/drawing/2014/main" id="{709A0FE4-C68B-A2F7-BC58-6A7F446C7F20}"/>
              </a:ext>
            </a:extLst>
          </p:cNvPr>
          <p:cNvSpPr>
            <a:spLocks noEditPoints="1"/>
          </p:cNvSpPr>
          <p:nvPr/>
        </p:nvSpPr>
        <p:spPr bwMode="auto">
          <a:xfrm>
            <a:off x="9901167" y="4803165"/>
            <a:ext cx="211667" cy="211667"/>
          </a:xfrm>
          <a:custGeom>
            <a:avLst/>
            <a:gdLst>
              <a:gd name="T0" fmla="*/ 88900 w 50"/>
              <a:gd name="T1" fmla="*/ 25400 h 50"/>
              <a:gd name="T2" fmla="*/ 57150 w 50"/>
              <a:gd name="T3" fmla="*/ 3175 h 50"/>
              <a:gd name="T4" fmla="*/ 92075 w 50"/>
              <a:gd name="T5" fmla="*/ 19050 h 50"/>
              <a:gd name="T6" fmla="*/ 123825 w 50"/>
              <a:gd name="T7" fmla="*/ 34925 h 50"/>
              <a:gd name="T8" fmla="*/ 127000 w 50"/>
              <a:gd name="T9" fmla="*/ 34925 h 50"/>
              <a:gd name="T10" fmla="*/ 149225 w 50"/>
              <a:gd name="T11" fmla="*/ 44450 h 50"/>
              <a:gd name="T12" fmla="*/ 158750 w 50"/>
              <a:gd name="T13" fmla="*/ 127000 h 50"/>
              <a:gd name="T14" fmla="*/ 149225 w 50"/>
              <a:gd name="T15" fmla="*/ 149225 h 50"/>
              <a:gd name="T16" fmla="*/ 127000 w 50"/>
              <a:gd name="T17" fmla="*/ 158750 h 50"/>
              <a:gd name="T18" fmla="*/ 9525 w 50"/>
              <a:gd name="T19" fmla="*/ 149225 h 50"/>
              <a:gd name="T20" fmla="*/ 0 w 50"/>
              <a:gd name="T21" fmla="*/ 127000 h 50"/>
              <a:gd name="T22" fmla="*/ 9525 w 50"/>
              <a:gd name="T23" fmla="*/ 44450 h 50"/>
              <a:gd name="T24" fmla="*/ 31750 w 50"/>
              <a:gd name="T25" fmla="*/ 34925 h 50"/>
              <a:gd name="T26" fmla="*/ 92075 w 50"/>
              <a:gd name="T27" fmla="*/ 28575 h 50"/>
              <a:gd name="T28" fmla="*/ 127000 w 50"/>
              <a:gd name="T29" fmla="*/ 47625 h 50"/>
              <a:gd name="T30" fmla="*/ 19050 w 50"/>
              <a:gd name="T31" fmla="*/ 50800 h 50"/>
              <a:gd name="T32" fmla="*/ 12700 w 50"/>
              <a:gd name="T33" fmla="*/ 66675 h 50"/>
              <a:gd name="T34" fmla="*/ 15875 w 50"/>
              <a:gd name="T35" fmla="*/ 139700 h 50"/>
              <a:gd name="T36" fmla="*/ 31750 w 50"/>
              <a:gd name="T37" fmla="*/ 146050 h 50"/>
              <a:gd name="T38" fmla="*/ 139700 w 50"/>
              <a:gd name="T39" fmla="*/ 139700 h 50"/>
              <a:gd name="T40" fmla="*/ 146050 w 50"/>
              <a:gd name="T41" fmla="*/ 66675 h 50"/>
              <a:gd name="T42" fmla="*/ 139700 w 50"/>
              <a:gd name="T43" fmla="*/ 53975 h 50"/>
              <a:gd name="T44" fmla="*/ 28575 w 50"/>
              <a:gd name="T45" fmla="*/ 57150 h 50"/>
              <a:gd name="T46" fmla="*/ 28575 w 50"/>
              <a:gd name="T47" fmla="*/ 57150 h 50"/>
              <a:gd name="T48" fmla="*/ 133350 w 50"/>
              <a:gd name="T49" fmla="*/ 63500 h 50"/>
              <a:gd name="T50" fmla="*/ 133350 w 50"/>
              <a:gd name="T51" fmla="*/ 85725 h 50"/>
              <a:gd name="T52" fmla="*/ 130175 w 50"/>
              <a:gd name="T53" fmla="*/ 88900 h 50"/>
              <a:gd name="T54" fmla="*/ 25400 w 50"/>
              <a:gd name="T55" fmla="*/ 85725 h 50"/>
              <a:gd name="T56" fmla="*/ 25400 w 50"/>
              <a:gd name="T57" fmla="*/ 63500 h 50"/>
              <a:gd name="T58" fmla="*/ 127000 w 50"/>
              <a:gd name="T59" fmla="*/ 66675 h 50"/>
              <a:gd name="T60" fmla="*/ 66675 w 50"/>
              <a:gd name="T61" fmla="*/ 66675 h 50"/>
              <a:gd name="T62" fmla="*/ 66675 w 50"/>
              <a:gd name="T63" fmla="*/ 82550 h 50"/>
              <a:gd name="T64" fmla="*/ 127000 w 50"/>
              <a:gd name="T65" fmla="*/ 82550 h 50"/>
              <a:gd name="T66" fmla="*/ 53975 w 50"/>
              <a:gd name="T67" fmla="*/ 66675 h 50"/>
              <a:gd name="T68" fmla="*/ 31750 w 50"/>
              <a:gd name="T69" fmla="*/ 66675 h 50"/>
              <a:gd name="T70" fmla="*/ 53975 w 50"/>
              <a:gd name="T71" fmla="*/ 82550 h 50"/>
              <a:gd name="T72" fmla="*/ 53975 w 50"/>
              <a:gd name="T73" fmla="*/ 66675 h 50"/>
              <a:gd name="T74" fmla="*/ 111125 w 50"/>
              <a:gd name="T75" fmla="*/ 95250 h 50"/>
              <a:gd name="T76" fmla="*/ 127000 w 50"/>
              <a:gd name="T77" fmla="*/ 101600 h 50"/>
              <a:gd name="T78" fmla="*/ 133350 w 50"/>
              <a:gd name="T79" fmla="*/ 117475 h 50"/>
              <a:gd name="T80" fmla="*/ 127000 w 50"/>
              <a:gd name="T81" fmla="*/ 133350 h 50"/>
              <a:gd name="T82" fmla="*/ 95250 w 50"/>
              <a:gd name="T83" fmla="*/ 133350 h 50"/>
              <a:gd name="T84" fmla="*/ 95250 w 50"/>
              <a:gd name="T85" fmla="*/ 101600 h 50"/>
              <a:gd name="T86" fmla="*/ 111125 w 50"/>
              <a:gd name="T87" fmla="*/ 95250 h 50"/>
              <a:gd name="T88" fmla="*/ 120650 w 50"/>
              <a:gd name="T89" fmla="*/ 104775 h 50"/>
              <a:gd name="T90" fmla="*/ 111125 w 50"/>
              <a:gd name="T91" fmla="*/ 101600 h 50"/>
              <a:gd name="T92" fmla="*/ 101600 w 50"/>
              <a:gd name="T93" fmla="*/ 104775 h 50"/>
              <a:gd name="T94" fmla="*/ 101600 w 50"/>
              <a:gd name="T95" fmla="*/ 127000 h 50"/>
              <a:gd name="T96" fmla="*/ 120650 w 50"/>
              <a:gd name="T97" fmla="*/ 127000 h 50"/>
              <a:gd name="T98" fmla="*/ 120650 w 50"/>
              <a:gd name="T99" fmla="*/ 104775 h 50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0" h="50">
                <a:moveTo>
                  <a:pt x="29" y="9"/>
                </a:moveTo>
                <a:cubicBezTo>
                  <a:pt x="28" y="9"/>
                  <a:pt x="28" y="9"/>
                  <a:pt x="28" y="8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1"/>
                  <a:pt x="18" y="1"/>
                </a:cubicBezTo>
                <a:cubicBezTo>
                  <a:pt x="18" y="0"/>
                  <a:pt x="19" y="0"/>
                  <a:pt x="19" y="0"/>
                </a:cubicBezTo>
                <a:cubicBezTo>
                  <a:pt x="29" y="6"/>
                  <a:pt x="29" y="6"/>
                  <a:pt x="29" y="6"/>
                </a:cubicBezTo>
                <a:cubicBezTo>
                  <a:pt x="30" y="6"/>
                  <a:pt x="30" y="6"/>
                  <a:pt x="31" y="6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1"/>
                  <a:pt x="39" y="11"/>
                  <a:pt x="39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43" y="11"/>
                  <a:pt x="45" y="12"/>
                  <a:pt x="47" y="14"/>
                </a:cubicBezTo>
                <a:cubicBezTo>
                  <a:pt x="47" y="14"/>
                  <a:pt x="47" y="14"/>
                  <a:pt x="47" y="14"/>
                </a:cubicBezTo>
                <a:cubicBezTo>
                  <a:pt x="49" y="16"/>
                  <a:pt x="50" y="18"/>
                  <a:pt x="50" y="21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43"/>
                  <a:pt x="49" y="45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5" y="49"/>
                  <a:pt x="43" y="50"/>
                  <a:pt x="40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7" y="50"/>
                  <a:pt x="5" y="49"/>
                  <a:pt x="3" y="47"/>
                </a:cubicBezTo>
                <a:cubicBezTo>
                  <a:pt x="3" y="47"/>
                  <a:pt x="3" y="47"/>
                  <a:pt x="3" y="47"/>
                </a:cubicBezTo>
                <a:cubicBezTo>
                  <a:pt x="1" y="45"/>
                  <a:pt x="0" y="43"/>
                  <a:pt x="0" y="40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8"/>
                  <a:pt x="1" y="16"/>
                  <a:pt x="3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5" y="12"/>
                  <a:pt x="7" y="11"/>
                  <a:pt x="10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40" y="15"/>
                </a:moveTo>
                <a:cubicBezTo>
                  <a:pt x="40" y="15"/>
                  <a:pt x="40" y="15"/>
                  <a:pt x="4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8" y="15"/>
                  <a:pt x="7" y="15"/>
                  <a:pt x="6" y="16"/>
                </a:cubicBezTo>
                <a:cubicBezTo>
                  <a:pt x="6" y="17"/>
                  <a:pt x="6" y="17"/>
                  <a:pt x="6" y="17"/>
                </a:cubicBezTo>
                <a:cubicBezTo>
                  <a:pt x="5" y="18"/>
                  <a:pt x="4" y="19"/>
                  <a:pt x="4" y="21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2"/>
                  <a:pt x="4" y="43"/>
                  <a:pt x="5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7" y="45"/>
                  <a:pt x="8" y="46"/>
                  <a:pt x="1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2" y="46"/>
                  <a:pt x="43" y="45"/>
                  <a:pt x="44" y="44"/>
                </a:cubicBezTo>
                <a:cubicBezTo>
                  <a:pt x="45" y="43"/>
                  <a:pt x="46" y="42"/>
                  <a:pt x="46" y="40"/>
                </a:cubicBezTo>
                <a:cubicBezTo>
                  <a:pt x="46" y="21"/>
                  <a:pt x="46" y="21"/>
                  <a:pt x="46" y="21"/>
                </a:cubicBezTo>
                <a:cubicBezTo>
                  <a:pt x="46" y="19"/>
                  <a:pt x="45" y="18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3" y="16"/>
                  <a:pt x="42" y="15"/>
                  <a:pt x="40" y="15"/>
                </a:cubicBezTo>
                <a:close/>
                <a:moveTo>
                  <a:pt x="9" y="18"/>
                </a:moveTo>
                <a:cubicBezTo>
                  <a:pt x="9" y="18"/>
                  <a:pt x="9" y="18"/>
                  <a:pt x="9" y="18"/>
                </a:cubicBezTo>
                <a:cubicBezTo>
                  <a:pt x="9" y="18"/>
                  <a:pt x="9" y="18"/>
                  <a:pt x="9" y="18"/>
                </a:cubicBezTo>
                <a:cubicBezTo>
                  <a:pt x="41" y="18"/>
                  <a:pt x="41" y="18"/>
                  <a:pt x="41" y="18"/>
                </a:cubicBezTo>
                <a:cubicBezTo>
                  <a:pt x="42" y="18"/>
                  <a:pt x="42" y="19"/>
                  <a:pt x="42" y="20"/>
                </a:cubicBezTo>
                <a:cubicBezTo>
                  <a:pt x="42" y="20"/>
                  <a:pt x="42" y="20"/>
                  <a:pt x="42" y="20"/>
                </a:cubicBezTo>
                <a:cubicBezTo>
                  <a:pt x="42" y="27"/>
                  <a:pt x="42" y="27"/>
                  <a:pt x="42" y="27"/>
                </a:cubicBezTo>
                <a:cubicBezTo>
                  <a:pt x="42" y="27"/>
                  <a:pt x="42" y="28"/>
                  <a:pt x="41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8" y="28"/>
                  <a:pt x="8" y="27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19"/>
                  <a:pt x="8" y="18"/>
                  <a:pt x="9" y="18"/>
                </a:cubicBezTo>
                <a:close/>
                <a:moveTo>
                  <a:pt x="40" y="21"/>
                </a:moveTo>
                <a:cubicBezTo>
                  <a:pt x="40" y="21"/>
                  <a:pt x="40" y="21"/>
                  <a:pt x="40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6"/>
                  <a:pt x="21" y="26"/>
                  <a:pt x="21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21"/>
                  <a:pt x="40" y="21"/>
                  <a:pt x="40" y="21"/>
                </a:cubicBezTo>
                <a:close/>
                <a:moveTo>
                  <a:pt x="17" y="21"/>
                </a:moveTo>
                <a:cubicBezTo>
                  <a:pt x="17" y="21"/>
                  <a:pt x="17" y="21"/>
                  <a:pt x="17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6"/>
                  <a:pt x="10" y="26"/>
                  <a:pt x="10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21"/>
                  <a:pt x="17" y="21"/>
                  <a:pt x="17" y="21"/>
                </a:cubicBezTo>
                <a:close/>
                <a:moveTo>
                  <a:pt x="35" y="30"/>
                </a:moveTo>
                <a:cubicBezTo>
                  <a:pt x="35" y="30"/>
                  <a:pt x="35" y="30"/>
                  <a:pt x="35" y="30"/>
                </a:cubicBezTo>
                <a:cubicBezTo>
                  <a:pt x="37" y="30"/>
                  <a:pt x="39" y="31"/>
                  <a:pt x="40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41" y="33"/>
                  <a:pt x="42" y="35"/>
                  <a:pt x="42" y="37"/>
                </a:cubicBezTo>
                <a:cubicBezTo>
                  <a:pt x="42" y="39"/>
                  <a:pt x="41" y="40"/>
                  <a:pt x="40" y="42"/>
                </a:cubicBezTo>
                <a:cubicBezTo>
                  <a:pt x="40" y="42"/>
                  <a:pt x="40" y="42"/>
                  <a:pt x="40" y="42"/>
                </a:cubicBezTo>
                <a:cubicBezTo>
                  <a:pt x="39" y="43"/>
                  <a:pt x="37" y="44"/>
                  <a:pt x="35" y="44"/>
                </a:cubicBezTo>
                <a:cubicBezTo>
                  <a:pt x="33" y="44"/>
                  <a:pt x="31" y="43"/>
                  <a:pt x="30" y="42"/>
                </a:cubicBezTo>
                <a:cubicBezTo>
                  <a:pt x="29" y="40"/>
                  <a:pt x="28" y="39"/>
                  <a:pt x="28" y="37"/>
                </a:cubicBezTo>
                <a:cubicBezTo>
                  <a:pt x="28" y="35"/>
                  <a:pt x="29" y="33"/>
                  <a:pt x="30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31" y="30"/>
                  <a:pt x="33" y="30"/>
                  <a:pt x="35" y="30"/>
                </a:cubicBezTo>
                <a:close/>
                <a:moveTo>
                  <a:pt x="38" y="33"/>
                </a:moveTo>
                <a:cubicBezTo>
                  <a:pt x="38" y="33"/>
                  <a:pt x="38" y="33"/>
                  <a:pt x="38" y="33"/>
                </a:cubicBezTo>
                <a:cubicBezTo>
                  <a:pt x="38" y="33"/>
                  <a:pt x="38" y="33"/>
                  <a:pt x="38" y="33"/>
                </a:cubicBezTo>
                <a:cubicBezTo>
                  <a:pt x="38" y="33"/>
                  <a:pt x="36" y="32"/>
                  <a:pt x="35" y="32"/>
                </a:cubicBezTo>
                <a:cubicBezTo>
                  <a:pt x="34" y="32"/>
                  <a:pt x="33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1" y="34"/>
                  <a:pt x="30" y="35"/>
                  <a:pt x="30" y="37"/>
                </a:cubicBezTo>
                <a:cubicBezTo>
                  <a:pt x="30" y="38"/>
                  <a:pt x="31" y="39"/>
                  <a:pt x="32" y="40"/>
                </a:cubicBezTo>
                <a:cubicBezTo>
                  <a:pt x="32" y="41"/>
                  <a:pt x="34" y="42"/>
                  <a:pt x="35" y="42"/>
                </a:cubicBezTo>
                <a:cubicBezTo>
                  <a:pt x="36" y="42"/>
                  <a:pt x="38" y="41"/>
                  <a:pt x="38" y="40"/>
                </a:cubicBezTo>
                <a:cubicBezTo>
                  <a:pt x="39" y="39"/>
                  <a:pt x="40" y="38"/>
                  <a:pt x="40" y="37"/>
                </a:cubicBezTo>
                <a:cubicBezTo>
                  <a:pt x="40" y="35"/>
                  <a:pt x="39" y="34"/>
                  <a:pt x="38" y="3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23" name="Freeform 257">
            <a:extLst>
              <a:ext uri="{FF2B5EF4-FFF2-40B4-BE49-F238E27FC236}">
                <a16:creationId xmlns:a16="http://schemas.microsoft.com/office/drawing/2014/main" id="{8E420A10-739C-1BC0-9513-28E760B41E43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4820098"/>
            <a:ext cx="211667" cy="177800"/>
          </a:xfrm>
          <a:custGeom>
            <a:avLst/>
            <a:gdLst>
              <a:gd name="T0" fmla="*/ 158750 w 50"/>
              <a:gd name="T1" fmla="*/ 101600 h 42"/>
              <a:gd name="T2" fmla="*/ 127000 w 50"/>
              <a:gd name="T3" fmla="*/ 133350 h 42"/>
              <a:gd name="T4" fmla="*/ 31750 w 50"/>
              <a:gd name="T5" fmla="*/ 133350 h 42"/>
              <a:gd name="T6" fmla="*/ 0 w 50"/>
              <a:gd name="T7" fmla="*/ 101600 h 42"/>
              <a:gd name="T8" fmla="*/ 0 w 50"/>
              <a:gd name="T9" fmla="*/ 31750 h 42"/>
              <a:gd name="T10" fmla="*/ 31750 w 50"/>
              <a:gd name="T11" fmla="*/ 0 h 42"/>
              <a:gd name="T12" fmla="*/ 127000 w 50"/>
              <a:gd name="T13" fmla="*/ 0 h 42"/>
              <a:gd name="T14" fmla="*/ 158750 w 50"/>
              <a:gd name="T15" fmla="*/ 31750 h 42"/>
              <a:gd name="T16" fmla="*/ 158750 w 50"/>
              <a:gd name="T17" fmla="*/ 101600 h 42"/>
              <a:gd name="T18" fmla="*/ 53975 w 50"/>
              <a:gd name="T19" fmla="*/ 31750 h 42"/>
              <a:gd name="T20" fmla="*/ 53975 w 50"/>
              <a:gd name="T21" fmla="*/ 31750 h 42"/>
              <a:gd name="T22" fmla="*/ 111125 w 50"/>
              <a:gd name="T23" fmla="*/ 63500 h 42"/>
              <a:gd name="T24" fmla="*/ 111125 w 50"/>
              <a:gd name="T25" fmla="*/ 69850 h 42"/>
              <a:gd name="T26" fmla="*/ 111125 w 50"/>
              <a:gd name="T27" fmla="*/ 69850 h 42"/>
              <a:gd name="T28" fmla="*/ 53975 w 50"/>
              <a:gd name="T29" fmla="*/ 101600 h 42"/>
              <a:gd name="T30" fmla="*/ 47625 w 50"/>
              <a:gd name="T31" fmla="*/ 101600 h 42"/>
              <a:gd name="T32" fmla="*/ 47625 w 50"/>
              <a:gd name="T33" fmla="*/ 98425 h 42"/>
              <a:gd name="T34" fmla="*/ 47625 w 50"/>
              <a:gd name="T35" fmla="*/ 98425 h 42"/>
              <a:gd name="T36" fmla="*/ 47625 w 50"/>
              <a:gd name="T37" fmla="*/ 34925 h 42"/>
              <a:gd name="T38" fmla="*/ 50800 w 50"/>
              <a:gd name="T39" fmla="*/ 28575 h 42"/>
              <a:gd name="T40" fmla="*/ 53975 w 50"/>
              <a:gd name="T41" fmla="*/ 31750 h 42"/>
              <a:gd name="T42" fmla="*/ 53975 w 50"/>
              <a:gd name="T43" fmla="*/ 41275 h 42"/>
              <a:gd name="T44" fmla="*/ 53975 w 50"/>
              <a:gd name="T45" fmla="*/ 41275 h 42"/>
              <a:gd name="T46" fmla="*/ 53975 w 50"/>
              <a:gd name="T47" fmla="*/ 92075 h 42"/>
              <a:gd name="T48" fmla="*/ 101600 w 50"/>
              <a:gd name="T49" fmla="*/ 66675 h 42"/>
              <a:gd name="T50" fmla="*/ 53975 w 50"/>
              <a:gd name="T51" fmla="*/ 41275 h 42"/>
              <a:gd name="T52" fmla="*/ 12700 w 50"/>
              <a:gd name="T53" fmla="*/ 101600 h 42"/>
              <a:gd name="T54" fmla="*/ 12700 w 50"/>
              <a:gd name="T55" fmla="*/ 101600 h 42"/>
              <a:gd name="T56" fmla="*/ 31750 w 50"/>
              <a:gd name="T57" fmla="*/ 120650 h 42"/>
              <a:gd name="T58" fmla="*/ 127000 w 50"/>
              <a:gd name="T59" fmla="*/ 120650 h 42"/>
              <a:gd name="T60" fmla="*/ 146050 w 50"/>
              <a:gd name="T61" fmla="*/ 101600 h 42"/>
              <a:gd name="T62" fmla="*/ 146050 w 50"/>
              <a:gd name="T63" fmla="*/ 31750 h 42"/>
              <a:gd name="T64" fmla="*/ 127000 w 50"/>
              <a:gd name="T65" fmla="*/ 12700 h 42"/>
              <a:gd name="T66" fmla="*/ 31750 w 50"/>
              <a:gd name="T67" fmla="*/ 12700 h 42"/>
              <a:gd name="T68" fmla="*/ 12700 w 50"/>
              <a:gd name="T69" fmla="*/ 31750 h 42"/>
              <a:gd name="T70" fmla="*/ 12700 w 50"/>
              <a:gd name="T71" fmla="*/ 101600 h 4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" h="42">
                <a:moveTo>
                  <a:pt x="50" y="32"/>
                </a:moveTo>
                <a:cubicBezTo>
                  <a:pt x="50" y="37"/>
                  <a:pt x="46" y="42"/>
                  <a:pt x="40" y="42"/>
                </a:cubicBezTo>
                <a:cubicBezTo>
                  <a:pt x="10" y="42"/>
                  <a:pt x="10" y="42"/>
                  <a:pt x="10" y="42"/>
                </a:cubicBezTo>
                <a:cubicBezTo>
                  <a:pt x="4" y="42"/>
                  <a:pt x="0" y="37"/>
                  <a:pt x="0" y="32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6" y="0"/>
                  <a:pt x="50" y="4"/>
                  <a:pt x="50" y="10"/>
                </a:cubicBezTo>
                <a:cubicBezTo>
                  <a:pt x="50" y="32"/>
                  <a:pt x="50" y="32"/>
                  <a:pt x="50" y="32"/>
                </a:cubicBezTo>
                <a:close/>
                <a:moveTo>
                  <a:pt x="17" y="10"/>
                </a:moveTo>
                <a:cubicBezTo>
                  <a:pt x="17" y="10"/>
                  <a:pt x="17" y="10"/>
                  <a:pt x="17" y="10"/>
                </a:cubicBezTo>
                <a:cubicBezTo>
                  <a:pt x="23" y="13"/>
                  <a:pt x="29" y="16"/>
                  <a:pt x="35" y="20"/>
                </a:cubicBezTo>
                <a:cubicBezTo>
                  <a:pt x="35" y="20"/>
                  <a:pt x="35" y="21"/>
                  <a:pt x="35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29" y="25"/>
                  <a:pt x="23" y="29"/>
                  <a:pt x="17" y="32"/>
                </a:cubicBezTo>
                <a:cubicBezTo>
                  <a:pt x="16" y="33"/>
                  <a:pt x="15" y="32"/>
                  <a:pt x="15" y="32"/>
                </a:cubicBezTo>
                <a:cubicBezTo>
                  <a:pt x="15" y="32"/>
                  <a:pt x="15" y="32"/>
                  <a:pt x="15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24"/>
                  <a:pt x="15" y="17"/>
                  <a:pt x="15" y="11"/>
                </a:cubicBezTo>
                <a:cubicBezTo>
                  <a:pt x="15" y="10"/>
                  <a:pt x="15" y="9"/>
                  <a:pt x="16" y="9"/>
                </a:cubicBezTo>
                <a:cubicBezTo>
                  <a:pt x="16" y="9"/>
                  <a:pt x="16" y="9"/>
                  <a:pt x="17" y="10"/>
                </a:cubicBezTo>
                <a:close/>
                <a:moveTo>
                  <a:pt x="17" y="13"/>
                </a:moveTo>
                <a:cubicBezTo>
                  <a:pt x="17" y="13"/>
                  <a:pt x="17" y="13"/>
                  <a:pt x="17" y="13"/>
                </a:cubicBezTo>
                <a:cubicBezTo>
                  <a:pt x="17" y="18"/>
                  <a:pt x="17" y="24"/>
                  <a:pt x="17" y="29"/>
                </a:cubicBezTo>
                <a:cubicBezTo>
                  <a:pt x="22" y="27"/>
                  <a:pt x="27" y="24"/>
                  <a:pt x="32" y="21"/>
                </a:cubicBezTo>
                <a:cubicBezTo>
                  <a:pt x="27" y="18"/>
                  <a:pt x="22" y="15"/>
                  <a:pt x="17" y="13"/>
                </a:cubicBezTo>
                <a:close/>
                <a:moveTo>
                  <a:pt x="4" y="32"/>
                </a:moveTo>
                <a:cubicBezTo>
                  <a:pt x="4" y="32"/>
                  <a:pt x="4" y="32"/>
                  <a:pt x="4" y="32"/>
                </a:cubicBezTo>
                <a:cubicBezTo>
                  <a:pt x="4" y="35"/>
                  <a:pt x="7" y="38"/>
                  <a:pt x="1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4" y="38"/>
                  <a:pt x="46" y="35"/>
                  <a:pt x="46" y="32"/>
                </a:cubicBezTo>
                <a:cubicBezTo>
                  <a:pt x="46" y="10"/>
                  <a:pt x="46" y="10"/>
                  <a:pt x="46" y="10"/>
                </a:cubicBezTo>
                <a:cubicBezTo>
                  <a:pt x="46" y="7"/>
                  <a:pt x="44" y="4"/>
                  <a:pt x="4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7" y="4"/>
                  <a:pt x="4" y="7"/>
                  <a:pt x="4" y="10"/>
                </a:cubicBezTo>
                <a:cubicBezTo>
                  <a:pt x="4" y="32"/>
                  <a:pt x="4" y="32"/>
                  <a:pt x="4" y="3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24" name="Freeform 258">
            <a:extLst>
              <a:ext uri="{FF2B5EF4-FFF2-40B4-BE49-F238E27FC236}">
                <a16:creationId xmlns:a16="http://schemas.microsoft.com/office/drawing/2014/main" id="{F5CFF476-5060-3601-E8B2-0A75682BE8E6}"/>
              </a:ext>
            </a:extLst>
          </p:cNvPr>
          <p:cNvSpPr>
            <a:spLocks noEditPoints="1"/>
          </p:cNvSpPr>
          <p:nvPr/>
        </p:nvSpPr>
        <p:spPr bwMode="auto">
          <a:xfrm>
            <a:off x="2780701" y="5258247"/>
            <a:ext cx="213784" cy="177800"/>
          </a:xfrm>
          <a:custGeom>
            <a:avLst/>
            <a:gdLst>
              <a:gd name="T0" fmla="*/ 6414 w 50"/>
              <a:gd name="T1" fmla="*/ 0 h 42"/>
              <a:gd name="T2" fmla="*/ 6414 w 50"/>
              <a:gd name="T3" fmla="*/ 0 h 42"/>
              <a:gd name="T4" fmla="*/ 153924 w 50"/>
              <a:gd name="T5" fmla="*/ 0 h 42"/>
              <a:gd name="T6" fmla="*/ 160338 w 50"/>
              <a:gd name="T7" fmla="*/ 6350 h 42"/>
              <a:gd name="T8" fmla="*/ 160338 w 50"/>
              <a:gd name="T9" fmla="*/ 6350 h 42"/>
              <a:gd name="T10" fmla="*/ 160338 w 50"/>
              <a:gd name="T11" fmla="*/ 111125 h 42"/>
              <a:gd name="T12" fmla="*/ 153924 w 50"/>
              <a:gd name="T13" fmla="*/ 117475 h 42"/>
              <a:gd name="T14" fmla="*/ 153924 w 50"/>
              <a:gd name="T15" fmla="*/ 117475 h 42"/>
              <a:gd name="T16" fmla="*/ 86583 w 50"/>
              <a:gd name="T17" fmla="*/ 117475 h 42"/>
              <a:gd name="T18" fmla="*/ 86583 w 50"/>
              <a:gd name="T19" fmla="*/ 123825 h 42"/>
              <a:gd name="T20" fmla="*/ 86583 w 50"/>
              <a:gd name="T21" fmla="*/ 123825 h 42"/>
              <a:gd name="T22" fmla="*/ 121857 w 50"/>
              <a:gd name="T23" fmla="*/ 123825 h 42"/>
              <a:gd name="T24" fmla="*/ 125064 w 50"/>
              <a:gd name="T25" fmla="*/ 130175 h 42"/>
              <a:gd name="T26" fmla="*/ 121857 w 50"/>
              <a:gd name="T27" fmla="*/ 133350 h 42"/>
              <a:gd name="T28" fmla="*/ 41688 w 50"/>
              <a:gd name="T29" fmla="*/ 133350 h 42"/>
              <a:gd name="T30" fmla="*/ 38481 w 50"/>
              <a:gd name="T31" fmla="*/ 130175 h 42"/>
              <a:gd name="T32" fmla="*/ 41688 w 50"/>
              <a:gd name="T33" fmla="*/ 123825 h 42"/>
              <a:gd name="T34" fmla="*/ 73755 w 50"/>
              <a:gd name="T35" fmla="*/ 123825 h 42"/>
              <a:gd name="T36" fmla="*/ 73755 w 50"/>
              <a:gd name="T37" fmla="*/ 123825 h 42"/>
              <a:gd name="T38" fmla="*/ 73755 w 50"/>
              <a:gd name="T39" fmla="*/ 117475 h 42"/>
              <a:gd name="T40" fmla="*/ 6414 w 50"/>
              <a:gd name="T41" fmla="*/ 117475 h 42"/>
              <a:gd name="T42" fmla="*/ 0 w 50"/>
              <a:gd name="T43" fmla="*/ 111125 h 42"/>
              <a:gd name="T44" fmla="*/ 0 w 50"/>
              <a:gd name="T45" fmla="*/ 111125 h 42"/>
              <a:gd name="T46" fmla="*/ 0 w 50"/>
              <a:gd name="T47" fmla="*/ 6350 h 42"/>
              <a:gd name="T48" fmla="*/ 6414 w 50"/>
              <a:gd name="T49" fmla="*/ 0 h 42"/>
              <a:gd name="T50" fmla="*/ 137891 w 50"/>
              <a:gd name="T51" fmla="*/ 88900 h 42"/>
              <a:gd name="T52" fmla="*/ 137891 w 50"/>
              <a:gd name="T53" fmla="*/ 88900 h 42"/>
              <a:gd name="T54" fmla="*/ 144304 w 50"/>
              <a:gd name="T55" fmla="*/ 95250 h 42"/>
              <a:gd name="T56" fmla="*/ 137891 w 50"/>
              <a:gd name="T57" fmla="*/ 101600 h 42"/>
              <a:gd name="T58" fmla="*/ 131477 w 50"/>
              <a:gd name="T59" fmla="*/ 95250 h 42"/>
              <a:gd name="T60" fmla="*/ 137891 w 50"/>
              <a:gd name="T61" fmla="*/ 88900 h 42"/>
              <a:gd name="T62" fmla="*/ 150718 w 50"/>
              <a:gd name="T63" fmla="*/ 12700 h 42"/>
              <a:gd name="T64" fmla="*/ 150718 w 50"/>
              <a:gd name="T65" fmla="*/ 12700 h 42"/>
              <a:gd name="T66" fmla="*/ 12827 w 50"/>
              <a:gd name="T67" fmla="*/ 12700 h 42"/>
              <a:gd name="T68" fmla="*/ 12827 w 50"/>
              <a:gd name="T69" fmla="*/ 104775 h 42"/>
              <a:gd name="T70" fmla="*/ 150718 w 50"/>
              <a:gd name="T71" fmla="*/ 104775 h 42"/>
              <a:gd name="T72" fmla="*/ 150718 w 50"/>
              <a:gd name="T73" fmla="*/ 12700 h 4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0" h="42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0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6"/>
                  <a:pt x="50" y="37"/>
                  <a:pt x="48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39" y="39"/>
                  <a:pt x="39" y="40"/>
                  <a:pt x="39" y="41"/>
                </a:cubicBezTo>
                <a:cubicBezTo>
                  <a:pt x="39" y="41"/>
                  <a:pt x="39" y="42"/>
                  <a:pt x="38" y="42"/>
                </a:cubicBezTo>
                <a:cubicBezTo>
                  <a:pt x="13" y="42"/>
                  <a:pt x="13" y="42"/>
                  <a:pt x="13" y="42"/>
                </a:cubicBezTo>
                <a:cubicBezTo>
                  <a:pt x="12" y="42"/>
                  <a:pt x="12" y="41"/>
                  <a:pt x="12" y="41"/>
                </a:cubicBezTo>
                <a:cubicBezTo>
                  <a:pt x="12" y="40"/>
                  <a:pt x="12" y="39"/>
                  <a:pt x="13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37"/>
                  <a:pt x="23" y="37"/>
                  <a:pt x="23" y="37"/>
                </a:cubicBezTo>
                <a:cubicBezTo>
                  <a:pt x="2" y="37"/>
                  <a:pt x="2" y="37"/>
                  <a:pt x="2" y="37"/>
                </a:cubicBezTo>
                <a:cubicBezTo>
                  <a:pt x="1" y="37"/>
                  <a:pt x="0" y="36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3" y="28"/>
                </a:moveTo>
                <a:cubicBezTo>
                  <a:pt x="43" y="28"/>
                  <a:pt x="43" y="28"/>
                  <a:pt x="43" y="28"/>
                </a:cubicBezTo>
                <a:cubicBezTo>
                  <a:pt x="44" y="28"/>
                  <a:pt x="45" y="29"/>
                  <a:pt x="45" y="30"/>
                </a:cubicBezTo>
                <a:cubicBezTo>
                  <a:pt x="45" y="31"/>
                  <a:pt x="44" y="32"/>
                  <a:pt x="43" y="32"/>
                </a:cubicBezTo>
                <a:cubicBezTo>
                  <a:pt x="42" y="32"/>
                  <a:pt x="41" y="31"/>
                  <a:pt x="41" y="30"/>
                </a:cubicBezTo>
                <a:cubicBezTo>
                  <a:pt x="41" y="29"/>
                  <a:pt x="42" y="28"/>
                  <a:pt x="43" y="28"/>
                </a:cubicBezTo>
                <a:close/>
                <a:moveTo>
                  <a:pt x="47" y="4"/>
                </a:moveTo>
                <a:cubicBezTo>
                  <a:pt x="47" y="4"/>
                  <a:pt x="47" y="4"/>
                  <a:pt x="4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4"/>
                  <a:pt x="4" y="23"/>
                  <a:pt x="4" y="33"/>
                </a:cubicBezTo>
                <a:cubicBezTo>
                  <a:pt x="18" y="33"/>
                  <a:pt x="32" y="33"/>
                  <a:pt x="47" y="33"/>
                </a:cubicBezTo>
                <a:cubicBezTo>
                  <a:pt x="47" y="23"/>
                  <a:pt x="47" y="14"/>
                  <a:pt x="47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25" name="Freeform 259">
            <a:extLst>
              <a:ext uri="{FF2B5EF4-FFF2-40B4-BE49-F238E27FC236}">
                <a16:creationId xmlns:a16="http://schemas.microsoft.com/office/drawing/2014/main" id="{D631A292-5342-7BD7-D79B-4E869FB1C2EF}"/>
              </a:ext>
            </a:extLst>
          </p:cNvPr>
          <p:cNvSpPr>
            <a:spLocks noEditPoints="1"/>
          </p:cNvSpPr>
          <p:nvPr/>
        </p:nvSpPr>
        <p:spPr bwMode="auto">
          <a:xfrm>
            <a:off x="9528634" y="4807398"/>
            <a:ext cx="211667" cy="203200"/>
          </a:xfrm>
          <a:custGeom>
            <a:avLst/>
            <a:gdLst>
              <a:gd name="T0" fmla="*/ 6350 w 50"/>
              <a:gd name="T1" fmla="*/ 31750 h 48"/>
              <a:gd name="T2" fmla="*/ 12700 w 50"/>
              <a:gd name="T3" fmla="*/ 6350 h 48"/>
              <a:gd name="T4" fmla="*/ 19050 w 50"/>
              <a:gd name="T5" fmla="*/ 0 h 48"/>
              <a:gd name="T6" fmla="*/ 73025 w 50"/>
              <a:gd name="T7" fmla="*/ 0 h 48"/>
              <a:gd name="T8" fmla="*/ 76200 w 50"/>
              <a:gd name="T9" fmla="*/ 6350 h 48"/>
              <a:gd name="T10" fmla="*/ 152400 w 50"/>
              <a:gd name="T11" fmla="*/ 31750 h 48"/>
              <a:gd name="T12" fmla="*/ 158750 w 50"/>
              <a:gd name="T13" fmla="*/ 38100 h 48"/>
              <a:gd name="T14" fmla="*/ 152400 w 50"/>
              <a:gd name="T15" fmla="*/ 152400 h 48"/>
              <a:gd name="T16" fmla="*/ 6350 w 50"/>
              <a:gd name="T17" fmla="*/ 152400 h 48"/>
              <a:gd name="T18" fmla="*/ 0 w 50"/>
              <a:gd name="T19" fmla="*/ 146050 h 48"/>
              <a:gd name="T20" fmla="*/ 6350 w 50"/>
              <a:gd name="T21" fmla="*/ 31750 h 48"/>
              <a:gd name="T22" fmla="*/ 127000 w 50"/>
              <a:gd name="T23" fmla="*/ 66675 h 48"/>
              <a:gd name="T24" fmla="*/ 127000 w 50"/>
              <a:gd name="T25" fmla="*/ 79375 h 48"/>
              <a:gd name="T26" fmla="*/ 127000 w 50"/>
              <a:gd name="T27" fmla="*/ 66675 h 48"/>
              <a:gd name="T28" fmla="*/ 127000 w 50"/>
              <a:gd name="T29" fmla="*/ 88900 h 48"/>
              <a:gd name="T30" fmla="*/ 127000 w 50"/>
              <a:gd name="T31" fmla="*/ 101600 h 48"/>
              <a:gd name="T32" fmla="*/ 127000 w 50"/>
              <a:gd name="T33" fmla="*/ 88900 h 48"/>
              <a:gd name="T34" fmla="*/ 127000 w 50"/>
              <a:gd name="T35" fmla="*/ 111125 h 48"/>
              <a:gd name="T36" fmla="*/ 139700 w 50"/>
              <a:gd name="T37" fmla="*/ 120650 h 48"/>
              <a:gd name="T38" fmla="*/ 136525 w 50"/>
              <a:gd name="T39" fmla="*/ 130175 h 48"/>
              <a:gd name="T40" fmla="*/ 120650 w 50"/>
              <a:gd name="T41" fmla="*/ 130175 h 48"/>
              <a:gd name="T42" fmla="*/ 117475 w 50"/>
              <a:gd name="T43" fmla="*/ 120650 h 48"/>
              <a:gd name="T44" fmla="*/ 127000 w 50"/>
              <a:gd name="T45" fmla="*/ 111125 h 48"/>
              <a:gd name="T46" fmla="*/ 130175 w 50"/>
              <a:gd name="T47" fmla="*/ 117475 h 48"/>
              <a:gd name="T48" fmla="*/ 123825 w 50"/>
              <a:gd name="T49" fmla="*/ 117475 h 48"/>
              <a:gd name="T50" fmla="*/ 123825 w 50"/>
              <a:gd name="T51" fmla="*/ 120650 h 48"/>
              <a:gd name="T52" fmla="*/ 123825 w 50"/>
              <a:gd name="T53" fmla="*/ 123825 h 48"/>
              <a:gd name="T54" fmla="*/ 130175 w 50"/>
              <a:gd name="T55" fmla="*/ 123825 h 48"/>
              <a:gd name="T56" fmla="*/ 133350 w 50"/>
              <a:gd name="T57" fmla="*/ 120650 h 48"/>
              <a:gd name="T58" fmla="*/ 130175 w 50"/>
              <a:gd name="T59" fmla="*/ 117475 h 48"/>
              <a:gd name="T60" fmla="*/ 31750 w 50"/>
              <a:gd name="T61" fmla="*/ 47625 h 48"/>
              <a:gd name="T62" fmla="*/ 101600 w 50"/>
              <a:gd name="T63" fmla="*/ 47625 h 48"/>
              <a:gd name="T64" fmla="*/ 111125 w 50"/>
              <a:gd name="T65" fmla="*/ 50800 h 48"/>
              <a:gd name="T66" fmla="*/ 111125 w 50"/>
              <a:gd name="T67" fmla="*/ 50800 h 48"/>
              <a:gd name="T68" fmla="*/ 114300 w 50"/>
              <a:gd name="T69" fmla="*/ 123825 h 48"/>
              <a:gd name="T70" fmla="*/ 101600 w 50"/>
              <a:gd name="T71" fmla="*/ 136525 h 48"/>
              <a:gd name="T72" fmla="*/ 22225 w 50"/>
              <a:gd name="T73" fmla="*/ 130175 h 48"/>
              <a:gd name="T74" fmla="*/ 22225 w 50"/>
              <a:gd name="T75" fmla="*/ 130175 h 48"/>
              <a:gd name="T76" fmla="*/ 19050 w 50"/>
              <a:gd name="T77" fmla="*/ 123825 h 48"/>
              <a:gd name="T78" fmla="*/ 22225 w 50"/>
              <a:gd name="T79" fmla="*/ 50800 h 48"/>
              <a:gd name="T80" fmla="*/ 22225 w 50"/>
              <a:gd name="T81" fmla="*/ 50800 h 48"/>
              <a:gd name="T82" fmla="*/ 101600 w 50"/>
              <a:gd name="T83" fmla="*/ 53975 h 48"/>
              <a:gd name="T84" fmla="*/ 31750 w 50"/>
              <a:gd name="T85" fmla="*/ 53975 h 48"/>
              <a:gd name="T86" fmla="*/ 25400 w 50"/>
              <a:gd name="T87" fmla="*/ 57150 h 48"/>
              <a:gd name="T88" fmla="*/ 25400 w 50"/>
              <a:gd name="T89" fmla="*/ 123825 h 48"/>
              <a:gd name="T90" fmla="*/ 25400 w 50"/>
              <a:gd name="T91" fmla="*/ 127000 h 48"/>
              <a:gd name="T92" fmla="*/ 101600 w 50"/>
              <a:gd name="T93" fmla="*/ 127000 h 48"/>
              <a:gd name="T94" fmla="*/ 107950 w 50"/>
              <a:gd name="T95" fmla="*/ 123825 h 48"/>
              <a:gd name="T96" fmla="*/ 104775 w 50"/>
              <a:gd name="T97" fmla="*/ 57150 h 48"/>
              <a:gd name="T98" fmla="*/ 101600 w 50"/>
              <a:gd name="T99" fmla="*/ 53975 h 48"/>
              <a:gd name="T100" fmla="*/ 22225 w 50"/>
              <a:gd name="T101" fmla="*/ 50800 h 48"/>
              <a:gd name="T102" fmla="*/ 22225 w 50"/>
              <a:gd name="T103" fmla="*/ 50800 h 48"/>
              <a:gd name="T104" fmla="*/ 146050 w 50"/>
              <a:gd name="T105" fmla="*/ 41275 h 48"/>
              <a:gd name="T106" fmla="*/ 9525 w 50"/>
              <a:gd name="T107" fmla="*/ 139700 h 48"/>
              <a:gd name="T108" fmla="*/ 146050 w 50"/>
              <a:gd name="T109" fmla="*/ 41275 h 48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0" h="48">
                <a:moveTo>
                  <a:pt x="2" y="10"/>
                </a:moveTo>
                <a:cubicBezTo>
                  <a:pt x="2" y="10"/>
                  <a:pt x="2" y="10"/>
                  <a:pt x="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4" y="0"/>
                  <a:pt x="4" y="0"/>
                </a:cubicBezTo>
                <a:cubicBezTo>
                  <a:pt x="5" y="0"/>
                  <a:pt x="6" y="0"/>
                  <a:pt x="6" y="0"/>
                </a:cubicBezTo>
                <a:cubicBezTo>
                  <a:pt x="14" y="8"/>
                  <a:pt x="14" y="8"/>
                  <a:pt x="14" y="8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4" y="0"/>
                  <a:pt x="24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16" y="10"/>
                  <a:pt x="16" y="10"/>
                  <a:pt x="16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49" y="10"/>
                  <a:pt x="50" y="10"/>
                  <a:pt x="50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7"/>
                  <a:pt x="49" y="48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0" y="48"/>
                  <a:pt x="0" y="47"/>
                  <a:pt x="0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0"/>
                  <a:pt x="0" y="10"/>
                  <a:pt x="2" y="10"/>
                </a:cubicBezTo>
                <a:close/>
                <a:moveTo>
                  <a:pt x="40" y="21"/>
                </a:moveTo>
                <a:cubicBezTo>
                  <a:pt x="40" y="21"/>
                  <a:pt x="40" y="21"/>
                  <a:pt x="40" y="21"/>
                </a:cubicBezTo>
                <a:cubicBezTo>
                  <a:pt x="41" y="21"/>
                  <a:pt x="42" y="22"/>
                  <a:pt x="42" y="23"/>
                </a:cubicBezTo>
                <a:cubicBezTo>
                  <a:pt x="42" y="24"/>
                  <a:pt x="41" y="25"/>
                  <a:pt x="40" y="25"/>
                </a:cubicBezTo>
                <a:cubicBezTo>
                  <a:pt x="39" y="25"/>
                  <a:pt x="38" y="24"/>
                  <a:pt x="38" y="23"/>
                </a:cubicBezTo>
                <a:cubicBezTo>
                  <a:pt x="38" y="22"/>
                  <a:pt x="39" y="21"/>
                  <a:pt x="40" y="21"/>
                </a:cubicBezTo>
                <a:close/>
                <a:moveTo>
                  <a:pt x="40" y="28"/>
                </a:moveTo>
                <a:cubicBezTo>
                  <a:pt x="40" y="28"/>
                  <a:pt x="40" y="28"/>
                  <a:pt x="40" y="28"/>
                </a:cubicBezTo>
                <a:cubicBezTo>
                  <a:pt x="41" y="28"/>
                  <a:pt x="42" y="29"/>
                  <a:pt x="42" y="30"/>
                </a:cubicBezTo>
                <a:cubicBezTo>
                  <a:pt x="42" y="31"/>
                  <a:pt x="41" y="32"/>
                  <a:pt x="40" y="32"/>
                </a:cubicBezTo>
                <a:cubicBezTo>
                  <a:pt x="39" y="32"/>
                  <a:pt x="38" y="31"/>
                  <a:pt x="38" y="30"/>
                </a:cubicBezTo>
                <a:cubicBezTo>
                  <a:pt x="38" y="29"/>
                  <a:pt x="39" y="28"/>
                  <a:pt x="40" y="28"/>
                </a:cubicBezTo>
                <a:close/>
                <a:moveTo>
                  <a:pt x="40" y="35"/>
                </a:moveTo>
                <a:cubicBezTo>
                  <a:pt x="40" y="35"/>
                  <a:pt x="40" y="35"/>
                  <a:pt x="40" y="35"/>
                </a:cubicBezTo>
                <a:cubicBezTo>
                  <a:pt x="41" y="35"/>
                  <a:pt x="42" y="35"/>
                  <a:pt x="43" y="36"/>
                </a:cubicBezTo>
                <a:cubicBezTo>
                  <a:pt x="44" y="36"/>
                  <a:pt x="44" y="37"/>
                  <a:pt x="44" y="38"/>
                </a:cubicBezTo>
                <a:cubicBezTo>
                  <a:pt x="44" y="39"/>
                  <a:pt x="44" y="40"/>
                  <a:pt x="43" y="41"/>
                </a:cubicBezTo>
                <a:cubicBezTo>
                  <a:pt x="43" y="41"/>
                  <a:pt x="43" y="41"/>
                  <a:pt x="43" y="41"/>
                </a:cubicBezTo>
                <a:cubicBezTo>
                  <a:pt x="42" y="41"/>
                  <a:pt x="41" y="42"/>
                  <a:pt x="40" y="42"/>
                </a:cubicBezTo>
                <a:cubicBezTo>
                  <a:pt x="39" y="42"/>
                  <a:pt x="38" y="41"/>
                  <a:pt x="38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7" y="40"/>
                  <a:pt x="37" y="39"/>
                  <a:pt x="37" y="38"/>
                </a:cubicBezTo>
                <a:cubicBezTo>
                  <a:pt x="37" y="37"/>
                  <a:pt x="37" y="36"/>
                  <a:pt x="38" y="36"/>
                </a:cubicBezTo>
                <a:cubicBezTo>
                  <a:pt x="38" y="35"/>
                  <a:pt x="39" y="35"/>
                  <a:pt x="40" y="35"/>
                </a:cubicBezTo>
                <a:close/>
                <a:moveTo>
                  <a:pt x="41" y="37"/>
                </a:moveTo>
                <a:cubicBezTo>
                  <a:pt x="41" y="37"/>
                  <a:pt x="41" y="37"/>
                  <a:pt x="41" y="37"/>
                </a:cubicBezTo>
                <a:cubicBezTo>
                  <a:pt x="41" y="37"/>
                  <a:pt x="41" y="37"/>
                  <a:pt x="40" y="37"/>
                </a:cubicBezTo>
                <a:cubicBezTo>
                  <a:pt x="40" y="37"/>
                  <a:pt x="40" y="37"/>
                  <a:pt x="39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7"/>
                  <a:pt x="39" y="38"/>
                  <a:pt x="39" y="38"/>
                </a:cubicBezTo>
                <a:cubicBezTo>
                  <a:pt x="39" y="38"/>
                  <a:pt x="39" y="39"/>
                  <a:pt x="39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41" y="39"/>
                  <a:pt x="41" y="39"/>
                  <a:pt x="41" y="39"/>
                </a:cubicBezTo>
                <a:cubicBezTo>
                  <a:pt x="41" y="39"/>
                  <a:pt x="41" y="39"/>
                  <a:pt x="41" y="39"/>
                </a:cubicBezTo>
                <a:cubicBezTo>
                  <a:pt x="41" y="39"/>
                  <a:pt x="42" y="39"/>
                  <a:pt x="42" y="38"/>
                </a:cubicBezTo>
                <a:cubicBezTo>
                  <a:pt x="42" y="38"/>
                  <a:pt x="41" y="37"/>
                  <a:pt x="41" y="37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37"/>
                  <a:pt x="41" y="37"/>
                  <a:pt x="41" y="37"/>
                </a:cubicBezTo>
                <a:close/>
                <a:moveTo>
                  <a:pt x="10" y="15"/>
                </a:moveTo>
                <a:cubicBezTo>
                  <a:pt x="10" y="15"/>
                  <a:pt x="10" y="15"/>
                  <a:pt x="10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33" y="15"/>
                  <a:pt x="34" y="16"/>
                  <a:pt x="35" y="16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7"/>
                  <a:pt x="36" y="18"/>
                  <a:pt x="36" y="19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40"/>
                  <a:pt x="35" y="41"/>
                  <a:pt x="35" y="41"/>
                </a:cubicBezTo>
                <a:cubicBezTo>
                  <a:pt x="34" y="42"/>
                  <a:pt x="33" y="43"/>
                  <a:pt x="32" y="43"/>
                </a:cubicBezTo>
                <a:cubicBezTo>
                  <a:pt x="10" y="43"/>
                  <a:pt x="10" y="43"/>
                  <a:pt x="10" y="43"/>
                </a:cubicBezTo>
                <a:cubicBezTo>
                  <a:pt x="9" y="43"/>
                  <a:pt x="8" y="42"/>
                  <a:pt x="7" y="41"/>
                </a:cubicBezTo>
                <a:cubicBezTo>
                  <a:pt x="7" y="41"/>
                  <a:pt x="7" y="41"/>
                  <a:pt x="7" y="41"/>
                </a:cubicBezTo>
                <a:cubicBezTo>
                  <a:pt x="7" y="41"/>
                  <a:pt x="7" y="41"/>
                  <a:pt x="7" y="41"/>
                </a:cubicBezTo>
                <a:cubicBezTo>
                  <a:pt x="7" y="41"/>
                  <a:pt x="7" y="41"/>
                  <a:pt x="7" y="41"/>
                </a:cubicBezTo>
                <a:cubicBezTo>
                  <a:pt x="6" y="41"/>
                  <a:pt x="6" y="40"/>
                  <a:pt x="6" y="3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8"/>
                  <a:pt x="6" y="17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8" y="16"/>
                  <a:pt x="9" y="15"/>
                  <a:pt x="10" y="15"/>
                </a:cubicBezTo>
                <a:close/>
                <a:moveTo>
                  <a:pt x="32" y="17"/>
                </a:moveTo>
                <a:cubicBezTo>
                  <a:pt x="32" y="17"/>
                  <a:pt x="32" y="17"/>
                  <a:pt x="32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9" y="17"/>
                  <a:pt x="9" y="18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8" y="18"/>
                  <a:pt x="8" y="19"/>
                  <a:pt x="8" y="19"/>
                </a:cubicBezTo>
                <a:cubicBezTo>
                  <a:pt x="8" y="39"/>
                  <a:pt x="8" y="39"/>
                  <a:pt x="8" y="39"/>
                </a:cubicBezTo>
                <a:cubicBezTo>
                  <a:pt x="8" y="39"/>
                  <a:pt x="8" y="39"/>
                  <a:pt x="8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9" y="40"/>
                  <a:pt x="9" y="40"/>
                  <a:pt x="10" y="40"/>
                </a:cubicBezTo>
                <a:cubicBezTo>
                  <a:pt x="32" y="40"/>
                  <a:pt x="32" y="40"/>
                  <a:pt x="32" y="40"/>
                </a:cubicBezTo>
                <a:cubicBezTo>
                  <a:pt x="32" y="40"/>
                  <a:pt x="33" y="40"/>
                  <a:pt x="33" y="40"/>
                </a:cubicBezTo>
                <a:cubicBezTo>
                  <a:pt x="33" y="39"/>
                  <a:pt x="34" y="39"/>
                  <a:pt x="34" y="3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9"/>
                  <a:pt x="33" y="18"/>
                  <a:pt x="33" y="18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8"/>
                  <a:pt x="32" y="17"/>
                  <a:pt x="32" y="17"/>
                </a:cubicBezTo>
                <a:close/>
                <a:moveTo>
                  <a:pt x="7" y="16"/>
                </a:moveTo>
                <a:cubicBezTo>
                  <a:pt x="7" y="16"/>
                  <a:pt x="7" y="16"/>
                  <a:pt x="7" y="16"/>
                </a:cubicBezTo>
                <a:cubicBezTo>
                  <a:pt x="7" y="16"/>
                  <a:pt x="8" y="16"/>
                  <a:pt x="8" y="16"/>
                </a:cubicBezTo>
                <a:cubicBezTo>
                  <a:pt x="7" y="16"/>
                  <a:pt x="7" y="16"/>
                  <a:pt x="7" y="16"/>
                </a:cubicBezTo>
                <a:close/>
                <a:moveTo>
                  <a:pt x="46" y="13"/>
                </a:moveTo>
                <a:cubicBezTo>
                  <a:pt x="46" y="13"/>
                  <a:pt x="46" y="13"/>
                  <a:pt x="46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44"/>
                  <a:pt x="3" y="44"/>
                  <a:pt x="3" y="44"/>
                </a:cubicBezTo>
                <a:cubicBezTo>
                  <a:pt x="46" y="44"/>
                  <a:pt x="46" y="44"/>
                  <a:pt x="46" y="44"/>
                </a:cubicBezTo>
                <a:cubicBezTo>
                  <a:pt x="46" y="13"/>
                  <a:pt x="46" y="13"/>
                  <a:pt x="46" y="1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26" name="Freeform 260">
            <a:extLst>
              <a:ext uri="{FF2B5EF4-FFF2-40B4-BE49-F238E27FC236}">
                <a16:creationId xmlns:a16="http://schemas.microsoft.com/office/drawing/2014/main" id="{38AECDF1-A923-E644-4D72-D60CB32D5901}"/>
              </a:ext>
            </a:extLst>
          </p:cNvPr>
          <p:cNvSpPr>
            <a:spLocks noEditPoints="1"/>
          </p:cNvSpPr>
          <p:nvPr/>
        </p:nvSpPr>
        <p:spPr bwMode="auto">
          <a:xfrm>
            <a:off x="5811767" y="5245547"/>
            <a:ext cx="211667" cy="203200"/>
          </a:xfrm>
          <a:custGeom>
            <a:avLst/>
            <a:gdLst>
              <a:gd name="T0" fmla="*/ 25400 w 50"/>
              <a:gd name="T1" fmla="*/ 82550 h 48"/>
              <a:gd name="T2" fmla="*/ 15875 w 50"/>
              <a:gd name="T3" fmla="*/ 82550 h 48"/>
              <a:gd name="T4" fmla="*/ 133350 w 50"/>
              <a:gd name="T5" fmla="*/ 0 h 48"/>
              <a:gd name="T6" fmla="*/ 133350 w 50"/>
              <a:gd name="T7" fmla="*/ 6350 h 48"/>
              <a:gd name="T8" fmla="*/ 25400 w 50"/>
              <a:gd name="T9" fmla="*/ 3175 h 48"/>
              <a:gd name="T10" fmla="*/ 133350 w 50"/>
              <a:gd name="T11" fmla="*/ 0 h 48"/>
              <a:gd name="T12" fmla="*/ 133350 w 50"/>
              <a:gd name="T13" fmla="*/ 15875 h 48"/>
              <a:gd name="T14" fmla="*/ 133350 w 50"/>
              <a:gd name="T15" fmla="*/ 22225 h 48"/>
              <a:gd name="T16" fmla="*/ 25400 w 50"/>
              <a:gd name="T17" fmla="*/ 19050 h 48"/>
              <a:gd name="T18" fmla="*/ 133350 w 50"/>
              <a:gd name="T19" fmla="*/ 15875 h 48"/>
              <a:gd name="T20" fmla="*/ 31750 w 50"/>
              <a:gd name="T21" fmla="*/ 82550 h 48"/>
              <a:gd name="T22" fmla="*/ 41275 w 50"/>
              <a:gd name="T23" fmla="*/ 82550 h 48"/>
              <a:gd name="T24" fmla="*/ 60325 w 50"/>
              <a:gd name="T25" fmla="*/ 107950 h 48"/>
              <a:gd name="T26" fmla="*/ 101600 w 50"/>
              <a:gd name="T27" fmla="*/ 107950 h 48"/>
              <a:gd name="T28" fmla="*/ 117475 w 50"/>
              <a:gd name="T29" fmla="*/ 82550 h 48"/>
              <a:gd name="T30" fmla="*/ 130175 w 50"/>
              <a:gd name="T31" fmla="*/ 38100 h 48"/>
              <a:gd name="T32" fmla="*/ 31750 w 50"/>
              <a:gd name="T33" fmla="*/ 82550 h 48"/>
              <a:gd name="T34" fmla="*/ 136525 w 50"/>
              <a:gd name="T35" fmla="*/ 82550 h 48"/>
              <a:gd name="T36" fmla="*/ 136525 w 50"/>
              <a:gd name="T37" fmla="*/ 69850 h 48"/>
              <a:gd name="T38" fmla="*/ 136525 w 50"/>
              <a:gd name="T39" fmla="*/ 44450 h 48"/>
              <a:gd name="T40" fmla="*/ 158750 w 50"/>
              <a:gd name="T41" fmla="*/ 85725 h 48"/>
              <a:gd name="T42" fmla="*/ 158750 w 50"/>
              <a:gd name="T43" fmla="*/ 88900 h 48"/>
              <a:gd name="T44" fmla="*/ 158750 w 50"/>
              <a:gd name="T45" fmla="*/ 146050 h 48"/>
              <a:gd name="T46" fmla="*/ 152400 w 50"/>
              <a:gd name="T47" fmla="*/ 152400 h 48"/>
              <a:gd name="T48" fmla="*/ 0 w 50"/>
              <a:gd name="T49" fmla="*/ 146050 h 48"/>
              <a:gd name="T50" fmla="*/ 0 w 50"/>
              <a:gd name="T51" fmla="*/ 88900 h 48"/>
              <a:gd name="T52" fmla="*/ 0 w 50"/>
              <a:gd name="T53" fmla="*/ 85725 h 48"/>
              <a:gd name="T54" fmla="*/ 25400 w 50"/>
              <a:gd name="T55" fmla="*/ 31750 h 48"/>
              <a:gd name="T56" fmla="*/ 28575 w 50"/>
              <a:gd name="T57" fmla="*/ 28575 h 48"/>
              <a:gd name="T58" fmla="*/ 133350 w 50"/>
              <a:gd name="T59" fmla="*/ 28575 h 48"/>
              <a:gd name="T60" fmla="*/ 136525 w 50"/>
              <a:gd name="T61" fmla="*/ 44450 h 48"/>
              <a:gd name="T62" fmla="*/ 38100 w 50"/>
              <a:gd name="T63" fmla="*/ 95250 h 48"/>
              <a:gd name="T64" fmla="*/ 12700 w 50"/>
              <a:gd name="T65" fmla="*/ 139700 h 48"/>
              <a:gd name="T66" fmla="*/ 146050 w 50"/>
              <a:gd name="T67" fmla="*/ 95250 h 48"/>
              <a:gd name="T68" fmla="*/ 107950 w 50"/>
              <a:gd name="T69" fmla="*/ 117475 h 48"/>
              <a:gd name="T70" fmla="*/ 50800 w 50"/>
              <a:gd name="T71" fmla="*/ 117475 h 4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" h="48">
                <a:moveTo>
                  <a:pt x="5" y="26"/>
                </a:moveTo>
                <a:cubicBezTo>
                  <a:pt x="8" y="26"/>
                  <a:pt x="8" y="26"/>
                  <a:pt x="8" y="26"/>
                </a:cubicBezTo>
                <a:cubicBezTo>
                  <a:pt x="8" y="22"/>
                  <a:pt x="8" y="22"/>
                  <a:pt x="8" y="22"/>
                </a:cubicBezTo>
                <a:cubicBezTo>
                  <a:pt x="5" y="26"/>
                  <a:pt x="5" y="26"/>
                  <a:pt x="5" y="26"/>
                </a:cubicBezTo>
                <a:close/>
                <a:moveTo>
                  <a:pt x="42" y="0"/>
                </a:moveTo>
                <a:cubicBezTo>
                  <a:pt x="42" y="0"/>
                  <a:pt x="42" y="0"/>
                  <a:pt x="42" y="0"/>
                </a:cubicBezTo>
                <a:cubicBezTo>
                  <a:pt x="42" y="0"/>
                  <a:pt x="43" y="1"/>
                  <a:pt x="43" y="1"/>
                </a:cubicBezTo>
                <a:cubicBezTo>
                  <a:pt x="43" y="2"/>
                  <a:pt x="42" y="2"/>
                  <a:pt x="42" y="2"/>
                </a:cubicBezTo>
                <a:cubicBezTo>
                  <a:pt x="9" y="2"/>
                  <a:pt x="9" y="2"/>
                  <a:pt x="9" y="2"/>
                </a:cubicBezTo>
                <a:cubicBezTo>
                  <a:pt x="8" y="2"/>
                  <a:pt x="8" y="2"/>
                  <a:pt x="8" y="1"/>
                </a:cubicBezTo>
                <a:cubicBezTo>
                  <a:pt x="8" y="1"/>
                  <a:pt x="8" y="0"/>
                  <a:pt x="9" y="0"/>
                </a:cubicBezTo>
                <a:cubicBezTo>
                  <a:pt x="42" y="0"/>
                  <a:pt x="42" y="0"/>
                  <a:pt x="42" y="0"/>
                </a:cubicBezTo>
                <a:close/>
                <a:moveTo>
                  <a:pt x="42" y="5"/>
                </a:moveTo>
                <a:cubicBezTo>
                  <a:pt x="42" y="5"/>
                  <a:pt x="42" y="5"/>
                  <a:pt x="42" y="5"/>
                </a:cubicBezTo>
                <a:cubicBezTo>
                  <a:pt x="42" y="5"/>
                  <a:pt x="43" y="5"/>
                  <a:pt x="43" y="6"/>
                </a:cubicBezTo>
                <a:cubicBezTo>
                  <a:pt x="43" y="6"/>
                  <a:pt x="42" y="7"/>
                  <a:pt x="42" y="7"/>
                </a:cubicBezTo>
                <a:cubicBezTo>
                  <a:pt x="9" y="7"/>
                  <a:pt x="9" y="7"/>
                  <a:pt x="9" y="7"/>
                </a:cubicBezTo>
                <a:cubicBezTo>
                  <a:pt x="8" y="7"/>
                  <a:pt x="8" y="6"/>
                  <a:pt x="8" y="6"/>
                </a:cubicBezTo>
                <a:cubicBezTo>
                  <a:pt x="8" y="5"/>
                  <a:pt x="8" y="5"/>
                  <a:pt x="9" y="5"/>
                </a:cubicBezTo>
                <a:cubicBezTo>
                  <a:pt x="42" y="5"/>
                  <a:pt x="42" y="5"/>
                  <a:pt x="42" y="5"/>
                </a:cubicBezTo>
                <a:close/>
                <a:moveTo>
                  <a:pt x="10" y="26"/>
                </a:moveTo>
                <a:cubicBezTo>
                  <a:pt x="10" y="26"/>
                  <a:pt x="10" y="26"/>
                  <a:pt x="10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4" y="26"/>
                  <a:pt x="15" y="27"/>
                  <a:pt x="15" y="28"/>
                </a:cubicBezTo>
                <a:cubicBezTo>
                  <a:pt x="16" y="30"/>
                  <a:pt x="17" y="32"/>
                  <a:pt x="19" y="34"/>
                </a:cubicBezTo>
                <a:cubicBezTo>
                  <a:pt x="20" y="35"/>
                  <a:pt x="23" y="36"/>
                  <a:pt x="25" y="36"/>
                </a:cubicBezTo>
                <a:cubicBezTo>
                  <a:pt x="28" y="36"/>
                  <a:pt x="30" y="35"/>
                  <a:pt x="32" y="34"/>
                </a:cubicBezTo>
                <a:cubicBezTo>
                  <a:pt x="34" y="32"/>
                  <a:pt x="35" y="30"/>
                  <a:pt x="35" y="28"/>
                </a:cubicBezTo>
                <a:cubicBezTo>
                  <a:pt x="35" y="27"/>
                  <a:pt x="36" y="26"/>
                  <a:pt x="37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12"/>
                  <a:pt x="41" y="12"/>
                  <a:pt x="41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26"/>
                  <a:pt x="10" y="26"/>
                  <a:pt x="10" y="26"/>
                </a:cubicBezTo>
                <a:close/>
                <a:moveTo>
                  <a:pt x="43" y="26"/>
                </a:moveTo>
                <a:cubicBezTo>
                  <a:pt x="43" y="26"/>
                  <a:pt x="43" y="26"/>
                  <a:pt x="43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6"/>
                  <a:pt x="43" y="26"/>
                  <a:pt x="43" y="26"/>
                </a:cubicBezTo>
                <a:close/>
                <a:moveTo>
                  <a:pt x="43" y="14"/>
                </a:moveTo>
                <a:cubicBezTo>
                  <a:pt x="43" y="14"/>
                  <a:pt x="43" y="14"/>
                  <a:pt x="43" y="14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7"/>
                  <a:pt x="50" y="28"/>
                  <a:pt x="50" y="28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7"/>
                  <a:pt x="49" y="48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8"/>
                  <a:pt x="0" y="47"/>
                  <a:pt x="0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7"/>
                  <a:pt x="0" y="27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9"/>
                  <a:pt x="9" y="9"/>
                </a:cubicBezTo>
                <a:cubicBezTo>
                  <a:pt x="42" y="9"/>
                  <a:pt x="42" y="9"/>
                  <a:pt x="42" y="9"/>
                </a:cubicBezTo>
                <a:cubicBezTo>
                  <a:pt x="42" y="9"/>
                  <a:pt x="42" y="9"/>
                  <a:pt x="42" y="9"/>
                </a:cubicBezTo>
                <a:cubicBezTo>
                  <a:pt x="42" y="9"/>
                  <a:pt x="43" y="10"/>
                  <a:pt x="43" y="10"/>
                </a:cubicBezTo>
                <a:cubicBezTo>
                  <a:pt x="43" y="14"/>
                  <a:pt x="43" y="14"/>
                  <a:pt x="43" y="14"/>
                </a:cubicBezTo>
                <a:close/>
                <a:moveTo>
                  <a:pt x="12" y="30"/>
                </a:moveTo>
                <a:cubicBezTo>
                  <a:pt x="12" y="30"/>
                  <a:pt x="12" y="30"/>
                  <a:pt x="12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4" y="44"/>
                  <a:pt x="4" y="44"/>
                  <a:pt x="4" y="44"/>
                </a:cubicBezTo>
                <a:cubicBezTo>
                  <a:pt x="46" y="44"/>
                  <a:pt x="46" y="44"/>
                  <a:pt x="46" y="44"/>
                </a:cubicBezTo>
                <a:cubicBezTo>
                  <a:pt x="46" y="30"/>
                  <a:pt x="46" y="30"/>
                  <a:pt x="46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8" y="33"/>
                  <a:pt x="36" y="35"/>
                  <a:pt x="34" y="37"/>
                </a:cubicBezTo>
                <a:cubicBezTo>
                  <a:pt x="32" y="39"/>
                  <a:pt x="29" y="40"/>
                  <a:pt x="25" y="40"/>
                </a:cubicBezTo>
                <a:cubicBezTo>
                  <a:pt x="22" y="40"/>
                  <a:pt x="19" y="39"/>
                  <a:pt x="16" y="37"/>
                </a:cubicBezTo>
                <a:cubicBezTo>
                  <a:pt x="14" y="35"/>
                  <a:pt x="13" y="33"/>
                  <a:pt x="12" y="3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27" name="Freeform 261">
            <a:extLst>
              <a:ext uri="{FF2B5EF4-FFF2-40B4-BE49-F238E27FC236}">
                <a16:creationId xmlns:a16="http://schemas.microsoft.com/office/drawing/2014/main" id="{9DEAD5A9-46CE-9975-75B0-4B35E4523ECC}"/>
              </a:ext>
            </a:extLst>
          </p:cNvPr>
          <p:cNvSpPr>
            <a:spLocks noEditPoints="1"/>
          </p:cNvSpPr>
          <p:nvPr/>
        </p:nvSpPr>
        <p:spPr bwMode="auto">
          <a:xfrm>
            <a:off x="7312485" y="4807398"/>
            <a:ext cx="205316" cy="203200"/>
          </a:xfrm>
          <a:custGeom>
            <a:avLst/>
            <a:gdLst>
              <a:gd name="T0" fmla="*/ 73785 w 48"/>
              <a:gd name="T1" fmla="*/ 107950 h 48"/>
              <a:gd name="T2" fmla="*/ 70577 w 48"/>
              <a:gd name="T3" fmla="*/ 101600 h 48"/>
              <a:gd name="T4" fmla="*/ 76994 w 48"/>
              <a:gd name="T5" fmla="*/ 136525 h 48"/>
              <a:gd name="T6" fmla="*/ 60953 w 48"/>
              <a:gd name="T7" fmla="*/ 149225 h 48"/>
              <a:gd name="T8" fmla="*/ 41705 w 48"/>
              <a:gd name="T9" fmla="*/ 149225 h 48"/>
              <a:gd name="T10" fmla="*/ 9624 w 48"/>
              <a:gd name="T11" fmla="*/ 92075 h 48"/>
              <a:gd name="T12" fmla="*/ 9624 w 48"/>
              <a:gd name="T13" fmla="*/ 50800 h 48"/>
              <a:gd name="T14" fmla="*/ 9624 w 48"/>
              <a:gd name="T15" fmla="*/ 50800 h 48"/>
              <a:gd name="T16" fmla="*/ 70577 w 48"/>
              <a:gd name="T17" fmla="*/ 41275 h 48"/>
              <a:gd name="T18" fmla="*/ 125114 w 48"/>
              <a:gd name="T19" fmla="*/ 0 h 48"/>
              <a:gd name="T20" fmla="*/ 134739 w 48"/>
              <a:gd name="T21" fmla="*/ 6350 h 48"/>
              <a:gd name="T22" fmla="*/ 147571 w 48"/>
              <a:gd name="T23" fmla="*/ 53975 h 48"/>
              <a:gd name="T24" fmla="*/ 153987 w 48"/>
              <a:gd name="T25" fmla="*/ 69850 h 48"/>
              <a:gd name="T26" fmla="*/ 147571 w 48"/>
              <a:gd name="T27" fmla="*/ 88900 h 48"/>
              <a:gd name="T28" fmla="*/ 134739 w 48"/>
              <a:gd name="T29" fmla="*/ 95250 h 48"/>
              <a:gd name="T30" fmla="*/ 128323 w 48"/>
              <a:gd name="T31" fmla="*/ 142875 h 48"/>
              <a:gd name="T32" fmla="*/ 76994 w 48"/>
              <a:gd name="T33" fmla="*/ 88900 h 48"/>
              <a:gd name="T34" fmla="*/ 76994 w 48"/>
              <a:gd name="T35" fmla="*/ 53975 h 48"/>
              <a:gd name="T36" fmla="*/ 19248 w 48"/>
              <a:gd name="T37" fmla="*/ 57150 h 48"/>
              <a:gd name="T38" fmla="*/ 19248 w 48"/>
              <a:gd name="T39" fmla="*/ 82550 h 48"/>
              <a:gd name="T40" fmla="*/ 35289 w 48"/>
              <a:gd name="T41" fmla="*/ 95250 h 48"/>
              <a:gd name="T42" fmla="*/ 57745 w 48"/>
              <a:gd name="T43" fmla="*/ 136525 h 48"/>
              <a:gd name="T44" fmla="*/ 51329 w 48"/>
              <a:gd name="T45" fmla="*/ 98425 h 48"/>
              <a:gd name="T46" fmla="*/ 54537 w 48"/>
              <a:gd name="T47" fmla="*/ 88900 h 48"/>
              <a:gd name="T48" fmla="*/ 83410 w 48"/>
              <a:gd name="T49" fmla="*/ 47625 h 48"/>
              <a:gd name="T50" fmla="*/ 83410 w 48"/>
              <a:gd name="T51" fmla="*/ 95250 h 48"/>
              <a:gd name="T52" fmla="*/ 83410 w 48"/>
              <a:gd name="T53" fmla="*/ 95250 h 48"/>
              <a:gd name="T54" fmla="*/ 83410 w 48"/>
              <a:gd name="T55" fmla="*/ 98425 h 48"/>
              <a:gd name="T56" fmla="*/ 121906 w 48"/>
              <a:gd name="T57" fmla="*/ 19050 h 48"/>
              <a:gd name="T58" fmla="*/ 83410 w 48"/>
              <a:gd name="T59" fmla="*/ 47625 h 48"/>
              <a:gd name="T60" fmla="*/ 83410 w 48"/>
              <a:gd name="T61" fmla="*/ 47625 h 48"/>
              <a:gd name="T62" fmla="*/ 134739 w 48"/>
              <a:gd name="T63" fmla="*/ 53975 h 48"/>
              <a:gd name="T64" fmla="*/ 141155 w 48"/>
              <a:gd name="T65" fmla="*/ 82550 h 48"/>
              <a:gd name="T66" fmla="*/ 147571 w 48"/>
              <a:gd name="T67" fmla="*/ 69850 h 48"/>
              <a:gd name="T68" fmla="*/ 141155 w 48"/>
              <a:gd name="T69" fmla="*/ 60325 h 48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8" h="48">
                <a:moveTo>
                  <a:pt x="39" y="45"/>
                </a:moveTo>
                <a:cubicBezTo>
                  <a:pt x="23" y="34"/>
                  <a:pt x="23" y="34"/>
                  <a:pt x="23" y="34"/>
                </a:cubicBezTo>
                <a:cubicBezTo>
                  <a:pt x="22" y="33"/>
                  <a:pt x="22" y="33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4"/>
                  <a:pt x="24" y="45"/>
                  <a:pt x="23" y="45"/>
                </a:cubicBezTo>
                <a:cubicBezTo>
                  <a:pt x="19" y="47"/>
                  <a:pt x="19" y="47"/>
                  <a:pt x="19" y="47"/>
                </a:cubicBezTo>
                <a:cubicBezTo>
                  <a:pt x="15" y="48"/>
                  <a:pt x="15" y="48"/>
                  <a:pt x="15" y="48"/>
                </a:cubicBezTo>
                <a:cubicBezTo>
                  <a:pt x="14" y="48"/>
                  <a:pt x="13" y="48"/>
                  <a:pt x="13" y="47"/>
                </a:cubicBezTo>
                <a:cubicBezTo>
                  <a:pt x="8" y="32"/>
                  <a:pt x="8" y="32"/>
                  <a:pt x="8" y="32"/>
                </a:cubicBezTo>
                <a:cubicBezTo>
                  <a:pt x="6" y="31"/>
                  <a:pt x="4" y="30"/>
                  <a:pt x="3" y="29"/>
                </a:cubicBezTo>
                <a:cubicBezTo>
                  <a:pt x="1" y="27"/>
                  <a:pt x="0" y="25"/>
                  <a:pt x="0" y="22"/>
                </a:cubicBezTo>
                <a:cubicBezTo>
                  <a:pt x="0" y="20"/>
                  <a:pt x="2" y="17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5" y="14"/>
                  <a:pt x="8" y="13"/>
                  <a:pt x="10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2"/>
                  <a:pt x="23" y="11"/>
                  <a:pt x="23" y="11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0"/>
                  <a:pt x="42" y="1"/>
                </a:cubicBezTo>
                <a:cubicBezTo>
                  <a:pt x="42" y="1"/>
                  <a:pt x="42" y="2"/>
                  <a:pt x="42" y="2"/>
                </a:cubicBezTo>
                <a:cubicBezTo>
                  <a:pt x="42" y="15"/>
                  <a:pt x="42" y="15"/>
                  <a:pt x="42" y="15"/>
                </a:cubicBezTo>
                <a:cubicBezTo>
                  <a:pt x="44" y="15"/>
                  <a:pt x="45" y="16"/>
                  <a:pt x="46" y="17"/>
                </a:cubicBezTo>
                <a:cubicBezTo>
                  <a:pt x="46" y="17"/>
                  <a:pt x="46" y="17"/>
                  <a:pt x="46" y="17"/>
                </a:cubicBezTo>
                <a:cubicBezTo>
                  <a:pt x="47" y="18"/>
                  <a:pt x="48" y="20"/>
                  <a:pt x="48" y="22"/>
                </a:cubicBezTo>
                <a:cubicBezTo>
                  <a:pt x="48" y="25"/>
                  <a:pt x="47" y="27"/>
                  <a:pt x="46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5" y="29"/>
                  <a:pt x="44" y="30"/>
                  <a:pt x="42" y="30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4"/>
                  <a:pt x="41" y="45"/>
                  <a:pt x="40" y="45"/>
                </a:cubicBezTo>
                <a:cubicBezTo>
                  <a:pt x="40" y="45"/>
                  <a:pt x="39" y="45"/>
                  <a:pt x="39" y="45"/>
                </a:cubicBezTo>
                <a:close/>
                <a:moveTo>
                  <a:pt x="24" y="28"/>
                </a:moveTo>
                <a:cubicBezTo>
                  <a:pt x="24" y="28"/>
                  <a:pt x="24" y="28"/>
                  <a:pt x="24" y="28"/>
                </a:cubicBezTo>
                <a:cubicBezTo>
                  <a:pt x="24" y="17"/>
                  <a:pt x="24" y="17"/>
                  <a:pt x="24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9" y="17"/>
                  <a:pt x="7" y="17"/>
                  <a:pt x="6" y="18"/>
                </a:cubicBezTo>
                <a:cubicBezTo>
                  <a:pt x="5" y="19"/>
                  <a:pt x="4" y="21"/>
                  <a:pt x="4" y="22"/>
                </a:cubicBezTo>
                <a:cubicBezTo>
                  <a:pt x="4" y="24"/>
                  <a:pt x="5" y="25"/>
                  <a:pt x="6" y="26"/>
                </a:cubicBezTo>
                <a:cubicBezTo>
                  <a:pt x="7" y="27"/>
                  <a:pt x="8" y="28"/>
                  <a:pt x="10" y="28"/>
                </a:cubicBezTo>
                <a:cubicBezTo>
                  <a:pt x="10" y="28"/>
                  <a:pt x="11" y="29"/>
                  <a:pt x="11" y="30"/>
                </a:cubicBezTo>
                <a:cubicBezTo>
                  <a:pt x="16" y="44"/>
                  <a:pt x="16" y="44"/>
                  <a:pt x="16" y="44"/>
                </a:cubicBezTo>
                <a:cubicBezTo>
                  <a:pt x="18" y="43"/>
                  <a:pt x="18" y="43"/>
                  <a:pt x="18" y="43"/>
                </a:cubicBezTo>
                <a:cubicBezTo>
                  <a:pt x="20" y="42"/>
                  <a:pt x="20" y="42"/>
                  <a:pt x="20" y="42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0"/>
                </a:cubicBezTo>
                <a:cubicBezTo>
                  <a:pt x="16" y="29"/>
                  <a:pt x="16" y="28"/>
                  <a:pt x="17" y="28"/>
                </a:cubicBezTo>
                <a:cubicBezTo>
                  <a:pt x="24" y="28"/>
                  <a:pt x="24" y="28"/>
                  <a:pt x="24" y="28"/>
                </a:cubicBezTo>
                <a:close/>
                <a:moveTo>
                  <a:pt x="26" y="15"/>
                </a:moveTo>
                <a:cubicBezTo>
                  <a:pt x="26" y="15"/>
                  <a:pt x="26" y="15"/>
                  <a:pt x="26" y="15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1"/>
                  <a:pt x="26" y="31"/>
                  <a:pt x="26" y="31"/>
                </a:cubicBezTo>
                <a:cubicBezTo>
                  <a:pt x="38" y="39"/>
                  <a:pt x="38" y="39"/>
                  <a:pt x="38" y="39"/>
                </a:cubicBezTo>
                <a:cubicBezTo>
                  <a:pt x="38" y="6"/>
                  <a:pt x="38" y="6"/>
                  <a:pt x="38" y="6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lose/>
                <a:moveTo>
                  <a:pt x="42" y="17"/>
                </a:moveTo>
                <a:cubicBezTo>
                  <a:pt x="42" y="17"/>
                  <a:pt x="42" y="17"/>
                  <a:pt x="42" y="17"/>
                </a:cubicBezTo>
                <a:cubicBezTo>
                  <a:pt x="42" y="28"/>
                  <a:pt x="42" y="28"/>
                  <a:pt x="42" y="28"/>
                </a:cubicBezTo>
                <a:cubicBezTo>
                  <a:pt x="43" y="27"/>
                  <a:pt x="44" y="27"/>
                  <a:pt x="44" y="26"/>
                </a:cubicBezTo>
                <a:cubicBezTo>
                  <a:pt x="44" y="26"/>
                  <a:pt x="44" y="26"/>
                  <a:pt x="44" y="26"/>
                </a:cubicBezTo>
                <a:cubicBezTo>
                  <a:pt x="45" y="25"/>
                  <a:pt x="46" y="24"/>
                  <a:pt x="46" y="22"/>
                </a:cubicBezTo>
                <a:cubicBezTo>
                  <a:pt x="46" y="21"/>
                  <a:pt x="45" y="20"/>
                  <a:pt x="44" y="19"/>
                </a:cubicBezTo>
                <a:cubicBezTo>
                  <a:pt x="44" y="19"/>
                  <a:pt x="44" y="19"/>
                  <a:pt x="44" y="19"/>
                </a:cubicBezTo>
                <a:cubicBezTo>
                  <a:pt x="44" y="18"/>
                  <a:pt x="43" y="18"/>
                  <a:pt x="42" y="1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28" name="Freeform 262">
            <a:extLst>
              <a:ext uri="{FF2B5EF4-FFF2-40B4-BE49-F238E27FC236}">
                <a16:creationId xmlns:a16="http://schemas.microsoft.com/office/drawing/2014/main" id="{42F4A4D8-24A2-8B29-101D-5C90DAA8A561}"/>
              </a:ext>
            </a:extLst>
          </p:cNvPr>
          <p:cNvSpPr>
            <a:spLocks noEditPoints="1"/>
          </p:cNvSpPr>
          <p:nvPr/>
        </p:nvSpPr>
        <p:spPr bwMode="auto">
          <a:xfrm>
            <a:off x="3151118" y="5241314"/>
            <a:ext cx="228600" cy="211667"/>
          </a:xfrm>
          <a:custGeom>
            <a:avLst/>
            <a:gdLst>
              <a:gd name="T0" fmla="*/ 15875 w 54"/>
              <a:gd name="T1" fmla="*/ 146050 h 50"/>
              <a:gd name="T2" fmla="*/ 92075 w 54"/>
              <a:gd name="T3" fmla="*/ 146050 h 50"/>
              <a:gd name="T4" fmla="*/ 107950 w 54"/>
              <a:gd name="T5" fmla="*/ 107950 h 50"/>
              <a:gd name="T6" fmla="*/ 114300 w 54"/>
              <a:gd name="T7" fmla="*/ 92075 h 50"/>
              <a:gd name="T8" fmla="*/ 123825 w 54"/>
              <a:gd name="T9" fmla="*/ 76200 h 50"/>
              <a:gd name="T10" fmla="*/ 133350 w 54"/>
              <a:gd name="T11" fmla="*/ 76200 h 50"/>
              <a:gd name="T12" fmla="*/ 139700 w 54"/>
              <a:gd name="T13" fmla="*/ 79375 h 50"/>
              <a:gd name="T14" fmla="*/ 142875 w 54"/>
              <a:gd name="T15" fmla="*/ 95250 h 50"/>
              <a:gd name="T16" fmla="*/ 142875 w 54"/>
              <a:gd name="T17" fmla="*/ 146050 h 50"/>
              <a:gd name="T18" fmla="*/ 149225 w 54"/>
              <a:gd name="T19" fmla="*/ 146050 h 50"/>
              <a:gd name="T20" fmla="*/ 149225 w 54"/>
              <a:gd name="T21" fmla="*/ 79375 h 50"/>
              <a:gd name="T22" fmla="*/ 152400 w 54"/>
              <a:gd name="T23" fmla="*/ 50800 h 50"/>
              <a:gd name="T24" fmla="*/ 133350 w 54"/>
              <a:gd name="T25" fmla="*/ 12700 h 50"/>
              <a:gd name="T26" fmla="*/ 82550 w 54"/>
              <a:gd name="T27" fmla="*/ 114300 h 50"/>
              <a:gd name="T28" fmla="*/ 79375 w 54"/>
              <a:gd name="T29" fmla="*/ 114300 h 50"/>
              <a:gd name="T30" fmla="*/ 73025 w 54"/>
              <a:gd name="T31" fmla="*/ 120650 h 50"/>
              <a:gd name="T32" fmla="*/ 60325 w 54"/>
              <a:gd name="T33" fmla="*/ 127000 h 50"/>
              <a:gd name="T34" fmla="*/ 44450 w 54"/>
              <a:gd name="T35" fmla="*/ 117475 h 50"/>
              <a:gd name="T36" fmla="*/ 22225 w 54"/>
              <a:gd name="T37" fmla="*/ 123825 h 50"/>
              <a:gd name="T38" fmla="*/ 15875 w 54"/>
              <a:gd name="T39" fmla="*/ 130175 h 50"/>
              <a:gd name="T40" fmla="*/ 15875 w 54"/>
              <a:gd name="T41" fmla="*/ 146050 h 50"/>
              <a:gd name="T42" fmla="*/ 92075 w 54"/>
              <a:gd name="T43" fmla="*/ 158750 h 50"/>
              <a:gd name="T44" fmla="*/ 92075 w 54"/>
              <a:gd name="T45" fmla="*/ 158750 h 50"/>
              <a:gd name="T46" fmla="*/ 12700 w 54"/>
              <a:gd name="T47" fmla="*/ 158750 h 50"/>
              <a:gd name="T48" fmla="*/ 9525 w 54"/>
              <a:gd name="T49" fmla="*/ 155575 h 50"/>
              <a:gd name="T50" fmla="*/ 0 w 54"/>
              <a:gd name="T51" fmla="*/ 146050 h 50"/>
              <a:gd name="T52" fmla="*/ 0 w 54"/>
              <a:gd name="T53" fmla="*/ 133350 h 50"/>
              <a:gd name="T54" fmla="*/ 6350 w 54"/>
              <a:gd name="T55" fmla="*/ 120650 h 50"/>
              <a:gd name="T56" fmla="*/ 15875 w 54"/>
              <a:gd name="T57" fmla="*/ 114300 h 50"/>
              <a:gd name="T58" fmla="*/ 15875 w 54"/>
              <a:gd name="T59" fmla="*/ 114300 h 50"/>
              <a:gd name="T60" fmla="*/ 44450 w 54"/>
              <a:gd name="T61" fmla="*/ 104775 h 50"/>
              <a:gd name="T62" fmla="*/ 53975 w 54"/>
              <a:gd name="T63" fmla="*/ 107950 h 50"/>
              <a:gd name="T64" fmla="*/ 69850 w 54"/>
              <a:gd name="T65" fmla="*/ 107950 h 50"/>
              <a:gd name="T66" fmla="*/ 123825 w 54"/>
              <a:gd name="T67" fmla="*/ 3175 h 50"/>
              <a:gd name="T68" fmla="*/ 123825 w 54"/>
              <a:gd name="T69" fmla="*/ 3175 h 50"/>
              <a:gd name="T70" fmla="*/ 123825 w 54"/>
              <a:gd name="T71" fmla="*/ 3175 h 50"/>
              <a:gd name="T72" fmla="*/ 133350 w 54"/>
              <a:gd name="T73" fmla="*/ 0 h 50"/>
              <a:gd name="T74" fmla="*/ 165100 w 54"/>
              <a:gd name="T75" fmla="*/ 53975 h 50"/>
              <a:gd name="T76" fmla="*/ 161925 w 54"/>
              <a:gd name="T77" fmla="*/ 79375 h 50"/>
              <a:gd name="T78" fmla="*/ 161925 w 54"/>
              <a:gd name="T79" fmla="*/ 152400 h 50"/>
              <a:gd name="T80" fmla="*/ 161925 w 54"/>
              <a:gd name="T81" fmla="*/ 152400 h 50"/>
              <a:gd name="T82" fmla="*/ 155575 w 54"/>
              <a:gd name="T83" fmla="*/ 158750 h 50"/>
              <a:gd name="T84" fmla="*/ 139700 w 54"/>
              <a:gd name="T85" fmla="*/ 158750 h 50"/>
              <a:gd name="T86" fmla="*/ 136525 w 54"/>
              <a:gd name="T87" fmla="*/ 158750 h 50"/>
              <a:gd name="T88" fmla="*/ 133350 w 54"/>
              <a:gd name="T89" fmla="*/ 152400 h 50"/>
              <a:gd name="T90" fmla="*/ 133350 w 54"/>
              <a:gd name="T91" fmla="*/ 95250 h 50"/>
              <a:gd name="T92" fmla="*/ 130175 w 54"/>
              <a:gd name="T93" fmla="*/ 88900 h 50"/>
              <a:gd name="T94" fmla="*/ 130175 w 54"/>
              <a:gd name="T95" fmla="*/ 88900 h 50"/>
              <a:gd name="T96" fmla="*/ 123825 w 54"/>
              <a:gd name="T97" fmla="*/ 95250 h 50"/>
              <a:gd name="T98" fmla="*/ 117475 w 54"/>
              <a:gd name="T99" fmla="*/ 114300 h 50"/>
              <a:gd name="T100" fmla="*/ 92075 w 54"/>
              <a:gd name="T101" fmla="*/ 158750 h 5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4" h="50">
                <a:moveTo>
                  <a:pt x="5" y="46"/>
                </a:move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32" y="40"/>
                  <a:pt x="34" y="34"/>
                </a:cubicBezTo>
                <a:cubicBezTo>
                  <a:pt x="34" y="32"/>
                  <a:pt x="35" y="30"/>
                  <a:pt x="36" y="29"/>
                </a:cubicBezTo>
                <a:cubicBezTo>
                  <a:pt x="37" y="26"/>
                  <a:pt x="38" y="25"/>
                  <a:pt x="39" y="24"/>
                </a:cubicBezTo>
                <a:cubicBezTo>
                  <a:pt x="40" y="24"/>
                  <a:pt x="41" y="24"/>
                  <a:pt x="42" y="24"/>
                </a:cubicBezTo>
                <a:cubicBezTo>
                  <a:pt x="43" y="24"/>
                  <a:pt x="43" y="24"/>
                  <a:pt x="44" y="25"/>
                </a:cubicBezTo>
                <a:cubicBezTo>
                  <a:pt x="45" y="26"/>
                  <a:pt x="45" y="28"/>
                  <a:pt x="45" y="30"/>
                </a:cubicBezTo>
                <a:cubicBezTo>
                  <a:pt x="45" y="46"/>
                  <a:pt x="45" y="46"/>
                  <a:pt x="45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7" y="25"/>
                  <a:pt x="47" y="25"/>
                  <a:pt x="47" y="25"/>
                </a:cubicBezTo>
                <a:cubicBezTo>
                  <a:pt x="47" y="22"/>
                  <a:pt x="48" y="19"/>
                  <a:pt x="48" y="16"/>
                </a:cubicBezTo>
                <a:cubicBezTo>
                  <a:pt x="49" y="12"/>
                  <a:pt x="50" y="9"/>
                  <a:pt x="42" y="4"/>
                </a:cubicBezTo>
                <a:cubicBezTo>
                  <a:pt x="26" y="36"/>
                  <a:pt x="26" y="36"/>
                  <a:pt x="26" y="36"/>
                </a:cubicBezTo>
                <a:cubicBezTo>
                  <a:pt x="26" y="36"/>
                  <a:pt x="26" y="36"/>
                  <a:pt x="25" y="36"/>
                </a:cubicBezTo>
                <a:cubicBezTo>
                  <a:pt x="25" y="37"/>
                  <a:pt x="24" y="38"/>
                  <a:pt x="23" y="38"/>
                </a:cubicBezTo>
                <a:cubicBezTo>
                  <a:pt x="22" y="39"/>
                  <a:pt x="20" y="40"/>
                  <a:pt x="19" y="40"/>
                </a:cubicBezTo>
                <a:cubicBezTo>
                  <a:pt x="17" y="39"/>
                  <a:pt x="16" y="39"/>
                  <a:pt x="14" y="37"/>
                </a:cubicBezTo>
                <a:cubicBezTo>
                  <a:pt x="7" y="39"/>
                  <a:pt x="7" y="39"/>
                  <a:pt x="7" y="39"/>
                </a:cubicBezTo>
                <a:cubicBezTo>
                  <a:pt x="6" y="40"/>
                  <a:pt x="5" y="40"/>
                  <a:pt x="5" y="41"/>
                </a:cubicBezTo>
                <a:cubicBezTo>
                  <a:pt x="3" y="42"/>
                  <a:pt x="4" y="44"/>
                  <a:pt x="5" y="46"/>
                </a:cubicBezTo>
                <a:close/>
                <a:moveTo>
                  <a:pt x="29" y="50"/>
                </a:moveTo>
                <a:cubicBezTo>
                  <a:pt x="29" y="50"/>
                  <a:pt x="29" y="50"/>
                  <a:pt x="29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4" y="50"/>
                  <a:pt x="3" y="50"/>
                  <a:pt x="3" y="49"/>
                </a:cubicBezTo>
                <a:cubicBezTo>
                  <a:pt x="2" y="48"/>
                  <a:pt x="1" y="47"/>
                  <a:pt x="0" y="46"/>
                </a:cubicBezTo>
                <a:cubicBezTo>
                  <a:pt x="0" y="45"/>
                  <a:pt x="0" y="43"/>
                  <a:pt x="0" y="42"/>
                </a:cubicBezTo>
                <a:cubicBezTo>
                  <a:pt x="0" y="40"/>
                  <a:pt x="1" y="39"/>
                  <a:pt x="2" y="38"/>
                </a:cubicBezTo>
                <a:cubicBezTo>
                  <a:pt x="3" y="37"/>
                  <a:pt x="4" y="36"/>
                  <a:pt x="5" y="36"/>
                </a:cubicBezTo>
                <a:cubicBezTo>
                  <a:pt x="5" y="36"/>
                  <a:pt x="5" y="36"/>
                  <a:pt x="5" y="36"/>
                </a:cubicBezTo>
                <a:cubicBezTo>
                  <a:pt x="14" y="33"/>
                  <a:pt x="14" y="33"/>
                  <a:pt x="14" y="33"/>
                </a:cubicBezTo>
                <a:cubicBezTo>
                  <a:pt x="15" y="33"/>
                  <a:pt x="16" y="33"/>
                  <a:pt x="17" y="34"/>
                </a:cubicBezTo>
                <a:cubicBezTo>
                  <a:pt x="18" y="36"/>
                  <a:pt x="21" y="36"/>
                  <a:pt x="22" y="34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40" y="0"/>
                  <a:pt x="41" y="0"/>
                  <a:pt x="42" y="0"/>
                </a:cubicBezTo>
                <a:cubicBezTo>
                  <a:pt x="54" y="6"/>
                  <a:pt x="53" y="10"/>
                  <a:pt x="52" y="17"/>
                </a:cubicBezTo>
                <a:cubicBezTo>
                  <a:pt x="52" y="19"/>
                  <a:pt x="51" y="22"/>
                  <a:pt x="51" y="25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9"/>
                  <a:pt x="50" y="50"/>
                  <a:pt x="49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42" y="50"/>
                  <a:pt x="42" y="49"/>
                  <a:pt x="42" y="48"/>
                </a:cubicBezTo>
                <a:cubicBezTo>
                  <a:pt x="42" y="30"/>
                  <a:pt x="42" y="30"/>
                  <a:pt x="42" y="30"/>
                </a:cubicBezTo>
                <a:cubicBezTo>
                  <a:pt x="42" y="29"/>
                  <a:pt x="41" y="28"/>
                  <a:pt x="41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40" y="28"/>
                  <a:pt x="40" y="29"/>
                  <a:pt x="39" y="30"/>
                </a:cubicBezTo>
                <a:cubicBezTo>
                  <a:pt x="39" y="32"/>
                  <a:pt x="38" y="34"/>
                  <a:pt x="37" y="36"/>
                </a:cubicBezTo>
                <a:cubicBezTo>
                  <a:pt x="35" y="42"/>
                  <a:pt x="32" y="50"/>
                  <a:pt x="29" y="5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29" name="Freeform 263">
            <a:extLst>
              <a:ext uri="{FF2B5EF4-FFF2-40B4-BE49-F238E27FC236}">
                <a16:creationId xmlns:a16="http://schemas.microsoft.com/office/drawing/2014/main" id="{8DC407C2-3B71-3D9A-502E-8426FA4D0D80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5270947"/>
            <a:ext cx="215900" cy="152400"/>
          </a:xfrm>
          <a:custGeom>
            <a:avLst/>
            <a:gdLst>
              <a:gd name="T0" fmla="*/ 149225 w 51"/>
              <a:gd name="T1" fmla="*/ 79375 h 36"/>
              <a:gd name="T2" fmla="*/ 142875 w 51"/>
              <a:gd name="T3" fmla="*/ 50800 h 36"/>
              <a:gd name="T4" fmla="*/ 127000 w 51"/>
              <a:gd name="T5" fmla="*/ 50800 h 36"/>
              <a:gd name="T6" fmla="*/ 19050 w 51"/>
              <a:gd name="T7" fmla="*/ 50800 h 36"/>
              <a:gd name="T8" fmla="*/ 12700 w 51"/>
              <a:gd name="T9" fmla="*/ 50800 h 36"/>
              <a:gd name="T10" fmla="*/ 19050 w 51"/>
              <a:gd name="T11" fmla="*/ 79375 h 36"/>
              <a:gd name="T12" fmla="*/ 25400 w 51"/>
              <a:gd name="T13" fmla="*/ 85725 h 36"/>
              <a:gd name="T14" fmla="*/ 28575 w 51"/>
              <a:gd name="T15" fmla="*/ 95250 h 36"/>
              <a:gd name="T16" fmla="*/ 41275 w 51"/>
              <a:gd name="T17" fmla="*/ 101600 h 36"/>
              <a:gd name="T18" fmla="*/ 53975 w 51"/>
              <a:gd name="T19" fmla="*/ 85725 h 36"/>
              <a:gd name="T20" fmla="*/ 60325 w 51"/>
              <a:gd name="T21" fmla="*/ 79375 h 36"/>
              <a:gd name="T22" fmla="*/ 60325 w 51"/>
              <a:gd name="T23" fmla="*/ 79375 h 36"/>
              <a:gd name="T24" fmla="*/ 104775 w 51"/>
              <a:gd name="T25" fmla="*/ 85725 h 36"/>
              <a:gd name="T26" fmla="*/ 111125 w 51"/>
              <a:gd name="T27" fmla="*/ 95250 h 36"/>
              <a:gd name="T28" fmla="*/ 120650 w 51"/>
              <a:gd name="T29" fmla="*/ 101600 h 36"/>
              <a:gd name="T30" fmla="*/ 136525 w 51"/>
              <a:gd name="T31" fmla="*/ 85725 h 36"/>
              <a:gd name="T32" fmla="*/ 142875 w 51"/>
              <a:gd name="T33" fmla="*/ 79375 h 36"/>
              <a:gd name="T34" fmla="*/ 142875 w 51"/>
              <a:gd name="T35" fmla="*/ 79375 h 36"/>
              <a:gd name="T36" fmla="*/ 120650 w 51"/>
              <a:gd name="T37" fmla="*/ 79375 h 36"/>
              <a:gd name="T38" fmla="*/ 120650 w 51"/>
              <a:gd name="T39" fmla="*/ 92075 h 36"/>
              <a:gd name="T40" fmla="*/ 120650 w 51"/>
              <a:gd name="T41" fmla="*/ 79375 h 36"/>
              <a:gd name="T42" fmla="*/ 41275 w 51"/>
              <a:gd name="T43" fmla="*/ 79375 h 36"/>
              <a:gd name="T44" fmla="*/ 41275 w 51"/>
              <a:gd name="T45" fmla="*/ 92075 h 36"/>
              <a:gd name="T46" fmla="*/ 41275 w 51"/>
              <a:gd name="T47" fmla="*/ 79375 h 36"/>
              <a:gd name="T48" fmla="*/ 117475 w 51"/>
              <a:gd name="T49" fmla="*/ 44450 h 36"/>
              <a:gd name="T50" fmla="*/ 34925 w 51"/>
              <a:gd name="T51" fmla="*/ 12700 h 36"/>
              <a:gd name="T52" fmla="*/ 117475 w 51"/>
              <a:gd name="T53" fmla="*/ 44450 h 36"/>
              <a:gd name="T54" fmla="*/ 155575 w 51"/>
              <a:gd name="T55" fmla="*/ 92075 h 36"/>
              <a:gd name="T56" fmla="*/ 139700 w 51"/>
              <a:gd name="T57" fmla="*/ 104775 h 36"/>
              <a:gd name="T58" fmla="*/ 139700 w 51"/>
              <a:gd name="T59" fmla="*/ 104775 h 36"/>
              <a:gd name="T60" fmla="*/ 101600 w 51"/>
              <a:gd name="T61" fmla="*/ 104775 h 36"/>
              <a:gd name="T62" fmla="*/ 95250 w 51"/>
              <a:gd name="T63" fmla="*/ 92075 h 36"/>
              <a:gd name="T64" fmla="*/ 60325 w 51"/>
              <a:gd name="T65" fmla="*/ 104775 h 36"/>
              <a:gd name="T66" fmla="*/ 60325 w 51"/>
              <a:gd name="T67" fmla="*/ 104775 h 36"/>
              <a:gd name="T68" fmla="*/ 19050 w 51"/>
              <a:gd name="T69" fmla="*/ 104775 h 36"/>
              <a:gd name="T70" fmla="*/ 12700 w 51"/>
              <a:gd name="T71" fmla="*/ 92075 h 36"/>
              <a:gd name="T72" fmla="*/ 6350 w 51"/>
              <a:gd name="T73" fmla="*/ 92075 h 36"/>
              <a:gd name="T74" fmla="*/ 0 w 51"/>
              <a:gd name="T75" fmla="*/ 44450 h 36"/>
              <a:gd name="T76" fmla="*/ 6350 w 51"/>
              <a:gd name="T77" fmla="*/ 38100 h 36"/>
              <a:gd name="T78" fmla="*/ 25400 w 51"/>
              <a:gd name="T79" fmla="*/ 3175 h 36"/>
              <a:gd name="T80" fmla="*/ 107950 w 51"/>
              <a:gd name="T81" fmla="*/ 0 h 36"/>
              <a:gd name="T82" fmla="*/ 130175 w 51"/>
              <a:gd name="T83" fmla="*/ 38100 h 36"/>
              <a:gd name="T84" fmla="*/ 155575 w 51"/>
              <a:gd name="T85" fmla="*/ 38100 h 36"/>
              <a:gd name="T86" fmla="*/ 161925 w 51"/>
              <a:gd name="T87" fmla="*/ 85725 h 36"/>
              <a:gd name="T88" fmla="*/ 155575 w 51"/>
              <a:gd name="T89" fmla="*/ 92075 h 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1" h="36">
                <a:moveTo>
                  <a:pt x="45" y="25"/>
                </a:moveTo>
                <a:cubicBezTo>
                  <a:pt x="47" y="25"/>
                  <a:pt x="47" y="25"/>
                  <a:pt x="47" y="25"/>
                </a:cubicBezTo>
                <a:cubicBezTo>
                  <a:pt x="47" y="16"/>
                  <a:pt x="47" y="16"/>
                  <a:pt x="47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39" y="16"/>
                  <a:pt x="39" y="16"/>
                  <a:pt x="39" y="16"/>
                </a:cubicBezTo>
                <a:cubicBezTo>
                  <a:pt x="6" y="16"/>
                  <a:pt x="6" y="16"/>
                  <a:pt x="6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6"/>
                  <a:pt x="5" y="16"/>
                  <a:pt x="4" y="16"/>
                </a:cubicBezTo>
                <a:cubicBezTo>
                  <a:pt x="4" y="25"/>
                  <a:pt x="4" y="25"/>
                  <a:pt x="4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7" y="25"/>
                  <a:pt x="8" y="26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8"/>
                  <a:pt x="8" y="29"/>
                  <a:pt x="9" y="30"/>
                </a:cubicBezTo>
                <a:cubicBezTo>
                  <a:pt x="9" y="30"/>
                  <a:pt x="9" y="30"/>
                  <a:pt x="9" y="30"/>
                </a:cubicBezTo>
                <a:cubicBezTo>
                  <a:pt x="10" y="31"/>
                  <a:pt x="11" y="32"/>
                  <a:pt x="13" y="32"/>
                </a:cubicBezTo>
                <a:cubicBezTo>
                  <a:pt x="14" y="32"/>
                  <a:pt x="15" y="31"/>
                  <a:pt x="16" y="30"/>
                </a:cubicBezTo>
                <a:cubicBezTo>
                  <a:pt x="17" y="29"/>
                  <a:pt x="17" y="28"/>
                  <a:pt x="17" y="27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6"/>
                  <a:pt x="18" y="25"/>
                  <a:pt x="19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5"/>
                  <a:pt x="33" y="26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8"/>
                  <a:pt x="34" y="29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6" y="31"/>
                  <a:pt x="37" y="32"/>
                  <a:pt x="38" y="32"/>
                </a:cubicBezTo>
                <a:cubicBezTo>
                  <a:pt x="39" y="32"/>
                  <a:pt x="41" y="31"/>
                  <a:pt x="42" y="30"/>
                </a:cubicBezTo>
                <a:cubicBezTo>
                  <a:pt x="42" y="29"/>
                  <a:pt x="43" y="28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6"/>
                  <a:pt x="44" y="25"/>
                  <a:pt x="45" y="25"/>
                </a:cubicBezTo>
                <a:cubicBezTo>
                  <a:pt x="45" y="25"/>
                  <a:pt x="45" y="25"/>
                  <a:pt x="45" y="25"/>
                </a:cubicBezTo>
                <a:cubicBezTo>
                  <a:pt x="45" y="25"/>
                  <a:pt x="45" y="25"/>
                  <a:pt x="45" y="25"/>
                </a:cubicBezTo>
                <a:close/>
                <a:moveTo>
                  <a:pt x="38" y="25"/>
                </a:moveTo>
                <a:cubicBezTo>
                  <a:pt x="38" y="25"/>
                  <a:pt x="38" y="25"/>
                  <a:pt x="38" y="25"/>
                </a:cubicBezTo>
                <a:cubicBezTo>
                  <a:pt x="39" y="25"/>
                  <a:pt x="40" y="26"/>
                  <a:pt x="40" y="27"/>
                </a:cubicBezTo>
                <a:cubicBezTo>
                  <a:pt x="40" y="28"/>
                  <a:pt x="39" y="29"/>
                  <a:pt x="38" y="29"/>
                </a:cubicBezTo>
                <a:cubicBezTo>
                  <a:pt x="37" y="29"/>
                  <a:pt x="36" y="28"/>
                  <a:pt x="36" y="27"/>
                </a:cubicBezTo>
                <a:cubicBezTo>
                  <a:pt x="36" y="26"/>
                  <a:pt x="37" y="25"/>
                  <a:pt x="38" y="25"/>
                </a:cubicBezTo>
                <a:close/>
                <a:moveTo>
                  <a:pt x="13" y="25"/>
                </a:moveTo>
                <a:cubicBezTo>
                  <a:pt x="13" y="25"/>
                  <a:pt x="13" y="25"/>
                  <a:pt x="13" y="25"/>
                </a:cubicBezTo>
                <a:cubicBezTo>
                  <a:pt x="14" y="25"/>
                  <a:pt x="14" y="26"/>
                  <a:pt x="14" y="27"/>
                </a:cubicBezTo>
                <a:cubicBezTo>
                  <a:pt x="14" y="28"/>
                  <a:pt x="14" y="29"/>
                  <a:pt x="13" y="29"/>
                </a:cubicBezTo>
                <a:cubicBezTo>
                  <a:pt x="11" y="29"/>
                  <a:pt x="11" y="28"/>
                  <a:pt x="11" y="27"/>
                </a:cubicBezTo>
                <a:cubicBezTo>
                  <a:pt x="11" y="26"/>
                  <a:pt x="11" y="25"/>
                  <a:pt x="13" y="25"/>
                </a:cubicBezTo>
                <a:close/>
                <a:moveTo>
                  <a:pt x="37" y="14"/>
                </a:moveTo>
                <a:cubicBezTo>
                  <a:pt x="37" y="14"/>
                  <a:pt x="37" y="14"/>
                  <a:pt x="37" y="14"/>
                </a:cubicBezTo>
                <a:cubicBezTo>
                  <a:pt x="32" y="4"/>
                  <a:pt x="32" y="4"/>
                  <a:pt x="32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6" y="14"/>
                  <a:pt x="6" y="14"/>
                  <a:pt x="6" y="14"/>
                </a:cubicBezTo>
                <a:cubicBezTo>
                  <a:pt x="37" y="14"/>
                  <a:pt x="37" y="14"/>
                  <a:pt x="37" y="14"/>
                </a:cubicBezTo>
                <a:close/>
                <a:moveTo>
                  <a:pt x="49" y="29"/>
                </a:moveTo>
                <a:cubicBezTo>
                  <a:pt x="49" y="29"/>
                  <a:pt x="49" y="29"/>
                  <a:pt x="49" y="29"/>
                </a:cubicBezTo>
                <a:cubicBezTo>
                  <a:pt x="47" y="29"/>
                  <a:pt x="47" y="29"/>
                  <a:pt x="47" y="29"/>
                </a:cubicBezTo>
                <a:cubicBezTo>
                  <a:pt x="46" y="30"/>
                  <a:pt x="45" y="32"/>
                  <a:pt x="44" y="33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33"/>
                  <a:pt x="44" y="33"/>
                  <a:pt x="44" y="33"/>
                </a:cubicBezTo>
                <a:cubicBezTo>
                  <a:pt x="43" y="35"/>
                  <a:pt x="40" y="36"/>
                  <a:pt x="38" y="36"/>
                </a:cubicBezTo>
                <a:cubicBezTo>
                  <a:pt x="36" y="36"/>
                  <a:pt x="34" y="35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1" y="32"/>
                  <a:pt x="30" y="30"/>
                  <a:pt x="30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30"/>
                  <a:pt x="20" y="32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7" y="35"/>
                  <a:pt x="15" y="36"/>
                  <a:pt x="13" y="36"/>
                </a:cubicBezTo>
                <a:cubicBezTo>
                  <a:pt x="10" y="36"/>
                  <a:pt x="8" y="35"/>
                  <a:pt x="6" y="33"/>
                </a:cubicBezTo>
                <a:cubicBezTo>
                  <a:pt x="6" y="33"/>
                  <a:pt x="6" y="33"/>
                  <a:pt x="6" y="33"/>
                </a:cubicBezTo>
                <a:cubicBezTo>
                  <a:pt x="5" y="32"/>
                  <a:pt x="4" y="30"/>
                  <a:pt x="4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1" y="29"/>
                  <a:pt x="0" y="28"/>
                  <a:pt x="0" y="27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1" y="12"/>
                  <a:pt x="2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8" y="1"/>
                  <a:pt x="8" y="1"/>
                  <a:pt x="8" y="1"/>
                </a:cubicBezTo>
                <a:cubicBezTo>
                  <a:pt x="8" y="1"/>
                  <a:pt x="9" y="0"/>
                  <a:pt x="10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5" y="1"/>
                  <a:pt x="35" y="1"/>
                </a:cubicBezTo>
                <a:cubicBezTo>
                  <a:pt x="41" y="12"/>
                  <a:pt x="41" y="12"/>
                  <a:pt x="41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50" y="12"/>
                  <a:pt x="51" y="13"/>
                  <a:pt x="51" y="14"/>
                </a:cubicBezTo>
                <a:cubicBezTo>
                  <a:pt x="51" y="27"/>
                  <a:pt x="51" y="27"/>
                  <a:pt x="51" y="27"/>
                </a:cubicBezTo>
                <a:cubicBezTo>
                  <a:pt x="51" y="27"/>
                  <a:pt x="51" y="27"/>
                  <a:pt x="51" y="27"/>
                </a:cubicBezTo>
                <a:cubicBezTo>
                  <a:pt x="51" y="28"/>
                  <a:pt x="50" y="29"/>
                  <a:pt x="49" y="2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30" name="Freeform 264">
            <a:extLst>
              <a:ext uri="{FF2B5EF4-FFF2-40B4-BE49-F238E27FC236}">
                <a16:creationId xmlns:a16="http://schemas.microsoft.com/office/drawing/2014/main" id="{501C5C4B-F69B-038D-4C29-8C57F573EFD1}"/>
              </a:ext>
            </a:extLst>
          </p:cNvPr>
          <p:cNvSpPr>
            <a:spLocks noEditPoints="1"/>
          </p:cNvSpPr>
          <p:nvPr/>
        </p:nvSpPr>
        <p:spPr bwMode="auto">
          <a:xfrm>
            <a:off x="3898301" y="5232848"/>
            <a:ext cx="211667" cy="224367"/>
          </a:xfrm>
          <a:custGeom>
            <a:avLst/>
            <a:gdLst>
              <a:gd name="T0" fmla="*/ 28575 w 50"/>
              <a:gd name="T1" fmla="*/ 165100 h 53"/>
              <a:gd name="T2" fmla="*/ 82550 w 50"/>
              <a:gd name="T3" fmla="*/ 155575 h 53"/>
              <a:gd name="T4" fmla="*/ 92075 w 50"/>
              <a:gd name="T5" fmla="*/ 149225 h 53"/>
              <a:gd name="T6" fmla="*/ 92075 w 50"/>
              <a:gd name="T7" fmla="*/ 146050 h 53"/>
              <a:gd name="T8" fmla="*/ 123825 w 50"/>
              <a:gd name="T9" fmla="*/ 114300 h 53"/>
              <a:gd name="T10" fmla="*/ 123825 w 50"/>
              <a:gd name="T11" fmla="*/ 111125 h 53"/>
              <a:gd name="T12" fmla="*/ 123825 w 50"/>
              <a:gd name="T13" fmla="*/ 111125 h 53"/>
              <a:gd name="T14" fmla="*/ 92075 w 50"/>
              <a:gd name="T15" fmla="*/ 136525 h 53"/>
              <a:gd name="T16" fmla="*/ 85725 w 50"/>
              <a:gd name="T17" fmla="*/ 139700 h 53"/>
              <a:gd name="T18" fmla="*/ 66675 w 50"/>
              <a:gd name="T19" fmla="*/ 139700 h 53"/>
              <a:gd name="T20" fmla="*/ 66675 w 50"/>
              <a:gd name="T21" fmla="*/ 139700 h 53"/>
              <a:gd name="T22" fmla="*/ 60325 w 50"/>
              <a:gd name="T23" fmla="*/ 139700 h 53"/>
              <a:gd name="T24" fmla="*/ 60325 w 50"/>
              <a:gd name="T25" fmla="*/ 139700 h 53"/>
              <a:gd name="T26" fmla="*/ 60325 w 50"/>
              <a:gd name="T27" fmla="*/ 136525 h 53"/>
              <a:gd name="T28" fmla="*/ 60325 w 50"/>
              <a:gd name="T29" fmla="*/ 133350 h 53"/>
              <a:gd name="T30" fmla="*/ 60325 w 50"/>
              <a:gd name="T31" fmla="*/ 114300 h 53"/>
              <a:gd name="T32" fmla="*/ 53975 w 50"/>
              <a:gd name="T33" fmla="*/ 111125 h 53"/>
              <a:gd name="T34" fmla="*/ 53975 w 50"/>
              <a:gd name="T35" fmla="*/ 117475 h 53"/>
              <a:gd name="T36" fmla="*/ 53975 w 50"/>
              <a:gd name="T37" fmla="*/ 127000 h 53"/>
              <a:gd name="T38" fmla="*/ 44450 w 50"/>
              <a:gd name="T39" fmla="*/ 142875 h 53"/>
              <a:gd name="T40" fmla="*/ 31750 w 50"/>
              <a:gd name="T41" fmla="*/ 142875 h 53"/>
              <a:gd name="T42" fmla="*/ 41275 w 50"/>
              <a:gd name="T43" fmla="*/ 136525 h 53"/>
              <a:gd name="T44" fmla="*/ 47625 w 50"/>
              <a:gd name="T45" fmla="*/ 127000 h 53"/>
              <a:gd name="T46" fmla="*/ 47625 w 50"/>
              <a:gd name="T47" fmla="*/ 120650 h 53"/>
              <a:gd name="T48" fmla="*/ 6350 w 50"/>
              <a:gd name="T49" fmla="*/ 107950 h 53"/>
              <a:gd name="T50" fmla="*/ 6350 w 50"/>
              <a:gd name="T51" fmla="*/ 95250 h 53"/>
              <a:gd name="T52" fmla="*/ 28575 w 50"/>
              <a:gd name="T53" fmla="*/ 44450 h 53"/>
              <a:gd name="T54" fmla="*/ 63500 w 50"/>
              <a:gd name="T55" fmla="*/ 25400 h 53"/>
              <a:gd name="T56" fmla="*/ 66675 w 50"/>
              <a:gd name="T57" fmla="*/ 6350 h 53"/>
              <a:gd name="T58" fmla="*/ 92075 w 50"/>
              <a:gd name="T59" fmla="*/ 6350 h 53"/>
              <a:gd name="T60" fmla="*/ 95250 w 50"/>
              <a:gd name="T61" fmla="*/ 25400 h 53"/>
              <a:gd name="T62" fmla="*/ 130175 w 50"/>
              <a:gd name="T63" fmla="*/ 44450 h 53"/>
              <a:gd name="T64" fmla="*/ 152400 w 50"/>
              <a:gd name="T65" fmla="*/ 95250 h 53"/>
              <a:gd name="T66" fmla="*/ 152400 w 50"/>
              <a:gd name="T67" fmla="*/ 107950 h 53"/>
              <a:gd name="T68" fmla="*/ 130175 w 50"/>
              <a:gd name="T69" fmla="*/ 107950 h 53"/>
              <a:gd name="T70" fmla="*/ 127000 w 50"/>
              <a:gd name="T71" fmla="*/ 120650 h 53"/>
              <a:gd name="T72" fmla="*/ 98425 w 50"/>
              <a:gd name="T73" fmla="*/ 152400 h 53"/>
              <a:gd name="T74" fmla="*/ 82550 w 50"/>
              <a:gd name="T75" fmla="*/ 161925 h 53"/>
              <a:gd name="T76" fmla="*/ 82550 w 50"/>
              <a:gd name="T77" fmla="*/ 22225 h 53"/>
              <a:gd name="T78" fmla="*/ 85725 w 50"/>
              <a:gd name="T79" fmla="*/ 19050 h 53"/>
              <a:gd name="T80" fmla="*/ 76200 w 50"/>
              <a:gd name="T81" fmla="*/ 15875 h 53"/>
              <a:gd name="T82" fmla="*/ 76200 w 50"/>
              <a:gd name="T83" fmla="*/ 22225 h 53"/>
              <a:gd name="T84" fmla="*/ 22225 w 50"/>
              <a:gd name="T85" fmla="*/ 95250 h 53"/>
              <a:gd name="T86" fmla="*/ 139700 w 50"/>
              <a:gd name="T87" fmla="*/ 95250 h 53"/>
              <a:gd name="T88" fmla="*/ 120650 w 50"/>
              <a:gd name="T89" fmla="*/ 53975 h 53"/>
              <a:gd name="T90" fmla="*/ 22225 w 50"/>
              <a:gd name="T91" fmla="*/ 95250 h 53"/>
              <a:gd name="T92" fmla="*/ 63500 w 50"/>
              <a:gd name="T93" fmla="*/ 107950 h 53"/>
              <a:gd name="T94" fmla="*/ 69850 w 50"/>
              <a:gd name="T95" fmla="*/ 123825 h 53"/>
              <a:gd name="T96" fmla="*/ 79375 w 50"/>
              <a:gd name="T97" fmla="*/ 133350 h 53"/>
              <a:gd name="T98" fmla="*/ 82550 w 50"/>
              <a:gd name="T99" fmla="*/ 133350 h 53"/>
              <a:gd name="T100" fmla="*/ 85725 w 50"/>
              <a:gd name="T101" fmla="*/ 130175 h 53"/>
              <a:gd name="T102" fmla="*/ 114300 w 50"/>
              <a:gd name="T103" fmla="*/ 107950 h 53"/>
              <a:gd name="T104" fmla="*/ 82550 w 50"/>
              <a:gd name="T105" fmla="*/ 155575 h 53"/>
              <a:gd name="T106" fmla="*/ 82550 w 50"/>
              <a:gd name="T107" fmla="*/ 155575 h 53"/>
              <a:gd name="T108" fmla="*/ 92075 w 50"/>
              <a:gd name="T109" fmla="*/ 149225 h 53"/>
              <a:gd name="T110" fmla="*/ 92075 w 50"/>
              <a:gd name="T111" fmla="*/ 149225 h 53"/>
              <a:gd name="T112" fmla="*/ 123825 w 50"/>
              <a:gd name="T113" fmla="*/ 111125 h 53"/>
              <a:gd name="T114" fmla="*/ 120650 w 50"/>
              <a:gd name="T115" fmla="*/ 107950 h 53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0" h="53">
                <a:moveTo>
                  <a:pt x="10" y="53"/>
                </a:moveTo>
                <a:cubicBezTo>
                  <a:pt x="10" y="53"/>
                  <a:pt x="9" y="53"/>
                  <a:pt x="9" y="52"/>
                </a:cubicBezTo>
                <a:cubicBezTo>
                  <a:pt x="9" y="52"/>
                  <a:pt x="9" y="51"/>
                  <a:pt x="10" y="51"/>
                </a:cubicBezTo>
                <a:cubicBezTo>
                  <a:pt x="26" y="49"/>
                  <a:pt x="26" y="49"/>
                  <a:pt x="26" y="49"/>
                </a:cubicBezTo>
                <a:cubicBezTo>
                  <a:pt x="26" y="49"/>
                  <a:pt x="26" y="49"/>
                  <a:pt x="26" y="49"/>
                </a:cubicBezTo>
                <a:cubicBezTo>
                  <a:pt x="27" y="49"/>
                  <a:pt x="28" y="48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6"/>
                  <a:pt x="29" y="46"/>
                  <a:pt x="29" y="46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6"/>
                  <a:pt x="39" y="35"/>
                  <a:pt x="39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8" y="35"/>
                  <a:pt x="38" y="36"/>
                </a:cubicBezTo>
                <a:cubicBezTo>
                  <a:pt x="29" y="43"/>
                  <a:pt x="29" y="43"/>
                  <a:pt x="29" y="43"/>
                </a:cubicBezTo>
                <a:cubicBezTo>
                  <a:pt x="29" y="43"/>
                  <a:pt x="29" y="43"/>
                  <a:pt x="29" y="43"/>
                </a:cubicBezTo>
                <a:cubicBezTo>
                  <a:pt x="28" y="43"/>
                  <a:pt x="28" y="44"/>
                  <a:pt x="27" y="44"/>
                </a:cubicBezTo>
                <a:cubicBezTo>
                  <a:pt x="27" y="44"/>
                  <a:pt x="26" y="44"/>
                  <a:pt x="25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0" y="44"/>
                  <a:pt x="20" y="44"/>
                </a:cubicBezTo>
                <a:cubicBezTo>
                  <a:pt x="20" y="44"/>
                  <a:pt x="20" y="44"/>
                  <a:pt x="19" y="44"/>
                </a:cubicBezTo>
                <a:cubicBezTo>
                  <a:pt x="19" y="44"/>
                  <a:pt x="19" y="44"/>
                  <a:pt x="19" y="44"/>
                </a:cubicBezTo>
                <a:cubicBezTo>
                  <a:pt x="19" y="44"/>
                  <a:pt x="19" y="44"/>
                  <a:pt x="19" y="44"/>
                </a:cubicBezTo>
                <a:cubicBezTo>
                  <a:pt x="19" y="43"/>
                  <a:pt x="19" y="43"/>
                  <a:pt x="19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1"/>
                  <a:pt x="20" y="40"/>
                  <a:pt x="19" y="39"/>
                </a:cubicBezTo>
                <a:cubicBezTo>
                  <a:pt x="19" y="38"/>
                  <a:pt x="19" y="37"/>
                  <a:pt x="19" y="36"/>
                </a:cubicBezTo>
                <a:cubicBezTo>
                  <a:pt x="19" y="35"/>
                  <a:pt x="18" y="35"/>
                  <a:pt x="18" y="35"/>
                </a:cubicBezTo>
                <a:cubicBezTo>
                  <a:pt x="18" y="35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6"/>
                  <a:pt x="16" y="36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9"/>
                  <a:pt x="17" y="40"/>
                  <a:pt x="17" y="40"/>
                </a:cubicBezTo>
                <a:cubicBezTo>
                  <a:pt x="17" y="41"/>
                  <a:pt x="17" y="42"/>
                  <a:pt x="16" y="43"/>
                </a:cubicBezTo>
                <a:cubicBezTo>
                  <a:pt x="15" y="44"/>
                  <a:pt x="14" y="45"/>
                  <a:pt x="14" y="45"/>
                </a:cubicBezTo>
                <a:cubicBezTo>
                  <a:pt x="13" y="46"/>
                  <a:pt x="12" y="46"/>
                  <a:pt x="11" y="46"/>
                </a:cubicBezTo>
                <a:cubicBezTo>
                  <a:pt x="10" y="46"/>
                  <a:pt x="10" y="46"/>
                  <a:pt x="10" y="45"/>
                </a:cubicBezTo>
                <a:cubicBezTo>
                  <a:pt x="9" y="45"/>
                  <a:pt x="10" y="44"/>
                  <a:pt x="11" y="44"/>
                </a:cubicBezTo>
                <a:cubicBezTo>
                  <a:pt x="11" y="44"/>
                  <a:pt x="12" y="44"/>
                  <a:pt x="13" y="43"/>
                </a:cubicBezTo>
                <a:cubicBezTo>
                  <a:pt x="13" y="43"/>
                  <a:pt x="14" y="43"/>
                  <a:pt x="14" y="42"/>
                </a:cubicBezTo>
                <a:cubicBezTo>
                  <a:pt x="15" y="41"/>
                  <a:pt x="15" y="41"/>
                  <a:pt x="15" y="40"/>
                </a:cubicBezTo>
                <a:cubicBezTo>
                  <a:pt x="15" y="40"/>
                  <a:pt x="15" y="39"/>
                  <a:pt x="15" y="38"/>
                </a:cubicBezTo>
                <a:cubicBezTo>
                  <a:pt x="15" y="38"/>
                  <a:pt x="15" y="38"/>
                  <a:pt x="15" y="38"/>
                </a:cubicBezTo>
                <a:cubicBezTo>
                  <a:pt x="14" y="36"/>
                  <a:pt x="14" y="35"/>
                  <a:pt x="15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4"/>
                  <a:pt x="0" y="33"/>
                  <a:pt x="0" y="32"/>
                </a:cubicBezTo>
                <a:cubicBezTo>
                  <a:pt x="0" y="31"/>
                  <a:pt x="1" y="30"/>
                  <a:pt x="2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24"/>
                  <a:pt x="5" y="18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12" y="11"/>
                  <a:pt x="16" y="9"/>
                  <a:pt x="20" y="8"/>
                </a:cubicBezTo>
                <a:cubicBezTo>
                  <a:pt x="20" y="8"/>
                  <a:pt x="20" y="7"/>
                  <a:pt x="20" y="6"/>
                </a:cubicBezTo>
                <a:cubicBezTo>
                  <a:pt x="20" y="4"/>
                  <a:pt x="20" y="3"/>
                  <a:pt x="21" y="2"/>
                </a:cubicBezTo>
                <a:cubicBezTo>
                  <a:pt x="22" y="1"/>
                  <a:pt x="24" y="0"/>
                  <a:pt x="25" y="0"/>
                </a:cubicBezTo>
                <a:cubicBezTo>
                  <a:pt x="27" y="0"/>
                  <a:pt x="28" y="1"/>
                  <a:pt x="29" y="2"/>
                </a:cubicBezTo>
                <a:cubicBezTo>
                  <a:pt x="30" y="3"/>
                  <a:pt x="31" y="4"/>
                  <a:pt x="31" y="6"/>
                </a:cubicBezTo>
                <a:cubicBezTo>
                  <a:pt x="31" y="7"/>
                  <a:pt x="31" y="8"/>
                  <a:pt x="30" y="8"/>
                </a:cubicBezTo>
                <a:cubicBezTo>
                  <a:pt x="35" y="9"/>
                  <a:pt x="38" y="11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5" y="18"/>
                  <a:pt x="48" y="24"/>
                  <a:pt x="48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50" y="30"/>
                  <a:pt x="50" y="31"/>
                  <a:pt x="50" y="32"/>
                </a:cubicBezTo>
                <a:cubicBezTo>
                  <a:pt x="50" y="33"/>
                  <a:pt x="50" y="34"/>
                  <a:pt x="48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1" y="34"/>
                  <a:pt x="41" y="35"/>
                  <a:pt x="41" y="35"/>
                </a:cubicBezTo>
                <a:cubicBezTo>
                  <a:pt x="42" y="36"/>
                  <a:pt x="41" y="37"/>
                  <a:pt x="40" y="38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0" y="50"/>
                  <a:pt x="28" y="51"/>
                  <a:pt x="26" y="51"/>
                </a:cubicBezTo>
                <a:cubicBezTo>
                  <a:pt x="10" y="53"/>
                  <a:pt x="10" y="53"/>
                  <a:pt x="10" y="53"/>
                </a:cubicBezTo>
                <a:close/>
                <a:moveTo>
                  <a:pt x="26" y="7"/>
                </a:moveTo>
                <a:cubicBezTo>
                  <a:pt x="26" y="7"/>
                  <a:pt x="26" y="7"/>
                  <a:pt x="26" y="7"/>
                </a:cubicBezTo>
                <a:cubicBezTo>
                  <a:pt x="27" y="7"/>
                  <a:pt x="27" y="6"/>
                  <a:pt x="27" y="6"/>
                </a:cubicBezTo>
                <a:cubicBezTo>
                  <a:pt x="27" y="6"/>
                  <a:pt x="27" y="5"/>
                  <a:pt x="26" y="5"/>
                </a:cubicBezTo>
                <a:cubicBezTo>
                  <a:pt x="26" y="4"/>
                  <a:pt x="25" y="4"/>
                  <a:pt x="24" y="5"/>
                </a:cubicBezTo>
                <a:cubicBezTo>
                  <a:pt x="24" y="5"/>
                  <a:pt x="24" y="6"/>
                  <a:pt x="24" y="6"/>
                </a:cubicBezTo>
                <a:cubicBezTo>
                  <a:pt x="24" y="6"/>
                  <a:pt x="24" y="7"/>
                  <a:pt x="24" y="7"/>
                </a:cubicBezTo>
                <a:cubicBezTo>
                  <a:pt x="25" y="8"/>
                  <a:pt x="26" y="8"/>
                  <a:pt x="26" y="7"/>
                </a:cubicBezTo>
                <a:close/>
                <a:moveTo>
                  <a:pt x="7" y="30"/>
                </a:moveTo>
                <a:cubicBezTo>
                  <a:pt x="7" y="30"/>
                  <a:pt x="7" y="30"/>
                  <a:pt x="7" y="30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25"/>
                  <a:pt x="42" y="20"/>
                  <a:pt x="39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1" y="10"/>
                  <a:pt x="19" y="10"/>
                  <a:pt x="12" y="17"/>
                </a:cubicBezTo>
                <a:cubicBezTo>
                  <a:pt x="9" y="20"/>
                  <a:pt x="7" y="25"/>
                  <a:pt x="7" y="30"/>
                </a:cubicBezTo>
                <a:close/>
                <a:moveTo>
                  <a:pt x="20" y="34"/>
                </a:moveTo>
                <a:cubicBezTo>
                  <a:pt x="20" y="34"/>
                  <a:pt x="20" y="34"/>
                  <a:pt x="20" y="34"/>
                </a:cubicBezTo>
                <a:cubicBezTo>
                  <a:pt x="20" y="34"/>
                  <a:pt x="21" y="35"/>
                  <a:pt x="21" y="35"/>
                </a:cubicBezTo>
                <a:cubicBezTo>
                  <a:pt x="21" y="37"/>
                  <a:pt x="22" y="38"/>
                  <a:pt x="22" y="39"/>
                </a:cubicBezTo>
                <a:cubicBezTo>
                  <a:pt x="22" y="40"/>
                  <a:pt x="22" y="41"/>
                  <a:pt x="21" y="42"/>
                </a:cubicBezTo>
                <a:cubicBezTo>
                  <a:pt x="25" y="42"/>
                  <a:pt x="25" y="42"/>
                  <a:pt x="25" y="42"/>
                </a:cubicBezTo>
                <a:cubicBezTo>
                  <a:pt x="26" y="42"/>
                  <a:pt x="26" y="42"/>
                  <a:pt x="26" y="42"/>
                </a:cubicBezTo>
                <a:cubicBezTo>
                  <a:pt x="26" y="42"/>
                  <a:pt x="26" y="42"/>
                  <a:pt x="26" y="42"/>
                </a:cubicBezTo>
                <a:cubicBezTo>
                  <a:pt x="26" y="42"/>
                  <a:pt x="26" y="42"/>
                  <a:pt x="26" y="42"/>
                </a:cubicBezTo>
                <a:cubicBezTo>
                  <a:pt x="27" y="41"/>
                  <a:pt x="27" y="41"/>
                  <a:pt x="27" y="41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20" y="34"/>
                  <a:pt x="20" y="34"/>
                  <a:pt x="20" y="34"/>
                </a:cubicBezTo>
                <a:close/>
                <a:moveTo>
                  <a:pt x="26" y="49"/>
                </a:moveTo>
                <a:cubicBezTo>
                  <a:pt x="26" y="49"/>
                  <a:pt x="26" y="49"/>
                  <a:pt x="26" y="49"/>
                </a:cubicBezTo>
                <a:cubicBezTo>
                  <a:pt x="26" y="49"/>
                  <a:pt x="26" y="49"/>
                  <a:pt x="26" y="49"/>
                </a:cubicBezTo>
                <a:cubicBezTo>
                  <a:pt x="26" y="49"/>
                  <a:pt x="26" y="49"/>
                  <a:pt x="26" y="49"/>
                </a:cubicBezTo>
                <a:close/>
                <a:moveTo>
                  <a:pt x="29" y="47"/>
                </a:move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lose/>
                <a:moveTo>
                  <a:pt x="39" y="35"/>
                </a:moveTo>
                <a:cubicBezTo>
                  <a:pt x="39" y="35"/>
                  <a:pt x="39" y="35"/>
                  <a:pt x="39" y="35"/>
                </a:cubicBezTo>
                <a:cubicBezTo>
                  <a:pt x="38" y="35"/>
                  <a:pt x="38" y="35"/>
                  <a:pt x="38" y="34"/>
                </a:cubicBezTo>
                <a:cubicBezTo>
                  <a:pt x="39" y="35"/>
                  <a:pt x="39" y="35"/>
                  <a:pt x="39" y="3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31" name="Freeform 265">
            <a:extLst>
              <a:ext uri="{FF2B5EF4-FFF2-40B4-BE49-F238E27FC236}">
                <a16:creationId xmlns:a16="http://schemas.microsoft.com/office/drawing/2014/main" id="{09D281D5-B8E7-FEC6-DC30-9C61EFC7869D}"/>
              </a:ext>
            </a:extLst>
          </p:cNvPr>
          <p:cNvSpPr>
            <a:spLocks noEditPoints="1"/>
          </p:cNvSpPr>
          <p:nvPr/>
        </p:nvSpPr>
        <p:spPr bwMode="auto">
          <a:xfrm>
            <a:off x="1673686" y="5245547"/>
            <a:ext cx="222249" cy="203200"/>
          </a:xfrm>
          <a:custGeom>
            <a:avLst/>
            <a:gdLst>
              <a:gd name="T0" fmla="*/ 83344 w 52"/>
              <a:gd name="T1" fmla="*/ 44450 h 48"/>
              <a:gd name="T2" fmla="*/ 105782 w 52"/>
              <a:gd name="T3" fmla="*/ 38100 h 48"/>
              <a:gd name="T4" fmla="*/ 48083 w 52"/>
              <a:gd name="T5" fmla="*/ 66675 h 48"/>
              <a:gd name="T6" fmla="*/ 28850 w 52"/>
              <a:gd name="T7" fmla="*/ 66675 h 48"/>
              <a:gd name="T8" fmla="*/ 48083 w 52"/>
              <a:gd name="T9" fmla="*/ 76200 h 48"/>
              <a:gd name="T10" fmla="*/ 22439 w 52"/>
              <a:gd name="T11" fmla="*/ 53975 h 48"/>
              <a:gd name="T12" fmla="*/ 35261 w 52"/>
              <a:gd name="T13" fmla="*/ 53975 h 48"/>
              <a:gd name="T14" fmla="*/ 35261 w 52"/>
              <a:gd name="T15" fmla="*/ 44450 h 48"/>
              <a:gd name="T16" fmla="*/ 48083 w 52"/>
              <a:gd name="T17" fmla="*/ 15875 h 48"/>
              <a:gd name="T18" fmla="*/ 60905 w 52"/>
              <a:gd name="T19" fmla="*/ 22225 h 48"/>
              <a:gd name="T20" fmla="*/ 73727 w 52"/>
              <a:gd name="T21" fmla="*/ 22225 h 48"/>
              <a:gd name="T22" fmla="*/ 73727 w 52"/>
              <a:gd name="T23" fmla="*/ 15875 h 48"/>
              <a:gd name="T24" fmla="*/ 60905 w 52"/>
              <a:gd name="T25" fmla="*/ 9525 h 48"/>
              <a:gd name="T26" fmla="*/ 60905 w 52"/>
              <a:gd name="T27" fmla="*/ 9525 h 48"/>
              <a:gd name="T28" fmla="*/ 54494 w 52"/>
              <a:gd name="T29" fmla="*/ 3175 h 48"/>
              <a:gd name="T30" fmla="*/ 54494 w 52"/>
              <a:gd name="T31" fmla="*/ 3175 h 48"/>
              <a:gd name="T32" fmla="*/ 83344 w 52"/>
              <a:gd name="T33" fmla="*/ 15875 h 48"/>
              <a:gd name="T34" fmla="*/ 86549 w 52"/>
              <a:gd name="T35" fmla="*/ 25400 h 48"/>
              <a:gd name="T36" fmla="*/ 92960 w 52"/>
              <a:gd name="T37" fmla="*/ 19050 h 48"/>
              <a:gd name="T38" fmla="*/ 118604 w 52"/>
              <a:gd name="T39" fmla="*/ 31750 h 48"/>
              <a:gd name="T40" fmla="*/ 153865 w 52"/>
              <a:gd name="T41" fmla="*/ 44450 h 48"/>
              <a:gd name="T42" fmla="*/ 166687 w 52"/>
              <a:gd name="T43" fmla="*/ 73025 h 48"/>
              <a:gd name="T44" fmla="*/ 125015 w 52"/>
              <a:gd name="T45" fmla="*/ 111125 h 48"/>
              <a:gd name="T46" fmla="*/ 96166 w 52"/>
              <a:gd name="T47" fmla="*/ 98425 h 48"/>
              <a:gd name="T48" fmla="*/ 96166 w 52"/>
              <a:gd name="T49" fmla="*/ 98425 h 48"/>
              <a:gd name="T50" fmla="*/ 86549 w 52"/>
              <a:gd name="T51" fmla="*/ 63500 h 48"/>
              <a:gd name="T52" fmla="*/ 70521 w 52"/>
              <a:gd name="T53" fmla="*/ 50800 h 48"/>
              <a:gd name="T54" fmla="*/ 80138 w 52"/>
              <a:gd name="T55" fmla="*/ 31750 h 48"/>
              <a:gd name="T56" fmla="*/ 54494 w 52"/>
              <a:gd name="T57" fmla="*/ 28575 h 48"/>
              <a:gd name="T58" fmla="*/ 54494 w 52"/>
              <a:gd name="T59" fmla="*/ 28575 h 48"/>
              <a:gd name="T60" fmla="*/ 54494 w 52"/>
              <a:gd name="T61" fmla="*/ 25400 h 48"/>
              <a:gd name="T62" fmla="*/ 38466 w 52"/>
              <a:gd name="T63" fmla="*/ 34925 h 48"/>
              <a:gd name="T64" fmla="*/ 41672 w 52"/>
              <a:gd name="T65" fmla="*/ 41275 h 48"/>
              <a:gd name="T66" fmla="*/ 41672 w 52"/>
              <a:gd name="T67" fmla="*/ 41275 h 48"/>
              <a:gd name="T68" fmla="*/ 54494 w 52"/>
              <a:gd name="T69" fmla="*/ 41275 h 48"/>
              <a:gd name="T70" fmla="*/ 60905 w 52"/>
              <a:gd name="T71" fmla="*/ 41275 h 48"/>
              <a:gd name="T72" fmla="*/ 60905 w 52"/>
              <a:gd name="T73" fmla="*/ 44450 h 48"/>
              <a:gd name="T74" fmla="*/ 41672 w 52"/>
              <a:gd name="T75" fmla="*/ 50800 h 48"/>
              <a:gd name="T76" fmla="*/ 54494 w 52"/>
              <a:gd name="T77" fmla="*/ 53975 h 48"/>
              <a:gd name="T78" fmla="*/ 60905 w 52"/>
              <a:gd name="T79" fmla="*/ 60325 h 48"/>
              <a:gd name="T80" fmla="*/ 67316 w 52"/>
              <a:gd name="T81" fmla="*/ 85725 h 48"/>
              <a:gd name="T82" fmla="*/ 67316 w 52"/>
              <a:gd name="T83" fmla="*/ 139700 h 48"/>
              <a:gd name="T84" fmla="*/ 12822 w 52"/>
              <a:gd name="T85" fmla="*/ 142875 h 48"/>
              <a:gd name="T86" fmla="*/ 0 w 52"/>
              <a:gd name="T87" fmla="*/ 114300 h 48"/>
              <a:gd name="T88" fmla="*/ 12822 w 52"/>
              <a:gd name="T89" fmla="*/ 85725 h 48"/>
              <a:gd name="T90" fmla="*/ 16028 w 52"/>
              <a:gd name="T91" fmla="*/ 79375 h 48"/>
              <a:gd name="T92" fmla="*/ 16028 w 52"/>
              <a:gd name="T93" fmla="*/ 60325 h 48"/>
              <a:gd name="T94" fmla="*/ 99371 w 52"/>
              <a:gd name="T95" fmla="*/ 63500 h 48"/>
              <a:gd name="T96" fmla="*/ 99371 w 52"/>
              <a:gd name="T97" fmla="*/ 63500 h 48"/>
              <a:gd name="T98" fmla="*/ 105782 w 52"/>
              <a:gd name="T99" fmla="*/ 92075 h 48"/>
              <a:gd name="T100" fmla="*/ 125015 w 52"/>
              <a:gd name="T101" fmla="*/ 98425 h 48"/>
              <a:gd name="T102" fmla="*/ 153865 w 52"/>
              <a:gd name="T103" fmla="*/ 73025 h 48"/>
              <a:gd name="T104" fmla="*/ 144248 w 52"/>
              <a:gd name="T105" fmla="*/ 50800 h 48"/>
              <a:gd name="T106" fmla="*/ 99371 w 52"/>
              <a:gd name="T107" fmla="*/ 63500 h 48"/>
              <a:gd name="T108" fmla="*/ 19233 w 52"/>
              <a:gd name="T109" fmla="*/ 95250 h 48"/>
              <a:gd name="T110" fmla="*/ 19233 w 52"/>
              <a:gd name="T111" fmla="*/ 133350 h 48"/>
              <a:gd name="T112" fmla="*/ 38466 w 52"/>
              <a:gd name="T113" fmla="*/ 139700 h 48"/>
              <a:gd name="T114" fmla="*/ 67316 w 52"/>
              <a:gd name="T115" fmla="*/ 114300 h 48"/>
              <a:gd name="T116" fmla="*/ 19233 w 52"/>
              <a:gd name="T117" fmla="*/ 95250 h 48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2" h="48">
                <a:moveTo>
                  <a:pt x="31" y="10"/>
                </a:moveTo>
                <a:cubicBezTo>
                  <a:pt x="26" y="14"/>
                  <a:pt x="26" y="14"/>
                  <a:pt x="26" y="14"/>
                </a:cubicBezTo>
                <a:cubicBezTo>
                  <a:pt x="28" y="16"/>
                  <a:pt x="28" y="16"/>
                  <a:pt x="28" y="16"/>
                </a:cubicBezTo>
                <a:cubicBezTo>
                  <a:pt x="30" y="14"/>
                  <a:pt x="31" y="13"/>
                  <a:pt x="33" y="12"/>
                </a:cubicBezTo>
                <a:cubicBezTo>
                  <a:pt x="31" y="10"/>
                  <a:pt x="31" y="10"/>
                  <a:pt x="31" y="10"/>
                </a:cubicBezTo>
                <a:close/>
                <a:moveTo>
                  <a:pt x="15" y="21"/>
                </a:moveTo>
                <a:cubicBezTo>
                  <a:pt x="15" y="21"/>
                  <a:pt x="15" y="21"/>
                  <a:pt x="15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4"/>
                  <a:pt x="9" y="24"/>
                  <a:pt x="9" y="24"/>
                </a:cubicBezTo>
                <a:cubicBezTo>
                  <a:pt x="11" y="23"/>
                  <a:pt x="13" y="23"/>
                  <a:pt x="15" y="24"/>
                </a:cubicBezTo>
                <a:cubicBezTo>
                  <a:pt x="15" y="21"/>
                  <a:pt x="15" y="21"/>
                  <a:pt x="15" y="21"/>
                </a:cubicBezTo>
                <a:close/>
                <a:moveTo>
                  <a:pt x="7" y="17"/>
                </a:moveTo>
                <a:cubicBezTo>
                  <a:pt x="7" y="17"/>
                  <a:pt x="7" y="17"/>
                  <a:pt x="7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0" y="13"/>
                  <a:pt x="10" y="12"/>
                  <a:pt x="10" y="11"/>
                </a:cubicBezTo>
                <a:cubicBezTo>
                  <a:pt x="10" y="8"/>
                  <a:pt x="12" y="5"/>
                  <a:pt x="15" y="5"/>
                </a:cubicBezTo>
                <a:cubicBezTo>
                  <a:pt x="16" y="5"/>
                  <a:pt x="17" y="6"/>
                  <a:pt x="18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20" y="8"/>
                  <a:pt x="21" y="8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6"/>
                  <a:pt x="23" y="6"/>
                  <a:pt x="23" y="5"/>
                </a:cubicBezTo>
                <a:cubicBezTo>
                  <a:pt x="23" y="3"/>
                  <a:pt x="22" y="2"/>
                  <a:pt x="21" y="2"/>
                </a:cubicBezTo>
                <a:cubicBezTo>
                  <a:pt x="20" y="2"/>
                  <a:pt x="19" y="2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8" y="3"/>
                  <a:pt x="17" y="3"/>
                  <a:pt x="17" y="3"/>
                </a:cubicBezTo>
                <a:cubicBezTo>
                  <a:pt x="16" y="2"/>
                  <a:pt x="16" y="2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8" y="0"/>
                  <a:pt x="19" y="0"/>
                  <a:pt x="21" y="0"/>
                </a:cubicBezTo>
                <a:cubicBezTo>
                  <a:pt x="23" y="0"/>
                  <a:pt x="26" y="2"/>
                  <a:pt x="26" y="5"/>
                </a:cubicBezTo>
                <a:cubicBezTo>
                  <a:pt x="26" y="6"/>
                  <a:pt x="26" y="6"/>
                  <a:pt x="25" y="7"/>
                </a:cubicBezTo>
                <a:cubicBezTo>
                  <a:pt x="27" y="8"/>
                  <a:pt x="27" y="8"/>
                  <a:pt x="27" y="8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6"/>
                  <a:pt x="29" y="6"/>
                  <a:pt x="29" y="6"/>
                </a:cubicBezTo>
                <a:cubicBezTo>
                  <a:pt x="30" y="5"/>
                  <a:pt x="31" y="5"/>
                  <a:pt x="32" y="6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9" y="10"/>
                </a:cubicBezTo>
                <a:cubicBezTo>
                  <a:pt x="42" y="10"/>
                  <a:pt x="45" y="11"/>
                  <a:pt x="48" y="14"/>
                </a:cubicBezTo>
                <a:cubicBezTo>
                  <a:pt x="48" y="14"/>
                  <a:pt x="48" y="14"/>
                  <a:pt x="48" y="14"/>
                </a:cubicBezTo>
                <a:cubicBezTo>
                  <a:pt x="50" y="16"/>
                  <a:pt x="52" y="19"/>
                  <a:pt x="52" y="23"/>
                </a:cubicBezTo>
                <a:cubicBezTo>
                  <a:pt x="52" y="26"/>
                  <a:pt x="50" y="29"/>
                  <a:pt x="48" y="31"/>
                </a:cubicBezTo>
                <a:cubicBezTo>
                  <a:pt x="46" y="34"/>
                  <a:pt x="42" y="35"/>
                  <a:pt x="39" y="35"/>
                </a:cubicBezTo>
                <a:cubicBezTo>
                  <a:pt x="36" y="35"/>
                  <a:pt x="33" y="34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28" y="29"/>
                  <a:pt x="27" y="26"/>
                  <a:pt x="27" y="23"/>
                </a:cubicBezTo>
                <a:cubicBezTo>
                  <a:pt x="27" y="22"/>
                  <a:pt x="27" y="21"/>
                  <a:pt x="27" y="20"/>
                </a:cubicBezTo>
                <a:cubicBezTo>
                  <a:pt x="22" y="16"/>
                  <a:pt x="22" y="16"/>
                  <a:pt x="22" y="16"/>
                </a:cubicBezTo>
                <a:cubicBezTo>
                  <a:pt x="22" y="16"/>
                  <a:pt x="22" y="16"/>
                  <a:pt x="22" y="16"/>
                </a:cubicBezTo>
                <a:cubicBezTo>
                  <a:pt x="21" y="15"/>
                  <a:pt x="21" y="14"/>
                  <a:pt x="22" y="13"/>
                </a:cubicBezTo>
                <a:cubicBezTo>
                  <a:pt x="25" y="10"/>
                  <a:pt x="25" y="10"/>
                  <a:pt x="25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2" y="11"/>
                  <a:pt x="19" y="10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8"/>
                  <a:pt x="17" y="8"/>
                  <a:pt x="17" y="8"/>
                </a:cubicBezTo>
                <a:cubicBezTo>
                  <a:pt x="16" y="8"/>
                  <a:pt x="16" y="8"/>
                  <a:pt x="15" y="8"/>
                </a:cubicBezTo>
                <a:cubicBezTo>
                  <a:pt x="13" y="8"/>
                  <a:pt x="12" y="9"/>
                  <a:pt x="12" y="11"/>
                </a:cubicBezTo>
                <a:cubicBezTo>
                  <a:pt x="12" y="11"/>
                  <a:pt x="12" y="12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4" y="13"/>
                  <a:pt x="15" y="13"/>
                </a:cubicBezTo>
                <a:cubicBezTo>
                  <a:pt x="16" y="13"/>
                  <a:pt x="16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2"/>
                  <a:pt x="18" y="12"/>
                  <a:pt x="19" y="13"/>
                </a:cubicBezTo>
                <a:cubicBezTo>
                  <a:pt x="19" y="13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8" y="15"/>
                  <a:pt x="16" y="16"/>
                  <a:pt x="15" y="16"/>
                </a:cubicBezTo>
                <a:cubicBezTo>
                  <a:pt x="14" y="16"/>
                  <a:pt x="14" y="16"/>
                  <a:pt x="13" y="16"/>
                </a:cubicBezTo>
                <a:cubicBezTo>
                  <a:pt x="13" y="17"/>
                  <a:pt x="13" y="17"/>
                  <a:pt x="13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8" y="17"/>
                  <a:pt x="19" y="18"/>
                  <a:pt x="19" y="19"/>
                </a:cubicBezTo>
                <a:cubicBezTo>
                  <a:pt x="19" y="25"/>
                  <a:pt x="19" y="25"/>
                  <a:pt x="19" y="25"/>
                </a:cubicBezTo>
                <a:cubicBezTo>
                  <a:pt x="20" y="26"/>
                  <a:pt x="21" y="26"/>
                  <a:pt x="21" y="27"/>
                </a:cubicBezTo>
                <a:cubicBezTo>
                  <a:pt x="23" y="29"/>
                  <a:pt x="25" y="32"/>
                  <a:pt x="25" y="36"/>
                </a:cubicBezTo>
                <a:cubicBezTo>
                  <a:pt x="25" y="39"/>
                  <a:pt x="23" y="42"/>
                  <a:pt x="21" y="44"/>
                </a:cubicBezTo>
                <a:cubicBezTo>
                  <a:pt x="19" y="47"/>
                  <a:pt x="16" y="48"/>
                  <a:pt x="12" y="48"/>
                </a:cubicBezTo>
                <a:cubicBezTo>
                  <a:pt x="9" y="48"/>
                  <a:pt x="6" y="47"/>
                  <a:pt x="4" y="45"/>
                </a:cubicBezTo>
                <a:cubicBezTo>
                  <a:pt x="4" y="44"/>
                  <a:pt x="4" y="44"/>
                  <a:pt x="4" y="44"/>
                </a:cubicBezTo>
                <a:cubicBezTo>
                  <a:pt x="1" y="42"/>
                  <a:pt x="0" y="39"/>
                  <a:pt x="0" y="36"/>
                </a:cubicBezTo>
                <a:cubicBezTo>
                  <a:pt x="0" y="32"/>
                  <a:pt x="1" y="29"/>
                  <a:pt x="4" y="27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26"/>
                  <a:pt x="5" y="26"/>
                  <a:pt x="5" y="25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8"/>
                  <a:pt x="6" y="17"/>
                  <a:pt x="7" y="17"/>
                </a:cubicBezTo>
                <a:close/>
                <a:moveTo>
                  <a:pt x="31" y="20"/>
                </a:moveTo>
                <a:cubicBezTo>
                  <a:pt x="31" y="20"/>
                  <a:pt x="31" y="20"/>
                  <a:pt x="31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1"/>
                  <a:pt x="31" y="22"/>
                  <a:pt x="31" y="23"/>
                </a:cubicBezTo>
                <a:cubicBezTo>
                  <a:pt x="31" y="25"/>
                  <a:pt x="31" y="27"/>
                  <a:pt x="33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35" y="30"/>
                  <a:pt x="37" y="31"/>
                  <a:pt x="39" y="31"/>
                </a:cubicBezTo>
                <a:cubicBezTo>
                  <a:pt x="41" y="31"/>
                  <a:pt x="44" y="30"/>
                  <a:pt x="45" y="29"/>
                </a:cubicBezTo>
                <a:cubicBezTo>
                  <a:pt x="47" y="27"/>
                  <a:pt x="48" y="25"/>
                  <a:pt x="48" y="23"/>
                </a:cubicBezTo>
                <a:cubicBezTo>
                  <a:pt x="48" y="20"/>
                  <a:pt x="47" y="18"/>
                  <a:pt x="45" y="17"/>
                </a:cubicBezTo>
                <a:cubicBezTo>
                  <a:pt x="45" y="16"/>
                  <a:pt x="45" y="16"/>
                  <a:pt x="45" y="16"/>
                </a:cubicBezTo>
                <a:cubicBezTo>
                  <a:pt x="44" y="15"/>
                  <a:pt x="41" y="14"/>
                  <a:pt x="39" y="14"/>
                </a:cubicBezTo>
                <a:cubicBezTo>
                  <a:pt x="35" y="14"/>
                  <a:pt x="32" y="17"/>
                  <a:pt x="31" y="20"/>
                </a:cubicBezTo>
                <a:close/>
                <a:moveTo>
                  <a:pt x="6" y="30"/>
                </a:moveTo>
                <a:cubicBezTo>
                  <a:pt x="6" y="30"/>
                  <a:pt x="6" y="30"/>
                  <a:pt x="6" y="30"/>
                </a:cubicBezTo>
                <a:cubicBezTo>
                  <a:pt x="5" y="31"/>
                  <a:pt x="4" y="33"/>
                  <a:pt x="4" y="36"/>
                </a:cubicBezTo>
                <a:cubicBezTo>
                  <a:pt x="4" y="38"/>
                  <a:pt x="5" y="40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8" y="43"/>
                  <a:pt x="10" y="44"/>
                  <a:pt x="12" y="44"/>
                </a:cubicBezTo>
                <a:cubicBezTo>
                  <a:pt x="15" y="44"/>
                  <a:pt x="17" y="43"/>
                  <a:pt x="18" y="42"/>
                </a:cubicBezTo>
                <a:cubicBezTo>
                  <a:pt x="20" y="40"/>
                  <a:pt x="21" y="38"/>
                  <a:pt x="21" y="36"/>
                </a:cubicBezTo>
                <a:cubicBezTo>
                  <a:pt x="21" y="33"/>
                  <a:pt x="20" y="31"/>
                  <a:pt x="18" y="30"/>
                </a:cubicBezTo>
                <a:cubicBezTo>
                  <a:pt x="15" y="26"/>
                  <a:pt x="9" y="26"/>
                  <a:pt x="6" y="3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32" name="Freeform 266">
            <a:extLst>
              <a:ext uri="{FF2B5EF4-FFF2-40B4-BE49-F238E27FC236}">
                <a16:creationId xmlns:a16="http://schemas.microsoft.com/office/drawing/2014/main" id="{3BBFF116-3A17-A633-1C1F-CA8D47D61F50}"/>
              </a:ext>
            </a:extLst>
          </p:cNvPr>
          <p:cNvSpPr>
            <a:spLocks noEditPoints="1"/>
          </p:cNvSpPr>
          <p:nvPr/>
        </p:nvSpPr>
        <p:spPr bwMode="auto">
          <a:xfrm>
            <a:off x="9145519" y="4798932"/>
            <a:ext cx="213783" cy="220133"/>
          </a:xfrm>
          <a:custGeom>
            <a:avLst/>
            <a:gdLst>
              <a:gd name="T0" fmla="*/ 137890 w 50"/>
              <a:gd name="T1" fmla="*/ 22225 h 52"/>
              <a:gd name="T2" fmla="*/ 141097 w 50"/>
              <a:gd name="T3" fmla="*/ 130175 h 52"/>
              <a:gd name="T4" fmla="*/ 147510 w 50"/>
              <a:gd name="T5" fmla="*/ 82550 h 52"/>
              <a:gd name="T6" fmla="*/ 121856 w 50"/>
              <a:gd name="T7" fmla="*/ 111125 h 52"/>
              <a:gd name="T8" fmla="*/ 118649 w 50"/>
              <a:gd name="T9" fmla="*/ 82550 h 52"/>
              <a:gd name="T10" fmla="*/ 48101 w 50"/>
              <a:gd name="T11" fmla="*/ 107950 h 52"/>
              <a:gd name="T12" fmla="*/ 35274 w 50"/>
              <a:gd name="T13" fmla="*/ 82550 h 52"/>
              <a:gd name="T14" fmla="*/ 28861 w 50"/>
              <a:gd name="T15" fmla="*/ 120650 h 52"/>
              <a:gd name="T16" fmla="*/ 0 w 50"/>
              <a:gd name="T17" fmla="*/ 79375 h 52"/>
              <a:gd name="T18" fmla="*/ 80169 w 50"/>
              <a:gd name="T19" fmla="*/ 0 h 52"/>
              <a:gd name="T20" fmla="*/ 105822 w 50"/>
              <a:gd name="T21" fmla="*/ 142875 h 52"/>
              <a:gd name="T22" fmla="*/ 99409 w 50"/>
              <a:gd name="T23" fmla="*/ 165100 h 52"/>
              <a:gd name="T24" fmla="*/ 60928 w 50"/>
              <a:gd name="T25" fmla="*/ 165100 h 52"/>
              <a:gd name="T26" fmla="*/ 54515 w 50"/>
              <a:gd name="T27" fmla="*/ 158750 h 52"/>
              <a:gd name="T28" fmla="*/ 38481 w 50"/>
              <a:gd name="T29" fmla="*/ 142875 h 52"/>
              <a:gd name="T30" fmla="*/ 32067 w 50"/>
              <a:gd name="T31" fmla="*/ 133350 h 52"/>
              <a:gd name="T32" fmla="*/ 83375 w 50"/>
              <a:gd name="T33" fmla="*/ 88900 h 52"/>
              <a:gd name="T34" fmla="*/ 128270 w 50"/>
              <a:gd name="T35" fmla="*/ 133350 h 52"/>
              <a:gd name="T36" fmla="*/ 121856 w 50"/>
              <a:gd name="T37" fmla="*/ 142875 h 52"/>
              <a:gd name="T38" fmla="*/ 105822 w 50"/>
              <a:gd name="T39" fmla="*/ 142875 h 52"/>
              <a:gd name="T40" fmla="*/ 92995 w 50"/>
              <a:gd name="T41" fmla="*/ 152400 h 52"/>
              <a:gd name="T42" fmla="*/ 92995 w 50"/>
              <a:gd name="T43" fmla="*/ 136525 h 52"/>
              <a:gd name="T44" fmla="*/ 109029 w 50"/>
              <a:gd name="T45" fmla="*/ 130175 h 52"/>
              <a:gd name="T46" fmla="*/ 51308 w 50"/>
              <a:gd name="T47" fmla="*/ 130175 h 52"/>
              <a:gd name="T48" fmla="*/ 60928 w 50"/>
              <a:gd name="T49" fmla="*/ 130175 h 52"/>
              <a:gd name="T50" fmla="*/ 67342 w 50"/>
              <a:gd name="T51" fmla="*/ 152400 h 52"/>
              <a:gd name="T52" fmla="*/ 128270 w 50"/>
              <a:gd name="T53" fmla="*/ 31750 h 52"/>
              <a:gd name="T54" fmla="*/ 125063 w 50"/>
              <a:gd name="T55" fmla="*/ 28575 h 52"/>
              <a:gd name="T56" fmla="*/ 125063 w 50"/>
              <a:gd name="T57" fmla="*/ 76200 h 52"/>
              <a:gd name="T58" fmla="*/ 128270 w 50"/>
              <a:gd name="T59" fmla="*/ 31750 h 52"/>
              <a:gd name="T60" fmla="*/ 121856 w 50"/>
              <a:gd name="T61" fmla="*/ 25400 h 52"/>
              <a:gd name="T62" fmla="*/ 112236 w 50"/>
              <a:gd name="T63" fmla="*/ 25400 h 52"/>
              <a:gd name="T64" fmla="*/ 121856 w 50"/>
              <a:gd name="T65" fmla="*/ 25400 h 52"/>
              <a:gd name="T66" fmla="*/ 92995 w 50"/>
              <a:gd name="T67" fmla="*/ 12700 h 52"/>
              <a:gd name="T68" fmla="*/ 83375 w 50"/>
              <a:gd name="T69" fmla="*/ 38100 h 52"/>
              <a:gd name="T70" fmla="*/ 109029 w 50"/>
              <a:gd name="T71" fmla="*/ 31750 h 52"/>
              <a:gd name="T72" fmla="*/ 92995 w 50"/>
              <a:gd name="T73" fmla="*/ 12700 h 52"/>
              <a:gd name="T74" fmla="*/ 76962 w 50"/>
              <a:gd name="T75" fmla="*/ 12700 h 52"/>
              <a:gd name="T76" fmla="*/ 54515 w 50"/>
              <a:gd name="T77" fmla="*/ 28575 h 52"/>
              <a:gd name="T78" fmla="*/ 54515 w 50"/>
              <a:gd name="T79" fmla="*/ 31750 h 52"/>
              <a:gd name="T80" fmla="*/ 76962 w 50"/>
              <a:gd name="T81" fmla="*/ 12700 h 52"/>
              <a:gd name="T82" fmla="*/ 54515 w 50"/>
              <a:gd name="T83" fmla="*/ 15875 h 52"/>
              <a:gd name="T84" fmla="*/ 44894 w 50"/>
              <a:gd name="T85" fmla="*/ 28575 h 52"/>
              <a:gd name="T86" fmla="*/ 54515 w 50"/>
              <a:gd name="T87" fmla="*/ 15875 h 52"/>
              <a:gd name="T88" fmla="*/ 35274 w 50"/>
              <a:gd name="T89" fmla="*/ 28575 h 52"/>
              <a:gd name="T90" fmla="*/ 12827 w 50"/>
              <a:gd name="T91" fmla="*/ 76200 h 52"/>
              <a:gd name="T92" fmla="*/ 41688 w 50"/>
              <a:gd name="T93" fmla="*/ 34925 h 52"/>
              <a:gd name="T94" fmla="*/ 109029 w 50"/>
              <a:gd name="T95" fmla="*/ 38100 h 52"/>
              <a:gd name="T96" fmla="*/ 105822 w 50"/>
              <a:gd name="T97" fmla="*/ 38100 h 52"/>
              <a:gd name="T98" fmla="*/ 83375 w 50"/>
              <a:gd name="T99" fmla="*/ 76200 h 52"/>
              <a:gd name="T100" fmla="*/ 109029 w 50"/>
              <a:gd name="T101" fmla="*/ 38100 h 52"/>
              <a:gd name="T102" fmla="*/ 76962 w 50"/>
              <a:gd name="T103" fmla="*/ 44450 h 52"/>
              <a:gd name="T104" fmla="*/ 51308 w 50"/>
              <a:gd name="T105" fmla="*/ 38100 h 52"/>
              <a:gd name="T106" fmla="*/ 76962 w 50"/>
              <a:gd name="T107" fmla="*/ 76200 h 5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0" h="52">
                <a:moveTo>
                  <a:pt x="25" y="0"/>
                </a:moveTo>
                <a:cubicBezTo>
                  <a:pt x="32" y="0"/>
                  <a:pt x="38" y="2"/>
                  <a:pt x="43" y="7"/>
                </a:cubicBezTo>
                <a:cubicBezTo>
                  <a:pt x="47" y="12"/>
                  <a:pt x="50" y="18"/>
                  <a:pt x="50" y="25"/>
                </a:cubicBezTo>
                <a:cubicBezTo>
                  <a:pt x="50" y="31"/>
                  <a:pt x="48" y="37"/>
                  <a:pt x="44" y="41"/>
                </a:cubicBezTo>
                <a:cubicBezTo>
                  <a:pt x="43" y="43"/>
                  <a:pt x="40" y="40"/>
                  <a:pt x="41" y="38"/>
                </a:cubicBezTo>
                <a:cubicBezTo>
                  <a:pt x="44" y="35"/>
                  <a:pt x="46" y="31"/>
                  <a:pt x="46" y="26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29"/>
                  <a:pt x="38" y="32"/>
                  <a:pt x="38" y="35"/>
                </a:cubicBezTo>
                <a:cubicBezTo>
                  <a:pt x="37" y="37"/>
                  <a:pt x="35" y="36"/>
                  <a:pt x="35" y="34"/>
                </a:cubicBezTo>
                <a:cubicBezTo>
                  <a:pt x="36" y="32"/>
                  <a:pt x="36" y="29"/>
                  <a:pt x="37" y="26"/>
                </a:cubicBezTo>
                <a:cubicBezTo>
                  <a:pt x="27" y="26"/>
                  <a:pt x="23" y="26"/>
                  <a:pt x="13" y="26"/>
                </a:cubicBezTo>
                <a:cubicBezTo>
                  <a:pt x="14" y="29"/>
                  <a:pt x="14" y="32"/>
                  <a:pt x="15" y="34"/>
                </a:cubicBezTo>
                <a:cubicBezTo>
                  <a:pt x="15" y="36"/>
                  <a:pt x="13" y="36"/>
                  <a:pt x="12" y="35"/>
                </a:cubicBezTo>
                <a:cubicBezTo>
                  <a:pt x="12" y="32"/>
                  <a:pt x="11" y="29"/>
                  <a:pt x="11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31"/>
                  <a:pt x="6" y="35"/>
                  <a:pt x="9" y="38"/>
                </a:cubicBezTo>
                <a:cubicBezTo>
                  <a:pt x="10" y="40"/>
                  <a:pt x="7" y="43"/>
                  <a:pt x="6" y="41"/>
                </a:cubicBezTo>
                <a:cubicBezTo>
                  <a:pt x="2" y="37"/>
                  <a:pt x="0" y="31"/>
                  <a:pt x="0" y="25"/>
                </a:cubicBezTo>
                <a:cubicBezTo>
                  <a:pt x="0" y="18"/>
                  <a:pt x="3" y="12"/>
                  <a:pt x="7" y="7"/>
                </a:cubicBezTo>
                <a:cubicBezTo>
                  <a:pt x="12" y="2"/>
                  <a:pt x="18" y="0"/>
                  <a:pt x="25" y="0"/>
                </a:cubicBezTo>
                <a:close/>
                <a:moveTo>
                  <a:pt x="33" y="45"/>
                </a:moveTo>
                <a:cubicBezTo>
                  <a:pt x="33" y="45"/>
                  <a:pt x="33" y="45"/>
                  <a:pt x="33" y="45"/>
                </a:cubicBezTo>
                <a:cubicBezTo>
                  <a:pt x="33" y="50"/>
                  <a:pt x="33" y="50"/>
                  <a:pt x="33" y="50"/>
                </a:cubicBezTo>
                <a:cubicBezTo>
                  <a:pt x="33" y="51"/>
                  <a:pt x="32" y="52"/>
                  <a:pt x="31" y="52"/>
                </a:cubicBezTo>
                <a:cubicBezTo>
                  <a:pt x="31" y="52"/>
                  <a:pt x="31" y="52"/>
                  <a:pt x="31" y="52"/>
                </a:cubicBezTo>
                <a:cubicBezTo>
                  <a:pt x="19" y="52"/>
                  <a:pt x="19" y="52"/>
                  <a:pt x="19" y="52"/>
                </a:cubicBezTo>
                <a:cubicBezTo>
                  <a:pt x="18" y="52"/>
                  <a:pt x="17" y="51"/>
                  <a:pt x="17" y="50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45"/>
                  <a:pt x="17" y="45"/>
                  <a:pt x="17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10" y="45"/>
                  <a:pt x="10" y="44"/>
                  <a:pt x="10" y="43"/>
                </a:cubicBezTo>
                <a:cubicBezTo>
                  <a:pt x="10" y="43"/>
                  <a:pt x="10" y="42"/>
                  <a:pt x="10" y="42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28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40" y="42"/>
                  <a:pt x="40" y="42"/>
                  <a:pt x="40" y="42"/>
                </a:cubicBezTo>
                <a:cubicBezTo>
                  <a:pt x="41" y="43"/>
                  <a:pt x="41" y="44"/>
                  <a:pt x="40" y="45"/>
                </a:cubicBezTo>
                <a:cubicBezTo>
                  <a:pt x="39" y="45"/>
                  <a:pt x="39" y="45"/>
                  <a:pt x="38" y="45"/>
                </a:cubicBezTo>
                <a:cubicBezTo>
                  <a:pt x="38" y="45"/>
                  <a:pt x="38" y="45"/>
                  <a:pt x="38" y="45"/>
                </a:cubicBezTo>
                <a:cubicBezTo>
                  <a:pt x="33" y="45"/>
                  <a:pt x="33" y="45"/>
                  <a:pt x="33" y="45"/>
                </a:cubicBezTo>
                <a:close/>
                <a:moveTo>
                  <a:pt x="29" y="48"/>
                </a:moveTo>
                <a:cubicBezTo>
                  <a:pt x="29" y="48"/>
                  <a:pt x="29" y="48"/>
                  <a:pt x="29" y="48"/>
                </a:cubicBezTo>
                <a:cubicBezTo>
                  <a:pt x="29" y="43"/>
                  <a:pt x="29" y="43"/>
                  <a:pt x="29" y="43"/>
                </a:cubicBezTo>
                <a:cubicBezTo>
                  <a:pt x="29" y="43"/>
                  <a:pt x="29" y="43"/>
                  <a:pt x="29" y="43"/>
                </a:cubicBezTo>
                <a:cubicBezTo>
                  <a:pt x="29" y="42"/>
                  <a:pt x="30" y="41"/>
                  <a:pt x="31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25" y="32"/>
                  <a:pt x="25" y="32"/>
                  <a:pt x="25" y="32"/>
                </a:cubicBezTo>
                <a:cubicBezTo>
                  <a:pt x="16" y="41"/>
                  <a:pt x="16" y="41"/>
                  <a:pt x="16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20" y="41"/>
                  <a:pt x="21" y="42"/>
                  <a:pt x="21" y="43"/>
                </a:cubicBezTo>
                <a:cubicBezTo>
                  <a:pt x="21" y="48"/>
                  <a:pt x="21" y="48"/>
                  <a:pt x="21" y="48"/>
                </a:cubicBezTo>
                <a:cubicBezTo>
                  <a:pt x="29" y="48"/>
                  <a:pt x="29" y="48"/>
                  <a:pt x="29" y="48"/>
                </a:cubicBezTo>
                <a:close/>
                <a:moveTo>
                  <a:pt x="40" y="10"/>
                </a:moveTo>
                <a:cubicBezTo>
                  <a:pt x="40" y="10"/>
                  <a:pt x="40" y="10"/>
                  <a:pt x="40" y="10"/>
                </a:cubicBezTo>
                <a:cubicBezTo>
                  <a:pt x="40" y="10"/>
                  <a:pt x="40" y="9"/>
                  <a:pt x="39" y="9"/>
                </a:cubicBezTo>
                <a:cubicBezTo>
                  <a:pt x="39" y="10"/>
                  <a:pt x="38" y="11"/>
                  <a:pt x="37" y="11"/>
                </a:cubicBezTo>
                <a:cubicBezTo>
                  <a:pt x="38" y="15"/>
                  <a:pt x="39" y="19"/>
                  <a:pt x="39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18"/>
                  <a:pt x="44" y="13"/>
                  <a:pt x="40" y="10"/>
                </a:cubicBezTo>
                <a:close/>
                <a:moveTo>
                  <a:pt x="38" y="8"/>
                </a:moveTo>
                <a:cubicBezTo>
                  <a:pt x="38" y="8"/>
                  <a:pt x="38" y="8"/>
                  <a:pt x="38" y="8"/>
                </a:cubicBezTo>
                <a:cubicBezTo>
                  <a:pt x="36" y="7"/>
                  <a:pt x="35" y="6"/>
                  <a:pt x="33" y="5"/>
                </a:cubicBezTo>
                <a:cubicBezTo>
                  <a:pt x="34" y="6"/>
                  <a:pt x="35" y="7"/>
                  <a:pt x="35" y="8"/>
                </a:cubicBezTo>
                <a:cubicBezTo>
                  <a:pt x="35" y="8"/>
                  <a:pt x="35" y="9"/>
                  <a:pt x="36" y="9"/>
                </a:cubicBezTo>
                <a:cubicBezTo>
                  <a:pt x="36" y="9"/>
                  <a:pt x="37" y="8"/>
                  <a:pt x="38" y="8"/>
                </a:cubicBezTo>
                <a:close/>
                <a:moveTo>
                  <a:pt x="29" y="4"/>
                </a:moveTo>
                <a:cubicBezTo>
                  <a:pt x="29" y="4"/>
                  <a:pt x="29" y="4"/>
                  <a:pt x="29" y="4"/>
                </a:cubicBezTo>
                <a:cubicBezTo>
                  <a:pt x="28" y="4"/>
                  <a:pt x="27" y="4"/>
                  <a:pt x="26" y="4"/>
                </a:cubicBezTo>
                <a:cubicBezTo>
                  <a:pt x="26" y="12"/>
                  <a:pt x="26" y="12"/>
                  <a:pt x="26" y="12"/>
                </a:cubicBezTo>
                <a:cubicBezTo>
                  <a:pt x="28" y="12"/>
                  <a:pt x="31" y="11"/>
                  <a:pt x="33" y="10"/>
                </a:cubicBezTo>
                <a:cubicBezTo>
                  <a:pt x="33" y="10"/>
                  <a:pt x="33" y="10"/>
                  <a:pt x="34" y="10"/>
                </a:cubicBezTo>
                <a:cubicBezTo>
                  <a:pt x="33" y="10"/>
                  <a:pt x="33" y="9"/>
                  <a:pt x="33" y="9"/>
                </a:cubicBezTo>
                <a:cubicBezTo>
                  <a:pt x="32" y="7"/>
                  <a:pt x="30" y="5"/>
                  <a:pt x="29" y="4"/>
                </a:cubicBezTo>
                <a:close/>
                <a:moveTo>
                  <a:pt x="24" y="4"/>
                </a:moveTo>
                <a:cubicBezTo>
                  <a:pt x="24" y="4"/>
                  <a:pt x="24" y="4"/>
                  <a:pt x="24" y="4"/>
                </a:cubicBezTo>
                <a:cubicBezTo>
                  <a:pt x="23" y="4"/>
                  <a:pt x="22" y="4"/>
                  <a:pt x="21" y="4"/>
                </a:cubicBezTo>
                <a:cubicBezTo>
                  <a:pt x="20" y="5"/>
                  <a:pt x="18" y="7"/>
                  <a:pt x="17" y="9"/>
                </a:cubicBezTo>
                <a:cubicBezTo>
                  <a:pt x="17" y="9"/>
                  <a:pt x="17" y="10"/>
                  <a:pt x="16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9" y="11"/>
                  <a:pt x="22" y="12"/>
                  <a:pt x="24" y="12"/>
                </a:cubicBezTo>
                <a:cubicBezTo>
                  <a:pt x="24" y="4"/>
                  <a:pt x="24" y="4"/>
                  <a:pt x="24" y="4"/>
                </a:cubicBezTo>
                <a:close/>
                <a:moveTo>
                  <a:pt x="17" y="5"/>
                </a:moveTo>
                <a:cubicBezTo>
                  <a:pt x="17" y="5"/>
                  <a:pt x="17" y="5"/>
                  <a:pt x="17" y="5"/>
                </a:cubicBezTo>
                <a:cubicBezTo>
                  <a:pt x="15" y="6"/>
                  <a:pt x="14" y="7"/>
                  <a:pt x="12" y="8"/>
                </a:cubicBezTo>
                <a:cubicBezTo>
                  <a:pt x="13" y="8"/>
                  <a:pt x="14" y="9"/>
                  <a:pt x="14" y="9"/>
                </a:cubicBezTo>
                <a:cubicBezTo>
                  <a:pt x="15" y="9"/>
                  <a:pt x="15" y="8"/>
                  <a:pt x="15" y="8"/>
                </a:cubicBezTo>
                <a:cubicBezTo>
                  <a:pt x="16" y="7"/>
                  <a:pt x="16" y="6"/>
                  <a:pt x="17" y="5"/>
                </a:cubicBezTo>
                <a:close/>
                <a:moveTo>
                  <a:pt x="11" y="9"/>
                </a:move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10" y="10"/>
                  <a:pt x="10" y="10"/>
                </a:cubicBezTo>
                <a:cubicBezTo>
                  <a:pt x="6" y="13"/>
                  <a:pt x="4" y="18"/>
                  <a:pt x="4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19"/>
                  <a:pt x="12" y="15"/>
                  <a:pt x="13" y="11"/>
                </a:cubicBezTo>
                <a:cubicBezTo>
                  <a:pt x="12" y="11"/>
                  <a:pt x="11" y="10"/>
                  <a:pt x="11" y="9"/>
                </a:cubicBezTo>
                <a:close/>
                <a:moveTo>
                  <a:pt x="34" y="12"/>
                </a:moveTo>
                <a:cubicBezTo>
                  <a:pt x="34" y="12"/>
                  <a:pt x="34" y="12"/>
                  <a:pt x="34" y="12"/>
                </a:cubicBezTo>
                <a:cubicBezTo>
                  <a:pt x="34" y="12"/>
                  <a:pt x="34" y="12"/>
                  <a:pt x="33" y="12"/>
                </a:cubicBezTo>
                <a:cubicBezTo>
                  <a:pt x="31" y="13"/>
                  <a:pt x="29" y="14"/>
                  <a:pt x="26" y="14"/>
                </a:cubicBezTo>
                <a:cubicBezTo>
                  <a:pt x="26" y="24"/>
                  <a:pt x="26" y="24"/>
                  <a:pt x="26" y="24"/>
                </a:cubicBezTo>
                <a:cubicBezTo>
                  <a:pt x="37" y="24"/>
                  <a:pt x="37" y="24"/>
                  <a:pt x="37" y="24"/>
                </a:cubicBezTo>
                <a:cubicBezTo>
                  <a:pt x="36" y="19"/>
                  <a:pt x="36" y="15"/>
                  <a:pt x="34" y="12"/>
                </a:cubicBezTo>
                <a:close/>
                <a:moveTo>
                  <a:pt x="24" y="14"/>
                </a:moveTo>
                <a:cubicBezTo>
                  <a:pt x="24" y="14"/>
                  <a:pt x="24" y="14"/>
                  <a:pt x="24" y="14"/>
                </a:cubicBezTo>
                <a:cubicBezTo>
                  <a:pt x="21" y="14"/>
                  <a:pt x="19" y="13"/>
                  <a:pt x="17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4" y="15"/>
                  <a:pt x="14" y="19"/>
                  <a:pt x="13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4"/>
                  <a:pt x="24" y="14"/>
                  <a:pt x="24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33" name="Freeform 267">
            <a:extLst>
              <a:ext uri="{FF2B5EF4-FFF2-40B4-BE49-F238E27FC236}">
                <a16:creationId xmlns:a16="http://schemas.microsoft.com/office/drawing/2014/main" id="{E7980C18-156B-9B96-B389-3702D17FC683}"/>
              </a:ext>
            </a:extLst>
          </p:cNvPr>
          <p:cNvSpPr>
            <a:spLocks noEditPoints="1"/>
          </p:cNvSpPr>
          <p:nvPr/>
        </p:nvSpPr>
        <p:spPr bwMode="auto">
          <a:xfrm>
            <a:off x="5056118" y="5249781"/>
            <a:ext cx="194733" cy="194733"/>
          </a:xfrm>
          <a:custGeom>
            <a:avLst/>
            <a:gdLst>
              <a:gd name="T0" fmla="*/ 28575 w 46"/>
              <a:gd name="T1" fmla="*/ 53975 h 46"/>
              <a:gd name="T2" fmla="*/ 28575 w 46"/>
              <a:gd name="T3" fmla="*/ 41275 h 46"/>
              <a:gd name="T4" fmla="*/ 34925 w 46"/>
              <a:gd name="T5" fmla="*/ 34925 h 46"/>
              <a:gd name="T6" fmla="*/ 41275 w 46"/>
              <a:gd name="T7" fmla="*/ 31750 h 46"/>
              <a:gd name="T8" fmla="*/ 53975 w 46"/>
              <a:gd name="T9" fmla="*/ 28575 h 46"/>
              <a:gd name="T10" fmla="*/ 44450 w 46"/>
              <a:gd name="T11" fmla="*/ 34925 h 46"/>
              <a:gd name="T12" fmla="*/ 34925 w 46"/>
              <a:gd name="T13" fmla="*/ 47625 h 46"/>
              <a:gd name="T14" fmla="*/ 117475 w 46"/>
              <a:gd name="T15" fmla="*/ 107950 h 46"/>
              <a:gd name="T16" fmla="*/ 142875 w 46"/>
              <a:gd name="T17" fmla="*/ 136525 h 46"/>
              <a:gd name="T18" fmla="*/ 136525 w 46"/>
              <a:gd name="T19" fmla="*/ 142875 h 46"/>
              <a:gd name="T20" fmla="*/ 92075 w 46"/>
              <a:gd name="T21" fmla="*/ 127000 h 46"/>
              <a:gd name="T22" fmla="*/ 41275 w 46"/>
              <a:gd name="T23" fmla="*/ 127000 h 46"/>
              <a:gd name="T24" fmla="*/ 19050 w 46"/>
              <a:gd name="T25" fmla="*/ 114300 h 46"/>
              <a:gd name="T26" fmla="*/ 3175 w 46"/>
              <a:gd name="T27" fmla="*/ 92075 h 46"/>
              <a:gd name="T28" fmla="*/ 0 w 46"/>
              <a:gd name="T29" fmla="*/ 66675 h 46"/>
              <a:gd name="T30" fmla="*/ 19050 w 46"/>
              <a:gd name="T31" fmla="*/ 19050 h 46"/>
              <a:gd name="T32" fmla="*/ 92075 w 46"/>
              <a:gd name="T33" fmla="*/ 3175 h 46"/>
              <a:gd name="T34" fmla="*/ 114300 w 46"/>
              <a:gd name="T35" fmla="*/ 19050 h 46"/>
              <a:gd name="T36" fmla="*/ 127000 w 46"/>
              <a:gd name="T37" fmla="*/ 41275 h 46"/>
              <a:gd name="T38" fmla="*/ 133350 w 46"/>
              <a:gd name="T39" fmla="*/ 66675 h 46"/>
              <a:gd name="T40" fmla="*/ 117475 w 46"/>
              <a:gd name="T41" fmla="*/ 107950 h 46"/>
              <a:gd name="T42" fmla="*/ 85725 w 46"/>
              <a:gd name="T43" fmla="*/ 15875 h 46"/>
              <a:gd name="T44" fmla="*/ 28575 w 46"/>
              <a:gd name="T45" fmla="*/ 28575 h 46"/>
              <a:gd name="T46" fmla="*/ 12700 w 46"/>
              <a:gd name="T47" fmla="*/ 66675 h 46"/>
              <a:gd name="T48" fmla="*/ 15875 w 46"/>
              <a:gd name="T49" fmla="*/ 85725 h 46"/>
              <a:gd name="T50" fmla="*/ 28575 w 46"/>
              <a:gd name="T51" fmla="*/ 104775 h 46"/>
              <a:gd name="T52" fmla="*/ 44450 w 46"/>
              <a:gd name="T53" fmla="*/ 117475 h 46"/>
              <a:gd name="T54" fmla="*/ 85725 w 46"/>
              <a:gd name="T55" fmla="*/ 117475 h 46"/>
              <a:gd name="T56" fmla="*/ 104775 w 46"/>
              <a:gd name="T57" fmla="*/ 104775 h 46"/>
              <a:gd name="T58" fmla="*/ 117475 w 46"/>
              <a:gd name="T59" fmla="*/ 85725 h 46"/>
              <a:gd name="T60" fmla="*/ 117475 w 46"/>
              <a:gd name="T61" fmla="*/ 44450 h 46"/>
              <a:gd name="T62" fmla="*/ 104775 w 46"/>
              <a:gd name="T63" fmla="*/ 28575 h 46"/>
              <a:gd name="T64" fmla="*/ 85725 w 46"/>
              <a:gd name="T65" fmla="*/ 15875 h 46"/>
              <a:gd name="T66" fmla="*/ 101600 w 46"/>
              <a:gd name="T67" fmla="*/ 66675 h 46"/>
              <a:gd name="T68" fmla="*/ 107950 w 46"/>
              <a:gd name="T69" fmla="*/ 66675 h 46"/>
              <a:gd name="T70" fmla="*/ 104775 w 46"/>
              <a:gd name="T71" fmla="*/ 82550 h 46"/>
              <a:gd name="T72" fmla="*/ 82550 w 46"/>
              <a:gd name="T73" fmla="*/ 104775 h 46"/>
              <a:gd name="T74" fmla="*/ 63500 w 46"/>
              <a:gd name="T75" fmla="*/ 104775 h 46"/>
              <a:gd name="T76" fmla="*/ 79375 w 46"/>
              <a:gd name="T77" fmla="*/ 98425 h 46"/>
              <a:gd name="T78" fmla="*/ 98425 w 46"/>
              <a:gd name="T79" fmla="*/ 79375 h 46"/>
              <a:gd name="T80" fmla="*/ 101600 w 46"/>
              <a:gd name="T81" fmla="*/ 66675 h 4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6" h="46">
                <a:moveTo>
                  <a:pt x="10" y="16"/>
                </a:moveTo>
                <a:cubicBezTo>
                  <a:pt x="10" y="17"/>
                  <a:pt x="9" y="17"/>
                  <a:pt x="9" y="17"/>
                </a:cubicBezTo>
                <a:cubicBezTo>
                  <a:pt x="8" y="17"/>
                  <a:pt x="8" y="16"/>
                  <a:pt x="8" y="16"/>
                </a:cubicBezTo>
                <a:cubicBezTo>
                  <a:pt x="9" y="15"/>
                  <a:pt x="9" y="14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10" y="13"/>
                  <a:pt x="10" y="12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1"/>
                  <a:pt x="12" y="10"/>
                  <a:pt x="13" y="10"/>
                </a:cubicBezTo>
                <a:cubicBezTo>
                  <a:pt x="14" y="9"/>
                  <a:pt x="15" y="9"/>
                  <a:pt x="15" y="8"/>
                </a:cubicBezTo>
                <a:cubicBezTo>
                  <a:pt x="16" y="8"/>
                  <a:pt x="17" y="8"/>
                  <a:pt x="17" y="9"/>
                </a:cubicBezTo>
                <a:cubicBezTo>
                  <a:pt x="17" y="10"/>
                  <a:pt x="17" y="10"/>
                  <a:pt x="16" y="10"/>
                </a:cubicBezTo>
                <a:cubicBezTo>
                  <a:pt x="16" y="11"/>
                  <a:pt x="15" y="11"/>
                  <a:pt x="14" y="11"/>
                </a:cubicBezTo>
                <a:cubicBezTo>
                  <a:pt x="14" y="12"/>
                  <a:pt x="13" y="12"/>
                  <a:pt x="13" y="13"/>
                </a:cubicBezTo>
                <a:cubicBezTo>
                  <a:pt x="12" y="13"/>
                  <a:pt x="12" y="14"/>
                  <a:pt x="11" y="15"/>
                </a:cubicBezTo>
                <a:cubicBezTo>
                  <a:pt x="11" y="15"/>
                  <a:pt x="11" y="16"/>
                  <a:pt x="10" y="16"/>
                </a:cubicBezTo>
                <a:close/>
                <a:moveTo>
                  <a:pt x="37" y="34"/>
                </a:moveTo>
                <a:cubicBezTo>
                  <a:pt x="37" y="34"/>
                  <a:pt x="37" y="34"/>
                  <a:pt x="37" y="34"/>
                </a:cubicBezTo>
                <a:cubicBezTo>
                  <a:pt x="45" y="43"/>
                  <a:pt x="45" y="43"/>
                  <a:pt x="45" y="43"/>
                </a:cubicBezTo>
                <a:cubicBezTo>
                  <a:pt x="46" y="43"/>
                  <a:pt x="46" y="45"/>
                  <a:pt x="45" y="45"/>
                </a:cubicBezTo>
                <a:cubicBezTo>
                  <a:pt x="44" y="46"/>
                  <a:pt x="43" y="46"/>
                  <a:pt x="43" y="45"/>
                </a:cubicBezTo>
                <a:cubicBezTo>
                  <a:pt x="34" y="37"/>
                  <a:pt x="34" y="37"/>
                  <a:pt x="34" y="37"/>
                </a:cubicBezTo>
                <a:cubicBezTo>
                  <a:pt x="33" y="38"/>
                  <a:pt x="31" y="39"/>
                  <a:pt x="29" y="40"/>
                </a:cubicBezTo>
                <a:cubicBezTo>
                  <a:pt x="26" y="41"/>
                  <a:pt x="24" y="42"/>
                  <a:pt x="21" y="42"/>
                </a:cubicBezTo>
                <a:cubicBezTo>
                  <a:pt x="18" y="42"/>
                  <a:pt x="15" y="41"/>
                  <a:pt x="13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0" y="39"/>
                  <a:pt x="8" y="38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4" y="34"/>
                  <a:pt x="2" y="31"/>
                  <a:pt x="1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0" y="26"/>
                  <a:pt x="0" y="24"/>
                  <a:pt x="0" y="21"/>
                </a:cubicBezTo>
                <a:cubicBezTo>
                  <a:pt x="0" y="18"/>
                  <a:pt x="0" y="15"/>
                  <a:pt x="1" y="13"/>
                </a:cubicBezTo>
                <a:cubicBezTo>
                  <a:pt x="2" y="10"/>
                  <a:pt x="4" y="8"/>
                  <a:pt x="6" y="6"/>
                </a:cubicBezTo>
                <a:cubicBezTo>
                  <a:pt x="10" y="2"/>
                  <a:pt x="15" y="0"/>
                  <a:pt x="21" y="0"/>
                </a:cubicBezTo>
                <a:cubicBezTo>
                  <a:pt x="24" y="0"/>
                  <a:pt x="26" y="0"/>
                  <a:pt x="29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31" y="3"/>
                  <a:pt x="34" y="4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8" y="8"/>
                  <a:pt x="39" y="10"/>
                  <a:pt x="40" y="13"/>
                </a:cubicBezTo>
                <a:cubicBezTo>
                  <a:pt x="40" y="13"/>
                  <a:pt x="40" y="13"/>
                  <a:pt x="40" y="13"/>
                </a:cubicBezTo>
                <a:cubicBezTo>
                  <a:pt x="41" y="15"/>
                  <a:pt x="42" y="18"/>
                  <a:pt x="42" y="21"/>
                </a:cubicBezTo>
                <a:cubicBezTo>
                  <a:pt x="42" y="24"/>
                  <a:pt x="41" y="26"/>
                  <a:pt x="40" y="29"/>
                </a:cubicBezTo>
                <a:cubicBezTo>
                  <a:pt x="39" y="31"/>
                  <a:pt x="38" y="33"/>
                  <a:pt x="37" y="34"/>
                </a:cubicBezTo>
                <a:close/>
                <a:moveTo>
                  <a:pt x="27" y="5"/>
                </a:moveTo>
                <a:cubicBezTo>
                  <a:pt x="27" y="5"/>
                  <a:pt x="27" y="5"/>
                  <a:pt x="27" y="5"/>
                </a:cubicBezTo>
                <a:cubicBezTo>
                  <a:pt x="25" y="4"/>
                  <a:pt x="23" y="4"/>
                  <a:pt x="21" y="4"/>
                </a:cubicBezTo>
                <a:cubicBezTo>
                  <a:pt x="16" y="4"/>
                  <a:pt x="12" y="6"/>
                  <a:pt x="9" y="9"/>
                </a:cubicBezTo>
                <a:cubicBezTo>
                  <a:pt x="7" y="10"/>
                  <a:pt x="6" y="12"/>
                  <a:pt x="5" y="14"/>
                </a:cubicBezTo>
                <a:cubicBezTo>
                  <a:pt x="4" y="16"/>
                  <a:pt x="4" y="18"/>
                  <a:pt x="4" y="21"/>
                </a:cubicBezTo>
                <a:cubicBezTo>
                  <a:pt x="4" y="23"/>
                  <a:pt x="4" y="25"/>
                  <a:pt x="5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6" y="30"/>
                  <a:pt x="7" y="31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10" y="35"/>
                  <a:pt x="12" y="36"/>
                  <a:pt x="14" y="37"/>
                </a:cubicBezTo>
                <a:cubicBezTo>
                  <a:pt x="16" y="38"/>
                  <a:pt x="18" y="38"/>
                  <a:pt x="21" y="38"/>
                </a:cubicBezTo>
                <a:cubicBezTo>
                  <a:pt x="23" y="38"/>
                  <a:pt x="25" y="38"/>
                  <a:pt x="27" y="37"/>
                </a:cubicBezTo>
                <a:cubicBezTo>
                  <a:pt x="29" y="36"/>
                  <a:pt x="31" y="35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4" y="31"/>
                  <a:pt x="36" y="30"/>
                  <a:pt x="37" y="27"/>
                </a:cubicBezTo>
                <a:cubicBezTo>
                  <a:pt x="37" y="25"/>
                  <a:pt x="38" y="23"/>
                  <a:pt x="38" y="21"/>
                </a:cubicBezTo>
                <a:cubicBezTo>
                  <a:pt x="38" y="19"/>
                  <a:pt x="37" y="16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6" y="12"/>
                  <a:pt x="34" y="10"/>
                  <a:pt x="33" y="9"/>
                </a:cubicBezTo>
                <a:cubicBezTo>
                  <a:pt x="33" y="9"/>
                  <a:pt x="33" y="9"/>
                  <a:pt x="33" y="9"/>
                </a:cubicBezTo>
                <a:cubicBezTo>
                  <a:pt x="31" y="7"/>
                  <a:pt x="29" y="6"/>
                  <a:pt x="27" y="5"/>
                </a:cubicBezTo>
                <a:close/>
                <a:moveTo>
                  <a:pt x="32" y="21"/>
                </a:move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3" y="20"/>
                  <a:pt x="33" y="20"/>
                </a:cubicBezTo>
                <a:cubicBezTo>
                  <a:pt x="34" y="20"/>
                  <a:pt x="34" y="20"/>
                  <a:pt x="34" y="21"/>
                </a:cubicBezTo>
                <a:cubicBezTo>
                  <a:pt x="34" y="23"/>
                  <a:pt x="34" y="24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8"/>
                  <a:pt x="32" y="29"/>
                  <a:pt x="30" y="30"/>
                </a:cubicBezTo>
                <a:cubicBezTo>
                  <a:pt x="29" y="32"/>
                  <a:pt x="28" y="33"/>
                  <a:pt x="26" y="33"/>
                </a:cubicBezTo>
                <a:cubicBezTo>
                  <a:pt x="24" y="34"/>
                  <a:pt x="23" y="34"/>
                  <a:pt x="21" y="34"/>
                </a:cubicBezTo>
                <a:cubicBezTo>
                  <a:pt x="20" y="34"/>
                  <a:pt x="20" y="34"/>
                  <a:pt x="20" y="33"/>
                </a:cubicBezTo>
                <a:cubicBezTo>
                  <a:pt x="20" y="33"/>
                  <a:pt x="20" y="32"/>
                  <a:pt x="21" y="32"/>
                </a:cubicBezTo>
                <a:cubicBezTo>
                  <a:pt x="22" y="32"/>
                  <a:pt x="24" y="32"/>
                  <a:pt x="25" y="31"/>
                </a:cubicBezTo>
                <a:cubicBezTo>
                  <a:pt x="26" y="31"/>
                  <a:pt x="28" y="30"/>
                  <a:pt x="29" y="29"/>
                </a:cubicBezTo>
                <a:cubicBezTo>
                  <a:pt x="30" y="28"/>
                  <a:pt x="31" y="27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4"/>
                  <a:pt x="32" y="22"/>
                  <a:pt x="32" y="2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34" name="Freeform 268">
            <a:extLst>
              <a:ext uri="{FF2B5EF4-FFF2-40B4-BE49-F238E27FC236}">
                <a16:creationId xmlns:a16="http://schemas.microsoft.com/office/drawing/2014/main" id="{A1EFA6A2-234A-1FD8-AA26-E2C4E3FD44F1}"/>
              </a:ext>
            </a:extLst>
          </p:cNvPr>
          <p:cNvSpPr>
            <a:spLocks noEditPoints="1"/>
          </p:cNvSpPr>
          <p:nvPr/>
        </p:nvSpPr>
        <p:spPr bwMode="auto">
          <a:xfrm>
            <a:off x="6965352" y="5241314"/>
            <a:ext cx="173567" cy="211667"/>
          </a:xfrm>
          <a:custGeom>
            <a:avLst/>
            <a:gdLst>
              <a:gd name="T0" fmla="*/ 60325 w 41"/>
              <a:gd name="T1" fmla="*/ 101600 h 50"/>
              <a:gd name="T2" fmla="*/ 60325 w 41"/>
              <a:gd name="T3" fmla="*/ 104775 h 50"/>
              <a:gd name="T4" fmla="*/ 12700 w 41"/>
              <a:gd name="T5" fmla="*/ 104775 h 50"/>
              <a:gd name="T6" fmla="*/ 0 w 41"/>
              <a:gd name="T7" fmla="*/ 79375 h 50"/>
              <a:gd name="T8" fmla="*/ 34925 w 41"/>
              <a:gd name="T9" fmla="*/ 44450 h 50"/>
              <a:gd name="T10" fmla="*/ 60325 w 41"/>
              <a:gd name="T11" fmla="*/ 53975 h 50"/>
              <a:gd name="T12" fmla="*/ 79375 w 41"/>
              <a:gd name="T13" fmla="*/ 25400 h 50"/>
              <a:gd name="T14" fmla="*/ 104775 w 41"/>
              <a:gd name="T15" fmla="*/ 0 h 50"/>
              <a:gd name="T16" fmla="*/ 130175 w 41"/>
              <a:gd name="T17" fmla="*/ 25400 h 50"/>
              <a:gd name="T18" fmla="*/ 104775 w 41"/>
              <a:gd name="T19" fmla="*/ 47625 h 50"/>
              <a:gd name="T20" fmla="*/ 63500 w 41"/>
              <a:gd name="T21" fmla="*/ 60325 h 50"/>
              <a:gd name="T22" fmla="*/ 63500 w 41"/>
              <a:gd name="T23" fmla="*/ 98425 h 50"/>
              <a:gd name="T24" fmla="*/ 104775 w 41"/>
              <a:gd name="T25" fmla="*/ 107950 h 50"/>
              <a:gd name="T26" fmla="*/ 130175 w 41"/>
              <a:gd name="T27" fmla="*/ 133350 h 50"/>
              <a:gd name="T28" fmla="*/ 123825 w 41"/>
              <a:gd name="T29" fmla="*/ 152400 h 50"/>
              <a:gd name="T30" fmla="*/ 88900 w 41"/>
              <a:gd name="T31" fmla="*/ 152400 h 50"/>
              <a:gd name="T32" fmla="*/ 82550 w 41"/>
              <a:gd name="T33" fmla="*/ 120650 h 50"/>
              <a:gd name="T34" fmla="*/ 114300 w 41"/>
              <a:gd name="T35" fmla="*/ 123825 h 50"/>
              <a:gd name="T36" fmla="*/ 95250 w 41"/>
              <a:gd name="T37" fmla="*/ 123825 h 50"/>
              <a:gd name="T38" fmla="*/ 95250 w 41"/>
              <a:gd name="T39" fmla="*/ 142875 h 50"/>
              <a:gd name="T40" fmla="*/ 114300 w 41"/>
              <a:gd name="T41" fmla="*/ 142875 h 50"/>
              <a:gd name="T42" fmla="*/ 117475 w 41"/>
              <a:gd name="T43" fmla="*/ 133350 h 50"/>
              <a:gd name="T44" fmla="*/ 50800 w 41"/>
              <a:gd name="T45" fmla="*/ 63500 h 50"/>
              <a:gd name="T46" fmla="*/ 34925 w 41"/>
              <a:gd name="T47" fmla="*/ 57150 h 50"/>
              <a:gd name="T48" fmla="*/ 19050 w 41"/>
              <a:gd name="T49" fmla="*/ 63500 h 50"/>
              <a:gd name="T50" fmla="*/ 19050 w 41"/>
              <a:gd name="T51" fmla="*/ 95250 h 50"/>
              <a:gd name="T52" fmla="*/ 34925 w 41"/>
              <a:gd name="T53" fmla="*/ 101600 h 50"/>
              <a:gd name="T54" fmla="*/ 50800 w 41"/>
              <a:gd name="T55" fmla="*/ 95250 h 50"/>
              <a:gd name="T56" fmla="*/ 50800 w 41"/>
              <a:gd name="T57" fmla="*/ 63500 h 50"/>
              <a:gd name="T58" fmla="*/ 114300 w 41"/>
              <a:gd name="T59" fmla="*/ 15875 h 50"/>
              <a:gd name="T60" fmla="*/ 104775 w 41"/>
              <a:gd name="T61" fmla="*/ 12700 h 50"/>
              <a:gd name="T62" fmla="*/ 92075 w 41"/>
              <a:gd name="T63" fmla="*/ 25400 h 50"/>
              <a:gd name="T64" fmla="*/ 95250 w 41"/>
              <a:gd name="T65" fmla="*/ 31750 h 50"/>
              <a:gd name="T66" fmla="*/ 114300 w 41"/>
              <a:gd name="T67" fmla="*/ 31750 h 50"/>
              <a:gd name="T68" fmla="*/ 114300 w 41"/>
              <a:gd name="T69" fmla="*/ 15875 h 5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1" h="50">
                <a:moveTo>
                  <a:pt x="26" y="38"/>
                </a:moveTo>
                <a:cubicBezTo>
                  <a:pt x="19" y="32"/>
                  <a:pt x="19" y="32"/>
                  <a:pt x="19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7" y="35"/>
                  <a:pt x="14" y="36"/>
                  <a:pt x="11" y="36"/>
                </a:cubicBezTo>
                <a:cubicBezTo>
                  <a:pt x="8" y="36"/>
                  <a:pt x="5" y="34"/>
                  <a:pt x="4" y="33"/>
                </a:cubicBezTo>
                <a:cubicBezTo>
                  <a:pt x="3" y="32"/>
                  <a:pt x="3" y="32"/>
                  <a:pt x="3" y="32"/>
                </a:cubicBezTo>
                <a:cubicBezTo>
                  <a:pt x="2" y="30"/>
                  <a:pt x="0" y="28"/>
                  <a:pt x="0" y="25"/>
                </a:cubicBezTo>
                <a:cubicBezTo>
                  <a:pt x="0" y="22"/>
                  <a:pt x="2" y="19"/>
                  <a:pt x="4" y="17"/>
                </a:cubicBezTo>
                <a:cubicBezTo>
                  <a:pt x="5" y="15"/>
                  <a:pt x="8" y="14"/>
                  <a:pt x="11" y="14"/>
                </a:cubicBezTo>
                <a:cubicBezTo>
                  <a:pt x="14" y="14"/>
                  <a:pt x="17" y="15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0"/>
                  <a:pt x="25" y="9"/>
                  <a:pt x="25" y="8"/>
                </a:cubicBezTo>
                <a:cubicBezTo>
                  <a:pt x="25" y="5"/>
                  <a:pt x="26" y="3"/>
                  <a:pt x="28" y="2"/>
                </a:cubicBezTo>
                <a:cubicBezTo>
                  <a:pt x="29" y="1"/>
                  <a:pt x="31" y="0"/>
                  <a:pt x="33" y="0"/>
                </a:cubicBezTo>
                <a:cubicBezTo>
                  <a:pt x="35" y="0"/>
                  <a:pt x="37" y="1"/>
                  <a:pt x="39" y="2"/>
                </a:cubicBezTo>
                <a:cubicBezTo>
                  <a:pt x="40" y="3"/>
                  <a:pt x="41" y="5"/>
                  <a:pt x="41" y="8"/>
                </a:cubicBezTo>
                <a:cubicBezTo>
                  <a:pt x="41" y="10"/>
                  <a:pt x="40" y="12"/>
                  <a:pt x="39" y="13"/>
                </a:cubicBezTo>
                <a:cubicBezTo>
                  <a:pt x="37" y="15"/>
                  <a:pt x="35" y="15"/>
                  <a:pt x="33" y="15"/>
                </a:cubicBezTo>
                <a:cubicBezTo>
                  <a:pt x="31" y="15"/>
                  <a:pt x="29" y="15"/>
                  <a:pt x="28" y="13"/>
                </a:cubicBezTo>
                <a:cubicBezTo>
                  <a:pt x="20" y="19"/>
                  <a:pt x="20" y="19"/>
                  <a:pt x="20" y="19"/>
                </a:cubicBezTo>
                <a:cubicBezTo>
                  <a:pt x="21" y="21"/>
                  <a:pt x="22" y="23"/>
                  <a:pt x="22" y="25"/>
                </a:cubicBezTo>
                <a:cubicBezTo>
                  <a:pt x="22" y="27"/>
                  <a:pt x="21" y="29"/>
                  <a:pt x="20" y="31"/>
                </a:cubicBezTo>
                <a:cubicBezTo>
                  <a:pt x="28" y="36"/>
                  <a:pt x="28" y="36"/>
                  <a:pt x="28" y="36"/>
                </a:cubicBezTo>
                <a:cubicBezTo>
                  <a:pt x="29" y="35"/>
                  <a:pt x="31" y="34"/>
                  <a:pt x="33" y="34"/>
                </a:cubicBezTo>
                <a:cubicBezTo>
                  <a:pt x="35" y="34"/>
                  <a:pt x="37" y="35"/>
                  <a:pt x="39" y="37"/>
                </a:cubicBezTo>
                <a:cubicBezTo>
                  <a:pt x="40" y="38"/>
                  <a:pt x="41" y="40"/>
                  <a:pt x="41" y="42"/>
                </a:cubicBezTo>
                <a:cubicBezTo>
                  <a:pt x="41" y="44"/>
                  <a:pt x="40" y="46"/>
                  <a:pt x="39" y="48"/>
                </a:cubicBezTo>
                <a:cubicBezTo>
                  <a:pt x="39" y="48"/>
                  <a:pt x="39" y="48"/>
                  <a:pt x="39" y="48"/>
                </a:cubicBezTo>
                <a:cubicBezTo>
                  <a:pt x="37" y="49"/>
                  <a:pt x="35" y="50"/>
                  <a:pt x="33" y="50"/>
                </a:cubicBezTo>
                <a:cubicBezTo>
                  <a:pt x="31" y="50"/>
                  <a:pt x="29" y="49"/>
                  <a:pt x="28" y="48"/>
                </a:cubicBezTo>
                <a:cubicBezTo>
                  <a:pt x="26" y="46"/>
                  <a:pt x="25" y="44"/>
                  <a:pt x="25" y="42"/>
                </a:cubicBezTo>
                <a:cubicBezTo>
                  <a:pt x="25" y="41"/>
                  <a:pt x="26" y="39"/>
                  <a:pt x="26" y="38"/>
                </a:cubicBezTo>
                <a:close/>
                <a:moveTo>
                  <a:pt x="36" y="39"/>
                </a:moveTo>
                <a:cubicBezTo>
                  <a:pt x="36" y="39"/>
                  <a:pt x="36" y="39"/>
                  <a:pt x="36" y="39"/>
                </a:cubicBezTo>
                <a:cubicBezTo>
                  <a:pt x="35" y="39"/>
                  <a:pt x="34" y="38"/>
                  <a:pt x="33" y="38"/>
                </a:cubicBezTo>
                <a:cubicBezTo>
                  <a:pt x="32" y="38"/>
                  <a:pt x="31" y="39"/>
                  <a:pt x="30" y="39"/>
                </a:cubicBezTo>
                <a:cubicBezTo>
                  <a:pt x="30" y="40"/>
                  <a:pt x="29" y="41"/>
                  <a:pt x="29" y="42"/>
                </a:cubicBezTo>
                <a:cubicBezTo>
                  <a:pt x="29" y="43"/>
                  <a:pt x="30" y="44"/>
                  <a:pt x="30" y="45"/>
                </a:cubicBezTo>
                <a:cubicBezTo>
                  <a:pt x="31" y="46"/>
                  <a:pt x="32" y="46"/>
                  <a:pt x="33" y="46"/>
                </a:cubicBezTo>
                <a:cubicBezTo>
                  <a:pt x="34" y="46"/>
                  <a:pt x="35" y="46"/>
                  <a:pt x="36" y="45"/>
                </a:cubicBezTo>
                <a:cubicBezTo>
                  <a:pt x="36" y="45"/>
                  <a:pt x="36" y="45"/>
                  <a:pt x="36" y="45"/>
                </a:cubicBezTo>
                <a:cubicBezTo>
                  <a:pt x="37" y="44"/>
                  <a:pt x="37" y="43"/>
                  <a:pt x="37" y="42"/>
                </a:cubicBezTo>
                <a:cubicBezTo>
                  <a:pt x="37" y="41"/>
                  <a:pt x="37" y="40"/>
                  <a:pt x="36" y="39"/>
                </a:cubicBezTo>
                <a:close/>
                <a:moveTo>
                  <a:pt x="16" y="20"/>
                </a:moveTo>
                <a:cubicBezTo>
                  <a:pt x="16" y="20"/>
                  <a:pt x="16" y="20"/>
                  <a:pt x="16" y="20"/>
                </a:cubicBezTo>
                <a:cubicBezTo>
                  <a:pt x="15" y="19"/>
                  <a:pt x="13" y="18"/>
                  <a:pt x="11" y="18"/>
                </a:cubicBezTo>
                <a:cubicBezTo>
                  <a:pt x="9" y="18"/>
                  <a:pt x="8" y="19"/>
                  <a:pt x="6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5" y="21"/>
                  <a:pt x="4" y="23"/>
                  <a:pt x="4" y="25"/>
                </a:cubicBezTo>
                <a:cubicBezTo>
                  <a:pt x="4" y="27"/>
                  <a:pt x="5" y="28"/>
                  <a:pt x="6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8" y="31"/>
                  <a:pt x="9" y="32"/>
                  <a:pt x="11" y="32"/>
                </a:cubicBezTo>
                <a:cubicBezTo>
                  <a:pt x="13" y="32"/>
                  <a:pt x="15" y="31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7" y="29"/>
                  <a:pt x="18" y="27"/>
                  <a:pt x="18" y="25"/>
                </a:cubicBezTo>
                <a:cubicBezTo>
                  <a:pt x="18" y="23"/>
                  <a:pt x="17" y="21"/>
                  <a:pt x="16" y="20"/>
                </a:cubicBezTo>
                <a:cubicBezTo>
                  <a:pt x="16" y="20"/>
                  <a:pt x="16" y="20"/>
                  <a:pt x="16" y="20"/>
                </a:cubicBezTo>
                <a:close/>
                <a:moveTo>
                  <a:pt x="36" y="5"/>
                </a:moveTo>
                <a:cubicBezTo>
                  <a:pt x="36" y="5"/>
                  <a:pt x="36" y="5"/>
                  <a:pt x="36" y="5"/>
                </a:cubicBezTo>
                <a:cubicBezTo>
                  <a:pt x="35" y="4"/>
                  <a:pt x="34" y="4"/>
                  <a:pt x="33" y="4"/>
                </a:cubicBezTo>
                <a:cubicBezTo>
                  <a:pt x="32" y="4"/>
                  <a:pt x="31" y="4"/>
                  <a:pt x="30" y="5"/>
                </a:cubicBezTo>
                <a:cubicBezTo>
                  <a:pt x="30" y="6"/>
                  <a:pt x="29" y="7"/>
                  <a:pt x="29" y="8"/>
                </a:cubicBezTo>
                <a:cubicBezTo>
                  <a:pt x="29" y="9"/>
                  <a:pt x="30" y="10"/>
                  <a:pt x="3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1" y="11"/>
                  <a:pt x="32" y="12"/>
                  <a:pt x="33" y="12"/>
                </a:cubicBezTo>
                <a:cubicBezTo>
                  <a:pt x="34" y="12"/>
                  <a:pt x="35" y="11"/>
                  <a:pt x="36" y="10"/>
                </a:cubicBezTo>
                <a:cubicBezTo>
                  <a:pt x="37" y="10"/>
                  <a:pt x="37" y="9"/>
                  <a:pt x="37" y="8"/>
                </a:cubicBezTo>
                <a:cubicBezTo>
                  <a:pt x="37" y="7"/>
                  <a:pt x="37" y="6"/>
                  <a:pt x="36" y="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35" name="Freeform 269">
            <a:extLst>
              <a:ext uri="{FF2B5EF4-FFF2-40B4-BE49-F238E27FC236}">
                <a16:creationId xmlns:a16="http://schemas.microsoft.com/office/drawing/2014/main" id="{8D6C68FE-3650-A969-0D5F-268A043F5A11}"/>
              </a:ext>
            </a:extLst>
          </p:cNvPr>
          <p:cNvSpPr>
            <a:spLocks noEditPoints="1"/>
          </p:cNvSpPr>
          <p:nvPr/>
        </p:nvSpPr>
        <p:spPr bwMode="auto">
          <a:xfrm>
            <a:off x="6965352" y="5241314"/>
            <a:ext cx="173567" cy="211667"/>
          </a:xfrm>
          <a:custGeom>
            <a:avLst/>
            <a:gdLst>
              <a:gd name="T0" fmla="*/ 60325 w 41"/>
              <a:gd name="T1" fmla="*/ 101600 h 50"/>
              <a:gd name="T2" fmla="*/ 60325 w 41"/>
              <a:gd name="T3" fmla="*/ 104775 h 50"/>
              <a:gd name="T4" fmla="*/ 12700 w 41"/>
              <a:gd name="T5" fmla="*/ 104775 h 50"/>
              <a:gd name="T6" fmla="*/ 0 w 41"/>
              <a:gd name="T7" fmla="*/ 79375 h 50"/>
              <a:gd name="T8" fmla="*/ 34925 w 41"/>
              <a:gd name="T9" fmla="*/ 44450 h 50"/>
              <a:gd name="T10" fmla="*/ 60325 w 41"/>
              <a:gd name="T11" fmla="*/ 53975 h 50"/>
              <a:gd name="T12" fmla="*/ 79375 w 41"/>
              <a:gd name="T13" fmla="*/ 25400 h 50"/>
              <a:gd name="T14" fmla="*/ 104775 w 41"/>
              <a:gd name="T15" fmla="*/ 0 h 50"/>
              <a:gd name="T16" fmla="*/ 130175 w 41"/>
              <a:gd name="T17" fmla="*/ 25400 h 50"/>
              <a:gd name="T18" fmla="*/ 104775 w 41"/>
              <a:gd name="T19" fmla="*/ 47625 h 50"/>
              <a:gd name="T20" fmla="*/ 63500 w 41"/>
              <a:gd name="T21" fmla="*/ 60325 h 50"/>
              <a:gd name="T22" fmla="*/ 63500 w 41"/>
              <a:gd name="T23" fmla="*/ 98425 h 50"/>
              <a:gd name="T24" fmla="*/ 104775 w 41"/>
              <a:gd name="T25" fmla="*/ 107950 h 50"/>
              <a:gd name="T26" fmla="*/ 130175 w 41"/>
              <a:gd name="T27" fmla="*/ 133350 h 50"/>
              <a:gd name="T28" fmla="*/ 123825 w 41"/>
              <a:gd name="T29" fmla="*/ 152400 h 50"/>
              <a:gd name="T30" fmla="*/ 88900 w 41"/>
              <a:gd name="T31" fmla="*/ 152400 h 50"/>
              <a:gd name="T32" fmla="*/ 82550 w 41"/>
              <a:gd name="T33" fmla="*/ 120650 h 50"/>
              <a:gd name="T34" fmla="*/ 114300 w 41"/>
              <a:gd name="T35" fmla="*/ 123825 h 50"/>
              <a:gd name="T36" fmla="*/ 95250 w 41"/>
              <a:gd name="T37" fmla="*/ 123825 h 50"/>
              <a:gd name="T38" fmla="*/ 95250 w 41"/>
              <a:gd name="T39" fmla="*/ 142875 h 50"/>
              <a:gd name="T40" fmla="*/ 114300 w 41"/>
              <a:gd name="T41" fmla="*/ 142875 h 50"/>
              <a:gd name="T42" fmla="*/ 117475 w 41"/>
              <a:gd name="T43" fmla="*/ 133350 h 50"/>
              <a:gd name="T44" fmla="*/ 50800 w 41"/>
              <a:gd name="T45" fmla="*/ 63500 h 50"/>
              <a:gd name="T46" fmla="*/ 34925 w 41"/>
              <a:gd name="T47" fmla="*/ 57150 h 50"/>
              <a:gd name="T48" fmla="*/ 19050 w 41"/>
              <a:gd name="T49" fmla="*/ 63500 h 50"/>
              <a:gd name="T50" fmla="*/ 19050 w 41"/>
              <a:gd name="T51" fmla="*/ 95250 h 50"/>
              <a:gd name="T52" fmla="*/ 34925 w 41"/>
              <a:gd name="T53" fmla="*/ 101600 h 50"/>
              <a:gd name="T54" fmla="*/ 50800 w 41"/>
              <a:gd name="T55" fmla="*/ 95250 h 50"/>
              <a:gd name="T56" fmla="*/ 50800 w 41"/>
              <a:gd name="T57" fmla="*/ 63500 h 50"/>
              <a:gd name="T58" fmla="*/ 114300 w 41"/>
              <a:gd name="T59" fmla="*/ 15875 h 50"/>
              <a:gd name="T60" fmla="*/ 104775 w 41"/>
              <a:gd name="T61" fmla="*/ 12700 h 50"/>
              <a:gd name="T62" fmla="*/ 92075 w 41"/>
              <a:gd name="T63" fmla="*/ 25400 h 50"/>
              <a:gd name="T64" fmla="*/ 95250 w 41"/>
              <a:gd name="T65" fmla="*/ 31750 h 50"/>
              <a:gd name="T66" fmla="*/ 114300 w 41"/>
              <a:gd name="T67" fmla="*/ 31750 h 50"/>
              <a:gd name="T68" fmla="*/ 114300 w 41"/>
              <a:gd name="T69" fmla="*/ 15875 h 5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1" h="50">
                <a:moveTo>
                  <a:pt x="26" y="38"/>
                </a:moveTo>
                <a:cubicBezTo>
                  <a:pt x="19" y="32"/>
                  <a:pt x="19" y="32"/>
                  <a:pt x="19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7" y="35"/>
                  <a:pt x="14" y="36"/>
                  <a:pt x="11" y="36"/>
                </a:cubicBezTo>
                <a:cubicBezTo>
                  <a:pt x="8" y="36"/>
                  <a:pt x="5" y="34"/>
                  <a:pt x="4" y="33"/>
                </a:cubicBezTo>
                <a:cubicBezTo>
                  <a:pt x="3" y="32"/>
                  <a:pt x="3" y="32"/>
                  <a:pt x="3" y="32"/>
                </a:cubicBezTo>
                <a:cubicBezTo>
                  <a:pt x="2" y="30"/>
                  <a:pt x="0" y="28"/>
                  <a:pt x="0" y="25"/>
                </a:cubicBezTo>
                <a:cubicBezTo>
                  <a:pt x="0" y="22"/>
                  <a:pt x="2" y="19"/>
                  <a:pt x="4" y="17"/>
                </a:cubicBezTo>
                <a:cubicBezTo>
                  <a:pt x="5" y="15"/>
                  <a:pt x="8" y="14"/>
                  <a:pt x="11" y="14"/>
                </a:cubicBezTo>
                <a:cubicBezTo>
                  <a:pt x="14" y="14"/>
                  <a:pt x="17" y="15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0"/>
                  <a:pt x="25" y="9"/>
                  <a:pt x="25" y="8"/>
                </a:cubicBezTo>
                <a:cubicBezTo>
                  <a:pt x="25" y="5"/>
                  <a:pt x="26" y="3"/>
                  <a:pt x="28" y="2"/>
                </a:cubicBezTo>
                <a:cubicBezTo>
                  <a:pt x="29" y="1"/>
                  <a:pt x="31" y="0"/>
                  <a:pt x="33" y="0"/>
                </a:cubicBezTo>
                <a:cubicBezTo>
                  <a:pt x="35" y="0"/>
                  <a:pt x="37" y="1"/>
                  <a:pt x="39" y="2"/>
                </a:cubicBezTo>
                <a:cubicBezTo>
                  <a:pt x="40" y="3"/>
                  <a:pt x="41" y="5"/>
                  <a:pt x="41" y="8"/>
                </a:cubicBezTo>
                <a:cubicBezTo>
                  <a:pt x="41" y="10"/>
                  <a:pt x="40" y="12"/>
                  <a:pt x="39" y="13"/>
                </a:cubicBezTo>
                <a:cubicBezTo>
                  <a:pt x="37" y="15"/>
                  <a:pt x="35" y="15"/>
                  <a:pt x="33" y="15"/>
                </a:cubicBezTo>
                <a:cubicBezTo>
                  <a:pt x="31" y="15"/>
                  <a:pt x="29" y="15"/>
                  <a:pt x="28" y="13"/>
                </a:cubicBezTo>
                <a:cubicBezTo>
                  <a:pt x="20" y="19"/>
                  <a:pt x="20" y="19"/>
                  <a:pt x="20" y="19"/>
                </a:cubicBezTo>
                <a:cubicBezTo>
                  <a:pt x="21" y="21"/>
                  <a:pt x="22" y="23"/>
                  <a:pt x="22" y="25"/>
                </a:cubicBezTo>
                <a:cubicBezTo>
                  <a:pt x="22" y="27"/>
                  <a:pt x="21" y="29"/>
                  <a:pt x="20" y="31"/>
                </a:cubicBezTo>
                <a:cubicBezTo>
                  <a:pt x="28" y="36"/>
                  <a:pt x="28" y="36"/>
                  <a:pt x="28" y="36"/>
                </a:cubicBezTo>
                <a:cubicBezTo>
                  <a:pt x="29" y="35"/>
                  <a:pt x="31" y="34"/>
                  <a:pt x="33" y="34"/>
                </a:cubicBezTo>
                <a:cubicBezTo>
                  <a:pt x="35" y="34"/>
                  <a:pt x="37" y="35"/>
                  <a:pt x="39" y="37"/>
                </a:cubicBezTo>
                <a:cubicBezTo>
                  <a:pt x="40" y="38"/>
                  <a:pt x="41" y="40"/>
                  <a:pt x="41" y="42"/>
                </a:cubicBezTo>
                <a:cubicBezTo>
                  <a:pt x="41" y="44"/>
                  <a:pt x="40" y="46"/>
                  <a:pt x="39" y="48"/>
                </a:cubicBezTo>
                <a:cubicBezTo>
                  <a:pt x="39" y="48"/>
                  <a:pt x="39" y="48"/>
                  <a:pt x="39" y="48"/>
                </a:cubicBezTo>
                <a:cubicBezTo>
                  <a:pt x="37" y="49"/>
                  <a:pt x="35" y="50"/>
                  <a:pt x="33" y="50"/>
                </a:cubicBezTo>
                <a:cubicBezTo>
                  <a:pt x="31" y="50"/>
                  <a:pt x="29" y="49"/>
                  <a:pt x="28" y="48"/>
                </a:cubicBezTo>
                <a:cubicBezTo>
                  <a:pt x="26" y="46"/>
                  <a:pt x="25" y="44"/>
                  <a:pt x="25" y="42"/>
                </a:cubicBezTo>
                <a:cubicBezTo>
                  <a:pt x="25" y="41"/>
                  <a:pt x="26" y="39"/>
                  <a:pt x="26" y="38"/>
                </a:cubicBezTo>
                <a:close/>
                <a:moveTo>
                  <a:pt x="36" y="39"/>
                </a:moveTo>
                <a:cubicBezTo>
                  <a:pt x="36" y="39"/>
                  <a:pt x="36" y="39"/>
                  <a:pt x="36" y="39"/>
                </a:cubicBezTo>
                <a:cubicBezTo>
                  <a:pt x="35" y="39"/>
                  <a:pt x="34" y="38"/>
                  <a:pt x="33" y="38"/>
                </a:cubicBezTo>
                <a:cubicBezTo>
                  <a:pt x="32" y="38"/>
                  <a:pt x="31" y="39"/>
                  <a:pt x="30" y="39"/>
                </a:cubicBezTo>
                <a:cubicBezTo>
                  <a:pt x="30" y="40"/>
                  <a:pt x="29" y="41"/>
                  <a:pt x="29" y="42"/>
                </a:cubicBezTo>
                <a:cubicBezTo>
                  <a:pt x="29" y="43"/>
                  <a:pt x="30" y="44"/>
                  <a:pt x="30" y="45"/>
                </a:cubicBezTo>
                <a:cubicBezTo>
                  <a:pt x="31" y="46"/>
                  <a:pt x="32" y="46"/>
                  <a:pt x="33" y="46"/>
                </a:cubicBezTo>
                <a:cubicBezTo>
                  <a:pt x="34" y="46"/>
                  <a:pt x="35" y="46"/>
                  <a:pt x="36" y="45"/>
                </a:cubicBezTo>
                <a:cubicBezTo>
                  <a:pt x="36" y="45"/>
                  <a:pt x="36" y="45"/>
                  <a:pt x="36" y="45"/>
                </a:cubicBezTo>
                <a:cubicBezTo>
                  <a:pt x="37" y="44"/>
                  <a:pt x="37" y="43"/>
                  <a:pt x="37" y="42"/>
                </a:cubicBezTo>
                <a:cubicBezTo>
                  <a:pt x="37" y="41"/>
                  <a:pt x="37" y="40"/>
                  <a:pt x="36" y="39"/>
                </a:cubicBezTo>
                <a:close/>
                <a:moveTo>
                  <a:pt x="16" y="20"/>
                </a:moveTo>
                <a:cubicBezTo>
                  <a:pt x="16" y="20"/>
                  <a:pt x="16" y="20"/>
                  <a:pt x="16" y="20"/>
                </a:cubicBezTo>
                <a:cubicBezTo>
                  <a:pt x="15" y="19"/>
                  <a:pt x="13" y="18"/>
                  <a:pt x="11" y="18"/>
                </a:cubicBezTo>
                <a:cubicBezTo>
                  <a:pt x="9" y="18"/>
                  <a:pt x="8" y="19"/>
                  <a:pt x="6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5" y="21"/>
                  <a:pt x="4" y="23"/>
                  <a:pt x="4" y="25"/>
                </a:cubicBezTo>
                <a:cubicBezTo>
                  <a:pt x="4" y="27"/>
                  <a:pt x="5" y="28"/>
                  <a:pt x="6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8" y="31"/>
                  <a:pt x="9" y="32"/>
                  <a:pt x="11" y="32"/>
                </a:cubicBezTo>
                <a:cubicBezTo>
                  <a:pt x="13" y="32"/>
                  <a:pt x="15" y="31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7" y="29"/>
                  <a:pt x="18" y="27"/>
                  <a:pt x="18" y="25"/>
                </a:cubicBezTo>
                <a:cubicBezTo>
                  <a:pt x="18" y="23"/>
                  <a:pt x="17" y="21"/>
                  <a:pt x="16" y="20"/>
                </a:cubicBezTo>
                <a:cubicBezTo>
                  <a:pt x="16" y="20"/>
                  <a:pt x="16" y="20"/>
                  <a:pt x="16" y="20"/>
                </a:cubicBezTo>
                <a:close/>
                <a:moveTo>
                  <a:pt x="36" y="5"/>
                </a:moveTo>
                <a:cubicBezTo>
                  <a:pt x="36" y="5"/>
                  <a:pt x="36" y="5"/>
                  <a:pt x="36" y="5"/>
                </a:cubicBezTo>
                <a:cubicBezTo>
                  <a:pt x="35" y="4"/>
                  <a:pt x="34" y="4"/>
                  <a:pt x="33" y="4"/>
                </a:cubicBezTo>
                <a:cubicBezTo>
                  <a:pt x="32" y="4"/>
                  <a:pt x="31" y="4"/>
                  <a:pt x="30" y="5"/>
                </a:cubicBezTo>
                <a:cubicBezTo>
                  <a:pt x="30" y="6"/>
                  <a:pt x="29" y="7"/>
                  <a:pt x="29" y="8"/>
                </a:cubicBezTo>
                <a:cubicBezTo>
                  <a:pt x="29" y="9"/>
                  <a:pt x="30" y="10"/>
                  <a:pt x="3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1" y="11"/>
                  <a:pt x="32" y="12"/>
                  <a:pt x="33" y="12"/>
                </a:cubicBezTo>
                <a:cubicBezTo>
                  <a:pt x="34" y="12"/>
                  <a:pt x="35" y="11"/>
                  <a:pt x="36" y="10"/>
                </a:cubicBezTo>
                <a:cubicBezTo>
                  <a:pt x="37" y="10"/>
                  <a:pt x="37" y="9"/>
                  <a:pt x="37" y="8"/>
                </a:cubicBezTo>
                <a:cubicBezTo>
                  <a:pt x="37" y="7"/>
                  <a:pt x="37" y="6"/>
                  <a:pt x="36" y="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36" name="Freeform 270">
            <a:extLst>
              <a:ext uri="{FF2B5EF4-FFF2-40B4-BE49-F238E27FC236}">
                <a16:creationId xmlns:a16="http://schemas.microsoft.com/office/drawing/2014/main" id="{4D9A4DF7-DDBC-A21D-78F5-C9F305541359}"/>
              </a:ext>
            </a:extLst>
          </p:cNvPr>
          <p:cNvSpPr>
            <a:spLocks noEditPoints="1"/>
          </p:cNvSpPr>
          <p:nvPr/>
        </p:nvSpPr>
        <p:spPr bwMode="auto">
          <a:xfrm>
            <a:off x="5470986" y="5245547"/>
            <a:ext cx="146049" cy="203200"/>
          </a:xfrm>
          <a:custGeom>
            <a:avLst/>
            <a:gdLst>
              <a:gd name="T0" fmla="*/ 96650 w 34"/>
              <a:gd name="T1" fmla="*/ 41275 h 48"/>
              <a:gd name="T2" fmla="*/ 83764 w 34"/>
              <a:gd name="T3" fmla="*/ 69850 h 48"/>
              <a:gd name="T4" fmla="*/ 83764 w 34"/>
              <a:gd name="T5" fmla="*/ 69850 h 48"/>
              <a:gd name="T6" fmla="*/ 106315 w 34"/>
              <a:gd name="T7" fmla="*/ 98425 h 48"/>
              <a:gd name="T8" fmla="*/ 109537 w 34"/>
              <a:gd name="T9" fmla="*/ 127000 h 48"/>
              <a:gd name="T10" fmla="*/ 99872 w 34"/>
              <a:gd name="T11" fmla="*/ 142875 h 48"/>
              <a:gd name="T12" fmla="*/ 96650 w 34"/>
              <a:gd name="T13" fmla="*/ 142875 h 48"/>
              <a:gd name="T14" fmla="*/ 86985 w 34"/>
              <a:gd name="T15" fmla="*/ 146050 h 48"/>
              <a:gd name="T16" fmla="*/ 80542 w 34"/>
              <a:gd name="T17" fmla="*/ 152400 h 48"/>
              <a:gd name="T18" fmla="*/ 22552 w 34"/>
              <a:gd name="T19" fmla="*/ 146050 h 48"/>
              <a:gd name="T20" fmla="*/ 22552 w 34"/>
              <a:gd name="T21" fmla="*/ 142875 h 48"/>
              <a:gd name="T22" fmla="*/ 9665 w 34"/>
              <a:gd name="T23" fmla="*/ 142875 h 48"/>
              <a:gd name="T24" fmla="*/ 0 w 34"/>
              <a:gd name="T25" fmla="*/ 127000 h 48"/>
              <a:gd name="T26" fmla="*/ 3222 w 34"/>
              <a:gd name="T27" fmla="*/ 98425 h 48"/>
              <a:gd name="T28" fmla="*/ 22552 w 34"/>
              <a:gd name="T29" fmla="*/ 69850 h 48"/>
              <a:gd name="T30" fmla="*/ 12887 w 34"/>
              <a:gd name="T31" fmla="*/ 41275 h 48"/>
              <a:gd name="T32" fmla="*/ 25773 w 34"/>
              <a:gd name="T33" fmla="*/ 130175 h 48"/>
              <a:gd name="T34" fmla="*/ 25773 w 34"/>
              <a:gd name="T35" fmla="*/ 114300 h 48"/>
              <a:gd name="T36" fmla="*/ 35438 w 34"/>
              <a:gd name="T37" fmla="*/ 114300 h 48"/>
              <a:gd name="T38" fmla="*/ 35438 w 34"/>
              <a:gd name="T39" fmla="*/ 136525 h 48"/>
              <a:gd name="T40" fmla="*/ 74099 w 34"/>
              <a:gd name="T41" fmla="*/ 139700 h 48"/>
              <a:gd name="T42" fmla="*/ 74099 w 34"/>
              <a:gd name="T43" fmla="*/ 136525 h 48"/>
              <a:gd name="T44" fmla="*/ 74099 w 34"/>
              <a:gd name="T45" fmla="*/ 114300 h 48"/>
              <a:gd name="T46" fmla="*/ 80542 w 34"/>
              <a:gd name="T47" fmla="*/ 114300 h 48"/>
              <a:gd name="T48" fmla="*/ 96650 w 34"/>
              <a:gd name="T49" fmla="*/ 130175 h 48"/>
              <a:gd name="T50" fmla="*/ 96650 w 34"/>
              <a:gd name="T51" fmla="*/ 114300 h 48"/>
              <a:gd name="T52" fmla="*/ 93429 w 34"/>
              <a:gd name="T53" fmla="*/ 101600 h 48"/>
              <a:gd name="T54" fmla="*/ 74099 w 34"/>
              <a:gd name="T55" fmla="*/ 76200 h 48"/>
              <a:gd name="T56" fmla="*/ 35438 w 34"/>
              <a:gd name="T57" fmla="*/ 76200 h 48"/>
              <a:gd name="T58" fmla="*/ 9665 w 34"/>
              <a:gd name="T59" fmla="*/ 114300 h 48"/>
              <a:gd name="T60" fmla="*/ 9665 w 34"/>
              <a:gd name="T61" fmla="*/ 130175 h 48"/>
              <a:gd name="T62" fmla="*/ 54769 w 34"/>
              <a:gd name="T63" fmla="*/ 9525 h 48"/>
              <a:gd name="T64" fmla="*/ 22552 w 34"/>
              <a:gd name="T65" fmla="*/ 41275 h 48"/>
              <a:gd name="T66" fmla="*/ 83764 w 34"/>
              <a:gd name="T67" fmla="*/ 41275 h 4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4" h="48">
                <a:moveTo>
                  <a:pt x="17" y="0"/>
                </a:moveTo>
                <a:cubicBezTo>
                  <a:pt x="24" y="0"/>
                  <a:pt x="30" y="5"/>
                  <a:pt x="30" y="13"/>
                </a:cubicBezTo>
                <a:cubicBezTo>
                  <a:pt x="30" y="16"/>
                  <a:pt x="29" y="20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9" y="25"/>
                  <a:pt x="32" y="27"/>
                  <a:pt x="33" y="31"/>
                </a:cubicBezTo>
                <a:cubicBezTo>
                  <a:pt x="34" y="32"/>
                  <a:pt x="34" y="34"/>
                  <a:pt x="34" y="36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1"/>
                  <a:pt x="34" y="42"/>
                  <a:pt x="33" y="43"/>
                </a:cubicBezTo>
                <a:cubicBezTo>
                  <a:pt x="33" y="44"/>
                  <a:pt x="32" y="44"/>
                  <a:pt x="31" y="45"/>
                </a:cubicBezTo>
                <a:cubicBezTo>
                  <a:pt x="31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7"/>
                  <a:pt x="26" y="48"/>
                  <a:pt x="25" y="48"/>
                </a:cubicBezTo>
                <a:cubicBezTo>
                  <a:pt x="25" y="48"/>
                  <a:pt x="25" y="48"/>
                  <a:pt x="25" y="48"/>
                </a:cubicBezTo>
                <a:cubicBezTo>
                  <a:pt x="9" y="48"/>
                  <a:pt x="9" y="48"/>
                  <a:pt x="9" y="48"/>
                </a:cubicBezTo>
                <a:cubicBezTo>
                  <a:pt x="8" y="48"/>
                  <a:pt x="7" y="47"/>
                  <a:pt x="7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7" y="45"/>
                  <a:pt x="7" y="45"/>
                  <a:pt x="7" y="45"/>
                </a:cubicBezTo>
                <a:cubicBezTo>
                  <a:pt x="3" y="45"/>
                  <a:pt x="3" y="45"/>
                  <a:pt x="3" y="45"/>
                </a:cubicBezTo>
                <a:cubicBezTo>
                  <a:pt x="3" y="45"/>
                  <a:pt x="3" y="45"/>
                  <a:pt x="3" y="45"/>
                </a:cubicBezTo>
                <a:cubicBezTo>
                  <a:pt x="2" y="44"/>
                  <a:pt x="1" y="44"/>
                  <a:pt x="0" y="43"/>
                </a:cubicBezTo>
                <a:cubicBezTo>
                  <a:pt x="0" y="42"/>
                  <a:pt x="0" y="41"/>
                  <a:pt x="0" y="40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4"/>
                  <a:pt x="0" y="32"/>
                  <a:pt x="1" y="31"/>
                </a:cubicBezTo>
                <a:cubicBezTo>
                  <a:pt x="2" y="27"/>
                  <a:pt x="5" y="25"/>
                  <a:pt x="8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5" y="20"/>
                  <a:pt x="4" y="16"/>
                  <a:pt x="4" y="13"/>
                </a:cubicBezTo>
                <a:cubicBezTo>
                  <a:pt x="4" y="5"/>
                  <a:pt x="9" y="0"/>
                  <a:pt x="17" y="0"/>
                </a:cubicBezTo>
                <a:close/>
                <a:moveTo>
                  <a:pt x="8" y="41"/>
                </a:moveTo>
                <a:cubicBezTo>
                  <a:pt x="8" y="41"/>
                  <a:pt x="8" y="41"/>
                  <a:pt x="8" y="41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5"/>
                  <a:pt x="9" y="34"/>
                  <a:pt x="10" y="34"/>
                </a:cubicBezTo>
                <a:cubicBezTo>
                  <a:pt x="10" y="34"/>
                  <a:pt x="11" y="35"/>
                  <a:pt x="11" y="36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4"/>
                  <a:pt x="11" y="44"/>
                  <a:pt x="11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3"/>
                  <a:pt x="23" y="43"/>
                  <a:pt x="23" y="43"/>
                </a:cubicBezTo>
                <a:cubicBezTo>
                  <a:pt x="23" y="43"/>
                  <a:pt x="23" y="43"/>
                  <a:pt x="23" y="43"/>
                </a:cubicBezTo>
                <a:cubicBezTo>
                  <a:pt x="23" y="42"/>
                  <a:pt x="23" y="42"/>
                  <a:pt x="23" y="42"/>
                </a:cubicBezTo>
                <a:cubicBezTo>
                  <a:pt x="23" y="36"/>
                  <a:pt x="23" y="36"/>
                  <a:pt x="23" y="36"/>
                </a:cubicBezTo>
                <a:cubicBezTo>
                  <a:pt x="23" y="35"/>
                  <a:pt x="23" y="34"/>
                  <a:pt x="24" y="34"/>
                </a:cubicBezTo>
                <a:cubicBezTo>
                  <a:pt x="25" y="34"/>
                  <a:pt x="25" y="35"/>
                  <a:pt x="25" y="36"/>
                </a:cubicBezTo>
                <a:cubicBezTo>
                  <a:pt x="25" y="41"/>
                  <a:pt x="25" y="41"/>
                  <a:pt x="25" y="41"/>
                </a:cubicBezTo>
                <a:cubicBezTo>
                  <a:pt x="30" y="41"/>
                  <a:pt x="30" y="41"/>
                  <a:pt x="30" y="41"/>
                </a:cubicBezTo>
                <a:cubicBezTo>
                  <a:pt x="30" y="41"/>
                  <a:pt x="30" y="40"/>
                  <a:pt x="30" y="40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5"/>
                  <a:pt x="30" y="33"/>
                  <a:pt x="29" y="32"/>
                </a:cubicBezTo>
                <a:cubicBezTo>
                  <a:pt x="29" y="32"/>
                  <a:pt x="29" y="32"/>
                  <a:pt x="29" y="32"/>
                </a:cubicBezTo>
                <a:cubicBezTo>
                  <a:pt x="29" y="32"/>
                  <a:pt x="29" y="32"/>
                  <a:pt x="29" y="32"/>
                </a:cubicBezTo>
                <a:cubicBezTo>
                  <a:pt x="28" y="29"/>
                  <a:pt x="25" y="27"/>
                  <a:pt x="23" y="24"/>
                </a:cubicBezTo>
                <a:cubicBezTo>
                  <a:pt x="21" y="25"/>
                  <a:pt x="19" y="26"/>
                  <a:pt x="17" y="26"/>
                </a:cubicBezTo>
                <a:cubicBezTo>
                  <a:pt x="15" y="26"/>
                  <a:pt x="13" y="25"/>
                  <a:pt x="11" y="24"/>
                </a:cubicBezTo>
                <a:cubicBezTo>
                  <a:pt x="9" y="27"/>
                  <a:pt x="5" y="29"/>
                  <a:pt x="4" y="32"/>
                </a:cubicBezTo>
                <a:cubicBezTo>
                  <a:pt x="4" y="33"/>
                  <a:pt x="3" y="35"/>
                  <a:pt x="3" y="36"/>
                </a:cubicBezTo>
                <a:cubicBezTo>
                  <a:pt x="3" y="40"/>
                  <a:pt x="3" y="40"/>
                  <a:pt x="3" y="40"/>
                </a:cubicBezTo>
                <a:cubicBezTo>
                  <a:pt x="3" y="40"/>
                  <a:pt x="3" y="41"/>
                  <a:pt x="3" y="41"/>
                </a:cubicBezTo>
                <a:cubicBezTo>
                  <a:pt x="8" y="41"/>
                  <a:pt x="8" y="41"/>
                  <a:pt x="8" y="41"/>
                </a:cubicBezTo>
                <a:close/>
                <a:moveTo>
                  <a:pt x="17" y="3"/>
                </a:moveTo>
                <a:cubicBezTo>
                  <a:pt x="17" y="3"/>
                  <a:pt x="17" y="3"/>
                  <a:pt x="17" y="3"/>
                </a:cubicBezTo>
                <a:cubicBezTo>
                  <a:pt x="12" y="3"/>
                  <a:pt x="7" y="8"/>
                  <a:pt x="7" y="13"/>
                </a:cubicBezTo>
                <a:cubicBezTo>
                  <a:pt x="7" y="18"/>
                  <a:pt x="12" y="22"/>
                  <a:pt x="17" y="22"/>
                </a:cubicBezTo>
                <a:cubicBezTo>
                  <a:pt x="22" y="22"/>
                  <a:pt x="26" y="18"/>
                  <a:pt x="26" y="13"/>
                </a:cubicBezTo>
                <a:cubicBezTo>
                  <a:pt x="26" y="8"/>
                  <a:pt x="22" y="3"/>
                  <a:pt x="17" y="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37" name="Freeform 271">
            <a:extLst>
              <a:ext uri="{FF2B5EF4-FFF2-40B4-BE49-F238E27FC236}">
                <a16:creationId xmlns:a16="http://schemas.microsoft.com/office/drawing/2014/main" id="{F0D52C16-97E4-7B90-1F3B-CDD1B46A1454}"/>
              </a:ext>
            </a:extLst>
          </p:cNvPr>
          <p:cNvSpPr>
            <a:spLocks noEditPoints="1"/>
          </p:cNvSpPr>
          <p:nvPr/>
        </p:nvSpPr>
        <p:spPr bwMode="auto">
          <a:xfrm>
            <a:off x="6927252" y="4807398"/>
            <a:ext cx="249767" cy="203200"/>
          </a:xfrm>
          <a:custGeom>
            <a:avLst/>
            <a:gdLst>
              <a:gd name="T0" fmla="*/ 146050 w 59"/>
              <a:gd name="T1" fmla="*/ 31750 h 48"/>
              <a:gd name="T2" fmla="*/ 171450 w 59"/>
              <a:gd name="T3" fmla="*/ 88900 h 48"/>
              <a:gd name="T4" fmla="*/ 187325 w 59"/>
              <a:gd name="T5" fmla="*/ 123825 h 48"/>
              <a:gd name="T6" fmla="*/ 177800 w 59"/>
              <a:gd name="T7" fmla="*/ 146050 h 48"/>
              <a:gd name="T8" fmla="*/ 171450 w 59"/>
              <a:gd name="T9" fmla="*/ 146050 h 48"/>
              <a:gd name="T10" fmla="*/ 22225 w 59"/>
              <a:gd name="T11" fmla="*/ 152400 h 48"/>
              <a:gd name="T12" fmla="*/ 19050 w 59"/>
              <a:gd name="T13" fmla="*/ 146050 h 48"/>
              <a:gd name="T14" fmla="*/ 3175 w 59"/>
              <a:gd name="T15" fmla="*/ 139700 h 48"/>
              <a:gd name="T16" fmla="*/ 3175 w 59"/>
              <a:gd name="T17" fmla="*/ 107950 h 48"/>
              <a:gd name="T18" fmla="*/ 9525 w 59"/>
              <a:gd name="T19" fmla="*/ 66675 h 48"/>
              <a:gd name="T20" fmla="*/ 53975 w 59"/>
              <a:gd name="T21" fmla="*/ 34925 h 48"/>
              <a:gd name="T22" fmla="*/ 114300 w 59"/>
              <a:gd name="T23" fmla="*/ 139700 h 48"/>
              <a:gd name="T24" fmla="*/ 114300 w 59"/>
              <a:gd name="T25" fmla="*/ 136525 h 48"/>
              <a:gd name="T26" fmla="*/ 120650 w 59"/>
              <a:gd name="T27" fmla="*/ 114300 h 48"/>
              <a:gd name="T28" fmla="*/ 136525 w 59"/>
              <a:gd name="T29" fmla="*/ 127000 h 48"/>
              <a:gd name="T30" fmla="*/ 133350 w 59"/>
              <a:gd name="T31" fmla="*/ 101600 h 48"/>
              <a:gd name="T32" fmla="*/ 130175 w 59"/>
              <a:gd name="T33" fmla="*/ 95250 h 48"/>
              <a:gd name="T34" fmla="*/ 130175 w 59"/>
              <a:gd name="T35" fmla="*/ 95250 h 48"/>
              <a:gd name="T36" fmla="*/ 127000 w 59"/>
              <a:gd name="T37" fmla="*/ 92075 h 48"/>
              <a:gd name="T38" fmla="*/ 76200 w 59"/>
              <a:gd name="T39" fmla="*/ 79375 h 48"/>
              <a:gd name="T40" fmla="*/ 57150 w 59"/>
              <a:gd name="T41" fmla="*/ 95250 h 48"/>
              <a:gd name="T42" fmla="*/ 57150 w 59"/>
              <a:gd name="T43" fmla="*/ 95250 h 48"/>
              <a:gd name="T44" fmla="*/ 50800 w 59"/>
              <a:gd name="T45" fmla="*/ 114300 h 48"/>
              <a:gd name="T46" fmla="*/ 66675 w 59"/>
              <a:gd name="T47" fmla="*/ 130175 h 48"/>
              <a:gd name="T48" fmla="*/ 76200 w 59"/>
              <a:gd name="T49" fmla="*/ 114300 h 48"/>
              <a:gd name="T50" fmla="*/ 76200 w 59"/>
              <a:gd name="T51" fmla="*/ 136525 h 48"/>
              <a:gd name="T52" fmla="*/ 95250 w 59"/>
              <a:gd name="T53" fmla="*/ 69850 h 48"/>
              <a:gd name="T54" fmla="*/ 95250 w 59"/>
              <a:gd name="T55" fmla="*/ 9525 h 48"/>
              <a:gd name="T56" fmla="*/ 28575 w 59"/>
              <a:gd name="T57" fmla="*/ 139700 h 48"/>
              <a:gd name="T58" fmla="*/ 41275 w 59"/>
              <a:gd name="T59" fmla="*/ 136525 h 48"/>
              <a:gd name="T60" fmla="*/ 41275 w 59"/>
              <a:gd name="T61" fmla="*/ 98425 h 48"/>
              <a:gd name="T62" fmla="*/ 12700 w 59"/>
              <a:gd name="T63" fmla="*/ 114300 h 48"/>
              <a:gd name="T64" fmla="*/ 12700 w 59"/>
              <a:gd name="T65" fmla="*/ 133350 h 48"/>
              <a:gd name="T66" fmla="*/ 25400 w 59"/>
              <a:gd name="T67" fmla="*/ 117475 h 48"/>
              <a:gd name="T68" fmla="*/ 53975 w 59"/>
              <a:gd name="T69" fmla="*/ 47625 h 48"/>
              <a:gd name="T70" fmla="*/ 41275 w 59"/>
              <a:gd name="T71" fmla="*/ 44450 h 48"/>
              <a:gd name="T72" fmla="*/ 28575 w 59"/>
              <a:gd name="T73" fmla="*/ 82550 h 48"/>
              <a:gd name="T74" fmla="*/ 47625 w 59"/>
              <a:gd name="T75" fmla="*/ 85725 h 48"/>
              <a:gd name="T76" fmla="*/ 63500 w 59"/>
              <a:gd name="T77" fmla="*/ 69850 h 48"/>
              <a:gd name="T78" fmla="*/ 63500 w 59"/>
              <a:gd name="T79" fmla="*/ 69850 h 48"/>
              <a:gd name="T80" fmla="*/ 53975 w 59"/>
              <a:gd name="T81" fmla="*/ 47625 h 48"/>
              <a:gd name="T82" fmla="*/ 158750 w 59"/>
              <a:gd name="T83" fmla="*/ 139700 h 48"/>
              <a:gd name="T84" fmla="*/ 161925 w 59"/>
              <a:gd name="T85" fmla="*/ 117475 h 48"/>
              <a:gd name="T86" fmla="*/ 177800 w 59"/>
              <a:gd name="T87" fmla="*/ 133350 h 48"/>
              <a:gd name="T88" fmla="*/ 174625 w 59"/>
              <a:gd name="T89" fmla="*/ 114300 h 48"/>
              <a:gd name="T90" fmla="*/ 158750 w 59"/>
              <a:gd name="T91" fmla="*/ 95250 h 48"/>
              <a:gd name="T92" fmla="*/ 149225 w 59"/>
              <a:gd name="T93" fmla="*/ 127000 h 48"/>
              <a:gd name="T94" fmla="*/ 158750 w 59"/>
              <a:gd name="T95" fmla="*/ 139700 h 48"/>
              <a:gd name="T96" fmla="*/ 136525 w 59"/>
              <a:gd name="T97" fmla="*/ 47625 h 48"/>
              <a:gd name="T98" fmla="*/ 136525 w 59"/>
              <a:gd name="T99" fmla="*/ 47625 h 48"/>
              <a:gd name="T100" fmla="*/ 123825 w 59"/>
              <a:gd name="T101" fmla="*/ 69850 h 48"/>
              <a:gd name="T102" fmla="*/ 136525 w 59"/>
              <a:gd name="T103" fmla="*/ 82550 h 48"/>
              <a:gd name="T104" fmla="*/ 139700 w 59"/>
              <a:gd name="T105" fmla="*/ 85725 h 48"/>
              <a:gd name="T106" fmla="*/ 161925 w 59"/>
              <a:gd name="T107" fmla="*/ 82550 h 48"/>
              <a:gd name="T108" fmla="*/ 146050 w 59"/>
              <a:gd name="T109" fmla="*/ 44450 h 48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9" h="48">
                <a:moveTo>
                  <a:pt x="30" y="0"/>
                </a:moveTo>
                <a:cubicBezTo>
                  <a:pt x="36" y="0"/>
                  <a:pt x="42" y="4"/>
                  <a:pt x="43" y="11"/>
                </a:cubicBezTo>
                <a:cubicBezTo>
                  <a:pt x="44" y="10"/>
                  <a:pt x="45" y="10"/>
                  <a:pt x="46" y="10"/>
                </a:cubicBezTo>
                <a:cubicBezTo>
                  <a:pt x="49" y="10"/>
                  <a:pt x="51" y="11"/>
                  <a:pt x="53" y="13"/>
                </a:cubicBezTo>
                <a:cubicBezTo>
                  <a:pt x="55" y="15"/>
                  <a:pt x="56" y="18"/>
                  <a:pt x="56" y="21"/>
                </a:cubicBezTo>
                <a:cubicBezTo>
                  <a:pt x="56" y="24"/>
                  <a:pt x="55" y="26"/>
                  <a:pt x="54" y="28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2"/>
                  <a:pt x="58" y="33"/>
                  <a:pt x="59" y="34"/>
                </a:cubicBezTo>
                <a:cubicBezTo>
                  <a:pt x="59" y="36"/>
                  <a:pt x="59" y="37"/>
                  <a:pt x="59" y="39"/>
                </a:cubicBezTo>
                <a:cubicBezTo>
                  <a:pt x="59" y="42"/>
                  <a:pt x="59" y="42"/>
                  <a:pt x="59" y="42"/>
                </a:cubicBezTo>
                <a:cubicBezTo>
                  <a:pt x="59" y="43"/>
                  <a:pt x="59" y="43"/>
                  <a:pt x="59" y="44"/>
                </a:cubicBezTo>
                <a:cubicBezTo>
                  <a:pt x="58" y="45"/>
                  <a:pt x="57" y="45"/>
                  <a:pt x="56" y="46"/>
                </a:cubicBezTo>
                <a:cubicBezTo>
                  <a:pt x="56" y="46"/>
                  <a:pt x="56" y="46"/>
                  <a:pt x="56" y="46"/>
                </a:cubicBezTo>
                <a:cubicBezTo>
                  <a:pt x="54" y="46"/>
                  <a:pt x="54" y="46"/>
                  <a:pt x="54" y="46"/>
                </a:cubicBezTo>
                <a:cubicBezTo>
                  <a:pt x="54" y="46"/>
                  <a:pt x="54" y="46"/>
                  <a:pt x="54" y="46"/>
                </a:cubicBezTo>
                <a:cubicBezTo>
                  <a:pt x="54" y="47"/>
                  <a:pt x="53" y="48"/>
                  <a:pt x="52" y="48"/>
                </a:cubicBezTo>
                <a:cubicBezTo>
                  <a:pt x="52" y="48"/>
                  <a:pt x="52" y="48"/>
                  <a:pt x="52" y="48"/>
                </a:cubicBezTo>
                <a:cubicBezTo>
                  <a:pt x="7" y="48"/>
                  <a:pt x="7" y="48"/>
                  <a:pt x="7" y="48"/>
                </a:cubicBezTo>
                <a:cubicBezTo>
                  <a:pt x="7" y="48"/>
                  <a:pt x="7" y="48"/>
                  <a:pt x="7" y="48"/>
                </a:cubicBezTo>
                <a:cubicBezTo>
                  <a:pt x="6" y="48"/>
                  <a:pt x="6" y="47"/>
                  <a:pt x="6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2" y="45"/>
                  <a:pt x="1" y="45"/>
                  <a:pt x="1" y="44"/>
                </a:cubicBezTo>
                <a:cubicBezTo>
                  <a:pt x="0" y="43"/>
                  <a:pt x="0" y="43"/>
                  <a:pt x="0" y="42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7"/>
                  <a:pt x="0" y="36"/>
                  <a:pt x="1" y="34"/>
                </a:cubicBezTo>
                <a:cubicBezTo>
                  <a:pt x="1" y="33"/>
                  <a:pt x="2" y="32"/>
                  <a:pt x="3" y="31"/>
                </a:cubicBezTo>
                <a:cubicBezTo>
                  <a:pt x="6" y="28"/>
                  <a:pt x="6" y="28"/>
                  <a:pt x="6" y="28"/>
                </a:cubicBezTo>
                <a:cubicBezTo>
                  <a:pt x="4" y="26"/>
                  <a:pt x="3" y="24"/>
                  <a:pt x="3" y="21"/>
                </a:cubicBezTo>
                <a:cubicBezTo>
                  <a:pt x="3" y="18"/>
                  <a:pt x="4" y="15"/>
                  <a:pt x="6" y="13"/>
                </a:cubicBezTo>
                <a:cubicBezTo>
                  <a:pt x="8" y="11"/>
                  <a:pt x="11" y="10"/>
                  <a:pt x="13" y="10"/>
                </a:cubicBezTo>
                <a:cubicBezTo>
                  <a:pt x="15" y="10"/>
                  <a:pt x="16" y="10"/>
                  <a:pt x="17" y="11"/>
                </a:cubicBezTo>
                <a:cubicBezTo>
                  <a:pt x="18" y="4"/>
                  <a:pt x="23" y="0"/>
                  <a:pt x="30" y="0"/>
                </a:cubicBezTo>
                <a:close/>
                <a:moveTo>
                  <a:pt x="36" y="44"/>
                </a:moveTo>
                <a:cubicBezTo>
                  <a:pt x="36" y="44"/>
                  <a:pt x="36" y="44"/>
                  <a:pt x="36" y="44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35"/>
                  <a:pt x="36" y="35"/>
                  <a:pt x="37" y="35"/>
                </a:cubicBezTo>
                <a:cubicBezTo>
                  <a:pt x="37" y="35"/>
                  <a:pt x="38" y="35"/>
                  <a:pt x="38" y="36"/>
                </a:cubicBezTo>
                <a:cubicBezTo>
                  <a:pt x="38" y="41"/>
                  <a:pt x="38" y="41"/>
                  <a:pt x="38" y="41"/>
                </a:cubicBezTo>
                <a:cubicBezTo>
                  <a:pt x="43" y="41"/>
                  <a:pt x="43" y="41"/>
                  <a:pt x="43" y="41"/>
                </a:cubicBezTo>
                <a:cubicBezTo>
                  <a:pt x="43" y="41"/>
                  <a:pt x="43" y="40"/>
                  <a:pt x="43" y="40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5"/>
                  <a:pt x="43" y="33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1"/>
                  <a:pt x="41" y="31"/>
                  <a:pt x="41" y="30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29"/>
                  <a:pt x="40" y="29"/>
                  <a:pt x="40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36" y="25"/>
                  <a:pt x="36" y="25"/>
                  <a:pt x="36" y="25"/>
                </a:cubicBezTo>
                <a:cubicBezTo>
                  <a:pt x="34" y="26"/>
                  <a:pt x="32" y="26"/>
                  <a:pt x="30" y="26"/>
                </a:cubicBezTo>
                <a:cubicBezTo>
                  <a:pt x="27" y="26"/>
                  <a:pt x="25" y="26"/>
                  <a:pt x="24" y="25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1"/>
                  <a:pt x="17" y="31"/>
                  <a:pt x="17" y="32"/>
                </a:cubicBezTo>
                <a:cubicBezTo>
                  <a:pt x="17" y="33"/>
                  <a:pt x="16" y="35"/>
                  <a:pt x="16" y="36"/>
                </a:cubicBezTo>
                <a:cubicBezTo>
                  <a:pt x="16" y="40"/>
                  <a:pt x="16" y="40"/>
                  <a:pt x="16" y="40"/>
                </a:cubicBezTo>
                <a:cubicBezTo>
                  <a:pt x="16" y="40"/>
                  <a:pt x="16" y="41"/>
                  <a:pt x="16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5"/>
                  <a:pt x="22" y="35"/>
                  <a:pt x="23" y="35"/>
                </a:cubicBezTo>
                <a:cubicBezTo>
                  <a:pt x="23" y="35"/>
                  <a:pt x="24" y="35"/>
                  <a:pt x="24" y="36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4"/>
                  <a:pt x="24" y="44"/>
                  <a:pt x="24" y="44"/>
                </a:cubicBezTo>
                <a:cubicBezTo>
                  <a:pt x="36" y="44"/>
                  <a:pt x="36" y="44"/>
                  <a:pt x="36" y="44"/>
                </a:cubicBezTo>
                <a:close/>
                <a:moveTo>
                  <a:pt x="30" y="22"/>
                </a:moveTo>
                <a:cubicBezTo>
                  <a:pt x="30" y="22"/>
                  <a:pt x="30" y="22"/>
                  <a:pt x="30" y="22"/>
                </a:cubicBezTo>
                <a:cubicBezTo>
                  <a:pt x="35" y="22"/>
                  <a:pt x="39" y="18"/>
                  <a:pt x="39" y="13"/>
                </a:cubicBezTo>
                <a:cubicBezTo>
                  <a:pt x="39" y="8"/>
                  <a:pt x="35" y="3"/>
                  <a:pt x="30" y="3"/>
                </a:cubicBezTo>
                <a:cubicBezTo>
                  <a:pt x="24" y="3"/>
                  <a:pt x="20" y="8"/>
                  <a:pt x="20" y="13"/>
                </a:cubicBezTo>
                <a:cubicBezTo>
                  <a:pt x="20" y="18"/>
                  <a:pt x="25" y="22"/>
                  <a:pt x="30" y="22"/>
                </a:cubicBezTo>
                <a:close/>
                <a:moveTo>
                  <a:pt x="9" y="44"/>
                </a:moveTo>
                <a:cubicBezTo>
                  <a:pt x="9" y="44"/>
                  <a:pt x="9" y="44"/>
                  <a:pt x="9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4" y="44"/>
                  <a:pt x="14" y="44"/>
                  <a:pt x="13" y="43"/>
                </a:cubicBezTo>
                <a:cubicBezTo>
                  <a:pt x="13" y="42"/>
                  <a:pt x="12" y="41"/>
                  <a:pt x="12" y="40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5"/>
                  <a:pt x="13" y="33"/>
                  <a:pt x="13" y="31"/>
                </a:cubicBezTo>
                <a:cubicBezTo>
                  <a:pt x="12" y="31"/>
                  <a:pt x="10" y="31"/>
                  <a:pt x="9" y="30"/>
                </a:cubicBezTo>
                <a:cubicBezTo>
                  <a:pt x="6" y="33"/>
                  <a:pt x="6" y="33"/>
                  <a:pt x="6" y="33"/>
                </a:cubicBezTo>
                <a:cubicBezTo>
                  <a:pt x="5" y="34"/>
                  <a:pt x="5" y="35"/>
                  <a:pt x="4" y="36"/>
                </a:cubicBezTo>
                <a:cubicBezTo>
                  <a:pt x="4" y="36"/>
                  <a:pt x="4" y="36"/>
                  <a:pt x="4" y="36"/>
                </a:cubicBezTo>
                <a:cubicBezTo>
                  <a:pt x="4" y="37"/>
                  <a:pt x="4" y="38"/>
                  <a:pt x="4" y="39"/>
                </a:cubicBezTo>
                <a:cubicBezTo>
                  <a:pt x="4" y="42"/>
                  <a:pt x="4" y="42"/>
                  <a:pt x="4" y="42"/>
                </a:cubicBezTo>
                <a:cubicBezTo>
                  <a:pt x="7" y="42"/>
                  <a:pt x="7" y="42"/>
                  <a:pt x="7" y="42"/>
                </a:cubicBezTo>
                <a:cubicBezTo>
                  <a:pt x="7" y="38"/>
                  <a:pt x="7" y="38"/>
                  <a:pt x="7" y="38"/>
                </a:cubicBezTo>
                <a:cubicBezTo>
                  <a:pt x="7" y="38"/>
                  <a:pt x="8" y="37"/>
                  <a:pt x="8" y="37"/>
                </a:cubicBezTo>
                <a:cubicBezTo>
                  <a:pt x="9" y="37"/>
                  <a:pt x="9" y="38"/>
                  <a:pt x="9" y="38"/>
                </a:cubicBezTo>
                <a:cubicBezTo>
                  <a:pt x="9" y="44"/>
                  <a:pt x="9" y="44"/>
                  <a:pt x="9" y="44"/>
                </a:cubicBezTo>
                <a:close/>
                <a:moveTo>
                  <a:pt x="17" y="15"/>
                </a:moveTo>
                <a:cubicBezTo>
                  <a:pt x="17" y="15"/>
                  <a:pt x="17" y="15"/>
                  <a:pt x="17" y="15"/>
                </a:cubicBezTo>
                <a:cubicBezTo>
                  <a:pt x="16" y="15"/>
                  <a:pt x="16" y="15"/>
                  <a:pt x="15" y="14"/>
                </a:cubicBezTo>
                <a:cubicBezTo>
                  <a:pt x="15" y="14"/>
                  <a:pt x="14" y="14"/>
                  <a:pt x="13" y="14"/>
                </a:cubicBezTo>
                <a:cubicBezTo>
                  <a:pt x="12" y="14"/>
                  <a:pt x="10" y="15"/>
                  <a:pt x="9" y="16"/>
                </a:cubicBezTo>
                <a:cubicBezTo>
                  <a:pt x="8" y="17"/>
                  <a:pt x="7" y="19"/>
                  <a:pt x="7" y="21"/>
                </a:cubicBezTo>
                <a:cubicBezTo>
                  <a:pt x="7" y="23"/>
                  <a:pt x="8" y="24"/>
                  <a:pt x="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10" y="27"/>
                  <a:pt x="12" y="28"/>
                  <a:pt x="13" y="28"/>
                </a:cubicBezTo>
                <a:cubicBezTo>
                  <a:pt x="14" y="28"/>
                  <a:pt x="14" y="27"/>
                  <a:pt x="15" y="27"/>
                </a:cubicBezTo>
                <a:cubicBezTo>
                  <a:pt x="15" y="27"/>
                  <a:pt x="15" y="27"/>
                  <a:pt x="16" y="27"/>
                </a:cubicBezTo>
                <a:cubicBezTo>
                  <a:pt x="16" y="27"/>
                  <a:pt x="16" y="26"/>
                  <a:pt x="17" y="26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18" y="20"/>
                  <a:pt x="17" y="18"/>
                  <a:pt x="17" y="16"/>
                </a:cubicBezTo>
                <a:cubicBezTo>
                  <a:pt x="17" y="16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lose/>
                <a:moveTo>
                  <a:pt x="50" y="44"/>
                </a:moveTo>
                <a:cubicBezTo>
                  <a:pt x="50" y="44"/>
                  <a:pt x="50" y="44"/>
                  <a:pt x="50" y="44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38"/>
                  <a:pt x="50" y="37"/>
                  <a:pt x="51" y="37"/>
                </a:cubicBezTo>
                <a:cubicBezTo>
                  <a:pt x="52" y="37"/>
                  <a:pt x="52" y="38"/>
                  <a:pt x="52" y="38"/>
                </a:cubicBezTo>
                <a:cubicBezTo>
                  <a:pt x="52" y="42"/>
                  <a:pt x="52" y="42"/>
                  <a:pt x="52" y="42"/>
                </a:cubicBezTo>
                <a:cubicBezTo>
                  <a:pt x="56" y="42"/>
                  <a:pt x="56" y="42"/>
                  <a:pt x="56" y="42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8"/>
                  <a:pt x="55" y="37"/>
                  <a:pt x="55" y="36"/>
                </a:cubicBezTo>
                <a:cubicBezTo>
                  <a:pt x="55" y="36"/>
                  <a:pt x="55" y="36"/>
                  <a:pt x="55" y="36"/>
                </a:cubicBezTo>
                <a:cubicBezTo>
                  <a:pt x="55" y="36"/>
                  <a:pt x="55" y="36"/>
                  <a:pt x="55" y="36"/>
                </a:cubicBezTo>
                <a:cubicBezTo>
                  <a:pt x="55" y="35"/>
                  <a:pt x="54" y="34"/>
                  <a:pt x="53" y="33"/>
                </a:cubicBezTo>
                <a:cubicBezTo>
                  <a:pt x="50" y="30"/>
                  <a:pt x="50" y="30"/>
                  <a:pt x="50" y="30"/>
                </a:cubicBezTo>
                <a:cubicBezTo>
                  <a:pt x="49" y="31"/>
                  <a:pt x="48" y="31"/>
                  <a:pt x="46" y="31"/>
                </a:cubicBezTo>
                <a:cubicBezTo>
                  <a:pt x="47" y="33"/>
                  <a:pt x="47" y="35"/>
                  <a:pt x="47" y="36"/>
                </a:cubicBezTo>
                <a:cubicBezTo>
                  <a:pt x="47" y="40"/>
                  <a:pt x="47" y="40"/>
                  <a:pt x="47" y="40"/>
                </a:cubicBezTo>
                <a:cubicBezTo>
                  <a:pt x="47" y="41"/>
                  <a:pt x="47" y="42"/>
                  <a:pt x="46" y="43"/>
                </a:cubicBezTo>
                <a:cubicBezTo>
                  <a:pt x="46" y="44"/>
                  <a:pt x="45" y="44"/>
                  <a:pt x="44" y="44"/>
                </a:cubicBezTo>
                <a:cubicBezTo>
                  <a:pt x="50" y="44"/>
                  <a:pt x="50" y="44"/>
                  <a:pt x="50" y="44"/>
                </a:cubicBezTo>
                <a:close/>
                <a:moveTo>
                  <a:pt x="43" y="15"/>
                </a:move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2" y="18"/>
                  <a:pt x="41" y="20"/>
                  <a:pt x="39" y="22"/>
                </a:cubicBezTo>
                <a:cubicBezTo>
                  <a:pt x="39" y="22"/>
                  <a:pt x="39" y="22"/>
                  <a:pt x="39" y="22"/>
                </a:cubicBezTo>
                <a:cubicBezTo>
                  <a:pt x="39" y="22"/>
                  <a:pt x="39" y="22"/>
                  <a:pt x="39" y="22"/>
                </a:cubicBezTo>
                <a:cubicBezTo>
                  <a:pt x="39" y="22"/>
                  <a:pt x="39" y="22"/>
                  <a:pt x="39" y="22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6"/>
                  <a:pt x="43" y="27"/>
                  <a:pt x="44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5" y="27"/>
                  <a:pt x="45" y="28"/>
                  <a:pt x="46" y="28"/>
                </a:cubicBezTo>
                <a:cubicBezTo>
                  <a:pt x="48" y="28"/>
                  <a:pt x="49" y="27"/>
                  <a:pt x="51" y="26"/>
                </a:cubicBezTo>
                <a:cubicBezTo>
                  <a:pt x="52" y="24"/>
                  <a:pt x="52" y="23"/>
                  <a:pt x="52" y="21"/>
                </a:cubicBezTo>
                <a:cubicBezTo>
                  <a:pt x="52" y="19"/>
                  <a:pt x="52" y="17"/>
                  <a:pt x="51" y="16"/>
                </a:cubicBezTo>
                <a:cubicBezTo>
                  <a:pt x="49" y="15"/>
                  <a:pt x="48" y="14"/>
                  <a:pt x="46" y="14"/>
                </a:cubicBezTo>
                <a:cubicBezTo>
                  <a:pt x="45" y="14"/>
                  <a:pt x="44" y="14"/>
                  <a:pt x="44" y="14"/>
                </a:cubicBezTo>
                <a:cubicBezTo>
                  <a:pt x="43" y="15"/>
                  <a:pt x="43" y="15"/>
                  <a:pt x="43" y="1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38" name="Freeform 272">
            <a:extLst>
              <a:ext uri="{FF2B5EF4-FFF2-40B4-BE49-F238E27FC236}">
                <a16:creationId xmlns:a16="http://schemas.microsoft.com/office/drawing/2014/main" id="{0456DE1B-55A1-49C1-66A3-BFF69A9EFBB5}"/>
              </a:ext>
            </a:extLst>
          </p:cNvPr>
          <p:cNvSpPr>
            <a:spLocks noEditPoints="1"/>
          </p:cNvSpPr>
          <p:nvPr/>
        </p:nvSpPr>
        <p:spPr bwMode="auto">
          <a:xfrm>
            <a:off x="528568" y="5228614"/>
            <a:ext cx="215900" cy="237067"/>
          </a:xfrm>
          <a:custGeom>
            <a:avLst/>
            <a:gdLst>
              <a:gd name="T0" fmla="*/ 38100 w 51"/>
              <a:gd name="T1" fmla="*/ 174625 h 56"/>
              <a:gd name="T2" fmla="*/ 31750 w 51"/>
              <a:gd name="T3" fmla="*/ 130175 h 56"/>
              <a:gd name="T4" fmla="*/ 28575 w 51"/>
              <a:gd name="T5" fmla="*/ 117475 h 56"/>
              <a:gd name="T6" fmla="*/ 73025 w 51"/>
              <a:gd name="T7" fmla="*/ 57150 h 56"/>
              <a:gd name="T8" fmla="*/ 161925 w 51"/>
              <a:gd name="T9" fmla="*/ 57150 h 56"/>
              <a:gd name="T10" fmla="*/ 57150 w 51"/>
              <a:gd name="T11" fmla="*/ 146050 h 56"/>
              <a:gd name="T12" fmla="*/ 44450 w 51"/>
              <a:gd name="T13" fmla="*/ 146050 h 56"/>
              <a:gd name="T14" fmla="*/ 44450 w 51"/>
              <a:gd name="T15" fmla="*/ 171450 h 56"/>
              <a:gd name="T16" fmla="*/ 152400 w 51"/>
              <a:gd name="T17" fmla="*/ 127000 h 56"/>
              <a:gd name="T18" fmla="*/ 158750 w 51"/>
              <a:gd name="T19" fmla="*/ 133350 h 56"/>
              <a:gd name="T20" fmla="*/ 149225 w 51"/>
              <a:gd name="T21" fmla="*/ 142875 h 56"/>
              <a:gd name="T22" fmla="*/ 136525 w 51"/>
              <a:gd name="T23" fmla="*/ 139700 h 56"/>
              <a:gd name="T24" fmla="*/ 136525 w 51"/>
              <a:gd name="T25" fmla="*/ 127000 h 56"/>
              <a:gd name="T26" fmla="*/ 149225 w 51"/>
              <a:gd name="T27" fmla="*/ 120650 h 56"/>
              <a:gd name="T28" fmla="*/ 47625 w 51"/>
              <a:gd name="T29" fmla="*/ 57150 h 56"/>
              <a:gd name="T30" fmla="*/ 50800 w 51"/>
              <a:gd name="T31" fmla="*/ 66675 h 56"/>
              <a:gd name="T32" fmla="*/ 44450 w 51"/>
              <a:gd name="T33" fmla="*/ 69850 h 56"/>
              <a:gd name="T34" fmla="*/ 34925 w 51"/>
              <a:gd name="T35" fmla="*/ 66675 h 56"/>
              <a:gd name="T36" fmla="*/ 38100 w 51"/>
              <a:gd name="T37" fmla="*/ 57150 h 56"/>
              <a:gd name="T38" fmla="*/ 19050 w 51"/>
              <a:gd name="T39" fmla="*/ 66675 h 56"/>
              <a:gd name="T40" fmla="*/ 25400 w 51"/>
              <a:gd name="T41" fmla="*/ 76200 h 56"/>
              <a:gd name="T42" fmla="*/ 22225 w 51"/>
              <a:gd name="T43" fmla="*/ 88900 h 56"/>
              <a:gd name="T44" fmla="*/ 6350 w 51"/>
              <a:gd name="T45" fmla="*/ 88900 h 56"/>
              <a:gd name="T46" fmla="*/ 3175 w 51"/>
              <a:gd name="T47" fmla="*/ 76200 h 56"/>
              <a:gd name="T48" fmla="*/ 9525 w 51"/>
              <a:gd name="T49" fmla="*/ 66675 h 56"/>
              <a:gd name="T50" fmla="*/ 101600 w 51"/>
              <a:gd name="T51" fmla="*/ 139700 h 56"/>
              <a:gd name="T52" fmla="*/ 117475 w 51"/>
              <a:gd name="T53" fmla="*/ 155575 h 56"/>
              <a:gd name="T54" fmla="*/ 104775 w 51"/>
              <a:gd name="T55" fmla="*/ 174625 h 56"/>
              <a:gd name="T56" fmla="*/ 85725 w 51"/>
              <a:gd name="T57" fmla="*/ 168275 h 56"/>
              <a:gd name="T58" fmla="*/ 82550 w 51"/>
              <a:gd name="T59" fmla="*/ 149225 h 56"/>
              <a:gd name="T60" fmla="*/ 101600 w 51"/>
              <a:gd name="T61" fmla="*/ 139700 h 56"/>
              <a:gd name="T62" fmla="*/ 95250 w 51"/>
              <a:gd name="T63" fmla="*/ 161925 h 56"/>
              <a:gd name="T64" fmla="*/ 50800 w 51"/>
              <a:gd name="T65" fmla="*/ 3175 h 56"/>
              <a:gd name="T66" fmla="*/ 66675 w 51"/>
              <a:gd name="T67" fmla="*/ 15875 h 56"/>
              <a:gd name="T68" fmla="*/ 60325 w 51"/>
              <a:gd name="T69" fmla="*/ 38100 h 56"/>
              <a:gd name="T70" fmla="*/ 34925 w 51"/>
              <a:gd name="T71" fmla="*/ 34925 h 56"/>
              <a:gd name="T72" fmla="*/ 31750 w 51"/>
              <a:gd name="T73" fmla="*/ 19050 h 56"/>
              <a:gd name="T74" fmla="*/ 44450 w 51"/>
              <a:gd name="T75" fmla="*/ 3175 h 56"/>
              <a:gd name="T76" fmla="*/ 47625 w 51"/>
              <a:gd name="T77" fmla="*/ 15875 h 56"/>
              <a:gd name="T78" fmla="*/ 53975 w 51"/>
              <a:gd name="T79" fmla="*/ 19050 h 56"/>
              <a:gd name="T80" fmla="*/ 76200 w 51"/>
              <a:gd name="T81" fmla="*/ 73025 h 56"/>
              <a:gd name="T82" fmla="*/ 34925 w 51"/>
              <a:gd name="T83" fmla="*/ 123825 h 56"/>
              <a:gd name="T84" fmla="*/ 44450 w 51"/>
              <a:gd name="T85" fmla="*/ 133350 h 56"/>
              <a:gd name="T86" fmla="*/ 44450 w 51"/>
              <a:gd name="T87" fmla="*/ 133350 h 56"/>
              <a:gd name="T88" fmla="*/ 50800 w 51"/>
              <a:gd name="T89" fmla="*/ 139700 h 56"/>
              <a:gd name="T90" fmla="*/ 104775 w 51"/>
              <a:gd name="T91" fmla="*/ 98425 h 56"/>
              <a:gd name="T92" fmla="*/ 85725 w 51"/>
              <a:gd name="T93" fmla="*/ 57150 h 56"/>
              <a:gd name="T94" fmla="*/ 152400 w 51"/>
              <a:gd name="T95" fmla="*/ 57150 h 5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1" h="56">
                <a:moveTo>
                  <a:pt x="14" y="54"/>
                </a:moveTo>
                <a:cubicBezTo>
                  <a:pt x="14" y="54"/>
                  <a:pt x="14" y="55"/>
                  <a:pt x="14" y="55"/>
                </a:cubicBezTo>
                <a:cubicBezTo>
                  <a:pt x="13" y="56"/>
                  <a:pt x="12" y="56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0" y="53"/>
                  <a:pt x="9" y="51"/>
                  <a:pt x="9" y="48"/>
                </a:cubicBezTo>
                <a:cubicBezTo>
                  <a:pt x="9" y="46"/>
                  <a:pt x="10" y="44"/>
                  <a:pt x="11" y="43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9" y="40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8"/>
                  <a:pt x="9" y="38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18" y="27"/>
                  <a:pt x="18" y="27"/>
                  <a:pt x="18" y="27"/>
                </a:cubicBezTo>
                <a:cubicBezTo>
                  <a:pt x="24" y="20"/>
                  <a:pt x="24" y="20"/>
                  <a:pt x="24" y="20"/>
                </a:cubicBezTo>
                <a:cubicBezTo>
                  <a:pt x="23" y="19"/>
                  <a:pt x="23" y="19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1"/>
                  <a:pt x="30" y="4"/>
                  <a:pt x="37" y="4"/>
                </a:cubicBezTo>
                <a:cubicBezTo>
                  <a:pt x="45" y="4"/>
                  <a:pt x="51" y="10"/>
                  <a:pt x="51" y="18"/>
                </a:cubicBezTo>
                <a:cubicBezTo>
                  <a:pt x="51" y="18"/>
                  <a:pt x="51" y="18"/>
                  <a:pt x="51" y="18"/>
                </a:cubicBezTo>
                <a:cubicBezTo>
                  <a:pt x="51" y="26"/>
                  <a:pt x="45" y="32"/>
                  <a:pt x="37" y="32"/>
                </a:cubicBezTo>
                <a:cubicBezTo>
                  <a:pt x="37" y="32"/>
                  <a:pt x="36" y="32"/>
                  <a:pt x="35" y="32"/>
                </a:cubicBezTo>
                <a:cubicBezTo>
                  <a:pt x="28" y="38"/>
                  <a:pt x="28" y="38"/>
                  <a:pt x="28" y="38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7" y="47"/>
                  <a:pt x="16" y="47"/>
                </a:cubicBezTo>
                <a:cubicBezTo>
                  <a:pt x="16" y="47"/>
                  <a:pt x="16" y="47"/>
                  <a:pt x="16" y="47"/>
                </a:cubicBezTo>
                <a:cubicBezTo>
                  <a:pt x="15" y="47"/>
                  <a:pt x="15" y="46"/>
                  <a:pt x="14" y="46"/>
                </a:cubicBezTo>
                <a:cubicBezTo>
                  <a:pt x="14" y="46"/>
                  <a:pt x="14" y="46"/>
                  <a:pt x="14" y="46"/>
                </a:cubicBezTo>
                <a:cubicBezTo>
                  <a:pt x="13" y="44"/>
                  <a:pt x="13" y="44"/>
                  <a:pt x="13" y="44"/>
                </a:cubicBezTo>
                <a:cubicBezTo>
                  <a:pt x="12" y="45"/>
                  <a:pt x="11" y="47"/>
                  <a:pt x="11" y="48"/>
                </a:cubicBezTo>
                <a:cubicBezTo>
                  <a:pt x="11" y="50"/>
                  <a:pt x="12" y="52"/>
                  <a:pt x="14" y="53"/>
                </a:cubicBezTo>
                <a:cubicBezTo>
                  <a:pt x="14" y="54"/>
                  <a:pt x="14" y="54"/>
                  <a:pt x="14" y="54"/>
                </a:cubicBezTo>
                <a:cubicBezTo>
                  <a:pt x="14" y="54"/>
                  <a:pt x="14" y="54"/>
                  <a:pt x="14" y="54"/>
                </a:cubicBezTo>
                <a:close/>
                <a:moveTo>
                  <a:pt x="47" y="38"/>
                </a:moveTo>
                <a:cubicBezTo>
                  <a:pt x="47" y="38"/>
                  <a:pt x="47" y="38"/>
                  <a:pt x="47" y="38"/>
                </a:cubicBezTo>
                <a:cubicBezTo>
                  <a:pt x="48" y="40"/>
                  <a:pt x="48" y="40"/>
                  <a:pt x="48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50" y="40"/>
                  <a:pt x="50" y="40"/>
                  <a:pt x="50" y="41"/>
                </a:cubicBezTo>
                <a:cubicBezTo>
                  <a:pt x="50" y="41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49" y="42"/>
                  <a:pt x="49" y="42"/>
                  <a:pt x="49" y="42"/>
                </a:cubicBezTo>
                <a:cubicBezTo>
                  <a:pt x="49" y="44"/>
                  <a:pt x="49" y="44"/>
                  <a:pt x="49" y="44"/>
                </a:cubicBezTo>
                <a:cubicBezTo>
                  <a:pt x="49" y="44"/>
                  <a:pt x="49" y="45"/>
                  <a:pt x="48" y="45"/>
                </a:cubicBezTo>
                <a:cubicBezTo>
                  <a:pt x="48" y="45"/>
                  <a:pt x="47" y="45"/>
                  <a:pt x="47" y="45"/>
                </a:cubicBezTo>
                <a:cubicBezTo>
                  <a:pt x="46" y="44"/>
                  <a:pt x="46" y="44"/>
                  <a:pt x="46" y="44"/>
                </a:cubicBezTo>
                <a:cubicBezTo>
                  <a:pt x="45" y="45"/>
                  <a:pt x="45" y="45"/>
                  <a:pt x="45" y="45"/>
                </a:cubicBezTo>
                <a:cubicBezTo>
                  <a:pt x="45" y="45"/>
                  <a:pt x="44" y="45"/>
                  <a:pt x="44" y="45"/>
                </a:cubicBezTo>
                <a:cubicBezTo>
                  <a:pt x="43" y="44"/>
                  <a:pt x="43" y="44"/>
                  <a:pt x="43" y="44"/>
                </a:cubicBezTo>
                <a:cubicBezTo>
                  <a:pt x="43" y="44"/>
                  <a:pt x="43" y="44"/>
                  <a:pt x="43" y="44"/>
                </a:cubicBezTo>
                <a:cubicBezTo>
                  <a:pt x="44" y="42"/>
                  <a:pt x="44" y="42"/>
                  <a:pt x="44" y="42"/>
                </a:cubicBezTo>
                <a:cubicBezTo>
                  <a:pt x="43" y="42"/>
                  <a:pt x="43" y="42"/>
                  <a:pt x="43" y="42"/>
                </a:cubicBezTo>
                <a:cubicBezTo>
                  <a:pt x="42" y="41"/>
                  <a:pt x="42" y="41"/>
                  <a:pt x="43" y="40"/>
                </a:cubicBezTo>
                <a:cubicBezTo>
                  <a:pt x="43" y="40"/>
                  <a:pt x="43" y="40"/>
                  <a:pt x="44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38"/>
                  <a:pt x="45" y="38"/>
                  <a:pt x="45" y="38"/>
                </a:cubicBezTo>
                <a:cubicBezTo>
                  <a:pt x="45" y="38"/>
                  <a:pt x="46" y="37"/>
                  <a:pt x="47" y="38"/>
                </a:cubicBezTo>
                <a:cubicBezTo>
                  <a:pt x="47" y="38"/>
                  <a:pt x="47" y="38"/>
                  <a:pt x="47" y="38"/>
                </a:cubicBezTo>
                <a:close/>
                <a:moveTo>
                  <a:pt x="15" y="17"/>
                </a:moveTo>
                <a:cubicBezTo>
                  <a:pt x="15" y="17"/>
                  <a:pt x="15" y="17"/>
                  <a:pt x="15" y="17"/>
                </a:cubicBezTo>
                <a:cubicBezTo>
                  <a:pt x="15" y="18"/>
                  <a:pt x="15" y="18"/>
                  <a:pt x="15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9"/>
                </a:cubicBezTo>
                <a:cubicBezTo>
                  <a:pt x="18" y="19"/>
                  <a:pt x="18" y="20"/>
                  <a:pt x="17" y="20"/>
                </a:cubicBezTo>
                <a:cubicBezTo>
                  <a:pt x="16" y="21"/>
                  <a:pt x="16" y="21"/>
                  <a:pt x="16" y="21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3"/>
                  <a:pt x="17" y="23"/>
                  <a:pt x="16" y="23"/>
                </a:cubicBezTo>
                <a:cubicBezTo>
                  <a:pt x="15" y="24"/>
                  <a:pt x="15" y="23"/>
                  <a:pt x="15" y="23"/>
                </a:cubicBezTo>
                <a:cubicBezTo>
                  <a:pt x="14" y="22"/>
                  <a:pt x="14" y="22"/>
                  <a:pt x="14" y="22"/>
                </a:cubicBezTo>
                <a:cubicBezTo>
                  <a:pt x="13" y="23"/>
                  <a:pt x="13" y="23"/>
                  <a:pt x="13" y="23"/>
                </a:cubicBezTo>
                <a:cubicBezTo>
                  <a:pt x="12" y="24"/>
                  <a:pt x="12" y="24"/>
                  <a:pt x="11" y="23"/>
                </a:cubicBezTo>
                <a:cubicBezTo>
                  <a:pt x="11" y="23"/>
                  <a:pt x="11" y="22"/>
                  <a:pt x="11" y="22"/>
                </a:cubicBezTo>
                <a:cubicBezTo>
                  <a:pt x="11" y="21"/>
                  <a:pt x="11" y="21"/>
                  <a:pt x="11" y="21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19"/>
                  <a:pt x="10" y="18"/>
                </a:cubicBezTo>
                <a:cubicBezTo>
                  <a:pt x="10" y="18"/>
                  <a:pt x="11" y="18"/>
                  <a:pt x="11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6"/>
                  <a:pt x="14" y="16"/>
                  <a:pt x="14" y="16"/>
                </a:cubicBezTo>
                <a:cubicBezTo>
                  <a:pt x="15" y="16"/>
                  <a:pt x="15" y="16"/>
                  <a:pt x="15" y="17"/>
                </a:cubicBezTo>
                <a:close/>
                <a:moveTo>
                  <a:pt x="6" y="21"/>
                </a:moveTo>
                <a:cubicBezTo>
                  <a:pt x="6" y="21"/>
                  <a:pt x="6" y="21"/>
                  <a:pt x="6" y="21"/>
                </a:cubicBezTo>
                <a:cubicBezTo>
                  <a:pt x="6" y="22"/>
                  <a:pt x="6" y="22"/>
                  <a:pt x="6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8" y="22"/>
                  <a:pt x="8" y="23"/>
                  <a:pt x="8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7"/>
                  <a:pt x="7" y="28"/>
                  <a:pt x="7" y="28"/>
                </a:cubicBezTo>
                <a:cubicBezTo>
                  <a:pt x="6" y="28"/>
                  <a:pt x="6" y="28"/>
                  <a:pt x="5" y="28"/>
                </a:cubicBezTo>
                <a:cubicBezTo>
                  <a:pt x="4" y="27"/>
                  <a:pt x="4" y="27"/>
                  <a:pt x="4" y="27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28"/>
                  <a:pt x="2" y="28"/>
                  <a:pt x="2" y="28"/>
                </a:cubicBezTo>
                <a:cubicBezTo>
                  <a:pt x="2" y="27"/>
                  <a:pt x="2" y="27"/>
                  <a:pt x="2" y="26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5"/>
                  <a:pt x="2" y="25"/>
                  <a:pt x="2" y="25"/>
                </a:cubicBezTo>
                <a:cubicBezTo>
                  <a:pt x="1" y="24"/>
                  <a:pt x="1" y="24"/>
                  <a:pt x="1" y="24"/>
                </a:cubicBezTo>
                <a:cubicBezTo>
                  <a:pt x="1" y="24"/>
                  <a:pt x="0" y="23"/>
                  <a:pt x="1" y="23"/>
                </a:cubicBezTo>
                <a:cubicBezTo>
                  <a:pt x="1" y="23"/>
                  <a:pt x="1" y="22"/>
                  <a:pt x="2" y="22"/>
                </a:cubicBezTo>
                <a:cubicBezTo>
                  <a:pt x="3" y="22"/>
                  <a:pt x="3" y="22"/>
                  <a:pt x="3" y="22"/>
                </a:cubicBezTo>
                <a:cubicBezTo>
                  <a:pt x="3" y="21"/>
                  <a:pt x="3" y="21"/>
                  <a:pt x="3" y="21"/>
                </a:cubicBezTo>
                <a:cubicBezTo>
                  <a:pt x="4" y="21"/>
                  <a:pt x="4" y="20"/>
                  <a:pt x="5" y="20"/>
                </a:cubicBezTo>
                <a:cubicBezTo>
                  <a:pt x="5" y="21"/>
                  <a:pt x="5" y="21"/>
                  <a:pt x="6" y="21"/>
                </a:cubicBezTo>
                <a:close/>
                <a:moveTo>
                  <a:pt x="32" y="44"/>
                </a:moveTo>
                <a:cubicBezTo>
                  <a:pt x="32" y="44"/>
                  <a:pt x="32" y="44"/>
                  <a:pt x="32" y="44"/>
                </a:cubicBezTo>
                <a:cubicBezTo>
                  <a:pt x="33" y="47"/>
                  <a:pt x="33" y="47"/>
                  <a:pt x="33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7"/>
                  <a:pt x="37" y="47"/>
                  <a:pt x="37" y="48"/>
                </a:cubicBezTo>
                <a:cubicBezTo>
                  <a:pt x="37" y="48"/>
                  <a:pt x="37" y="49"/>
                  <a:pt x="37" y="49"/>
                </a:cubicBezTo>
                <a:cubicBezTo>
                  <a:pt x="34" y="51"/>
                  <a:pt x="34" y="51"/>
                  <a:pt x="34" y="51"/>
                </a:cubicBezTo>
                <a:cubicBezTo>
                  <a:pt x="35" y="53"/>
                  <a:pt x="35" y="53"/>
                  <a:pt x="35" y="53"/>
                </a:cubicBezTo>
                <a:cubicBezTo>
                  <a:pt x="35" y="54"/>
                  <a:pt x="35" y="55"/>
                  <a:pt x="34" y="55"/>
                </a:cubicBezTo>
                <a:cubicBezTo>
                  <a:pt x="34" y="55"/>
                  <a:pt x="34" y="55"/>
                  <a:pt x="33" y="55"/>
                </a:cubicBezTo>
                <a:cubicBezTo>
                  <a:pt x="31" y="53"/>
                  <a:pt x="31" y="53"/>
                  <a:pt x="31" y="53"/>
                </a:cubicBezTo>
                <a:cubicBezTo>
                  <a:pt x="29" y="55"/>
                  <a:pt x="29" y="55"/>
                  <a:pt x="29" y="55"/>
                </a:cubicBezTo>
                <a:cubicBezTo>
                  <a:pt x="28" y="55"/>
                  <a:pt x="27" y="55"/>
                  <a:pt x="27" y="54"/>
                </a:cubicBezTo>
                <a:cubicBezTo>
                  <a:pt x="27" y="54"/>
                  <a:pt x="27" y="54"/>
                  <a:pt x="27" y="53"/>
                </a:cubicBezTo>
                <a:cubicBezTo>
                  <a:pt x="28" y="51"/>
                  <a:pt x="28" y="51"/>
                  <a:pt x="28" y="51"/>
                </a:cubicBezTo>
                <a:cubicBezTo>
                  <a:pt x="25" y="49"/>
                  <a:pt x="25" y="49"/>
                  <a:pt x="25" y="49"/>
                </a:cubicBezTo>
                <a:cubicBezTo>
                  <a:pt x="25" y="48"/>
                  <a:pt x="25" y="48"/>
                  <a:pt x="25" y="47"/>
                </a:cubicBezTo>
                <a:cubicBezTo>
                  <a:pt x="25" y="47"/>
                  <a:pt x="26" y="47"/>
                  <a:pt x="26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30" y="44"/>
                  <a:pt x="30" y="44"/>
                  <a:pt x="30" y="44"/>
                </a:cubicBezTo>
                <a:cubicBezTo>
                  <a:pt x="30" y="43"/>
                  <a:pt x="31" y="43"/>
                  <a:pt x="31" y="43"/>
                </a:cubicBezTo>
                <a:cubicBezTo>
                  <a:pt x="32" y="43"/>
                  <a:pt x="32" y="44"/>
                  <a:pt x="32" y="44"/>
                </a:cubicBezTo>
                <a:close/>
                <a:moveTo>
                  <a:pt x="31" y="48"/>
                </a:moveTo>
                <a:cubicBezTo>
                  <a:pt x="31" y="48"/>
                  <a:pt x="31" y="48"/>
                  <a:pt x="31" y="48"/>
                </a:cubicBezTo>
                <a:cubicBezTo>
                  <a:pt x="31" y="49"/>
                  <a:pt x="30" y="49"/>
                  <a:pt x="30" y="49"/>
                </a:cubicBezTo>
                <a:cubicBezTo>
                  <a:pt x="30" y="49"/>
                  <a:pt x="30" y="50"/>
                  <a:pt x="30" y="51"/>
                </a:cubicBezTo>
                <a:cubicBezTo>
                  <a:pt x="31" y="50"/>
                  <a:pt x="31" y="50"/>
                  <a:pt x="32" y="51"/>
                </a:cubicBezTo>
                <a:cubicBezTo>
                  <a:pt x="32" y="50"/>
                  <a:pt x="32" y="49"/>
                  <a:pt x="32" y="49"/>
                </a:cubicBezTo>
                <a:cubicBezTo>
                  <a:pt x="32" y="49"/>
                  <a:pt x="31" y="49"/>
                  <a:pt x="31" y="48"/>
                </a:cubicBezTo>
                <a:close/>
                <a:moveTo>
                  <a:pt x="16" y="1"/>
                </a:moveTo>
                <a:cubicBezTo>
                  <a:pt x="16" y="1"/>
                  <a:pt x="16" y="1"/>
                  <a:pt x="16" y="1"/>
                </a:cubicBezTo>
                <a:cubicBezTo>
                  <a:pt x="17" y="4"/>
                  <a:pt x="17" y="4"/>
                  <a:pt x="17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1" y="4"/>
                  <a:pt x="21" y="4"/>
                  <a:pt x="21" y="5"/>
                </a:cubicBezTo>
                <a:cubicBezTo>
                  <a:pt x="21" y="5"/>
                  <a:pt x="21" y="6"/>
                  <a:pt x="21" y="6"/>
                </a:cubicBezTo>
                <a:cubicBezTo>
                  <a:pt x="18" y="8"/>
                  <a:pt x="18" y="8"/>
                  <a:pt x="18" y="8"/>
                </a:cubicBezTo>
                <a:cubicBezTo>
                  <a:pt x="19" y="10"/>
                  <a:pt x="19" y="10"/>
                  <a:pt x="19" y="10"/>
                </a:cubicBezTo>
                <a:cubicBezTo>
                  <a:pt x="20" y="11"/>
                  <a:pt x="19" y="12"/>
                  <a:pt x="19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5" y="10"/>
                  <a:pt x="15" y="10"/>
                  <a:pt x="15" y="10"/>
                </a:cubicBezTo>
                <a:cubicBezTo>
                  <a:pt x="13" y="12"/>
                  <a:pt x="13" y="12"/>
                  <a:pt x="13" y="12"/>
                </a:cubicBezTo>
                <a:cubicBezTo>
                  <a:pt x="12" y="12"/>
                  <a:pt x="12" y="12"/>
                  <a:pt x="11" y="11"/>
                </a:cubicBezTo>
                <a:cubicBezTo>
                  <a:pt x="11" y="11"/>
                  <a:pt x="11" y="11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2" y="8"/>
                  <a:pt x="12" y="8"/>
                  <a:pt x="12" y="8"/>
                </a:cubicBezTo>
                <a:cubicBezTo>
                  <a:pt x="10" y="6"/>
                  <a:pt x="10" y="6"/>
                  <a:pt x="10" y="6"/>
                </a:cubicBezTo>
                <a:cubicBezTo>
                  <a:pt x="9" y="6"/>
                  <a:pt x="9" y="5"/>
                  <a:pt x="9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5" y="0"/>
                  <a:pt x="16" y="0"/>
                </a:cubicBezTo>
                <a:cubicBezTo>
                  <a:pt x="16" y="0"/>
                  <a:pt x="16" y="1"/>
                  <a:pt x="16" y="1"/>
                </a:cubicBezTo>
                <a:close/>
                <a:moveTo>
                  <a:pt x="15" y="5"/>
                </a:moveTo>
                <a:cubicBezTo>
                  <a:pt x="15" y="5"/>
                  <a:pt x="15" y="5"/>
                  <a:pt x="15" y="5"/>
                </a:cubicBezTo>
                <a:cubicBezTo>
                  <a:pt x="15" y="6"/>
                  <a:pt x="15" y="6"/>
                  <a:pt x="14" y="6"/>
                </a:cubicBezTo>
                <a:cubicBezTo>
                  <a:pt x="15" y="7"/>
                  <a:pt x="15" y="7"/>
                  <a:pt x="14" y="8"/>
                </a:cubicBezTo>
                <a:cubicBezTo>
                  <a:pt x="15" y="7"/>
                  <a:pt x="16" y="7"/>
                  <a:pt x="16" y="8"/>
                </a:cubicBezTo>
                <a:cubicBezTo>
                  <a:pt x="16" y="7"/>
                  <a:pt x="16" y="7"/>
                  <a:pt x="17" y="6"/>
                </a:cubicBezTo>
                <a:cubicBezTo>
                  <a:pt x="16" y="6"/>
                  <a:pt x="15" y="6"/>
                  <a:pt x="15" y="5"/>
                </a:cubicBezTo>
                <a:close/>
                <a:moveTo>
                  <a:pt x="33" y="31"/>
                </a:moveTo>
                <a:cubicBezTo>
                  <a:pt x="33" y="31"/>
                  <a:pt x="33" y="31"/>
                  <a:pt x="33" y="31"/>
                </a:cubicBezTo>
                <a:cubicBezTo>
                  <a:pt x="29" y="30"/>
                  <a:pt x="25" y="27"/>
                  <a:pt x="24" y="23"/>
                </a:cubicBezTo>
                <a:cubicBezTo>
                  <a:pt x="19" y="28"/>
                  <a:pt x="19" y="28"/>
                  <a:pt x="19" y="2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9"/>
                  <a:pt x="11" y="39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27" y="36"/>
                  <a:pt x="27" y="36"/>
                  <a:pt x="27" y="36"/>
                </a:cubicBezTo>
                <a:cubicBezTo>
                  <a:pt x="33" y="31"/>
                  <a:pt x="33" y="31"/>
                  <a:pt x="33" y="31"/>
                </a:cubicBezTo>
                <a:close/>
                <a:moveTo>
                  <a:pt x="48" y="18"/>
                </a:moveTo>
                <a:cubicBezTo>
                  <a:pt x="48" y="18"/>
                  <a:pt x="48" y="18"/>
                  <a:pt x="48" y="18"/>
                </a:cubicBezTo>
                <a:cubicBezTo>
                  <a:pt x="48" y="13"/>
                  <a:pt x="43" y="8"/>
                  <a:pt x="37" y="8"/>
                </a:cubicBezTo>
                <a:cubicBezTo>
                  <a:pt x="32" y="8"/>
                  <a:pt x="27" y="13"/>
                  <a:pt x="27" y="18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24"/>
                  <a:pt x="32" y="28"/>
                  <a:pt x="37" y="28"/>
                </a:cubicBezTo>
                <a:cubicBezTo>
                  <a:pt x="43" y="28"/>
                  <a:pt x="48" y="24"/>
                  <a:pt x="48" y="18"/>
                </a:cubicBezTo>
                <a:cubicBezTo>
                  <a:pt x="48" y="18"/>
                  <a:pt x="48" y="18"/>
                  <a:pt x="48" y="1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39" name="Freeform 273">
            <a:extLst>
              <a:ext uri="{FF2B5EF4-FFF2-40B4-BE49-F238E27FC236}">
                <a16:creationId xmlns:a16="http://schemas.microsoft.com/office/drawing/2014/main" id="{1A880127-A75E-DC58-13B2-5EDEE51FCE95}"/>
              </a:ext>
            </a:extLst>
          </p:cNvPr>
          <p:cNvSpPr>
            <a:spLocks noEditPoints="1"/>
          </p:cNvSpPr>
          <p:nvPr/>
        </p:nvSpPr>
        <p:spPr bwMode="auto">
          <a:xfrm>
            <a:off x="4308935" y="5241314"/>
            <a:ext cx="148167" cy="211667"/>
          </a:xfrm>
          <a:custGeom>
            <a:avLst/>
            <a:gdLst>
              <a:gd name="T0" fmla="*/ 41275 w 35"/>
              <a:gd name="T1" fmla="*/ 136525 h 50"/>
              <a:gd name="T2" fmla="*/ 41275 w 35"/>
              <a:gd name="T3" fmla="*/ 136525 h 50"/>
              <a:gd name="T4" fmla="*/ 69850 w 35"/>
              <a:gd name="T5" fmla="*/ 136525 h 50"/>
              <a:gd name="T6" fmla="*/ 73025 w 35"/>
              <a:gd name="T7" fmla="*/ 139700 h 50"/>
              <a:gd name="T8" fmla="*/ 73025 w 35"/>
              <a:gd name="T9" fmla="*/ 139700 h 50"/>
              <a:gd name="T10" fmla="*/ 73025 w 35"/>
              <a:gd name="T11" fmla="*/ 152400 h 50"/>
              <a:gd name="T12" fmla="*/ 69850 w 35"/>
              <a:gd name="T13" fmla="*/ 158750 h 50"/>
              <a:gd name="T14" fmla="*/ 69850 w 35"/>
              <a:gd name="T15" fmla="*/ 158750 h 50"/>
              <a:gd name="T16" fmla="*/ 41275 w 35"/>
              <a:gd name="T17" fmla="*/ 158750 h 50"/>
              <a:gd name="T18" fmla="*/ 38100 w 35"/>
              <a:gd name="T19" fmla="*/ 152400 h 50"/>
              <a:gd name="T20" fmla="*/ 38100 w 35"/>
              <a:gd name="T21" fmla="*/ 152400 h 50"/>
              <a:gd name="T22" fmla="*/ 38100 w 35"/>
              <a:gd name="T23" fmla="*/ 139700 h 50"/>
              <a:gd name="T24" fmla="*/ 41275 w 35"/>
              <a:gd name="T25" fmla="*/ 136525 h 50"/>
              <a:gd name="T26" fmla="*/ 57150 w 35"/>
              <a:gd name="T27" fmla="*/ 0 h 50"/>
              <a:gd name="T28" fmla="*/ 57150 w 35"/>
              <a:gd name="T29" fmla="*/ 0 h 50"/>
              <a:gd name="T30" fmla="*/ 95250 w 35"/>
              <a:gd name="T31" fmla="*/ 15875 h 50"/>
              <a:gd name="T32" fmla="*/ 95250 w 35"/>
              <a:gd name="T33" fmla="*/ 15875 h 50"/>
              <a:gd name="T34" fmla="*/ 95250 w 35"/>
              <a:gd name="T35" fmla="*/ 15875 h 50"/>
              <a:gd name="T36" fmla="*/ 111125 w 35"/>
              <a:gd name="T37" fmla="*/ 57150 h 50"/>
              <a:gd name="T38" fmla="*/ 104775 w 35"/>
              <a:gd name="T39" fmla="*/ 79375 h 50"/>
              <a:gd name="T40" fmla="*/ 92075 w 35"/>
              <a:gd name="T41" fmla="*/ 98425 h 50"/>
              <a:gd name="T42" fmla="*/ 85725 w 35"/>
              <a:gd name="T43" fmla="*/ 101600 h 50"/>
              <a:gd name="T44" fmla="*/ 73025 w 35"/>
              <a:gd name="T45" fmla="*/ 123825 h 50"/>
              <a:gd name="T46" fmla="*/ 66675 w 35"/>
              <a:gd name="T47" fmla="*/ 130175 h 50"/>
              <a:gd name="T48" fmla="*/ 44450 w 35"/>
              <a:gd name="T49" fmla="*/ 130175 h 50"/>
              <a:gd name="T50" fmla="*/ 38100 w 35"/>
              <a:gd name="T51" fmla="*/ 123825 h 50"/>
              <a:gd name="T52" fmla="*/ 25400 w 35"/>
              <a:gd name="T53" fmla="*/ 101600 h 50"/>
              <a:gd name="T54" fmla="*/ 19050 w 35"/>
              <a:gd name="T55" fmla="*/ 98425 h 50"/>
              <a:gd name="T56" fmla="*/ 19050 w 35"/>
              <a:gd name="T57" fmla="*/ 98425 h 50"/>
              <a:gd name="T58" fmla="*/ 6350 w 35"/>
              <a:gd name="T59" fmla="*/ 79375 h 50"/>
              <a:gd name="T60" fmla="*/ 0 w 35"/>
              <a:gd name="T61" fmla="*/ 57150 h 50"/>
              <a:gd name="T62" fmla="*/ 15875 w 35"/>
              <a:gd name="T63" fmla="*/ 15875 h 50"/>
              <a:gd name="T64" fmla="*/ 15875 w 35"/>
              <a:gd name="T65" fmla="*/ 15875 h 50"/>
              <a:gd name="T66" fmla="*/ 57150 w 35"/>
              <a:gd name="T67" fmla="*/ 0 h 50"/>
              <a:gd name="T68" fmla="*/ 85725 w 35"/>
              <a:gd name="T69" fmla="*/ 25400 h 50"/>
              <a:gd name="T70" fmla="*/ 85725 w 35"/>
              <a:gd name="T71" fmla="*/ 25400 h 50"/>
              <a:gd name="T72" fmla="*/ 57150 w 35"/>
              <a:gd name="T73" fmla="*/ 12700 h 50"/>
              <a:gd name="T74" fmla="*/ 25400 w 35"/>
              <a:gd name="T75" fmla="*/ 25400 h 50"/>
              <a:gd name="T76" fmla="*/ 25400 w 35"/>
              <a:gd name="T77" fmla="*/ 25400 h 50"/>
              <a:gd name="T78" fmla="*/ 12700 w 35"/>
              <a:gd name="T79" fmla="*/ 57150 h 50"/>
              <a:gd name="T80" fmla="*/ 15875 w 35"/>
              <a:gd name="T81" fmla="*/ 73025 h 50"/>
              <a:gd name="T82" fmla="*/ 25400 w 35"/>
              <a:gd name="T83" fmla="*/ 88900 h 50"/>
              <a:gd name="T84" fmla="*/ 25400 w 35"/>
              <a:gd name="T85" fmla="*/ 88900 h 50"/>
              <a:gd name="T86" fmla="*/ 31750 w 35"/>
              <a:gd name="T87" fmla="*/ 95250 h 50"/>
              <a:gd name="T88" fmla="*/ 47625 w 35"/>
              <a:gd name="T89" fmla="*/ 117475 h 50"/>
              <a:gd name="T90" fmla="*/ 63500 w 35"/>
              <a:gd name="T91" fmla="*/ 117475 h 50"/>
              <a:gd name="T92" fmla="*/ 79375 w 35"/>
              <a:gd name="T93" fmla="*/ 95250 h 50"/>
              <a:gd name="T94" fmla="*/ 85725 w 35"/>
              <a:gd name="T95" fmla="*/ 88900 h 50"/>
              <a:gd name="T96" fmla="*/ 85725 w 35"/>
              <a:gd name="T97" fmla="*/ 88900 h 50"/>
              <a:gd name="T98" fmla="*/ 95250 w 35"/>
              <a:gd name="T99" fmla="*/ 73025 h 50"/>
              <a:gd name="T100" fmla="*/ 98425 w 35"/>
              <a:gd name="T101" fmla="*/ 57150 h 50"/>
              <a:gd name="T102" fmla="*/ 85725 w 35"/>
              <a:gd name="T103" fmla="*/ 25400 h 50"/>
              <a:gd name="T104" fmla="*/ 66675 w 35"/>
              <a:gd name="T105" fmla="*/ 142875 h 50"/>
              <a:gd name="T106" fmla="*/ 66675 w 35"/>
              <a:gd name="T107" fmla="*/ 142875 h 50"/>
              <a:gd name="T108" fmla="*/ 44450 w 35"/>
              <a:gd name="T109" fmla="*/ 142875 h 50"/>
              <a:gd name="T110" fmla="*/ 44450 w 35"/>
              <a:gd name="T111" fmla="*/ 149225 h 50"/>
              <a:gd name="T112" fmla="*/ 66675 w 35"/>
              <a:gd name="T113" fmla="*/ 149225 h 50"/>
              <a:gd name="T114" fmla="*/ 66675 w 35"/>
              <a:gd name="T115" fmla="*/ 142875 h 5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35" h="50">
                <a:moveTo>
                  <a:pt x="13" y="43"/>
                </a:moveTo>
                <a:cubicBezTo>
                  <a:pt x="13" y="43"/>
                  <a:pt x="13" y="43"/>
                  <a:pt x="13" y="43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3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8"/>
                  <a:pt x="23" y="48"/>
                  <a:pt x="23" y="48"/>
                </a:cubicBezTo>
                <a:cubicBezTo>
                  <a:pt x="23" y="49"/>
                  <a:pt x="23" y="50"/>
                  <a:pt x="22" y="50"/>
                </a:cubicBezTo>
                <a:cubicBezTo>
                  <a:pt x="22" y="50"/>
                  <a:pt x="22" y="50"/>
                  <a:pt x="22" y="50"/>
                </a:cubicBezTo>
                <a:cubicBezTo>
                  <a:pt x="13" y="50"/>
                  <a:pt x="13" y="50"/>
                  <a:pt x="13" y="50"/>
                </a:cubicBezTo>
                <a:cubicBezTo>
                  <a:pt x="12" y="50"/>
                  <a:pt x="12" y="49"/>
                  <a:pt x="12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3"/>
                  <a:pt x="12" y="43"/>
                  <a:pt x="13" y="43"/>
                </a:cubicBezTo>
                <a:close/>
                <a:moveTo>
                  <a:pt x="18" y="0"/>
                </a:moveTo>
                <a:cubicBezTo>
                  <a:pt x="18" y="0"/>
                  <a:pt x="18" y="0"/>
                  <a:pt x="18" y="0"/>
                </a:cubicBezTo>
                <a:cubicBezTo>
                  <a:pt x="22" y="0"/>
                  <a:pt x="27" y="2"/>
                  <a:pt x="30" y="5"/>
                </a:cubicBezTo>
                <a:cubicBezTo>
                  <a:pt x="30" y="5"/>
                  <a:pt x="30" y="5"/>
                  <a:pt x="30" y="5"/>
                </a:cubicBezTo>
                <a:cubicBezTo>
                  <a:pt x="30" y="5"/>
                  <a:pt x="30" y="5"/>
                  <a:pt x="30" y="5"/>
                </a:cubicBezTo>
                <a:cubicBezTo>
                  <a:pt x="33" y="8"/>
                  <a:pt x="35" y="13"/>
                  <a:pt x="35" y="18"/>
                </a:cubicBezTo>
                <a:cubicBezTo>
                  <a:pt x="35" y="20"/>
                  <a:pt x="34" y="23"/>
                  <a:pt x="33" y="25"/>
                </a:cubicBezTo>
                <a:cubicBezTo>
                  <a:pt x="32" y="27"/>
                  <a:pt x="31" y="29"/>
                  <a:pt x="29" y="31"/>
                </a:cubicBezTo>
                <a:cubicBezTo>
                  <a:pt x="29" y="31"/>
                  <a:pt x="28" y="32"/>
                  <a:pt x="27" y="32"/>
                </a:cubicBezTo>
                <a:cubicBezTo>
                  <a:pt x="25" y="35"/>
                  <a:pt x="23" y="36"/>
                  <a:pt x="23" y="39"/>
                </a:cubicBezTo>
                <a:cubicBezTo>
                  <a:pt x="23" y="40"/>
                  <a:pt x="22" y="41"/>
                  <a:pt x="21" y="41"/>
                </a:cubicBezTo>
                <a:cubicBezTo>
                  <a:pt x="14" y="41"/>
                  <a:pt x="14" y="41"/>
                  <a:pt x="14" y="41"/>
                </a:cubicBezTo>
                <a:cubicBezTo>
                  <a:pt x="13" y="41"/>
                  <a:pt x="12" y="40"/>
                  <a:pt x="12" y="39"/>
                </a:cubicBezTo>
                <a:cubicBezTo>
                  <a:pt x="12" y="36"/>
                  <a:pt x="10" y="35"/>
                  <a:pt x="8" y="32"/>
                </a:cubicBezTo>
                <a:cubicBezTo>
                  <a:pt x="7" y="32"/>
                  <a:pt x="6" y="31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4" y="29"/>
                  <a:pt x="3" y="27"/>
                  <a:pt x="2" y="25"/>
                </a:cubicBezTo>
                <a:cubicBezTo>
                  <a:pt x="1" y="23"/>
                  <a:pt x="0" y="20"/>
                  <a:pt x="0" y="18"/>
                </a:cubicBezTo>
                <a:cubicBezTo>
                  <a:pt x="0" y="13"/>
                  <a:pt x="2" y="8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8" y="2"/>
                  <a:pt x="13" y="0"/>
                  <a:pt x="18" y="0"/>
                </a:cubicBezTo>
                <a:close/>
                <a:moveTo>
                  <a:pt x="27" y="8"/>
                </a:moveTo>
                <a:cubicBezTo>
                  <a:pt x="27" y="8"/>
                  <a:pt x="27" y="8"/>
                  <a:pt x="27" y="8"/>
                </a:cubicBezTo>
                <a:cubicBezTo>
                  <a:pt x="25" y="6"/>
                  <a:pt x="21" y="4"/>
                  <a:pt x="18" y="4"/>
                </a:cubicBezTo>
                <a:cubicBezTo>
                  <a:pt x="14" y="4"/>
                  <a:pt x="10" y="6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5" y="10"/>
                  <a:pt x="4" y="14"/>
                  <a:pt x="4" y="18"/>
                </a:cubicBezTo>
                <a:cubicBezTo>
                  <a:pt x="4" y="20"/>
                  <a:pt x="4" y="22"/>
                  <a:pt x="5" y="23"/>
                </a:cubicBezTo>
                <a:cubicBezTo>
                  <a:pt x="6" y="25"/>
                  <a:pt x="7" y="26"/>
                  <a:pt x="8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9" y="29"/>
                  <a:pt x="10" y="29"/>
                  <a:pt x="10" y="30"/>
                </a:cubicBezTo>
                <a:cubicBezTo>
                  <a:pt x="13" y="32"/>
                  <a:pt x="15" y="34"/>
                  <a:pt x="15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4"/>
                  <a:pt x="22" y="32"/>
                  <a:pt x="25" y="30"/>
                </a:cubicBezTo>
                <a:cubicBezTo>
                  <a:pt x="25" y="29"/>
                  <a:pt x="26" y="29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8" y="27"/>
                  <a:pt x="29" y="25"/>
                  <a:pt x="30" y="23"/>
                </a:cubicBezTo>
                <a:cubicBezTo>
                  <a:pt x="31" y="22"/>
                  <a:pt x="31" y="20"/>
                  <a:pt x="31" y="18"/>
                </a:cubicBezTo>
                <a:cubicBezTo>
                  <a:pt x="31" y="14"/>
                  <a:pt x="30" y="10"/>
                  <a:pt x="27" y="8"/>
                </a:cubicBezTo>
                <a:close/>
                <a:moveTo>
                  <a:pt x="21" y="45"/>
                </a:moveTo>
                <a:cubicBezTo>
                  <a:pt x="21" y="45"/>
                  <a:pt x="21" y="45"/>
                  <a:pt x="21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47"/>
                  <a:pt x="14" y="47"/>
                  <a:pt x="14" y="47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45"/>
                  <a:pt x="21" y="45"/>
                  <a:pt x="21" y="4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40" name="Freeform 274">
            <a:extLst>
              <a:ext uri="{FF2B5EF4-FFF2-40B4-BE49-F238E27FC236}">
                <a16:creationId xmlns:a16="http://schemas.microsoft.com/office/drawing/2014/main" id="{D7698BEA-59AE-D95D-A94B-A0805CA56EF0}"/>
              </a:ext>
            </a:extLst>
          </p:cNvPr>
          <p:cNvSpPr>
            <a:spLocks noEditPoints="1"/>
          </p:cNvSpPr>
          <p:nvPr/>
        </p:nvSpPr>
        <p:spPr bwMode="auto">
          <a:xfrm>
            <a:off x="905335" y="5266714"/>
            <a:ext cx="243417" cy="160867"/>
          </a:xfrm>
          <a:custGeom>
            <a:avLst/>
            <a:gdLst>
              <a:gd name="T0" fmla="*/ 166549 w 57"/>
              <a:gd name="T1" fmla="*/ 0 h 38"/>
              <a:gd name="T2" fmla="*/ 169752 w 57"/>
              <a:gd name="T3" fmla="*/ 111125 h 38"/>
              <a:gd name="T4" fmla="*/ 176157 w 57"/>
              <a:gd name="T5" fmla="*/ 120650 h 38"/>
              <a:gd name="T6" fmla="*/ 6406 w 57"/>
              <a:gd name="T7" fmla="*/ 111125 h 38"/>
              <a:gd name="T8" fmla="*/ 19217 w 57"/>
              <a:gd name="T9" fmla="*/ 0 h 38"/>
              <a:gd name="T10" fmla="*/ 38434 w 57"/>
              <a:gd name="T11" fmla="*/ 82550 h 38"/>
              <a:gd name="T12" fmla="*/ 60854 w 57"/>
              <a:gd name="T13" fmla="*/ 88900 h 38"/>
              <a:gd name="T14" fmla="*/ 35231 w 57"/>
              <a:gd name="T15" fmla="*/ 95250 h 38"/>
              <a:gd name="T16" fmla="*/ 48043 w 57"/>
              <a:gd name="T17" fmla="*/ 53975 h 38"/>
              <a:gd name="T18" fmla="*/ 35231 w 57"/>
              <a:gd name="T19" fmla="*/ 66675 h 38"/>
              <a:gd name="T20" fmla="*/ 44840 w 57"/>
              <a:gd name="T21" fmla="*/ 73025 h 38"/>
              <a:gd name="T22" fmla="*/ 38434 w 57"/>
              <a:gd name="T23" fmla="*/ 82550 h 38"/>
              <a:gd name="T24" fmla="*/ 54449 w 57"/>
              <a:gd name="T25" fmla="*/ 66675 h 38"/>
              <a:gd name="T26" fmla="*/ 70463 w 57"/>
              <a:gd name="T27" fmla="*/ 63500 h 38"/>
              <a:gd name="T28" fmla="*/ 60854 w 57"/>
              <a:gd name="T29" fmla="*/ 79375 h 38"/>
              <a:gd name="T30" fmla="*/ 60854 w 57"/>
              <a:gd name="T31" fmla="*/ 73025 h 38"/>
              <a:gd name="T32" fmla="*/ 70463 w 57"/>
              <a:gd name="T33" fmla="*/ 79375 h 38"/>
              <a:gd name="T34" fmla="*/ 86477 w 57"/>
              <a:gd name="T35" fmla="*/ 82550 h 38"/>
              <a:gd name="T36" fmla="*/ 76869 w 57"/>
              <a:gd name="T37" fmla="*/ 66675 h 38"/>
              <a:gd name="T38" fmla="*/ 115303 w 57"/>
              <a:gd name="T39" fmla="*/ 73025 h 38"/>
              <a:gd name="T40" fmla="*/ 102492 w 57"/>
              <a:gd name="T41" fmla="*/ 60325 h 38"/>
              <a:gd name="T42" fmla="*/ 99289 w 57"/>
              <a:gd name="T43" fmla="*/ 76200 h 38"/>
              <a:gd name="T44" fmla="*/ 89680 w 57"/>
              <a:gd name="T45" fmla="*/ 63500 h 38"/>
              <a:gd name="T46" fmla="*/ 134520 w 57"/>
              <a:gd name="T47" fmla="*/ 63500 h 38"/>
              <a:gd name="T48" fmla="*/ 140926 w 57"/>
              <a:gd name="T49" fmla="*/ 66675 h 38"/>
              <a:gd name="T50" fmla="*/ 115303 w 57"/>
              <a:gd name="T51" fmla="*/ 66675 h 38"/>
              <a:gd name="T52" fmla="*/ 121709 w 57"/>
              <a:gd name="T53" fmla="*/ 44450 h 38"/>
              <a:gd name="T54" fmla="*/ 134520 w 57"/>
              <a:gd name="T55" fmla="*/ 44450 h 38"/>
              <a:gd name="T56" fmla="*/ 131317 w 57"/>
              <a:gd name="T57" fmla="*/ 50800 h 38"/>
              <a:gd name="T58" fmla="*/ 124912 w 57"/>
              <a:gd name="T59" fmla="*/ 66675 h 38"/>
              <a:gd name="T60" fmla="*/ 140926 w 57"/>
              <a:gd name="T61" fmla="*/ 31750 h 38"/>
              <a:gd name="T62" fmla="*/ 137723 w 57"/>
              <a:gd name="T63" fmla="*/ 25400 h 38"/>
              <a:gd name="T64" fmla="*/ 150534 w 57"/>
              <a:gd name="T65" fmla="*/ 28575 h 38"/>
              <a:gd name="T66" fmla="*/ 150534 w 57"/>
              <a:gd name="T67" fmla="*/ 38100 h 38"/>
              <a:gd name="T68" fmla="*/ 140926 w 57"/>
              <a:gd name="T69" fmla="*/ 47625 h 38"/>
              <a:gd name="T70" fmla="*/ 137723 w 57"/>
              <a:gd name="T71" fmla="*/ 44450 h 38"/>
              <a:gd name="T72" fmla="*/ 140926 w 57"/>
              <a:gd name="T73" fmla="*/ 31750 h 38"/>
              <a:gd name="T74" fmla="*/ 108897 w 57"/>
              <a:gd name="T75" fmla="*/ 95250 h 38"/>
              <a:gd name="T76" fmla="*/ 150534 w 57"/>
              <a:gd name="T77" fmla="*/ 98425 h 38"/>
              <a:gd name="T78" fmla="*/ 160143 w 57"/>
              <a:gd name="T79" fmla="*/ 9525 h 38"/>
              <a:gd name="T80" fmla="*/ 105694 w 57"/>
              <a:gd name="T81" fmla="*/ 111125 h 38"/>
              <a:gd name="T82" fmla="*/ 144129 w 57"/>
              <a:gd name="T83" fmla="*/ 104775 h 38"/>
              <a:gd name="T84" fmla="*/ 112100 w 57"/>
              <a:gd name="T85" fmla="*/ 111125 h 38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7" h="38">
                <a:moveTo>
                  <a:pt x="6" y="0"/>
                </a:moveTo>
                <a:cubicBezTo>
                  <a:pt x="6" y="0"/>
                  <a:pt x="6" y="0"/>
                  <a:pt x="6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3" y="0"/>
                  <a:pt x="53" y="1"/>
                  <a:pt x="53" y="2"/>
                </a:cubicBezTo>
                <a:cubicBezTo>
                  <a:pt x="53" y="2"/>
                  <a:pt x="53" y="2"/>
                  <a:pt x="53" y="2"/>
                </a:cubicBezTo>
                <a:cubicBezTo>
                  <a:pt x="53" y="35"/>
                  <a:pt x="53" y="35"/>
                  <a:pt x="53" y="35"/>
                </a:cubicBezTo>
                <a:cubicBezTo>
                  <a:pt x="55" y="35"/>
                  <a:pt x="55" y="35"/>
                  <a:pt x="55" y="35"/>
                </a:cubicBezTo>
                <a:cubicBezTo>
                  <a:pt x="56" y="35"/>
                  <a:pt x="57" y="35"/>
                  <a:pt x="57" y="36"/>
                </a:cubicBezTo>
                <a:cubicBezTo>
                  <a:pt x="57" y="37"/>
                  <a:pt x="56" y="38"/>
                  <a:pt x="55" y="38"/>
                </a:cubicBezTo>
                <a:cubicBezTo>
                  <a:pt x="38" y="38"/>
                  <a:pt x="20" y="38"/>
                  <a:pt x="2" y="38"/>
                </a:cubicBezTo>
                <a:cubicBezTo>
                  <a:pt x="1" y="38"/>
                  <a:pt x="0" y="37"/>
                  <a:pt x="0" y="36"/>
                </a:cubicBezTo>
                <a:cubicBezTo>
                  <a:pt x="0" y="35"/>
                  <a:pt x="1" y="35"/>
                  <a:pt x="2" y="35"/>
                </a:cubicBezTo>
                <a:cubicBezTo>
                  <a:pt x="4" y="35"/>
                  <a:pt x="4" y="35"/>
                  <a:pt x="4" y="35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5" y="0"/>
                  <a:pt x="6" y="0"/>
                </a:cubicBezTo>
                <a:close/>
                <a:moveTo>
                  <a:pt x="12" y="26"/>
                </a:move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3" y="28"/>
                  <a:pt x="13" y="28"/>
                  <a:pt x="13" y="28"/>
                </a:cubicBezTo>
                <a:cubicBezTo>
                  <a:pt x="17" y="27"/>
                  <a:pt x="17" y="27"/>
                  <a:pt x="17" y="27"/>
                </a:cubicBezTo>
                <a:cubicBezTo>
                  <a:pt x="18" y="27"/>
                  <a:pt x="19" y="27"/>
                  <a:pt x="19" y="28"/>
                </a:cubicBezTo>
                <a:cubicBezTo>
                  <a:pt x="19" y="28"/>
                  <a:pt x="19" y="29"/>
                  <a:pt x="18" y="29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1"/>
                  <a:pt x="11" y="31"/>
                  <a:pt x="11" y="30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20"/>
                  <a:pt x="8" y="19"/>
                  <a:pt x="9" y="19"/>
                </a:cubicBezTo>
                <a:cubicBezTo>
                  <a:pt x="15" y="17"/>
                  <a:pt x="15" y="17"/>
                  <a:pt x="15" y="17"/>
                </a:cubicBezTo>
                <a:cubicBezTo>
                  <a:pt x="16" y="17"/>
                  <a:pt x="16" y="18"/>
                  <a:pt x="16" y="18"/>
                </a:cubicBezTo>
                <a:cubicBezTo>
                  <a:pt x="16" y="19"/>
                  <a:pt x="16" y="19"/>
                  <a:pt x="15" y="20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5" y="22"/>
                  <a:pt x="16" y="23"/>
                  <a:pt x="16" y="23"/>
                </a:cubicBezTo>
                <a:cubicBezTo>
                  <a:pt x="16" y="24"/>
                  <a:pt x="16" y="25"/>
                  <a:pt x="15" y="25"/>
                </a:cubicBezTo>
                <a:cubicBezTo>
                  <a:pt x="12" y="26"/>
                  <a:pt x="12" y="26"/>
                  <a:pt x="12" y="26"/>
                </a:cubicBezTo>
                <a:close/>
                <a:moveTo>
                  <a:pt x="19" y="22"/>
                </a:moveTo>
                <a:cubicBezTo>
                  <a:pt x="19" y="22"/>
                  <a:pt x="19" y="22"/>
                  <a:pt x="19" y="22"/>
                </a:cubicBezTo>
                <a:cubicBezTo>
                  <a:pt x="18" y="22"/>
                  <a:pt x="17" y="22"/>
                  <a:pt x="17" y="21"/>
                </a:cubicBezTo>
                <a:cubicBezTo>
                  <a:pt x="17" y="21"/>
                  <a:pt x="17" y="20"/>
                  <a:pt x="18" y="20"/>
                </a:cubicBezTo>
                <a:cubicBezTo>
                  <a:pt x="21" y="19"/>
                  <a:pt x="21" y="19"/>
                  <a:pt x="21" y="19"/>
                </a:cubicBezTo>
                <a:cubicBezTo>
                  <a:pt x="22" y="19"/>
                  <a:pt x="22" y="19"/>
                  <a:pt x="22" y="20"/>
                </a:cubicBezTo>
                <a:cubicBezTo>
                  <a:pt x="23" y="21"/>
                  <a:pt x="22" y="21"/>
                  <a:pt x="22" y="22"/>
                </a:cubicBezTo>
                <a:cubicBezTo>
                  <a:pt x="19" y="22"/>
                  <a:pt x="19" y="22"/>
                  <a:pt x="19" y="22"/>
                </a:cubicBezTo>
                <a:close/>
                <a:moveTo>
                  <a:pt x="19" y="25"/>
                </a:moveTo>
                <a:cubicBezTo>
                  <a:pt x="19" y="25"/>
                  <a:pt x="19" y="25"/>
                  <a:pt x="19" y="25"/>
                </a:cubicBezTo>
                <a:cubicBezTo>
                  <a:pt x="19" y="25"/>
                  <a:pt x="18" y="25"/>
                  <a:pt x="18" y="24"/>
                </a:cubicBezTo>
                <a:cubicBezTo>
                  <a:pt x="18" y="24"/>
                  <a:pt x="18" y="23"/>
                  <a:pt x="19" y="23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3" y="22"/>
                  <a:pt x="23" y="23"/>
                </a:cubicBezTo>
                <a:cubicBezTo>
                  <a:pt x="23" y="24"/>
                  <a:pt x="23" y="24"/>
                  <a:pt x="22" y="25"/>
                </a:cubicBezTo>
                <a:cubicBezTo>
                  <a:pt x="19" y="25"/>
                  <a:pt x="19" y="25"/>
                  <a:pt x="19" y="25"/>
                </a:cubicBezTo>
                <a:close/>
                <a:moveTo>
                  <a:pt x="27" y="26"/>
                </a:move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7" y="27"/>
                  <a:pt x="26" y="27"/>
                </a:cubicBezTo>
                <a:cubicBezTo>
                  <a:pt x="26" y="27"/>
                  <a:pt x="25" y="27"/>
                  <a:pt x="25" y="26"/>
                </a:cubicBezTo>
                <a:cubicBezTo>
                  <a:pt x="24" y="21"/>
                  <a:pt x="24" y="21"/>
                  <a:pt x="24" y="21"/>
                </a:cubicBezTo>
                <a:cubicBezTo>
                  <a:pt x="23" y="18"/>
                  <a:pt x="26" y="16"/>
                  <a:pt x="28" y="17"/>
                </a:cubicBezTo>
                <a:cubicBezTo>
                  <a:pt x="30" y="15"/>
                  <a:pt x="34" y="15"/>
                  <a:pt x="34" y="18"/>
                </a:cubicBezTo>
                <a:cubicBezTo>
                  <a:pt x="36" y="23"/>
                  <a:pt x="36" y="23"/>
                  <a:pt x="36" y="23"/>
                </a:cubicBezTo>
                <a:cubicBezTo>
                  <a:pt x="36" y="24"/>
                  <a:pt x="35" y="25"/>
                  <a:pt x="35" y="25"/>
                </a:cubicBezTo>
                <a:cubicBezTo>
                  <a:pt x="34" y="25"/>
                  <a:pt x="34" y="24"/>
                  <a:pt x="33" y="24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8"/>
                  <a:pt x="30" y="18"/>
                  <a:pt x="30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1" y="24"/>
                  <a:pt x="31" y="24"/>
                  <a:pt x="31" y="24"/>
                </a:cubicBezTo>
                <a:cubicBezTo>
                  <a:pt x="32" y="25"/>
                  <a:pt x="31" y="26"/>
                  <a:pt x="31" y="26"/>
                </a:cubicBezTo>
                <a:cubicBezTo>
                  <a:pt x="30" y="26"/>
                  <a:pt x="29" y="26"/>
                  <a:pt x="29" y="25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19"/>
                  <a:pt x="26" y="19"/>
                  <a:pt x="26" y="20"/>
                </a:cubicBezTo>
                <a:cubicBezTo>
                  <a:pt x="27" y="26"/>
                  <a:pt x="27" y="26"/>
                  <a:pt x="27" y="26"/>
                </a:cubicBezTo>
                <a:close/>
                <a:moveTo>
                  <a:pt x="42" y="20"/>
                </a:moveTo>
                <a:cubicBezTo>
                  <a:pt x="42" y="20"/>
                  <a:pt x="42" y="20"/>
                  <a:pt x="42" y="20"/>
                </a:cubicBezTo>
                <a:cubicBezTo>
                  <a:pt x="42" y="19"/>
                  <a:pt x="43" y="19"/>
                  <a:pt x="43" y="19"/>
                </a:cubicBezTo>
                <a:cubicBezTo>
                  <a:pt x="44" y="20"/>
                  <a:pt x="44" y="20"/>
                  <a:pt x="44" y="21"/>
                </a:cubicBezTo>
                <a:cubicBezTo>
                  <a:pt x="42" y="23"/>
                  <a:pt x="40" y="24"/>
                  <a:pt x="38" y="23"/>
                </a:cubicBezTo>
                <a:cubicBezTo>
                  <a:pt x="37" y="22"/>
                  <a:pt x="37" y="22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0"/>
                  <a:pt x="35" y="19"/>
                </a:cubicBezTo>
                <a:cubicBezTo>
                  <a:pt x="35" y="17"/>
                  <a:pt x="36" y="14"/>
                  <a:pt x="38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40" y="13"/>
                  <a:pt x="41" y="13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5"/>
                  <a:pt x="42" y="16"/>
                </a:cubicBezTo>
                <a:cubicBezTo>
                  <a:pt x="42" y="16"/>
                  <a:pt x="41" y="16"/>
                  <a:pt x="41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39" y="15"/>
                  <a:pt x="37" y="17"/>
                  <a:pt x="38" y="18"/>
                </a:cubicBezTo>
                <a:cubicBezTo>
                  <a:pt x="38" y="19"/>
                  <a:pt x="38" y="20"/>
                  <a:pt x="39" y="21"/>
                </a:cubicBezTo>
                <a:cubicBezTo>
                  <a:pt x="40" y="21"/>
                  <a:pt x="41" y="21"/>
                  <a:pt x="42" y="20"/>
                </a:cubicBezTo>
                <a:close/>
                <a:moveTo>
                  <a:pt x="44" y="10"/>
                </a:moveTo>
                <a:cubicBezTo>
                  <a:pt x="44" y="10"/>
                  <a:pt x="44" y="10"/>
                  <a:pt x="44" y="10"/>
                </a:cubicBezTo>
                <a:cubicBezTo>
                  <a:pt x="44" y="11"/>
                  <a:pt x="44" y="11"/>
                  <a:pt x="43" y="12"/>
                </a:cubicBezTo>
                <a:cubicBezTo>
                  <a:pt x="43" y="12"/>
                  <a:pt x="42" y="11"/>
                  <a:pt x="42" y="11"/>
                </a:cubicBezTo>
                <a:cubicBezTo>
                  <a:pt x="42" y="9"/>
                  <a:pt x="42" y="8"/>
                  <a:pt x="43" y="8"/>
                </a:cubicBezTo>
                <a:cubicBezTo>
                  <a:pt x="43" y="8"/>
                  <a:pt x="43" y="8"/>
                  <a:pt x="44" y="7"/>
                </a:cubicBezTo>
                <a:cubicBezTo>
                  <a:pt x="44" y="7"/>
                  <a:pt x="44" y="7"/>
                  <a:pt x="45" y="7"/>
                </a:cubicBezTo>
                <a:cubicBezTo>
                  <a:pt x="46" y="7"/>
                  <a:pt x="47" y="8"/>
                  <a:pt x="47" y="9"/>
                </a:cubicBezTo>
                <a:cubicBezTo>
                  <a:pt x="47" y="10"/>
                  <a:pt x="47" y="11"/>
                  <a:pt x="46" y="12"/>
                </a:cubicBezTo>
                <a:cubicBezTo>
                  <a:pt x="46" y="13"/>
                  <a:pt x="46" y="13"/>
                  <a:pt x="46" y="13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2"/>
                  <a:pt x="48" y="13"/>
                  <a:pt x="48" y="13"/>
                </a:cubicBezTo>
                <a:cubicBezTo>
                  <a:pt x="48" y="14"/>
                  <a:pt x="48" y="14"/>
                  <a:pt x="47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3" y="15"/>
                  <a:pt x="43" y="15"/>
                  <a:pt x="43" y="14"/>
                </a:cubicBezTo>
                <a:cubicBezTo>
                  <a:pt x="43" y="13"/>
                  <a:pt x="44" y="12"/>
                  <a:pt x="44" y="11"/>
                </a:cubicBezTo>
                <a:cubicBezTo>
                  <a:pt x="45" y="10"/>
                  <a:pt x="45" y="10"/>
                  <a:pt x="45" y="10"/>
                </a:cubicBezTo>
                <a:cubicBezTo>
                  <a:pt x="45" y="9"/>
                  <a:pt x="44" y="10"/>
                  <a:pt x="44" y="10"/>
                </a:cubicBezTo>
                <a:close/>
                <a:moveTo>
                  <a:pt x="34" y="30"/>
                </a:move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7" y="30"/>
                  <a:pt x="47" y="31"/>
                  <a:pt x="47" y="31"/>
                </a:cubicBezTo>
                <a:cubicBezTo>
                  <a:pt x="47" y="31"/>
                  <a:pt x="47" y="31"/>
                  <a:pt x="47" y="31"/>
                </a:cubicBezTo>
                <a:cubicBezTo>
                  <a:pt x="47" y="35"/>
                  <a:pt x="47" y="35"/>
                  <a:pt x="47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"/>
                  <a:pt x="50" y="3"/>
                  <a:pt x="50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5"/>
                  <a:pt x="7" y="35"/>
                  <a:pt x="7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3" y="30"/>
                  <a:pt x="34" y="30"/>
                </a:cubicBezTo>
                <a:close/>
                <a:moveTo>
                  <a:pt x="45" y="33"/>
                </a:moveTo>
                <a:cubicBezTo>
                  <a:pt x="45" y="33"/>
                  <a:pt x="45" y="33"/>
                  <a:pt x="45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35"/>
                  <a:pt x="35" y="35"/>
                  <a:pt x="35" y="35"/>
                </a:cubicBezTo>
                <a:cubicBezTo>
                  <a:pt x="45" y="35"/>
                  <a:pt x="45" y="35"/>
                  <a:pt x="45" y="35"/>
                </a:cubicBezTo>
                <a:cubicBezTo>
                  <a:pt x="45" y="33"/>
                  <a:pt x="45" y="33"/>
                  <a:pt x="45" y="3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41" name="Freeform 275">
            <a:extLst>
              <a:ext uri="{FF2B5EF4-FFF2-40B4-BE49-F238E27FC236}">
                <a16:creationId xmlns:a16="http://schemas.microsoft.com/office/drawing/2014/main" id="{C3DE81AC-E3A2-4C8C-F4B1-6D7E68D04E30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4807398"/>
            <a:ext cx="211667" cy="203200"/>
          </a:xfrm>
          <a:custGeom>
            <a:avLst/>
            <a:gdLst>
              <a:gd name="T0" fmla="*/ 6350 w 50"/>
              <a:gd name="T1" fmla="*/ 31750 h 48"/>
              <a:gd name="T2" fmla="*/ 19050 w 50"/>
              <a:gd name="T3" fmla="*/ 6350 h 48"/>
              <a:gd name="T4" fmla="*/ 31750 w 50"/>
              <a:gd name="T5" fmla="*/ 3175 h 48"/>
              <a:gd name="T6" fmla="*/ 47625 w 50"/>
              <a:gd name="T7" fmla="*/ 19050 h 48"/>
              <a:gd name="T8" fmla="*/ 38100 w 50"/>
              <a:gd name="T9" fmla="*/ 15875 h 48"/>
              <a:gd name="T10" fmla="*/ 22225 w 50"/>
              <a:gd name="T11" fmla="*/ 15875 h 48"/>
              <a:gd name="T12" fmla="*/ 12700 w 50"/>
              <a:gd name="T13" fmla="*/ 31750 h 48"/>
              <a:gd name="T14" fmla="*/ 19050 w 50"/>
              <a:gd name="T15" fmla="*/ 38100 h 48"/>
              <a:gd name="T16" fmla="*/ 47625 w 50"/>
              <a:gd name="T17" fmla="*/ 47625 h 48"/>
              <a:gd name="T18" fmla="*/ 44450 w 50"/>
              <a:gd name="T19" fmla="*/ 69850 h 48"/>
              <a:gd name="T20" fmla="*/ 28575 w 50"/>
              <a:gd name="T21" fmla="*/ 82550 h 48"/>
              <a:gd name="T22" fmla="*/ 9525 w 50"/>
              <a:gd name="T23" fmla="*/ 69850 h 48"/>
              <a:gd name="T24" fmla="*/ 15875 w 50"/>
              <a:gd name="T25" fmla="*/ 66675 h 48"/>
              <a:gd name="T26" fmla="*/ 31750 w 50"/>
              <a:gd name="T27" fmla="*/ 66675 h 48"/>
              <a:gd name="T28" fmla="*/ 41275 w 50"/>
              <a:gd name="T29" fmla="*/ 66675 h 48"/>
              <a:gd name="T30" fmla="*/ 41275 w 50"/>
              <a:gd name="T31" fmla="*/ 44450 h 48"/>
              <a:gd name="T32" fmla="*/ 73025 w 50"/>
              <a:gd name="T33" fmla="*/ 25400 h 48"/>
              <a:gd name="T34" fmla="*/ 133350 w 50"/>
              <a:gd name="T35" fmla="*/ 12700 h 48"/>
              <a:gd name="T36" fmla="*/ 149225 w 50"/>
              <a:gd name="T37" fmla="*/ 41275 h 48"/>
              <a:gd name="T38" fmla="*/ 133350 w 50"/>
              <a:gd name="T39" fmla="*/ 73025 h 48"/>
              <a:gd name="T40" fmla="*/ 114300 w 50"/>
              <a:gd name="T41" fmla="*/ 41275 h 48"/>
              <a:gd name="T42" fmla="*/ 85725 w 50"/>
              <a:gd name="T43" fmla="*/ 139700 h 48"/>
              <a:gd name="T44" fmla="*/ 28575 w 50"/>
              <a:gd name="T45" fmla="*/ 152400 h 48"/>
              <a:gd name="T46" fmla="*/ 9525 w 50"/>
              <a:gd name="T47" fmla="*/ 120650 h 48"/>
              <a:gd name="T48" fmla="*/ 22225 w 50"/>
              <a:gd name="T49" fmla="*/ 92075 h 48"/>
              <a:gd name="T50" fmla="*/ 25400 w 50"/>
              <a:gd name="T51" fmla="*/ 92075 h 48"/>
              <a:gd name="T52" fmla="*/ 25400 w 50"/>
              <a:gd name="T53" fmla="*/ 92075 h 48"/>
              <a:gd name="T54" fmla="*/ 28575 w 50"/>
              <a:gd name="T55" fmla="*/ 92075 h 48"/>
              <a:gd name="T56" fmla="*/ 28575 w 50"/>
              <a:gd name="T57" fmla="*/ 92075 h 48"/>
              <a:gd name="T58" fmla="*/ 31750 w 50"/>
              <a:gd name="T59" fmla="*/ 92075 h 48"/>
              <a:gd name="T60" fmla="*/ 31750 w 50"/>
              <a:gd name="T61" fmla="*/ 92075 h 48"/>
              <a:gd name="T62" fmla="*/ 31750 w 50"/>
              <a:gd name="T63" fmla="*/ 92075 h 48"/>
              <a:gd name="T64" fmla="*/ 53975 w 50"/>
              <a:gd name="T65" fmla="*/ 120650 h 48"/>
              <a:gd name="T66" fmla="*/ 85725 w 50"/>
              <a:gd name="T67" fmla="*/ 139700 h 48"/>
              <a:gd name="T68" fmla="*/ 28575 w 50"/>
              <a:gd name="T69" fmla="*/ 92075 h 48"/>
              <a:gd name="T70" fmla="*/ 152400 w 50"/>
              <a:gd name="T71" fmla="*/ 136525 h 48"/>
              <a:gd name="T72" fmla="*/ 120650 w 50"/>
              <a:gd name="T73" fmla="*/ 149225 h 48"/>
              <a:gd name="T74" fmla="*/ 95250 w 50"/>
              <a:gd name="T75" fmla="*/ 127000 h 48"/>
              <a:gd name="T76" fmla="*/ 101600 w 50"/>
              <a:gd name="T77" fmla="*/ 117475 h 48"/>
              <a:gd name="T78" fmla="*/ 95250 w 50"/>
              <a:gd name="T79" fmla="*/ 107950 h 48"/>
              <a:gd name="T80" fmla="*/ 111125 w 50"/>
              <a:gd name="T81" fmla="*/ 95250 h 48"/>
              <a:gd name="T82" fmla="*/ 133350 w 50"/>
              <a:gd name="T83" fmla="*/ 85725 h 48"/>
              <a:gd name="T84" fmla="*/ 152400 w 50"/>
              <a:gd name="T85" fmla="*/ 101600 h 48"/>
              <a:gd name="T86" fmla="*/ 123825 w 50"/>
              <a:gd name="T87" fmla="*/ 95250 h 48"/>
              <a:gd name="T88" fmla="*/ 136525 w 50"/>
              <a:gd name="T89" fmla="*/ 111125 h 48"/>
              <a:gd name="T90" fmla="*/ 111125 w 50"/>
              <a:gd name="T91" fmla="*/ 120650 h 48"/>
              <a:gd name="T92" fmla="*/ 111125 w 50"/>
              <a:gd name="T93" fmla="*/ 127000 h 48"/>
              <a:gd name="T94" fmla="*/ 139700 w 50"/>
              <a:gd name="T95" fmla="*/ 139700 h 4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48">
                <a:moveTo>
                  <a:pt x="6" y="14"/>
                </a:moveTo>
                <a:cubicBezTo>
                  <a:pt x="6" y="14"/>
                  <a:pt x="6" y="14"/>
                  <a:pt x="6" y="14"/>
                </a:cubicBezTo>
                <a:cubicBezTo>
                  <a:pt x="5" y="14"/>
                  <a:pt x="4" y="14"/>
                  <a:pt x="3" y="13"/>
                </a:cubicBezTo>
                <a:cubicBezTo>
                  <a:pt x="2" y="12"/>
                  <a:pt x="2" y="11"/>
                  <a:pt x="2" y="10"/>
                </a:cubicBezTo>
                <a:cubicBezTo>
                  <a:pt x="2" y="6"/>
                  <a:pt x="2" y="6"/>
                  <a:pt x="2" y="6"/>
                </a:cubicBezTo>
                <a:cubicBezTo>
                  <a:pt x="2" y="5"/>
                  <a:pt x="2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4" y="3"/>
                  <a:pt x="5" y="2"/>
                  <a:pt x="6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1"/>
                  <a:pt x="8" y="1"/>
                  <a:pt x="8" y="1"/>
                </a:cubicBezTo>
                <a:cubicBezTo>
                  <a:pt x="8" y="1"/>
                  <a:pt x="8" y="0"/>
                  <a:pt x="9" y="0"/>
                </a:cubicBezTo>
                <a:cubicBezTo>
                  <a:pt x="9" y="0"/>
                  <a:pt x="10" y="1"/>
                  <a:pt x="10" y="1"/>
                </a:cubicBezTo>
                <a:cubicBezTo>
                  <a:pt x="10" y="2"/>
                  <a:pt x="10" y="2"/>
                  <a:pt x="10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3" y="2"/>
                  <a:pt x="14" y="3"/>
                  <a:pt x="14" y="4"/>
                </a:cubicBezTo>
                <a:cubicBezTo>
                  <a:pt x="15" y="4"/>
                  <a:pt x="15" y="5"/>
                  <a:pt x="15" y="6"/>
                </a:cubicBezTo>
                <a:cubicBezTo>
                  <a:pt x="15" y="7"/>
                  <a:pt x="15" y="8"/>
                  <a:pt x="14" y="8"/>
                </a:cubicBezTo>
                <a:cubicBezTo>
                  <a:pt x="14" y="8"/>
                  <a:pt x="13" y="7"/>
                  <a:pt x="13" y="6"/>
                </a:cubicBezTo>
                <a:cubicBezTo>
                  <a:pt x="13" y="6"/>
                  <a:pt x="13" y="6"/>
                  <a:pt x="13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8" y="5"/>
                  <a:pt x="8" y="5"/>
                  <a:pt x="8" y="5"/>
                </a:cubicBezTo>
                <a:cubicBezTo>
                  <a:pt x="7" y="5"/>
                  <a:pt x="7" y="5"/>
                  <a:pt x="7" y="5"/>
                </a:cubicBezTo>
                <a:cubicBezTo>
                  <a:pt x="6" y="5"/>
                  <a:pt x="6" y="5"/>
                  <a:pt x="6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"/>
                  <a:pt x="4" y="6"/>
                  <a:pt x="4" y="6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1"/>
                  <a:pt x="5" y="11"/>
                  <a:pt x="5" y="11"/>
                </a:cubicBezTo>
                <a:cubicBezTo>
                  <a:pt x="5" y="11"/>
                  <a:pt x="5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8" y="12"/>
                  <a:pt x="10" y="12"/>
                  <a:pt x="12" y="12"/>
                </a:cubicBezTo>
                <a:cubicBezTo>
                  <a:pt x="13" y="12"/>
                  <a:pt x="14" y="12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5" y="13"/>
                  <a:pt x="15" y="14"/>
                  <a:pt x="15" y="15"/>
                </a:cubicBezTo>
                <a:cubicBezTo>
                  <a:pt x="15" y="20"/>
                  <a:pt x="15" y="20"/>
                  <a:pt x="15" y="20"/>
                </a:cubicBezTo>
                <a:cubicBezTo>
                  <a:pt x="15" y="21"/>
                  <a:pt x="15" y="22"/>
                  <a:pt x="14" y="22"/>
                </a:cubicBezTo>
                <a:cubicBezTo>
                  <a:pt x="14" y="22"/>
                  <a:pt x="14" y="22"/>
                  <a:pt x="14" y="22"/>
                </a:cubicBezTo>
                <a:cubicBezTo>
                  <a:pt x="14" y="22"/>
                  <a:pt x="14" y="22"/>
                  <a:pt x="14" y="22"/>
                </a:cubicBezTo>
                <a:cubicBezTo>
                  <a:pt x="14" y="23"/>
                  <a:pt x="13" y="23"/>
                  <a:pt x="12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5"/>
                  <a:pt x="9" y="26"/>
                  <a:pt x="9" y="26"/>
                </a:cubicBezTo>
                <a:cubicBezTo>
                  <a:pt x="8" y="26"/>
                  <a:pt x="8" y="25"/>
                  <a:pt x="8" y="25"/>
                </a:cubicBezTo>
                <a:cubicBezTo>
                  <a:pt x="8" y="23"/>
                  <a:pt x="8" y="23"/>
                  <a:pt x="8" y="23"/>
                </a:cubicBezTo>
                <a:cubicBezTo>
                  <a:pt x="6" y="23"/>
                  <a:pt x="6" y="23"/>
                  <a:pt x="6" y="23"/>
                </a:cubicBezTo>
                <a:cubicBezTo>
                  <a:pt x="5" y="23"/>
                  <a:pt x="4" y="23"/>
                  <a:pt x="3" y="22"/>
                </a:cubicBezTo>
                <a:cubicBezTo>
                  <a:pt x="2" y="22"/>
                  <a:pt x="2" y="21"/>
                  <a:pt x="2" y="20"/>
                </a:cubicBezTo>
                <a:cubicBezTo>
                  <a:pt x="2" y="19"/>
                  <a:pt x="3" y="18"/>
                  <a:pt x="3" y="18"/>
                </a:cubicBezTo>
                <a:cubicBezTo>
                  <a:pt x="4" y="18"/>
                  <a:pt x="4" y="19"/>
                  <a:pt x="4" y="20"/>
                </a:cubicBezTo>
                <a:cubicBezTo>
                  <a:pt x="4" y="20"/>
                  <a:pt x="5" y="20"/>
                  <a:pt x="5" y="21"/>
                </a:cubicBezTo>
                <a:cubicBezTo>
                  <a:pt x="5" y="21"/>
                  <a:pt x="5" y="21"/>
                  <a:pt x="6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3" y="21"/>
                </a:cubicBezTo>
                <a:cubicBezTo>
                  <a:pt x="13" y="21"/>
                  <a:pt x="13" y="21"/>
                  <a:pt x="13" y="21"/>
                </a:cubicBezTo>
                <a:cubicBezTo>
                  <a:pt x="13" y="20"/>
                  <a:pt x="13" y="20"/>
                  <a:pt x="13" y="20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0" y="14"/>
                  <a:pt x="8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lose/>
                <a:moveTo>
                  <a:pt x="23" y="8"/>
                </a:moveTo>
                <a:cubicBezTo>
                  <a:pt x="23" y="8"/>
                  <a:pt x="23" y="8"/>
                  <a:pt x="23" y="8"/>
                </a:cubicBezTo>
                <a:cubicBezTo>
                  <a:pt x="22" y="8"/>
                  <a:pt x="21" y="7"/>
                  <a:pt x="21" y="6"/>
                </a:cubicBezTo>
                <a:cubicBezTo>
                  <a:pt x="21" y="5"/>
                  <a:pt x="22" y="4"/>
                  <a:pt x="23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3" y="4"/>
                  <a:pt x="44" y="5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17"/>
                  <a:pt x="44" y="17"/>
                  <a:pt x="44" y="17"/>
                </a:cubicBezTo>
                <a:cubicBezTo>
                  <a:pt x="47" y="13"/>
                  <a:pt x="47" y="13"/>
                  <a:pt x="47" y="13"/>
                </a:cubicBezTo>
                <a:cubicBezTo>
                  <a:pt x="48" y="13"/>
                  <a:pt x="49" y="13"/>
                  <a:pt x="50" y="13"/>
                </a:cubicBezTo>
                <a:cubicBezTo>
                  <a:pt x="50" y="14"/>
                  <a:pt x="50" y="15"/>
                  <a:pt x="50" y="16"/>
                </a:cubicBezTo>
                <a:cubicBezTo>
                  <a:pt x="43" y="23"/>
                  <a:pt x="43" y="23"/>
                  <a:pt x="43" y="23"/>
                </a:cubicBezTo>
                <a:cubicBezTo>
                  <a:pt x="43" y="23"/>
                  <a:pt x="42" y="23"/>
                  <a:pt x="42" y="23"/>
                </a:cubicBezTo>
                <a:cubicBezTo>
                  <a:pt x="41" y="23"/>
                  <a:pt x="41" y="23"/>
                  <a:pt x="40" y="23"/>
                </a:cubicBezTo>
                <a:cubicBezTo>
                  <a:pt x="34" y="16"/>
                  <a:pt x="34" y="16"/>
                  <a:pt x="34" y="16"/>
                </a:cubicBezTo>
                <a:cubicBezTo>
                  <a:pt x="33" y="15"/>
                  <a:pt x="33" y="14"/>
                  <a:pt x="34" y="13"/>
                </a:cubicBezTo>
                <a:cubicBezTo>
                  <a:pt x="34" y="13"/>
                  <a:pt x="36" y="13"/>
                  <a:pt x="36" y="13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8"/>
                  <a:pt x="40" y="8"/>
                  <a:pt x="40" y="8"/>
                </a:cubicBezTo>
                <a:cubicBezTo>
                  <a:pt x="23" y="8"/>
                  <a:pt x="23" y="8"/>
                  <a:pt x="23" y="8"/>
                </a:cubicBezTo>
                <a:close/>
                <a:moveTo>
                  <a:pt x="27" y="44"/>
                </a:moveTo>
                <a:cubicBezTo>
                  <a:pt x="27" y="44"/>
                  <a:pt x="27" y="44"/>
                  <a:pt x="27" y="44"/>
                </a:cubicBezTo>
                <a:cubicBezTo>
                  <a:pt x="28" y="44"/>
                  <a:pt x="29" y="45"/>
                  <a:pt x="29" y="46"/>
                </a:cubicBezTo>
                <a:cubicBezTo>
                  <a:pt x="29" y="47"/>
                  <a:pt x="28" y="48"/>
                  <a:pt x="27" y="48"/>
                </a:cubicBezTo>
                <a:cubicBezTo>
                  <a:pt x="9" y="48"/>
                  <a:pt x="9" y="48"/>
                  <a:pt x="9" y="48"/>
                </a:cubicBezTo>
                <a:cubicBezTo>
                  <a:pt x="8" y="48"/>
                  <a:pt x="7" y="47"/>
                  <a:pt x="7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7" y="35"/>
                  <a:pt x="7" y="35"/>
                  <a:pt x="7" y="35"/>
                </a:cubicBezTo>
                <a:cubicBezTo>
                  <a:pt x="3" y="38"/>
                  <a:pt x="3" y="38"/>
                  <a:pt x="3" y="38"/>
                </a:cubicBezTo>
                <a:cubicBezTo>
                  <a:pt x="3" y="39"/>
                  <a:pt x="1" y="39"/>
                  <a:pt x="1" y="38"/>
                </a:cubicBezTo>
                <a:cubicBezTo>
                  <a:pt x="0" y="38"/>
                  <a:pt x="0" y="37"/>
                  <a:pt x="1" y="36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7" y="36"/>
                  <a:pt x="17" y="36"/>
                  <a:pt x="17" y="36"/>
                </a:cubicBezTo>
                <a:cubicBezTo>
                  <a:pt x="18" y="37"/>
                  <a:pt x="18" y="38"/>
                  <a:pt x="17" y="38"/>
                </a:cubicBezTo>
                <a:cubicBezTo>
                  <a:pt x="16" y="39"/>
                  <a:pt x="15" y="39"/>
                  <a:pt x="14" y="38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44"/>
                  <a:pt x="11" y="44"/>
                  <a:pt x="11" y="44"/>
                </a:cubicBezTo>
                <a:cubicBezTo>
                  <a:pt x="27" y="44"/>
                  <a:pt x="27" y="44"/>
                  <a:pt x="27" y="44"/>
                </a:cubicBezTo>
                <a:close/>
                <a:moveTo>
                  <a:pt x="9" y="29"/>
                </a:move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lose/>
                <a:moveTo>
                  <a:pt x="47" y="43"/>
                </a:moveTo>
                <a:cubicBezTo>
                  <a:pt x="47" y="43"/>
                  <a:pt x="47" y="43"/>
                  <a:pt x="47" y="43"/>
                </a:cubicBezTo>
                <a:cubicBezTo>
                  <a:pt x="47" y="42"/>
                  <a:pt x="48" y="42"/>
                  <a:pt x="48" y="43"/>
                </a:cubicBezTo>
                <a:cubicBezTo>
                  <a:pt x="49" y="43"/>
                  <a:pt x="49" y="44"/>
                  <a:pt x="48" y="44"/>
                </a:cubicBezTo>
                <a:cubicBezTo>
                  <a:pt x="48" y="45"/>
                  <a:pt x="46" y="46"/>
                  <a:pt x="45" y="47"/>
                </a:cubicBezTo>
                <a:cubicBezTo>
                  <a:pt x="44" y="47"/>
                  <a:pt x="43" y="47"/>
                  <a:pt x="42" y="47"/>
                </a:cubicBezTo>
                <a:cubicBezTo>
                  <a:pt x="40" y="47"/>
                  <a:pt x="39" y="47"/>
                  <a:pt x="38" y="47"/>
                </a:cubicBezTo>
                <a:cubicBezTo>
                  <a:pt x="37" y="46"/>
                  <a:pt x="36" y="45"/>
                  <a:pt x="35" y="44"/>
                </a:cubicBezTo>
                <a:cubicBezTo>
                  <a:pt x="34" y="43"/>
                  <a:pt x="34" y="42"/>
                  <a:pt x="33" y="41"/>
                </a:cubicBezTo>
                <a:cubicBezTo>
                  <a:pt x="33" y="41"/>
                  <a:pt x="33" y="41"/>
                  <a:pt x="33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29" y="40"/>
                  <a:pt x="28" y="40"/>
                  <a:pt x="28" y="39"/>
                </a:cubicBezTo>
                <a:cubicBezTo>
                  <a:pt x="28" y="39"/>
                  <a:pt x="29" y="38"/>
                  <a:pt x="30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38"/>
                  <a:pt x="32" y="38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29" y="37"/>
                  <a:pt x="28" y="36"/>
                  <a:pt x="28" y="35"/>
                </a:cubicBezTo>
                <a:cubicBezTo>
                  <a:pt x="28" y="35"/>
                  <a:pt x="29" y="34"/>
                  <a:pt x="30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3" y="34"/>
                  <a:pt x="33" y="34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4" y="32"/>
                  <a:pt x="34" y="31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6" y="29"/>
                  <a:pt x="37" y="29"/>
                  <a:pt x="38" y="28"/>
                </a:cubicBezTo>
                <a:cubicBezTo>
                  <a:pt x="39" y="27"/>
                  <a:pt x="40" y="27"/>
                  <a:pt x="42" y="27"/>
                </a:cubicBezTo>
                <a:cubicBezTo>
                  <a:pt x="43" y="27"/>
                  <a:pt x="44" y="27"/>
                  <a:pt x="45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6" y="29"/>
                  <a:pt x="48" y="29"/>
                  <a:pt x="48" y="30"/>
                </a:cubicBezTo>
                <a:cubicBezTo>
                  <a:pt x="49" y="31"/>
                  <a:pt x="49" y="31"/>
                  <a:pt x="48" y="32"/>
                </a:cubicBezTo>
                <a:cubicBezTo>
                  <a:pt x="48" y="32"/>
                  <a:pt x="47" y="32"/>
                  <a:pt x="47" y="32"/>
                </a:cubicBezTo>
                <a:cubicBezTo>
                  <a:pt x="46" y="31"/>
                  <a:pt x="45" y="30"/>
                  <a:pt x="44" y="30"/>
                </a:cubicBezTo>
                <a:cubicBezTo>
                  <a:pt x="44" y="30"/>
                  <a:pt x="43" y="30"/>
                  <a:pt x="42" y="30"/>
                </a:cubicBezTo>
                <a:cubicBezTo>
                  <a:pt x="41" y="30"/>
                  <a:pt x="40" y="30"/>
                  <a:pt x="39" y="30"/>
                </a:cubicBezTo>
                <a:cubicBezTo>
                  <a:pt x="38" y="30"/>
                  <a:pt x="37" y="31"/>
                  <a:pt x="37" y="32"/>
                </a:cubicBezTo>
                <a:cubicBezTo>
                  <a:pt x="36" y="32"/>
                  <a:pt x="36" y="33"/>
                  <a:pt x="35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3" y="34"/>
                  <a:pt x="43" y="35"/>
                  <a:pt x="43" y="35"/>
                </a:cubicBezTo>
                <a:cubicBezTo>
                  <a:pt x="43" y="36"/>
                  <a:pt x="43" y="37"/>
                  <a:pt x="42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8"/>
                  <a:pt x="35" y="38"/>
                  <a:pt x="35" y="38"/>
                </a:cubicBezTo>
                <a:cubicBezTo>
                  <a:pt x="42" y="38"/>
                  <a:pt x="42" y="38"/>
                  <a:pt x="42" y="38"/>
                </a:cubicBezTo>
                <a:cubicBezTo>
                  <a:pt x="43" y="38"/>
                  <a:pt x="43" y="39"/>
                  <a:pt x="43" y="39"/>
                </a:cubicBezTo>
                <a:cubicBezTo>
                  <a:pt x="43" y="40"/>
                  <a:pt x="43" y="40"/>
                  <a:pt x="42" y="40"/>
                </a:cubicBezTo>
                <a:cubicBezTo>
                  <a:pt x="35" y="40"/>
                  <a:pt x="35" y="40"/>
                  <a:pt x="35" y="40"/>
                </a:cubicBezTo>
                <a:cubicBezTo>
                  <a:pt x="36" y="41"/>
                  <a:pt x="36" y="42"/>
                  <a:pt x="37" y="43"/>
                </a:cubicBezTo>
                <a:cubicBezTo>
                  <a:pt x="37" y="44"/>
                  <a:pt x="38" y="44"/>
                  <a:pt x="39" y="44"/>
                </a:cubicBezTo>
                <a:cubicBezTo>
                  <a:pt x="40" y="45"/>
                  <a:pt x="41" y="45"/>
                  <a:pt x="42" y="45"/>
                </a:cubicBezTo>
                <a:cubicBezTo>
                  <a:pt x="43" y="45"/>
                  <a:pt x="44" y="45"/>
                  <a:pt x="44" y="44"/>
                </a:cubicBezTo>
                <a:cubicBezTo>
                  <a:pt x="45" y="44"/>
                  <a:pt x="46" y="44"/>
                  <a:pt x="47" y="4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42" name="Freeform 276">
            <a:extLst>
              <a:ext uri="{FF2B5EF4-FFF2-40B4-BE49-F238E27FC236}">
                <a16:creationId xmlns:a16="http://schemas.microsoft.com/office/drawing/2014/main" id="{9C8F7C43-1BC1-9EB5-FF97-212872E5A0C0}"/>
              </a:ext>
            </a:extLst>
          </p:cNvPr>
          <p:cNvSpPr>
            <a:spLocks noEditPoints="1"/>
          </p:cNvSpPr>
          <p:nvPr/>
        </p:nvSpPr>
        <p:spPr bwMode="auto">
          <a:xfrm>
            <a:off x="3527885" y="5254015"/>
            <a:ext cx="203200" cy="182033"/>
          </a:xfrm>
          <a:custGeom>
            <a:avLst/>
            <a:gdLst>
              <a:gd name="T0" fmla="*/ 9525 w 48"/>
              <a:gd name="T1" fmla="*/ 120650 h 43"/>
              <a:gd name="T2" fmla="*/ 6350 w 48"/>
              <a:gd name="T3" fmla="*/ 117475 h 43"/>
              <a:gd name="T4" fmla="*/ 9525 w 48"/>
              <a:gd name="T5" fmla="*/ 114300 h 43"/>
              <a:gd name="T6" fmla="*/ 15875 w 48"/>
              <a:gd name="T7" fmla="*/ 114300 h 43"/>
              <a:gd name="T8" fmla="*/ 15875 w 48"/>
              <a:gd name="T9" fmla="*/ 47625 h 43"/>
              <a:gd name="T10" fmla="*/ 3175 w 48"/>
              <a:gd name="T11" fmla="*/ 47625 h 43"/>
              <a:gd name="T12" fmla="*/ 0 w 48"/>
              <a:gd name="T13" fmla="*/ 41275 h 43"/>
              <a:gd name="T14" fmla="*/ 3175 w 48"/>
              <a:gd name="T15" fmla="*/ 34925 h 43"/>
              <a:gd name="T16" fmla="*/ 73025 w 48"/>
              <a:gd name="T17" fmla="*/ 3175 h 43"/>
              <a:gd name="T18" fmla="*/ 76200 w 48"/>
              <a:gd name="T19" fmla="*/ 3175 h 43"/>
              <a:gd name="T20" fmla="*/ 76200 w 48"/>
              <a:gd name="T21" fmla="*/ 3175 h 43"/>
              <a:gd name="T22" fmla="*/ 146050 w 48"/>
              <a:gd name="T23" fmla="*/ 38100 h 43"/>
              <a:gd name="T24" fmla="*/ 149225 w 48"/>
              <a:gd name="T25" fmla="*/ 44450 h 43"/>
              <a:gd name="T26" fmla="*/ 142875 w 48"/>
              <a:gd name="T27" fmla="*/ 47625 h 43"/>
              <a:gd name="T28" fmla="*/ 142875 w 48"/>
              <a:gd name="T29" fmla="*/ 47625 h 43"/>
              <a:gd name="T30" fmla="*/ 130175 w 48"/>
              <a:gd name="T31" fmla="*/ 47625 h 43"/>
              <a:gd name="T32" fmla="*/ 130175 w 48"/>
              <a:gd name="T33" fmla="*/ 114300 h 43"/>
              <a:gd name="T34" fmla="*/ 136525 w 48"/>
              <a:gd name="T35" fmla="*/ 114300 h 43"/>
              <a:gd name="T36" fmla="*/ 142875 w 48"/>
              <a:gd name="T37" fmla="*/ 117475 h 43"/>
              <a:gd name="T38" fmla="*/ 136525 w 48"/>
              <a:gd name="T39" fmla="*/ 120650 h 43"/>
              <a:gd name="T40" fmla="*/ 9525 w 48"/>
              <a:gd name="T41" fmla="*/ 120650 h 43"/>
              <a:gd name="T42" fmla="*/ 28575 w 48"/>
              <a:gd name="T43" fmla="*/ 47625 h 43"/>
              <a:gd name="T44" fmla="*/ 28575 w 48"/>
              <a:gd name="T45" fmla="*/ 47625 h 43"/>
              <a:gd name="T46" fmla="*/ 28575 w 48"/>
              <a:gd name="T47" fmla="*/ 114300 h 43"/>
              <a:gd name="T48" fmla="*/ 50800 w 48"/>
              <a:gd name="T49" fmla="*/ 114300 h 43"/>
              <a:gd name="T50" fmla="*/ 50800 w 48"/>
              <a:gd name="T51" fmla="*/ 47625 h 43"/>
              <a:gd name="T52" fmla="*/ 28575 w 48"/>
              <a:gd name="T53" fmla="*/ 47625 h 43"/>
              <a:gd name="T54" fmla="*/ 63500 w 48"/>
              <a:gd name="T55" fmla="*/ 47625 h 43"/>
              <a:gd name="T56" fmla="*/ 63500 w 48"/>
              <a:gd name="T57" fmla="*/ 47625 h 43"/>
              <a:gd name="T58" fmla="*/ 63500 w 48"/>
              <a:gd name="T59" fmla="*/ 114300 h 43"/>
              <a:gd name="T60" fmla="*/ 85725 w 48"/>
              <a:gd name="T61" fmla="*/ 114300 h 43"/>
              <a:gd name="T62" fmla="*/ 85725 w 48"/>
              <a:gd name="T63" fmla="*/ 47625 h 43"/>
              <a:gd name="T64" fmla="*/ 63500 w 48"/>
              <a:gd name="T65" fmla="*/ 47625 h 43"/>
              <a:gd name="T66" fmla="*/ 98425 w 48"/>
              <a:gd name="T67" fmla="*/ 47625 h 43"/>
              <a:gd name="T68" fmla="*/ 98425 w 48"/>
              <a:gd name="T69" fmla="*/ 47625 h 43"/>
              <a:gd name="T70" fmla="*/ 98425 w 48"/>
              <a:gd name="T71" fmla="*/ 114300 h 43"/>
              <a:gd name="T72" fmla="*/ 117475 w 48"/>
              <a:gd name="T73" fmla="*/ 114300 h 43"/>
              <a:gd name="T74" fmla="*/ 117475 w 48"/>
              <a:gd name="T75" fmla="*/ 47625 h 43"/>
              <a:gd name="T76" fmla="*/ 98425 w 48"/>
              <a:gd name="T77" fmla="*/ 47625 h 43"/>
              <a:gd name="T78" fmla="*/ 117475 w 48"/>
              <a:gd name="T79" fmla="*/ 34925 h 43"/>
              <a:gd name="T80" fmla="*/ 117475 w 48"/>
              <a:gd name="T81" fmla="*/ 34925 h 43"/>
              <a:gd name="T82" fmla="*/ 73025 w 48"/>
              <a:gd name="T83" fmla="*/ 12700 h 43"/>
              <a:gd name="T84" fmla="*/ 31750 w 48"/>
              <a:gd name="T85" fmla="*/ 34925 h 43"/>
              <a:gd name="T86" fmla="*/ 117475 w 48"/>
              <a:gd name="T87" fmla="*/ 34925 h 43"/>
              <a:gd name="T88" fmla="*/ 3175 w 48"/>
              <a:gd name="T89" fmla="*/ 136525 h 43"/>
              <a:gd name="T90" fmla="*/ 3175 w 48"/>
              <a:gd name="T91" fmla="*/ 136525 h 43"/>
              <a:gd name="T92" fmla="*/ 0 w 48"/>
              <a:gd name="T93" fmla="*/ 130175 h 43"/>
              <a:gd name="T94" fmla="*/ 3175 w 48"/>
              <a:gd name="T95" fmla="*/ 127000 h 43"/>
              <a:gd name="T96" fmla="*/ 142875 w 48"/>
              <a:gd name="T97" fmla="*/ 127000 h 43"/>
              <a:gd name="T98" fmla="*/ 149225 w 48"/>
              <a:gd name="T99" fmla="*/ 130175 h 43"/>
              <a:gd name="T100" fmla="*/ 142875 w 48"/>
              <a:gd name="T101" fmla="*/ 136525 h 43"/>
              <a:gd name="T102" fmla="*/ 3175 w 48"/>
              <a:gd name="T103" fmla="*/ 136525 h 43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48" h="43">
                <a:moveTo>
                  <a:pt x="3" y="38"/>
                </a:moveTo>
                <a:cubicBezTo>
                  <a:pt x="3" y="38"/>
                  <a:pt x="2" y="38"/>
                  <a:pt x="2" y="37"/>
                </a:cubicBezTo>
                <a:cubicBezTo>
                  <a:pt x="2" y="37"/>
                  <a:pt x="3" y="36"/>
                  <a:pt x="3" y="36"/>
                </a:cubicBezTo>
                <a:cubicBezTo>
                  <a:pt x="5" y="36"/>
                  <a:pt x="5" y="36"/>
                  <a:pt x="5" y="36"/>
                </a:cubicBezTo>
                <a:cubicBezTo>
                  <a:pt x="5" y="15"/>
                  <a:pt x="5" y="15"/>
                  <a:pt x="5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0" y="15"/>
                  <a:pt x="0" y="14"/>
                  <a:pt x="0" y="13"/>
                </a:cubicBezTo>
                <a:cubicBezTo>
                  <a:pt x="0" y="12"/>
                  <a:pt x="0" y="12"/>
                  <a:pt x="1" y="11"/>
                </a:cubicBezTo>
                <a:cubicBezTo>
                  <a:pt x="23" y="1"/>
                  <a:pt x="23" y="1"/>
                  <a:pt x="23" y="1"/>
                </a:cubicBezTo>
                <a:cubicBezTo>
                  <a:pt x="23" y="0"/>
                  <a:pt x="24" y="0"/>
                  <a:pt x="24" y="1"/>
                </a:cubicBezTo>
                <a:cubicBezTo>
                  <a:pt x="24" y="1"/>
                  <a:pt x="24" y="1"/>
                  <a:pt x="24" y="1"/>
                </a:cubicBezTo>
                <a:cubicBezTo>
                  <a:pt x="46" y="12"/>
                  <a:pt x="46" y="12"/>
                  <a:pt x="46" y="12"/>
                </a:cubicBezTo>
                <a:cubicBezTo>
                  <a:pt x="47" y="12"/>
                  <a:pt x="48" y="13"/>
                  <a:pt x="47" y="14"/>
                </a:cubicBezTo>
                <a:cubicBezTo>
                  <a:pt x="47" y="15"/>
                  <a:pt x="46" y="15"/>
                  <a:pt x="45" y="15"/>
                </a:cubicBezTo>
                <a:cubicBezTo>
                  <a:pt x="45" y="15"/>
                  <a:pt x="45" y="15"/>
                  <a:pt x="45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1" y="36"/>
                  <a:pt x="41" y="36"/>
                  <a:pt x="41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4" y="36"/>
                  <a:pt x="45" y="37"/>
                  <a:pt x="45" y="37"/>
                </a:cubicBezTo>
                <a:cubicBezTo>
                  <a:pt x="45" y="38"/>
                  <a:pt x="44" y="38"/>
                  <a:pt x="43" y="38"/>
                </a:cubicBezTo>
                <a:cubicBezTo>
                  <a:pt x="3" y="38"/>
                  <a:pt x="3" y="38"/>
                  <a:pt x="3" y="38"/>
                </a:cubicBezTo>
                <a:close/>
                <a:moveTo>
                  <a:pt x="9" y="15"/>
                </a:moveTo>
                <a:cubicBezTo>
                  <a:pt x="9" y="15"/>
                  <a:pt x="9" y="15"/>
                  <a:pt x="9" y="15"/>
                </a:cubicBezTo>
                <a:cubicBezTo>
                  <a:pt x="9" y="36"/>
                  <a:pt x="9" y="36"/>
                  <a:pt x="9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15"/>
                  <a:pt x="16" y="15"/>
                  <a:pt x="16" y="15"/>
                </a:cubicBezTo>
                <a:cubicBezTo>
                  <a:pt x="9" y="15"/>
                  <a:pt x="9" y="15"/>
                  <a:pt x="9" y="15"/>
                </a:cubicBezTo>
                <a:close/>
                <a:moveTo>
                  <a:pt x="20" y="15"/>
                </a:moveTo>
                <a:cubicBezTo>
                  <a:pt x="20" y="15"/>
                  <a:pt x="20" y="15"/>
                  <a:pt x="20" y="15"/>
                </a:cubicBezTo>
                <a:cubicBezTo>
                  <a:pt x="20" y="36"/>
                  <a:pt x="20" y="36"/>
                  <a:pt x="20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15"/>
                  <a:pt x="27" y="15"/>
                  <a:pt x="27" y="15"/>
                </a:cubicBezTo>
                <a:cubicBezTo>
                  <a:pt x="20" y="15"/>
                  <a:pt x="20" y="15"/>
                  <a:pt x="20" y="15"/>
                </a:cubicBezTo>
                <a:close/>
                <a:moveTo>
                  <a:pt x="31" y="15"/>
                </a:moveTo>
                <a:cubicBezTo>
                  <a:pt x="31" y="15"/>
                  <a:pt x="31" y="15"/>
                  <a:pt x="31" y="15"/>
                </a:cubicBezTo>
                <a:cubicBezTo>
                  <a:pt x="31" y="36"/>
                  <a:pt x="31" y="36"/>
                  <a:pt x="31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15"/>
                  <a:pt x="37" y="15"/>
                  <a:pt x="37" y="15"/>
                </a:cubicBezTo>
                <a:cubicBezTo>
                  <a:pt x="31" y="15"/>
                  <a:pt x="31" y="15"/>
                  <a:pt x="31" y="15"/>
                </a:cubicBezTo>
                <a:close/>
                <a:moveTo>
                  <a:pt x="37" y="11"/>
                </a:moveTo>
                <a:cubicBezTo>
                  <a:pt x="37" y="11"/>
                  <a:pt x="37" y="11"/>
                  <a:pt x="37" y="11"/>
                </a:cubicBezTo>
                <a:cubicBezTo>
                  <a:pt x="23" y="4"/>
                  <a:pt x="23" y="4"/>
                  <a:pt x="23" y="4"/>
                </a:cubicBezTo>
                <a:cubicBezTo>
                  <a:pt x="10" y="11"/>
                  <a:pt x="10" y="11"/>
                  <a:pt x="10" y="11"/>
                </a:cubicBezTo>
                <a:cubicBezTo>
                  <a:pt x="37" y="11"/>
                  <a:pt x="37" y="11"/>
                  <a:pt x="37" y="11"/>
                </a:cubicBezTo>
                <a:close/>
                <a:moveTo>
                  <a:pt x="1" y="43"/>
                </a:moveTo>
                <a:cubicBezTo>
                  <a:pt x="1" y="43"/>
                  <a:pt x="1" y="43"/>
                  <a:pt x="1" y="43"/>
                </a:cubicBezTo>
                <a:cubicBezTo>
                  <a:pt x="0" y="43"/>
                  <a:pt x="0" y="43"/>
                  <a:pt x="0" y="41"/>
                </a:cubicBezTo>
                <a:cubicBezTo>
                  <a:pt x="0" y="40"/>
                  <a:pt x="0" y="40"/>
                  <a:pt x="1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7" y="40"/>
                  <a:pt x="47" y="41"/>
                </a:cubicBezTo>
                <a:cubicBezTo>
                  <a:pt x="47" y="43"/>
                  <a:pt x="46" y="43"/>
                  <a:pt x="45" y="43"/>
                </a:cubicBezTo>
                <a:cubicBezTo>
                  <a:pt x="1" y="43"/>
                  <a:pt x="1" y="43"/>
                  <a:pt x="1" y="4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43" name="Freeform 277">
            <a:extLst>
              <a:ext uri="{FF2B5EF4-FFF2-40B4-BE49-F238E27FC236}">
                <a16:creationId xmlns:a16="http://schemas.microsoft.com/office/drawing/2014/main" id="{7C6B2F3D-4FCE-E02F-FDF2-E9E556537EA2}"/>
              </a:ext>
            </a:extLst>
          </p:cNvPr>
          <p:cNvSpPr>
            <a:spLocks noEditPoints="1"/>
          </p:cNvSpPr>
          <p:nvPr/>
        </p:nvSpPr>
        <p:spPr bwMode="auto">
          <a:xfrm>
            <a:off x="2403934" y="5249781"/>
            <a:ext cx="211667" cy="194733"/>
          </a:xfrm>
          <a:custGeom>
            <a:avLst/>
            <a:gdLst>
              <a:gd name="T0" fmla="*/ 66675 w 50"/>
              <a:gd name="T1" fmla="*/ 44450 h 46"/>
              <a:gd name="T2" fmla="*/ 92075 w 50"/>
              <a:gd name="T3" fmla="*/ 50800 h 46"/>
              <a:gd name="T4" fmla="*/ 92075 w 50"/>
              <a:gd name="T5" fmla="*/ 69850 h 46"/>
              <a:gd name="T6" fmla="*/ 117475 w 50"/>
              <a:gd name="T7" fmla="*/ 73025 h 46"/>
              <a:gd name="T8" fmla="*/ 117475 w 50"/>
              <a:gd name="T9" fmla="*/ 95250 h 46"/>
              <a:gd name="T10" fmla="*/ 111125 w 50"/>
              <a:gd name="T11" fmla="*/ 98425 h 46"/>
              <a:gd name="T12" fmla="*/ 92075 w 50"/>
              <a:gd name="T13" fmla="*/ 117475 h 46"/>
              <a:gd name="T14" fmla="*/ 88900 w 50"/>
              <a:gd name="T15" fmla="*/ 120650 h 46"/>
              <a:gd name="T16" fmla="*/ 63500 w 50"/>
              <a:gd name="T17" fmla="*/ 117475 h 46"/>
              <a:gd name="T18" fmla="*/ 63500 w 50"/>
              <a:gd name="T19" fmla="*/ 98425 h 46"/>
              <a:gd name="T20" fmla="*/ 41275 w 50"/>
              <a:gd name="T21" fmla="*/ 95250 h 46"/>
              <a:gd name="T22" fmla="*/ 41275 w 50"/>
              <a:gd name="T23" fmla="*/ 73025 h 46"/>
              <a:gd name="T24" fmla="*/ 44450 w 50"/>
              <a:gd name="T25" fmla="*/ 69850 h 46"/>
              <a:gd name="T26" fmla="*/ 63500 w 50"/>
              <a:gd name="T27" fmla="*/ 50800 h 46"/>
              <a:gd name="T28" fmla="*/ 66675 w 50"/>
              <a:gd name="T29" fmla="*/ 0 h 46"/>
              <a:gd name="T30" fmla="*/ 88900 w 50"/>
              <a:gd name="T31" fmla="*/ 0 h 46"/>
              <a:gd name="T32" fmla="*/ 101600 w 50"/>
              <a:gd name="T33" fmla="*/ 3175 h 46"/>
              <a:gd name="T34" fmla="*/ 107950 w 50"/>
              <a:gd name="T35" fmla="*/ 22225 h 46"/>
              <a:gd name="T36" fmla="*/ 158750 w 50"/>
              <a:gd name="T37" fmla="*/ 41275 h 46"/>
              <a:gd name="T38" fmla="*/ 136525 w 50"/>
              <a:gd name="T39" fmla="*/ 146050 h 46"/>
              <a:gd name="T40" fmla="*/ 0 w 50"/>
              <a:gd name="T41" fmla="*/ 127000 h 46"/>
              <a:gd name="T42" fmla="*/ 19050 w 50"/>
              <a:gd name="T43" fmla="*/ 22225 h 46"/>
              <a:gd name="T44" fmla="*/ 50800 w 50"/>
              <a:gd name="T45" fmla="*/ 15875 h 46"/>
              <a:gd name="T46" fmla="*/ 53975 w 50"/>
              <a:gd name="T47" fmla="*/ 3175 h 46"/>
              <a:gd name="T48" fmla="*/ 88900 w 50"/>
              <a:gd name="T49" fmla="*/ 6350 h 46"/>
              <a:gd name="T50" fmla="*/ 66675 w 50"/>
              <a:gd name="T51" fmla="*/ 6350 h 46"/>
              <a:gd name="T52" fmla="*/ 57150 w 50"/>
              <a:gd name="T53" fmla="*/ 15875 h 46"/>
              <a:gd name="T54" fmla="*/ 98425 w 50"/>
              <a:gd name="T55" fmla="*/ 22225 h 46"/>
              <a:gd name="T56" fmla="*/ 95250 w 50"/>
              <a:gd name="T57" fmla="*/ 9525 h 46"/>
              <a:gd name="T58" fmla="*/ 136525 w 50"/>
              <a:gd name="T59" fmla="*/ 34925 h 46"/>
              <a:gd name="T60" fmla="*/ 19050 w 50"/>
              <a:gd name="T61" fmla="*/ 34925 h 46"/>
              <a:gd name="T62" fmla="*/ 9525 w 50"/>
              <a:gd name="T63" fmla="*/ 127000 h 46"/>
              <a:gd name="T64" fmla="*/ 136525 w 50"/>
              <a:gd name="T65" fmla="*/ 133350 h 46"/>
              <a:gd name="T66" fmla="*/ 146050 w 50"/>
              <a:gd name="T67" fmla="*/ 41275 h 46"/>
              <a:gd name="T68" fmla="*/ 85725 w 50"/>
              <a:gd name="T69" fmla="*/ 53975 h 46"/>
              <a:gd name="T70" fmla="*/ 69850 w 50"/>
              <a:gd name="T71" fmla="*/ 53975 h 46"/>
              <a:gd name="T72" fmla="*/ 69850 w 50"/>
              <a:gd name="T73" fmla="*/ 73025 h 46"/>
              <a:gd name="T74" fmla="*/ 47625 w 50"/>
              <a:gd name="T75" fmla="*/ 76200 h 46"/>
              <a:gd name="T76" fmla="*/ 66675 w 50"/>
              <a:gd name="T77" fmla="*/ 92075 h 46"/>
              <a:gd name="T78" fmla="*/ 69850 w 50"/>
              <a:gd name="T79" fmla="*/ 95250 h 46"/>
              <a:gd name="T80" fmla="*/ 85725 w 50"/>
              <a:gd name="T81" fmla="*/ 114300 h 46"/>
              <a:gd name="T82" fmla="*/ 85725 w 50"/>
              <a:gd name="T83" fmla="*/ 95250 h 46"/>
              <a:gd name="T84" fmla="*/ 107950 w 50"/>
              <a:gd name="T85" fmla="*/ 92075 h 46"/>
              <a:gd name="T86" fmla="*/ 88900 w 50"/>
              <a:gd name="T87" fmla="*/ 76200 h 46"/>
              <a:gd name="T88" fmla="*/ 85725 w 50"/>
              <a:gd name="T89" fmla="*/ 73025 h 4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0" h="46">
                <a:moveTo>
                  <a:pt x="21" y="14"/>
                </a:moveTo>
                <a:cubicBezTo>
                  <a:pt x="21" y="14"/>
                  <a:pt x="21" y="14"/>
                  <a:pt x="21" y="14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29" y="15"/>
                  <a:pt x="29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22"/>
                  <a:pt x="29" y="22"/>
                  <a:pt x="29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36" y="22"/>
                  <a:pt x="37" y="22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1"/>
                  <a:pt x="36" y="31"/>
                  <a:pt x="35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8"/>
                  <a:pt x="29" y="38"/>
                  <a:pt x="28" y="38"/>
                </a:cubicBezTo>
                <a:cubicBezTo>
                  <a:pt x="28" y="38"/>
                  <a:pt x="28" y="38"/>
                  <a:pt x="28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0" y="38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1"/>
                  <a:pt x="20" y="31"/>
                  <a:pt x="20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3" y="31"/>
                  <a:pt x="13" y="31"/>
                  <a:pt x="13" y="30"/>
                </a:cubicBezTo>
                <a:cubicBezTo>
                  <a:pt x="13" y="30"/>
                  <a:pt x="13" y="30"/>
                  <a:pt x="13" y="30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2"/>
                  <a:pt x="13" y="22"/>
                  <a:pt x="14" y="22"/>
                </a:cubicBezTo>
                <a:cubicBezTo>
                  <a:pt x="14" y="22"/>
                  <a:pt x="14" y="22"/>
                  <a:pt x="14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5"/>
                  <a:pt x="21" y="14"/>
                  <a:pt x="21" y="14"/>
                </a:cubicBezTo>
                <a:close/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0" y="0"/>
                  <a:pt x="31" y="0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3" y="2"/>
                  <a:pt x="34" y="4"/>
                  <a:pt x="34" y="5"/>
                </a:cubicBezTo>
                <a:cubicBezTo>
                  <a:pt x="34" y="7"/>
                  <a:pt x="34" y="7"/>
                  <a:pt x="34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7" y="7"/>
                  <a:pt x="50" y="10"/>
                  <a:pt x="50" y="13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43"/>
                  <a:pt x="47" y="46"/>
                  <a:pt x="43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2" y="46"/>
                  <a:pt x="0" y="43"/>
                  <a:pt x="0" y="40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0"/>
                  <a:pt x="2" y="7"/>
                  <a:pt x="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4"/>
                  <a:pt x="16" y="2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8" y="0"/>
                  <a:pt x="20" y="0"/>
                  <a:pt x="21" y="0"/>
                </a:cubicBezTo>
                <a:close/>
                <a:moveTo>
                  <a:pt x="28" y="2"/>
                </a:moveTo>
                <a:cubicBezTo>
                  <a:pt x="28" y="2"/>
                  <a:pt x="28" y="2"/>
                  <a:pt x="28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0" y="2"/>
                  <a:pt x="19" y="2"/>
                  <a:pt x="19" y="3"/>
                </a:cubicBezTo>
                <a:cubicBezTo>
                  <a:pt x="18" y="4"/>
                  <a:pt x="18" y="4"/>
                  <a:pt x="18" y="5"/>
                </a:cubicBezTo>
                <a:cubicBezTo>
                  <a:pt x="18" y="7"/>
                  <a:pt x="18" y="7"/>
                  <a:pt x="18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4"/>
                  <a:pt x="31" y="4"/>
                  <a:pt x="30" y="3"/>
                </a:cubicBezTo>
                <a:cubicBezTo>
                  <a:pt x="30" y="2"/>
                  <a:pt x="29" y="2"/>
                  <a:pt x="28" y="2"/>
                </a:cubicBezTo>
                <a:close/>
                <a:moveTo>
                  <a:pt x="43" y="11"/>
                </a:moveTo>
                <a:cubicBezTo>
                  <a:pt x="43" y="11"/>
                  <a:pt x="43" y="11"/>
                  <a:pt x="43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5" y="11"/>
                  <a:pt x="3" y="12"/>
                  <a:pt x="3" y="13"/>
                </a:cubicBezTo>
                <a:cubicBezTo>
                  <a:pt x="3" y="40"/>
                  <a:pt x="3" y="40"/>
                  <a:pt x="3" y="40"/>
                </a:cubicBezTo>
                <a:cubicBezTo>
                  <a:pt x="3" y="41"/>
                  <a:pt x="5" y="42"/>
                  <a:pt x="6" y="42"/>
                </a:cubicBezTo>
                <a:cubicBezTo>
                  <a:pt x="43" y="42"/>
                  <a:pt x="43" y="42"/>
                  <a:pt x="43" y="42"/>
                </a:cubicBezTo>
                <a:cubicBezTo>
                  <a:pt x="45" y="42"/>
                  <a:pt x="46" y="41"/>
                  <a:pt x="46" y="40"/>
                </a:cubicBezTo>
                <a:cubicBezTo>
                  <a:pt x="46" y="13"/>
                  <a:pt x="46" y="13"/>
                  <a:pt x="46" y="13"/>
                </a:cubicBezTo>
                <a:cubicBezTo>
                  <a:pt x="46" y="12"/>
                  <a:pt x="45" y="11"/>
                  <a:pt x="43" y="11"/>
                </a:cubicBezTo>
                <a:close/>
                <a:moveTo>
                  <a:pt x="27" y="17"/>
                </a:moveTo>
                <a:cubicBezTo>
                  <a:pt x="27" y="17"/>
                  <a:pt x="27" y="17"/>
                  <a:pt x="27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4"/>
                  <a:pt x="22" y="24"/>
                  <a:pt x="21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5" y="29"/>
                  <a:pt x="15" y="29"/>
                  <a:pt x="15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2" y="29"/>
                  <a:pt x="22" y="29"/>
                  <a:pt x="22" y="30"/>
                </a:cubicBezTo>
                <a:cubicBezTo>
                  <a:pt x="22" y="36"/>
                  <a:pt x="22" y="36"/>
                  <a:pt x="22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29"/>
                  <a:pt x="27" y="29"/>
                  <a:pt x="28" y="29"/>
                </a:cubicBezTo>
                <a:cubicBezTo>
                  <a:pt x="34" y="29"/>
                  <a:pt x="34" y="29"/>
                  <a:pt x="34" y="29"/>
                </a:cubicBezTo>
                <a:cubicBezTo>
                  <a:pt x="34" y="24"/>
                  <a:pt x="34" y="24"/>
                  <a:pt x="34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7" y="24"/>
                  <a:pt x="27" y="24"/>
                  <a:pt x="27" y="23"/>
                </a:cubicBezTo>
                <a:cubicBezTo>
                  <a:pt x="27" y="17"/>
                  <a:pt x="27" y="17"/>
                  <a:pt x="27" y="1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44" name="Freeform 278">
            <a:extLst>
              <a:ext uri="{FF2B5EF4-FFF2-40B4-BE49-F238E27FC236}">
                <a16:creationId xmlns:a16="http://schemas.microsoft.com/office/drawing/2014/main" id="{4335910C-98AC-289A-4D58-91B71F515E2B}"/>
              </a:ext>
            </a:extLst>
          </p:cNvPr>
          <p:cNvSpPr>
            <a:spLocks noEditPoints="1"/>
          </p:cNvSpPr>
          <p:nvPr/>
        </p:nvSpPr>
        <p:spPr bwMode="auto">
          <a:xfrm>
            <a:off x="7678667" y="4803165"/>
            <a:ext cx="211667" cy="211667"/>
          </a:xfrm>
          <a:custGeom>
            <a:avLst/>
            <a:gdLst>
              <a:gd name="T0" fmla="*/ 79375 w 50"/>
              <a:gd name="T1" fmla="*/ 0 h 50"/>
              <a:gd name="T2" fmla="*/ 0 w 50"/>
              <a:gd name="T3" fmla="*/ 79375 h 50"/>
              <a:gd name="T4" fmla="*/ 79375 w 50"/>
              <a:gd name="T5" fmla="*/ 158750 h 50"/>
              <a:gd name="T6" fmla="*/ 158750 w 50"/>
              <a:gd name="T7" fmla="*/ 79375 h 50"/>
              <a:gd name="T8" fmla="*/ 79375 w 50"/>
              <a:gd name="T9" fmla="*/ 0 h 50"/>
              <a:gd name="T10" fmla="*/ 142875 w 50"/>
              <a:gd name="T11" fmla="*/ 98425 h 50"/>
              <a:gd name="T12" fmla="*/ 142875 w 50"/>
              <a:gd name="T13" fmla="*/ 98425 h 50"/>
              <a:gd name="T14" fmla="*/ 98425 w 50"/>
              <a:gd name="T15" fmla="*/ 95250 h 50"/>
              <a:gd name="T16" fmla="*/ 41275 w 50"/>
              <a:gd name="T17" fmla="*/ 88900 h 50"/>
              <a:gd name="T18" fmla="*/ 38100 w 50"/>
              <a:gd name="T19" fmla="*/ 79375 h 50"/>
              <a:gd name="T20" fmla="*/ 63500 w 50"/>
              <a:gd name="T21" fmla="*/ 69850 h 50"/>
              <a:gd name="T22" fmla="*/ 136525 w 50"/>
              <a:gd name="T23" fmla="*/ 63500 h 50"/>
              <a:gd name="T24" fmla="*/ 142875 w 50"/>
              <a:gd name="T25" fmla="*/ 63500 h 50"/>
              <a:gd name="T26" fmla="*/ 146050 w 50"/>
              <a:gd name="T27" fmla="*/ 79375 h 50"/>
              <a:gd name="T28" fmla="*/ 142875 w 50"/>
              <a:gd name="T29" fmla="*/ 98425 h 50"/>
              <a:gd name="T30" fmla="*/ 142875 w 50"/>
              <a:gd name="T31" fmla="*/ 53975 h 50"/>
              <a:gd name="T32" fmla="*/ 142875 w 50"/>
              <a:gd name="T33" fmla="*/ 53975 h 50"/>
              <a:gd name="T34" fmla="*/ 136525 w 50"/>
              <a:gd name="T35" fmla="*/ 53975 h 50"/>
              <a:gd name="T36" fmla="*/ 60325 w 50"/>
              <a:gd name="T37" fmla="*/ 63500 h 50"/>
              <a:gd name="T38" fmla="*/ 38100 w 50"/>
              <a:gd name="T39" fmla="*/ 73025 h 50"/>
              <a:gd name="T40" fmla="*/ 34925 w 50"/>
              <a:gd name="T41" fmla="*/ 66675 h 50"/>
              <a:gd name="T42" fmla="*/ 104775 w 50"/>
              <a:gd name="T43" fmla="*/ 15875 h 50"/>
              <a:gd name="T44" fmla="*/ 142875 w 50"/>
              <a:gd name="T45" fmla="*/ 53975 h 50"/>
              <a:gd name="T46" fmla="*/ 88900 w 50"/>
              <a:gd name="T47" fmla="*/ 12700 h 50"/>
              <a:gd name="T48" fmla="*/ 88900 w 50"/>
              <a:gd name="T49" fmla="*/ 12700 h 50"/>
              <a:gd name="T50" fmla="*/ 34925 w 50"/>
              <a:gd name="T51" fmla="*/ 60325 h 50"/>
              <a:gd name="T52" fmla="*/ 38100 w 50"/>
              <a:gd name="T53" fmla="*/ 25400 h 50"/>
              <a:gd name="T54" fmla="*/ 79375 w 50"/>
              <a:gd name="T55" fmla="*/ 12700 h 50"/>
              <a:gd name="T56" fmla="*/ 88900 w 50"/>
              <a:gd name="T57" fmla="*/ 12700 h 50"/>
              <a:gd name="T58" fmla="*/ 28575 w 50"/>
              <a:gd name="T59" fmla="*/ 34925 h 50"/>
              <a:gd name="T60" fmla="*/ 28575 w 50"/>
              <a:gd name="T61" fmla="*/ 34925 h 50"/>
              <a:gd name="T62" fmla="*/ 28575 w 50"/>
              <a:gd name="T63" fmla="*/ 63500 h 50"/>
              <a:gd name="T64" fmla="*/ 15875 w 50"/>
              <a:gd name="T65" fmla="*/ 57150 h 50"/>
              <a:gd name="T66" fmla="*/ 28575 w 50"/>
              <a:gd name="T67" fmla="*/ 34925 h 50"/>
              <a:gd name="T68" fmla="*/ 12700 w 50"/>
              <a:gd name="T69" fmla="*/ 66675 h 50"/>
              <a:gd name="T70" fmla="*/ 12700 w 50"/>
              <a:gd name="T71" fmla="*/ 66675 h 50"/>
              <a:gd name="T72" fmla="*/ 28575 w 50"/>
              <a:gd name="T73" fmla="*/ 69850 h 50"/>
              <a:gd name="T74" fmla="*/ 31750 w 50"/>
              <a:gd name="T75" fmla="*/ 76200 h 50"/>
              <a:gd name="T76" fmla="*/ 12700 w 50"/>
              <a:gd name="T77" fmla="*/ 85725 h 50"/>
              <a:gd name="T78" fmla="*/ 12700 w 50"/>
              <a:gd name="T79" fmla="*/ 79375 h 50"/>
              <a:gd name="T80" fmla="*/ 12700 w 50"/>
              <a:gd name="T81" fmla="*/ 66675 h 50"/>
              <a:gd name="T82" fmla="*/ 12700 w 50"/>
              <a:gd name="T83" fmla="*/ 95250 h 50"/>
              <a:gd name="T84" fmla="*/ 12700 w 50"/>
              <a:gd name="T85" fmla="*/ 95250 h 50"/>
              <a:gd name="T86" fmla="*/ 31750 w 50"/>
              <a:gd name="T87" fmla="*/ 82550 h 50"/>
              <a:gd name="T88" fmla="*/ 34925 w 50"/>
              <a:gd name="T89" fmla="*/ 92075 h 50"/>
              <a:gd name="T90" fmla="*/ 28575 w 50"/>
              <a:gd name="T91" fmla="*/ 101600 h 50"/>
              <a:gd name="T92" fmla="*/ 22225 w 50"/>
              <a:gd name="T93" fmla="*/ 117475 h 50"/>
              <a:gd name="T94" fmla="*/ 12700 w 50"/>
              <a:gd name="T95" fmla="*/ 95250 h 50"/>
              <a:gd name="T96" fmla="*/ 31750 w 50"/>
              <a:gd name="T97" fmla="*/ 127000 h 50"/>
              <a:gd name="T98" fmla="*/ 31750 w 50"/>
              <a:gd name="T99" fmla="*/ 127000 h 50"/>
              <a:gd name="T100" fmla="*/ 34925 w 50"/>
              <a:gd name="T101" fmla="*/ 104775 h 50"/>
              <a:gd name="T102" fmla="*/ 38100 w 50"/>
              <a:gd name="T103" fmla="*/ 98425 h 50"/>
              <a:gd name="T104" fmla="*/ 92075 w 50"/>
              <a:gd name="T105" fmla="*/ 146050 h 50"/>
              <a:gd name="T106" fmla="*/ 79375 w 50"/>
              <a:gd name="T107" fmla="*/ 146050 h 50"/>
              <a:gd name="T108" fmla="*/ 31750 w 50"/>
              <a:gd name="T109" fmla="*/ 127000 h 50"/>
              <a:gd name="T110" fmla="*/ 104775 w 50"/>
              <a:gd name="T111" fmla="*/ 142875 h 50"/>
              <a:gd name="T112" fmla="*/ 104775 w 50"/>
              <a:gd name="T113" fmla="*/ 142875 h 50"/>
              <a:gd name="T114" fmla="*/ 44450 w 50"/>
              <a:gd name="T115" fmla="*/ 95250 h 50"/>
              <a:gd name="T116" fmla="*/ 95250 w 50"/>
              <a:gd name="T117" fmla="*/ 101600 h 50"/>
              <a:gd name="T118" fmla="*/ 139700 w 50"/>
              <a:gd name="T119" fmla="*/ 107950 h 50"/>
              <a:gd name="T120" fmla="*/ 104775 w 50"/>
              <a:gd name="T121" fmla="*/ 142875 h 5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0" h="50">
                <a:moveTo>
                  <a:pt x="25" y="0"/>
                </a:moveTo>
                <a:cubicBezTo>
                  <a:pt x="11" y="0"/>
                  <a:pt x="0" y="11"/>
                  <a:pt x="0" y="25"/>
                </a:cubicBezTo>
                <a:cubicBezTo>
                  <a:pt x="0" y="39"/>
                  <a:pt x="11" y="50"/>
                  <a:pt x="25" y="50"/>
                </a:cubicBezTo>
                <a:cubicBezTo>
                  <a:pt x="39" y="50"/>
                  <a:pt x="50" y="39"/>
                  <a:pt x="50" y="25"/>
                </a:cubicBezTo>
                <a:cubicBezTo>
                  <a:pt x="50" y="11"/>
                  <a:pt x="39" y="0"/>
                  <a:pt x="25" y="0"/>
                </a:cubicBezTo>
                <a:close/>
                <a:moveTo>
                  <a:pt x="45" y="31"/>
                </a:moveTo>
                <a:cubicBezTo>
                  <a:pt x="45" y="31"/>
                  <a:pt x="45" y="31"/>
                  <a:pt x="45" y="31"/>
                </a:cubicBezTo>
                <a:cubicBezTo>
                  <a:pt x="43" y="32"/>
                  <a:pt x="37" y="34"/>
                  <a:pt x="31" y="30"/>
                </a:cubicBezTo>
                <a:cubicBezTo>
                  <a:pt x="26" y="27"/>
                  <a:pt x="19" y="25"/>
                  <a:pt x="13" y="28"/>
                </a:cubicBezTo>
                <a:cubicBezTo>
                  <a:pt x="13" y="27"/>
                  <a:pt x="13" y="26"/>
                  <a:pt x="12" y="25"/>
                </a:cubicBezTo>
                <a:cubicBezTo>
                  <a:pt x="15" y="24"/>
                  <a:pt x="17" y="23"/>
                  <a:pt x="20" y="22"/>
                </a:cubicBezTo>
                <a:cubicBezTo>
                  <a:pt x="27" y="20"/>
                  <a:pt x="35" y="19"/>
                  <a:pt x="43" y="20"/>
                </a:cubicBezTo>
                <a:cubicBezTo>
                  <a:pt x="44" y="20"/>
                  <a:pt x="44" y="20"/>
                  <a:pt x="45" y="20"/>
                </a:cubicBezTo>
                <a:cubicBezTo>
                  <a:pt x="46" y="21"/>
                  <a:pt x="46" y="23"/>
                  <a:pt x="46" y="25"/>
                </a:cubicBezTo>
                <a:cubicBezTo>
                  <a:pt x="46" y="27"/>
                  <a:pt x="46" y="29"/>
                  <a:pt x="45" y="31"/>
                </a:cubicBezTo>
                <a:close/>
                <a:moveTo>
                  <a:pt x="45" y="17"/>
                </a:moveTo>
                <a:cubicBezTo>
                  <a:pt x="45" y="17"/>
                  <a:pt x="45" y="17"/>
                  <a:pt x="45" y="17"/>
                </a:cubicBezTo>
                <a:cubicBezTo>
                  <a:pt x="44" y="17"/>
                  <a:pt x="43" y="17"/>
                  <a:pt x="43" y="17"/>
                </a:cubicBezTo>
                <a:cubicBezTo>
                  <a:pt x="35" y="17"/>
                  <a:pt x="27" y="18"/>
                  <a:pt x="19" y="20"/>
                </a:cubicBezTo>
                <a:cubicBezTo>
                  <a:pt x="16" y="21"/>
                  <a:pt x="14" y="22"/>
                  <a:pt x="12" y="23"/>
                </a:cubicBezTo>
                <a:cubicBezTo>
                  <a:pt x="12" y="22"/>
                  <a:pt x="11" y="22"/>
                  <a:pt x="11" y="21"/>
                </a:cubicBezTo>
                <a:cubicBezTo>
                  <a:pt x="20" y="18"/>
                  <a:pt x="21" y="7"/>
                  <a:pt x="33" y="5"/>
                </a:cubicBezTo>
                <a:cubicBezTo>
                  <a:pt x="38" y="7"/>
                  <a:pt x="43" y="12"/>
                  <a:pt x="45" y="17"/>
                </a:cubicBezTo>
                <a:close/>
                <a:moveTo>
                  <a:pt x="28" y="4"/>
                </a:moveTo>
                <a:cubicBezTo>
                  <a:pt x="28" y="4"/>
                  <a:pt x="28" y="4"/>
                  <a:pt x="28" y="4"/>
                </a:cubicBezTo>
                <a:cubicBezTo>
                  <a:pt x="19" y="7"/>
                  <a:pt x="18" y="15"/>
                  <a:pt x="11" y="19"/>
                </a:cubicBezTo>
                <a:cubicBezTo>
                  <a:pt x="11" y="15"/>
                  <a:pt x="11" y="12"/>
                  <a:pt x="12" y="8"/>
                </a:cubicBezTo>
                <a:cubicBezTo>
                  <a:pt x="15" y="5"/>
                  <a:pt x="20" y="4"/>
                  <a:pt x="25" y="4"/>
                </a:cubicBezTo>
                <a:cubicBezTo>
                  <a:pt x="26" y="4"/>
                  <a:pt x="27" y="4"/>
                  <a:pt x="28" y="4"/>
                </a:cubicBezTo>
                <a:close/>
                <a:moveTo>
                  <a:pt x="9" y="11"/>
                </a:moveTo>
                <a:cubicBezTo>
                  <a:pt x="9" y="11"/>
                  <a:pt x="9" y="11"/>
                  <a:pt x="9" y="11"/>
                </a:cubicBezTo>
                <a:cubicBezTo>
                  <a:pt x="9" y="14"/>
                  <a:pt x="8" y="17"/>
                  <a:pt x="9" y="20"/>
                </a:cubicBezTo>
                <a:cubicBezTo>
                  <a:pt x="7" y="20"/>
                  <a:pt x="6" y="19"/>
                  <a:pt x="5" y="18"/>
                </a:cubicBezTo>
                <a:cubicBezTo>
                  <a:pt x="6" y="16"/>
                  <a:pt x="7" y="13"/>
                  <a:pt x="9" y="11"/>
                </a:cubicBezTo>
                <a:close/>
                <a:moveTo>
                  <a:pt x="4" y="21"/>
                </a:moveTo>
                <a:cubicBezTo>
                  <a:pt x="4" y="21"/>
                  <a:pt x="4" y="21"/>
                  <a:pt x="4" y="21"/>
                </a:cubicBezTo>
                <a:cubicBezTo>
                  <a:pt x="6" y="22"/>
                  <a:pt x="7" y="22"/>
                  <a:pt x="9" y="22"/>
                </a:cubicBezTo>
                <a:cubicBezTo>
                  <a:pt x="9" y="23"/>
                  <a:pt x="9" y="23"/>
                  <a:pt x="10" y="24"/>
                </a:cubicBezTo>
                <a:cubicBezTo>
                  <a:pt x="8" y="25"/>
                  <a:pt x="6" y="26"/>
                  <a:pt x="4" y="27"/>
                </a:cubicBezTo>
                <a:cubicBezTo>
                  <a:pt x="4" y="27"/>
                  <a:pt x="4" y="26"/>
                  <a:pt x="4" y="25"/>
                </a:cubicBezTo>
                <a:cubicBezTo>
                  <a:pt x="4" y="24"/>
                  <a:pt x="4" y="22"/>
                  <a:pt x="4" y="21"/>
                </a:cubicBezTo>
                <a:close/>
                <a:moveTo>
                  <a:pt x="4" y="30"/>
                </a:moveTo>
                <a:cubicBezTo>
                  <a:pt x="4" y="30"/>
                  <a:pt x="4" y="30"/>
                  <a:pt x="4" y="30"/>
                </a:cubicBezTo>
                <a:cubicBezTo>
                  <a:pt x="6" y="29"/>
                  <a:pt x="8" y="27"/>
                  <a:pt x="10" y="26"/>
                </a:cubicBezTo>
                <a:cubicBezTo>
                  <a:pt x="11" y="27"/>
                  <a:pt x="11" y="28"/>
                  <a:pt x="11" y="29"/>
                </a:cubicBezTo>
                <a:cubicBezTo>
                  <a:pt x="10" y="30"/>
                  <a:pt x="10" y="31"/>
                  <a:pt x="9" y="32"/>
                </a:cubicBezTo>
                <a:cubicBezTo>
                  <a:pt x="8" y="33"/>
                  <a:pt x="8" y="35"/>
                  <a:pt x="7" y="37"/>
                </a:cubicBezTo>
                <a:cubicBezTo>
                  <a:pt x="6" y="35"/>
                  <a:pt x="5" y="32"/>
                  <a:pt x="4" y="30"/>
                </a:cubicBezTo>
                <a:close/>
                <a:moveTo>
                  <a:pt x="10" y="40"/>
                </a:moveTo>
                <a:cubicBezTo>
                  <a:pt x="10" y="40"/>
                  <a:pt x="10" y="40"/>
                  <a:pt x="10" y="40"/>
                </a:cubicBezTo>
                <a:cubicBezTo>
                  <a:pt x="9" y="37"/>
                  <a:pt x="10" y="35"/>
                  <a:pt x="11" y="33"/>
                </a:cubicBezTo>
                <a:cubicBezTo>
                  <a:pt x="11" y="32"/>
                  <a:pt x="12" y="32"/>
                  <a:pt x="12" y="31"/>
                </a:cubicBezTo>
                <a:cubicBezTo>
                  <a:pt x="16" y="38"/>
                  <a:pt x="22" y="43"/>
                  <a:pt x="29" y="46"/>
                </a:cubicBezTo>
                <a:cubicBezTo>
                  <a:pt x="28" y="46"/>
                  <a:pt x="26" y="46"/>
                  <a:pt x="25" y="46"/>
                </a:cubicBezTo>
                <a:cubicBezTo>
                  <a:pt x="19" y="46"/>
                  <a:pt x="14" y="44"/>
                  <a:pt x="10" y="40"/>
                </a:cubicBezTo>
                <a:close/>
                <a:moveTo>
                  <a:pt x="33" y="45"/>
                </a:moveTo>
                <a:cubicBezTo>
                  <a:pt x="33" y="45"/>
                  <a:pt x="33" y="45"/>
                  <a:pt x="33" y="45"/>
                </a:cubicBezTo>
                <a:cubicBezTo>
                  <a:pt x="25" y="42"/>
                  <a:pt x="18" y="37"/>
                  <a:pt x="14" y="30"/>
                </a:cubicBezTo>
                <a:cubicBezTo>
                  <a:pt x="19" y="28"/>
                  <a:pt x="26" y="30"/>
                  <a:pt x="30" y="32"/>
                </a:cubicBezTo>
                <a:cubicBezTo>
                  <a:pt x="36" y="35"/>
                  <a:pt x="41" y="35"/>
                  <a:pt x="44" y="34"/>
                </a:cubicBezTo>
                <a:cubicBezTo>
                  <a:pt x="42" y="39"/>
                  <a:pt x="38" y="43"/>
                  <a:pt x="33" y="4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45" name="Freeform 279">
            <a:extLst>
              <a:ext uri="{FF2B5EF4-FFF2-40B4-BE49-F238E27FC236}">
                <a16:creationId xmlns:a16="http://schemas.microsoft.com/office/drawing/2014/main" id="{C41499C7-1224-4CD2-3819-BBC3BA4DA3F3}"/>
              </a:ext>
            </a:extLst>
          </p:cNvPr>
          <p:cNvSpPr>
            <a:spLocks noEditPoints="1"/>
          </p:cNvSpPr>
          <p:nvPr/>
        </p:nvSpPr>
        <p:spPr bwMode="auto">
          <a:xfrm>
            <a:off x="6567418" y="4807398"/>
            <a:ext cx="203200" cy="203200"/>
          </a:xfrm>
          <a:custGeom>
            <a:avLst/>
            <a:gdLst>
              <a:gd name="T0" fmla="*/ 28575 w 48"/>
              <a:gd name="T1" fmla="*/ 53975 h 48"/>
              <a:gd name="T2" fmla="*/ 41275 w 48"/>
              <a:gd name="T3" fmla="*/ 63500 h 48"/>
              <a:gd name="T4" fmla="*/ 53975 w 48"/>
              <a:gd name="T5" fmla="*/ 66675 h 48"/>
              <a:gd name="T6" fmla="*/ 66675 w 48"/>
              <a:gd name="T7" fmla="*/ 44450 h 48"/>
              <a:gd name="T8" fmla="*/ 76200 w 48"/>
              <a:gd name="T9" fmla="*/ 44450 h 48"/>
              <a:gd name="T10" fmla="*/ 76200 w 48"/>
              <a:gd name="T11" fmla="*/ 44450 h 48"/>
              <a:gd name="T12" fmla="*/ 98425 w 48"/>
              <a:gd name="T13" fmla="*/ 60325 h 48"/>
              <a:gd name="T14" fmla="*/ 117475 w 48"/>
              <a:gd name="T15" fmla="*/ 28575 h 48"/>
              <a:gd name="T16" fmla="*/ 117475 w 48"/>
              <a:gd name="T17" fmla="*/ 22225 h 48"/>
              <a:gd name="T18" fmla="*/ 120650 w 48"/>
              <a:gd name="T19" fmla="*/ 12700 h 48"/>
              <a:gd name="T20" fmla="*/ 127000 w 48"/>
              <a:gd name="T21" fmla="*/ 9525 h 48"/>
              <a:gd name="T22" fmla="*/ 139700 w 48"/>
              <a:gd name="T23" fmla="*/ 22225 h 48"/>
              <a:gd name="T24" fmla="*/ 136525 w 48"/>
              <a:gd name="T25" fmla="*/ 31750 h 48"/>
              <a:gd name="T26" fmla="*/ 127000 w 48"/>
              <a:gd name="T27" fmla="*/ 34925 h 48"/>
              <a:gd name="T28" fmla="*/ 107950 w 48"/>
              <a:gd name="T29" fmla="*/ 69850 h 48"/>
              <a:gd name="T30" fmla="*/ 107950 w 48"/>
              <a:gd name="T31" fmla="*/ 73025 h 48"/>
              <a:gd name="T32" fmla="*/ 98425 w 48"/>
              <a:gd name="T33" fmla="*/ 73025 h 48"/>
              <a:gd name="T34" fmla="*/ 76200 w 48"/>
              <a:gd name="T35" fmla="*/ 57150 h 48"/>
              <a:gd name="T36" fmla="*/ 66675 w 48"/>
              <a:gd name="T37" fmla="*/ 69850 h 48"/>
              <a:gd name="T38" fmla="*/ 76200 w 48"/>
              <a:gd name="T39" fmla="*/ 73025 h 48"/>
              <a:gd name="T40" fmla="*/ 76200 w 48"/>
              <a:gd name="T41" fmla="*/ 73025 h 48"/>
              <a:gd name="T42" fmla="*/ 101600 w 48"/>
              <a:gd name="T43" fmla="*/ 92075 h 48"/>
              <a:gd name="T44" fmla="*/ 117475 w 48"/>
              <a:gd name="T45" fmla="*/ 92075 h 48"/>
              <a:gd name="T46" fmla="*/ 127000 w 48"/>
              <a:gd name="T47" fmla="*/ 82550 h 48"/>
              <a:gd name="T48" fmla="*/ 136525 w 48"/>
              <a:gd name="T49" fmla="*/ 88900 h 48"/>
              <a:gd name="T50" fmla="*/ 139700 w 48"/>
              <a:gd name="T51" fmla="*/ 95250 h 48"/>
              <a:gd name="T52" fmla="*/ 127000 w 48"/>
              <a:gd name="T53" fmla="*/ 107950 h 48"/>
              <a:gd name="T54" fmla="*/ 120650 w 48"/>
              <a:gd name="T55" fmla="*/ 104775 h 48"/>
              <a:gd name="T56" fmla="*/ 117475 w 48"/>
              <a:gd name="T57" fmla="*/ 104775 h 48"/>
              <a:gd name="T58" fmla="*/ 101600 w 48"/>
              <a:gd name="T59" fmla="*/ 104775 h 48"/>
              <a:gd name="T60" fmla="*/ 98425 w 48"/>
              <a:gd name="T61" fmla="*/ 104775 h 48"/>
              <a:gd name="T62" fmla="*/ 69850 w 48"/>
              <a:gd name="T63" fmla="*/ 85725 h 48"/>
              <a:gd name="T64" fmla="*/ 60325 w 48"/>
              <a:gd name="T65" fmla="*/ 82550 h 48"/>
              <a:gd name="T66" fmla="*/ 41275 w 48"/>
              <a:gd name="T67" fmla="*/ 114300 h 48"/>
              <a:gd name="T68" fmla="*/ 41275 w 48"/>
              <a:gd name="T69" fmla="*/ 120650 h 48"/>
              <a:gd name="T70" fmla="*/ 38100 w 48"/>
              <a:gd name="T71" fmla="*/ 127000 h 48"/>
              <a:gd name="T72" fmla="*/ 28575 w 48"/>
              <a:gd name="T73" fmla="*/ 133350 h 48"/>
              <a:gd name="T74" fmla="*/ 19050 w 48"/>
              <a:gd name="T75" fmla="*/ 120650 h 48"/>
              <a:gd name="T76" fmla="*/ 28575 w 48"/>
              <a:gd name="T77" fmla="*/ 107950 h 48"/>
              <a:gd name="T78" fmla="*/ 28575 w 48"/>
              <a:gd name="T79" fmla="*/ 107950 h 48"/>
              <a:gd name="T80" fmla="*/ 47625 w 48"/>
              <a:gd name="T81" fmla="*/ 79375 h 48"/>
              <a:gd name="T82" fmla="*/ 38100 w 48"/>
              <a:gd name="T83" fmla="*/ 76200 h 48"/>
              <a:gd name="T84" fmla="*/ 28575 w 48"/>
              <a:gd name="T85" fmla="*/ 79375 h 48"/>
              <a:gd name="T86" fmla="*/ 19050 w 48"/>
              <a:gd name="T87" fmla="*/ 66675 h 48"/>
              <a:gd name="T88" fmla="*/ 28575 w 48"/>
              <a:gd name="T89" fmla="*/ 53975 h 48"/>
              <a:gd name="T90" fmla="*/ 3175 w 48"/>
              <a:gd name="T91" fmla="*/ 152400 h 48"/>
              <a:gd name="T92" fmla="*/ 3175 w 48"/>
              <a:gd name="T93" fmla="*/ 152400 h 48"/>
              <a:gd name="T94" fmla="*/ 0 w 48"/>
              <a:gd name="T95" fmla="*/ 149225 h 48"/>
              <a:gd name="T96" fmla="*/ 0 w 48"/>
              <a:gd name="T97" fmla="*/ 3175 h 48"/>
              <a:gd name="T98" fmla="*/ 3175 w 48"/>
              <a:gd name="T99" fmla="*/ 0 h 48"/>
              <a:gd name="T100" fmla="*/ 6350 w 48"/>
              <a:gd name="T101" fmla="*/ 3175 h 48"/>
              <a:gd name="T102" fmla="*/ 6350 w 48"/>
              <a:gd name="T103" fmla="*/ 146050 h 48"/>
              <a:gd name="T104" fmla="*/ 149225 w 48"/>
              <a:gd name="T105" fmla="*/ 146050 h 48"/>
              <a:gd name="T106" fmla="*/ 152400 w 48"/>
              <a:gd name="T107" fmla="*/ 149225 h 48"/>
              <a:gd name="T108" fmla="*/ 149225 w 48"/>
              <a:gd name="T109" fmla="*/ 152400 h 48"/>
              <a:gd name="T110" fmla="*/ 3175 w 48"/>
              <a:gd name="T111" fmla="*/ 152400 h 4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48" h="48">
                <a:moveTo>
                  <a:pt x="9" y="17"/>
                </a:moveTo>
                <a:cubicBezTo>
                  <a:pt x="11" y="17"/>
                  <a:pt x="12" y="18"/>
                  <a:pt x="13" y="20"/>
                </a:cubicBezTo>
                <a:cubicBezTo>
                  <a:pt x="17" y="21"/>
                  <a:pt x="17" y="21"/>
                  <a:pt x="17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2" y="14"/>
                  <a:pt x="23" y="13"/>
                  <a:pt x="24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31" y="19"/>
                  <a:pt x="31" y="19"/>
                  <a:pt x="31" y="19"/>
                </a:cubicBezTo>
                <a:cubicBezTo>
                  <a:pt x="37" y="9"/>
                  <a:pt x="37" y="9"/>
                  <a:pt x="37" y="9"/>
                </a:cubicBezTo>
                <a:cubicBezTo>
                  <a:pt x="37" y="8"/>
                  <a:pt x="37" y="8"/>
                  <a:pt x="37" y="7"/>
                </a:cubicBezTo>
                <a:cubicBezTo>
                  <a:pt x="37" y="6"/>
                  <a:pt x="37" y="5"/>
                  <a:pt x="38" y="4"/>
                </a:cubicBezTo>
                <a:cubicBezTo>
                  <a:pt x="38" y="4"/>
                  <a:pt x="39" y="3"/>
                  <a:pt x="40" y="3"/>
                </a:cubicBezTo>
                <a:cubicBezTo>
                  <a:pt x="42" y="3"/>
                  <a:pt x="44" y="5"/>
                  <a:pt x="44" y="7"/>
                </a:cubicBezTo>
                <a:cubicBezTo>
                  <a:pt x="44" y="8"/>
                  <a:pt x="43" y="9"/>
                  <a:pt x="43" y="10"/>
                </a:cubicBezTo>
                <a:cubicBezTo>
                  <a:pt x="42" y="10"/>
                  <a:pt x="41" y="11"/>
                  <a:pt x="40" y="11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3"/>
                  <a:pt x="34" y="23"/>
                </a:cubicBezTo>
                <a:cubicBezTo>
                  <a:pt x="33" y="23"/>
                  <a:pt x="32" y="24"/>
                  <a:pt x="31" y="23"/>
                </a:cubicBezTo>
                <a:cubicBezTo>
                  <a:pt x="24" y="18"/>
                  <a:pt x="24" y="18"/>
                  <a:pt x="24" y="18"/>
                </a:cubicBezTo>
                <a:cubicBezTo>
                  <a:pt x="21" y="22"/>
                  <a:pt x="21" y="22"/>
                  <a:pt x="21" y="22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32" y="29"/>
                  <a:pt x="32" y="29"/>
                  <a:pt x="32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7" y="27"/>
                  <a:pt x="39" y="26"/>
                  <a:pt x="40" y="26"/>
                </a:cubicBezTo>
                <a:cubicBezTo>
                  <a:pt x="41" y="26"/>
                  <a:pt x="42" y="27"/>
                  <a:pt x="43" y="28"/>
                </a:cubicBezTo>
                <a:cubicBezTo>
                  <a:pt x="43" y="28"/>
                  <a:pt x="44" y="29"/>
                  <a:pt x="44" y="30"/>
                </a:cubicBezTo>
                <a:cubicBezTo>
                  <a:pt x="44" y="32"/>
                  <a:pt x="42" y="34"/>
                  <a:pt x="40" y="34"/>
                </a:cubicBezTo>
                <a:cubicBezTo>
                  <a:pt x="39" y="34"/>
                  <a:pt x="38" y="33"/>
                  <a:pt x="38" y="33"/>
                </a:cubicBezTo>
                <a:cubicBezTo>
                  <a:pt x="37" y="33"/>
                  <a:pt x="37" y="33"/>
                  <a:pt x="37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1" y="33"/>
                  <a:pt x="31" y="33"/>
                </a:cubicBezTo>
                <a:cubicBezTo>
                  <a:pt x="22" y="27"/>
                  <a:pt x="22" y="27"/>
                  <a:pt x="22" y="27"/>
                </a:cubicBezTo>
                <a:cubicBezTo>
                  <a:pt x="19" y="26"/>
                  <a:pt x="19" y="26"/>
                  <a:pt x="19" y="26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7"/>
                  <a:pt x="13" y="37"/>
                  <a:pt x="13" y="38"/>
                </a:cubicBezTo>
                <a:cubicBezTo>
                  <a:pt x="13" y="39"/>
                  <a:pt x="13" y="40"/>
                  <a:pt x="12" y="40"/>
                </a:cubicBezTo>
                <a:cubicBezTo>
                  <a:pt x="11" y="41"/>
                  <a:pt x="10" y="42"/>
                  <a:pt x="9" y="42"/>
                </a:cubicBezTo>
                <a:cubicBezTo>
                  <a:pt x="7" y="42"/>
                  <a:pt x="6" y="40"/>
                  <a:pt x="6" y="38"/>
                </a:cubicBezTo>
                <a:cubicBezTo>
                  <a:pt x="6" y="36"/>
                  <a:pt x="7" y="34"/>
                  <a:pt x="9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15" y="25"/>
                  <a:pt x="15" y="25"/>
                  <a:pt x="15" y="25"/>
                </a:cubicBezTo>
                <a:cubicBezTo>
                  <a:pt x="12" y="24"/>
                  <a:pt x="12" y="24"/>
                  <a:pt x="12" y="24"/>
                </a:cubicBezTo>
                <a:cubicBezTo>
                  <a:pt x="11" y="24"/>
                  <a:pt x="10" y="25"/>
                  <a:pt x="9" y="25"/>
                </a:cubicBezTo>
                <a:cubicBezTo>
                  <a:pt x="7" y="25"/>
                  <a:pt x="6" y="23"/>
                  <a:pt x="6" y="21"/>
                </a:cubicBezTo>
                <a:cubicBezTo>
                  <a:pt x="6" y="19"/>
                  <a:pt x="7" y="17"/>
                  <a:pt x="9" y="17"/>
                </a:cubicBezTo>
                <a:close/>
                <a:moveTo>
                  <a:pt x="1" y="48"/>
                </a:moveTo>
                <a:cubicBezTo>
                  <a:pt x="1" y="48"/>
                  <a:pt x="1" y="48"/>
                  <a:pt x="1" y="48"/>
                </a:cubicBezTo>
                <a:cubicBezTo>
                  <a:pt x="0" y="48"/>
                  <a:pt x="0" y="48"/>
                  <a:pt x="0" y="47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1" y="0"/>
                  <a:pt x="2" y="0"/>
                  <a:pt x="2" y="1"/>
                </a:cubicBezTo>
                <a:cubicBezTo>
                  <a:pt x="2" y="46"/>
                  <a:pt x="2" y="46"/>
                  <a:pt x="2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8" y="46"/>
                  <a:pt x="48" y="46"/>
                  <a:pt x="48" y="47"/>
                </a:cubicBezTo>
                <a:cubicBezTo>
                  <a:pt x="48" y="48"/>
                  <a:pt x="48" y="48"/>
                  <a:pt x="47" y="48"/>
                </a:cubicBezTo>
                <a:cubicBezTo>
                  <a:pt x="1" y="48"/>
                  <a:pt x="1" y="48"/>
                  <a:pt x="1" y="4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46" name="Freeform 280">
            <a:extLst>
              <a:ext uri="{FF2B5EF4-FFF2-40B4-BE49-F238E27FC236}">
                <a16:creationId xmlns:a16="http://schemas.microsoft.com/office/drawing/2014/main" id="{8C991B78-6B4A-7036-4B1B-64EF7ACE1C38}"/>
              </a:ext>
            </a:extLst>
          </p:cNvPr>
          <p:cNvSpPr>
            <a:spLocks noEditPoints="1"/>
          </p:cNvSpPr>
          <p:nvPr/>
        </p:nvSpPr>
        <p:spPr bwMode="auto">
          <a:xfrm>
            <a:off x="11399768" y="1746699"/>
            <a:ext cx="194733" cy="213783"/>
          </a:xfrm>
          <a:custGeom>
            <a:avLst/>
            <a:gdLst>
              <a:gd name="T0" fmla="*/ 6350 w 46"/>
              <a:gd name="T1" fmla="*/ 0 h 50"/>
              <a:gd name="T2" fmla="*/ 146050 w 46"/>
              <a:gd name="T3" fmla="*/ 6413 h 50"/>
              <a:gd name="T4" fmla="*/ 146050 w 46"/>
              <a:gd name="T5" fmla="*/ 153924 h 50"/>
              <a:gd name="T6" fmla="*/ 139700 w 46"/>
              <a:gd name="T7" fmla="*/ 160337 h 50"/>
              <a:gd name="T8" fmla="*/ 0 w 46"/>
              <a:gd name="T9" fmla="*/ 153924 h 50"/>
              <a:gd name="T10" fmla="*/ 0 w 46"/>
              <a:gd name="T11" fmla="*/ 6413 h 50"/>
              <a:gd name="T12" fmla="*/ 73025 w 46"/>
              <a:gd name="T13" fmla="*/ 16034 h 50"/>
              <a:gd name="T14" fmla="*/ 82550 w 46"/>
              <a:gd name="T15" fmla="*/ 19240 h 50"/>
              <a:gd name="T16" fmla="*/ 85725 w 46"/>
              <a:gd name="T17" fmla="*/ 28861 h 50"/>
              <a:gd name="T18" fmla="*/ 85725 w 46"/>
              <a:gd name="T19" fmla="*/ 48101 h 50"/>
              <a:gd name="T20" fmla="*/ 130175 w 46"/>
              <a:gd name="T21" fmla="*/ 41688 h 50"/>
              <a:gd name="T22" fmla="*/ 133350 w 46"/>
              <a:gd name="T23" fmla="*/ 12827 h 50"/>
              <a:gd name="T24" fmla="*/ 12700 w 46"/>
              <a:gd name="T25" fmla="*/ 38481 h 50"/>
              <a:gd name="T26" fmla="*/ 15875 w 46"/>
              <a:gd name="T27" fmla="*/ 41688 h 50"/>
              <a:gd name="T28" fmla="*/ 60325 w 46"/>
              <a:gd name="T29" fmla="*/ 48101 h 50"/>
              <a:gd name="T30" fmla="*/ 60325 w 46"/>
              <a:gd name="T31" fmla="*/ 28861 h 50"/>
              <a:gd name="T32" fmla="*/ 73025 w 46"/>
              <a:gd name="T33" fmla="*/ 16034 h 50"/>
              <a:gd name="T34" fmla="*/ 12700 w 46"/>
              <a:gd name="T35" fmla="*/ 48101 h 50"/>
              <a:gd name="T36" fmla="*/ 133350 w 46"/>
              <a:gd name="T37" fmla="*/ 147510 h 50"/>
              <a:gd name="T38" fmla="*/ 114300 w 46"/>
              <a:gd name="T39" fmla="*/ 54515 h 50"/>
              <a:gd name="T40" fmla="*/ 85725 w 46"/>
              <a:gd name="T41" fmla="*/ 73755 h 50"/>
              <a:gd name="T42" fmla="*/ 82550 w 46"/>
              <a:gd name="T43" fmla="*/ 83375 h 50"/>
              <a:gd name="T44" fmla="*/ 73025 w 46"/>
              <a:gd name="T45" fmla="*/ 86582 h 50"/>
              <a:gd name="T46" fmla="*/ 63500 w 46"/>
              <a:gd name="T47" fmla="*/ 83375 h 50"/>
              <a:gd name="T48" fmla="*/ 63500 w 46"/>
              <a:gd name="T49" fmla="*/ 83375 h 50"/>
              <a:gd name="T50" fmla="*/ 60325 w 46"/>
              <a:gd name="T51" fmla="*/ 73755 h 50"/>
              <a:gd name="T52" fmla="*/ 31750 w 46"/>
              <a:gd name="T53" fmla="*/ 54515 h 50"/>
              <a:gd name="T54" fmla="*/ 79375 w 46"/>
              <a:gd name="T55" fmla="*/ 54515 h 50"/>
              <a:gd name="T56" fmla="*/ 66675 w 46"/>
              <a:gd name="T57" fmla="*/ 54515 h 50"/>
              <a:gd name="T58" fmla="*/ 73025 w 46"/>
              <a:gd name="T59" fmla="*/ 60928 h 50"/>
              <a:gd name="T60" fmla="*/ 79375 w 46"/>
              <a:gd name="T61" fmla="*/ 54515 h 50"/>
              <a:gd name="T62" fmla="*/ 66675 w 46"/>
              <a:gd name="T63" fmla="*/ 48101 h 50"/>
              <a:gd name="T64" fmla="*/ 79375 w 46"/>
              <a:gd name="T65" fmla="*/ 41688 h 50"/>
              <a:gd name="T66" fmla="*/ 66675 w 46"/>
              <a:gd name="T67" fmla="*/ 41688 h 50"/>
              <a:gd name="T68" fmla="*/ 79375 w 46"/>
              <a:gd name="T69" fmla="*/ 25654 h 50"/>
              <a:gd name="T70" fmla="*/ 79375 w 46"/>
              <a:gd name="T71" fmla="*/ 25654 h 50"/>
              <a:gd name="T72" fmla="*/ 69850 w 46"/>
              <a:gd name="T73" fmla="*/ 25654 h 50"/>
              <a:gd name="T74" fmla="*/ 66675 w 46"/>
              <a:gd name="T75" fmla="*/ 28861 h 50"/>
              <a:gd name="T76" fmla="*/ 66675 w 46"/>
              <a:gd name="T77" fmla="*/ 28861 h 50"/>
              <a:gd name="T78" fmla="*/ 69850 w 46"/>
              <a:gd name="T79" fmla="*/ 35274 h 50"/>
              <a:gd name="T80" fmla="*/ 73025 w 46"/>
              <a:gd name="T81" fmla="*/ 35274 h 50"/>
              <a:gd name="T82" fmla="*/ 79375 w 46"/>
              <a:gd name="T83" fmla="*/ 35274 h 50"/>
              <a:gd name="T84" fmla="*/ 79375 w 46"/>
              <a:gd name="T85" fmla="*/ 28861 h 50"/>
              <a:gd name="T86" fmla="*/ 79375 w 46"/>
              <a:gd name="T87" fmla="*/ 25654 h 50"/>
              <a:gd name="T88" fmla="*/ 79375 w 46"/>
              <a:gd name="T89" fmla="*/ 70548 h 50"/>
              <a:gd name="T90" fmla="*/ 73025 w 46"/>
              <a:gd name="T91" fmla="*/ 67342 h 50"/>
              <a:gd name="T92" fmla="*/ 69850 w 46"/>
              <a:gd name="T93" fmla="*/ 70548 h 50"/>
              <a:gd name="T94" fmla="*/ 66675 w 46"/>
              <a:gd name="T95" fmla="*/ 73755 h 50"/>
              <a:gd name="T96" fmla="*/ 66675 w 46"/>
              <a:gd name="T97" fmla="*/ 73755 h 50"/>
              <a:gd name="T98" fmla="*/ 69850 w 46"/>
              <a:gd name="T99" fmla="*/ 80169 h 50"/>
              <a:gd name="T100" fmla="*/ 76200 w 46"/>
              <a:gd name="T101" fmla="*/ 80169 h 50"/>
              <a:gd name="T102" fmla="*/ 79375 w 46"/>
              <a:gd name="T103" fmla="*/ 73755 h 50"/>
              <a:gd name="T104" fmla="*/ 79375 w 46"/>
              <a:gd name="T105" fmla="*/ 73755 h 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6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5" y="0"/>
                  <a:pt x="46" y="1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9"/>
                  <a:pt x="45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3" y="5"/>
                </a:moveTo>
                <a:cubicBezTo>
                  <a:pt x="23" y="5"/>
                  <a:pt x="23" y="5"/>
                  <a:pt x="23" y="5"/>
                </a:cubicBezTo>
                <a:cubicBezTo>
                  <a:pt x="24" y="5"/>
                  <a:pt x="25" y="6"/>
                  <a:pt x="26" y="6"/>
                </a:cubicBezTo>
                <a:cubicBezTo>
                  <a:pt x="26" y="7"/>
                  <a:pt x="26" y="7"/>
                  <a:pt x="26" y="7"/>
                </a:cubicBezTo>
                <a:cubicBezTo>
                  <a:pt x="27" y="7"/>
                  <a:pt x="27" y="8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15"/>
                  <a:pt x="27" y="15"/>
                  <a:pt x="27" y="15"/>
                </a:cubicBezTo>
                <a:cubicBezTo>
                  <a:pt x="36" y="15"/>
                  <a:pt x="36" y="15"/>
                  <a:pt x="36" y="15"/>
                </a:cubicBezTo>
                <a:cubicBezTo>
                  <a:pt x="38" y="15"/>
                  <a:pt x="40" y="14"/>
                  <a:pt x="41" y="13"/>
                </a:cubicBezTo>
                <a:cubicBezTo>
                  <a:pt x="42" y="13"/>
                  <a:pt x="42" y="12"/>
                  <a:pt x="42" y="12"/>
                </a:cubicBezTo>
                <a:cubicBezTo>
                  <a:pt x="42" y="4"/>
                  <a:pt x="42" y="4"/>
                  <a:pt x="4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6" y="14"/>
                  <a:pt x="8" y="15"/>
                  <a:pt x="10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8"/>
                  <a:pt x="20" y="7"/>
                  <a:pt x="20" y="6"/>
                </a:cubicBezTo>
                <a:cubicBezTo>
                  <a:pt x="21" y="6"/>
                  <a:pt x="22" y="5"/>
                  <a:pt x="23" y="5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46"/>
                  <a:pt x="4" y="46"/>
                  <a:pt x="4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15"/>
                  <a:pt x="42" y="15"/>
                  <a:pt x="42" y="15"/>
                </a:cubicBezTo>
                <a:cubicBezTo>
                  <a:pt x="41" y="17"/>
                  <a:pt x="39" y="17"/>
                  <a:pt x="36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4"/>
                  <a:pt x="27" y="25"/>
                  <a:pt x="26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5" y="27"/>
                  <a:pt x="24" y="27"/>
                  <a:pt x="23" y="27"/>
                </a:cubicBezTo>
                <a:cubicBezTo>
                  <a:pt x="22" y="27"/>
                  <a:pt x="21" y="27"/>
                  <a:pt x="20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5"/>
                  <a:pt x="19" y="24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17"/>
                  <a:pt x="19" y="17"/>
                  <a:pt x="19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8" y="17"/>
                  <a:pt x="6" y="17"/>
                  <a:pt x="4" y="15"/>
                </a:cubicBezTo>
                <a:close/>
                <a:moveTo>
                  <a:pt x="25" y="17"/>
                </a:moveTo>
                <a:cubicBezTo>
                  <a:pt x="25" y="17"/>
                  <a:pt x="25" y="17"/>
                  <a:pt x="25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20"/>
                  <a:pt x="21" y="20"/>
                  <a:pt x="21" y="20"/>
                </a:cubicBezTo>
                <a:cubicBezTo>
                  <a:pt x="22" y="19"/>
                  <a:pt x="23" y="19"/>
                  <a:pt x="23" y="19"/>
                </a:cubicBezTo>
                <a:cubicBezTo>
                  <a:pt x="24" y="19"/>
                  <a:pt x="24" y="19"/>
                  <a:pt x="25" y="20"/>
                </a:cubicBezTo>
                <a:cubicBezTo>
                  <a:pt x="25" y="17"/>
                  <a:pt x="25" y="17"/>
                  <a:pt x="25" y="17"/>
                </a:cubicBezTo>
                <a:close/>
                <a:moveTo>
                  <a:pt x="21" y="15"/>
                </a:moveTo>
                <a:cubicBezTo>
                  <a:pt x="21" y="15"/>
                  <a:pt x="21" y="15"/>
                  <a:pt x="21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3"/>
                  <a:pt x="25" y="13"/>
                  <a:pt x="25" y="13"/>
                </a:cubicBezTo>
                <a:cubicBezTo>
                  <a:pt x="25" y="13"/>
                  <a:pt x="24" y="13"/>
                  <a:pt x="23" y="13"/>
                </a:cubicBezTo>
                <a:cubicBezTo>
                  <a:pt x="23" y="13"/>
                  <a:pt x="22" y="13"/>
                  <a:pt x="21" y="13"/>
                </a:cubicBezTo>
                <a:cubicBezTo>
                  <a:pt x="21" y="15"/>
                  <a:pt x="21" y="15"/>
                  <a:pt x="21" y="15"/>
                </a:cubicBezTo>
                <a:close/>
                <a:moveTo>
                  <a:pt x="25" y="8"/>
                </a:move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4" y="8"/>
                  <a:pt x="24" y="8"/>
                  <a:pt x="23" y="8"/>
                </a:cubicBezTo>
                <a:cubicBezTo>
                  <a:pt x="23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10"/>
                  <a:pt x="22" y="10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3" y="11"/>
                  <a:pt x="23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5" y="11"/>
                  <a:pt x="25" y="11"/>
                  <a:pt x="25" y="11"/>
                </a:cubicBezTo>
                <a:cubicBezTo>
                  <a:pt x="25" y="10"/>
                  <a:pt x="25" y="10"/>
                  <a:pt x="25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8"/>
                  <a:pt x="25" y="8"/>
                </a:cubicBezTo>
                <a:close/>
                <a:moveTo>
                  <a:pt x="25" y="22"/>
                </a:moveTo>
                <a:cubicBezTo>
                  <a:pt x="25" y="22"/>
                  <a:pt x="25" y="22"/>
                  <a:pt x="25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4" y="22"/>
                  <a:pt x="24" y="21"/>
                  <a:pt x="23" y="21"/>
                </a:cubicBezTo>
                <a:cubicBezTo>
                  <a:pt x="23" y="21"/>
                  <a:pt x="22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4"/>
                  <a:pt x="22" y="24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5"/>
                  <a:pt x="23" y="25"/>
                  <a:pt x="23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4"/>
                  <a:pt x="25" y="24"/>
                  <a:pt x="25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3"/>
                  <a:pt x="25" y="22"/>
                  <a:pt x="25" y="2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47" name="Freeform 281">
            <a:extLst>
              <a:ext uri="{FF2B5EF4-FFF2-40B4-BE49-F238E27FC236}">
                <a16:creationId xmlns:a16="http://schemas.microsoft.com/office/drawing/2014/main" id="{BAF8CFBE-EE80-BC23-B02E-469ECF55E299}"/>
              </a:ext>
            </a:extLst>
          </p:cNvPr>
          <p:cNvSpPr>
            <a:spLocks noEditPoints="1"/>
          </p:cNvSpPr>
          <p:nvPr/>
        </p:nvSpPr>
        <p:spPr bwMode="auto">
          <a:xfrm>
            <a:off x="4651834" y="5232847"/>
            <a:ext cx="213784" cy="228600"/>
          </a:xfrm>
          <a:custGeom>
            <a:avLst/>
            <a:gdLst>
              <a:gd name="T0" fmla="*/ 115443 w 50"/>
              <a:gd name="T1" fmla="*/ 149225 h 54"/>
              <a:gd name="T2" fmla="*/ 86583 w 50"/>
              <a:gd name="T3" fmla="*/ 149225 h 54"/>
              <a:gd name="T4" fmla="*/ 76962 w 50"/>
              <a:gd name="T5" fmla="*/ 130175 h 54"/>
              <a:gd name="T6" fmla="*/ 44895 w 50"/>
              <a:gd name="T7" fmla="*/ 152400 h 54"/>
              <a:gd name="T8" fmla="*/ 25654 w 50"/>
              <a:gd name="T9" fmla="*/ 130175 h 54"/>
              <a:gd name="T10" fmla="*/ 41688 w 50"/>
              <a:gd name="T11" fmla="*/ 123825 h 54"/>
              <a:gd name="T12" fmla="*/ 22447 w 50"/>
              <a:gd name="T13" fmla="*/ 92075 h 54"/>
              <a:gd name="T14" fmla="*/ 41688 w 50"/>
              <a:gd name="T15" fmla="*/ 69850 h 54"/>
              <a:gd name="T16" fmla="*/ 48101 w 50"/>
              <a:gd name="T17" fmla="*/ 88900 h 54"/>
              <a:gd name="T18" fmla="*/ 80169 w 50"/>
              <a:gd name="T19" fmla="*/ 66675 h 54"/>
              <a:gd name="T20" fmla="*/ 115443 w 50"/>
              <a:gd name="T21" fmla="*/ 88900 h 54"/>
              <a:gd name="T22" fmla="*/ 121857 w 50"/>
              <a:gd name="T23" fmla="*/ 69850 h 54"/>
              <a:gd name="T24" fmla="*/ 141097 w 50"/>
              <a:gd name="T25" fmla="*/ 92075 h 54"/>
              <a:gd name="T26" fmla="*/ 121857 w 50"/>
              <a:gd name="T27" fmla="*/ 123825 h 54"/>
              <a:gd name="T28" fmla="*/ 137891 w 50"/>
              <a:gd name="T29" fmla="*/ 130175 h 54"/>
              <a:gd name="T30" fmla="*/ 12827 w 50"/>
              <a:gd name="T31" fmla="*/ 47625 h 54"/>
              <a:gd name="T32" fmla="*/ 150718 w 50"/>
              <a:gd name="T33" fmla="*/ 38100 h 54"/>
              <a:gd name="T34" fmla="*/ 134684 w 50"/>
              <a:gd name="T35" fmla="*/ 25400 h 54"/>
              <a:gd name="T36" fmla="*/ 125064 w 50"/>
              <a:gd name="T37" fmla="*/ 38100 h 54"/>
              <a:gd name="T38" fmla="*/ 41688 w 50"/>
              <a:gd name="T39" fmla="*/ 25400 h 54"/>
              <a:gd name="T40" fmla="*/ 28861 w 50"/>
              <a:gd name="T41" fmla="*/ 31750 h 54"/>
              <a:gd name="T42" fmla="*/ 16034 w 50"/>
              <a:gd name="T43" fmla="*/ 28575 h 54"/>
              <a:gd name="T44" fmla="*/ 12827 w 50"/>
              <a:gd name="T45" fmla="*/ 47625 h 54"/>
              <a:gd name="T46" fmla="*/ 12827 w 50"/>
              <a:gd name="T47" fmla="*/ 60325 h 54"/>
              <a:gd name="T48" fmla="*/ 16034 w 50"/>
              <a:gd name="T49" fmla="*/ 155575 h 54"/>
              <a:gd name="T50" fmla="*/ 144304 w 50"/>
              <a:gd name="T51" fmla="*/ 155575 h 54"/>
              <a:gd name="T52" fmla="*/ 150718 w 50"/>
              <a:gd name="T53" fmla="*/ 60325 h 54"/>
              <a:gd name="T54" fmla="*/ 28861 w 50"/>
              <a:gd name="T55" fmla="*/ 12700 h 54"/>
              <a:gd name="T56" fmla="*/ 41688 w 50"/>
              <a:gd name="T57" fmla="*/ 6350 h 54"/>
              <a:gd name="T58" fmla="*/ 121857 w 50"/>
              <a:gd name="T59" fmla="*/ 6350 h 54"/>
              <a:gd name="T60" fmla="*/ 131477 w 50"/>
              <a:gd name="T61" fmla="*/ 12700 h 54"/>
              <a:gd name="T62" fmla="*/ 153924 w 50"/>
              <a:gd name="T63" fmla="*/ 19050 h 54"/>
              <a:gd name="T64" fmla="*/ 160338 w 50"/>
              <a:gd name="T65" fmla="*/ 53975 h 54"/>
              <a:gd name="T66" fmla="*/ 160338 w 50"/>
              <a:gd name="T67" fmla="*/ 146050 h 54"/>
              <a:gd name="T68" fmla="*/ 134684 w 50"/>
              <a:gd name="T69" fmla="*/ 171450 h 54"/>
              <a:gd name="T70" fmla="*/ 0 w 50"/>
              <a:gd name="T71" fmla="*/ 146050 h 54"/>
              <a:gd name="T72" fmla="*/ 0 w 50"/>
              <a:gd name="T73" fmla="*/ 53975 h 54"/>
              <a:gd name="T74" fmla="*/ 9620 w 50"/>
              <a:gd name="T75" fmla="*/ 19050 h 54"/>
              <a:gd name="T76" fmla="*/ 48101 w 50"/>
              <a:gd name="T77" fmla="*/ 95250 h 54"/>
              <a:gd name="T78" fmla="*/ 76962 w 50"/>
              <a:gd name="T79" fmla="*/ 123825 h 54"/>
              <a:gd name="T80" fmla="*/ 86583 w 50"/>
              <a:gd name="T81" fmla="*/ 95250 h 54"/>
              <a:gd name="T82" fmla="*/ 115443 w 50"/>
              <a:gd name="T83" fmla="*/ 123825 h 5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0" h="54">
                <a:moveTo>
                  <a:pt x="38" y="47"/>
                </a:moveTo>
                <a:cubicBezTo>
                  <a:pt x="38" y="48"/>
                  <a:pt x="38" y="48"/>
                  <a:pt x="37" y="48"/>
                </a:cubicBezTo>
                <a:cubicBezTo>
                  <a:pt x="36" y="48"/>
                  <a:pt x="36" y="48"/>
                  <a:pt x="36" y="47"/>
                </a:cubicBezTo>
                <a:cubicBezTo>
                  <a:pt x="36" y="41"/>
                  <a:pt x="36" y="41"/>
                  <a:pt x="36" y="41"/>
                </a:cubicBezTo>
                <a:cubicBezTo>
                  <a:pt x="27" y="41"/>
                  <a:pt x="27" y="41"/>
                  <a:pt x="27" y="41"/>
                </a:cubicBezTo>
                <a:cubicBezTo>
                  <a:pt x="27" y="47"/>
                  <a:pt x="27" y="47"/>
                  <a:pt x="27" y="47"/>
                </a:cubicBezTo>
                <a:cubicBezTo>
                  <a:pt x="27" y="48"/>
                  <a:pt x="26" y="48"/>
                  <a:pt x="25" y="48"/>
                </a:cubicBezTo>
                <a:cubicBezTo>
                  <a:pt x="25" y="48"/>
                  <a:pt x="24" y="48"/>
                  <a:pt x="24" y="47"/>
                </a:cubicBezTo>
                <a:cubicBezTo>
                  <a:pt x="24" y="41"/>
                  <a:pt x="24" y="41"/>
                  <a:pt x="24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7"/>
                  <a:pt x="15" y="47"/>
                  <a:pt x="15" y="47"/>
                </a:cubicBezTo>
                <a:cubicBezTo>
                  <a:pt x="15" y="48"/>
                  <a:pt x="14" y="48"/>
                  <a:pt x="14" y="48"/>
                </a:cubicBezTo>
                <a:cubicBezTo>
                  <a:pt x="13" y="48"/>
                  <a:pt x="13" y="48"/>
                  <a:pt x="13" y="47"/>
                </a:cubicBezTo>
                <a:cubicBezTo>
                  <a:pt x="13" y="41"/>
                  <a:pt x="13" y="41"/>
                  <a:pt x="13" y="41"/>
                </a:cubicBezTo>
                <a:cubicBezTo>
                  <a:pt x="8" y="41"/>
                  <a:pt x="8" y="41"/>
                  <a:pt x="8" y="41"/>
                </a:cubicBezTo>
                <a:cubicBezTo>
                  <a:pt x="7" y="41"/>
                  <a:pt x="7" y="40"/>
                  <a:pt x="7" y="40"/>
                </a:cubicBezTo>
                <a:cubicBezTo>
                  <a:pt x="7" y="39"/>
                  <a:pt x="7" y="39"/>
                  <a:pt x="8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13" y="30"/>
                  <a:pt x="13" y="30"/>
                  <a:pt x="13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30"/>
                  <a:pt x="7" y="30"/>
                  <a:pt x="7" y="29"/>
                </a:cubicBezTo>
                <a:cubicBezTo>
                  <a:pt x="7" y="29"/>
                  <a:pt x="7" y="28"/>
                  <a:pt x="8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21"/>
                  <a:pt x="13" y="21"/>
                  <a:pt x="14" y="21"/>
                </a:cubicBezTo>
                <a:cubicBezTo>
                  <a:pt x="14" y="21"/>
                  <a:pt x="15" y="21"/>
                  <a:pt x="15" y="22"/>
                </a:cubicBezTo>
                <a:cubicBezTo>
                  <a:pt x="15" y="28"/>
                  <a:pt x="15" y="28"/>
                  <a:pt x="15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1"/>
                  <a:pt x="25" y="21"/>
                  <a:pt x="25" y="21"/>
                </a:cubicBezTo>
                <a:cubicBezTo>
                  <a:pt x="26" y="21"/>
                  <a:pt x="27" y="21"/>
                  <a:pt x="27" y="22"/>
                </a:cubicBezTo>
                <a:cubicBezTo>
                  <a:pt x="27" y="28"/>
                  <a:pt x="27" y="28"/>
                  <a:pt x="27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1"/>
                  <a:pt x="36" y="21"/>
                  <a:pt x="37" y="21"/>
                </a:cubicBezTo>
                <a:cubicBezTo>
                  <a:pt x="38" y="21"/>
                  <a:pt x="38" y="21"/>
                  <a:pt x="38" y="22"/>
                </a:cubicBezTo>
                <a:cubicBezTo>
                  <a:pt x="38" y="28"/>
                  <a:pt x="38" y="28"/>
                  <a:pt x="38" y="28"/>
                </a:cubicBezTo>
                <a:cubicBezTo>
                  <a:pt x="43" y="28"/>
                  <a:pt x="43" y="28"/>
                  <a:pt x="43" y="28"/>
                </a:cubicBezTo>
                <a:cubicBezTo>
                  <a:pt x="43" y="28"/>
                  <a:pt x="44" y="29"/>
                  <a:pt x="44" y="29"/>
                </a:cubicBezTo>
                <a:cubicBezTo>
                  <a:pt x="44" y="30"/>
                  <a:pt x="43" y="30"/>
                  <a:pt x="43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9"/>
                  <a:pt x="38" y="39"/>
                  <a:pt x="38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3" y="39"/>
                  <a:pt x="44" y="39"/>
                  <a:pt x="44" y="40"/>
                </a:cubicBezTo>
                <a:cubicBezTo>
                  <a:pt x="44" y="40"/>
                  <a:pt x="43" y="41"/>
                  <a:pt x="43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7"/>
                  <a:pt x="38" y="47"/>
                  <a:pt x="38" y="47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7" y="15"/>
                  <a:pt x="47" y="15"/>
                  <a:pt x="47" y="15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1"/>
                  <a:pt x="46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5" y="8"/>
                  <a:pt x="44" y="8"/>
                  <a:pt x="42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1"/>
                  <a:pt x="40" y="12"/>
                  <a:pt x="39" y="12"/>
                </a:cubicBezTo>
                <a:cubicBezTo>
                  <a:pt x="38" y="12"/>
                  <a:pt x="38" y="11"/>
                  <a:pt x="38" y="10"/>
                </a:cubicBezTo>
                <a:cubicBezTo>
                  <a:pt x="38" y="8"/>
                  <a:pt x="38" y="8"/>
                  <a:pt x="38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1"/>
                  <a:pt x="12" y="12"/>
                  <a:pt x="11" y="12"/>
                </a:cubicBezTo>
                <a:cubicBezTo>
                  <a:pt x="10" y="12"/>
                  <a:pt x="9" y="11"/>
                  <a:pt x="9" y="10"/>
                </a:cubicBezTo>
                <a:cubicBezTo>
                  <a:pt x="9" y="8"/>
                  <a:pt x="9" y="8"/>
                  <a:pt x="9" y="8"/>
                </a:cubicBezTo>
                <a:cubicBezTo>
                  <a:pt x="8" y="8"/>
                  <a:pt x="8" y="8"/>
                  <a:pt x="8" y="8"/>
                </a:cubicBezTo>
                <a:cubicBezTo>
                  <a:pt x="7" y="8"/>
                  <a:pt x="6" y="8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10"/>
                  <a:pt x="4" y="11"/>
                  <a:pt x="4" y="12"/>
                </a:cubicBezTo>
                <a:cubicBezTo>
                  <a:pt x="4" y="15"/>
                  <a:pt x="4" y="15"/>
                  <a:pt x="4" y="15"/>
                </a:cubicBezTo>
                <a:close/>
                <a:moveTo>
                  <a:pt x="47" y="19"/>
                </a:moveTo>
                <a:cubicBezTo>
                  <a:pt x="47" y="19"/>
                  <a:pt x="47" y="19"/>
                  <a:pt x="47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7"/>
                  <a:pt x="5" y="48"/>
                  <a:pt x="5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6" y="50"/>
                  <a:pt x="7" y="50"/>
                  <a:pt x="8" y="50"/>
                </a:cubicBezTo>
                <a:cubicBezTo>
                  <a:pt x="42" y="50"/>
                  <a:pt x="42" y="50"/>
                  <a:pt x="42" y="50"/>
                </a:cubicBezTo>
                <a:cubicBezTo>
                  <a:pt x="44" y="50"/>
                  <a:pt x="45" y="50"/>
                  <a:pt x="45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6" y="48"/>
                  <a:pt x="47" y="47"/>
                  <a:pt x="47" y="46"/>
                </a:cubicBezTo>
                <a:cubicBezTo>
                  <a:pt x="47" y="19"/>
                  <a:pt x="47" y="19"/>
                  <a:pt x="47" y="19"/>
                </a:cubicBezTo>
                <a:close/>
                <a:moveTo>
                  <a:pt x="8" y="4"/>
                </a:moveTo>
                <a:cubicBezTo>
                  <a:pt x="8" y="4"/>
                  <a:pt x="8" y="4"/>
                  <a:pt x="8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10" y="0"/>
                  <a:pt x="11" y="0"/>
                </a:cubicBezTo>
                <a:cubicBezTo>
                  <a:pt x="12" y="0"/>
                  <a:pt x="13" y="1"/>
                  <a:pt x="13" y="2"/>
                </a:cubicBezTo>
                <a:cubicBezTo>
                  <a:pt x="13" y="4"/>
                  <a:pt x="13" y="4"/>
                  <a:pt x="13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2"/>
                  <a:pt x="38" y="2"/>
                  <a:pt x="38" y="2"/>
                </a:cubicBezTo>
                <a:cubicBezTo>
                  <a:pt x="38" y="1"/>
                  <a:pt x="38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4"/>
                  <a:pt x="41" y="4"/>
                  <a:pt x="41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5" y="4"/>
                  <a:pt x="47" y="5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50" y="8"/>
                  <a:pt x="50" y="10"/>
                  <a:pt x="50" y="12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8"/>
                  <a:pt x="50" y="50"/>
                  <a:pt x="48" y="52"/>
                </a:cubicBezTo>
                <a:cubicBezTo>
                  <a:pt x="48" y="52"/>
                  <a:pt x="48" y="52"/>
                  <a:pt x="48" y="52"/>
                </a:cubicBezTo>
                <a:cubicBezTo>
                  <a:pt x="47" y="53"/>
                  <a:pt x="45" y="54"/>
                  <a:pt x="42" y="54"/>
                </a:cubicBezTo>
                <a:cubicBezTo>
                  <a:pt x="8" y="54"/>
                  <a:pt x="8" y="54"/>
                  <a:pt x="8" y="54"/>
                </a:cubicBezTo>
                <a:cubicBezTo>
                  <a:pt x="6" y="54"/>
                  <a:pt x="4" y="53"/>
                  <a:pt x="3" y="52"/>
                </a:cubicBezTo>
                <a:cubicBezTo>
                  <a:pt x="1" y="50"/>
                  <a:pt x="0" y="48"/>
                  <a:pt x="0" y="46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0"/>
                  <a:pt x="1" y="8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4" y="5"/>
                  <a:pt x="6" y="4"/>
                  <a:pt x="8" y="4"/>
                </a:cubicBezTo>
                <a:close/>
                <a:moveTo>
                  <a:pt x="15" y="30"/>
                </a:moveTo>
                <a:cubicBezTo>
                  <a:pt x="15" y="30"/>
                  <a:pt x="15" y="30"/>
                  <a:pt x="15" y="30"/>
                </a:cubicBezTo>
                <a:cubicBezTo>
                  <a:pt x="15" y="39"/>
                  <a:pt x="15" y="39"/>
                  <a:pt x="1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30"/>
                  <a:pt x="24" y="30"/>
                  <a:pt x="24" y="30"/>
                </a:cubicBezTo>
                <a:cubicBezTo>
                  <a:pt x="15" y="30"/>
                  <a:pt x="15" y="30"/>
                  <a:pt x="15" y="30"/>
                </a:cubicBezTo>
                <a:close/>
                <a:moveTo>
                  <a:pt x="27" y="30"/>
                </a:moveTo>
                <a:cubicBezTo>
                  <a:pt x="27" y="30"/>
                  <a:pt x="27" y="30"/>
                  <a:pt x="27" y="30"/>
                </a:cubicBezTo>
                <a:cubicBezTo>
                  <a:pt x="27" y="39"/>
                  <a:pt x="27" y="39"/>
                  <a:pt x="27" y="39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30"/>
                  <a:pt x="36" y="30"/>
                  <a:pt x="36" y="30"/>
                </a:cubicBezTo>
                <a:cubicBezTo>
                  <a:pt x="27" y="30"/>
                  <a:pt x="27" y="30"/>
                  <a:pt x="27" y="3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48" name="Freeform 282">
            <a:extLst>
              <a:ext uri="{FF2B5EF4-FFF2-40B4-BE49-F238E27FC236}">
                <a16:creationId xmlns:a16="http://schemas.microsoft.com/office/drawing/2014/main" id="{4B0F37AB-D6EF-2265-2C49-2B9944832E19}"/>
              </a:ext>
            </a:extLst>
          </p:cNvPr>
          <p:cNvSpPr>
            <a:spLocks noEditPoints="1"/>
          </p:cNvSpPr>
          <p:nvPr/>
        </p:nvSpPr>
        <p:spPr bwMode="auto">
          <a:xfrm>
            <a:off x="5437119" y="4807398"/>
            <a:ext cx="213783" cy="203200"/>
          </a:xfrm>
          <a:custGeom>
            <a:avLst/>
            <a:gdLst>
              <a:gd name="T0" fmla="*/ 44894 w 50"/>
              <a:gd name="T1" fmla="*/ 123825 h 48"/>
              <a:gd name="T2" fmla="*/ 134683 w 50"/>
              <a:gd name="T3" fmla="*/ 120650 h 48"/>
              <a:gd name="T4" fmla="*/ 134683 w 50"/>
              <a:gd name="T5" fmla="*/ 130175 h 48"/>
              <a:gd name="T6" fmla="*/ 48101 w 50"/>
              <a:gd name="T7" fmla="*/ 22225 h 48"/>
              <a:gd name="T8" fmla="*/ 44894 w 50"/>
              <a:gd name="T9" fmla="*/ 25400 h 48"/>
              <a:gd name="T10" fmla="*/ 44894 w 50"/>
              <a:gd name="T11" fmla="*/ 50800 h 48"/>
              <a:gd name="T12" fmla="*/ 48101 w 50"/>
              <a:gd name="T13" fmla="*/ 53975 h 48"/>
              <a:gd name="T14" fmla="*/ 134683 w 50"/>
              <a:gd name="T15" fmla="*/ 53975 h 48"/>
              <a:gd name="T16" fmla="*/ 141097 w 50"/>
              <a:gd name="T17" fmla="*/ 25400 h 48"/>
              <a:gd name="T18" fmla="*/ 134683 w 50"/>
              <a:gd name="T19" fmla="*/ 22225 h 48"/>
              <a:gd name="T20" fmla="*/ 51308 w 50"/>
              <a:gd name="T21" fmla="*/ 47625 h 48"/>
              <a:gd name="T22" fmla="*/ 51308 w 50"/>
              <a:gd name="T23" fmla="*/ 28575 h 48"/>
              <a:gd name="T24" fmla="*/ 131476 w 50"/>
              <a:gd name="T25" fmla="*/ 47625 h 48"/>
              <a:gd name="T26" fmla="*/ 25654 w 50"/>
              <a:gd name="T27" fmla="*/ 47625 h 48"/>
              <a:gd name="T28" fmla="*/ 12827 w 50"/>
              <a:gd name="T29" fmla="*/ 47625 h 48"/>
              <a:gd name="T30" fmla="*/ 25654 w 50"/>
              <a:gd name="T31" fmla="*/ 133350 h 48"/>
              <a:gd name="T32" fmla="*/ 19240 w 50"/>
              <a:gd name="T33" fmla="*/ 152400 h 48"/>
              <a:gd name="T34" fmla="*/ 3207 w 50"/>
              <a:gd name="T35" fmla="*/ 146050 h 48"/>
              <a:gd name="T36" fmla="*/ 0 w 50"/>
              <a:gd name="T37" fmla="*/ 133350 h 48"/>
              <a:gd name="T38" fmla="*/ 0 w 50"/>
              <a:gd name="T39" fmla="*/ 41275 h 48"/>
              <a:gd name="T40" fmla="*/ 25654 w 50"/>
              <a:gd name="T41" fmla="*/ 34925 h 48"/>
              <a:gd name="T42" fmla="*/ 32067 w 50"/>
              <a:gd name="T43" fmla="*/ 0 h 48"/>
              <a:gd name="T44" fmla="*/ 153924 w 50"/>
              <a:gd name="T45" fmla="*/ 0 h 48"/>
              <a:gd name="T46" fmla="*/ 160337 w 50"/>
              <a:gd name="T47" fmla="*/ 6350 h 48"/>
              <a:gd name="T48" fmla="*/ 153924 w 50"/>
              <a:gd name="T49" fmla="*/ 146050 h 48"/>
              <a:gd name="T50" fmla="*/ 153924 w 50"/>
              <a:gd name="T51" fmla="*/ 146050 h 48"/>
              <a:gd name="T52" fmla="*/ 19240 w 50"/>
              <a:gd name="T53" fmla="*/ 152400 h 48"/>
              <a:gd name="T54" fmla="*/ 19240 w 50"/>
              <a:gd name="T55" fmla="*/ 152400 h 48"/>
              <a:gd name="T56" fmla="*/ 147510 w 50"/>
              <a:gd name="T57" fmla="*/ 133350 h 48"/>
              <a:gd name="T58" fmla="*/ 38481 w 50"/>
              <a:gd name="T59" fmla="*/ 12700 h 48"/>
              <a:gd name="T60" fmla="*/ 35274 w 50"/>
              <a:gd name="T61" fmla="*/ 139700 h 48"/>
              <a:gd name="T62" fmla="*/ 144303 w 50"/>
              <a:gd name="T63" fmla="*/ 136525 h 48"/>
              <a:gd name="T64" fmla="*/ 147510 w 50"/>
              <a:gd name="T65" fmla="*/ 133350 h 48"/>
              <a:gd name="T66" fmla="*/ 96202 w 50"/>
              <a:gd name="T67" fmla="*/ 63500 h 48"/>
              <a:gd name="T68" fmla="*/ 134683 w 50"/>
              <a:gd name="T69" fmla="*/ 63500 h 48"/>
              <a:gd name="T70" fmla="*/ 141097 w 50"/>
              <a:gd name="T71" fmla="*/ 66675 h 48"/>
              <a:gd name="T72" fmla="*/ 134683 w 50"/>
              <a:gd name="T73" fmla="*/ 88900 h 48"/>
              <a:gd name="T74" fmla="*/ 96202 w 50"/>
              <a:gd name="T75" fmla="*/ 88900 h 48"/>
              <a:gd name="T76" fmla="*/ 92995 w 50"/>
              <a:gd name="T77" fmla="*/ 85725 h 48"/>
              <a:gd name="T78" fmla="*/ 96202 w 50"/>
              <a:gd name="T79" fmla="*/ 63500 h 48"/>
              <a:gd name="T80" fmla="*/ 131476 w 50"/>
              <a:gd name="T81" fmla="*/ 69850 h 48"/>
              <a:gd name="T82" fmla="*/ 99409 w 50"/>
              <a:gd name="T83" fmla="*/ 82550 h 48"/>
              <a:gd name="T84" fmla="*/ 131476 w 50"/>
              <a:gd name="T85" fmla="*/ 69850 h 48"/>
              <a:gd name="T86" fmla="*/ 48101 w 50"/>
              <a:gd name="T87" fmla="*/ 69850 h 48"/>
              <a:gd name="T88" fmla="*/ 48101 w 50"/>
              <a:gd name="T89" fmla="*/ 63500 h 48"/>
              <a:gd name="T90" fmla="*/ 89789 w 50"/>
              <a:gd name="T91" fmla="*/ 66675 h 48"/>
              <a:gd name="T92" fmla="*/ 48101 w 50"/>
              <a:gd name="T93" fmla="*/ 69850 h 48"/>
              <a:gd name="T94" fmla="*/ 48101 w 50"/>
              <a:gd name="T95" fmla="*/ 88900 h 48"/>
              <a:gd name="T96" fmla="*/ 48101 w 50"/>
              <a:gd name="T97" fmla="*/ 82550 h 48"/>
              <a:gd name="T98" fmla="*/ 89789 w 50"/>
              <a:gd name="T99" fmla="*/ 85725 h 48"/>
              <a:gd name="T100" fmla="*/ 48101 w 50"/>
              <a:gd name="T101" fmla="*/ 88900 h 48"/>
              <a:gd name="T102" fmla="*/ 48101 w 50"/>
              <a:gd name="T103" fmla="*/ 107950 h 48"/>
              <a:gd name="T104" fmla="*/ 48101 w 50"/>
              <a:gd name="T105" fmla="*/ 101600 h 48"/>
              <a:gd name="T106" fmla="*/ 141097 w 50"/>
              <a:gd name="T107" fmla="*/ 104775 h 48"/>
              <a:gd name="T108" fmla="*/ 48101 w 50"/>
              <a:gd name="T109" fmla="*/ 107950 h 48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0" h="48">
                <a:moveTo>
                  <a:pt x="15" y="41"/>
                </a:moveTo>
                <a:cubicBezTo>
                  <a:pt x="15" y="41"/>
                  <a:pt x="14" y="40"/>
                  <a:pt x="14" y="39"/>
                </a:cubicBezTo>
                <a:cubicBezTo>
                  <a:pt x="14" y="39"/>
                  <a:pt x="15" y="38"/>
                  <a:pt x="15" y="38"/>
                </a:cubicBezTo>
                <a:cubicBezTo>
                  <a:pt x="42" y="38"/>
                  <a:pt x="42" y="38"/>
                  <a:pt x="42" y="38"/>
                </a:cubicBezTo>
                <a:cubicBezTo>
                  <a:pt x="43" y="38"/>
                  <a:pt x="44" y="39"/>
                  <a:pt x="44" y="39"/>
                </a:cubicBezTo>
                <a:cubicBezTo>
                  <a:pt x="44" y="40"/>
                  <a:pt x="43" y="41"/>
                  <a:pt x="42" y="41"/>
                </a:cubicBezTo>
                <a:cubicBezTo>
                  <a:pt x="15" y="41"/>
                  <a:pt x="15" y="41"/>
                  <a:pt x="15" y="41"/>
                </a:cubicBezTo>
                <a:close/>
                <a:moveTo>
                  <a:pt x="15" y="7"/>
                </a:move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4" y="7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42" y="17"/>
                  <a:pt x="42" y="17"/>
                  <a:pt x="42" y="17"/>
                </a:cubicBezTo>
                <a:cubicBezTo>
                  <a:pt x="42" y="17"/>
                  <a:pt x="42" y="17"/>
                  <a:pt x="42" y="17"/>
                </a:cubicBezTo>
                <a:cubicBezTo>
                  <a:pt x="43" y="17"/>
                  <a:pt x="44" y="17"/>
                  <a:pt x="44" y="16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7"/>
                  <a:pt x="43" y="7"/>
                  <a:pt x="42" y="7"/>
                </a:cubicBezTo>
                <a:cubicBezTo>
                  <a:pt x="15" y="7"/>
                  <a:pt x="15" y="7"/>
                  <a:pt x="15" y="7"/>
                </a:cubicBezTo>
                <a:close/>
                <a:moveTo>
                  <a:pt x="16" y="15"/>
                </a:moveTo>
                <a:cubicBezTo>
                  <a:pt x="16" y="15"/>
                  <a:pt x="16" y="15"/>
                  <a:pt x="16" y="15"/>
                </a:cubicBezTo>
                <a:cubicBezTo>
                  <a:pt x="16" y="9"/>
                  <a:pt x="16" y="9"/>
                  <a:pt x="16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15"/>
                  <a:pt x="41" y="15"/>
                  <a:pt x="41" y="15"/>
                </a:cubicBezTo>
                <a:cubicBezTo>
                  <a:pt x="16" y="15"/>
                  <a:pt x="16" y="15"/>
                  <a:pt x="16" y="15"/>
                </a:cubicBezTo>
                <a:close/>
                <a:moveTo>
                  <a:pt x="8" y="15"/>
                </a:moveTo>
                <a:cubicBezTo>
                  <a:pt x="8" y="15"/>
                  <a:pt x="8" y="15"/>
                  <a:pt x="8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44"/>
                  <a:pt x="8" y="44"/>
                  <a:pt x="8" y="42"/>
                </a:cubicBezTo>
                <a:cubicBezTo>
                  <a:pt x="8" y="15"/>
                  <a:pt x="8" y="15"/>
                  <a:pt x="8" y="15"/>
                </a:cubicBezTo>
                <a:close/>
                <a:moveTo>
                  <a:pt x="6" y="48"/>
                </a:moveTo>
                <a:cubicBezTo>
                  <a:pt x="6" y="48"/>
                  <a:pt x="6" y="48"/>
                  <a:pt x="6" y="48"/>
                </a:cubicBezTo>
                <a:cubicBezTo>
                  <a:pt x="4" y="48"/>
                  <a:pt x="3" y="47"/>
                  <a:pt x="1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5"/>
                  <a:pt x="0" y="43"/>
                  <a:pt x="0" y="42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2"/>
                  <a:pt x="1" y="11"/>
                  <a:pt x="2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2"/>
                  <a:pt x="8" y="2"/>
                  <a:pt x="8" y="2"/>
                </a:cubicBezTo>
                <a:cubicBezTo>
                  <a:pt x="8" y="1"/>
                  <a:pt x="9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49" y="45"/>
                  <a:pt x="48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47" y="47"/>
                  <a:pt x="46" y="48"/>
                  <a:pt x="44" y="48"/>
                </a:cubicBezTo>
                <a:cubicBezTo>
                  <a:pt x="6" y="48"/>
                  <a:pt x="6" y="48"/>
                  <a:pt x="6" y="48"/>
                </a:cubicBezTo>
                <a:cubicBezTo>
                  <a:pt x="6" y="48"/>
                  <a:pt x="6" y="48"/>
                  <a:pt x="6" y="48"/>
                </a:cubicBezTo>
                <a:cubicBezTo>
                  <a:pt x="6" y="48"/>
                  <a:pt x="6" y="48"/>
                  <a:pt x="6" y="48"/>
                </a:cubicBezTo>
                <a:close/>
                <a:moveTo>
                  <a:pt x="46" y="42"/>
                </a:moveTo>
                <a:cubicBezTo>
                  <a:pt x="46" y="42"/>
                  <a:pt x="46" y="42"/>
                  <a:pt x="46" y="42"/>
                </a:cubicBezTo>
                <a:cubicBezTo>
                  <a:pt x="46" y="4"/>
                  <a:pt x="46" y="4"/>
                  <a:pt x="46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17"/>
                  <a:pt x="12" y="29"/>
                  <a:pt x="12" y="42"/>
                </a:cubicBezTo>
                <a:cubicBezTo>
                  <a:pt x="12" y="42"/>
                  <a:pt x="11" y="43"/>
                  <a:pt x="11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4" y="44"/>
                  <a:pt x="45" y="44"/>
                  <a:pt x="45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46" y="43"/>
                  <a:pt x="46" y="42"/>
                  <a:pt x="46" y="42"/>
                </a:cubicBezTo>
                <a:close/>
                <a:moveTo>
                  <a:pt x="30" y="20"/>
                </a:moveTo>
                <a:cubicBezTo>
                  <a:pt x="30" y="20"/>
                  <a:pt x="30" y="20"/>
                  <a:pt x="3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42" y="20"/>
                  <a:pt x="42" y="20"/>
                  <a:pt x="42" y="20"/>
                </a:cubicBezTo>
                <a:cubicBezTo>
                  <a:pt x="43" y="20"/>
                  <a:pt x="44" y="20"/>
                  <a:pt x="44" y="21"/>
                </a:cubicBezTo>
                <a:cubicBezTo>
                  <a:pt x="44" y="21"/>
                  <a:pt x="44" y="21"/>
                  <a:pt x="44" y="21"/>
                </a:cubicBezTo>
                <a:cubicBezTo>
                  <a:pt x="44" y="27"/>
                  <a:pt x="44" y="27"/>
                  <a:pt x="44" y="27"/>
                </a:cubicBezTo>
                <a:cubicBezTo>
                  <a:pt x="44" y="28"/>
                  <a:pt x="43" y="28"/>
                  <a:pt x="42" y="28"/>
                </a:cubicBezTo>
                <a:cubicBezTo>
                  <a:pt x="42" y="28"/>
                  <a:pt x="42" y="28"/>
                  <a:pt x="42" y="28"/>
                </a:cubicBezTo>
                <a:cubicBezTo>
                  <a:pt x="30" y="28"/>
                  <a:pt x="30" y="28"/>
                  <a:pt x="30" y="28"/>
                </a:cubicBezTo>
                <a:cubicBezTo>
                  <a:pt x="29" y="28"/>
                  <a:pt x="29" y="28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0"/>
                  <a:pt x="29" y="20"/>
                  <a:pt x="30" y="20"/>
                </a:cubicBezTo>
                <a:close/>
                <a:moveTo>
                  <a:pt x="41" y="22"/>
                </a:moveTo>
                <a:cubicBezTo>
                  <a:pt x="41" y="22"/>
                  <a:pt x="41" y="22"/>
                  <a:pt x="4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6"/>
                  <a:pt x="31" y="26"/>
                  <a:pt x="3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2"/>
                  <a:pt x="41" y="22"/>
                  <a:pt x="41" y="22"/>
                </a:cubicBezTo>
                <a:close/>
                <a:moveTo>
                  <a:pt x="15" y="22"/>
                </a:moveTo>
                <a:cubicBezTo>
                  <a:pt x="15" y="22"/>
                  <a:pt x="15" y="22"/>
                  <a:pt x="15" y="22"/>
                </a:cubicBezTo>
                <a:cubicBezTo>
                  <a:pt x="15" y="22"/>
                  <a:pt x="14" y="21"/>
                  <a:pt x="14" y="21"/>
                </a:cubicBezTo>
                <a:cubicBezTo>
                  <a:pt x="14" y="20"/>
                  <a:pt x="15" y="20"/>
                  <a:pt x="15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7" y="20"/>
                  <a:pt x="28" y="20"/>
                  <a:pt x="28" y="21"/>
                </a:cubicBezTo>
                <a:cubicBezTo>
                  <a:pt x="28" y="21"/>
                  <a:pt x="27" y="22"/>
                  <a:pt x="26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5" y="28"/>
                </a:move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4" y="28"/>
                  <a:pt x="14" y="27"/>
                </a:cubicBezTo>
                <a:cubicBezTo>
                  <a:pt x="14" y="26"/>
                  <a:pt x="15" y="26"/>
                  <a:pt x="15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7" y="26"/>
                  <a:pt x="28" y="26"/>
                  <a:pt x="28" y="27"/>
                </a:cubicBezTo>
                <a:cubicBezTo>
                  <a:pt x="28" y="28"/>
                  <a:pt x="27" y="28"/>
                  <a:pt x="26" y="28"/>
                </a:cubicBezTo>
                <a:cubicBezTo>
                  <a:pt x="15" y="28"/>
                  <a:pt x="15" y="28"/>
                  <a:pt x="15" y="28"/>
                </a:cubicBezTo>
                <a:close/>
                <a:moveTo>
                  <a:pt x="15" y="34"/>
                </a:move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4" y="34"/>
                  <a:pt x="14" y="33"/>
                </a:cubicBezTo>
                <a:cubicBezTo>
                  <a:pt x="14" y="33"/>
                  <a:pt x="15" y="32"/>
                  <a:pt x="15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3" y="32"/>
                  <a:pt x="44" y="33"/>
                  <a:pt x="44" y="33"/>
                </a:cubicBezTo>
                <a:cubicBezTo>
                  <a:pt x="44" y="34"/>
                  <a:pt x="43" y="34"/>
                  <a:pt x="42" y="34"/>
                </a:cubicBezTo>
                <a:cubicBezTo>
                  <a:pt x="15" y="34"/>
                  <a:pt x="15" y="34"/>
                  <a:pt x="15" y="3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49" name="Freeform 283">
            <a:extLst>
              <a:ext uri="{FF2B5EF4-FFF2-40B4-BE49-F238E27FC236}">
                <a16:creationId xmlns:a16="http://schemas.microsoft.com/office/drawing/2014/main" id="{27090AAC-752A-7A23-6FF4-169DC3C920E2}"/>
              </a:ext>
            </a:extLst>
          </p:cNvPr>
          <p:cNvSpPr>
            <a:spLocks noEditPoints="1"/>
          </p:cNvSpPr>
          <p:nvPr/>
        </p:nvSpPr>
        <p:spPr bwMode="auto">
          <a:xfrm>
            <a:off x="6188535" y="4807399"/>
            <a:ext cx="207433" cy="198967"/>
          </a:xfrm>
          <a:custGeom>
            <a:avLst/>
            <a:gdLst>
              <a:gd name="T0" fmla="*/ 76200 w 49"/>
              <a:gd name="T1" fmla="*/ 28575 h 47"/>
              <a:gd name="T2" fmla="*/ 98425 w 49"/>
              <a:gd name="T3" fmla="*/ 47625 h 47"/>
              <a:gd name="T4" fmla="*/ 76200 w 49"/>
              <a:gd name="T5" fmla="*/ 66675 h 47"/>
              <a:gd name="T6" fmla="*/ 57150 w 49"/>
              <a:gd name="T7" fmla="*/ 47625 h 47"/>
              <a:gd name="T8" fmla="*/ 76200 w 49"/>
              <a:gd name="T9" fmla="*/ 28575 h 47"/>
              <a:gd name="T10" fmla="*/ 34925 w 49"/>
              <a:gd name="T11" fmla="*/ 66675 h 47"/>
              <a:gd name="T12" fmla="*/ 34925 w 49"/>
              <a:gd name="T13" fmla="*/ 66675 h 47"/>
              <a:gd name="T14" fmla="*/ 31750 w 49"/>
              <a:gd name="T15" fmla="*/ 47625 h 47"/>
              <a:gd name="T16" fmla="*/ 44450 w 49"/>
              <a:gd name="T17" fmla="*/ 15875 h 47"/>
              <a:gd name="T18" fmla="*/ 76200 w 49"/>
              <a:gd name="T19" fmla="*/ 0 h 47"/>
              <a:gd name="T20" fmla="*/ 111125 w 49"/>
              <a:gd name="T21" fmla="*/ 15875 h 47"/>
              <a:gd name="T22" fmla="*/ 123825 w 49"/>
              <a:gd name="T23" fmla="*/ 47625 h 47"/>
              <a:gd name="T24" fmla="*/ 120650 w 49"/>
              <a:gd name="T25" fmla="*/ 66675 h 47"/>
              <a:gd name="T26" fmla="*/ 136525 w 49"/>
              <a:gd name="T27" fmla="*/ 66675 h 47"/>
              <a:gd name="T28" fmla="*/ 139700 w 49"/>
              <a:gd name="T29" fmla="*/ 69850 h 47"/>
              <a:gd name="T30" fmla="*/ 155575 w 49"/>
              <a:gd name="T31" fmla="*/ 146050 h 47"/>
              <a:gd name="T32" fmla="*/ 152400 w 49"/>
              <a:gd name="T33" fmla="*/ 149225 h 47"/>
              <a:gd name="T34" fmla="*/ 152400 w 49"/>
              <a:gd name="T35" fmla="*/ 149225 h 47"/>
              <a:gd name="T36" fmla="*/ 3175 w 49"/>
              <a:gd name="T37" fmla="*/ 149225 h 47"/>
              <a:gd name="T38" fmla="*/ 0 w 49"/>
              <a:gd name="T39" fmla="*/ 146050 h 47"/>
              <a:gd name="T40" fmla="*/ 0 w 49"/>
              <a:gd name="T41" fmla="*/ 146050 h 47"/>
              <a:gd name="T42" fmla="*/ 15875 w 49"/>
              <a:gd name="T43" fmla="*/ 69850 h 47"/>
              <a:gd name="T44" fmla="*/ 19050 w 49"/>
              <a:gd name="T45" fmla="*/ 66675 h 47"/>
              <a:gd name="T46" fmla="*/ 34925 w 49"/>
              <a:gd name="T47" fmla="*/ 66675 h 47"/>
              <a:gd name="T48" fmla="*/ 38100 w 49"/>
              <a:gd name="T49" fmla="*/ 73025 h 47"/>
              <a:gd name="T50" fmla="*/ 38100 w 49"/>
              <a:gd name="T51" fmla="*/ 73025 h 47"/>
              <a:gd name="T52" fmla="*/ 22225 w 49"/>
              <a:gd name="T53" fmla="*/ 73025 h 47"/>
              <a:gd name="T54" fmla="*/ 9525 w 49"/>
              <a:gd name="T55" fmla="*/ 142875 h 47"/>
              <a:gd name="T56" fmla="*/ 146050 w 49"/>
              <a:gd name="T57" fmla="*/ 142875 h 47"/>
              <a:gd name="T58" fmla="*/ 133350 w 49"/>
              <a:gd name="T59" fmla="*/ 73025 h 47"/>
              <a:gd name="T60" fmla="*/ 117475 w 49"/>
              <a:gd name="T61" fmla="*/ 73025 h 47"/>
              <a:gd name="T62" fmla="*/ 114300 w 49"/>
              <a:gd name="T63" fmla="*/ 76200 h 47"/>
              <a:gd name="T64" fmla="*/ 95250 w 49"/>
              <a:gd name="T65" fmla="*/ 92075 h 47"/>
              <a:gd name="T66" fmla="*/ 82550 w 49"/>
              <a:gd name="T67" fmla="*/ 107950 h 47"/>
              <a:gd name="T68" fmla="*/ 73025 w 49"/>
              <a:gd name="T69" fmla="*/ 107950 h 47"/>
              <a:gd name="T70" fmla="*/ 73025 w 49"/>
              <a:gd name="T71" fmla="*/ 107950 h 47"/>
              <a:gd name="T72" fmla="*/ 60325 w 49"/>
              <a:gd name="T73" fmla="*/ 92075 h 47"/>
              <a:gd name="T74" fmla="*/ 41275 w 49"/>
              <a:gd name="T75" fmla="*/ 76200 h 47"/>
              <a:gd name="T76" fmla="*/ 38100 w 49"/>
              <a:gd name="T77" fmla="*/ 73025 h 47"/>
              <a:gd name="T78" fmla="*/ 101600 w 49"/>
              <a:gd name="T79" fmla="*/ 22225 h 47"/>
              <a:gd name="T80" fmla="*/ 101600 w 49"/>
              <a:gd name="T81" fmla="*/ 22225 h 47"/>
              <a:gd name="T82" fmla="*/ 76200 w 49"/>
              <a:gd name="T83" fmla="*/ 12700 h 47"/>
              <a:gd name="T84" fmla="*/ 53975 w 49"/>
              <a:gd name="T85" fmla="*/ 22225 h 47"/>
              <a:gd name="T86" fmla="*/ 44450 w 49"/>
              <a:gd name="T87" fmla="*/ 47625 h 47"/>
              <a:gd name="T88" fmla="*/ 50800 w 49"/>
              <a:gd name="T89" fmla="*/ 69850 h 47"/>
              <a:gd name="T90" fmla="*/ 66675 w 49"/>
              <a:gd name="T91" fmla="*/ 79375 h 47"/>
              <a:gd name="T92" fmla="*/ 69850 w 49"/>
              <a:gd name="T93" fmla="*/ 82550 h 47"/>
              <a:gd name="T94" fmla="*/ 76200 w 49"/>
              <a:gd name="T95" fmla="*/ 92075 h 47"/>
              <a:gd name="T96" fmla="*/ 85725 w 49"/>
              <a:gd name="T97" fmla="*/ 82550 h 47"/>
              <a:gd name="T98" fmla="*/ 88900 w 49"/>
              <a:gd name="T99" fmla="*/ 79375 h 47"/>
              <a:gd name="T100" fmla="*/ 104775 w 49"/>
              <a:gd name="T101" fmla="*/ 69850 h 47"/>
              <a:gd name="T102" fmla="*/ 111125 w 49"/>
              <a:gd name="T103" fmla="*/ 47625 h 47"/>
              <a:gd name="T104" fmla="*/ 101600 w 49"/>
              <a:gd name="T105" fmla="*/ 22225 h 47"/>
              <a:gd name="T106" fmla="*/ 76200 w 49"/>
              <a:gd name="T107" fmla="*/ 34925 h 47"/>
              <a:gd name="T108" fmla="*/ 76200 w 49"/>
              <a:gd name="T109" fmla="*/ 34925 h 47"/>
              <a:gd name="T110" fmla="*/ 66675 w 49"/>
              <a:gd name="T111" fmla="*/ 47625 h 47"/>
              <a:gd name="T112" fmla="*/ 76200 w 49"/>
              <a:gd name="T113" fmla="*/ 60325 h 47"/>
              <a:gd name="T114" fmla="*/ 88900 w 49"/>
              <a:gd name="T115" fmla="*/ 47625 h 47"/>
              <a:gd name="T116" fmla="*/ 76200 w 49"/>
              <a:gd name="T117" fmla="*/ 34925 h 47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49" h="47">
                <a:moveTo>
                  <a:pt x="24" y="9"/>
                </a:moveTo>
                <a:cubicBezTo>
                  <a:pt x="28" y="9"/>
                  <a:pt x="31" y="12"/>
                  <a:pt x="31" y="15"/>
                </a:cubicBezTo>
                <a:cubicBezTo>
                  <a:pt x="31" y="19"/>
                  <a:pt x="28" y="21"/>
                  <a:pt x="24" y="21"/>
                </a:cubicBezTo>
                <a:cubicBezTo>
                  <a:pt x="21" y="21"/>
                  <a:pt x="18" y="19"/>
                  <a:pt x="18" y="15"/>
                </a:cubicBezTo>
                <a:cubicBezTo>
                  <a:pt x="18" y="12"/>
                  <a:pt x="21" y="9"/>
                  <a:pt x="24" y="9"/>
                </a:cubicBezTo>
                <a:close/>
                <a:moveTo>
                  <a:pt x="11" y="21"/>
                </a:moveTo>
                <a:cubicBezTo>
                  <a:pt x="11" y="21"/>
                  <a:pt x="11" y="21"/>
                  <a:pt x="11" y="21"/>
                </a:cubicBezTo>
                <a:cubicBezTo>
                  <a:pt x="10" y="19"/>
                  <a:pt x="10" y="17"/>
                  <a:pt x="10" y="15"/>
                </a:cubicBezTo>
                <a:cubicBezTo>
                  <a:pt x="10" y="11"/>
                  <a:pt x="11" y="7"/>
                  <a:pt x="14" y="5"/>
                </a:cubicBezTo>
                <a:cubicBezTo>
                  <a:pt x="17" y="2"/>
                  <a:pt x="20" y="0"/>
                  <a:pt x="24" y="0"/>
                </a:cubicBezTo>
                <a:cubicBezTo>
                  <a:pt x="29" y="0"/>
                  <a:pt x="32" y="2"/>
                  <a:pt x="35" y="5"/>
                </a:cubicBezTo>
                <a:cubicBezTo>
                  <a:pt x="38" y="7"/>
                  <a:pt x="39" y="11"/>
                  <a:pt x="39" y="15"/>
                </a:cubicBezTo>
                <a:cubicBezTo>
                  <a:pt x="39" y="17"/>
                  <a:pt x="39" y="19"/>
                  <a:pt x="38" y="21"/>
                </a:cubicBezTo>
                <a:cubicBezTo>
                  <a:pt x="43" y="21"/>
                  <a:pt x="43" y="21"/>
                  <a:pt x="43" y="21"/>
                </a:cubicBezTo>
                <a:cubicBezTo>
                  <a:pt x="44" y="21"/>
                  <a:pt x="44" y="22"/>
                  <a:pt x="44" y="22"/>
                </a:cubicBezTo>
                <a:cubicBezTo>
                  <a:pt x="49" y="46"/>
                  <a:pt x="49" y="46"/>
                  <a:pt x="49" y="46"/>
                </a:cubicBezTo>
                <a:cubicBezTo>
                  <a:pt x="49" y="47"/>
                  <a:pt x="49" y="47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1" y="47"/>
                  <a:pt x="1" y="47"/>
                  <a:pt x="1" y="47"/>
                </a:cubicBezTo>
                <a:cubicBezTo>
                  <a:pt x="1" y="47"/>
                  <a:pt x="0" y="47"/>
                  <a:pt x="0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1"/>
                  <a:pt x="5" y="21"/>
                  <a:pt x="6" y="21"/>
                </a:cubicBezTo>
                <a:cubicBezTo>
                  <a:pt x="11" y="21"/>
                  <a:pt x="11" y="21"/>
                  <a:pt x="11" y="21"/>
                </a:cubicBezTo>
                <a:close/>
                <a:moveTo>
                  <a:pt x="12" y="23"/>
                </a:moveTo>
                <a:cubicBezTo>
                  <a:pt x="12" y="23"/>
                  <a:pt x="12" y="23"/>
                  <a:pt x="12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3" y="45"/>
                  <a:pt x="3" y="45"/>
                  <a:pt x="3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2" y="23"/>
                  <a:pt x="42" y="23"/>
                  <a:pt x="42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4"/>
                  <a:pt x="36" y="24"/>
                  <a:pt x="36" y="24"/>
                </a:cubicBezTo>
                <a:cubicBezTo>
                  <a:pt x="35" y="26"/>
                  <a:pt x="32" y="28"/>
                  <a:pt x="30" y="29"/>
                </a:cubicBezTo>
                <a:cubicBezTo>
                  <a:pt x="26" y="34"/>
                  <a:pt x="26" y="34"/>
                  <a:pt x="26" y="34"/>
                </a:cubicBezTo>
                <a:cubicBezTo>
                  <a:pt x="25" y="34"/>
                  <a:pt x="24" y="35"/>
                  <a:pt x="23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19" y="29"/>
                  <a:pt x="19" y="29"/>
                  <a:pt x="19" y="29"/>
                </a:cubicBezTo>
                <a:cubicBezTo>
                  <a:pt x="17" y="28"/>
                  <a:pt x="14" y="26"/>
                  <a:pt x="13" y="24"/>
                </a:cubicBezTo>
                <a:cubicBezTo>
                  <a:pt x="12" y="23"/>
                  <a:pt x="12" y="23"/>
                  <a:pt x="12" y="23"/>
                </a:cubicBezTo>
                <a:close/>
                <a:moveTo>
                  <a:pt x="32" y="7"/>
                </a:moveTo>
                <a:cubicBezTo>
                  <a:pt x="32" y="7"/>
                  <a:pt x="32" y="7"/>
                  <a:pt x="32" y="7"/>
                </a:cubicBezTo>
                <a:cubicBezTo>
                  <a:pt x="30" y="5"/>
                  <a:pt x="28" y="4"/>
                  <a:pt x="24" y="4"/>
                </a:cubicBezTo>
                <a:cubicBezTo>
                  <a:pt x="22" y="4"/>
                  <a:pt x="19" y="5"/>
                  <a:pt x="17" y="7"/>
                </a:cubicBezTo>
                <a:cubicBezTo>
                  <a:pt x="15" y="9"/>
                  <a:pt x="14" y="12"/>
                  <a:pt x="14" y="15"/>
                </a:cubicBezTo>
                <a:cubicBezTo>
                  <a:pt x="14" y="18"/>
                  <a:pt x="14" y="20"/>
                  <a:pt x="16" y="22"/>
                </a:cubicBezTo>
                <a:cubicBezTo>
                  <a:pt x="17" y="23"/>
                  <a:pt x="19" y="25"/>
                  <a:pt x="21" y="25"/>
                </a:cubicBezTo>
                <a:cubicBezTo>
                  <a:pt x="22" y="26"/>
                  <a:pt x="22" y="26"/>
                  <a:pt x="22" y="26"/>
                </a:cubicBezTo>
                <a:cubicBezTo>
                  <a:pt x="24" y="29"/>
                  <a:pt x="24" y="29"/>
                  <a:pt x="24" y="29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7" y="26"/>
                  <a:pt x="28" y="25"/>
                </a:cubicBezTo>
                <a:cubicBezTo>
                  <a:pt x="30" y="25"/>
                  <a:pt x="32" y="23"/>
                  <a:pt x="33" y="22"/>
                </a:cubicBezTo>
                <a:cubicBezTo>
                  <a:pt x="35" y="20"/>
                  <a:pt x="35" y="18"/>
                  <a:pt x="35" y="15"/>
                </a:cubicBezTo>
                <a:cubicBezTo>
                  <a:pt x="35" y="12"/>
                  <a:pt x="34" y="9"/>
                  <a:pt x="32" y="7"/>
                </a:cubicBezTo>
                <a:close/>
                <a:moveTo>
                  <a:pt x="24" y="11"/>
                </a:moveTo>
                <a:cubicBezTo>
                  <a:pt x="24" y="11"/>
                  <a:pt x="24" y="11"/>
                  <a:pt x="24" y="11"/>
                </a:cubicBezTo>
                <a:cubicBezTo>
                  <a:pt x="22" y="11"/>
                  <a:pt x="21" y="13"/>
                  <a:pt x="21" y="15"/>
                </a:cubicBezTo>
                <a:cubicBezTo>
                  <a:pt x="21" y="17"/>
                  <a:pt x="22" y="19"/>
                  <a:pt x="24" y="19"/>
                </a:cubicBezTo>
                <a:cubicBezTo>
                  <a:pt x="27" y="19"/>
                  <a:pt x="28" y="17"/>
                  <a:pt x="28" y="15"/>
                </a:cubicBezTo>
                <a:cubicBezTo>
                  <a:pt x="28" y="13"/>
                  <a:pt x="27" y="11"/>
                  <a:pt x="24" y="1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50" name="Freeform 284">
            <a:extLst>
              <a:ext uri="{FF2B5EF4-FFF2-40B4-BE49-F238E27FC236}">
                <a16:creationId xmlns:a16="http://schemas.microsoft.com/office/drawing/2014/main" id="{FBEA82F9-7108-5194-5E13-26A92E0C30AE}"/>
              </a:ext>
            </a:extLst>
          </p:cNvPr>
          <p:cNvSpPr>
            <a:spLocks noEditPoints="1"/>
          </p:cNvSpPr>
          <p:nvPr/>
        </p:nvSpPr>
        <p:spPr bwMode="auto">
          <a:xfrm>
            <a:off x="8046967" y="4811632"/>
            <a:ext cx="211667" cy="190500"/>
          </a:xfrm>
          <a:custGeom>
            <a:avLst/>
            <a:gdLst>
              <a:gd name="T0" fmla="*/ 104775 w 50"/>
              <a:gd name="T1" fmla="*/ 92075 h 45"/>
              <a:gd name="T2" fmla="*/ 130175 w 50"/>
              <a:gd name="T3" fmla="*/ 34925 h 45"/>
              <a:gd name="T4" fmla="*/ 107950 w 50"/>
              <a:gd name="T5" fmla="*/ 31750 h 45"/>
              <a:gd name="T6" fmla="*/ 76200 w 50"/>
              <a:gd name="T7" fmla="*/ 19050 h 45"/>
              <a:gd name="T8" fmla="*/ 123825 w 50"/>
              <a:gd name="T9" fmla="*/ 60325 h 45"/>
              <a:gd name="T10" fmla="*/ 120650 w 50"/>
              <a:gd name="T11" fmla="*/ 63500 h 45"/>
              <a:gd name="T12" fmla="*/ 114300 w 50"/>
              <a:gd name="T13" fmla="*/ 57150 h 45"/>
              <a:gd name="T14" fmla="*/ 107950 w 50"/>
              <a:gd name="T15" fmla="*/ 50800 h 45"/>
              <a:gd name="T16" fmla="*/ 120650 w 50"/>
              <a:gd name="T17" fmla="*/ 50800 h 45"/>
              <a:gd name="T18" fmla="*/ 123825 w 50"/>
              <a:gd name="T19" fmla="*/ 60325 h 45"/>
              <a:gd name="T20" fmla="*/ 85725 w 50"/>
              <a:gd name="T21" fmla="*/ 53975 h 45"/>
              <a:gd name="T22" fmla="*/ 79375 w 50"/>
              <a:gd name="T23" fmla="*/ 47625 h 45"/>
              <a:gd name="T24" fmla="*/ 98425 w 50"/>
              <a:gd name="T25" fmla="*/ 47625 h 45"/>
              <a:gd name="T26" fmla="*/ 85725 w 50"/>
              <a:gd name="T27" fmla="*/ 53975 h 45"/>
              <a:gd name="T28" fmla="*/ 107950 w 50"/>
              <a:gd name="T29" fmla="*/ 79375 h 45"/>
              <a:gd name="T30" fmla="*/ 107950 w 50"/>
              <a:gd name="T31" fmla="*/ 85725 h 45"/>
              <a:gd name="T32" fmla="*/ 79375 w 50"/>
              <a:gd name="T33" fmla="*/ 76200 h 45"/>
              <a:gd name="T34" fmla="*/ 85725 w 50"/>
              <a:gd name="T35" fmla="*/ 73025 h 45"/>
              <a:gd name="T36" fmla="*/ 107950 w 50"/>
              <a:gd name="T37" fmla="*/ 79375 h 45"/>
              <a:gd name="T38" fmla="*/ 60325 w 50"/>
              <a:gd name="T39" fmla="*/ 63500 h 45"/>
              <a:gd name="T40" fmla="*/ 12700 w 50"/>
              <a:gd name="T41" fmla="*/ 73025 h 45"/>
              <a:gd name="T42" fmla="*/ 47625 w 50"/>
              <a:gd name="T43" fmla="*/ 127000 h 45"/>
              <a:gd name="T44" fmla="*/ 73025 w 50"/>
              <a:gd name="T45" fmla="*/ 127000 h 45"/>
              <a:gd name="T46" fmla="*/ 85725 w 50"/>
              <a:gd name="T47" fmla="*/ 104775 h 45"/>
              <a:gd name="T48" fmla="*/ 66675 w 50"/>
              <a:gd name="T49" fmla="*/ 88900 h 45"/>
              <a:gd name="T50" fmla="*/ 57150 w 50"/>
              <a:gd name="T51" fmla="*/ 88900 h 45"/>
              <a:gd name="T52" fmla="*/ 60325 w 50"/>
              <a:gd name="T53" fmla="*/ 82550 h 45"/>
              <a:gd name="T54" fmla="*/ 63500 w 50"/>
              <a:gd name="T55" fmla="*/ 82550 h 45"/>
              <a:gd name="T56" fmla="*/ 95250 w 50"/>
              <a:gd name="T57" fmla="*/ 107950 h 45"/>
              <a:gd name="T58" fmla="*/ 82550 w 50"/>
              <a:gd name="T59" fmla="*/ 136525 h 45"/>
              <a:gd name="T60" fmla="*/ 82550 w 50"/>
              <a:gd name="T61" fmla="*/ 136525 h 45"/>
              <a:gd name="T62" fmla="*/ 38100 w 50"/>
              <a:gd name="T63" fmla="*/ 136525 h 45"/>
              <a:gd name="T64" fmla="*/ 0 w 50"/>
              <a:gd name="T65" fmla="*/ 66675 h 45"/>
              <a:gd name="T66" fmla="*/ 6350 w 50"/>
              <a:gd name="T67" fmla="*/ 60325 h 45"/>
              <a:gd name="T68" fmla="*/ 60325 w 50"/>
              <a:gd name="T69" fmla="*/ 50800 h 45"/>
              <a:gd name="T70" fmla="*/ 66675 w 50"/>
              <a:gd name="T71" fmla="*/ 6350 h 45"/>
              <a:gd name="T72" fmla="*/ 73025 w 50"/>
              <a:gd name="T73" fmla="*/ 3175 h 45"/>
              <a:gd name="T74" fmla="*/ 111125 w 50"/>
              <a:gd name="T75" fmla="*/ 19050 h 45"/>
              <a:gd name="T76" fmla="*/ 152400 w 50"/>
              <a:gd name="T77" fmla="*/ 22225 h 45"/>
              <a:gd name="T78" fmla="*/ 158750 w 50"/>
              <a:gd name="T79" fmla="*/ 31750 h 45"/>
              <a:gd name="T80" fmla="*/ 95250 w 50"/>
              <a:gd name="T81" fmla="*/ 107950 h 45"/>
              <a:gd name="T82" fmla="*/ 34925 w 50"/>
              <a:gd name="T83" fmla="*/ 95250 h 45"/>
              <a:gd name="T84" fmla="*/ 34925 w 50"/>
              <a:gd name="T85" fmla="*/ 88900 h 45"/>
              <a:gd name="T86" fmla="*/ 44450 w 50"/>
              <a:gd name="T87" fmla="*/ 85725 h 45"/>
              <a:gd name="T88" fmla="*/ 50800 w 50"/>
              <a:gd name="T89" fmla="*/ 92075 h 45"/>
              <a:gd name="T90" fmla="*/ 34925 w 50"/>
              <a:gd name="T91" fmla="*/ 95250 h 45"/>
              <a:gd name="T92" fmla="*/ 69850 w 50"/>
              <a:gd name="T93" fmla="*/ 107950 h 45"/>
              <a:gd name="T94" fmla="*/ 69850 w 50"/>
              <a:gd name="T95" fmla="*/ 114300 h 45"/>
              <a:gd name="T96" fmla="*/ 50800 w 50"/>
              <a:gd name="T97" fmla="*/ 117475 h 45"/>
              <a:gd name="T98" fmla="*/ 69850 w 50"/>
              <a:gd name="T99" fmla="*/ 107950 h 4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0" h="45">
                <a:moveTo>
                  <a:pt x="25" y="27"/>
                </a:moveTo>
                <a:cubicBezTo>
                  <a:pt x="27" y="30"/>
                  <a:pt x="30" y="31"/>
                  <a:pt x="33" y="29"/>
                </a:cubicBezTo>
                <a:cubicBezTo>
                  <a:pt x="37" y="27"/>
                  <a:pt x="42" y="22"/>
                  <a:pt x="45" y="11"/>
                </a:cubicBezTo>
                <a:cubicBezTo>
                  <a:pt x="44" y="11"/>
                  <a:pt x="43" y="11"/>
                  <a:pt x="41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39" y="11"/>
                  <a:pt x="36" y="11"/>
                  <a:pt x="34" y="10"/>
                </a:cubicBezTo>
                <a:cubicBezTo>
                  <a:pt x="32" y="9"/>
                  <a:pt x="29" y="9"/>
                  <a:pt x="27" y="8"/>
                </a:cubicBezTo>
                <a:cubicBezTo>
                  <a:pt x="26" y="7"/>
                  <a:pt x="25" y="6"/>
                  <a:pt x="24" y="6"/>
                </a:cubicBezTo>
                <a:cubicBezTo>
                  <a:pt x="22" y="12"/>
                  <a:pt x="21" y="21"/>
                  <a:pt x="25" y="27"/>
                </a:cubicBezTo>
                <a:close/>
                <a:moveTo>
                  <a:pt x="39" y="19"/>
                </a:moveTo>
                <a:cubicBezTo>
                  <a:pt x="39" y="19"/>
                  <a:pt x="39" y="19"/>
                  <a:pt x="39" y="19"/>
                </a:cubicBezTo>
                <a:cubicBezTo>
                  <a:pt x="39" y="19"/>
                  <a:pt x="39" y="20"/>
                  <a:pt x="38" y="20"/>
                </a:cubicBezTo>
                <a:cubicBezTo>
                  <a:pt x="38" y="20"/>
                  <a:pt x="37" y="20"/>
                  <a:pt x="37" y="19"/>
                </a:cubicBezTo>
                <a:cubicBezTo>
                  <a:pt x="37" y="19"/>
                  <a:pt x="36" y="18"/>
                  <a:pt x="36" y="18"/>
                </a:cubicBezTo>
                <a:cubicBezTo>
                  <a:pt x="36" y="18"/>
                  <a:pt x="35" y="18"/>
                  <a:pt x="35" y="18"/>
                </a:cubicBezTo>
                <a:cubicBezTo>
                  <a:pt x="34" y="18"/>
                  <a:pt x="34" y="17"/>
                  <a:pt x="34" y="16"/>
                </a:cubicBezTo>
                <a:cubicBezTo>
                  <a:pt x="34" y="16"/>
                  <a:pt x="35" y="15"/>
                  <a:pt x="35" y="15"/>
                </a:cubicBezTo>
                <a:cubicBezTo>
                  <a:pt x="36" y="15"/>
                  <a:pt x="37" y="16"/>
                  <a:pt x="38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7"/>
                  <a:pt x="39" y="18"/>
                  <a:pt x="39" y="19"/>
                </a:cubicBezTo>
                <a:close/>
                <a:moveTo>
                  <a:pt x="27" y="17"/>
                </a:moveTo>
                <a:cubicBezTo>
                  <a:pt x="27" y="17"/>
                  <a:pt x="27" y="17"/>
                  <a:pt x="27" y="17"/>
                </a:cubicBezTo>
                <a:cubicBezTo>
                  <a:pt x="27" y="17"/>
                  <a:pt x="26" y="17"/>
                  <a:pt x="25" y="17"/>
                </a:cubicBezTo>
                <a:cubicBezTo>
                  <a:pt x="25" y="16"/>
                  <a:pt x="25" y="15"/>
                  <a:pt x="25" y="15"/>
                </a:cubicBezTo>
                <a:cubicBezTo>
                  <a:pt x="27" y="14"/>
                  <a:pt x="29" y="13"/>
                  <a:pt x="30" y="14"/>
                </a:cubicBezTo>
                <a:cubicBezTo>
                  <a:pt x="31" y="14"/>
                  <a:pt x="31" y="15"/>
                  <a:pt x="31" y="15"/>
                </a:cubicBezTo>
                <a:cubicBezTo>
                  <a:pt x="31" y="16"/>
                  <a:pt x="30" y="16"/>
                  <a:pt x="29" y="16"/>
                </a:cubicBezTo>
                <a:cubicBezTo>
                  <a:pt x="29" y="16"/>
                  <a:pt x="28" y="16"/>
                  <a:pt x="27" y="17"/>
                </a:cubicBezTo>
                <a:close/>
                <a:moveTo>
                  <a:pt x="34" y="25"/>
                </a:moveTo>
                <a:cubicBezTo>
                  <a:pt x="34" y="25"/>
                  <a:pt x="34" y="25"/>
                  <a:pt x="34" y="25"/>
                </a:cubicBezTo>
                <a:cubicBezTo>
                  <a:pt x="34" y="24"/>
                  <a:pt x="35" y="25"/>
                  <a:pt x="35" y="25"/>
                </a:cubicBezTo>
                <a:cubicBezTo>
                  <a:pt x="35" y="26"/>
                  <a:pt x="35" y="27"/>
                  <a:pt x="34" y="27"/>
                </a:cubicBezTo>
                <a:cubicBezTo>
                  <a:pt x="33" y="27"/>
                  <a:pt x="31" y="27"/>
                  <a:pt x="30" y="27"/>
                </a:cubicBezTo>
                <a:cubicBezTo>
                  <a:pt x="28" y="27"/>
                  <a:pt x="26" y="26"/>
                  <a:pt x="25" y="24"/>
                </a:cubicBezTo>
                <a:cubicBezTo>
                  <a:pt x="25" y="24"/>
                  <a:pt x="25" y="23"/>
                  <a:pt x="25" y="23"/>
                </a:cubicBezTo>
                <a:cubicBezTo>
                  <a:pt x="26" y="22"/>
                  <a:pt x="27" y="22"/>
                  <a:pt x="27" y="23"/>
                </a:cubicBezTo>
                <a:cubicBezTo>
                  <a:pt x="28" y="24"/>
                  <a:pt x="29" y="24"/>
                  <a:pt x="30" y="25"/>
                </a:cubicBezTo>
                <a:cubicBezTo>
                  <a:pt x="31" y="25"/>
                  <a:pt x="33" y="25"/>
                  <a:pt x="34" y="25"/>
                </a:cubicBezTo>
                <a:close/>
                <a:moveTo>
                  <a:pt x="19" y="20"/>
                </a:moveTo>
                <a:cubicBezTo>
                  <a:pt x="19" y="20"/>
                  <a:pt x="19" y="20"/>
                  <a:pt x="19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4" y="22"/>
                  <a:pt x="9" y="23"/>
                  <a:pt x="4" y="23"/>
                </a:cubicBezTo>
                <a:cubicBezTo>
                  <a:pt x="7" y="31"/>
                  <a:pt x="11" y="37"/>
                  <a:pt x="15" y="40"/>
                </a:cubicBezTo>
                <a:cubicBezTo>
                  <a:pt x="15" y="40"/>
                  <a:pt x="15" y="40"/>
                  <a:pt x="15" y="40"/>
                </a:cubicBezTo>
                <a:cubicBezTo>
                  <a:pt x="16" y="41"/>
                  <a:pt x="18" y="41"/>
                  <a:pt x="19" y="42"/>
                </a:cubicBezTo>
                <a:cubicBezTo>
                  <a:pt x="21" y="42"/>
                  <a:pt x="22" y="41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5" y="39"/>
                  <a:pt x="26" y="36"/>
                  <a:pt x="27" y="33"/>
                </a:cubicBezTo>
                <a:cubicBezTo>
                  <a:pt x="25" y="33"/>
                  <a:pt x="23" y="31"/>
                  <a:pt x="22" y="29"/>
                </a:cubicBezTo>
                <a:cubicBezTo>
                  <a:pt x="22" y="29"/>
                  <a:pt x="21" y="29"/>
                  <a:pt x="21" y="28"/>
                </a:cubicBezTo>
                <a:cubicBezTo>
                  <a:pt x="21" y="28"/>
                  <a:pt x="21" y="28"/>
                  <a:pt x="20" y="28"/>
                </a:cubicBezTo>
                <a:cubicBezTo>
                  <a:pt x="20" y="28"/>
                  <a:pt x="19" y="28"/>
                  <a:pt x="18" y="28"/>
                </a:cubicBezTo>
                <a:cubicBezTo>
                  <a:pt x="18" y="28"/>
                  <a:pt x="17" y="27"/>
                  <a:pt x="18" y="27"/>
                </a:cubicBezTo>
                <a:cubicBezTo>
                  <a:pt x="18" y="26"/>
                  <a:pt x="18" y="26"/>
                  <a:pt x="19" y="26"/>
                </a:cubicBezTo>
                <a:cubicBezTo>
                  <a:pt x="19" y="26"/>
                  <a:pt x="20" y="26"/>
                  <a:pt x="20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4"/>
                  <a:pt x="19" y="22"/>
                  <a:pt x="19" y="20"/>
                </a:cubicBezTo>
                <a:close/>
                <a:moveTo>
                  <a:pt x="30" y="34"/>
                </a:moveTo>
                <a:cubicBezTo>
                  <a:pt x="30" y="34"/>
                  <a:pt x="30" y="34"/>
                  <a:pt x="30" y="34"/>
                </a:cubicBezTo>
                <a:cubicBezTo>
                  <a:pt x="29" y="38"/>
                  <a:pt x="28" y="41"/>
                  <a:pt x="26" y="43"/>
                </a:cubicBezTo>
                <a:cubicBezTo>
                  <a:pt x="26" y="43"/>
                  <a:pt x="26" y="43"/>
                  <a:pt x="26" y="43"/>
                </a:cubicBezTo>
                <a:cubicBezTo>
                  <a:pt x="26" y="43"/>
                  <a:pt x="26" y="43"/>
                  <a:pt x="26" y="43"/>
                </a:cubicBezTo>
                <a:cubicBezTo>
                  <a:pt x="24" y="45"/>
                  <a:pt x="21" y="45"/>
                  <a:pt x="19" y="45"/>
                </a:cubicBezTo>
                <a:cubicBezTo>
                  <a:pt x="17" y="45"/>
                  <a:pt x="15" y="44"/>
                  <a:pt x="12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8" y="39"/>
                  <a:pt x="3" y="32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9"/>
                  <a:pt x="1" y="19"/>
                  <a:pt x="2" y="19"/>
                </a:cubicBezTo>
                <a:cubicBezTo>
                  <a:pt x="7" y="19"/>
                  <a:pt x="12" y="19"/>
                  <a:pt x="17" y="17"/>
                </a:cubicBezTo>
                <a:cubicBezTo>
                  <a:pt x="18" y="17"/>
                  <a:pt x="18" y="16"/>
                  <a:pt x="19" y="16"/>
                </a:cubicBezTo>
                <a:cubicBezTo>
                  <a:pt x="19" y="12"/>
                  <a:pt x="19" y="7"/>
                  <a:pt x="20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2"/>
                  <a:pt x="21" y="2"/>
                  <a:pt x="21" y="1"/>
                </a:cubicBezTo>
                <a:cubicBezTo>
                  <a:pt x="21" y="0"/>
                  <a:pt x="23" y="0"/>
                  <a:pt x="23" y="1"/>
                </a:cubicBezTo>
                <a:cubicBezTo>
                  <a:pt x="25" y="2"/>
                  <a:pt x="27" y="3"/>
                  <a:pt x="29" y="4"/>
                </a:cubicBezTo>
                <a:cubicBezTo>
                  <a:pt x="31" y="5"/>
                  <a:pt x="33" y="6"/>
                  <a:pt x="35" y="6"/>
                </a:cubicBezTo>
                <a:cubicBezTo>
                  <a:pt x="37" y="7"/>
                  <a:pt x="39" y="7"/>
                  <a:pt x="41" y="7"/>
                </a:cubicBezTo>
                <a:cubicBezTo>
                  <a:pt x="44" y="8"/>
                  <a:pt x="46" y="8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9" y="8"/>
                  <a:pt x="50" y="9"/>
                  <a:pt x="50" y="10"/>
                </a:cubicBezTo>
                <a:cubicBezTo>
                  <a:pt x="46" y="23"/>
                  <a:pt x="40" y="30"/>
                  <a:pt x="35" y="33"/>
                </a:cubicBezTo>
                <a:cubicBezTo>
                  <a:pt x="33" y="34"/>
                  <a:pt x="32" y="34"/>
                  <a:pt x="30" y="34"/>
                </a:cubicBezTo>
                <a:close/>
                <a:moveTo>
                  <a:pt x="11" y="30"/>
                </a:moveTo>
                <a:cubicBezTo>
                  <a:pt x="11" y="30"/>
                  <a:pt x="11" y="30"/>
                  <a:pt x="11" y="30"/>
                </a:cubicBezTo>
                <a:cubicBezTo>
                  <a:pt x="10" y="30"/>
                  <a:pt x="10" y="29"/>
                  <a:pt x="10" y="28"/>
                </a:cubicBezTo>
                <a:cubicBezTo>
                  <a:pt x="10" y="28"/>
                  <a:pt x="11" y="28"/>
                  <a:pt x="11" y="28"/>
                </a:cubicBezTo>
                <a:cubicBezTo>
                  <a:pt x="12" y="28"/>
                  <a:pt x="12" y="28"/>
                  <a:pt x="13" y="28"/>
                </a:cubicBezTo>
                <a:cubicBezTo>
                  <a:pt x="13" y="28"/>
                  <a:pt x="14" y="28"/>
                  <a:pt x="14" y="27"/>
                </a:cubicBezTo>
                <a:cubicBezTo>
                  <a:pt x="15" y="27"/>
                  <a:pt x="15" y="27"/>
                  <a:pt x="16" y="27"/>
                </a:cubicBezTo>
                <a:cubicBezTo>
                  <a:pt x="16" y="28"/>
                  <a:pt x="16" y="28"/>
                  <a:pt x="16" y="29"/>
                </a:cubicBezTo>
                <a:cubicBezTo>
                  <a:pt x="15" y="30"/>
                  <a:pt x="14" y="30"/>
                  <a:pt x="13" y="30"/>
                </a:cubicBezTo>
                <a:cubicBezTo>
                  <a:pt x="12" y="30"/>
                  <a:pt x="11" y="30"/>
                  <a:pt x="11" y="30"/>
                </a:cubicBezTo>
                <a:close/>
                <a:moveTo>
                  <a:pt x="22" y="34"/>
                </a:moveTo>
                <a:cubicBezTo>
                  <a:pt x="22" y="34"/>
                  <a:pt x="22" y="34"/>
                  <a:pt x="22" y="34"/>
                </a:cubicBezTo>
                <a:cubicBezTo>
                  <a:pt x="23" y="34"/>
                  <a:pt x="23" y="35"/>
                  <a:pt x="23" y="35"/>
                </a:cubicBezTo>
                <a:cubicBezTo>
                  <a:pt x="23" y="36"/>
                  <a:pt x="23" y="36"/>
                  <a:pt x="22" y="36"/>
                </a:cubicBezTo>
                <a:cubicBezTo>
                  <a:pt x="20" y="36"/>
                  <a:pt x="19" y="36"/>
                  <a:pt x="17" y="37"/>
                </a:cubicBezTo>
                <a:cubicBezTo>
                  <a:pt x="17" y="38"/>
                  <a:pt x="16" y="38"/>
                  <a:pt x="16" y="37"/>
                </a:cubicBezTo>
                <a:cubicBezTo>
                  <a:pt x="15" y="37"/>
                  <a:pt x="15" y="36"/>
                  <a:pt x="16" y="36"/>
                </a:cubicBezTo>
                <a:cubicBezTo>
                  <a:pt x="18" y="34"/>
                  <a:pt x="20" y="34"/>
                  <a:pt x="22" y="3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51" name="Freeform 285">
            <a:extLst>
              <a:ext uri="{FF2B5EF4-FFF2-40B4-BE49-F238E27FC236}">
                <a16:creationId xmlns:a16="http://schemas.microsoft.com/office/drawing/2014/main" id="{36888DB7-5F99-4E6E-CE18-0645C9B05406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5643481"/>
            <a:ext cx="215900" cy="215900"/>
          </a:xfrm>
          <a:custGeom>
            <a:avLst/>
            <a:gdLst>
              <a:gd name="T0" fmla="*/ 136525 w 51"/>
              <a:gd name="T1" fmla="*/ 25400 h 51"/>
              <a:gd name="T2" fmla="*/ 161925 w 51"/>
              <a:gd name="T3" fmla="*/ 82550 h 51"/>
              <a:gd name="T4" fmla="*/ 146050 w 51"/>
              <a:gd name="T5" fmla="*/ 127000 h 51"/>
              <a:gd name="T6" fmla="*/ 139700 w 51"/>
              <a:gd name="T7" fmla="*/ 161925 h 51"/>
              <a:gd name="T8" fmla="*/ 82550 w 51"/>
              <a:gd name="T9" fmla="*/ 161925 h 51"/>
              <a:gd name="T10" fmla="*/ 25400 w 51"/>
              <a:gd name="T11" fmla="*/ 136525 h 51"/>
              <a:gd name="T12" fmla="*/ 25400 w 51"/>
              <a:gd name="T13" fmla="*/ 25400 h 51"/>
              <a:gd name="T14" fmla="*/ 82550 w 51"/>
              <a:gd name="T15" fmla="*/ 0 h 51"/>
              <a:gd name="T16" fmla="*/ 44450 w 51"/>
              <a:gd name="T17" fmla="*/ 66675 h 51"/>
              <a:gd name="T18" fmla="*/ 60325 w 51"/>
              <a:gd name="T19" fmla="*/ 82550 h 51"/>
              <a:gd name="T20" fmla="*/ 53975 w 51"/>
              <a:gd name="T21" fmla="*/ 92075 h 51"/>
              <a:gd name="T22" fmla="*/ 34925 w 51"/>
              <a:gd name="T23" fmla="*/ 92075 h 51"/>
              <a:gd name="T24" fmla="*/ 34925 w 51"/>
              <a:gd name="T25" fmla="*/ 69850 h 51"/>
              <a:gd name="T26" fmla="*/ 44450 w 51"/>
              <a:gd name="T27" fmla="*/ 66675 h 51"/>
              <a:gd name="T28" fmla="*/ 50800 w 51"/>
              <a:gd name="T29" fmla="*/ 76200 h 51"/>
              <a:gd name="T30" fmla="*/ 41275 w 51"/>
              <a:gd name="T31" fmla="*/ 76200 h 51"/>
              <a:gd name="T32" fmla="*/ 41275 w 51"/>
              <a:gd name="T33" fmla="*/ 85725 h 51"/>
              <a:gd name="T34" fmla="*/ 50800 w 51"/>
              <a:gd name="T35" fmla="*/ 85725 h 51"/>
              <a:gd name="T36" fmla="*/ 50800 w 51"/>
              <a:gd name="T37" fmla="*/ 76200 h 51"/>
              <a:gd name="T38" fmla="*/ 82550 w 51"/>
              <a:gd name="T39" fmla="*/ 66675 h 51"/>
              <a:gd name="T40" fmla="*/ 95250 w 51"/>
              <a:gd name="T41" fmla="*/ 82550 h 51"/>
              <a:gd name="T42" fmla="*/ 92075 w 51"/>
              <a:gd name="T43" fmla="*/ 92075 h 51"/>
              <a:gd name="T44" fmla="*/ 69850 w 51"/>
              <a:gd name="T45" fmla="*/ 92075 h 51"/>
              <a:gd name="T46" fmla="*/ 69850 w 51"/>
              <a:gd name="T47" fmla="*/ 69850 h 51"/>
              <a:gd name="T48" fmla="*/ 82550 w 51"/>
              <a:gd name="T49" fmla="*/ 66675 h 51"/>
              <a:gd name="T50" fmla="*/ 85725 w 51"/>
              <a:gd name="T51" fmla="*/ 76200 h 51"/>
              <a:gd name="T52" fmla="*/ 76200 w 51"/>
              <a:gd name="T53" fmla="*/ 76200 h 51"/>
              <a:gd name="T54" fmla="*/ 76200 w 51"/>
              <a:gd name="T55" fmla="*/ 85725 h 51"/>
              <a:gd name="T56" fmla="*/ 85725 w 51"/>
              <a:gd name="T57" fmla="*/ 85725 h 51"/>
              <a:gd name="T58" fmla="*/ 85725 w 51"/>
              <a:gd name="T59" fmla="*/ 76200 h 51"/>
              <a:gd name="T60" fmla="*/ 117475 w 51"/>
              <a:gd name="T61" fmla="*/ 66675 h 51"/>
              <a:gd name="T62" fmla="*/ 130175 w 51"/>
              <a:gd name="T63" fmla="*/ 82550 h 51"/>
              <a:gd name="T64" fmla="*/ 127000 w 51"/>
              <a:gd name="T65" fmla="*/ 92075 h 51"/>
              <a:gd name="T66" fmla="*/ 107950 w 51"/>
              <a:gd name="T67" fmla="*/ 92075 h 51"/>
              <a:gd name="T68" fmla="*/ 107950 w 51"/>
              <a:gd name="T69" fmla="*/ 69850 h 51"/>
              <a:gd name="T70" fmla="*/ 117475 w 51"/>
              <a:gd name="T71" fmla="*/ 66675 h 51"/>
              <a:gd name="T72" fmla="*/ 120650 w 51"/>
              <a:gd name="T73" fmla="*/ 76200 h 51"/>
              <a:gd name="T74" fmla="*/ 111125 w 51"/>
              <a:gd name="T75" fmla="*/ 76200 h 51"/>
              <a:gd name="T76" fmla="*/ 111125 w 51"/>
              <a:gd name="T77" fmla="*/ 85725 h 51"/>
              <a:gd name="T78" fmla="*/ 120650 w 51"/>
              <a:gd name="T79" fmla="*/ 85725 h 51"/>
              <a:gd name="T80" fmla="*/ 120650 w 51"/>
              <a:gd name="T81" fmla="*/ 76200 h 51"/>
              <a:gd name="T82" fmla="*/ 130175 w 51"/>
              <a:gd name="T83" fmla="*/ 34925 h 51"/>
              <a:gd name="T84" fmla="*/ 34925 w 51"/>
              <a:gd name="T85" fmla="*/ 34925 h 51"/>
              <a:gd name="T86" fmla="*/ 12700 w 51"/>
              <a:gd name="T87" fmla="*/ 82550 h 51"/>
              <a:gd name="T88" fmla="*/ 34925 w 51"/>
              <a:gd name="T89" fmla="*/ 130175 h 51"/>
              <a:gd name="T90" fmla="*/ 133350 w 51"/>
              <a:gd name="T91" fmla="*/ 149225 h 51"/>
              <a:gd name="T92" fmla="*/ 136525 w 51"/>
              <a:gd name="T93" fmla="*/ 120650 h 51"/>
              <a:gd name="T94" fmla="*/ 149225 w 51"/>
              <a:gd name="T95" fmla="*/ 82550 h 51"/>
              <a:gd name="T96" fmla="*/ 130175 w 51"/>
              <a:gd name="T97" fmla="*/ 34925 h 5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" h="51">
                <a:moveTo>
                  <a:pt x="26" y="0"/>
                </a:moveTo>
                <a:cubicBezTo>
                  <a:pt x="32" y="0"/>
                  <a:pt x="39" y="3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8" y="12"/>
                  <a:pt x="51" y="19"/>
                  <a:pt x="51" y="26"/>
                </a:cubicBezTo>
                <a:cubicBezTo>
                  <a:pt x="51" y="28"/>
                  <a:pt x="50" y="31"/>
                  <a:pt x="49" y="33"/>
                </a:cubicBezTo>
                <a:cubicBezTo>
                  <a:pt x="49" y="36"/>
                  <a:pt x="48" y="38"/>
                  <a:pt x="46" y="40"/>
                </a:cubicBezTo>
                <a:cubicBezTo>
                  <a:pt x="46" y="49"/>
                  <a:pt x="46" y="49"/>
                  <a:pt x="46" y="49"/>
                </a:cubicBezTo>
                <a:cubicBezTo>
                  <a:pt x="46" y="50"/>
                  <a:pt x="45" y="51"/>
                  <a:pt x="44" y="51"/>
                </a:cubicBezTo>
                <a:cubicBezTo>
                  <a:pt x="44" y="51"/>
                  <a:pt x="44" y="51"/>
                  <a:pt x="44" y="51"/>
                </a:cubicBezTo>
                <a:cubicBezTo>
                  <a:pt x="26" y="51"/>
                  <a:pt x="26" y="51"/>
                  <a:pt x="26" y="51"/>
                </a:cubicBezTo>
                <a:cubicBezTo>
                  <a:pt x="19" y="51"/>
                  <a:pt x="12" y="48"/>
                  <a:pt x="8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3" y="39"/>
                  <a:pt x="0" y="32"/>
                  <a:pt x="0" y="26"/>
                </a:cubicBezTo>
                <a:cubicBezTo>
                  <a:pt x="0" y="19"/>
                  <a:pt x="3" y="1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12" y="3"/>
                  <a:pt x="19" y="0"/>
                  <a:pt x="26" y="0"/>
                </a:cubicBezTo>
                <a:close/>
                <a:moveTo>
                  <a:pt x="14" y="21"/>
                </a:moveTo>
                <a:cubicBezTo>
                  <a:pt x="14" y="21"/>
                  <a:pt x="14" y="21"/>
                  <a:pt x="14" y="21"/>
                </a:cubicBezTo>
                <a:cubicBezTo>
                  <a:pt x="16" y="21"/>
                  <a:pt x="17" y="22"/>
                  <a:pt x="17" y="22"/>
                </a:cubicBezTo>
                <a:cubicBezTo>
                  <a:pt x="18" y="23"/>
                  <a:pt x="19" y="24"/>
                  <a:pt x="19" y="26"/>
                </a:cubicBezTo>
                <a:cubicBezTo>
                  <a:pt x="19" y="27"/>
                  <a:pt x="18" y="28"/>
                  <a:pt x="18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29"/>
                  <a:pt x="16" y="30"/>
                  <a:pt x="14" y="30"/>
                </a:cubicBezTo>
                <a:cubicBezTo>
                  <a:pt x="13" y="30"/>
                  <a:pt x="12" y="29"/>
                  <a:pt x="11" y="29"/>
                </a:cubicBezTo>
                <a:cubicBezTo>
                  <a:pt x="10" y="28"/>
                  <a:pt x="10" y="27"/>
                  <a:pt x="10" y="26"/>
                </a:cubicBezTo>
                <a:cubicBezTo>
                  <a:pt x="10" y="24"/>
                  <a:pt x="10" y="23"/>
                  <a:pt x="11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12" y="22"/>
                  <a:pt x="13" y="21"/>
                  <a:pt x="14" y="21"/>
                </a:cubicBezTo>
                <a:close/>
                <a:moveTo>
                  <a:pt x="16" y="24"/>
                </a:move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5" y="23"/>
                  <a:pt x="14" y="23"/>
                </a:cubicBezTo>
                <a:cubicBezTo>
                  <a:pt x="14" y="23"/>
                  <a:pt x="13" y="24"/>
                  <a:pt x="13" y="24"/>
                </a:cubicBezTo>
                <a:cubicBezTo>
                  <a:pt x="13" y="24"/>
                  <a:pt x="12" y="25"/>
                  <a:pt x="12" y="26"/>
                </a:cubicBezTo>
                <a:cubicBezTo>
                  <a:pt x="12" y="26"/>
                  <a:pt x="13" y="27"/>
                  <a:pt x="13" y="27"/>
                </a:cubicBezTo>
                <a:cubicBezTo>
                  <a:pt x="13" y="27"/>
                  <a:pt x="14" y="28"/>
                  <a:pt x="14" y="28"/>
                </a:cubicBezTo>
                <a:cubicBezTo>
                  <a:pt x="15" y="28"/>
                  <a:pt x="16" y="27"/>
                  <a:pt x="16" y="27"/>
                </a:cubicBezTo>
                <a:cubicBezTo>
                  <a:pt x="16" y="27"/>
                  <a:pt x="16" y="26"/>
                  <a:pt x="16" y="26"/>
                </a:cubicBezTo>
                <a:cubicBezTo>
                  <a:pt x="16" y="25"/>
                  <a:pt x="16" y="24"/>
                  <a:pt x="16" y="24"/>
                </a:cubicBezTo>
                <a:close/>
                <a:moveTo>
                  <a:pt x="26" y="21"/>
                </a:moveTo>
                <a:cubicBezTo>
                  <a:pt x="26" y="21"/>
                  <a:pt x="26" y="21"/>
                  <a:pt x="26" y="21"/>
                </a:cubicBezTo>
                <a:cubicBezTo>
                  <a:pt x="27" y="21"/>
                  <a:pt x="28" y="22"/>
                  <a:pt x="29" y="22"/>
                </a:cubicBezTo>
                <a:cubicBezTo>
                  <a:pt x="29" y="23"/>
                  <a:pt x="30" y="24"/>
                  <a:pt x="30" y="26"/>
                </a:cubicBezTo>
                <a:cubicBezTo>
                  <a:pt x="30" y="27"/>
                  <a:pt x="29" y="28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8" y="29"/>
                  <a:pt x="27" y="30"/>
                  <a:pt x="26" y="30"/>
                </a:cubicBezTo>
                <a:cubicBezTo>
                  <a:pt x="24" y="30"/>
                  <a:pt x="23" y="29"/>
                  <a:pt x="22" y="29"/>
                </a:cubicBezTo>
                <a:cubicBezTo>
                  <a:pt x="22" y="28"/>
                  <a:pt x="21" y="27"/>
                  <a:pt x="21" y="26"/>
                </a:cubicBezTo>
                <a:cubicBezTo>
                  <a:pt x="21" y="24"/>
                  <a:pt x="22" y="23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3" y="22"/>
                  <a:pt x="24" y="21"/>
                  <a:pt x="26" y="21"/>
                </a:cubicBezTo>
                <a:close/>
                <a:moveTo>
                  <a:pt x="27" y="24"/>
                </a:moveTo>
                <a:cubicBezTo>
                  <a:pt x="27" y="24"/>
                  <a:pt x="27" y="24"/>
                  <a:pt x="27" y="24"/>
                </a:cubicBezTo>
                <a:cubicBezTo>
                  <a:pt x="27" y="24"/>
                  <a:pt x="26" y="23"/>
                  <a:pt x="26" y="23"/>
                </a:cubicBezTo>
                <a:cubicBezTo>
                  <a:pt x="25" y="23"/>
                  <a:pt x="24" y="24"/>
                  <a:pt x="24" y="24"/>
                </a:cubicBezTo>
                <a:cubicBezTo>
                  <a:pt x="24" y="24"/>
                  <a:pt x="23" y="25"/>
                  <a:pt x="23" y="26"/>
                </a:cubicBezTo>
                <a:cubicBezTo>
                  <a:pt x="23" y="26"/>
                  <a:pt x="24" y="27"/>
                  <a:pt x="24" y="27"/>
                </a:cubicBezTo>
                <a:cubicBezTo>
                  <a:pt x="24" y="27"/>
                  <a:pt x="25" y="28"/>
                  <a:pt x="26" y="28"/>
                </a:cubicBezTo>
                <a:cubicBezTo>
                  <a:pt x="26" y="28"/>
                  <a:pt x="27" y="27"/>
                  <a:pt x="27" y="27"/>
                </a:cubicBezTo>
                <a:cubicBezTo>
                  <a:pt x="27" y="27"/>
                  <a:pt x="28" y="26"/>
                  <a:pt x="28" y="26"/>
                </a:cubicBezTo>
                <a:cubicBezTo>
                  <a:pt x="28" y="25"/>
                  <a:pt x="27" y="24"/>
                  <a:pt x="27" y="24"/>
                </a:cubicBezTo>
                <a:close/>
                <a:moveTo>
                  <a:pt x="37" y="21"/>
                </a:moveTo>
                <a:cubicBezTo>
                  <a:pt x="37" y="21"/>
                  <a:pt x="37" y="21"/>
                  <a:pt x="37" y="21"/>
                </a:cubicBezTo>
                <a:cubicBezTo>
                  <a:pt x="38" y="21"/>
                  <a:pt x="39" y="22"/>
                  <a:pt x="40" y="22"/>
                </a:cubicBezTo>
                <a:cubicBezTo>
                  <a:pt x="41" y="23"/>
                  <a:pt x="41" y="24"/>
                  <a:pt x="41" y="26"/>
                </a:cubicBezTo>
                <a:cubicBezTo>
                  <a:pt x="41" y="27"/>
                  <a:pt x="41" y="28"/>
                  <a:pt x="40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39" y="29"/>
                  <a:pt x="38" y="30"/>
                  <a:pt x="37" y="30"/>
                </a:cubicBezTo>
                <a:cubicBezTo>
                  <a:pt x="36" y="30"/>
                  <a:pt x="34" y="29"/>
                  <a:pt x="34" y="29"/>
                </a:cubicBezTo>
                <a:cubicBezTo>
                  <a:pt x="33" y="28"/>
                  <a:pt x="32" y="27"/>
                  <a:pt x="32" y="26"/>
                </a:cubicBezTo>
                <a:cubicBezTo>
                  <a:pt x="32" y="24"/>
                  <a:pt x="33" y="23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6" y="21"/>
                  <a:pt x="37" y="21"/>
                </a:cubicBezTo>
                <a:close/>
                <a:moveTo>
                  <a:pt x="38" y="24"/>
                </a:moveTo>
                <a:cubicBezTo>
                  <a:pt x="38" y="24"/>
                  <a:pt x="38" y="24"/>
                  <a:pt x="38" y="24"/>
                </a:cubicBezTo>
                <a:cubicBezTo>
                  <a:pt x="38" y="24"/>
                  <a:pt x="37" y="23"/>
                  <a:pt x="37" y="23"/>
                </a:cubicBezTo>
                <a:cubicBezTo>
                  <a:pt x="36" y="23"/>
                  <a:pt x="36" y="24"/>
                  <a:pt x="35" y="24"/>
                </a:cubicBezTo>
                <a:cubicBezTo>
                  <a:pt x="35" y="24"/>
                  <a:pt x="35" y="25"/>
                  <a:pt x="35" y="26"/>
                </a:cubicBezTo>
                <a:cubicBezTo>
                  <a:pt x="35" y="26"/>
                  <a:pt x="35" y="27"/>
                  <a:pt x="35" y="27"/>
                </a:cubicBezTo>
                <a:cubicBezTo>
                  <a:pt x="36" y="27"/>
                  <a:pt x="36" y="28"/>
                  <a:pt x="37" y="28"/>
                </a:cubicBezTo>
                <a:cubicBezTo>
                  <a:pt x="37" y="28"/>
                  <a:pt x="38" y="27"/>
                  <a:pt x="38" y="27"/>
                </a:cubicBezTo>
                <a:cubicBezTo>
                  <a:pt x="39" y="27"/>
                  <a:pt x="39" y="26"/>
                  <a:pt x="39" y="26"/>
                </a:cubicBezTo>
                <a:cubicBezTo>
                  <a:pt x="39" y="25"/>
                  <a:pt x="39" y="24"/>
                  <a:pt x="38" y="24"/>
                </a:cubicBezTo>
                <a:close/>
                <a:moveTo>
                  <a:pt x="41" y="11"/>
                </a:moveTo>
                <a:cubicBezTo>
                  <a:pt x="41" y="11"/>
                  <a:pt x="41" y="11"/>
                  <a:pt x="41" y="11"/>
                </a:cubicBezTo>
                <a:cubicBezTo>
                  <a:pt x="37" y="7"/>
                  <a:pt x="31" y="4"/>
                  <a:pt x="26" y="4"/>
                </a:cubicBezTo>
                <a:cubicBezTo>
                  <a:pt x="20" y="4"/>
                  <a:pt x="14" y="7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7" y="14"/>
                  <a:pt x="4" y="20"/>
                  <a:pt x="4" y="26"/>
                </a:cubicBezTo>
                <a:cubicBezTo>
                  <a:pt x="4" y="31"/>
                  <a:pt x="7" y="37"/>
                  <a:pt x="11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4" y="44"/>
                  <a:pt x="20" y="47"/>
                  <a:pt x="26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9"/>
                  <a:pt x="42" y="38"/>
                  <a:pt x="43" y="38"/>
                </a:cubicBezTo>
                <a:cubicBezTo>
                  <a:pt x="44" y="36"/>
                  <a:pt x="45" y="34"/>
                  <a:pt x="46" y="32"/>
                </a:cubicBezTo>
                <a:cubicBezTo>
                  <a:pt x="46" y="30"/>
                  <a:pt x="47" y="28"/>
                  <a:pt x="47" y="26"/>
                </a:cubicBezTo>
                <a:cubicBezTo>
                  <a:pt x="47" y="20"/>
                  <a:pt x="44" y="14"/>
                  <a:pt x="41" y="11"/>
                </a:cubicBezTo>
                <a:cubicBezTo>
                  <a:pt x="41" y="11"/>
                  <a:pt x="41" y="11"/>
                  <a:pt x="41" y="1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52" name="Freeform 286">
            <a:extLst>
              <a:ext uri="{FF2B5EF4-FFF2-40B4-BE49-F238E27FC236}">
                <a16:creationId xmlns:a16="http://schemas.microsoft.com/office/drawing/2014/main" id="{858AAB96-AF38-5B38-FC95-C32CB75B35CF}"/>
              </a:ext>
            </a:extLst>
          </p:cNvPr>
          <p:cNvSpPr>
            <a:spLocks noEditPoints="1"/>
          </p:cNvSpPr>
          <p:nvPr/>
        </p:nvSpPr>
        <p:spPr bwMode="auto">
          <a:xfrm>
            <a:off x="9922334" y="6051998"/>
            <a:ext cx="169333" cy="211667"/>
          </a:xfrm>
          <a:custGeom>
            <a:avLst/>
            <a:gdLst>
              <a:gd name="T0" fmla="*/ 101600 w 40"/>
              <a:gd name="T1" fmla="*/ 82550 h 50"/>
              <a:gd name="T2" fmla="*/ 82550 w 40"/>
              <a:gd name="T3" fmla="*/ 82550 h 50"/>
              <a:gd name="T4" fmla="*/ 88900 w 40"/>
              <a:gd name="T5" fmla="*/ 63500 h 50"/>
              <a:gd name="T6" fmla="*/ 41275 w 40"/>
              <a:gd name="T7" fmla="*/ 66675 h 50"/>
              <a:gd name="T8" fmla="*/ 34925 w 40"/>
              <a:gd name="T9" fmla="*/ 88900 h 50"/>
              <a:gd name="T10" fmla="*/ 25400 w 40"/>
              <a:gd name="T11" fmla="*/ 66675 h 50"/>
              <a:gd name="T12" fmla="*/ 12700 w 40"/>
              <a:gd name="T13" fmla="*/ 53975 h 50"/>
              <a:gd name="T14" fmla="*/ 95250 w 40"/>
              <a:gd name="T15" fmla="*/ 53975 h 50"/>
              <a:gd name="T16" fmla="*/ 41275 w 40"/>
              <a:gd name="T17" fmla="*/ 111125 h 50"/>
              <a:gd name="T18" fmla="*/ 25400 w 40"/>
              <a:gd name="T19" fmla="*/ 107950 h 50"/>
              <a:gd name="T20" fmla="*/ 25400 w 40"/>
              <a:gd name="T21" fmla="*/ 114300 h 50"/>
              <a:gd name="T22" fmla="*/ 38100 w 40"/>
              <a:gd name="T23" fmla="*/ 117475 h 50"/>
              <a:gd name="T24" fmla="*/ 44450 w 40"/>
              <a:gd name="T25" fmla="*/ 123825 h 50"/>
              <a:gd name="T26" fmla="*/ 22225 w 40"/>
              <a:gd name="T27" fmla="*/ 136525 h 50"/>
              <a:gd name="T28" fmla="*/ 25400 w 40"/>
              <a:gd name="T29" fmla="*/ 133350 h 50"/>
              <a:gd name="T30" fmla="*/ 38100 w 40"/>
              <a:gd name="T31" fmla="*/ 133350 h 50"/>
              <a:gd name="T32" fmla="*/ 38100 w 40"/>
              <a:gd name="T33" fmla="*/ 123825 h 50"/>
              <a:gd name="T34" fmla="*/ 19050 w 40"/>
              <a:gd name="T35" fmla="*/ 114300 h 50"/>
              <a:gd name="T36" fmla="*/ 25400 w 40"/>
              <a:gd name="T37" fmla="*/ 101600 h 50"/>
              <a:gd name="T38" fmla="*/ 73025 w 40"/>
              <a:gd name="T39" fmla="*/ 133350 h 50"/>
              <a:gd name="T40" fmla="*/ 50800 w 40"/>
              <a:gd name="T41" fmla="*/ 136525 h 50"/>
              <a:gd name="T42" fmla="*/ 53975 w 40"/>
              <a:gd name="T43" fmla="*/ 101600 h 50"/>
              <a:gd name="T44" fmla="*/ 57150 w 40"/>
              <a:gd name="T45" fmla="*/ 107950 h 50"/>
              <a:gd name="T46" fmla="*/ 69850 w 40"/>
              <a:gd name="T47" fmla="*/ 123825 h 50"/>
              <a:gd name="T48" fmla="*/ 88900 w 40"/>
              <a:gd name="T49" fmla="*/ 101600 h 50"/>
              <a:gd name="T50" fmla="*/ 104775 w 40"/>
              <a:gd name="T51" fmla="*/ 101600 h 50"/>
              <a:gd name="T52" fmla="*/ 104775 w 40"/>
              <a:gd name="T53" fmla="*/ 136525 h 50"/>
              <a:gd name="T54" fmla="*/ 82550 w 40"/>
              <a:gd name="T55" fmla="*/ 136525 h 50"/>
              <a:gd name="T56" fmla="*/ 88900 w 40"/>
              <a:gd name="T57" fmla="*/ 101600 h 50"/>
              <a:gd name="T58" fmla="*/ 88900 w 40"/>
              <a:gd name="T59" fmla="*/ 107950 h 50"/>
              <a:gd name="T60" fmla="*/ 88900 w 40"/>
              <a:gd name="T61" fmla="*/ 133350 h 50"/>
              <a:gd name="T62" fmla="*/ 101600 w 40"/>
              <a:gd name="T63" fmla="*/ 133350 h 50"/>
              <a:gd name="T64" fmla="*/ 101600 w 40"/>
              <a:gd name="T65" fmla="*/ 107950 h 50"/>
              <a:gd name="T66" fmla="*/ 88900 w 40"/>
              <a:gd name="T67" fmla="*/ 41275 h 50"/>
              <a:gd name="T68" fmla="*/ 63500 w 40"/>
              <a:gd name="T69" fmla="*/ 9525 h 50"/>
              <a:gd name="T70" fmla="*/ 38100 w 40"/>
              <a:gd name="T71" fmla="*/ 34925 h 50"/>
              <a:gd name="T72" fmla="*/ 31750 w 40"/>
              <a:gd name="T73" fmla="*/ 41275 h 50"/>
              <a:gd name="T74" fmla="*/ 85725 w 40"/>
              <a:gd name="T75" fmla="*/ 9525 h 50"/>
              <a:gd name="T76" fmla="*/ 120650 w 40"/>
              <a:gd name="T77" fmla="*/ 41275 h 50"/>
              <a:gd name="T78" fmla="*/ 120650 w 40"/>
              <a:gd name="T79" fmla="*/ 158750 h 50"/>
              <a:gd name="T80" fmla="*/ 0 w 40"/>
              <a:gd name="T81" fmla="*/ 152400 h 50"/>
              <a:gd name="T82" fmla="*/ 31750 w 40"/>
              <a:gd name="T83" fmla="*/ 41275 h 50"/>
              <a:gd name="T84" fmla="*/ 34925 w 40"/>
              <a:gd name="T85" fmla="*/ 69850 h 50"/>
              <a:gd name="T86" fmla="*/ 31750 w 40"/>
              <a:gd name="T87" fmla="*/ 79375 h 50"/>
              <a:gd name="T88" fmla="*/ 38100 w 40"/>
              <a:gd name="T89" fmla="*/ 79375 h 50"/>
              <a:gd name="T90" fmla="*/ 34925 w 40"/>
              <a:gd name="T91" fmla="*/ 69850 h 50"/>
              <a:gd name="T92" fmla="*/ 92075 w 40"/>
              <a:gd name="T93" fmla="*/ 69850 h 50"/>
              <a:gd name="T94" fmla="*/ 88900 w 40"/>
              <a:gd name="T95" fmla="*/ 79375 h 50"/>
              <a:gd name="T96" fmla="*/ 98425 w 40"/>
              <a:gd name="T97" fmla="*/ 76200 h 5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40" h="50">
                <a:moveTo>
                  <a:pt x="30" y="20"/>
                </a:moveTo>
                <a:cubicBezTo>
                  <a:pt x="31" y="20"/>
                  <a:pt x="31" y="21"/>
                  <a:pt x="32" y="21"/>
                </a:cubicBezTo>
                <a:cubicBezTo>
                  <a:pt x="32" y="22"/>
                  <a:pt x="33" y="23"/>
                  <a:pt x="33" y="24"/>
                </a:cubicBezTo>
                <a:cubicBezTo>
                  <a:pt x="33" y="25"/>
                  <a:pt x="32" y="26"/>
                  <a:pt x="32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1" y="27"/>
                  <a:pt x="30" y="28"/>
                  <a:pt x="29" y="28"/>
                </a:cubicBezTo>
                <a:cubicBezTo>
                  <a:pt x="28" y="28"/>
                  <a:pt x="27" y="27"/>
                  <a:pt x="27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6"/>
                  <a:pt x="25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1"/>
                  <a:pt x="27" y="20"/>
                  <a:pt x="28" y="20"/>
                </a:cubicBezTo>
                <a:cubicBezTo>
                  <a:pt x="28" y="17"/>
                  <a:pt x="28" y="17"/>
                  <a:pt x="28" y="17"/>
                </a:cubicBezTo>
                <a:cubicBezTo>
                  <a:pt x="12" y="17"/>
                  <a:pt x="12" y="17"/>
                  <a:pt x="12" y="17"/>
                </a:cubicBezTo>
                <a:cubicBezTo>
                  <a:pt x="12" y="20"/>
                  <a:pt x="12" y="20"/>
                  <a:pt x="12" y="20"/>
                </a:cubicBezTo>
                <a:cubicBezTo>
                  <a:pt x="13" y="20"/>
                  <a:pt x="13" y="21"/>
                  <a:pt x="13" y="21"/>
                </a:cubicBezTo>
                <a:cubicBezTo>
                  <a:pt x="14" y="22"/>
                  <a:pt x="15" y="23"/>
                  <a:pt x="15" y="24"/>
                </a:cubicBezTo>
                <a:cubicBezTo>
                  <a:pt x="15" y="25"/>
                  <a:pt x="14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7"/>
                  <a:pt x="12" y="28"/>
                  <a:pt x="11" y="28"/>
                </a:cubicBezTo>
                <a:cubicBezTo>
                  <a:pt x="10" y="28"/>
                  <a:pt x="9" y="27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6"/>
                  <a:pt x="7" y="25"/>
                  <a:pt x="7" y="24"/>
                </a:cubicBezTo>
                <a:cubicBezTo>
                  <a:pt x="7" y="23"/>
                  <a:pt x="7" y="22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9" y="21"/>
                  <a:pt x="9" y="20"/>
                  <a:pt x="10" y="20"/>
                </a:cubicBezTo>
                <a:cubicBezTo>
                  <a:pt x="10" y="17"/>
                  <a:pt x="10" y="17"/>
                  <a:pt x="10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46"/>
                  <a:pt x="4" y="46"/>
                  <a:pt x="4" y="46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17"/>
                  <a:pt x="36" y="17"/>
                  <a:pt x="36" y="17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20"/>
                  <a:pt x="30" y="20"/>
                  <a:pt x="30" y="20"/>
                </a:cubicBezTo>
                <a:close/>
                <a:moveTo>
                  <a:pt x="14" y="34"/>
                </a:moveTo>
                <a:cubicBezTo>
                  <a:pt x="14" y="34"/>
                  <a:pt x="14" y="34"/>
                  <a:pt x="14" y="34"/>
                </a:cubicBezTo>
                <a:cubicBezTo>
                  <a:pt x="14" y="35"/>
                  <a:pt x="14" y="35"/>
                  <a:pt x="13" y="35"/>
                </a:cubicBezTo>
                <a:cubicBezTo>
                  <a:pt x="12" y="35"/>
                  <a:pt x="12" y="35"/>
                  <a:pt x="12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5"/>
                  <a:pt x="8" y="36"/>
                  <a:pt x="8" y="36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3" y="37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4" y="38"/>
                  <a:pt x="14" y="39"/>
                  <a:pt x="14" y="39"/>
                </a:cubicBezTo>
                <a:cubicBezTo>
                  <a:pt x="14" y="40"/>
                  <a:pt x="14" y="41"/>
                  <a:pt x="14" y="41"/>
                </a:cubicBezTo>
                <a:cubicBezTo>
                  <a:pt x="14" y="43"/>
                  <a:pt x="13" y="44"/>
                  <a:pt x="12" y="44"/>
                </a:cubicBezTo>
                <a:cubicBezTo>
                  <a:pt x="8" y="44"/>
                  <a:pt x="8" y="44"/>
                  <a:pt x="8" y="44"/>
                </a:cubicBezTo>
                <a:cubicBezTo>
                  <a:pt x="8" y="44"/>
                  <a:pt x="7" y="44"/>
                  <a:pt x="7" y="43"/>
                </a:cubicBezTo>
                <a:cubicBezTo>
                  <a:pt x="6" y="43"/>
                  <a:pt x="6" y="42"/>
                  <a:pt x="6" y="41"/>
                </a:cubicBezTo>
                <a:cubicBezTo>
                  <a:pt x="6" y="41"/>
                  <a:pt x="6" y="40"/>
                  <a:pt x="7" y="40"/>
                </a:cubicBezTo>
                <a:cubicBezTo>
                  <a:pt x="8" y="40"/>
                  <a:pt x="8" y="41"/>
                  <a:pt x="8" y="41"/>
                </a:cubicBezTo>
                <a:cubicBezTo>
                  <a:pt x="8" y="41"/>
                  <a:pt x="8" y="42"/>
                  <a:pt x="8" y="42"/>
                </a:cubicBezTo>
                <a:cubicBezTo>
                  <a:pt x="8" y="42"/>
                  <a:pt x="8" y="42"/>
                  <a:pt x="8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2" y="41"/>
                  <a:pt x="12" y="41"/>
                </a:cubicBezTo>
                <a:cubicBezTo>
                  <a:pt x="12" y="41"/>
                  <a:pt x="12" y="40"/>
                  <a:pt x="12" y="39"/>
                </a:cubicBezTo>
                <a:cubicBezTo>
                  <a:pt x="12" y="39"/>
                  <a:pt x="12" y="39"/>
                  <a:pt x="12" y="39"/>
                </a:cubicBezTo>
                <a:cubicBezTo>
                  <a:pt x="12" y="39"/>
                  <a:pt x="12" y="39"/>
                  <a:pt x="12" y="39"/>
                </a:cubicBezTo>
                <a:cubicBezTo>
                  <a:pt x="12" y="39"/>
                  <a:pt x="12" y="39"/>
                  <a:pt x="12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7" y="39"/>
                  <a:pt x="6" y="38"/>
                  <a:pt x="6" y="36"/>
                </a:cubicBezTo>
                <a:cubicBezTo>
                  <a:pt x="6" y="36"/>
                  <a:pt x="6" y="35"/>
                  <a:pt x="6" y="34"/>
                </a:cubicBezTo>
                <a:cubicBezTo>
                  <a:pt x="6" y="34"/>
                  <a:pt x="6" y="33"/>
                  <a:pt x="7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7" y="32"/>
                  <a:pt x="8" y="32"/>
                  <a:pt x="8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3" y="32"/>
                  <a:pt x="14" y="33"/>
                  <a:pt x="14" y="34"/>
                </a:cubicBezTo>
                <a:close/>
                <a:moveTo>
                  <a:pt x="23" y="42"/>
                </a:moveTo>
                <a:cubicBezTo>
                  <a:pt x="23" y="42"/>
                  <a:pt x="23" y="42"/>
                  <a:pt x="23" y="42"/>
                </a:cubicBezTo>
                <a:cubicBezTo>
                  <a:pt x="24" y="42"/>
                  <a:pt x="24" y="42"/>
                  <a:pt x="24" y="43"/>
                </a:cubicBezTo>
                <a:cubicBezTo>
                  <a:pt x="24" y="43"/>
                  <a:pt x="24" y="44"/>
                  <a:pt x="23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4"/>
                  <a:pt x="16" y="43"/>
                  <a:pt x="16" y="43"/>
                </a:cubicBezTo>
                <a:cubicBezTo>
                  <a:pt x="16" y="43"/>
                  <a:pt x="16" y="43"/>
                  <a:pt x="16" y="43"/>
                </a:cubicBezTo>
                <a:cubicBezTo>
                  <a:pt x="16" y="39"/>
                  <a:pt x="16" y="36"/>
                  <a:pt x="16" y="33"/>
                </a:cubicBezTo>
                <a:cubicBezTo>
                  <a:pt x="16" y="32"/>
                  <a:pt x="17" y="32"/>
                  <a:pt x="17" y="32"/>
                </a:cubicBezTo>
                <a:cubicBezTo>
                  <a:pt x="17" y="32"/>
                  <a:pt x="17" y="32"/>
                  <a:pt x="17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24" y="32"/>
                  <a:pt x="24" y="32"/>
                  <a:pt x="24" y="33"/>
                </a:cubicBezTo>
                <a:cubicBezTo>
                  <a:pt x="24" y="34"/>
                  <a:pt x="24" y="34"/>
                  <a:pt x="23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7"/>
                  <a:pt x="18" y="37"/>
                  <a:pt x="18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3" y="37"/>
                  <a:pt x="23" y="37"/>
                  <a:pt x="23" y="38"/>
                </a:cubicBezTo>
                <a:cubicBezTo>
                  <a:pt x="23" y="38"/>
                  <a:pt x="23" y="39"/>
                  <a:pt x="22" y="39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42"/>
                  <a:pt x="18" y="42"/>
                  <a:pt x="18" y="42"/>
                </a:cubicBezTo>
                <a:cubicBezTo>
                  <a:pt x="23" y="42"/>
                  <a:pt x="23" y="42"/>
                  <a:pt x="23" y="42"/>
                </a:cubicBezTo>
                <a:close/>
                <a:moveTo>
                  <a:pt x="28" y="32"/>
                </a:moveTo>
                <a:cubicBezTo>
                  <a:pt x="28" y="32"/>
                  <a:pt x="28" y="32"/>
                  <a:pt x="28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3" y="32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4" y="33"/>
                  <a:pt x="34" y="34"/>
                  <a:pt x="34" y="34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2"/>
                  <a:pt x="34" y="43"/>
                  <a:pt x="33" y="43"/>
                </a:cubicBezTo>
                <a:cubicBezTo>
                  <a:pt x="33" y="43"/>
                  <a:pt x="33" y="43"/>
                  <a:pt x="33" y="43"/>
                </a:cubicBezTo>
                <a:cubicBezTo>
                  <a:pt x="33" y="44"/>
                  <a:pt x="32" y="44"/>
                  <a:pt x="32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7" y="44"/>
                  <a:pt x="27" y="43"/>
                </a:cubicBezTo>
                <a:cubicBezTo>
                  <a:pt x="26" y="43"/>
                  <a:pt x="26" y="43"/>
                  <a:pt x="26" y="43"/>
                </a:cubicBezTo>
                <a:cubicBezTo>
                  <a:pt x="26" y="43"/>
                  <a:pt x="26" y="42"/>
                  <a:pt x="26" y="41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4"/>
                  <a:pt x="26" y="33"/>
                  <a:pt x="27" y="32"/>
                </a:cubicBezTo>
                <a:cubicBezTo>
                  <a:pt x="27" y="32"/>
                  <a:pt x="28" y="32"/>
                  <a:pt x="28" y="32"/>
                </a:cubicBezTo>
                <a:close/>
                <a:moveTo>
                  <a:pt x="32" y="34"/>
                </a:moveTo>
                <a:cubicBezTo>
                  <a:pt x="32" y="34"/>
                  <a:pt x="32" y="34"/>
                  <a:pt x="32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8" y="42"/>
                  <a:pt x="28" y="42"/>
                </a:cubicBezTo>
                <a:cubicBezTo>
                  <a:pt x="28" y="42"/>
                  <a:pt x="28" y="42"/>
                  <a:pt x="28" y="42"/>
                </a:cubicBezTo>
                <a:cubicBezTo>
                  <a:pt x="28" y="42"/>
                  <a:pt x="28" y="42"/>
                  <a:pt x="28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42"/>
                  <a:pt x="32" y="41"/>
                  <a:pt x="32" y="41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2" y="34"/>
                </a:cubicBezTo>
                <a:close/>
                <a:moveTo>
                  <a:pt x="28" y="13"/>
                </a:moveTo>
                <a:cubicBezTo>
                  <a:pt x="28" y="13"/>
                  <a:pt x="28" y="13"/>
                  <a:pt x="28" y="13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9"/>
                  <a:pt x="27" y="7"/>
                  <a:pt x="26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4" y="4"/>
                  <a:pt x="22" y="3"/>
                  <a:pt x="20" y="3"/>
                </a:cubicBezTo>
                <a:cubicBezTo>
                  <a:pt x="18" y="3"/>
                  <a:pt x="16" y="4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3" y="7"/>
                  <a:pt x="12" y="9"/>
                  <a:pt x="12" y="11"/>
                </a:cubicBezTo>
                <a:cubicBezTo>
                  <a:pt x="12" y="13"/>
                  <a:pt x="12" y="13"/>
                  <a:pt x="12" y="13"/>
                </a:cubicBezTo>
                <a:cubicBezTo>
                  <a:pt x="28" y="13"/>
                  <a:pt x="28" y="13"/>
                  <a:pt x="28" y="13"/>
                </a:cubicBezTo>
                <a:close/>
                <a:moveTo>
                  <a:pt x="10" y="13"/>
                </a:moveTo>
                <a:cubicBezTo>
                  <a:pt x="10" y="13"/>
                  <a:pt x="10" y="13"/>
                  <a:pt x="10" y="13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8"/>
                  <a:pt x="11" y="5"/>
                  <a:pt x="13" y="3"/>
                </a:cubicBezTo>
                <a:cubicBezTo>
                  <a:pt x="15" y="2"/>
                  <a:pt x="17" y="0"/>
                  <a:pt x="20" y="0"/>
                </a:cubicBezTo>
                <a:cubicBezTo>
                  <a:pt x="23" y="0"/>
                  <a:pt x="25" y="2"/>
                  <a:pt x="27" y="3"/>
                </a:cubicBezTo>
                <a:cubicBezTo>
                  <a:pt x="27" y="4"/>
                  <a:pt x="27" y="4"/>
                  <a:pt x="27" y="4"/>
                </a:cubicBezTo>
                <a:cubicBezTo>
                  <a:pt x="29" y="5"/>
                  <a:pt x="30" y="8"/>
                  <a:pt x="30" y="11"/>
                </a:cubicBezTo>
                <a:cubicBezTo>
                  <a:pt x="30" y="13"/>
                  <a:pt x="30" y="13"/>
                  <a:pt x="30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9" y="13"/>
                  <a:pt x="40" y="14"/>
                  <a:pt x="40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49"/>
                  <a:pt x="39" y="50"/>
                  <a:pt x="38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4"/>
                  <a:pt x="1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0" y="13"/>
                  <a:pt x="10" y="13"/>
                  <a:pt x="10" y="13"/>
                </a:cubicBezTo>
                <a:close/>
                <a:moveTo>
                  <a:pt x="11" y="22"/>
                </a:move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10" y="22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9" y="23"/>
                  <a:pt x="9" y="24"/>
                </a:cubicBezTo>
                <a:cubicBezTo>
                  <a:pt x="9" y="24"/>
                  <a:pt x="10" y="25"/>
                  <a:pt x="10" y="25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5"/>
                  <a:pt x="10" y="25"/>
                  <a:pt x="11" y="25"/>
                </a:cubicBezTo>
                <a:cubicBezTo>
                  <a:pt x="11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4"/>
                  <a:pt x="12" y="24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3"/>
                  <a:pt x="11" y="22"/>
                  <a:pt x="11" y="22"/>
                </a:cubicBezTo>
                <a:close/>
                <a:moveTo>
                  <a:pt x="29" y="22"/>
                </a:move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8" y="23"/>
                  <a:pt x="28" y="23"/>
                </a:cubicBezTo>
                <a:cubicBezTo>
                  <a:pt x="28" y="23"/>
                  <a:pt x="28" y="23"/>
                  <a:pt x="28" y="23"/>
                </a:cubicBezTo>
                <a:cubicBezTo>
                  <a:pt x="28" y="23"/>
                  <a:pt x="28" y="23"/>
                  <a:pt x="28" y="24"/>
                </a:cubicBezTo>
                <a:cubicBezTo>
                  <a:pt x="28" y="24"/>
                  <a:pt x="28" y="25"/>
                  <a:pt x="28" y="25"/>
                </a:cubicBezTo>
                <a:cubicBezTo>
                  <a:pt x="28" y="25"/>
                  <a:pt x="28" y="25"/>
                  <a:pt x="28" y="25"/>
                </a:cubicBezTo>
                <a:cubicBezTo>
                  <a:pt x="28" y="25"/>
                  <a:pt x="29" y="25"/>
                  <a:pt x="29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5"/>
                  <a:pt x="31" y="24"/>
                  <a:pt x="31" y="24"/>
                </a:cubicBezTo>
                <a:cubicBezTo>
                  <a:pt x="31" y="23"/>
                  <a:pt x="30" y="23"/>
                  <a:pt x="30" y="23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3"/>
                  <a:pt x="30" y="22"/>
                  <a:pt x="29" y="2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53" name="Freeform 287">
            <a:extLst>
              <a:ext uri="{FF2B5EF4-FFF2-40B4-BE49-F238E27FC236}">
                <a16:creationId xmlns:a16="http://schemas.microsoft.com/office/drawing/2014/main" id="{C18EE298-A974-C1EE-152D-96B4BC423A6F}"/>
              </a:ext>
            </a:extLst>
          </p:cNvPr>
          <p:cNvSpPr>
            <a:spLocks noEditPoints="1"/>
          </p:cNvSpPr>
          <p:nvPr/>
        </p:nvSpPr>
        <p:spPr bwMode="auto">
          <a:xfrm>
            <a:off x="4304702" y="5643481"/>
            <a:ext cx="156633" cy="215900"/>
          </a:xfrm>
          <a:custGeom>
            <a:avLst/>
            <a:gdLst>
              <a:gd name="T0" fmla="*/ 6350 w 37"/>
              <a:gd name="T1" fmla="*/ 0 h 51"/>
              <a:gd name="T2" fmla="*/ 6350 w 37"/>
              <a:gd name="T3" fmla="*/ 0 h 51"/>
              <a:gd name="T4" fmla="*/ 111125 w 37"/>
              <a:gd name="T5" fmla="*/ 0 h 51"/>
              <a:gd name="T6" fmla="*/ 117475 w 37"/>
              <a:gd name="T7" fmla="*/ 6350 h 51"/>
              <a:gd name="T8" fmla="*/ 117475 w 37"/>
              <a:gd name="T9" fmla="*/ 6350 h 51"/>
              <a:gd name="T10" fmla="*/ 117475 w 37"/>
              <a:gd name="T11" fmla="*/ 155575 h 51"/>
              <a:gd name="T12" fmla="*/ 111125 w 37"/>
              <a:gd name="T13" fmla="*/ 161925 h 51"/>
              <a:gd name="T14" fmla="*/ 111125 w 37"/>
              <a:gd name="T15" fmla="*/ 161925 h 51"/>
              <a:gd name="T16" fmla="*/ 6350 w 37"/>
              <a:gd name="T17" fmla="*/ 161925 h 51"/>
              <a:gd name="T18" fmla="*/ 0 w 37"/>
              <a:gd name="T19" fmla="*/ 155575 h 51"/>
              <a:gd name="T20" fmla="*/ 0 w 37"/>
              <a:gd name="T21" fmla="*/ 155575 h 51"/>
              <a:gd name="T22" fmla="*/ 0 w 37"/>
              <a:gd name="T23" fmla="*/ 6350 h 51"/>
              <a:gd name="T24" fmla="*/ 6350 w 37"/>
              <a:gd name="T25" fmla="*/ 0 h 51"/>
              <a:gd name="T26" fmla="*/ 38100 w 37"/>
              <a:gd name="T27" fmla="*/ 139700 h 51"/>
              <a:gd name="T28" fmla="*/ 38100 w 37"/>
              <a:gd name="T29" fmla="*/ 139700 h 51"/>
              <a:gd name="T30" fmla="*/ 34925 w 37"/>
              <a:gd name="T31" fmla="*/ 133350 h 51"/>
              <a:gd name="T32" fmla="*/ 38100 w 37"/>
              <a:gd name="T33" fmla="*/ 130175 h 51"/>
              <a:gd name="T34" fmla="*/ 79375 w 37"/>
              <a:gd name="T35" fmla="*/ 130175 h 51"/>
              <a:gd name="T36" fmla="*/ 82550 w 37"/>
              <a:gd name="T37" fmla="*/ 133350 h 51"/>
              <a:gd name="T38" fmla="*/ 79375 w 37"/>
              <a:gd name="T39" fmla="*/ 139700 h 51"/>
              <a:gd name="T40" fmla="*/ 38100 w 37"/>
              <a:gd name="T41" fmla="*/ 139700 h 51"/>
              <a:gd name="T42" fmla="*/ 104775 w 37"/>
              <a:gd name="T43" fmla="*/ 12700 h 51"/>
              <a:gd name="T44" fmla="*/ 104775 w 37"/>
              <a:gd name="T45" fmla="*/ 12700 h 51"/>
              <a:gd name="T46" fmla="*/ 12700 w 37"/>
              <a:gd name="T47" fmla="*/ 12700 h 51"/>
              <a:gd name="T48" fmla="*/ 12700 w 37"/>
              <a:gd name="T49" fmla="*/ 149225 h 51"/>
              <a:gd name="T50" fmla="*/ 104775 w 37"/>
              <a:gd name="T51" fmla="*/ 149225 h 51"/>
              <a:gd name="T52" fmla="*/ 104775 w 37"/>
              <a:gd name="T53" fmla="*/ 12700 h 5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7" h="51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6" y="0"/>
                  <a:pt x="37" y="1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49"/>
                  <a:pt x="37" y="49"/>
                  <a:pt x="37" y="49"/>
                </a:cubicBezTo>
                <a:cubicBezTo>
                  <a:pt x="37" y="50"/>
                  <a:pt x="36" y="51"/>
                  <a:pt x="35" y="51"/>
                </a:cubicBezTo>
                <a:cubicBezTo>
                  <a:pt x="35" y="51"/>
                  <a:pt x="35" y="51"/>
                  <a:pt x="35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1" y="51"/>
                  <a:pt x="0" y="50"/>
                  <a:pt x="0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12" y="44"/>
                </a:moveTo>
                <a:cubicBezTo>
                  <a:pt x="12" y="44"/>
                  <a:pt x="12" y="44"/>
                  <a:pt x="12" y="44"/>
                </a:cubicBezTo>
                <a:cubicBezTo>
                  <a:pt x="11" y="44"/>
                  <a:pt x="11" y="43"/>
                  <a:pt x="11" y="42"/>
                </a:cubicBezTo>
                <a:cubicBezTo>
                  <a:pt x="11" y="42"/>
                  <a:pt x="11" y="41"/>
                  <a:pt x="12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6" y="41"/>
                  <a:pt x="26" y="42"/>
                  <a:pt x="26" y="42"/>
                </a:cubicBezTo>
                <a:cubicBezTo>
                  <a:pt x="26" y="43"/>
                  <a:pt x="26" y="44"/>
                  <a:pt x="25" y="44"/>
                </a:cubicBezTo>
                <a:cubicBezTo>
                  <a:pt x="12" y="44"/>
                  <a:pt x="12" y="44"/>
                  <a:pt x="12" y="44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7"/>
                  <a:pt x="4" y="47"/>
                  <a:pt x="4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"/>
                  <a:pt x="33" y="4"/>
                  <a:pt x="33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54" name="Freeform 288">
            <a:extLst>
              <a:ext uri="{FF2B5EF4-FFF2-40B4-BE49-F238E27FC236}">
                <a16:creationId xmlns:a16="http://schemas.microsoft.com/office/drawing/2014/main" id="{9F0FA250-BDB8-F499-1421-3DDA3793B6CF}"/>
              </a:ext>
            </a:extLst>
          </p:cNvPr>
          <p:cNvSpPr>
            <a:spLocks noEditPoints="1"/>
          </p:cNvSpPr>
          <p:nvPr/>
        </p:nvSpPr>
        <p:spPr bwMode="auto">
          <a:xfrm>
            <a:off x="11020885" y="5647714"/>
            <a:ext cx="209549" cy="211667"/>
          </a:xfrm>
          <a:custGeom>
            <a:avLst/>
            <a:gdLst>
              <a:gd name="T0" fmla="*/ 80185 w 49"/>
              <a:gd name="T1" fmla="*/ 41275 h 50"/>
              <a:gd name="T2" fmla="*/ 115466 w 49"/>
              <a:gd name="T3" fmla="*/ 76200 h 50"/>
              <a:gd name="T4" fmla="*/ 125088 w 49"/>
              <a:gd name="T5" fmla="*/ 69850 h 50"/>
              <a:gd name="T6" fmla="*/ 86599 w 49"/>
              <a:gd name="T7" fmla="*/ 31750 h 50"/>
              <a:gd name="T8" fmla="*/ 80185 w 49"/>
              <a:gd name="T9" fmla="*/ 41275 h 50"/>
              <a:gd name="T10" fmla="*/ 109051 w 49"/>
              <a:gd name="T11" fmla="*/ 82550 h 50"/>
              <a:gd name="T12" fmla="*/ 109051 w 49"/>
              <a:gd name="T13" fmla="*/ 82550 h 50"/>
              <a:gd name="T14" fmla="*/ 73770 w 49"/>
              <a:gd name="T15" fmla="*/ 47625 h 50"/>
              <a:gd name="T16" fmla="*/ 25659 w 49"/>
              <a:gd name="T17" fmla="*/ 92075 h 50"/>
              <a:gd name="T18" fmla="*/ 64148 w 49"/>
              <a:gd name="T19" fmla="*/ 130175 h 50"/>
              <a:gd name="T20" fmla="*/ 109051 w 49"/>
              <a:gd name="T21" fmla="*/ 82550 h 50"/>
              <a:gd name="T22" fmla="*/ 96222 w 49"/>
              <a:gd name="T23" fmla="*/ 9525 h 50"/>
              <a:gd name="T24" fmla="*/ 96222 w 49"/>
              <a:gd name="T25" fmla="*/ 9525 h 50"/>
              <a:gd name="T26" fmla="*/ 118673 w 49"/>
              <a:gd name="T27" fmla="*/ 0 h 50"/>
              <a:gd name="T28" fmla="*/ 157162 w 49"/>
              <a:gd name="T29" fmla="*/ 38100 h 50"/>
              <a:gd name="T30" fmla="*/ 147540 w 49"/>
              <a:gd name="T31" fmla="*/ 63500 h 50"/>
              <a:gd name="T32" fmla="*/ 70563 w 49"/>
              <a:gd name="T33" fmla="*/ 139700 h 50"/>
              <a:gd name="T34" fmla="*/ 48111 w 49"/>
              <a:gd name="T35" fmla="*/ 152400 h 50"/>
              <a:gd name="T36" fmla="*/ 28866 w 49"/>
              <a:gd name="T37" fmla="*/ 149225 h 50"/>
              <a:gd name="T38" fmla="*/ 25659 w 49"/>
              <a:gd name="T39" fmla="*/ 152400 h 50"/>
              <a:gd name="T40" fmla="*/ 0 w 49"/>
              <a:gd name="T41" fmla="*/ 146050 h 50"/>
              <a:gd name="T42" fmla="*/ 3207 w 49"/>
              <a:gd name="T43" fmla="*/ 130175 h 50"/>
              <a:gd name="T44" fmla="*/ 3207 w 49"/>
              <a:gd name="T45" fmla="*/ 130175 h 50"/>
              <a:gd name="T46" fmla="*/ 3207 w 49"/>
              <a:gd name="T47" fmla="*/ 130175 h 50"/>
              <a:gd name="T48" fmla="*/ 6415 w 49"/>
              <a:gd name="T49" fmla="*/ 127000 h 50"/>
              <a:gd name="T50" fmla="*/ 3207 w 49"/>
              <a:gd name="T51" fmla="*/ 107950 h 50"/>
              <a:gd name="T52" fmla="*/ 16037 w 49"/>
              <a:gd name="T53" fmla="*/ 88900 h 50"/>
              <a:gd name="T54" fmla="*/ 89807 w 49"/>
              <a:gd name="T55" fmla="*/ 12700 h 50"/>
              <a:gd name="T56" fmla="*/ 83392 w 49"/>
              <a:gd name="T57" fmla="*/ 9525 h 50"/>
              <a:gd name="T58" fmla="*/ 41696 w 49"/>
              <a:gd name="T59" fmla="*/ 50800 h 50"/>
              <a:gd name="T60" fmla="*/ 38489 w 49"/>
              <a:gd name="T61" fmla="*/ 50800 h 50"/>
              <a:gd name="T62" fmla="*/ 38489 w 49"/>
              <a:gd name="T63" fmla="*/ 44450 h 50"/>
              <a:gd name="T64" fmla="*/ 80185 w 49"/>
              <a:gd name="T65" fmla="*/ 0 h 50"/>
              <a:gd name="T66" fmla="*/ 86599 w 49"/>
              <a:gd name="T67" fmla="*/ 0 h 50"/>
              <a:gd name="T68" fmla="*/ 96222 w 49"/>
              <a:gd name="T69" fmla="*/ 9525 h 50"/>
              <a:gd name="T70" fmla="*/ 118673 w 49"/>
              <a:gd name="T71" fmla="*/ 12700 h 50"/>
              <a:gd name="T72" fmla="*/ 118673 w 49"/>
              <a:gd name="T73" fmla="*/ 12700 h 50"/>
              <a:gd name="T74" fmla="*/ 102636 w 49"/>
              <a:gd name="T75" fmla="*/ 19050 h 50"/>
              <a:gd name="T76" fmla="*/ 99429 w 49"/>
              <a:gd name="T77" fmla="*/ 19050 h 50"/>
              <a:gd name="T78" fmla="*/ 93014 w 49"/>
              <a:gd name="T79" fmla="*/ 28575 h 50"/>
              <a:gd name="T80" fmla="*/ 131503 w 49"/>
              <a:gd name="T81" fmla="*/ 63500 h 50"/>
              <a:gd name="T82" fmla="*/ 137918 w 49"/>
              <a:gd name="T83" fmla="*/ 57150 h 50"/>
              <a:gd name="T84" fmla="*/ 144332 w 49"/>
              <a:gd name="T85" fmla="*/ 38100 h 50"/>
              <a:gd name="T86" fmla="*/ 118673 w 49"/>
              <a:gd name="T87" fmla="*/ 12700 h 50"/>
              <a:gd name="T88" fmla="*/ 22452 w 49"/>
              <a:gd name="T89" fmla="*/ 98425 h 50"/>
              <a:gd name="T90" fmla="*/ 22452 w 49"/>
              <a:gd name="T91" fmla="*/ 98425 h 50"/>
              <a:gd name="T92" fmla="*/ 16037 w 49"/>
              <a:gd name="T93" fmla="*/ 111125 h 50"/>
              <a:gd name="T94" fmla="*/ 19244 w 49"/>
              <a:gd name="T95" fmla="*/ 127000 h 50"/>
              <a:gd name="T96" fmla="*/ 19244 w 49"/>
              <a:gd name="T97" fmla="*/ 133350 h 50"/>
              <a:gd name="T98" fmla="*/ 12830 w 49"/>
              <a:gd name="T99" fmla="*/ 139700 h 50"/>
              <a:gd name="T100" fmla="*/ 12830 w 49"/>
              <a:gd name="T101" fmla="*/ 139700 h 50"/>
              <a:gd name="T102" fmla="*/ 16037 w 49"/>
              <a:gd name="T103" fmla="*/ 142875 h 50"/>
              <a:gd name="T104" fmla="*/ 16037 w 49"/>
              <a:gd name="T105" fmla="*/ 142875 h 50"/>
              <a:gd name="T106" fmla="*/ 22452 w 49"/>
              <a:gd name="T107" fmla="*/ 139700 h 50"/>
              <a:gd name="T108" fmla="*/ 28866 w 49"/>
              <a:gd name="T109" fmla="*/ 136525 h 50"/>
              <a:gd name="T110" fmla="*/ 44903 w 49"/>
              <a:gd name="T111" fmla="*/ 139700 h 50"/>
              <a:gd name="T112" fmla="*/ 57733 w 49"/>
              <a:gd name="T113" fmla="*/ 133350 h 50"/>
              <a:gd name="T114" fmla="*/ 22452 w 49"/>
              <a:gd name="T115" fmla="*/ 98425 h 5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49" h="50">
                <a:moveTo>
                  <a:pt x="25" y="13"/>
                </a:moveTo>
                <a:cubicBezTo>
                  <a:pt x="36" y="24"/>
                  <a:pt x="36" y="24"/>
                  <a:pt x="36" y="24"/>
                </a:cubicBezTo>
                <a:cubicBezTo>
                  <a:pt x="39" y="22"/>
                  <a:pt x="39" y="22"/>
                  <a:pt x="39" y="22"/>
                </a:cubicBezTo>
                <a:cubicBezTo>
                  <a:pt x="27" y="10"/>
                  <a:pt x="27" y="10"/>
                  <a:pt x="27" y="10"/>
                </a:cubicBezTo>
                <a:cubicBezTo>
                  <a:pt x="25" y="13"/>
                  <a:pt x="25" y="13"/>
                  <a:pt x="25" y="13"/>
                </a:cubicBezTo>
                <a:close/>
                <a:moveTo>
                  <a:pt x="34" y="26"/>
                </a:moveTo>
                <a:cubicBezTo>
                  <a:pt x="34" y="26"/>
                  <a:pt x="34" y="26"/>
                  <a:pt x="34" y="26"/>
                </a:cubicBezTo>
                <a:cubicBezTo>
                  <a:pt x="23" y="15"/>
                  <a:pt x="23" y="15"/>
                  <a:pt x="23" y="15"/>
                </a:cubicBezTo>
                <a:cubicBezTo>
                  <a:pt x="8" y="29"/>
                  <a:pt x="8" y="29"/>
                  <a:pt x="8" y="29"/>
                </a:cubicBezTo>
                <a:cubicBezTo>
                  <a:pt x="20" y="41"/>
                  <a:pt x="20" y="41"/>
                  <a:pt x="20" y="41"/>
                </a:cubicBezTo>
                <a:cubicBezTo>
                  <a:pt x="34" y="26"/>
                  <a:pt x="34" y="26"/>
                  <a:pt x="34" y="26"/>
                </a:cubicBezTo>
                <a:close/>
                <a:moveTo>
                  <a:pt x="30" y="3"/>
                </a:moveTo>
                <a:cubicBezTo>
                  <a:pt x="30" y="3"/>
                  <a:pt x="30" y="3"/>
                  <a:pt x="30" y="3"/>
                </a:cubicBezTo>
                <a:cubicBezTo>
                  <a:pt x="32" y="1"/>
                  <a:pt x="34" y="0"/>
                  <a:pt x="37" y="0"/>
                </a:cubicBezTo>
                <a:cubicBezTo>
                  <a:pt x="44" y="0"/>
                  <a:pt x="49" y="5"/>
                  <a:pt x="49" y="12"/>
                </a:cubicBezTo>
                <a:cubicBezTo>
                  <a:pt x="49" y="15"/>
                  <a:pt x="48" y="18"/>
                  <a:pt x="46" y="20"/>
                </a:cubicBezTo>
                <a:cubicBezTo>
                  <a:pt x="22" y="44"/>
                  <a:pt x="22" y="44"/>
                  <a:pt x="22" y="44"/>
                </a:cubicBezTo>
                <a:cubicBezTo>
                  <a:pt x="20" y="46"/>
                  <a:pt x="17" y="47"/>
                  <a:pt x="15" y="48"/>
                </a:cubicBezTo>
                <a:cubicBezTo>
                  <a:pt x="13" y="48"/>
                  <a:pt x="11" y="48"/>
                  <a:pt x="9" y="47"/>
                </a:cubicBezTo>
                <a:cubicBezTo>
                  <a:pt x="8" y="48"/>
                  <a:pt x="8" y="48"/>
                  <a:pt x="8" y="48"/>
                </a:cubicBezTo>
                <a:cubicBezTo>
                  <a:pt x="6" y="50"/>
                  <a:pt x="2" y="49"/>
                  <a:pt x="0" y="46"/>
                </a:cubicBezTo>
                <a:cubicBezTo>
                  <a:pt x="0" y="45"/>
                  <a:pt x="0" y="43"/>
                  <a:pt x="1" y="41"/>
                </a:cubicBezTo>
                <a:cubicBezTo>
                  <a:pt x="1" y="41"/>
                  <a:pt x="1" y="41"/>
                  <a:pt x="1" y="41"/>
                </a:cubicBezTo>
                <a:cubicBezTo>
                  <a:pt x="1" y="41"/>
                  <a:pt x="1" y="41"/>
                  <a:pt x="1" y="41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38"/>
                  <a:pt x="1" y="36"/>
                  <a:pt x="1" y="34"/>
                </a:cubicBezTo>
                <a:cubicBezTo>
                  <a:pt x="2" y="32"/>
                  <a:pt x="3" y="29"/>
                  <a:pt x="5" y="28"/>
                </a:cubicBezTo>
                <a:cubicBezTo>
                  <a:pt x="28" y="4"/>
                  <a:pt x="28" y="4"/>
                  <a:pt x="28" y="4"/>
                </a:cubicBezTo>
                <a:cubicBezTo>
                  <a:pt x="26" y="3"/>
                  <a:pt x="26" y="3"/>
                  <a:pt x="26" y="3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6"/>
                  <a:pt x="12" y="16"/>
                  <a:pt x="12" y="16"/>
                </a:cubicBezTo>
                <a:cubicBezTo>
                  <a:pt x="11" y="15"/>
                  <a:pt x="11" y="14"/>
                  <a:pt x="12" y="14"/>
                </a:cubicBezTo>
                <a:cubicBezTo>
                  <a:pt x="25" y="0"/>
                  <a:pt x="25" y="0"/>
                  <a:pt x="25" y="0"/>
                </a:cubicBezTo>
                <a:cubicBezTo>
                  <a:pt x="26" y="0"/>
                  <a:pt x="27" y="0"/>
                  <a:pt x="27" y="0"/>
                </a:cubicBezTo>
                <a:cubicBezTo>
                  <a:pt x="30" y="3"/>
                  <a:pt x="30" y="3"/>
                  <a:pt x="30" y="3"/>
                </a:cubicBezTo>
                <a:close/>
                <a:moveTo>
                  <a:pt x="37" y="4"/>
                </a:moveTo>
                <a:cubicBezTo>
                  <a:pt x="37" y="4"/>
                  <a:pt x="37" y="4"/>
                  <a:pt x="37" y="4"/>
                </a:cubicBezTo>
                <a:cubicBezTo>
                  <a:pt x="35" y="4"/>
                  <a:pt x="33" y="5"/>
                  <a:pt x="32" y="6"/>
                </a:cubicBezTo>
                <a:cubicBezTo>
                  <a:pt x="31" y="6"/>
                  <a:pt x="31" y="6"/>
                  <a:pt x="31" y="6"/>
                </a:cubicBezTo>
                <a:cubicBezTo>
                  <a:pt x="29" y="9"/>
                  <a:pt x="29" y="9"/>
                  <a:pt x="29" y="9"/>
                </a:cubicBezTo>
                <a:cubicBezTo>
                  <a:pt x="41" y="20"/>
                  <a:pt x="41" y="20"/>
                  <a:pt x="41" y="20"/>
                </a:cubicBezTo>
                <a:cubicBezTo>
                  <a:pt x="43" y="18"/>
                  <a:pt x="43" y="18"/>
                  <a:pt x="43" y="18"/>
                </a:cubicBezTo>
                <a:cubicBezTo>
                  <a:pt x="44" y="16"/>
                  <a:pt x="45" y="14"/>
                  <a:pt x="45" y="12"/>
                </a:cubicBezTo>
                <a:cubicBezTo>
                  <a:pt x="45" y="8"/>
                  <a:pt x="42" y="4"/>
                  <a:pt x="37" y="4"/>
                </a:cubicBezTo>
                <a:close/>
                <a:moveTo>
                  <a:pt x="7" y="31"/>
                </a:moveTo>
                <a:cubicBezTo>
                  <a:pt x="7" y="31"/>
                  <a:pt x="7" y="31"/>
                  <a:pt x="7" y="31"/>
                </a:cubicBezTo>
                <a:cubicBezTo>
                  <a:pt x="6" y="32"/>
                  <a:pt x="5" y="34"/>
                  <a:pt x="5" y="35"/>
                </a:cubicBezTo>
                <a:cubicBezTo>
                  <a:pt x="5" y="36"/>
                  <a:pt x="5" y="38"/>
                  <a:pt x="6" y="40"/>
                </a:cubicBezTo>
                <a:cubicBezTo>
                  <a:pt x="6" y="41"/>
                  <a:pt x="6" y="41"/>
                  <a:pt x="6" y="42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4"/>
                  <a:pt x="4" y="44"/>
                  <a:pt x="4" y="44"/>
                </a:cubicBezTo>
                <a:cubicBezTo>
                  <a:pt x="3" y="45"/>
                  <a:pt x="5" y="46"/>
                  <a:pt x="5" y="45"/>
                </a:cubicBezTo>
                <a:cubicBezTo>
                  <a:pt x="5" y="45"/>
                  <a:pt x="5" y="45"/>
                  <a:pt x="5" y="45"/>
                </a:cubicBezTo>
                <a:cubicBezTo>
                  <a:pt x="7" y="44"/>
                  <a:pt x="7" y="44"/>
                  <a:pt x="7" y="44"/>
                </a:cubicBezTo>
                <a:cubicBezTo>
                  <a:pt x="8" y="43"/>
                  <a:pt x="9" y="43"/>
                  <a:pt x="9" y="43"/>
                </a:cubicBezTo>
                <a:cubicBezTo>
                  <a:pt x="11" y="44"/>
                  <a:pt x="13" y="44"/>
                  <a:pt x="14" y="44"/>
                </a:cubicBezTo>
                <a:cubicBezTo>
                  <a:pt x="16" y="44"/>
                  <a:pt x="17" y="43"/>
                  <a:pt x="18" y="42"/>
                </a:cubicBezTo>
                <a:cubicBezTo>
                  <a:pt x="7" y="31"/>
                  <a:pt x="7" y="31"/>
                  <a:pt x="7" y="3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55" name="Freeform 289">
            <a:extLst>
              <a:ext uri="{FF2B5EF4-FFF2-40B4-BE49-F238E27FC236}">
                <a16:creationId xmlns:a16="http://schemas.microsoft.com/office/drawing/2014/main" id="{5085C30D-BE76-A222-2B91-39FC6B80F2A8}"/>
              </a:ext>
            </a:extLst>
          </p:cNvPr>
          <p:cNvSpPr>
            <a:spLocks noEditPoints="1"/>
          </p:cNvSpPr>
          <p:nvPr/>
        </p:nvSpPr>
        <p:spPr bwMode="auto">
          <a:xfrm>
            <a:off x="1665218" y="5647715"/>
            <a:ext cx="234949" cy="207433"/>
          </a:xfrm>
          <a:custGeom>
            <a:avLst/>
            <a:gdLst>
              <a:gd name="T0" fmla="*/ 6408 w 55"/>
              <a:gd name="T1" fmla="*/ 22225 h 49"/>
              <a:gd name="T2" fmla="*/ 80096 w 55"/>
              <a:gd name="T3" fmla="*/ 28575 h 49"/>
              <a:gd name="T4" fmla="*/ 12815 w 55"/>
              <a:gd name="T5" fmla="*/ 34925 h 49"/>
              <a:gd name="T6" fmla="*/ 150581 w 55"/>
              <a:gd name="T7" fmla="*/ 130175 h 49"/>
              <a:gd name="T8" fmla="*/ 156989 w 55"/>
              <a:gd name="T9" fmla="*/ 92075 h 49"/>
              <a:gd name="T10" fmla="*/ 163397 w 55"/>
              <a:gd name="T11" fmla="*/ 136525 h 49"/>
              <a:gd name="T12" fmla="*/ 156989 w 55"/>
              <a:gd name="T13" fmla="*/ 142875 h 49"/>
              <a:gd name="T14" fmla="*/ 86504 w 55"/>
              <a:gd name="T15" fmla="*/ 149225 h 49"/>
              <a:gd name="T16" fmla="*/ 121746 w 55"/>
              <a:gd name="T17" fmla="*/ 149225 h 49"/>
              <a:gd name="T18" fmla="*/ 121746 w 55"/>
              <a:gd name="T19" fmla="*/ 155575 h 49"/>
              <a:gd name="T20" fmla="*/ 38446 w 55"/>
              <a:gd name="T21" fmla="*/ 152400 h 49"/>
              <a:gd name="T22" fmla="*/ 76893 w 55"/>
              <a:gd name="T23" fmla="*/ 149225 h 49"/>
              <a:gd name="T24" fmla="*/ 76893 w 55"/>
              <a:gd name="T25" fmla="*/ 142875 h 49"/>
              <a:gd name="T26" fmla="*/ 0 w 55"/>
              <a:gd name="T27" fmla="*/ 136525 h 49"/>
              <a:gd name="T28" fmla="*/ 0 w 55"/>
              <a:gd name="T29" fmla="*/ 28575 h 49"/>
              <a:gd name="T30" fmla="*/ 153785 w 55"/>
              <a:gd name="T31" fmla="*/ 85725 h 49"/>
              <a:gd name="T32" fmla="*/ 124950 w 55"/>
              <a:gd name="T33" fmla="*/ 63500 h 49"/>
              <a:gd name="T34" fmla="*/ 121746 w 55"/>
              <a:gd name="T35" fmla="*/ 60325 h 49"/>
              <a:gd name="T36" fmla="*/ 124950 w 55"/>
              <a:gd name="T37" fmla="*/ 82550 h 49"/>
              <a:gd name="T38" fmla="*/ 115339 w 55"/>
              <a:gd name="T39" fmla="*/ 88900 h 49"/>
              <a:gd name="T40" fmla="*/ 105727 w 55"/>
              <a:gd name="T41" fmla="*/ 88900 h 49"/>
              <a:gd name="T42" fmla="*/ 86504 w 55"/>
              <a:gd name="T43" fmla="*/ 53975 h 49"/>
              <a:gd name="T44" fmla="*/ 86504 w 55"/>
              <a:gd name="T45" fmla="*/ 28575 h 49"/>
              <a:gd name="T46" fmla="*/ 99319 w 55"/>
              <a:gd name="T47" fmla="*/ 22225 h 49"/>
              <a:gd name="T48" fmla="*/ 124950 w 55"/>
              <a:gd name="T49" fmla="*/ 19050 h 49"/>
              <a:gd name="T50" fmla="*/ 160193 w 55"/>
              <a:gd name="T51" fmla="*/ 0 h 49"/>
              <a:gd name="T52" fmla="*/ 160193 w 55"/>
              <a:gd name="T53" fmla="*/ 25400 h 49"/>
              <a:gd name="T54" fmla="*/ 176212 w 55"/>
              <a:gd name="T55" fmla="*/ 41275 h 49"/>
              <a:gd name="T56" fmla="*/ 160193 w 55"/>
              <a:gd name="T57" fmla="*/ 60325 h 49"/>
              <a:gd name="T58" fmla="*/ 156989 w 55"/>
              <a:gd name="T59" fmla="*/ 85725 h 49"/>
              <a:gd name="T60" fmla="*/ 160193 w 55"/>
              <a:gd name="T61" fmla="*/ 31750 h 49"/>
              <a:gd name="T62" fmla="*/ 160193 w 55"/>
              <a:gd name="T63" fmla="*/ 53975 h 49"/>
              <a:gd name="T64" fmla="*/ 169804 w 55"/>
              <a:gd name="T65" fmla="*/ 41275 h 49"/>
              <a:gd name="T66" fmla="*/ 160193 w 55"/>
              <a:gd name="T67" fmla="*/ 31750 h 49"/>
              <a:gd name="T68" fmla="*/ 121746 w 55"/>
              <a:gd name="T69" fmla="*/ 53975 h 49"/>
              <a:gd name="T70" fmla="*/ 99319 w 55"/>
              <a:gd name="T71" fmla="*/ 31750 h 49"/>
              <a:gd name="T72" fmla="*/ 89708 w 55"/>
              <a:gd name="T73" fmla="*/ 41275 h 49"/>
              <a:gd name="T74" fmla="*/ 99319 w 55"/>
              <a:gd name="T75" fmla="*/ 53975 h 49"/>
              <a:gd name="T76" fmla="*/ 112135 w 55"/>
              <a:gd name="T77" fmla="*/ 82550 h 49"/>
              <a:gd name="T78" fmla="*/ 118543 w 55"/>
              <a:gd name="T79" fmla="*/ 79375 h 49"/>
              <a:gd name="T80" fmla="*/ 108931 w 55"/>
              <a:gd name="T81" fmla="*/ 57150 h 49"/>
              <a:gd name="T82" fmla="*/ 121746 w 55"/>
              <a:gd name="T83" fmla="*/ 53975 h 49"/>
              <a:gd name="T84" fmla="*/ 131358 w 55"/>
              <a:gd name="T85" fmla="*/ 28575 h 49"/>
              <a:gd name="T86" fmla="*/ 131358 w 55"/>
              <a:gd name="T87" fmla="*/ 57150 h 49"/>
              <a:gd name="T88" fmla="*/ 131358 w 55"/>
              <a:gd name="T89" fmla="*/ 57150 h 49"/>
              <a:gd name="T90" fmla="*/ 153785 w 55"/>
              <a:gd name="T91" fmla="*/ 76200 h 49"/>
              <a:gd name="T92" fmla="*/ 131358 w 55"/>
              <a:gd name="T93" fmla="*/ 25400 h 49"/>
              <a:gd name="T94" fmla="*/ 131358 w 55"/>
              <a:gd name="T95" fmla="*/ 28575 h 49"/>
              <a:gd name="T96" fmla="*/ 131358 w 55"/>
              <a:gd name="T97" fmla="*/ 28575 h 49"/>
              <a:gd name="T98" fmla="*/ 137766 w 55"/>
              <a:gd name="T99" fmla="*/ 111125 h 49"/>
              <a:gd name="T100" fmla="*/ 137766 w 55"/>
              <a:gd name="T101" fmla="*/ 123825 h 49"/>
              <a:gd name="T102" fmla="*/ 137766 w 55"/>
              <a:gd name="T103" fmla="*/ 111125 h 49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5" h="49">
                <a:moveTo>
                  <a:pt x="2" y="7"/>
                </a:moveTo>
                <a:cubicBezTo>
                  <a:pt x="2" y="7"/>
                  <a:pt x="2" y="7"/>
                  <a:pt x="2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4" y="7"/>
                  <a:pt x="25" y="8"/>
                  <a:pt x="25" y="9"/>
                </a:cubicBezTo>
                <a:cubicBezTo>
                  <a:pt x="25" y="10"/>
                  <a:pt x="24" y="11"/>
                  <a:pt x="23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21"/>
                  <a:pt x="4" y="31"/>
                  <a:pt x="4" y="41"/>
                </a:cubicBezTo>
                <a:cubicBezTo>
                  <a:pt x="18" y="41"/>
                  <a:pt x="33" y="41"/>
                  <a:pt x="47" y="41"/>
                </a:cubicBezTo>
                <a:cubicBezTo>
                  <a:pt x="47" y="31"/>
                  <a:pt x="47" y="31"/>
                  <a:pt x="47" y="31"/>
                </a:cubicBezTo>
                <a:cubicBezTo>
                  <a:pt x="47" y="30"/>
                  <a:pt x="48" y="29"/>
                  <a:pt x="49" y="29"/>
                </a:cubicBezTo>
                <a:cubicBezTo>
                  <a:pt x="50" y="29"/>
                  <a:pt x="51" y="30"/>
                  <a:pt x="51" y="31"/>
                </a:cubicBezTo>
                <a:cubicBezTo>
                  <a:pt x="51" y="43"/>
                  <a:pt x="51" y="43"/>
                  <a:pt x="51" y="43"/>
                </a:cubicBezTo>
                <a:cubicBezTo>
                  <a:pt x="51" y="44"/>
                  <a:pt x="50" y="45"/>
                  <a:pt x="49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7"/>
                  <a:pt x="27" y="47"/>
                  <a:pt x="27" y="47"/>
                </a:cubicBezTo>
                <a:cubicBezTo>
                  <a:pt x="27" y="47"/>
                  <a:pt x="27" y="47"/>
                  <a:pt x="27" y="47"/>
                </a:cubicBezTo>
                <a:cubicBezTo>
                  <a:pt x="38" y="47"/>
                  <a:pt x="38" y="47"/>
                  <a:pt x="38" y="47"/>
                </a:cubicBezTo>
                <a:cubicBezTo>
                  <a:pt x="39" y="47"/>
                  <a:pt x="39" y="47"/>
                  <a:pt x="39" y="48"/>
                </a:cubicBezTo>
                <a:cubicBezTo>
                  <a:pt x="39" y="49"/>
                  <a:pt x="39" y="49"/>
                  <a:pt x="38" y="49"/>
                </a:cubicBezTo>
                <a:cubicBezTo>
                  <a:pt x="13" y="49"/>
                  <a:pt x="13" y="49"/>
                  <a:pt x="13" y="49"/>
                </a:cubicBezTo>
                <a:cubicBezTo>
                  <a:pt x="12" y="49"/>
                  <a:pt x="12" y="49"/>
                  <a:pt x="12" y="48"/>
                </a:cubicBezTo>
                <a:cubicBezTo>
                  <a:pt x="12" y="47"/>
                  <a:pt x="12" y="47"/>
                  <a:pt x="13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24" y="45"/>
                  <a:pt x="24" y="45"/>
                  <a:pt x="24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9"/>
                  <a:pt x="0" y="9"/>
                  <a:pt x="0" y="9"/>
                </a:cubicBezTo>
                <a:cubicBezTo>
                  <a:pt x="0" y="8"/>
                  <a:pt x="1" y="7"/>
                  <a:pt x="2" y="7"/>
                </a:cubicBezTo>
                <a:close/>
                <a:moveTo>
                  <a:pt x="48" y="27"/>
                </a:moveTo>
                <a:cubicBezTo>
                  <a:pt x="48" y="27"/>
                  <a:pt x="48" y="27"/>
                  <a:pt x="48" y="27"/>
                </a:cubicBezTo>
                <a:cubicBezTo>
                  <a:pt x="39" y="20"/>
                  <a:pt x="39" y="20"/>
                  <a:pt x="39" y="20"/>
                </a:cubicBezTo>
                <a:cubicBezTo>
                  <a:pt x="38" y="20"/>
                  <a:pt x="38" y="20"/>
                  <a:pt x="38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37" y="19"/>
                  <a:pt x="37" y="19"/>
                  <a:pt x="37" y="19"/>
                </a:cubicBezTo>
                <a:cubicBezTo>
                  <a:pt x="39" y="26"/>
                  <a:pt x="39" y="26"/>
                  <a:pt x="39" y="26"/>
                </a:cubicBezTo>
                <a:cubicBezTo>
                  <a:pt x="40" y="26"/>
                  <a:pt x="39" y="27"/>
                  <a:pt x="39" y="27"/>
                </a:cubicBezTo>
                <a:cubicBezTo>
                  <a:pt x="36" y="28"/>
                  <a:pt x="36" y="28"/>
                  <a:pt x="36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9"/>
                  <a:pt x="33" y="28"/>
                  <a:pt x="33" y="28"/>
                </a:cubicBezTo>
                <a:cubicBezTo>
                  <a:pt x="30" y="19"/>
                  <a:pt x="30" y="19"/>
                  <a:pt x="30" y="19"/>
                </a:cubicBezTo>
                <a:cubicBezTo>
                  <a:pt x="29" y="19"/>
                  <a:pt x="28" y="18"/>
                  <a:pt x="27" y="17"/>
                </a:cubicBezTo>
                <a:cubicBezTo>
                  <a:pt x="26" y="16"/>
                  <a:pt x="25" y="15"/>
                  <a:pt x="25" y="13"/>
                </a:cubicBezTo>
                <a:cubicBezTo>
                  <a:pt x="25" y="12"/>
                  <a:pt x="26" y="10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8" y="8"/>
                  <a:pt x="29" y="7"/>
                  <a:pt x="31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7"/>
                  <a:pt x="39" y="7"/>
                  <a:pt x="39" y="6"/>
                </a:cubicBezTo>
                <a:cubicBezTo>
                  <a:pt x="49" y="0"/>
                  <a:pt x="49" y="0"/>
                  <a:pt x="49" y="0"/>
                </a:cubicBezTo>
                <a:cubicBezTo>
                  <a:pt x="49" y="0"/>
                  <a:pt x="50" y="0"/>
                  <a:pt x="50" y="0"/>
                </a:cubicBezTo>
                <a:cubicBezTo>
                  <a:pt x="50" y="1"/>
                  <a:pt x="50" y="1"/>
                  <a:pt x="50" y="1"/>
                </a:cubicBezTo>
                <a:cubicBezTo>
                  <a:pt x="50" y="8"/>
                  <a:pt x="50" y="8"/>
                  <a:pt x="50" y="8"/>
                </a:cubicBezTo>
                <a:cubicBezTo>
                  <a:pt x="51" y="8"/>
                  <a:pt x="53" y="9"/>
                  <a:pt x="53" y="9"/>
                </a:cubicBezTo>
                <a:cubicBezTo>
                  <a:pt x="54" y="10"/>
                  <a:pt x="55" y="12"/>
                  <a:pt x="55" y="13"/>
                </a:cubicBezTo>
                <a:cubicBezTo>
                  <a:pt x="55" y="15"/>
                  <a:pt x="54" y="16"/>
                  <a:pt x="53" y="17"/>
                </a:cubicBezTo>
                <a:cubicBezTo>
                  <a:pt x="53" y="18"/>
                  <a:pt x="51" y="19"/>
                  <a:pt x="50" y="19"/>
                </a:cubicBezTo>
                <a:cubicBezTo>
                  <a:pt x="50" y="26"/>
                  <a:pt x="50" y="26"/>
                  <a:pt x="50" y="26"/>
                </a:cubicBezTo>
                <a:cubicBezTo>
                  <a:pt x="50" y="26"/>
                  <a:pt x="50" y="27"/>
                  <a:pt x="49" y="27"/>
                </a:cubicBezTo>
                <a:cubicBezTo>
                  <a:pt x="49" y="27"/>
                  <a:pt x="49" y="27"/>
                  <a:pt x="48" y="27"/>
                </a:cubicBezTo>
                <a:close/>
                <a:moveTo>
                  <a:pt x="50" y="10"/>
                </a:moveTo>
                <a:cubicBezTo>
                  <a:pt x="50" y="10"/>
                  <a:pt x="50" y="10"/>
                  <a:pt x="50" y="10"/>
                </a:cubicBezTo>
                <a:cubicBezTo>
                  <a:pt x="50" y="17"/>
                  <a:pt x="50" y="17"/>
                  <a:pt x="50" y="17"/>
                </a:cubicBezTo>
                <a:cubicBezTo>
                  <a:pt x="51" y="16"/>
                  <a:pt x="51" y="16"/>
                  <a:pt x="52" y="16"/>
                </a:cubicBezTo>
                <a:cubicBezTo>
                  <a:pt x="52" y="15"/>
                  <a:pt x="53" y="14"/>
                  <a:pt x="53" y="13"/>
                </a:cubicBezTo>
                <a:cubicBezTo>
                  <a:pt x="53" y="12"/>
                  <a:pt x="52" y="12"/>
                  <a:pt x="52" y="11"/>
                </a:cubicBezTo>
                <a:cubicBezTo>
                  <a:pt x="51" y="11"/>
                  <a:pt x="51" y="10"/>
                  <a:pt x="50" y="10"/>
                </a:cubicBezTo>
                <a:close/>
                <a:moveTo>
                  <a:pt x="38" y="17"/>
                </a:moveTo>
                <a:cubicBezTo>
                  <a:pt x="38" y="17"/>
                  <a:pt x="38" y="17"/>
                  <a:pt x="38" y="17"/>
                </a:cubicBezTo>
                <a:cubicBezTo>
                  <a:pt x="38" y="10"/>
                  <a:pt x="38" y="10"/>
                  <a:pt x="38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0" y="10"/>
                  <a:pt x="29" y="10"/>
                  <a:pt x="29" y="11"/>
                </a:cubicBezTo>
                <a:cubicBezTo>
                  <a:pt x="28" y="11"/>
                  <a:pt x="28" y="12"/>
                  <a:pt x="28" y="13"/>
                </a:cubicBezTo>
                <a:cubicBezTo>
                  <a:pt x="28" y="14"/>
                  <a:pt x="28" y="15"/>
                  <a:pt x="28" y="16"/>
                </a:cubicBezTo>
                <a:cubicBezTo>
                  <a:pt x="29" y="16"/>
                  <a:pt x="30" y="17"/>
                  <a:pt x="31" y="17"/>
                </a:cubicBezTo>
                <a:cubicBezTo>
                  <a:pt x="31" y="17"/>
                  <a:pt x="32" y="17"/>
                  <a:pt x="32" y="18"/>
                </a:cubicBezTo>
                <a:cubicBezTo>
                  <a:pt x="35" y="26"/>
                  <a:pt x="35" y="26"/>
                  <a:pt x="35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7" y="25"/>
                  <a:pt x="37" y="25"/>
                  <a:pt x="37" y="25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7"/>
                  <a:pt x="35" y="17"/>
                  <a:pt x="35" y="17"/>
                </a:cubicBezTo>
                <a:cubicBezTo>
                  <a:pt x="38" y="17"/>
                  <a:pt x="38" y="17"/>
                  <a:pt x="38" y="17"/>
                </a:cubicBezTo>
                <a:close/>
                <a:moveTo>
                  <a:pt x="41" y="9"/>
                </a:moveTo>
                <a:cubicBezTo>
                  <a:pt x="41" y="9"/>
                  <a:pt x="41" y="9"/>
                  <a:pt x="41" y="9"/>
                </a:cubicBezTo>
                <a:cubicBezTo>
                  <a:pt x="41" y="18"/>
                  <a:pt x="41" y="18"/>
                  <a:pt x="41" y="18"/>
                </a:cubicBezTo>
                <a:cubicBezTo>
                  <a:pt x="41" y="18"/>
                  <a:pt x="41" y="18"/>
                  <a:pt x="41" y="18"/>
                </a:cubicBezTo>
                <a:cubicBezTo>
                  <a:pt x="41" y="18"/>
                  <a:pt x="41" y="18"/>
                  <a:pt x="41" y="18"/>
                </a:cubicBezTo>
                <a:cubicBezTo>
                  <a:pt x="41" y="18"/>
                  <a:pt x="41" y="18"/>
                  <a:pt x="41" y="18"/>
                </a:cubicBezTo>
                <a:cubicBezTo>
                  <a:pt x="41" y="19"/>
                  <a:pt x="41" y="19"/>
                  <a:pt x="41" y="19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3"/>
                  <a:pt x="48" y="3"/>
                  <a:pt x="48" y="3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lose/>
                <a:moveTo>
                  <a:pt x="43" y="35"/>
                </a:moveTo>
                <a:cubicBezTo>
                  <a:pt x="43" y="35"/>
                  <a:pt x="43" y="35"/>
                  <a:pt x="43" y="35"/>
                </a:cubicBezTo>
                <a:cubicBezTo>
                  <a:pt x="44" y="35"/>
                  <a:pt x="45" y="36"/>
                  <a:pt x="45" y="37"/>
                </a:cubicBezTo>
                <a:cubicBezTo>
                  <a:pt x="45" y="38"/>
                  <a:pt x="44" y="39"/>
                  <a:pt x="43" y="39"/>
                </a:cubicBezTo>
                <a:cubicBezTo>
                  <a:pt x="42" y="39"/>
                  <a:pt x="41" y="38"/>
                  <a:pt x="41" y="37"/>
                </a:cubicBezTo>
                <a:cubicBezTo>
                  <a:pt x="41" y="36"/>
                  <a:pt x="42" y="35"/>
                  <a:pt x="43" y="3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56" name="Freeform 290">
            <a:extLst>
              <a:ext uri="{FF2B5EF4-FFF2-40B4-BE49-F238E27FC236}">
                <a16:creationId xmlns:a16="http://schemas.microsoft.com/office/drawing/2014/main" id="{B8890E5F-F389-5908-BA2C-F56CC91771BA}"/>
              </a:ext>
            </a:extLst>
          </p:cNvPr>
          <p:cNvSpPr>
            <a:spLocks noEditPoints="1"/>
          </p:cNvSpPr>
          <p:nvPr/>
        </p:nvSpPr>
        <p:spPr bwMode="auto">
          <a:xfrm>
            <a:off x="3898301" y="6051998"/>
            <a:ext cx="211667" cy="211667"/>
          </a:xfrm>
          <a:custGeom>
            <a:avLst/>
            <a:gdLst>
              <a:gd name="T0" fmla="*/ 6350 w 50"/>
              <a:gd name="T1" fmla="*/ 0 h 50"/>
              <a:gd name="T2" fmla="*/ 158750 w 50"/>
              <a:gd name="T3" fmla="*/ 6350 h 50"/>
              <a:gd name="T4" fmla="*/ 158750 w 50"/>
              <a:gd name="T5" fmla="*/ 152400 h 50"/>
              <a:gd name="T6" fmla="*/ 152400 w 50"/>
              <a:gd name="T7" fmla="*/ 158750 h 50"/>
              <a:gd name="T8" fmla="*/ 0 w 50"/>
              <a:gd name="T9" fmla="*/ 152400 h 50"/>
              <a:gd name="T10" fmla="*/ 0 w 50"/>
              <a:gd name="T11" fmla="*/ 6350 h 50"/>
              <a:gd name="T12" fmla="*/ 38100 w 50"/>
              <a:gd name="T13" fmla="*/ 88900 h 50"/>
              <a:gd name="T14" fmla="*/ 34925 w 50"/>
              <a:gd name="T15" fmla="*/ 92075 h 50"/>
              <a:gd name="T16" fmla="*/ 38100 w 50"/>
              <a:gd name="T17" fmla="*/ 73025 h 50"/>
              <a:gd name="T18" fmla="*/ 53975 w 50"/>
              <a:gd name="T19" fmla="*/ 66675 h 50"/>
              <a:gd name="T20" fmla="*/ 76200 w 50"/>
              <a:gd name="T21" fmla="*/ 88900 h 50"/>
              <a:gd name="T22" fmla="*/ 41275 w 50"/>
              <a:gd name="T23" fmla="*/ 120650 h 50"/>
              <a:gd name="T24" fmla="*/ 76200 w 50"/>
              <a:gd name="T25" fmla="*/ 123825 h 50"/>
              <a:gd name="T26" fmla="*/ 34925 w 50"/>
              <a:gd name="T27" fmla="*/ 130175 h 50"/>
              <a:gd name="T28" fmla="*/ 50800 w 50"/>
              <a:gd name="T29" fmla="*/ 107950 h 50"/>
              <a:gd name="T30" fmla="*/ 63500 w 50"/>
              <a:gd name="T31" fmla="*/ 79375 h 50"/>
              <a:gd name="T32" fmla="*/ 44450 w 50"/>
              <a:gd name="T33" fmla="*/ 79375 h 50"/>
              <a:gd name="T34" fmla="*/ 38100 w 50"/>
              <a:gd name="T35" fmla="*/ 88900 h 50"/>
              <a:gd name="T36" fmla="*/ 127000 w 50"/>
              <a:gd name="T37" fmla="*/ 66675 h 50"/>
              <a:gd name="T38" fmla="*/ 127000 w 50"/>
              <a:gd name="T39" fmla="*/ 73025 h 50"/>
              <a:gd name="T40" fmla="*/ 98425 w 50"/>
              <a:gd name="T41" fmla="*/ 82550 h 50"/>
              <a:gd name="T42" fmla="*/ 123825 w 50"/>
              <a:gd name="T43" fmla="*/ 92075 h 50"/>
              <a:gd name="T44" fmla="*/ 123825 w 50"/>
              <a:gd name="T45" fmla="*/ 123825 h 50"/>
              <a:gd name="T46" fmla="*/ 92075 w 50"/>
              <a:gd name="T47" fmla="*/ 123825 h 50"/>
              <a:gd name="T48" fmla="*/ 88900 w 50"/>
              <a:gd name="T49" fmla="*/ 101600 h 50"/>
              <a:gd name="T50" fmla="*/ 95250 w 50"/>
              <a:gd name="T51" fmla="*/ 117475 h 50"/>
              <a:gd name="T52" fmla="*/ 117475 w 50"/>
              <a:gd name="T53" fmla="*/ 117475 h 50"/>
              <a:gd name="T54" fmla="*/ 117475 w 50"/>
              <a:gd name="T55" fmla="*/ 95250 h 50"/>
              <a:gd name="T56" fmla="*/ 107950 w 50"/>
              <a:gd name="T57" fmla="*/ 92075 h 50"/>
              <a:gd name="T58" fmla="*/ 92075 w 50"/>
              <a:gd name="T59" fmla="*/ 92075 h 50"/>
              <a:gd name="T60" fmla="*/ 92075 w 50"/>
              <a:gd name="T61" fmla="*/ 92075 h 50"/>
              <a:gd name="T62" fmla="*/ 95250 w 50"/>
              <a:gd name="T63" fmla="*/ 69850 h 50"/>
              <a:gd name="T64" fmla="*/ 127000 w 50"/>
              <a:gd name="T65" fmla="*/ 66675 h 50"/>
              <a:gd name="T66" fmla="*/ 12700 w 50"/>
              <a:gd name="T67" fmla="*/ 41275 h 50"/>
              <a:gd name="T68" fmla="*/ 149225 w 50"/>
              <a:gd name="T69" fmla="*/ 12700 h 50"/>
              <a:gd name="T70" fmla="*/ 136525 w 50"/>
              <a:gd name="T71" fmla="*/ 22225 h 50"/>
              <a:gd name="T72" fmla="*/ 123825 w 50"/>
              <a:gd name="T73" fmla="*/ 22225 h 50"/>
              <a:gd name="T74" fmla="*/ 101600 w 50"/>
              <a:gd name="T75" fmla="*/ 12700 h 50"/>
              <a:gd name="T76" fmla="*/ 95250 w 50"/>
              <a:gd name="T77" fmla="*/ 28575 h 50"/>
              <a:gd name="T78" fmla="*/ 92075 w 50"/>
              <a:gd name="T79" fmla="*/ 12700 h 50"/>
              <a:gd name="T80" fmla="*/ 69850 w 50"/>
              <a:gd name="T81" fmla="*/ 22225 h 50"/>
              <a:gd name="T82" fmla="*/ 57150 w 50"/>
              <a:gd name="T83" fmla="*/ 22225 h 50"/>
              <a:gd name="T84" fmla="*/ 38100 w 50"/>
              <a:gd name="T85" fmla="*/ 12700 h 50"/>
              <a:gd name="T86" fmla="*/ 31750 w 50"/>
              <a:gd name="T87" fmla="*/ 28575 h 50"/>
              <a:gd name="T88" fmla="*/ 25400 w 50"/>
              <a:gd name="T89" fmla="*/ 12700 h 50"/>
              <a:gd name="T90" fmla="*/ 12700 w 50"/>
              <a:gd name="T91" fmla="*/ 41275 h 50"/>
              <a:gd name="T92" fmla="*/ 149225 w 50"/>
              <a:gd name="T93" fmla="*/ 47625 h 50"/>
              <a:gd name="T94" fmla="*/ 12700 w 50"/>
              <a:gd name="T95" fmla="*/ 146050 h 50"/>
              <a:gd name="T96" fmla="*/ 149225 w 50"/>
              <a:gd name="T97" fmla="*/ 47625 h 5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0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0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50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12" y="28"/>
                </a:moveTo>
                <a:cubicBezTo>
                  <a:pt x="12" y="28"/>
                  <a:pt x="12" y="28"/>
                  <a:pt x="12" y="28"/>
                </a:cubicBezTo>
                <a:cubicBezTo>
                  <a:pt x="12" y="29"/>
                  <a:pt x="12" y="29"/>
                  <a:pt x="11" y="29"/>
                </a:cubicBezTo>
                <a:cubicBezTo>
                  <a:pt x="10" y="29"/>
                  <a:pt x="10" y="29"/>
                  <a:pt x="10" y="28"/>
                </a:cubicBezTo>
                <a:cubicBezTo>
                  <a:pt x="10" y="26"/>
                  <a:pt x="11" y="24"/>
                  <a:pt x="12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3" y="22"/>
                  <a:pt x="15" y="21"/>
                  <a:pt x="17" y="21"/>
                </a:cubicBezTo>
                <a:cubicBezTo>
                  <a:pt x="19" y="21"/>
                  <a:pt x="21" y="22"/>
                  <a:pt x="22" y="23"/>
                </a:cubicBezTo>
                <a:cubicBezTo>
                  <a:pt x="23" y="24"/>
                  <a:pt x="24" y="26"/>
                  <a:pt x="24" y="28"/>
                </a:cubicBezTo>
                <a:cubicBezTo>
                  <a:pt x="24" y="33"/>
                  <a:pt x="20" y="34"/>
                  <a:pt x="17" y="36"/>
                </a:cubicBezTo>
                <a:cubicBezTo>
                  <a:pt x="15" y="36"/>
                  <a:pt x="13" y="37"/>
                  <a:pt x="13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24" y="38"/>
                  <a:pt x="24" y="39"/>
                  <a:pt x="24" y="39"/>
                </a:cubicBezTo>
                <a:cubicBezTo>
                  <a:pt x="24" y="40"/>
                  <a:pt x="24" y="41"/>
                  <a:pt x="23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0" y="40"/>
                  <a:pt x="10" y="39"/>
                </a:cubicBezTo>
                <a:cubicBezTo>
                  <a:pt x="10" y="36"/>
                  <a:pt x="13" y="35"/>
                  <a:pt x="16" y="34"/>
                </a:cubicBezTo>
                <a:cubicBezTo>
                  <a:pt x="19" y="32"/>
                  <a:pt x="22" y="31"/>
                  <a:pt x="22" y="28"/>
                </a:cubicBezTo>
                <a:cubicBezTo>
                  <a:pt x="22" y="27"/>
                  <a:pt x="21" y="26"/>
                  <a:pt x="20" y="25"/>
                </a:cubicBezTo>
                <a:cubicBezTo>
                  <a:pt x="20" y="24"/>
                  <a:pt x="18" y="23"/>
                  <a:pt x="17" y="23"/>
                </a:cubicBezTo>
                <a:cubicBezTo>
                  <a:pt x="16" y="23"/>
                  <a:pt x="15" y="24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3" y="26"/>
                  <a:pt x="12" y="27"/>
                  <a:pt x="12" y="28"/>
                </a:cubicBezTo>
                <a:close/>
                <a:moveTo>
                  <a:pt x="40" y="21"/>
                </a:moveTo>
                <a:cubicBezTo>
                  <a:pt x="40" y="21"/>
                  <a:pt x="40" y="21"/>
                  <a:pt x="40" y="21"/>
                </a:cubicBezTo>
                <a:cubicBezTo>
                  <a:pt x="40" y="21"/>
                  <a:pt x="41" y="21"/>
                  <a:pt x="41" y="22"/>
                </a:cubicBezTo>
                <a:cubicBezTo>
                  <a:pt x="41" y="23"/>
                  <a:pt x="40" y="23"/>
                  <a:pt x="40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1" y="26"/>
                  <a:pt x="31" y="26"/>
                  <a:pt x="31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6" y="26"/>
                  <a:pt x="37" y="27"/>
                  <a:pt x="39" y="29"/>
                </a:cubicBezTo>
                <a:cubicBezTo>
                  <a:pt x="40" y="30"/>
                  <a:pt x="41" y="32"/>
                  <a:pt x="41" y="34"/>
                </a:cubicBezTo>
                <a:cubicBezTo>
                  <a:pt x="41" y="36"/>
                  <a:pt x="40" y="37"/>
                  <a:pt x="39" y="39"/>
                </a:cubicBezTo>
                <a:cubicBezTo>
                  <a:pt x="37" y="40"/>
                  <a:pt x="36" y="41"/>
                  <a:pt x="34" y="41"/>
                </a:cubicBezTo>
                <a:cubicBezTo>
                  <a:pt x="32" y="41"/>
                  <a:pt x="30" y="40"/>
                  <a:pt x="29" y="39"/>
                </a:cubicBezTo>
                <a:cubicBezTo>
                  <a:pt x="27" y="37"/>
                  <a:pt x="26" y="36"/>
                  <a:pt x="26" y="34"/>
                </a:cubicBezTo>
                <a:cubicBezTo>
                  <a:pt x="26" y="33"/>
                  <a:pt x="27" y="32"/>
                  <a:pt x="28" y="32"/>
                </a:cubicBezTo>
                <a:cubicBezTo>
                  <a:pt x="28" y="32"/>
                  <a:pt x="29" y="33"/>
                  <a:pt x="29" y="34"/>
                </a:cubicBezTo>
                <a:cubicBezTo>
                  <a:pt x="29" y="35"/>
                  <a:pt x="29" y="36"/>
                  <a:pt x="30" y="37"/>
                </a:cubicBezTo>
                <a:cubicBezTo>
                  <a:pt x="31" y="38"/>
                  <a:pt x="32" y="38"/>
                  <a:pt x="34" y="38"/>
                </a:cubicBezTo>
                <a:cubicBezTo>
                  <a:pt x="35" y="38"/>
                  <a:pt x="36" y="38"/>
                  <a:pt x="37" y="37"/>
                </a:cubicBezTo>
                <a:cubicBezTo>
                  <a:pt x="38" y="36"/>
                  <a:pt x="38" y="35"/>
                  <a:pt x="38" y="34"/>
                </a:cubicBezTo>
                <a:cubicBezTo>
                  <a:pt x="38" y="32"/>
                  <a:pt x="38" y="31"/>
                  <a:pt x="3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6" y="29"/>
                  <a:pt x="35" y="29"/>
                  <a:pt x="34" y="29"/>
                </a:cubicBezTo>
                <a:cubicBezTo>
                  <a:pt x="34" y="29"/>
                  <a:pt x="34" y="29"/>
                  <a:pt x="34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8" y="29"/>
                  <a:pt x="28" y="28"/>
                  <a:pt x="28" y="27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1"/>
                  <a:pt x="30" y="21"/>
                  <a:pt x="31" y="21"/>
                </a:cubicBezTo>
                <a:cubicBezTo>
                  <a:pt x="40" y="21"/>
                  <a:pt x="40" y="21"/>
                  <a:pt x="40" y="21"/>
                </a:cubicBezTo>
                <a:close/>
                <a:moveTo>
                  <a:pt x="4" y="13"/>
                </a:moveTo>
                <a:cubicBezTo>
                  <a:pt x="4" y="13"/>
                  <a:pt x="4" y="13"/>
                  <a:pt x="4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4"/>
                  <a:pt x="47" y="4"/>
                  <a:pt x="47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8"/>
                  <a:pt x="42" y="9"/>
                  <a:pt x="41" y="9"/>
                </a:cubicBezTo>
                <a:cubicBezTo>
                  <a:pt x="40" y="9"/>
                  <a:pt x="39" y="8"/>
                  <a:pt x="39" y="7"/>
                </a:cubicBezTo>
                <a:cubicBezTo>
                  <a:pt x="39" y="4"/>
                  <a:pt x="39" y="4"/>
                  <a:pt x="39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32" y="7"/>
                  <a:pt x="32" y="7"/>
                  <a:pt x="32" y="7"/>
                </a:cubicBezTo>
                <a:cubicBezTo>
                  <a:pt x="32" y="8"/>
                  <a:pt x="32" y="9"/>
                  <a:pt x="30" y="9"/>
                </a:cubicBezTo>
                <a:cubicBezTo>
                  <a:pt x="29" y="9"/>
                  <a:pt x="29" y="8"/>
                  <a:pt x="29" y="7"/>
                </a:cubicBezTo>
                <a:cubicBezTo>
                  <a:pt x="29" y="4"/>
                  <a:pt x="29" y="4"/>
                  <a:pt x="29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8"/>
                  <a:pt x="21" y="9"/>
                  <a:pt x="20" y="9"/>
                </a:cubicBezTo>
                <a:cubicBezTo>
                  <a:pt x="19" y="9"/>
                  <a:pt x="18" y="8"/>
                  <a:pt x="18" y="7"/>
                </a:cubicBezTo>
                <a:cubicBezTo>
                  <a:pt x="18" y="4"/>
                  <a:pt x="18" y="4"/>
                  <a:pt x="18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8"/>
                  <a:pt x="11" y="9"/>
                  <a:pt x="10" y="9"/>
                </a:cubicBezTo>
                <a:cubicBezTo>
                  <a:pt x="9" y="9"/>
                  <a:pt x="8" y="8"/>
                  <a:pt x="8" y="7"/>
                </a:cubicBezTo>
                <a:cubicBezTo>
                  <a:pt x="8" y="4"/>
                  <a:pt x="8" y="4"/>
                  <a:pt x="8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3"/>
                  <a:pt x="4" y="13"/>
                  <a:pt x="4" y="13"/>
                </a:cubicBezTo>
                <a:close/>
                <a:moveTo>
                  <a:pt x="47" y="15"/>
                </a:moveTo>
                <a:cubicBezTo>
                  <a:pt x="47" y="15"/>
                  <a:pt x="47" y="15"/>
                  <a:pt x="47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46"/>
                  <a:pt x="4" y="46"/>
                  <a:pt x="4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7" y="15"/>
                  <a:pt x="47" y="15"/>
                  <a:pt x="47" y="1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57" name="Freeform 291">
            <a:extLst>
              <a:ext uri="{FF2B5EF4-FFF2-40B4-BE49-F238E27FC236}">
                <a16:creationId xmlns:a16="http://schemas.microsoft.com/office/drawing/2014/main" id="{C81028B5-8DC8-596B-2CF1-77017A1CB441}"/>
              </a:ext>
            </a:extLst>
          </p:cNvPr>
          <p:cNvSpPr>
            <a:spLocks noEditPoints="1"/>
          </p:cNvSpPr>
          <p:nvPr/>
        </p:nvSpPr>
        <p:spPr bwMode="auto">
          <a:xfrm>
            <a:off x="7304018" y="6047765"/>
            <a:ext cx="226483" cy="220133"/>
          </a:xfrm>
          <a:custGeom>
            <a:avLst/>
            <a:gdLst>
              <a:gd name="T0" fmla="*/ 86533 w 53"/>
              <a:gd name="T1" fmla="*/ 9525 h 52"/>
              <a:gd name="T2" fmla="*/ 115378 w 53"/>
              <a:gd name="T3" fmla="*/ 22225 h 52"/>
              <a:gd name="T4" fmla="*/ 134608 w 53"/>
              <a:gd name="T5" fmla="*/ 25400 h 52"/>
              <a:gd name="T6" fmla="*/ 141018 w 53"/>
              <a:gd name="T7" fmla="*/ 53975 h 52"/>
              <a:gd name="T8" fmla="*/ 169862 w 53"/>
              <a:gd name="T9" fmla="*/ 88900 h 52"/>
              <a:gd name="T10" fmla="*/ 141018 w 53"/>
              <a:gd name="T11" fmla="*/ 123825 h 52"/>
              <a:gd name="T12" fmla="*/ 134608 w 53"/>
              <a:gd name="T13" fmla="*/ 165100 h 52"/>
              <a:gd name="T14" fmla="*/ 0 w 53"/>
              <a:gd name="T15" fmla="*/ 158750 h 52"/>
              <a:gd name="T16" fmla="*/ 6410 w 53"/>
              <a:gd name="T17" fmla="*/ 25400 h 52"/>
              <a:gd name="T18" fmla="*/ 25640 w 53"/>
              <a:gd name="T19" fmla="*/ 19050 h 52"/>
              <a:gd name="T20" fmla="*/ 51279 w 53"/>
              <a:gd name="T21" fmla="*/ 9525 h 52"/>
              <a:gd name="T22" fmla="*/ 57689 w 53"/>
              <a:gd name="T23" fmla="*/ 133350 h 52"/>
              <a:gd name="T24" fmla="*/ 96148 w 53"/>
              <a:gd name="T25" fmla="*/ 127000 h 52"/>
              <a:gd name="T26" fmla="*/ 57689 w 53"/>
              <a:gd name="T27" fmla="*/ 133350 h 52"/>
              <a:gd name="T28" fmla="*/ 54484 w 53"/>
              <a:gd name="T29" fmla="*/ 98425 h 52"/>
              <a:gd name="T30" fmla="*/ 80124 w 53"/>
              <a:gd name="T31" fmla="*/ 98425 h 52"/>
              <a:gd name="T32" fmla="*/ 57689 w 53"/>
              <a:gd name="T33" fmla="*/ 73025 h 52"/>
              <a:gd name="T34" fmla="*/ 57689 w 53"/>
              <a:gd name="T35" fmla="*/ 66675 h 52"/>
              <a:gd name="T36" fmla="*/ 83329 w 53"/>
              <a:gd name="T37" fmla="*/ 73025 h 52"/>
              <a:gd name="T38" fmla="*/ 128198 w 53"/>
              <a:gd name="T39" fmla="*/ 53975 h 52"/>
              <a:gd name="T40" fmla="*/ 115378 w 53"/>
              <a:gd name="T41" fmla="*/ 41275 h 52"/>
              <a:gd name="T42" fmla="*/ 70509 w 53"/>
              <a:gd name="T43" fmla="*/ 47625 h 52"/>
              <a:gd name="T44" fmla="*/ 22435 w 53"/>
              <a:gd name="T45" fmla="*/ 41275 h 52"/>
              <a:gd name="T46" fmla="*/ 12820 w 53"/>
              <a:gd name="T47" fmla="*/ 152400 h 52"/>
              <a:gd name="T48" fmla="*/ 108968 w 53"/>
              <a:gd name="T49" fmla="*/ 111125 h 52"/>
              <a:gd name="T50" fmla="*/ 99353 w 53"/>
              <a:gd name="T51" fmla="*/ 88900 h 52"/>
              <a:gd name="T52" fmla="*/ 153837 w 53"/>
              <a:gd name="T53" fmla="*/ 69850 h 52"/>
              <a:gd name="T54" fmla="*/ 115378 w 53"/>
              <a:gd name="T55" fmla="*/ 69850 h 52"/>
              <a:gd name="T56" fmla="*/ 134608 w 53"/>
              <a:gd name="T57" fmla="*/ 114300 h 52"/>
              <a:gd name="T58" fmla="*/ 153837 w 53"/>
              <a:gd name="T59" fmla="*/ 69850 h 52"/>
              <a:gd name="T60" fmla="*/ 22435 w 53"/>
              <a:gd name="T61" fmla="*/ 117475 h 52"/>
              <a:gd name="T62" fmla="*/ 44869 w 53"/>
              <a:gd name="T63" fmla="*/ 120650 h 52"/>
              <a:gd name="T64" fmla="*/ 41664 w 53"/>
              <a:gd name="T65" fmla="*/ 142875 h 52"/>
              <a:gd name="T66" fmla="*/ 19230 w 53"/>
              <a:gd name="T67" fmla="*/ 136525 h 52"/>
              <a:gd name="T68" fmla="*/ 22435 w 53"/>
              <a:gd name="T69" fmla="*/ 117475 h 52"/>
              <a:gd name="T70" fmla="*/ 28844 w 53"/>
              <a:gd name="T71" fmla="*/ 123825 h 52"/>
              <a:gd name="T72" fmla="*/ 38459 w 53"/>
              <a:gd name="T73" fmla="*/ 123825 h 52"/>
              <a:gd name="T74" fmla="*/ 22435 w 53"/>
              <a:gd name="T75" fmla="*/ 85725 h 52"/>
              <a:gd name="T76" fmla="*/ 44869 w 53"/>
              <a:gd name="T77" fmla="*/ 92075 h 52"/>
              <a:gd name="T78" fmla="*/ 41664 w 53"/>
              <a:gd name="T79" fmla="*/ 111125 h 52"/>
              <a:gd name="T80" fmla="*/ 19230 w 53"/>
              <a:gd name="T81" fmla="*/ 107950 h 52"/>
              <a:gd name="T82" fmla="*/ 38459 w 53"/>
              <a:gd name="T83" fmla="*/ 95250 h 52"/>
              <a:gd name="T84" fmla="*/ 28844 w 53"/>
              <a:gd name="T85" fmla="*/ 104775 h 52"/>
              <a:gd name="T86" fmla="*/ 22435 w 53"/>
              <a:gd name="T87" fmla="*/ 57150 h 52"/>
              <a:gd name="T88" fmla="*/ 41664 w 53"/>
              <a:gd name="T89" fmla="*/ 57150 h 52"/>
              <a:gd name="T90" fmla="*/ 44869 w 53"/>
              <a:gd name="T91" fmla="*/ 79375 h 52"/>
              <a:gd name="T92" fmla="*/ 22435 w 53"/>
              <a:gd name="T93" fmla="*/ 82550 h 52"/>
              <a:gd name="T94" fmla="*/ 19230 w 53"/>
              <a:gd name="T95" fmla="*/ 60325 h 52"/>
              <a:gd name="T96" fmla="*/ 38459 w 53"/>
              <a:gd name="T97" fmla="*/ 66675 h 52"/>
              <a:gd name="T98" fmla="*/ 38459 w 53"/>
              <a:gd name="T99" fmla="*/ 76200 h 52"/>
              <a:gd name="T100" fmla="*/ 147427 w 53"/>
              <a:gd name="T101" fmla="*/ 73025 h 52"/>
              <a:gd name="T102" fmla="*/ 131403 w 53"/>
              <a:gd name="T103" fmla="*/ 101600 h 52"/>
              <a:gd name="T104" fmla="*/ 115378 w 53"/>
              <a:gd name="T105" fmla="*/ 92075 h 52"/>
              <a:gd name="T106" fmla="*/ 128198 w 53"/>
              <a:gd name="T107" fmla="*/ 95250 h 52"/>
              <a:gd name="T108" fmla="*/ 86533 w 53"/>
              <a:gd name="T109" fmla="*/ 19050 h 52"/>
              <a:gd name="T110" fmla="*/ 70509 w 53"/>
              <a:gd name="T111" fmla="*/ 9525 h 52"/>
              <a:gd name="T112" fmla="*/ 70509 w 53"/>
              <a:gd name="T113" fmla="*/ 19050 h 52"/>
              <a:gd name="T114" fmla="*/ 70509 w 53"/>
              <a:gd name="T115" fmla="*/ 28575 h 52"/>
              <a:gd name="T116" fmla="*/ 28844 w 53"/>
              <a:gd name="T117" fmla="*/ 38100 h 52"/>
              <a:gd name="T118" fmla="*/ 108968 w 53"/>
              <a:gd name="T119" fmla="*/ 31750 h 5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3" h="52">
                <a:moveTo>
                  <a:pt x="22" y="0"/>
                </a:moveTo>
                <a:cubicBezTo>
                  <a:pt x="22" y="0"/>
                  <a:pt x="22" y="0"/>
                  <a:pt x="22" y="0"/>
                </a:cubicBezTo>
                <a:cubicBezTo>
                  <a:pt x="24" y="0"/>
                  <a:pt x="26" y="1"/>
                  <a:pt x="27" y="3"/>
                </a:cubicBezTo>
                <a:cubicBezTo>
                  <a:pt x="28" y="4"/>
                  <a:pt x="29" y="5"/>
                  <a:pt x="29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6" y="6"/>
                  <a:pt x="36" y="7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6" y="8"/>
                  <a:pt x="36" y="8"/>
                  <a:pt x="36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8"/>
                  <a:pt x="44" y="9"/>
                  <a:pt x="44" y="10"/>
                </a:cubicBezTo>
                <a:cubicBezTo>
                  <a:pt x="44" y="10"/>
                  <a:pt x="44" y="10"/>
                  <a:pt x="44" y="10"/>
                </a:cubicBezTo>
                <a:cubicBezTo>
                  <a:pt x="44" y="17"/>
                  <a:pt x="44" y="17"/>
                  <a:pt x="44" y="17"/>
                </a:cubicBezTo>
                <a:cubicBezTo>
                  <a:pt x="46" y="17"/>
                  <a:pt x="48" y="18"/>
                  <a:pt x="50" y="20"/>
                </a:cubicBezTo>
                <a:cubicBezTo>
                  <a:pt x="50" y="20"/>
                  <a:pt x="50" y="20"/>
                  <a:pt x="50" y="20"/>
                </a:cubicBezTo>
                <a:cubicBezTo>
                  <a:pt x="52" y="22"/>
                  <a:pt x="53" y="25"/>
                  <a:pt x="53" y="28"/>
                </a:cubicBezTo>
                <a:cubicBezTo>
                  <a:pt x="53" y="31"/>
                  <a:pt x="52" y="34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48" y="37"/>
                  <a:pt x="46" y="38"/>
                  <a:pt x="44" y="39"/>
                </a:cubicBezTo>
                <a:cubicBezTo>
                  <a:pt x="44" y="50"/>
                  <a:pt x="44" y="50"/>
                  <a:pt x="44" y="50"/>
                </a:cubicBezTo>
                <a:cubicBezTo>
                  <a:pt x="44" y="51"/>
                  <a:pt x="43" y="52"/>
                  <a:pt x="42" y="52"/>
                </a:cubicBezTo>
                <a:cubicBezTo>
                  <a:pt x="42" y="52"/>
                  <a:pt x="42" y="52"/>
                  <a:pt x="42" y="52"/>
                </a:cubicBezTo>
                <a:cubicBezTo>
                  <a:pt x="2" y="52"/>
                  <a:pt x="2" y="52"/>
                  <a:pt x="2" y="52"/>
                </a:cubicBezTo>
                <a:cubicBezTo>
                  <a:pt x="1" y="52"/>
                  <a:pt x="0" y="51"/>
                  <a:pt x="0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1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5" y="5"/>
                  <a:pt x="15" y="4"/>
                  <a:pt x="16" y="3"/>
                </a:cubicBezTo>
                <a:cubicBezTo>
                  <a:pt x="18" y="1"/>
                  <a:pt x="20" y="0"/>
                  <a:pt x="22" y="0"/>
                </a:cubicBezTo>
                <a:close/>
                <a:moveTo>
                  <a:pt x="18" y="42"/>
                </a:moveTo>
                <a:cubicBezTo>
                  <a:pt x="18" y="42"/>
                  <a:pt x="18" y="42"/>
                  <a:pt x="18" y="42"/>
                </a:cubicBezTo>
                <a:cubicBezTo>
                  <a:pt x="17" y="42"/>
                  <a:pt x="17" y="41"/>
                  <a:pt x="17" y="41"/>
                </a:cubicBezTo>
                <a:cubicBezTo>
                  <a:pt x="17" y="40"/>
                  <a:pt x="17" y="40"/>
                  <a:pt x="18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1" y="40"/>
                  <a:pt x="31" y="40"/>
                  <a:pt x="31" y="41"/>
                </a:cubicBezTo>
                <a:cubicBezTo>
                  <a:pt x="31" y="41"/>
                  <a:pt x="31" y="42"/>
                  <a:pt x="30" y="42"/>
                </a:cubicBezTo>
                <a:cubicBezTo>
                  <a:pt x="18" y="42"/>
                  <a:pt x="18" y="42"/>
                  <a:pt x="18" y="42"/>
                </a:cubicBezTo>
                <a:close/>
                <a:moveTo>
                  <a:pt x="18" y="33"/>
                </a:moveTo>
                <a:cubicBezTo>
                  <a:pt x="18" y="33"/>
                  <a:pt x="18" y="33"/>
                  <a:pt x="18" y="33"/>
                </a:cubicBezTo>
                <a:cubicBezTo>
                  <a:pt x="17" y="33"/>
                  <a:pt x="17" y="32"/>
                  <a:pt x="17" y="31"/>
                </a:cubicBezTo>
                <a:cubicBezTo>
                  <a:pt x="17" y="31"/>
                  <a:pt x="17" y="30"/>
                  <a:pt x="18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5" y="30"/>
                  <a:pt x="25" y="31"/>
                  <a:pt x="25" y="31"/>
                </a:cubicBezTo>
                <a:cubicBezTo>
                  <a:pt x="25" y="32"/>
                  <a:pt x="25" y="33"/>
                  <a:pt x="24" y="33"/>
                </a:cubicBezTo>
                <a:cubicBezTo>
                  <a:pt x="18" y="33"/>
                  <a:pt x="18" y="33"/>
                  <a:pt x="18" y="33"/>
                </a:cubicBezTo>
                <a:close/>
                <a:moveTo>
                  <a:pt x="18" y="23"/>
                </a:moveTo>
                <a:cubicBezTo>
                  <a:pt x="18" y="23"/>
                  <a:pt x="18" y="23"/>
                  <a:pt x="18" y="23"/>
                </a:cubicBezTo>
                <a:cubicBezTo>
                  <a:pt x="17" y="23"/>
                  <a:pt x="17" y="23"/>
                  <a:pt x="17" y="22"/>
                </a:cubicBezTo>
                <a:cubicBezTo>
                  <a:pt x="17" y="22"/>
                  <a:pt x="17" y="21"/>
                  <a:pt x="18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21"/>
                  <a:pt x="27" y="22"/>
                  <a:pt x="27" y="22"/>
                </a:cubicBezTo>
                <a:cubicBezTo>
                  <a:pt x="27" y="23"/>
                  <a:pt x="26" y="23"/>
                  <a:pt x="26" y="23"/>
                </a:cubicBezTo>
                <a:cubicBezTo>
                  <a:pt x="18" y="23"/>
                  <a:pt x="18" y="23"/>
                  <a:pt x="18" y="23"/>
                </a:cubicBezTo>
                <a:close/>
                <a:moveTo>
                  <a:pt x="40" y="17"/>
                </a:moveTo>
                <a:cubicBezTo>
                  <a:pt x="40" y="17"/>
                  <a:pt x="40" y="17"/>
                  <a:pt x="40" y="17"/>
                </a:cubicBezTo>
                <a:cubicBezTo>
                  <a:pt x="40" y="12"/>
                  <a:pt x="40" y="12"/>
                  <a:pt x="40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4"/>
                  <a:pt x="36" y="15"/>
                  <a:pt x="35" y="15"/>
                </a:cubicBezTo>
                <a:cubicBezTo>
                  <a:pt x="35" y="15"/>
                  <a:pt x="35" y="15"/>
                  <a:pt x="35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7" y="14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2"/>
                  <a:pt x="7" y="12"/>
                  <a:pt x="7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48"/>
                  <a:pt x="4" y="48"/>
                  <a:pt x="4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39"/>
                  <a:pt x="40" y="39"/>
                  <a:pt x="40" y="39"/>
                </a:cubicBezTo>
                <a:cubicBezTo>
                  <a:pt x="38" y="38"/>
                  <a:pt x="36" y="37"/>
                  <a:pt x="34" y="35"/>
                </a:cubicBezTo>
                <a:cubicBezTo>
                  <a:pt x="34" y="35"/>
                  <a:pt x="34" y="35"/>
                  <a:pt x="34" y="35"/>
                </a:cubicBezTo>
                <a:cubicBezTo>
                  <a:pt x="34" y="35"/>
                  <a:pt x="34" y="35"/>
                  <a:pt x="34" y="35"/>
                </a:cubicBezTo>
                <a:cubicBezTo>
                  <a:pt x="32" y="34"/>
                  <a:pt x="31" y="31"/>
                  <a:pt x="31" y="28"/>
                </a:cubicBezTo>
                <a:cubicBezTo>
                  <a:pt x="31" y="25"/>
                  <a:pt x="32" y="22"/>
                  <a:pt x="34" y="20"/>
                </a:cubicBezTo>
                <a:cubicBezTo>
                  <a:pt x="36" y="18"/>
                  <a:pt x="38" y="17"/>
                  <a:pt x="40" y="17"/>
                </a:cubicBezTo>
                <a:close/>
                <a:moveTo>
                  <a:pt x="48" y="22"/>
                </a:moveTo>
                <a:cubicBezTo>
                  <a:pt x="48" y="22"/>
                  <a:pt x="48" y="22"/>
                  <a:pt x="48" y="22"/>
                </a:cubicBezTo>
                <a:cubicBezTo>
                  <a:pt x="46" y="20"/>
                  <a:pt x="44" y="19"/>
                  <a:pt x="42" y="19"/>
                </a:cubicBezTo>
                <a:cubicBezTo>
                  <a:pt x="39" y="19"/>
                  <a:pt x="37" y="20"/>
                  <a:pt x="36" y="22"/>
                </a:cubicBezTo>
                <a:cubicBezTo>
                  <a:pt x="34" y="23"/>
                  <a:pt x="33" y="25"/>
                  <a:pt x="33" y="28"/>
                </a:cubicBezTo>
                <a:cubicBezTo>
                  <a:pt x="33" y="30"/>
                  <a:pt x="34" y="32"/>
                  <a:pt x="36" y="34"/>
                </a:cubicBezTo>
                <a:cubicBezTo>
                  <a:pt x="37" y="35"/>
                  <a:pt x="39" y="36"/>
                  <a:pt x="42" y="36"/>
                </a:cubicBezTo>
                <a:cubicBezTo>
                  <a:pt x="44" y="36"/>
                  <a:pt x="46" y="35"/>
                  <a:pt x="48" y="34"/>
                </a:cubicBezTo>
                <a:cubicBezTo>
                  <a:pt x="49" y="32"/>
                  <a:pt x="50" y="30"/>
                  <a:pt x="50" y="28"/>
                </a:cubicBezTo>
                <a:cubicBezTo>
                  <a:pt x="50" y="25"/>
                  <a:pt x="49" y="23"/>
                  <a:pt x="48" y="22"/>
                </a:cubicBezTo>
                <a:cubicBezTo>
                  <a:pt x="48" y="22"/>
                  <a:pt x="48" y="22"/>
                  <a:pt x="48" y="22"/>
                </a:cubicBezTo>
                <a:close/>
                <a:moveTo>
                  <a:pt x="7" y="37"/>
                </a:moveTo>
                <a:cubicBezTo>
                  <a:pt x="7" y="37"/>
                  <a:pt x="7" y="37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4" y="37"/>
                  <a:pt x="14" y="37"/>
                  <a:pt x="14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43"/>
                  <a:pt x="14" y="43"/>
                  <a:pt x="14" y="43"/>
                </a:cubicBezTo>
                <a:cubicBezTo>
                  <a:pt x="14" y="44"/>
                  <a:pt x="14" y="45"/>
                  <a:pt x="13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7" y="45"/>
                  <a:pt x="7" y="45"/>
                  <a:pt x="7" y="45"/>
                </a:cubicBezTo>
                <a:cubicBezTo>
                  <a:pt x="7" y="45"/>
                  <a:pt x="6" y="44"/>
                  <a:pt x="6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37"/>
                  <a:pt x="7" y="37"/>
                  <a:pt x="7" y="37"/>
                </a:cubicBezTo>
                <a:close/>
                <a:moveTo>
                  <a:pt x="12" y="39"/>
                </a:moveTo>
                <a:cubicBezTo>
                  <a:pt x="12" y="39"/>
                  <a:pt x="12" y="39"/>
                  <a:pt x="12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42"/>
                  <a:pt x="9" y="42"/>
                  <a:pt x="9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39"/>
                  <a:pt x="12" y="39"/>
                  <a:pt x="12" y="39"/>
                </a:cubicBezTo>
                <a:close/>
                <a:moveTo>
                  <a:pt x="7" y="27"/>
                </a:move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4" y="27"/>
                  <a:pt x="14" y="28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5"/>
                  <a:pt x="14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7" y="35"/>
                  <a:pt x="6" y="35"/>
                  <a:pt x="6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8"/>
                  <a:pt x="7" y="27"/>
                  <a:pt x="7" y="27"/>
                </a:cubicBezTo>
                <a:close/>
                <a:moveTo>
                  <a:pt x="12" y="30"/>
                </a:moveTo>
                <a:cubicBezTo>
                  <a:pt x="12" y="30"/>
                  <a:pt x="12" y="30"/>
                  <a:pt x="12" y="30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3"/>
                  <a:pt x="9" y="33"/>
                  <a:pt x="9" y="33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0"/>
                  <a:pt x="12" y="30"/>
                  <a:pt x="12" y="30"/>
                </a:cubicBezTo>
                <a:close/>
                <a:moveTo>
                  <a:pt x="7" y="18"/>
                </a:moveTo>
                <a:cubicBezTo>
                  <a:pt x="7" y="18"/>
                  <a:pt x="7" y="18"/>
                  <a:pt x="7" y="18"/>
                </a:cubicBezTo>
                <a:cubicBezTo>
                  <a:pt x="7" y="18"/>
                  <a:pt x="7" y="18"/>
                  <a:pt x="7" y="18"/>
                </a:cubicBezTo>
                <a:cubicBezTo>
                  <a:pt x="13" y="18"/>
                  <a:pt x="13" y="18"/>
                  <a:pt x="13" y="18"/>
                </a:cubicBezTo>
                <a:cubicBezTo>
                  <a:pt x="14" y="18"/>
                  <a:pt x="14" y="19"/>
                  <a:pt x="14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6"/>
                  <a:pt x="6" y="25"/>
                  <a:pt x="6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9"/>
                  <a:pt x="7" y="18"/>
                  <a:pt x="7" y="18"/>
                </a:cubicBezTo>
                <a:close/>
                <a:moveTo>
                  <a:pt x="12" y="21"/>
                </a:moveTo>
                <a:cubicBezTo>
                  <a:pt x="12" y="21"/>
                  <a:pt x="12" y="21"/>
                  <a:pt x="12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4"/>
                  <a:pt x="9" y="24"/>
                  <a:pt x="9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1"/>
                  <a:pt x="12" y="21"/>
                  <a:pt x="12" y="21"/>
                </a:cubicBezTo>
                <a:close/>
                <a:moveTo>
                  <a:pt x="46" y="23"/>
                </a:moveTo>
                <a:cubicBezTo>
                  <a:pt x="46" y="23"/>
                  <a:pt x="46" y="23"/>
                  <a:pt x="46" y="23"/>
                </a:cubicBezTo>
                <a:cubicBezTo>
                  <a:pt x="47" y="23"/>
                  <a:pt x="47" y="23"/>
                  <a:pt x="48" y="23"/>
                </a:cubicBezTo>
                <a:cubicBezTo>
                  <a:pt x="48" y="24"/>
                  <a:pt x="48" y="24"/>
                  <a:pt x="48" y="25"/>
                </a:cubicBezTo>
                <a:cubicBezTo>
                  <a:pt x="41" y="32"/>
                  <a:pt x="41" y="32"/>
                  <a:pt x="41" y="32"/>
                </a:cubicBezTo>
                <a:cubicBezTo>
                  <a:pt x="40" y="33"/>
                  <a:pt x="39" y="33"/>
                  <a:pt x="39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6" y="29"/>
                  <a:pt x="36" y="29"/>
                  <a:pt x="36" y="29"/>
                </a:cubicBezTo>
                <a:cubicBezTo>
                  <a:pt x="35" y="28"/>
                  <a:pt x="35" y="28"/>
                  <a:pt x="36" y="27"/>
                </a:cubicBezTo>
                <a:cubicBezTo>
                  <a:pt x="36" y="27"/>
                  <a:pt x="37" y="27"/>
                  <a:pt x="37" y="27"/>
                </a:cubicBezTo>
                <a:cubicBezTo>
                  <a:pt x="40" y="30"/>
                  <a:pt x="40" y="30"/>
                  <a:pt x="40" y="30"/>
                </a:cubicBezTo>
                <a:cubicBezTo>
                  <a:pt x="46" y="23"/>
                  <a:pt x="46" y="23"/>
                  <a:pt x="46" y="23"/>
                </a:cubicBezTo>
                <a:close/>
                <a:moveTo>
                  <a:pt x="27" y="6"/>
                </a:moveTo>
                <a:cubicBezTo>
                  <a:pt x="27" y="6"/>
                  <a:pt x="27" y="6"/>
                  <a:pt x="27" y="6"/>
                </a:cubicBezTo>
                <a:cubicBezTo>
                  <a:pt x="26" y="6"/>
                  <a:pt x="26" y="5"/>
                  <a:pt x="25" y="4"/>
                </a:cubicBezTo>
                <a:cubicBezTo>
                  <a:pt x="24" y="3"/>
                  <a:pt x="23" y="3"/>
                  <a:pt x="22" y="3"/>
                </a:cubicBezTo>
                <a:cubicBezTo>
                  <a:pt x="22" y="3"/>
                  <a:pt x="22" y="3"/>
                  <a:pt x="22" y="3"/>
                </a:cubicBezTo>
                <a:cubicBezTo>
                  <a:pt x="20" y="3"/>
                  <a:pt x="19" y="3"/>
                  <a:pt x="18" y="4"/>
                </a:cubicBezTo>
                <a:cubicBezTo>
                  <a:pt x="17" y="5"/>
                  <a:pt x="17" y="6"/>
                  <a:pt x="17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7" y="6"/>
                  <a:pt x="27" y="6"/>
                  <a:pt x="27" y="6"/>
                </a:cubicBezTo>
                <a:close/>
                <a:moveTo>
                  <a:pt x="22" y="9"/>
                </a:moveTo>
                <a:cubicBezTo>
                  <a:pt x="22" y="9"/>
                  <a:pt x="22" y="9"/>
                  <a:pt x="22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2"/>
                  <a:pt x="9" y="12"/>
                  <a:pt x="9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9"/>
                  <a:pt x="34" y="9"/>
                  <a:pt x="34" y="9"/>
                </a:cubicBezTo>
                <a:cubicBezTo>
                  <a:pt x="22" y="9"/>
                  <a:pt x="22" y="9"/>
                  <a:pt x="22" y="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58" name="Freeform 292">
            <a:extLst>
              <a:ext uri="{FF2B5EF4-FFF2-40B4-BE49-F238E27FC236}">
                <a16:creationId xmlns:a16="http://schemas.microsoft.com/office/drawing/2014/main" id="{30A2B425-3FF7-AE44-1251-E148D1D13D98}"/>
              </a:ext>
            </a:extLst>
          </p:cNvPr>
          <p:cNvSpPr>
            <a:spLocks noEditPoints="1"/>
          </p:cNvSpPr>
          <p:nvPr/>
        </p:nvSpPr>
        <p:spPr bwMode="auto">
          <a:xfrm>
            <a:off x="2403934" y="6051998"/>
            <a:ext cx="211667" cy="211667"/>
          </a:xfrm>
          <a:custGeom>
            <a:avLst/>
            <a:gdLst>
              <a:gd name="T0" fmla="*/ 107950 w 50"/>
              <a:gd name="T1" fmla="*/ 47625 h 50"/>
              <a:gd name="T2" fmla="*/ 123825 w 50"/>
              <a:gd name="T3" fmla="*/ 82550 h 50"/>
              <a:gd name="T4" fmla="*/ 133350 w 50"/>
              <a:gd name="T5" fmla="*/ 101600 h 50"/>
              <a:gd name="T6" fmla="*/ 130175 w 50"/>
              <a:gd name="T7" fmla="*/ 117475 h 50"/>
              <a:gd name="T8" fmla="*/ 123825 w 50"/>
              <a:gd name="T9" fmla="*/ 117475 h 50"/>
              <a:gd name="T10" fmla="*/ 79375 w 50"/>
              <a:gd name="T11" fmla="*/ 120650 h 50"/>
              <a:gd name="T12" fmla="*/ 31750 w 50"/>
              <a:gd name="T13" fmla="*/ 117475 h 50"/>
              <a:gd name="T14" fmla="*/ 28575 w 50"/>
              <a:gd name="T15" fmla="*/ 117475 h 50"/>
              <a:gd name="T16" fmla="*/ 22225 w 50"/>
              <a:gd name="T17" fmla="*/ 101600 h 50"/>
              <a:gd name="T18" fmla="*/ 28575 w 50"/>
              <a:gd name="T19" fmla="*/ 69850 h 50"/>
              <a:gd name="T20" fmla="*/ 53975 w 50"/>
              <a:gd name="T21" fmla="*/ 50800 h 50"/>
              <a:gd name="T22" fmla="*/ 146050 w 50"/>
              <a:gd name="T23" fmla="*/ 82550 h 50"/>
              <a:gd name="T24" fmla="*/ 136525 w 50"/>
              <a:gd name="T25" fmla="*/ 76200 h 50"/>
              <a:gd name="T26" fmla="*/ 127000 w 50"/>
              <a:gd name="T27" fmla="*/ 31750 h 50"/>
              <a:gd name="T28" fmla="*/ 79375 w 50"/>
              <a:gd name="T29" fmla="*/ 25400 h 50"/>
              <a:gd name="T30" fmla="*/ 31750 w 50"/>
              <a:gd name="T31" fmla="*/ 31750 h 50"/>
              <a:gd name="T32" fmla="*/ 19050 w 50"/>
              <a:gd name="T33" fmla="*/ 76200 h 50"/>
              <a:gd name="T34" fmla="*/ 9525 w 50"/>
              <a:gd name="T35" fmla="*/ 82550 h 50"/>
              <a:gd name="T36" fmla="*/ 73025 w 50"/>
              <a:gd name="T37" fmla="*/ 146050 h 50"/>
              <a:gd name="T38" fmla="*/ 82550 w 50"/>
              <a:gd name="T39" fmla="*/ 139700 h 50"/>
              <a:gd name="T40" fmla="*/ 127000 w 50"/>
              <a:gd name="T41" fmla="*/ 127000 h 50"/>
              <a:gd name="T42" fmla="*/ 79375 w 50"/>
              <a:gd name="T43" fmla="*/ 0 h 50"/>
              <a:gd name="T44" fmla="*/ 158750 w 50"/>
              <a:gd name="T45" fmla="*/ 79375 h 50"/>
              <a:gd name="T46" fmla="*/ 133350 w 50"/>
              <a:gd name="T47" fmla="*/ 136525 h 50"/>
              <a:gd name="T48" fmla="*/ 22225 w 50"/>
              <a:gd name="T49" fmla="*/ 136525 h 50"/>
              <a:gd name="T50" fmla="*/ 22225 w 50"/>
              <a:gd name="T51" fmla="*/ 22225 h 50"/>
              <a:gd name="T52" fmla="*/ 79375 w 50"/>
              <a:gd name="T53" fmla="*/ 0 h 50"/>
              <a:gd name="T54" fmla="*/ 88900 w 50"/>
              <a:gd name="T55" fmla="*/ 114300 h 50"/>
              <a:gd name="T56" fmla="*/ 95250 w 50"/>
              <a:gd name="T57" fmla="*/ 98425 h 50"/>
              <a:gd name="T58" fmla="*/ 104775 w 50"/>
              <a:gd name="T59" fmla="*/ 104775 h 50"/>
              <a:gd name="T60" fmla="*/ 79375 w 50"/>
              <a:gd name="T61" fmla="*/ 79375 h 50"/>
              <a:gd name="T62" fmla="*/ 53975 w 50"/>
              <a:gd name="T63" fmla="*/ 104775 h 50"/>
              <a:gd name="T64" fmla="*/ 63500 w 50"/>
              <a:gd name="T65" fmla="*/ 98425 h 50"/>
              <a:gd name="T66" fmla="*/ 66675 w 50"/>
              <a:gd name="T67" fmla="*/ 114300 h 50"/>
              <a:gd name="T68" fmla="*/ 79375 w 50"/>
              <a:gd name="T69" fmla="*/ 73025 h 50"/>
              <a:gd name="T70" fmla="*/ 60325 w 50"/>
              <a:gd name="T71" fmla="*/ 53975 h 50"/>
              <a:gd name="T72" fmla="*/ 38100 w 50"/>
              <a:gd name="T73" fmla="*/ 114300 h 50"/>
              <a:gd name="T74" fmla="*/ 44450 w 50"/>
              <a:gd name="T75" fmla="*/ 104775 h 50"/>
              <a:gd name="T76" fmla="*/ 38100 w 50"/>
              <a:gd name="T77" fmla="*/ 85725 h 50"/>
              <a:gd name="T78" fmla="*/ 28575 w 50"/>
              <a:gd name="T79" fmla="*/ 101600 h 50"/>
              <a:gd name="T80" fmla="*/ 34925 w 50"/>
              <a:gd name="T81" fmla="*/ 101600 h 50"/>
              <a:gd name="T82" fmla="*/ 38100 w 50"/>
              <a:gd name="T83" fmla="*/ 114300 h 50"/>
              <a:gd name="T84" fmla="*/ 50800 w 50"/>
              <a:gd name="T85" fmla="*/ 57150 h 50"/>
              <a:gd name="T86" fmla="*/ 34925 w 50"/>
              <a:gd name="T87" fmla="*/ 69850 h 50"/>
              <a:gd name="T88" fmla="*/ 50800 w 50"/>
              <a:gd name="T89" fmla="*/ 82550 h 50"/>
              <a:gd name="T90" fmla="*/ 117475 w 50"/>
              <a:gd name="T91" fmla="*/ 114300 h 50"/>
              <a:gd name="T92" fmla="*/ 117475 w 50"/>
              <a:gd name="T93" fmla="*/ 101600 h 50"/>
              <a:gd name="T94" fmla="*/ 127000 w 50"/>
              <a:gd name="T95" fmla="*/ 107950 h 50"/>
              <a:gd name="T96" fmla="*/ 127000 w 50"/>
              <a:gd name="T97" fmla="*/ 98425 h 50"/>
              <a:gd name="T98" fmla="*/ 107950 w 50"/>
              <a:gd name="T99" fmla="*/ 88900 h 50"/>
              <a:gd name="T100" fmla="*/ 107950 w 50"/>
              <a:gd name="T101" fmla="*/ 111125 h 50"/>
              <a:gd name="T102" fmla="*/ 101600 w 50"/>
              <a:gd name="T103" fmla="*/ 57150 h 50"/>
              <a:gd name="T104" fmla="*/ 104775 w 50"/>
              <a:gd name="T105" fmla="*/ 82550 h 50"/>
              <a:gd name="T106" fmla="*/ 117475 w 50"/>
              <a:gd name="T107" fmla="*/ 79375 h 50"/>
              <a:gd name="T108" fmla="*/ 107950 w 50"/>
              <a:gd name="T109" fmla="*/ 57150 h 5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0" h="50">
                <a:moveTo>
                  <a:pt x="25" y="9"/>
                </a:moveTo>
                <a:cubicBezTo>
                  <a:pt x="29" y="9"/>
                  <a:pt x="32" y="12"/>
                  <a:pt x="32" y="16"/>
                </a:cubicBezTo>
                <a:cubicBezTo>
                  <a:pt x="33" y="16"/>
                  <a:pt x="34" y="15"/>
                  <a:pt x="34" y="15"/>
                </a:cubicBezTo>
                <a:cubicBezTo>
                  <a:pt x="36" y="15"/>
                  <a:pt x="38" y="16"/>
                  <a:pt x="39" y="17"/>
                </a:cubicBezTo>
                <a:cubicBezTo>
                  <a:pt x="40" y="18"/>
                  <a:pt x="41" y="20"/>
                  <a:pt x="41" y="22"/>
                </a:cubicBezTo>
                <a:cubicBezTo>
                  <a:pt x="41" y="23"/>
                  <a:pt x="40" y="25"/>
                  <a:pt x="39" y="26"/>
                </a:cubicBezTo>
                <a:cubicBezTo>
                  <a:pt x="40" y="28"/>
                  <a:pt x="40" y="28"/>
                  <a:pt x="40" y="28"/>
                </a:cubicBezTo>
                <a:cubicBezTo>
                  <a:pt x="41" y="28"/>
                  <a:pt x="42" y="29"/>
                  <a:pt x="42" y="30"/>
                </a:cubicBezTo>
                <a:cubicBezTo>
                  <a:pt x="42" y="31"/>
                  <a:pt x="42" y="32"/>
                  <a:pt x="42" y="32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5"/>
                  <a:pt x="42" y="35"/>
                  <a:pt x="42" y="36"/>
                </a:cubicBezTo>
                <a:cubicBezTo>
                  <a:pt x="42" y="36"/>
                  <a:pt x="41" y="36"/>
                  <a:pt x="41" y="37"/>
                </a:cubicBezTo>
                <a:cubicBezTo>
                  <a:pt x="41" y="37"/>
                  <a:pt x="41" y="37"/>
                  <a:pt x="41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8"/>
                  <a:pt x="39" y="38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25" y="38"/>
                  <a:pt x="25" y="38"/>
                  <a:pt x="25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0" y="38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8" y="36"/>
                  <a:pt x="8" y="36"/>
                  <a:pt x="7" y="36"/>
                </a:cubicBezTo>
                <a:cubicBezTo>
                  <a:pt x="7" y="35"/>
                  <a:pt x="7" y="35"/>
                  <a:pt x="7" y="34"/>
                </a:cubicBezTo>
                <a:cubicBezTo>
                  <a:pt x="7" y="32"/>
                  <a:pt x="7" y="32"/>
                  <a:pt x="7" y="32"/>
                </a:cubicBezTo>
                <a:cubicBezTo>
                  <a:pt x="7" y="32"/>
                  <a:pt x="7" y="31"/>
                  <a:pt x="7" y="30"/>
                </a:cubicBezTo>
                <a:cubicBezTo>
                  <a:pt x="8" y="28"/>
                  <a:pt x="9" y="27"/>
                  <a:pt x="10" y="26"/>
                </a:cubicBezTo>
                <a:cubicBezTo>
                  <a:pt x="9" y="25"/>
                  <a:pt x="9" y="23"/>
                  <a:pt x="9" y="22"/>
                </a:cubicBezTo>
                <a:cubicBezTo>
                  <a:pt x="9" y="20"/>
                  <a:pt x="9" y="18"/>
                  <a:pt x="10" y="17"/>
                </a:cubicBezTo>
                <a:cubicBezTo>
                  <a:pt x="12" y="16"/>
                  <a:pt x="13" y="15"/>
                  <a:pt x="15" y="15"/>
                </a:cubicBezTo>
                <a:cubicBezTo>
                  <a:pt x="16" y="15"/>
                  <a:pt x="16" y="16"/>
                  <a:pt x="17" y="16"/>
                </a:cubicBezTo>
                <a:cubicBezTo>
                  <a:pt x="17" y="12"/>
                  <a:pt x="21" y="9"/>
                  <a:pt x="25" y="9"/>
                </a:cubicBezTo>
                <a:close/>
                <a:moveTo>
                  <a:pt x="46" y="26"/>
                </a:moveTo>
                <a:cubicBezTo>
                  <a:pt x="46" y="26"/>
                  <a:pt x="46" y="26"/>
                  <a:pt x="46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6"/>
                  <a:pt x="42" y="26"/>
                  <a:pt x="42" y="25"/>
                </a:cubicBezTo>
                <a:cubicBezTo>
                  <a:pt x="42" y="25"/>
                  <a:pt x="43" y="24"/>
                  <a:pt x="43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19"/>
                  <a:pt x="43" y="14"/>
                  <a:pt x="40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36" y="7"/>
                  <a:pt x="31" y="4"/>
                  <a:pt x="26" y="4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5" y="8"/>
                  <a:pt x="25" y="8"/>
                </a:cubicBezTo>
                <a:cubicBezTo>
                  <a:pt x="24" y="8"/>
                  <a:pt x="23" y="7"/>
                  <a:pt x="23" y="7"/>
                </a:cubicBezTo>
                <a:cubicBezTo>
                  <a:pt x="23" y="4"/>
                  <a:pt x="23" y="4"/>
                  <a:pt x="23" y="4"/>
                </a:cubicBezTo>
                <a:cubicBezTo>
                  <a:pt x="18" y="4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4" y="19"/>
                  <a:pt x="3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7" y="24"/>
                  <a:pt x="7" y="25"/>
                  <a:pt x="7" y="25"/>
                </a:cubicBezTo>
                <a:cubicBezTo>
                  <a:pt x="7" y="26"/>
                  <a:pt x="7" y="26"/>
                  <a:pt x="6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4" y="32"/>
                  <a:pt x="6" y="37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3" y="44"/>
                  <a:pt x="18" y="46"/>
                  <a:pt x="23" y="46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3"/>
                  <a:pt x="24" y="43"/>
                  <a:pt x="25" y="43"/>
                </a:cubicBezTo>
                <a:cubicBezTo>
                  <a:pt x="25" y="43"/>
                  <a:pt x="26" y="43"/>
                  <a:pt x="26" y="44"/>
                </a:cubicBezTo>
                <a:cubicBezTo>
                  <a:pt x="26" y="46"/>
                  <a:pt x="26" y="46"/>
                  <a:pt x="26" y="46"/>
                </a:cubicBezTo>
                <a:cubicBezTo>
                  <a:pt x="31" y="46"/>
                  <a:pt x="36" y="44"/>
                  <a:pt x="40" y="40"/>
                </a:cubicBezTo>
                <a:cubicBezTo>
                  <a:pt x="40" y="40"/>
                  <a:pt x="40" y="40"/>
                  <a:pt x="40" y="40"/>
                </a:cubicBezTo>
                <a:cubicBezTo>
                  <a:pt x="43" y="37"/>
                  <a:pt x="46" y="32"/>
                  <a:pt x="46" y="26"/>
                </a:cubicBezTo>
                <a:close/>
                <a:moveTo>
                  <a:pt x="25" y="0"/>
                </a:moveTo>
                <a:cubicBezTo>
                  <a:pt x="25" y="0"/>
                  <a:pt x="25" y="0"/>
                  <a:pt x="25" y="0"/>
                </a:cubicBezTo>
                <a:cubicBezTo>
                  <a:pt x="32" y="0"/>
                  <a:pt x="38" y="3"/>
                  <a:pt x="42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7" y="12"/>
                  <a:pt x="50" y="18"/>
                  <a:pt x="50" y="25"/>
                </a:cubicBezTo>
                <a:cubicBezTo>
                  <a:pt x="50" y="32"/>
                  <a:pt x="47" y="38"/>
                  <a:pt x="42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38" y="47"/>
                  <a:pt x="32" y="50"/>
                  <a:pt x="25" y="50"/>
                </a:cubicBezTo>
                <a:cubicBezTo>
                  <a:pt x="18" y="50"/>
                  <a:pt x="11" y="47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2" y="38"/>
                  <a:pt x="0" y="32"/>
                  <a:pt x="0" y="25"/>
                </a:cubicBezTo>
                <a:cubicBezTo>
                  <a:pt x="0" y="18"/>
                  <a:pt x="2" y="12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11" y="3"/>
                  <a:pt x="18" y="0"/>
                  <a:pt x="25" y="0"/>
                </a:cubicBezTo>
                <a:close/>
                <a:moveTo>
                  <a:pt x="25" y="36"/>
                </a:moveTo>
                <a:cubicBezTo>
                  <a:pt x="25" y="36"/>
                  <a:pt x="25" y="36"/>
                  <a:pt x="25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4"/>
                  <a:pt x="28" y="32"/>
                  <a:pt x="28" y="31"/>
                </a:cubicBezTo>
                <a:cubicBezTo>
                  <a:pt x="28" y="30"/>
                  <a:pt x="28" y="30"/>
                  <a:pt x="29" y="30"/>
                </a:cubicBezTo>
                <a:cubicBezTo>
                  <a:pt x="29" y="30"/>
                  <a:pt x="30" y="30"/>
                  <a:pt x="30" y="31"/>
                </a:cubicBezTo>
                <a:cubicBezTo>
                  <a:pt x="30" y="34"/>
                  <a:pt x="30" y="34"/>
                  <a:pt x="30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3" y="34"/>
                  <a:pt x="33" y="34"/>
                  <a:pt x="33" y="33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28"/>
                  <a:pt x="30" y="26"/>
                  <a:pt x="28" y="24"/>
                </a:cubicBezTo>
                <a:cubicBezTo>
                  <a:pt x="27" y="25"/>
                  <a:pt x="26" y="25"/>
                  <a:pt x="25" y="25"/>
                </a:cubicBezTo>
                <a:cubicBezTo>
                  <a:pt x="23" y="25"/>
                  <a:pt x="22" y="25"/>
                  <a:pt x="21" y="24"/>
                </a:cubicBezTo>
                <a:cubicBezTo>
                  <a:pt x="19" y="26"/>
                  <a:pt x="17" y="28"/>
                  <a:pt x="17" y="31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34"/>
                  <a:pt x="17" y="34"/>
                  <a:pt x="17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1"/>
                </a:cubicBezTo>
                <a:cubicBezTo>
                  <a:pt x="21" y="32"/>
                  <a:pt x="21" y="34"/>
                  <a:pt x="21" y="36"/>
                </a:cubicBezTo>
                <a:cubicBezTo>
                  <a:pt x="25" y="36"/>
                  <a:pt x="25" y="36"/>
                  <a:pt x="25" y="36"/>
                </a:cubicBezTo>
                <a:close/>
                <a:moveTo>
                  <a:pt x="25" y="23"/>
                </a:moveTo>
                <a:cubicBezTo>
                  <a:pt x="25" y="23"/>
                  <a:pt x="25" y="23"/>
                  <a:pt x="25" y="23"/>
                </a:cubicBezTo>
                <a:cubicBezTo>
                  <a:pt x="28" y="23"/>
                  <a:pt x="30" y="20"/>
                  <a:pt x="30" y="17"/>
                </a:cubicBezTo>
                <a:cubicBezTo>
                  <a:pt x="30" y="14"/>
                  <a:pt x="28" y="11"/>
                  <a:pt x="25" y="11"/>
                </a:cubicBezTo>
                <a:cubicBezTo>
                  <a:pt x="22" y="11"/>
                  <a:pt x="19" y="14"/>
                  <a:pt x="19" y="17"/>
                </a:cubicBezTo>
                <a:cubicBezTo>
                  <a:pt x="19" y="20"/>
                  <a:pt x="22" y="23"/>
                  <a:pt x="25" y="23"/>
                </a:cubicBezTo>
                <a:close/>
                <a:moveTo>
                  <a:pt x="12" y="36"/>
                </a:moveTo>
                <a:cubicBezTo>
                  <a:pt x="12" y="36"/>
                  <a:pt x="12" y="36"/>
                  <a:pt x="12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5" y="36"/>
                  <a:pt x="15" y="35"/>
                  <a:pt x="15" y="35"/>
                </a:cubicBezTo>
                <a:cubicBezTo>
                  <a:pt x="14" y="35"/>
                  <a:pt x="14" y="34"/>
                  <a:pt x="14" y="33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30"/>
                  <a:pt x="14" y="29"/>
                  <a:pt x="15" y="28"/>
                </a:cubicBezTo>
                <a:cubicBezTo>
                  <a:pt x="14" y="28"/>
                  <a:pt x="13" y="28"/>
                  <a:pt x="12" y="27"/>
                </a:cubicBezTo>
                <a:cubicBezTo>
                  <a:pt x="11" y="28"/>
                  <a:pt x="10" y="29"/>
                  <a:pt x="9" y="31"/>
                </a:cubicBezTo>
                <a:cubicBezTo>
                  <a:pt x="9" y="31"/>
                  <a:pt x="9" y="31"/>
                  <a:pt x="9" y="31"/>
                </a:cubicBezTo>
                <a:cubicBezTo>
                  <a:pt x="9" y="31"/>
                  <a:pt x="9" y="32"/>
                  <a:pt x="9" y="32"/>
                </a:cubicBezTo>
                <a:cubicBezTo>
                  <a:pt x="9" y="34"/>
                  <a:pt x="9" y="34"/>
                  <a:pt x="9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2"/>
                  <a:pt x="11" y="32"/>
                  <a:pt x="12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6"/>
                  <a:pt x="12" y="36"/>
                  <a:pt x="12" y="36"/>
                </a:cubicBezTo>
                <a:close/>
                <a:moveTo>
                  <a:pt x="17" y="18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6" y="18"/>
                  <a:pt x="16" y="18"/>
                </a:cubicBezTo>
                <a:cubicBezTo>
                  <a:pt x="16" y="18"/>
                  <a:pt x="15" y="18"/>
                  <a:pt x="15" y="18"/>
                </a:cubicBezTo>
                <a:cubicBezTo>
                  <a:pt x="14" y="18"/>
                  <a:pt x="13" y="18"/>
                  <a:pt x="12" y="19"/>
                </a:cubicBezTo>
                <a:cubicBezTo>
                  <a:pt x="11" y="20"/>
                  <a:pt x="11" y="21"/>
                  <a:pt x="11" y="22"/>
                </a:cubicBezTo>
                <a:cubicBezTo>
                  <a:pt x="11" y="23"/>
                  <a:pt x="11" y="24"/>
                  <a:pt x="12" y="25"/>
                </a:cubicBezTo>
                <a:cubicBezTo>
                  <a:pt x="13" y="25"/>
                  <a:pt x="14" y="26"/>
                  <a:pt x="15" y="26"/>
                </a:cubicBezTo>
                <a:cubicBezTo>
                  <a:pt x="15" y="26"/>
                  <a:pt x="16" y="26"/>
                  <a:pt x="16" y="26"/>
                </a:cubicBezTo>
                <a:cubicBezTo>
                  <a:pt x="17" y="24"/>
                  <a:pt x="18" y="24"/>
                  <a:pt x="19" y="23"/>
                </a:cubicBezTo>
                <a:cubicBezTo>
                  <a:pt x="18" y="21"/>
                  <a:pt x="17" y="20"/>
                  <a:pt x="17" y="18"/>
                </a:cubicBezTo>
                <a:close/>
                <a:moveTo>
                  <a:pt x="37" y="36"/>
                </a:moveTo>
                <a:cubicBezTo>
                  <a:pt x="37" y="36"/>
                  <a:pt x="37" y="36"/>
                  <a:pt x="37" y="36"/>
                </a:cubicBezTo>
                <a:cubicBezTo>
                  <a:pt x="37" y="32"/>
                  <a:pt x="37" y="32"/>
                  <a:pt x="37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4"/>
                  <a:pt x="38" y="34"/>
                  <a:pt x="38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2"/>
                  <a:pt x="40" y="32"/>
                  <a:pt x="40" y="32"/>
                </a:cubicBezTo>
                <a:cubicBezTo>
                  <a:pt x="40" y="32"/>
                  <a:pt x="40" y="31"/>
                  <a:pt x="40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0"/>
                  <a:pt x="39" y="30"/>
                  <a:pt x="39" y="29"/>
                </a:cubicBezTo>
                <a:cubicBezTo>
                  <a:pt x="37" y="27"/>
                  <a:pt x="37" y="27"/>
                  <a:pt x="37" y="27"/>
                </a:cubicBezTo>
                <a:cubicBezTo>
                  <a:pt x="36" y="28"/>
                  <a:pt x="35" y="28"/>
                  <a:pt x="34" y="28"/>
                </a:cubicBezTo>
                <a:cubicBezTo>
                  <a:pt x="35" y="29"/>
                  <a:pt x="35" y="30"/>
                  <a:pt x="35" y="31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34"/>
                  <a:pt x="35" y="35"/>
                  <a:pt x="34" y="35"/>
                </a:cubicBezTo>
                <a:cubicBezTo>
                  <a:pt x="34" y="35"/>
                  <a:pt x="34" y="36"/>
                  <a:pt x="33" y="36"/>
                </a:cubicBezTo>
                <a:cubicBezTo>
                  <a:pt x="37" y="36"/>
                  <a:pt x="37" y="36"/>
                  <a:pt x="37" y="36"/>
                </a:cubicBezTo>
                <a:close/>
                <a:moveTo>
                  <a:pt x="32" y="18"/>
                </a:moveTo>
                <a:cubicBezTo>
                  <a:pt x="32" y="18"/>
                  <a:pt x="32" y="18"/>
                  <a:pt x="32" y="18"/>
                </a:cubicBezTo>
                <a:cubicBezTo>
                  <a:pt x="32" y="20"/>
                  <a:pt x="31" y="21"/>
                  <a:pt x="30" y="23"/>
                </a:cubicBezTo>
                <a:cubicBezTo>
                  <a:pt x="31" y="24"/>
                  <a:pt x="32" y="24"/>
                  <a:pt x="33" y="26"/>
                </a:cubicBezTo>
                <a:cubicBezTo>
                  <a:pt x="33" y="26"/>
                  <a:pt x="33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5" y="26"/>
                  <a:pt x="36" y="25"/>
                  <a:pt x="37" y="25"/>
                </a:cubicBezTo>
                <a:cubicBezTo>
                  <a:pt x="38" y="24"/>
                  <a:pt x="38" y="23"/>
                  <a:pt x="38" y="22"/>
                </a:cubicBezTo>
                <a:cubicBezTo>
                  <a:pt x="38" y="21"/>
                  <a:pt x="38" y="20"/>
                  <a:pt x="37" y="19"/>
                </a:cubicBezTo>
                <a:cubicBezTo>
                  <a:pt x="36" y="18"/>
                  <a:pt x="35" y="18"/>
                  <a:pt x="34" y="18"/>
                </a:cubicBezTo>
                <a:cubicBezTo>
                  <a:pt x="34" y="18"/>
                  <a:pt x="33" y="18"/>
                  <a:pt x="33" y="18"/>
                </a:cubicBezTo>
                <a:cubicBezTo>
                  <a:pt x="33" y="18"/>
                  <a:pt x="33" y="18"/>
                  <a:pt x="32" y="1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59" name="Freeform 293">
            <a:extLst>
              <a:ext uri="{FF2B5EF4-FFF2-40B4-BE49-F238E27FC236}">
                <a16:creationId xmlns:a16="http://schemas.microsoft.com/office/drawing/2014/main" id="{28771B2B-D1C6-6D8F-D0FC-5FAB71EBD81F}"/>
              </a:ext>
            </a:extLst>
          </p:cNvPr>
          <p:cNvSpPr>
            <a:spLocks noEditPoints="1"/>
          </p:cNvSpPr>
          <p:nvPr/>
        </p:nvSpPr>
        <p:spPr bwMode="auto">
          <a:xfrm>
            <a:off x="11391301" y="5241314"/>
            <a:ext cx="211667" cy="211667"/>
          </a:xfrm>
          <a:custGeom>
            <a:avLst/>
            <a:gdLst>
              <a:gd name="T0" fmla="*/ 139700 w 50"/>
              <a:gd name="T1" fmla="*/ 120650 h 50"/>
              <a:gd name="T2" fmla="*/ 120650 w 50"/>
              <a:gd name="T3" fmla="*/ 101600 h 50"/>
              <a:gd name="T4" fmla="*/ 101600 w 50"/>
              <a:gd name="T5" fmla="*/ 120650 h 50"/>
              <a:gd name="T6" fmla="*/ 120650 w 50"/>
              <a:gd name="T7" fmla="*/ 139700 h 50"/>
              <a:gd name="T8" fmla="*/ 139700 w 50"/>
              <a:gd name="T9" fmla="*/ 120650 h 50"/>
              <a:gd name="T10" fmla="*/ 82550 w 50"/>
              <a:gd name="T11" fmla="*/ 158750 h 50"/>
              <a:gd name="T12" fmla="*/ 82550 w 50"/>
              <a:gd name="T13" fmla="*/ 158750 h 50"/>
              <a:gd name="T14" fmla="*/ 152400 w 50"/>
              <a:gd name="T15" fmla="*/ 158750 h 50"/>
              <a:gd name="T16" fmla="*/ 158750 w 50"/>
              <a:gd name="T17" fmla="*/ 152400 h 50"/>
              <a:gd name="T18" fmla="*/ 158750 w 50"/>
              <a:gd name="T19" fmla="*/ 152400 h 50"/>
              <a:gd name="T20" fmla="*/ 158750 w 50"/>
              <a:gd name="T21" fmla="*/ 82550 h 50"/>
              <a:gd name="T22" fmla="*/ 158750 w 50"/>
              <a:gd name="T23" fmla="*/ 79375 h 50"/>
              <a:gd name="T24" fmla="*/ 82550 w 50"/>
              <a:gd name="T25" fmla="*/ 0 h 50"/>
              <a:gd name="T26" fmla="*/ 73025 w 50"/>
              <a:gd name="T27" fmla="*/ 0 h 50"/>
              <a:gd name="T28" fmla="*/ 73025 w 50"/>
              <a:gd name="T29" fmla="*/ 0 h 50"/>
              <a:gd name="T30" fmla="*/ 3175 w 50"/>
              <a:gd name="T31" fmla="*/ 69850 h 50"/>
              <a:gd name="T32" fmla="*/ 3175 w 50"/>
              <a:gd name="T33" fmla="*/ 79375 h 50"/>
              <a:gd name="T34" fmla="*/ 3175 w 50"/>
              <a:gd name="T35" fmla="*/ 79375 h 50"/>
              <a:gd name="T36" fmla="*/ 79375 w 50"/>
              <a:gd name="T37" fmla="*/ 155575 h 50"/>
              <a:gd name="T38" fmla="*/ 82550 w 50"/>
              <a:gd name="T39" fmla="*/ 158750 h 50"/>
              <a:gd name="T40" fmla="*/ 82550 w 50"/>
              <a:gd name="T41" fmla="*/ 158750 h 50"/>
              <a:gd name="T42" fmla="*/ 146050 w 50"/>
              <a:gd name="T43" fmla="*/ 146050 h 50"/>
              <a:gd name="T44" fmla="*/ 146050 w 50"/>
              <a:gd name="T45" fmla="*/ 146050 h 50"/>
              <a:gd name="T46" fmla="*/ 85725 w 50"/>
              <a:gd name="T47" fmla="*/ 146050 h 50"/>
              <a:gd name="T48" fmla="*/ 15875 w 50"/>
              <a:gd name="T49" fmla="*/ 76200 h 50"/>
              <a:gd name="T50" fmla="*/ 76200 w 50"/>
              <a:gd name="T51" fmla="*/ 12700 h 50"/>
              <a:gd name="T52" fmla="*/ 146050 w 50"/>
              <a:gd name="T53" fmla="*/ 85725 h 50"/>
              <a:gd name="T54" fmla="*/ 146050 w 50"/>
              <a:gd name="T55" fmla="*/ 146050 h 50"/>
              <a:gd name="T56" fmla="*/ 133350 w 50"/>
              <a:gd name="T57" fmla="*/ 120650 h 50"/>
              <a:gd name="T58" fmla="*/ 133350 w 50"/>
              <a:gd name="T59" fmla="*/ 120650 h 50"/>
              <a:gd name="T60" fmla="*/ 120650 w 50"/>
              <a:gd name="T61" fmla="*/ 130175 h 50"/>
              <a:gd name="T62" fmla="*/ 111125 w 50"/>
              <a:gd name="T63" fmla="*/ 120650 h 50"/>
              <a:gd name="T64" fmla="*/ 120650 w 50"/>
              <a:gd name="T65" fmla="*/ 107950 h 50"/>
              <a:gd name="T66" fmla="*/ 133350 w 50"/>
              <a:gd name="T67" fmla="*/ 120650 h 50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0" h="50">
                <a:moveTo>
                  <a:pt x="44" y="38"/>
                </a:moveTo>
                <a:cubicBezTo>
                  <a:pt x="44" y="35"/>
                  <a:pt x="41" y="32"/>
                  <a:pt x="38" y="32"/>
                </a:cubicBezTo>
                <a:cubicBezTo>
                  <a:pt x="35" y="32"/>
                  <a:pt x="32" y="35"/>
                  <a:pt x="32" y="38"/>
                </a:cubicBezTo>
                <a:cubicBezTo>
                  <a:pt x="32" y="41"/>
                  <a:pt x="35" y="44"/>
                  <a:pt x="38" y="44"/>
                </a:cubicBezTo>
                <a:cubicBezTo>
                  <a:pt x="41" y="44"/>
                  <a:pt x="44" y="41"/>
                  <a:pt x="44" y="38"/>
                </a:cubicBezTo>
                <a:close/>
                <a:moveTo>
                  <a:pt x="26" y="50"/>
                </a:moveTo>
                <a:cubicBezTo>
                  <a:pt x="26" y="50"/>
                  <a:pt x="26" y="50"/>
                  <a:pt x="26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9" y="50"/>
                  <a:pt x="50" y="49"/>
                  <a:pt x="50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26"/>
                  <a:pt x="50" y="26"/>
                  <a:pt x="50" y="26"/>
                </a:cubicBezTo>
                <a:cubicBezTo>
                  <a:pt x="50" y="25"/>
                  <a:pt x="50" y="25"/>
                  <a:pt x="50" y="25"/>
                </a:cubicBezTo>
                <a:cubicBezTo>
                  <a:pt x="26" y="0"/>
                  <a:pt x="26" y="0"/>
                  <a:pt x="26" y="0"/>
                </a:cubicBezTo>
                <a:cubicBezTo>
                  <a:pt x="25" y="0"/>
                  <a:pt x="24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" y="22"/>
                  <a:pt x="1" y="22"/>
                  <a:pt x="1" y="22"/>
                </a:cubicBezTo>
                <a:cubicBezTo>
                  <a:pt x="0" y="23"/>
                  <a:pt x="0" y="24"/>
                  <a:pt x="1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25" y="49"/>
                  <a:pt x="25" y="49"/>
                  <a:pt x="25" y="49"/>
                </a:cubicBezTo>
                <a:cubicBezTo>
                  <a:pt x="25" y="50"/>
                  <a:pt x="26" y="50"/>
                  <a:pt x="26" y="50"/>
                </a:cubicBezTo>
                <a:cubicBezTo>
                  <a:pt x="26" y="50"/>
                  <a:pt x="26" y="50"/>
                  <a:pt x="26" y="50"/>
                </a:cubicBezTo>
                <a:close/>
                <a:moveTo>
                  <a:pt x="46" y="46"/>
                </a:moveTo>
                <a:cubicBezTo>
                  <a:pt x="46" y="46"/>
                  <a:pt x="46" y="46"/>
                  <a:pt x="46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5" y="24"/>
                  <a:pt x="5" y="24"/>
                  <a:pt x="5" y="24"/>
                </a:cubicBezTo>
                <a:cubicBezTo>
                  <a:pt x="24" y="4"/>
                  <a:pt x="24" y="4"/>
                  <a:pt x="24" y="4"/>
                </a:cubicBezTo>
                <a:cubicBezTo>
                  <a:pt x="46" y="27"/>
                  <a:pt x="46" y="27"/>
                  <a:pt x="46" y="27"/>
                </a:cubicBezTo>
                <a:cubicBezTo>
                  <a:pt x="46" y="46"/>
                  <a:pt x="46" y="46"/>
                  <a:pt x="46" y="46"/>
                </a:cubicBezTo>
                <a:close/>
                <a:moveTo>
                  <a:pt x="42" y="38"/>
                </a:moveTo>
                <a:cubicBezTo>
                  <a:pt x="42" y="38"/>
                  <a:pt x="42" y="38"/>
                  <a:pt x="42" y="38"/>
                </a:cubicBezTo>
                <a:cubicBezTo>
                  <a:pt x="42" y="40"/>
                  <a:pt x="40" y="41"/>
                  <a:pt x="38" y="41"/>
                </a:cubicBezTo>
                <a:cubicBezTo>
                  <a:pt x="36" y="41"/>
                  <a:pt x="35" y="40"/>
                  <a:pt x="35" y="38"/>
                </a:cubicBezTo>
                <a:cubicBezTo>
                  <a:pt x="35" y="36"/>
                  <a:pt x="36" y="34"/>
                  <a:pt x="38" y="34"/>
                </a:cubicBezTo>
                <a:cubicBezTo>
                  <a:pt x="40" y="34"/>
                  <a:pt x="42" y="36"/>
                  <a:pt x="42" y="3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60" name="Freeform 294">
            <a:extLst>
              <a:ext uri="{FF2B5EF4-FFF2-40B4-BE49-F238E27FC236}">
                <a16:creationId xmlns:a16="http://schemas.microsoft.com/office/drawing/2014/main" id="{75840112-723D-E9BC-9E89-97A169A100AF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5639248"/>
            <a:ext cx="211667" cy="220133"/>
          </a:xfrm>
          <a:custGeom>
            <a:avLst/>
            <a:gdLst>
              <a:gd name="T0" fmla="*/ 6350 w 50"/>
              <a:gd name="T1" fmla="*/ 60325 h 52"/>
              <a:gd name="T2" fmla="*/ 53975 w 50"/>
              <a:gd name="T3" fmla="*/ 66675 h 52"/>
              <a:gd name="T4" fmla="*/ 12700 w 50"/>
              <a:gd name="T5" fmla="*/ 73025 h 52"/>
              <a:gd name="T6" fmla="*/ 146050 w 50"/>
              <a:gd name="T7" fmla="*/ 85725 h 52"/>
              <a:gd name="T8" fmla="*/ 111125 w 50"/>
              <a:gd name="T9" fmla="*/ 73025 h 52"/>
              <a:gd name="T10" fmla="*/ 111125 w 50"/>
              <a:gd name="T11" fmla="*/ 60325 h 52"/>
              <a:gd name="T12" fmla="*/ 158750 w 50"/>
              <a:gd name="T13" fmla="*/ 66675 h 52"/>
              <a:gd name="T14" fmla="*/ 158750 w 50"/>
              <a:gd name="T15" fmla="*/ 92075 h 52"/>
              <a:gd name="T16" fmla="*/ 152400 w 50"/>
              <a:gd name="T17" fmla="*/ 98425 h 52"/>
              <a:gd name="T18" fmla="*/ 136525 w 50"/>
              <a:gd name="T19" fmla="*/ 161925 h 52"/>
              <a:gd name="T20" fmla="*/ 28575 w 50"/>
              <a:gd name="T21" fmla="*/ 165100 h 52"/>
              <a:gd name="T22" fmla="*/ 15875 w 50"/>
              <a:gd name="T23" fmla="*/ 98425 h 52"/>
              <a:gd name="T24" fmla="*/ 0 w 50"/>
              <a:gd name="T25" fmla="*/ 92075 h 52"/>
              <a:gd name="T26" fmla="*/ 0 w 50"/>
              <a:gd name="T27" fmla="*/ 66675 h 52"/>
              <a:gd name="T28" fmla="*/ 44450 w 50"/>
              <a:gd name="T29" fmla="*/ 107950 h 52"/>
              <a:gd name="T30" fmla="*/ 47625 w 50"/>
              <a:gd name="T31" fmla="*/ 104775 h 52"/>
              <a:gd name="T32" fmla="*/ 50800 w 50"/>
              <a:gd name="T33" fmla="*/ 142875 h 52"/>
              <a:gd name="T34" fmla="*/ 44450 w 50"/>
              <a:gd name="T35" fmla="*/ 142875 h 52"/>
              <a:gd name="T36" fmla="*/ 66675 w 50"/>
              <a:gd name="T37" fmla="*/ 107950 h 52"/>
              <a:gd name="T38" fmla="*/ 69850 w 50"/>
              <a:gd name="T39" fmla="*/ 104775 h 52"/>
              <a:gd name="T40" fmla="*/ 73025 w 50"/>
              <a:gd name="T41" fmla="*/ 142875 h 52"/>
              <a:gd name="T42" fmla="*/ 66675 w 50"/>
              <a:gd name="T43" fmla="*/ 142875 h 52"/>
              <a:gd name="T44" fmla="*/ 88900 w 50"/>
              <a:gd name="T45" fmla="*/ 107950 h 52"/>
              <a:gd name="T46" fmla="*/ 92075 w 50"/>
              <a:gd name="T47" fmla="*/ 104775 h 52"/>
              <a:gd name="T48" fmla="*/ 95250 w 50"/>
              <a:gd name="T49" fmla="*/ 142875 h 52"/>
              <a:gd name="T50" fmla="*/ 88900 w 50"/>
              <a:gd name="T51" fmla="*/ 142875 h 52"/>
              <a:gd name="T52" fmla="*/ 111125 w 50"/>
              <a:gd name="T53" fmla="*/ 107950 h 52"/>
              <a:gd name="T54" fmla="*/ 114300 w 50"/>
              <a:gd name="T55" fmla="*/ 104775 h 52"/>
              <a:gd name="T56" fmla="*/ 117475 w 50"/>
              <a:gd name="T57" fmla="*/ 142875 h 52"/>
              <a:gd name="T58" fmla="*/ 111125 w 50"/>
              <a:gd name="T59" fmla="*/ 142875 h 52"/>
              <a:gd name="T60" fmla="*/ 133350 w 50"/>
              <a:gd name="T61" fmla="*/ 3175 h 52"/>
              <a:gd name="T62" fmla="*/ 142875 w 50"/>
              <a:gd name="T63" fmla="*/ 3175 h 52"/>
              <a:gd name="T64" fmla="*/ 85725 w 50"/>
              <a:gd name="T65" fmla="*/ 79375 h 52"/>
              <a:gd name="T66" fmla="*/ 76200 w 50"/>
              <a:gd name="T67" fmla="*/ 79375 h 52"/>
              <a:gd name="T68" fmla="*/ 19050 w 50"/>
              <a:gd name="T69" fmla="*/ 3175 h 52"/>
              <a:gd name="T70" fmla="*/ 79375 w 50"/>
              <a:gd name="T71" fmla="*/ 66675 h 52"/>
              <a:gd name="T72" fmla="*/ 133350 w 50"/>
              <a:gd name="T73" fmla="*/ 92075 h 52"/>
              <a:gd name="T74" fmla="*/ 25400 w 50"/>
              <a:gd name="T75" fmla="*/ 92075 h 52"/>
              <a:gd name="T76" fmla="*/ 127000 w 50"/>
              <a:gd name="T77" fmla="*/ 155575 h 5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0" h="52">
                <a:moveTo>
                  <a:pt x="2" y="19"/>
                </a:moveTo>
                <a:cubicBezTo>
                  <a:pt x="2" y="19"/>
                  <a:pt x="2" y="19"/>
                  <a:pt x="2" y="19"/>
                </a:cubicBezTo>
                <a:cubicBezTo>
                  <a:pt x="7" y="19"/>
                  <a:pt x="11" y="19"/>
                  <a:pt x="15" y="19"/>
                </a:cubicBezTo>
                <a:cubicBezTo>
                  <a:pt x="16" y="19"/>
                  <a:pt x="17" y="20"/>
                  <a:pt x="17" y="21"/>
                </a:cubicBezTo>
                <a:cubicBezTo>
                  <a:pt x="17" y="22"/>
                  <a:pt x="16" y="23"/>
                  <a:pt x="15" y="23"/>
                </a:cubicBezTo>
                <a:cubicBezTo>
                  <a:pt x="12" y="23"/>
                  <a:pt x="8" y="23"/>
                  <a:pt x="4" y="23"/>
                </a:cubicBezTo>
                <a:cubicBezTo>
                  <a:pt x="4" y="27"/>
                  <a:pt x="4" y="27"/>
                  <a:pt x="4" y="27"/>
                </a:cubicBezTo>
                <a:cubicBezTo>
                  <a:pt x="18" y="27"/>
                  <a:pt x="32" y="27"/>
                  <a:pt x="46" y="27"/>
                </a:cubicBezTo>
                <a:cubicBezTo>
                  <a:pt x="46" y="23"/>
                  <a:pt x="46" y="23"/>
                  <a:pt x="46" y="23"/>
                </a:cubicBezTo>
                <a:cubicBezTo>
                  <a:pt x="43" y="23"/>
                  <a:pt x="39" y="23"/>
                  <a:pt x="35" y="23"/>
                </a:cubicBezTo>
                <a:cubicBezTo>
                  <a:pt x="34" y="23"/>
                  <a:pt x="33" y="22"/>
                  <a:pt x="33" y="21"/>
                </a:cubicBezTo>
                <a:cubicBezTo>
                  <a:pt x="33" y="20"/>
                  <a:pt x="34" y="19"/>
                  <a:pt x="35" y="19"/>
                </a:cubicBezTo>
                <a:cubicBezTo>
                  <a:pt x="40" y="19"/>
                  <a:pt x="44" y="19"/>
                  <a:pt x="48" y="19"/>
                </a:cubicBezTo>
                <a:cubicBezTo>
                  <a:pt x="49" y="19"/>
                  <a:pt x="50" y="20"/>
                  <a:pt x="50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30"/>
                  <a:pt x="49" y="31"/>
                  <a:pt x="48" y="31"/>
                </a:cubicBezTo>
                <a:cubicBezTo>
                  <a:pt x="48" y="31"/>
                  <a:pt x="48" y="31"/>
                  <a:pt x="48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3" y="51"/>
                  <a:pt x="43" y="51"/>
                  <a:pt x="43" y="51"/>
                </a:cubicBezTo>
                <a:cubicBezTo>
                  <a:pt x="43" y="52"/>
                  <a:pt x="42" y="52"/>
                  <a:pt x="41" y="52"/>
                </a:cubicBezTo>
                <a:cubicBezTo>
                  <a:pt x="9" y="52"/>
                  <a:pt x="9" y="52"/>
                  <a:pt x="9" y="52"/>
                </a:cubicBezTo>
                <a:cubicBezTo>
                  <a:pt x="8" y="52"/>
                  <a:pt x="7" y="52"/>
                  <a:pt x="7" y="51"/>
                </a:cubicBezTo>
                <a:cubicBezTo>
                  <a:pt x="5" y="31"/>
                  <a:pt x="5" y="31"/>
                  <a:pt x="5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1" y="31"/>
                  <a:pt x="0" y="30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0"/>
                  <a:pt x="1" y="19"/>
                  <a:pt x="2" y="19"/>
                </a:cubicBezTo>
                <a:close/>
                <a:moveTo>
                  <a:pt x="14" y="34"/>
                </a:moveTo>
                <a:cubicBezTo>
                  <a:pt x="14" y="34"/>
                  <a:pt x="14" y="34"/>
                  <a:pt x="14" y="34"/>
                </a:cubicBezTo>
                <a:cubicBezTo>
                  <a:pt x="14" y="33"/>
                  <a:pt x="14" y="33"/>
                  <a:pt x="15" y="33"/>
                </a:cubicBezTo>
                <a:cubicBezTo>
                  <a:pt x="15" y="33"/>
                  <a:pt x="16" y="33"/>
                  <a:pt x="16" y="34"/>
                </a:cubicBezTo>
                <a:cubicBezTo>
                  <a:pt x="16" y="45"/>
                  <a:pt x="16" y="45"/>
                  <a:pt x="16" y="45"/>
                </a:cubicBezTo>
                <a:cubicBezTo>
                  <a:pt x="16" y="45"/>
                  <a:pt x="15" y="46"/>
                  <a:pt x="15" y="46"/>
                </a:cubicBezTo>
                <a:cubicBezTo>
                  <a:pt x="14" y="46"/>
                  <a:pt x="14" y="45"/>
                  <a:pt x="14" y="45"/>
                </a:cubicBezTo>
                <a:cubicBezTo>
                  <a:pt x="14" y="34"/>
                  <a:pt x="14" y="34"/>
                  <a:pt x="14" y="34"/>
                </a:cubicBezTo>
                <a:close/>
                <a:moveTo>
                  <a:pt x="21" y="34"/>
                </a:moveTo>
                <a:cubicBezTo>
                  <a:pt x="21" y="34"/>
                  <a:pt x="21" y="34"/>
                  <a:pt x="21" y="34"/>
                </a:cubicBezTo>
                <a:cubicBezTo>
                  <a:pt x="21" y="33"/>
                  <a:pt x="21" y="33"/>
                  <a:pt x="22" y="33"/>
                </a:cubicBezTo>
                <a:cubicBezTo>
                  <a:pt x="22" y="33"/>
                  <a:pt x="23" y="33"/>
                  <a:pt x="23" y="34"/>
                </a:cubicBezTo>
                <a:cubicBezTo>
                  <a:pt x="23" y="45"/>
                  <a:pt x="23" y="45"/>
                  <a:pt x="23" y="45"/>
                </a:cubicBezTo>
                <a:cubicBezTo>
                  <a:pt x="23" y="45"/>
                  <a:pt x="22" y="46"/>
                  <a:pt x="22" y="46"/>
                </a:cubicBezTo>
                <a:cubicBezTo>
                  <a:pt x="21" y="46"/>
                  <a:pt x="21" y="45"/>
                  <a:pt x="21" y="45"/>
                </a:cubicBezTo>
                <a:cubicBezTo>
                  <a:pt x="21" y="34"/>
                  <a:pt x="21" y="34"/>
                  <a:pt x="21" y="34"/>
                </a:cubicBezTo>
                <a:close/>
                <a:moveTo>
                  <a:pt x="28" y="34"/>
                </a:moveTo>
                <a:cubicBezTo>
                  <a:pt x="28" y="34"/>
                  <a:pt x="28" y="34"/>
                  <a:pt x="28" y="34"/>
                </a:cubicBezTo>
                <a:cubicBezTo>
                  <a:pt x="28" y="33"/>
                  <a:pt x="28" y="33"/>
                  <a:pt x="29" y="33"/>
                </a:cubicBezTo>
                <a:cubicBezTo>
                  <a:pt x="29" y="33"/>
                  <a:pt x="30" y="33"/>
                  <a:pt x="30" y="34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29" y="46"/>
                  <a:pt x="29" y="46"/>
                </a:cubicBezTo>
                <a:cubicBezTo>
                  <a:pt x="28" y="46"/>
                  <a:pt x="28" y="45"/>
                  <a:pt x="28" y="45"/>
                </a:cubicBezTo>
                <a:cubicBezTo>
                  <a:pt x="28" y="34"/>
                  <a:pt x="28" y="34"/>
                  <a:pt x="28" y="34"/>
                </a:cubicBezTo>
                <a:close/>
                <a:moveTo>
                  <a:pt x="35" y="34"/>
                </a:moveTo>
                <a:cubicBezTo>
                  <a:pt x="35" y="34"/>
                  <a:pt x="35" y="34"/>
                  <a:pt x="35" y="34"/>
                </a:cubicBezTo>
                <a:cubicBezTo>
                  <a:pt x="35" y="33"/>
                  <a:pt x="35" y="33"/>
                  <a:pt x="36" y="33"/>
                </a:cubicBezTo>
                <a:cubicBezTo>
                  <a:pt x="36" y="33"/>
                  <a:pt x="37" y="33"/>
                  <a:pt x="37" y="34"/>
                </a:cubicBezTo>
                <a:cubicBezTo>
                  <a:pt x="37" y="45"/>
                  <a:pt x="37" y="45"/>
                  <a:pt x="37" y="45"/>
                </a:cubicBezTo>
                <a:cubicBezTo>
                  <a:pt x="37" y="45"/>
                  <a:pt x="36" y="46"/>
                  <a:pt x="36" y="46"/>
                </a:cubicBezTo>
                <a:cubicBezTo>
                  <a:pt x="35" y="46"/>
                  <a:pt x="35" y="45"/>
                  <a:pt x="35" y="45"/>
                </a:cubicBezTo>
                <a:cubicBezTo>
                  <a:pt x="35" y="34"/>
                  <a:pt x="35" y="34"/>
                  <a:pt x="35" y="34"/>
                </a:cubicBezTo>
                <a:close/>
                <a:moveTo>
                  <a:pt x="42" y="1"/>
                </a:moveTo>
                <a:cubicBezTo>
                  <a:pt x="42" y="1"/>
                  <a:pt x="42" y="1"/>
                  <a:pt x="42" y="1"/>
                </a:cubicBezTo>
                <a:cubicBezTo>
                  <a:pt x="43" y="1"/>
                  <a:pt x="44" y="0"/>
                  <a:pt x="45" y="1"/>
                </a:cubicBezTo>
                <a:cubicBezTo>
                  <a:pt x="46" y="2"/>
                  <a:pt x="46" y="3"/>
                  <a:pt x="45" y="4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6"/>
                  <a:pt x="25" y="26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5" y="4"/>
                  <a:pt x="5" y="4"/>
                  <a:pt x="5" y="4"/>
                </a:cubicBezTo>
                <a:cubicBezTo>
                  <a:pt x="5" y="3"/>
                  <a:pt x="5" y="2"/>
                  <a:pt x="6" y="1"/>
                </a:cubicBezTo>
                <a:cubicBezTo>
                  <a:pt x="6" y="0"/>
                  <a:pt x="8" y="1"/>
                  <a:pt x="8" y="1"/>
                </a:cubicBezTo>
                <a:cubicBezTo>
                  <a:pt x="25" y="21"/>
                  <a:pt x="25" y="21"/>
                  <a:pt x="25" y="21"/>
                </a:cubicBezTo>
                <a:cubicBezTo>
                  <a:pt x="42" y="1"/>
                  <a:pt x="42" y="1"/>
                  <a:pt x="42" y="1"/>
                </a:cubicBezTo>
                <a:close/>
                <a:moveTo>
                  <a:pt x="42" y="29"/>
                </a:moveTo>
                <a:cubicBezTo>
                  <a:pt x="42" y="29"/>
                  <a:pt x="42" y="29"/>
                  <a:pt x="42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11" y="49"/>
                  <a:pt x="11" y="49"/>
                  <a:pt x="11" y="49"/>
                </a:cubicBezTo>
                <a:cubicBezTo>
                  <a:pt x="40" y="49"/>
                  <a:pt x="40" y="49"/>
                  <a:pt x="40" y="49"/>
                </a:cubicBezTo>
                <a:cubicBezTo>
                  <a:pt x="42" y="29"/>
                  <a:pt x="42" y="29"/>
                  <a:pt x="42" y="2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61" name="Freeform 295">
            <a:extLst>
              <a:ext uri="{FF2B5EF4-FFF2-40B4-BE49-F238E27FC236}">
                <a16:creationId xmlns:a16="http://schemas.microsoft.com/office/drawing/2014/main" id="{9209A2AC-A409-A4E2-223D-563580B97B19}"/>
              </a:ext>
            </a:extLst>
          </p:cNvPr>
          <p:cNvSpPr>
            <a:spLocks noEditPoints="1"/>
          </p:cNvSpPr>
          <p:nvPr/>
        </p:nvSpPr>
        <p:spPr bwMode="auto">
          <a:xfrm>
            <a:off x="1309618" y="6051998"/>
            <a:ext cx="211667" cy="211667"/>
          </a:xfrm>
          <a:custGeom>
            <a:avLst/>
            <a:gdLst>
              <a:gd name="T0" fmla="*/ 6350 w 50"/>
              <a:gd name="T1" fmla="*/ 0 h 50"/>
              <a:gd name="T2" fmla="*/ 158750 w 50"/>
              <a:gd name="T3" fmla="*/ 6350 h 50"/>
              <a:gd name="T4" fmla="*/ 158750 w 50"/>
              <a:gd name="T5" fmla="*/ 152400 h 50"/>
              <a:gd name="T6" fmla="*/ 152400 w 50"/>
              <a:gd name="T7" fmla="*/ 158750 h 50"/>
              <a:gd name="T8" fmla="*/ 0 w 50"/>
              <a:gd name="T9" fmla="*/ 152400 h 50"/>
              <a:gd name="T10" fmla="*/ 0 w 50"/>
              <a:gd name="T11" fmla="*/ 6350 h 50"/>
              <a:gd name="T12" fmla="*/ 85725 w 50"/>
              <a:gd name="T13" fmla="*/ 12700 h 50"/>
              <a:gd name="T14" fmla="*/ 85725 w 50"/>
              <a:gd name="T15" fmla="*/ 76200 h 50"/>
              <a:gd name="T16" fmla="*/ 149225 w 50"/>
              <a:gd name="T17" fmla="*/ 12700 h 50"/>
              <a:gd name="T18" fmla="*/ 85725 w 50"/>
              <a:gd name="T19" fmla="*/ 82550 h 50"/>
              <a:gd name="T20" fmla="*/ 85725 w 50"/>
              <a:gd name="T21" fmla="*/ 146050 h 50"/>
              <a:gd name="T22" fmla="*/ 149225 w 50"/>
              <a:gd name="T23" fmla="*/ 82550 h 50"/>
              <a:gd name="T24" fmla="*/ 76200 w 50"/>
              <a:gd name="T25" fmla="*/ 146050 h 50"/>
              <a:gd name="T26" fmla="*/ 76200 w 50"/>
              <a:gd name="T27" fmla="*/ 82550 h 50"/>
              <a:gd name="T28" fmla="*/ 12700 w 50"/>
              <a:gd name="T29" fmla="*/ 146050 h 50"/>
              <a:gd name="T30" fmla="*/ 76200 w 50"/>
              <a:gd name="T31" fmla="*/ 76200 h 50"/>
              <a:gd name="T32" fmla="*/ 76200 w 50"/>
              <a:gd name="T33" fmla="*/ 12700 h 50"/>
              <a:gd name="T34" fmla="*/ 12700 w 50"/>
              <a:gd name="T35" fmla="*/ 76200 h 50"/>
              <a:gd name="T36" fmla="*/ 53975 w 50"/>
              <a:gd name="T37" fmla="*/ 101600 h 50"/>
              <a:gd name="T38" fmla="*/ 57150 w 50"/>
              <a:gd name="T39" fmla="*/ 101600 h 50"/>
              <a:gd name="T40" fmla="*/ 47625 w 50"/>
              <a:gd name="T41" fmla="*/ 117475 h 50"/>
              <a:gd name="T42" fmla="*/ 57150 w 50"/>
              <a:gd name="T43" fmla="*/ 130175 h 50"/>
              <a:gd name="T44" fmla="*/ 44450 w 50"/>
              <a:gd name="T45" fmla="*/ 120650 h 50"/>
              <a:gd name="T46" fmla="*/ 28575 w 50"/>
              <a:gd name="T47" fmla="*/ 130175 h 50"/>
              <a:gd name="T48" fmla="*/ 38100 w 50"/>
              <a:gd name="T49" fmla="*/ 117475 h 50"/>
              <a:gd name="T50" fmla="*/ 28575 w 50"/>
              <a:gd name="T51" fmla="*/ 101600 h 50"/>
              <a:gd name="T52" fmla="*/ 44450 w 50"/>
              <a:gd name="T53" fmla="*/ 111125 h 50"/>
              <a:gd name="T54" fmla="*/ 41275 w 50"/>
              <a:gd name="T55" fmla="*/ 28575 h 50"/>
              <a:gd name="T56" fmla="*/ 44450 w 50"/>
              <a:gd name="T57" fmla="*/ 22225 h 50"/>
              <a:gd name="T58" fmla="*/ 47625 w 50"/>
              <a:gd name="T59" fmla="*/ 38100 h 50"/>
              <a:gd name="T60" fmla="*/ 63500 w 50"/>
              <a:gd name="T61" fmla="*/ 44450 h 50"/>
              <a:gd name="T62" fmla="*/ 47625 w 50"/>
              <a:gd name="T63" fmla="*/ 47625 h 50"/>
              <a:gd name="T64" fmla="*/ 44450 w 50"/>
              <a:gd name="T65" fmla="*/ 63500 h 50"/>
              <a:gd name="T66" fmla="*/ 41275 w 50"/>
              <a:gd name="T67" fmla="*/ 47625 h 50"/>
              <a:gd name="T68" fmla="*/ 25400 w 50"/>
              <a:gd name="T69" fmla="*/ 44450 h 50"/>
              <a:gd name="T70" fmla="*/ 41275 w 50"/>
              <a:gd name="T71" fmla="*/ 38100 h 50"/>
              <a:gd name="T72" fmla="*/ 133350 w 50"/>
              <a:gd name="T73" fmla="*/ 120650 h 50"/>
              <a:gd name="T74" fmla="*/ 136525 w 50"/>
              <a:gd name="T75" fmla="*/ 123825 h 50"/>
              <a:gd name="T76" fmla="*/ 101600 w 50"/>
              <a:gd name="T77" fmla="*/ 127000 h 50"/>
              <a:gd name="T78" fmla="*/ 101600 w 50"/>
              <a:gd name="T79" fmla="*/ 120650 h 50"/>
              <a:gd name="T80" fmla="*/ 133350 w 50"/>
              <a:gd name="T81" fmla="*/ 104775 h 50"/>
              <a:gd name="T82" fmla="*/ 136525 w 50"/>
              <a:gd name="T83" fmla="*/ 107950 h 50"/>
              <a:gd name="T84" fmla="*/ 101600 w 50"/>
              <a:gd name="T85" fmla="*/ 114300 h 50"/>
              <a:gd name="T86" fmla="*/ 101600 w 50"/>
              <a:gd name="T87" fmla="*/ 104775 h 50"/>
              <a:gd name="T88" fmla="*/ 133350 w 50"/>
              <a:gd name="T89" fmla="*/ 38100 h 50"/>
              <a:gd name="T90" fmla="*/ 136525 w 50"/>
              <a:gd name="T91" fmla="*/ 44450 h 50"/>
              <a:gd name="T92" fmla="*/ 101600 w 50"/>
              <a:gd name="T93" fmla="*/ 47625 h 50"/>
              <a:gd name="T94" fmla="*/ 101600 w 50"/>
              <a:gd name="T95" fmla="*/ 38100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50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50" y="50"/>
                  <a:pt x="49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7" y="4"/>
                </a:moveTo>
                <a:cubicBezTo>
                  <a:pt x="27" y="4"/>
                  <a:pt x="27" y="4"/>
                  <a:pt x="27" y="4"/>
                </a:cubicBezTo>
                <a:cubicBezTo>
                  <a:pt x="27" y="24"/>
                  <a:pt x="27" y="24"/>
                  <a:pt x="2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4"/>
                  <a:pt x="47" y="4"/>
                  <a:pt x="47" y="4"/>
                </a:cubicBezTo>
                <a:cubicBezTo>
                  <a:pt x="27" y="4"/>
                  <a:pt x="27" y="4"/>
                  <a:pt x="27" y="4"/>
                </a:cubicBezTo>
                <a:close/>
                <a:moveTo>
                  <a:pt x="27" y="26"/>
                </a:moveTo>
                <a:cubicBezTo>
                  <a:pt x="27" y="26"/>
                  <a:pt x="27" y="26"/>
                  <a:pt x="27" y="26"/>
                </a:cubicBezTo>
                <a:cubicBezTo>
                  <a:pt x="27" y="46"/>
                  <a:pt x="27" y="46"/>
                  <a:pt x="27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7" y="26"/>
                  <a:pt x="47" y="26"/>
                  <a:pt x="47" y="26"/>
                </a:cubicBezTo>
                <a:cubicBezTo>
                  <a:pt x="27" y="26"/>
                  <a:pt x="27" y="26"/>
                  <a:pt x="27" y="26"/>
                </a:cubicBezTo>
                <a:close/>
                <a:moveTo>
                  <a:pt x="24" y="46"/>
                </a:moveTo>
                <a:cubicBezTo>
                  <a:pt x="24" y="46"/>
                  <a:pt x="24" y="46"/>
                  <a:pt x="24" y="46"/>
                </a:cubicBezTo>
                <a:cubicBezTo>
                  <a:pt x="24" y="26"/>
                  <a:pt x="24" y="26"/>
                  <a:pt x="24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46"/>
                  <a:pt x="4" y="46"/>
                  <a:pt x="4" y="46"/>
                </a:cubicBezTo>
                <a:cubicBezTo>
                  <a:pt x="24" y="46"/>
                  <a:pt x="24" y="46"/>
                  <a:pt x="24" y="46"/>
                </a:cubicBezTo>
                <a:close/>
                <a:moveTo>
                  <a:pt x="2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4"/>
                  <a:pt x="24" y="4"/>
                  <a:pt x="2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4"/>
                  <a:pt x="4" y="24"/>
                  <a:pt x="4" y="24"/>
                </a:cubicBezTo>
                <a:cubicBezTo>
                  <a:pt x="24" y="24"/>
                  <a:pt x="24" y="24"/>
                  <a:pt x="24" y="24"/>
                </a:cubicBezTo>
                <a:close/>
                <a:moveTo>
                  <a:pt x="17" y="32"/>
                </a:moveTo>
                <a:cubicBezTo>
                  <a:pt x="17" y="32"/>
                  <a:pt x="17" y="32"/>
                  <a:pt x="17" y="32"/>
                </a:cubicBezTo>
                <a:cubicBezTo>
                  <a:pt x="17" y="32"/>
                  <a:pt x="18" y="32"/>
                  <a:pt x="18" y="32"/>
                </a:cubicBezTo>
                <a:cubicBezTo>
                  <a:pt x="19" y="33"/>
                  <a:pt x="19" y="34"/>
                  <a:pt x="18" y="34"/>
                </a:cubicBezTo>
                <a:cubicBezTo>
                  <a:pt x="15" y="37"/>
                  <a:pt x="15" y="37"/>
                  <a:pt x="15" y="37"/>
                </a:cubicBezTo>
                <a:cubicBezTo>
                  <a:pt x="18" y="39"/>
                  <a:pt x="18" y="39"/>
                  <a:pt x="18" y="39"/>
                </a:cubicBezTo>
                <a:cubicBezTo>
                  <a:pt x="19" y="40"/>
                  <a:pt x="19" y="41"/>
                  <a:pt x="18" y="41"/>
                </a:cubicBezTo>
                <a:cubicBezTo>
                  <a:pt x="18" y="42"/>
                  <a:pt x="17" y="42"/>
                  <a:pt x="17" y="41"/>
                </a:cubicBezTo>
                <a:cubicBezTo>
                  <a:pt x="14" y="38"/>
                  <a:pt x="14" y="38"/>
                  <a:pt x="14" y="38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42"/>
                  <a:pt x="10" y="42"/>
                  <a:pt x="9" y="41"/>
                </a:cubicBezTo>
                <a:cubicBezTo>
                  <a:pt x="9" y="41"/>
                  <a:pt x="9" y="40"/>
                  <a:pt x="9" y="39"/>
                </a:cubicBezTo>
                <a:cubicBezTo>
                  <a:pt x="12" y="37"/>
                  <a:pt x="12" y="37"/>
                  <a:pt x="12" y="37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34"/>
                  <a:pt x="9" y="33"/>
                  <a:pt x="9" y="32"/>
                </a:cubicBezTo>
                <a:cubicBezTo>
                  <a:pt x="10" y="32"/>
                  <a:pt x="11" y="32"/>
                  <a:pt x="11" y="32"/>
                </a:cubicBezTo>
                <a:cubicBezTo>
                  <a:pt x="14" y="35"/>
                  <a:pt x="14" y="35"/>
                  <a:pt x="14" y="35"/>
                </a:cubicBezTo>
                <a:cubicBezTo>
                  <a:pt x="17" y="32"/>
                  <a:pt x="17" y="32"/>
                  <a:pt x="17" y="32"/>
                </a:cubicBezTo>
                <a:close/>
                <a:moveTo>
                  <a:pt x="13" y="9"/>
                </a:moveTo>
                <a:cubicBezTo>
                  <a:pt x="13" y="9"/>
                  <a:pt x="13" y="9"/>
                  <a:pt x="13" y="9"/>
                </a:cubicBezTo>
                <a:cubicBezTo>
                  <a:pt x="13" y="8"/>
                  <a:pt x="13" y="7"/>
                  <a:pt x="14" y="7"/>
                </a:cubicBezTo>
                <a:cubicBezTo>
                  <a:pt x="14" y="7"/>
                  <a:pt x="15" y="8"/>
                  <a:pt x="15" y="9"/>
                </a:cubicBezTo>
                <a:cubicBezTo>
                  <a:pt x="15" y="12"/>
                  <a:pt x="15" y="12"/>
                  <a:pt x="15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20" y="13"/>
                  <a:pt x="20" y="14"/>
                </a:cubicBezTo>
                <a:cubicBezTo>
                  <a:pt x="20" y="14"/>
                  <a:pt x="19" y="15"/>
                  <a:pt x="19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19"/>
                  <a:pt x="14" y="20"/>
                  <a:pt x="14" y="20"/>
                </a:cubicBezTo>
                <a:cubicBezTo>
                  <a:pt x="13" y="20"/>
                  <a:pt x="13" y="19"/>
                  <a:pt x="13" y="19"/>
                </a:cubicBezTo>
                <a:cubicBezTo>
                  <a:pt x="13" y="15"/>
                  <a:pt x="13" y="15"/>
                  <a:pt x="13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8" y="15"/>
                  <a:pt x="8" y="14"/>
                  <a:pt x="8" y="14"/>
                </a:cubicBezTo>
                <a:cubicBezTo>
                  <a:pt x="8" y="13"/>
                  <a:pt x="8" y="12"/>
                  <a:pt x="9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9"/>
                  <a:pt x="13" y="9"/>
                  <a:pt x="13" y="9"/>
                </a:cubicBezTo>
                <a:close/>
                <a:moveTo>
                  <a:pt x="42" y="38"/>
                </a:moveTo>
                <a:cubicBezTo>
                  <a:pt x="42" y="38"/>
                  <a:pt x="42" y="38"/>
                  <a:pt x="42" y="38"/>
                </a:cubicBezTo>
                <a:cubicBezTo>
                  <a:pt x="43" y="38"/>
                  <a:pt x="43" y="38"/>
                  <a:pt x="43" y="39"/>
                </a:cubicBezTo>
                <a:cubicBezTo>
                  <a:pt x="43" y="40"/>
                  <a:pt x="43" y="40"/>
                  <a:pt x="42" y="40"/>
                </a:cubicBezTo>
                <a:cubicBezTo>
                  <a:pt x="34" y="40"/>
                  <a:pt x="40" y="40"/>
                  <a:pt x="32" y="40"/>
                </a:cubicBezTo>
                <a:cubicBezTo>
                  <a:pt x="31" y="40"/>
                  <a:pt x="31" y="40"/>
                  <a:pt x="31" y="39"/>
                </a:cubicBezTo>
                <a:cubicBezTo>
                  <a:pt x="31" y="38"/>
                  <a:pt x="31" y="38"/>
                  <a:pt x="32" y="38"/>
                </a:cubicBezTo>
                <a:cubicBezTo>
                  <a:pt x="40" y="38"/>
                  <a:pt x="34" y="38"/>
                  <a:pt x="42" y="38"/>
                </a:cubicBezTo>
                <a:close/>
                <a:moveTo>
                  <a:pt x="42" y="33"/>
                </a:moveTo>
                <a:cubicBezTo>
                  <a:pt x="42" y="33"/>
                  <a:pt x="42" y="33"/>
                  <a:pt x="42" y="33"/>
                </a:cubicBezTo>
                <a:cubicBezTo>
                  <a:pt x="43" y="33"/>
                  <a:pt x="43" y="34"/>
                  <a:pt x="43" y="34"/>
                </a:cubicBezTo>
                <a:cubicBezTo>
                  <a:pt x="43" y="35"/>
                  <a:pt x="43" y="36"/>
                  <a:pt x="42" y="36"/>
                </a:cubicBezTo>
                <a:cubicBezTo>
                  <a:pt x="34" y="36"/>
                  <a:pt x="40" y="36"/>
                  <a:pt x="32" y="36"/>
                </a:cubicBezTo>
                <a:cubicBezTo>
                  <a:pt x="31" y="36"/>
                  <a:pt x="31" y="35"/>
                  <a:pt x="31" y="34"/>
                </a:cubicBezTo>
                <a:cubicBezTo>
                  <a:pt x="31" y="34"/>
                  <a:pt x="31" y="33"/>
                  <a:pt x="32" y="33"/>
                </a:cubicBezTo>
                <a:cubicBezTo>
                  <a:pt x="40" y="33"/>
                  <a:pt x="34" y="33"/>
                  <a:pt x="42" y="33"/>
                </a:cubicBezTo>
                <a:close/>
                <a:moveTo>
                  <a:pt x="42" y="12"/>
                </a:moveTo>
                <a:cubicBezTo>
                  <a:pt x="42" y="12"/>
                  <a:pt x="42" y="12"/>
                  <a:pt x="42" y="12"/>
                </a:cubicBezTo>
                <a:cubicBezTo>
                  <a:pt x="43" y="12"/>
                  <a:pt x="43" y="13"/>
                  <a:pt x="43" y="14"/>
                </a:cubicBezTo>
                <a:cubicBezTo>
                  <a:pt x="43" y="14"/>
                  <a:pt x="43" y="15"/>
                  <a:pt x="42" y="15"/>
                </a:cubicBezTo>
                <a:cubicBezTo>
                  <a:pt x="34" y="15"/>
                  <a:pt x="40" y="15"/>
                  <a:pt x="32" y="15"/>
                </a:cubicBezTo>
                <a:cubicBezTo>
                  <a:pt x="31" y="15"/>
                  <a:pt x="31" y="14"/>
                  <a:pt x="31" y="14"/>
                </a:cubicBezTo>
                <a:cubicBezTo>
                  <a:pt x="31" y="13"/>
                  <a:pt x="31" y="12"/>
                  <a:pt x="32" y="12"/>
                </a:cubicBezTo>
                <a:cubicBezTo>
                  <a:pt x="40" y="12"/>
                  <a:pt x="34" y="12"/>
                  <a:pt x="42" y="1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62" name="Freeform 296">
            <a:extLst>
              <a:ext uri="{FF2B5EF4-FFF2-40B4-BE49-F238E27FC236}">
                <a16:creationId xmlns:a16="http://schemas.microsoft.com/office/drawing/2014/main" id="{57DFB9AD-1AB0-D05C-1C3A-92275F9E841E}"/>
              </a:ext>
            </a:extLst>
          </p:cNvPr>
          <p:cNvSpPr>
            <a:spLocks noEditPoints="1"/>
          </p:cNvSpPr>
          <p:nvPr/>
        </p:nvSpPr>
        <p:spPr bwMode="auto">
          <a:xfrm>
            <a:off x="6982285" y="6051998"/>
            <a:ext cx="139700" cy="211667"/>
          </a:xfrm>
          <a:custGeom>
            <a:avLst/>
            <a:gdLst>
              <a:gd name="T0" fmla="*/ 25400 w 33"/>
              <a:gd name="T1" fmla="*/ 38100 h 50"/>
              <a:gd name="T2" fmla="*/ 53975 w 33"/>
              <a:gd name="T3" fmla="*/ 38100 h 50"/>
              <a:gd name="T4" fmla="*/ 63500 w 33"/>
              <a:gd name="T5" fmla="*/ 19050 h 50"/>
              <a:gd name="T6" fmla="*/ 60325 w 33"/>
              <a:gd name="T7" fmla="*/ 12700 h 50"/>
              <a:gd name="T8" fmla="*/ 19050 w 33"/>
              <a:gd name="T9" fmla="*/ 12700 h 50"/>
              <a:gd name="T10" fmla="*/ 19050 w 33"/>
              <a:gd name="T11" fmla="*/ 19050 h 50"/>
              <a:gd name="T12" fmla="*/ 25400 w 33"/>
              <a:gd name="T13" fmla="*/ 38100 h 50"/>
              <a:gd name="T14" fmla="*/ 66675 w 33"/>
              <a:gd name="T15" fmla="*/ 47625 h 50"/>
              <a:gd name="T16" fmla="*/ 66675 w 33"/>
              <a:gd name="T17" fmla="*/ 47625 h 50"/>
              <a:gd name="T18" fmla="*/ 101600 w 33"/>
              <a:gd name="T19" fmla="*/ 82550 h 50"/>
              <a:gd name="T20" fmla="*/ 101600 w 33"/>
              <a:gd name="T21" fmla="*/ 88900 h 50"/>
              <a:gd name="T22" fmla="*/ 88900 w 33"/>
              <a:gd name="T23" fmla="*/ 104775 h 50"/>
              <a:gd name="T24" fmla="*/ 82550 w 33"/>
              <a:gd name="T25" fmla="*/ 104775 h 50"/>
              <a:gd name="T26" fmla="*/ 82550 w 33"/>
              <a:gd name="T27" fmla="*/ 101600 h 50"/>
              <a:gd name="T28" fmla="*/ 73025 w 33"/>
              <a:gd name="T29" fmla="*/ 95250 h 50"/>
              <a:gd name="T30" fmla="*/ 79375 w 33"/>
              <a:gd name="T31" fmla="*/ 120650 h 50"/>
              <a:gd name="T32" fmla="*/ 76200 w 33"/>
              <a:gd name="T33" fmla="*/ 127000 h 50"/>
              <a:gd name="T34" fmla="*/ 44450 w 33"/>
              <a:gd name="T35" fmla="*/ 158750 h 50"/>
              <a:gd name="T36" fmla="*/ 34925 w 33"/>
              <a:gd name="T37" fmla="*/ 158750 h 50"/>
              <a:gd name="T38" fmla="*/ 34925 w 33"/>
              <a:gd name="T39" fmla="*/ 158750 h 50"/>
              <a:gd name="T40" fmla="*/ 3175 w 33"/>
              <a:gd name="T41" fmla="*/ 123825 h 50"/>
              <a:gd name="T42" fmla="*/ 3175 w 33"/>
              <a:gd name="T43" fmla="*/ 120650 h 50"/>
              <a:gd name="T44" fmla="*/ 15875 w 33"/>
              <a:gd name="T45" fmla="*/ 41275 h 50"/>
              <a:gd name="T46" fmla="*/ 6350 w 33"/>
              <a:gd name="T47" fmla="*/ 22225 h 50"/>
              <a:gd name="T48" fmla="*/ 6350 w 33"/>
              <a:gd name="T49" fmla="*/ 15875 h 50"/>
              <a:gd name="T50" fmla="*/ 9525 w 33"/>
              <a:gd name="T51" fmla="*/ 3175 h 50"/>
              <a:gd name="T52" fmla="*/ 15875 w 33"/>
              <a:gd name="T53" fmla="*/ 0 h 50"/>
              <a:gd name="T54" fmla="*/ 63500 w 33"/>
              <a:gd name="T55" fmla="*/ 0 h 50"/>
              <a:gd name="T56" fmla="*/ 69850 w 33"/>
              <a:gd name="T57" fmla="*/ 3175 h 50"/>
              <a:gd name="T58" fmla="*/ 76200 w 33"/>
              <a:gd name="T59" fmla="*/ 15875 h 50"/>
              <a:gd name="T60" fmla="*/ 76200 w 33"/>
              <a:gd name="T61" fmla="*/ 22225 h 50"/>
              <a:gd name="T62" fmla="*/ 66675 w 33"/>
              <a:gd name="T63" fmla="*/ 41275 h 50"/>
              <a:gd name="T64" fmla="*/ 66675 w 33"/>
              <a:gd name="T65" fmla="*/ 47625 h 50"/>
              <a:gd name="T66" fmla="*/ 53975 w 33"/>
              <a:gd name="T67" fmla="*/ 44450 h 50"/>
              <a:gd name="T68" fmla="*/ 53975 w 33"/>
              <a:gd name="T69" fmla="*/ 44450 h 50"/>
              <a:gd name="T70" fmla="*/ 28575 w 33"/>
              <a:gd name="T71" fmla="*/ 44450 h 50"/>
              <a:gd name="T72" fmla="*/ 12700 w 33"/>
              <a:gd name="T73" fmla="*/ 117475 h 50"/>
              <a:gd name="T74" fmla="*/ 41275 w 33"/>
              <a:gd name="T75" fmla="*/ 146050 h 50"/>
              <a:gd name="T76" fmla="*/ 66675 w 33"/>
              <a:gd name="T77" fmla="*/ 117475 h 50"/>
              <a:gd name="T78" fmla="*/ 53975 w 33"/>
              <a:gd name="T79" fmla="*/ 44450 h 50"/>
              <a:gd name="T80" fmla="*/ 69850 w 33"/>
              <a:gd name="T81" fmla="*/ 60325 h 50"/>
              <a:gd name="T82" fmla="*/ 69850 w 33"/>
              <a:gd name="T83" fmla="*/ 60325 h 50"/>
              <a:gd name="T84" fmla="*/ 73025 w 33"/>
              <a:gd name="T85" fmla="*/ 82550 h 50"/>
              <a:gd name="T86" fmla="*/ 85725 w 33"/>
              <a:gd name="T87" fmla="*/ 95250 h 50"/>
              <a:gd name="T88" fmla="*/ 95250 w 33"/>
              <a:gd name="T89" fmla="*/ 85725 h 50"/>
              <a:gd name="T90" fmla="*/ 69850 w 33"/>
              <a:gd name="T91" fmla="*/ 60325 h 50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33" h="50">
                <a:moveTo>
                  <a:pt x="8" y="12"/>
                </a:moveTo>
                <a:cubicBezTo>
                  <a:pt x="17" y="12"/>
                  <a:pt x="17" y="12"/>
                  <a:pt x="17" y="12"/>
                </a:cubicBezTo>
                <a:cubicBezTo>
                  <a:pt x="20" y="6"/>
                  <a:pt x="20" y="6"/>
                  <a:pt x="20" y="6"/>
                </a:cubicBezTo>
                <a:cubicBezTo>
                  <a:pt x="19" y="4"/>
                  <a:pt x="19" y="4"/>
                  <a:pt x="19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6"/>
                  <a:pt x="6" y="6"/>
                  <a:pt x="6" y="6"/>
                </a:cubicBezTo>
                <a:cubicBezTo>
                  <a:pt x="8" y="12"/>
                  <a:pt x="8" y="12"/>
                  <a:pt x="8" y="12"/>
                </a:cubicBezTo>
                <a:close/>
                <a:moveTo>
                  <a:pt x="21" y="15"/>
                </a:moveTo>
                <a:cubicBezTo>
                  <a:pt x="21" y="15"/>
                  <a:pt x="21" y="15"/>
                  <a:pt x="21" y="15"/>
                </a:cubicBezTo>
                <a:cubicBezTo>
                  <a:pt x="32" y="26"/>
                  <a:pt x="32" y="26"/>
                  <a:pt x="32" y="26"/>
                </a:cubicBezTo>
                <a:cubicBezTo>
                  <a:pt x="33" y="27"/>
                  <a:pt x="33" y="28"/>
                  <a:pt x="32" y="28"/>
                </a:cubicBezTo>
                <a:cubicBezTo>
                  <a:pt x="28" y="33"/>
                  <a:pt x="28" y="33"/>
                  <a:pt x="28" y="33"/>
                </a:cubicBezTo>
                <a:cubicBezTo>
                  <a:pt x="27" y="33"/>
                  <a:pt x="27" y="33"/>
                  <a:pt x="26" y="33"/>
                </a:cubicBezTo>
                <a:cubicBezTo>
                  <a:pt x="26" y="32"/>
                  <a:pt x="26" y="32"/>
                  <a:pt x="26" y="32"/>
                </a:cubicBezTo>
                <a:cubicBezTo>
                  <a:pt x="23" y="30"/>
                  <a:pt x="23" y="30"/>
                  <a:pt x="23" y="30"/>
                </a:cubicBezTo>
                <a:cubicBezTo>
                  <a:pt x="25" y="38"/>
                  <a:pt x="25" y="38"/>
                  <a:pt x="25" y="38"/>
                </a:cubicBezTo>
                <a:cubicBezTo>
                  <a:pt x="25" y="38"/>
                  <a:pt x="25" y="39"/>
                  <a:pt x="24" y="40"/>
                </a:cubicBezTo>
                <a:cubicBezTo>
                  <a:pt x="14" y="50"/>
                  <a:pt x="14" y="50"/>
                  <a:pt x="14" y="50"/>
                </a:cubicBezTo>
                <a:cubicBezTo>
                  <a:pt x="13" y="50"/>
                  <a:pt x="12" y="50"/>
                  <a:pt x="11" y="50"/>
                </a:cubicBezTo>
                <a:cubicBezTo>
                  <a:pt x="11" y="50"/>
                  <a:pt x="11" y="50"/>
                  <a:pt x="11" y="50"/>
                </a:cubicBezTo>
                <a:cubicBezTo>
                  <a:pt x="1" y="39"/>
                  <a:pt x="1" y="39"/>
                  <a:pt x="1" y="39"/>
                </a:cubicBezTo>
                <a:cubicBezTo>
                  <a:pt x="1" y="39"/>
                  <a:pt x="0" y="38"/>
                  <a:pt x="1" y="38"/>
                </a:cubicBezTo>
                <a:cubicBezTo>
                  <a:pt x="5" y="13"/>
                  <a:pt x="5" y="13"/>
                  <a:pt x="5" y="13"/>
                </a:cubicBezTo>
                <a:cubicBezTo>
                  <a:pt x="2" y="7"/>
                  <a:pt x="2" y="7"/>
                  <a:pt x="2" y="7"/>
                </a:cubicBezTo>
                <a:cubicBezTo>
                  <a:pt x="2" y="6"/>
                  <a:pt x="2" y="6"/>
                  <a:pt x="2" y="5"/>
                </a:cubicBezTo>
                <a:cubicBezTo>
                  <a:pt x="3" y="1"/>
                  <a:pt x="3" y="1"/>
                  <a:pt x="3" y="1"/>
                </a:cubicBezTo>
                <a:cubicBezTo>
                  <a:pt x="4" y="1"/>
                  <a:pt x="4" y="0"/>
                  <a:pt x="5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2" y="1"/>
                  <a:pt x="22" y="1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6"/>
                  <a:pt x="24" y="6"/>
                  <a:pt x="24" y="7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15"/>
                  <a:pt x="21" y="15"/>
                  <a:pt x="21" y="15"/>
                </a:cubicBezTo>
                <a:close/>
                <a:moveTo>
                  <a:pt x="17" y="14"/>
                </a:moveTo>
                <a:cubicBezTo>
                  <a:pt x="17" y="14"/>
                  <a:pt x="17" y="14"/>
                  <a:pt x="17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4" y="37"/>
                  <a:pt x="4" y="37"/>
                  <a:pt x="4" y="37"/>
                </a:cubicBezTo>
                <a:cubicBezTo>
                  <a:pt x="13" y="46"/>
                  <a:pt x="13" y="46"/>
                  <a:pt x="13" y="46"/>
                </a:cubicBezTo>
                <a:cubicBezTo>
                  <a:pt x="21" y="37"/>
                  <a:pt x="21" y="37"/>
                  <a:pt x="21" y="37"/>
                </a:cubicBezTo>
                <a:cubicBezTo>
                  <a:pt x="17" y="14"/>
                  <a:pt x="17" y="14"/>
                  <a:pt x="17" y="14"/>
                </a:cubicBezTo>
                <a:close/>
                <a:moveTo>
                  <a:pt x="22" y="19"/>
                </a:moveTo>
                <a:cubicBezTo>
                  <a:pt x="22" y="19"/>
                  <a:pt x="22" y="19"/>
                  <a:pt x="22" y="19"/>
                </a:cubicBezTo>
                <a:cubicBezTo>
                  <a:pt x="23" y="26"/>
                  <a:pt x="23" y="26"/>
                  <a:pt x="23" y="26"/>
                </a:cubicBezTo>
                <a:cubicBezTo>
                  <a:pt x="27" y="30"/>
                  <a:pt x="27" y="30"/>
                  <a:pt x="27" y="30"/>
                </a:cubicBezTo>
                <a:cubicBezTo>
                  <a:pt x="30" y="27"/>
                  <a:pt x="30" y="27"/>
                  <a:pt x="30" y="27"/>
                </a:cubicBezTo>
                <a:cubicBezTo>
                  <a:pt x="22" y="19"/>
                  <a:pt x="22" y="19"/>
                  <a:pt x="22" y="1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63" name="Freeform 297">
            <a:extLst>
              <a:ext uri="{FF2B5EF4-FFF2-40B4-BE49-F238E27FC236}">
                <a16:creationId xmlns:a16="http://schemas.microsoft.com/office/drawing/2014/main" id="{7E5F23A5-D85F-846F-44DA-94DDC0ABD553}"/>
              </a:ext>
            </a:extLst>
          </p:cNvPr>
          <p:cNvSpPr>
            <a:spLocks noEditPoints="1"/>
          </p:cNvSpPr>
          <p:nvPr/>
        </p:nvSpPr>
        <p:spPr bwMode="auto">
          <a:xfrm>
            <a:off x="10275819" y="5647715"/>
            <a:ext cx="198967" cy="207433"/>
          </a:xfrm>
          <a:custGeom>
            <a:avLst/>
            <a:gdLst>
              <a:gd name="T0" fmla="*/ 130175 w 47"/>
              <a:gd name="T1" fmla="*/ 28575 h 49"/>
              <a:gd name="T2" fmla="*/ 146050 w 47"/>
              <a:gd name="T3" fmla="*/ 28575 h 49"/>
              <a:gd name="T4" fmla="*/ 149225 w 47"/>
              <a:gd name="T5" fmla="*/ 31750 h 49"/>
              <a:gd name="T6" fmla="*/ 149225 w 47"/>
              <a:gd name="T7" fmla="*/ 31750 h 49"/>
              <a:gd name="T8" fmla="*/ 149225 w 47"/>
              <a:gd name="T9" fmla="*/ 85725 h 49"/>
              <a:gd name="T10" fmla="*/ 146050 w 47"/>
              <a:gd name="T11" fmla="*/ 88900 h 49"/>
              <a:gd name="T12" fmla="*/ 146050 w 47"/>
              <a:gd name="T13" fmla="*/ 88900 h 49"/>
              <a:gd name="T14" fmla="*/ 69850 w 47"/>
              <a:gd name="T15" fmla="*/ 88900 h 49"/>
              <a:gd name="T16" fmla="*/ 69850 w 47"/>
              <a:gd name="T17" fmla="*/ 111125 h 49"/>
              <a:gd name="T18" fmla="*/ 82550 w 47"/>
              <a:gd name="T19" fmla="*/ 111125 h 49"/>
              <a:gd name="T20" fmla="*/ 85725 w 47"/>
              <a:gd name="T21" fmla="*/ 114300 h 49"/>
              <a:gd name="T22" fmla="*/ 85725 w 47"/>
              <a:gd name="T23" fmla="*/ 114300 h 49"/>
              <a:gd name="T24" fmla="*/ 85725 w 47"/>
              <a:gd name="T25" fmla="*/ 133350 h 49"/>
              <a:gd name="T26" fmla="*/ 85725 w 47"/>
              <a:gd name="T27" fmla="*/ 152400 h 49"/>
              <a:gd name="T28" fmla="*/ 82550 w 47"/>
              <a:gd name="T29" fmla="*/ 155575 h 49"/>
              <a:gd name="T30" fmla="*/ 82550 w 47"/>
              <a:gd name="T31" fmla="*/ 155575 h 49"/>
              <a:gd name="T32" fmla="*/ 66675 w 47"/>
              <a:gd name="T33" fmla="*/ 155575 h 49"/>
              <a:gd name="T34" fmla="*/ 47625 w 47"/>
              <a:gd name="T35" fmla="*/ 155575 h 49"/>
              <a:gd name="T36" fmla="*/ 44450 w 47"/>
              <a:gd name="T37" fmla="*/ 152400 h 49"/>
              <a:gd name="T38" fmla="*/ 44450 w 47"/>
              <a:gd name="T39" fmla="*/ 152400 h 49"/>
              <a:gd name="T40" fmla="*/ 44450 w 47"/>
              <a:gd name="T41" fmla="*/ 133350 h 49"/>
              <a:gd name="T42" fmla="*/ 44450 w 47"/>
              <a:gd name="T43" fmla="*/ 114300 h 49"/>
              <a:gd name="T44" fmla="*/ 47625 w 47"/>
              <a:gd name="T45" fmla="*/ 111125 h 49"/>
              <a:gd name="T46" fmla="*/ 47625 w 47"/>
              <a:gd name="T47" fmla="*/ 111125 h 49"/>
              <a:gd name="T48" fmla="*/ 63500 w 47"/>
              <a:gd name="T49" fmla="*/ 111125 h 49"/>
              <a:gd name="T50" fmla="*/ 63500 w 47"/>
              <a:gd name="T51" fmla="*/ 85725 h 49"/>
              <a:gd name="T52" fmla="*/ 63500 w 47"/>
              <a:gd name="T53" fmla="*/ 85725 h 49"/>
              <a:gd name="T54" fmla="*/ 66675 w 47"/>
              <a:gd name="T55" fmla="*/ 82550 h 49"/>
              <a:gd name="T56" fmla="*/ 142875 w 47"/>
              <a:gd name="T57" fmla="*/ 82550 h 49"/>
              <a:gd name="T58" fmla="*/ 142875 w 47"/>
              <a:gd name="T59" fmla="*/ 34925 h 49"/>
              <a:gd name="T60" fmla="*/ 130175 w 47"/>
              <a:gd name="T61" fmla="*/ 34925 h 49"/>
              <a:gd name="T62" fmla="*/ 130175 w 47"/>
              <a:gd name="T63" fmla="*/ 57150 h 49"/>
              <a:gd name="T64" fmla="*/ 123825 w 47"/>
              <a:gd name="T65" fmla="*/ 63500 h 49"/>
              <a:gd name="T66" fmla="*/ 123825 w 47"/>
              <a:gd name="T67" fmla="*/ 63500 h 49"/>
              <a:gd name="T68" fmla="*/ 6350 w 47"/>
              <a:gd name="T69" fmla="*/ 63500 h 49"/>
              <a:gd name="T70" fmla="*/ 0 w 47"/>
              <a:gd name="T71" fmla="*/ 57150 h 49"/>
              <a:gd name="T72" fmla="*/ 0 w 47"/>
              <a:gd name="T73" fmla="*/ 57150 h 49"/>
              <a:gd name="T74" fmla="*/ 0 w 47"/>
              <a:gd name="T75" fmla="*/ 6350 h 49"/>
              <a:gd name="T76" fmla="*/ 6350 w 47"/>
              <a:gd name="T77" fmla="*/ 0 h 49"/>
              <a:gd name="T78" fmla="*/ 6350 w 47"/>
              <a:gd name="T79" fmla="*/ 0 h 49"/>
              <a:gd name="T80" fmla="*/ 123825 w 47"/>
              <a:gd name="T81" fmla="*/ 0 h 49"/>
              <a:gd name="T82" fmla="*/ 130175 w 47"/>
              <a:gd name="T83" fmla="*/ 6350 h 49"/>
              <a:gd name="T84" fmla="*/ 130175 w 47"/>
              <a:gd name="T85" fmla="*/ 6350 h 49"/>
              <a:gd name="T86" fmla="*/ 130175 w 47"/>
              <a:gd name="T87" fmla="*/ 28575 h 49"/>
              <a:gd name="T88" fmla="*/ 117475 w 47"/>
              <a:gd name="T89" fmla="*/ 12700 h 49"/>
              <a:gd name="T90" fmla="*/ 117475 w 47"/>
              <a:gd name="T91" fmla="*/ 12700 h 49"/>
              <a:gd name="T92" fmla="*/ 12700 w 47"/>
              <a:gd name="T93" fmla="*/ 12700 h 49"/>
              <a:gd name="T94" fmla="*/ 12700 w 47"/>
              <a:gd name="T95" fmla="*/ 50800 h 49"/>
              <a:gd name="T96" fmla="*/ 117475 w 47"/>
              <a:gd name="T97" fmla="*/ 50800 h 49"/>
              <a:gd name="T98" fmla="*/ 117475 w 47"/>
              <a:gd name="T99" fmla="*/ 12700 h 49"/>
              <a:gd name="T100" fmla="*/ 66675 w 47"/>
              <a:gd name="T101" fmla="*/ 117475 h 49"/>
              <a:gd name="T102" fmla="*/ 66675 w 47"/>
              <a:gd name="T103" fmla="*/ 117475 h 49"/>
              <a:gd name="T104" fmla="*/ 66675 w 47"/>
              <a:gd name="T105" fmla="*/ 117475 h 49"/>
              <a:gd name="T106" fmla="*/ 66675 w 47"/>
              <a:gd name="T107" fmla="*/ 117475 h 49"/>
              <a:gd name="T108" fmla="*/ 53975 w 47"/>
              <a:gd name="T109" fmla="*/ 117475 h 49"/>
              <a:gd name="T110" fmla="*/ 53975 w 47"/>
              <a:gd name="T111" fmla="*/ 133350 h 49"/>
              <a:gd name="T112" fmla="*/ 53975 w 47"/>
              <a:gd name="T113" fmla="*/ 149225 h 49"/>
              <a:gd name="T114" fmla="*/ 66675 w 47"/>
              <a:gd name="T115" fmla="*/ 149225 h 49"/>
              <a:gd name="T116" fmla="*/ 79375 w 47"/>
              <a:gd name="T117" fmla="*/ 149225 h 49"/>
              <a:gd name="T118" fmla="*/ 79375 w 47"/>
              <a:gd name="T119" fmla="*/ 133350 h 49"/>
              <a:gd name="T120" fmla="*/ 79375 w 47"/>
              <a:gd name="T121" fmla="*/ 117475 h 49"/>
              <a:gd name="T122" fmla="*/ 66675 w 47"/>
              <a:gd name="T123" fmla="*/ 117475 h 49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7" h="49">
                <a:moveTo>
                  <a:pt x="41" y="9"/>
                </a:moveTo>
                <a:cubicBezTo>
                  <a:pt x="46" y="9"/>
                  <a:pt x="46" y="9"/>
                  <a:pt x="46" y="9"/>
                </a:cubicBezTo>
                <a:cubicBezTo>
                  <a:pt x="47" y="9"/>
                  <a:pt x="47" y="9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7" y="27"/>
                  <a:pt x="47" y="27"/>
                  <a:pt x="47" y="27"/>
                </a:cubicBezTo>
                <a:cubicBezTo>
                  <a:pt x="47" y="28"/>
                  <a:pt x="47" y="28"/>
                  <a:pt x="46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35"/>
                  <a:pt x="22" y="35"/>
                  <a:pt x="22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7" y="35"/>
                  <a:pt x="27" y="36"/>
                  <a:pt x="27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9"/>
                  <a:pt x="27" y="49"/>
                  <a:pt x="26" y="49"/>
                </a:cubicBezTo>
                <a:cubicBezTo>
                  <a:pt x="26" y="49"/>
                  <a:pt x="26" y="49"/>
                  <a:pt x="26" y="49"/>
                </a:cubicBezTo>
                <a:cubicBezTo>
                  <a:pt x="21" y="49"/>
                  <a:pt x="21" y="49"/>
                  <a:pt x="21" y="49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49"/>
                  <a:pt x="14" y="49"/>
                  <a:pt x="14" y="48"/>
                </a:cubicBezTo>
                <a:cubicBezTo>
                  <a:pt x="14" y="48"/>
                  <a:pt x="14" y="48"/>
                  <a:pt x="14" y="48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6"/>
                  <a:pt x="20" y="26"/>
                  <a:pt x="21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11"/>
                  <a:pt x="45" y="11"/>
                  <a:pt x="45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1" y="18"/>
                  <a:pt x="41" y="18"/>
                  <a:pt x="41" y="18"/>
                </a:cubicBezTo>
                <a:cubicBezTo>
                  <a:pt x="41" y="19"/>
                  <a:pt x="40" y="20"/>
                  <a:pt x="39" y="20"/>
                </a:cubicBezTo>
                <a:cubicBezTo>
                  <a:pt x="39" y="20"/>
                  <a:pt x="39" y="20"/>
                  <a:pt x="39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1" y="20"/>
                  <a:pt x="0" y="19"/>
                  <a:pt x="0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2"/>
                  <a:pt x="41" y="2"/>
                  <a:pt x="41" y="2"/>
                </a:cubicBezTo>
                <a:cubicBezTo>
                  <a:pt x="41" y="9"/>
                  <a:pt x="41" y="9"/>
                  <a:pt x="41" y="9"/>
                </a:cubicBezTo>
                <a:close/>
                <a:moveTo>
                  <a:pt x="37" y="4"/>
                </a:moveTo>
                <a:cubicBezTo>
                  <a:pt x="37" y="4"/>
                  <a:pt x="37" y="4"/>
                  <a:pt x="3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6"/>
                  <a:pt x="4" y="16"/>
                  <a:pt x="4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4"/>
                  <a:pt x="37" y="4"/>
                  <a:pt x="37" y="4"/>
                </a:cubicBezTo>
                <a:close/>
                <a:moveTo>
                  <a:pt x="21" y="37"/>
                </a:moveTo>
                <a:cubicBezTo>
                  <a:pt x="21" y="37"/>
                  <a:pt x="21" y="37"/>
                  <a:pt x="21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42"/>
                  <a:pt x="17" y="42"/>
                  <a:pt x="17" y="42"/>
                </a:cubicBezTo>
                <a:cubicBezTo>
                  <a:pt x="17" y="47"/>
                  <a:pt x="17" y="47"/>
                  <a:pt x="17" y="47"/>
                </a:cubicBezTo>
                <a:cubicBezTo>
                  <a:pt x="21" y="47"/>
                  <a:pt x="21" y="47"/>
                  <a:pt x="21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2"/>
                  <a:pt x="25" y="42"/>
                  <a:pt x="25" y="42"/>
                </a:cubicBezTo>
                <a:cubicBezTo>
                  <a:pt x="25" y="37"/>
                  <a:pt x="25" y="37"/>
                  <a:pt x="25" y="37"/>
                </a:cubicBezTo>
                <a:cubicBezTo>
                  <a:pt x="21" y="37"/>
                  <a:pt x="21" y="37"/>
                  <a:pt x="21" y="3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64" name="Freeform 298">
            <a:extLst>
              <a:ext uri="{FF2B5EF4-FFF2-40B4-BE49-F238E27FC236}">
                <a16:creationId xmlns:a16="http://schemas.microsoft.com/office/drawing/2014/main" id="{3BAC3115-AC69-2511-3D6B-5C941F215E4A}"/>
              </a:ext>
            </a:extLst>
          </p:cNvPr>
          <p:cNvSpPr>
            <a:spLocks noEditPoints="1"/>
          </p:cNvSpPr>
          <p:nvPr/>
        </p:nvSpPr>
        <p:spPr bwMode="auto">
          <a:xfrm>
            <a:off x="9132819" y="5643481"/>
            <a:ext cx="239183" cy="215900"/>
          </a:xfrm>
          <a:custGeom>
            <a:avLst/>
            <a:gdLst>
              <a:gd name="T0" fmla="*/ 70473 w 56"/>
              <a:gd name="T1" fmla="*/ 34925 h 51"/>
              <a:gd name="T2" fmla="*/ 64067 w 56"/>
              <a:gd name="T3" fmla="*/ 31750 h 51"/>
              <a:gd name="T4" fmla="*/ 51253 w 56"/>
              <a:gd name="T5" fmla="*/ 31750 h 51"/>
              <a:gd name="T6" fmla="*/ 44847 w 56"/>
              <a:gd name="T7" fmla="*/ 34925 h 51"/>
              <a:gd name="T8" fmla="*/ 44847 w 56"/>
              <a:gd name="T9" fmla="*/ 44450 h 51"/>
              <a:gd name="T10" fmla="*/ 44847 w 56"/>
              <a:gd name="T11" fmla="*/ 50800 h 51"/>
              <a:gd name="T12" fmla="*/ 54457 w 56"/>
              <a:gd name="T13" fmla="*/ 50800 h 51"/>
              <a:gd name="T14" fmla="*/ 67270 w 56"/>
              <a:gd name="T15" fmla="*/ 50800 h 51"/>
              <a:gd name="T16" fmla="*/ 76880 w 56"/>
              <a:gd name="T17" fmla="*/ 63500 h 51"/>
              <a:gd name="T18" fmla="*/ 76880 w 56"/>
              <a:gd name="T19" fmla="*/ 76200 h 51"/>
              <a:gd name="T20" fmla="*/ 60863 w 56"/>
              <a:gd name="T21" fmla="*/ 85725 h 51"/>
              <a:gd name="T22" fmla="*/ 54457 w 56"/>
              <a:gd name="T23" fmla="*/ 88900 h 51"/>
              <a:gd name="T24" fmla="*/ 38440 w 56"/>
              <a:gd name="T25" fmla="*/ 82550 h 51"/>
              <a:gd name="T26" fmla="*/ 44847 w 56"/>
              <a:gd name="T27" fmla="*/ 76200 h 51"/>
              <a:gd name="T28" fmla="*/ 51253 w 56"/>
              <a:gd name="T29" fmla="*/ 79375 h 51"/>
              <a:gd name="T30" fmla="*/ 64067 w 56"/>
              <a:gd name="T31" fmla="*/ 79375 h 51"/>
              <a:gd name="T32" fmla="*/ 70473 w 56"/>
              <a:gd name="T33" fmla="*/ 76200 h 51"/>
              <a:gd name="T34" fmla="*/ 67270 w 56"/>
              <a:gd name="T35" fmla="*/ 60325 h 51"/>
              <a:gd name="T36" fmla="*/ 54457 w 56"/>
              <a:gd name="T37" fmla="*/ 60325 h 51"/>
              <a:gd name="T38" fmla="*/ 48050 w 56"/>
              <a:gd name="T39" fmla="*/ 60325 h 51"/>
              <a:gd name="T40" fmla="*/ 35237 w 56"/>
              <a:gd name="T41" fmla="*/ 44450 h 51"/>
              <a:gd name="T42" fmla="*/ 35237 w 56"/>
              <a:gd name="T43" fmla="*/ 41275 h 51"/>
              <a:gd name="T44" fmla="*/ 48050 w 56"/>
              <a:gd name="T45" fmla="*/ 25400 h 51"/>
              <a:gd name="T46" fmla="*/ 57660 w 56"/>
              <a:gd name="T47" fmla="*/ 19050 h 51"/>
              <a:gd name="T48" fmla="*/ 67270 w 56"/>
              <a:gd name="T49" fmla="*/ 25400 h 51"/>
              <a:gd name="T50" fmla="*/ 156964 w 56"/>
              <a:gd name="T51" fmla="*/ 123825 h 51"/>
              <a:gd name="T52" fmla="*/ 172980 w 56"/>
              <a:gd name="T53" fmla="*/ 127000 h 51"/>
              <a:gd name="T54" fmla="*/ 156964 w 56"/>
              <a:gd name="T55" fmla="*/ 161925 h 51"/>
              <a:gd name="T56" fmla="*/ 32033 w 56"/>
              <a:gd name="T57" fmla="*/ 142875 h 51"/>
              <a:gd name="T58" fmla="*/ 54457 w 56"/>
              <a:gd name="T59" fmla="*/ 123825 h 51"/>
              <a:gd name="T60" fmla="*/ 57660 w 56"/>
              <a:gd name="T61" fmla="*/ 0 h 51"/>
              <a:gd name="T62" fmla="*/ 160167 w 56"/>
              <a:gd name="T63" fmla="*/ 101600 h 51"/>
              <a:gd name="T64" fmla="*/ 57660 w 56"/>
              <a:gd name="T65" fmla="*/ 130175 h 51"/>
              <a:gd name="T66" fmla="*/ 38440 w 56"/>
              <a:gd name="T67" fmla="*/ 142875 h 51"/>
              <a:gd name="T68" fmla="*/ 83287 w 56"/>
              <a:gd name="T69" fmla="*/ 152400 h 51"/>
              <a:gd name="T70" fmla="*/ 124930 w 56"/>
              <a:gd name="T71" fmla="*/ 152400 h 51"/>
              <a:gd name="T72" fmla="*/ 166574 w 56"/>
              <a:gd name="T73" fmla="*/ 149225 h 51"/>
              <a:gd name="T74" fmla="*/ 156964 w 56"/>
              <a:gd name="T75" fmla="*/ 130175 h 51"/>
              <a:gd name="T76" fmla="*/ 124930 w 56"/>
              <a:gd name="T77" fmla="*/ 152400 h 51"/>
              <a:gd name="T78" fmla="*/ 121727 w 56"/>
              <a:gd name="T79" fmla="*/ 85725 h 51"/>
              <a:gd name="T80" fmla="*/ 115320 w 56"/>
              <a:gd name="T81" fmla="*/ 79375 h 51"/>
              <a:gd name="T82" fmla="*/ 105710 w 56"/>
              <a:gd name="T83" fmla="*/ 79375 h 51"/>
              <a:gd name="T84" fmla="*/ 96100 w 56"/>
              <a:gd name="T85" fmla="*/ 98425 h 51"/>
              <a:gd name="T86" fmla="*/ 108914 w 56"/>
              <a:gd name="T87" fmla="*/ 98425 h 51"/>
              <a:gd name="T88" fmla="*/ 115320 w 56"/>
              <a:gd name="T89" fmla="*/ 98425 h 51"/>
              <a:gd name="T90" fmla="*/ 124930 w 56"/>
              <a:gd name="T91" fmla="*/ 114300 h 51"/>
              <a:gd name="T92" fmla="*/ 121727 w 56"/>
              <a:gd name="T93" fmla="*/ 130175 h 51"/>
              <a:gd name="T94" fmla="*/ 108914 w 56"/>
              <a:gd name="T95" fmla="*/ 136525 h 51"/>
              <a:gd name="T96" fmla="*/ 99304 w 56"/>
              <a:gd name="T97" fmla="*/ 133350 h 51"/>
              <a:gd name="T98" fmla="*/ 83287 w 56"/>
              <a:gd name="T99" fmla="*/ 123825 h 51"/>
              <a:gd name="T100" fmla="*/ 92897 w 56"/>
              <a:gd name="T101" fmla="*/ 123825 h 51"/>
              <a:gd name="T102" fmla="*/ 99304 w 56"/>
              <a:gd name="T103" fmla="*/ 127000 h 51"/>
              <a:gd name="T104" fmla="*/ 115320 w 56"/>
              <a:gd name="T105" fmla="*/ 127000 h 51"/>
              <a:gd name="T106" fmla="*/ 118524 w 56"/>
              <a:gd name="T107" fmla="*/ 111125 h 51"/>
              <a:gd name="T108" fmla="*/ 112117 w 56"/>
              <a:gd name="T109" fmla="*/ 107950 h 51"/>
              <a:gd name="T110" fmla="*/ 99304 w 56"/>
              <a:gd name="T111" fmla="*/ 107950 h 51"/>
              <a:gd name="T112" fmla="*/ 86490 w 56"/>
              <a:gd name="T113" fmla="*/ 104775 h 51"/>
              <a:gd name="T114" fmla="*/ 89694 w 56"/>
              <a:gd name="T115" fmla="*/ 142875 h 51"/>
              <a:gd name="T116" fmla="*/ 147354 w 56"/>
              <a:gd name="T117" fmla="*/ 101600 h 51"/>
              <a:gd name="T118" fmla="*/ 108914 w 56"/>
              <a:gd name="T119" fmla="*/ 73025 h 51"/>
              <a:gd name="T120" fmla="*/ 124930 w 56"/>
              <a:gd name="T121" fmla="*/ 82550 h 51"/>
              <a:gd name="T122" fmla="*/ 12813 w 56"/>
              <a:gd name="T123" fmla="*/ 53975 h 51"/>
              <a:gd name="T124" fmla="*/ 57660 w 56"/>
              <a:gd name="T125" fmla="*/ 12700 h 51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56" h="51">
                <a:moveTo>
                  <a:pt x="24" y="11"/>
                </a:moveTo>
                <a:cubicBezTo>
                  <a:pt x="24" y="12"/>
                  <a:pt x="24" y="13"/>
                  <a:pt x="23" y="13"/>
                </a:cubicBezTo>
                <a:cubicBezTo>
                  <a:pt x="22" y="13"/>
                  <a:pt x="22" y="12"/>
                  <a:pt x="22" y="11"/>
                </a:cubicBezTo>
                <a:cubicBezTo>
                  <a:pt x="22" y="11"/>
                  <a:pt x="22" y="11"/>
                  <a:pt x="21" y="11"/>
                </a:cubicBezTo>
                <a:cubicBezTo>
                  <a:pt x="21" y="10"/>
                  <a:pt x="21" y="10"/>
                  <a:pt x="21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4" y="10"/>
                  <a:pt x="14" y="10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6"/>
                  <a:pt x="14" y="16"/>
                </a:cubicBezTo>
                <a:cubicBezTo>
                  <a:pt x="14" y="16"/>
                  <a:pt x="14" y="16"/>
                  <a:pt x="15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2" y="16"/>
                  <a:pt x="22" y="17"/>
                  <a:pt x="23" y="17"/>
                </a:cubicBezTo>
                <a:cubicBezTo>
                  <a:pt x="24" y="18"/>
                  <a:pt x="24" y="19"/>
                  <a:pt x="24" y="20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5"/>
                  <a:pt x="24" y="25"/>
                  <a:pt x="23" y="26"/>
                </a:cubicBezTo>
                <a:cubicBezTo>
                  <a:pt x="22" y="27"/>
                  <a:pt x="22" y="27"/>
                  <a:pt x="21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9"/>
                  <a:pt x="18" y="29"/>
                  <a:pt x="18" y="29"/>
                </a:cubicBezTo>
                <a:cubicBezTo>
                  <a:pt x="17" y="29"/>
                  <a:pt x="17" y="29"/>
                  <a:pt x="17" y="28"/>
                </a:cubicBezTo>
                <a:cubicBezTo>
                  <a:pt x="17" y="27"/>
                  <a:pt x="17" y="27"/>
                  <a:pt x="17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4" y="27"/>
                  <a:pt x="13" y="27"/>
                  <a:pt x="12" y="26"/>
                </a:cubicBezTo>
                <a:cubicBezTo>
                  <a:pt x="12" y="25"/>
                  <a:pt x="11" y="25"/>
                  <a:pt x="11" y="24"/>
                </a:cubicBezTo>
                <a:cubicBezTo>
                  <a:pt x="11" y="23"/>
                  <a:pt x="12" y="23"/>
                  <a:pt x="12" y="23"/>
                </a:cubicBezTo>
                <a:cubicBezTo>
                  <a:pt x="13" y="23"/>
                  <a:pt x="14" y="23"/>
                  <a:pt x="14" y="24"/>
                </a:cubicBezTo>
                <a:cubicBezTo>
                  <a:pt x="14" y="24"/>
                  <a:pt x="14" y="24"/>
                  <a:pt x="14" y="25"/>
                </a:cubicBezTo>
                <a:cubicBezTo>
                  <a:pt x="14" y="25"/>
                  <a:pt x="14" y="25"/>
                  <a:pt x="15" y="25"/>
                </a:cubicBezTo>
                <a:cubicBezTo>
                  <a:pt x="16" y="25"/>
                  <a:pt x="16" y="25"/>
                  <a:pt x="16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2"/>
                  <a:pt x="22" y="21"/>
                  <a:pt x="22" y="20"/>
                </a:cubicBezTo>
                <a:cubicBezTo>
                  <a:pt x="22" y="20"/>
                  <a:pt x="22" y="19"/>
                  <a:pt x="2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7" y="19"/>
                  <a:pt x="17" y="19"/>
                  <a:pt x="17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4" y="19"/>
                  <a:pt x="13" y="18"/>
                  <a:pt x="12" y="18"/>
                </a:cubicBezTo>
                <a:cubicBezTo>
                  <a:pt x="12" y="17"/>
                  <a:pt x="11" y="16"/>
                  <a:pt x="11" y="15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0"/>
                  <a:pt x="12" y="10"/>
                  <a:pt x="12" y="9"/>
                </a:cubicBezTo>
                <a:cubicBezTo>
                  <a:pt x="13" y="8"/>
                  <a:pt x="14" y="8"/>
                  <a:pt x="15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6"/>
                  <a:pt x="17" y="6"/>
                  <a:pt x="18" y="6"/>
                </a:cubicBezTo>
                <a:cubicBezTo>
                  <a:pt x="18" y="6"/>
                  <a:pt x="19" y="6"/>
                  <a:pt x="19" y="7"/>
                </a:cubicBezTo>
                <a:cubicBezTo>
                  <a:pt x="19" y="8"/>
                  <a:pt x="19" y="8"/>
                  <a:pt x="19" y="8"/>
                </a:cubicBezTo>
                <a:cubicBezTo>
                  <a:pt x="21" y="8"/>
                  <a:pt x="21" y="8"/>
                  <a:pt x="21" y="8"/>
                </a:cubicBezTo>
                <a:cubicBezTo>
                  <a:pt x="22" y="8"/>
                  <a:pt x="22" y="8"/>
                  <a:pt x="23" y="9"/>
                </a:cubicBezTo>
                <a:cubicBezTo>
                  <a:pt x="24" y="10"/>
                  <a:pt x="24" y="10"/>
                  <a:pt x="24" y="11"/>
                </a:cubicBezTo>
                <a:close/>
                <a:moveTo>
                  <a:pt x="49" y="39"/>
                </a:moveTo>
                <a:cubicBezTo>
                  <a:pt x="49" y="39"/>
                  <a:pt x="49" y="39"/>
                  <a:pt x="49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51" y="39"/>
                  <a:pt x="53" y="39"/>
                  <a:pt x="54" y="40"/>
                </a:cubicBezTo>
                <a:cubicBezTo>
                  <a:pt x="55" y="42"/>
                  <a:pt x="56" y="43"/>
                  <a:pt x="56" y="45"/>
                </a:cubicBezTo>
                <a:cubicBezTo>
                  <a:pt x="56" y="46"/>
                  <a:pt x="55" y="48"/>
                  <a:pt x="54" y="49"/>
                </a:cubicBezTo>
                <a:cubicBezTo>
                  <a:pt x="53" y="50"/>
                  <a:pt x="51" y="51"/>
                  <a:pt x="49" y="51"/>
                </a:cubicBezTo>
                <a:cubicBezTo>
                  <a:pt x="16" y="51"/>
                  <a:pt x="16" y="51"/>
                  <a:pt x="16" y="51"/>
                </a:cubicBezTo>
                <a:cubicBezTo>
                  <a:pt x="14" y="51"/>
                  <a:pt x="13" y="50"/>
                  <a:pt x="12" y="49"/>
                </a:cubicBezTo>
                <a:cubicBezTo>
                  <a:pt x="11" y="48"/>
                  <a:pt x="10" y="46"/>
                  <a:pt x="10" y="45"/>
                </a:cubicBezTo>
                <a:cubicBezTo>
                  <a:pt x="10" y="43"/>
                  <a:pt x="11" y="42"/>
                  <a:pt x="12" y="40"/>
                </a:cubicBezTo>
                <a:cubicBezTo>
                  <a:pt x="13" y="39"/>
                  <a:pt x="14" y="39"/>
                  <a:pt x="16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6" y="37"/>
                  <a:pt x="16" y="36"/>
                  <a:pt x="16" y="35"/>
                </a:cubicBezTo>
                <a:cubicBezTo>
                  <a:pt x="7" y="34"/>
                  <a:pt x="0" y="26"/>
                  <a:pt x="0" y="17"/>
                </a:cubicBezTo>
                <a:cubicBezTo>
                  <a:pt x="0" y="8"/>
                  <a:pt x="8" y="0"/>
                  <a:pt x="18" y="0"/>
                </a:cubicBezTo>
                <a:cubicBezTo>
                  <a:pt x="26" y="0"/>
                  <a:pt x="34" y="7"/>
                  <a:pt x="35" y="15"/>
                </a:cubicBezTo>
                <a:cubicBezTo>
                  <a:pt x="36" y="16"/>
                  <a:pt x="38" y="16"/>
                  <a:pt x="39" y="17"/>
                </a:cubicBezTo>
                <a:cubicBezTo>
                  <a:pt x="46" y="19"/>
                  <a:pt x="50" y="26"/>
                  <a:pt x="50" y="32"/>
                </a:cubicBezTo>
                <a:cubicBezTo>
                  <a:pt x="50" y="35"/>
                  <a:pt x="49" y="37"/>
                  <a:pt x="49" y="39"/>
                </a:cubicBezTo>
                <a:close/>
                <a:moveTo>
                  <a:pt x="18" y="41"/>
                </a:moveTo>
                <a:cubicBezTo>
                  <a:pt x="18" y="41"/>
                  <a:pt x="18" y="41"/>
                  <a:pt x="18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5" y="41"/>
                  <a:pt x="14" y="41"/>
                  <a:pt x="13" y="42"/>
                </a:cubicBezTo>
                <a:cubicBezTo>
                  <a:pt x="13" y="43"/>
                  <a:pt x="12" y="44"/>
                  <a:pt x="12" y="45"/>
                </a:cubicBezTo>
                <a:cubicBezTo>
                  <a:pt x="12" y="46"/>
                  <a:pt x="13" y="47"/>
                  <a:pt x="13" y="47"/>
                </a:cubicBezTo>
                <a:cubicBezTo>
                  <a:pt x="14" y="48"/>
                  <a:pt x="15" y="48"/>
                  <a:pt x="16" y="48"/>
                </a:cubicBezTo>
                <a:cubicBezTo>
                  <a:pt x="26" y="48"/>
                  <a:pt x="26" y="48"/>
                  <a:pt x="26" y="48"/>
                </a:cubicBezTo>
                <a:cubicBezTo>
                  <a:pt x="26" y="48"/>
                  <a:pt x="26" y="48"/>
                  <a:pt x="26" y="48"/>
                </a:cubicBezTo>
                <a:cubicBezTo>
                  <a:pt x="22" y="47"/>
                  <a:pt x="20" y="44"/>
                  <a:pt x="18" y="41"/>
                </a:cubicBezTo>
                <a:close/>
                <a:moveTo>
                  <a:pt x="39" y="48"/>
                </a:moveTo>
                <a:cubicBezTo>
                  <a:pt x="39" y="48"/>
                  <a:pt x="39" y="48"/>
                  <a:pt x="3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1" y="48"/>
                  <a:pt x="51" y="48"/>
                  <a:pt x="52" y="47"/>
                </a:cubicBezTo>
                <a:cubicBezTo>
                  <a:pt x="53" y="47"/>
                  <a:pt x="53" y="46"/>
                  <a:pt x="53" y="45"/>
                </a:cubicBezTo>
                <a:cubicBezTo>
                  <a:pt x="53" y="44"/>
                  <a:pt x="53" y="43"/>
                  <a:pt x="52" y="42"/>
                </a:cubicBezTo>
                <a:cubicBezTo>
                  <a:pt x="51" y="41"/>
                  <a:pt x="51" y="41"/>
                  <a:pt x="49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7" y="42"/>
                  <a:pt x="46" y="44"/>
                  <a:pt x="45" y="45"/>
                </a:cubicBezTo>
                <a:cubicBezTo>
                  <a:pt x="43" y="46"/>
                  <a:pt x="41" y="48"/>
                  <a:pt x="39" y="48"/>
                </a:cubicBezTo>
                <a:close/>
                <a:moveTo>
                  <a:pt x="39" y="26"/>
                </a:moveTo>
                <a:cubicBezTo>
                  <a:pt x="39" y="26"/>
                  <a:pt x="39" y="26"/>
                  <a:pt x="39" y="26"/>
                </a:cubicBezTo>
                <a:cubicBezTo>
                  <a:pt x="39" y="27"/>
                  <a:pt x="39" y="27"/>
                  <a:pt x="38" y="27"/>
                </a:cubicBezTo>
                <a:cubicBezTo>
                  <a:pt x="37" y="27"/>
                  <a:pt x="37" y="27"/>
                  <a:pt x="37" y="26"/>
                </a:cubicBezTo>
                <a:cubicBezTo>
                  <a:pt x="37" y="26"/>
                  <a:pt x="37" y="26"/>
                  <a:pt x="36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35" y="25"/>
                  <a:pt x="35" y="25"/>
                  <a:pt x="35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2" y="27"/>
                  <a:pt x="31" y="29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9" y="31"/>
                  <a:pt x="3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6" y="31"/>
                  <a:pt x="36" y="31"/>
                  <a:pt x="36" y="31"/>
                </a:cubicBezTo>
                <a:cubicBezTo>
                  <a:pt x="36" y="31"/>
                  <a:pt x="36" y="31"/>
                  <a:pt x="36" y="31"/>
                </a:cubicBezTo>
                <a:cubicBezTo>
                  <a:pt x="37" y="31"/>
                  <a:pt x="37" y="32"/>
                  <a:pt x="38" y="32"/>
                </a:cubicBezTo>
                <a:cubicBezTo>
                  <a:pt x="39" y="33"/>
                  <a:pt x="39" y="34"/>
                  <a:pt x="39" y="35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40"/>
                  <a:pt x="39" y="40"/>
                  <a:pt x="38" y="41"/>
                </a:cubicBezTo>
                <a:cubicBezTo>
                  <a:pt x="37" y="42"/>
                  <a:pt x="36" y="42"/>
                  <a:pt x="36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3"/>
                  <a:pt x="34" y="43"/>
                  <a:pt x="34" y="43"/>
                </a:cubicBezTo>
                <a:cubicBezTo>
                  <a:pt x="34" y="44"/>
                  <a:pt x="33" y="44"/>
                  <a:pt x="33" y="44"/>
                </a:cubicBezTo>
                <a:cubicBezTo>
                  <a:pt x="32" y="44"/>
                  <a:pt x="31" y="44"/>
                  <a:pt x="31" y="43"/>
                </a:cubicBezTo>
                <a:cubicBezTo>
                  <a:pt x="31" y="42"/>
                  <a:pt x="31" y="42"/>
                  <a:pt x="31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29" y="42"/>
                  <a:pt x="28" y="42"/>
                  <a:pt x="27" y="41"/>
                </a:cubicBezTo>
                <a:cubicBezTo>
                  <a:pt x="27" y="40"/>
                  <a:pt x="26" y="40"/>
                  <a:pt x="26" y="39"/>
                </a:cubicBezTo>
                <a:cubicBezTo>
                  <a:pt x="26" y="38"/>
                  <a:pt x="27" y="37"/>
                  <a:pt x="27" y="37"/>
                </a:cubicBezTo>
                <a:cubicBezTo>
                  <a:pt x="28" y="37"/>
                  <a:pt x="29" y="38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40"/>
                  <a:pt x="29" y="40"/>
                  <a:pt x="30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5" y="40"/>
                  <a:pt x="35" y="40"/>
                  <a:pt x="35" y="40"/>
                </a:cubicBezTo>
                <a:cubicBezTo>
                  <a:pt x="36" y="40"/>
                  <a:pt x="36" y="40"/>
                  <a:pt x="36" y="40"/>
                </a:cubicBezTo>
                <a:cubicBezTo>
                  <a:pt x="36" y="40"/>
                  <a:pt x="36" y="40"/>
                  <a:pt x="36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7"/>
                  <a:pt x="37" y="36"/>
                  <a:pt x="37" y="35"/>
                </a:cubicBezTo>
                <a:cubicBezTo>
                  <a:pt x="37" y="35"/>
                  <a:pt x="37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30" y="34"/>
                  <a:pt x="30" y="34"/>
                  <a:pt x="30" y="34"/>
                </a:cubicBezTo>
                <a:cubicBezTo>
                  <a:pt x="30" y="34"/>
                  <a:pt x="30" y="34"/>
                  <a:pt x="30" y="34"/>
                </a:cubicBezTo>
                <a:cubicBezTo>
                  <a:pt x="29" y="34"/>
                  <a:pt x="28" y="33"/>
                  <a:pt x="27" y="33"/>
                </a:cubicBezTo>
                <a:cubicBezTo>
                  <a:pt x="27" y="32"/>
                  <a:pt x="27" y="32"/>
                  <a:pt x="27" y="32"/>
                </a:cubicBezTo>
                <a:cubicBezTo>
                  <a:pt x="25" y="33"/>
                  <a:pt x="22" y="34"/>
                  <a:pt x="19" y="35"/>
                </a:cubicBezTo>
                <a:cubicBezTo>
                  <a:pt x="20" y="39"/>
                  <a:pt x="23" y="43"/>
                  <a:pt x="28" y="45"/>
                </a:cubicBezTo>
                <a:cubicBezTo>
                  <a:pt x="29" y="45"/>
                  <a:pt x="31" y="46"/>
                  <a:pt x="33" y="46"/>
                </a:cubicBezTo>
                <a:cubicBezTo>
                  <a:pt x="36" y="46"/>
                  <a:pt x="40" y="44"/>
                  <a:pt x="42" y="42"/>
                </a:cubicBezTo>
                <a:cubicBezTo>
                  <a:pt x="45" y="39"/>
                  <a:pt x="46" y="36"/>
                  <a:pt x="46" y="32"/>
                </a:cubicBezTo>
                <a:cubicBezTo>
                  <a:pt x="46" y="27"/>
                  <a:pt x="43" y="22"/>
                  <a:pt x="38" y="20"/>
                </a:cubicBezTo>
                <a:cubicBezTo>
                  <a:pt x="37" y="20"/>
                  <a:pt x="36" y="19"/>
                  <a:pt x="35" y="19"/>
                </a:cubicBezTo>
                <a:cubicBezTo>
                  <a:pt x="35" y="21"/>
                  <a:pt x="34" y="22"/>
                  <a:pt x="34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6" y="23"/>
                  <a:pt x="37" y="23"/>
                  <a:pt x="38" y="24"/>
                </a:cubicBezTo>
                <a:cubicBezTo>
                  <a:pt x="39" y="25"/>
                  <a:pt x="39" y="25"/>
                  <a:pt x="39" y="26"/>
                </a:cubicBezTo>
                <a:close/>
                <a:moveTo>
                  <a:pt x="18" y="4"/>
                </a:moveTo>
                <a:cubicBezTo>
                  <a:pt x="18" y="4"/>
                  <a:pt x="18" y="4"/>
                  <a:pt x="18" y="4"/>
                </a:cubicBezTo>
                <a:cubicBezTo>
                  <a:pt x="10" y="4"/>
                  <a:pt x="4" y="10"/>
                  <a:pt x="4" y="17"/>
                </a:cubicBezTo>
                <a:cubicBezTo>
                  <a:pt x="4" y="25"/>
                  <a:pt x="10" y="31"/>
                  <a:pt x="18" y="31"/>
                </a:cubicBezTo>
                <a:cubicBezTo>
                  <a:pt x="25" y="31"/>
                  <a:pt x="31" y="25"/>
                  <a:pt x="31" y="17"/>
                </a:cubicBezTo>
                <a:cubicBezTo>
                  <a:pt x="31" y="10"/>
                  <a:pt x="25" y="4"/>
                  <a:pt x="18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65" name="Freeform 299">
            <a:extLst>
              <a:ext uri="{FF2B5EF4-FFF2-40B4-BE49-F238E27FC236}">
                <a16:creationId xmlns:a16="http://schemas.microsoft.com/office/drawing/2014/main" id="{9A8112C6-8FF6-9603-ADF6-9EC6E6A2840B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5651947"/>
            <a:ext cx="211667" cy="203200"/>
          </a:xfrm>
          <a:custGeom>
            <a:avLst/>
            <a:gdLst>
              <a:gd name="T0" fmla="*/ 95250 w 50"/>
              <a:gd name="T1" fmla="*/ 0 h 48"/>
              <a:gd name="T2" fmla="*/ 114300 w 50"/>
              <a:gd name="T3" fmla="*/ 15875 h 48"/>
              <a:gd name="T4" fmla="*/ 127000 w 50"/>
              <a:gd name="T5" fmla="*/ 22225 h 48"/>
              <a:gd name="T6" fmla="*/ 158750 w 50"/>
              <a:gd name="T7" fmla="*/ 53975 h 48"/>
              <a:gd name="T8" fmla="*/ 149225 w 50"/>
              <a:gd name="T9" fmla="*/ 142875 h 48"/>
              <a:gd name="T10" fmla="*/ 31750 w 50"/>
              <a:gd name="T11" fmla="*/ 152400 h 48"/>
              <a:gd name="T12" fmla="*/ 9525 w 50"/>
              <a:gd name="T13" fmla="*/ 142875 h 48"/>
              <a:gd name="T14" fmla="*/ 0 w 50"/>
              <a:gd name="T15" fmla="*/ 53975 h 48"/>
              <a:gd name="T16" fmla="*/ 31750 w 50"/>
              <a:gd name="T17" fmla="*/ 22225 h 48"/>
              <a:gd name="T18" fmla="*/ 44450 w 50"/>
              <a:gd name="T19" fmla="*/ 15875 h 48"/>
              <a:gd name="T20" fmla="*/ 63500 w 50"/>
              <a:gd name="T21" fmla="*/ 0 h 48"/>
              <a:gd name="T22" fmla="*/ 111125 w 50"/>
              <a:gd name="T23" fmla="*/ 34925 h 48"/>
              <a:gd name="T24" fmla="*/ 111125 w 50"/>
              <a:gd name="T25" fmla="*/ 34925 h 48"/>
              <a:gd name="T26" fmla="*/ 47625 w 50"/>
              <a:gd name="T27" fmla="*/ 34925 h 48"/>
              <a:gd name="T28" fmla="*/ 19050 w 50"/>
              <a:gd name="T29" fmla="*/ 41275 h 48"/>
              <a:gd name="T30" fmla="*/ 12700 w 50"/>
              <a:gd name="T31" fmla="*/ 53975 h 48"/>
              <a:gd name="T32" fmla="*/ 28575 w 50"/>
              <a:gd name="T33" fmla="*/ 82550 h 48"/>
              <a:gd name="T34" fmla="*/ 31750 w 50"/>
              <a:gd name="T35" fmla="*/ 66675 h 48"/>
              <a:gd name="T36" fmla="*/ 60325 w 50"/>
              <a:gd name="T37" fmla="*/ 66675 h 48"/>
              <a:gd name="T38" fmla="*/ 63500 w 50"/>
              <a:gd name="T39" fmla="*/ 73025 h 48"/>
              <a:gd name="T40" fmla="*/ 95250 w 50"/>
              <a:gd name="T41" fmla="*/ 82550 h 48"/>
              <a:gd name="T42" fmla="*/ 98425 w 50"/>
              <a:gd name="T43" fmla="*/ 66675 h 48"/>
              <a:gd name="T44" fmla="*/ 127000 w 50"/>
              <a:gd name="T45" fmla="*/ 66675 h 48"/>
              <a:gd name="T46" fmla="*/ 130175 w 50"/>
              <a:gd name="T47" fmla="*/ 73025 h 48"/>
              <a:gd name="T48" fmla="*/ 146050 w 50"/>
              <a:gd name="T49" fmla="*/ 82550 h 48"/>
              <a:gd name="T50" fmla="*/ 142875 w 50"/>
              <a:gd name="T51" fmla="*/ 41275 h 48"/>
              <a:gd name="T52" fmla="*/ 111125 w 50"/>
              <a:gd name="T53" fmla="*/ 34925 h 48"/>
              <a:gd name="T54" fmla="*/ 50800 w 50"/>
              <a:gd name="T55" fmla="*/ 22225 h 48"/>
              <a:gd name="T56" fmla="*/ 107950 w 50"/>
              <a:gd name="T57" fmla="*/ 15875 h 48"/>
              <a:gd name="T58" fmla="*/ 95250 w 50"/>
              <a:gd name="T59" fmla="*/ 6350 h 48"/>
              <a:gd name="T60" fmla="*/ 53975 w 50"/>
              <a:gd name="T61" fmla="*/ 9525 h 48"/>
              <a:gd name="T62" fmla="*/ 50800 w 50"/>
              <a:gd name="T63" fmla="*/ 22225 h 48"/>
              <a:gd name="T64" fmla="*/ 12700 w 50"/>
              <a:gd name="T65" fmla="*/ 88900 h 48"/>
              <a:gd name="T66" fmla="*/ 19050 w 50"/>
              <a:gd name="T67" fmla="*/ 133350 h 48"/>
              <a:gd name="T68" fmla="*/ 31750 w 50"/>
              <a:gd name="T69" fmla="*/ 139700 h 48"/>
              <a:gd name="T70" fmla="*/ 142875 w 50"/>
              <a:gd name="T71" fmla="*/ 133350 h 48"/>
              <a:gd name="T72" fmla="*/ 146050 w 50"/>
              <a:gd name="T73" fmla="*/ 88900 h 48"/>
              <a:gd name="T74" fmla="*/ 130175 w 50"/>
              <a:gd name="T75" fmla="*/ 101600 h 48"/>
              <a:gd name="T76" fmla="*/ 127000 w 50"/>
              <a:gd name="T77" fmla="*/ 104775 h 48"/>
              <a:gd name="T78" fmla="*/ 95250 w 50"/>
              <a:gd name="T79" fmla="*/ 101600 h 48"/>
              <a:gd name="T80" fmla="*/ 95250 w 50"/>
              <a:gd name="T81" fmla="*/ 88900 h 48"/>
              <a:gd name="T82" fmla="*/ 63500 w 50"/>
              <a:gd name="T83" fmla="*/ 101600 h 48"/>
              <a:gd name="T84" fmla="*/ 60325 w 50"/>
              <a:gd name="T85" fmla="*/ 104775 h 48"/>
              <a:gd name="T86" fmla="*/ 28575 w 50"/>
              <a:gd name="T87" fmla="*/ 101600 h 48"/>
              <a:gd name="T88" fmla="*/ 28575 w 50"/>
              <a:gd name="T89" fmla="*/ 88900 h 48"/>
              <a:gd name="T90" fmla="*/ 57150 w 50"/>
              <a:gd name="T91" fmla="*/ 76200 h 48"/>
              <a:gd name="T92" fmla="*/ 38100 w 50"/>
              <a:gd name="T93" fmla="*/ 76200 h 48"/>
              <a:gd name="T94" fmla="*/ 38100 w 50"/>
              <a:gd name="T95" fmla="*/ 85725 h 48"/>
              <a:gd name="T96" fmla="*/ 38100 w 50"/>
              <a:gd name="T97" fmla="*/ 98425 h 48"/>
              <a:gd name="T98" fmla="*/ 57150 w 50"/>
              <a:gd name="T99" fmla="*/ 85725 h 48"/>
              <a:gd name="T100" fmla="*/ 57150 w 50"/>
              <a:gd name="T101" fmla="*/ 85725 h 48"/>
              <a:gd name="T102" fmla="*/ 120650 w 50"/>
              <a:gd name="T103" fmla="*/ 76200 h 48"/>
              <a:gd name="T104" fmla="*/ 104775 w 50"/>
              <a:gd name="T105" fmla="*/ 76200 h 48"/>
              <a:gd name="T106" fmla="*/ 104775 w 50"/>
              <a:gd name="T107" fmla="*/ 85725 h 48"/>
              <a:gd name="T108" fmla="*/ 104775 w 50"/>
              <a:gd name="T109" fmla="*/ 98425 h 48"/>
              <a:gd name="T110" fmla="*/ 120650 w 50"/>
              <a:gd name="T111" fmla="*/ 85725 h 48"/>
              <a:gd name="T112" fmla="*/ 120650 w 50"/>
              <a:gd name="T113" fmla="*/ 85725 h 4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0" h="48">
                <a:moveTo>
                  <a:pt x="20" y="0"/>
                </a:moveTo>
                <a:cubicBezTo>
                  <a:pt x="30" y="0"/>
                  <a:pt x="30" y="0"/>
                  <a:pt x="30" y="0"/>
                </a:cubicBezTo>
                <a:cubicBezTo>
                  <a:pt x="32" y="0"/>
                  <a:pt x="33" y="0"/>
                  <a:pt x="34" y="1"/>
                </a:cubicBezTo>
                <a:cubicBezTo>
                  <a:pt x="35" y="2"/>
                  <a:pt x="36" y="4"/>
                  <a:pt x="36" y="5"/>
                </a:cubicBezTo>
                <a:cubicBezTo>
                  <a:pt x="36" y="7"/>
                  <a:pt x="36" y="7"/>
                  <a:pt x="36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3" y="7"/>
                  <a:pt x="45" y="8"/>
                  <a:pt x="47" y="10"/>
                </a:cubicBezTo>
                <a:cubicBezTo>
                  <a:pt x="49" y="12"/>
                  <a:pt x="50" y="14"/>
                  <a:pt x="50" y="17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40"/>
                  <a:pt x="49" y="43"/>
                  <a:pt x="47" y="45"/>
                </a:cubicBezTo>
                <a:cubicBezTo>
                  <a:pt x="45" y="46"/>
                  <a:pt x="43" y="48"/>
                  <a:pt x="40" y="48"/>
                </a:cubicBezTo>
                <a:cubicBezTo>
                  <a:pt x="10" y="48"/>
                  <a:pt x="10" y="48"/>
                  <a:pt x="10" y="48"/>
                </a:cubicBezTo>
                <a:cubicBezTo>
                  <a:pt x="7" y="48"/>
                  <a:pt x="5" y="46"/>
                  <a:pt x="3" y="45"/>
                </a:cubicBezTo>
                <a:cubicBezTo>
                  <a:pt x="3" y="45"/>
                  <a:pt x="3" y="45"/>
                  <a:pt x="3" y="45"/>
                </a:cubicBezTo>
                <a:cubicBezTo>
                  <a:pt x="1" y="43"/>
                  <a:pt x="0" y="40"/>
                  <a:pt x="0" y="38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4"/>
                  <a:pt x="1" y="12"/>
                  <a:pt x="3" y="10"/>
                </a:cubicBezTo>
                <a:cubicBezTo>
                  <a:pt x="5" y="8"/>
                  <a:pt x="7" y="7"/>
                  <a:pt x="10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4"/>
                  <a:pt x="15" y="2"/>
                  <a:pt x="16" y="1"/>
                </a:cubicBezTo>
                <a:cubicBezTo>
                  <a:pt x="17" y="0"/>
                  <a:pt x="18" y="0"/>
                  <a:pt x="20" y="0"/>
                </a:cubicBezTo>
                <a:close/>
                <a:moveTo>
                  <a:pt x="35" y="11"/>
                </a:move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8" y="11"/>
                  <a:pt x="7" y="11"/>
                  <a:pt x="6" y="13"/>
                </a:cubicBezTo>
                <a:cubicBezTo>
                  <a:pt x="6" y="12"/>
                  <a:pt x="6" y="12"/>
                  <a:pt x="6" y="12"/>
                </a:cubicBezTo>
                <a:cubicBezTo>
                  <a:pt x="4" y="14"/>
                  <a:pt x="4" y="15"/>
                  <a:pt x="4" y="17"/>
                </a:cubicBezTo>
                <a:cubicBezTo>
                  <a:pt x="4" y="26"/>
                  <a:pt x="4" y="26"/>
                  <a:pt x="4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22"/>
                  <a:pt x="10" y="21"/>
                  <a:pt x="10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20" y="22"/>
                  <a:pt x="20" y="23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6"/>
                  <a:pt x="20" y="26"/>
                  <a:pt x="20" y="26"/>
                </a:cubicBezTo>
                <a:cubicBezTo>
                  <a:pt x="30" y="26"/>
                  <a:pt x="30" y="26"/>
                  <a:pt x="30" y="26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2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1"/>
                  <a:pt x="41" y="22"/>
                  <a:pt x="41" y="23"/>
                </a:cubicBezTo>
                <a:cubicBezTo>
                  <a:pt x="41" y="23"/>
                  <a:pt x="41" y="23"/>
                  <a:pt x="41" y="23"/>
                </a:cubicBezTo>
                <a:cubicBezTo>
                  <a:pt x="41" y="26"/>
                  <a:pt x="41" y="26"/>
                  <a:pt x="41" y="26"/>
                </a:cubicBezTo>
                <a:cubicBezTo>
                  <a:pt x="46" y="26"/>
                  <a:pt x="46" y="26"/>
                  <a:pt x="46" y="26"/>
                </a:cubicBezTo>
                <a:cubicBezTo>
                  <a:pt x="46" y="17"/>
                  <a:pt x="46" y="17"/>
                  <a:pt x="46" y="17"/>
                </a:cubicBezTo>
                <a:cubicBezTo>
                  <a:pt x="46" y="15"/>
                  <a:pt x="46" y="14"/>
                  <a:pt x="45" y="13"/>
                </a:cubicBezTo>
                <a:cubicBezTo>
                  <a:pt x="43" y="11"/>
                  <a:pt x="42" y="11"/>
                  <a:pt x="40" y="11"/>
                </a:cubicBezTo>
                <a:cubicBezTo>
                  <a:pt x="35" y="11"/>
                  <a:pt x="35" y="11"/>
                  <a:pt x="35" y="11"/>
                </a:cubicBezTo>
                <a:close/>
                <a:moveTo>
                  <a:pt x="16" y="7"/>
                </a:moveTo>
                <a:cubicBezTo>
                  <a:pt x="16" y="7"/>
                  <a:pt x="16" y="7"/>
                  <a:pt x="16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4"/>
                  <a:pt x="33" y="3"/>
                  <a:pt x="33" y="3"/>
                </a:cubicBezTo>
                <a:cubicBezTo>
                  <a:pt x="32" y="2"/>
                  <a:pt x="31" y="2"/>
                  <a:pt x="30" y="2"/>
                </a:cubicBezTo>
                <a:cubicBezTo>
                  <a:pt x="20" y="2"/>
                  <a:pt x="20" y="2"/>
                  <a:pt x="20" y="2"/>
                </a:cubicBezTo>
                <a:cubicBezTo>
                  <a:pt x="19" y="2"/>
                  <a:pt x="18" y="2"/>
                  <a:pt x="17" y="3"/>
                </a:cubicBezTo>
                <a:cubicBezTo>
                  <a:pt x="17" y="3"/>
                  <a:pt x="16" y="4"/>
                  <a:pt x="16" y="5"/>
                </a:cubicBezTo>
                <a:cubicBezTo>
                  <a:pt x="16" y="7"/>
                  <a:pt x="16" y="7"/>
                  <a:pt x="16" y="7"/>
                </a:cubicBezTo>
                <a:close/>
                <a:moveTo>
                  <a:pt x="4" y="28"/>
                </a:moveTo>
                <a:cubicBezTo>
                  <a:pt x="4" y="28"/>
                  <a:pt x="4" y="28"/>
                  <a:pt x="4" y="28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39"/>
                  <a:pt x="4" y="41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7" y="43"/>
                  <a:pt x="8" y="44"/>
                  <a:pt x="1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2" y="44"/>
                  <a:pt x="43" y="43"/>
                  <a:pt x="45" y="42"/>
                </a:cubicBezTo>
                <a:cubicBezTo>
                  <a:pt x="46" y="41"/>
                  <a:pt x="46" y="39"/>
                  <a:pt x="46" y="38"/>
                </a:cubicBezTo>
                <a:cubicBezTo>
                  <a:pt x="46" y="28"/>
                  <a:pt x="46" y="28"/>
                  <a:pt x="46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32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0" y="32"/>
                  <a:pt x="30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30" y="28"/>
                  <a:pt x="30" y="28"/>
                  <a:pt x="3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0" y="33"/>
                  <a:pt x="10" y="33"/>
                  <a:pt x="10" y="33"/>
                </a:cubicBezTo>
                <a:cubicBezTo>
                  <a:pt x="10" y="33"/>
                  <a:pt x="9" y="32"/>
                  <a:pt x="9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28"/>
                  <a:pt x="9" y="28"/>
                  <a:pt x="9" y="28"/>
                </a:cubicBezTo>
                <a:cubicBezTo>
                  <a:pt x="4" y="28"/>
                  <a:pt x="4" y="28"/>
                  <a:pt x="4" y="28"/>
                </a:cubicBezTo>
                <a:close/>
                <a:moveTo>
                  <a:pt x="18" y="24"/>
                </a:moveTo>
                <a:cubicBezTo>
                  <a:pt x="18" y="24"/>
                  <a:pt x="18" y="24"/>
                  <a:pt x="18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31"/>
                  <a:pt x="12" y="31"/>
                  <a:pt x="12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4"/>
                  <a:pt x="18" y="24"/>
                  <a:pt x="18" y="24"/>
                </a:cubicBezTo>
                <a:close/>
                <a:moveTo>
                  <a:pt x="38" y="24"/>
                </a:moveTo>
                <a:cubicBezTo>
                  <a:pt x="38" y="24"/>
                  <a:pt x="38" y="24"/>
                  <a:pt x="38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31"/>
                  <a:pt x="33" y="31"/>
                  <a:pt x="33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24"/>
                  <a:pt x="38" y="24"/>
                  <a:pt x="38" y="2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66" name="Freeform 300">
            <a:extLst>
              <a:ext uri="{FF2B5EF4-FFF2-40B4-BE49-F238E27FC236}">
                <a16:creationId xmlns:a16="http://schemas.microsoft.com/office/drawing/2014/main" id="{6B6F0892-3348-01D4-0960-BADF4200DDDE}"/>
              </a:ext>
            </a:extLst>
          </p:cNvPr>
          <p:cNvSpPr>
            <a:spLocks noEditPoints="1"/>
          </p:cNvSpPr>
          <p:nvPr/>
        </p:nvSpPr>
        <p:spPr bwMode="auto">
          <a:xfrm>
            <a:off x="11020885" y="5241314"/>
            <a:ext cx="209549" cy="211667"/>
          </a:xfrm>
          <a:custGeom>
            <a:avLst/>
            <a:gdLst>
              <a:gd name="T0" fmla="*/ 131503 w 49"/>
              <a:gd name="T1" fmla="*/ 3175 h 50"/>
              <a:gd name="T2" fmla="*/ 137918 w 49"/>
              <a:gd name="T3" fmla="*/ 3175 h 50"/>
              <a:gd name="T4" fmla="*/ 137918 w 49"/>
              <a:gd name="T5" fmla="*/ 3175 h 50"/>
              <a:gd name="T6" fmla="*/ 153955 w 49"/>
              <a:gd name="T7" fmla="*/ 22225 h 50"/>
              <a:gd name="T8" fmla="*/ 153955 w 49"/>
              <a:gd name="T9" fmla="*/ 22225 h 50"/>
              <a:gd name="T10" fmla="*/ 157162 w 49"/>
              <a:gd name="T11" fmla="*/ 28575 h 50"/>
              <a:gd name="T12" fmla="*/ 131503 w 49"/>
              <a:gd name="T13" fmla="*/ 47625 h 50"/>
              <a:gd name="T14" fmla="*/ 115466 w 49"/>
              <a:gd name="T15" fmla="*/ 50800 h 50"/>
              <a:gd name="T16" fmla="*/ 112259 w 49"/>
              <a:gd name="T17" fmla="*/ 114300 h 50"/>
              <a:gd name="T18" fmla="*/ 76977 w 49"/>
              <a:gd name="T19" fmla="*/ 127000 h 50"/>
              <a:gd name="T20" fmla="*/ 28866 w 49"/>
              <a:gd name="T21" fmla="*/ 79375 h 50"/>
              <a:gd name="T22" fmla="*/ 76977 w 49"/>
              <a:gd name="T23" fmla="*/ 31750 h 50"/>
              <a:gd name="T24" fmla="*/ 112259 w 49"/>
              <a:gd name="T25" fmla="*/ 38100 h 50"/>
              <a:gd name="T26" fmla="*/ 109051 w 49"/>
              <a:gd name="T27" fmla="*/ 22225 h 50"/>
              <a:gd name="T28" fmla="*/ 141125 w 49"/>
              <a:gd name="T29" fmla="*/ 60325 h 50"/>
              <a:gd name="T30" fmla="*/ 150747 w 49"/>
              <a:gd name="T31" fmla="*/ 57150 h 50"/>
              <a:gd name="T32" fmla="*/ 153955 w 49"/>
              <a:gd name="T33" fmla="*/ 79375 h 50"/>
              <a:gd name="T34" fmla="*/ 76977 w 49"/>
              <a:gd name="T35" fmla="*/ 158750 h 50"/>
              <a:gd name="T36" fmla="*/ 0 w 49"/>
              <a:gd name="T37" fmla="*/ 79375 h 50"/>
              <a:gd name="T38" fmla="*/ 76977 w 49"/>
              <a:gd name="T39" fmla="*/ 3175 h 50"/>
              <a:gd name="T40" fmla="*/ 99429 w 49"/>
              <a:gd name="T41" fmla="*/ 6350 h 50"/>
              <a:gd name="T42" fmla="*/ 96222 w 49"/>
              <a:gd name="T43" fmla="*/ 19050 h 50"/>
              <a:gd name="T44" fmla="*/ 76977 w 49"/>
              <a:gd name="T45" fmla="*/ 15875 h 50"/>
              <a:gd name="T46" fmla="*/ 12830 w 49"/>
              <a:gd name="T47" fmla="*/ 79375 h 50"/>
              <a:gd name="T48" fmla="*/ 76977 w 49"/>
              <a:gd name="T49" fmla="*/ 146050 h 50"/>
              <a:gd name="T50" fmla="*/ 144332 w 49"/>
              <a:gd name="T51" fmla="*/ 79375 h 50"/>
              <a:gd name="T52" fmla="*/ 141125 w 49"/>
              <a:gd name="T53" fmla="*/ 60325 h 50"/>
              <a:gd name="T54" fmla="*/ 76977 w 49"/>
              <a:gd name="T55" fmla="*/ 57150 h 50"/>
              <a:gd name="T56" fmla="*/ 102636 w 49"/>
              <a:gd name="T57" fmla="*/ 47625 h 50"/>
              <a:gd name="T58" fmla="*/ 48111 w 49"/>
              <a:gd name="T59" fmla="*/ 50800 h 50"/>
              <a:gd name="T60" fmla="*/ 48111 w 49"/>
              <a:gd name="T61" fmla="*/ 50800 h 50"/>
              <a:gd name="T62" fmla="*/ 48111 w 49"/>
              <a:gd name="T63" fmla="*/ 107950 h 50"/>
              <a:gd name="T64" fmla="*/ 105844 w 49"/>
              <a:gd name="T65" fmla="*/ 107950 h 50"/>
              <a:gd name="T66" fmla="*/ 118673 w 49"/>
              <a:gd name="T67" fmla="*/ 79375 h 50"/>
              <a:gd name="T68" fmla="*/ 96222 w 49"/>
              <a:gd name="T69" fmla="*/ 69850 h 50"/>
              <a:gd name="T70" fmla="*/ 93014 w 49"/>
              <a:gd name="T71" fmla="*/ 95250 h 50"/>
              <a:gd name="T72" fmla="*/ 76977 w 49"/>
              <a:gd name="T73" fmla="*/ 101600 h 50"/>
              <a:gd name="T74" fmla="*/ 54526 w 49"/>
              <a:gd name="T75" fmla="*/ 79375 h 50"/>
              <a:gd name="T76" fmla="*/ 60940 w 49"/>
              <a:gd name="T77" fmla="*/ 63500 h 50"/>
              <a:gd name="T78" fmla="*/ 83392 w 49"/>
              <a:gd name="T79" fmla="*/ 66675 h 50"/>
              <a:gd name="T80" fmla="*/ 76977 w 49"/>
              <a:gd name="T81" fmla="*/ 66675 h 50"/>
              <a:gd name="T82" fmla="*/ 60940 w 49"/>
              <a:gd name="T83" fmla="*/ 79375 h 50"/>
              <a:gd name="T84" fmla="*/ 76977 w 49"/>
              <a:gd name="T85" fmla="*/ 95250 h 50"/>
              <a:gd name="T86" fmla="*/ 86599 w 49"/>
              <a:gd name="T87" fmla="*/ 92075 h 50"/>
              <a:gd name="T88" fmla="*/ 89807 w 49"/>
              <a:gd name="T89" fmla="*/ 76200 h 50"/>
              <a:gd name="T90" fmla="*/ 73770 w 49"/>
              <a:gd name="T91" fmla="*/ 85725 h 50"/>
              <a:gd name="T92" fmla="*/ 83392 w 49"/>
              <a:gd name="T93" fmla="*/ 66675 h 50"/>
              <a:gd name="T94" fmla="*/ 131503 w 49"/>
              <a:gd name="T95" fmla="*/ 12700 h 50"/>
              <a:gd name="T96" fmla="*/ 118673 w 49"/>
              <a:gd name="T97" fmla="*/ 31750 h 50"/>
              <a:gd name="T98" fmla="*/ 131503 w 49"/>
              <a:gd name="T99" fmla="*/ 12700 h 50"/>
              <a:gd name="T100" fmla="*/ 137918 w 49"/>
              <a:gd name="T101" fmla="*/ 25400 h 50"/>
              <a:gd name="T102" fmla="*/ 131503 w 49"/>
              <a:gd name="T103" fmla="*/ 41275 h 50"/>
              <a:gd name="T104" fmla="*/ 137918 w 49"/>
              <a:gd name="T105" fmla="*/ 25400 h 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9" h="50">
                <a:moveTo>
                  <a:pt x="34" y="7"/>
                </a:moveTo>
                <a:cubicBezTo>
                  <a:pt x="41" y="1"/>
                  <a:pt x="41" y="1"/>
                  <a:pt x="41" y="1"/>
                </a:cubicBezTo>
                <a:cubicBezTo>
                  <a:pt x="41" y="0"/>
                  <a:pt x="42" y="0"/>
                  <a:pt x="42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4" y="5"/>
                  <a:pt x="44" y="5"/>
                  <a:pt x="44" y="5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8"/>
                  <a:pt x="49" y="9"/>
                </a:cubicBezTo>
                <a:cubicBezTo>
                  <a:pt x="43" y="15"/>
                  <a:pt x="43" y="15"/>
                  <a:pt x="43" y="15"/>
                </a:cubicBezTo>
                <a:cubicBezTo>
                  <a:pt x="42" y="15"/>
                  <a:pt x="42" y="15"/>
                  <a:pt x="41" y="15"/>
                </a:cubicBezTo>
                <a:cubicBezTo>
                  <a:pt x="38" y="14"/>
                  <a:pt x="38" y="14"/>
                  <a:pt x="38" y="14"/>
                </a:cubicBezTo>
                <a:cubicBezTo>
                  <a:pt x="36" y="16"/>
                  <a:pt x="36" y="16"/>
                  <a:pt x="36" y="16"/>
                </a:cubicBezTo>
                <a:cubicBezTo>
                  <a:pt x="38" y="19"/>
                  <a:pt x="39" y="22"/>
                  <a:pt x="39" y="25"/>
                </a:cubicBezTo>
                <a:cubicBezTo>
                  <a:pt x="39" y="29"/>
                  <a:pt x="38" y="33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2" y="39"/>
                  <a:pt x="28" y="40"/>
                  <a:pt x="24" y="40"/>
                </a:cubicBezTo>
                <a:cubicBezTo>
                  <a:pt x="20" y="40"/>
                  <a:pt x="16" y="39"/>
                  <a:pt x="13" y="36"/>
                </a:cubicBezTo>
                <a:cubicBezTo>
                  <a:pt x="11" y="33"/>
                  <a:pt x="9" y="29"/>
                  <a:pt x="9" y="25"/>
                </a:cubicBezTo>
                <a:cubicBezTo>
                  <a:pt x="9" y="21"/>
                  <a:pt x="11" y="17"/>
                  <a:pt x="13" y="15"/>
                </a:cubicBezTo>
                <a:cubicBezTo>
                  <a:pt x="16" y="12"/>
                  <a:pt x="20" y="10"/>
                  <a:pt x="24" y="10"/>
                </a:cubicBezTo>
                <a:cubicBezTo>
                  <a:pt x="28" y="10"/>
                  <a:pt x="31" y="11"/>
                  <a:pt x="33" y="13"/>
                </a:cubicBezTo>
                <a:cubicBezTo>
                  <a:pt x="35" y="12"/>
                  <a:pt x="35" y="12"/>
                  <a:pt x="35" y="12"/>
                </a:cubicBezTo>
                <a:cubicBezTo>
                  <a:pt x="34" y="8"/>
                  <a:pt x="34" y="8"/>
                  <a:pt x="34" y="8"/>
                </a:cubicBezTo>
                <a:cubicBezTo>
                  <a:pt x="34" y="8"/>
                  <a:pt x="34" y="7"/>
                  <a:pt x="34" y="7"/>
                </a:cubicBezTo>
                <a:close/>
                <a:moveTo>
                  <a:pt x="44" y="19"/>
                </a:moveTo>
                <a:cubicBezTo>
                  <a:pt x="44" y="19"/>
                  <a:pt x="44" y="19"/>
                  <a:pt x="44" y="19"/>
                </a:cubicBezTo>
                <a:cubicBezTo>
                  <a:pt x="43" y="18"/>
                  <a:pt x="44" y="17"/>
                  <a:pt x="45" y="17"/>
                </a:cubicBezTo>
                <a:cubicBezTo>
                  <a:pt x="46" y="17"/>
                  <a:pt x="47" y="17"/>
                  <a:pt x="47" y="18"/>
                </a:cubicBezTo>
                <a:cubicBezTo>
                  <a:pt x="48" y="19"/>
                  <a:pt x="48" y="21"/>
                  <a:pt x="48" y="22"/>
                </a:cubicBezTo>
                <a:cubicBezTo>
                  <a:pt x="48" y="23"/>
                  <a:pt x="48" y="24"/>
                  <a:pt x="48" y="25"/>
                </a:cubicBezTo>
                <a:cubicBezTo>
                  <a:pt x="48" y="32"/>
                  <a:pt x="46" y="38"/>
                  <a:pt x="41" y="42"/>
                </a:cubicBezTo>
                <a:cubicBezTo>
                  <a:pt x="37" y="47"/>
                  <a:pt x="31" y="50"/>
                  <a:pt x="24" y="50"/>
                </a:cubicBezTo>
                <a:cubicBezTo>
                  <a:pt x="17" y="50"/>
                  <a:pt x="11" y="47"/>
                  <a:pt x="7" y="42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9"/>
                  <a:pt x="3" y="12"/>
                  <a:pt x="7" y="8"/>
                </a:cubicBezTo>
                <a:cubicBezTo>
                  <a:pt x="11" y="4"/>
                  <a:pt x="17" y="1"/>
                  <a:pt x="24" y="1"/>
                </a:cubicBezTo>
                <a:cubicBezTo>
                  <a:pt x="25" y="1"/>
                  <a:pt x="26" y="1"/>
                  <a:pt x="28" y="1"/>
                </a:cubicBezTo>
                <a:cubicBezTo>
                  <a:pt x="29" y="1"/>
                  <a:pt x="30" y="2"/>
                  <a:pt x="31" y="2"/>
                </a:cubicBezTo>
                <a:cubicBezTo>
                  <a:pt x="32" y="2"/>
                  <a:pt x="33" y="3"/>
                  <a:pt x="32" y="4"/>
                </a:cubicBezTo>
                <a:cubicBezTo>
                  <a:pt x="32" y="5"/>
                  <a:pt x="31" y="6"/>
                  <a:pt x="30" y="6"/>
                </a:cubicBezTo>
                <a:cubicBezTo>
                  <a:pt x="29" y="5"/>
                  <a:pt x="28" y="5"/>
                  <a:pt x="27" y="5"/>
                </a:cubicBezTo>
                <a:cubicBezTo>
                  <a:pt x="26" y="5"/>
                  <a:pt x="25" y="5"/>
                  <a:pt x="24" y="5"/>
                </a:cubicBezTo>
                <a:cubicBezTo>
                  <a:pt x="18" y="5"/>
                  <a:pt x="13" y="7"/>
                  <a:pt x="10" y="11"/>
                </a:cubicBezTo>
                <a:cubicBezTo>
                  <a:pt x="6" y="15"/>
                  <a:pt x="4" y="20"/>
                  <a:pt x="4" y="25"/>
                </a:cubicBezTo>
                <a:cubicBezTo>
                  <a:pt x="4" y="31"/>
                  <a:pt x="6" y="36"/>
                  <a:pt x="10" y="40"/>
                </a:cubicBezTo>
                <a:cubicBezTo>
                  <a:pt x="13" y="43"/>
                  <a:pt x="18" y="46"/>
                  <a:pt x="24" y="46"/>
                </a:cubicBezTo>
                <a:cubicBezTo>
                  <a:pt x="30" y="46"/>
                  <a:pt x="35" y="43"/>
                  <a:pt x="39" y="40"/>
                </a:cubicBezTo>
                <a:cubicBezTo>
                  <a:pt x="42" y="36"/>
                  <a:pt x="45" y="31"/>
                  <a:pt x="45" y="25"/>
                </a:cubicBezTo>
                <a:cubicBezTo>
                  <a:pt x="45" y="24"/>
                  <a:pt x="44" y="23"/>
                  <a:pt x="44" y="22"/>
                </a:cubicBezTo>
                <a:cubicBezTo>
                  <a:pt x="44" y="21"/>
                  <a:pt x="44" y="20"/>
                  <a:pt x="44" y="19"/>
                </a:cubicBezTo>
                <a:close/>
                <a:moveTo>
                  <a:pt x="24" y="18"/>
                </a:moveTo>
                <a:cubicBezTo>
                  <a:pt x="24" y="18"/>
                  <a:pt x="24" y="18"/>
                  <a:pt x="24" y="18"/>
                </a:cubicBezTo>
                <a:cubicBezTo>
                  <a:pt x="25" y="18"/>
                  <a:pt x="26" y="19"/>
                  <a:pt x="27" y="19"/>
                </a:cubicBezTo>
                <a:cubicBezTo>
                  <a:pt x="32" y="15"/>
                  <a:pt x="32" y="15"/>
                  <a:pt x="32" y="15"/>
                </a:cubicBezTo>
                <a:cubicBezTo>
                  <a:pt x="30" y="13"/>
                  <a:pt x="27" y="12"/>
                  <a:pt x="24" y="12"/>
                </a:cubicBezTo>
                <a:cubicBezTo>
                  <a:pt x="21" y="12"/>
                  <a:pt x="17" y="14"/>
                  <a:pt x="15" y="16"/>
                </a:cubicBezTo>
                <a:cubicBezTo>
                  <a:pt x="15" y="16"/>
                  <a:pt x="15" y="16"/>
                  <a:pt x="15" y="16"/>
                </a:cubicBezTo>
                <a:cubicBezTo>
                  <a:pt x="15" y="16"/>
                  <a:pt x="15" y="16"/>
                  <a:pt x="15" y="16"/>
                </a:cubicBezTo>
                <a:cubicBezTo>
                  <a:pt x="13" y="19"/>
                  <a:pt x="11" y="22"/>
                  <a:pt x="11" y="25"/>
                </a:cubicBezTo>
                <a:cubicBezTo>
                  <a:pt x="11" y="29"/>
                  <a:pt x="13" y="32"/>
                  <a:pt x="15" y="34"/>
                </a:cubicBezTo>
                <a:cubicBezTo>
                  <a:pt x="17" y="37"/>
                  <a:pt x="21" y="38"/>
                  <a:pt x="24" y="38"/>
                </a:cubicBezTo>
                <a:cubicBezTo>
                  <a:pt x="28" y="38"/>
                  <a:pt x="31" y="37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5" y="32"/>
                  <a:pt x="37" y="29"/>
                  <a:pt x="37" y="25"/>
                </a:cubicBezTo>
                <a:cubicBezTo>
                  <a:pt x="37" y="22"/>
                  <a:pt x="36" y="20"/>
                  <a:pt x="34" y="18"/>
                </a:cubicBezTo>
                <a:cubicBezTo>
                  <a:pt x="30" y="22"/>
                  <a:pt x="30" y="22"/>
                  <a:pt x="30" y="22"/>
                </a:cubicBezTo>
                <a:cubicBezTo>
                  <a:pt x="31" y="23"/>
                  <a:pt x="31" y="24"/>
                  <a:pt x="31" y="25"/>
                </a:cubicBezTo>
                <a:cubicBezTo>
                  <a:pt x="31" y="27"/>
                  <a:pt x="30" y="29"/>
                  <a:pt x="29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8" y="31"/>
                  <a:pt x="26" y="32"/>
                  <a:pt x="24" y="32"/>
                </a:cubicBezTo>
                <a:cubicBezTo>
                  <a:pt x="22" y="32"/>
                  <a:pt x="20" y="31"/>
                  <a:pt x="19" y="30"/>
                </a:cubicBezTo>
                <a:cubicBezTo>
                  <a:pt x="18" y="29"/>
                  <a:pt x="17" y="27"/>
                  <a:pt x="17" y="25"/>
                </a:cubicBezTo>
                <a:cubicBezTo>
                  <a:pt x="17" y="23"/>
                  <a:pt x="18" y="22"/>
                  <a:pt x="19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20" y="19"/>
                  <a:pt x="22" y="18"/>
                  <a:pt x="24" y="18"/>
                </a:cubicBezTo>
                <a:close/>
                <a:moveTo>
                  <a:pt x="26" y="21"/>
                </a:moveTo>
                <a:cubicBezTo>
                  <a:pt x="26" y="21"/>
                  <a:pt x="26" y="21"/>
                  <a:pt x="26" y="21"/>
                </a:cubicBezTo>
                <a:cubicBezTo>
                  <a:pt x="25" y="21"/>
                  <a:pt x="25" y="21"/>
                  <a:pt x="24" y="21"/>
                </a:cubicBezTo>
                <a:cubicBezTo>
                  <a:pt x="23" y="21"/>
                  <a:pt x="22" y="21"/>
                  <a:pt x="21" y="22"/>
                </a:cubicBezTo>
                <a:cubicBezTo>
                  <a:pt x="20" y="23"/>
                  <a:pt x="19" y="24"/>
                  <a:pt x="19" y="25"/>
                </a:cubicBezTo>
                <a:cubicBezTo>
                  <a:pt x="19" y="27"/>
                  <a:pt x="20" y="28"/>
                  <a:pt x="21" y="29"/>
                </a:cubicBezTo>
                <a:cubicBezTo>
                  <a:pt x="22" y="29"/>
                  <a:pt x="23" y="30"/>
                  <a:pt x="24" y="30"/>
                </a:cubicBezTo>
                <a:cubicBezTo>
                  <a:pt x="25" y="30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8" y="28"/>
                  <a:pt x="29" y="27"/>
                  <a:pt x="29" y="25"/>
                </a:cubicBezTo>
                <a:cubicBezTo>
                  <a:pt x="29" y="25"/>
                  <a:pt x="29" y="24"/>
                  <a:pt x="28" y="24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27"/>
                  <a:pt x="23" y="27"/>
                  <a:pt x="23" y="27"/>
                </a:cubicBezTo>
                <a:cubicBezTo>
                  <a:pt x="22" y="26"/>
                  <a:pt x="22" y="25"/>
                  <a:pt x="23" y="24"/>
                </a:cubicBezTo>
                <a:cubicBezTo>
                  <a:pt x="26" y="21"/>
                  <a:pt x="26" y="21"/>
                  <a:pt x="26" y="21"/>
                </a:cubicBezTo>
                <a:close/>
                <a:moveTo>
                  <a:pt x="41" y="4"/>
                </a:moveTo>
                <a:cubicBezTo>
                  <a:pt x="41" y="4"/>
                  <a:pt x="41" y="4"/>
                  <a:pt x="41" y="4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10"/>
                  <a:pt x="37" y="10"/>
                  <a:pt x="37" y="10"/>
                </a:cubicBezTo>
                <a:cubicBezTo>
                  <a:pt x="42" y="6"/>
                  <a:pt x="42" y="6"/>
                  <a:pt x="42" y="6"/>
                </a:cubicBezTo>
                <a:cubicBezTo>
                  <a:pt x="41" y="4"/>
                  <a:pt x="41" y="4"/>
                  <a:pt x="41" y="4"/>
                </a:cubicBezTo>
                <a:close/>
                <a:moveTo>
                  <a:pt x="43" y="8"/>
                </a:moveTo>
                <a:cubicBezTo>
                  <a:pt x="43" y="8"/>
                  <a:pt x="43" y="8"/>
                  <a:pt x="43" y="8"/>
                </a:cubicBezTo>
                <a:cubicBezTo>
                  <a:pt x="39" y="12"/>
                  <a:pt x="39" y="12"/>
                  <a:pt x="39" y="12"/>
                </a:cubicBezTo>
                <a:cubicBezTo>
                  <a:pt x="41" y="13"/>
                  <a:pt x="41" y="13"/>
                  <a:pt x="41" y="13"/>
                </a:cubicBezTo>
                <a:cubicBezTo>
                  <a:pt x="46" y="8"/>
                  <a:pt x="46" y="8"/>
                  <a:pt x="46" y="8"/>
                </a:cubicBezTo>
                <a:cubicBezTo>
                  <a:pt x="43" y="8"/>
                  <a:pt x="43" y="8"/>
                  <a:pt x="43" y="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67" name="Freeform 301">
            <a:extLst>
              <a:ext uri="{FF2B5EF4-FFF2-40B4-BE49-F238E27FC236}">
                <a16:creationId xmlns:a16="http://schemas.microsoft.com/office/drawing/2014/main" id="{65F61540-A3B0-2613-132C-6E323BC866F5}"/>
              </a:ext>
            </a:extLst>
          </p:cNvPr>
          <p:cNvSpPr>
            <a:spLocks noEditPoints="1"/>
          </p:cNvSpPr>
          <p:nvPr/>
        </p:nvSpPr>
        <p:spPr bwMode="auto">
          <a:xfrm>
            <a:off x="10652585" y="5258247"/>
            <a:ext cx="203200" cy="177800"/>
          </a:xfrm>
          <a:custGeom>
            <a:avLst/>
            <a:gdLst>
              <a:gd name="T0" fmla="*/ 149225 w 48"/>
              <a:gd name="T1" fmla="*/ 133350 h 42"/>
              <a:gd name="T2" fmla="*/ 0 w 48"/>
              <a:gd name="T3" fmla="*/ 130175 h 42"/>
              <a:gd name="T4" fmla="*/ 6350 w 48"/>
              <a:gd name="T5" fmla="*/ 3175 h 42"/>
              <a:gd name="T6" fmla="*/ 92075 w 48"/>
              <a:gd name="T7" fmla="*/ 79375 h 42"/>
              <a:gd name="T8" fmla="*/ 95250 w 48"/>
              <a:gd name="T9" fmla="*/ 82550 h 42"/>
              <a:gd name="T10" fmla="*/ 101600 w 48"/>
              <a:gd name="T11" fmla="*/ 73025 h 42"/>
              <a:gd name="T12" fmla="*/ 92075 w 48"/>
              <a:gd name="T13" fmla="*/ 66675 h 42"/>
              <a:gd name="T14" fmla="*/ 88900 w 48"/>
              <a:gd name="T15" fmla="*/ 73025 h 42"/>
              <a:gd name="T16" fmla="*/ 130175 w 48"/>
              <a:gd name="T17" fmla="*/ 47625 h 42"/>
              <a:gd name="T18" fmla="*/ 107950 w 48"/>
              <a:gd name="T19" fmla="*/ 69850 h 42"/>
              <a:gd name="T20" fmla="*/ 98425 w 48"/>
              <a:gd name="T21" fmla="*/ 88900 h 42"/>
              <a:gd name="T22" fmla="*/ 88900 w 48"/>
              <a:gd name="T23" fmla="*/ 85725 h 42"/>
              <a:gd name="T24" fmla="*/ 73025 w 48"/>
              <a:gd name="T25" fmla="*/ 60325 h 42"/>
              <a:gd name="T26" fmla="*/ 41275 w 48"/>
              <a:gd name="T27" fmla="*/ 85725 h 42"/>
              <a:gd name="T28" fmla="*/ 31750 w 48"/>
              <a:gd name="T29" fmla="*/ 101600 h 42"/>
              <a:gd name="T30" fmla="*/ 19050 w 48"/>
              <a:gd name="T31" fmla="*/ 101600 h 42"/>
              <a:gd name="T32" fmla="*/ 22225 w 48"/>
              <a:gd name="T33" fmla="*/ 76200 h 42"/>
              <a:gd name="T34" fmla="*/ 53975 w 48"/>
              <a:gd name="T35" fmla="*/ 53975 h 42"/>
              <a:gd name="T36" fmla="*/ 57150 w 48"/>
              <a:gd name="T37" fmla="*/ 41275 h 42"/>
              <a:gd name="T38" fmla="*/ 76200 w 48"/>
              <a:gd name="T39" fmla="*/ 34925 h 42"/>
              <a:gd name="T40" fmla="*/ 88900 w 48"/>
              <a:gd name="T41" fmla="*/ 60325 h 42"/>
              <a:gd name="T42" fmla="*/ 98425 w 48"/>
              <a:gd name="T43" fmla="*/ 60325 h 42"/>
              <a:gd name="T44" fmla="*/ 120650 w 48"/>
              <a:gd name="T45" fmla="*/ 28575 h 42"/>
              <a:gd name="T46" fmla="*/ 139700 w 48"/>
              <a:gd name="T47" fmla="*/ 22225 h 42"/>
              <a:gd name="T48" fmla="*/ 146050 w 48"/>
              <a:gd name="T49" fmla="*/ 41275 h 42"/>
              <a:gd name="T50" fmla="*/ 130175 w 48"/>
              <a:gd name="T51" fmla="*/ 47625 h 42"/>
              <a:gd name="T52" fmla="*/ 92075 w 48"/>
              <a:gd name="T53" fmla="*/ 79375 h 42"/>
              <a:gd name="T54" fmla="*/ 88900 w 48"/>
              <a:gd name="T55" fmla="*/ 69850 h 42"/>
              <a:gd name="T56" fmla="*/ 60325 w 48"/>
              <a:gd name="T57" fmla="*/ 50800 h 42"/>
              <a:gd name="T58" fmla="*/ 69850 w 48"/>
              <a:gd name="T59" fmla="*/ 53975 h 42"/>
              <a:gd name="T60" fmla="*/ 69850 w 48"/>
              <a:gd name="T61" fmla="*/ 41275 h 42"/>
              <a:gd name="T62" fmla="*/ 60325 w 48"/>
              <a:gd name="T63" fmla="*/ 50800 h 42"/>
              <a:gd name="T64" fmla="*/ 22225 w 48"/>
              <a:gd name="T65" fmla="*/ 95250 h 42"/>
              <a:gd name="T66" fmla="*/ 28575 w 48"/>
              <a:gd name="T67" fmla="*/ 95250 h 42"/>
              <a:gd name="T68" fmla="*/ 28575 w 48"/>
              <a:gd name="T69" fmla="*/ 82550 h 42"/>
              <a:gd name="T70" fmla="*/ 22225 w 48"/>
              <a:gd name="T71" fmla="*/ 85725 h 42"/>
              <a:gd name="T72" fmla="*/ 127000 w 48"/>
              <a:gd name="T73" fmla="*/ 38100 h 42"/>
              <a:gd name="T74" fmla="*/ 136525 w 48"/>
              <a:gd name="T75" fmla="*/ 41275 h 42"/>
              <a:gd name="T76" fmla="*/ 139700 w 48"/>
              <a:gd name="T77" fmla="*/ 34925 h 42"/>
              <a:gd name="T78" fmla="*/ 130175 w 48"/>
              <a:gd name="T79" fmla="*/ 28575 h 42"/>
              <a:gd name="T80" fmla="*/ 127000 w 48"/>
              <a:gd name="T81" fmla="*/ 38100 h 42"/>
              <a:gd name="T82" fmla="*/ 130175 w 48"/>
              <a:gd name="T83" fmla="*/ 41275 h 42"/>
              <a:gd name="T84" fmla="*/ 127000 w 48"/>
              <a:gd name="T85" fmla="*/ 31750 h 4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48" h="42">
                <a:moveTo>
                  <a:pt x="47" y="40"/>
                </a:moveTo>
                <a:cubicBezTo>
                  <a:pt x="48" y="40"/>
                  <a:pt x="48" y="40"/>
                  <a:pt x="48" y="41"/>
                </a:cubicBezTo>
                <a:cubicBezTo>
                  <a:pt x="48" y="42"/>
                  <a:pt x="48" y="42"/>
                  <a:pt x="47" y="42"/>
                </a:cubicBezTo>
                <a:cubicBezTo>
                  <a:pt x="1" y="42"/>
                  <a:pt x="1" y="42"/>
                  <a:pt x="1" y="42"/>
                </a:cubicBezTo>
                <a:cubicBezTo>
                  <a:pt x="0" y="42"/>
                  <a:pt x="0" y="42"/>
                  <a:pt x="0" y="41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2" y="0"/>
                  <a:pt x="2" y="0"/>
                  <a:pt x="2" y="1"/>
                </a:cubicBezTo>
                <a:cubicBezTo>
                  <a:pt x="2" y="40"/>
                  <a:pt x="2" y="40"/>
                  <a:pt x="2" y="40"/>
                </a:cubicBezTo>
                <a:cubicBezTo>
                  <a:pt x="47" y="40"/>
                  <a:pt x="47" y="40"/>
                  <a:pt x="47" y="40"/>
                </a:cubicBezTo>
                <a:close/>
                <a:moveTo>
                  <a:pt x="29" y="25"/>
                </a:moveTo>
                <a:cubicBezTo>
                  <a:pt x="29" y="25"/>
                  <a:pt x="29" y="25"/>
                  <a:pt x="29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26"/>
                  <a:pt x="30" y="26"/>
                  <a:pt x="30" y="26"/>
                </a:cubicBezTo>
                <a:cubicBezTo>
                  <a:pt x="30" y="26"/>
                  <a:pt x="30" y="26"/>
                  <a:pt x="30" y="26"/>
                </a:cubicBezTo>
                <a:cubicBezTo>
                  <a:pt x="31" y="25"/>
                  <a:pt x="31" y="25"/>
                  <a:pt x="32" y="25"/>
                </a:cubicBezTo>
                <a:cubicBezTo>
                  <a:pt x="32" y="24"/>
                  <a:pt x="32" y="23"/>
                  <a:pt x="32" y="23"/>
                </a:cubicBezTo>
                <a:cubicBezTo>
                  <a:pt x="32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0" y="21"/>
                  <a:pt x="30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2"/>
                  <a:pt x="28" y="22"/>
                  <a:pt x="28" y="22"/>
                </a:cubicBezTo>
                <a:cubicBezTo>
                  <a:pt x="28" y="23"/>
                  <a:pt x="28" y="23"/>
                  <a:pt x="28" y="23"/>
                </a:cubicBezTo>
                <a:cubicBezTo>
                  <a:pt x="28" y="23"/>
                  <a:pt x="28" y="24"/>
                  <a:pt x="28" y="24"/>
                </a:cubicBezTo>
                <a:cubicBezTo>
                  <a:pt x="28" y="25"/>
                  <a:pt x="28" y="25"/>
                  <a:pt x="29" y="25"/>
                </a:cubicBezTo>
                <a:close/>
                <a:moveTo>
                  <a:pt x="41" y="15"/>
                </a:moveTo>
                <a:cubicBezTo>
                  <a:pt x="41" y="15"/>
                  <a:pt x="41" y="15"/>
                  <a:pt x="41" y="15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3"/>
                  <a:pt x="34" y="25"/>
                  <a:pt x="34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3" y="27"/>
                  <a:pt x="32" y="27"/>
                  <a:pt x="31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0" y="28"/>
                  <a:pt x="29" y="28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7" y="27"/>
                  <a:pt x="26" y="26"/>
                  <a:pt x="26" y="25"/>
                </a:cubicBezTo>
                <a:cubicBezTo>
                  <a:pt x="25" y="24"/>
                  <a:pt x="25" y="23"/>
                  <a:pt x="26" y="22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2" y="20"/>
                  <a:pt x="21" y="20"/>
                  <a:pt x="20" y="19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8"/>
                  <a:pt x="13" y="29"/>
                  <a:pt x="12" y="30"/>
                </a:cubicBezTo>
                <a:cubicBezTo>
                  <a:pt x="12" y="31"/>
                  <a:pt x="11" y="32"/>
                  <a:pt x="10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8" y="33"/>
                  <a:pt x="7" y="33"/>
                  <a:pt x="6" y="32"/>
                </a:cubicBezTo>
                <a:cubicBezTo>
                  <a:pt x="6" y="32"/>
                  <a:pt x="6" y="32"/>
                  <a:pt x="6" y="32"/>
                </a:cubicBezTo>
                <a:cubicBezTo>
                  <a:pt x="5" y="31"/>
                  <a:pt x="4" y="30"/>
                  <a:pt x="4" y="29"/>
                </a:cubicBezTo>
                <a:cubicBezTo>
                  <a:pt x="4" y="28"/>
                  <a:pt x="4" y="27"/>
                  <a:pt x="5" y="26"/>
                </a:cubicBezTo>
                <a:cubicBezTo>
                  <a:pt x="5" y="25"/>
                  <a:pt x="6" y="24"/>
                  <a:pt x="7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8" y="24"/>
                  <a:pt x="9" y="24"/>
                  <a:pt x="10" y="24"/>
                </a:cubicBezTo>
                <a:cubicBezTo>
                  <a:pt x="17" y="17"/>
                  <a:pt x="17" y="17"/>
                  <a:pt x="17" y="17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5"/>
                  <a:pt x="17" y="14"/>
                  <a:pt x="18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9" y="11"/>
                  <a:pt x="20" y="11"/>
                </a:cubicBezTo>
                <a:cubicBezTo>
                  <a:pt x="21" y="11"/>
                  <a:pt x="23" y="11"/>
                  <a:pt x="24" y="11"/>
                </a:cubicBezTo>
                <a:cubicBezTo>
                  <a:pt x="25" y="12"/>
                  <a:pt x="25" y="13"/>
                  <a:pt x="26" y="14"/>
                </a:cubicBezTo>
                <a:cubicBezTo>
                  <a:pt x="26" y="15"/>
                  <a:pt x="26" y="16"/>
                  <a:pt x="26" y="17"/>
                </a:cubicBezTo>
                <a:cubicBezTo>
                  <a:pt x="28" y="19"/>
                  <a:pt x="28" y="19"/>
                  <a:pt x="28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30" y="19"/>
                  <a:pt x="30" y="19"/>
                  <a:pt x="31" y="19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2"/>
                  <a:pt x="38" y="12"/>
                  <a:pt x="38" y="12"/>
                </a:cubicBezTo>
                <a:cubicBezTo>
                  <a:pt x="37" y="11"/>
                  <a:pt x="38" y="10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39" y="8"/>
                  <a:pt x="40" y="7"/>
                  <a:pt x="41" y="7"/>
                </a:cubicBezTo>
                <a:cubicBezTo>
                  <a:pt x="42" y="7"/>
                  <a:pt x="43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5" y="8"/>
                  <a:pt x="46" y="9"/>
                  <a:pt x="46" y="10"/>
                </a:cubicBezTo>
                <a:cubicBezTo>
                  <a:pt x="47" y="11"/>
                  <a:pt x="46" y="12"/>
                  <a:pt x="46" y="13"/>
                </a:cubicBezTo>
                <a:cubicBezTo>
                  <a:pt x="46" y="13"/>
                  <a:pt x="46" y="13"/>
                  <a:pt x="46" y="13"/>
                </a:cubicBezTo>
                <a:cubicBezTo>
                  <a:pt x="45" y="15"/>
                  <a:pt x="44" y="15"/>
                  <a:pt x="43" y="16"/>
                </a:cubicBezTo>
                <a:cubicBezTo>
                  <a:pt x="42" y="16"/>
                  <a:pt x="41" y="16"/>
                  <a:pt x="41" y="15"/>
                </a:cubicBezTo>
                <a:close/>
                <a:moveTo>
                  <a:pt x="29" y="25"/>
                </a:moveTo>
                <a:cubicBezTo>
                  <a:pt x="29" y="25"/>
                  <a:pt x="29" y="25"/>
                  <a:pt x="29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25"/>
                  <a:pt x="29" y="25"/>
                  <a:pt x="29" y="25"/>
                </a:cubicBezTo>
                <a:close/>
                <a:moveTo>
                  <a:pt x="28" y="22"/>
                </a:move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lose/>
                <a:moveTo>
                  <a:pt x="19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20" y="16"/>
                  <a:pt x="20" y="17"/>
                  <a:pt x="20" y="17"/>
                </a:cubicBezTo>
                <a:cubicBezTo>
                  <a:pt x="21" y="17"/>
                  <a:pt x="21" y="17"/>
                  <a:pt x="22" y="17"/>
                </a:cubicBezTo>
                <a:cubicBezTo>
                  <a:pt x="22" y="17"/>
                  <a:pt x="23" y="17"/>
                  <a:pt x="23" y="16"/>
                </a:cubicBezTo>
                <a:cubicBezTo>
                  <a:pt x="24" y="16"/>
                  <a:pt x="24" y="15"/>
                  <a:pt x="23" y="15"/>
                </a:cubicBezTo>
                <a:cubicBezTo>
                  <a:pt x="23" y="14"/>
                  <a:pt x="23" y="14"/>
                  <a:pt x="22" y="13"/>
                </a:cubicBezTo>
                <a:cubicBezTo>
                  <a:pt x="22" y="13"/>
                  <a:pt x="21" y="13"/>
                  <a:pt x="21" y="13"/>
                </a:cubicBezTo>
                <a:cubicBezTo>
                  <a:pt x="20" y="13"/>
                  <a:pt x="20" y="14"/>
                  <a:pt x="20" y="14"/>
                </a:cubicBezTo>
                <a:cubicBezTo>
                  <a:pt x="19" y="15"/>
                  <a:pt x="19" y="15"/>
                  <a:pt x="19" y="16"/>
                </a:cubicBezTo>
                <a:close/>
                <a:moveTo>
                  <a:pt x="6" y="29"/>
                </a:move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30"/>
                  <a:pt x="7" y="30"/>
                </a:cubicBezTo>
                <a:cubicBezTo>
                  <a:pt x="7" y="30"/>
                  <a:pt x="7" y="30"/>
                  <a:pt x="7" y="30"/>
                </a:cubicBezTo>
                <a:cubicBezTo>
                  <a:pt x="8" y="30"/>
                  <a:pt x="8" y="30"/>
                  <a:pt x="9" y="30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0"/>
                  <a:pt x="10" y="30"/>
                  <a:pt x="10" y="29"/>
                </a:cubicBezTo>
                <a:cubicBezTo>
                  <a:pt x="11" y="29"/>
                  <a:pt x="11" y="28"/>
                  <a:pt x="10" y="28"/>
                </a:cubicBezTo>
                <a:cubicBezTo>
                  <a:pt x="10" y="27"/>
                  <a:pt x="10" y="27"/>
                  <a:pt x="9" y="26"/>
                </a:cubicBezTo>
                <a:cubicBezTo>
                  <a:pt x="9" y="26"/>
                  <a:pt x="8" y="26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6"/>
                  <a:pt x="7" y="27"/>
                  <a:pt x="7" y="27"/>
                </a:cubicBezTo>
                <a:cubicBezTo>
                  <a:pt x="6" y="28"/>
                  <a:pt x="6" y="28"/>
                  <a:pt x="6" y="29"/>
                </a:cubicBezTo>
                <a:close/>
                <a:moveTo>
                  <a:pt x="40" y="12"/>
                </a:moveTo>
                <a:cubicBezTo>
                  <a:pt x="40" y="12"/>
                  <a:pt x="40" y="12"/>
                  <a:pt x="40" y="12"/>
                </a:cubicBezTo>
                <a:cubicBezTo>
                  <a:pt x="40" y="12"/>
                  <a:pt x="40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3"/>
                  <a:pt x="42" y="13"/>
                  <a:pt x="43" y="13"/>
                </a:cubicBezTo>
                <a:cubicBezTo>
                  <a:pt x="43" y="13"/>
                  <a:pt x="44" y="13"/>
                  <a:pt x="44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2"/>
                  <a:pt x="44" y="11"/>
                  <a:pt x="44" y="11"/>
                </a:cubicBezTo>
                <a:cubicBezTo>
                  <a:pt x="44" y="10"/>
                  <a:pt x="44" y="10"/>
                  <a:pt x="43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2" y="9"/>
                  <a:pt x="42" y="9"/>
                  <a:pt x="41" y="9"/>
                </a:cubicBezTo>
                <a:cubicBezTo>
                  <a:pt x="41" y="9"/>
                  <a:pt x="40" y="10"/>
                  <a:pt x="40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11"/>
                  <a:pt x="40" y="11"/>
                  <a:pt x="40" y="12"/>
                </a:cubicBezTo>
                <a:close/>
                <a:moveTo>
                  <a:pt x="41" y="13"/>
                </a:moveTo>
                <a:cubicBezTo>
                  <a:pt x="41" y="13"/>
                  <a:pt x="41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lose/>
                <a:moveTo>
                  <a:pt x="40" y="10"/>
                </a:moveTo>
                <a:cubicBezTo>
                  <a:pt x="40" y="10"/>
                  <a:pt x="40" y="10"/>
                  <a:pt x="40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10"/>
                  <a:pt x="40" y="10"/>
                  <a:pt x="40" y="1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68" name="Freeform 302">
            <a:extLst>
              <a:ext uri="{FF2B5EF4-FFF2-40B4-BE49-F238E27FC236}">
                <a16:creationId xmlns:a16="http://schemas.microsoft.com/office/drawing/2014/main" id="{7EAF9533-F731-A85F-6FE9-A29B99BE9C6F}"/>
              </a:ext>
            </a:extLst>
          </p:cNvPr>
          <p:cNvSpPr>
            <a:spLocks noEditPoints="1"/>
          </p:cNvSpPr>
          <p:nvPr/>
        </p:nvSpPr>
        <p:spPr bwMode="auto">
          <a:xfrm>
            <a:off x="1318085" y="5647715"/>
            <a:ext cx="198967" cy="207433"/>
          </a:xfrm>
          <a:custGeom>
            <a:avLst/>
            <a:gdLst>
              <a:gd name="T0" fmla="*/ 98425 w 47"/>
              <a:gd name="T1" fmla="*/ 142875 h 49"/>
              <a:gd name="T2" fmla="*/ 73025 w 47"/>
              <a:gd name="T3" fmla="*/ 155575 h 49"/>
              <a:gd name="T4" fmla="*/ 50800 w 47"/>
              <a:gd name="T5" fmla="*/ 142875 h 49"/>
              <a:gd name="T6" fmla="*/ 38100 w 47"/>
              <a:gd name="T7" fmla="*/ 114300 h 49"/>
              <a:gd name="T8" fmla="*/ 73025 w 47"/>
              <a:gd name="T9" fmla="*/ 25400 h 49"/>
              <a:gd name="T10" fmla="*/ 111125 w 47"/>
              <a:gd name="T11" fmla="*/ 114300 h 49"/>
              <a:gd name="T12" fmla="*/ 73025 w 47"/>
              <a:gd name="T13" fmla="*/ 69850 h 49"/>
              <a:gd name="T14" fmla="*/ 92075 w 47"/>
              <a:gd name="T15" fmla="*/ 69850 h 49"/>
              <a:gd name="T16" fmla="*/ 92075 w 47"/>
              <a:gd name="T17" fmla="*/ 76200 h 49"/>
              <a:gd name="T18" fmla="*/ 79375 w 47"/>
              <a:gd name="T19" fmla="*/ 76200 h 49"/>
              <a:gd name="T20" fmla="*/ 66675 w 47"/>
              <a:gd name="T21" fmla="*/ 76200 h 49"/>
              <a:gd name="T22" fmla="*/ 57150 w 47"/>
              <a:gd name="T23" fmla="*/ 76200 h 49"/>
              <a:gd name="T24" fmla="*/ 57150 w 47"/>
              <a:gd name="T25" fmla="*/ 69850 h 49"/>
              <a:gd name="T26" fmla="*/ 73025 w 47"/>
              <a:gd name="T27" fmla="*/ 69850 h 49"/>
              <a:gd name="T28" fmla="*/ 73025 w 47"/>
              <a:gd name="T29" fmla="*/ 19050 h 49"/>
              <a:gd name="T30" fmla="*/ 73025 w 47"/>
              <a:gd name="T31" fmla="*/ 0 h 49"/>
              <a:gd name="T32" fmla="*/ 107950 w 47"/>
              <a:gd name="T33" fmla="*/ 25400 h 49"/>
              <a:gd name="T34" fmla="*/ 101600 w 47"/>
              <a:gd name="T35" fmla="*/ 22225 h 49"/>
              <a:gd name="T36" fmla="*/ 114300 w 47"/>
              <a:gd name="T37" fmla="*/ 15875 h 49"/>
              <a:gd name="T38" fmla="*/ 127000 w 47"/>
              <a:gd name="T39" fmla="*/ 50800 h 49"/>
              <a:gd name="T40" fmla="*/ 133350 w 47"/>
              <a:gd name="T41" fmla="*/ 38100 h 49"/>
              <a:gd name="T42" fmla="*/ 127000 w 47"/>
              <a:gd name="T43" fmla="*/ 50800 h 49"/>
              <a:gd name="T44" fmla="*/ 130175 w 47"/>
              <a:gd name="T45" fmla="*/ 76200 h 49"/>
              <a:gd name="T46" fmla="*/ 149225 w 47"/>
              <a:gd name="T47" fmla="*/ 76200 h 49"/>
              <a:gd name="T48" fmla="*/ 123825 w 47"/>
              <a:gd name="T49" fmla="*/ 107950 h 49"/>
              <a:gd name="T50" fmla="*/ 127000 w 47"/>
              <a:gd name="T51" fmla="*/ 101600 h 49"/>
              <a:gd name="T52" fmla="*/ 133350 w 47"/>
              <a:gd name="T53" fmla="*/ 114300 h 49"/>
              <a:gd name="T54" fmla="*/ 19050 w 47"/>
              <a:gd name="T55" fmla="*/ 101600 h 49"/>
              <a:gd name="T56" fmla="*/ 12700 w 47"/>
              <a:gd name="T57" fmla="*/ 114300 h 49"/>
              <a:gd name="T58" fmla="*/ 19050 w 47"/>
              <a:gd name="T59" fmla="*/ 101600 h 49"/>
              <a:gd name="T60" fmla="*/ 19050 w 47"/>
              <a:gd name="T61" fmla="*/ 76200 h 49"/>
              <a:gd name="T62" fmla="*/ 0 w 47"/>
              <a:gd name="T63" fmla="*/ 76200 h 49"/>
              <a:gd name="T64" fmla="*/ 25400 w 47"/>
              <a:gd name="T65" fmla="*/ 44450 h 49"/>
              <a:gd name="T66" fmla="*/ 19050 w 47"/>
              <a:gd name="T67" fmla="*/ 50800 h 49"/>
              <a:gd name="T68" fmla="*/ 12700 w 47"/>
              <a:gd name="T69" fmla="*/ 38100 h 49"/>
              <a:gd name="T70" fmla="*/ 47625 w 47"/>
              <a:gd name="T71" fmla="*/ 22225 h 49"/>
              <a:gd name="T72" fmla="*/ 34925 w 47"/>
              <a:gd name="T73" fmla="*/ 15875 h 49"/>
              <a:gd name="T74" fmla="*/ 47625 w 47"/>
              <a:gd name="T75" fmla="*/ 22225 h 49"/>
              <a:gd name="T76" fmla="*/ 95250 w 47"/>
              <a:gd name="T77" fmla="*/ 111125 h 49"/>
              <a:gd name="T78" fmla="*/ 101600 w 47"/>
              <a:gd name="T79" fmla="*/ 47625 h 49"/>
              <a:gd name="T80" fmla="*/ 34925 w 47"/>
              <a:gd name="T81" fmla="*/ 76200 h 49"/>
              <a:gd name="T82" fmla="*/ 53975 w 47"/>
              <a:gd name="T83" fmla="*/ 111125 h 49"/>
              <a:gd name="T84" fmla="*/ 57150 w 47"/>
              <a:gd name="T85" fmla="*/ 123825 h 49"/>
              <a:gd name="T86" fmla="*/ 63500 w 47"/>
              <a:gd name="T87" fmla="*/ 133350 h 49"/>
              <a:gd name="T88" fmla="*/ 69850 w 47"/>
              <a:gd name="T89" fmla="*/ 139700 h 49"/>
              <a:gd name="T90" fmla="*/ 76200 w 47"/>
              <a:gd name="T91" fmla="*/ 139700 h 49"/>
              <a:gd name="T92" fmla="*/ 79375 w 47"/>
              <a:gd name="T93" fmla="*/ 136525 h 49"/>
              <a:gd name="T94" fmla="*/ 92075 w 47"/>
              <a:gd name="T95" fmla="*/ 123825 h 4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7" h="49">
                <a:moveTo>
                  <a:pt x="33" y="37"/>
                </a:moveTo>
                <a:cubicBezTo>
                  <a:pt x="33" y="43"/>
                  <a:pt x="33" y="43"/>
                  <a:pt x="33" y="43"/>
                </a:cubicBezTo>
                <a:cubicBezTo>
                  <a:pt x="33" y="45"/>
                  <a:pt x="32" y="45"/>
                  <a:pt x="31" y="45"/>
                </a:cubicBezTo>
                <a:cubicBezTo>
                  <a:pt x="28" y="45"/>
                  <a:pt x="28" y="45"/>
                  <a:pt x="28" y="45"/>
                </a:cubicBezTo>
                <a:cubicBezTo>
                  <a:pt x="28" y="46"/>
                  <a:pt x="28" y="47"/>
                  <a:pt x="27" y="47"/>
                </a:cubicBezTo>
                <a:cubicBezTo>
                  <a:pt x="26" y="48"/>
                  <a:pt x="25" y="49"/>
                  <a:pt x="23" y="49"/>
                </a:cubicBezTo>
                <a:cubicBezTo>
                  <a:pt x="22" y="49"/>
                  <a:pt x="21" y="48"/>
                  <a:pt x="20" y="47"/>
                </a:cubicBezTo>
                <a:cubicBezTo>
                  <a:pt x="19" y="47"/>
                  <a:pt x="19" y="46"/>
                  <a:pt x="18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5" y="45"/>
                  <a:pt x="14" y="45"/>
                  <a:pt x="14" y="43"/>
                </a:cubicBezTo>
                <a:cubicBezTo>
                  <a:pt x="14" y="37"/>
                  <a:pt x="14" y="37"/>
                  <a:pt x="14" y="37"/>
                </a:cubicBezTo>
                <a:cubicBezTo>
                  <a:pt x="13" y="37"/>
                  <a:pt x="13" y="36"/>
                  <a:pt x="12" y="36"/>
                </a:cubicBezTo>
                <a:cubicBezTo>
                  <a:pt x="9" y="32"/>
                  <a:pt x="7" y="28"/>
                  <a:pt x="7" y="24"/>
                </a:cubicBezTo>
                <a:cubicBezTo>
                  <a:pt x="7" y="20"/>
                  <a:pt x="9" y="16"/>
                  <a:pt x="12" y="13"/>
                </a:cubicBezTo>
                <a:cubicBezTo>
                  <a:pt x="15" y="10"/>
                  <a:pt x="19" y="8"/>
                  <a:pt x="23" y="8"/>
                </a:cubicBezTo>
                <a:cubicBezTo>
                  <a:pt x="28" y="8"/>
                  <a:pt x="32" y="10"/>
                  <a:pt x="35" y="13"/>
                </a:cubicBezTo>
                <a:cubicBezTo>
                  <a:pt x="38" y="16"/>
                  <a:pt x="40" y="20"/>
                  <a:pt x="40" y="24"/>
                </a:cubicBezTo>
                <a:cubicBezTo>
                  <a:pt x="40" y="28"/>
                  <a:pt x="38" y="32"/>
                  <a:pt x="35" y="36"/>
                </a:cubicBezTo>
                <a:cubicBezTo>
                  <a:pt x="34" y="36"/>
                  <a:pt x="33" y="37"/>
                  <a:pt x="33" y="37"/>
                </a:cubicBezTo>
                <a:close/>
                <a:moveTo>
                  <a:pt x="23" y="22"/>
                </a:moveTo>
                <a:cubicBezTo>
                  <a:pt x="23" y="22"/>
                  <a:pt x="23" y="22"/>
                  <a:pt x="23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5" y="21"/>
                  <a:pt x="26" y="21"/>
                  <a:pt x="27" y="21"/>
                </a:cubicBezTo>
                <a:cubicBezTo>
                  <a:pt x="27" y="21"/>
                  <a:pt x="28" y="21"/>
                  <a:pt x="29" y="22"/>
                </a:cubicBezTo>
                <a:cubicBezTo>
                  <a:pt x="29" y="22"/>
                  <a:pt x="30" y="22"/>
                  <a:pt x="31" y="23"/>
                </a:cubicBezTo>
                <a:cubicBezTo>
                  <a:pt x="31" y="23"/>
                  <a:pt x="31" y="24"/>
                  <a:pt x="31" y="24"/>
                </a:cubicBezTo>
                <a:cubicBezTo>
                  <a:pt x="30" y="25"/>
                  <a:pt x="29" y="25"/>
                  <a:pt x="29" y="24"/>
                </a:cubicBezTo>
                <a:cubicBezTo>
                  <a:pt x="29" y="24"/>
                  <a:pt x="28" y="24"/>
                  <a:pt x="28" y="24"/>
                </a:cubicBezTo>
                <a:cubicBezTo>
                  <a:pt x="27" y="24"/>
                  <a:pt x="27" y="23"/>
                  <a:pt x="27" y="23"/>
                </a:cubicBezTo>
                <a:cubicBezTo>
                  <a:pt x="26" y="23"/>
                  <a:pt x="26" y="24"/>
                  <a:pt x="25" y="24"/>
                </a:cubicBezTo>
                <a:cubicBezTo>
                  <a:pt x="25" y="24"/>
                  <a:pt x="25" y="24"/>
                  <a:pt x="24" y="24"/>
                </a:cubicBezTo>
                <a:cubicBezTo>
                  <a:pt x="24" y="25"/>
                  <a:pt x="23" y="25"/>
                  <a:pt x="23" y="24"/>
                </a:cubicBezTo>
                <a:cubicBezTo>
                  <a:pt x="22" y="24"/>
                  <a:pt x="22" y="24"/>
                  <a:pt x="21" y="24"/>
                </a:cubicBezTo>
                <a:cubicBezTo>
                  <a:pt x="21" y="24"/>
                  <a:pt x="21" y="23"/>
                  <a:pt x="20" y="23"/>
                </a:cubicBezTo>
                <a:cubicBezTo>
                  <a:pt x="20" y="23"/>
                  <a:pt x="19" y="24"/>
                  <a:pt x="19" y="24"/>
                </a:cubicBezTo>
                <a:cubicBezTo>
                  <a:pt x="18" y="24"/>
                  <a:pt x="18" y="24"/>
                  <a:pt x="18" y="24"/>
                </a:cubicBezTo>
                <a:cubicBezTo>
                  <a:pt x="17" y="25"/>
                  <a:pt x="17" y="25"/>
                  <a:pt x="16" y="24"/>
                </a:cubicBezTo>
                <a:cubicBezTo>
                  <a:pt x="16" y="24"/>
                  <a:pt x="16" y="23"/>
                  <a:pt x="16" y="23"/>
                </a:cubicBezTo>
                <a:cubicBezTo>
                  <a:pt x="17" y="22"/>
                  <a:pt x="17" y="22"/>
                  <a:pt x="18" y="22"/>
                </a:cubicBezTo>
                <a:cubicBezTo>
                  <a:pt x="19" y="21"/>
                  <a:pt x="19" y="21"/>
                  <a:pt x="20" y="21"/>
                </a:cubicBezTo>
                <a:cubicBezTo>
                  <a:pt x="21" y="21"/>
                  <a:pt x="22" y="21"/>
                  <a:pt x="22" y="22"/>
                </a:cubicBezTo>
                <a:cubicBezTo>
                  <a:pt x="23" y="22"/>
                  <a:pt x="23" y="22"/>
                  <a:pt x="23" y="22"/>
                </a:cubicBezTo>
                <a:close/>
                <a:moveTo>
                  <a:pt x="25" y="5"/>
                </a:moveTo>
                <a:cubicBezTo>
                  <a:pt x="25" y="5"/>
                  <a:pt x="25" y="5"/>
                  <a:pt x="25" y="5"/>
                </a:cubicBezTo>
                <a:cubicBezTo>
                  <a:pt x="25" y="6"/>
                  <a:pt x="24" y="6"/>
                  <a:pt x="23" y="6"/>
                </a:cubicBezTo>
                <a:cubicBezTo>
                  <a:pt x="23" y="6"/>
                  <a:pt x="22" y="6"/>
                  <a:pt x="22" y="5"/>
                </a:cubicBezTo>
                <a:cubicBezTo>
                  <a:pt x="22" y="1"/>
                  <a:pt x="22" y="1"/>
                  <a:pt x="22" y="1"/>
                </a:cubicBezTo>
                <a:cubicBezTo>
                  <a:pt x="22" y="1"/>
                  <a:pt x="23" y="0"/>
                  <a:pt x="23" y="0"/>
                </a:cubicBezTo>
                <a:cubicBezTo>
                  <a:pt x="24" y="0"/>
                  <a:pt x="25" y="1"/>
                  <a:pt x="25" y="1"/>
                </a:cubicBezTo>
                <a:cubicBezTo>
                  <a:pt x="25" y="5"/>
                  <a:pt x="25" y="5"/>
                  <a:pt x="25" y="5"/>
                </a:cubicBezTo>
                <a:close/>
                <a:moveTo>
                  <a:pt x="34" y="8"/>
                </a:move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2" y="9"/>
                </a:cubicBezTo>
                <a:cubicBezTo>
                  <a:pt x="32" y="8"/>
                  <a:pt x="31" y="8"/>
                  <a:pt x="32" y="7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3"/>
                  <a:pt x="35" y="3"/>
                  <a:pt x="35" y="4"/>
                </a:cubicBezTo>
                <a:cubicBezTo>
                  <a:pt x="36" y="4"/>
                  <a:pt x="36" y="5"/>
                  <a:pt x="36" y="5"/>
                </a:cubicBezTo>
                <a:cubicBezTo>
                  <a:pt x="34" y="8"/>
                  <a:pt x="34" y="8"/>
                  <a:pt x="34" y="8"/>
                </a:cubicBezTo>
                <a:close/>
                <a:moveTo>
                  <a:pt x="40" y="16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6"/>
                  <a:pt x="39" y="16"/>
                  <a:pt x="39" y="15"/>
                </a:cubicBezTo>
                <a:cubicBezTo>
                  <a:pt x="38" y="15"/>
                  <a:pt x="39" y="14"/>
                  <a:pt x="39" y="14"/>
                </a:cubicBezTo>
                <a:cubicBezTo>
                  <a:pt x="42" y="12"/>
                  <a:pt x="42" y="12"/>
                  <a:pt x="42" y="12"/>
                </a:cubicBezTo>
                <a:cubicBezTo>
                  <a:pt x="43" y="11"/>
                  <a:pt x="44" y="12"/>
                  <a:pt x="44" y="12"/>
                </a:cubicBezTo>
                <a:cubicBezTo>
                  <a:pt x="44" y="13"/>
                  <a:pt x="44" y="13"/>
                  <a:pt x="43" y="14"/>
                </a:cubicBezTo>
                <a:cubicBezTo>
                  <a:pt x="40" y="16"/>
                  <a:pt x="40" y="16"/>
                  <a:pt x="40" y="16"/>
                </a:cubicBezTo>
                <a:close/>
                <a:moveTo>
                  <a:pt x="42" y="25"/>
                </a:moveTo>
                <a:cubicBezTo>
                  <a:pt x="42" y="25"/>
                  <a:pt x="42" y="25"/>
                  <a:pt x="42" y="25"/>
                </a:cubicBezTo>
                <a:cubicBezTo>
                  <a:pt x="42" y="25"/>
                  <a:pt x="41" y="25"/>
                  <a:pt x="41" y="24"/>
                </a:cubicBezTo>
                <a:cubicBezTo>
                  <a:pt x="41" y="23"/>
                  <a:pt x="42" y="23"/>
                  <a:pt x="42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7" y="23"/>
                  <a:pt x="47" y="23"/>
                  <a:pt x="47" y="24"/>
                </a:cubicBezTo>
                <a:cubicBezTo>
                  <a:pt x="47" y="25"/>
                  <a:pt x="47" y="25"/>
                  <a:pt x="46" y="25"/>
                </a:cubicBezTo>
                <a:cubicBezTo>
                  <a:pt x="42" y="25"/>
                  <a:pt x="42" y="25"/>
                  <a:pt x="42" y="25"/>
                </a:cubicBezTo>
                <a:close/>
                <a:moveTo>
                  <a:pt x="39" y="34"/>
                </a:moveTo>
                <a:cubicBezTo>
                  <a:pt x="39" y="34"/>
                  <a:pt x="39" y="34"/>
                  <a:pt x="39" y="34"/>
                </a:cubicBezTo>
                <a:cubicBezTo>
                  <a:pt x="39" y="34"/>
                  <a:pt x="38" y="33"/>
                  <a:pt x="39" y="33"/>
                </a:cubicBezTo>
                <a:cubicBezTo>
                  <a:pt x="39" y="32"/>
                  <a:pt x="40" y="32"/>
                  <a:pt x="40" y="32"/>
                </a:cubicBezTo>
                <a:cubicBezTo>
                  <a:pt x="43" y="34"/>
                  <a:pt x="43" y="34"/>
                  <a:pt x="43" y="34"/>
                </a:cubicBezTo>
                <a:cubicBezTo>
                  <a:pt x="44" y="35"/>
                  <a:pt x="44" y="35"/>
                  <a:pt x="44" y="36"/>
                </a:cubicBezTo>
                <a:cubicBezTo>
                  <a:pt x="44" y="36"/>
                  <a:pt x="43" y="37"/>
                  <a:pt x="42" y="36"/>
                </a:cubicBezTo>
                <a:cubicBezTo>
                  <a:pt x="39" y="34"/>
                  <a:pt x="39" y="34"/>
                  <a:pt x="39" y="34"/>
                </a:cubicBezTo>
                <a:close/>
                <a:moveTo>
                  <a:pt x="6" y="32"/>
                </a:moveTo>
                <a:cubicBezTo>
                  <a:pt x="6" y="32"/>
                  <a:pt x="6" y="32"/>
                  <a:pt x="6" y="32"/>
                </a:cubicBezTo>
                <a:cubicBezTo>
                  <a:pt x="7" y="32"/>
                  <a:pt x="8" y="32"/>
                  <a:pt x="8" y="33"/>
                </a:cubicBezTo>
                <a:cubicBezTo>
                  <a:pt x="8" y="33"/>
                  <a:pt x="8" y="34"/>
                  <a:pt x="8" y="34"/>
                </a:cubicBezTo>
                <a:cubicBezTo>
                  <a:pt x="4" y="36"/>
                  <a:pt x="4" y="36"/>
                  <a:pt x="4" y="36"/>
                </a:cubicBezTo>
                <a:cubicBezTo>
                  <a:pt x="4" y="37"/>
                  <a:pt x="3" y="36"/>
                  <a:pt x="3" y="36"/>
                </a:cubicBezTo>
                <a:cubicBezTo>
                  <a:pt x="3" y="35"/>
                  <a:pt x="3" y="35"/>
                  <a:pt x="3" y="34"/>
                </a:cubicBezTo>
                <a:cubicBezTo>
                  <a:pt x="6" y="32"/>
                  <a:pt x="6" y="32"/>
                  <a:pt x="6" y="32"/>
                </a:cubicBezTo>
                <a:close/>
                <a:moveTo>
                  <a:pt x="4" y="23"/>
                </a:moveTo>
                <a:cubicBezTo>
                  <a:pt x="4" y="23"/>
                  <a:pt x="4" y="23"/>
                  <a:pt x="4" y="23"/>
                </a:cubicBezTo>
                <a:cubicBezTo>
                  <a:pt x="5" y="23"/>
                  <a:pt x="6" y="23"/>
                  <a:pt x="6" y="24"/>
                </a:cubicBezTo>
                <a:cubicBezTo>
                  <a:pt x="6" y="25"/>
                  <a:pt x="5" y="25"/>
                  <a:pt x="4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5"/>
                  <a:pt x="0" y="25"/>
                  <a:pt x="0" y="24"/>
                </a:cubicBezTo>
                <a:cubicBezTo>
                  <a:pt x="0" y="23"/>
                  <a:pt x="0" y="23"/>
                  <a:pt x="1" y="23"/>
                </a:cubicBezTo>
                <a:cubicBezTo>
                  <a:pt x="4" y="23"/>
                  <a:pt x="4" y="23"/>
                  <a:pt x="4" y="23"/>
                </a:cubicBezTo>
                <a:close/>
                <a:moveTo>
                  <a:pt x="8" y="14"/>
                </a:move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5"/>
                  <a:pt x="8" y="15"/>
                </a:cubicBezTo>
                <a:cubicBezTo>
                  <a:pt x="8" y="16"/>
                  <a:pt x="7" y="16"/>
                  <a:pt x="6" y="16"/>
                </a:cubicBezTo>
                <a:cubicBezTo>
                  <a:pt x="3" y="14"/>
                  <a:pt x="3" y="14"/>
                  <a:pt x="3" y="14"/>
                </a:cubicBezTo>
                <a:cubicBezTo>
                  <a:pt x="3" y="13"/>
                  <a:pt x="3" y="13"/>
                  <a:pt x="3" y="12"/>
                </a:cubicBezTo>
                <a:cubicBezTo>
                  <a:pt x="3" y="12"/>
                  <a:pt x="4" y="11"/>
                  <a:pt x="4" y="12"/>
                </a:cubicBezTo>
                <a:cubicBezTo>
                  <a:pt x="8" y="14"/>
                  <a:pt x="8" y="14"/>
                  <a:pt x="8" y="14"/>
                </a:cubicBezTo>
                <a:close/>
                <a:moveTo>
                  <a:pt x="15" y="7"/>
                </a:moveTo>
                <a:cubicBezTo>
                  <a:pt x="15" y="7"/>
                  <a:pt x="15" y="7"/>
                  <a:pt x="15" y="7"/>
                </a:cubicBezTo>
                <a:cubicBezTo>
                  <a:pt x="15" y="8"/>
                  <a:pt x="15" y="8"/>
                  <a:pt x="15" y="9"/>
                </a:cubicBezTo>
                <a:cubicBezTo>
                  <a:pt x="14" y="9"/>
                  <a:pt x="13" y="9"/>
                  <a:pt x="13" y="8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4"/>
                  <a:pt x="12" y="4"/>
                </a:cubicBezTo>
                <a:cubicBezTo>
                  <a:pt x="12" y="3"/>
                  <a:pt x="13" y="3"/>
                  <a:pt x="13" y="4"/>
                </a:cubicBezTo>
                <a:cubicBezTo>
                  <a:pt x="15" y="7"/>
                  <a:pt x="15" y="7"/>
                  <a:pt x="15" y="7"/>
                </a:cubicBezTo>
                <a:close/>
                <a:moveTo>
                  <a:pt x="30" y="35"/>
                </a:moveTo>
                <a:cubicBezTo>
                  <a:pt x="30" y="35"/>
                  <a:pt x="30" y="35"/>
                  <a:pt x="30" y="35"/>
                </a:cubicBezTo>
                <a:cubicBezTo>
                  <a:pt x="30" y="35"/>
                  <a:pt x="30" y="35"/>
                  <a:pt x="30" y="35"/>
                </a:cubicBezTo>
                <a:cubicBezTo>
                  <a:pt x="31" y="34"/>
                  <a:pt x="31" y="33"/>
                  <a:pt x="32" y="33"/>
                </a:cubicBezTo>
                <a:cubicBezTo>
                  <a:pt x="34" y="30"/>
                  <a:pt x="36" y="27"/>
                  <a:pt x="36" y="24"/>
                </a:cubicBezTo>
                <a:cubicBezTo>
                  <a:pt x="36" y="21"/>
                  <a:pt x="34" y="18"/>
                  <a:pt x="32" y="15"/>
                </a:cubicBezTo>
                <a:cubicBezTo>
                  <a:pt x="30" y="13"/>
                  <a:pt x="27" y="12"/>
                  <a:pt x="23" y="12"/>
                </a:cubicBezTo>
                <a:cubicBezTo>
                  <a:pt x="20" y="12"/>
                  <a:pt x="17" y="13"/>
                  <a:pt x="15" y="15"/>
                </a:cubicBezTo>
                <a:cubicBezTo>
                  <a:pt x="12" y="18"/>
                  <a:pt x="11" y="21"/>
                  <a:pt x="11" y="24"/>
                </a:cubicBezTo>
                <a:cubicBezTo>
                  <a:pt x="11" y="27"/>
                  <a:pt x="12" y="30"/>
                  <a:pt x="15" y="33"/>
                </a:cubicBezTo>
                <a:cubicBezTo>
                  <a:pt x="15" y="33"/>
                  <a:pt x="16" y="34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9" y="36"/>
                  <a:pt x="21" y="36"/>
                  <a:pt x="23" y="36"/>
                </a:cubicBezTo>
                <a:cubicBezTo>
                  <a:pt x="26" y="36"/>
                  <a:pt x="28" y="36"/>
                  <a:pt x="30" y="35"/>
                </a:cubicBezTo>
                <a:close/>
                <a:moveTo>
                  <a:pt x="18" y="39"/>
                </a:moveTo>
                <a:cubicBezTo>
                  <a:pt x="18" y="39"/>
                  <a:pt x="18" y="39"/>
                  <a:pt x="18" y="39"/>
                </a:cubicBezTo>
                <a:cubicBezTo>
                  <a:pt x="18" y="42"/>
                  <a:pt x="18" y="42"/>
                  <a:pt x="18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1" y="42"/>
                  <a:pt x="22" y="42"/>
                  <a:pt x="22" y="43"/>
                </a:cubicBezTo>
                <a:cubicBezTo>
                  <a:pt x="22" y="43"/>
                  <a:pt x="22" y="43"/>
                  <a:pt x="22" y="43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5"/>
                  <a:pt x="22" y="45"/>
                  <a:pt x="22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4" y="45"/>
                  <a:pt x="24" y="45"/>
                  <a:pt x="24" y="44"/>
                </a:cubicBezTo>
                <a:cubicBezTo>
                  <a:pt x="24" y="44"/>
                  <a:pt x="24" y="44"/>
                  <a:pt x="24" y="44"/>
                </a:cubicBezTo>
                <a:cubicBezTo>
                  <a:pt x="25" y="44"/>
                  <a:pt x="25" y="44"/>
                  <a:pt x="25" y="43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2"/>
                  <a:pt x="26" y="42"/>
                  <a:pt x="27" y="42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39"/>
                  <a:pt x="29" y="39"/>
                  <a:pt x="29" y="39"/>
                </a:cubicBezTo>
                <a:cubicBezTo>
                  <a:pt x="27" y="40"/>
                  <a:pt x="25" y="40"/>
                  <a:pt x="23" y="40"/>
                </a:cubicBezTo>
                <a:cubicBezTo>
                  <a:pt x="21" y="40"/>
                  <a:pt x="20" y="40"/>
                  <a:pt x="18" y="3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69" name="Freeform 303">
            <a:extLst>
              <a:ext uri="{FF2B5EF4-FFF2-40B4-BE49-F238E27FC236}">
                <a16:creationId xmlns:a16="http://schemas.microsoft.com/office/drawing/2014/main" id="{E694D3E2-9AC7-6D15-5475-4846C3633B09}"/>
              </a:ext>
            </a:extLst>
          </p:cNvPr>
          <p:cNvSpPr>
            <a:spLocks noEditPoints="1"/>
          </p:cNvSpPr>
          <p:nvPr/>
        </p:nvSpPr>
        <p:spPr bwMode="auto">
          <a:xfrm>
            <a:off x="5441352" y="5643481"/>
            <a:ext cx="205316" cy="215900"/>
          </a:xfrm>
          <a:custGeom>
            <a:avLst/>
            <a:gdLst>
              <a:gd name="T0" fmla="*/ 150779 w 48"/>
              <a:gd name="T1" fmla="*/ 60325 h 51"/>
              <a:gd name="T2" fmla="*/ 150779 w 48"/>
              <a:gd name="T3" fmla="*/ 60325 h 51"/>
              <a:gd name="T4" fmla="*/ 150779 w 48"/>
              <a:gd name="T5" fmla="*/ 60325 h 51"/>
              <a:gd name="T6" fmla="*/ 150779 w 48"/>
              <a:gd name="T7" fmla="*/ 60325 h 51"/>
              <a:gd name="T8" fmla="*/ 150779 w 48"/>
              <a:gd name="T9" fmla="*/ 60325 h 51"/>
              <a:gd name="T10" fmla="*/ 150779 w 48"/>
              <a:gd name="T11" fmla="*/ 60325 h 51"/>
              <a:gd name="T12" fmla="*/ 150779 w 48"/>
              <a:gd name="T13" fmla="*/ 60325 h 51"/>
              <a:gd name="T14" fmla="*/ 150779 w 48"/>
              <a:gd name="T15" fmla="*/ 60325 h 51"/>
              <a:gd name="T16" fmla="*/ 150779 w 48"/>
              <a:gd name="T17" fmla="*/ 60325 h 51"/>
              <a:gd name="T18" fmla="*/ 150779 w 48"/>
              <a:gd name="T19" fmla="*/ 60325 h 51"/>
              <a:gd name="T20" fmla="*/ 150779 w 48"/>
              <a:gd name="T21" fmla="*/ 60325 h 51"/>
              <a:gd name="T22" fmla="*/ 150779 w 48"/>
              <a:gd name="T23" fmla="*/ 60325 h 51"/>
              <a:gd name="T24" fmla="*/ 150779 w 48"/>
              <a:gd name="T25" fmla="*/ 60325 h 51"/>
              <a:gd name="T26" fmla="*/ 150779 w 48"/>
              <a:gd name="T27" fmla="*/ 60325 h 51"/>
              <a:gd name="T28" fmla="*/ 150779 w 48"/>
              <a:gd name="T29" fmla="*/ 60325 h 51"/>
              <a:gd name="T30" fmla="*/ 150779 w 48"/>
              <a:gd name="T31" fmla="*/ 63500 h 51"/>
              <a:gd name="T32" fmla="*/ 150779 w 48"/>
              <a:gd name="T33" fmla="*/ 63500 h 51"/>
              <a:gd name="T34" fmla="*/ 150779 w 48"/>
              <a:gd name="T35" fmla="*/ 63500 h 51"/>
              <a:gd name="T36" fmla="*/ 150779 w 48"/>
              <a:gd name="T37" fmla="*/ 63500 h 51"/>
              <a:gd name="T38" fmla="*/ 150779 w 48"/>
              <a:gd name="T39" fmla="*/ 63500 h 51"/>
              <a:gd name="T40" fmla="*/ 150779 w 48"/>
              <a:gd name="T41" fmla="*/ 63500 h 51"/>
              <a:gd name="T42" fmla="*/ 150779 w 48"/>
              <a:gd name="T43" fmla="*/ 63500 h 51"/>
              <a:gd name="T44" fmla="*/ 150779 w 48"/>
              <a:gd name="T45" fmla="*/ 63500 h 51"/>
              <a:gd name="T46" fmla="*/ 153987 w 48"/>
              <a:gd name="T47" fmla="*/ 63500 h 51"/>
              <a:gd name="T48" fmla="*/ 153987 w 48"/>
              <a:gd name="T49" fmla="*/ 63500 h 51"/>
              <a:gd name="T50" fmla="*/ 153987 w 48"/>
              <a:gd name="T51" fmla="*/ 63500 h 51"/>
              <a:gd name="T52" fmla="*/ 153987 w 48"/>
              <a:gd name="T53" fmla="*/ 63500 h 51"/>
              <a:gd name="T54" fmla="*/ 153987 w 48"/>
              <a:gd name="T55" fmla="*/ 63500 h 51"/>
              <a:gd name="T56" fmla="*/ 153987 w 48"/>
              <a:gd name="T57" fmla="*/ 63500 h 51"/>
              <a:gd name="T58" fmla="*/ 153987 w 48"/>
              <a:gd name="T59" fmla="*/ 63500 h 51"/>
              <a:gd name="T60" fmla="*/ 153987 w 48"/>
              <a:gd name="T61" fmla="*/ 63500 h 51"/>
              <a:gd name="T62" fmla="*/ 153987 w 48"/>
              <a:gd name="T63" fmla="*/ 63500 h 51"/>
              <a:gd name="T64" fmla="*/ 153987 w 48"/>
              <a:gd name="T65" fmla="*/ 63500 h 51"/>
              <a:gd name="T66" fmla="*/ 153987 w 48"/>
              <a:gd name="T67" fmla="*/ 155575 h 51"/>
              <a:gd name="T68" fmla="*/ 147571 w 48"/>
              <a:gd name="T69" fmla="*/ 161925 h 51"/>
              <a:gd name="T70" fmla="*/ 0 w 48"/>
              <a:gd name="T71" fmla="*/ 155575 h 51"/>
              <a:gd name="T72" fmla="*/ 0 w 48"/>
              <a:gd name="T73" fmla="*/ 63500 h 51"/>
              <a:gd name="T74" fmla="*/ 12832 w 48"/>
              <a:gd name="T75" fmla="*/ 50800 h 51"/>
              <a:gd name="T76" fmla="*/ 12832 w 48"/>
              <a:gd name="T77" fmla="*/ 25400 h 51"/>
              <a:gd name="T78" fmla="*/ 16040 w 48"/>
              <a:gd name="T79" fmla="*/ 22225 h 51"/>
              <a:gd name="T80" fmla="*/ 51329 w 48"/>
              <a:gd name="T81" fmla="*/ 22225 h 51"/>
              <a:gd name="T82" fmla="*/ 80202 w 48"/>
              <a:gd name="T83" fmla="*/ 3175 h 51"/>
              <a:gd name="T84" fmla="*/ 102658 w 48"/>
              <a:gd name="T85" fmla="*/ 22225 h 51"/>
              <a:gd name="T86" fmla="*/ 137947 w 48"/>
              <a:gd name="T87" fmla="*/ 25400 h 51"/>
              <a:gd name="T88" fmla="*/ 137947 w 48"/>
              <a:gd name="T89" fmla="*/ 50800 h 51"/>
              <a:gd name="T90" fmla="*/ 150779 w 48"/>
              <a:gd name="T91" fmla="*/ 60325 h 51"/>
              <a:gd name="T92" fmla="*/ 22456 w 48"/>
              <a:gd name="T93" fmla="*/ 63500 h 51"/>
              <a:gd name="T94" fmla="*/ 22456 w 48"/>
              <a:gd name="T95" fmla="*/ 63500 h 51"/>
              <a:gd name="T96" fmla="*/ 76994 w 48"/>
              <a:gd name="T97" fmla="*/ 114300 h 51"/>
              <a:gd name="T98" fmla="*/ 131531 w 48"/>
              <a:gd name="T99" fmla="*/ 73025 h 51"/>
              <a:gd name="T100" fmla="*/ 131531 w 48"/>
              <a:gd name="T101" fmla="*/ 63500 h 51"/>
              <a:gd name="T102" fmla="*/ 22456 w 48"/>
              <a:gd name="T103" fmla="*/ 28575 h 51"/>
              <a:gd name="T104" fmla="*/ 12832 w 48"/>
              <a:gd name="T105" fmla="*/ 73025 h 51"/>
              <a:gd name="T106" fmla="*/ 12832 w 48"/>
              <a:gd name="T107" fmla="*/ 149225 h 51"/>
              <a:gd name="T108" fmla="*/ 141155 w 48"/>
              <a:gd name="T109" fmla="*/ 73025 h 51"/>
              <a:gd name="T110" fmla="*/ 76994 w 48"/>
              <a:gd name="T111" fmla="*/ 123825 h 51"/>
              <a:gd name="T112" fmla="*/ 70577 w 48"/>
              <a:gd name="T113" fmla="*/ 123825 h 51"/>
              <a:gd name="T114" fmla="*/ 67369 w 48"/>
              <a:gd name="T115" fmla="*/ 22225 h 51"/>
              <a:gd name="T116" fmla="*/ 83410 w 48"/>
              <a:gd name="T117" fmla="*/ 22225 h 51"/>
              <a:gd name="T118" fmla="*/ 67369 w 48"/>
              <a:gd name="T119" fmla="*/ 22225 h 5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48" h="51">
                <a:moveTo>
                  <a:pt x="47" y="19"/>
                </a:move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50"/>
                  <a:pt x="47" y="51"/>
                  <a:pt x="46" y="51"/>
                </a:cubicBezTo>
                <a:cubicBezTo>
                  <a:pt x="46" y="51"/>
                  <a:pt x="46" y="51"/>
                  <a:pt x="46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1" y="51"/>
                  <a:pt x="0" y="50"/>
                  <a:pt x="0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0"/>
                  <a:pt x="0" y="19"/>
                  <a:pt x="1" y="19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8"/>
                  <a:pt x="4" y="8"/>
                  <a:pt x="4" y="8"/>
                </a:cubicBezTo>
                <a:cubicBezTo>
                  <a:pt x="4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6" y="7"/>
                </a:cubicBezTo>
                <a:cubicBezTo>
                  <a:pt x="22" y="1"/>
                  <a:pt x="22" y="1"/>
                  <a:pt x="22" y="1"/>
                </a:cubicBezTo>
                <a:cubicBezTo>
                  <a:pt x="23" y="0"/>
                  <a:pt x="24" y="0"/>
                  <a:pt x="25" y="1"/>
                </a:cubicBezTo>
                <a:cubicBezTo>
                  <a:pt x="32" y="7"/>
                  <a:pt x="32" y="7"/>
                  <a:pt x="32" y="7"/>
                </a:cubicBezTo>
                <a:cubicBezTo>
                  <a:pt x="32" y="7"/>
                  <a:pt x="32" y="7"/>
                  <a:pt x="32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3" y="7"/>
                  <a:pt x="43" y="7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7" y="19"/>
                  <a:pt x="47" y="19"/>
                  <a:pt x="47" y="19"/>
                </a:cubicBezTo>
                <a:close/>
                <a:moveTo>
                  <a:pt x="7" y="20"/>
                </a:move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3"/>
                  <a:pt x="7" y="23"/>
                  <a:pt x="7" y="23"/>
                </a:cubicBezTo>
                <a:cubicBezTo>
                  <a:pt x="24" y="36"/>
                  <a:pt x="24" y="36"/>
                  <a:pt x="24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41" y="23"/>
                  <a:pt x="41" y="23"/>
                  <a:pt x="41" y="23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9"/>
                  <a:pt x="41" y="9"/>
                  <a:pt x="41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20"/>
                  <a:pt x="7" y="20"/>
                  <a:pt x="7" y="20"/>
                </a:cubicBezTo>
                <a:close/>
                <a:moveTo>
                  <a:pt x="4" y="23"/>
                </a:moveTo>
                <a:cubicBezTo>
                  <a:pt x="4" y="23"/>
                  <a:pt x="4" y="23"/>
                  <a:pt x="4" y="23"/>
                </a:cubicBezTo>
                <a:cubicBezTo>
                  <a:pt x="4" y="47"/>
                  <a:pt x="4" y="47"/>
                  <a:pt x="4" y="47"/>
                </a:cubicBezTo>
                <a:cubicBezTo>
                  <a:pt x="44" y="47"/>
                  <a:pt x="44" y="47"/>
                  <a:pt x="44" y="47"/>
                </a:cubicBezTo>
                <a:cubicBezTo>
                  <a:pt x="44" y="23"/>
                  <a:pt x="44" y="23"/>
                  <a:pt x="44" y="23"/>
                </a:cubicBezTo>
                <a:cubicBezTo>
                  <a:pt x="38" y="28"/>
                  <a:pt x="31" y="33"/>
                  <a:pt x="25" y="39"/>
                </a:cubicBezTo>
                <a:cubicBezTo>
                  <a:pt x="25" y="39"/>
                  <a:pt x="25" y="39"/>
                  <a:pt x="24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39"/>
                  <a:pt x="23" y="39"/>
                  <a:pt x="22" y="39"/>
                </a:cubicBezTo>
                <a:cubicBezTo>
                  <a:pt x="16" y="33"/>
                  <a:pt x="10" y="28"/>
                  <a:pt x="4" y="23"/>
                </a:cubicBezTo>
                <a:close/>
                <a:moveTo>
                  <a:pt x="21" y="7"/>
                </a:moveTo>
                <a:cubicBezTo>
                  <a:pt x="21" y="7"/>
                  <a:pt x="21" y="7"/>
                  <a:pt x="21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4" y="5"/>
                  <a:pt x="24" y="5"/>
                  <a:pt x="24" y="5"/>
                </a:cubicBezTo>
                <a:cubicBezTo>
                  <a:pt x="21" y="7"/>
                  <a:pt x="21" y="7"/>
                  <a:pt x="21" y="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70" name="Freeform 304">
            <a:extLst>
              <a:ext uri="{FF2B5EF4-FFF2-40B4-BE49-F238E27FC236}">
                <a16:creationId xmlns:a16="http://schemas.microsoft.com/office/drawing/2014/main" id="{C7F48360-AF47-31C4-09E8-0BEFB21B808F}"/>
              </a:ext>
            </a:extLst>
          </p:cNvPr>
          <p:cNvSpPr>
            <a:spLocks noEditPoints="1"/>
          </p:cNvSpPr>
          <p:nvPr/>
        </p:nvSpPr>
        <p:spPr bwMode="auto">
          <a:xfrm>
            <a:off x="11399768" y="5647715"/>
            <a:ext cx="194733" cy="207433"/>
          </a:xfrm>
          <a:custGeom>
            <a:avLst/>
            <a:gdLst>
              <a:gd name="T0" fmla="*/ 0 w 46"/>
              <a:gd name="T1" fmla="*/ 38100 h 49"/>
              <a:gd name="T2" fmla="*/ 9525 w 46"/>
              <a:gd name="T3" fmla="*/ 0 h 49"/>
              <a:gd name="T4" fmla="*/ 142875 w 46"/>
              <a:gd name="T5" fmla="*/ 6350 h 49"/>
              <a:gd name="T6" fmla="*/ 127000 w 46"/>
              <a:gd name="T7" fmla="*/ 107950 h 49"/>
              <a:gd name="T8" fmla="*/ 82550 w 46"/>
              <a:gd name="T9" fmla="*/ 41275 h 49"/>
              <a:gd name="T10" fmla="*/ 98425 w 46"/>
              <a:gd name="T11" fmla="*/ 50800 h 49"/>
              <a:gd name="T12" fmla="*/ 107950 w 46"/>
              <a:gd name="T13" fmla="*/ 47625 h 49"/>
              <a:gd name="T14" fmla="*/ 114300 w 46"/>
              <a:gd name="T15" fmla="*/ 63500 h 49"/>
              <a:gd name="T16" fmla="*/ 95250 w 46"/>
              <a:gd name="T17" fmla="*/ 76200 h 49"/>
              <a:gd name="T18" fmla="*/ 101600 w 46"/>
              <a:gd name="T19" fmla="*/ 88900 h 49"/>
              <a:gd name="T20" fmla="*/ 101600 w 46"/>
              <a:gd name="T21" fmla="*/ 104775 h 49"/>
              <a:gd name="T22" fmla="*/ 95250 w 46"/>
              <a:gd name="T23" fmla="*/ 107950 h 49"/>
              <a:gd name="T24" fmla="*/ 73025 w 46"/>
              <a:gd name="T25" fmla="*/ 92075 h 49"/>
              <a:gd name="T26" fmla="*/ 53975 w 46"/>
              <a:gd name="T27" fmla="*/ 107950 h 49"/>
              <a:gd name="T28" fmla="*/ 44450 w 46"/>
              <a:gd name="T29" fmla="*/ 88900 h 49"/>
              <a:gd name="T30" fmla="*/ 44450 w 46"/>
              <a:gd name="T31" fmla="*/ 66675 h 49"/>
              <a:gd name="T32" fmla="*/ 31750 w 46"/>
              <a:gd name="T33" fmla="*/ 63500 h 49"/>
              <a:gd name="T34" fmla="*/ 41275 w 46"/>
              <a:gd name="T35" fmla="*/ 47625 h 49"/>
              <a:gd name="T36" fmla="*/ 60325 w 46"/>
              <a:gd name="T37" fmla="*/ 50800 h 49"/>
              <a:gd name="T38" fmla="*/ 63500 w 46"/>
              <a:gd name="T39" fmla="*/ 38100 h 49"/>
              <a:gd name="T40" fmla="*/ 66675 w 46"/>
              <a:gd name="T41" fmla="*/ 25400 h 49"/>
              <a:gd name="T42" fmla="*/ 79375 w 46"/>
              <a:gd name="T43" fmla="*/ 25400 h 49"/>
              <a:gd name="T44" fmla="*/ 82550 w 46"/>
              <a:gd name="T45" fmla="*/ 38100 h 49"/>
              <a:gd name="T46" fmla="*/ 82550 w 46"/>
              <a:gd name="T47" fmla="*/ 53975 h 49"/>
              <a:gd name="T48" fmla="*/ 73025 w 46"/>
              <a:gd name="T49" fmla="*/ 41275 h 49"/>
              <a:gd name="T50" fmla="*/ 47625 w 46"/>
              <a:gd name="T51" fmla="*/ 60325 h 49"/>
              <a:gd name="T52" fmla="*/ 47625 w 46"/>
              <a:gd name="T53" fmla="*/ 60325 h 49"/>
              <a:gd name="T54" fmla="*/ 57150 w 46"/>
              <a:gd name="T55" fmla="*/ 92075 h 49"/>
              <a:gd name="T56" fmla="*/ 57150 w 46"/>
              <a:gd name="T57" fmla="*/ 92075 h 49"/>
              <a:gd name="T58" fmla="*/ 88900 w 46"/>
              <a:gd name="T59" fmla="*/ 92075 h 49"/>
              <a:gd name="T60" fmla="*/ 88900 w 46"/>
              <a:gd name="T61" fmla="*/ 76200 h 49"/>
              <a:gd name="T62" fmla="*/ 101600 w 46"/>
              <a:gd name="T63" fmla="*/ 60325 h 49"/>
              <a:gd name="T64" fmla="*/ 85725 w 46"/>
              <a:gd name="T65" fmla="*/ 57150 h 49"/>
              <a:gd name="T66" fmla="*/ 104775 w 46"/>
              <a:gd name="T67" fmla="*/ 57150 h 49"/>
              <a:gd name="T68" fmla="*/ 104775 w 46"/>
              <a:gd name="T69" fmla="*/ 60325 h 49"/>
              <a:gd name="T70" fmla="*/ 107950 w 46"/>
              <a:gd name="T71" fmla="*/ 60325 h 49"/>
              <a:gd name="T72" fmla="*/ 107950 w 46"/>
              <a:gd name="T73" fmla="*/ 53975 h 49"/>
              <a:gd name="T74" fmla="*/ 104775 w 46"/>
              <a:gd name="T75" fmla="*/ 57150 h 49"/>
              <a:gd name="T76" fmla="*/ 95250 w 46"/>
              <a:gd name="T77" fmla="*/ 95250 h 49"/>
              <a:gd name="T78" fmla="*/ 92075 w 46"/>
              <a:gd name="T79" fmla="*/ 95250 h 49"/>
              <a:gd name="T80" fmla="*/ 92075 w 46"/>
              <a:gd name="T81" fmla="*/ 98425 h 49"/>
              <a:gd name="T82" fmla="*/ 95250 w 46"/>
              <a:gd name="T83" fmla="*/ 98425 h 49"/>
              <a:gd name="T84" fmla="*/ 95250 w 46"/>
              <a:gd name="T85" fmla="*/ 95250 h 49"/>
              <a:gd name="T86" fmla="*/ 95250 w 46"/>
              <a:gd name="T87" fmla="*/ 95250 h 49"/>
              <a:gd name="T88" fmla="*/ 57150 w 46"/>
              <a:gd name="T89" fmla="*/ 95250 h 49"/>
              <a:gd name="T90" fmla="*/ 53975 w 46"/>
              <a:gd name="T91" fmla="*/ 95250 h 49"/>
              <a:gd name="T92" fmla="*/ 50800 w 46"/>
              <a:gd name="T93" fmla="*/ 95250 h 49"/>
              <a:gd name="T94" fmla="*/ 50800 w 46"/>
              <a:gd name="T95" fmla="*/ 98425 h 49"/>
              <a:gd name="T96" fmla="*/ 53975 w 46"/>
              <a:gd name="T97" fmla="*/ 98425 h 49"/>
              <a:gd name="T98" fmla="*/ 57150 w 46"/>
              <a:gd name="T99" fmla="*/ 95250 h 49"/>
              <a:gd name="T100" fmla="*/ 41275 w 46"/>
              <a:gd name="T101" fmla="*/ 60325 h 49"/>
              <a:gd name="T102" fmla="*/ 41275 w 46"/>
              <a:gd name="T103" fmla="*/ 57150 h 49"/>
              <a:gd name="T104" fmla="*/ 38100 w 46"/>
              <a:gd name="T105" fmla="*/ 57150 h 49"/>
              <a:gd name="T106" fmla="*/ 41275 w 46"/>
              <a:gd name="T107" fmla="*/ 60325 h 49"/>
              <a:gd name="T108" fmla="*/ 41275 w 46"/>
              <a:gd name="T109" fmla="*/ 60325 h 49"/>
              <a:gd name="T110" fmla="*/ 73025 w 46"/>
              <a:gd name="T111" fmla="*/ 34925 h 49"/>
              <a:gd name="T112" fmla="*/ 76200 w 46"/>
              <a:gd name="T113" fmla="*/ 34925 h 49"/>
              <a:gd name="T114" fmla="*/ 76200 w 46"/>
              <a:gd name="T115" fmla="*/ 31750 h 49"/>
              <a:gd name="T116" fmla="*/ 73025 w 46"/>
              <a:gd name="T117" fmla="*/ 31750 h 49"/>
              <a:gd name="T118" fmla="*/ 73025 w 46"/>
              <a:gd name="T119" fmla="*/ 34925 h 49"/>
              <a:gd name="T120" fmla="*/ 73025 w 46"/>
              <a:gd name="T121" fmla="*/ 142875 h 49"/>
              <a:gd name="T122" fmla="*/ 133350 w 46"/>
              <a:gd name="T123" fmla="*/ 25400 h 49"/>
              <a:gd name="T124" fmla="*/ 12700 w 46"/>
              <a:gd name="T125" fmla="*/ 25400 h 4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46" h="49">
                <a:moveTo>
                  <a:pt x="22" y="49"/>
                </a:moveTo>
                <a:cubicBezTo>
                  <a:pt x="16" y="46"/>
                  <a:pt x="10" y="41"/>
                  <a:pt x="6" y="34"/>
                </a:cubicBezTo>
                <a:cubicBezTo>
                  <a:pt x="2" y="28"/>
                  <a:pt x="0" y="21"/>
                  <a:pt x="0" y="12"/>
                </a:cubicBezTo>
                <a:cubicBezTo>
                  <a:pt x="0" y="11"/>
                  <a:pt x="0" y="9"/>
                  <a:pt x="0" y="7"/>
                </a:cubicBezTo>
                <a:cubicBezTo>
                  <a:pt x="1" y="5"/>
                  <a:pt x="1" y="3"/>
                  <a:pt x="2" y="2"/>
                </a:cubicBezTo>
                <a:cubicBezTo>
                  <a:pt x="2" y="1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5" y="1"/>
                  <a:pt x="45" y="2"/>
                </a:cubicBezTo>
                <a:cubicBezTo>
                  <a:pt x="45" y="3"/>
                  <a:pt x="46" y="5"/>
                  <a:pt x="46" y="7"/>
                </a:cubicBezTo>
                <a:cubicBezTo>
                  <a:pt x="46" y="9"/>
                  <a:pt x="46" y="11"/>
                  <a:pt x="46" y="12"/>
                </a:cubicBezTo>
                <a:cubicBezTo>
                  <a:pt x="46" y="21"/>
                  <a:pt x="44" y="28"/>
                  <a:pt x="40" y="34"/>
                </a:cubicBezTo>
                <a:cubicBezTo>
                  <a:pt x="36" y="41"/>
                  <a:pt x="31" y="46"/>
                  <a:pt x="24" y="49"/>
                </a:cubicBezTo>
                <a:cubicBezTo>
                  <a:pt x="23" y="49"/>
                  <a:pt x="23" y="49"/>
                  <a:pt x="22" y="49"/>
                </a:cubicBezTo>
                <a:close/>
                <a:moveTo>
                  <a:pt x="26" y="13"/>
                </a:moveTo>
                <a:cubicBezTo>
                  <a:pt x="26" y="13"/>
                  <a:pt x="26" y="13"/>
                  <a:pt x="26" y="13"/>
                </a:cubicBezTo>
                <a:cubicBezTo>
                  <a:pt x="28" y="16"/>
                  <a:pt x="28" y="16"/>
                  <a:pt x="28" y="16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16"/>
                  <a:pt x="32" y="16"/>
                  <a:pt x="32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15"/>
                  <a:pt x="33" y="15"/>
                  <a:pt x="34" y="15"/>
                </a:cubicBezTo>
                <a:cubicBezTo>
                  <a:pt x="35" y="15"/>
                  <a:pt x="35" y="15"/>
                  <a:pt x="36" y="16"/>
                </a:cubicBezTo>
                <a:cubicBezTo>
                  <a:pt x="37" y="17"/>
                  <a:pt x="37" y="17"/>
                  <a:pt x="37" y="18"/>
                </a:cubicBezTo>
                <a:cubicBezTo>
                  <a:pt x="37" y="19"/>
                  <a:pt x="37" y="20"/>
                  <a:pt x="36" y="20"/>
                </a:cubicBezTo>
                <a:cubicBezTo>
                  <a:pt x="35" y="21"/>
                  <a:pt x="35" y="21"/>
                  <a:pt x="34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0" y="24"/>
                  <a:pt x="30" y="24"/>
                  <a:pt x="30" y="24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8"/>
                  <a:pt x="32" y="28"/>
                  <a:pt x="3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3" y="29"/>
                  <a:pt x="33" y="30"/>
                  <a:pt x="33" y="31"/>
                </a:cubicBezTo>
                <a:cubicBezTo>
                  <a:pt x="33" y="32"/>
                  <a:pt x="33" y="32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1" y="33"/>
                  <a:pt x="31" y="34"/>
                  <a:pt x="30" y="34"/>
                </a:cubicBezTo>
                <a:cubicBezTo>
                  <a:pt x="28" y="34"/>
                  <a:pt x="27" y="32"/>
                  <a:pt x="27" y="31"/>
                </a:cubicBezTo>
                <a:cubicBezTo>
                  <a:pt x="27" y="31"/>
                  <a:pt x="27" y="31"/>
                  <a:pt x="27" y="31"/>
                </a:cubicBezTo>
                <a:cubicBezTo>
                  <a:pt x="23" y="29"/>
                  <a:pt x="23" y="29"/>
                  <a:pt x="23" y="29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2"/>
                  <a:pt x="18" y="34"/>
                  <a:pt x="17" y="34"/>
                </a:cubicBezTo>
                <a:cubicBezTo>
                  <a:pt x="15" y="34"/>
                  <a:pt x="14" y="32"/>
                  <a:pt x="14" y="31"/>
                </a:cubicBezTo>
                <a:cubicBezTo>
                  <a:pt x="14" y="30"/>
                  <a:pt x="14" y="29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5" y="28"/>
                  <a:pt x="15" y="28"/>
                  <a:pt x="16" y="28"/>
                </a:cubicBezTo>
                <a:cubicBezTo>
                  <a:pt x="16" y="24"/>
                  <a:pt x="16" y="24"/>
                  <a:pt x="16" y="24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3" y="21"/>
                  <a:pt x="13" y="21"/>
                  <a:pt x="13" y="21"/>
                </a:cubicBezTo>
                <a:cubicBezTo>
                  <a:pt x="12" y="21"/>
                  <a:pt x="11" y="21"/>
                  <a:pt x="10" y="20"/>
                </a:cubicBezTo>
                <a:cubicBezTo>
                  <a:pt x="10" y="20"/>
                  <a:pt x="9" y="19"/>
                  <a:pt x="9" y="18"/>
                </a:cubicBezTo>
                <a:cubicBezTo>
                  <a:pt x="9" y="17"/>
                  <a:pt x="10" y="17"/>
                  <a:pt x="10" y="16"/>
                </a:cubicBezTo>
                <a:cubicBezTo>
                  <a:pt x="11" y="15"/>
                  <a:pt x="12" y="15"/>
                  <a:pt x="13" y="15"/>
                </a:cubicBezTo>
                <a:cubicBezTo>
                  <a:pt x="13" y="15"/>
                  <a:pt x="14" y="15"/>
                  <a:pt x="15" y="16"/>
                </a:cubicBezTo>
                <a:cubicBezTo>
                  <a:pt x="15" y="16"/>
                  <a:pt x="15" y="16"/>
                  <a:pt x="15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12"/>
                  <a:pt x="21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1"/>
                  <a:pt x="20" y="11"/>
                </a:cubicBezTo>
                <a:cubicBezTo>
                  <a:pt x="20" y="10"/>
                  <a:pt x="20" y="9"/>
                  <a:pt x="21" y="8"/>
                </a:cubicBezTo>
                <a:cubicBezTo>
                  <a:pt x="21" y="8"/>
                  <a:pt x="21" y="8"/>
                  <a:pt x="21" y="8"/>
                </a:cubicBezTo>
                <a:cubicBezTo>
                  <a:pt x="22" y="8"/>
                  <a:pt x="22" y="7"/>
                  <a:pt x="23" y="7"/>
                </a:cubicBezTo>
                <a:cubicBezTo>
                  <a:pt x="24" y="7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6" y="9"/>
                  <a:pt x="26" y="10"/>
                  <a:pt x="26" y="11"/>
                </a:cubicBezTo>
                <a:cubicBezTo>
                  <a:pt x="26" y="11"/>
                  <a:pt x="26" y="12"/>
                  <a:pt x="26" y="12"/>
                </a:cubicBezTo>
                <a:cubicBezTo>
                  <a:pt x="26" y="12"/>
                  <a:pt x="26" y="12"/>
                  <a:pt x="26" y="12"/>
                </a:cubicBezTo>
                <a:cubicBezTo>
                  <a:pt x="26" y="12"/>
                  <a:pt x="26" y="12"/>
                  <a:pt x="26" y="13"/>
                </a:cubicBezTo>
                <a:close/>
                <a:moveTo>
                  <a:pt x="26" y="17"/>
                </a:moveTo>
                <a:cubicBezTo>
                  <a:pt x="26" y="17"/>
                  <a:pt x="26" y="17"/>
                  <a:pt x="26" y="17"/>
                </a:cubicBezTo>
                <a:cubicBezTo>
                  <a:pt x="23" y="13"/>
                  <a:pt x="23" y="13"/>
                  <a:pt x="23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21" y="17"/>
                  <a:pt x="21" y="17"/>
                  <a:pt x="21" y="17"/>
                </a:cubicBezTo>
                <a:cubicBezTo>
                  <a:pt x="20" y="17"/>
                  <a:pt x="20" y="18"/>
                  <a:pt x="20" y="18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8" y="23"/>
                  <a:pt x="18" y="24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23" y="27"/>
                  <a:pt x="23" y="27"/>
                  <a:pt x="23" y="27"/>
                </a:cubicBezTo>
                <a:cubicBezTo>
                  <a:pt x="23" y="27"/>
                  <a:pt x="23" y="27"/>
                  <a:pt x="24" y="27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3"/>
                  <a:pt x="28" y="23"/>
                  <a:pt x="28" y="23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2" y="19"/>
                  <a:pt x="31" y="19"/>
                </a:cubicBezTo>
                <a:cubicBezTo>
                  <a:pt x="27" y="18"/>
                  <a:pt x="27" y="18"/>
                  <a:pt x="27" y="18"/>
                </a:cubicBezTo>
                <a:cubicBezTo>
                  <a:pt x="26" y="18"/>
                  <a:pt x="26" y="17"/>
                  <a:pt x="26" y="17"/>
                </a:cubicBezTo>
                <a:close/>
                <a:moveTo>
                  <a:pt x="33" y="18"/>
                </a:moveTo>
                <a:cubicBezTo>
                  <a:pt x="33" y="18"/>
                  <a:pt x="33" y="18"/>
                  <a:pt x="33" y="18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8"/>
                  <a:pt x="33" y="19"/>
                  <a:pt x="32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5" y="19"/>
                  <a:pt x="35" y="18"/>
                  <a:pt x="35" y="18"/>
                </a:cubicBezTo>
                <a:cubicBezTo>
                  <a:pt x="35" y="18"/>
                  <a:pt x="35" y="18"/>
                  <a:pt x="34" y="18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17"/>
                  <a:pt x="33" y="17"/>
                  <a:pt x="33" y="18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8"/>
                  <a:pt x="33" y="18"/>
                  <a:pt x="33" y="18"/>
                </a:cubicBezTo>
                <a:close/>
                <a:moveTo>
                  <a:pt x="30" y="30"/>
                </a:move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9" y="32"/>
                  <a:pt x="30" y="32"/>
                </a:cubicBezTo>
                <a:cubicBezTo>
                  <a:pt x="30" y="32"/>
                  <a:pt x="30" y="31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0"/>
                  <a:pt x="31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lose/>
                <a:moveTo>
                  <a:pt x="18" y="30"/>
                </a:moveTo>
                <a:cubicBezTo>
                  <a:pt x="18" y="30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0"/>
                  <a:pt x="16" y="30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2"/>
                  <a:pt x="17" y="32"/>
                </a:cubicBezTo>
                <a:cubicBezTo>
                  <a:pt x="17" y="32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1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lose/>
                <a:moveTo>
                  <a:pt x="13" y="19"/>
                </a:moveTo>
                <a:cubicBezTo>
                  <a:pt x="13" y="19"/>
                  <a:pt x="13" y="19"/>
                  <a:pt x="13" y="19"/>
                </a:cubicBezTo>
                <a:cubicBezTo>
                  <a:pt x="13" y="19"/>
                  <a:pt x="14" y="19"/>
                  <a:pt x="14" y="19"/>
                </a:cubicBezTo>
                <a:cubicBezTo>
                  <a:pt x="14" y="19"/>
                  <a:pt x="14" y="18"/>
                  <a:pt x="14" y="18"/>
                </a:cubicBezTo>
                <a:cubicBezTo>
                  <a:pt x="14" y="18"/>
                  <a:pt x="13" y="18"/>
                  <a:pt x="13" y="18"/>
                </a:cubicBezTo>
                <a:cubicBezTo>
                  <a:pt x="13" y="18"/>
                  <a:pt x="13" y="18"/>
                  <a:pt x="13" y="18"/>
                </a:cubicBezTo>
                <a:cubicBezTo>
                  <a:pt x="13" y="17"/>
                  <a:pt x="13" y="17"/>
                  <a:pt x="13" y="17"/>
                </a:cubicBezTo>
                <a:cubicBezTo>
                  <a:pt x="12" y="17"/>
                  <a:pt x="12" y="17"/>
                  <a:pt x="12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8"/>
                  <a:pt x="12" y="19"/>
                  <a:pt x="12" y="19"/>
                </a:cubicBezTo>
                <a:cubicBezTo>
                  <a:pt x="12" y="19"/>
                  <a:pt x="12" y="19"/>
                  <a:pt x="13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3" y="19"/>
                  <a:pt x="13" y="19"/>
                  <a:pt x="13" y="19"/>
                </a:cubicBezTo>
                <a:close/>
                <a:moveTo>
                  <a:pt x="23" y="11"/>
                </a:moveTo>
                <a:cubicBezTo>
                  <a:pt x="23" y="11"/>
                  <a:pt x="23" y="11"/>
                  <a:pt x="23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2"/>
                  <a:pt x="24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3" y="10"/>
                  <a:pt x="23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2" y="10"/>
                  <a:pt x="22" y="10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3" y="11"/>
                  <a:pt x="23" y="11"/>
                  <a:pt x="23" y="11"/>
                </a:cubicBezTo>
                <a:close/>
                <a:moveTo>
                  <a:pt x="9" y="32"/>
                </a:moveTo>
                <a:cubicBezTo>
                  <a:pt x="9" y="32"/>
                  <a:pt x="9" y="32"/>
                  <a:pt x="9" y="32"/>
                </a:cubicBezTo>
                <a:cubicBezTo>
                  <a:pt x="13" y="38"/>
                  <a:pt x="18" y="42"/>
                  <a:pt x="23" y="45"/>
                </a:cubicBezTo>
                <a:cubicBezTo>
                  <a:pt x="29" y="42"/>
                  <a:pt x="34" y="38"/>
                  <a:pt x="37" y="32"/>
                </a:cubicBezTo>
                <a:cubicBezTo>
                  <a:pt x="40" y="27"/>
                  <a:pt x="42" y="20"/>
                  <a:pt x="42" y="12"/>
                </a:cubicBezTo>
                <a:cubicBezTo>
                  <a:pt x="42" y="11"/>
                  <a:pt x="42" y="9"/>
                  <a:pt x="42" y="8"/>
                </a:cubicBezTo>
                <a:cubicBezTo>
                  <a:pt x="42" y="6"/>
                  <a:pt x="42" y="5"/>
                  <a:pt x="42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5"/>
                  <a:pt x="4" y="6"/>
                  <a:pt x="4" y="8"/>
                </a:cubicBezTo>
                <a:cubicBezTo>
                  <a:pt x="4" y="9"/>
                  <a:pt x="4" y="11"/>
                  <a:pt x="4" y="12"/>
                </a:cubicBezTo>
                <a:cubicBezTo>
                  <a:pt x="4" y="20"/>
                  <a:pt x="6" y="27"/>
                  <a:pt x="9" y="3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71" name="Freeform 305">
            <a:extLst>
              <a:ext uri="{FF2B5EF4-FFF2-40B4-BE49-F238E27FC236}">
                <a16:creationId xmlns:a16="http://schemas.microsoft.com/office/drawing/2014/main" id="{D1ACF555-DB29-A45C-EEED-B4086A1C8BAB}"/>
              </a:ext>
            </a:extLst>
          </p:cNvPr>
          <p:cNvSpPr>
            <a:spLocks noEditPoints="1"/>
          </p:cNvSpPr>
          <p:nvPr/>
        </p:nvSpPr>
        <p:spPr bwMode="auto">
          <a:xfrm>
            <a:off x="1669451" y="6047765"/>
            <a:ext cx="226483" cy="220133"/>
          </a:xfrm>
          <a:custGeom>
            <a:avLst/>
            <a:gdLst>
              <a:gd name="T0" fmla="*/ 128198 w 53"/>
              <a:gd name="T1" fmla="*/ 82550 h 52"/>
              <a:gd name="T2" fmla="*/ 86533 w 53"/>
              <a:gd name="T3" fmla="*/ 88900 h 52"/>
              <a:gd name="T4" fmla="*/ 57689 w 53"/>
              <a:gd name="T5" fmla="*/ 130175 h 52"/>
              <a:gd name="T6" fmla="*/ 80124 w 53"/>
              <a:gd name="T7" fmla="*/ 85725 h 52"/>
              <a:gd name="T8" fmla="*/ 80124 w 53"/>
              <a:gd name="T9" fmla="*/ 82550 h 52"/>
              <a:gd name="T10" fmla="*/ 86533 w 53"/>
              <a:gd name="T11" fmla="*/ 25400 h 52"/>
              <a:gd name="T12" fmla="*/ 92943 w 53"/>
              <a:gd name="T13" fmla="*/ 76200 h 52"/>
              <a:gd name="T14" fmla="*/ 6410 w 53"/>
              <a:gd name="T15" fmla="*/ 85725 h 52"/>
              <a:gd name="T16" fmla="*/ 0 w 53"/>
              <a:gd name="T17" fmla="*/ 82550 h 52"/>
              <a:gd name="T18" fmla="*/ 3205 w 53"/>
              <a:gd name="T19" fmla="*/ 79375 h 52"/>
              <a:gd name="T20" fmla="*/ 6410 w 53"/>
              <a:gd name="T21" fmla="*/ 79375 h 52"/>
              <a:gd name="T22" fmla="*/ 22435 w 53"/>
              <a:gd name="T23" fmla="*/ 82550 h 52"/>
              <a:gd name="T24" fmla="*/ 6410 w 53"/>
              <a:gd name="T25" fmla="*/ 85725 h 52"/>
              <a:gd name="T26" fmla="*/ 89738 w 53"/>
              <a:gd name="T27" fmla="*/ 161925 h 52"/>
              <a:gd name="T28" fmla="*/ 83329 w 53"/>
              <a:gd name="T29" fmla="*/ 161925 h 52"/>
              <a:gd name="T30" fmla="*/ 86533 w 53"/>
              <a:gd name="T31" fmla="*/ 146050 h 52"/>
              <a:gd name="T32" fmla="*/ 89738 w 53"/>
              <a:gd name="T33" fmla="*/ 161925 h 52"/>
              <a:gd name="T34" fmla="*/ 166657 w 53"/>
              <a:gd name="T35" fmla="*/ 79375 h 52"/>
              <a:gd name="T36" fmla="*/ 166657 w 53"/>
              <a:gd name="T37" fmla="*/ 85725 h 52"/>
              <a:gd name="T38" fmla="*/ 150632 w 53"/>
              <a:gd name="T39" fmla="*/ 82550 h 52"/>
              <a:gd name="T40" fmla="*/ 166657 w 53"/>
              <a:gd name="T41" fmla="*/ 79375 h 52"/>
              <a:gd name="T42" fmla="*/ 41664 w 53"/>
              <a:gd name="T43" fmla="*/ 15875 h 52"/>
              <a:gd name="T44" fmla="*/ 48074 w 53"/>
              <a:gd name="T45" fmla="*/ 12700 h 52"/>
              <a:gd name="T46" fmla="*/ 51279 w 53"/>
              <a:gd name="T47" fmla="*/ 25400 h 52"/>
              <a:gd name="T48" fmla="*/ 41664 w 53"/>
              <a:gd name="T49" fmla="*/ 15875 h 52"/>
              <a:gd name="T50" fmla="*/ 12820 w 53"/>
              <a:gd name="T51" fmla="*/ 47625 h 52"/>
              <a:gd name="T52" fmla="*/ 19230 w 53"/>
              <a:gd name="T53" fmla="*/ 41275 h 52"/>
              <a:gd name="T54" fmla="*/ 25640 w 53"/>
              <a:gd name="T55" fmla="*/ 47625 h 52"/>
              <a:gd name="T56" fmla="*/ 12820 w 53"/>
              <a:gd name="T57" fmla="*/ 47625 h 52"/>
              <a:gd name="T58" fmla="*/ 19230 w 53"/>
              <a:gd name="T59" fmla="*/ 127000 h 52"/>
              <a:gd name="T60" fmla="*/ 12820 w 53"/>
              <a:gd name="T61" fmla="*/ 120650 h 52"/>
              <a:gd name="T62" fmla="*/ 25640 w 53"/>
              <a:gd name="T63" fmla="*/ 117475 h 52"/>
              <a:gd name="T64" fmla="*/ 19230 w 53"/>
              <a:gd name="T65" fmla="*/ 127000 h 52"/>
              <a:gd name="T66" fmla="*/ 48074 w 53"/>
              <a:gd name="T67" fmla="*/ 152400 h 52"/>
              <a:gd name="T68" fmla="*/ 41664 w 53"/>
              <a:gd name="T69" fmla="*/ 149225 h 52"/>
              <a:gd name="T70" fmla="*/ 51279 w 53"/>
              <a:gd name="T71" fmla="*/ 142875 h 52"/>
              <a:gd name="T72" fmla="*/ 48074 w 53"/>
              <a:gd name="T73" fmla="*/ 152400 h 52"/>
              <a:gd name="T74" fmla="*/ 128198 w 53"/>
              <a:gd name="T75" fmla="*/ 149225 h 52"/>
              <a:gd name="T76" fmla="*/ 121788 w 53"/>
              <a:gd name="T77" fmla="*/ 152400 h 52"/>
              <a:gd name="T78" fmla="*/ 118583 w 53"/>
              <a:gd name="T79" fmla="*/ 142875 h 52"/>
              <a:gd name="T80" fmla="*/ 128198 w 53"/>
              <a:gd name="T81" fmla="*/ 149225 h 52"/>
              <a:gd name="T82" fmla="*/ 157042 w 53"/>
              <a:gd name="T83" fmla="*/ 120650 h 52"/>
              <a:gd name="T84" fmla="*/ 153837 w 53"/>
              <a:gd name="T85" fmla="*/ 127000 h 52"/>
              <a:gd name="T86" fmla="*/ 144222 w 53"/>
              <a:gd name="T87" fmla="*/ 117475 h 52"/>
              <a:gd name="T88" fmla="*/ 157042 w 53"/>
              <a:gd name="T89" fmla="*/ 120650 h 52"/>
              <a:gd name="T90" fmla="*/ 153837 w 53"/>
              <a:gd name="T91" fmla="*/ 41275 h 52"/>
              <a:gd name="T92" fmla="*/ 157042 w 53"/>
              <a:gd name="T93" fmla="*/ 47625 h 52"/>
              <a:gd name="T94" fmla="*/ 144222 w 53"/>
              <a:gd name="T95" fmla="*/ 47625 h 52"/>
              <a:gd name="T96" fmla="*/ 153837 w 53"/>
              <a:gd name="T97" fmla="*/ 41275 h 52"/>
              <a:gd name="T98" fmla="*/ 121788 w 53"/>
              <a:gd name="T99" fmla="*/ 12700 h 52"/>
              <a:gd name="T100" fmla="*/ 128198 w 53"/>
              <a:gd name="T101" fmla="*/ 15875 h 52"/>
              <a:gd name="T102" fmla="*/ 118583 w 53"/>
              <a:gd name="T103" fmla="*/ 25400 h 52"/>
              <a:gd name="T104" fmla="*/ 121788 w 53"/>
              <a:gd name="T105" fmla="*/ 12700 h 52"/>
              <a:gd name="T106" fmla="*/ 83329 w 53"/>
              <a:gd name="T107" fmla="*/ 3175 h 52"/>
              <a:gd name="T108" fmla="*/ 89738 w 53"/>
              <a:gd name="T109" fmla="*/ 3175 h 52"/>
              <a:gd name="T110" fmla="*/ 89738 w 53"/>
              <a:gd name="T111" fmla="*/ 12700 h 52"/>
              <a:gd name="T112" fmla="*/ 86533 w 53"/>
              <a:gd name="T113" fmla="*/ 19050 h 52"/>
              <a:gd name="T114" fmla="*/ 83329 w 53"/>
              <a:gd name="T115" fmla="*/ 12700 h 52"/>
              <a:gd name="T116" fmla="*/ 83329 w 53"/>
              <a:gd name="T117" fmla="*/ 3175 h 5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3" h="52">
                <a:moveTo>
                  <a:pt x="38" y="24"/>
                </a:moveTo>
                <a:cubicBezTo>
                  <a:pt x="39" y="24"/>
                  <a:pt x="40" y="25"/>
                  <a:pt x="40" y="26"/>
                </a:cubicBezTo>
                <a:cubicBezTo>
                  <a:pt x="40" y="27"/>
                  <a:pt x="39" y="28"/>
                  <a:pt x="38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41"/>
                  <a:pt x="19" y="41"/>
                  <a:pt x="18" y="41"/>
                </a:cubicBezTo>
                <a:cubicBezTo>
                  <a:pt x="18" y="40"/>
                  <a:pt x="18" y="40"/>
                  <a:pt x="18" y="39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27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10"/>
                  <a:pt x="25" y="10"/>
                  <a:pt x="25" y="10"/>
                </a:cubicBezTo>
                <a:cubicBezTo>
                  <a:pt x="25" y="9"/>
                  <a:pt x="26" y="8"/>
                  <a:pt x="27" y="8"/>
                </a:cubicBezTo>
                <a:cubicBezTo>
                  <a:pt x="28" y="8"/>
                  <a:pt x="29" y="9"/>
                  <a:pt x="29" y="10"/>
                </a:cubicBezTo>
                <a:cubicBezTo>
                  <a:pt x="29" y="24"/>
                  <a:pt x="29" y="24"/>
                  <a:pt x="29" y="24"/>
                </a:cubicBezTo>
                <a:cubicBezTo>
                  <a:pt x="38" y="24"/>
                  <a:pt x="38" y="24"/>
                  <a:pt x="38" y="24"/>
                </a:cubicBezTo>
                <a:close/>
                <a:moveTo>
                  <a:pt x="2" y="27"/>
                </a:moveTo>
                <a:cubicBezTo>
                  <a:pt x="2" y="27"/>
                  <a:pt x="2" y="27"/>
                  <a:pt x="2" y="27"/>
                </a:cubicBezTo>
                <a:cubicBezTo>
                  <a:pt x="1" y="27"/>
                  <a:pt x="0" y="27"/>
                  <a:pt x="0" y="26"/>
                </a:cubicBezTo>
                <a:cubicBezTo>
                  <a:pt x="0" y="26"/>
                  <a:pt x="1" y="25"/>
                  <a:pt x="1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1" y="25"/>
                  <a:pt x="1" y="25"/>
                  <a:pt x="2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6" y="25"/>
                  <a:pt x="7" y="26"/>
                  <a:pt x="7" y="26"/>
                </a:cubicBezTo>
                <a:cubicBezTo>
                  <a:pt x="7" y="27"/>
                  <a:pt x="6" y="27"/>
                  <a:pt x="5" y="27"/>
                </a:cubicBezTo>
                <a:cubicBezTo>
                  <a:pt x="2" y="27"/>
                  <a:pt x="2" y="27"/>
                  <a:pt x="2" y="27"/>
                </a:cubicBezTo>
                <a:close/>
                <a:moveTo>
                  <a:pt x="28" y="51"/>
                </a:moveTo>
                <a:cubicBezTo>
                  <a:pt x="28" y="51"/>
                  <a:pt x="28" y="51"/>
                  <a:pt x="28" y="51"/>
                </a:cubicBezTo>
                <a:cubicBezTo>
                  <a:pt x="28" y="52"/>
                  <a:pt x="27" y="52"/>
                  <a:pt x="27" y="52"/>
                </a:cubicBezTo>
                <a:cubicBezTo>
                  <a:pt x="26" y="52"/>
                  <a:pt x="26" y="52"/>
                  <a:pt x="26" y="51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47"/>
                  <a:pt x="26" y="46"/>
                  <a:pt x="27" y="46"/>
                </a:cubicBezTo>
                <a:cubicBezTo>
                  <a:pt x="27" y="46"/>
                  <a:pt x="28" y="47"/>
                  <a:pt x="28" y="47"/>
                </a:cubicBezTo>
                <a:cubicBezTo>
                  <a:pt x="28" y="51"/>
                  <a:pt x="28" y="51"/>
                  <a:pt x="28" y="51"/>
                </a:cubicBezTo>
                <a:close/>
                <a:moveTo>
                  <a:pt x="52" y="25"/>
                </a:moveTo>
                <a:cubicBezTo>
                  <a:pt x="52" y="25"/>
                  <a:pt x="52" y="25"/>
                  <a:pt x="52" y="25"/>
                </a:cubicBezTo>
                <a:cubicBezTo>
                  <a:pt x="52" y="25"/>
                  <a:pt x="53" y="26"/>
                  <a:pt x="53" y="26"/>
                </a:cubicBezTo>
                <a:cubicBezTo>
                  <a:pt x="53" y="27"/>
                  <a:pt x="52" y="27"/>
                  <a:pt x="52" y="27"/>
                </a:cubicBezTo>
                <a:cubicBezTo>
                  <a:pt x="48" y="27"/>
                  <a:pt x="48" y="27"/>
                  <a:pt x="48" y="27"/>
                </a:cubicBezTo>
                <a:cubicBezTo>
                  <a:pt x="47" y="27"/>
                  <a:pt x="47" y="27"/>
                  <a:pt x="47" y="26"/>
                </a:cubicBezTo>
                <a:cubicBezTo>
                  <a:pt x="47" y="26"/>
                  <a:pt x="47" y="25"/>
                  <a:pt x="48" y="25"/>
                </a:cubicBezTo>
                <a:cubicBezTo>
                  <a:pt x="52" y="25"/>
                  <a:pt x="52" y="25"/>
                  <a:pt x="52" y="25"/>
                </a:cubicBezTo>
                <a:close/>
                <a:moveTo>
                  <a:pt x="13" y="5"/>
                </a:moveTo>
                <a:cubicBezTo>
                  <a:pt x="13" y="5"/>
                  <a:pt x="13" y="5"/>
                  <a:pt x="13" y="5"/>
                </a:cubicBezTo>
                <a:cubicBezTo>
                  <a:pt x="13" y="4"/>
                  <a:pt x="13" y="4"/>
                  <a:pt x="14" y="3"/>
                </a:cubicBezTo>
                <a:cubicBezTo>
                  <a:pt x="14" y="3"/>
                  <a:pt x="15" y="3"/>
                  <a:pt x="15" y="4"/>
                </a:cubicBezTo>
                <a:cubicBezTo>
                  <a:pt x="16" y="6"/>
                  <a:pt x="16" y="6"/>
                  <a:pt x="16" y="6"/>
                </a:cubicBezTo>
                <a:cubicBezTo>
                  <a:pt x="17" y="7"/>
                  <a:pt x="17" y="7"/>
                  <a:pt x="16" y="8"/>
                </a:cubicBezTo>
                <a:cubicBezTo>
                  <a:pt x="15" y="8"/>
                  <a:pt x="15" y="8"/>
                  <a:pt x="14" y="7"/>
                </a:cubicBezTo>
                <a:cubicBezTo>
                  <a:pt x="13" y="5"/>
                  <a:pt x="13" y="5"/>
                  <a:pt x="13" y="5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14"/>
                  <a:pt x="4" y="14"/>
                  <a:pt x="4" y="13"/>
                </a:cubicBezTo>
                <a:cubicBezTo>
                  <a:pt x="4" y="12"/>
                  <a:pt x="5" y="12"/>
                  <a:pt x="6" y="13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5"/>
                  <a:pt x="8" y="15"/>
                </a:cubicBezTo>
                <a:cubicBezTo>
                  <a:pt x="8" y="16"/>
                  <a:pt x="7" y="16"/>
                  <a:pt x="7" y="16"/>
                </a:cubicBezTo>
                <a:cubicBezTo>
                  <a:pt x="4" y="15"/>
                  <a:pt x="4" y="15"/>
                  <a:pt x="4" y="15"/>
                </a:cubicBezTo>
                <a:close/>
                <a:moveTo>
                  <a:pt x="6" y="40"/>
                </a:moveTo>
                <a:cubicBezTo>
                  <a:pt x="6" y="40"/>
                  <a:pt x="6" y="40"/>
                  <a:pt x="6" y="40"/>
                </a:cubicBezTo>
                <a:cubicBezTo>
                  <a:pt x="5" y="40"/>
                  <a:pt x="4" y="40"/>
                  <a:pt x="4" y="39"/>
                </a:cubicBezTo>
                <a:cubicBezTo>
                  <a:pt x="4" y="39"/>
                  <a:pt x="4" y="38"/>
                  <a:pt x="4" y="38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8" y="36"/>
                  <a:pt x="8" y="37"/>
                </a:cubicBezTo>
                <a:cubicBezTo>
                  <a:pt x="8" y="37"/>
                  <a:pt x="8" y="38"/>
                  <a:pt x="8" y="38"/>
                </a:cubicBezTo>
                <a:cubicBezTo>
                  <a:pt x="6" y="40"/>
                  <a:pt x="6" y="40"/>
                  <a:pt x="6" y="40"/>
                </a:cubicBezTo>
                <a:close/>
                <a:moveTo>
                  <a:pt x="15" y="48"/>
                </a:moveTo>
                <a:cubicBezTo>
                  <a:pt x="15" y="48"/>
                  <a:pt x="15" y="48"/>
                  <a:pt x="15" y="48"/>
                </a:cubicBezTo>
                <a:cubicBezTo>
                  <a:pt x="15" y="49"/>
                  <a:pt x="14" y="49"/>
                  <a:pt x="14" y="49"/>
                </a:cubicBezTo>
                <a:cubicBezTo>
                  <a:pt x="13" y="49"/>
                  <a:pt x="13" y="48"/>
                  <a:pt x="13" y="47"/>
                </a:cubicBezTo>
                <a:cubicBezTo>
                  <a:pt x="14" y="45"/>
                  <a:pt x="14" y="45"/>
                  <a:pt x="14" y="45"/>
                </a:cubicBezTo>
                <a:cubicBezTo>
                  <a:pt x="15" y="45"/>
                  <a:pt x="15" y="44"/>
                  <a:pt x="16" y="45"/>
                </a:cubicBezTo>
                <a:cubicBezTo>
                  <a:pt x="17" y="45"/>
                  <a:pt x="17" y="46"/>
                  <a:pt x="16" y="46"/>
                </a:cubicBezTo>
                <a:cubicBezTo>
                  <a:pt x="15" y="48"/>
                  <a:pt x="15" y="48"/>
                  <a:pt x="15" y="48"/>
                </a:cubicBezTo>
                <a:close/>
                <a:moveTo>
                  <a:pt x="40" y="47"/>
                </a:moveTo>
                <a:cubicBezTo>
                  <a:pt x="40" y="47"/>
                  <a:pt x="40" y="47"/>
                  <a:pt x="40" y="47"/>
                </a:cubicBezTo>
                <a:cubicBezTo>
                  <a:pt x="41" y="48"/>
                  <a:pt x="40" y="49"/>
                  <a:pt x="40" y="49"/>
                </a:cubicBezTo>
                <a:cubicBezTo>
                  <a:pt x="39" y="49"/>
                  <a:pt x="39" y="49"/>
                  <a:pt x="38" y="48"/>
                </a:cubicBezTo>
                <a:cubicBezTo>
                  <a:pt x="37" y="46"/>
                  <a:pt x="37" y="46"/>
                  <a:pt x="37" y="46"/>
                </a:cubicBezTo>
                <a:cubicBezTo>
                  <a:pt x="37" y="46"/>
                  <a:pt x="37" y="45"/>
                  <a:pt x="37" y="45"/>
                </a:cubicBezTo>
                <a:cubicBezTo>
                  <a:pt x="38" y="44"/>
                  <a:pt x="39" y="45"/>
                  <a:pt x="39" y="45"/>
                </a:cubicBezTo>
                <a:cubicBezTo>
                  <a:pt x="40" y="47"/>
                  <a:pt x="40" y="47"/>
                  <a:pt x="40" y="47"/>
                </a:cubicBezTo>
                <a:close/>
                <a:moveTo>
                  <a:pt x="49" y="38"/>
                </a:moveTo>
                <a:cubicBezTo>
                  <a:pt x="49" y="38"/>
                  <a:pt x="49" y="38"/>
                  <a:pt x="49" y="38"/>
                </a:cubicBezTo>
                <a:cubicBezTo>
                  <a:pt x="50" y="38"/>
                  <a:pt x="50" y="39"/>
                  <a:pt x="49" y="39"/>
                </a:cubicBezTo>
                <a:cubicBezTo>
                  <a:pt x="49" y="40"/>
                  <a:pt x="48" y="40"/>
                  <a:pt x="48" y="40"/>
                </a:cubicBezTo>
                <a:cubicBezTo>
                  <a:pt x="46" y="38"/>
                  <a:pt x="46" y="38"/>
                  <a:pt x="46" y="38"/>
                </a:cubicBezTo>
                <a:cubicBezTo>
                  <a:pt x="45" y="38"/>
                  <a:pt x="45" y="37"/>
                  <a:pt x="45" y="37"/>
                </a:cubicBezTo>
                <a:cubicBezTo>
                  <a:pt x="46" y="36"/>
                  <a:pt x="46" y="36"/>
                  <a:pt x="47" y="36"/>
                </a:cubicBezTo>
                <a:cubicBezTo>
                  <a:pt x="49" y="38"/>
                  <a:pt x="49" y="38"/>
                  <a:pt x="49" y="38"/>
                </a:cubicBezTo>
                <a:close/>
                <a:moveTo>
                  <a:pt x="48" y="13"/>
                </a:moveTo>
                <a:cubicBezTo>
                  <a:pt x="48" y="13"/>
                  <a:pt x="48" y="13"/>
                  <a:pt x="48" y="13"/>
                </a:cubicBezTo>
                <a:cubicBezTo>
                  <a:pt x="48" y="12"/>
                  <a:pt x="49" y="12"/>
                  <a:pt x="49" y="13"/>
                </a:cubicBezTo>
                <a:cubicBezTo>
                  <a:pt x="50" y="14"/>
                  <a:pt x="50" y="14"/>
                  <a:pt x="49" y="15"/>
                </a:cubicBezTo>
                <a:cubicBezTo>
                  <a:pt x="47" y="16"/>
                  <a:pt x="47" y="16"/>
                  <a:pt x="47" y="16"/>
                </a:cubicBezTo>
                <a:cubicBezTo>
                  <a:pt x="46" y="16"/>
                  <a:pt x="46" y="16"/>
                  <a:pt x="45" y="15"/>
                </a:cubicBezTo>
                <a:cubicBezTo>
                  <a:pt x="45" y="15"/>
                  <a:pt x="45" y="14"/>
                  <a:pt x="46" y="14"/>
                </a:cubicBezTo>
                <a:cubicBezTo>
                  <a:pt x="48" y="13"/>
                  <a:pt x="48" y="13"/>
                  <a:pt x="48" y="13"/>
                </a:cubicBezTo>
                <a:close/>
                <a:moveTo>
                  <a:pt x="38" y="4"/>
                </a:moveTo>
                <a:cubicBezTo>
                  <a:pt x="38" y="4"/>
                  <a:pt x="38" y="4"/>
                  <a:pt x="38" y="4"/>
                </a:cubicBezTo>
                <a:cubicBezTo>
                  <a:pt x="39" y="3"/>
                  <a:pt x="39" y="3"/>
                  <a:pt x="40" y="3"/>
                </a:cubicBezTo>
                <a:cubicBezTo>
                  <a:pt x="40" y="4"/>
                  <a:pt x="41" y="4"/>
                  <a:pt x="40" y="5"/>
                </a:cubicBezTo>
                <a:cubicBezTo>
                  <a:pt x="39" y="7"/>
                  <a:pt x="39" y="7"/>
                  <a:pt x="39" y="7"/>
                </a:cubicBezTo>
                <a:cubicBezTo>
                  <a:pt x="39" y="8"/>
                  <a:pt x="38" y="8"/>
                  <a:pt x="37" y="8"/>
                </a:cubicBezTo>
                <a:cubicBezTo>
                  <a:pt x="37" y="7"/>
                  <a:pt x="37" y="7"/>
                  <a:pt x="37" y="6"/>
                </a:cubicBezTo>
                <a:cubicBezTo>
                  <a:pt x="38" y="4"/>
                  <a:pt x="38" y="4"/>
                  <a:pt x="38" y="4"/>
                </a:cubicBezTo>
                <a:close/>
                <a:moveTo>
                  <a:pt x="26" y="1"/>
                </a:moveTo>
                <a:cubicBezTo>
                  <a:pt x="26" y="1"/>
                  <a:pt x="26" y="1"/>
                  <a:pt x="26" y="1"/>
                </a:cubicBezTo>
                <a:cubicBezTo>
                  <a:pt x="26" y="0"/>
                  <a:pt x="26" y="0"/>
                  <a:pt x="27" y="0"/>
                </a:cubicBezTo>
                <a:cubicBezTo>
                  <a:pt x="27" y="0"/>
                  <a:pt x="28" y="0"/>
                  <a:pt x="28" y="1"/>
                </a:cubicBezTo>
                <a:cubicBezTo>
                  <a:pt x="28" y="4"/>
                  <a:pt x="28" y="4"/>
                  <a:pt x="28" y="4"/>
                </a:cubicBezTo>
                <a:cubicBezTo>
                  <a:pt x="28" y="4"/>
                  <a:pt x="28" y="4"/>
                  <a:pt x="28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6"/>
                  <a:pt x="27" y="6"/>
                  <a:pt x="27" y="6"/>
                </a:cubicBezTo>
                <a:cubicBezTo>
                  <a:pt x="26" y="6"/>
                  <a:pt x="26" y="6"/>
                  <a:pt x="26" y="5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1"/>
                  <a:pt x="26" y="1"/>
                  <a:pt x="26" y="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72" name="Freeform 306">
            <a:extLst>
              <a:ext uri="{FF2B5EF4-FFF2-40B4-BE49-F238E27FC236}">
                <a16:creationId xmlns:a16="http://schemas.microsoft.com/office/drawing/2014/main" id="{5DEE40E6-5C60-1571-E4B4-FA5E14393BF0}"/>
              </a:ext>
            </a:extLst>
          </p:cNvPr>
          <p:cNvSpPr>
            <a:spLocks noEditPoints="1"/>
          </p:cNvSpPr>
          <p:nvPr/>
        </p:nvSpPr>
        <p:spPr bwMode="auto">
          <a:xfrm>
            <a:off x="8789918" y="5677348"/>
            <a:ext cx="211667" cy="148167"/>
          </a:xfrm>
          <a:custGeom>
            <a:avLst/>
            <a:gdLst>
              <a:gd name="T0" fmla="*/ 127000 w 50"/>
              <a:gd name="T1" fmla="*/ 98425 h 35"/>
              <a:gd name="T2" fmla="*/ 146050 w 50"/>
              <a:gd name="T3" fmla="*/ 79375 h 35"/>
              <a:gd name="T4" fmla="*/ 130175 w 50"/>
              <a:gd name="T5" fmla="*/ 60325 h 35"/>
              <a:gd name="T6" fmla="*/ 111125 w 50"/>
              <a:gd name="T7" fmla="*/ 25400 h 35"/>
              <a:gd name="T8" fmla="*/ 60325 w 50"/>
              <a:gd name="T9" fmla="*/ 19050 h 35"/>
              <a:gd name="T10" fmla="*/ 38100 w 50"/>
              <a:gd name="T11" fmla="*/ 41275 h 35"/>
              <a:gd name="T12" fmla="*/ 9525 w 50"/>
              <a:gd name="T13" fmla="*/ 69850 h 35"/>
              <a:gd name="T14" fmla="*/ 19050 w 50"/>
              <a:gd name="T15" fmla="*/ 92075 h 35"/>
              <a:gd name="T16" fmla="*/ 41275 w 50"/>
              <a:gd name="T17" fmla="*/ 98425 h 35"/>
              <a:gd name="T18" fmla="*/ 41275 w 50"/>
              <a:gd name="T19" fmla="*/ 66675 h 35"/>
              <a:gd name="T20" fmla="*/ 41275 w 50"/>
              <a:gd name="T21" fmla="*/ 63500 h 35"/>
              <a:gd name="T22" fmla="*/ 53975 w 50"/>
              <a:gd name="T23" fmla="*/ 69850 h 35"/>
              <a:gd name="T24" fmla="*/ 57150 w 50"/>
              <a:gd name="T25" fmla="*/ 44450 h 35"/>
              <a:gd name="T26" fmla="*/ 60325 w 50"/>
              <a:gd name="T27" fmla="*/ 69850 h 35"/>
              <a:gd name="T28" fmla="*/ 73025 w 50"/>
              <a:gd name="T29" fmla="*/ 63500 h 35"/>
              <a:gd name="T30" fmla="*/ 60325 w 50"/>
              <a:gd name="T31" fmla="*/ 82550 h 35"/>
              <a:gd name="T32" fmla="*/ 60325 w 50"/>
              <a:gd name="T33" fmla="*/ 82550 h 35"/>
              <a:gd name="T34" fmla="*/ 60325 w 50"/>
              <a:gd name="T35" fmla="*/ 82550 h 35"/>
              <a:gd name="T36" fmla="*/ 60325 w 50"/>
              <a:gd name="T37" fmla="*/ 82550 h 35"/>
              <a:gd name="T38" fmla="*/ 53975 w 50"/>
              <a:gd name="T39" fmla="*/ 82550 h 35"/>
              <a:gd name="T40" fmla="*/ 53975 w 50"/>
              <a:gd name="T41" fmla="*/ 82550 h 35"/>
              <a:gd name="T42" fmla="*/ 53975 w 50"/>
              <a:gd name="T43" fmla="*/ 82550 h 35"/>
              <a:gd name="T44" fmla="*/ 53975 w 50"/>
              <a:gd name="T45" fmla="*/ 82550 h 35"/>
              <a:gd name="T46" fmla="*/ 82550 w 50"/>
              <a:gd name="T47" fmla="*/ 63500 h 35"/>
              <a:gd name="T48" fmla="*/ 79375 w 50"/>
              <a:gd name="T49" fmla="*/ 63500 h 35"/>
              <a:gd name="T50" fmla="*/ 92075 w 50"/>
              <a:gd name="T51" fmla="*/ 44450 h 35"/>
              <a:gd name="T52" fmla="*/ 92075 w 50"/>
              <a:gd name="T53" fmla="*/ 44450 h 35"/>
              <a:gd name="T54" fmla="*/ 92075 w 50"/>
              <a:gd name="T55" fmla="*/ 44450 h 35"/>
              <a:gd name="T56" fmla="*/ 92075 w 50"/>
              <a:gd name="T57" fmla="*/ 44450 h 35"/>
              <a:gd name="T58" fmla="*/ 95250 w 50"/>
              <a:gd name="T59" fmla="*/ 44450 h 35"/>
              <a:gd name="T60" fmla="*/ 95250 w 50"/>
              <a:gd name="T61" fmla="*/ 44450 h 35"/>
              <a:gd name="T62" fmla="*/ 98425 w 50"/>
              <a:gd name="T63" fmla="*/ 44450 h 35"/>
              <a:gd name="T64" fmla="*/ 98425 w 50"/>
              <a:gd name="T65" fmla="*/ 44450 h 35"/>
              <a:gd name="T66" fmla="*/ 111125 w 50"/>
              <a:gd name="T67" fmla="*/ 63500 h 35"/>
              <a:gd name="T68" fmla="*/ 98425 w 50"/>
              <a:gd name="T69" fmla="*/ 57150 h 35"/>
              <a:gd name="T70" fmla="*/ 95250 w 50"/>
              <a:gd name="T71" fmla="*/ 82550 h 35"/>
              <a:gd name="T72" fmla="*/ 92075 w 50"/>
              <a:gd name="T73" fmla="*/ 57150 h 35"/>
              <a:gd name="T74" fmla="*/ 149225 w 50"/>
              <a:gd name="T75" fmla="*/ 101600 h 35"/>
              <a:gd name="T76" fmla="*/ 127000 w 50"/>
              <a:gd name="T77" fmla="*/ 111125 h 35"/>
              <a:gd name="T78" fmla="*/ 41275 w 50"/>
              <a:gd name="T79" fmla="*/ 111125 h 35"/>
              <a:gd name="T80" fmla="*/ 9525 w 50"/>
              <a:gd name="T81" fmla="*/ 98425 h 35"/>
              <a:gd name="T82" fmla="*/ 9525 w 50"/>
              <a:gd name="T83" fmla="*/ 41275 h 35"/>
              <a:gd name="T84" fmla="*/ 50800 w 50"/>
              <a:gd name="T85" fmla="*/ 9525 h 35"/>
              <a:gd name="T86" fmla="*/ 120650 w 50"/>
              <a:gd name="T87" fmla="*/ 15875 h 35"/>
              <a:gd name="T88" fmla="*/ 149225 w 50"/>
              <a:gd name="T89" fmla="*/ 60325 h 35"/>
              <a:gd name="T90" fmla="*/ 149225 w 50"/>
              <a:gd name="T91" fmla="*/ 101600 h 35"/>
              <a:gd name="T92" fmla="*/ 149225 w 50"/>
              <a:gd name="T93" fmla="*/ 101600 h 35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35">
                <a:moveTo>
                  <a:pt x="40" y="31"/>
                </a:moveTo>
                <a:cubicBezTo>
                  <a:pt x="40" y="31"/>
                  <a:pt x="40" y="31"/>
                  <a:pt x="40" y="31"/>
                </a:cubicBezTo>
                <a:cubicBezTo>
                  <a:pt x="41" y="31"/>
                  <a:pt x="43" y="31"/>
                  <a:pt x="44" y="29"/>
                </a:cubicBezTo>
                <a:cubicBezTo>
                  <a:pt x="45" y="28"/>
                  <a:pt x="46" y="27"/>
                  <a:pt x="46" y="25"/>
                </a:cubicBezTo>
                <a:cubicBezTo>
                  <a:pt x="46" y="24"/>
                  <a:pt x="45" y="22"/>
                  <a:pt x="44" y="21"/>
                </a:cubicBezTo>
                <a:cubicBezTo>
                  <a:pt x="44" y="20"/>
                  <a:pt x="42" y="19"/>
                  <a:pt x="41" y="19"/>
                </a:cubicBezTo>
                <a:cubicBezTo>
                  <a:pt x="40" y="19"/>
                  <a:pt x="39" y="18"/>
                  <a:pt x="39" y="17"/>
                </a:cubicBezTo>
                <a:cubicBezTo>
                  <a:pt x="39" y="13"/>
                  <a:pt x="38" y="10"/>
                  <a:pt x="35" y="8"/>
                </a:cubicBezTo>
                <a:cubicBezTo>
                  <a:pt x="33" y="5"/>
                  <a:pt x="30" y="4"/>
                  <a:pt x="26" y="4"/>
                </a:cubicBezTo>
                <a:cubicBezTo>
                  <a:pt x="23" y="4"/>
                  <a:pt x="21" y="5"/>
                  <a:pt x="19" y="6"/>
                </a:cubicBezTo>
                <a:cubicBezTo>
                  <a:pt x="16" y="7"/>
                  <a:pt x="15" y="9"/>
                  <a:pt x="14" y="12"/>
                </a:cubicBezTo>
                <a:cubicBezTo>
                  <a:pt x="13" y="13"/>
                  <a:pt x="13" y="13"/>
                  <a:pt x="12" y="13"/>
                </a:cubicBezTo>
                <a:cubicBezTo>
                  <a:pt x="10" y="13"/>
                  <a:pt x="7" y="14"/>
                  <a:pt x="6" y="16"/>
                </a:cubicBezTo>
                <a:cubicBezTo>
                  <a:pt x="4" y="18"/>
                  <a:pt x="3" y="20"/>
                  <a:pt x="3" y="22"/>
                </a:cubicBezTo>
                <a:cubicBezTo>
                  <a:pt x="3" y="25"/>
                  <a:pt x="4" y="27"/>
                  <a:pt x="6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30"/>
                  <a:pt x="10" y="31"/>
                  <a:pt x="13" y="31"/>
                </a:cubicBezTo>
                <a:cubicBezTo>
                  <a:pt x="40" y="31"/>
                  <a:pt x="40" y="31"/>
                  <a:pt x="40" y="31"/>
                </a:cubicBezTo>
                <a:close/>
                <a:moveTo>
                  <a:pt x="13" y="21"/>
                </a:moveTo>
                <a:cubicBezTo>
                  <a:pt x="13" y="21"/>
                  <a:pt x="13" y="21"/>
                  <a:pt x="13" y="21"/>
                </a:cubicBezTo>
                <a:cubicBezTo>
                  <a:pt x="12" y="21"/>
                  <a:pt x="12" y="20"/>
                  <a:pt x="13" y="20"/>
                </a:cubicBezTo>
                <a:cubicBezTo>
                  <a:pt x="13" y="19"/>
                  <a:pt x="14" y="19"/>
                  <a:pt x="15" y="20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4"/>
                  <a:pt x="18" y="14"/>
                </a:cubicBezTo>
                <a:cubicBezTo>
                  <a:pt x="19" y="14"/>
                  <a:pt x="19" y="15"/>
                  <a:pt x="19" y="15"/>
                </a:cubicBezTo>
                <a:cubicBezTo>
                  <a:pt x="19" y="22"/>
                  <a:pt x="19" y="22"/>
                  <a:pt x="19" y="22"/>
                </a:cubicBezTo>
                <a:cubicBezTo>
                  <a:pt x="21" y="20"/>
                  <a:pt x="21" y="20"/>
                  <a:pt x="21" y="20"/>
                </a:cubicBezTo>
                <a:cubicBezTo>
                  <a:pt x="22" y="19"/>
                  <a:pt x="23" y="19"/>
                  <a:pt x="23" y="20"/>
                </a:cubicBezTo>
                <a:cubicBezTo>
                  <a:pt x="23" y="20"/>
                  <a:pt x="23" y="21"/>
                  <a:pt x="23" y="21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6"/>
                  <a:pt x="18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3" y="21"/>
                  <a:pt x="13" y="21"/>
                  <a:pt x="13" y="21"/>
                </a:cubicBezTo>
                <a:close/>
                <a:moveTo>
                  <a:pt x="26" y="20"/>
                </a:moveTo>
                <a:cubicBezTo>
                  <a:pt x="26" y="20"/>
                  <a:pt x="26" y="20"/>
                  <a:pt x="26" y="20"/>
                </a:cubicBezTo>
                <a:cubicBezTo>
                  <a:pt x="26" y="21"/>
                  <a:pt x="25" y="21"/>
                  <a:pt x="25" y="20"/>
                </a:cubicBezTo>
                <a:cubicBezTo>
                  <a:pt x="24" y="20"/>
                  <a:pt x="24" y="19"/>
                  <a:pt x="25" y="19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30" y="14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4"/>
                  <a:pt x="30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19"/>
                  <a:pt x="35" y="20"/>
                  <a:pt x="35" y="20"/>
                </a:cubicBezTo>
                <a:cubicBezTo>
                  <a:pt x="34" y="21"/>
                  <a:pt x="34" y="21"/>
                  <a:pt x="33" y="20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5"/>
                  <a:pt x="30" y="26"/>
                  <a:pt x="30" y="26"/>
                </a:cubicBezTo>
                <a:cubicBezTo>
                  <a:pt x="29" y="26"/>
                  <a:pt x="29" y="25"/>
                  <a:pt x="29" y="25"/>
                </a:cubicBezTo>
                <a:cubicBezTo>
                  <a:pt x="29" y="18"/>
                  <a:pt x="29" y="18"/>
                  <a:pt x="29" y="18"/>
                </a:cubicBezTo>
                <a:cubicBezTo>
                  <a:pt x="26" y="20"/>
                  <a:pt x="26" y="20"/>
                  <a:pt x="26" y="20"/>
                </a:cubicBezTo>
                <a:close/>
                <a:moveTo>
                  <a:pt x="47" y="32"/>
                </a:moveTo>
                <a:cubicBezTo>
                  <a:pt x="47" y="32"/>
                  <a:pt x="47" y="32"/>
                  <a:pt x="47" y="32"/>
                </a:cubicBezTo>
                <a:cubicBezTo>
                  <a:pt x="45" y="34"/>
                  <a:pt x="43" y="35"/>
                  <a:pt x="40" y="35"/>
                </a:cubicBezTo>
                <a:cubicBezTo>
                  <a:pt x="40" y="35"/>
                  <a:pt x="40" y="35"/>
                  <a:pt x="40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9" y="35"/>
                  <a:pt x="6" y="34"/>
                  <a:pt x="3" y="31"/>
                </a:cubicBezTo>
                <a:cubicBezTo>
                  <a:pt x="3" y="31"/>
                  <a:pt x="3" y="31"/>
                  <a:pt x="3" y="31"/>
                </a:cubicBezTo>
                <a:cubicBezTo>
                  <a:pt x="1" y="29"/>
                  <a:pt x="0" y="26"/>
                  <a:pt x="0" y="22"/>
                </a:cubicBezTo>
                <a:cubicBezTo>
                  <a:pt x="0" y="19"/>
                  <a:pt x="1" y="16"/>
                  <a:pt x="3" y="13"/>
                </a:cubicBezTo>
                <a:cubicBezTo>
                  <a:pt x="5" y="11"/>
                  <a:pt x="8" y="10"/>
                  <a:pt x="11" y="9"/>
                </a:cubicBezTo>
                <a:cubicBezTo>
                  <a:pt x="12" y="7"/>
                  <a:pt x="14" y="4"/>
                  <a:pt x="16" y="3"/>
                </a:cubicBezTo>
                <a:cubicBezTo>
                  <a:pt x="19" y="1"/>
                  <a:pt x="22" y="0"/>
                  <a:pt x="26" y="0"/>
                </a:cubicBezTo>
                <a:cubicBezTo>
                  <a:pt x="31" y="0"/>
                  <a:pt x="35" y="2"/>
                  <a:pt x="38" y="5"/>
                </a:cubicBezTo>
                <a:cubicBezTo>
                  <a:pt x="41" y="8"/>
                  <a:pt x="43" y="11"/>
                  <a:pt x="43" y="16"/>
                </a:cubicBezTo>
                <a:cubicBezTo>
                  <a:pt x="45" y="16"/>
                  <a:pt x="46" y="17"/>
                  <a:pt x="47" y="19"/>
                </a:cubicBezTo>
                <a:cubicBezTo>
                  <a:pt x="49" y="20"/>
                  <a:pt x="50" y="23"/>
                  <a:pt x="50" y="25"/>
                </a:cubicBezTo>
                <a:cubicBezTo>
                  <a:pt x="50" y="28"/>
                  <a:pt x="49" y="30"/>
                  <a:pt x="47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32"/>
                  <a:pt x="47" y="32"/>
                  <a:pt x="47" y="3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73" name="Freeform 307">
            <a:extLst>
              <a:ext uri="{FF2B5EF4-FFF2-40B4-BE49-F238E27FC236}">
                <a16:creationId xmlns:a16="http://schemas.microsoft.com/office/drawing/2014/main" id="{0F735E52-C72C-AFA9-312F-C22168AE66E1}"/>
              </a:ext>
            </a:extLst>
          </p:cNvPr>
          <p:cNvSpPr>
            <a:spLocks noEditPoints="1"/>
          </p:cNvSpPr>
          <p:nvPr/>
        </p:nvSpPr>
        <p:spPr bwMode="auto">
          <a:xfrm>
            <a:off x="6184301" y="5660414"/>
            <a:ext cx="215900" cy="186267"/>
          </a:xfrm>
          <a:custGeom>
            <a:avLst/>
            <a:gdLst>
              <a:gd name="T0" fmla="*/ 107950 w 51"/>
              <a:gd name="T1" fmla="*/ 44450 h 44"/>
              <a:gd name="T2" fmla="*/ 107950 w 51"/>
              <a:gd name="T3" fmla="*/ 44450 h 44"/>
              <a:gd name="T4" fmla="*/ 107950 w 51"/>
              <a:gd name="T5" fmla="*/ 41275 h 44"/>
              <a:gd name="T6" fmla="*/ 107950 w 51"/>
              <a:gd name="T7" fmla="*/ 41275 h 44"/>
              <a:gd name="T8" fmla="*/ 104775 w 51"/>
              <a:gd name="T9" fmla="*/ 41275 h 44"/>
              <a:gd name="T10" fmla="*/ 66675 w 51"/>
              <a:gd name="T11" fmla="*/ 73025 h 44"/>
              <a:gd name="T12" fmla="*/ 63500 w 51"/>
              <a:gd name="T13" fmla="*/ 76200 h 44"/>
              <a:gd name="T14" fmla="*/ 60325 w 51"/>
              <a:gd name="T15" fmla="*/ 95250 h 44"/>
              <a:gd name="T16" fmla="*/ 69850 w 51"/>
              <a:gd name="T17" fmla="*/ 104775 h 44"/>
              <a:gd name="T18" fmla="*/ 76200 w 51"/>
              <a:gd name="T19" fmla="*/ 107950 h 44"/>
              <a:gd name="T20" fmla="*/ 101600 w 51"/>
              <a:gd name="T21" fmla="*/ 92075 h 44"/>
              <a:gd name="T22" fmla="*/ 31750 w 51"/>
              <a:gd name="T23" fmla="*/ 127000 h 44"/>
              <a:gd name="T24" fmla="*/ 25400 w 51"/>
              <a:gd name="T25" fmla="*/ 136525 h 44"/>
              <a:gd name="T26" fmla="*/ 6350 w 51"/>
              <a:gd name="T27" fmla="*/ 47625 h 44"/>
              <a:gd name="T28" fmla="*/ 111125 w 51"/>
              <a:gd name="T29" fmla="*/ 6350 h 44"/>
              <a:gd name="T30" fmla="*/ 155575 w 51"/>
              <a:gd name="T31" fmla="*/ 47625 h 44"/>
              <a:gd name="T32" fmla="*/ 136525 w 51"/>
              <a:gd name="T33" fmla="*/ 136525 h 44"/>
              <a:gd name="T34" fmla="*/ 149225 w 51"/>
              <a:gd name="T35" fmla="*/ 79375 h 44"/>
              <a:gd name="T36" fmla="*/ 127000 w 51"/>
              <a:gd name="T37" fmla="*/ 31750 h 44"/>
              <a:gd name="T38" fmla="*/ 31750 w 51"/>
              <a:gd name="T39" fmla="*/ 31750 h 44"/>
              <a:gd name="T40" fmla="*/ 19050 w 51"/>
              <a:gd name="T41" fmla="*/ 104775 h 44"/>
              <a:gd name="T42" fmla="*/ 88900 w 51"/>
              <a:gd name="T43" fmla="*/ 76200 h 44"/>
              <a:gd name="T44" fmla="*/ 92075 w 51"/>
              <a:gd name="T45" fmla="*/ 95250 h 44"/>
              <a:gd name="T46" fmla="*/ 69850 w 51"/>
              <a:gd name="T47" fmla="*/ 92075 h 44"/>
              <a:gd name="T48" fmla="*/ 76200 w 51"/>
              <a:gd name="T49" fmla="*/ 76200 h 44"/>
              <a:gd name="T50" fmla="*/ 85725 w 51"/>
              <a:gd name="T51" fmla="*/ 85725 h 44"/>
              <a:gd name="T52" fmla="*/ 79375 w 51"/>
              <a:gd name="T53" fmla="*/ 82550 h 44"/>
              <a:gd name="T54" fmla="*/ 76200 w 51"/>
              <a:gd name="T55" fmla="*/ 88900 h 44"/>
              <a:gd name="T56" fmla="*/ 82550 w 51"/>
              <a:gd name="T57" fmla="*/ 95250 h 44"/>
              <a:gd name="T58" fmla="*/ 85725 w 51"/>
              <a:gd name="T59" fmla="*/ 85725 h 44"/>
              <a:gd name="T60" fmla="*/ 107950 w 51"/>
              <a:gd name="T61" fmla="*/ 92075 h 44"/>
              <a:gd name="T62" fmla="*/ 101600 w 51"/>
              <a:gd name="T63" fmla="*/ 107950 h 44"/>
              <a:gd name="T64" fmla="*/ 69850 w 51"/>
              <a:gd name="T65" fmla="*/ 114300 h 44"/>
              <a:gd name="T66" fmla="*/ 53975 w 51"/>
              <a:gd name="T67" fmla="*/ 98425 h 44"/>
              <a:gd name="T68" fmla="*/ 57150 w 51"/>
              <a:gd name="T69" fmla="*/ 73025 h 44"/>
              <a:gd name="T70" fmla="*/ 63500 w 51"/>
              <a:gd name="T71" fmla="*/ 66675 h 44"/>
              <a:gd name="T72" fmla="*/ 101600 w 51"/>
              <a:gd name="T73" fmla="*/ 38100 h 44"/>
              <a:gd name="T74" fmla="*/ 101600 w 51"/>
              <a:gd name="T75" fmla="*/ 34925 h 44"/>
              <a:gd name="T76" fmla="*/ 104775 w 51"/>
              <a:gd name="T77" fmla="*/ 34925 h 44"/>
              <a:gd name="T78" fmla="*/ 107950 w 51"/>
              <a:gd name="T79" fmla="*/ 34925 h 44"/>
              <a:gd name="T80" fmla="*/ 111125 w 51"/>
              <a:gd name="T81" fmla="*/ 34925 h 44"/>
              <a:gd name="T82" fmla="*/ 114300 w 51"/>
              <a:gd name="T83" fmla="*/ 38100 h 44"/>
              <a:gd name="T84" fmla="*/ 114300 w 51"/>
              <a:gd name="T85" fmla="*/ 41275 h 44"/>
              <a:gd name="T86" fmla="*/ 117475 w 51"/>
              <a:gd name="T87" fmla="*/ 41275 h 44"/>
              <a:gd name="T88" fmla="*/ 117475 w 51"/>
              <a:gd name="T89" fmla="*/ 44450 h 4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1" h="44">
                <a:moveTo>
                  <a:pt x="32" y="29"/>
                </a:moveTo>
                <a:cubicBezTo>
                  <a:pt x="32" y="29"/>
                  <a:pt x="32" y="29"/>
                  <a:pt x="32" y="29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4"/>
                </a:cubicBezTo>
                <a:cubicBezTo>
                  <a:pt x="21" y="24"/>
                  <a:pt x="20" y="24"/>
                  <a:pt x="20" y="24"/>
                </a:cubicBezTo>
                <a:cubicBezTo>
                  <a:pt x="20" y="24"/>
                  <a:pt x="20" y="24"/>
                  <a:pt x="20" y="25"/>
                </a:cubicBezTo>
                <a:cubicBezTo>
                  <a:pt x="19" y="26"/>
                  <a:pt x="19" y="28"/>
                  <a:pt x="19" y="30"/>
                </a:cubicBezTo>
                <a:cubicBezTo>
                  <a:pt x="19" y="30"/>
                  <a:pt x="19" y="30"/>
                  <a:pt x="19" y="30"/>
                </a:cubicBezTo>
                <a:cubicBezTo>
                  <a:pt x="20" y="30"/>
                  <a:pt x="20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2"/>
                  <a:pt x="21" y="33"/>
                  <a:pt x="22" y="33"/>
                </a:cubicBezTo>
                <a:cubicBezTo>
                  <a:pt x="22" y="33"/>
                  <a:pt x="22" y="34"/>
                  <a:pt x="22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23" y="34"/>
                  <a:pt x="23" y="34"/>
                  <a:pt x="24" y="34"/>
                </a:cubicBezTo>
                <a:cubicBezTo>
                  <a:pt x="26" y="35"/>
                  <a:pt x="29" y="34"/>
                  <a:pt x="31" y="32"/>
                </a:cubicBezTo>
                <a:cubicBezTo>
                  <a:pt x="31" y="31"/>
                  <a:pt x="32" y="30"/>
                  <a:pt x="32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29"/>
                </a:cubicBezTo>
                <a:close/>
                <a:moveTo>
                  <a:pt x="10" y="40"/>
                </a:moveTo>
                <a:cubicBezTo>
                  <a:pt x="10" y="40"/>
                  <a:pt x="10" y="40"/>
                  <a:pt x="10" y="40"/>
                </a:cubicBezTo>
                <a:cubicBezTo>
                  <a:pt x="11" y="41"/>
                  <a:pt x="11" y="42"/>
                  <a:pt x="10" y="43"/>
                </a:cubicBezTo>
                <a:cubicBezTo>
                  <a:pt x="10" y="43"/>
                  <a:pt x="9" y="43"/>
                  <a:pt x="8" y="43"/>
                </a:cubicBezTo>
                <a:cubicBezTo>
                  <a:pt x="5" y="40"/>
                  <a:pt x="4" y="38"/>
                  <a:pt x="2" y="35"/>
                </a:cubicBezTo>
                <a:cubicBezTo>
                  <a:pt x="1" y="32"/>
                  <a:pt x="0" y="28"/>
                  <a:pt x="0" y="25"/>
                </a:cubicBezTo>
                <a:cubicBezTo>
                  <a:pt x="0" y="22"/>
                  <a:pt x="1" y="18"/>
                  <a:pt x="2" y="15"/>
                </a:cubicBezTo>
                <a:cubicBezTo>
                  <a:pt x="4" y="12"/>
                  <a:pt x="5" y="10"/>
                  <a:pt x="8" y="7"/>
                </a:cubicBezTo>
                <a:cubicBezTo>
                  <a:pt x="12" y="3"/>
                  <a:pt x="19" y="0"/>
                  <a:pt x="25" y="0"/>
                </a:cubicBezTo>
                <a:cubicBezTo>
                  <a:pt x="29" y="0"/>
                  <a:pt x="32" y="1"/>
                  <a:pt x="35" y="2"/>
                </a:cubicBezTo>
                <a:cubicBezTo>
                  <a:pt x="38" y="3"/>
                  <a:pt x="41" y="5"/>
                  <a:pt x="43" y="7"/>
                </a:cubicBezTo>
                <a:cubicBezTo>
                  <a:pt x="46" y="10"/>
                  <a:pt x="47" y="12"/>
                  <a:pt x="49" y="15"/>
                </a:cubicBezTo>
                <a:cubicBezTo>
                  <a:pt x="49" y="15"/>
                  <a:pt x="49" y="15"/>
                  <a:pt x="49" y="15"/>
                </a:cubicBezTo>
                <a:cubicBezTo>
                  <a:pt x="50" y="18"/>
                  <a:pt x="51" y="22"/>
                  <a:pt x="51" y="25"/>
                </a:cubicBezTo>
                <a:cubicBezTo>
                  <a:pt x="51" y="28"/>
                  <a:pt x="50" y="32"/>
                  <a:pt x="49" y="35"/>
                </a:cubicBezTo>
                <a:cubicBezTo>
                  <a:pt x="47" y="38"/>
                  <a:pt x="46" y="40"/>
                  <a:pt x="43" y="43"/>
                </a:cubicBezTo>
                <a:cubicBezTo>
                  <a:pt x="41" y="44"/>
                  <a:pt x="39" y="42"/>
                  <a:pt x="40" y="40"/>
                </a:cubicBezTo>
                <a:cubicBezTo>
                  <a:pt x="42" y="38"/>
                  <a:pt x="44" y="36"/>
                  <a:pt x="45" y="33"/>
                </a:cubicBezTo>
                <a:cubicBezTo>
                  <a:pt x="46" y="31"/>
                  <a:pt x="47" y="28"/>
                  <a:pt x="47" y="25"/>
                </a:cubicBezTo>
                <a:cubicBezTo>
                  <a:pt x="47" y="22"/>
                  <a:pt x="46" y="19"/>
                  <a:pt x="45" y="17"/>
                </a:cubicBezTo>
                <a:cubicBezTo>
                  <a:pt x="45" y="17"/>
                  <a:pt x="45" y="17"/>
                  <a:pt x="45" y="17"/>
                </a:cubicBezTo>
                <a:cubicBezTo>
                  <a:pt x="44" y="14"/>
                  <a:pt x="42" y="12"/>
                  <a:pt x="40" y="10"/>
                </a:cubicBezTo>
                <a:cubicBezTo>
                  <a:pt x="39" y="8"/>
                  <a:pt x="36" y="6"/>
                  <a:pt x="34" y="5"/>
                </a:cubicBezTo>
                <a:cubicBezTo>
                  <a:pt x="31" y="4"/>
                  <a:pt x="28" y="4"/>
                  <a:pt x="25" y="4"/>
                </a:cubicBezTo>
                <a:cubicBezTo>
                  <a:pt x="20" y="4"/>
                  <a:pt x="14" y="6"/>
                  <a:pt x="10" y="10"/>
                </a:cubicBezTo>
                <a:cubicBezTo>
                  <a:pt x="9" y="12"/>
                  <a:pt x="7" y="14"/>
                  <a:pt x="6" y="17"/>
                </a:cubicBezTo>
                <a:cubicBezTo>
                  <a:pt x="5" y="19"/>
                  <a:pt x="4" y="22"/>
                  <a:pt x="4" y="25"/>
                </a:cubicBezTo>
                <a:cubicBezTo>
                  <a:pt x="4" y="28"/>
                  <a:pt x="5" y="31"/>
                  <a:pt x="6" y="33"/>
                </a:cubicBezTo>
                <a:cubicBezTo>
                  <a:pt x="7" y="36"/>
                  <a:pt x="9" y="38"/>
                  <a:pt x="10" y="40"/>
                </a:cubicBezTo>
                <a:close/>
                <a:moveTo>
                  <a:pt x="28" y="24"/>
                </a:moveTo>
                <a:cubicBezTo>
                  <a:pt x="28" y="24"/>
                  <a:pt x="28" y="24"/>
                  <a:pt x="28" y="24"/>
                </a:cubicBezTo>
                <a:cubicBezTo>
                  <a:pt x="29" y="25"/>
                  <a:pt x="29" y="26"/>
                  <a:pt x="30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30" y="28"/>
                  <a:pt x="30" y="29"/>
                  <a:pt x="29" y="30"/>
                </a:cubicBezTo>
                <a:cubicBezTo>
                  <a:pt x="29" y="31"/>
                  <a:pt x="28" y="32"/>
                  <a:pt x="27" y="32"/>
                </a:cubicBezTo>
                <a:cubicBezTo>
                  <a:pt x="26" y="32"/>
                  <a:pt x="24" y="32"/>
                  <a:pt x="23" y="32"/>
                </a:cubicBezTo>
                <a:cubicBezTo>
                  <a:pt x="22" y="31"/>
                  <a:pt x="22" y="30"/>
                  <a:pt x="22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21" y="28"/>
                  <a:pt x="21" y="27"/>
                  <a:pt x="22" y="26"/>
                </a:cubicBezTo>
                <a:cubicBezTo>
                  <a:pt x="23" y="25"/>
                  <a:pt x="23" y="24"/>
                  <a:pt x="24" y="24"/>
                </a:cubicBezTo>
                <a:cubicBezTo>
                  <a:pt x="25" y="24"/>
                  <a:pt x="25" y="24"/>
                  <a:pt x="25" y="24"/>
                </a:cubicBezTo>
                <a:cubicBezTo>
                  <a:pt x="26" y="24"/>
                  <a:pt x="27" y="24"/>
                  <a:pt x="28" y="24"/>
                </a:cubicBezTo>
                <a:close/>
                <a:moveTo>
                  <a:pt x="27" y="27"/>
                </a:move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6"/>
                </a:cubicBezTo>
                <a:cubicBezTo>
                  <a:pt x="26" y="26"/>
                  <a:pt x="26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4" y="27"/>
                  <a:pt x="24" y="27"/>
                </a:cubicBezTo>
                <a:cubicBezTo>
                  <a:pt x="24" y="27"/>
                  <a:pt x="24" y="28"/>
                  <a:pt x="24" y="28"/>
                </a:cubicBezTo>
                <a:cubicBezTo>
                  <a:pt x="24" y="29"/>
                  <a:pt x="24" y="29"/>
                  <a:pt x="25" y="30"/>
                </a:cubicBezTo>
                <a:cubicBezTo>
                  <a:pt x="25" y="30"/>
                  <a:pt x="26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7" y="30"/>
                  <a:pt x="27" y="29"/>
                  <a:pt x="27" y="29"/>
                </a:cubicBezTo>
                <a:cubicBezTo>
                  <a:pt x="28" y="28"/>
                  <a:pt x="28" y="28"/>
                  <a:pt x="27" y="27"/>
                </a:cubicBezTo>
                <a:cubicBezTo>
                  <a:pt x="27" y="27"/>
                  <a:pt x="27" y="27"/>
                  <a:pt x="27" y="27"/>
                </a:cubicBezTo>
                <a:close/>
                <a:moveTo>
                  <a:pt x="37" y="14"/>
                </a:moveTo>
                <a:cubicBezTo>
                  <a:pt x="37" y="14"/>
                  <a:pt x="37" y="14"/>
                  <a:pt x="37" y="14"/>
                </a:cubicBezTo>
                <a:cubicBezTo>
                  <a:pt x="34" y="29"/>
                  <a:pt x="34" y="29"/>
                  <a:pt x="34" y="29"/>
                </a:cubicBezTo>
                <a:cubicBezTo>
                  <a:pt x="34" y="30"/>
                  <a:pt x="34" y="31"/>
                  <a:pt x="33" y="32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2" y="34"/>
                  <a:pt x="32" y="34"/>
                </a:cubicBezTo>
                <a:cubicBezTo>
                  <a:pt x="30" y="36"/>
                  <a:pt x="27" y="37"/>
                  <a:pt x="24" y="37"/>
                </a:cubicBezTo>
                <a:cubicBezTo>
                  <a:pt x="23" y="37"/>
                  <a:pt x="23" y="36"/>
                  <a:pt x="23" y="36"/>
                </a:cubicBezTo>
                <a:cubicBezTo>
                  <a:pt x="23" y="36"/>
                  <a:pt x="22" y="36"/>
                  <a:pt x="22" y="36"/>
                </a:cubicBezTo>
                <a:cubicBezTo>
                  <a:pt x="22" y="36"/>
                  <a:pt x="21" y="36"/>
                  <a:pt x="21" y="36"/>
                </a:cubicBezTo>
                <a:cubicBezTo>
                  <a:pt x="21" y="36"/>
                  <a:pt x="21" y="35"/>
                  <a:pt x="20" y="35"/>
                </a:cubicBezTo>
                <a:cubicBezTo>
                  <a:pt x="19" y="34"/>
                  <a:pt x="18" y="33"/>
                  <a:pt x="17" y="31"/>
                </a:cubicBezTo>
                <a:cubicBezTo>
                  <a:pt x="17" y="31"/>
                  <a:pt x="17" y="31"/>
                  <a:pt x="17" y="30"/>
                </a:cubicBezTo>
                <a:cubicBezTo>
                  <a:pt x="17" y="30"/>
                  <a:pt x="17" y="30"/>
                  <a:pt x="17" y="29"/>
                </a:cubicBezTo>
                <a:cubicBezTo>
                  <a:pt x="16" y="27"/>
                  <a:pt x="17" y="25"/>
                  <a:pt x="18" y="23"/>
                </a:cubicBezTo>
                <a:cubicBezTo>
                  <a:pt x="19" y="23"/>
                  <a:pt x="19" y="22"/>
                  <a:pt x="19" y="22"/>
                </a:cubicBezTo>
                <a:cubicBezTo>
                  <a:pt x="19" y="22"/>
                  <a:pt x="19" y="22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74" name="Freeform 308">
            <a:extLst>
              <a:ext uri="{FF2B5EF4-FFF2-40B4-BE49-F238E27FC236}">
                <a16:creationId xmlns:a16="http://schemas.microsoft.com/office/drawing/2014/main" id="{09B0BCD4-0A53-5025-6981-8B9EF2B07F96}"/>
              </a:ext>
            </a:extLst>
          </p:cNvPr>
          <p:cNvSpPr>
            <a:spLocks noEditPoints="1"/>
          </p:cNvSpPr>
          <p:nvPr/>
        </p:nvSpPr>
        <p:spPr bwMode="auto">
          <a:xfrm>
            <a:off x="930734" y="5656181"/>
            <a:ext cx="196851" cy="194733"/>
          </a:xfrm>
          <a:custGeom>
            <a:avLst/>
            <a:gdLst>
              <a:gd name="T0" fmla="*/ 28886 w 46"/>
              <a:gd name="T1" fmla="*/ 53975 h 46"/>
              <a:gd name="T2" fmla="*/ 28886 w 46"/>
              <a:gd name="T3" fmla="*/ 41275 h 46"/>
              <a:gd name="T4" fmla="*/ 35305 w 46"/>
              <a:gd name="T5" fmla="*/ 34925 h 46"/>
              <a:gd name="T6" fmla="*/ 41724 w 46"/>
              <a:gd name="T7" fmla="*/ 28575 h 46"/>
              <a:gd name="T8" fmla="*/ 54562 w 46"/>
              <a:gd name="T9" fmla="*/ 28575 h 46"/>
              <a:gd name="T10" fmla="*/ 44933 w 46"/>
              <a:gd name="T11" fmla="*/ 34925 h 46"/>
              <a:gd name="T12" fmla="*/ 35305 w 46"/>
              <a:gd name="T13" fmla="*/ 44450 h 46"/>
              <a:gd name="T14" fmla="*/ 118752 w 46"/>
              <a:gd name="T15" fmla="*/ 107950 h 46"/>
              <a:gd name="T16" fmla="*/ 144428 w 46"/>
              <a:gd name="T17" fmla="*/ 133350 h 46"/>
              <a:gd name="T18" fmla="*/ 134800 w 46"/>
              <a:gd name="T19" fmla="*/ 142875 h 46"/>
              <a:gd name="T20" fmla="*/ 93076 w 46"/>
              <a:gd name="T21" fmla="*/ 127000 h 46"/>
              <a:gd name="T22" fmla="*/ 41724 w 46"/>
              <a:gd name="T23" fmla="*/ 127000 h 46"/>
              <a:gd name="T24" fmla="*/ 19257 w 46"/>
              <a:gd name="T25" fmla="*/ 111125 h 46"/>
              <a:gd name="T26" fmla="*/ 3210 w 46"/>
              <a:gd name="T27" fmla="*/ 92075 h 46"/>
              <a:gd name="T28" fmla="*/ 0 w 46"/>
              <a:gd name="T29" fmla="*/ 66675 h 46"/>
              <a:gd name="T30" fmla="*/ 19257 w 46"/>
              <a:gd name="T31" fmla="*/ 19050 h 46"/>
              <a:gd name="T32" fmla="*/ 93076 w 46"/>
              <a:gd name="T33" fmla="*/ 3175 h 46"/>
              <a:gd name="T34" fmla="*/ 115543 w 46"/>
              <a:gd name="T35" fmla="*/ 19050 h 46"/>
              <a:gd name="T36" fmla="*/ 128381 w 46"/>
              <a:gd name="T37" fmla="*/ 38100 h 46"/>
              <a:gd name="T38" fmla="*/ 134800 w 46"/>
              <a:gd name="T39" fmla="*/ 66675 h 46"/>
              <a:gd name="T40" fmla="*/ 118752 w 46"/>
              <a:gd name="T41" fmla="*/ 107950 h 46"/>
              <a:gd name="T42" fmla="*/ 86657 w 46"/>
              <a:gd name="T43" fmla="*/ 15875 h 46"/>
              <a:gd name="T44" fmla="*/ 28886 w 46"/>
              <a:gd name="T45" fmla="*/ 25400 h 46"/>
              <a:gd name="T46" fmla="*/ 12838 w 46"/>
              <a:gd name="T47" fmla="*/ 66675 h 46"/>
              <a:gd name="T48" fmla="*/ 16048 w 46"/>
              <a:gd name="T49" fmla="*/ 85725 h 46"/>
              <a:gd name="T50" fmla="*/ 28886 w 46"/>
              <a:gd name="T51" fmla="*/ 104775 h 46"/>
              <a:gd name="T52" fmla="*/ 44933 w 46"/>
              <a:gd name="T53" fmla="*/ 114300 h 46"/>
              <a:gd name="T54" fmla="*/ 67400 w 46"/>
              <a:gd name="T55" fmla="*/ 120650 h 46"/>
              <a:gd name="T56" fmla="*/ 105914 w 46"/>
              <a:gd name="T57" fmla="*/ 104775 h 46"/>
              <a:gd name="T58" fmla="*/ 105914 w 46"/>
              <a:gd name="T59" fmla="*/ 104775 h 46"/>
              <a:gd name="T60" fmla="*/ 121962 w 46"/>
              <a:gd name="T61" fmla="*/ 66675 h 46"/>
              <a:gd name="T62" fmla="*/ 118752 w 46"/>
              <a:gd name="T63" fmla="*/ 44450 h 46"/>
              <a:gd name="T64" fmla="*/ 105914 w 46"/>
              <a:gd name="T65" fmla="*/ 25400 h 46"/>
              <a:gd name="T66" fmla="*/ 102705 w 46"/>
              <a:gd name="T67" fmla="*/ 66675 h 46"/>
              <a:gd name="T68" fmla="*/ 105914 w 46"/>
              <a:gd name="T69" fmla="*/ 60325 h 46"/>
              <a:gd name="T70" fmla="*/ 105914 w 46"/>
              <a:gd name="T71" fmla="*/ 82550 h 46"/>
              <a:gd name="T72" fmla="*/ 96286 w 46"/>
              <a:gd name="T73" fmla="*/ 95250 h 46"/>
              <a:gd name="T74" fmla="*/ 67400 w 46"/>
              <a:gd name="T75" fmla="*/ 107950 h 46"/>
              <a:gd name="T76" fmla="*/ 67400 w 46"/>
              <a:gd name="T77" fmla="*/ 101600 h 46"/>
              <a:gd name="T78" fmla="*/ 93076 w 46"/>
              <a:gd name="T79" fmla="*/ 92075 h 46"/>
              <a:gd name="T80" fmla="*/ 99495 w 46"/>
              <a:gd name="T81" fmla="*/ 79375 h 4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6" h="46">
                <a:moveTo>
                  <a:pt x="10" y="16"/>
                </a:moveTo>
                <a:cubicBezTo>
                  <a:pt x="10" y="17"/>
                  <a:pt x="9" y="17"/>
                  <a:pt x="9" y="17"/>
                </a:cubicBezTo>
                <a:cubicBezTo>
                  <a:pt x="8" y="16"/>
                  <a:pt x="8" y="16"/>
                  <a:pt x="8" y="15"/>
                </a:cubicBezTo>
                <a:cubicBezTo>
                  <a:pt x="8" y="14"/>
                  <a:pt x="9" y="14"/>
                  <a:pt x="9" y="13"/>
                </a:cubicBezTo>
                <a:cubicBezTo>
                  <a:pt x="10" y="12"/>
                  <a:pt x="10" y="12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0"/>
                  <a:pt x="12" y="10"/>
                  <a:pt x="13" y="9"/>
                </a:cubicBezTo>
                <a:cubicBezTo>
                  <a:pt x="14" y="9"/>
                  <a:pt x="15" y="8"/>
                  <a:pt x="15" y="8"/>
                </a:cubicBezTo>
                <a:cubicBezTo>
                  <a:pt x="16" y="8"/>
                  <a:pt x="17" y="8"/>
                  <a:pt x="17" y="9"/>
                </a:cubicBezTo>
                <a:cubicBezTo>
                  <a:pt x="17" y="9"/>
                  <a:pt x="17" y="10"/>
                  <a:pt x="16" y="10"/>
                </a:cubicBezTo>
                <a:cubicBezTo>
                  <a:pt x="16" y="10"/>
                  <a:pt x="15" y="11"/>
                  <a:pt x="14" y="11"/>
                </a:cubicBezTo>
                <a:cubicBezTo>
                  <a:pt x="14" y="12"/>
                  <a:pt x="13" y="12"/>
                  <a:pt x="13" y="13"/>
                </a:cubicBezTo>
                <a:cubicBezTo>
                  <a:pt x="12" y="13"/>
                  <a:pt x="12" y="14"/>
                  <a:pt x="11" y="14"/>
                </a:cubicBezTo>
                <a:cubicBezTo>
                  <a:pt x="11" y="15"/>
                  <a:pt x="11" y="15"/>
                  <a:pt x="10" y="16"/>
                </a:cubicBezTo>
                <a:close/>
                <a:moveTo>
                  <a:pt x="37" y="34"/>
                </a:moveTo>
                <a:cubicBezTo>
                  <a:pt x="37" y="34"/>
                  <a:pt x="37" y="34"/>
                  <a:pt x="37" y="34"/>
                </a:cubicBezTo>
                <a:cubicBezTo>
                  <a:pt x="45" y="42"/>
                  <a:pt x="45" y="42"/>
                  <a:pt x="45" y="42"/>
                </a:cubicBezTo>
                <a:cubicBezTo>
                  <a:pt x="46" y="43"/>
                  <a:pt x="46" y="44"/>
                  <a:pt x="45" y="45"/>
                </a:cubicBezTo>
                <a:cubicBezTo>
                  <a:pt x="44" y="46"/>
                  <a:pt x="43" y="46"/>
                  <a:pt x="42" y="45"/>
                </a:cubicBezTo>
                <a:cubicBezTo>
                  <a:pt x="34" y="37"/>
                  <a:pt x="34" y="37"/>
                  <a:pt x="34" y="37"/>
                </a:cubicBezTo>
                <a:cubicBezTo>
                  <a:pt x="33" y="38"/>
                  <a:pt x="31" y="39"/>
                  <a:pt x="29" y="40"/>
                </a:cubicBezTo>
                <a:cubicBezTo>
                  <a:pt x="26" y="41"/>
                  <a:pt x="24" y="42"/>
                  <a:pt x="21" y="42"/>
                </a:cubicBezTo>
                <a:cubicBezTo>
                  <a:pt x="18" y="42"/>
                  <a:pt x="15" y="41"/>
                  <a:pt x="13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0" y="39"/>
                  <a:pt x="8" y="37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4" y="33"/>
                  <a:pt x="2" y="31"/>
                  <a:pt x="1" y="29"/>
                </a:cubicBezTo>
                <a:cubicBezTo>
                  <a:pt x="1" y="28"/>
                  <a:pt x="1" y="28"/>
                  <a:pt x="1" y="28"/>
                </a:cubicBezTo>
                <a:cubicBezTo>
                  <a:pt x="0" y="26"/>
                  <a:pt x="0" y="23"/>
                  <a:pt x="0" y="21"/>
                </a:cubicBezTo>
                <a:cubicBezTo>
                  <a:pt x="0" y="18"/>
                  <a:pt x="0" y="15"/>
                  <a:pt x="1" y="12"/>
                </a:cubicBezTo>
                <a:cubicBezTo>
                  <a:pt x="2" y="10"/>
                  <a:pt x="4" y="8"/>
                  <a:pt x="6" y="6"/>
                </a:cubicBezTo>
                <a:cubicBezTo>
                  <a:pt x="10" y="2"/>
                  <a:pt x="15" y="0"/>
                  <a:pt x="21" y="0"/>
                </a:cubicBezTo>
                <a:cubicBezTo>
                  <a:pt x="24" y="0"/>
                  <a:pt x="26" y="0"/>
                  <a:pt x="29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31" y="2"/>
                  <a:pt x="34" y="4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8" y="8"/>
                  <a:pt x="39" y="10"/>
                  <a:pt x="40" y="12"/>
                </a:cubicBezTo>
                <a:cubicBezTo>
                  <a:pt x="40" y="13"/>
                  <a:pt x="40" y="13"/>
                  <a:pt x="40" y="13"/>
                </a:cubicBezTo>
                <a:cubicBezTo>
                  <a:pt x="41" y="15"/>
                  <a:pt x="42" y="18"/>
                  <a:pt x="42" y="21"/>
                </a:cubicBezTo>
                <a:cubicBezTo>
                  <a:pt x="42" y="23"/>
                  <a:pt x="41" y="26"/>
                  <a:pt x="40" y="29"/>
                </a:cubicBezTo>
                <a:cubicBezTo>
                  <a:pt x="39" y="31"/>
                  <a:pt x="38" y="32"/>
                  <a:pt x="37" y="34"/>
                </a:cubicBezTo>
                <a:close/>
                <a:moveTo>
                  <a:pt x="27" y="5"/>
                </a:moveTo>
                <a:cubicBezTo>
                  <a:pt x="27" y="5"/>
                  <a:pt x="27" y="5"/>
                  <a:pt x="27" y="5"/>
                </a:cubicBezTo>
                <a:cubicBezTo>
                  <a:pt x="25" y="4"/>
                  <a:pt x="23" y="3"/>
                  <a:pt x="21" y="3"/>
                </a:cubicBezTo>
                <a:cubicBezTo>
                  <a:pt x="16" y="3"/>
                  <a:pt x="12" y="5"/>
                  <a:pt x="9" y="8"/>
                </a:cubicBezTo>
                <a:cubicBezTo>
                  <a:pt x="7" y="10"/>
                  <a:pt x="6" y="12"/>
                  <a:pt x="5" y="14"/>
                </a:cubicBezTo>
                <a:cubicBezTo>
                  <a:pt x="4" y="16"/>
                  <a:pt x="4" y="18"/>
                  <a:pt x="4" y="21"/>
                </a:cubicBezTo>
                <a:cubicBezTo>
                  <a:pt x="4" y="23"/>
                  <a:pt x="4" y="25"/>
                  <a:pt x="5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6" y="29"/>
                  <a:pt x="7" y="31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10" y="34"/>
                  <a:pt x="12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6" y="37"/>
                  <a:pt x="18" y="38"/>
                  <a:pt x="21" y="38"/>
                </a:cubicBezTo>
                <a:cubicBezTo>
                  <a:pt x="23" y="38"/>
                  <a:pt x="25" y="37"/>
                  <a:pt x="27" y="36"/>
                </a:cubicBezTo>
                <a:cubicBezTo>
                  <a:pt x="29" y="36"/>
                  <a:pt x="31" y="34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4" y="31"/>
                  <a:pt x="36" y="29"/>
                  <a:pt x="37" y="27"/>
                </a:cubicBezTo>
                <a:cubicBezTo>
                  <a:pt x="37" y="25"/>
                  <a:pt x="38" y="23"/>
                  <a:pt x="38" y="21"/>
                </a:cubicBezTo>
                <a:cubicBezTo>
                  <a:pt x="38" y="18"/>
                  <a:pt x="37" y="16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6" y="12"/>
                  <a:pt x="34" y="10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1" y="7"/>
                  <a:pt x="29" y="6"/>
                  <a:pt x="27" y="5"/>
                </a:cubicBezTo>
                <a:close/>
                <a:moveTo>
                  <a:pt x="32" y="21"/>
                </a:move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2" y="19"/>
                  <a:pt x="33" y="19"/>
                </a:cubicBezTo>
                <a:cubicBezTo>
                  <a:pt x="34" y="19"/>
                  <a:pt x="34" y="20"/>
                  <a:pt x="34" y="21"/>
                </a:cubicBezTo>
                <a:cubicBezTo>
                  <a:pt x="34" y="22"/>
                  <a:pt x="34" y="24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7"/>
                  <a:pt x="32" y="29"/>
                  <a:pt x="30" y="30"/>
                </a:cubicBezTo>
                <a:cubicBezTo>
                  <a:pt x="29" y="31"/>
                  <a:pt x="28" y="32"/>
                  <a:pt x="26" y="33"/>
                </a:cubicBezTo>
                <a:cubicBezTo>
                  <a:pt x="24" y="34"/>
                  <a:pt x="22" y="34"/>
                  <a:pt x="21" y="34"/>
                </a:cubicBezTo>
                <a:cubicBezTo>
                  <a:pt x="20" y="34"/>
                  <a:pt x="20" y="34"/>
                  <a:pt x="20" y="33"/>
                </a:cubicBezTo>
                <a:cubicBezTo>
                  <a:pt x="20" y="32"/>
                  <a:pt x="20" y="32"/>
                  <a:pt x="21" y="32"/>
                </a:cubicBezTo>
                <a:cubicBezTo>
                  <a:pt x="22" y="32"/>
                  <a:pt x="24" y="32"/>
                  <a:pt x="25" y="31"/>
                </a:cubicBezTo>
                <a:cubicBezTo>
                  <a:pt x="26" y="30"/>
                  <a:pt x="28" y="30"/>
                  <a:pt x="29" y="29"/>
                </a:cubicBezTo>
                <a:cubicBezTo>
                  <a:pt x="30" y="27"/>
                  <a:pt x="31" y="26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3"/>
                  <a:pt x="32" y="22"/>
                  <a:pt x="32" y="2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75" name="Freeform 309">
            <a:extLst>
              <a:ext uri="{FF2B5EF4-FFF2-40B4-BE49-F238E27FC236}">
                <a16:creationId xmlns:a16="http://schemas.microsoft.com/office/drawing/2014/main" id="{67E989EE-BCCA-7DCF-FF49-D84FF114CCBD}"/>
              </a:ext>
            </a:extLst>
          </p:cNvPr>
          <p:cNvSpPr>
            <a:spLocks noEditPoints="1"/>
          </p:cNvSpPr>
          <p:nvPr/>
        </p:nvSpPr>
        <p:spPr bwMode="auto">
          <a:xfrm>
            <a:off x="2412401" y="5656181"/>
            <a:ext cx="194733" cy="194733"/>
          </a:xfrm>
          <a:custGeom>
            <a:avLst/>
            <a:gdLst>
              <a:gd name="T0" fmla="*/ 117475 w 46"/>
              <a:gd name="T1" fmla="*/ 107950 h 46"/>
              <a:gd name="T2" fmla="*/ 142875 w 46"/>
              <a:gd name="T3" fmla="*/ 133350 h 46"/>
              <a:gd name="T4" fmla="*/ 142875 w 46"/>
              <a:gd name="T5" fmla="*/ 142875 h 46"/>
              <a:gd name="T6" fmla="*/ 133350 w 46"/>
              <a:gd name="T7" fmla="*/ 142875 h 46"/>
              <a:gd name="T8" fmla="*/ 107950 w 46"/>
              <a:gd name="T9" fmla="*/ 117475 h 46"/>
              <a:gd name="T10" fmla="*/ 92075 w 46"/>
              <a:gd name="T11" fmla="*/ 127000 h 46"/>
              <a:gd name="T12" fmla="*/ 66675 w 46"/>
              <a:gd name="T13" fmla="*/ 133350 h 46"/>
              <a:gd name="T14" fmla="*/ 41275 w 46"/>
              <a:gd name="T15" fmla="*/ 127000 h 46"/>
              <a:gd name="T16" fmla="*/ 41275 w 46"/>
              <a:gd name="T17" fmla="*/ 127000 h 46"/>
              <a:gd name="T18" fmla="*/ 19050 w 46"/>
              <a:gd name="T19" fmla="*/ 111125 h 46"/>
              <a:gd name="T20" fmla="*/ 19050 w 46"/>
              <a:gd name="T21" fmla="*/ 111125 h 46"/>
              <a:gd name="T22" fmla="*/ 3175 w 46"/>
              <a:gd name="T23" fmla="*/ 92075 h 46"/>
              <a:gd name="T24" fmla="*/ 3175 w 46"/>
              <a:gd name="T25" fmla="*/ 88900 h 46"/>
              <a:gd name="T26" fmla="*/ 0 w 46"/>
              <a:gd name="T27" fmla="*/ 66675 h 46"/>
              <a:gd name="T28" fmla="*/ 3175 w 46"/>
              <a:gd name="T29" fmla="*/ 38100 h 46"/>
              <a:gd name="T30" fmla="*/ 19050 w 46"/>
              <a:gd name="T31" fmla="*/ 19050 h 46"/>
              <a:gd name="T32" fmla="*/ 66675 w 46"/>
              <a:gd name="T33" fmla="*/ 0 h 46"/>
              <a:gd name="T34" fmla="*/ 92075 w 46"/>
              <a:gd name="T35" fmla="*/ 3175 h 46"/>
              <a:gd name="T36" fmla="*/ 92075 w 46"/>
              <a:gd name="T37" fmla="*/ 3175 h 46"/>
              <a:gd name="T38" fmla="*/ 111125 w 46"/>
              <a:gd name="T39" fmla="*/ 19050 h 46"/>
              <a:gd name="T40" fmla="*/ 114300 w 46"/>
              <a:gd name="T41" fmla="*/ 19050 h 46"/>
              <a:gd name="T42" fmla="*/ 127000 w 46"/>
              <a:gd name="T43" fmla="*/ 38100 h 46"/>
              <a:gd name="T44" fmla="*/ 127000 w 46"/>
              <a:gd name="T45" fmla="*/ 41275 h 46"/>
              <a:gd name="T46" fmla="*/ 133350 w 46"/>
              <a:gd name="T47" fmla="*/ 66675 h 46"/>
              <a:gd name="T48" fmla="*/ 127000 w 46"/>
              <a:gd name="T49" fmla="*/ 92075 h 46"/>
              <a:gd name="T50" fmla="*/ 117475 w 46"/>
              <a:gd name="T51" fmla="*/ 107950 h 46"/>
              <a:gd name="T52" fmla="*/ 88900 w 46"/>
              <a:gd name="T53" fmla="*/ 41275 h 46"/>
              <a:gd name="T54" fmla="*/ 88900 w 46"/>
              <a:gd name="T55" fmla="*/ 41275 h 46"/>
              <a:gd name="T56" fmla="*/ 98425 w 46"/>
              <a:gd name="T57" fmla="*/ 41275 h 46"/>
              <a:gd name="T58" fmla="*/ 98425 w 46"/>
              <a:gd name="T59" fmla="*/ 50800 h 46"/>
              <a:gd name="T60" fmla="*/ 60325 w 46"/>
              <a:gd name="T61" fmla="*/ 88900 h 46"/>
              <a:gd name="T62" fmla="*/ 50800 w 46"/>
              <a:gd name="T63" fmla="*/ 88900 h 46"/>
              <a:gd name="T64" fmla="*/ 50800 w 46"/>
              <a:gd name="T65" fmla="*/ 88900 h 46"/>
              <a:gd name="T66" fmla="*/ 31750 w 46"/>
              <a:gd name="T67" fmla="*/ 69850 h 46"/>
              <a:gd name="T68" fmla="*/ 31750 w 46"/>
              <a:gd name="T69" fmla="*/ 63500 h 46"/>
              <a:gd name="T70" fmla="*/ 41275 w 46"/>
              <a:gd name="T71" fmla="*/ 63500 h 46"/>
              <a:gd name="T72" fmla="*/ 53975 w 46"/>
              <a:gd name="T73" fmla="*/ 76200 h 46"/>
              <a:gd name="T74" fmla="*/ 88900 w 46"/>
              <a:gd name="T75" fmla="*/ 41275 h 46"/>
              <a:gd name="T76" fmla="*/ 85725 w 46"/>
              <a:gd name="T77" fmla="*/ 15875 h 46"/>
              <a:gd name="T78" fmla="*/ 85725 w 46"/>
              <a:gd name="T79" fmla="*/ 15875 h 46"/>
              <a:gd name="T80" fmla="*/ 66675 w 46"/>
              <a:gd name="T81" fmla="*/ 9525 h 46"/>
              <a:gd name="T82" fmla="*/ 15875 w 46"/>
              <a:gd name="T83" fmla="*/ 44450 h 46"/>
              <a:gd name="T84" fmla="*/ 9525 w 46"/>
              <a:gd name="T85" fmla="*/ 66675 h 46"/>
              <a:gd name="T86" fmla="*/ 15875 w 46"/>
              <a:gd name="T87" fmla="*/ 85725 h 46"/>
              <a:gd name="T88" fmla="*/ 15875 w 46"/>
              <a:gd name="T89" fmla="*/ 85725 h 46"/>
              <a:gd name="T90" fmla="*/ 25400 w 46"/>
              <a:gd name="T91" fmla="*/ 104775 h 46"/>
              <a:gd name="T92" fmla="*/ 25400 w 46"/>
              <a:gd name="T93" fmla="*/ 104775 h 46"/>
              <a:gd name="T94" fmla="*/ 25400 w 46"/>
              <a:gd name="T95" fmla="*/ 104775 h 46"/>
              <a:gd name="T96" fmla="*/ 44450 w 46"/>
              <a:gd name="T97" fmla="*/ 114300 h 46"/>
              <a:gd name="T98" fmla="*/ 44450 w 46"/>
              <a:gd name="T99" fmla="*/ 114300 h 46"/>
              <a:gd name="T100" fmla="*/ 66675 w 46"/>
              <a:gd name="T101" fmla="*/ 120650 h 46"/>
              <a:gd name="T102" fmla="*/ 85725 w 46"/>
              <a:gd name="T103" fmla="*/ 114300 h 46"/>
              <a:gd name="T104" fmla="*/ 114300 w 46"/>
              <a:gd name="T105" fmla="*/ 85725 h 46"/>
              <a:gd name="T106" fmla="*/ 120650 w 46"/>
              <a:gd name="T107" fmla="*/ 66675 h 46"/>
              <a:gd name="T108" fmla="*/ 117475 w 46"/>
              <a:gd name="T109" fmla="*/ 44450 h 46"/>
              <a:gd name="T110" fmla="*/ 114300 w 46"/>
              <a:gd name="T111" fmla="*/ 44450 h 46"/>
              <a:gd name="T112" fmla="*/ 104775 w 46"/>
              <a:gd name="T113" fmla="*/ 25400 h 46"/>
              <a:gd name="T114" fmla="*/ 104775 w 46"/>
              <a:gd name="T115" fmla="*/ 25400 h 46"/>
              <a:gd name="T116" fmla="*/ 85725 w 46"/>
              <a:gd name="T117" fmla="*/ 15875 h 4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46" h="46">
                <a:moveTo>
                  <a:pt x="37" y="34"/>
                </a:moveTo>
                <a:cubicBezTo>
                  <a:pt x="45" y="42"/>
                  <a:pt x="45" y="42"/>
                  <a:pt x="45" y="42"/>
                </a:cubicBezTo>
                <a:cubicBezTo>
                  <a:pt x="46" y="43"/>
                  <a:pt x="46" y="44"/>
                  <a:pt x="45" y="45"/>
                </a:cubicBezTo>
                <a:cubicBezTo>
                  <a:pt x="44" y="46"/>
                  <a:pt x="43" y="46"/>
                  <a:pt x="42" y="45"/>
                </a:cubicBezTo>
                <a:cubicBezTo>
                  <a:pt x="34" y="37"/>
                  <a:pt x="34" y="37"/>
                  <a:pt x="34" y="37"/>
                </a:cubicBezTo>
                <a:cubicBezTo>
                  <a:pt x="32" y="38"/>
                  <a:pt x="31" y="39"/>
                  <a:pt x="29" y="40"/>
                </a:cubicBezTo>
                <a:cubicBezTo>
                  <a:pt x="26" y="41"/>
                  <a:pt x="23" y="42"/>
                  <a:pt x="21" y="42"/>
                </a:cubicBezTo>
                <a:cubicBezTo>
                  <a:pt x="18" y="42"/>
                  <a:pt x="15" y="41"/>
                  <a:pt x="13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0" y="39"/>
                  <a:pt x="8" y="37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4" y="33"/>
                  <a:pt x="2" y="31"/>
                  <a:pt x="1" y="29"/>
                </a:cubicBezTo>
                <a:cubicBezTo>
                  <a:pt x="1" y="28"/>
                  <a:pt x="1" y="28"/>
                  <a:pt x="1" y="28"/>
                </a:cubicBezTo>
                <a:cubicBezTo>
                  <a:pt x="0" y="26"/>
                  <a:pt x="0" y="23"/>
                  <a:pt x="0" y="21"/>
                </a:cubicBezTo>
                <a:cubicBezTo>
                  <a:pt x="0" y="18"/>
                  <a:pt x="0" y="15"/>
                  <a:pt x="1" y="12"/>
                </a:cubicBezTo>
                <a:cubicBezTo>
                  <a:pt x="2" y="10"/>
                  <a:pt x="4" y="8"/>
                  <a:pt x="6" y="6"/>
                </a:cubicBezTo>
                <a:cubicBezTo>
                  <a:pt x="10" y="2"/>
                  <a:pt x="15" y="0"/>
                  <a:pt x="21" y="0"/>
                </a:cubicBezTo>
                <a:cubicBezTo>
                  <a:pt x="23" y="0"/>
                  <a:pt x="26" y="0"/>
                  <a:pt x="29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31" y="2"/>
                  <a:pt x="34" y="4"/>
                  <a:pt x="35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7" y="8"/>
                  <a:pt x="39" y="10"/>
                  <a:pt x="40" y="12"/>
                </a:cubicBezTo>
                <a:cubicBezTo>
                  <a:pt x="40" y="13"/>
                  <a:pt x="40" y="13"/>
                  <a:pt x="40" y="13"/>
                </a:cubicBezTo>
                <a:cubicBezTo>
                  <a:pt x="41" y="15"/>
                  <a:pt x="42" y="18"/>
                  <a:pt x="42" y="21"/>
                </a:cubicBezTo>
                <a:cubicBezTo>
                  <a:pt x="42" y="23"/>
                  <a:pt x="41" y="26"/>
                  <a:pt x="40" y="29"/>
                </a:cubicBezTo>
                <a:cubicBezTo>
                  <a:pt x="39" y="31"/>
                  <a:pt x="38" y="32"/>
                  <a:pt x="37" y="34"/>
                </a:cubicBezTo>
                <a:close/>
                <a:moveTo>
                  <a:pt x="28" y="13"/>
                </a:moveTo>
                <a:cubicBezTo>
                  <a:pt x="28" y="13"/>
                  <a:pt x="28" y="13"/>
                  <a:pt x="28" y="13"/>
                </a:cubicBezTo>
                <a:cubicBezTo>
                  <a:pt x="29" y="12"/>
                  <a:pt x="30" y="12"/>
                  <a:pt x="31" y="13"/>
                </a:cubicBezTo>
                <a:cubicBezTo>
                  <a:pt x="32" y="14"/>
                  <a:pt x="32" y="15"/>
                  <a:pt x="31" y="16"/>
                </a:cubicBezTo>
                <a:cubicBezTo>
                  <a:pt x="19" y="28"/>
                  <a:pt x="19" y="28"/>
                  <a:pt x="19" y="28"/>
                </a:cubicBezTo>
                <a:cubicBezTo>
                  <a:pt x="18" y="29"/>
                  <a:pt x="17" y="29"/>
                  <a:pt x="16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0"/>
                  <a:pt x="10" y="20"/>
                </a:cubicBezTo>
                <a:cubicBezTo>
                  <a:pt x="11" y="19"/>
                  <a:pt x="12" y="19"/>
                  <a:pt x="13" y="20"/>
                </a:cubicBezTo>
                <a:cubicBezTo>
                  <a:pt x="17" y="24"/>
                  <a:pt x="17" y="24"/>
                  <a:pt x="17" y="24"/>
                </a:cubicBezTo>
                <a:cubicBezTo>
                  <a:pt x="28" y="13"/>
                  <a:pt x="28" y="13"/>
                  <a:pt x="28" y="13"/>
                </a:cubicBezTo>
                <a:close/>
                <a:moveTo>
                  <a:pt x="27" y="5"/>
                </a:moveTo>
                <a:cubicBezTo>
                  <a:pt x="27" y="5"/>
                  <a:pt x="27" y="5"/>
                  <a:pt x="27" y="5"/>
                </a:cubicBezTo>
                <a:cubicBezTo>
                  <a:pt x="25" y="4"/>
                  <a:pt x="23" y="3"/>
                  <a:pt x="21" y="3"/>
                </a:cubicBezTo>
                <a:cubicBezTo>
                  <a:pt x="14" y="3"/>
                  <a:pt x="7" y="8"/>
                  <a:pt x="5" y="14"/>
                </a:cubicBezTo>
                <a:cubicBezTo>
                  <a:pt x="4" y="16"/>
                  <a:pt x="3" y="18"/>
                  <a:pt x="3" y="21"/>
                </a:cubicBezTo>
                <a:cubicBezTo>
                  <a:pt x="3" y="23"/>
                  <a:pt x="4" y="25"/>
                  <a:pt x="5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6" y="29"/>
                  <a:pt x="7" y="31"/>
                  <a:pt x="8" y="33"/>
                </a:cubicBezTo>
                <a:cubicBezTo>
                  <a:pt x="8" y="33"/>
                  <a:pt x="8" y="33"/>
                  <a:pt x="8" y="33"/>
                </a:cubicBezTo>
                <a:cubicBezTo>
                  <a:pt x="8" y="33"/>
                  <a:pt x="8" y="33"/>
                  <a:pt x="8" y="33"/>
                </a:cubicBezTo>
                <a:cubicBezTo>
                  <a:pt x="10" y="34"/>
                  <a:pt x="12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6" y="37"/>
                  <a:pt x="18" y="38"/>
                  <a:pt x="21" y="38"/>
                </a:cubicBezTo>
                <a:cubicBezTo>
                  <a:pt x="23" y="38"/>
                  <a:pt x="25" y="37"/>
                  <a:pt x="27" y="36"/>
                </a:cubicBezTo>
                <a:cubicBezTo>
                  <a:pt x="31" y="35"/>
                  <a:pt x="35" y="31"/>
                  <a:pt x="36" y="27"/>
                </a:cubicBezTo>
                <a:cubicBezTo>
                  <a:pt x="37" y="25"/>
                  <a:pt x="38" y="23"/>
                  <a:pt x="38" y="21"/>
                </a:cubicBezTo>
                <a:cubicBezTo>
                  <a:pt x="38" y="18"/>
                  <a:pt x="37" y="16"/>
                  <a:pt x="37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2"/>
                  <a:pt x="34" y="10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1" y="7"/>
                  <a:pt x="29" y="6"/>
                  <a:pt x="27" y="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76" name="Freeform 310">
            <a:extLst>
              <a:ext uri="{FF2B5EF4-FFF2-40B4-BE49-F238E27FC236}">
                <a16:creationId xmlns:a16="http://schemas.microsoft.com/office/drawing/2014/main" id="{9E367FFA-0974-453C-AEE4-95B1D8A1A983}"/>
              </a:ext>
            </a:extLst>
          </p:cNvPr>
          <p:cNvSpPr>
            <a:spLocks noEditPoints="1"/>
          </p:cNvSpPr>
          <p:nvPr/>
        </p:nvSpPr>
        <p:spPr bwMode="auto">
          <a:xfrm>
            <a:off x="3163819" y="6060465"/>
            <a:ext cx="198967" cy="194733"/>
          </a:xfrm>
          <a:custGeom>
            <a:avLst/>
            <a:gdLst>
              <a:gd name="T0" fmla="*/ 146050 w 47"/>
              <a:gd name="T1" fmla="*/ 136525 h 46"/>
              <a:gd name="T2" fmla="*/ 136525 w 47"/>
              <a:gd name="T3" fmla="*/ 146050 h 46"/>
              <a:gd name="T4" fmla="*/ 92075 w 47"/>
              <a:gd name="T5" fmla="*/ 130175 h 46"/>
              <a:gd name="T6" fmla="*/ 41275 w 47"/>
              <a:gd name="T7" fmla="*/ 130175 h 46"/>
              <a:gd name="T8" fmla="*/ 41275 w 47"/>
              <a:gd name="T9" fmla="*/ 130175 h 46"/>
              <a:gd name="T10" fmla="*/ 19050 w 47"/>
              <a:gd name="T11" fmla="*/ 114300 h 46"/>
              <a:gd name="T12" fmla="*/ 6350 w 47"/>
              <a:gd name="T13" fmla="*/ 92075 h 46"/>
              <a:gd name="T14" fmla="*/ 6350 w 47"/>
              <a:gd name="T15" fmla="*/ 41275 h 46"/>
              <a:gd name="T16" fmla="*/ 66675 w 47"/>
              <a:gd name="T17" fmla="*/ 0 h 46"/>
              <a:gd name="T18" fmla="*/ 92075 w 47"/>
              <a:gd name="T19" fmla="*/ 6350 h 46"/>
              <a:gd name="T20" fmla="*/ 114300 w 47"/>
              <a:gd name="T21" fmla="*/ 19050 h 46"/>
              <a:gd name="T22" fmla="*/ 130175 w 47"/>
              <a:gd name="T23" fmla="*/ 41275 h 46"/>
              <a:gd name="T24" fmla="*/ 130175 w 47"/>
              <a:gd name="T25" fmla="*/ 92075 h 46"/>
              <a:gd name="T26" fmla="*/ 66675 w 47"/>
              <a:gd name="T27" fmla="*/ 47625 h 46"/>
              <a:gd name="T28" fmla="*/ 79375 w 47"/>
              <a:gd name="T29" fmla="*/ 53975 h 46"/>
              <a:gd name="T30" fmla="*/ 85725 w 47"/>
              <a:gd name="T31" fmla="*/ 66675 h 46"/>
              <a:gd name="T32" fmla="*/ 79375 w 47"/>
              <a:gd name="T33" fmla="*/ 79375 h 46"/>
              <a:gd name="T34" fmla="*/ 66675 w 47"/>
              <a:gd name="T35" fmla="*/ 82550 h 46"/>
              <a:gd name="T36" fmla="*/ 53975 w 47"/>
              <a:gd name="T37" fmla="*/ 79375 h 46"/>
              <a:gd name="T38" fmla="*/ 53975 w 47"/>
              <a:gd name="T39" fmla="*/ 53975 h 46"/>
              <a:gd name="T40" fmla="*/ 66675 w 47"/>
              <a:gd name="T41" fmla="*/ 47625 h 46"/>
              <a:gd name="T42" fmla="*/ 76200 w 47"/>
              <a:gd name="T43" fmla="*/ 57150 h 46"/>
              <a:gd name="T44" fmla="*/ 60325 w 47"/>
              <a:gd name="T45" fmla="*/ 57150 h 46"/>
              <a:gd name="T46" fmla="*/ 60325 w 47"/>
              <a:gd name="T47" fmla="*/ 73025 h 46"/>
              <a:gd name="T48" fmla="*/ 76200 w 47"/>
              <a:gd name="T49" fmla="*/ 73025 h 46"/>
              <a:gd name="T50" fmla="*/ 76200 w 47"/>
              <a:gd name="T51" fmla="*/ 57150 h 46"/>
              <a:gd name="T52" fmla="*/ 66675 w 47"/>
              <a:gd name="T53" fmla="*/ 31750 h 46"/>
              <a:gd name="T54" fmla="*/ 101600 w 47"/>
              <a:gd name="T55" fmla="*/ 66675 h 46"/>
              <a:gd name="T56" fmla="*/ 82550 w 47"/>
              <a:gd name="T57" fmla="*/ 98425 h 46"/>
              <a:gd name="T58" fmla="*/ 63500 w 47"/>
              <a:gd name="T59" fmla="*/ 107950 h 46"/>
              <a:gd name="T60" fmla="*/ 53975 w 47"/>
              <a:gd name="T61" fmla="*/ 98425 h 46"/>
              <a:gd name="T62" fmla="*/ 31750 w 47"/>
              <a:gd name="T63" fmla="*/ 66675 h 46"/>
              <a:gd name="T64" fmla="*/ 66675 w 47"/>
              <a:gd name="T65" fmla="*/ 31750 h 46"/>
              <a:gd name="T66" fmla="*/ 85725 w 47"/>
              <a:gd name="T67" fmla="*/ 47625 h 46"/>
              <a:gd name="T68" fmla="*/ 47625 w 47"/>
              <a:gd name="T69" fmla="*/ 47625 h 46"/>
              <a:gd name="T70" fmla="*/ 44450 w 47"/>
              <a:gd name="T71" fmla="*/ 79375 h 46"/>
              <a:gd name="T72" fmla="*/ 57150 w 47"/>
              <a:gd name="T73" fmla="*/ 92075 h 46"/>
              <a:gd name="T74" fmla="*/ 76200 w 47"/>
              <a:gd name="T75" fmla="*/ 92075 h 46"/>
              <a:gd name="T76" fmla="*/ 88900 w 47"/>
              <a:gd name="T77" fmla="*/ 79375 h 46"/>
              <a:gd name="T78" fmla="*/ 85725 w 47"/>
              <a:gd name="T79" fmla="*/ 47625 h 46"/>
              <a:gd name="T80" fmla="*/ 88900 w 47"/>
              <a:gd name="T81" fmla="*/ 15875 h 46"/>
              <a:gd name="T82" fmla="*/ 15875 w 47"/>
              <a:gd name="T83" fmla="*/ 47625 h 46"/>
              <a:gd name="T84" fmla="*/ 15875 w 47"/>
              <a:gd name="T85" fmla="*/ 88900 h 46"/>
              <a:gd name="T86" fmla="*/ 28575 w 47"/>
              <a:gd name="T87" fmla="*/ 104775 h 46"/>
              <a:gd name="T88" fmla="*/ 28575 w 47"/>
              <a:gd name="T89" fmla="*/ 104775 h 46"/>
              <a:gd name="T90" fmla="*/ 47625 w 47"/>
              <a:gd name="T91" fmla="*/ 117475 h 46"/>
              <a:gd name="T92" fmla="*/ 88900 w 47"/>
              <a:gd name="T93" fmla="*/ 117475 h 46"/>
              <a:gd name="T94" fmla="*/ 120650 w 47"/>
              <a:gd name="T95" fmla="*/ 66675 h 46"/>
              <a:gd name="T96" fmla="*/ 117475 w 47"/>
              <a:gd name="T97" fmla="*/ 47625 h 46"/>
              <a:gd name="T98" fmla="*/ 104775 w 47"/>
              <a:gd name="T99" fmla="*/ 28575 h 4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7" h="46">
                <a:moveTo>
                  <a:pt x="37" y="35"/>
                </a:moveTo>
                <a:cubicBezTo>
                  <a:pt x="46" y="43"/>
                  <a:pt x="46" y="43"/>
                  <a:pt x="46" y="43"/>
                </a:cubicBezTo>
                <a:cubicBezTo>
                  <a:pt x="47" y="44"/>
                  <a:pt x="47" y="45"/>
                  <a:pt x="46" y="46"/>
                </a:cubicBezTo>
                <a:cubicBezTo>
                  <a:pt x="45" y="46"/>
                  <a:pt x="44" y="46"/>
                  <a:pt x="43" y="46"/>
                </a:cubicBezTo>
                <a:cubicBezTo>
                  <a:pt x="35" y="37"/>
                  <a:pt x="35" y="37"/>
                  <a:pt x="35" y="37"/>
                </a:cubicBezTo>
                <a:cubicBezTo>
                  <a:pt x="33" y="39"/>
                  <a:pt x="31" y="40"/>
                  <a:pt x="29" y="41"/>
                </a:cubicBezTo>
                <a:cubicBezTo>
                  <a:pt x="27" y="42"/>
                  <a:pt x="24" y="42"/>
                  <a:pt x="21" y="42"/>
                </a:cubicBezTo>
                <a:cubicBezTo>
                  <a:pt x="18" y="42"/>
                  <a:pt x="16" y="42"/>
                  <a:pt x="13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1" y="40"/>
                  <a:pt x="8" y="38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4" y="34"/>
                  <a:pt x="3" y="32"/>
                  <a:pt x="2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1" y="27"/>
                  <a:pt x="0" y="24"/>
                  <a:pt x="0" y="21"/>
                </a:cubicBezTo>
                <a:cubicBezTo>
                  <a:pt x="0" y="18"/>
                  <a:pt x="1" y="16"/>
                  <a:pt x="2" y="13"/>
                </a:cubicBezTo>
                <a:cubicBezTo>
                  <a:pt x="3" y="11"/>
                  <a:pt x="4" y="8"/>
                  <a:pt x="6" y="6"/>
                </a:cubicBezTo>
                <a:cubicBezTo>
                  <a:pt x="10" y="2"/>
                  <a:pt x="15" y="0"/>
                  <a:pt x="21" y="0"/>
                </a:cubicBezTo>
                <a:cubicBezTo>
                  <a:pt x="24" y="0"/>
                  <a:pt x="27" y="1"/>
                  <a:pt x="29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32" y="3"/>
                  <a:pt x="34" y="4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8" y="8"/>
                  <a:pt x="40" y="11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2" y="16"/>
                  <a:pt x="42" y="18"/>
                  <a:pt x="42" y="21"/>
                </a:cubicBezTo>
                <a:cubicBezTo>
                  <a:pt x="42" y="24"/>
                  <a:pt x="42" y="27"/>
                  <a:pt x="41" y="29"/>
                </a:cubicBezTo>
                <a:cubicBezTo>
                  <a:pt x="40" y="31"/>
                  <a:pt x="39" y="33"/>
                  <a:pt x="37" y="35"/>
                </a:cubicBezTo>
                <a:close/>
                <a:moveTo>
                  <a:pt x="21" y="15"/>
                </a:moveTo>
                <a:cubicBezTo>
                  <a:pt x="21" y="15"/>
                  <a:pt x="21" y="15"/>
                  <a:pt x="21" y="15"/>
                </a:cubicBezTo>
                <a:cubicBezTo>
                  <a:pt x="23" y="15"/>
                  <a:pt x="24" y="16"/>
                  <a:pt x="25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6" y="18"/>
                  <a:pt x="27" y="19"/>
                  <a:pt x="27" y="21"/>
                </a:cubicBezTo>
                <a:cubicBezTo>
                  <a:pt x="27" y="22"/>
                  <a:pt x="26" y="24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4" y="26"/>
                  <a:pt x="23" y="26"/>
                  <a:pt x="21" y="26"/>
                </a:cubicBezTo>
                <a:cubicBezTo>
                  <a:pt x="20" y="26"/>
                  <a:pt x="18" y="26"/>
                  <a:pt x="17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6" y="24"/>
                  <a:pt x="16" y="22"/>
                  <a:pt x="16" y="21"/>
                </a:cubicBezTo>
                <a:cubicBezTo>
                  <a:pt x="16" y="19"/>
                  <a:pt x="16" y="18"/>
                  <a:pt x="17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8" y="16"/>
                  <a:pt x="20" y="15"/>
                  <a:pt x="21" y="15"/>
                </a:cubicBezTo>
                <a:close/>
                <a:moveTo>
                  <a:pt x="24" y="18"/>
                </a:moveTo>
                <a:cubicBezTo>
                  <a:pt x="24" y="18"/>
                  <a:pt x="24" y="18"/>
                  <a:pt x="24" y="18"/>
                </a:cubicBezTo>
                <a:cubicBezTo>
                  <a:pt x="23" y="18"/>
                  <a:pt x="22" y="17"/>
                  <a:pt x="21" y="17"/>
                </a:cubicBezTo>
                <a:cubicBezTo>
                  <a:pt x="20" y="17"/>
                  <a:pt x="19" y="18"/>
                  <a:pt x="19" y="18"/>
                </a:cubicBezTo>
                <a:cubicBezTo>
                  <a:pt x="18" y="19"/>
                  <a:pt x="18" y="20"/>
                  <a:pt x="18" y="21"/>
                </a:cubicBezTo>
                <a:cubicBezTo>
                  <a:pt x="18" y="22"/>
                  <a:pt x="18" y="22"/>
                  <a:pt x="19" y="23"/>
                </a:cubicBezTo>
                <a:cubicBezTo>
                  <a:pt x="19" y="24"/>
                  <a:pt x="20" y="24"/>
                  <a:pt x="21" y="24"/>
                </a:cubicBezTo>
                <a:cubicBezTo>
                  <a:pt x="22" y="24"/>
                  <a:pt x="23" y="24"/>
                  <a:pt x="24" y="23"/>
                </a:cubicBezTo>
                <a:cubicBezTo>
                  <a:pt x="24" y="22"/>
                  <a:pt x="25" y="22"/>
                  <a:pt x="25" y="21"/>
                </a:cubicBezTo>
                <a:cubicBezTo>
                  <a:pt x="25" y="20"/>
                  <a:pt x="24" y="19"/>
                  <a:pt x="24" y="18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4" y="10"/>
                  <a:pt x="27" y="11"/>
                  <a:pt x="29" y="13"/>
                </a:cubicBezTo>
                <a:cubicBezTo>
                  <a:pt x="31" y="15"/>
                  <a:pt x="32" y="18"/>
                  <a:pt x="32" y="21"/>
                </a:cubicBezTo>
                <a:cubicBezTo>
                  <a:pt x="32" y="23"/>
                  <a:pt x="31" y="25"/>
                  <a:pt x="30" y="27"/>
                </a:cubicBezTo>
                <a:cubicBezTo>
                  <a:pt x="29" y="28"/>
                  <a:pt x="28" y="30"/>
                  <a:pt x="26" y="31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5"/>
                  <a:pt x="21" y="35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17" y="31"/>
                  <a:pt x="17" y="31"/>
                  <a:pt x="17" y="31"/>
                </a:cubicBezTo>
                <a:cubicBezTo>
                  <a:pt x="15" y="30"/>
                  <a:pt x="13" y="28"/>
                  <a:pt x="12" y="27"/>
                </a:cubicBezTo>
                <a:cubicBezTo>
                  <a:pt x="11" y="25"/>
                  <a:pt x="10" y="23"/>
                  <a:pt x="10" y="21"/>
                </a:cubicBezTo>
                <a:cubicBezTo>
                  <a:pt x="10" y="18"/>
                  <a:pt x="12" y="15"/>
                  <a:pt x="14" y="13"/>
                </a:cubicBezTo>
                <a:cubicBezTo>
                  <a:pt x="16" y="11"/>
                  <a:pt x="18" y="10"/>
                  <a:pt x="21" y="10"/>
                </a:cubicBezTo>
                <a:close/>
                <a:moveTo>
                  <a:pt x="27" y="15"/>
                </a:moveTo>
                <a:cubicBezTo>
                  <a:pt x="27" y="15"/>
                  <a:pt x="27" y="15"/>
                  <a:pt x="27" y="15"/>
                </a:cubicBezTo>
                <a:cubicBezTo>
                  <a:pt x="26" y="13"/>
                  <a:pt x="24" y="12"/>
                  <a:pt x="21" y="12"/>
                </a:cubicBezTo>
                <a:cubicBezTo>
                  <a:pt x="19" y="12"/>
                  <a:pt x="17" y="13"/>
                  <a:pt x="15" y="15"/>
                </a:cubicBezTo>
                <a:cubicBezTo>
                  <a:pt x="14" y="16"/>
                  <a:pt x="13" y="18"/>
                  <a:pt x="13" y="21"/>
                </a:cubicBezTo>
                <a:cubicBezTo>
                  <a:pt x="13" y="22"/>
                  <a:pt x="13" y="24"/>
                  <a:pt x="14" y="25"/>
                </a:cubicBezTo>
                <a:cubicBezTo>
                  <a:pt x="15" y="27"/>
                  <a:pt x="16" y="28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21" y="32"/>
                  <a:pt x="21" y="32"/>
                  <a:pt x="21" y="32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29"/>
                  <a:pt x="25" y="29"/>
                </a:cubicBezTo>
                <a:cubicBezTo>
                  <a:pt x="26" y="28"/>
                  <a:pt x="27" y="27"/>
                  <a:pt x="28" y="25"/>
                </a:cubicBezTo>
                <a:cubicBezTo>
                  <a:pt x="29" y="24"/>
                  <a:pt x="30" y="22"/>
                  <a:pt x="30" y="21"/>
                </a:cubicBezTo>
                <a:cubicBezTo>
                  <a:pt x="30" y="18"/>
                  <a:pt x="29" y="16"/>
                  <a:pt x="27" y="15"/>
                </a:cubicBezTo>
                <a:close/>
                <a:moveTo>
                  <a:pt x="28" y="5"/>
                </a:moveTo>
                <a:cubicBezTo>
                  <a:pt x="28" y="5"/>
                  <a:pt x="28" y="5"/>
                  <a:pt x="28" y="5"/>
                </a:cubicBezTo>
                <a:cubicBezTo>
                  <a:pt x="26" y="4"/>
                  <a:pt x="24" y="4"/>
                  <a:pt x="21" y="4"/>
                </a:cubicBezTo>
                <a:cubicBezTo>
                  <a:pt x="14" y="4"/>
                  <a:pt x="8" y="8"/>
                  <a:pt x="5" y="15"/>
                </a:cubicBezTo>
                <a:cubicBezTo>
                  <a:pt x="5" y="17"/>
                  <a:pt x="4" y="19"/>
                  <a:pt x="4" y="21"/>
                </a:cubicBezTo>
                <a:cubicBezTo>
                  <a:pt x="4" y="23"/>
                  <a:pt x="5" y="26"/>
                  <a:pt x="5" y="28"/>
                </a:cubicBezTo>
                <a:cubicBezTo>
                  <a:pt x="5" y="28"/>
                  <a:pt x="5" y="28"/>
                  <a:pt x="5" y="28"/>
                </a:cubicBezTo>
                <a:cubicBezTo>
                  <a:pt x="6" y="30"/>
                  <a:pt x="8" y="32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11" y="35"/>
                  <a:pt x="13" y="36"/>
                  <a:pt x="15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7" y="38"/>
                  <a:pt x="19" y="38"/>
                  <a:pt x="21" y="38"/>
                </a:cubicBezTo>
                <a:cubicBezTo>
                  <a:pt x="24" y="38"/>
                  <a:pt x="26" y="38"/>
                  <a:pt x="28" y="37"/>
                </a:cubicBezTo>
                <a:cubicBezTo>
                  <a:pt x="32" y="35"/>
                  <a:pt x="35" y="32"/>
                  <a:pt x="37" y="28"/>
                </a:cubicBezTo>
                <a:cubicBezTo>
                  <a:pt x="38" y="26"/>
                  <a:pt x="38" y="23"/>
                  <a:pt x="38" y="21"/>
                </a:cubicBezTo>
                <a:cubicBezTo>
                  <a:pt x="38" y="19"/>
                  <a:pt x="38" y="17"/>
                  <a:pt x="37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6" y="13"/>
                  <a:pt x="35" y="11"/>
                  <a:pt x="34" y="9"/>
                </a:cubicBezTo>
                <a:cubicBezTo>
                  <a:pt x="33" y="9"/>
                  <a:pt x="33" y="9"/>
                  <a:pt x="33" y="9"/>
                </a:cubicBezTo>
                <a:cubicBezTo>
                  <a:pt x="32" y="7"/>
                  <a:pt x="30" y="6"/>
                  <a:pt x="28" y="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77" name="Freeform 311">
            <a:extLst>
              <a:ext uri="{FF2B5EF4-FFF2-40B4-BE49-F238E27FC236}">
                <a16:creationId xmlns:a16="http://schemas.microsoft.com/office/drawing/2014/main" id="{A29AA251-2C54-E468-18BA-AC7CFE17FBF0}"/>
              </a:ext>
            </a:extLst>
          </p:cNvPr>
          <p:cNvSpPr>
            <a:spLocks noEditPoints="1"/>
          </p:cNvSpPr>
          <p:nvPr/>
        </p:nvSpPr>
        <p:spPr bwMode="auto">
          <a:xfrm>
            <a:off x="11025118" y="6060465"/>
            <a:ext cx="201083" cy="194733"/>
          </a:xfrm>
          <a:custGeom>
            <a:avLst/>
            <a:gdLst>
              <a:gd name="T0" fmla="*/ 147603 w 47"/>
              <a:gd name="T1" fmla="*/ 146050 h 46"/>
              <a:gd name="T2" fmla="*/ 96263 w 47"/>
              <a:gd name="T3" fmla="*/ 130175 h 46"/>
              <a:gd name="T4" fmla="*/ 41714 w 47"/>
              <a:gd name="T5" fmla="*/ 130175 h 46"/>
              <a:gd name="T6" fmla="*/ 6418 w 47"/>
              <a:gd name="T7" fmla="*/ 92075 h 46"/>
              <a:gd name="T8" fmla="*/ 6418 w 47"/>
              <a:gd name="T9" fmla="*/ 41275 h 46"/>
              <a:gd name="T10" fmla="*/ 96263 w 47"/>
              <a:gd name="T11" fmla="*/ 6350 h 46"/>
              <a:gd name="T12" fmla="*/ 115516 w 47"/>
              <a:gd name="T13" fmla="*/ 19050 h 46"/>
              <a:gd name="T14" fmla="*/ 137977 w 47"/>
              <a:gd name="T15" fmla="*/ 66675 h 46"/>
              <a:gd name="T16" fmla="*/ 83428 w 47"/>
              <a:gd name="T17" fmla="*/ 63500 h 46"/>
              <a:gd name="T18" fmla="*/ 83428 w 47"/>
              <a:gd name="T19" fmla="*/ 63500 h 46"/>
              <a:gd name="T20" fmla="*/ 93054 w 47"/>
              <a:gd name="T21" fmla="*/ 63500 h 46"/>
              <a:gd name="T22" fmla="*/ 99472 w 47"/>
              <a:gd name="T23" fmla="*/ 69850 h 46"/>
              <a:gd name="T24" fmla="*/ 93054 w 47"/>
              <a:gd name="T25" fmla="*/ 82550 h 46"/>
              <a:gd name="T26" fmla="*/ 86637 w 47"/>
              <a:gd name="T27" fmla="*/ 69850 h 46"/>
              <a:gd name="T28" fmla="*/ 77010 w 47"/>
              <a:gd name="T29" fmla="*/ 79375 h 46"/>
              <a:gd name="T30" fmla="*/ 64175 w 47"/>
              <a:gd name="T31" fmla="*/ 73025 h 46"/>
              <a:gd name="T32" fmla="*/ 57758 w 47"/>
              <a:gd name="T33" fmla="*/ 85725 h 46"/>
              <a:gd name="T34" fmla="*/ 48131 w 47"/>
              <a:gd name="T35" fmla="*/ 85725 h 46"/>
              <a:gd name="T36" fmla="*/ 35296 w 47"/>
              <a:gd name="T37" fmla="*/ 79375 h 46"/>
              <a:gd name="T38" fmla="*/ 35296 w 47"/>
              <a:gd name="T39" fmla="*/ 53975 h 46"/>
              <a:gd name="T40" fmla="*/ 41714 w 47"/>
              <a:gd name="T41" fmla="*/ 47625 h 46"/>
              <a:gd name="T42" fmla="*/ 51340 w 47"/>
              <a:gd name="T43" fmla="*/ 47625 h 46"/>
              <a:gd name="T44" fmla="*/ 60967 w 47"/>
              <a:gd name="T45" fmla="*/ 50800 h 46"/>
              <a:gd name="T46" fmla="*/ 64175 w 47"/>
              <a:gd name="T47" fmla="*/ 60325 h 46"/>
              <a:gd name="T48" fmla="*/ 57758 w 47"/>
              <a:gd name="T49" fmla="*/ 66675 h 46"/>
              <a:gd name="T50" fmla="*/ 57758 w 47"/>
              <a:gd name="T51" fmla="*/ 66675 h 46"/>
              <a:gd name="T52" fmla="*/ 54549 w 47"/>
              <a:gd name="T53" fmla="*/ 57150 h 46"/>
              <a:gd name="T54" fmla="*/ 51340 w 47"/>
              <a:gd name="T55" fmla="*/ 57150 h 46"/>
              <a:gd name="T56" fmla="*/ 44923 w 47"/>
              <a:gd name="T57" fmla="*/ 57150 h 46"/>
              <a:gd name="T58" fmla="*/ 41714 w 47"/>
              <a:gd name="T59" fmla="*/ 57150 h 46"/>
              <a:gd name="T60" fmla="*/ 41714 w 47"/>
              <a:gd name="T61" fmla="*/ 76200 h 46"/>
              <a:gd name="T62" fmla="*/ 48131 w 47"/>
              <a:gd name="T63" fmla="*/ 79375 h 46"/>
              <a:gd name="T64" fmla="*/ 54549 w 47"/>
              <a:gd name="T65" fmla="*/ 79375 h 46"/>
              <a:gd name="T66" fmla="*/ 57758 w 47"/>
              <a:gd name="T67" fmla="*/ 73025 h 46"/>
              <a:gd name="T68" fmla="*/ 83428 w 47"/>
              <a:gd name="T69" fmla="*/ 63500 h 46"/>
              <a:gd name="T70" fmla="*/ 93054 w 47"/>
              <a:gd name="T71" fmla="*/ 63500 h 46"/>
              <a:gd name="T72" fmla="*/ 93054 w 47"/>
              <a:gd name="T73" fmla="*/ 63500 h 46"/>
              <a:gd name="T74" fmla="*/ 57758 w 47"/>
              <a:gd name="T75" fmla="*/ 66675 h 46"/>
              <a:gd name="T76" fmla="*/ 89845 w 47"/>
              <a:gd name="T77" fmla="*/ 15875 h 46"/>
              <a:gd name="T78" fmla="*/ 12835 w 47"/>
              <a:gd name="T79" fmla="*/ 66675 h 46"/>
              <a:gd name="T80" fmla="*/ 28879 w 47"/>
              <a:gd name="T81" fmla="*/ 104775 h 46"/>
              <a:gd name="T82" fmla="*/ 48131 w 47"/>
              <a:gd name="T83" fmla="*/ 117475 h 46"/>
              <a:gd name="T84" fmla="*/ 118724 w 47"/>
              <a:gd name="T85" fmla="*/ 88900 h 46"/>
              <a:gd name="T86" fmla="*/ 118724 w 47"/>
              <a:gd name="T87" fmla="*/ 47625 h 46"/>
              <a:gd name="T88" fmla="*/ 89845 w 47"/>
              <a:gd name="T89" fmla="*/ 15875 h 4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7" h="46">
                <a:moveTo>
                  <a:pt x="38" y="35"/>
                </a:moveTo>
                <a:cubicBezTo>
                  <a:pt x="46" y="43"/>
                  <a:pt x="46" y="43"/>
                  <a:pt x="46" y="43"/>
                </a:cubicBezTo>
                <a:cubicBezTo>
                  <a:pt x="47" y="44"/>
                  <a:pt x="47" y="45"/>
                  <a:pt x="46" y="46"/>
                </a:cubicBezTo>
                <a:cubicBezTo>
                  <a:pt x="45" y="46"/>
                  <a:pt x="44" y="46"/>
                  <a:pt x="43" y="46"/>
                </a:cubicBezTo>
                <a:cubicBezTo>
                  <a:pt x="35" y="37"/>
                  <a:pt x="35" y="37"/>
                  <a:pt x="35" y="37"/>
                </a:cubicBezTo>
                <a:cubicBezTo>
                  <a:pt x="33" y="39"/>
                  <a:pt x="31" y="40"/>
                  <a:pt x="30" y="41"/>
                </a:cubicBezTo>
                <a:cubicBezTo>
                  <a:pt x="27" y="42"/>
                  <a:pt x="24" y="42"/>
                  <a:pt x="21" y="42"/>
                </a:cubicBezTo>
                <a:cubicBezTo>
                  <a:pt x="19" y="42"/>
                  <a:pt x="16" y="42"/>
                  <a:pt x="13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1" y="40"/>
                  <a:pt x="9" y="38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5" y="34"/>
                  <a:pt x="3" y="32"/>
                  <a:pt x="2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1" y="27"/>
                  <a:pt x="0" y="24"/>
                  <a:pt x="0" y="21"/>
                </a:cubicBezTo>
                <a:cubicBezTo>
                  <a:pt x="0" y="18"/>
                  <a:pt x="1" y="16"/>
                  <a:pt x="2" y="13"/>
                </a:cubicBezTo>
                <a:cubicBezTo>
                  <a:pt x="3" y="11"/>
                  <a:pt x="5" y="8"/>
                  <a:pt x="7" y="6"/>
                </a:cubicBezTo>
                <a:cubicBezTo>
                  <a:pt x="10" y="2"/>
                  <a:pt x="16" y="0"/>
                  <a:pt x="21" y="0"/>
                </a:cubicBezTo>
                <a:cubicBezTo>
                  <a:pt x="24" y="0"/>
                  <a:pt x="27" y="1"/>
                  <a:pt x="30" y="2"/>
                </a:cubicBezTo>
                <a:cubicBezTo>
                  <a:pt x="30" y="2"/>
                  <a:pt x="30" y="2"/>
                  <a:pt x="30" y="2"/>
                </a:cubicBezTo>
                <a:cubicBezTo>
                  <a:pt x="32" y="3"/>
                  <a:pt x="34" y="4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8" y="8"/>
                  <a:pt x="40" y="11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2" y="16"/>
                  <a:pt x="43" y="18"/>
                  <a:pt x="43" y="21"/>
                </a:cubicBezTo>
                <a:cubicBezTo>
                  <a:pt x="43" y="24"/>
                  <a:pt x="42" y="27"/>
                  <a:pt x="41" y="29"/>
                </a:cubicBezTo>
                <a:cubicBezTo>
                  <a:pt x="40" y="31"/>
                  <a:pt x="39" y="33"/>
                  <a:pt x="38" y="35"/>
                </a:cubicBezTo>
                <a:close/>
                <a:moveTo>
                  <a:pt x="26" y="20"/>
                </a:move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32" y="20"/>
                  <a:pt x="32" y="21"/>
                  <a:pt x="32" y="21"/>
                </a:cubicBezTo>
                <a:cubicBezTo>
                  <a:pt x="32" y="22"/>
                  <a:pt x="32" y="22"/>
                  <a:pt x="31" y="22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6"/>
                  <a:pt x="30" y="26"/>
                  <a:pt x="29" y="26"/>
                </a:cubicBezTo>
                <a:cubicBezTo>
                  <a:pt x="28" y="26"/>
                  <a:pt x="28" y="26"/>
                  <a:pt x="28" y="25"/>
                </a:cubicBezTo>
                <a:cubicBezTo>
                  <a:pt x="28" y="22"/>
                  <a:pt x="28" y="22"/>
                  <a:pt x="28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6"/>
                  <a:pt x="26" y="26"/>
                  <a:pt x="26" y="26"/>
                </a:cubicBezTo>
                <a:cubicBezTo>
                  <a:pt x="25" y="26"/>
                  <a:pt x="24" y="26"/>
                  <a:pt x="24" y="25"/>
                </a:cubicBezTo>
                <a:cubicBezTo>
                  <a:pt x="24" y="22"/>
                  <a:pt x="24" y="22"/>
                  <a:pt x="24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4"/>
                  <a:pt x="20" y="24"/>
                  <a:pt x="20" y="25"/>
                </a:cubicBezTo>
                <a:cubicBezTo>
                  <a:pt x="20" y="25"/>
                  <a:pt x="19" y="26"/>
                  <a:pt x="19" y="26"/>
                </a:cubicBezTo>
                <a:cubicBezTo>
                  <a:pt x="19" y="26"/>
                  <a:pt x="18" y="27"/>
                  <a:pt x="18" y="27"/>
                </a:cubicBezTo>
                <a:cubicBezTo>
                  <a:pt x="17" y="27"/>
                  <a:pt x="17" y="27"/>
                  <a:pt x="16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4" y="27"/>
                  <a:pt x="14" y="27"/>
                  <a:pt x="13" y="27"/>
                </a:cubicBezTo>
                <a:cubicBezTo>
                  <a:pt x="13" y="27"/>
                  <a:pt x="12" y="26"/>
                  <a:pt x="12" y="26"/>
                </a:cubicBezTo>
                <a:cubicBezTo>
                  <a:pt x="12" y="26"/>
                  <a:pt x="11" y="25"/>
                  <a:pt x="11" y="25"/>
                </a:cubicBezTo>
                <a:cubicBezTo>
                  <a:pt x="11" y="24"/>
                  <a:pt x="11" y="24"/>
                  <a:pt x="11" y="23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8"/>
                  <a:pt x="11" y="18"/>
                  <a:pt x="11" y="17"/>
                </a:cubicBezTo>
                <a:cubicBezTo>
                  <a:pt x="11" y="17"/>
                  <a:pt x="12" y="17"/>
                  <a:pt x="12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6"/>
                  <a:pt x="13" y="16"/>
                  <a:pt x="13" y="15"/>
                </a:cubicBezTo>
                <a:cubicBezTo>
                  <a:pt x="14" y="15"/>
                  <a:pt x="14" y="15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6"/>
                  <a:pt x="19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7"/>
                  <a:pt x="20" y="17"/>
                  <a:pt x="20" y="17"/>
                </a:cubicBezTo>
                <a:cubicBezTo>
                  <a:pt x="20" y="18"/>
                  <a:pt x="20" y="18"/>
                  <a:pt x="20" y="19"/>
                </a:cubicBezTo>
                <a:cubicBezTo>
                  <a:pt x="20" y="20"/>
                  <a:pt x="20" y="20"/>
                  <a:pt x="20" y="20"/>
                </a:cubicBezTo>
                <a:cubicBezTo>
                  <a:pt x="26" y="20"/>
                  <a:pt x="26" y="20"/>
                  <a:pt x="26" y="20"/>
                </a:cubicBezTo>
                <a:close/>
                <a:moveTo>
                  <a:pt x="18" y="21"/>
                </a:move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8"/>
                </a:cubicBezTo>
                <a:cubicBezTo>
                  <a:pt x="18" y="18"/>
                  <a:pt x="18" y="18"/>
                  <a:pt x="17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7" y="18"/>
                  <a:pt x="16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13" y="18"/>
                  <a:pt x="13" y="18"/>
                  <a:pt x="13" y="18"/>
                </a:cubicBezTo>
                <a:cubicBezTo>
                  <a:pt x="13" y="19"/>
                  <a:pt x="13" y="19"/>
                  <a:pt x="13" y="19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4" y="24"/>
                </a:cubicBezTo>
                <a:cubicBezTo>
                  <a:pt x="14" y="24"/>
                  <a:pt x="14" y="25"/>
                  <a:pt x="14" y="25"/>
                </a:cubicBezTo>
                <a:cubicBezTo>
                  <a:pt x="14" y="25"/>
                  <a:pt x="14" y="25"/>
                  <a:pt x="1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6" y="25"/>
                  <a:pt x="16" y="25"/>
                  <a:pt x="16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25"/>
                  <a:pt x="17" y="24"/>
                  <a:pt x="17" y="24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4"/>
                  <a:pt x="18" y="24"/>
                  <a:pt x="18" y="23"/>
                </a:cubicBezTo>
                <a:cubicBezTo>
                  <a:pt x="18" y="21"/>
                  <a:pt x="18" y="21"/>
                  <a:pt x="18" y="21"/>
                </a:cubicBezTo>
                <a:close/>
                <a:moveTo>
                  <a:pt x="26" y="20"/>
                </a:move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6" y="20"/>
                  <a:pt x="26" y="20"/>
                </a:cubicBezTo>
                <a:close/>
                <a:moveTo>
                  <a:pt x="29" y="20"/>
                </a:move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lose/>
                <a:moveTo>
                  <a:pt x="18" y="21"/>
                </a:move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lose/>
                <a:moveTo>
                  <a:pt x="28" y="5"/>
                </a:moveTo>
                <a:cubicBezTo>
                  <a:pt x="28" y="5"/>
                  <a:pt x="28" y="5"/>
                  <a:pt x="28" y="5"/>
                </a:cubicBezTo>
                <a:cubicBezTo>
                  <a:pt x="26" y="4"/>
                  <a:pt x="24" y="4"/>
                  <a:pt x="21" y="4"/>
                </a:cubicBezTo>
                <a:cubicBezTo>
                  <a:pt x="15" y="4"/>
                  <a:pt x="8" y="8"/>
                  <a:pt x="6" y="15"/>
                </a:cubicBezTo>
                <a:cubicBezTo>
                  <a:pt x="5" y="17"/>
                  <a:pt x="4" y="19"/>
                  <a:pt x="4" y="21"/>
                </a:cubicBezTo>
                <a:cubicBezTo>
                  <a:pt x="4" y="23"/>
                  <a:pt x="5" y="26"/>
                  <a:pt x="6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30"/>
                  <a:pt x="8" y="32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11" y="35"/>
                  <a:pt x="13" y="36"/>
                  <a:pt x="15" y="37"/>
                </a:cubicBezTo>
                <a:cubicBezTo>
                  <a:pt x="17" y="38"/>
                  <a:pt x="19" y="38"/>
                  <a:pt x="21" y="38"/>
                </a:cubicBezTo>
                <a:cubicBezTo>
                  <a:pt x="24" y="38"/>
                  <a:pt x="26" y="38"/>
                  <a:pt x="28" y="37"/>
                </a:cubicBezTo>
                <a:cubicBezTo>
                  <a:pt x="32" y="35"/>
                  <a:pt x="36" y="32"/>
                  <a:pt x="37" y="28"/>
                </a:cubicBezTo>
                <a:cubicBezTo>
                  <a:pt x="38" y="26"/>
                  <a:pt x="39" y="23"/>
                  <a:pt x="39" y="21"/>
                </a:cubicBezTo>
                <a:cubicBezTo>
                  <a:pt x="39" y="19"/>
                  <a:pt x="38" y="17"/>
                  <a:pt x="37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6" y="13"/>
                  <a:pt x="35" y="11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2" y="7"/>
                  <a:pt x="30" y="6"/>
                  <a:pt x="28" y="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78" name="Freeform 312">
            <a:extLst>
              <a:ext uri="{FF2B5EF4-FFF2-40B4-BE49-F238E27FC236}">
                <a16:creationId xmlns:a16="http://schemas.microsoft.com/office/drawing/2014/main" id="{E699D5F2-C250-C07B-6228-7B6D63426D43}"/>
              </a:ext>
            </a:extLst>
          </p:cNvPr>
          <p:cNvSpPr>
            <a:spLocks noEditPoints="1"/>
          </p:cNvSpPr>
          <p:nvPr/>
        </p:nvSpPr>
        <p:spPr bwMode="auto">
          <a:xfrm>
            <a:off x="9137052" y="5249781"/>
            <a:ext cx="230716" cy="194733"/>
          </a:xfrm>
          <a:custGeom>
            <a:avLst/>
            <a:gdLst>
              <a:gd name="T0" fmla="*/ 169833 w 54"/>
              <a:gd name="T1" fmla="*/ 136525 h 46"/>
              <a:gd name="T2" fmla="*/ 160219 w 54"/>
              <a:gd name="T3" fmla="*/ 142875 h 46"/>
              <a:gd name="T4" fmla="*/ 118562 w 54"/>
              <a:gd name="T5" fmla="*/ 127000 h 46"/>
              <a:gd name="T6" fmla="*/ 41657 w 54"/>
              <a:gd name="T7" fmla="*/ 107950 h 46"/>
              <a:gd name="T8" fmla="*/ 92927 w 54"/>
              <a:gd name="T9" fmla="*/ 120650 h 46"/>
              <a:gd name="T10" fmla="*/ 131380 w 54"/>
              <a:gd name="T11" fmla="*/ 104775 h 46"/>
              <a:gd name="T12" fmla="*/ 131380 w 54"/>
              <a:gd name="T13" fmla="*/ 104775 h 46"/>
              <a:gd name="T14" fmla="*/ 147402 w 54"/>
              <a:gd name="T15" fmla="*/ 66675 h 46"/>
              <a:gd name="T16" fmla="*/ 140993 w 54"/>
              <a:gd name="T17" fmla="*/ 44450 h 46"/>
              <a:gd name="T18" fmla="*/ 131380 w 54"/>
              <a:gd name="T19" fmla="*/ 28575 h 46"/>
              <a:gd name="T20" fmla="*/ 92927 w 54"/>
              <a:gd name="T21" fmla="*/ 12700 h 46"/>
              <a:gd name="T22" fmla="*/ 35248 w 54"/>
              <a:gd name="T23" fmla="*/ 47625 h 46"/>
              <a:gd name="T24" fmla="*/ 28840 w 54"/>
              <a:gd name="T25" fmla="*/ 44450 h 46"/>
              <a:gd name="T26" fmla="*/ 92927 w 54"/>
              <a:gd name="T27" fmla="*/ 0 h 46"/>
              <a:gd name="T28" fmla="*/ 118562 w 54"/>
              <a:gd name="T29" fmla="*/ 3175 h 46"/>
              <a:gd name="T30" fmla="*/ 140993 w 54"/>
              <a:gd name="T31" fmla="*/ 19050 h 46"/>
              <a:gd name="T32" fmla="*/ 153811 w 54"/>
              <a:gd name="T33" fmla="*/ 41275 h 46"/>
              <a:gd name="T34" fmla="*/ 153811 w 54"/>
              <a:gd name="T35" fmla="*/ 92075 h 46"/>
              <a:gd name="T36" fmla="*/ 6409 w 54"/>
              <a:gd name="T37" fmla="*/ 82550 h 46"/>
              <a:gd name="T38" fmla="*/ 0 w 54"/>
              <a:gd name="T39" fmla="*/ 79375 h 46"/>
              <a:gd name="T40" fmla="*/ 32044 w 54"/>
              <a:gd name="T41" fmla="*/ 76200 h 46"/>
              <a:gd name="T42" fmla="*/ 54475 w 54"/>
              <a:gd name="T43" fmla="*/ 47625 h 46"/>
              <a:gd name="T44" fmla="*/ 70497 w 54"/>
              <a:gd name="T45" fmla="*/ 73025 h 46"/>
              <a:gd name="T46" fmla="*/ 83314 w 54"/>
              <a:gd name="T47" fmla="*/ 66675 h 46"/>
              <a:gd name="T48" fmla="*/ 92927 w 54"/>
              <a:gd name="T49" fmla="*/ 85725 h 46"/>
              <a:gd name="T50" fmla="*/ 108949 w 54"/>
              <a:gd name="T51" fmla="*/ 34925 h 46"/>
              <a:gd name="T52" fmla="*/ 128176 w 54"/>
              <a:gd name="T53" fmla="*/ 53975 h 46"/>
              <a:gd name="T54" fmla="*/ 121767 w 54"/>
              <a:gd name="T55" fmla="*/ 57150 h 46"/>
              <a:gd name="T56" fmla="*/ 99336 w 54"/>
              <a:gd name="T57" fmla="*/ 95250 h 46"/>
              <a:gd name="T58" fmla="*/ 92927 w 54"/>
              <a:gd name="T59" fmla="*/ 98425 h 46"/>
              <a:gd name="T60" fmla="*/ 73701 w 54"/>
              <a:gd name="T61" fmla="*/ 82550 h 46"/>
              <a:gd name="T62" fmla="*/ 67292 w 54"/>
              <a:gd name="T63" fmla="*/ 82550 h 46"/>
              <a:gd name="T64" fmla="*/ 38453 w 54"/>
              <a:gd name="T65" fmla="*/ 82550 h 46"/>
              <a:gd name="T66" fmla="*/ 6409 w 54"/>
              <a:gd name="T67" fmla="*/ 82550 h 4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4" h="46">
                <a:moveTo>
                  <a:pt x="45" y="34"/>
                </a:moveTo>
                <a:cubicBezTo>
                  <a:pt x="53" y="43"/>
                  <a:pt x="53" y="43"/>
                  <a:pt x="53" y="43"/>
                </a:cubicBezTo>
                <a:cubicBezTo>
                  <a:pt x="54" y="43"/>
                  <a:pt x="54" y="45"/>
                  <a:pt x="53" y="45"/>
                </a:cubicBezTo>
                <a:cubicBezTo>
                  <a:pt x="52" y="46"/>
                  <a:pt x="51" y="46"/>
                  <a:pt x="50" y="45"/>
                </a:cubicBezTo>
                <a:cubicBezTo>
                  <a:pt x="42" y="37"/>
                  <a:pt x="42" y="37"/>
                  <a:pt x="42" y="37"/>
                </a:cubicBezTo>
                <a:cubicBezTo>
                  <a:pt x="40" y="38"/>
                  <a:pt x="39" y="39"/>
                  <a:pt x="37" y="40"/>
                </a:cubicBezTo>
                <a:cubicBezTo>
                  <a:pt x="34" y="41"/>
                  <a:pt x="31" y="42"/>
                  <a:pt x="29" y="42"/>
                </a:cubicBezTo>
                <a:cubicBezTo>
                  <a:pt x="22" y="42"/>
                  <a:pt x="17" y="39"/>
                  <a:pt x="13" y="34"/>
                </a:cubicBezTo>
                <a:cubicBezTo>
                  <a:pt x="11" y="32"/>
                  <a:pt x="14" y="30"/>
                  <a:pt x="16" y="32"/>
                </a:cubicBezTo>
                <a:cubicBezTo>
                  <a:pt x="19" y="36"/>
                  <a:pt x="24" y="38"/>
                  <a:pt x="29" y="38"/>
                </a:cubicBezTo>
                <a:cubicBezTo>
                  <a:pt x="31" y="38"/>
                  <a:pt x="33" y="38"/>
                  <a:pt x="35" y="37"/>
                </a:cubicBezTo>
                <a:cubicBezTo>
                  <a:pt x="37" y="36"/>
                  <a:pt x="39" y="35"/>
                  <a:pt x="41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2" y="31"/>
                  <a:pt x="44" y="30"/>
                  <a:pt x="44" y="27"/>
                </a:cubicBezTo>
                <a:cubicBezTo>
                  <a:pt x="45" y="25"/>
                  <a:pt x="46" y="23"/>
                  <a:pt x="46" y="21"/>
                </a:cubicBezTo>
                <a:cubicBezTo>
                  <a:pt x="46" y="19"/>
                  <a:pt x="45" y="16"/>
                  <a:pt x="44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2"/>
                  <a:pt x="42" y="10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39" y="7"/>
                  <a:pt x="37" y="6"/>
                  <a:pt x="35" y="5"/>
                </a:cubicBezTo>
                <a:cubicBezTo>
                  <a:pt x="33" y="4"/>
                  <a:pt x="31" y="4"/>
                  <a:pt x="29" y="4"/>
                </a:cubicBezTo>
                <a:cubicBezTo>
                  <a:pt x="22" y="4"/>
                  <a:pt x="16" y="8"/>
                  <a:pt x="13" y="14"/>
                </a:cubicBezTo>
                <a:cubicBezTo>
                  <a:pt x="13" y="15"/>
                  <a:pt x="12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0" y="15"/>
                  <a:pt x="10" y="15"/>
                  <a:pt x="9" y="14"/>
                </a:cubicBezTo>
                <a:cubicBezTo>
                  <a:pt x="9" y="14"/>
                  <a:pt x="9" y="13"/>
                  <a:pt x="9" y="12"/>
                </a:cubicBezTo>
                <a:cubicBezTo>
                  <a:pt x="13" y="5"/>
                  <a:pt x="20" y="0"/>
                  <a:pt x="29" y="0"/>
                </a:cubicBezTo>
                <a:cubicBezTo>
                  <a:pt x="31" y="0"/>
                  <a:pt x="34" y="0"/>
                  <a:pt x="37" y="1"/>
                </a:cubicBezTo>
                <a:cubicBezTo>
                  <a:pt x="37" y="1"/>
                  <a:pt x="37" y="1"/>
                  <a:pt x="37" y="1"/>
                </a:cubicBezTo>
                <a:cubicBezTo>
                  <a:pt x="39" y="3"/>
                  <a:pt x="42" y="4"/>
                  <a:pt x="43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5" y="8"/>
                  <a:pt x="47" y="10"/>
                  <a:pt x="48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9" y="15"/>
                  <a:pt x="50" y="18"/>
                  <a:pt x="50" y="21"/>
                </a:cubicBezTo>
                <a:cubicBezTo>
                  <a:pt x="50" y="24"/>
                  <a:pt x="49" y="26"/>
                  <a:pt x="48" y="29"/>
                </a:cubicBezTo>
                <a:cubicBezTo>
                  <a:pt x="47" y="31"/>
                  <a:pt x="46" y="33"/>
                  <a:pt x="45" y="34"/>
                </a:cubicBezTo>
                <a:close/>
                <a:moveTo>
                  <a:pt x="2" y="26"/>
                </a:moveTo>
                <a:cubicBezTo>
                  <a:pt x="2" y="26"/>
                  <a:pt x="2" y="26"/>
                  <a:pt x="2" y="26"/>
                </a:cubicBezTo>
                <a:cubicBezTo>
                  <a:pt x="1" y="26"/>
                  <a:pt x="0" y="26"/>
                  <a:pt x="0" y="25"/>
                </a:cubicBezTo>
                <a:cubicBezTo>
                  <a:pt x="0" y="24"/>
                  <a:pt x="1" y="24"/>
                  <a:pt x="2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15"/>
                  <a:pt x="16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22" y="23"/>
                  <a:pt x="22" y="23"/>
                  <a:pt x="22" y="23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0"/>
                  <a:pt x="26" y="20"/>
                  <a:pt x="26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9" y="27"/>
                  <a:pt x="29" y="27"/>
                  <a:pt x="29" y="27"/>
                </a:cubicBezTo>
                <a:cubicBezTo>
                  <a:pt x="33" y="12"/>
                  <a:pt x="33" y="12"/>
                  <a:pt x="33" y="12"/>
                </a:cubicBezTo>
                <a:cubicBezTo>
                  <a:pt x="33" y="11"/>
                  <a:pt x="34" y="11"/>
                  <a:pt x="34" y="11"/>
                </a:cubicBezTo>
                <a:cubicBezTo>
                  <a:pt x="34" y="11"/>
                  <a:pt x="35" y="11"/>
                  <a:pt x="35" y="11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40" y="18"/>
                  <a:pt x="40" y="18"/>
                </a:cubicBezTo>
                <a:cubicBezTo>
                  <a:pt x="40" y="19"/>
                  <a:pt x="39" y="19"/>
                  <a:pt x="38" y="18"/>
                </a:cubicBezTo>
                <a:cubicBezTo>
                  <a:pt x="35" y="14"/>
                  <a:pt x="35" y="14"/>
                  <a:pt x="35" y="14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1"/>
                  <a:pt x="31" y="31"/>
                  <a:pt x="30" y="31"/>
                </a:cubicBezTo>
                <a:cubicBezTo>
                  <a:pt x="30" y="31"/>
                  <a:pt x="29" y="31"/>
                  <a:pt x="29" y="31"/>
                </a:cubicBezTo>
                <a:cubicBezTo>
                  <a:pt x="25" y="23"/>
                  <a:pt x="25" y="23"/>
                  <a:pt x="25" y="23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2" y="26"/>
                  <a:pt x="21" y="26"/>
                  <a:pt x="21" y="26"/>
                </a:cubicBezTo>
                <a:cubicBezTo>
                  <a:pt x="16" y="18"/>
                  <a:pt x="16" y="18"/>
                  <a:pt x="16" y="18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1" y="26"/>
                  <a:pt x="11" y="26"/>
                </a:cubicBezTo>
                <a:cubicBezTo>
                  <a:pt x="2" y="26"/>
                  <a:pt x="2" y="26"/>
                  <a:pt x="2" y="2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79" name="Freeform 313">
            <a:extLst>
              <a:ext uri="{FF2B5EF4-FFF2-40B4-BE49-F238E27FC236}">
                <a16:creationId xmlns:a16="http://schemas.microsoft.com/office/drawing/2014/main" id="{D84F9FB0-358D-6300-3B8C-1B1F9F5A1A82}"/>
              </a:ext>
            </a:extLst>
          </p:cNvPr>
          <p:cNvSpPr>
            <a:spLocks noEditPoints="1"/>
          </p:cNvSpPr>
          <p:nvPr/>
        </p:nvSpPr>
        <p:spPr bwMode="auto">
          <a:xfrm>
            <a:off x="7320952" y="5643481"/>
            <a:ext cx="188383" cy="215900"/>
          </a:xfrm>
          <a:custGeom>
            <a:avLst/>
            <a:gdLst>
              <a:gd name="T0" fmla="*/ 32111 w 44"/>
              <a:gd name="T1" fmla="*/ 120650 h 51"/>
              <a:gd name="T2" fmla="*/ 105965 w 44"/>
              <a:gd name="T3" fmla="*/ 117475 h 51"/>
              <a:gd name="T4" fmla="*/ 105965 w 44"/>
              <a:gd name="T5" fmla="*/ 123825 h 51"/>
              <a:gd name="T6" fmla="*/ 16055 w 44"/>
              <a:gd name="T7" fmla="*/ 0 h 51"/>
              <a:gd name="T8" fmla="*/ 89910 w 44"/>
              <a:gd name="T9" fmla="*/ 0 h 51"/>
              <a:gd name="T10" fmla="*/ 141287 w 44"/>
              <a:gd name="T11" fmla="*/ 47625 h 51"/>
              <a:gd name="T12" fmla="*/ 141287 w 44"/>
              <a:gd name="T13" fmla="*/ 50800 h 51"/>
              <a:gd name="T14" fmla="*/ 138076 w 44"/>
              <a:gd name="T15" fmla="*/ 155575 h 51"/>
              <a:gd name="T16" fmla="*/ 138076 w 44"/>
              <a:gd name="T17" fmla="*/ 155575 h 51"/>
              <a:gd name="T18" fmla="*/ 16055 w 44"/>
              <a:gd name="T19" fmla="*/ 161925 h 51"/>
              <a:gd name="T20" fmla="*/ 6422 w 44"/>
              <a:gd name="T21" fmla="*/ 155575 h 51"/>
              <a:gd name="T22" fmla="*/ 0 w 44"/>
              <a:gd name="T23" fmla="*/ 19050 h 51"/>
              <a:gd name="T24" fmla="*/ 16055 w 44"/>
              <a:gd name="T25" fmla="*/ 0 h 51"/>
              <a:gd name="T26" fmla="*/ 86699 w 44"/>
              <a:gd name="T27" fmla="*/ 12700 h 51"/>
              <a:gd name="T28" fmla="*/ 16055 w 44"/>
              <a:gd name="T29" fmla="*/ 15875 h 51"/>
              <a:gd name="T30" fmla="*/ 12844 w 44"/>
              <a:gd name="T31" fmla="*/ 142875 h 51"/>
              <a:gd name="T32" fmla="*/ 16055 w 44"/>
              <a:gd name="T33" fmla="*/ 149225 h 51"/>
              <a:gd name="T34" fmla="*/ 128443 w 44"/>
              <a:gd name="T35" fmla="*/ 146050 h 51"/>
              <a:gd name="T36" fmla="*/ 128443 w 44"/>
              <a:gd name="T37" fmla="*/ 142875 h 51"/>
              <a:gd name="T38" fmla="*/ 102754 w 44"/>
              <a:gd name="T39" fmla="*/ 57150 h 51"/>
              <a:gd name="T40" fmla="*/ 89910 w 44"/>
              <a:gd name="T41" fmla="*/ 50800 h 51"/>
              <a:gd name="T42" fmla="*/ 86699 w 44"/>
              <a:gd name="T43" fmla="*/ 12700 h 51"/>
              <a:gd name="T44" fmla="*/ 122021 w 44"/>
              <a:gd name="T45" fmla="*/ 47625 h 51"/>
              <a:gd name="T46" fmla="*/ 93121 w 44"/>
              <a:gd name="T47" fmla="*/ 41275 h 51"/>
              <a:gd name="T48" fmla="*/ 96332 w 44"/>
              <a:gd name="T49" fmla="*/ 47625 h 51"/>
              <a:gd name="T50" fmla="*/ 122021 w 44"/>
              <a:gd name="T51" fmla="*/ 47625 h 51"/>
              <a:gd name="T52" fmla="*/ 35322 w 44"/>
              <a:gd name="T53" fmla="*/ 73025 h 51"/>
              <a:gd name="T54" fmla="*/ 35322 w 44"/>
              <a:gd name="T55" fmla="*/ 63500 h 51"/>
              <a:gd name="T56" fmla="*/ 112387 w 44"/>
              <a:gd name="T57" fmla="*/ 66675 h 51"/>
              <a:gd name="T58" fmla="*/ 35322 w 44"/>
              <a:gd name="T59" fmla="*/ 73025 h 51"/>
              <a:gd name="T60" fmla="*/ 35322 w 44"/>
              <a:gd name="T61" fmla="*/ 98425 h 51"/>
              <a:gd name="T62" fmla="*/ 35322 w 44"/>
              <a:gd name="T63" fmla="*/ 88900 h 51"/>
              <a:gd name="T64" fmla="*/ 112387 w 44"/>
              <a:gd name="T65" fmla="*/ 95250 h 51"/>
              <a:gd name="T66" fmla="*/ 35322 w 44"/>
              <a:gd name="T67" fmla="*/ 98425 h 5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4" h="51">
                <a:moveTo>
                  <a:pt x="11" y="39"/>
                </a:moveTo>
                <a:cubicBezTo>
                  <a:pt x="10" y="39"/>
                  <a:pt x="10" y="38"/>
                  <a:pt x="10" y="38"/>
                </a:cubicBezTo>
                <a:cubicBezTo>
                  <a:pt x="10" y="37"/>
                  <a:pt x="10" y="37"/>
                  <a:pt x="11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4" y="37"/>
                  <a:pt x="35" y="37"/>
                  <a:pt x="35" y="38"/>
                </a:cubicBezTo>
                <a:cubicBezTo>
                  <a:pt x="35" y="38"/>
                  <a:pt x="34" y="39"/>
                  <a:pt x="33" y="39"/>
                </a:cubicBezTo>
                <a:cubicBezTo>
                  <a:pt x="11" y="39"/>
                  <a:pt x="11" y="39"/>
                  <a:pt x="11" y="39"/>
                </a:cubicBezTo>
                <a:close/>
                <a:moveTo>
                  <a:pt x="5" y="0"/>
                </a:moveTo>
                <a:cubicBezTo>
                  <a:pt x="5" y="0"/>
                  <a:pt x="5" y="0"/>
                  <a:pt x="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9" y="0"/>
                  <a:pt x="29" y="1"/>
                  <a:pt x="30" y="1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4" y="16"/>
                  <a:pt x="44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7"/>
                  <a:pt x="44" y="48"/>
                  <a:pt x="43" y="49"/>
                </a:cubicBezTo>
                <a:cubicBezTo>
                  <a:pt x="43" y="49"/>
                  <a:pt x="43" y="49"/>
                  <a:pt x="43" y="49"/>
                </a:cubicBezTo>
                <a:cubicBezTo>
                  <a:pt x="43" y="49"/>
                  <a:pt x="43" y="49"/>
                  <a:pt x="43" y="49"/>
                </a:cubicBezTo>
                <a:cubicBezTo>
                  <a:pt x="42" y="50"/>
                  <a:pt x="40" y="51"/>
                  <a:pt x="39" y="51"/>
                </a:cubicBezTo>
                <a:cubicBezTo>
                  <a:pt x="5" y="51"/>
                  <a:pt x="5" y="51"/>
                  <a:pt x="5" y="51"/>
                </a:cubicBezTo>
                <a:cubicBezTo>
                  <a:pt x="4" y="51"/>
                  <a:pt x="3" y="50"/>
                  <a:pt x="2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1" y="48"/>
                  <a:pt x="0" y="47"/>
                  <a:pt x="0" y="45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4" y="0"/>
                  <a:pt x="5" y="0"/>
                </a:cubicBezTo>
                <a:close/>
                <a:moveTo>
                  <a:pt x="27" y="4"/>
                </a:moveTo>
                <a:cubicBezTo>
                  <a:pt x="27" y="4"/>
                  <a:pt x="27" y="4"/>
                  <a:pt x="27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5"/>
                </a:cubicBezTo>
                <a:cubicBezTo>
                  <a:pt x="4" y="5"/>
                  <a:pt x="4" y="5"/>
                  <a:pt x="4" y="6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6"/>
                  <a:pt x="4" y="46"/>
                  <a:pt x="5" y="46"/>
                </a:cubicBezTo>
                <a:cubicBezTo>
                  <a:pt x="5" y="47"/>
                  <a:pt x="5" y="47"/>
                  <a:pt x="5" y="47"/>
                </a:cubicBezTo>
                <a:cubicBezTo>
                  <a:pt x="39" y="47"/>
                  <a:pt x="39" y="47"/>
                  <a:pt x="39" y="47"/>
                </a:cubicBezTo>
                <a:cubicBezTo>
                  <a:pt x="39" y="47"/>
                  <a:pt x="40" y="47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0" y="46"/>
                  <a:pt x="40" y="45"/>
                </a:cubicBezTo>
                <a:cubicBezTo>
                  <a:pt x="40" y="18"/>
                  <a:pt x="40" y="18"/>
                  <a:pt x="40" y="18"/>
                </a:cubicBezTo>
                <a:cubicBezTo>
                  <a:pt x="32" y="18"/>
                  <a:pt x="32" y="18"/>
                  <a:pt x="32" y="18"/>
                </a:cubicBezTo>
                <a:cubicBezTo>
                  <a:pt x="30" y="18"/>
                  <a:pt x="29" y="17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5"/>
                  <a:pt x="27" y="14"/>
                  <a:pt x="27" y="13"/>
                </a:cubicBezTo>
                <a:cubicBezTo>
                  <a:pt x="27" y="4"/>
                  <a:pt x="27" y="4"/>
                  <a:pt x="27" y="4"/>
                </a:cubicBezTo>
                <a:close/>
                <a:moveTo>
                  <a:pt x="38" y="15"/>
                </a:moveTo>
                <a:cubicBezTo>
                  <a:pt x="38" y="15"/>
                  <a:pt x="38" y="15"/>
                  <a:pt x="38" y="15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4"/>
                  <a:pt x="30" y="14"/>
                  <a:pt x="30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31" y="15"/>
                  <a:pt x="32" y="15"/>
                </a:cubicBezTo>
                <a:cubicBezTo>
                  <a:pt x="38" y="15"/>
                  <a:pt x="38" y="15"/>
                  <a:pt x="38" y="15"/>
                </a:cubicBezTo>
                <a:close/>
                <a:moveTo>
                  <a:pt x="11" y="23"/>
                </a:moveTo>
                <a:cubicBezTo>
                  <a:pt x="11" y="23"/>
                  <a:pt x="11" y="23"/>
                  <a:pt x="11" y="23"/>
                </a:cubicBezTo>
                <a:cubicBezTo>
                  <a:pt x="10" y="23"/>
                  <a:pt x="10" y="22"/>
                  <a:pt x="10" y="21"/>
                </a:cubicBezTo>
                <a:cubicBezTo>
                  <a:pt x="10" y="21"/>
                  <a:pt x="10" y="20"/>
                  <a:pt x="11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4" y="20"/>
                  <a:pt x="35" y="21"/>
                  <a:pt x="35" y="21"/>
                </a:cubicBezTo>
                <a:cubicBezTo>
                  <a:pt x="35" y="22"/>
                  <a:pt x="34" y="23"/>
                  <a:pt x="33" y="23"/>
                </a:cubicBezTo>
                <a:cubicBezTo>
                  <a:pt x="11" y="23"/>
                  <a:pt x="11" y="23"/>
                  <a:pt x="11" y="23"/>
                </a:cubicBezTo>
                <a:close/>
                <a:moveTo>
                  <a:pt x="11" y="31"/>
                </a:moveTo>
                <a:cubicBezTo>
                  <a:pt x="11" y="31"/>
                  <a:pt x="11" y="31"/>
                  <a:pt x="11" y="31"/>
                </a:cubicBezTo>
                <a:cubicBezTo>
                  <a:pt x="10" y="31"/>
                  <a:pt x="10" y="30"/>
                  <a:pt x="10" y="30"/>
                </a:cubicBezTo>
                <a:cubicBezTo>
                  <a:pt x="10" y="29"/>
                  <a:pt x="10" y="28"/>
                  <a:pt x="11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4" y="28"/>
                  <a:pt x="35" y="29"/>
                  <a:pt x="35" y="30"/>
                </a:cubicBezTo>
                <a:cubicBezTo>
                  <a:pt x="35" y="30"/>
                  <a:pt x="34" y="31"/>
                  <a:pt x="33" y="31"/>
                </a:cubicBezTo>
                <a:cubicBezTo>
                  <a:pt x="11" y="31"/>
                  <a:pt x="11" y="31"/>
                  <a:pt x="11" y="3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80" name="Freeform 314">
            <a:extLst>
              <a:ext uri="{FF2B5EF4-FFF2-40B4-BE49-F238E27FC236}">
                <a16:creationId xmlns:a16="http://schemas.microsoft.com/office/drawing/2014/main" id="{5007417E-D03A-BD06-BDC2-0F5B8990DC64}"/>
              </a:ext>
            </a:extLst>
          </p:cNvPr>
          <p:cNvSpPr>
            <a:spLocks noEditPoints="1"/>
          </p:cNvSpPr>
          <p:nvPr/>
        </p:nvSpPr>
        <p:spPr bwMode="auto">
          <a:xfrm>
            <a:off x="9537101" y="6051998"/>
            <a:ext cx="194733" cy="211667"/>
          </a:xfrm>
          <a:custGeom>
            <a:avLst/>
            <a:gdLst>
              <a:gd name="T0" fmla="*/ 31750 w 46"/>
              <a:gd name="T1" fmla="*/ 117475 h 50"/>
              <a:gd name="T2" fmla="*/ 82550 w 46"/>
              <a:gd name="T3" fmla="*/ 114300 h 50"/>
              <a:gd name="T4" fmla="*/ 82550 w 46"/>
              <a:gd name="T5" fmla="*/ 120650 h 50"/>
              <a:gd name="T6" fmla="*/ 107950 w 46"/>
              <a:gd name="T7" fmla="*/ 79375 h 50"/>
              <a:gd name="T8" fmla="*/ 107950 w 46"/>
              <a:gd name="T9" fmla="*/ 69850 h 50"/>
              <a:gd name="T10" fmla="*/ 142875 w 46"/>
              <a:gd name="T11" fmla="*/ 95250 h 50"/>
              <a:gd name="T12" fmla="*/ 142875 w 46"/>
              <a:gd name="T13" fmla="*/ 104775 h 50"/>
              <a:gd name="T14" fmla="*/ 107950 w 46"/>
              <a:gd name="T15" fmla="*/ 130175 h 50"/>
              <a:gd name="T16" fmla="*/ 123825 w 46"/>
              <a:gd name="T17" fmla="*/ 107950 h 50"/>
              <a:gd name="T18" fmla="*/ 85725 w 46"/>
              <a:gd name="T19" fmla="*/ 101600 h 50"/>
              <a:gd name="T20" fmla="*/ 123825 w 46"/>
              <a:gd name="T21" fmla="*/ 95250 h 50"/>
              <a:gd name="T22" fmla="*/ 15875 w 46"/>
              <a:gd name="T23" fmla="*/ 0 h 50"/>
              <a:gd name="T24" fmla="*/ 88900 w 46"/>
              <a:gd name="T25" fmla="*/ 0 h 50"/>
              <a:gd name="T26" fmla="*/ 136525 w 46"/>
              <a:gd name="T27" fmla="*/ 47625 h 50"/>
              <a:gd name="T28" fmla="*/ 139700 w 46"/>
              <a:gd name="T29" fmla="*/ 50800 h 50"/>
              <a:gd name="T30" fmla="*/ 133350 w 46"/>
              <a:gd name="T31" fmla="*/ 73025 h 50"/>
              <a:gd name="T32" fmla="*/ 127000 w 46"/>
              <a:gd name="T33" fmla="*/ 53975 h 50"/>
              <a:gd name="T34" fmla="*/ 88900 w 46"/>
              <a:gd name="T35" fmla="*/ 50800 h 50"/>
              <a:gd name="T36" fmla="*/ 85725 w 46"/>
              <a:gd name="T37" fmla="*/ 41275 h 50"/>
              <a:gd name="T38" fmla="*/ 15875 w 46"/>
              <a:gd name="T39" fmla="*/ 12700 h 50"/>
              <a:gd name="T40" fmla="*/ 12700 w 46"/>
              <a:gd name="T41" fmla="*/ 15875 h 50"/>
              <a:gd name="T42" fmla="*/ 12700 w 46"/>
              <a:gd name="T43" fmla="*/ 146050 h 50"/>
              <a:gd name="T44" fmla="*/ 15875 w 46"/>
              <a:gd name="T45" fmla="*/ 146050 h 50"/>
              <a:gd name="T46" fmla="*/ 127000 w 46"/>
              <a:gd name="T47" fmla="*/ 146050 h 50"/>
              <a:gd name="T48" fmla="*/ 127000 w 46"/>
              <a:gd name="T49" fmla="*/ 142875 h 50"/>
              <a:gd name="T50" fmla="*/ 133350 w 46"/>
              <a:gd name="T51" fmla="*/ 127000 h 50"/>
              <a:gd name="T52" fmla="*/ 139700 w 46"/>
              <a:gd name="T53" fmla="*/ 142875 h 50"/>
              <a:gd name="T54" fmla="*/ 133350 w 46"/>
              <a:gd name="T55" fmla="*/ 155575 h 50"/>
              <a:gd name="T56" fmla="*/ 123825 w 46"/>
              <a:gd name="T57" fmla="*/ 158750 h 50"/>
              <a:gd name="T58" fmla="*/ 6350 w 46"/>
              <a:gd name="T59" fmla="*/ 155575 h 50"/>
              <a:gd name="T60" fmla="*/ 0 w 46"/>
              <a:gd name="T61" fmla="*/ 142875 h 50"/>
              <a:gd name="T62" fmla="*/ 6350 w 46"/>
              <a:gd name="T63" fmla="*/ 6350 h 50"/>
              <a:gd name="T64" fmla="*/ 120650 w 46"/>
              <a:gd name="T65" fmla="*/ 47625 h 50"/>
              <a:gd name="T66" fmla="*/ 92075 w 46"/>
              <a:gd name="T67" fmla="*/ 19050 h 50"/>
              <a:gd name="T68" fmla="*/ 95250 w 46"/>
              <a:gd name="T69" fmla="*/ 44450 h 50"/>
              <a:gd name="T70" fmla="*/ 98425 w 46"/>
              <a:gd name="T71" fmla="*/ 47625 h 50"/>
              <a:gd name="T72" fmla="*/ 34925 w 46"/>
              <a:gd name="T73" fmla="*/ 69850 h 50"/>
              <a:gd name="T74" fmla="*/ 31750 w 46"/>
              <a:gd name="T75" fmla="*/ 66675 h 50"/>
              <a:gd name="T76" fmla="*/ 92075 w 46"/>
              <a:gd name="T77" fmla="*/ 63500 h 50"/>
              <a:gd name="T78" fmla="*/ 92075 w 46"/>
              <a:gd name="T79" fmla="*/ 69850 h 50"/>
              <a:gd name="T80" fmla="*/ 34925 w 46"/>
              <a:gd name="T81" fmla="*/ 95250 h 50"/>
              <a:gd name="T82" fmla="*/ 31750 w 46"/>
              <a:gd name="T83" fmla="*/ 92075 h 50"/>
              <a:gd name="T84" fmla="*/ 73025 w 46"/>
              <a:gd name="T85" fmla="*/ 88900 h 50"/>
              <a:gd name="T86" fmla="*/ 73025 w 46"/>
              <a:gd name="T87" fmla="*/ 95250 h 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6" h="50">
                <a:moveTo>
                  <a:pt x="11" y="38"/>
                </a:moveTo>
                <a:cubicBezTo>
                  <a:pt x="10" y="38"/>
                  <a:pt x="10" y="38"/>
                  <a:pt x="10" y="37"/>
                </a:cubicBezTo>
                <a:cubicBezTo>
                  <a:pt x="10" y="37"/>
                  <a:pt x="10" y="36"/>
                  <a:pt x="11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7" y="36"/>
                  <a:pt x="27" y="37"/>
                  <a:pt x="27" y="37"/>
                </a:cubicBezTo>
                <a:cubicBezTo>
                  <a:pt x="27" y="38"/>
                  <a:pt x="27" y="38"/>
                  <a:pt x="26" y="38"/>
                </a:cubicBezTo>
                <a:cubicBezTo>
                  <a:pt x="11" y="38"/>
                  <a:pt x="11" y="38"/>
                  <a:pt x="11" y="38"/>
                </a:cubicBezTo>
                <a:close/>
                <a:moveTo>
                  <a:pt x="34" y="25"/>
                </a:moveTo>
                <a:cubicBezTo>
                  <a:pt x="34" y="25"/>
                  <a:pt x="34" y="25"/>
                  <a:pt x="34" y="25"/>
                </a:cubicBezTo>
                <a:cubicBezTo>
                  <a:pt x="33" y="24"/>
                  <a:pt x="33" y="23"/>
                  <a:pt x="34" y="22"/>
                </a:cubicBezTo>
                <a:cubicBezTo>
                  <a:pt x="35" y="21"/>
                  <a:pt x="36" y="21"/>
                  <a:pt x="36" y="22"/>
                </a:cubicBezTo>
                <a:cubicBezTo>
                  <a:pt x="45" y="30"/>
                  <a:pt x="45" y="30"/>
                  <a:pt x="45" y="30"/>
                </a:cubicBezTo>
                <a:cubicBezTo>
                  <a:pt x="46" y="31"/>
                  <a:pt x="46" y="32"/>
                  <a:pt x="45" y="33"/>
                </a:cubicBezTo>
                <a:cubicBezTo>
                  <a:pt x="45" y="33"/>
                  <a:pt x="45" y="33"/>
                  <a:pt x="45" y="33"/>
                </a:cubicBezTo>
                <a:cubicBezTo>
                  <a:pt x="36" y="41"/>
                  <a:pt x="36" y="41"/>
                  <a:pt x="36" y="41"/>
                </a:cubicBezTo>
                <a:cubicBezTo>
                  <a:pt x="36" y="42"/>
                  <a:pt x="35" y="42"/>
                  <a:pt x="34" y="41"/>
                </a:cubicBezTo>
                <a:cubicBezTo>
                  <a:pt x="33" y="41"/>
                  <a:pt x="33" y="39"/>
                  <a:pt x="34" y="39"/>
                </a:cubicBezTo>
                <a:cubicBezTo>
                  <a:pt x="39" y="34"/>
                  <a:pt x="39" y="34"/>
                  <a:pt x="3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8" y="34"/>
                  <a:pt x="27" y="33"/>
                  <a:pt x="27" y="32"/>
                </a:cubicBezTo>
                <a:cubicBezTo>
                  <a:pt x="27" y="31"/>
                  <a:pt x="28" y="30"/>
                  <a:pt x="29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4" y="25"/>
                  <a:pt x="34" y="25"/>
                  <a:pt x="34" y="25"/>
                </a:cubicBezTo>
                <a:close/>
                <a:moveTo>
                  <a:pt x="5" y="0"/>
                </a:moveTo>
                <a:cubicBezTo>
                  <a:pt x="5" y="0"/>
                  <a:pt x="5" y="0"/>
                  <a:pt x="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9" y="0"/>
                  <a:pt x="29" y="0"/>
                  <a:pt x="29" y="1"/>
                </a:cubicBezTo>
                <a:cubicBezTo>
                  <a:pt x="43" y="15"/>
                  <a:pt x="43" y="15"/>
                  <a:pt x="43" y="15"/>
                </a:cubicBezTo>
                <a:cubicBezTo>
                  <a:pt x="44" y="15"/>
                  <a:pt x="44" y="15"/>
                  <a:pt x="44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21"/>
                  <a:pt x="44" y="21"/>
                  <a:pt x="44" y="21"/>
                </a:cubicBezTo>
                <a:cubicBezTo>
                  <a:pt x="44" y="22"/>
                  <a:pt x="43" y="23"/>
                  <a:pt x="42" y="23"/>
                </a:cubicBezTo>
                <a:cubicBezTo>
                  <a:pt x="41" y="23"/>
                  <a:pt x="40" y="22"/>
                  <a:pt x="40" y="21"/>
                </a:cubicBezTo>
                <a:cubicBezTo>
                  <a:pt x="40" y="17"/>
                  <a:pt x="40" y="17"/>
                  <a:pt x="40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0" y="17"/>
                  <a:pt x="29" y="17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7" y="15"/>
                  <a:pt x="27" y="14"/>
                  <a:pt x="27" y="13"/>
                </a:cubicBezTo>
                <a:cubicBezTo>
                  <a:pt x="27" y="4"/>
                  <a:pt x="27" y="4"/>
                  <a:pt x="27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4" y="4"/>
                </a:cubicBezTo>
                <a:cubicBezTo>
                  <a:pt x="4" y="5"/>
                  <a:pt x="4" y="5"/>
                  <a:pt x="4" y="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0" y="45"/>
                  <a:pt x="40" y="45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1"/>
                  <a:pt x="41" y="40"/>
                  <a:pt x="42" y="40"/>
                </a:cubicBezTo>
                <a:cubicBezTo>
                  <a:pt x="43" y="40"/>
                  <a:pt x="44" y="41"/>
                  <a:pt x="44" y="42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6"/>
                  <a:pt x="43" y="48"/>
                  <a:pt x="42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1" y="50"/>
                  <a:pt x="40" y="50"/>
                  <a:pt x="39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4" y="50"/>
                  <a:pt x="3" y="50"/>
                  <a:pt x="2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1" y="48"/>
                  <a:pt x="0" y="46"/>
                  <a:pt x="0" y="45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4" y="0"/>
                  <a:pt x="5" y="0"/>
                </a:cubicBezTo>
                <a:close/>
                <a:moveTo>
                  <a:pt x="38" y="15"/>
                </a:moveTo>
                <a:cubicBezTo>
                  <a:pt x="38" y="15"/>
                  <a:pt x="38" y="15"/>
                  <a:pt x="38" y="15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3"/>
                  <a:pt x="29" y="14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5"/>
                  <a:pt x="31" y="15"/>
                  <a:pt x="31" y="15"/>
                </a:cubicBezTo>
                <a:cubicBezTo>
                  <a:pt x="38" y="15"/>
                  <a:pt x="38" y="15"/>
                  <a:pt x="38" y="15"/>
                </a:cubicBezTo>
                <a:close/>
                <a:moveTo>
                  <a:pt x="11" y="22"/>
                </a:moveTo>
                <a:cubicBezTo>
                  <a:pt x="11" y="22"/>
                  <a:pt x="11" y="22"/>
                  <a:pt x="11" y="22"/>
                </a:cubicBezTo>
                <a:cubicBezTo>
                  <a:pt x="10" y="22"/>
                  <a:pt x="10" y="22"/>
                  <a:pt x="10" y="21"/>
                </a:cubicBezTo>
                <a:cubicBezTo>
                  <a:pt x="10" y="20"/>
                  <a:pt x="10" y="20"/>
                  <a:pt x="11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30" y="20"/>
                  <a:pt x="30" y="20"/>
                  <a:pt x="30" y="21"/>
                </a:cubicBezTo>
                <a:cubicBezTo>
                  <a:pt x="30" y="22"/>
                  <a:pt x="30" y="22"/>
                  <a:pt x="29" y="22"/>
                </a:cubicBezTo>
                <a:cubicBezTo>
                  <a:pt x="11" y="22"/>
                  <a:pt x="11" y="22"/>
                  <a:pt x="11" y="22"/>
                </a:cubicBezTo>
                <a:close/>
                <a:moveTo>
                  <a:pt x="11" y="30"/>
                </a:moveTo>
                <a:cubicBezTo>
                  <a:pt x="11" y="30"/>
                  <a:pt x="11" y="30"/>
                  <a:pt x="11" y="30"/>
                </a:cubicBezTo>
                <a:cubicBezTo>
                  <a:pt x="10" y="30"/>
                  <a:pt x="10" y="30"/>
                  <a:pt x="10" y="29"/>
                </a:cubicBezTo>
                <a:cubicBezTo>
                  <a:pt x="10" y="28"/>
                  <a:pt x="10" y="28"/>
                  <a:pt x="11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4" y="28"/>
                  <a:pt x="24" y="28"/>
                  <a:pt x="24" y="29"/>
                </a:cubicBezTo>
                <a:cubicBezTo>
                  <a:pt x="24" y="30"/>
                  <a:pt x="24" y="30"/>
                  <a:pt x="23" y="30"/>
                </a:cubicBezTo>
                <a:cubicBezTo>
                  <a:pt x="11" y="30"/>
                  <a:pt x="11" y="30"/>
                  <a:pt x="11" y="3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81" name="Freeform 315">
            <a:extLst>
              <a:ext uri="{FF2B5EF4-FFF2-40B4-BE49-F238E27FC236}">
                <a16:creationId xmlns:a16="http://schemas.microsoft.com/office/drawing/2014/main" id="{E410280A-43B3-8A71-3960-6016ECAA67A2}"/>
              </a:ext>
            </a:extLst>
          </p:cNvPr>
          <p:cNvSpPr>
            <a:spLocks noEditPoints="1"/>
          </p:cNvSpPr>
          <p:nvPr/>
        </p:nvSpPr>
        <p:spPr bwMode="auto">
          <a:xfrm>
            <a:off x="2793402" y="5643481"/>
            <a:ext cx="192617" cy="215900"/>
          </a:xfrm>
          <a:custGeom>
            <a:avLst/>
            <a:gdLst>
              <a:gd name="T0" fmla="*/ 77047 w 45"/>
              <a:gd name="T1" fmla="*/ 158750 h 51"/>
              <a:gd name="T2" fmla="*/ 67416 w 45"/>
              <a:gd name="T3" fmla="*/ 158750 h 51"/>
              <a:gd name="T4" fmla="*/ 12841 w 45"/>
              <a:gd name="T5" fmla="*/ 111125 h 51"/>
              <a:gd name="T6" fmla="*/ 22472 w 45"/>
              <a:gd name="T7" fmla="*/ 22225 h 51"/>
              <a:gd name="T8" fmla="*/ 121991 w 45"/>
              <a:gd name="T9" fmla="*/ 22225 h 51"/>
              <a:gd name="T10" fmla="*/ 144463 w 45"/>
              <a:gd name="T11" fmla="*/ 69850 h 51"/>
              <a:gd name="T12" fmla="*/ 96309 w 45"/>
              <a:gd name="T13" fmla="*/ 136525 h 51"/>
              <a:gd name="T14" fmla="*/ 73837 w 45"/>
              <a:gd name="T15" fmla="*/ 34925 h 51"/>
              <a:gd name="T16" fmla="*/ 80257 w 45"/>
              <a:gd name="T17" fmla="*/ 57150 h 51"/>
              <a:gd name="T18" fmla="*/ 105940 w 45"/>
              <a:gd name="T19" fmla="*/ 63500 h 51"/>
              <a:gd name="T20" fmla="*/ 96309 w 45"/>
              <a:gd name="T21" fmla="*/ 95250 h 51"/>
              <a:gd name="T22" fmla="*/ 70626 w 45"/>
              <a:gd name="T23" fmla="*/ 85725 h 51"/>
              <a:gd name="T24" fmla="*/ 48154 w 45"/>
              <a:gd name="T25" fmla="*/ 95250 h 51"/>
              <a:gd name="T26" fmla="*/ 38523 w 45"/>
              <a:gd name="T27" fmla="*/ 63500 h 51"/>
              <a:gd name="T28" fmla="*/ 60995 w 45"/>
              <a:gd name="T29" fmla="*/ 57150 h 51"/>
              <a:gd name="T30" fmla="*/ 73837 w 45"/>
              <a:gd name="T31" fmla="*/ 34925 h 51"/>
              <a:gd name="T32" fmla="*/ 77047 w 45"/>
              <a:gd name="T33" fmla="*/ 60325 h 51"/>
              <a:gd name="T34" fmla="*/ 67416 w 45"/>
              <a:gd name="T35" fmla="*/ 60325 h 51"/>
              <a:gd name="T36" fmla="*/ 51365 w 45"/>
              <a:gd name="T37" fmla="*/ 63500 h 51"/>
              <a:gd name="T38" fmla="*/ 64206 w 45"/>
              <a:gd name="T39" fmla="*/ 76200 h 51"/>
              <a:gd name="T40" fmla="*/ 70626 w 45"/>
              <a:gd name="T41" fmla="*/ 79375 h 51"/>
              <a:gd name="T42" fmla="*/ 83468 w 45"/>
              <a:gd name="T43" fmla="*/ 85725 h 51"/>
              <a:gd name="T44" fmla="*/ 80257 w 45"/>
              <a:gd name="T45" fmla="*/ 69850 h 51"/>
              <a:gd name="T46" fmla="*/ 80257 w 45"/>
              <a:gd name="T47" fmla="*/ 63500 h 51"/>
              <a:gd name="T48" fmla="*/ 70626 w 45"/>
              <a:gd name="T49" fmla="*/ 146050 h 51"/>
              <a:gd name="T50" fmla="*/ 89888 w 45"/>
              <a:gd name="T51" fmla="*/ 127000 h 51"/>
              <a:gd name="T52" fmla="*/ 89888 w 45"/>
              <a:gd name="T53" fmla="*/ 127000 h 51"/>
              <a:gd name="T54" fmla="*/ 93098 w 45"/>
              <a:gd name="T55" fmla="*/ 127000 h 51"/>
              <a:gd name="T56" fmla="*/ 131622 w 45"/>
              <a:gd name="T57" fmla="*/ 69850 h 51"/>
              <a:gd name="T58" fmla="*/ 112360 w 45"/>
              <a:gd name="T59" fmla="*/ 28575 h 51"/>
              <a:gd name="T60" fmla="*/ 28893 w 45"/>
              <a:gd name="T61" fmla="*/ 28575 h 51"/>
              <a:gd name="T62" fmla="*/ 22472 w 45"/>
              <a:gd name="T63" fmla="*/ 104775 h 51"/>
              <a:gd name="T64" fmla="*/ 51365 w 45"/>
              <a:gd name="T65" fmla="*/ 127000 h 51"/>
              <a:gd name="T66" fmla="*/ 54575 w 45"/>
              <a:gd name="T67" fmla="*/ 127000 h 5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5" h="51">
                <a:moveTo>
                  <a:pt x="25" y="49"/>
                </a:moveTo>
                <a:cubicBezTo>
                  <a:pt x="24" y="50"/>
                  <a:pt x="24" y="50"/>
                  <a:pt x="24" y="50"/>
                </a:cubicBezTo>
                <a:cubicBezTo>
                  <a:pt x="22" y="51"/>
                  <a:pt x="22" y="51"/>
                  <a:pt x="22" y="51"/>
                </a:cubicBezTo>
                <a:cubicBezTo>
                  <a:pt x="21" y="50"/>
                  <a:pt x="21" y="50"/>
                  <a:pt x="21" y="50"/>
                </a:cubicBezTo>
                <a:cubicBezTo>
                  <a:pt x="14" y="43"/>
                  <a:pt x="14" y="43"/>
                  <a:pt x="14" y="43"/>
                </a:cubicBezTo>
                <a:cubicBezTo>
                  <a:pt x="10" y="42"/>
                  <a:pt x="7" y="39"/>
                  <a:pt x="4" y="35"/>
                </a:cubicBezTo>
                <a:cubicBezTo>
                  <a:pt x="2" y="32"/>
                  <a:pt x="0" y="27"/>
                  <a:pt x="0" y="22"/>
                </a:cubicBezTo>
                <a:cubicBezTo>
                  <a:pt x="0" y="16"/>
                  <a:pt x="2" y="11"/>
                  <a:pt x="7" y="7"/>
                </a:cubicBezTo>
                <a:cubicBezTo>
                  <a:pt x="11" y="2"/>
                  <a:pt x="16" y="0"/>
                  <a:pt x="22" y="0"/>
                </a:cubicBezTo>
                <a:cubicBezTo>
                  <a:pt x="28" y="0"/>
                  <a:pt x="34" y="2"/>
                  <a:pt x="38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42" y="11"/>
                  <a:pt x="45" y="16"/>
                  <a:pt x="45" y="22"/>
                </a:cubicBezTo>
                <a:cubicBezTo>
                  <a:pt x="45" y="27"/>
                  <a:pt x="43" y="32"/>
                  <a:pt x="40" y="35"/>
                </a:cubicBezTo>
                <a:cubicBezTo>
                  <a:pt x="38" y="39"/>
                  <a:pt x="34" y="42"/>
                  <a:pt x="30" y="43"/>
                </a:cubicBezTo>
                <a:cubicBezTo>
                  <a:pt x="25" y="49"/>
                  <a:pt x="25" y="49"/>
                  <a:pt x="25" y="49"/>
                </a:cubicBezTo>
                <a:close/>
                <a:moveTo>
                  <a:pt x="23" y="11"/>
                </a:moveTo>
                <a:cubicBezTo>
                  <a:pt x="23" y="11"/>
                  <a:pt x="23" y="11"/>
                  <a:pt x="23" y="11"/>
                </a:cubicBezTo>
                <a:cubicBezTo>
                  <a:pt x="25" y="18"/>
                  <a:pt x="25" y="18"/>
                  <a:pt x="25" y="18"/>
                </a:cubicBezTo>
                <a:cubicBezTo>
                  <a:pt x="32" y="18"/>
                  <a:pt x="32" y="18"/>
                  <a:pt x="32" y="18"/>
                </a:cubicBezTo>
                <a:cubicBezTo>
                  <a:pt x="33" y="18"/>
                  <a:pt x="34" y="19"/>
                  <a:pt x="33" y="20"/>
                </a:cubicBezTo>
                <a:cubicBezTo>
                  <a:pt x="27" y="24"/>
                  <a:pt x="27" y="24"/>
                  <a:pt x="27" y="24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1"/>
                  <a:pt x="29" y="32"/>
                  <a:pt x="28" y="31"/>
                </a:cubicBezTo>
                <a:cubicBezTo>
                  <a:pt x="22" y="27"/>
                  <a:pt x="22" y="27"/>
                  <a:pt x="22" y="27"/>
                </a:cubicBezTo>
                <a:cubicBezTo>
                  <a:pt x="17" y="31"/>
                  <a:pt x="17" y="31"/>
                  <a:pt x="17" y="31"/>
                </a:cubicBezTo>
                <a:cubicBezTo>
                  <a:pt x="16" y="32"/>
                  <a:pt x="15" y="31"/>
                  <a:pt x="15" y="30"/>
                </a:cubicBezTo>
                <a:cubicBezTo>
                  <a:pt x="17" y="24"/>
                  <a:pt x="17" y="24"/>
                  <a:pt x="17" y="24"/>
                </a:cubicBezTo>
                <a:cubicBezTo>
                  <a:pt x="12" y="20"/>
                  <a:pt x="12" y="20"/>
                  <a:pt x="12" y="20"/>
                </a:cubicBezTo>
                <a:cubicBezTo>
                  <a:pt x="11" y="19"/>
                  <a:pt x="11" y="18"/>
                  <a:pt x="13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21" y="11"/>
                  <a:pt x="21" y="11"/>
                  <a:pt x="21" y="11"/>
                </a:cubicBezTo>
                <a:cubicBezTo>
                  <a:pt x="22" y="10"/>
                  <a:pt x="23" y="10"/>
                  <a:pt x="23" y="11"/>
                </a:cubicBezTo>
                <a:close/>
                <a:moveTo>
                  <a:pt x="24" y="19"/>
                </a:moveTo>
                <a:cubicBezTo>
                  <a:pt x="24" y="19"/>
                  <a:pt x="24" y="19"/>
                  <a:pt x="24" y="19"/>
                </a:cubicBezTo>
                <a:cubicBezTo>
                  <a:pt x="22" y="15"/>
                  <a:pt x="22" y="15"/>
                  <a:pt x="22" y="15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20"/>
                  <a:pt x="21" y="20"/>
                  <a:pt x="20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3"/>
                  <a:pt x="20" y="23"/>
                  <a:pt x="20" y="24"/>
                </a:cubicBezTo>
                <a:cubicBezTo>
                  <a:pt x="18" y="27"/>
                  <a:pt x="18" y="27"/>
                  <a:pt x="18" y="27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5"/>
                  <a:pt x="23" y="25"/>
                  <a:pt x="23" y="25"/>
                </a:cubicBezTo>
                <a:cubicBezTo>
                  <a:pt x="26" y="27"/>
                  <a:pt x="26" y="27"/>
                  <a:pt x="26" y="27"/>
                </a:cubicBezTo>
                <a:cubicBezTo>
                  <a:pt x="25" y="24"/>
                  <a:pt x="25" y="24"/>
                  <a:pt x="25" y="24"/>
                </a:cubicBezTo>
                <a:cubicBezTo>
                  <a:pt x="25" y="23"/>
                  <a:pt x="25" y="23"/>
                  <a:pt x="25" y="22"/>
                </a:cubicBezTo>
                <a:cubicBezTo>
                  <a:pt x="29" y="20"/>
                  <a:pt x="29" y="20"/>
                  <a:pt x="29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4" y="20"/>
                  <a:pt x="24" y="20"/>
                  <a:pt x="24" y="19"/>
                </a:cubicBezTo>
                <a:close/>
                <a:moveTo>
                  <a:pt x="22" y="46"/>
                </a:moveTo>
                <a:cubicBezTo>
                  <a:pt x="22" y="46"/>
                  <a:pt x="22" y="46"/>
                  <a:pt x="22" y="46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32" y="38"/>
                  <a:pt x="35" y="36"/>
                  <a:pt x="37" y="33"/>
                </a:cubicBezTo>
                <a:cubicBezTo>
                  <a:pt x="40" y="30"/>
                  <a:pt x="41" y="26"/>
                  <a:pt x="41" y="22"/>
                </a:cubicBezTo>
                <a:cubicBezTo>
                  <a:pt x="41" y="17"/>
                  <a:pt x="39" y="13"/>
                  <a:pt x="35" y="9"/>
                </a:cubicBezTo>
                <a:cubicBezTo>
                  <a:pt x="35" y="9"/>
                  <a:pt x="35" y="9"/>
                  <a:pt x="35" y="9"/>
                </a:cubicBezTo>
                <a:cubicBezTo>
                  <a:pt x="32" y="6"/>
                  <a:pt x="27" y="4"/>
                  <a:pt x="22" y="4"/>
                </a:cubicBezTo>
                <a:cubicBezTo>
                  <a:pt x="17" y="4"/>
                  <a:pt x="13" y="6"/>
                  <a:pt x="9" y="9"/>
                </a:cubicBezTo>
                <a:cubicBezTo>
                  <a:pt x="6" y="13"/>
                  <a:pt x="4" y="17"/>
                  <a:pt x="4" y="22"/>
                </a:cubicBezTo>
                <a:cubicBezTo>
                  <a:pt x="4" y="26"/>
                  <a:pt x="5" y="30"/>
                  <a:pt x="7" y="33"/>
                </a:cubicBezTo>
                <a:cubicBezTo>
                  <a:pt x="10" y="36"/>
                  <a:pt x="13" y="38"/>
                  <a:pt x="16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22" y="46"/>
                  <a:pt x="22" y="46"/>
                  <a:pt x="22" y="4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82" name="Freeform 316">
            <a:extLst>
              <a:ext uri="{FF2B5EF4-FFF2-40B4-BE49-F238E27FC236}">
                <a16:creationId xmlns:a16="http://schemas.microsoft.com/office/drawing/2014/main" id="{0B3CB4B6-3FAE-2702-A0DA-632633695C3E}"/>
              </a:ext>
            </a:extLst>
          </p:cNvPr>
          <p:cNvSpPr>
            <a:spLocks noEditPoints="1"/>
          </p:cNvSpPr>
          <p:nvPr/>
        </p:nvSpPr>
        <p:spPr bwMode="auto">
          <a:xfrm>
            <a:off x="11395535" y="4828565"/>
            <a:ext cx="207433" cy="160867"/>
          </a:xfrm>
          <a:custGeom>
            <a:avLst/>
            <a:gdLst>
              <a:gd name="T0" fmla="*/ 28575 w 49"/>
              <a:gd name="T1" fmla="*/ 114300 h 38"/>
              <a:gd name="T2" fmla="*/ 120650 w 49"/>
              <a:gd name="T3" fmla="*/ 107950 h 38"/>
              <a:gd name="T4" fmla="*/ 120650 w 49"/>
              <a:gd name="T5" fmla="*/ 120650 h 38"/>
              <a:gd name="T6" fmla="*/ 60325 w 49"/>
              <a:gd name="T7" fmla="*/ 88900 h 38"/>
              <a:gd name="T8" fmla="*/ 60325 w 49"/>
              <a:gd name="T9" fmla="*/ 88900 h 38"/>
              <a:gd name="T10" fmla="*/ 28575 w 49"/>
              <a:gd name="T11" fmla="*/ 60325 h 38"/>
              <a:gd name="T12" fmla="*/ 31750 w 49"/>
              <a:gd name="T13" fmla="*/ 44450 h 38"/>
              <a:gd name="T14" fmla="*/ 6350 w 49"/>
              <a:gd name="T15" fmla="*/ 44450 h 38"/>
              <a:gd name="T16" fmla="*/ 22225 w 49"/>
              <a:gd name="T17" fmla="*/ 57150 h 38"/>
              <a:gd name="T18" fmla="*/ 28575 w 49"/>
              <a:gd name="T19" fmla="*/ 60325 h 38"/>
              <a:gd name="T20" fmla="*/ 117475 w 49"/>
              <a:gd name="T21" fmla="*/ 95250 h 38"/>
              <a:gd name="T22" fmla="*/ 127000 w 49"/>
              <a:gd name="T23" fmla="*/ 60325 h 38"/>
              <a:gd name="T24" fmla="*/ 136525 w 49"/>
              <a:gd name="T25" fmla="*/ 57150 h 38"/>
              <a:gd name="T26" fmla="*/ 142875 w 49"/>
              <a:gd name="T27" fmla="*/ 53975 h 38"/>
              <a:gd name="T28" fmla="*/ 142875 w 49"/>
              <a:gd name="T29" fmla="*/ 34925 h 38"/>
              <a:gd name="T30" fmla="*/ 123825 w 49"/>
              <a:gd name="T31" fmla="*/ 38100 h 38"/>
              <a:gd name="T32" fmla="*/ 123825 w 49"/>
              <a:gd name="T33" fmla="*/ 53975 h 38"/>
              <a:gd name="T34" fmla="*/ 95250 w 49"/>
              <a:gd name="T35" fmla="*/ 85725 h 38"/>
              <a:gd name="T36" fmla="*/ 92075 w 49"/>
              <a:gd name="T37" fmla="*/ 88900 h 38"/>
              <a:gd name="T38" fmla="*/ 76200 w 49"/>
              <a:gd name="T39" fmla="*/ 38100 h 38"/>
              <a:gd name="T40" fmla="*/ 79375 w 49"/>
              <a:gd name="T41" fmla="*/ 31750 h 38"/>
              <a:gd name="T42" fmla="*/ 88900 w 49"/>
              <a:gd name="T43" fmla="*/ 19050 h 38"/>
              <a:gd name="T44" fmla="*/ 66675 w 49"/>
              <a:gd name="T45" fmla="*/ 12700 h 38"/>
              <a:gd name="T46" fmla="*/ 66675 w 49"/>
              <a:gd name="T47" fmla="*/ 28575 h 38"/>
              <a:gd name="T48" fmla="*/ 76200 w 49"/>
              <a:gd name="T49" fmla="*/ 38100 h 38"/>
              <a:gd name="T50" fmla="*/ 60325 w 49"/>
              <a:gd name="T51" fmla="*/ 88900 h 38"/>
              <a:gd name="T52" fmla="*/ 57150 w 49"/>
              <a:gd name="T53" fmla="*/ 76200 h 38"/>
              <a:gd name="T54" fmla="*/ 60325 w 49"/>
              <a:gd name="T55" fmla="*/ 31750 h 38"/>
              <a:gd name="T56" fmla="*/ 63500 w 49"/>
              <a:gd name="T57" fmla="*/ 6350 h 38"/>
              <a:gd name="T58" fmla="*/ 98425 w 49"/>
              <a:gd name="T59" fmla="*/ 19050 h 38"/>
              <a:gd name="T60" fmla="*/ 85725 w 49"/>
              <a:gd name="T61" fmla="*/ 38100 h 38"/>
              <a:gd name="T62" fmla="*/ 117475 w 49"/>
              <a:gd name="T63" fmla="*/ 57150 h 38"/>
              <a:gd name="T64" fmla="*/ 114300 w 49"/>
              <a:gd name="T65" fmla="*/ 44450 h 38"/>
              <a:gd name="T66" fmla="*/ 133350 w 49"/>
              <a:gd name="T67" fmla="*/ 25400 h 38"/>
              <a:gd name="T68" fmla="*/ 155575 w 49"/>
              <a:gd name="T69" fmla="*/ 44450 h 38"/>
              <a:gd name="T70" fmla="*/ 149225 w 49"/>
              <a:gd name="T71" fmla="*/ 57150 h 38"/>
              <a:gd name="T72" fmla="*/ 133350 w 49"/>
              <a:gd name="T73" fmla="*/ 63500 h 38"/>
              <a:gd name="T74" fmla="*/ 120650 w 49"/>
              <a:gd name="T75" fmla="*/ 101600 h 38"/>
              <a:gd name="T76" fmla="*/ 28575 w 49"/>
              <a:gd name="T77" fmla="*/ 98425 h 38"/>
              <a:gd name="T78" fmla="*/ 12700 w 49"/>
              <a:gd name="T79" fmla="*/ 63500 h 38"/>
              <a:gd name="T80" fmla="*/ 22225 w 49"/>
              <a:gd name="T81" fmla="*/ 25400 h 38"/>
              <a:gd name="T82" fmla="*/ 34925 w 49"/>
              <a:gd name="T83" fmla="*/ 57150 h 38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9" h="38">
                <a:moveTo>
                  <a:pt x="10" y="38"/>
                </a:moveTo>
                <a:cubicBezTo>
                  <a:pt x="9" y="38"/>
                  <a:pt x="9" y="37"/>
                  <a:pt x="9" y="36"/>
                </a:cubicBezTo>
                <a:cubicBezTo>
                  <a:pt x="9" y="35"/>
                  <a:pt x="9" y="34"/>
                  <a:pt x="10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9" y="34"/>
                  <a:pt x="40" y="35"/>
                  <a:pt x="40" y="36"/>
                </a:cubicBezTo>
                <a:cubicBezTo>
                  <a:pt x="40" y="37"/>
                  <a:pt x="39" y="38"/>
                  <a:pt x="38" y="38"/>
                </a:cubicBezTo>
                <a:cubicBezTo>
                  <a:pt x="10" y="38"/>
                  <a:pt x="10" y="38"/>
                  <a:pt x="10" y="38"/>
                </a:cubicBezTo>
                <a:close/>
                <a:moveTo>
                  <a:pt x="19" y="28"/>
                </a:move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8" y="28"/>
                  <a:pt x="18" y="27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8"/>
                  <a:pt x="9" y="17"/>
                  <a:pt x="9" y="17"/>
                </a:cubicBezTo>
                <a:cubicBezTo>
                  <a:pt x="10" y="16"/>
                  <a:pt x="10" y="15"/>
                  <a:pt x="10" y="14"/>
                </a:cubicBezTo>
                <a:cubicBezTo>
                  <a:pt x="10" y="12"/>
                  <a:pt x="9" y="10"/>
                  <a:pt x="7" y="10"/>
                </a:cubicBezTo>
                <a:cubicBezTo>
                  <a:pt x="4" y="10"/>
                  <a:pt x="2" y="12"/>
                  <a:pt x="2" y="14"/>
                </a:cubicBezTo>
                <a:cubicBezTo>
                  <a:pt x="2" y="16"/>
                  <a:pt x="3" y="17"/>
                  <a:pt x="5" y="18"/>
                </a:cubicBezTo>
                <a:cubicBezTo>
                  <a:pt x="6" y="18"/>
                  <a:pt x="7" y="18"/>
                  <a:pt x="7" y="18"/>
                </a:cubicBezTo>
                <a:cubicBezTo>
                  <a:pt x="7" y="18"/>
                  <a:pt x="7" y="18"/>
                  <a:pt x="7" y="18"/>
                </a:cubicBezTo>
                <a:cubicBezTo>
                  <a:pt x="8" y="18"/>
                  <a:pt x="9" y="18"/>
                  <a:pt x="9" y="19"/>
                </a:cubicBezTo>
                <a:cubicBezTo>
                  <a:pt x="11" y="30"/>
                  <a:pt x="11" y="30"/>
                  <a:pt x="11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8"/>
                  <a:pt x="41" y="18"/>
                  <a:pt x="41" y="18"/>
                </a:cubicBezTo>
                <a:cubicBezTo>
                  <a:pt x="42" y="18"/>
                  <a:pt x="43" y="18"/>
                  <a:pt x="43" y="18"/>
                </a:cubicBezTo>
                <a:cubicBezTo>
                  <a:pt x="44" y="18"/>
                  <a:pt x="45" y="17"/>
                  <a:pt x="45" y="17"/>
                </a:cubicBezTo>
                <a:cubicBezTo>
                  <a:pt x="45" y="17"/>
                  <a:pt x="45" y="17"/>
                  <a:pt x="45" y="17"/>
                </a:cubicBezTo>
                <a:cubicBezTo>
                  <a:pt x="46" y="16"/>
                  <a:pt x="46" y="15"/>
                  <a:pt x="46" y="14"/>
                </a:cubicBezTo>
                <a:cubicBezTo>
                  <a:pt x="46" y="13"/>
                  <a:pt x="46" y="12"/>
                  <a:pt x="45" y="11"/>
                </a:cubicBezTo>
                <a:cubicBezTo>
                  <a:pt x="44" y="10"/>
                  <a:pt x="43" y="10"/>
                  <a:pt x="42" y="10"/>
                </a:cubicBezTo>
                <a:cubicBezTo>
                  <a:pt x="41" y="10"/>
                  <a:pt x="40" y="11"/>
                  <a:pt x="39" y="12"/>
                </a:cubicBezTo>
                <a:cubicBezTo>
                  <a:pt x="39" y="12"/>
                  <a:pt x="38" y="13"/>
                  <a:pt x="38" y="14"/>
                </a:cubicBezTo>
                <a:cubicBezTo>
                  <a:pt x="38" y="15"/>
                  <a:pt x="39" y="16"/>
                  <a:pt x="39" y="17"/>
                </a:cubicBezTo>
                <a:cubicBezTo>
                  <a:pt x="40" y="17"/>
                  <a:pt x="40" y="18"/>
                  <a:pt x="39" y="19"/>
                </a:cubicBezTo>
                <a:cubicBezTo>
                  <a:pt x="30" y="27"/>
                  <a:pt x="30" y="27"/>
                  <a:pt x="30" y="27"/>
                </a:cubicBezTo>
                <a:cubicBezTo>
                  <a:pt x="30" y="27"/>
                  <a:pt x="30" y="28"/>
                  <a:pt x="30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8"/>
                  <a:pt x="29" y="27"/>
                  <a:pt x="28" y="27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11"/>
                  <a:pt x="25" y="10"/>
                  <a:pt x="25" y="10"/>
                </a:cubicBezTo>
                <a:cubicBezTo>
                  <a:pt x="26" y="10"/>
                  <a:pt x="27" y="9"/>
                  <a:pt x="27" y="9"/>
                </a:cubicBezTo>
                <a:cubicBezTo>
                  <a:pt x="28" y="8"/>
                  <a:pt x="28" y="7"/>
                  <a:pt x="28" y="6"/>
                </a:cubicBezTo>
                <a:cubicBezTo>
                  <a:pt x="28" y="4"/>
                  <a:pt x="26" y="2"/>
                  <a:pt x="24" y="2"/>
                </a:cubicBezTo>
                <a:cubicBezTo>
                  <a:pt x="23" y="2"/>
                  <a:pt x="22" y="3"/>
                  <a:pt x="21" y="4"/>
                </a:cubicBezTo>
                <a:cubicBezTo>
                  <a:pt x="21" y="4"/>
                  <a:pt x="20" y="5"/>
                  <a:pt x="20" y="6"/>
                </a:cubicBezTo>
                <a:cubicBezTo>
                  <a:pt x="20" y="7"/>
                  <a:pt x="21" y="8"/>
                  <a:pt x="21" y="9"/>
                </a:cubicBezTo>
                <a:cubicBezTo>
                  <a:pt x="22" y="9"/>
                  <a:pt x="22" y="10"/>
                  <a:pt x="23" y="10"/>
                </a:cubicBezTo>
                <a:cubicBezTo>
                  <a:pt x="24" y="10"/>
                  <a:pt x="24" y="11"/>
                  <a:pt x="24" y="12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20" y="28"/>
                  <a:pt x="19" y="28"/>
                </a:cubicBezTo>
                <a:close/>
                <a:moveTo>
                  <a:pt x="18" y="24"/>
                </a:moveTo>
                <a:cubicBezTo>
                  <a:pt x="18" y="24"/>
                  <a:pt x="18" y="24"/>
                  <a:pt x="18" y="24"/>
                </a:cubicBezTo>
                <a:cubicBezTo>
                  <a:pt x="22" y="12"/>
                  <a:pt x="22" y="12"/>
                  <a:pt x="22" y="12"/>
                </a:cubicBezTo>
                <a:cubicBezTo>
                  <a:pt x="21" y="12"/>
                  <a:pt x="20" y="11"/>
                  <a:pt x="19" y="10"/>
                </a:cubicBezTo>
                <a:cubicBezTo>
                  <a:pt x="18" y="9"/>
                  <a:pt x="18" y="8"/>
                  <a:pt x="18" y="6"/>
                </a:cubicBezTo>
                <a:cubicBezTo>
                  <a:pt x="18" y="5"/>
                  <a:pt x="19" y="3"/>
                  <a:pt x="20" y="2"/>
                </a:cubicBezTo>
                <a:cubicBezTo>
                  <a:pt x="21" y="1"/>
                  <a:pt x="22" y="0"/>
                  <a:pt x="24" y="0"/>
                </a:cubicBezTo>
                <a:cubicBezTo>
                  <a:pt x="28" y="0"/>
                  <a:pt x="31" y="3"/>
                  <a:pt x="31" y="6"/>
                </a:cubicBezTo>
                <a:cubicBezTo>
                  <a:pt x="31" y="8"/>
                  <a:pt x="30" y="9"/>
                  <a:pt x="29" y="10"/>
                </a:cubicBezTo>
                <a:cubicBezTo>
                  <a:pt x="29" y="11"/>
                  <a:pt x="28" y="12"/>
                  <a:pt x="27" y="12"/>
                </a:cubicBezTo>
                <a:cubicBezTo>
                  <a:pt x="30" y="24"/>
                  <a:pt x="30" y="24"/>
                  <a:pt x="30" y="24"/>
                </a:cubicBezTo>
                <a:cubicBezTo>
                  <a:pt x="37" y="18"/>
                  <a:pt x="37" y="18"/>
                  <a:pt x="37" y="18"/>
                </a:cubicBezTo>
                <a:cubicBezTo>
                  <a:pt x="36" y="17"/>
                  <a:pt x="36" y="16"/>
                  <a:pt x="36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3"/>
                  <a:pt x="36" y="11"/>
                  <a:pt x="37" y="10"/>
                </a:cubicBezTo>
                <a:cubicBezTo>
                  <a:pt x="39" y="9"/>
                  <a:pt x="40" y="8"/>
                  <a:pt x="42" y="8"/>
                </a:cubicBezTo>
                <a:cubicBezTo>
                  <a:pt x="43" y="8"/>
                  <a:pt x="45" y="8"/>
                  <a:pt x="46" y="9"/>
                </a:cubicBezTo>
                <a:cubicBezTo>
                  <a:pt x="48" y="10"/>
                  <a:pt x="48" y="12"/>
                  <a:pt x="49" y="14"/>
                </a:cubicBezTo>
                <a:cubicBezTo>
                  <a:pt x="49" y="15"/>
                  <a:pt x="48" y="17"/>
                  <a:pt x="47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6" y="19"/>
                  <a:pt x="45" y="20"/>
                  <a:pt x="44" y="20"/>
                </a:cubicBezTo>
                <a:cubicBezTo>
                  <a:pt x="43" y="20"/>
                  <a:pt x="43" y="20"/>
                  <a:pt x="42" y="20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2"/>
                  <a:pt x="39" y="32"/>
                  <a:pt x="38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10" y="32"/>
                  <a:pt x="9" y="32"/>
                  <a:pt x="9" y="31"/>
                </a:cubicBezTo>
                <a:cubicBezTo>
                  <a:pt x="7" y="20"/>
                  <a:pt x="7" y="20"/>
                  <a:pt x="7" y="20"/>
                </a:cubicBezTo>
                <a:cubicBezTo>
                  <a:pt x="6" y="20"/>
                  <a:pt x="5" y="20"/>
                  <a:pt x="4" y="20"/>
                </a:cubicBezTo>
                <a:cubicBezTo>
                  <a:pt x="2" y="19"/>
                  <a:pt x="0" y="17"/>
                  <a:pt x="0" y="14"/>
                </a:cubicBezTo>
                <a:cubicBezTo>
                  <a:pt x="0" y="10"/>
                  <a:pt x="3" y="8"/>
                  <a:pt x="7" y="8"/>
                </a:cubicBezTo>
                <a:cubicBezTo>
                  <a:pt x="10" y="8"/>
                  <a:pt x="13" y="11"/>
                  <a:pt x="12" y="14"/>
                </a:cubicBezTo>
                <a:cubicBezTo>
                  <a:pt x="12" y="16"/>
                  <a:pt x="12" y="17"/>
                  <a:pt x="11" y="18"/>
                </a:cubicBezTo>
                <a:cubicBezTo>
                  <a:pt x="18" y="24"/>
                  <a:pt x="18" y="24"/>
                  <a:pt x="18" y="2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83" name="Freeform 317">
            <a:extLst>
              <a:ext uri="{FF2B5EF4-FFF2-40B4-BE49-F238E27FC236}">
                <a16:creationId xmlns:a16="http://schemas.microsoft.com/office/drawing/2014/main" id="{EA20D0DD-C38A-4243-DFA1-DEF272E742AD}"/>
              </a:ext>
            </a:extLst>
          </p:cNvPr>
          <p:cNvSpPr>
            <a:spLocks noEditPoints="1"/>
          </p:cNvSpPr>
          <p:nvPr/>
        </p:nvSpPr>
        <p:spPr bwMode="auto">
          <a:xfrm>
            <a:off x="11016651" y="4803165"/>
            <a:ext cx="218016" cy="211667"/>
          </a:xfrm>
          <a:custGeom>
            <a:avLst/>
            <a:gdLst>
              <a:gd name="T0" fmla="*/ 163512 w 51"/>
              <a:gd name="T1" fmla="*/ 114300 h 50"/>
              <a:gd name="T2" fmla="*/ 157100 w 51"/>
              <a:gd name="T3" fmla="*/ 139700 h 50"/>
              <a:gd name="T4" fmla="*/ 147481 w 51"/>
              <a:gd name="T5" fmla="*/ 152400 h 50"/>
              <a:gd name="T6" fmla="*/ 128245 w 51"/>
              <a:gd name="T7" fmla="*/ 139700 h 50"/>
              <a:gd name="T8" fmla="*/ 112214 w 51"/>
              <a:gd name="T9" fmla="*/ 155575 h 50"/>
              <a:gd name="T10" fmla="*/ 92977 w 51"/>
              <a:gd name="T11" fmla="*/ 85725 h 50"/>
              <a:gd name="T12" fmla="*/ 83359 w 51"/>
              <a:gd name="T13" fmla="*/ 107950 h 50"/>
              <a:gd name="T14" fmla="*/ 67328 w 51"/>
              <a:gd name="T15" fmla="*/ 107950 h 50"/>
              <a:gd name="T16" fmla="*/ 51298 w 51"/>
              <a:gd name="T17" fmla="*/ 92075 h 50"/>
              <a:gd name="T18" fmla="*/ 51298 w 51"/>
              <a:gd name="T19" fmla="*/ 66675 h 50"/>
              <a:gd name="T20" fmla="*/ 92977 w 51"/>
              <a:gd name="T21" fmla="*/ 47625 h 50"/>
              <a:gd name="T22" fmla="*/ 105802 w 51"/>
              <a:gd name="T23" fmla="*/ 57150 h 50"/>
              <a:gd name="T24" fmla="*/ 109008 w 51"/>
              <a:gd name="T25" fmla="*/ 82550 h 50"/>
              <a:gd name="T26" fmla="*/ 105802 w 51"/>
              <a:gd name="T27" fmla="*/ 69850 h 50"/>
              <a:gd name="T28" fmla="*/ 99390 w 51"/>
              <a:gd name="T29" fmla="*/ 60325 h 50"/>
              <a:gd name="T30" fmla="*/ 64122 w 51"/>
              <a:gd name="T31" fmla="*/ 60325 h 50"/>
              <a:gd name="T32" fmla="*/ 57710 w 51"/>
              <a:gd name="T33" fmla="*/ 69850 h 50"/>
              <a:gd name="T34" fmla="*/ 57710 w 51"/>
              <a:gd name="T35" fmla="*/ 88900 h 50"/>
              <a:gd name="T36" fmla="*/ 70535 w 51"/>
              <a:gd name="T37" fmla="*/ 101600 h 50"/>
              <a:gd name="T38" fmla="*/ 80153 w 51"/>
              <a:gd name="T39" fmla="*/ 123825 h 50"/>
              <a:gd name="T40" fmla="*/ 60916 w 51"/>
              <a:gd name="T41" fmla="*/ 127000 h 50"/>
              <a:gd name="T42" fmla="*/ 32061 w 51"/>
              <a:gd name="T43" fmla="*/ 98425 h 50"/>
              <a:gd name="T44" fmla="*/ 32061 w 51"/>
              <a:gd name="T45" fmla="*/ 57150 h 50"/>
              <a:gd name="T46" fmla="*/ 60916 w 51"/>
              <a:gd name="T47" fmla="*/ 28575 h 50"/>
              <a:gd name="T48" fmla="*/ 102596 w 51"/>
              <a:gd name="T49" fmla="*/ 28575 h 50"/>
              <a:gd name="T50" fmla="*/ 131451 w 51"/>
              <a:gd name="T51" fmla="*/ 57150 h 50"/>
              <a:gd name="T52" fmla="*/ 128245 w 51"/>
              <a:gd name="T53" fmla="*/ 79375 h 50"/>
              <a:gd name="T54" fmla="*/ 115420 w 51"/>
              <a:gd name="T55" fmla="*/ 44450 h 50"/>
              <a:gd name="T56" fmla="*/ 64122 w 51"/>
              <a:gd name="T57" fmla="*/ 34925 h 50"/>
              <a:gd name="T58" fmla="*/ 38473 w 51"/>
              <a:gd name="T59" fmla="*/ 60325 h 50"/>
              <a:gd name="T60" fmla="*/ 38473 w 51"/>
              <a:gd name="T61" fmla="*/ 95250 h 50"/>
              <a:gd name="T62" fmla="*/ 80153 w 51"/>
              <a:gd name="T63" fmla="*/ 123825 h 50"/>
              <a:gd name="T64" fmla="*/ 86565 w 51"/>
              <a:gd name="T65" fmla="*/ 152400 h 50"/>
              <a:gd name="T66" fmla="*/ 51298 w 51"/>
              <a:gd name="T67" fmla="*/ 152400 h 50"/>
              <a:gd name="T68" fmla="*/ 6412 w 51"/>
              <a:gd name="T69" fmla="*/ 107950 h 50"/>
              <a:gd name="T70" fmla="*/ 6412 w 51"/>
              <a:gd name="T71" fmla="*/ 47625 h 50"/>
              <a:gd name="T72" fmla="*/ 51298 w 51"/>
              <a:gd name="T73" fmla="*/ 6350 h 50"/>
              <a:gd name="T74" fmla="*/ 112214 w 51"/>
              <a:gd name="T75" fmla="*/ 6350 h 50"/>
              <a:gd name="T76" fmla="*/ 137863 w 51"/>
              <a:gd name="T77" fmla="*/ 22225 h 50"/>
              <a:gd name="T78" fmla="*/ 160306 w 51"/>
              <a:gd name="T79" fmla="*/ 79375 h 50"/>
              <a:gd name="T80" fmla="*/ 144275 w 51"/>
              <a:gd name="T81" fmla="*/ 53975 h 50"/>
              <a:gd name="T82" fmla="*/ 105802 w 51"/>
              <a:gd name="T83" fmla="*/ 15875 h 50"/>
              <a:gd name="T84" fmla="*/ 54504 w 51"/>
              <a:gd name="T85" fmla="*/ 15875 h 50"/>
              <a:gd name="T86" fmla="*/ 12824 w 51"/>
              <a:gd name="T87" fmla="*/ 79375 h 50"/>
              <a:gd name="T88" fmla="*/ 32061 w 51"/>
              <a:gd name="T89" fmla="*/ 127000 h 50"/>
              <a:gd name="T90" fmla="*/ 150688 w 51"/>
              <a:gd name="T91" fmla="*/ 114300 h 50"/>
              <a:gd name="T92" fmla="*/ 115420 w 51"/>
              <a:gd name="T93" fmla="*/ 146050 h 50"/>
              <a:gd name="T94" fmla="*/ 125039 w 51"/>
              <a:gd name="T95" fmla="*/ 130175 h 50"/>
              <a:gd name="T96" fmla="*/ 147481 w 51"/>
              <a:gd name="T97" fmla="*/ 142875 h 50"/>
              <a:gd name="T98" fmla="*/ 134657 w 51"/>
              <a:gd name="T99" fmla="*/ 120650 h 50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1" h="50">
                <a:moveTo>
                  <a:pt x="29" y="27"/>
                </a:moveTo>
                <a:cubicBezTo>
                  <a:pt x="50" y="34"/>
                  <a:pt x="50" y="34"/>
                  <a:pt x="50" y="34"/>
                </a:cubicBezTo>
                <a:cubicBezTo>
                  <a:pt x="51" y="34"/>
                  <a:pt x="51" y="35"/>
                  <a:pt x="51" y="36"/>
                </a:cubicBezTo>
                <a:cubicBezTo>
                  <a:pt x="51" y="36"/>
                  <a:pt x="50" y="36"/>
                  <a:pt x="50" y="36"/>
                </a:cubicBezTo>
                <a:cubicBezTo>
                  <a:pt x="44" y="40"/>
                  <a:pt x="44" y="40"/>
                  <a:pt x="44" y="40"/>
                </a:cubicBezTo>
                <a:cubicBezTo>
                  <a:pt x="49" y="44"/>
                  <a:pt x="49" y="44"/>
                  <a:pt x="49" y="44"/>
                </a:cubicBezTo>
                <a:cubicBezTo>
                  <a:pt x="49" y="44"/>
                  <a:pt x="49" y="45"/>
                  <a:pt x="49" y="46"/>
                </a:cubicBezTo>
                <a:cubicBezTo>
                  <a:pt x="49" y="46"/>
                  <a:pt x="49" y="46"/>
                  <a:pt x="49" y="46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8"/>
                  <a:pt x="45" y="48"/>
                  <a:pt x="45" y="48"/>
                </a:cubicBezTo>
                <a:cubicBezTo>
                  <a:pt x="44" y="48"/>
                  <a:pt x="44" y="48"/>
                  <a:pt x="44" y="48"/>
                </a:cubicBezTo>
                <a:cubicBezTo>
                  <a:pt x="40" y="44"/>
                  <a:pt x="40" y="44"/>
                  <a:pt x="40" y="44"/>
                </a:cubicBezTo>
                <a:cubicBezTo>
                  <a:pt x="37" y="50"/>
                  <a:pt x="37" y="50"/>
                  <a:pt x="37" y="50"/>
                </a:cubicBezTo>
                <a:cubicBezTo>
                  <a:pt x="37" y="50"/>
                  <a:pt x="36" y="50"/>
                  <a:pt x="35" y="50"/>
                </a:cubicBezTo>
                <a:cubicBezTo>
                  <a:pt x="35" y="50"/>
                  <a:pt x="35" y="50"/>
                  <a:pt x="35" y="4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8"/>
                  <a:pt x="28" y="28"/>
                  <a:pt x="29" y="27"/>
                </a:cubicBezTo>
                <a:cubicBezTo>
                  <a:pt x="29" y="27"/>
                  <a:pt x="29" y="27"/>
                  <a:pt x="29" y="27"/>
                </a:cubicBezTo>
                <a:close/>
                <a:moveTo>
                  <a:pt x="25" y="33"/>
                </a:moveTo>
                <a:cubicBezTo>
                  <a:pt x="25" y="33"/>
                  <a:pt x="25" y="33"/>
                  <a:pt x="25" y="33"/>
                </a:cubicBezTo>
                <a:cubicBezTo>
                  <a:pt x="26" y="33"/>
                  <a:pt x="26" y="33"/>
                  <a:pt x="26" y="34"/>
                </a:cubicBezTo>
                <a:cubicBezTo>
                  <a:pt x="26" y="34"/>
                  <a:pt x="26" y="35"/>
                  <a:pt x="25" y="35"/>
                </a:cubicBezTo>
                <a:cubicBezTo>
                  <a:pt x="24" y="35"/>
                  <a:pt x="23" y="35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0" y="34"/>
                  <a:pt x="19" y="33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7" y="31"/>
                  <a:pt x="16" y="30"/>
                  <a:pt x="16" y="29"/>
                </a:cubicBezTo>
                <a:cubicBezTo>
                  <a:pt x="15" y="27"/>
                  <a:pt x="15" y="26"/>
                  <a:pt x="15" y="25"/>
                </a:cubicBezTo>
                <a:cubicBezTo>
                  <a:pt x="15" y="23"/>
                  <a:pt x="15" y="22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0"/>
                  <a:pt x="17" y="18"/>
                  <a:pt x="18" y="18"/>
                </a:cubicBezTo>
                <a:cubicBezTo>
                  <a:pt x="20" y="16"/>
                  <a:pt x="22" y="15"/>
                  <a:pt x="25" y="15"/>
                </a:cubicBezTo>
                <a:cubicBezTo>
                  <a:pt x="27" y="15"/>
                  <a:pt x="28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30" y="16"/>
                  <a:pt x="31" y="17"/>
                  <a:pt x="32" y="18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9"/>
                  <a:pt x="34" y="20"/>
                  <a:pt x="35" y="21"/>
                </a:cubicBezTo>
                <a:cubicBezTo>
                  <a:pt x="35" y="22"/>
                  <a:pt x="35" y="23"/>
                  <a:pt x="35" y="25"/>
                </a:cubicBezTo>
                <a:cubicBezTo>
                  <a:pt x="35" y="25"/>
                  <a:pt x="35" y="26"/>
                  <a:pt x="34" y="26"/>
                </a:cubicBezTo>
                <a:cubicBezTo>
                  <a:pt x="34" y="26"/>
                  <a:pt x="33" y="25"/>
                  <a:pt x="33" y="25"/>
                </a:cubicBezTo>
                <a:cubicBezTo>
                  <a:pt x="33" y="24"/>
                  <a:pt x="33" y="23"/>
                  <a:pt x="32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1"/>
                  <a:pt x="32" y="20"/>
                  <a:pt x="31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0" y="18"/>
                  <a:pt x="29" y="18"/>
                  <a:pt x="28" y="18"/>
                </a:cubicBezTo>
                <a:cubicBezTo>
                  <a:pt x="27" y="17"/>
                  <a:pt x="26" y="17"/>
                  <a:pt x="25" y="17"/>
                </a:cubicBezTo>
                <a:cubicBezTo>
                  <a:pt x="23" y="17"/>
                  <a:pt x="21" y="18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19" y="20"/>
                  <a:pt x="18" y="21"/>
                  <a:pt x="18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23"/>
                  <a:pt x="17" y="24"/>
                  <a:pt x="17" y="25"/>
                </a:cubicBezTo>
                <a:cubicBezTo>
                  <a:pt x="17" y="26"/>
                  <a:pt x="18" y="27"/>
                  <a:pt x="18" y="28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9"/>
                  <a:pt x="19" y="29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31"/>
                  <a:pt x="21" y="32"/>
                  <a:pt x="22" y="32"/>
                </a:cubicBezTo>
                <a:cubicBezTo>
                  <a:pt x="23" y="32"/>
                  <a:pt x="24" y="33"/>
                  <a:pt x="25" y="33"/>
                </a:cubicBezTo>
                <a:close/>
                <a:moveTo>
                  <a:pt x="25" y="39"/>
                </a:moveTo>
                <a:cubicBezTo>
                  <a:pt x="25" y="39"/>
                  <a:pt x="25" y="39"/>
                  <a:pt x="25" y="39"/>
                </a:cubicBezTo>
                <a:cubicBezTo>
                  <a:pt x="26" y="39"/>
                  <a:pt x="26" y="40"/>
                  <a:pt x="26" y="41"/>
                </a:cubicBezTo>
                <a:cubicBezTo>
                  <a:pt x="26" y="41"/>
                  <a:pt x="26" y="42"/>
                  <a:pt x="25" y="42"/>
                </a:cubicBezTo>
                <a:cubicBezTo>
                  <a:pt x="23" y="42"/>
                  <a:pt x="21" y="41"/>
                  <a:pt x="19" y="40"/>
                </a:cubicBezTo>
                <a:cubicBezTo>
                  <a:pt x="17" y="40"/>
                  <a:pt x="15" y="38"/>
                  <a:pt x="13" y="37"/>
                </a:cubicBezTo>
                <a:cubicBezTo>
                  <a:pt x="12" y="35"/>
                  <a:pt x="10" y="33"/>
                  <a:pt x="10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9" y="29"/>
                  <a:pt x="8" y="27"/>
                  <a:pt x="8" y="25"/>
                </a:cubicBezTo>
                <a:cubicBezTo>
                  <a:pt x="8" y="22"/>
                  <a:pt x="9" y="20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6"/>
                  <a:pt x="12" y="14"/>
                  <a:pt x="13" y="13"/>
                </a:cubicBezTo>
                <a:cubicBezTo>
                  <a:pt x="15" y="11"/>
                  <a:pt x="17" y="10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21" y="8"/>
                  <a:pt x="23" y="8"/>
                  <a:pt x="25" y="8"/>
                </a:cubicBezTo>
                <a:cubicBezTo>
                  <a:pt x="28" y="8"/>
                  <a:pt x="30" y="8"/>
                  <a:pt x="32" y="9"/>
                </a:cubicBezTo>
                <a:cubicBezTo>
                  <a:pt x="32" y="9"/>
                  <a:pt x="32" y="9"/>
                  <a:pt x="32" y="9"/>
                </a:cubicBezTo>
                <a:cubicBezTo>
                  <a:pt x="34" y="10"/>
                  <a:pt x="36" y="11"/>
                  <a:pt x="37" y="13"/>
                </a:cubicBezTo>
                <a:cubicBezTo>
                  <a:pt x="39" y="14"/>
                  <a:pt x="40" y="16"/>
                  <a:pt x="41" y="18"/>
                </a:cubicBezTo>
                <a:cubicBezTo>
                  <a:pt x="41" y="18"/>
                  <a:pt x="41" y="18"/>
                  <a:pt x="41" y="18"/>
                </a:cubicBezTo>
                <a:cubicBezTo>
                  <a:pt x="42" y="20"/>
                  <a:pt x="42" y="22"/>
                  <a:pt x="42" y="25"/>
                </a:cubicBezTo>
                <a:cubicBezTo>
                  <a:pt x="42" y="25"/>
                  <a:pt x="42" y="26"/>
                  <a:pt x="41" y="26"/>
                </a:cubicBezTo>
                <a:cubicBezTo>
                  <a:pt x="40" y="26"/>
                  <a:pt x="40" y="25"/>
                  <a:pt x="40" y="25"/>
                </a:cubicBezTo>
                <a:cubicBezTo>
                  <a:pt x="40" y="23"/>
                  <a:pt x="40" y="21"/>
                  <a:pt x="39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8" y="17"/>
                  <a:pt x="37" y="16"/>
                  <a:pt x="36" y="14"/>
                </a:cubicBezTo>
                <a:cubicBezTo>
                  <a:pt x="34" y="13"/>
                  <a:pt x="33" y="12"/>
                  <a:pt x="31" y="11"/>
                </a:cubicBezTo>
                <a:cubicBezTo>
                  <a:pt x="29" y="10"/>
                  <a:pt x="27" y="10"/>
                  <a:pt x="25" y="10"/>
                </a:cubicBezTo>
                <a:cubicBezTo>
                  <a:pt x="23" y="10"/>
                  <a:pt x="21" y="10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18" y="12"/>
                  <a:pt x="16" y="13"/>
                  <a:pt x="15" y="14"/>
                </a:cubicBezTo>
                <a:cubicBezTo>
                  <a:pt x="14" y="16"/>
                  <a:pt x="12" y="17"/>
                  <a:pt x="12" y="19"/>
                </a:cubicBezTo>
                <a:cubicBezTo>
                  <a:pt x="11" y="21"/>
                  <a:pt x="11" y="23"/>
                  <a:pt x="11" y="25"/>
                </a:cubicBezTo>
                <a:cubicBezTo>
                  <a:pt x="11" y="27"/>
                  <a:pt x="11" y="29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2"/>
                  <a:pt x="14" y="34"/>
                  <a:pt x="15" y="35"/>
                </a:cubicBezTo>
                <a:cubicBezTo>
                  <a:pt x="16" y="36"/>
                  <a:pt x="18" y="37"/>
                  <a:pt x="20" y="38"/>
                </a:cubicBezTo>
                <a:cubicBezTo>
                  <a:pt x="21" y="39"/>
                  <a:pt x="23" y="39"/>
                  <a:pt x="25" y="39"/>
                </a:cubicBezTo>
                <a:close/>
                <a:moveTo>
                  <a:pt x="25" y="46"/>
                </a:moveTo>
                <a:cubicBezTo>
                  <a:pt x="25" y="46"/>
                  <a:pt x="25" y="46"/>
                  <a:pt x="25" y="46"/>
                </a:cubicBezTo>
                <a:cubicBezTo>
                  <a:pt x="26" y="46"/>
                  <a:pt x="27" y="47"/>
                  <a:pt x="27" y="48"/>
                </a:cubicBezTo>
                <a:cubicBezTo>
                  <a:pt x="27" y="49"/>
                  <a:pt x="26" y="50"/>
                  <a:pt x="25" y="50"/>
                </a:cubicBezTo>
                <a:cubicBezTo>
                  <a:pt x="22" y="50"/>
                  <a:pt x="19" y="49"/>
                  <a:pt x="16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3" y="47"/>
                  <a:pt x="10" y="45"/>
                  <a:pt x="8" y="42"/>
                </a:cubicBezTo>
                <a:cubicBezTo>
                  <a:pt x="5" y="40"/>
                  <a:pt x="3" y="37"/>
                  <a:pt x="2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1"/>
                  <a:pt x="0" y="28"/>
                  <a:pt x="0" y="25"/>
                </a:cubicBezTo>
                <a:cubicBezTo>
                  <a:pt x="0" y="21"/>
                  <a:pt x="1" y="18"/>
                  <a:pt x="2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3" y="12"/>
                  <a:pt x="5" y="9"/>
                  <a:pt x="8" y="7"/>
                </a:cubicBezTo>
                <a:cubicBezTo>
                  <a:pt x="10" y="5"/>
                  <a:pt x="13" y="3"/>
                  <a:pt x="16" y="2"/>
                </a:cubicBezTo>
                <a:cubicBezTo>
                  <a:pt x="16" y="1"/>
                  <a:pt x="16" y="1"/>
                  <a:pt x="16" y="1"/>
                </a:cubicBezTo>
                <a:cubicBezTo>
                  <a:pt x="19" y="0"/>
                  <a:pt x="22" y="0"/>
                  <a:pt x="25" y="0"/>
                </a:cubicBezTo>
                <a:cubicBezTo>
                  <a:pt x="29" y="0"/>
                  <a:pt x="32" y="0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8" y="3"/>
                  <a:pt x="41" y="5"/>
                  <a:pt x="43" y="7"/>
                </a:cubicBezTo>
                <a:cubicBezTo>
                  <a:pt x="45" y="9"/>
                  <a:pt x="47" y="12"/>
                  <a:pt x="48" y="15"/>
                </a:cubicBezTo>
                <a:cubicBezTo>
                  <a:pt x="49" y="15"/>
                  <a:pt x="49" y="15"/>
                  <a:pt x="49" y="15"/>
                </a:cubicBezTo>
                <a:cubicBezTo>
                  <a:pt x="50" y="18"/>
                  <a:pt x="50" y="21"/>
                  <a:pt x="50" y="25"/>
                </a:cubicBezTo>
                <a:cubicBezTo>
                  <a:pt x="50" y="26"/>
                  <a:pt x="50" y="27"/>
                  <a:pt x="48" y="27"/>
                </a:cubicBezTo>
                <a:cubicBezTo>
                  <a:pt x="47" y="27"/>
                  <a:pt x="47" y="26"/>
                  <a:pt x="47" y="25"/>
                </a:cubicBezTo>
                <a:cubicBezTo>
                  <a:pt x="47" y="22"/>
                  <a:pt x="46" y="19"/>
                  <a:pt x="45" y="17"/>
                </a:cubicBezTo>
                <a:cubicBezTo>
                  <a:pt x="45" y="17"/>
                  <a:pt x="45" y="17"/>
                  <a:pt x="45" y="17"/>
                </a:cubicBezTo>
                <a:cubicBezTo>
                  <a:pt x="44" y="14"/>
                  <a:pt x="42" y="12"/>
                  <a:pt x="40" y="10"/>
                </a:cubicBezTo>
                <a:cubicBezTo>
                  <a:pt x="38" y="8"/>
                  <a:pt x="36" y="6"/>
                  <a:pt x="33" y="5"/>
                </a:cubicBezTo>
                <a:cubicBezTo>
                  <a:pt x="31" y="4"/>
                  <a:pt x="28" y="3"/>
                  <a:pt x="25" y="3"/>
                </a:cubicBezTo>
                <a:cubicBezTo>
                  <a:pt x="22" y="3"/>
                  <a:pt x="20" y="4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5" y="6"/>
                  <a:pt x="12" y="8"/>
                  <a:pt x="10" y="10"/>
                </a:cubicBezTo>
                <a:cubicBezTo>
                  <a:pt x="8" y="12"/>
                  <a:pt x="7" y="14"/>
                  <a:pt x="6" y="17"/>
                </a:cubicBezTo>
                <a:cubicBezTo>
                  <a:pt x="5" y="19"/>
                  <a:pt x="4" y="22"/>
                  <a:pt x="4" y="25"/>
                </a:cubicBezTo>
                <a:cubicBezTo>
                  <a:pt x="4" y="28"/>
                  <a:pt x="5" y="30"/>
                  <a:pt x="6" y="33"/>
                </a:cubicBezTo>
                <a:cubicBezTo>
                  <a:pt x="6" y="33"/>
                  <a:pt x="6" y="33"/>
                  <a:pt x="6" y="33"/>
                </a:cubicBezTo>
                <a:cubicBezTo>
                  <a:pt x="7" y="35"/>
                  <a:pt x="8" y="38"/>
                  <a:pt x="10" y="40"/>
                </a:cubicBezTo>
                <a:cubicBezTo>
                  <a:pt x="12" y="42"/>
                  <a:pt x="15" y="43"/>
                  <a:pt x="17" y="44"/>
                </a:cubicBezTo>
                <a:cubicBezTo>
                  <a:pt x="20" y="45"/>
                  <a:pt x="22" y="46"/>
                  <a:pt x="25" y="46"/>
                </a:cubicBezTo>
                <a:close/>
                <a:moveTo>
                  <a:pt x="47" y="36"/>
                </a:moveTo>
                <a:cubicBezTo>
                  <a:pt x="47" y="36"/>
                  <a:pt x="47" y="36"/>
                  <a:pt x="47" y="36"/>
                </a:cubicBezTo>
                <a:cubicBezTo>
                  <a:pt x="31" y="30"/>
                  <a:pt x="31" y="30"/>
                  <a:pt x="31" y="30"/>
                </a:cubicBezTo>
                <a:cubicBezTo>
                  <a:pt x="36" y="46"/>
                  <a:pt x="36" y="46"/>
                  <a:pt x="36" y="46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0"/>
                  <a:pt x="40" y="40"/>
                  <a:pt x="41" y="41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5"/>
                  <a:pt x="46" y="45"/>
                  <a:pt x="46" y="45"/>
                </a:cubicBezTo>
                <a:cubicBezTo>
                  <a:pt x="41" y="40"/>
                  <a:pt x="41" y="40"/>
                  <a:pt x="41" y="40"/>
                </a:cubicBezTo>
                <a:cubicBezTo>
                  <a:pt x="41" y="40"/>
                  <a:pt x="41" y="40"/>
                  <a:pt x="41" y="40"/>
                </a:cubicBezTo>
                <a:cubicBezTo>
                  <a:pt x="41" y="39"/>
                  <a:pt x="41" y="39"/>
                  <a:pt x="42" y="38"/>
                </a:cubicBezTo>
                <a:cubicBezTo>
                  <a:pt x="47" y="36"/>
                  <a:pt x="47" y="36"/>
                  <a:pt x="47" y="3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84" name="Freeform 318">
            <a:extLst>
              <a:ext uri="{FF2B5EF4-FFF2-40B4-BE49-F238E27FC236}">
                <a16:creationId xmlns:a16="http://schemas.microsoft.com/office/drawing/2014/main" id="{ED4193E8-8B0E-F26A-45AD-C427FC943859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5643481"/>
            <a:ext cx="211667" cy="215900"/>
          </a:xfrm>
          <a:custGeom>
            <a:avLst/>
            <a:gdLst>
              <a:gd name="T0" fmla="*/ 79375 w 50"/>
              <a:gd name="T1" fmla="*/ 95250 h 51"/>
              <a:gd name="T2" fmla="*/ 92075 w 50"/>
              <a:gd name="T3" fmla="*/ 114300 h 51"/>
              <a:gd name="T4" fmla="*/ 82550 w 50"/>
              <a:gd name="T5" fmla="*/ 127000 h 51"/>
              <a:gd name="T6" fmla="*/ 57150 w 50"/>
              <a:gd name="T7" fmla="*/ 152400 h 51"/>
              <a:gd name="T8" fmla="*/ 41275 w 50"/>
              <a:gd name="T9" fmla="*/ 161925 h 51"/>
              <a:gd name="T10" fmla="*/ 22225 w 50"/>
              <a:gd name="T11" fmla="*/ 152400 h 51"/>
              <a:gd name="T12" fmla="*/ 6350 w 50"/>
              <a:gd name="T13" fmla="*/ 136525 h 51"/>
              <a:gd name="T14" fmla="*/ 6350 w 50"/>
              <a:gd name="T15" fmla="*/ 136525 h 51"/>
              <a:gd name="T16" fmla="*/ 6350 w 50"/>
              <a:gd name="T17" fmla="*/ 101600 h 51"/>
              <a:gd name="T18" fmla="*/ 6350 w 50"/>
              <a:gd name="T19" fmla="*/ 101600 h 51"/>
              <a:gd name="T20" fmla="*/ 31750 w 50"/>
              <a:gd name="T21" fmla="*/ 76200 h 51"/>
              <a:gd name="T22" fmla="*/ 47625 w 50"/>
              <a:gd name="T23" fmla="*/ 69850 h 51"/>
              <a:gd name="T24" fmla="*/ 63500 w 50"/>
              <a:gd name="T25" fmla="*/ 79375 h 51"/>
              <a:gd name="T26" fmla="*/ 47625 w 50"/>
              <a:gd name="T27" fmla="*/ 82550 h 51"/>
              <a:gd name="T28" fmla="*/ 15875 w 50"/>
              <a:gd name="T29" fmla="*/ 111125 h 51"/>
              <a:gd name="T30" fmla="*/ 15875 w 50"/>
              <a:gd name="T31" fmla="*/ 111125 h 51"/>
              <a:gd name="T32" fmla="*/ 12700 w 50"/>
              <a:gd name="T33" fmla="*/ 120650 h 51"/>
              <a:gd name="T34" fmla="*/ 15875 w 50"/>
              <a:gd name="T35" fmla="*/ 127000 h 51"/>
              <a:gd name="T36" fmla="*/ 31750 w 50"/>
              <a:gd name="T37" fmla="*/ 146050 h 51"/>
              <a:gd name="T38" fmla="*/ 41275 w 50"/>
              <a:gd name="T39" fmla="*/ 149225 h 51"/>
              <a:gd name="T40" fmla="*/ 47625 w 50"/>
              <a:gd name="T41" fmla="*/ 146050 h 51"/>
              <a:gd name="T42" fmla="*/ 50800 w 50"/>
              <a:gd name="T43" fmla="*/ 146050 h 51"/>
              <a:gd name="T44" fmla="*/ 76200 w 50"/>
              <a:gd name="T45" fmla="*/ 117475 h 51"/>
              <a:gd name="T46" fmla="*/ 79375 w 50"/>
              <a:gd name="T47" fmla="*/ 104775 h 51"/>
              <a:gd name="T48" fmla="*/ 57150 w 50"/>
              <a:gd name="T49" fmla="*/ 111125 h 51"/>
              <a:gd name="T50" fmla="*/ 47625 w 50"/>
              <a:gd name="T51" fmla="*/ 101600 h 51"/>
              <a:gd name="T52" fmla="*/ 111125 w 50"/>
              <a:gd name="T53" fmla="*/ 50800 h 51"/>
              <a:gd name="T54" fmla="*/ 57150 w 50"/>
              <a:gd name="T55" fmla="*/ 111125 h 51"/>
              <a:gd name="T56" fmla="*/ 57150 w 50"/>
              <a:gd name="T57" fmla="*/ 155575 h 51"/>
              <a:gd name="T58" fmla="*/ 57150 w 50"/>
              <a:gd name="T59" fmla="*/ 155575 h 51"/>
              <a:gd name="T60" fmla="*/ 6350 w 50"/>
              <a:gd name="T61" fmla="*/ 136525 h 51"/>
              <a:gd name="T62" fmla="*/ 6350 w 50"/>
              <a:gd name="T63" fmla="*/ 136525 h 51"/>
              <a:gd name="T64" fmla="*/ 79375 w 50"/>
              <a:gd name="T65" fmla="*/ 57150 h 51"/>
              <a:gd name="T66" fmla="*/ 69850 w 50"/>
              <a:gd name="T67" fmla="*/ 63500 h 51"/>
              <a:gd name="T68" fmla="*/ 73025 w 50"/>
              <a:gd name="T69" fmla="*/ 34925 h 51"/>
              <a:gd name="T70" fmla="*/ 101600 w 50"/>
              <a:gd name="T71" fmla="*/ 9525 h 51"/>
              <a:gd name="T72" fmla="*/ 101600 w 50"/>
              <a:gd name="T73" fmla="*/ 9525 h 51"/>
              <a:gd name="T74" fmla="*/ 117475 w 50"/>
              <a:gd name="T75" fmla="*/ 0 h 51"/>
              <a:gd name="T76" fmla="*/ 136525 w 50"/>
              <a:gd name="T77" fmla="*/ 9525 h 51"/>
              <a:gd name="T78" fmla="*/ 152400 w 50"/>
              <a:gd name="T79" fmla="*/ 25400 h 51"/>
              <a:gd name="T80" fmla="*/ 152400 w 50"/>
              <a:gd name="T81" fmla="*/ 25400 h 51"/>
              <a:gd name="T82" fmla="*/ 152400 w 50"/>
              <a:gd name="T83" fmla="*/ 60325 h 51"/>
              <a:gd name="T84" fmla="*/ 152400 w 50"/>
              <a:gd name="T85" fmla="*/ 60325 h 51"/>
              <a:gd name="T86" fmla="*/ 123825 w 50"/>
              <a:gd name="T87" fmla="*/ 85725 h 51"/>
              <a:gd name="T88" fmla="*/ 111125 w 50"/>
              <a:gd name="T89" fmla="*/ 92075 h 51"/>
              <a:gd name="T90" fmla="*/ 95250 w 50"/>
              <a:gd name="T91" fmla="*/ 82550 h 51"/>
              <a:gd name="T92" fmla="*/ 111125 w 50"/>
              <a:gd name="T93" fmla="*/ 79375 h 51"/>
              <a:gd name="T94" fmla="*/ 117475 w 50"/>
              <a:gd name="T95" fmla="*/ 76200 h 51"/>
              <a:gd name="T96" fmla="*/ 142875 w 50"/>
              <a:gd name="T97" fmla="*/ 50800 h 51"/>
              <a:gd name="T98" fmla="*/ 142875 w 50"/>
              <a:gd name="T99" fmla="*/ 50800 h 51"/>
              <a:gd name="T100" fmla="*/ 142875 w 50"/>
              <a:gd name="T101" fmla="*/ 34925 h 51"/>
              <a:gd name="T102" fmla="*/ 142875 w 50"/>
              <a:gd name="T103" fmla="*/ 34925 h 51"/>
              <a:gd name="T104" fmla="*/ 127000 w 50"/>
              <a:gd name="T105" fmla="*/ 15875 h 51"/>
              <a:gd name="T106" fmla="*/ 117475 w 50"/>
              <a:gd name="T107" fmla="*/ 12700 h 51"/>
              <a:gd name="T108" fmla="*/ 107950 w 50"/>
              <a:gd name="T109" fmla="*/ 15875 h 51"/>
              <a:gd name="T110" fmla="*/ 107950 w 50"/>
              <a:gd name="T111" fmla="*/ 15875 h 51"/>
              <a:gd name="T112" fmla="*/ 82550 w 50"/>
              <a:gd name="T113" fmla="*/ 44450 h 51"/>
              <a:gd name="T114" fmla="*/ 79375 w 50"/>
              <a:gd name="T115" fmla="*/ 57150 h 51"/>
              <a:gd name="T116" fmla="*/ 101600 w 50"/>
              <a:gd name="T117" fmla="*/ 9525 h 51"/>
              <a:gd name="T118" fmla="*/ 101600 w 50"/>
              <a:gd name="T119" fmla="*/ 9525 h 51"/>
              <a:gd name="T120" fmla="*/ 152400 w 50"/>
              <a:gd name="T121" fmla="*/ 25400 h 51"/>
              <a:gd name="T122" fmla="*/ 152400 w 50"/>
              <a:gd name="T123" fmla="*/ 25400 h 5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0" h="51">
                <a:moveTo>
                  <a:pt x="25" y="33"/>
                </a:moveTo>
                <a:cubicBezTo>
                  <a:pt x="24" y="32"/>
                  <a:pt x="24" y="31"/>
                  <a:pt x="25" y="30"/>
                </a:cubicBezTo>
                <a:cubicBezTo>
                  <a:pt x="26" y="30"/>
                  <a:pt x="28" y="30"/>
                  <a:pt x="28" y="31"/>
                </a:cubicBezTo>
                <a:cubicBezTo>
                  <a:pt x="29" y="33"/>
                  <a:pt x="29" y="34"/>
                  <a:pt x="29" y="36"/>
                </a:cubicBezTo>
                <a:cubicBezTo>
                  <a:pt x="28" y="37"/>
                  <a:pt x="28" y="39"/>
                  <a:pt x="27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18" y="48"/>
                  <a:pt x="18" y="48"/>
                  <a:pt x="18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8" y="49"/>
                  <a:pt x="18" y="49"/>
                  <a:pt x="18" y="49"/>
                </a:cubicBezTo>
                <a:cubicBezTo>
                  <a:pt x="17" y="50"/>
                  <a:pt x="15" y="51"/>
                  <a:pt x="13" y="51"/>
                </a:cubicBezTo>
                <a:cubicBezTo>
                  <a:pt x="11" y="51"/>
                  <a:pt x="9" y="50"/>
                  <a:pt x="7" y="48"/>
                </a:cubicBezTo>
                <a:cubicBezTo>
                  <a:pt x="7" y="48"/>
                  <a:pt x="7" y="48"/>
                  <a:pt x="7" y="48"/>
                </a:cubicBezTo>
                <a:cubicBezTo>
                  <a:pt x="7" y="48"/>
                  <a:pt x="7" y="48"/>
                  <a:pt x="7" y="48"/>
                </a:cubicBezTo>
                <a:cubicBezTo>
                  <a:pt x="2" y="43"/>
                  <a:pt x="2" y="43"/>
                  <a:pt x="2" y="43"/>
                </a:cubicBezTo>
                <a:cubicBezTo>
                  <a:pt x="2" y="43"/>
                  <a:pt x="2" y="43"/>
                  <a:pt x="2" y="43"/>
                </a:cubicBezTo>
                <a:cubicBezTo>
                  <a:pt x="2" y="43"/>
                  <a:pt x="2" y="43"/>
                  <a:pt x="2" y="43"/>
                </a:cubicBezTo>
                <a:cubicBezTo>
                  <a:pt x="1" y="42"/>
                  <a:pt x="0" y="40"/>
                  <a:pt x="0" y="38"/>
                </a:cubicBezTo>
                <a:cubicBezTo>
                  <a:pt x="0" y="36"/>
                  <a:pt x="1" y="34"/>
                  <a:pt x="2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2" y="23"/>
                  <a:pt x="13" y="22"/>
                  <a:pt x="15" y="22"/>
                </a:cubicBezTo>
                <a:cubicBezTo>
                  <a:pt x="16" y="22"/>
                  <a:pt x="18" y="22"/>
                  <a:pt x="19" y="23"/>
                </a:cubicBezTo>
                <a:cubicBezTo>
                  <a:pt x="20" y="23"/>
                  <a:pt x="21" y="24"/>
                  <a:pt x="20" y="25"/>
                </a:cubicBezTo>
                <a:cubicBezTo>
                  <a:pt x="20" y="26"/>
                  <a:pt x="19" y="26"/>
                  <a:pt x="18" y="26"/>
                </a:cubicBezTo>
                <a:cubicBezTo>
                  <a:pt x="17" y="26"/>
                  <a:pt x="16" y="25"/>
                  <a:pt x="15" y="26"/>
                </a:cubicBezTo>
                <a:cubicBezTo>
                  <a:pt x="14" y="26"/>
                  <a:pt x="14" y="26"/>
                  <a:pt x="13" y="27"/>
                </a:cubicBezTo>
                <a:cubicBezTo>
                  <a:pt x="5" y="35"/>
                  <a:pt x="5" y="35"/>
                  <a:pt x="5" y="35"/>
                </a:cubicBezTo>
                <a:cubicBezTo>
                  <a:pt x="5" y="35"/>
                  <a:pt x="5" y="35"/>
                  <a:pt x="5" y="35"/>
                </a:cubicBezTo>
                <a:cubicBezTo>
                  <a:pt x="5" y="35"/>
                  <a:pt x="5" y="35"/>
                  <a:pt x="5" y="35"/>
                </a:cubicBezTo>
                <a:cubicBezTo>
                  <a:pt x="5" y="35"/>
                  <a:pt x="5" y="35"/>
                  <a:pt x="5" y="35"/>
                </a:cubicBezTo>
                <a:cubicBezTo>
                  <a:pt x="4" y="36"/>
                  <a:pt x="4" y="37"/>
                  <a:pt x="4" y="38"/>
                </a:cubicBezTo>
                <a:cubicBezTo>
                  <a:pt x="4" y="39"/>
                  <a:pt x="4" y="40"/>
                  <a:pt x="5" y="40"/>
                </a:cubicBezTo>
                <a:cubicBezTo>
                  <a:pt x="5" y="40"/>
                  <a:pt x="5" y="40"/>
                  <a:pt x="5" y="40"/>
                </a:cubicBezTo>
                <a:cubicBezTo>
                  <a:pt x="5" y="40"/>
                  <a:pt x="5" y="40"/>
                  <a:pt x="5" y="40"/>
                </a:cubicBezTo>
                <a:cubicBezTo>
                  <a:pt x="10" y="46"/>
                  <a:pt x="10" y="46"/>
                  <a:pt x="10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11" y="46"/>
                  <a:pt x="12" y="47"/>
                  <a:pt x="13" y="47"/>
                </a:cubicBezTo>
                <a:cubicBezTo>
                  <a:pt x="14" y="47"/>
                  <a:pt x="15" y="46"/>
                  <a:pt x="15" y="46"/>
                </a:cubicBezTo>
                <a:cubicBezTo>
                  <a:pt x="15" y="46"/>
                  <a:pt x="15" y="46"/>
                  <a:pt x="15" y="46"/>
                </a:cubicBezTo>
                <a:cubicBezTo>
                  <a:pt x="15" y="46"/>
                  <a:pt x="15" y="46"/>
                  <a:pt x="15" y="46"/>
                </a:cubicBezTo>
                <a:cubicBezTo>
                  <a:pt x="16" y="46"/>
                  <a:pt x="16" y="46"/>
                  <a:pt x="16" y="46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5" y="36"/>
                  <a:pt x="25" y="35"/>
                </a:cubicBezTo>
                <a:cubicBezTo>
                  <a:pt x="25" y="34"/>
                  <a:pt x="25" y="34"/>
                  <a:pt x="25" y="33"/>
                </a:cubicBezTo>
                <a:close/>
                <a:moveTo>
                  <a:pt x="18" y="35"/>
                </a:moveTo>
                <a:cubicBezTo>
                  <a:pt x="18" y="35"/>
                  <a:pt x="18" y="35"/>
                  <a:pt x="18" y="35"/>
                </a:cubicBezTo>
                <a:cubicBezTo>
                  <a:pt x="17" y="36"/>
                  <a:pt x="16" y="36"/>
                  <a:pt x="15" y="35"/>
                </a:cubicBezTo>
                <a:cubicBezTo>
                  <a:pt x="15" y="34"/>
                  <a:pt x="15" y="33"/>
                  <a:pt x="15" y="32"/>
                </a:cubicBezTo>
                <a:cubicBezTo>
                  <a:pt x="32" y="16"/>
                  <a:pt x="32" y="16"/>
                  <a:pt x="32" y="16"/>
                </a:cubicBezTo>
                <a:cubicBezTo>
                  <a:pt x="33" y="15"/>
                  <a:pt x="34" y="15"/>
                  <a:pt x="35" y="16"/>
                </a:cubicBezTo>
                <a:cubicBezTo>
                  <a:pt x="35" y="17"/>
                  <a:pt x="35" y="18"/>
                  <a:pt x="35" y="19"/>
                </a:cubicBezTo>
                <a:cubicBezTo>
                  <a:pt x="18" y="35"/>
                  <a:pt x="18" y="35"/>
                  <a:pt x="18" y="35"/>
                </a:cubicBezTo>
                <a:close/>
                <a:moveTo>
                  <a:pt x="18" y="49"/>
                </a:moveTo>
                <a:cubicBezTo>
                  <a:pt x="18" y="49"/>
                  <a:pt x="18" y="49"/>
                  <a:pt x="18" y="49"/>
                </a:cubicBezTo>
                <a:cubicBezTo>
                  <a:pt x="17" y="49"/>
                  <a:pt x="16" y="49"/>
                  <a:pt x="15" y="48"/>
                </a:cubicBezTo>
                <a:cubicBezTo>
                  <a:pt x="18" y="49"/>
                  <a:pt x="18" y="49"/>
                  <a:pt x="18" y="49"/>
                </a:cubicBezTo>
                <a:close/>
                <a:moveTo>
                  <a:pt x="2" y="43"/>
                </a:moveTo>
                <a:cubicBezTo>
                  <a:pt x="2" y="43"/>
                  <a:pt x="2" y="43"/>
                  <a:pt x="2" y="43"/>
                </a:cubicBezTo>
                <a:cubicBezTo>
                  <a:pt x="1" y="42"/>
                  <a:pt x="1" y="41"/>
                  <a:pt x="2" y="40"/>
                </a:cubicBezTo>
                <a:cubicBezTo>
                  <a:pt x="2" y="43"/>
                  <a:pt x="2" y="43"/>
                  <a:pt x="2" y="43"/>
                </a:cubicBezTo>
                <a:close/>
                <a:moveTo>
                  <a:pt x="25" y="18"/>
                </a:moveTo>
                <a:cubicBezTo>
                  <a:pt x="25" y="18"/>
                  <a:pt x="25" y="18"/>
                  <a:pt x="25" y="18"/>
                </a:cubicBezTo>
                <a:cubicBezTo>
                  <a:pt x="26" y="19"/>
                  <a:pt x="26" y="20"/>
                  <a:pt x="25" y="21"/>
                </a:cubicBezTo>
                <a:cubicBezTo>
                  <a:pt x="24" y="21"/>
                  <a:pt x="22" y="21"/>
                  <a:pt x="22" y="20"/>
                </a:cubicBezTo>
                <a:cubicBezTo>
                  <a:pt x="21" y="18"/>
                  <a:pt x="21" y="17"/>
                  <a:pt x="21" y="15"/>
                </a:cubicBezTo>
                <a:cubicBezTo>
                  <a:pt x="22" y="14"/>
                  <a:pt x="22" y="12"/>
                  <a:pt x="23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32" y="3"/>
                  <a:pt x="32" y="3"/>
                  <a:pt x="32" y="3"/>
                </a:cubicBezTo>
                <a:cubicBezTo>
                  <a:pt x="32" y="3"/>
                  <a:pt x="32" y="3"/>
                  <a:pt x="32" y="3"/>
                </a:cubicBezTo>
                <a:cubicBezTo>
                  <a:pt x="32" y="3"/>
                  <a:pt x="32" y="3"/>
                  <a:pt x="32" y="3"/>
                </a:cubicBezTo>
                <a:cubicBezTo>
                  <a:pt x="32" y="3"/>
                  <a:pt x="32" y="3"/>
                  <a:pt x="32" y="3"/>
                </a:cubicBezTo>
                <a:cubicBezTo>
                  <a:pt x="33" y="1"/>
                  <a:pt x="35" y="0"/>
                  <a:pt x="37" y="0"/>
                </a:cubicBezTo>
                <a:cubicBezTo>
                  <a:pt x="39" y="0"/>
                  <a:pt x="41" y="1"/>
                  <a:pt x="43" y="3"/>
                </a:cubicBezTo>
                <a:cubicBezTo>
                  <a:pt x="43" y="3"/>
                  <a:pt x="43" y="3"/>
                  <a:pt x="43" y="3"/>
                </a:cubicBezTo>
                <a:cubicBezTo>
                  <a:pt x="43" y="3"/>
                  <a:pt x="43" y="3"/>
                  <a:pt x="43" y="3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8"/>
                  <a:pt x="48" y="8"/>
                  <a:pt x="48" y="8"/>
                </a:cubicBezTo>
                <a:cubicBezTo>
                  <a:pt x="49" y="10"/>
                  <a:pt x="50" y="11"/>
                  <a:pt x="50" y="13"/>
                </a:cubicBezTo>
                <a:cubicBezTo>
                  <a:pt x="50" y="15"/>
                  <a:pt x="49" y="17"/>
                  <a:pt x="48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39" y="27"/>
                  <a:pt x="39" y="27"/>
                  <a:pt x="39" y="27"/>
                </a:cubicBezTo>
                <a:cubicBezTo>
                  <a:pt x="39" y="27"/>
                  <a:pt x="39" y="27"/>
                  <a:pt x="39" y="27"/>
                </a:cubicBezTo>
                <a:cubicBezTo>
                  <a:pt x="39" y="27"/>
                  <a:pt x="39" y="27"/>
                  <a:pt x="39" y="27"/>
                </a:cubicBezTo>
                <a:cubicBezTo>
                  <a:pt x="38" y="28"/>
                  <a:pt x="37" y="29"/>
                  <a:pt x="35" y="29"/>
                </a:cubicBezTo>
                <a:cubicBezTo>
                  <a:pt x="34" y="30"/>
                  <a:pt x="32" y="29"/>
                  <a:pt x="31" y="29"/>
                </a:cubicBezTo>
                <a:cubicBezTo>
                  <a:pt x="30" y="28"/>
                  <a:pt x="29" y="27"/>
                  <a:pt x="30" y="26"/>
                </a:cubicBezTo>
                <a:cubicBezTo>
                  <a:pt x="30" y="25"/>
                  <a:pt x="31" y="25"/>
                  <a:pt x="32" y="25"/>
                </a:cubicBezTo>
                <a:cubicBezTo>
                  <a:pt x="33" y="25"/>
                  <a:pt x="34" y="26"/>
                  <a:pt x="35" y="25"/>
                </a:cubicBezTo>
                <a:cubicBezTo>
                  <a:pt x="35" y="25"/>
                  <a:pt x="36" y="25"/>
                  <a:pt x="37" y="24"/>
                </a:cubicBezTo>
                <a:cubicBezTo>
                  <a:pt x="37" y="24"/>
                  <a:pt x="37" y="24"/>
                  <a:pt x="37" y="24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6" y="15"/>
                  <a:pt x="46" y="14"/>
                  <a:pt x="46" y="13"/>
                </a:cubicBezTo>
                <a:cubicBezTo>
                  <a:pt x="46" y="12"/>
                  <a:pt x="46" y="11"/>
                  <a:pt x="45" y="11"/>
                </a:cubicBezTo>
                <a:cubicBezTo>
                  <a:pt x="45" y="11"/>
                  <a:pt x="45" y="11"/>
                  <a:pt x="45" y="11"/>
                </a:cubicBezTo>
                <a:cubicBezTo>
                  <a:pt x="45" y="11"/>
                  <a:pt x="45" y="11"/>
                  <a:pt x="45" y="11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5"/>
                  <a:pt x="40" y="5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4"/>
                  <a:pt x="35" y="5"/>
                  <a:pt x="35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5" y="15"/>
                  <a:pt x="25" y="16"/>
                </a:cubicBezTo>
                <a:cubicBezTo>
                  <a:pt x="25" y="17"/>
                  <a:pt x="25" y="17"/>
                  <a:pt x="25" y="18"/>
                </a:cubicBezTo>
                <a:close/>
                <a:moveTo>
                  <a:pt x="32" y="3"/>
                </a:moveTo>
                <a:cubicBezTo>
                  <a:pt x="32" y="3"/>
                  <a:pt x="32" y="3"/>
                  <a:pt x="32" y="3"/>
                </a:cubicBezTo>
                <a:cubicBezTo>
                  <a:pt x="33" y="2"/>
                  <a:pt x="34" y="2"/>
                  <a:pt x="34" y="3"/>
                </a:cubicBezTo>
                <a:cubicBezTo>
                  <a:pt x="32" y="3"/>
                  <a:pt x="32" y="3"/>
                  <a:pt x="32" y="3"/>
                </a:cubicBezTo>
                <a:close/>
                <a:moveTo>
                  <a:pt x="48" y="8"/>
                </a:moveTo>
                <a:cubicBezTo>
                  <a:pt x="48" y="8"/>
                  <a:pt x="48" y="8"/>
                  <a:pt x="48" y="8"/>
                </a:cubicBezTo>
                <a:cubicBezTo>
                  <a:pt x="49" y="9"/>
                  <a:pt x="49" y="10"/>
                  <a:pt x="48" y="11"/>
                </a:cubicBezTo>
                <a:cubicBezTo>
                  <a:pt x="48" y="8"/>
                  <a:pt x="48" y="8"/>
                  <a:pt x="48" y="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85" name="Freeform 319">
            <a:extLst>
              <a:ext uri="{FF2B5EF4-FFF2-40B4-BE49-F238E27FC236}">
                <a16:creationId xmlns:a16="http://schemas.microsoft.com/office/drawing/2014/main" id="{DC340335-8697-3193-6854-024AECE17920}"/>
              </a:ext>
            </a:extLst>
          </p:cNvPr>
          <p:cNvSpPr>
            <a:spLocks noEditPoints="1"/>
          </p:cNvSpPr>
          <p:nvPr/>
        </p:nvSpPr>
        <p:spPr bwMode="auto">
          <a:xfrm>
            <a:off x="9901167" y="5241315"/>
            <a:ext cx="211667" cy="207433"/>
          </a:xfrm>
          <a:custGeom>
            <a:avLst/>
            <a:gdLst>
              <a:gd name="T0" fmla="*/ 85725 w 50"/>
              <a:gd name="T1" fmla="*/ 25400 h 49"/>
              <a:gd name="T2" fmla="*/ 88900 w 50"/>
              <a:gd name="T3" fmla="*/ 38100 h 49"/>
              <a:gd name="T4" fmla="*/ 79375 w 50"/>
              <a:gd name="T5" fmla="*/ 38100 h 49"/>
              <a:gd name="T6" fmla="*/ 85725 w 50"/>
              <a:gd name="T7" fmla="*/ 22225 h 49"/>
              <a:gd name="T8" fmla="*/ 60325 w 50"/>
              <a:gd name="T9" fmla="*/ 25400 h 49"/>
              <a:gd name="T10" fmla="*/ 28575 w 50"/>
              <a:gd name="T11" fmla="*/ 60325 h 49"/>
              <a:gd name="T12" fmla="*/ 41275 w 50"/>
              <a:gd name="T13" fmla="*/ 127000 h 49"/>
              <a:gd name="T14" fmla="*/ 85725 w 50"/>
              <a:gd name="T15" fmla="*/ 146050 h 49"/>
              <a:gd name="T16" fmla="*/ 139700 w 50"/>
              <a:gd name="T17" fmla="*/ 107950 h 49"/>
              <a:gd name="T18" fmla="*/ 139700 w 50"/>
              <a:gd name="T19" fmla="*/ 107950 h 49"/>
              <a:gd name="T20" fmla="*/ 139700 w 50"/>
              <a:gd name="T21" fmla="*/ 60325 h 49"/>
              <a:gd name="T22" fmla="*/ 85725 w 50"/>
              <a:gd name="T23" fmla="*/ 22225 h 49"/>
              <a:gd name="T24" fmla="*/ 57150 w 50"/>
              <a:gd name="T25" fmla="*/ 15875 h 49"/>
              <a:gd name="T26" fmla="*/ 136525 w 50"/>
              <a:gd name="T27" fmla="*/ 31750 h 49"/>
              <a:gd name="T28" fmla="*/ 158750 w 50"/>
              <a:gd name="T29" fmla="*/ 82550 h 49"/>
              <a:gd name="T30" fmla="*/ 152400 w 50"/>
              <a:gd name="T31" fmla="*/ 111125 h 49"/>
              <a:gd name="T32" fmla="*/ 85725 w 50"/>
              <a:gd name="T33" fmla="*/ 155575 h 49"/>
              <a:gd name="T34" fmla="*/ 31750 w 50"/>
              <a:gd name="T35" fmla="*/ 136525 h 49"/>
              <a:gd name="T36" fmla="*/ 15875 w 50"/>
              <a:gd name="T37" fmla="*/ 53975 h 49"/>
              <a:gd name="T38" fmla="*/ 22225 w 50"/>
              <a:gd name="T39" fmla="*/ 44450 h 49"/>
              <a:gd name="T40" fmla="*/ 3175 w 50"/>
              <a:gd name="T41" fmla="*/ 12700 h 49"/>
              <a:gd name="T42" fmla="*/ 12700 w 50"/>
              <a:gd name="T43" fmla="*/ 3175 h 49"/>
              <a:gd name="T44" fmla="*/ 38100 w 50"/>
              <a:gd name="T45" fmla="*/ 6350 h 49"/>
              <a:gd name="T46" fmla="*/ 44450 w 50"/>
              <a:gd name="T47" fmla="*/ 22225 h 49"/>
              <a:gd name="T48" fmla="*/ 28575 w 50"/>
              <a:gd name="T49" fmla="*/ 34925 h 49"/>
              <a:gd name="T50" fmla="*/ 31750 w 50"/>
              <a:gd name="T51" fmla="*/ 31750 h 49"/>
              <a:gd name="T52" fmla="*/ 34925 w 50"/>
              <a:gd name="T53" fmla="*/ 28575 h 49"/>
              <a:gd name="T54" fmla="*/ 34925 w 50"/>
              <a:gd name="T55" fmla="*/ 15875 h 49"/>
              <a:gd name="T56" fmla="*/ 12700 w 50"/>
              <a:gd name="T57" fmla="*/ 12700 h 49"/>
              <a:gd name="T58" fmla="*/ 9525 w 50"/>
              <a:gd name="T59" fmla="*/ 22225 h 49"/>
              <a:gd name="T60" fmla="*/ 22225 w 50"/>
              <a:gd name="T61" fmla="*/ 34925 h 49"/>
              <a:gd name="T62" fmla="*/ 28575 w 50"/>
              <a:gd name="T63" fmla="*/ 34925 h 49"/>
              <a:gd name="T64" fmla="*/ 57150 w 50"/>
              <a:gd name="T65" fmla="*/ 50800 h 49"/>
              <a:gd name="T66" fmla="*/ 98425 w 50"/>
              <a:gd name="T67" fmla="*/ 66675 h 49"/>
              <a:gd name="T68" fmla="*/ 98425 w 50"/>
              <a:gd name="T69" fmla="*/ 69850 h 49"/>
              <a:gd name="T70" fmla="*/ 98425 w 50"/>
              <a:gd name="T71" fmla="*/ 69850 h 49"/>
              <a:gd name="T72" fmla="*/ 98425 w 50"/>
              <a:gd name="T73" fmla="*/ 69850 h 49"/>
              <a:gd name="T74" fmla="*/ 98425 w 50"/>
              <a:gd name="T75" fmla="*/ 69850 h 49"/>
              <a:gd name="T76" fmla="*/ 114300 w 50"/>
              <a:gd name="T77" fmla="*/ 114300 h 49"/>
              <a:gd name="T78" fmla="*/ 69850 w 50"/>
              <a:gd name="T79" fmla="*/ 98425 h 49"/>
              <a:gd name="T80" fmla="*/ 69850 w 50"/>
              <a:gd name="T81" fmla="*/ 98425 h 49"/>
              <a:gd name="T82" fmla="*/ 69850 w 50"/>
              <a:gd name="T83" fmla="*/ 98425 h 49"/>
              <a:gd name="T84" fmla="*/ 69850 w 50"/>
              <a:gd name="T85" fmla="*/ 98425 h 49"/>
              <a:gd name="T86" fmla="*/ 69850 w 50"/>
              <a:gd name="T87" fmla="*/ 95250 h 49"/>
              <a:gd name="T88" fmla="*/ 53975 w 50"/>
              <a:gd name="T89" fmla="*/ 50800 h 49"/>
              <a:gd name="T90" fmla="*/ 88900 w 50"/>
              <a:gd name="T91" fmla="*/ 73025 h 49"/>
              <a:gd name="T92" fmla="*/ 63500 w 50"/>
              <a:gd name="T93" fmla="*/ 60325 h 49"/>
              <a:gd name="T94" fmla="*/ 88900 w 50"/>
              <a:gd name="T95" fmla="*/ 73025 h 49"/>
              <a:gd name="T96" fmla="*/ 79375 w 50"/>
              <a:gd name="T97" fmla="*/ 95250 h 49"/>
              <a:gd name="T98" fmla="*/ 95250 w 50"/>
              <a:gd name="T99" fmla="*/ 79375 h 49"/>
              <a:gd name="T100" fmla="*/ 28575 w 50"/>
              <a:gd name="T101" fmla="*/ 85725 h 49"/>
              <a:gd name="T102" fmla="*/ 25400 w 50"/>
              <a:gd name="T103" fmla="*/ 82550 h 49"/>
              <a:gd name="T104" fmla="*/ 38100 w 50"/>
              <a:gd name="T105" fmla="*/ 79375 h 49"/>
              <a:gd name="T106" fmla="*/ 38100 w 50"/>
              <a:gd name="T107" fmla="*/ 85725 h 49"/>
              <a:gd name="T108" fmla="*/ 88900 w 50"/>
              <a:gd name="T109" fmla="*/ 136525 h 49"/>
              <a:gd name="T110" fmla="*/ 85725 w 50"/>
              <a:gd name="T111" fmla="*/ 142875 h 49"/>
              <a:gd name="T112" fmla="*/ 79375 w 50"/>
              <a:gd name="T113" fmla="*/ 130175 h 49"/>
              <a:gd name="T114" fmla="*/ 88900 w 50"/>
              <a:gd name="T115" fmla="*/ 130175 h 49"/>
              <a:gd name="T116" fmla="*/ 139700 w 50"/>
              <a:gd name="T117" fmla="*/ 79375 h 49"/>
              <a:gd name="T118" fmla="*/ 142875 w 50"/>
              <a:gd name="T119" fmla="*/ 82550 h 49"/>
              <a:gd name="T120" fmla="*/ 130175 w 50"/>
              <a:gd name="T121" fmla="*/ 85725 h 49"/>
              <a:gd name="T122" fmla="*/ 130175 w 50"/>
              <a:gd name="T123" fmla="*/ 79375 h 49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0" h="49">
                <a:moveTo>
                  <a:pt x="25" y="9"/>
                </a:moveTo>
                <a:cubicBezTo>
                  <a:pt x="25" y="8"/>
                  <a:pt x="26" y="8"/>
                  <a:pt x="27" y="8"/>
                </a:cubicBezTo>
                <a:cubicBezTo>
                  <a:pt x="27" y="8"/>
                  <a:pt x="28" y="8"/>
                  <a:pt x="28" y="9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3"/>
                  <a:pt x="27" y="13"/>
                  <a:pt x="27" y="13"/>
                </a:cubicBezTo>
                <a:cubicBezTo>
                  <a:pt x="26" y="13"/>
                  <a:pt x="25" y="13"/>
                  <a:pt x="25" y="12"/>
                </a:cubicBezTo>
                <a:cubicBezTo>
                  <a:pt x="25" y="9"/>
                  <a:pt x="25" y="9"/>
                  <a:pt x="25" y="9"/>
                </a:cubicBezTo>
                <a:close/>
                <a:moveTo>
                  <a:pt x="27" y="7"/>
                </a:moveTo>
                <a:cubicBezTo>
                  <a:pt x="27" y="7"/>
                  <a:pt x="27" y="7"/>
                  <a:pt x="27" y="7"/>
                </a:cubicBezTo>
                <a:cubicBezTo>
                  <a:pt x="24" y="7"/>
                  <a:pt x="21" y="7"/>
                  <a:pt x="19" y="8"/>
                </a:cubicBezTo>
                <a:cubicBezTo>
                  <a:pt x="17" y="9"/>
                  <a:pt x="15" y="11"/>
                  <a:pt x="13" y="13"/>
                </a:cubicBezTo>
                <a:cubicBezTo>
                  <a:pt x="11" y="14"/>
                  <a:pt x="10" y="17"/>
                  <a:pt x="9" y="19"/>
                </a:cubicBezTo>
                <a:cubicBezTo>
                  <a:pt x="8" y="21"/>
                  <a:pt x="7" y="24"/>
                  <a:pt x="7" y="26"/>
                </a:cubicBezTo>
                <a:cubicBezTo>
                  <a:pt x="7" y="31"/>
                  <a:pt x="9" y="36"/>
                  <a:pt x="13" y="40"/>
                </a:cubicBezTo>
                <a:cubicBezTo>
                  <a:pt x="15" y="42"/>
                  <a:pt x="17" y="43"/>
                  <a:pt x="19" y="44"/>
                </a:cubicBezTo>
                <a:cubicBezTo>
                  <a:pt x="21" y="45"/>
                  <a:pt x="24" y="46"/>
                  <a:pt x="27" y="46"/>
                </a:cubicBezTo>
                <a:cubicBezTo>
                  <a:pt x="32" y="46"/>
                  <a:pt x="37" y="44"/>
                  <a:pt x="40" y="40"/>
                </a:cubicBezTo>
                <a:cubicBezTo>
                  <a:pt x="42" y="38"/>
                  <a:pt x="43" y="36"/>
                  <a:pt x="44" y="34"/>
                </a:cubicBezTo>
                <a:cubicBezTo>
                  <a:pt x="44" y="34"/>
                  <a:pt x="44" y="34"/>
                  <a:pt x="44" y="34"/>
                </a:cubicBezTo>
                <a:cubicBezTo>
                  <a:pt x="44" y="34"/>
                  <a:pt x="44" y="34"/>
                  <a:pt x="44" y="34"/>
                </a:cubicBezTo>
                <a:cubicBezTo>
                  <a:pt x="45" y="31"/>
                  <a:pt x="46" y="29"/>
                  <a:pt x="46" y="26"/>
                </a:cubicBezTo>
                <a:cubicBezTo>
                  <a:pt x="46" y="24"/>
                  <a:pt x="45" y="21"/>
                  <a:pt x="44" y="19"/>
                </a:cubicBezTo>
                <a:cubicBezTo>
                  <a:pt x="43" y="17"/>
                  <a:pt x="42" y="14"/>
                  <a:pt x="40" y="13"/>
                </a:cubicBezTo>
                <a:cubicBezTo>
                  <a:pt x="37" y="9"/>
                  <a:pt x="32" y="7"/>
                  <a:pt x="27" y="7"/>
                </a:cubicBezTo>
                <a:close/>
                <a:moveTo>
                  <a:pt x="18" y="5"/>
                </a:moveTo>
                <a:cubicBezTo>
                  <a:pt x="18" y="5"/>
                  <a:pt x="18" y="5"/>
                  <a:pt x="18" y="5"/>
                </a:cubicBezTo>
                <a:cubicBezTo>
                  <a:pt x="20" y="4"/>
                  <a:pt x="23" y="3"/>
                  <a:pt x="27" y="3"/>
                </a:cubicBezTo>
                <a:cubicBezTo>
                  <a:pt x="33" y="3"/>
                  <a:pt x="39" y="6"/>
                  <a:pt x="43" y="10"/>
                </a:cubicBezTo>
                <a:cubicBezTo>
                  <a:pt x="45" y="12"/>
                  <a:pt x="47" y="15"/>
                  <a:pt x="48" y="17"/>
                </a:cubicBezTo>
                <a:cubicBezTo>
                  <a:pt x="49" y="20"/>
                  <a:pt x="50" y="23"/>
                  <a:pt x="50" y="26"/>
                </a:cubicBezTo>
                <a:cubicBezTo>
                  <a:pt x="50" y="29"/>
                  <a:pt x="49" y="32"/>
                  <a:pt x="48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7" y="38"/>
                  <a:pt x="45" y="41"/>
                  <a:pt x="43" y="43"/>
                </a:cubicBezTo>
                <a:cubicBezTo>
                  <a:pt x="39" y="47"/>
                  <a:pt x="33" y="49"/>
                  <a:pt x="27" y="49"/>
                </a:cubicBezTo>
                <a:cubicBezTo>
                  <a:pt x="23" y="49"/>
                  <a:pt x="20" y="49"/>
                  <a:pt x="18" y="48"/>
                </a:cubicBezTo>
                <a:cubicBezTo>
                  <a:pt x="15" y="47"/>
                  <a:pt x="12" y="45"/>
                  <a:pt x="10" y="43"/>
                </a:cubicBezTo>
                <a:cubicBezTo>
                  <a:pt x="6" y="38"/>
                  <a:pt x="3" y="32"/>
                  <a:pt x="3" y="26"/>
                </a:cubicBezTo>
                <a:cubicBezTo>
                  <a:pt x="3" y="23"/>
                  <a:pt x="4" y="20"/>
                  <a:pt x="5" y="17"/>
                </a:cubicBezTo>
                <a:cubicBezTo>
                  <a:pt x="6" y="16"/>
                  <a:pt x="6" y="15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6"/>
                  <a:pt x="0" y="5"/>
                  <a:pt x="1" y="4"/>
                </a:cubicBezTo>
                <a:cubicBezTo>
                  <a:pt x="1" y="4"/>
                  <a:pt x="2" y="3"/>
                  <a:pt x="2" y="2"/>
                </a:cubicBezTo>
                <a:cubicBezTo>
                  <a:pt x="3" y="2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7" y="0"/>
                  <a:pt x="10" y="0"/>
                  <a:pt x="12" y="2"/>
                </a:cubicBezTo>
                <a:cubicBezTo>
                  <a:pt x="12" y="3"/>
                  <a:pt x="13" y="4"/>
                  <a:pt x="13" y="4"/>
                </a:cubicBezTo>
                <a:cubicBezTo>
                  <a:pt x="13" y="5"/>
                  <a:pt x="14" y="6"/>
                  <a:pt x="14" y="7"/>
                </a:cubicBezTo>
                <a:cubicBezTo>
                  <a:pt x="15" y="6"/>
                  <a:pt x="16" y="5"/>
                  <a:pt x="18" y="5"/>
                </a:cubicBezTo>
                <a:close/>
                <a:moveTo>
                  <a:pt x="9" y="11"/>
                </a:moveTo>
                <a:cubicBezTo>
                  <a:pt x="9" y="11"/>
                  <a:pt x="9" y="11"/>
                  <a:pt x="9" y="11"/>
                </a:cubicBezTo>
                <a:cubicBezTo>
                  <a:pt x="10" y="10"/>
                  <a:pt x="10" y="10"/>
                  <a:pt x="10" y="10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8"/>
                  <a:pt x="11" y="8"/>
                  <a:pt x="11" y="7"/>
                </a:cubicBezTo>
                <a:cubicBezTo>
                  <a:pt x="11" y="6"/>
                  <a:pt x="11" y="6"/>
                  <a:pt x="11" y="5"/>
                </a:cubicBezTo>
                <a:cubicBezTo>
                  <a:pt x="10" y="3"/>
                  <a:pt x="8" y="2"/>
                  <a:pt x="5" y="3"/>
                </a:cubicBezTo>
                <a:cubicBezTo>
                  <a:pt x="5" y="3"/>
                  <a:pt x="4" y="3"/>
                  <a:pt x="4" y="4"/>
                </a:cubicBezTo>
                <a:cubicBezTo>
                  <a:pt x="3" y="4"/>
                  <a:pt x="3" y="5"/>
                  <a:pt x="3" y="5"/>
                </a:cubicBezTo>
                <a:cubicBezTo>
                  <a:pt x="3" y="6"/>
                  <a:pt x="3" y="6"/>
                  <a:pt x="3" y="7"/>
                </a:cubicBezTo>
                <a:cubicBezTo>
                  <a:pt x="3" y="9"/>
                  <a:pt x="4" y="10"/>
                  <a:pt x="5" y="11"/>
                </a:cubicBezTo>
                <a:cubicBezTo>
                  <a:pt x="6" y="11"/>
                  <a:pt x="6" y="11"/>
                  <a:pt x="7" y="11"/>
                </a:cubicBezTo>
                <a:cubicBezTo>
                  <a:pt x="8" y="11"/>
                  <a:pt x="8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lose/>
                <a:moveTo>
                  <a:pt x="18" y="16"/>
                </a:moveTo>
                <a:cubicBezTo>
                  <a:pt x="18" y="16"/>
                  <a:pt x="18" y="16"/>
                  <a:pt x="18" y="16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5"/>
                  <a:pt x="36" y="36"/>
                  <a:pt x="36" y="36"/>
                </a:cubicBezTo>
                <a:cubicBezTo>
                  <a:pt x="36" y="36"/>
                  <a:pt x="35" y="36"/>
                  <a:pt x="35" y="36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0"/>
                  <a:pt x="22" y="30"/>
                  <a:pt x="22" y="30"/>
                </a:cubicBezTo>
                <a:cubicBezTo>
                  <a:pt x="16" y="18"/>
                  <a:pt x="16" y="18"/>
                  <a:pt x="16" y="18"/>
                </a:cubicBezTo>
                <a:cubicBezTo>
                  <a:pt x="16" y="17"/>
                  <a:pt x="17" y="16"/>
                  <a:pt x="17" y="16"/>
                </a:cubicBezTo>
                <a:cubicBezTo>
                  <a:pt x="17" y="16"/>
                  <a:pt x="18" y="16"/>
                  <a:pt x="18" y="16"/>
                </a:cubicBezTo>
                <a:close/>
                <a:moveTo>
                  <a:pt x="28" y="23"/>
                </a:moveTo>
                <a:cubicBezTo>
                  <a:pt x="28" y="23"/>
                  <a:pt x="28" y="23"/>
                  <a:pt x="28" y="23"/>
                </a:cubicBezTo>
                <a:cubicBezTo>
                  <a:pt x="20" y="19"/>
                  <a:pt x="20" y="19"/>
                  <a:pt x="20" y="19"/>
                </a:cubicBezTo>
                <a:cubicBezTo>
                  <a:pt x="23" y="28"/>
                  <a:pt x="23" y="28"/>
                  <a:pt x="23" y="28"/>
                </a:cubicBezTo>
                <a:cubicBezTo>
                  <a:pt x="28" y="23"/>
                  <a:pt x="28" y="23"/>
                  <a:pt x="28" y="23"/>
                </a:cubicBezTo>
                <a:close/>
                <a:moveTo>
                  <a:pt x="25" y="30"/>
                </a:moveTo>
                <a:cubicBezTo>
                  <a:pt x="25" y="30"/>
                  <a:pt x="25" y="30"/>
                  <a:pt x="25" y="30"/>
                </a:cubicBezTo>
                <a:cubicBezTo>
                  <a:pt x="33" y="33"/>
                  <a:pt x="33" y="33"/>
                  <a:pt x="33" y="33"/>
                </a:cubicBezTo>
                <a:cubicBezTo>
                  <a:pt x="30" y="25"/>
                  <a:pt x="30" y="25"/>
                  <a:pt x="30" y="25"/>
                </a:cubicBezTo>
                <a:cubicBezTo>
                  <a:pt x="25" y="30"/>
                  <a:pt x="25" y="30"/>
                  <a:pt x="25" y="30"/>
                </a:cubicBezTo>
                <a:close/>
                <a:moveTo>
                  <a:pt x="9" y="27"/>
                </a:move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8" y="27"/>
                  <a:pt x="8" y="26"/>
                </a:cubicBezTo>
                <a:cubicBezTo>
                  <a:pt x="8" y="26"/>
                  <a:pt x="9" y="25"/>
                  <a:pt x="9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3" y="25"/>
                  <a:pt x="13" y="26"/>
                  <a:pt x="13" y="26"/>
                </a:cubicBezTo>
                <a:cubicBezTo>
                  <a:pt x="13" y="27"/>
                  <a:pt x="13" y="27"/>
                  <a:pt x="12" y="27"/>
                </a:cubicBezTo>
                <a:cubicBezTo>
                  <a:pt x="9" y="27"/>
                  <a:pt x="9" y="27"/>
                  <a:pt x="9" y="27"/>
                </a:cubicBezTo>
                <a:close/>
                <a:moveTo>
                  <a:pt x="28" y="43"/>
                </a:moveTo>
                <a:cubicBezTo>
                  <a:pt x="28" y="43"/>
                  <a:pt x="28" y="43"/>
                  <a:pt x="28" y="43"/>
                </a:cubicBezTo>
                <a:cubicBezTo>
                  <a:pt x="28" y="44"/>
                  <a:pt x="27" y="45"/>
                  <a:pt x="27" y="45"/>
                </a:cubicBezTo>
                <a:cubicBezTo>
                  <a:pt x="26" y="45"/>
                  <a:pt x="25" y="44"/>
                  <a:pt x="25" y="43"/>
                </a:cubicBezTo>
                <a:cubicBezTo>
                  <a:pt x="25" y="41"/>
                  <a:pt x="25" y="41"/>
                  <a:pt x="25" y="41"/>
                </a:cubicBezTo>
                <a:cubicBezTo>
                  <a:pt x="25" y="40"/>
                  <a:pt x="26" y="39"/>
                  <a:pt x="27" y="39"/>
                </a:cubicBezTo>
                <a:cubicBezTo>
                  <a:pt x="27" y="39"/>
                  <a:pt x="28" y="40"/>
                  <a:pt x="28" y="41"/>
                </a:cubicBezTo>
                <a:cubicBezTo>
                  <a:pt x="28" y="43"/>
                  <a:pt x="28" y="43"/>
                  <a:pt x="28" y="43"/>
                </a:cubicBezTo>
                <a:close/>
                <a:moveTo>
                  <a:pt x="44" y="25"/>
                </a:moveTo>
                <a:cubicBezTo>
                  <a:pt x="44" y="25"/>
                  <a:pt x="44" y="25"/>
                  <a:pt x="44" y="25"/>
                </a:cubicBezTo>
                <a:cubicBezTo>
                  <a:pt x="44" y="25"/>
                  <a:pt x="45" y="26"/>
                  <a:pt x="45" y="26"/>
                </a:cubicBezTo>
                <a:cubicBezTo>
                  <a:pt x="45" y="27"/>
                  <a:pt x="44" y="27"/>
                  <a:pt x="44" y="27"/>
                </a:cubicBezTo>
                <a:cubicBezTo>
                  <a:pt x="41" y="27"/>
                  <a:pt x="41" y="27"/>
                  <a:pt x="41" y="27"/>
                </a:cubicBezTo>
                <a:cubicBezTo>
                  <a:pt x="40" y="27"/>
                  <a:pt x="40" y="27"/>
                  <a:pt x="40" y="26"/>
                </a:cubicBezTo>
                <a:cubicBezTo>
                  <a:pt x="40" y="26"/>
                  <a:pt x="40" y="25"/>
                  <a:pt x="41" y="25"/>
                </a:cubicBezTo>
                <a:cubicBezTo>
                  <a:pt x="44" y="25"/>
                  <a:pt x="44" y="25"/>
                  <a:pt x="44" y="2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86" name="Freeform 320">
            <a:extLst>
              <a:ext uri="{FF2B5EF4-FFF2-40B4-BE49-F238E27FC236}">
                <a16:creationId xmlns:a16="http://schemas.microsoft.com/office/drawing/2014/main" id="{BE021F13-47D8-3EA1-3EED-7CCCC9C96241}"/>
              </a:ext>
            </a:extLst>
          </p:cNvPr>
          <p:cNvSpPr>
            <a:spLocks noEditPoints="1"/>
          </p:cNvSpPr>
          <p:nvPr/>
        </p:nvSpPr>
        <p:spPr bwMode="auto">
          <a:xfrm>
            <a:off x="6571652" y="5647715"/>
            <a:ext cx="194733" cy="207433"/>
          </a:xfrm>
          <a:custGeom>
            <a:avLst/>
            <a:gdLst>
              <a:gd name="T0" fmla="*/ 82550 w 46"/>
              <a:gd name="T1" fmla="*/ 73025 h 49"/>
              <a:gd name="T2" fmla="*/ 95250 w 46"/>
              <a:gd name="T3" fmla="*/ 79375 h 49"/>
              <a:gd name="T4" fmla="*/ 111125 w 46"/>
              <a:gd name="T5" fmla="*/ 69850 h 49"/>
              <a:gd name="T6" fmla="*/ 117475 w 46"/>
              <a:gd name="T7" fmla="*/ 79375 h 49"/>
              <a:gd name="T8" fmla="*/ 130175 w 46"/>
              <a:gd name="T9" fmla="*/ 79375 h 49"/>
              <a:gd name="T10" fmla="*/ 136525 w 46"/>
              <a:gd name="T11" fmla="*/ 98425 h 49"/>
              <a:gd name="T12" fmla="*/ 146050 w 46"/>
              <a:gd name="T13" fmla="*/ 107950 h 49"/>
              <a:gd name="T14" fmla="*/ 139700 w 46"/>
              <a:gd name="T15" fmla="*/ 123825 h 49"/>
              <a:gd name="T16" fmla="*/ 136525 w 46"/>
              <a:gd name="T17" fmla="*/ 133350 h 49"/>
              <a:gd name="T18" fmla="*/ 120650 w 46"/>
              <a:gd name="T19" fmla="*/ 142875 h 49"/>
              <a:gd name="T20" fmla="*/ 111125 w 46"/>
              <a:gd name="T21" fmla="*/ 155575 h 49"/>
              <a:gd name="T22" fmla="*/ 95250 w 46"/>
              <a:gd name="T23" fmla="*/ 152400 h 49"/>
              <a:gd name="T24" fmla="*/ 85725 w 46"/>
              <a:gd name="T25" fmla="*/ 142875 h 49"/>
              <a:gd name="T26" fmla="*/ 79375 w 46"/>
              <a:gd name="T27" fmla="*/ 155575 h 49"/>
              <a:gd name="T28" fmla="*/ 22225 w 46"/>
              <a:gd name="T29" fmla="*/ 142875 h 49"/>
              <a:gd name="T30" fmla="*/ 0 w 46"/>
              <a:gd name="T31" fmla="*/ 130175 h 49"/>
              <a:gd name="T32" fmla="*/ 25400 w 46"/>
              <a:gd name="T33" fmla="*/ 73025 h 49"/>
              <a:gd name="T34" fmla="*/ 104775 w 46"/>
              <a:gd name="T35" fmla="*/ 98425 h 49"/>
              <a:gd name="T36" fmla="*/ 120650 w 46"/>
              <a:gd name="T37" fmla="*/ 114300 h 49"/>
              <a:gd name="T38" fmla="*/ 92075 w 46"/>
              <a:gd name="T39" fmla="*/ 123825 h 49"/>
              <a:gd name="T40" fmla="*/ 111125 w 46"/>
              <a:gd name="T41" fmla="*/ 107950 h 49"/>
              <a:gd name="T42" fmla="*/ 95250 w 46"/>
              <a:gd name="T43" fmla="*/ 114300 h 49"/>
              <a:gd name="T44" fmla="*/ 111125 w 46"/>
              <a:gd name="T45" fmla="*/ 117475 h 49"/>
              <a:gd name="T46" fmla="*/ 76200 w 46"/>
              <a:gd name="T47" fmla="*/ 82550 h 49"/>
              <a:gd name="T48" fmla="*/ 12700 w 46"/>
              <a:gd name="T49" fmla="*/ 104775 h 49"/>
              <a:gd name="T50" fmla="*/ 28575 w 46"/>
              <a:gd name="T51" fmla="*/ 130175 h 49"/>
              <a:gd name="T52" fmla="*/ 34925 w 46"/>
              <a:gd name="T53" fmla="*/ 136525 h 49"/>
              <a:gd name="T54" fmla="*/ 73025 w 46"/>
              <a:gd name="T55" fmla="*/ 139700 h 49"/>
              <a:gd name="T56" fmla="*/ 69850 w 46"/>
              <a:gd name="T57" fmla="*/ 127000 h 49"/>
              <a:gd name="T58" fmla="*/ 60325 w 46"/>
              <a:gd name="T59" fmla="*/ 120650 h 49"/>
              <a:gd name="T60" fmla="*/ 69850 w 46"/>
              <a:gd name="T61" fmla="*/ 104775 h 49"/>
              <a:gd name="T62" fmla="*/ 69850 w 46"/>
              <a:gd name="T63" fmla="*/ 92075 h 49"/>
              <a:gd name="T64" fmla="*/ 114300 w 46"/>
              <a:gd name="T65" fmla="*/ 85725 h 49"/>
              <a:gd name="T66" fmla="*/ 101600 w 46"/>
              <a:gd name="T67" fmla="*/ 79375 h 49"/>
              <a:gd name="T68" fmla="*/ 92075 w 46"/>
              <a:gd name="T69" fmla="*/ 85725 h 49"/>
              <a:gd name="T70" fmla="*/ 76200 w 46"/>
              <a:gd name="T71" fmla="*/ 88900 h 49"/>
              <a:gd name="T72" fmla="*/ 76200 w 46"/>
              <a:gd name="T73" fmla="*/ 101600 h 49"/>
              <a:gd name="T74" fmla="*/ 69850 w 46"/>
              <a:gd name="T75" fmla="*/ 114300 h 49"/>
              <a:gd name="T76" fmla="*/ 76200 w 46"/>
              <a:gd name="T77" fmla="*/ 123825 h 49"/>
              <a:gd name="T78" fmla="*/ 76200 w 46"/>
              <a:gd name="T79" fmla="*/ 136525 h 49"/>
              <a:gd name="T80" fmla="*/ 92075 w 46"/>
              <a:gd name="T81" fmla="*/ 139700 h 49"/>
              <a:gd name="T82" fmla="*/ 101600 w 46"/>
              <a:gd name="T83" fmla="*/ 149225 h 49"/>
              <a:gd name="T84" fmla="*/ 114300 w 46"/>
              <a:gd name="T85" fmla="*/ 139700 h 49"/>
              <a:gd name="T86" fmla="*/ 127000 w 46"/>
              <a:gd name="T87" fmla="*/ 139700 h 49"/>
              <a:gd name="T88" fmla="*/ 130175 w 46"/>
              <a:gd name="T89" fmla="*/ 123825 h 49"/>
              <a:gd name="T90" fmla="*/ 139700 w 46"/>
              <a:gd name="T91" fmla="*/ 114300 h 49"/>
              <a:gd name="T92" fmla="*/ 133350 w 46"/>
              <a:gd name="T93" fmla="*/ 107950 h 49"/>
              <a:gd name="T94" fmla="*/ 130175 w 46"/>
              <a:gd name="T95" fmla="*/ 88900 h 49"/>
              <a:gd name="T96" fmla="*/ 114300 w 46"/>
              <a:gd name="T97" fmla="*/ 85725 h 49"/>
              <a:gd name="T98" fmla="*/ 22225 w 46"/>
              <a:gd name="T99" fmla="*/ 41275 h 4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6" h="49">
                <a:moveTo>
                  <a:pt x="17" y="0"/>
                </a:moveTo>
                <a:cubicBezTo>
                  <a:pt x="24" y="0"/>
                  <a:pt x="30" y="6"/>
                  <a:pt x="30" y="13"/>
                </a:cubicBezTo>
                <a:cubicBezTo>
                  <a:pt x="30" y="17"/>
                  <a:pt x="29" y="20"/>
                  <a:pt x="26" y="23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3"/>
                  <a:pt x="26" y="23"/>
                  <a:pt x="26" y="23"/>
                </a:cubicBezTo>
                <a:cubicBezTo>
                  <a:pt x="27" y="24"/>
                  <a:pt x="28" y="24"/>
                  <a:pt x="28" y="25"/>
                </a:cubicBezTo>
                <a:cubicBezTo>
                  <a:pt x="29" y="25"/>
                  <a:pt x="29" y="25"/>
                  <a:pt x="30" y="25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3"/>
                  <a:pt x="30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22"/>
                  <a:pt x="36" y="23"/>
                  <a:pt x="36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5"/>
                  <a:pt x="37" y="25"/>
                  <a:pt x="37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25"/>
                  <a:pt x="38" y="26"/>
                  <a:pt x="38" y="26"/>
                </a:cubicBezTo>
                <a:cubicBezTo>
                  <a:pt x="39" y="25"/>
                  <a:pt x="39" y="25"/>
                  <a:pt x="39" y="25"/>
                </a:cubicBezTo>
                <a:cubicBezTo>
                  <a:pt x="40" y="24"/>
                  <a:pt x="40" y="24"/>
                  <a:pt x="41" y="25"/>
                </a:cubicBezTo>
                <a:cubicBezTo>
                  <a:pt x="43" y="28"/>
                  <a:pt x="43" y="28"/>
                  <a:pt x="43" y="28"/>
                </a:cubicBezTo>
                <a:cubicBezTo>
                  <a:pt x="44" y="28"/>
                  <a:pt x="44" y="29"/>
                  <a:pt x="43" y="29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1"/>
                  <a:pt x="43" y="31"/>
                  <a:pt x="43" y="31"/>
                </a:cubicBezTo>
                <a:cubicBezTo>
                  <a:pt x="43" y="32"/>
                  <a:pt x="43" y="32"/>
                  <a:pt x="44" y="33"/>
                </a:cubicBezTo>
                <a:cubicBezTo>
                  <a:pt x="45" y="33"/>
                  <a:pt x="45" y="33"/>
                  <a:pt x="45" y="33"/>
                </a:cubicBezTo>
                <a:cubicBezTo>
                  <a:pt x="46" y="33"/>
                  <a:pt x="46" y="33"/>
                  <a:pt x="46" y="34"/>
                </a:cubicBezTo>
                <a:cubicBezTo>
                  <a:pt x="46" y="34"/>
                  <a:pt x="46" y="34"/>
                  <a:pt x="46" y="34"/>
                </a:cubicBezTo>
                <a:cubicBezTo>
                  <a:pt x="46" y="38"/>
                  <a:pt x="46" y="38"/>
                  <a:pt x="46" y="38"/>
                </a:cubicBezTo>
                <a:cubicBezTo>
                  <a:pt x="46" y="38"/>
                  <a:pt x="46" y="39"/>
                  <a:pt x="45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3" y="39"/>
                  <a:pt x="43" y="40"/>
                  <a:pt x="43" y="40"/>
                </a:cubicBezTo>
                <a:cubicBezTo>
                  <a:pt x="43" y="40"/>
                  <a:pt x="43" y="40"/>
                  <a:pt x="43" y="40"/>
                </a:cubicBezTo>
                <a:cubicBezTo>
                  <a:pt x="43" y="40"/>
                  <a:pt x="43" y="41"/>
                  <a:pt x="43" y="41"/>
                </a:cubicBezTo>
                <a:cubicBezTo>
                  <a:pt x="43" y="42"/>
                  <a:pt x="43" y="42"/>
                  <a:pt x="43" y="42"/>
                </a:cubicBezTo>
                <a:cubicBezTo>
                  <a:pt x="44" y="42"/>
                  <a:pt x="44" y="43"/>
                  <a:pt x="43" y="44"/>
                </a:cubicBezTo>
                <a:cubicBezTo>
                  <a:pt x="41" y="46"/>
                  <a:pt x="41" y="46"/>
                  <a:pt x="41" y="46"/>
                </a:cubicBezTo>
                <a:cubicBezTo>
                  <a:pt x="40" y="47"/>
                  <a:pt x="40" y="47"/>
                  <a:pt x="39" y="46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6"/>
                  <a:pt x="37" y="46"/>
                  <a:pt x="37" y="46"/>
                </a:cubicBezTo>
                <a:cubicBezTo>
                  <a:pt x="37" y="46"/>
                  <a:pt x="36" y="46"/>
                  <a:pt x="36" y="46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8"/>
                  <a:pt x="35" y="49"/>
                  <a:pt x="35" y="49"/>
                </a:cubicBezTo>
                <a:cubicBezTo>
                  <a:pt x="35" y="49"/>
                  <a:pt x="35" y="49"/>
                  <a:pt x="35" y="49"/>
                </a:cubicBezTo>
                <a:cubicBezTo>
                  <a:pt x="31" y="49"/>
                  <a:pt x="31" y="49"/>
                  <a:pt x="31" y="49"/>
                </a:cubicBezTo>
                <a:cubicBezTo>
                  <a:pt x="30" y="49"/>
                  <a:pt x="30" y="48"/>
                  <a:pt x="30" y="48"/>
                </a:cubicBezTo>
                <a:cubicBezTo>
                  <a:pt x="30" y="48"/>
                  <a:pt x="30" y="48"/>
                  <a:pt x="30" y="48"/>
                </a:cubicBezTo>
                <a:cubicBezTo>
                  <a:pt x="30" y="46"/>
                  <a:pt x="30" y="46"/>
                  <a:pt x="30" y="46"/>
                </a:cubicBezTo>
                <a:cubicBezTo>
                  <a:pt x="29" y="46"/>
                  <a:pt x="29" y="46"/>
                  <a:pt x="28" y="46"/>
                </a:cubicBezTo>
                <a:cubicBezTo>
                  <a:pt x="28" y="46"/>
                  <a:pt x="28" y="46"/>
                  <a:pt x="28" y="46"/>
                </a:cubicBezTo>
                <a:cubicBezTo>
                  <a:pt x="28" y="46"/>
                  <a:pt x="28" y="46"/>
                  <a:pt x="27" y="45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7"/>
                  <a:pt x="27" y="47"/>
                  <a:pt x="27" y="47"/>
                </a:cubicBezTo>
                <a:cubicBezTo>
                  <a:pt x="27" y="48"/>
                  <a:pt x="26" y="49"/>
                  <a:pt x="25" y="49"/>
                </a:cubicBezTo>
                <a:cubicBezTo>
                  <a:pt x="25" y="49"/>
                  <a:pt x="25" y="49"/>
                  <a:pt x="25" y="49"/>
                </a:cubicBezTo>
                <a:cubicBezTo>
                  <a:pt x="9" y="49"/>
                  <a:pt x="9" y="49"/>
                  <a:pt x="9" y="49"/>
                </a:cubicBezTo>
                <a:cubicBezTo>
                  <a:pt x="8" y="49"/>
                  <a:pt x="7" y="48"/>
                  <a:pt x="7" y="47"/>
                </a:cubicBezTo>
                <a:cubicBezTo>
                  <a:pt x="7" y="47"/>
                  <a:pt x="7" y="47"/>
                  <a:pt x="7" y="47"/>
                </a:cubicBezTo>
                <a:cubicBezTo>
                  <a:pt x="7" y="45"/>
                  <a:pt x="7" y="45"/>
                  <a:pt x="7" y="45"/>
                </a:cubicBezTo>
                <a:cubicBezTo>
                  <a:pt x="3" y="45"/>
                  <a:pt x="3" y="45"/>
                  <a:pt x="3" y="45"/>
                </a:cubicBezTo>
                <a:cubicBezTo>
                  <a:pt x="3" y="45"/>
                  <a:pt x="3" y="45"/>
                  <a:pt x="3" y="45"/>
                </a:cubicBezTo>
                <a:cubicBezTo>
                  <a:pt x="2" y="45"/>
                  <a:pt x="1" y="44"/>
                  <a:pt x="1" y="44"/>
                </a:cubicBezTo>
                <a:cubicBezTo>
                  <a:pt x="0" y="43"/>
                  <a:pt x="0" y="42"/>
                  <a:pt x="0" y="41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5"/>
                  <a:pt x="0" y="33"/>
                  <a:pt x="1" y="31"/>
                </a:cubicBezTo>
                <a:cubicBezTo>
                  <a:pt x="2" y="28"/>
                  <a:pt x="5" y="25"/>
                  <a:pt x="8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5" y="20"/>
                  <a:pt x="4" y="17"/>
                  <a:pt x="4" y="13"/>
                </a:cubicBezTo>
                <a:cubicBezTo>
                  <a:pt x="4" y="6"/>
                  <a:pt x="10" y="0"/>
                  <a:pt x="17" y="0"/>
                </a:cubicBezTo>
                <a:close/>
                <a:moveTo>
                  <a:pt x="33" y="31"/>
                </a:moveTo>
                <a:cubicBezTo>
                  <a:pt x="33" y="31"/>
                  <a:pt x="33" y="31"/>
                  <a:pt x="33" y="31"/>
                </a:cubicBezTo>
                <a:cubicBezTo>
                  <a:pt x="34" y="31"/>
                  <a:pt x="35" y="31"/>
                  <a:pt x="36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7" y="33"/>
                  <a:pt x="38" y="34"/>
                  <a:pt x="38" y="36"/>
                </a:cubicBezTo>
                <a:cubicBezTo>
                  <a:pt x="38" y="37"/>
                  <a:pt x="37" y="38"/>
                  <a:pt x="36" y="39"/>
                </a:cubicBezTo>
                <a:cubicBezTo>
                  <a:pt x="36" y="39"/>
                  <a:pt x="36" y="39"/>
                  <a:pt x="36" y="39"/>
                </a:cubicBezTo>
                <a:cubicBezTo>
                  <a:pt x="35" y="40"/>
                  <a:pt x="34" y="41"/>
                  <a:pt x="33" y="41"/>
                </a:cubicBezTo>
                <a:cubicBezTo>
                  <a:pt x="31" y="41"/>
                  <a:pt x="30" y="40"/>
                  <a:pt x="29" y="39"/>
                </a:cubicBezTo>
                <a:cubicBezTo>
                  <a:pt x="28" y="38"/>
                  <a:pt x="28" y="37"/>
                  <a:pt x="28" y="36"/>
                </a:cubicBezTo>
                <a:cubicBezTo>
                  <a:pt x="28" y="34"/>
                  <a:pt x="28" y="33"/>
                  <a:pt x="29" y="32"/>
                </a:cubicBezTo>
                <a:cubicBezTo>
                  <a:pt x="30" y="31"/>
                  <a:pt x="31" y="31"/>
                  <a:pt x="33" y="31"/>
                </a:cubicBezTo>
                <a:close/>
                <a:moveTo>
                  <a:pt x="35" y="34"/>
                </a:moveTo>
                <a:cubicBezTo>
                  <a:pt x="35" y="34"/>
                  <a:pt x="35" y="34"/>
                  <a:pt x="35" y="34"/>
                </a:cubicBezTo>
                <a:cubicBezTo>
                  <a:pt x="34" y="33"/>
                  <a:pt x="33" y="33"/>
                  <a:pt x="33" y="33"/>
                </a:cubicBezTo>
                <a:cubicBezTo>
                  <a:pt x="32" y="33"/>
                  <a:pt x="31" y="33"/>
                  <a:pt x="31" y="34"/>
                </a:cubicBezTo>
                <a:cubicBezTo>
                  <a:pt x="30" y="34"/>
                  <a:pt x="30" y="35"/>
                  <a:pt x="30" y="36"/>
                </a:cubicBezTo>
                <a:cubicBezTo>
                  <a:pt x="30" y="36"/>
                  <a:pt x="30" y="37"/>
                  <a:pt x="31" y="37"/>
                </a:cubicBezTo>
                <a:cubicBezTo>
                  <a:pt x="31" y="38"/>
                  <a:pt x="32" y="38"/>
                  <a:pt x="33" y="38"/>
                </a:cubicBezTo>
                <a:cubicBezTo>
                  <a:pt x="33" y="38"/>
                  <a:pt x="34" y="38"/>
                  <a:pt x="35" y="38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5" y="36"/>
                  <a:pt x="35" y="36"/>
                </a:cubicBezTo>
                <a:cubicBezTo>
                  <a:pt x="35" y="35"/>
                  <a:pt x="35" y="34"/>
                  <a:pt x="35" y="34"/>
                </a:cubicBezTo>
                <a:close/>
                <a:moveTo>
                  <a:pt x="24" y="26"/>
                </a:moveTo>
                <a:cubicBezTo>
                  <a:pt x="24" y="26"/>
                  <a:pt x="24" y="26"/>
                  <a:pt x="24" y="26"/>
                </a:cubicBezTo>
                <a:cubicBezTo>
                  <a:pt x="23" y="25"/>
                  <a:pt x="23" y="25"/>
                  <a:pt x="23" y="25"/>
                </a:cubicBezTo>
                <a:cubicBezTo>
                  <a:pt x="21" y="26"/>
                  <a:pt x="19" y="27"/>
                  <a:pt x="17" y="27"/>
                </a:cubicBezTo>
                <a:cubicBezTo>
                  <a:pt x="15" y="27"/>
                  <a:pt x="13" y="26"/>
                  <a:pt x="11" y="25"/>
                </a:cubicBezTo>
                <a:cubicBezTo>
                  <a:pt x="9" y="27"/>
                  <a:pt x="5" y="30"/>
                  <a:pt x="4" y="33"/>
                </a:cubicBezTo>
                <a:cubicBezTo>
                  <a:pt x="4" y="34"/>
                  <a:pt x="3" y="35"/>
                  <a:pt x="3" y="37"/>
                </a:cubicBezTo>
                <a:cubicBezTo>
                  <a:pt x="3" y="41"/>
                  <a:pt x="3" y="41"/>
                  <a:pt x="3" y="41"/>
                </a:cubicBezTo>
                <a:cubicBezTo>
                  <a:pt x="3" y="41"/>
                  <a:pt x="4" y="41"/>
                  <a:pt x="4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5"/>
                  <a:pt x="10" y="35"/>
                </a:cubicBezTo>
                <a:cubicBezTo>
                  <a:pt x="10" y="35"/>
                  <a:pt x="11" y="36"/>
                  <a:pt x="11" y="36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5"/>
                  <a:pt x="11" y="45"/>
                  <a:pt x="11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3" y="44"/>
                  <a:pt x="23" y="44"/>
                  <a:pt x="23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3"/>
                  <a:pt x="22" y="42"/>
                  <a:pt x="22" y="42"/>
                </a:cubicBezTo>
                <a:cubicBezTo>
                  <a:pt x="23" y="41"/>
                  <a:pt x="23" y="41"/>
                  <a:pt x="23" y="41"/>
                </a:cubicBezTo>
                <a:cubicBezTo>
                  <a:pt x="23" y="41"/>
                  <a:pt x="23" y="40"/>
                  <a:pt x="22" y="40"/>
                </a:cubicBezTo>
                <a:cubicBezTo>
                  <a:pt x="22" y="40"/>
                  <a:pt x="22" y="39"/>
                  <a:pt x="22" y="39"/>
                </a:cubicBezTo>
                <a:cubicBezTo>
                  <a:pt x="21" y="39"/>
                  <a:pt x="21" y="39"/>
                  <a:pt x="21" y="39"/>
                </a:cubicBezTo>
                <a:cubicBezTo>
                  <a:pt x="20" y="39"/>
                  <a:pt x="19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3"/>
                  <a:pt x="20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2"/>
                  <a:pt x="22" y="32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3" y="31"/>
                  <a:pt x="23" y="30"/>
                  <a:pt x="23" y="30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29"/>
                  <a:pt x="22" y="28"/>
                  <a:pt x="22" y="28"/>
                </a:cubicBezTo>
                <a:cubicBezTo>
                  <a:pt x="24" y="26"/>
                  <a:pt x="24" y="26"/>
                  <a:pt x="24" y="26"/>
                </a:cubicBezTo>
                <a:close/>
                <a:moveTo>
                  <a:pt x="36" y="27"/>
                </a:moveTo>
                <a:cubicBezTo>
                  <a:pt x="36" y="27"/>
                  <a:pt x="36" y="27"/>
                  <a:pt x="36" y="27"/>
                </a:cubicBezTo>
                <a:cubicBezTo>
                  <a:pt x="36" y="27"/>
                  <a:pt x="35" y="27"/>
                  <a:pt x="35" y="27"/>
                </a:cubicBezTo>
                <a:cubicBezTo>
                  <a:pt x="34" y="27"/>
                  <a:pt x="33" y="26"/>
                  <a:pt x="33" y="26"/>
                </a:cubicBezTo>
                <a:cubicBezTo>
                  <a:pt x="33" y="25"/>
                  <a:pt x="33" y="25"/>
                  <a:pt x="33" y="25"/>
                </a:cubicBezTo>
                <a:cubicBezTo>
                  <a:pt x="32" y="25"/>
                  <a:pt x="32" y="25"/>
                  <a:pt x="32" y="25"/>
                </a:cubicBezTo>
                <a:cubicBezTo>
                  <a:pt x="32" y="26"/>
                  <a:pt x="32" y="26"/>
                  <a:pt x="32" y="26"/>
                </a:cubicBezTo>
                <a:cubicBezTo>
                  <a:pt x="32" y="26"/>
                  <a:pt x="32" y="27"/>
                  <a:pt x="31" y="27"/>
                </a:cubicBezTo>
                <a:cubicBezTo>
                  <a:pt x="30" y="27"/>
                  <a:pt x="30" y="27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8"/>
                  <a:pt x="28" y="28"/>
                  <a:pt x="28" y="28"/>
                </a:cubicBezTo>
                <a:cubicBezTo>
                  <a:pt x="27" y="29"/>
                  <a:pt x="27" y="28"/>
                  <a:pt x="26" y="28"/>
                </a:cubicBezTo>
                <a:cubicBezTo>
                  <a:pt x="26" y="27"/>
                  <a:pt x="26" y="27"/>
                  <a:pt x="26" y="27"/>
                </a:cubicBezTo>
                <a:cubicBezTo>
                  <a:pt x="24" y="28"/>
                  <a:pt x="24" y="28"/>
                  <a:pt x="24" y="28"/>
                </a:cubicBezTo>
                <a:cubicBezTo>
                  <a:pt x="25" y="29"/>
                  <a:pt x="25" y="29"/>
                  <a:pt x="25" y="29"/>
                </a:cubicBezTo>
                <a:cubicBezTo>
                  <a:pt x="26" y="30"/>
                  <a:pt x="26" y="30"/>
                  <a:pt x="25" y="31"/>
                </a:cubicBezTo>
                <a:cubicBezTo>
                  <a:pt x="25" y="31"/>
                  <a:pt x="25" y="32"/>
                  <a:pt x="25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3"/>
                  <a:pt x="24" y="33"/>
                  <a:pt x="24" y="34"/>
                </a:cubicBezTo>
                <a:cubicBezTo>
                  <a:pt x="24" y="34"/>
                  <a:pt x="23" y="35"/>
                  <a:pt x="23" y="35"/>
                </a:cubicBezTo>
                <a:cubicBezTo>
                  <a:pt x="22" y="35"/>
                  <a:pt x="22" y="35"/>
                  <a:pt x="22" y="35"/>
                </a:cubicBezTo>
                <a:cubicBezTo>
                  <a:pt x="22" y="36"/>
                  <a:pt x="22" y="36"/>
                  <a:pt x="22" y="3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" y="36"/>
                  <a:pt x="24" y="37"/>
                  <a:pt x="24" y="37"/>
                </a:cubicBezTo>
                <a:cubicBezTo>
                  <a:pt x="24" y="38"/>
                  <a:pt x="24" y="38"/>
                  <a:pt x="24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5" y="40"/>
                  <a:pt x="25" y="40"/>
                  <a:pt x="25" y="41"/>
                </a:cubicBezTo>
                <a:cubicBezTo>
                  <a:pt x="26" y="41"/>
                  <a:pt x="26" y="42"/>
                  <a:pt x="25" y="42"/>
                </a:cubicBezTo>
                <a:cubicBezTo>
                  <a:pt x="24" y="43"/>
                  <a:pt x="24" y="43"/>
                  <a:pt x="24" y="43"/>
                </a:cubicBezTo>
                <a:cubicBezTo>
                  <a:pt x="26" y="44"/>
                  <a:pt x="26" y="44"/>
                  <a:pt x="26" y="44"/>
                </a:cubicBezTo>
                <a:cubicBezTo>
                  <a:pt x="26" y="43"/>
                  <a:pt x="26" y="43"/>
                  <a:pt x="26" y="43"/>
                </a:cubicBezTo>
                <a:cubicBezTo>
                  <a:pt x="27" y="43"/>
                  <a:pt x="27" y="43"/>
                  <a:pt x="28" y="43"/>
                </a:cubicBezTo>
                <a:cubicBezTo>
                  <a:pt x="28" y="43"/>
                  <a:pt x="29" y="44"/>
                  <a:pt x="29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30" y="44"/>
                  <a:pt x="30" y="44"/>
                  <a:pt x="31" y="44"/>
                </a:cubicBezTo>
                <a:cubicBezTo>
                  <a:pt x="32" y="44"/>
                  <a:pt x="32" y="45"/>
                  <a:pt x="32" y="46"/>
                </a:cubicBezTo>
                <a:cubicBezTo>
                  <a:pt x="32" y="47"/>
                  <a:pt x="32" y="47"/>
                  <a:pt x="32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6"/>
                  <a:pt x="33" y="46"/>
                  <a:pt x="33" y="46"/>
                </a:cubicBezTo>
                <a:cubicBezTo>
                  <a:pt x="33" y="45"/>
                  <a:pt x="34" y="44"/>
                  <a:pt x="34" y="44"/>
                </a:cubicBezTo>
                <a:cubicBezTo>
                  <a:pt x="35" y="44"/>
                  <a:pt x="36" y="44"/>
                  <a:pt x="36" y="44"/>
                </a:cubicBezTo>
                <a:cubicBezTo>
                  <a:pt x="36" y="44"/>
                  <a:pt x="36" y="44"/>
                  <a:pt x="36" y="44"/>
                </a:cubicBezTo>
                <a:cubicBezTo>
                  <a:pt x="37" y="44"/>
                  <a:pt x="37" y="43"/>
                  <a:pt x="38" y="43"/>
                </a:cubicBezTo>
                <a:cubicBezTo>
                  <a:pt x="38" y="43"/>
                  <a:pt x="39" y="43"/>
                  <a:pt x="39" y="43"/>
                </a:cubicBezTo>
                <a:cubicBezTo>
                  <a:pt x="40" y="44"/>
                  <a:pt x="40" y="44"/>
                  <a:pt x="40" y="44"/>
                </a:cubicBezTo>
                <a:cubicBezTo>
                  <a:pt x="41" y="43"/>
                  <a:pt x="41" y="43"/>
                  <a:pt x="41" y="43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2"/>
                  <a:pt x="40" y="41"/>
                  <a:pt x="40" y="41"/>
                </a:cubicBezTo>
                <a:cubicBezTo>
                  <a:pt x="40" y="40"/>
                  <a:pt x="41" y="40"/>
                  <a:pt x="41" y="39"/>
                </a:cubicBezTo>
                <a:cubicBezTo>
                  <a:pt x="41" y="39"/>
                  <a:pt x="41" y="39"/>
                  <a:pt x="41" y="39"/>
                </a:cubicBezTo>
                <a:cubicBezTo>
                  <a:pt x="41" y="39"/>
                  <a:pt x="41" y="38"/>
                  <a:pt x="41" y="37"/>
                </a:cubicBezTo>
                <a:cubicBezTo>
                  <a:pt x="42" y="37"/>
                  <a:pt x="42" y="36"/>
                  <a:pt x="43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44" y="35"/>
                  <a:pt x="44" y="35"/>
                  <a:pt x="44" y="35"/>
                </a:cubicBezTo>
                <a:cubicBezTo>
                  <a:pt x="43" y="35"/>
                  <a:pt x="43" y="35"/>
                  <a:pt x="43" y="35"/>
                </a:cubicBezTo>
                <a:cubicBezTo>
                  <a:pt x="43" y="35"/>
                  <a:pt x="43" y="35"/>
                  <a:pt x="43" y="35"/>
                </a:cubicBezTo>
                <a:cubicBezTo>
                  <a:pt x="42" y="35"/>
                  <a:pt x="42" y="34"/>
                  <a:pt x="42" y="34"/>
                </a:cubicBezTo>
                <a:cubicBezTo>
                  <a:pt x="41" y="33"/>
                  <a:pt x="41" y="33"/>
                  <a:pt x="41" y="32"/>
                </a:cubicBezTo>
                <a:cubicBezTo>
                  <a:pt x="41" y="32"/>
                  <a:pt x="40" y="31"/>
                  <a:pt x="40" y="31"/>
                </a:cubicBezTo>
                <a:cubicBezTo>
                  <a:pt x="40" y="30"/>
                  <a:pt x="40" y="30"/>
                  <a:pt x="40" y="29"/>
                </a:cubicBezTo>
                <a:cubicBezTo>
                  <a:pt x="41" y="28"/>
                  <a:pt x="41" y="28"/>
                  <a:pt x="41" y="28"/>
                </a:cubicBezTo>
                <a:cubicBezTo>
                  <a:pt x="40" y="27"/>
                  <a:pt x="40" y="27"/>
                  <a:pt x="40" y="27"/>
                </a:cubicBezTo>
                <a:cubicBezTo>
                  <a:pt x="39" y="28"/>
                  <a:pt x="39" y="28"/>
                  <a:pt x="39" y="28"/>
                </a:cubicBezTo>
                <a:cubicBezTo>
                  <a:pt x="39" y="28"/>
                  <a:pt x="38" y="29"/>
                  <a:pt x="38" y="28"/>
                </a:cubicBezTo>
                <a:cubicBezTo>
                  <a:pt x="37" y="28"/>
                  <a:pt x="37" y="28"/>
                  <a:pt x="36" y="27"/>
                </a:cubicBezTo>
                <a:cubicBezTo>
                  <a:pt x="36" y="27"/>
                  <a:pt x="36" y="27"/>
                  <a:pt x="36" y="27"/>
                </a:cubicBezTo>
                <a:close/>
                <a:moveTo>
                  <a:pt x="17" y="4"/>
                </a:moveTo>
                <a:cubicBezTo>
                  <a:pt x="17" y="4"/>
                  <a:pt x="17" y="4"/>
                  <a:pt x="17" y="4"/>
                </a:cubicBezTo>
                <a:cubicBezTo>
                  <a:pt x="12" y="4"/>
                  <a:pt x="7" y="8"/>
                  <a:pt x="7" y="13"/>
                </a:cubicBezTo>
                <a:cubicBezTo>
                  <a:pt x="7" y="19"/>
                  <a:pt x="12" y="23"/>
                  <a:pt x="17" y="23"/>
                </a:cubicBezTo>
                <a:cubicBezTo>
                  <a:pt x="22" y="23"/>
                  <a:pt x="26" y="19"/>
                  <a:pt x="26" y="13"/>
                </a:cubicBezTo>
                <a:cubicBezTo>
                  <a:pt x="26" y="8"/>
                  <a:pt x="22" y="4"/>
                  <a:pt x="17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87" name="Freeform 321">
            <a:extLst>
              <a:ext uri="{FF2B5EF4-FFF2-40B4-BE49-F238E27FC236}">
                <a16:creationId xmlns:a16="http://schemas.microsoft.com/office/drawing/2014/main" id="{C2A00F27-D5F2-85A4-F4BC-51F550085641}"/>
              </a:ext>
            </a:extLst>
          </p:cNvPr>
          <p:cNvSpPr>
            <a:spLocks noEditPoints="1"/>
          </p:cNvSpPr>
          <p:nvPr/>
        </p:nvSpPr>
        <p:spPr bwMode="auto">
          <a:xfrm>
            <a:off x="5445586" y="6060465"/>
            <a:ext cx="196849" cy="194733"/>
          </a:xfrm>
          <a:custGeom>
            <a:avLst/>
            <a:gdLst>
              <a:gd name="T0" fmla="*/ 6419 w 46"/>
              <a:gd name="T1" fmla="*/ 53975 h 46"/>
              <a:gd name="T2" fmla="*/ 0 w 46"/>
              <a:gd name="T3" fmla="*/ 47625 h 46"/>
              <a:gd name="T4" fmla="*/ 6419 w 46"/>
              <a:gd name="T5" fmla="*/ 41275 h 46"/>
              <a:gd name="T6" fmla="*/ 6419 w 46"/>
              <a:gd name="T7" fmla="*/ 41275 h 46"/>
              <a:gd name="T8" fmla="*/ 6419 w 46"/>
              <a:gd name="T9" fmla="*/ 41275 h 46"/>
              <a:gd name="T10" fmla="*/ 6419 w 46"/>
              <a:gd name="T11" fmla="*/ 41275 h 46"/>
              <a:gd name="T12" fmla="*/ 77028 w 46"/>
              <a:gd name="T13" fmla="*/ 69850 h 46"/>
              <a:gd name="T14" fmla="*/ 77028 w 46"/>
              <a:gd name="T15" fmla="*/ 69850 h 46"/>
              <a:gd name="T16" fmla="*/ 77028 w 46"/>
              <a:gd name="T17" fmla="*/ 69850 h 46"/>
              <a:gd name="T18" fmla="*/ 105914 w 46"/>
              <a:gd name="T19" fmla="*/ 139700 h 46"/>
              <a:gd name="T20" fmla="*/ 99495 w 46"/>
              <a:gd name="T21" fmla="*/ 146050 h 46"/>
              <a:gd name="T22" fmla="*/ 93076 w 46"/>
              <a:gd name="T23" fmla="*/ 139700 h 46"/>
              <a:gd name="T24" fmla="*/ 67400 w 46"/>
              <a:gd name="T25" fmla="*/ 79375 h 46"/>
              <a:gd name="T26" fmla="*/ 6419 w 46"/>
              <a:gd name="T27" fmla="*/ 53975 h 46"/>
              <a:gd name="T28" fmla="*/ 6419 w 46"/>
              <a:gd name="T29" fmla="*/ 53975 h 46"/>
              <a:gd name="T30" fmla="*/ 6419 w 46"/>
              <a:gd name="T31" fmla="*/ 53975 h 46"/>
              <a:gd name="T32" fmla="*/ 28886 w 46"/>
              <a:gd name="T33" fmla="*/ 88900 h 46"/>
              <a:gd name="T34" fmla="*/ 28886 w 46"/>
              <a:gd name="T35" fmla="*/ 88900 h 46"/>
              <a:gd name="T36" fmla="*/ 48143 w 46"/>
              <a:gd name="T37" fmla="*/ 98425 h 46"/>
              <a:gd name="T38" fmla="*/ 48143 w 46"/>
              <a:gd name="T39" fmla="*/ 98425 h 46"/>
              <a:gd name="T40" fmla="*/ 57771 w 46"/>
              <a:gd name="T41" fmla="*/ 117475 h 46"/>
              <a:gd name="T42" fmla="*/ 48143 w 46"/>
              <a:gd name="T43" fmla="*/ 136525 h 46"/>
              <a:gd name="T44" fmla="*/ 28886 w 46"/>
              <a:gd name="T45" fmla="*/ 146050 h 46"/>
              <a:gd name="T46" fmla="*/ 6419 w 46"/>
              <a:gd name="T47" fmla="*/ 136525 h 46"/>
              <a:gd name="T48" fmla="*/ 0 w 46"/>
              <a:gd name="T49" fmla="*/ 117475 h 46"/>
              <a:gd name="T50" fmla="*/ 6419 w 46"/>
              <a:gd name="T51" fmla="*/ 98425 h 46"/>
              <a:gd name="T52" fmla="*/ 28886 w 46"/>
              <a:gd name="T53" fmla="*/ 88900 h 46"/>
              <a:gd name="T54" fmla="*/ 38514 w 46"/>
              <a:gd name="T55" fmla="*/ 104775 h 46"/>
              <a:gd name="T56" fmla="*/ 38514 w 46"/>
              <a:gd name="T57" fmla="*/ 104775 h 46"/>
              <a:gd name="T58" fmla="*/ 28886 w 46"/>
              <a:gd name="T59" fmla="*/ 101600 h 46"/>
              <a:gd name="T60" fmla="*/ 16048 w 46"/>
              <a:gd name="T61" fmla="*/ 104775 h 46"/>
              <a:gd name="T62" fmla="*/ 12838 w 46"/>
              <a:gd name="T63" fmla="*/ 117475 h 46"/>
              <a:gd name="T64" fmla="*/ 16048 w 46"/>
              <a:gd name="T65" fmla="*/ 130175 h 46"/>
              <a:gd name="T66" fmla="*/ 28886 w 46"/>
              <a:gd name="T67" fmla="*/ 133350 h 46"/>
              <a:gd name="T68" fmla="*/ 38514 w 46"/>
              <a:gd name="T69" fmla="*/ 130175 h 46"/>
              <a:gd name="T70" fmla="*/ 44933 w 46"/>
              <a:gd name="T71" fmla="*/ 117475 h 46"/>
              <a:gd name="T72" fmla="*/ 38514 w 46"/>
              <a:gd name="T73" fmla="*/ 104775 h 46"/>
              <a:gd name="T74" fmla="*/ 38514 w 46"/>
              <a:gd name="T75" fmla="*/ 104775 h 46"/>
              <a:gd name="T76" fmla="*/ 38514 w 46"/>
              <a:gd name="T77" fmla="*/ 104775 h 46"/>
              <a:gd name="T78" fmla="*/ 6419 w 46"/>
              <a:gd name="T79" fmla="*/ 12700 h 46"/>
              <a:gd name="T80" fmla="*/ 6419 w 46"/>
              <a:gd name="T81" fmla="*/ 12700 h 46"/>
              <a:gd name="T82" fmla="*/ 0 w 46"/>
              <a:gd name="T83" fmla="*/ 6350 h 46"/>
              <a:gd name="T84" fmla="*/ 6419 w 46"/>
              <a:gd name="T85" fmla="*/ 0 h 46"/>
              <a:gd name="T86" fmla="*/ 6419 w 46"/>
              <a:gd name="T87" fmla="*/ 0 h 46"/>
              <a:gd name="T88" fmla="*/ 6419 w 46"/>
              <a:gd name="T89" fmla="*/ 0 h 46"/>
              <a:gd name="T90" fmla="*/ 105914 w 46"/>
              <a:gd name="T91" fmla="*/ 41275 h 46"/>
              <a:gd name="T92" fmla="*/ 147637 w 46"/>
              <a:gd name="T93" fmla="*/ 139700 h 46"/>
              <a:gd name="T94" fmla="*/ 147637 w 46"/>
              <a:gd name="T95" fmla="*/ 139700 h 46"/>
              <a:gd name="T96" fmla="*/ 141218 w 46"/>
              <a:gd name="T97" fmla="*/ 146050 h 46"/>
              <a:gd name="T98" fmla="*/ 134799 w 46"/>
              <a:gd name="T99" fmla="*/ 139700 h 46"/>
              <a:gd name="T100" fmla="*/ 134799 w 46"/>
              <a:gd name="T101" fmla="*/ 139700 h 46"/>
              <a:gd name="T102" fmla="*/ 96285 w 46"/>
              <a:gd name="T103" fmla="*/ 50800 h 46"/>
              <a:gd name="T104" fmla="*/ 6419 w 46"/>
              <a:gd name="T105" fmla="*/ 12700 h 46"/>
              <a:gd name="T106" fmla="*/ 6419 w 46"/>
              <a:gd name="T107" fmla="*/ 12700 h 46"/>
              <a:gd name="T108" fmla="*/ 6419 w 46"/>
              <a:gd name="T109" fmla="*/ 12700 h 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46" h="46">
                <a:moveTo>
                  <a:pt x="2" y="17"/>
                </a:moveTo>
                <a:cubicBezTo>
                  <a:pt x="1" y="17"/>
                  <a:pt x="0" y="16"/>
                  <a:pt x="0" y="15"/>
                </a:cubicBezTo>
                <a:cubicBezTo>
                  <a:pt x="0" y="14"/>
                  <a:pt x="0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1" y="13"/>
                  <a:pt x="18" y="17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9" y="28"/>
                  <a:pt x="33" y="36"/>
                  <a:pt x="33" y="44"/>
                </a:cubicBezTo>
                <a:cubicBezTo>
                  <a:pt x="33" y="45"/>
                  <a:pt x="32" y="46"/>
                  <a:pt x="31" y="46"/>
                </a:cubicBezTo>
                <a:cubicBezTo>
                  <a:pt x="30" y="46"/>
                  <a:pt x="29" y="45"/>
                  <a:pt x="29" y="44"/>
                </a:cubicBezTo>
                <a:cubicBezTo>
                  <a:pt x="29" y="37"/>
                  <a:pt x="26" y="30"/>
                  <a:pt x="21" y="25"/>
                </a:cubicBezTo>
                <a:cubicBezTo>
                  <a:pt x="16" y="20"/>
                  <a:pt x="10" y="17"/>
                  <a:pt x="2" y="17"/>
                </a:cubicBezTo>
                <a:cubicBezTo>
                  <a:pt x="2" y="17"/>
                  <a:pt x="2" y="17"/>
                  <a:pt x="2" y="17"/>
                </a:cubicBezTo>
                <a:cubicBezTo>
                  <a:pt x="2" y="17"/>
                  <a:pt x="2" y="17"/>
                  <a:pt x="2" y="17"/>
                </a:cubicBezTo>
                <a:close/>
                <a:moveTo>
                  <a:pt x="9" y="28"/>
                </a:moveTo>
                <a:cubicBezTo>
                  <a:pt x="9" y="28"/>
                  <a:pt x="9" y="28"/>
                  <a:pt x="9" y="28"/>
                </a:cubicBezTo>
                <a:cubicBezTo>
                  <a:pt x="11" y="28"/>
                  <a:pt x="13" y="29"/>
                  <a:pt x="15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7" y="32"/>
                  <a:pt x="18" y="35"/>
                  <a:pt x="18" y="37"/>
                </a:cubicBezTo>
                <a:cubicBezTo>
                  <a:pt x="18" y="40"/>
                  <a:pt x="17" y="42"/>
                  <a:pt x="15" y="43"/>
                </a:cubicBezTo>
                <a:cubicBezTo>
                  <a:pt x="13" y="45"/>
                  <a:pt x="11" y="46"/>
                  <a:pt x="9" y="46"/>
                </a:cubicBezTo>
                <a:cubicBezTo>
                  <a:pt x="6" y="46"/>
                  <a:pt x="4" y="45"/>
                  <a:pt x="2" y="43"/>
                </a:cubicBezTo>
                <a:cubicBezTo>
                  <a:pt x="1" y="42"/>
                  <a:pt x="0" y="40"/>
                  <a:pt x="0" y="37"/>
                </a:cubicBezTo>
                <a:cubicBezTo>
                  <a:pt x="0" y="35"/>
                  <a:pt x="1" y="32"/>
                  <a:pt x="2" y="31"/>
                </a:cubicBezTo>
                <a:cubicBezTo>
                  <a:pt x="4" y="29"/>
                  <a:pt x="6" y="28"/>
                  <a:pt x="9" y="28"/>
                </a:cubicBezTo>
                <a:close/>
                <a:moveTo>
                  <a:pt x="12" y="33"/>
                </a:moveTo>
                <a:cubicBezTo>
                  <a:pt x="12" y="33"/>
                  <a:pt x="12" y="33"/>
                  <a:pt x="12" y="33"/>
                </a:cubicBezTo>
                <a:cubicBezTo>
                  <a:pt x="11" y="33"/>
                  <a:pt x="10" y="32"/>
                  <a:pt x="9" y="32"/>
                </a:cubicBezTo>
                <a:cubicBezTo>
                  <a:pt x="7" y="32"/>
                  <a:pt x="6" y="33"/>
                  <a:pt x="5" y="33"/>
                </a:cubicBezTo>
                <a:cubicBezTo>
                  <a:pt x="4" y="34"/>
                  <a:pt x="4" y="36"/>
                  <a:pt x="4" y="37"/>
                </a:cubicBezTo>
                <a:cubicBezTo>
                  <a:pt x="4" y="39"/>
                  <a:pt x="4" y="40"/>
                  <a:pt x="5" y="41"/>
                </a:cubicBezTo>
                <a:cubicBezTo>
                  <a:pt x="6" y="42"/>
                  <a:pt x="7" y="42"/>
                  <a:pt x="9" y="42"/>
                </a:cubicBezTo>
                <a:cubicBezTo>
                  <a:pt x="10" y="42"/>
                  <a:pt x="11" y="42"/>
                  <a:pt x="12" y="41"/>
                </a:cubicBezTo>
                <a:cubicBezTo>
                  <a:pt x="13" y="40"/>
                  <a:pt x="14" y="39"/>
                  <a:pt x="14" y="37"/>
                </a:cubicBezTo>
                <a:cubicBezTo>
                  <a:pt x="14" y="36"/>
                  <a:pt x="13" y="34"/>
                  <a:pt x="12" y="33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3"/>
                  <a:pt x="12" y="33"/>
                  <a:pt x="12" y="33"/>
                </a:cubicBezTo>
                <a:close/>
                <a:moveTo>
                  <a:pt x="2" y="4"/>
                </a:moveTo>
                <a:cubicBezTo>
                  <a:pt x="2" y="4"/>
                  <a:pt x="2" y="4"/>
                  <a:pt x="2" y="4"/>
                </a:cubicBezTo>
                <a:cubicBezTo>
                  <a:pt x="1" y="4"/>
                  <a:pt x="0" y="3"/>
                  <a:pt x="0" y="2"/>
                </a:cubicBezTo>
                <a:cubicBezTo>
                  <a:pt x="0" y="1"/>
                  <a:pt x="0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4" y="0"/>
                  <a:pt x="25" y="5"/>
                  <a:pt x="33" y="13"/>
                </a:cubicBezTo>
                <a:cubicBezTo>
                  <a:pt x="41" y="21"/>
                  <a:pt x="46" y="32"/>
                  <a:pt x="46" y="44"/>
                </a:cubicBezTo>
                <a:cubicBezTo>
                  <a:pt x="46" y="44"/>
                  <a:pt x="46" y="44"/>
                  <a:pt x="46" y="44"/>
                </a:cubicBezTo>
                <a:cubicBezTo>
                  <a:pt x="46" y="45"/>
                  <a:pt x="45" y="46"/>
                  <a:pt x="44" y="46"/>
                </a:cubicBezTo>
                <a:cubicBezTo>
                  <a:pt x="43" y="46"/>
                  <a:pt x="42" y="45"/>
                  <a:pt x="42" y="44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33"/>
                  <a:pt x="38" y="23"/>
                  <a:pt x="30" y="16"/>
                </a:cubicBezTo>
                <a:cubicBezTo>
                  <a:pt x="23" y="9"/>
                  <a:pt x="13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88" name="Freeform 322">
            <a:extLst>
              <a:ext uri="{FF2B5EF4-FFF2-40B4-BE49-F238E27FC236}">
                <a16:creationId xmlns:a16="http://schemas.microsoft.com/office/drawing/2014/main" id="{DD6AC565-3D58-4BF9-3B3C-5554EE83A0CD}"/>
              </a:ext>
            </a:extLst>
          </p:cNvPr>
          <p:cNvSpPr>
            <a:spLocks noEditPoints="1"/>
          </p:cNvSpPr>
          <p:nvPr/>
        </p:nvSpPr>
        <p:spPr bwMode="auto">
          <a:xfrm>
            <a:off x="11378601" y="6051998"/>
            <a:ext cx="241300" cy="211667"/>
          </a:xfrm>
          <a:custGeom>
            <a:avLst/>
            <a:gdLst>
              <a:gd name="T0" fmla="*/ 158750 w 57"/>
              <a:gd name="T1" fmla="*/ 34925 h 50"/>
              <a:gd name="T2" fmla="*/ 158750 w 57"/>
              <a:gd name="T3" fmla="*/ 34925 h 50"/>
              <a:gd name="T4" fmla="*/ 174625 w 57"/>
              <a:gd name="T5" fmla="*/ 76200 h 50"/>
              <a:gd name="T6" fmla="*/ 161925 w 57"/>
              <a:gd name="T7" fmla="*/ 85725 h 50"/>
              <a:gd name="T8" fmla="*/ 155575 w 57"/>
              <a:gd name="T9" fmla="*/ 127000 h 50"/>
              <a:gd name="T10" fmla="*/ 85725 w 57"/>
              <a:gd name="T11" fmla="*/ 158750 h 50"/>
              <a:gd name="T12" fmla="*/ 22225 w 57"/>
              <a:gd name="T13" fmla="*/ 127000 h 50"/>
              <a:gd name="T14" fmla="*/ 19050 w 57"/>
              <a:gd name="T15" fmla="*/ 120650 h 50"/>
              <a:gd name="T16" fmla="*/ 3175 w 57"/>
              <a:gd name="T17" fmla="*/ 76200 h 50"/>
              <a:gd name="T18" fmla="*/ 0 w 57"/>
              <a:gd name="T19" fmla="*/ 69850 h 50"/>
              <a:gd name="T20" fmla="*/ 22225 w 57"/>
              <a:gd name="T21" fmla="*/ 34925 h 50"/>
              <a:gd name="T22" fmla="*/ 92075 w 57"/>
              <a:gd name="T23" fmla="*/ 0 h 50"/>
              <a:gd name="T24" fmla="*/ 85725 w 57"/>
              <a:gd name="T25" fmla="*/ 146050 h 50"/>
              <a:gd name="T26" fmla="*/ 76200 w 57"/>
              <a:gd name="T27" fmla="*/ 104775 h 50"/>
              <a:gd name="T28" fmla="*/ 69850 w 57"/>
              <a:gd name="T29" fmla="*/ 104775 h 50"/>
              <a:gd name="T30" fmla="*/ 31750 w 57"/>
              <a:gd name="T31" fmla="*/ 117475 h 50"/>
              <a:gd name="T32" fmla="*/ 85725 w 57"/>
              <a:gd name="T33" fmla="*/ 66675 h 50"/>
              <a:gd name="T34" fmla="*/ 85725 w 57"/>
              <a:gd name="T35" fmla="*/ 15875 h 50"/>
              <a:gd name="T36" fmla="*/ 85725 w 57"/>
              <a:gd name="T37" fmla="*/ 66675 h 50"/>
              <a:gd name="T38" fmla="*/ 92075 w 57"/>
              <a:gd name="T39" fmla="*/ 15875 h 50"/>
              <a:gd name="T40" fmla="*/ 142875 w 57"/>
              <a:gd name="T41" fmla="*/ 41275 h 50"/>
              <a:gd name="T42" fmla="*/ 92075 w 57"/>
              <a:gd name="T43" fmla="*/ 85725 h 50"/>
              <a:gd name="T44" fmla="*/ 92075 w 57"/>
              <a:gd name="T45" fmla="*/ 146050 h 50"/>
              <a:gd name="T46" fmla="*/ 149225 w 57"/>
              <a:gd name="T47" fmla="*/ 85725 h 50"/>
              <a:gd name="T48" fmla="*/ 107950 w 57"/>
              <a:gd name="T49" fmla="*/ 104775 h 50"/>
              <a:gd name="T50" fmla="*/ 92075 w 57"/>
              <a:gd name="T51" fmla="*/ 85725 h 50"/>
              <a:gd name="T52" fmla="*/ 152400 w 57"/>
              <a:gd name="T53" fmla="*/ 44450 h 50"/>
              <a:gd name="T54" fmla="*/ 107950 w 57"/>
              <a:gd name="T55" fmla="*/ 98425 h 50"/>
              <a:gd name="T56" fmla="*/ 152400 w 57"/>
              <a:gd name="T57" fmla="*/ 44450 h 50"/>
              <a:gd name="T58" fmla="*/ 28575 w 57"/>
              <a:gd name="T59" fmla="*/ 76200 h 50"/>
              <a:gd name="T60" fmla="*/ 85725 w 57"/>
              <a:gd name="T61" fmla="*/ 73025 h 50"/>
              <a:gd name="T62" fmla="*/ 15875 w 57"/>
              <a:gd name="T63" fmla="*/ 69850 h 50"/>
              <a:gd name="T64" fmla="*/ 28575 w 57"/>
              <a:gd name="T65" fmla="*/ 76200 h 5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56" y="22"/>
                  <a:pt x="56" y="22"/>
                  <a:pt x="56" y="22"/>
                </a:cubicBezTo>
                <a:cubicBezTo>
                  <a:pt x="57" y="22"/>
                  <a:pt x="56" y="24"/>
                  <a:pt x="55" y="24"/>
                </a:cubicBezTo>
                <a:cubicBezTo>
                  <a:pt x="55" y="24"/>
                  <a:pt x="55" y="24"/>
                  <a:pt x="55" y="24"/>
                </a:cubicBezTo>
                <a:cubicBezTo>
                  <a:pt x="51" y="27"/>
                  <a:pt x="51" y="27"/>
                  <a:pt x="51" y="27"/>
                </a:cubicBezTo>
                <a:cubicBezTo>
                  <a:pt x="51" y="38"/>
                  <a:pt x="51" y="38"/>
                  <a:pt x="51" y="38"/>
                </a:cubicBezTo>
                <a:cubicBezTo>
                  <a:pt x="51" y="39"/>
                  <a:pt x="50" y="40"/>
                  <a:pt x="49" y="40"/>
                </a:cubicBezTo>
                <a:cubicBezTo>
                  <a:pt x="29" y="50"/>
                  <a:pt x="29" y="50"/>
                  <a:pt x="29" y="50"/>
                </a:cubicBezTo>
                <a:cubicBezTo>
                  <a:pt x="29" y="50"/>
                  <a:pt x="28" y="50"/>
                  <a:pt x="27" y="50"/>
                </a:cubicBezTo>
                <a:cubicBezTo>
                  <a:pt x="27" y="50"/>
                  <a:pt x="27" y="50"/>
                  <a:pt x="27" y="50"/>
                </a:cubicBezTo>
                <a:cubicBezTo>
                  <a:pt x="7" y="40"/>
                  <a:pt x="7" y="40"/>
                  <a:pt x="7" y="40"/>
                </a:cubicBezTo>
                <a:cubicBezTo>
                  <a:pt x="6" y="39"/>
                  <a:pt x="6" y="39"/>
                  <a:pt x="6" y="38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27"/>
                  <a:pt x="6" y="27"/>
                  <a:pt x="6" y="27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4"/>
                  <a:pt x="0" y="23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7" y="11"/>
                  <a:pt x="7" y="11"/>
                </a:cubicBezTo>
                <a:cubicBezTo>
                  <a:pt x="27" y="0"/>
                  <a:pt x="27" y="0"/>
                  <a:pt x="27" y="0"/>
                </a:cubicBezTo>
                <a:cubicBezTo>
                  <a:pt x="28" y="0"/>
                  <a:pt x="29" y="0"/>
                  <a:pt x="29" y="0"/>
                </a:cubicBezTo>
                <a:close/>
                <a:moveTo>
                  <a:pt x="27" y="46"/>
                </a:moveTo>
                <a:cubicBezTo>
                  <a:pt x="27" y="46"/>
                  <a:pt x="27" y="46"/>
                  <a:pt x="27" y="46"/>
                </a:cubicBezTo>
                <a:cubicBezTo>
                  <a:pt x="27" y="27"/>
                  <a:pt x="27" y="27"/>
                  <a:pt x="27" y="27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3"/>
                  <a:pt x="23" y="33"/>
                  <a:pt x="22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37"/>
                  <a:pt x="10" y="37"/>
                  <a:pt x="10" y="37"/>
                </a:cubicBezTo>
                <a:cubicBezTo>
                  <a:pt x="27" y="46"/>
                  <a:pt x="27" y="46"/>
                  <a:pt x="27" y="46"/>
                </a:cubicBezTo>
                <a:close/>
                <a:moveTo>
                  <a:pt x="27" y="21"/>
                </a:moveTo>
                <a:cubicBezTo>
                  <a:pt x="27" y="21"/>
                  <a:pt x="27" y="21"/>
                  <a:pt x="27" y="21"/>
                </a:cubicBezTo>
                <a:cubicBezTo>
                  <a:pt x="27" y="5"/>
                  <a:pt x="27" y="5"/>
                  <a:pt x="27" y="5"/>
                </a:cubicBezTo>
                <a:cubicBezTo>
                  <a:pt x="11" y="13"/>
                  <a:pt x="11" y="13"/>
                  <a:pt x="11" y="13"/>
                </a:cubicBezTo>
                <a:cubicBezTo>
                  <a:pt x="27" y="21"/>
                  <a:pt x="27" y="21"/>
                  <a:pt x="27" y="21"/>
                </a:cubicBezTo>
                <a:close/>
                <a:moveTo>
                  <a:pt x="29" y="5"/>
                </a:moveTo>
                <a:cubicBezTo>
                  <a:pt x="29" y="5"/>
                  <a:pt x="29" y="5"/>
                  <a:pt x="29" y="5"/>
                </a:cubicBezTo>
                <a:cubicBezTo>
                  <a:pt x="29" y="21"/>
                  <a:pt x="29" y="21"/>
                  <a:pt x="29" y="21"/>
                </a:cubicBezTo>
                <a:cubicBezTo>
                  <a:pt x="45" y="13"/>
                  <a:pt x="45" y="13"/>
                  <a:pt x="45" y="13"/>
                </a:cubicBezTo>
                <a:cubicBezTo>
                  <a:pt x="29" y="5"/>
                  <a:pt x="29" y="5"/>
                  <a:pt x="29" y="5"/>
                </a:cubicBezTo>
                <a:close/>
                <a:moveTo>
                  <a:pt x="29" y="27"/>
                </a:moveTo>
                <a:cubicBezTo>
                  <a:pt x="29" y="27"/>
                  <a:pt x="29" y="27"/>
                  <a:pt x="29" y="27"/>
                </a:cubicBezTo>
                <a:cubicBezTo>
                  <a:pt x="29" y="46"/>
                  <a:pt x="29" y="46"/>
                  <a:pt x="29" y="46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27"/>
                  <a:pt x="47" y="27"/>
                  <a:pt x="47" y="27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3" y="33"/>
                  <a:pt x="33" y="33"/>
                </a:cubicBezTo>
                <a:cubicBezTo>
                  <a:pt x="29" y="27"/>
                  <a:pt x="29" y="27"/>
                  <a:pt x="29" y="27"/>
                </a:cubicBezTo>
                <a:close/>
                <a:moveTo>
                  <a:pt x="48" y="14"/>
                </a:moveTo>
                <a:cubicBezTo>
                  <a:pt x="48" y="14"/>
                  <a:pt x="48" y="14"/>
                  <a:pt x="48" y="14"/>
                </a:cubicBezTo>
                <a:cubicBezTo>
                  <a:pt x="30" y="23"/>
                  <a:pt x="30" y="23"/>
                  <a:pt x="30" y="23"/>
                </a:cubicBezTo>
                <a:cubicBezTo>
                  <a:pt x="34" y="31"/>
                  <a:pt x="34" y="31"/>
                  <a:pt x="34" y="31"/>
                </a:cubicBezTo>
                <a:cubicBezTo>
                  <a:pt x="52" y="22"/>
                  <a:pt x="52" y="22"/>
                  <a:pt x="52" y="22"/>
                </a:cubicBezTo>
                <a:cubicBezTo>
                  <a:pt x="48" y="14"/>
                  <a:pt x="48" y="14"/>
                  <a:pt x="48" y="14"/>
                </a:cubicBezTo>
                <a:close/>
                <a:moveTo>
                  <a:pt x="9" y="24"/>
                </a:moveTo>
                <a:cubicBezTo>
                  <a:pt x="9" y="24"/>
                  <a:pt x="9" y="24"/>
                  <a:pt x="9" y="24"/>
                </a:cubicBezTo>
                <a:cubicBezTo>
                  <a:pt x="22" y="31"/>
                  <a:pt x="22" y="31"/>
                  <a:pt x="22" y="31"/>
                </a:cubicBezTo>
                <a:cubicBezTo>
                  <a:pt x="27" y="23"/>
                  <a:pt x="27" y="23"/>
                  <a:pt x="27" y="23"/>
                </a:cubicBezTo>
                <a:cubicBezTo>
                  <a:pt x="9" y="14"/>
                  <a:pt x="9" y="14"/>
                  <a:pt x="9" y="14"/>
                </a:cubicBezTo>
                <a:cubicBezTo>
                  <a:pt x="5" y="22"/>
                  <a:pt x="5" y="22"/>
                  <a:pt x="5" y="22"/>
                </a:cubicBezTo>
                <a:cubicBezTo>
                  <a:pt x="8" y="24"/>
                  <a:pt x="8" y="24"/>
                  <a:pt x="8" y="24"/>
                </a:cubicBezTo>
                <a:cubicBezTo>
                  <a:pt x="8" y="24"/>
                  <a:pt x="9" y="24"/>
                  <a:pt x="9" y="2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89" name="Freeform 323">
            <a:extLst>
              <a:ext uri="{FF2B5EF4-FFF2-40B4-BE49-F238E27FC236}">
                <a16:creationId xmlns:a16="http://schemas.microsoft.com/office/drawing/2014/main" id="{F75A48F9-DAF7-B528-1C29-D3B5820A8AF8}"/>
              </a:ext>
            </a:extLst>
          </p:cNvPr>
          <p:cNvSpPr>
            <a:spLocks noEditPoints="1"/>
          </p:cNvSpPr>
          <p:nvPr/>
        </p:nvSpPr>
        <p:spPr bwMode="auto">
          <a:xfrm>
            <a:off x="4664534" y="6056232"/>
            <a:ext cx="188384" cy="207433"/>
          </a:xfrm>
          <a:custGeom>
            <a:avLst/>
            <a:gdLst>
              <a:gd name="T0" fmla="*/ 93122 w 44"/>
              <a:gd name="T1" fmla="*/ 66675 h 49"/>
              <a:gd name="T2" fmla="*/ 105966 w 44"/>
              <a:gd name="T3" fmla="*/ 57150 h 49"/>
              <a:gd name="T4" fmla="*/ 109177 w 44"/>
              <a:gd name="T5" fmla="*/ 15875 h 49"/>
              <a:gd name="T6" fmla="*/ 93122 w 44"/>
              <a:gd name="T7" fmla="*/ 6350 h 49"/>
              <a:gd name="T8" fmla="*/ 51377 w 44"/>
              <a:gd name="T9" fmla="*/ 6350 h 49"/>
              <a:gd name="T10" fmla="*/ 35322 w 44"/>
              <a:gd name="T11" fmla="*/ 15875 h 49"/>
              <a:gd name="T12" fmla="*/ 38533 w 44"/>
              <a:gd name="T13" fmla="*/ 57150 h 49"/>
              <a:gd name="T14" fmla="*/ 51377 w 44"/>
              <a:gd name="T15" fmla="*/ 66675 h 49"/>
              <a:gd name="T16" fmla="*/ 73855 w 44"/>
              <a:gd name="T17" fmla="*/ 22225 h 49"/>
              <a:gd name="T18" fmla="*/ 77066 w 44"/>
              <a:gd name="T19" fmla="*/ 25400 h 49"/>
              <a:gd name="T20" fmla="*/ 109177 w 44"/>
              <a:gd name="T21" fmla="*/ 66675 h 49"/>
              <a:gd name="T22" fmla="*/ 141288 w 44"/>
              <a:gd name="T23" fmla="*/ 73025 h 49"/>
              <a:gd name="T24" fmla="*/ 102755 w 44"/>
              <a:gd name="T25" fmla="*/ 104775 h 49"/>
              <a:gd name="T26" fmla="*/ 112388 w 44"/>
              <a:gd name="T27" fmla="*/ 155575 h 49"/>
              <a:gd name="T28" fmla="*/ 70644 w 44"/>
              <a:gd name="T29" fmla="*/ 127000 h 49"/>
              <a:gd name="T30" fmla="*/ 25689 w 44"/>
              <a:gd name="T31" fmla="*/ 152400 h 49"/>
              <a:gd name="T32" fmla="*/ 25689 w 44"/>
              <a:gd name="T33" fmla="*/ 146050 h 49"/>
              <a:gd name="T34" fmla="*/ 3211 w 44"/>
              <a:gd name="T35" fmla="*/ 79375 h 49"/>
              <a:gd name="T36" fmla="*/ 6422 w 44"/>
              <a:gd name="T37" fmla="*/ 66675 h 49"/>
              <a:gd name="T38" fmla="*/ 32111 w 44"/>
              <a:gd name="T39" fmla="*/ 60325 h 49"/>
              <a:gd name="T40" fmla="*/ 25689 w 44"/>
              <a:gd name="T41" fmla="*/ 15875 h 49"/>
              <a:gd name="T42" fmla="*/ 28900 w 44"/>
              <a:gd name="T43" fmla="*/ 0 h 49"/>
              <a:gd name="T44" fmla="*/ 51377 w 44"/>
              <a:gd name="T45" fmla="*/ 0 h 49"/>
              <a:gd name="T46" fmla="*/ 93122 w 44"/>
              <a:gd name="T47" fmla="*/ 0 h 49"/>
              <a:gd name="T48" fmla="*/ 118810 w 44"/>
              <a:gd name="T49" fmla="*/ 3175 h 49"/>
              <a:gd name="T50" fmla="*/ 118810 w 44"/>
              <a:gd name="T51" fmla="*/ 15875 h 49"/>
              <a:gd name="T52" fmla="*/ 112388 w 44"/>
              <a:gd name="T53" fmla="*/ 60325 h 49"/>
              <a:gd name="T54" fmla="*/ 80277 w 44"/>
              <a:gd name="T55" fmla="*/ 76200 h 49"/>
              <a:gd name="T56" fmla="*/ 70644 w 44"/>
              <a:gd name="T57" fmla="*/ 47625 h 49"/>
              <a:gd name="T58" fmla="*/ 57800 w 44"/>
              <a:gd name="T59" fmla="*/ 79375 h 49"/>
              <a:gd name="T60" fmla="*/ 51377 w 44"/>
              <a:gd name="T61" fmla="*/ 98425 h 49"/>
              <a:gd name="T62" fmla="*/ 44955 w 44"/>
              <a:gd name="T63" fmla="*/ 133350 h 49"/>
              <a:gd name="T64" fmla="*/ 67433 w 44"/>
              <a:gd name="T65" fmla="*/ 114300 h 49"/>
              <a:gd name="T66" fmla="*/ 99544 w 44"/>
              <a:gd name="T67" fmla="*/ 133350 h 49"/>
              <a:gd name="T68" fmla="*/ 93122 w 44"/>
              <a:gd name="T69" fmla="*/ 98425 h 49"/>
              <a:gd name="T70" fmla="*/ 86699 w 44"/>
              <a:gd name="T71" fmla="*/ 79375 h 4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4" h="49">
                <a:moveTo>
                  <a:pt x="24" y="8"/>
                </a:moveTo>
                <a:cubicBezTo>
                  <a:pt x="29" y="21"/>
                  <a:pt x="29" y="21"/>
                  <a:pt x="29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2" y="20"/>
                  <a:pt x="32" y="19"/>
                  <a:pt x="33" y="18"/>
                </a:cubicBezTo>
                <a:cubicBezTo>
                  <a:pt x="33" y="17"/>
                  <a:pt x="34" y="16"/>
                  <a:pt x="34" y="14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2"/>
                  <a:pt x="34" y="2"/>
                  <a:pt x="34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6"/>
                  <a:pt x="11" y="17"/>
                  <a:pt x="12" y="18"/>
                </a:cubicBezTo>
                <a:cubicBezTo>
                  <a:pt x="13" y="19"/>
                  <a:pt x="13" y="20"/>
                  <a:pt x="13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7"/>
                  <a:pt x="22" y="6"/>
                  <a:pt x="23" y="7"/>
                </a:cubicBezTo>
                <a:cubicBezTo>
                  <a:pt x="24" y="7"/>
                  <a:pt x="24" y="7"/>
                  <a:pt x="24" y="8"/>
                </a:cubicBezTo>
                <a:cubicBezTo>
                  <a:pt x="24" y="8"/>
                  <a:pt x="24" y="8"/>
                  <a:pt x="24" y="8"/>
                </a:cubicBezTo>
                <a:close/>
                <a:moveTo>
                  <a:pt x="34" y="21"/>
                </a:moveTo>
                <a:cubicBezTo>
                  <a:pt x="34" y="21"/>
                  <a:pt x="34" y="21"/>
                  <a:pt x="34" y="21"/>
                </a:cubicBezTo>
                <a:cubicBezTo>
                  <a:pt x="43" y="21"/>
                  <a:pt x="43" y="21"/>
                  <a:pt x="43" y="21"/>
                </a:cubicBezTo>
                <a:cubicBezTo>
                  <a:pt x="44" y="21"/>
                  <a:pt x="44" y="22"/>
                  <a:pt x="44" y="23"/>
                </a:cubicBezTo>
                <a:cubicBezTo>
                  <a:pt x="44" y="24"/>
                  <a:pt x="44" y="24"/>
                  <a:pt x="44" y="25"/>
                </a:cubicBezTo>
                <a:cubicBezTo>
                  <a:pt x="32" y="33"/>
                  <a:pt x="32" y="33"/>
                  <a:pt x="32" y="33"/>
                </a:cubicBezTo>
                <a:cubicBezTo>
                  <a:pt x="37" y="46"/>
                  <a:pt x="37" y="46"/>
                  <a:pt x="37" y="46"/>
                </a:cubicBezTo>
                <a:cubicBezTo>
                  <a:pt x="37" y="47"/>
                  <a:pt x="36" y="48"/>
                  <a:pt x="35" y="49"/>
                </a:cubicBezTo>
                <a:cubicBezTo>
                  <a:pt x="35" y="49"/>
                  <a:pt x="34" y="49"/>
                  <a:pt x="34" y="48"/>
                </a:cubicBezTo>
                <a:cubicBezTo>
                  <a:pt x="22" y="40"/>
                  <a:pt x="22" y="40"/>
                  <a:pt x="22" y="40"/>
                </a:cubicBezTo>
                <a:cubicBezTo>
                  <a:pt x="11" y="48"/>
                  <a:pt x="11" y="48"/>
                  <a:pt x="11" y="48"/>
                </a:cubicBezTo>
                <a:cubicBezTo>
                  <a:pt x="10" y="49"/>
                  <a:pt x="9" y="49"/>
                  <a:pt x="8" y="48"/>
                </a:cubicBezTo>
                <a:cubicBezTo>
                  <a:pt x="8" y="47"/>
                  <a:pt x="8" y="47"/>
                  <a:pt x="8" y="46"/>
                </a:cubicBezTo>
                <a:cubicBezTo>
                  <a:pt x="8" y="46"/>
                  <a:pt x="8" y="46"/>
                  <a:pt x="8" y="46"/>
                </a:cubicBezTo>
                <a:cubicBezTo>
                  <a:pt x="12" y="33"/>
                  <a:pt x="12" y="33"/>
                  <a:pt x="12" y="33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4"/>
                  <a:pt x="0" y="23"/>
                  <a:pt x="1" y="22"/>
                </a:cubicBezTo>
                <a:cubicBezTo>
                  <a:pt x="1" y="21"/>
                  <a:pt x="2" y="21"/>
                  <a:pt x="2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0" y="20"/>
                  <a:pt x="10" y="19"/>
                </a:cubicBezTo>
                <a:cubicBezTo>
                  <a:pt x="9" y="18"/>
                  <a:pt x="8" y="16"/>
                  <a:pt x="8" y="14"/>
                </a:cubicBezTo>
                <a:cubicBezTo>
                  <a:pt x="8" y="5"/>
                  <a:pt x="8" y="5"/>
                  <a:pt x="8" y="5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6" y="0"/>
                  <a:pt x="37" y="0"/>
                  <a:pt x="37" y="1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5"/>
                  <a:pt x="37" y="5"/>
                  <a:pt x="37" y="5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6"/>
                  <a:pt x="36" y="18"/>
                  <a:pt x="35" y="19"/>
                </a:cubicBezTo>
                <a:cubicBezTo>
                  <a:pt x="34" y="20"/>
                  <a:pt x="34" y="21"/>
                  <a:pt x="34" y="21"/>
                </a:cubicBezTo>
                <a:close/>
                <a:moveTo>
                  <a:pt x="25" y="24"/>
                </a:moveTo>
                <a:cubicBezTo>
                  <a:pt x="25" y="24"/>
                  <a:pt x="25" y="24"/>
                  <a:pt x="25" y="24"/>
                </a:cubicBezTo>
                <a:cubicBezTo>
                  <a:pt x="22" y="15"/>
                  <a:pt x="22" y="15"/>
                  <a:pt x="22" y="15"/>
                </a:cubicBezTo>
                <a:cubicBezTo>
                  <a:pt x="20" y="24"/>
                  <a:pt x="20" y="24"/>
                  <a:pt x="20" y="24"/>
                </a:cubicBezTo>
                <a:cubicBezTo>
                  <a:pt x="19" y="24"/>
                  <a:pt x="19" y="25"/>
                  <a:pt x="18" y="25"/>
                </a:cubicBezTo>
                <a:cubicBezTo>
                  <a:pt x="8" y="25"/>
                  <a:pt x="8" y="25"/>
                  <a:pt x="8" y="25"/>
                </a:cubicBezTo>
                <a:cubicBezTo>
                  <a:pt x="16" y="31"/>
                  <a:pt x="16" y="31"/>
                  <a:pt x="16" y="31"/>
                </a:cubicBezTo>
                <a:cubicBezTo>
                  <a:pt x="17" y="31"/>
                  <a:pt x="17" y="32"/>
                  <a:pt x="17" y="33"/>
                </a:cubicBezTo>
                <a:cubicBezTo>
                  <a:pt x="14" y="42"/>
                  <a:pt x="14" y="42"/>
                  <a:pt x="14" y="42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2" y="36"/>
                  <a:pt x="23" y="36"/>
                  <a:pt x="24" y="36"/>
                </a:cubicBezTo>
                <a:cubicBezTo>
                  <a:pt x="31" y="42"/>
                  <a:pt x="31" y="42"/>
                  <a:pt x="31" y="42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2"/>
                  <a:pt x="28" y="31"/>
                  <a:pt x="29" y="31"/>
                </a:cubicBezTo>
                <a:cubicBezTo>
                  <a:pt x="37" y="25"/>
                  <a:pt x="37" y="25"/>
                  <a:pt x="37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5"/>
                  <a:pt x="26" y="25"/>
                  <a:pt x="25" y="2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90" name="Freeform 324">
            <a:extLst>
              <a:ext uri="{FF2B5EF4-FFF2-40B4-BE49-F238E27FC236}">
                <a16:creationId xmlns:a16="http://schemas.microsoft.com/office/drawing/2014/main" id="{F113C836-9D48-63A2-CFEF-C9834E6AA8DF}"/>
              </a:ext>
            </a:extLst>
          </p:cNvPr>
          <p:cNvSpPr>
            <a:spLocks noEditPoints="1"/>
          </p:cNvSpPr>
          <p:nvPr/>
        </p:nvSpPr>
        <p:spPr bwMode="auto">
          <a:xfrm>
            <a:off x="7682901" y="6051998"/>
            <a:ext cx="198967" cy="211667"/>
          </a:xfrm>
          <a:custGeom>
            <a:avLst/>
            <a:gdLst>
              <a:gd name="T0" fmla="*/ 3175 w 47"/>
              <a:gd name="T1" fmla="*/ 152400 h 50"/>
              <a:gd name="T2" fmla="*/ 60325 w 47"/>
              <a:gd name="T3" fmla="*/ 146050 h 50"/>
              <a:gd name="T4" fmla="*/ 25400 w 47"/>
              <a:gd name="T5" fmla="*/ 127000 h 50"/>
              <a:gd name="T6" fmla="*/ 3175 w 47"/>
              <a:gd name="T7" fmla="*/ 107950 h 50"/>
              <a:gd name="T8" fmla="*/ 22225 w 47"/>
              <a:gd name="T9" fmla="*/ 79375 h 50"/>
              <a:gd name="T10" fmla="*/ 60325 w 47"/>
              <a:gd name="T11" fmla="*/ 76200 h 50"/>
              <a:gd name="T12" fmla="*/ 25400 w 47"/>
              <a:gd name="T13" fmla="*/ 63500 h 50"/>
              <a:gd name="T14" fmla="*/ 22225 w 47"/>
              <a:gd name="T15" fmla="*/ 57150 h 50"/>
              <a:gd name="T16" fmla="*/ 25400 w 47"/>
              <a:gd name="T17" fmla="*/ 15875 h 50"/>
              <a:gd name="T18" fmla="*/ 60325 w 47"/>
              <a:gd name="T19" fmla="*/ 15875 h 50"/>
              <a:gd name="T20" fmla="*/ 66675 w 47"/>
              <a:gd name="T21" fmla="*/ 0 h 50"/>
              <a:gd name="T22" fmla="*/ 85725 w 47"/>
              <a:gd name="T23" fmla="*/ 0 h 50"/>
              <a:gd name="T24" fmla="*/ 88900 w 47"/>
              <a:gd name="T25" fmla="*/ 6350 h 50"/>
              <a:gd name="T26" fmla="*/ 123825 w 47"/>
              <a:gd name="T27" fmla="*/ 15875 h 50"/>
              <a:gd name="T28" fmla="*/ 149225 w 47"/>
              <a:gd name="T29" fmla="*/ 34925 h 50"/>
              <a:gd name="T30" fmla="*/ 149225 w 47"/>
              <a:gd name="T31" fmla="*/ 44450 h 50"/>
              <a:gd name="T32" fmla="*/ 123825 w 47"/>
              <a:gd name="T33" fmla="*/ 63500 h 50"/>
              <a:gd name="T34" fmla="*/ 88900 w 47"/>
              <a:gd name="T35" fmla="*/ 63500 h 50"/>
              <a:gd name="T36" fmla="*/ 123825 w 47"/>
              <a:gd name="T37" fmla="*/ 76200 h 50"/>
              <a:gd name="T38" fmla="*/ 130175 w 47"/>
              <a:gd name="T39" fmla="*/ 82550 h 50"/>
              <a:gd name="T40" fmla="*/ 130175 w 47"/>
              <a:gd name="T41" fmla="*/ 120650 h 50"/>
              <a:gd name="T42" fmla="*/ 88900 w 47"/>
              <a:gd name="T43" fmla="*/ 127000 h 50"/>
              <a:gd name="T44" fmla="*/ 139700 w 47"/>
              <a:gd name="T45" fmla="*/ 146050 h 50"/>
              <a:gd name="T46" fmla="*/ 139700 w 47"/>
              <a:gd name="T47" fmla="*/ 158750 h 50"/>
              <a:gd name="T48" fmla="*/ 69850 w 47"/>
              <a:gd name="T49" fmla="*/ 146050 h 50"/>
              <a:gd name="T50" fmla="*/ 82550 w 47"/>
              <a:gd name="T51" fmla="*/ 146050 h 50"/>
              <a:gd name="T52" fmla="*/ 69850 w 47"/>
              <a:gd name="T53" fmla="*/ 127000 h 50"/>
              <a:gd name="T54" fmla="*/ 82550 w 47"/>
              <a:gd name="T55" fmla="*/ 9525 h 50"/>
              <a:gd name="T56" fmla="*/ 69850 w 47"/>
              <a:gd name="T57" fmla="*/ 9525 h 50"/>
              <a:gd name="T58" fmla="*/ 82550 w 47"/>
              <a:gd name="T59" fmla="*/ 15875 h 50"/>
              <a:gd name="T60" fmla="*/ 82550 w 47"/>
              <a:gd name="T61" fmla="*/ 76200 h 50"/>
              <a:gd name="T62" fmla="*/ 82550 w 47"/>
              <a:gd name="T63" fmla="*/ 63500 h 50"/>
              <a:gd name="T64" fmla="*/ 69850 w 47"/>
              <a:gd name="T65" fmla="*/ 76200 h 50"/>
              <a:gd name="T66" fmla="*/ 123825 w 47"/>
              <a:gd name="T67" fmla="*/ 25400 h 50"/>
              <a:gd name="T68" fmla="*/ 31750 w 47"/>
              <a:gd name="T69" fmla="*/ 25400 h 50"/>
              <a:gd name="T70" fmla="*/ 123825 w 47"/>
              <a:gd name="T71" fmla="*/ 53975 h 50"/>
              <a:gd name="T72" fmla="*/ 123825 w 47"/>
              <a:gd name="T73" fmla="*/ 25400 h 50"/>
              <a:gd name="T74" fmla="*/ 117475 w 47"/>
              <a:gd name="T75" fmla="*/ 88900 h 50"/>
              <a:gd name="T76" fmla="*/ 15875 w 47"/>
              <a:gd name="T77" fmla="*/ 101600 h 50"/>
              <a:gd name="T78" fmla="*/ 117475 w 47"/>
              <a:gd name="T79" fmla="*/ 114300 h 5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7" h="50">
                <a:moveTo>
                  <a:pt x="3" y="50"/>
                </a:moveTo>
                <a:cubicBezTo>
                  <a:pt x="2" y="50"/>
                  <a:pt x="1" y="49"/>
                  <a:pt x="1" y="48"/>
                </a:cubicBezTo>
                <a:cubicBezTo>
                  <a:pt x="1" y="47"/>
                  <a:pt x="2" y="46"/>
                  <a:pt x="3" y="46"/>
                </a:cubicBezTo>
                <a:cubicBezTo>
                  <a:pt x="19" y="46"/>
                  <a:pt x="19" y="46"/>
                  <a:pt x="19" y="46"/>
                </a:cubicBezTo>
                <a:cubicBezTo>
                  <a:pt x="19" y="40"/>
                  <a:pt x="19" y="40"/>
                  <a:pt x="19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8" y="40"/>
                  <a:pt x="7" y="40"/>
                  <a:pt x="7" y="40"/>
                </a:cubicBezTo>
                <a:cubicBezTo>
                  <a:pt x="1" y="34"/>
                  <a:pt x="1" y="34"/>
                  <a:pt x="1" y="34"/>
                </a:cubicBezTo>
                <a:cubicBezTo>
                  <a:pt x="0" y="33"/>
                  <a:pt x="0" y="32"/>
                  <a:pt x="1" y="31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8" y="24"/>
                  <a:pt x="8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0"/>
                  <a:pt x="19" y="20"/>
                  <a:pt x="19" y="20"/>
                </a:cubicBezTo>
                <a:cubicBezTo>
                  <a:pt x="8" y="20"/>
                  <a:pt x="8" y="20"/>
                  <a:pt x="8" y="20"/>
                </a:cubicBezTo>
                <a:cubicBezTo>
                  <a:pt x="7" y="20"/>
                  <a:pt x="7" y="20"/>
                  <a:pt x="7" y="19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7"/>
                  <a:pt x="7" y="7"/>
                  <a:pt x="7" y="7"/>
                </a:cubicBezTo>
                <a:cubicBezTo>
                  <a:pt x="7" y="6"/>
                  <a:pt x="7" y="5"/>
                  <a:pt x="8" y="5"/>
                </a:cubicBezTo>
                <a:cubicBezTo>
                  <a:pt x="9" y="5"/>
                  <a:pt x="9" y="5"/>
                  <a:pt x="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1"/>
                  <a:pt x="20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8" y="0"/>
                  <a:pt x="28" y="1"/>
                  <a:pt x="28" y="2"/>
                </a:cubicBezTo>
                <a:cubicBezTo>
                  <a:pt x="28" y="2"/>
                  <a:pt x="28" y="2"/>
                  <a:pt x="28" y="2"/>
                </a:cubicBezTo>
                <a:cubicBezTo>
                  <a:pt x="28" y="5"/>
                  <a:pt x="28" y="5"/>
                  <a:pt x="28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40" y="5"/>
                  <a:pt x="40" y="5"/>
                  <a:pt x="41" y="5"/>
                </a:cubicBezTo>
                <a:cubicBezTo>
                  <a:pt x="47" y="11"/>
                  <a:pt x="47" y="11"/>
                  <a:pt x="47" y="11"/>
                </a:cubicBezTo>
                <a:cubicBezTo>
                  <a:pt x="47" y="12"/>
                  <a:pt x="47" y="13"/>
                  <a:pt x="47" y="14"/>
                </a:cubicBezTo>
                <a:cubicBezTo>
                  <a:pt x="47" y="14"/>
                  <a:pt x="47" y="14"/>
                  <a:pt x="47" y="14"/>
                </a:cubicBezTo>
                <a:cubicBezTo>
                  <a:pt x="41" y="20"/>
                  <a:pt x="41" y="20"/>
                  <a:pt x="41" y="20"/>
                </a:cubicBezTo>
                <a:cubicBezTo>
                  <a:pt x="40" y="20"/>
                  <a:pt x="40" y="20"/>
                  <a:pt x="39" y="20"/>
                </a:cubicBezTo>
                <a:cubicBezTo>
                  <a:pt x="39" y="20"/>
                  <a:pt x="39" y="20"/>
                  <a:pt x="39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4"/>
                  <a:pt x="28" y="24"/>
                  <a:pt x="28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40" y="24"/>
                  <a:pt x="41" y="25"/>
                  <a:pt x="41" y="26"/>
                </a:cubicBezTo>
                <a:cubicBezTo>
                  <a:pt x="41" y="38"/>
                  <a:pt x="41" y="38"/>
                  <a:pt x="41" y="38"/>
                </a:cubicBezTo>
                <a:cubicBezTo>
                  <a:pt x="41" y="38"/>
                  <a:pt x="41" y="38"/>
                  <a:pt x="41" y="38"/>
                </a:cubicBezTo>
                <a:cubicBezTo>
                  <a:pt x="41" y="39"/>
                  <a:pt x="40" y="40"/>
                  <a:pt x="39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6"/>
                  <a:pt x="28" y="46"/>
                  <a:pt x="28" y="46"/>
                </a:cubicBezTo>
                <a:cubicBezTo>
                  <a:pt x="44" y="46"/>
                  <a:pt x="44" y="46"/>
                  <a:pt x="44" y="46"/>
                </a:cubicBezTo>
                <a:cubicBezTo>
                  <a:pt x="45" y="46"/>
                  <a:pt x="46" y="47"/>
                  <a:pt x="46" y="48"/>
                </a:cubicBezTo>
                <a:cubicBezTo>
                  <a:pt x="46" y="49"/>
                  <a:pt x="45" y="50"/>
                  <a:pt x="44" y="50"/>
                </a:cubicBezTo>
                <a:cubicBezTo>
                  <a:pt x="3" y="50"/>
                  <a:pt x="3" y="50"/>
                  <a:pt x="3" y="50"/>
                </a:cubicBezTo>
                <a:close/>
                <a:moveTo>
                  <a:pt x="22" y="46"/>
                </a:moveTo>
                <a:cubicBezTo>
                  <a:pt x="22" y="46"/>
                  <a:pt x="22" y="46"/>
                  <a:pt x="22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0"/>
                  <a:pt x="26" y="40"/>
                  <a:pt x="26" y="40"/>
                </a:cubicBezTo>
                <a:cubicBezTo>
                  <a:pt x="22" y="40"/>
                  <a:pt x="22" y="40"/>
                  <a:pt x="22" y="40"/>
                </a:cubicBezTo>
                <a:cubicBezTo>
                  <a:pt x="22" y="46"/>
                  <a:pt x="22" y="46"/>
                  <a:pt x="22" y="46"/>
                </a:cubicBezTo>
                <a:close/>
                <a:moveTo>
                  <a:pt x="26" y="3"/>
                </a:moveTo>
                <a:cubicBezTo>
                  <a:pt x="26" y="3"/>
                  <a:pt x="26" y="3"/>
                  <a:pt x="26" y="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5"/>
                  <a:pt x="22" y="5"/>
                  <a:pt x="22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3"/>
                  <a:pt x="26" y="3"/>
                  <a:pt x="26" y="3"/>
                </a:cubicBezTo>
                <a:close/>
                <a:moveTo>
                  <a:pt x="26" y="24"/>
                </a:moveTo>
                <a:cubicBezTo>
                  <a:pt x="26" y="24"/>
                  <a:pt x="26" y="24"/>
                  <a:pt x="26" y="24"/>
                </a:cubicBezTo>
                <a:cubicBezTo>
                  <a:pt x="26" y="20"/>
                  <a:pt x="26" y="20"/>
                  <a:pt x="26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4"/>
                  <a:pt x="22" y="24"/>
                  <a:pt x="22" y="24"/>
                </a:cubicBezTo>
                <a:cubicBezTo>
                  <a:pt x="26" y="24"/>
                  <a:pt x="26" y="24"/>
                  <a:pt x="26" y="24"/>
                </a:cubicBezTo>
                <a:close/>
                <a:moveTo>
                  <a:pt x="39" y="8"/>
                </a:moveTo>
                <a:cubicBezTo>
                  <a:pt x="39" y="8"/>
                  <a:pt x="39" y="8"/>
                  <a:pt x="39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17"/>
                  <a:pt x="10" y="17"/>
                  <a:pt x="10" y="17"/>
                </a:cubicBezTo>
                <a:cubicBezTo>
                  <a:pt x="39" y="17"/>
                  <a:pt x="39" y="17"/>
                  <a:pt x="39" y="17"/>
                </a:cubicBezTo>
                <a:cubicBezTo>
                  <a:pt x="43" y="13"/>
                  <a:pt x="43" y="13"/>
                  <a:pt x="43" y="13"/>
                </a:cubicBezTo>
                <a:cubicBezTo>
                  <a:pt x="39" y="8"/>
                  <a:pt x="39" y="8"/>
                  <a:pt x="39" y="8"/>
                </a:cubicBezTo>
                <a:close/>
                <a:moveTo>
                  <a:pt x="37" y="28"/>
                </a:moveTo>
                <a:cubicBezTo>
                  <a:pt x="37" y="28"/>
                  <a:pt x="37" y="28"/>
                  <a:pt x="37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5" y="32"/>
                  <a:pt x="5" y="32"/>
                  <a:pt x="5" y="32"/>
                </a:cubicBezTo>
                <a:cubicBezTo>
                  <a:pt x="9" y="36"/>
                  <a:pt x="9" y="36"/>
                  <a:pt x="9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28"/>
                  <a:pt x="37" y="28"/>
                  <a:pt x="37" y="2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91" name="Freeform 325">
            <a:extLst>
              <a:ext uri="{FF2B5EF4-FFF2-40B4-BE49-F238E27FC236}">
                <a16:creationId xmlns:a16="http://schemas.microsoft.com/office/drawing/2014/main" id="{DCB0A351-5523-F49B-8DB4-0DFA2A8868E4}"/>
              </a:ext>
            </a:extLst>
          </p:cNvPr>
          <p:cNvSpPr>
            <a:spLocks noEditPoints="1"/>
          </p:cNvSpPr>
          <p:nvPr/>
        </p:nvSpPr>
        <p:spPr bwMode="auto">
          <a:xfrm>
            <a:off x="10271585" y="5241314"/>
            <a:ext cx="211667" cy="211667"/>
          </a:xfrm>
          <a:custGeom>
            <a:avLst/>
            <a:gdLst>
              <a:gd name="T0" fmla="*/ 98425 w 50"/>
              <a:gd name="T1" fmla="*/ 0 h 50"/>
              <a:gd name="T2" fmla="*/ 101600 w 50"/>
              <a:gd name="T3" fmla="*/ 0 h 50"/>
              <a:gd name="T4" fmla="*/ 114300 w 50"/>
              <a:gd name="T5" fmla="*/ 6350 h 50"/>
              <a:gd name="T6" fmla="*/ 107950 w 50"/>
              <a:gd name="T7" fmla="*/ 12700 h 50"/>
              <a:gd name="T8" fmla="*/ 152400 w 50"/>
              <a:gd name="T9" fmla="*/ 142875 h 50"/>
              <a:gd name="T10" fmla="*/ 142875 w 50"/>
              <a:gd name="T11" fmla="*/ 158750 h 50"/>
              <a:gd name="T12" fmla="*/ 12700 w 50"/>
              <a:gd name="T13" fmla="*/ 158750 h 50"/>
              <a:gd name="T14" fmla="*/ 3175 w 50"/>
              <a:gd name="T15" fmla="*/ 142875 h 50"/>
              <a:gd name="T16" fmla="*/ 50800 w 50"/>
              <a:gd name="T17" fmla="*/ 12700 h 50"/>
              <a:gd name="T18" fmla="*/ 44450 w 50"/>
              <a:gd name="T19" fmla="*/ 6350 h 50"/>
              <a:gd name="T20" fmla="*/ 57150 w 50"/>
              <a:gd name="T21" fmla="*/ 0 h 50"/>
              <a:gd name="T22" fmla="*/ 57150 w 50"/>
              <a:gd name="T23" fmla="*/ 0 h 50"/>
              <a:gd name="T24" fmla="*/ 41275 w 50"/>
              <a:gd name="T25" fmla="*/ 127000 h 50"/>
              <a:gd name="T26" fmla="*/ 44450 w 50"/>
              <a:gd name="T27" fmla="*/ 133350 h 50"/>
              <a:gd name="T28" fmla="*/ 38100 w 50"/>
              <a:gd name="T29" fmla="*/ 133350 h 50"/>
              <a:gd name="T30" fmla="*/ 60325 w 50"/>
              <a:gd name="T31" fmla="*/ 117475 h 50"/>
              <a:gd name="T32" fmla="*/ 63500 w 50"/>
              <a:gd name="T33" fmla="*/ 120650 h 50"/>
              <a:gd name="T34" fmla="*/ 57150 w 50"/>
              <a:gd name="T35" fmla="*/ 120650 h 50"/>
              <a:gd name="T36" fmla="*/ 53975 w 50"/>
              <a:gd name="T37" fmla="*/ 92075 h 50"/>
              <a:gd name="T38" fmla="*/ 57150 w 50"/>
              <a:gd name="T39" fmla="*/ 95250 h 50"/>
              <a:gd name="T40" fmla="*/ 50800 w 50"/>
              <a:gd name="T41" fmla="*/ 95250 h 50"/>
              <a:gd name="T42" fmla="*/ 53975 w 50"/>
              <a:gd name="T43" fmla="*/ 130175 h 50"/>
              <a:gd name="T44" fmla="*/ 60325 w 50"/>
              <a:gd name="T45" fmla="*/ 136525 h 50"/>
              <a:gd name="T46" fmla="*/ 47625 w 50"/>
              <a:gd name="T47" fmla="*/ 136525 h 50"/>
              <a:gd name="T48" fmla="*/ 47625 w 50"/>
              <a:gd name="T49" fmla="*/ 107950 h 50"/>
              <a:gd name="T50" fmla="*/ 53975 w 50"/>
              <a:gd name="T51" fmla="*/ 114300 h 50"/>
              <a:gd name="T52" fmla="*/ 41275 w 50"/>
              <a:gd name="T53" fmla="*/ 114300 h 50"/>
              <a:gd name="T54" fmla="*/ 53975 w 50"/>
              <a:gd name="T55" fmla="*/ 79375 h 50"/>
              <a:gd name="T56" fmla="*/ 101600 w 50"/>
              <a:gd name="T57" fmla="*/ 79375 h 50"/>
              <a:gd name="T58" fmla="*/ 95250 w 50"/>
              <a:gd name="T59" fmla="*/ 63500 h 50"/>
              <a:gd name="T60" fmla="*/ 63500 w 50"/>
              <a:gd name="T61" fmla="*/ 12700 h 50"/>
              <a:gd name="T62" fmla="*/ 63500 w 50"/>
              <a:gd name="T63" fmla="*/ 63500 h 50"/>
              <a:gd name="T64" fmla="*/ 53975 w 50"/>
              <a:gd name="T65" fmla="*/ 79375 h 50"/>
              <a:gd name="T66" fmla="*/ 107950 w 50"/>
              <a:gd name="T67" fmla="*/ 85725 h 50"/>
              <a:gd name="T68" fmla="*/ 15875 w 50"/>
              <a:gd name="T69" fmla="*/ 146050 h 50"/>
              <a:gd name="T70" fmla="*/ 107950 w 50"/>
              <a:gd name="T71" fmla="*/ 85725 h 50"/>
              <a:gd name="T72" fmla="*/ 73025 w 50"/>
              <a:gd name="T73" fmla="*/ 133350 h 50"/>
              <a:gd name="T74" fmla="*/ 73025 w 50"/>
              <a:gd name="T75" fmla="*/ 127000 h 50"/>
              <a:gd name="T76" fmla="*/ 88900 w 50"/>
              <a:gd name="T77" fmla="*/ 130175 h 50"/>
              <a:gd name="T78" fmla="*/ 73025 w 50"/>
              <a:gd name="T79" fmla="*/ 133350 h 50"/>
              <a:gd name="T80" fmla="*/ 76200 w 50"/>
              <a:gd name="T81" fmla="*/ 114300 h 50"/>
              <a:gd name="T82" fmla="*/ 76200 w 50"/>
              <a:gd name="T83" fmla="*/ 107950 h 50"/>
              <a:gd name="T84" fmla="*/ 85725 w 50"/>
              <a:gd name="T85" fmla="*/ 111125 h 50"/>
              <a:gd name="T86" fmla="*/ 76200 w 50"/>
              <a:gd name="T87" fmla="*/ 114300 h 50"/>
              <a:gd name="T88" fmla="*/ 76200 w 50"/>
              <a:gd name="T89" fmla="*/ 76200 h 50"/>
              <a:gd name="T90" fmla="*/ 76200 w 50"/>
              <a:gd name="T91" fmla="*/ 69850 h 50"/>
              <a:gd name="T92" fmla="*/ 85725 w 50"/>
              <a:gd name="T93" fmla="*/ 73025 h 50"/>
              <a:gd name="T94" fmla="*/ 76200 w 50"/>
              <a:gd name="T95" fmla="*/ 76200 h 50"/>
              <a:gd name="T96" fmla="*/ 73025 w 50"/>
              <a:gd name="T97" fmla="*/ 95250 h 50"/>
              <a:gd name="T98" fmla="*/ 73025 w 50"/>
              <a:gd name="T99" fmla="*/ 88900 h 50"/>
              <a:gd name="T100" fmla="*/ 88900 w 50"/>
              <a:gd name="T101" fmla="*/ 92075 h 50"/>
              <a:gd name="T102" fmla="*/ 73025 w 50"/>
              <a:gd name="T103" fmla="*/ 95250 h 50"/>
              <a:gd name="T104" fmla="*/ 73025 w 50"/>
              <a:gd name="T105" fmla="*/ 57150 h 50"/>
              <a:gd name="T106" fmla="*/ 73025 w 50"/>
              <a:gd name="T107" fmla="*/ 47625 h 50"/>
              <a:gd name="T108" fmla="*/ 88900 w 50"/>
              <a:gd name="T109" fmla="*/ 53975 h 50"/>
              <a:gd name="T110" fmla="*/ 73025 w 50"/>
              <a:gd name="T111" fmla="*/ 57150 h 5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0" h="50">
                <a:moveTo>
                  <a:pt x="19" y="0"/>
                </a:moveTo>
                <a:cubicBezTo>
                  <a:pt x="31" y="0"/>
                  <a:pt x="31" y="0"/>
                  <a:pt x="3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6" y="3"/>
                  <a:pt x="35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19"/>
                  <a:pt x="34" y="19"/>
                  <a:pt x="34" y="19"/>
                </a:cubicBezTo>
                <a:cubicBezTo>
                  <a:pt x="48" y="45"/>
                  <a:pt x="48" y="45"/>
                  <a:pt x="48" y="45"/>
                </a:cubicBezTo>
                <a:cubicBezTo>
                  <a:pt x="50" y="47"/>
                  <a:pt x="48" y="50"/>
                  <a:pt x="45" y="50"/>
                </a:cubicBezTo>
                <a:cubicBezTo>
                  <a:pt x="45" y="50"/>
                  <a:pt x="45" y="50"/>
                  <a:pt x="45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2" y="50"/>
                  <a:pt x="0" y="47"/>
                  <a:pt x="1" y="45"/>
                </a:cubicBezTo>
                <a:cubicBezTo>
                  <a:pt x="1" y="45"/>
                  <a:pt x="1" y="45"/>
                  <a:pt x="1" y="45"/>
                </a:cubicBezTo>
                <a:cubicBezTo>
                  <a:pt x="16" y="19"/>
                  <a:pt x="16" y="19"/>
                  <a:pt x="16" y="19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4" y="4"/>
                  <a:pt x="14" y="3"/>
                  <a:pt x="14" y="2"/>
                </a:cubicBezTo>
                <a:cubicBezTo>
                  <a:pt x="14" y="1"/>
                  <a:pt x="14" y="0"/>
                  <a:pt x="15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9" y="0"/>
                  <a:pt x="19" y="0"/>
                  <a:pt x="19" y="0"/>
                </a:cubicBezTo>
                <a:close/>
                <a:moveTo>
                  <a:pt x="13" y="40"/>
                </a:moveTo>
                <a:cubicBezTo>
                  <a:pt x="13" y="40"/>
                  <a:pt x="13" y="40"/>
                  <a:pt x="13" y="40"/>
                </a:cubicBezTo>
                <a:cubicBezTo>
                  <a:pt x="13" y="40"/>
                  <a:pt x="14" y="41"/>
                  <a:pt x="14" y="42"/>
                </a:cubicBezTo>
                <a:cubicBezTo>
                  <a:pt x="14" y="42"/>
                  <a:pt x="13" y="43"/>
                  <a:pt x="13" y="43"/>
                </a:cubicBezTo>
                <a:cubicBezTo>
                  <a:pt x="12" y="43"/>
                  <a:pt x="12" y="42"/>
                  <a:pt x="12" y="42"/>
                </a:cubicBezTo>
                <a:cubicBezTo>
                  <a:pt x="12" y="41"/>
                  <a:pt x="12" y="40"/>
                  <a:pt x="13" y="40"/>
                </a:cubicBezTo>
                <a:close/>
                <a:moveTo>
                  <a:pt x="19" y="37"/>
                </a:move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20" y="38"/>
                  <a:pt x="20" y="38"/>
                </a:cubicBezTo>
                <a:cubicBezTo>
                  <a:pt x="20" y="39"/>
                  <a:pt x="19" y="39"/>
                  <a:pt x="19" y="39"/>
                </a:cubicBezTo>
                <a:cubicBezTo>
                  <a:pt x="18" y="39"/>
                  <a:pt x="18" y="39"/>
                  <a:pt x="18" y="38"/>
                </a:cubicBezTo>
                <a:cubicBezTo>
                  <a:pt x="18" y="38"/>
                  <a:pt x="18" y="37"/>
                  <a:pt x="19" y="37"/>
                </a:cubicBezTo>
                <a:close/>
                <a:moveTo>
                  <a:pt x="17" y="29"/>
                </a:moveTo>
                <a:cubicBezTo>
                  <a:pt x="17" y="29"/>
                  <a:pt x="17" y="29"/>
                  <a:pt x="17" y="29"/>
                </a:cubicBezTo>
                <a:cubicBezTo>
                  <a:pt x="18" y="29"/>
                  <a:pt x="18" y="30"/>
                  <a:pt x="18" y="30"/>
                </a:cubicBezTo>
                <a:cubicBezTo>
                  <a:pt x="18" y="31"/>
                  <a:pt x="18" y="32"/>
                  <a:pt x="17" y="32"/>
                </a:cubicBezTo>
                <a:cubicBezTo>
                  <a:pt x="16" y="32"/>
                  <a:pt x="16" y="31"/>
                  <a:pt x="16" y="30"/>
                </a:cubicBezTo>
                <a:cubicBezTo>
                  <a:pt x="16" y="30"/>
                  <a:pt x="16" y="29"/>
                  <a:pt x="17" y="29"/>
                </a:cubicBezTo>
                <a:close/>
                <a:moveTo>
                  <a:pt x="17" y="41"/>
                </a:moveTo>
                <a:cubicBezTo>
                  <a:pt x="17" y="41"/>
                  <a:pt x="17" y="41"/>
                  <a:pt x="17" y="41"/>
                </a:cubicBezTo>
                <a:cubicBezTo>
                  <a:pt x="18" y="41"/>
                  <a:pt x="19" y="42"/>
                  <a:pt x="19" y="43"/>
                </a:cubicBezTo>
                <a:cubicBezTo>
                  <a:pt x="19" y="44"/>
                  <a:pt x="18" y="45"/>
                  <a:pt x="17" y="45"/>
                </a:cubicBezTo>
                <a:cubicBezTo>
                  <a:pt x="16" y="45"/>
                  <a:pt x="15" y="44"/>
                  <a:pt x="15" y="43"/>
                </a:cubicBezTo>
                <a:cubicBezTo>
                  <a:pt x="15" y="42"/>
                  <a:pt x="16" y="41"/>
                  <a:pt x="17" y="41"/>
                </a:cubicBezTo>
                <a:close/>
                <a:moveTo>
                  <a:pt x="15" y="34"/>
                </a:moveTo>
                <a:cubicBezTo>
                  <a:pt x="15" y="34"/>
                  <a:pt x="15" y="34"/>
                  <a:pt x="15" y="34"/>
                </a:cubicBezTo>
                <a:cubicBezTo>
                  <a:pt x="16" y="34"/>
                  <a:pt x="17" y="34"/>
                  <a:pt x="17" y="36"/>
                </a:cubicBezTo>
                <a:cubicBezTo>
                  <a:pt x="17" y="37"/>
                  <a:pt x="16" y="37"/>
                  <a:pt x="15" y="37"/>
                </a:cubicBezTo>
                <a:cubicBezTo>
                  <a:pt x="14" y="37"/>
                  <a:pt x="13" y="37"/>
                  <a:pt x="13" y="36"/>
                </a:cubicBezTo>
                <a:cubicBezTo>
                  <a:pt x="13" y="34"/>
                  <a:pt x="14" y="34"/>
                  <a:pt x="15" y="34"/>
                </a:cubicBezTo>
                <a:close/>
                <a:moveTo>
                  <a:pt x="17" y="25"/>
                </a:moveTo>
                <a:cubicBezTo>
                  <a:pt x="17" y="25"/>
                  <a:pt x="17" y="25"/>
                  <a:pt x="17" y="25"/>
                </a:cubicBezTo>
                <a:cubicBezTo>
                  <a:pt x="32" y="25"/>
                  <a:pt x="32" y="25"/>
                  <a:pt x="32" y="25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4"/>
                  <a:pt x="30" y="4"/>
                  <a:pt x="3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0"/>
                  <a:pt x="20" y="20"/>
                  <a:pt x="19" y="21"/>
                </a:cubicBezTo>
                <a:cubicBezTo>
                  <a:pt x="17" y="25"/>
                  <a:pt x="17" y="25"/>
                  <a:pt x="17" y="25"/>
                </a:cubicBezTo>
                <a:close/>
                <a:moveTo>
                  <a:pt x="34" y="27"/>
                </a:moveTo>
                <a:cubicBezTo>
                  <a:pt x="34" y="27"/>
                  <a:pt x="34" y="27"/>
                  <a:pt x="34" y="27"/>
                </a:cubicBezTo>
                <a:cubicBezTo>
                  <a:pt x="16" y="27"/>
                  <a:pt x="16" y="27"/>
                  <a:pt x="16" y="27"/>
                </a:cubicBezTo>
                <a:cubicBezTo>
                  <a:pt x="5" y="46"/>
                  <a:pt x="5" y="46"/>
                  <a:pt x="5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34" y="27"/>
                  <a:pt x="34" y="27"/>
                  <a:pt x="34" y="27"/>
                </a:cubicBezTo>
                <a:close/>
                <a:moveTo>
                  <a:pt x="23" y="42"/>
                </a:moveTo>
                <a:cubicBezTo>
                  <a:pt x="23" y="42"/>
                  <a:pt x="23" y="42"/>
                  <a:pt x="23" y="42"/>
                </a:cubicBezTo>
                <a:cubicBezTo>
                  <a:pt x="22" y="42"/>
                  <a:pt x="22" y="42"/>
                  <a:pt x="22" y="41"/>
                </a:cubicBezTo>
                <a:cubicBezTo>
                  <a:pt x="22" y="41"/>
                  <a:pt x="22" y="40"/>
                  <a:pt x="23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28" y="40"/>
                  <a:pt x="28" y="41"/>
                  <a:pt x="28" y="41"/>
                </a:cubicBezTo>
                <a:cubicBezTo>
                  <a:pt x="28" y="42"/>
                  <a:pt x="28" y="42"/>
                  <a:pt x="27" y="42"/>
                </a:cubicBezTo>
                <a:cubicBezTo>
                  <a:pt x="23" y="42"/>
                  <a:pt x="23" y="42"/>
                  <a:pt x="23" y="42"/>
                </a:cubicBezTo>
                <a:close/>
                <a:moveTo>
                  <a:pt x="24" y="36"/>
                </a:moveTo>
                <a:cubicBezTo>
                  <a:pt x="24" y="36"/>
                  <a:pt x="24" y="36"/>
                  <a:pt x="24" y="36"/>
                </a:cubicBezTo>
                <a:cubicBezTo>
                  <a:pt x="23" y="36"/>
                  <a:pt x="23" y="36"/>
                  <a:pt x="23" y="35"/>
                </a:cubicBezTo>
                <a:cubicBezTo>
                  <a:pt x="23" y="34"/>
                  <a:pt x="23" y="34"/>
                  <a:pt x="24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4"/>
                  <a:pt x="27" y="34"/>
                  <a:pt x="27" y="35"/>
                </a:cubicBezTo>
                <a:cubicBezTo>
                  <a:pt x="27" y="36"/>
                  <a:pt x="26" y="36"/>
                  <a:pt x="26" y="36"/>
                </a:cubicBezTo>
                <a:cubicBezTo>
                  <a:pt x="24" y="36"/>
                  <a:pt x="24" y="36"/>
                  <a:pt x="24" y="36"/>
                </a:cubicBezTo>
                <a:close/>
                <a:moveTo>
                  <a:pt x="2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3" y="24"/>
                  <a:pt x="23" y="23"/>
                  <a:pt x="23" y="23"/>
                </a:cubicBezTo>
                <a:cubicBezTo>
                  <a:pt x="23" y="22"/>
                  <a:pt x="23" y="22"/>
                  <a:pt x="24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7" y="22"/>
                  <a:pt x="27" y="23"/>
                </a:cubicBezTo>
                <a:cubicBezTo>
                  <a:pt x="27" y="23"/>
                  <a:pt x="26" y="24"/>
                  <a:pt x="26" y="24"/>
                </a:cubicBezTo>
                <a:cubicBezTo>
                  <a:pt x="24" y="24"/>
                  <a:pt x="24" y="24"/>
                  <a:pt x="24" y="24"/>
                </a:cubicBezTo>
                <a:close/>
                <a:moveTo>
                  <a:pt x="23" y="30"/>
                </a:moveTo>
                <a:cubicBezTo>
                  <a:pt x="23" y="30"/>
                  <a:pt x="23" y="30"/>
                  <a:pt x="23" y="30"/>
                </a:cubicBezTo>
                <a:cubicBezTo>
                  <a:pt x="22" y="30"/>
                  <a:pt x="22" y="30"/>
                  <a:pt x="22" y="29"/>
                </a:cubicBezTo>
                <a:cubicBezTo>
                  <a:pt x="22" y="28"/>
                  <a:pt x="22" y="28"/>
                  <a:pt x="23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8" y="28"/>
                  <a:pt x="28" y="28"/>
                  <a:pt x="28" y="29"/>
                </a:cubicBezTo>
                <a:cubicBezTo>
                  <a:pt x="28" y="30"/>
                  <a:pt x="28" y="30"/>
                  <a:pt x="27" y="30"/>
                </a:cubicBezTo>
                <a:cubicBezTo>
                  <a:pt x="23" y="30"/>
                  <a:pt x="23" y="30"/>
                  <a:pt x="23" y="30"/>
                </a:cubicBezTo>
                <a:close/>
                <a:moveTo>
                  <a:pt x="23" y="18"/>
                </a:moveTo>
                <a:cubicBezTo>
                  <a:pt x="23" y="18"/>
                  <a:pt x="23" y="18"/>
                  <a:pt x="23" y="18"/>
                </a:cubicBezTo>
                <a:cubicBezTo>
                  <a:pt x="22" y="18"/>
                  <a:pt x="22" y="17"/>
                  <a:pt x="22" y="17"/>
                </a:cubicBezTo>
                <a:cubicBezTo>
                  <a:pt x="22" y="16"/>
                  <a:pt x="22" y="15"/>
                  <a:pt x="23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8" y="15"/>
                  <a:pt x="28" y="16"/>
                  <a:pt x="28" y="17"/>
                </a:cubicBezTo>
                <a:cubicBezTo>
                  <a:pt x="28" y="17"/>
                  <a:pt x="28" y="18"/>
                  <a:pt x="27" y="18"/>
                </a:cubicBezTo>
                <a:cubicBezTo>
                  <a:pt x="23" y="18"/>
                  <a:pt x="23" y="18"/>
                  <a:pt x="23" y="1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92" name="Freeform 326">
            <a:extLst>
              <a:ext uri="{FF2B5EF4-FFF2-40B4-BE49-F238E27FC236}">
                <a16:creationId xmlns:a16="http://schemas.microsoft.com/office/drawing/2014/main" id="{2565456D-D253-1248-DCB8-54A6E7F90756}"/>
              </a:ext>
            </a:extLst>
          </p:cNvPr>
          <p:cNvSpPr>
            <a:spLocks noEditPoints="1"/>
          </p:cNvSpPr>
          <p:nvPr/>
        </p:nvSpPr>
        <p:spPr bwMode="auto">
          <a:xfrm>
            <a:off x="4664535" y="5664648"/>
            <a:ext cx="192617" cy="173567"/>
          </a:xfrm>
          <a:custGeom>
            <a:avLst/>
            <a:gdLst>
              <a:gd name="T0" fmla="*/ 32103 w 45"/>
              <a:gd name="T1" fmla="*/ 15875 h 41"/>
              <a:gd name="T2" fmla="*/ 70626 w 45"/>
              <a:gd name="T3" fmla="*/ 0 h 41"/>
              <a:gd name="T4" fmla="*/ 128412 w 45"/>
              <a:gd name="T5" fmla="*/ 57150 h 41"/>
              <a:gd name="T6" fmla="*/ 134832 w 45"/>
              <a:gd name="T7" fmla="*/ 82550 h 41"/>
              <a:gd name="T8" fmla="*/ 141253 w 45"/>
              <a:gd name="T9" fmla="*/ 88900 h 41"/>
              <a:gd name="T10" fmla="*/ 144463 w 45"/>
              <a:gd name="T11" fmla="*/ 117475 h 41"/>
              <a:gd name="T12" fmla="*/ 141253 w 45"/>
              <a:gd name="T13" fmla="*/ 123825 h 41"/>
              <a:gd name="T14" fmla="*/ 134832 w 45"/>
              <a:gd name="T15" fmla="*/ 130175 h 41"/>
              <a:gd name="T16" fmla="*/ 118781 w 45"/>
              <a:gd name="T17" fmla="*/ 130175 h 41"/>
              <a:gd name="T18" fmla="*/ 109150 w 45"/>
              <a:gd name="T19" fmla="*/ 127000 h 41"/>
              <a:gd name="T20" fmla="*/ 102729 w 45"/>
              <a:gd name="T21" fmla="*/ 95250 h 41"/>
              <a:gd name="T22" fmla="*/ 109150 w 45"/>
              <a:gd name="T23" fmla="*/ 85725 h 41"/>
              <a:gd name="T24" fmla="*/ 105940 w 45"/>
              <a:gd name="T25" fmla="*/ 41275 h 41"/>
              <a:gd name="T26" fmla="*/ 25682 w 45"/>
              <a:gd name="T27" fmla="*/ 60325 h 41"/>
              <a:gd name="T28" fmla="*/ 32103 w 45"/>
              <a:gd name="T29" fmla="*/ 82550 h 41"/>
              <a:gd name="T30" fmla="*/ 38523 w 45"/>
              <a:gd name="T31" fmla="*/ 88900 h 41"/>
              <a:gd name="T32" fmla="*/ 38523 w 45"/>
              <a:gd name="T33" fmla="*/ 117475 h 41"/>
              <a:gd name="T34" fmla="*/ 38523 w 45"/>
              <a:gd name="T35" fmla="*/ 123825 h 41"/>
              <a:gd name="T36" fmla="*/ 32103 w 45"/>
              <a:gd name="T37" fmla="*/ 130175 h 41"/>
              <a:gd name="T38" fmla="*/ 12841 w 45"/>
              <a:gd name="T39" fmla="*/ 130175 h 41"/>
              <a:gd name="T40" fmla="*/ 3210 w 45"/>
              <a:gd name="T41" fmla="*/ 127000 h 41"/>
              <a:gd name="T42" fmla="*/ 0 w 45"/>
              <a:gd name="T43" fmla="*/ 95250 h 41"/>
              <a:gd name="T44" fmla="*/ 3210 w 45"/>
              <a:gd name="T45" fmla="*/ 85725 h 41"/>
              <a:gd name="T46" fmla="*/ 19262 w 45"/>
              <a:gd name="T47" fmla="*/ 92075 h 41"/>
              <a:gd name="T48" fmla="*/ 12841 w 45"/>
              <a:gd name="T49" fmla="*/ 92075 h 41"/>
              <a:gd name="T50" fmla="*/ 12841 w 45"/>
              <a:gd name="T51" fmla="*/ 104775 h 41"/>
              <a:gd name="T52" fmla="*/ 12841 w 45"/>
              <a:gd name="T53" fmla="*/ 120650 h 41"/>
              <a:gd name="T54" fmla="*/ 25682 w 45"/>
              <a:gd name="T55" fmla="*/ 120650 h 41"/>
              <a:gd name="T56" fmla="*/ 25682 w 45"/>
              <a:gd name="T57" fmla="*/ 117475 h 41"/>
              <a:gd name="T58" fmla="*/ 28893 w 45"/>
              <a:gd name="T59" fmla="*/ 104775 h 41"/>
              <a:gd name="T60" fmla="*/ 28893 w 45"/>
              <a:gd name="T61" fmla="*/ 92075 h 41"/>
              <a:gd name="T62" fmla="*/ 25682 w 45"/>
              <a:gd name="T63" fmla="*/ 92075 h 41"/>
              <a:gd name="T64" fmla="*/ 125201 w 45"/>
              <a:gd name="T65" fmla="*/ 92075 h 41"/>
              <a:gd name="T66" fmla="*/ 115570 w 45"/>
              <a:gd name="T67" fmla="*/ 92075 h 41"/>
              <a:gd name="T68" fmla="*/ 115570 w 45"/>
              <a:gd name="T69" fmla="*/ 104775 h 41"/>
              <a:gd name="T70" fmla="*/ 118781 w 45"/>
              <a:gd name="T71" fmla="*/ 120650 h 41"/>
              <a:gd name="T72" fmla="*/ 128412 w 45"/>
              <a:gd name="T73" fmla="*/ 120650 h 41"/>
              <a:gd name="T74" fmla="*/ 131622 w 45"/>
              <a:gd name="T75" fmla="*/ 117475 h 41"/>
              <a:gd name="T76" fmla="*/ 131622 w 45"/>
              <a:gd name="T77" fmla="*/ 117475 h 41"/>
              <a:gd name="T78" fmla="*/ 131622 w 45"/>
              <a:gd name="T79" fmla="*/ 92075 h 41"/>
              <a:gd name="T80" fmla="*/ 131622 w 45"/>
              <a:gd name="T81" fmla="*/ 92075 h 41"/>
              <a:gd name="T82" fmla="*/ 112360 w 45"/>
              <a:gd name="T83" fmla="*/ 38100 h 41"/>
              <a:gd name="T84" fmla="*/ 102729 w 45"/>
              <a:gd name="T85" fmla="*/ 25400 h 41"/>
              <a:gd name="T86" fmla="*/ 38523 w 45"/>
              <a:gd name="T87" fmla="*/ 25400 h 41"/>
              <a:gd name="T88" fmla="*/ 70626 w 45"/>
              <a:gd name="T89" fmla="*/ 19050 h 41"/>
              <a:gd name="T90" fmla="*/ 112360 w 45"/>
              <a:gd name="T91" fmla="*/ 38100 h 41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5" h="41">
                <a:moveTo>
                  <a:pt x="4" y="25"/>
                </a:moveTo>
                <a:cubicBezTo>
                  <a:pt x="4" y="18"/>
                  <a:pt x="4" y="18"/>
                  <a:pt x="4" y="18"/>
                </a:cubicBezTo>
                <a:cubicBezTo>
                  <a:pt x="4" y="13"/>
                  <a:pt x="6" y="8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3" y="2"/>
                  <a:pt x="17" y="0"/>
                  <a:pt x="22" y="0"/>
                </a:cubicBezTo>
                <a:cubicBezTo>
                  <a:pt x="27" y="0"/>
                  <a:pt x="32" y="2"/>
                  <a:pt x="35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8" y="8"/>
                  <a:pt x="40" y="13"/>
                  <a:pt x="40" y="18"/>
                </a:cubicBezTo>
                <a:cubicBezTo>
                  <a:pt x="40" y="25"/>
                  <a:pt x="40" y="25"/>
                  <a:pt x="40" y="25"/>
                </a:cubicBezTo>
                <a:cubicBezTo>
                  <a:pt x="41" y="25"/>
                  <a:pt x="41" y="25"/>
                  <a:pt x="42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3" y="26"/>
                  <a:pt x="43" y="26"/>
                  <a:pt x="43" y="27"/>
                </a:cubicBezTo>
                <a:cubicBezTo>
                  <a:pt x="44" y="27"/>
                  <a:pt x="44" y="27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5" y="29"/>
                  <a:pt x="45" y="29"/>
                  <a:pt x="45" y="30"/>
                </a:cubicBezTo>
                <a:cubicBezTo>
                  <a:pt x="45" y="33"/>
                  <a:pt x="45" y="33"/>
                  <a:pt x="45" y="33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38"/>
                  <a:pt x="45" y="38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39"/>
                  <a:pt x="44" y="40"/>
                  <a:pt x="43" y="40"/>
                </a:cubicBezTo>
                <a:cubicBezTo>
                  <a:pt x="43" y="41"/>
                  <a:pt x="43" y="41"/>
                  <a:pt x="42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41" y="41"/>
                  <a:pt x="41" y="41"/>
                  <a:pt x="40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7" y="41"/>
                  <a:pt x="37" y="41"/>
                  <a:pt x="37" y="41"/>
                </a:cubicBezTo>
                <a:cubicBezTo>
                  <a:pt x="36" y="41"/>
                  <a:pt x="36" y="41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5" y="41"/>
                  <a:pt x="34" y="41"/>
                  <a:pt x="34" y="40"/>
                </a:cubicBezTo>
                <a:cubicBezTo>
                  <a:pt x="33" y="39"/>
                  <a:pt x="32" y="38"/>
                  <a:pt x="32" y="37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29"/>
                  <a:pt x="33" y="28"/>
                  <a:pt x="33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3" y="27"/>
                  <a:pt x="33" y="27"/>
                  <a:pt x="34" y="27"/>
                </a:cubicBezTo>
                <a:cubicBezTo>
                  <a:pt x="34" y="26"/>
                  <a:pt x="35" y="25"/>
                  <a:pt x="37" y="25"/>
                </a:cubicBezTo>
                <a:cubicBezTo>
                  <a:pt x="37" y="19"/>
                  <a:pt x="37" y="19"/>
                  <a:pt x="37" y="19"/>
                </a:cubicBezTo>
                <a:cubicBezTo>
                  <a:pt x="36" y="16"/>
                  <a:pt x="35" y="14"/>
                  <a:pt x="33" y="13"/>
                </a:cubicBezTo>
                <a:cubicBezTo>
                  <a:pt x="30" y="10"/>
                  <a:pt x="27" y="8"/>
                  <a:pt x="22" y="8"/>
                </a:cubicBezTo>
                <a:cubicBezTo>
                  <a:pt x="18" y="8"/>
                  <a:pt x="15" y="10"/>
                  <a:pt x="12" y="13"/>
                </a:cubicBezTo>
                <a:cubicBezTo>
                  <a:pt x="10" y="14"/>
                  <a:pt x="9" y="16"/>
                  <a:pt x="8" y="19"/>
                </a:cubicBezTo>
                <a:cubicBezTo>
                  <a:pt x="8" y="25"/>
                  <a:pt x="8" y="25"/>
                  <a:pt x="8" y="25"/>
                </a:cubicBezTo>
                <a:cubicBezTo>
                  <a:pt x="9" y="25"/>
                  <a:pt x="9" y="25"/>
                  <a:pt x="10" y="26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6"/>
                  <a:pt x="11" y="26"/>
                  <a:pt x="11" y="27"/>
                </a:cubicBezTo>
                <a:cubicBezTo>
                  <a:pt x="12" y="27"/>
                  <a:pt x="12" y="27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9"/>
                  <a:pt x="12" y="29"/>
                  <a:pt x="12" y="30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8"/>
                  <a:pt x="12" y="38"/>
                  <a:pt x="12" y="39"/>
                </a:cubicBezTo>
                <a:cubicBezTo>
                  <a:pt x="12" y="39"/>
                  <a:pt x="12" y="39"/>
                  <a:pt x="12" y="39"/>
                </a:cubicBezTo>
                <a:cubicBezTo>
                  <a:pt x="12" y="39"/>
                  <a:pt x="12" y="39"/>
                  <a:pt x="12" y="39"/>
                </a:cubicBezTo>
                <a:cubicBezTo>
                  <a:pt x="12" y="39"/>
                  <a:pt x="12" y="40"/>
                  <a:pt x="11" y="40"/>
                </a:cubicBezTo>
                <a:cubicBezTo>
                  <a:pt x="11" y="41"/>
                  <a:pt x="10" y="41"/>
                  <a:pt x="10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9" y="41"/>
                  <a:pt x="8" y="41"/>
                </a:cubicBezTo>
                <a:cubicBezTo>
                  <a:pt x="6" y="41"/>
                  <a:pt x="6" y="41"/>
                  <a:pt x="6" y="41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1"/>
                  <a:pt x="3" y="41"/>
                  <a:pt x="3" y="41"/>
                </a:cubicBezTo>
                <a:cubicBezTo>
                  <a:pt x="3" y="41"/>
                  <a:pt x="3" y="41"/>
                  <a:pt x="3" y="41"/>
                </a:cubicBezTo>
                <a:cubicBezTo>
                  <a:pt x="2" y="41"/>
                  <a:pt x="2" y="41"/>
                  <a:pt x="1" y="40"/>
                </a:cubicBezTo>
                <a:cubicBezTo>
                  <a:pt x="1" y="39"/>
                  <a:pt x="0" y="38"/>
                  <a:pt x="0" y="37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9"/>
                  <a:pt x="0" y="28"/>
                  <a:pt x="1" y="28"/>
                </a:cubicBezTo>
                <a:cubicBezTo>
                  <a:pt x="1" y="28"/>
                  <a:pt x="1" y="28"/>
                  <a:pt x="1" y="28"/>
                </a:cubicBezTo>
                <a:cubicBezTo>
                  <a:pt x="1" y="27"/>
                  <a:pt x="1" y="27"/>
                  <a:pt x="1" y="27"/>
                </a:cubicBezTo>
                <a:cubicBezTo>
                  <a:pt x="2" y="26"/>
                  <a:pt x="3" y="25"/>
                  <a:pt x="4" y="25"/>
                </a:cubicBezTo>
                <a:close/>
                <a:moveTo>
                  <a:pt x="6" y="29"/>
                </a:moveTo>
                <a:cubicBezTo>
                  <a:pt x="6" y="29"/>
                  <a:pt x="6" y="29"/>
                  <a:pt x="6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29"/>
                  <a:pt x="4" y="30"/>
                  <a:pt x="4" y="30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38"/>
                  <a:pt x="4" y="38"/>
                  <a:pt x="4" y="38"/>
                </a:cubicBezTo>
                <a:cubicBezTo>
                  <a:pt x="6" y="38"/>
                  <a:pt x="6" y="38"/>
                  <a:pt x="6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8" y="37"/>
                </a:cubicBezTo>
                <a:cubicBezTo>
                  <a:pt x="8" y="37"/>
                  <a:pt x="8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0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6" y="29"/>
                  <a:pt x="6" y="29"/>
                  <a:pt x="6" y="29"/>
                </a:cubicBezTo>
                <a:close/>
                <a:moveTo>
                  <a:pt x="39" y="29"/>
                </a:moveTo>
                <a:cubicBezTo>
                  <a:pt x="39" y="29"/>
                  <a:pt x="39" y="29"/>
                  <a:pt x="39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7" y="29"/>
                  <a:pt x="36" y="29"/>
                  <a:pt x="36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30"/>
                  <a:pt x="36" y="30"/>
                </a:cubicBezTo>
                <a:cubicBezTo>
                  <a:pt x="36" y="33"/>
                  <a:pt x="36" y="33"/>
                  <a:pt x="36" y="33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38"/>
                  <a:pt x="37" y="38"/>
                  <a:pt x="37" y="38"/>
                </a:cubicBezTo>
                <a:cubicBezTo>
                  <a:pt x="37" y="38"/>
                  <a:pt x="37" y="38"/>
                  <a:pt x="37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1" y="38"/>
                  <a:pt x="41" y="38"/>
                  <a:pt x="41" y="38"/>
                </a:cubicBezTo>
                <a:cubicBezTo>
                  <a:pt x="41" y="38"/>
                  <a:pt x="41" y="38"/>
                  <a:pt x="41" y="37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33"/>
                  <a:pt x="41" y="33"/>
                  <a:pt x="41" y="33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0"/>
                  <a:pt x="41" y="29"/>
                  <a:pt x="41" y="29"/>
                </a:cubicBezTo>
                <a:cubicBezTo>
                  <a:pt x="41" y="29"/>
                  <a:pt x="41" y="29"/>
                  <a:pt x="41" y="29"/>
                </a:cubicBezTo>
                <a:cubicBezTo>
                  <a:pt x="41" y="29"/>
                  <a:pt x="41" y="29"/>
                  <a:pt x="41" y="29"/>
                </a:cubicBezTo>
                <a:cubicBezTo>
                  <a:pt x="41" y="29"/>
                  <a:pt x="41" y="29"/>
                  <a:pt x="41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39" y="29"/>
                  <a:pt x="39" y="29"/>
                  <a:pt x="39" y="29"/>
                </a:cubicBezTo>
                <a:close/>
                <a:moveTo>
                  <a:pt x="35" y="12"/>
                </a:moveTo>
                <a:cubicBezTo>
                  <a:pt x="35" y="12"/>
                  <a:pt x="35" y="12"/>
                  <a:pt x="35" y="12"/>
                </a:cubicBezTo>
                <a:cubicBezTo>
                  <a:pt x="35" y="10"/>
                  <a:pt x="34" y="9"/>
                  <a:pt x="32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0" y="5"/>
                  <a:pt x="26" y="3"/>
                  <a:pt x="22" y="3"/>
                </a:cubicBezTo>
                <a:cubicBezTo>
                  <a:pt x="19" y="3"/>
                  <a:pt x="15" y="5"/>
                  <a:pt x="12" y="8"/>
                </a:cubicBezTo>
                <a:cubicBezTo>
                  <a:pt x="11" y="9"/>
                  <a:pt x="10" y="10"/>
                  <a:pt x="9" y="12"/>
                </a:cubicBezTo>
                <a:cubicBezTo>
                  <a:pt x="10" y="12"/>
                  <a:pt x="10" y="11"/>
                  <a:pt x="10" y="11"/>
                </a:cubicBezTo>
                <a:cubicBezTo>
                  <a:pt x="13" y="8"/>
                  <a:pt x="18" y="6"/>
                  <a:pt x="22" y="6"/>
                </a:cubicBezTo>
                <a:cubicBezTo>
                  <a:pt x="27" y="6"/>
                  <a:pt x="31" y="8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2"/>
                  <a:pt x="35" y="1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93" name="Freeform 327">
            <a:extLst>
              <a:ext uri="{FF2B5EF4-FFF2-40B4-BE49-F238E27FC236}">
                <a16:creationId xmlns:a16="http://schemas.microsoft.com/office/drawing/2014/main" id="{578BF003-67C3-5FD3-A2A0-18BB72E9ECEC}"/>
              </a:ext>
            </a:extLst>
          </p:cNvPr>
          <p:cNvSpPr>
            <a:spLocks noEditPoints="1"/>
          </p:cNvSpPr>
          <p:nvPr/>
        </p:nvSpPr>
        <p:spPr bwMode="auto">
          <a:xfrm>
            <a:off x="5047651" y="5668881"/>
            <a:ext cx="211667" cy="173567"/>
          </a:xfrm>
          <a:custGeom>
            <a:avLst/>
            <a:gdLst>
              <a:gd name="T0" fmla="*/ 146050 w 50"/>
              <a:gd name="T1" fmla="*/ 28575 h 41"/>
              <a:gd name="T2" fmla="*/ 155575 w 50"/>
              <a:gd name="T3" fmla="*/ 63500 h 41"/>
              <a:gd name="T4" fmla="*/ 158750 w 50"/>
              <a:gd name="T5" fmla="*/ 98425 h 41"/>
              <a:gd name="T6" fmla="*/ 123825 w 50"/>
              <a:gd name="T7" fmla="*/ 120650 h 41"/>
              <a:gd name="T8" fmla="*/ 114300 w 50"/>
              <a:gd name="T9" fmla="*/ 114300 h 41"/>
              <a:gd name="T10" fmla="*/ 95250 w 50"/>
              <a:gd name="T11" fmla="*/ 88900 h 41"/>
              <a:gd name="T12" fmla="*/ 60325 w 50"/>
              <a:gd name="T13" fmla="*/ 88900 h 41"/>
              <a:gd name="T14" fmla="*/ 47625 w 50"/>
              <a:gd name="T15" fmla="*/ 104775 h 41"/>
              <a:gd name="T16" fmla="*/ 34925 w 50"/>
              <a:gd name="T17" fmla="*/ 120650 h 41"/>
              <a:gd name="T18" fmla="*/ 0 w 50"/>
              <a:gd name="T19" fmla="*/ 98425 h 41"/>
              <a:gd name="T20" fmla="*/ 0 w 50"/>
              <a:gd name="T21" fmla="*/ 63500 h 41"/>
              <a:gd name="T22" fmla="*/ 12700 w 50"/>
              <a:gd name="T23" fmla="*/ 28575 h 41"/>
              <a:gd name="T24" fmla="*/ 66675 w 50"/>
              <a:gd name="T25" fmla="*/ 0 h 41"/>
              <a:gd name="T26" fmla="*/ 88900 w 50"/>
              <a:gd name="T27" fmla="*/ 0 h 41"/>
              <a:gd name="T28" fmla="*/ 69850 w 50"/>
              <a:gd name="T29" fmla="*/ 66675 h 41"/>
              <a:gd name="T30" fmla="*/ 66675 w 50"/>
              <a:gd name="T31" fmla="*/ 63500 h 41"/>
              <a:gd name="T32" fmla="*/ 88900 w 50"/>
              <a:gd name="T33" fmla="*/ 60325 h 41"/>
              <a:gd name="T34" fmla="*/ 88900 w 50"/>
              <a:gd name="T35" fmla="*/ 66675 h 41"/>
              <a:gd name="T36" fmla="*/ 69850 w 50"/>
              <a:gd name="T37" fmla="*/ 31750 h 41"/>
              <a:gd name="T38" fmla="*/ 66675 w 50"/>
              <a:gd name="T39" fmla="*/ 28575 h 41"/>
              <a:gd name="T40" fmla="*/ 88900 w 50"/>
              <a:gd name="T41" fmla="*/ 25400 h 41"/>
              <a:gd name="T42" fmla="*/ 88900 w 50"/>
              <a:gd name="T43" fmla="*/ 31750 h 41"/>
              <a:gd name="T44" fmla="*/ 44450 w 50"/>
              <a:gd name="T45" fmla="*/ 28575 h 41"/>
              <a:gd name="T46" fmla="*/ 47625 w 50"/>
              <a:gd name="T47" fmla="*/ 25400 h 41"/>
              <a:gd name="T48" fmla="*/ 50800 w 50"/>
              <a:gd name="T49" fmla="*/ 41275 h 41"/>
              <a:gd name="T50" fmla="*/ 69850 w 50"/>
              <a:gd name="T51" fmla="*/ 44450 h 41"/>
              <a:gd name="T52" fmla="*/ 50800 w 50"/>
              <a:gd name="T53" fmla="*/ 50800 h 41"/>
              <a:gd name="T54" fmla="*/ 47625 w 50"/>
              <a:gd name="T55" fmla="*/ 66675 h 41"/>
              <a:gd name="T56" fmla="*/ 44450 w 50"/>
              <a:gd name="T57" fmla="*/ 50800 h 41"/>
              <a:gd name="T58" fmla="*/ 28575 w 50"/>
              <a:gd name="T59" fmla="*/ 44450 h 41"/>
              <a:gd name="T60" fmla="*/ 44450 w 50"/>
              <a:gd name="T61" fmla="*/ 41275 h 41"/>
              <a:gd name="T62" fmla="*/ 111125 w 50"/>
              <a:gd name="T63" fmla="*/ 28575 h 41"/>
              <a:gd name="T64" fmla="*/ 117475 w 50"/>
              <a:gd name="T65" fmla="*/ 34925 h 41"/>
              <a:gd name="T66" fmla="*/ 104775 w 50"/>
              <a:gd name="T67" fmla="*/ 34925 h 41"/>
              <a:gd name="T68" fmla="*/ 104775 w 50"/>
              <a:gd name="T69" fmla="*/ 44450 h 41"/>
              <a:gd name="T70" fmla="*/ 98425 w 50"/>
              <a:gd name="T71" fmla="*/ 50800 h 41"/>
              <a:gd name="T72" fmla="*/ 98425 w 50"/>
              <a:gd name="T73" fmla="*/ 38100 h 41"/>
              <a:gd name="T74" fmla="*/ 111125 w 50"/>
              <a:gd name="T75" fmla="*/ 50800 h 41"/>
              <a:gd name="T76" fmla="*/ 117475 w 50"/>
              <a:gd name="T77" fmla="*/ 57150 h 41"/>
              <a:gd name="T78" fmla="*/ 104775 w 50"/>
              <a:gd name="T79" fmla="*/ 57150 h 41"/>
              <a:gd name="T80" fmla="*/ 127000 w 50"/>
              <a:gd name="T81" fmla="*/ 44450 h 41"/>
              <a:gd name="T82" fmla="*/ 120650 w 50"/>
              <a:gd name="T83" fmla="*/ 50800 h 41"/>
              <a:gd name="T84" fmla="*/ 120650 w 50"/>
              <a:gd name="T85" fmla="*/ 38100 h 41"/>
              <a:gd name="T86" fmla="*/ 120650 w 50"/>
              <a:gd name="T87" fmla="*/ 15875 h 41"/>
              <a:gd name="T88" fmla="*/ 92075 w 50"/>
              <a:gd name="T89" fmla="*/ 12700 h 41"/>
              <a:gd name="T90" fmla="*/ 66675 w 50"/>
              <a:gd name="T91" fmla="*/ 12700 h 41"/>
              <a:gd name="T92" fmla="*/ 22225 w 50"/>
              <a:gd name="T93" fmla="*/ 34925 h 41"/>
              <a:gd name="T94" fmla="*/ 12700 w 50"/>
              <a:gd name="T95" fmla="*/ 66675 h 41"/>
              <a:gd name="T96" fmla="*/ 9525 w 50"/>
              <a:gd name="T97" fmla="*/ 98425 h 41"/>
              <a:gd name="T98" fmla="*/ 12700 w 50"/>
              <a:gd name="T99" fmla="*/ 104775 h 41"/>
              <a:gd name="T100" fmla="*/ 38100 w 50"/>
              <a:gd name="T101" fmla="*/ 98425 h 41"/>
              <a:gd name="T102" fmla="*/ 53975 w 50"/>
              <a:gd name="T103" fmla="*/ 79375 h 41"/>
              <a:gd name="T104" fmla="*/ 104775 w 50"/>
              <a:gd name="T105" fmla="*/ 79375 h 41"/>
              <a:gd name="T106" fmla="*/ 123825 w 50"/>
              <a:gd name="T107" fmla="*/ 104775 h 41"/>
              <a:gd name="T108" fmla="*/ 146050 w 50"/>
              <a:gd name="T109" fmla="*/ 98425 h 41"/>
              <a:gd name="T110" fmla="*/ 142875 w 50"/>
              <a:gd name="T111" fmla="*/ 66675 h 41"/>
              <a:gd name="T112" fmla="*/ 133350 w 50"/>
              <a:gd name="T113" fmla="*/ 34925 h 4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0" h="41">
                <a:moveTo>
                  <a:pt x="40" y="2"/>
                </a:moveTo>
                <a:cubicBezTo>
                  <a:pt x="42" y="4"/>
                  <a:pt x="45" y="6"/>
                  <a:pt x="46" y="9"/>
                </a:cubicBezTo>
                <a:cubicBezTo>
                  <a:pt x="47" y="11"/>
                  <a:pt x="47" y="13"/>
                  <a:pt x="48" y="14"/>
                </a:cubicBezTo>
                <a:cubicBezTo>
                  <a:pt x="48" y="16"/>
                  <a:pt x="49" y="18"/>
                  <a:pt x="49" y="20"/>
                </a:cubicBezTo>
                <a:cubicBezTo>
                  <a:pt x="49" y="22"/>
                  <a:pt x="50" y="24"/>
                  <a:pt x="50" y="25"/>
                </a:cubicBezTo>
                <a:cubicBezTo>
                  <a:pt x="50" y="27"/>
                  <a:pt x="50" y="29"/>
                  <a:pt x="50" y="31"/>
                </a:cubicBezTo>
                <a:cubicBezTo>
                  <a:pt x="50" y="32"/>
                  <a:pt x="49" y="33"/>
                  <a:pt x="49" y="35"/>
                </a:cubicBezTo>
                <a:cubicBezTo>
                  <a:pt x="47" y="38"/>
                  <a:pt x="43" y="40"/>
                  <a:pt x="39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37" y="37"/>
                  <a:pt x="37" y="37"/>
                  <a:pt x="36" y="36"/>
                </a:cubicBezTo>
                <a:cubicBezTo>
                  <a:pt x="35" y="35"/>
                  <a:pt x="35" y="34"/>
                  <a:pt x="34" y="33"/>
                </a:cubicBezTo>
                <a:cubicBezTo>
                  <a:pt x="33" y="31"/>
                  <a:pt x="32" y="29"/>
                  <a:pt x="30" y="28"/>
                </a:cubicBezTo>
                <a:cubicBezTo>
                  <a:pt x="30" y="28"/>
                  <a:pt x="30" y="28"/>
                  <a:pt x="30" y="28"/>
                </a:cubicBezTo>
                <a:cubicBezTo>
                  <a:pt x="27" y="26"/>
                  <a:pt x="22" y="26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8" y="29"/>
                  <a:pt x="16" y="31"/>
                  <a:pt x="15" y="33"/>
                </a:cubicBezTo>
                <a:cubicBezTo>
                  <a:pt x="15" y="34"/>
                  <a:pt x="14" y="35"/>
                  <a:pt x="14" y="36"/>
                </a:cubicBezTo>
                <a:cubicBezTo>
                  <a:pt x="13" y="37"/>
                  <a:pt x="12" y="37"/>
                  <a:pt x="11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5" y="41"/>
                  <a:pt x="0" y="37"/>
                  <a:pt x="0" y="31"/>
                </a:cubicBezTo>
                <a:cubicBezTo>
                  <a:pt x="0" y="29"/>
                  <a:pt x="0" y="27"/>
                  <a:pt x="0" y="25"/>
                </a:cubicBezTo>
                <a:cubicBezTo>
                  <a:pt x="0" y="24"/>
                  <a:pt x="0" y="22"/>
                  <a:pt x="0" y="20"/>
                </a:cubicBezTo>
                <a:cubicBezTo>
                  <a:pt x="1" y="18"/>
                  <a:pt x="1" y="16"/>
                  <a:pt x="2" y="14"/>
                </a:cubicBezTo>
                <a:cubicBezTo>
                  <a:pt x="2" y="13"/>
                  <a:pt x="3" y="11"/>
                  <a:pt x="4" y="9"/>
                </a:cubicBezTo>
                <a:cubicBezTo>
                  <a:pt x="5" y="6"/>
                  <a:pt x="7" y="4"/>
                  <a:pt x="10" y="2"/>
                </a:cubicBezTo>
                <a:cubicBezTo>
                  <a:pt x="14" y="0"/>
                  <a:pt x="17" y="0"/>
                  <a:pt x="21" y="0"/>
                </a:cubicBezTo>
                <a:cubicBezTo>
                  <a:pt x="22" y="1"/>
                  <a:pt x="23" y="1"/>
                  <a:pt x="25" y="1"/>
                </a:cubicBezTo>
                <a:cubicBezTo>
                  <a:pt x="26" y="1"/>
                  <a:pt x="27" y="1"/>
                  <a:pt x="28" y="0"/>
                </a:cubicBezTo>
                <a:cubicBezTo>
                  <a:pt x="32" y="0"/>
                  <a:pt x="36" y="0"/>
                  <a:pt x="40" y="2"/>
                </a:cubicBezTo>
                <a:close/>
                <a:moveTo>
                  <a:pt x="22" y="21"/>
                </a:moveTo>
                <a:cubicBezTo>
                  <a:pt x="22" y="21"/>
                  <a:pt x="22" y="21"/>
                  <a:pt x="22" y="21"/>
                </a:cubicBezTo>
                <a:cubicBezTo>
                  <a:pt x="21" y="21"/>
                  <a:pt x="21" y="20"/>
                  <a:pt x="21" y="20"/>
                </a:cubicBezTo>
                <a:cubicBezTo>
                  <a:pt x="21" y="19"/>
                  <a:pt x="21" y="19"/>
                  <a:pt x="22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9" y="19"/>
                  <a:pt x="29" y="20"/>
                </a:cubicBezTo>
                <a:cubicBezTo>
                  <a:pt x="29" y="20"/>
                  <a:pt x="28" y="21"/>
                  <a:pt x="28" y="21"/>
                </a:cubicBezTo>
                <a:cubicBezTo>
                  <a:pt x="22" y="21"/>
                  <a:pt x="22" y="21"/>
                  <a:pt x="22" y="21"/>
                </a:cubicBezTo>
                <a:close/>
                <a:moveTo>
                  <a:pt x="22" y="10"/>
                </a:moveTo>
                <a:cubicBezTo>
                  <a:pt x="22" y="10"/>
                  <a:pt x="22" y="10"/>
                  <a:pt x="22" y="10"/>
                </a:cubicBezTo>
                <a:cubicBezTo>
                  <a:pt x="21" y="10"/>
                  <a:pt x="21" y="10"/>
                  <a:pt x="21" y="9"/>
                </a:cubicBezTo>
                <a:cubicBezTo>
                  <a:pt x="21" y="8"/>
                  <a:pt x="21" y="8"/>
                  <a:pt x="22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9" y="8"/>
                  <a:pt x="29" y="9"/>
                </a:cubicBezTo>
                <a:cubicBezTo>
                  <a:pt x="29" y="10"/>
                  <a:pt x="28" y="10"/>
                  <a:pt x="28" y="10"/>
                </a:cubicBezTo>
                <a:cubicBezTo>
                  <a:pt x="22" y="10"/>
                  <a:pt x="22" y="10"/>
                  <a:pt x="22" y="10"/>
                </a:cubicBezTo>
                <a:close/>
                <a:moveTo>
                  <a:pt x="14" y="9"/>
                </a:moveTo>
                <a:cubicBezTo>
                  <a:pt x="14" y="9"/>
                  <a:pt x="14" y="9"/>
                  <a:pt x="14" y="9"/>
                </a:cubicBezTo>
                <a:cubicBezTo>
                  <a:pt x="14" y="8"/>
                  <a:pt x="14" y="8"/>
                  <a:pt x="15" y="8"/>
                </a:cubicBezTo>
                <a:cubicBezTo>
                  <a:pt x="16" y="8"/>
                  <a:pt x="16" y="8"/>
                  <a:pt x="16" y="9"/>
                </a:cubicBezTo>
                <a:cubicBezTo>
                  <a:pt x="16" y="13"/>
                  <a:pt x="16" y="13"/>
                  <a:pt x="16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21" y="13"/>
                  <a:pt x="22" y="14"/>
                  <a:pt x="22" y="14"/>
                </a:cubicBezTo>
                <a:cubicBezTo>
                  <a:pt x="22" y="15"/>
                  <a:pt x="21" y="16"/>
                  <a:pt x="2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21"/>
                  <a:pt x="15" y="21"/>
                </a:cubicBezTo>
                <a:cubicBezTo>
                  <a:pt x="14" y="21"/>
                  <a:pt x="14" y="20"/>
                  <a:pt x="14" y="20"/>
                </a:cubicBezTo>
                <a:cubicBezTo>
                  <a:pt x="14" y="16"/>
                  <a:pt x="14" y="16"/>
                  <a:pt x="14" y="16"/>
                </a:cubicBezTo>
                <a:cubicBezTo>
                  <a:pt x="10" y="16"/>
                  <a:pt x="10" y="16"/>
                  <a:pt x="10" y="16"/>
                </a:cubicBezTo>
                <a:cubicBezTo>
                  <a:pt x="9" y="16"/>
                  <a:pt x="9" y="15"/>
                  <a:pt x="9" y="14"/>
                </a:cubicBezTo>
                <a:cubicBezTo>
                  <a:pt x="9" y="14"/>
                  <a:pt x="9" y="13"/>
                  <a:pt x="10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35" y="9"/>
                </a:moveTo>
                <a:cubicBezTo>
                  <a:pt x="35" y="9"/>
                  <a:pt x="35" y="9"/>
                  <a:pt x="35" y="9"/>
                </a:cubicBezTo>
                <a:cubicBezTo>
                  <a:pt x="36" y="9"/>
                  <a:pt x="37" y="10"/>
                  <a:pt x="37" y="11"/>
                </a:cubicBezTo>
                <a:cubicBezTo>
                  <a:pt x="37" y="12"/>
                  <a:pt x="36" y="13"/>
                  <a:pt x="35" y="13"/>
                </a:cubicBezTo>
                <a:cubicBezTo>
                  <a:pt x="34" y="13"/>
                  <a:pt x="33" y="12"/>
                  <a:pt x="33" y="11"/>
                </a:cubicBezTo>
                <a:cubicBezTo>
                  <a:pt x="33" y="10"/>
                  <a:pt x="34" y="9"/>
                  <a:pt x="35" y="9"/>
                </a:cubicBezTo>
                <a:close/>
                <a:moveTo>
                  <a:pt x="33" y="14"/>
                </a:moveTo>
                <a:cubicBezTo>
                  <a:pt x="33" y="14"/>
                  <a:pt x="33" y="14"/>
                  <a:pt x="33" y="14"/>
                </a:cubicBezTo>
                <a:cubicBezTo>
                  <a:pt x="33" y="15"/>
                  <a:pt x="32" y="16"/>
                  <a:pt x="31" y="16"/>
                </a:cubicBezTo>
                <a:cubicBezTo>
                  <a:pt x="30" y="16"/>
                  <a:pt x="29" y="15"/>
                  <a:pt x="29" y="14"/>
                </a:cubicBezTo>
                <a:cubicBezTo>
                  <a:pt x="29" y="13"/>
                  <a:pt x="30" y="12"/>
                  <a:pt x="31" y="12"/>
                </a:cubicBezTo>
                <a:cubicBezTo>
                  <a:pt x="32" y="12"/>
                  <a:pt x="33" y="13"/>
                  <a:pt x="33" y="14"/>
                </a:cubicBezTo>
                <a:close/>
                <a:moveTo>
                  <a:pt x="35" y="16"/>
                </a:moveTo>
                <a:cubicBezTo>
                  <a:pt x="35" y="16"/>
                  <a:pt x="35" y="16"/>
                  <a:pt x="35" y="16"/>
                </a:cubicBezTo>
                <a:cubicBezTo>
                  <a:pt x="36" y="16"/>
                  <a:pt x="37" y="17"/>
                  <a:pt x="37" y="18"/>
                </a:cubicBezTo>
                <a:cubicBezTo>
                  <a:pt x="37" y="19"/>
                  <a:pt x="36" y="20"/>
                  <a:pt x="35" y="20"/>
                </a:cubicBezTo>
                <a:cubicBezTo>
                  <a:pt x="34" y="20"/>
                  <a:pt x="33" y="19"/>
                  <a:pt x="33" y="18"/>
                </a:cubicBezTo>
                <a:cubicBezTo>
                  <a:pt x="33" y="17"/>
                  <a:pt x="34" y="16"/>
                  <a:pt x="35" y="16"/>
                </a:cubicBezTo>
                <a:close/>
                <a:moveTo>
                  <a:pt x="40" y="14"/>
                </a:moveTo>
                <a:cubicBezTo>
                  <a:pt x="40" y="14"/>
                  <a:pt x="40" y="14"/>
                  <a:pt x="40" y="14"/>
                </a:cubicBezTo>
                <a:cubicBezTo>
                  <a:pt x="40" y="15"/>
                  <a:pt x="39" y="16"/>
                  <a:pt x="38" y="16"/>
                </a:cubicBezTo>
                <a:cubicBezTo>
                  <a:pt x="37" y="16"/>
                  <a:pt x="36" y="15"/>
                  <a:pt x="36" y="14"/>
                </a:cubicBezTo>
                <a:cubicBezTo>
                  <a:pt x="36" y="13"/>
                  <a:pt x="37" y="12"/>
                  <a:pt x="38" y="12"/>
                </a:cubicBezTo>
                <a:cubicBezTo>
                  <a:pt x="39" y="12"/>
                  <a:pt x="40" y="13"/>
                  <a:pt x="40" y="14"/>
                </a:cubicBezTo>
                <a:close/>
                <a:moveTo>
                  <a:pt x="38" y="5"/>
                </a:moveTo>
                <a:cubicBezTo>
                  <a:pt x="38" y="5"/>
                  <a:pt x="38" y="5"/>
                  <a:pt x="38" y="5"/>
                </a:cubicBezTo>
                <a:cubicBezTo>
                  <a:pt x="35" y="4"/>
                  <a:pt x="32" y="4"/>
                  <a:pt x="29" y="4"/>
                </a:cubicBezTo>
                <a:cubicBezTo>
                  <a:pt x="27" y="4"/>
                  <a:pt x="26" y="4"/>
                  <a:pt x="25" y="4"/>
                </a:cubicBezTo>
                <a:cubicBezTo>
                  <a:pt x="23" y="4"/>
                  <a:pt x="22" y="4"/>
                  <a:pt x="21" y="4"/>
                </a:cubicBezTo>
                <a:cubicBezTo>
                  <a:pt x="18" y="4"/>
                  <a:pt x="15" y="4"/>
                  <a:pt x="12" y="5"/>
                </a:cubicBezTo>
                <a:cubicBezTo>
                  <a:pt x="10" y="7"/>
                  <a:pt x="8" y="9"/>
                  <a:pt x="7" y="11"/>
                </a:cubicBezTo>
                <a:cubicBezTo>
                  <a:pt x="6" y="12"/>
                  <a:pt x="6" y="14"/>
                  <a:pt x="5" y="15"/>
                </a:cubicBezTo>
                <a:cubicBezTo>
                  <a:pt x="5" y="17"/>
                  <a:pt x="5" y="19"/>
                  <a:pt x="4" y="21"/>
                </a:cubicBezTo>
                <a:cubicBezTo>
                  <a:pt x="4" y="22"/>
                  <a:pt x="4" y="24"/>
                  <a:pt x="4" y="26"/>
                </a:cubicBezTo>
                <a:cubicBezTo>
                  <a:pt x="4" y="27"/>
                  <a:pt x="3" y="29"/>
                  <a:pt x="3" y="31"/>
                </a:cubicBezTo>
                <a:cubicBezTo>
                  <a:pt x="3" y="31"/>
                  <a:pt x="3" y="31"/>
                  <a:pt x="3" y="31"/>
                </a:cubicBezTo>
                <a:cubicBezTo>
                  <a:pt x="4" y="31"/>
                  <a:pt x="4" y="32"/>
                  <a:pt x="4" y="33"/>
                </a:cubicBezTo>
                <a:cubicBezTo>
                  <a:pt x="5" y="36"/>
                  <a:pt x="9" y="36"/>
                  <a:pt x="11" y="33"/>
                </a:cubicBezTo>
                <a:cubicBezTo>
                  <a:pt x="11" y="33"/>
                  <a:pt x="11" y="32"/>
                  <a:pt x="12" y="31"/>
                </a:cubicBezTo>
                <a:cubicBezTo>
                  <a:pt x="13" y="29"/>
                  <a:pt x="15" y="27"/>
                  <a:pt x="17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21" y="22"/>
                  <a:pt x="28" y="22"/>
                  <a:pt x="32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5" y="27"/>
                  <a:pt x="36" y="29"/>
                  <a:pt x="38" y="31"/>
                </a:cubicBezTo>
                <a:cubicBezTo>
                  <a:pt x="38" y="32"/>
                  <a:pt x="38" y="33"/>
                  <a:pt x="39" y="33"/>
                </a:cubicBezTo>
                <a:cubicBezTo>
                  <a:pt x="41" y="36"/>
                  <a:pt x="44" y="36"/>
                  <a:pt x="45" y="33"/>
                </a:cubicBezTo>
                <a:cubicBezTo>
                  <a:pt x="46" y="32"/>
                  <a:pt x="46" y="31"/>
                  <a:pt x="46" y="31"/>
                </a:cubicBezTo>
                <a:cubicBezTo>
                  <a:pt x="46" y="29"/>
                  <a:pt x="46" y="27"/>
                  <a:pt x="46" y="26"/>
                </a:cubicBezTo>
                <a:cubicBezTo>
                  <a:pt x="46" y="24"/>
                  <a:pt x="45" y="22"/>
                  <a:pt x="45" y="21"/>
                </a:cubicBezTo>
                <a:cubicBezTo>
                  <a:pt x="45" y="19"/>
                  <a:pt x="44" y="17"/>
                  <a:pt x="44" y="15"/>
                </a:cubicBezTo>
                <a:cubicBezTo>
                  <a:pt x="44" y="14"/>
                  <a:pt x="43" y="12"/>
                  <a:pt x="42" y="11"/>
                </a:cubicBezTo>
                <a:cubicBezTo>
                  <a:pt x="41" y="9"/>
                  <a:pt x="40" y="7"/>
                  <a:pt x="38" y="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94" name="Freeform 328">
            <a:extLst>
              <a:ext uri="{FF2B5EF4-FFF2-40B4-BE49-F238E27FC236}">
                <a16:creationId xmlns:a16="http://schemas.microsoft.com/office/drawing/2014/main" id="{5DDB7EF0-4ADF-27D5-A6BD-AE3F7D5A0CFE}"/>
              </a:ext>
            </a:extLst>
          </p:cNvPr>
          <p:cNvSpPr>
            <a:spLocks noEditPoints="1"/>
          </p:cNvSpPr>
          <p:nvPr/>
        </p:nvSpPr>
        <p:spPr bwMode="auto">
          <a:xfrm>
            <a:off x="3519419" y="6060465"/>
            <a:ext cx="215900" cy="198967"/>
          </a:xfrm>
          <a:custGeom>
            <a:avLst/>
            <a:gdLst>
              <a:gd name="T0" fmla="*/ 123825 w 51"/>
              <a:gd name="T1" fmla="*/ 82550 h 47"/>
              <a:gd name="T2" fmla="*/ 130175 w 51"/>
              <a:gd name="T3" fmla="*/ 76200 h 47"/>
              <a:gd name="T4" fmla="*/ 136525 w 51"/>
              <a:gd name="T5" fmla="*/ 82550 h 47"/>
              <a:gd name="T6" fmla="*/ 136525 w 51"/>
              <a:gd name="T7" fmla="*/ 142875 h 47"/>
              <a:gd name="T8" fmla="*/ 130175 w 51"/>
              <a:gd name="T9" fmla="*/ 149225 h 47"/>
              <a:gd name="T10" fmla="*/ 130175 w 51"/>
              <a:gd name="T11" fmla="*/ 149225 h 47"/>
              <a:gd name="T12" fmla="*/ 31750 w 51"/>
              <a:gd name="T13" fmla="*/ 149225 h 47"/>
              <a:gd name="T14" fmla="*/ 25400 w 51"/>
              <a:gd name="T15" fmla="*/ 142875 h 47"/>
              <a:gd name="T16" fmla="*/ 25400 w 51"/>
              <a:gd name="T17" fmla="*/ 142875 h 47"/>
              <a:gd name="T18" fmla="*/ 25400 w 51"/>
              <a:gd name="T19" fmla="*/ 82550 h 47"/>
              <a:gd name="T20" fmla="*/ 31750 w 51"/>
              <a:gd name="T21" fmla="*/ 76200 h 47"/>
              <a:gd name="T22" fmla="*/ 34925 w 51"/>
              <a:gd name="T23" fmla="*/ 82550 h 47"/>
              <a:gd name="T24" fmla="*/ 34925 w 51"/>
              <a:gd name="T25" fmla="*/ 136525 h 47"/>
              <a:gd name="T26" fmla="*/ 57150 w 51"/>
              <a:gd name="T27" fmla="*/ 136525 h 47"/>
              <a:gd name="T28" fmla="*/ 57150 w 51"/>
              <a:gd name="T29" fmla="*/ 76200 h 47"/>
              <a:gd name="T30" fmla="*/ 60325 w 51"/>
              <a:gd name="T31" fmla="*/ 69850 h 47"/>
              <a:gd name="T32" fmla="*/ 60325 w 51"/>
              <a:gd name="T33" fmla="*/ 69850 h 47"/>
              <a:gd name="T34" fmla="*/ 101600 w 51"/>
              <a:gd name="T35" fmla="*/ 69850 h 47"/>
              <a:gd name="T36" fmla="*/ 104775 w 51"/>
              <a:gd name="T37" fmla="*/ 76200 h 47"/>
              <a:gd name="T38" fmla="*/ 104775 w 51"/>
              <a:gd name="T39" fmla="*/ 76200 h 47"/>
              <a:gd name="T40" fmla="*/ 104775 w 51"/>
              <a:gd name="T41" fmla="*/ 136525 h 47"/>
              <a:gd name="T42" fmla="*/ 123825 w 51"/>
              <a:gd name="T43" fmla="*/ 136525 h 47"/>
              <a:gd name="T44" fmla="*/ 123825 w 51"/>
              <a:gd name="T45" fmla="*/ 82550 h 47"/>
              <a:gd name="T46" fmla="*/ 63500 w 51"/>
              <a:gd name="T47" fmla="*/ 136525 h 47"/>
              <a:gd name="T48" fmla="*/ 63500 w 51"/>
              <a:gd name="T49" fmla="*/ 136525 h 47"/>
              <a:gd name="T50" fmla="*/ 98425 w 51"/>
              <a:gd name="T51" fmla="*/ 136525 h 47"/>
              <a:gd name="T52" fmla="*/ 98425 w 51"/>
              <a:gd name="T53" fmla="*/ 79375 h 47"/>
              <a:gd name="T54" fmla="*/ 63500 w 51"/>
              <a:gd name="T55" fmla="*/ 79375 h 47"/>
              <a:gd name="T56" fmla="*/ 63500 w 51"/>
              <a:gd name="T57" fmla="*/ 136525 h 47"/>
              <a:gd name="T58" fmla="*/ 12700 w 51"/>
              <a:gd name="T59" fmla="*/ 82550 h 47"/>
              <a:gd name="T60" fmla="*/ 12700 w 51"/>
              <a:gd name="T61" fmla="*/ 82550 h 47"/>
              <a:gd name="T62" fmla="*/ 3175 w 51"/>
              <a:gd name="T63" fmla="*/ 82550 h 47"/>
              <a:gd name="T64" fmla="*/ 3175 w 51"/>
              <a:gd name="T65" fmla="*/ 76200 h 47"/>
              <a:gd name="T66" fmla="*/ 76200 w 51"/>
              <a:gd name="T67" fmla="*/ 0 h 47"/>
              <a:gd name="T68" fmla="*/ 85725 w 51"/>
              <a:gd name="T69" fmla="*/ 0 h 47"/>
              <a:gd name="T70" fmla="*/ 85725 w 51"/>
              <a:gd name="T71" fmla="*/ 0 h 47"/>
              <a:gd name="T72" fmla="*/ 158750 w 51"/>
              <a:gd name="T73" fmla="*/ 76200 h 47"/>
              <a:gd name="T74" fmla="*/ 158750 w 51"/>
              <a:gd name="T75" fmla="*/ 82550 h 47"/>
              <a:gd name="T76" fmla="*/ 149225 w 51"/>
              <a:gd name="T77" fmla="*/ 82550 h 47"/>
              <a:gd name="T78" fmla="*/ 79375 w 51"/>
              <a:gd name="T79" fmla="*/ 12700 h 47"/>
              <a:gd name="T80" fmla="*/ 12700 w 51"/>
              <a:gd name="T81" fmla="*/ 82550 h 4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1" h="47">
                <a:moveTo>
                  <a:pt x="39" y="26"/>
                </a:moveTo>
                <a:cubicBezTo>
                  <a:pt x="39" y="25"/>
                  <a:pt x="40" y="24"/>
                  <a:pt x="41" y="24"/>
                </a:cubicBezTo>
                <a:cubicBezTo>
                  <a:pt x="42" y="24"/>
                  <a:pt x="43" y="25"/>
                  <a:pt x="43" y="26"/>
                </a:cubicBezTo>
                <a:cubicBezTo>
                  <a:pt x="43" y="45"/>
                  <a:pt x="43" y="45"/>
                  <a:pt x="43" y="45"/>
                </a:cubicBezTo>
                <a:cubicBezTo>
                  <a:pt x="43" y="46"/>
                  <a:pt x="42" y="47"/>
                  <a:pt x="41" y="47"/>
                </a:cubicBezTo>
                <a:cubicBezTo>
                  <a:pt x="41" y="47"/>
                  <a:pt x="41" y="47"/>
                  <a:pt x="41" y="47"/>
                </a:cubicBezTo>
                <a:cubicBezTo>
                  <a:pt x="10" y="47"/>
                  <a:pt x="10" y="47"/>
                  <a:pt x="10" y="47"/>
                </a:cubicBezTo>
                <a:cubicBezTo>
                  <a:pt x="8" y="47"/>
                  <a:pt x="8" y="46"/>
                  <a:pt x="8" y="45"/>
                </a:cubicBezTo>
                <a:cubicBezTo>
                  <a:pt x="8" y="45"/>
                  <a:pt x="8" y="45"/>
                  <a:pt x="8" y="45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5"/>
                  <a:pt x="8" y="24"/>
                  <a:pt x="10" y="24"/>
                </a:cubicBezTo>
                <a:cubicBezTo>
                  <a:pt x="11" y="24"/>
                  <a:pt x="11" y="25"/>
                  <a:pt x="11" y="26"/>
                </a:cubicBezTo>
                <a:cubicBezTo>
                  <a:pt x="11" y="43"/>
                  <a:pt x="11" y="43"/>
                  <a:pt x="11" y="43"/>
                </a:cubicBezTo>
                <a:cubicBezTo>
                  <a:pt x="18" y="43"/>
                  <a:pt x="18" y="43"/>
                  <a:pt x="18" y="43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3"/>
                  <a:pt x="18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3" y="22"/>
                  <a:pt x="33" y="23"/>
                  <a:pt x="33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3" y="43"/>
                  <a:pt x="33" y="43"/>
                  <a:pt x="33" y="43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26"/>
                  <a:pt x="39" y="26"/>
                  <a:pt x="39" y="26"/>
                </a:cubicBezTo>
                <a:close/>
                <a:moveTo>
                  <a:pt x="20" y="43"/>
                </a:moveTo>
                <a:cubicBezTo>
                  <a:pt x="20" y="43"/>
                  <a:pt x="20" y="43"/>
                  <a:pt x="20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25"/>
                  <a:pt x="31" y="25"/>
                  <a:pt x="31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43"/>
                  <a:pt x="20" y="43"/>
                  <a:pt x="20" y="43"/>
                </a:cubicBezTo>
                <a:close/>
                <a:moveTo>
                  <a:pt x="4" y="26"/>
                </a:moveTo>
                <a:cubicBezTo>
                  <a:pt x="4" y="26"/>
                  <a:pt x="4" y="26"/>
                  <a:pt x="4" y="26"/>
                </a:cubicBezTo>
                <a:cubicBezTo>
                  <a:pt x="3" y="27"/>
                  <a:pt x="2" y="27"/>
                  <a:pt x="1" y="26"/>
                </a:cubicBezTo>
                <a:cubicBezTo>
                  <a:pt x="0" y="25"/>
                  <a:pt x="0" y="24"/>
                  <a:pt x="1" y="24"/>
                </a:cubicBezTo>
                <a:cubicBezTo>
                  <a:pt x="24" y="0"/>
                  <a:pt x="24" y="0"/>
                  <a:pt x="24" y="0"/>
                </a:cubicBezTo>
                <a:cubicBezTo>
                  <a:pt x="25" y="0"/>
                  <a:pt x="26" y="0"/>
                  <a:pt x="27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50" y="24"/>
                  <a:pt x="50" y="24"/>
                  <a:pt x="50" y="24"/>
                </a:cubicBezTo>
                <a:cubicBezTo>
                  <a:pt x="51" y="24"/>
                  <a:pt x="51" y="25"/>
                  <a:pt x="50" y="26"/>
                </a:cubicBezTo>
                <a:cubicBezTo>
                  <a:pt x="49" y="27"/>
                  <a:pt x="48" y="27"/>
                  <a:pt x="47" y="26"/>
                </a:cubicBezTo>
                <a:cubicBezTo>
                  <a:pt x="25" y="4"/>
                  <a:pt x="25" y="4"/>
                  <a:pt x="25" y="4"/>
                </a:cubicBezTo>
                <a:cubicBezTo>
                  <a:pt x="4" y="26"/>
                  <a:pt x="4" y="26"/>
                  <a:pt x="4" y="2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95" name="Freeform 329">
            <a:extLst>
              <a:ext uri="{FF2B5EF4-FFF2-40B4-BE49-F238E27FC236}">
                <a16:creationId xmlns:a16="http://schemas.microsoft.com/office/drawing/2014/main" id="{59BE286C-0FC7-2136-3BF3-FB15A9FDB6F7}"/>
              </a:ext>
            </a:extLst>
          </p:cNvPr>
          <p:cNvSpPr>
            <a:spLocks noEditPoints="1"/>
          </p:cNvSpPr>
          <p:nvPr/>
        </p:nvSpPr>
        <p:spPr bwMode="auto">
          <a:xfrm>
            <a:off x="7678667" y="5258247"/>
            <a:ext cx="211667" cy="177800"/>
          </a:xfrm>
          <a:custGeom>
            <a:avLst/>
            <a:gdLst>
              <a:gd name="T0" fmla="*/ 6350 w 50"/>
              <a:gd name="T1" fmla="*/ 0 h 42"/>
              <a:gd name="T2" fmla="*/ 158750 w 50"/>
              <a:gd name="T3" fmla="*/ 6350 h 42"/>
              <a:gd name="T4" fmla="*/ 158750 w 50"/>
              <a:gd name="T5" fmla="*/ 111125 h 42"/>
              <a:gd name="T6" fmla="*/ 152400 w 50"/>
              <a:gd name="T7" fmla="*/ 117475 h 42"/>
              <a:gd name="T8" fmla="*/ 85725 w 50"/>
              <a:gd name="T9" fmla="*/ 123825 h 42"/>
              <a:gd name="T10" fmla="*/ 117475 w 50"/>
              <a:gd name="T11" fmla="*/ 123825 h 42"/>
              <a:gd name="T12" fmla="*/ 117475 w 50"/>
              <a:gd name="T13" fmla="*/ 133350 h 42"/>
              <a:gd name="T14" fmla="*/ 34925 w 50"/>
              <a:gd name="T15" fmla="*/ 130175 h 42"/>
              <a:gd name="T16" fmla="*/ 73025 w 50"/>
              <a:gd name="T17" fmla="*/ 123825 h 42"/>
              <a:gd name="T18" fmla="*/ 73025 w 50"/>
              <a:gd name="T19" fmla="*/ 117475 h 42"/>
              <a:gd name="T20" fmla="*/ 0 w 50"/>
              <a:gd name="T21" fmla="*/ 111125 h 42"/>
              <a:gd name="T22" fmla="*/ 0 w 50"/>
              <a:gd name="T23" fmla="*/ 6350 h 42"/>
              <a:gd name="T24" fmla="*/ 82550 w 50"/>
              <a:gd name="T25" fmla="*/ 25400 h 42"/>
              <a:gd name="T26" fmla="*/ 114300 w 50"/>
              <a:gd name="T27" fmla="*/ 53975 h 42"/>
              <a:gd name="T28" fmla="*/ 117475 w 50"/>
              <a:gd name="T29" fmla="*/ 60325 h 42"/>
              <a:gd name="T30" fmla="*/ 114300 w 50"/>
              <a:gd name="T31" fmla="*/ 63500 h 42"/>
              <a:gd name="T32" fmla="*/ 82550 w 50"/>
              <a:gd name="T33" fmla="*/ 95250 h 42"/>
              <a:gd name="T34" fmla="*/ 76200 w 50"/>
              <a:gd name="T35" fmla="*/ 95250 h 42"/>
              <a:gd name="T36" fmla="*/ 44450 w 50"/>
              <a:gd name="T37" fmla="*/ 63500 h 42"/>
              <a:gd name="T38" fmla="*/ 38100 w 50"/>
              <a:gd name="T39" fmla="*/ 60325 h 42"/>
              <a:gd name="T40" fmla="*/ 44450 w 50"/>
              <a:gd name="T41" fmla="*/ 53975 h 42"/>
              <a:gd name="T42" fmla="*/ 76200 w 50"/>
              <a:gd name="T43" fmla="*/ 22225 h 42"/>
              <a:gd name="T44" fmla="*/ 82550 w 50"/>
              <a:gd name="T45" fmla="*/ 22225 h 42"/>
              <a:gd name="T46" fmla="*/ 82550 w 50"/>
              <a:gd name="T47" fmla="*/ 31750 h 42"/>
              <a:gd name="T48" fmla="*/ 82550 w 50"/>
              <a:gd name="T49" fmla="*/ 38100 h 42"/>
              <a:gd name="T50" fmla="*/ 76200 w 50"/>
              <a:gd name="T51" fmla="*/ 38100 h 42"/>
              <a:gd name="T52" fmla="*/ 50800 w 50"/>
              <a:gd name="T53" fmla="*/ 53975 h 42"/>
              <a:gd name="T54" fmla="*/ 60325 w 50"/>
              <a:gd name="T55" fmla="*/ 60325 h 42"/>
              <a:gd name="T56" fmla="*/ 50800 w 50"/>
              <a:gd name="T57" fmla="*/ 63500 h 42"/>
              <a:gd name="T58" fmla="*/ 76200 w 50"/>
              <a:gd name="T59" fmla="*/ 79375 h 42"/>
              <a:gd name="T60" fmla="*/ 82550 w 50"/>
              <a:gd name="T61" fmla="*/ 79375 h 42"/>
              <a:gd name="T62" fmla="*/ 104775 w 50"/>
              <a:gd name="T63" fmla="*/ 63500 h 42"/>
              <a:gd name="T64" fmla="*/ 98425 w 50"/>
              <a:gd name="T65" fmla="*/ 60325 h 42"/>
              <a:gd name="T66" fmla="*/ 104775 w 50"/>
              <a:gd name="T67" fmla="*/ 53975 h 42"/>
              <a:gd name="T68" fmla="*/ 136525 w 50"/>
              <a:gd name="T69" fmla="*/ 88900 h 42"/>
              <a:gd name="T70" fmla="*/ 142875 w 50"/>
              <a:gd name="T71" fmla="*/ 95250 h 42"/>
              <a:gd name="T72" fmla="*/ 130175 w 50"/>
              <a:gd name="T73" fmla="*/ 95250 h 42"/>
              <a:gd name="T74" fmla="*/ 146050 w 50"/>
              <a:gd name="T75" fmla="*/ 12700 h 42"/>
              <a:gd name="T76" fmla="*/ 12700 w 50"/>
              <a:gd name="T77" fmla="*/ 12700 h 42"/>
              <a:gd name="T78" fmla="*/ 146050 w 50"/>
              <a:gd name="T79" fmla="*/ 104775 h 4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0" h="42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6"/>
                  <a:pt x="49" y="37"/>
                  <a:pt x="48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8" y="39"/>
                  <a:pt x="39" y="40"/>
                  <a:pt x="39" y="41"/>
                </a:cubicBezTo>
                <a:cubicBezTo>
                  <a:pt x="39" y="41"/>
                  <a:pt x="38" y="42"/>
                  <a:pt x="37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1" y="41"/>
                  <a:pt x="11" y="41"/>
                </a:cubicBezTo>
                <a:cubicBezTo>
                  <a:pt x="11" y="40"/>
                  <a:pt x="12" y="39"/>
                  <a:pt x="12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37"/>
                  <a:pt x="23" y="37"/>
                  <a:pt x="23" y="37"/>
                </a:cubicBezTo>
                <a:cubicBezTo>
                  <a:pt x="2" y="37"/>
                  <a:pt x="2" y="37"/>
                  <a:pt x="2" y="37"/>
                </a:cubicBezTo>
                <a:cubicBezTo>
                  <a:pt x="1" y="37"/>
                  <a:pt x="0" y="36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6" y="8"/>
                </a:moveTo>
                <a:cubicBezTo>
                  <a:pt x="26" y="8"/>
                  <a:pt x="26" y="8"/>
                  <a:pt x="26" y="8"/>
                </a:cubicBezTo>
                <a:cubicBezTo>
                  <a:pt x="31" y="8"/>
                  <a:pt x="35" y="12"/>
                  <a:pt x="36" y="17"/>
                </a:cubicBezTo>
                <a:cubicBezTo>
                  <a:pt x="36" y="17"/>
                  <a:pt x="36" y="17"/>
                  <a:pt x="36" y="17"/>
                </a:cubicBezTo>
                <a:cubicBezTo>
                  <a:pt x="37" y="17"/>
                  <a:pt x="37" y="18"/>
                  <a:pt x="37" y="19"/>
                </a:cubicBezTo>
                <a:cubicBezTo>
                  <a:pt x="37" y="19"/>
                  <a:pt x="37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5" y="25"/>
                  <a:pt x="31" y="29"/>
                  <a:pt x="26" y="29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1"/>
                  <a:pt x="25" y="31"/>
                  <a:pt x="25" y="31"/>
                </a:cubicBezTo>
                <a:cubicBezTo>
                  <a:pt x="24" y="31"/>
                  <a:pt x="24" y="31"/>
                  <a:pt x="24" y="30"/>
                </a:cubicBezTo>
                <a:cubicBezTo>
                  <a:pt x="24" y="29"/>
                  <a:pt x="24" y="29"/>
                  <a:pt x="24" y="29"/>
                </a:cubicBezTo>
                <a:cubicBezTo>
                  <a:pt x="19" y="29"/>
                  <a:pt x="15" y="25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3" y="20"/>
                  <a:pt x="12" y="19"/>
                  <a:pt x="12" y="19"/>
                </a:cubicBezTo>
                <a:cubicBezTo>
                  <a:pt x="12" y="18"/>
                  <a:pt x="13" y="17"/>
                  <a:pt x="14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5" y="12"/>
                  <a:pt x="19" y="8"/>
                  <a:pt x="24" y="8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6"/>
                  <a:pt x="25" y="6"/>
                </a:cubicBezTo>
                <a:cubicBezTo>
                  <a:pt x="25" y="6"/>
                  <a:pt x="26" y="7"/>
                  <a:pt x="26" y="7"/>
                </a:cubicBezTo>
                <a:cubicBezTo>
                  <a:pt x="26" y="8"/>
                  <a:pt x="26" y="8"/>
                  <a:pt x="26" y="8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12"/>
                  <a:pt x="26" y="12"/>
                  <a:pt x="26" y="12"/>
                </a:cubicBezTo>
                <a:cubicBezTo>
                  <a:pt x="26" y="12"/>
                  <a:pt x="25" y="13"/>
                  <a:pt x="25" y="13"/>
                </a:cubicBezTo>
                <a:cubicBezTo>
                  <a:pt x="24" y="13"/>
                  <a:pt x="24" y="12"/>
                  <a:pt x="24" y="12"/>
                </a:cubicBezTo>
                <a:cubicBezTo>
                  <a:pt x="24" y="10"/>
                  <a:pt x="24" y="10"/>
                  <a:pt x="24" y="10"/>
                </a:cubicBezTo>
                <a:cubicBezTo>
                  <a:pt x="20" y="11"/>
                  <a:pt x="17" y="14"/>
                  <a:pt x="16" y="17"/>
                </a:cubicBezTo>
                <a:cubicBezTo>
                  <a:pt x="18" y="17"/>
                  <a:pt x="18" y="17"/>
                  <a:pt x="18" y="17"/>
                </a:cubicBezTo>
                <a:cubicBezTo>
                  <a:pt x="19" y="17"/>
                  <a:pt x="19" y="18"/>
                  <a:pt x="19" y="19"/>
                </a:cubicBezTo>
                <a:cubicBezTo>
                  <a:pt x="19" y="19"/>
                  <a:pt x="19" y="20"/>
                  <a:pt x="18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7" y="23"/>
                  <a:pt x="20" y="26"/>
                  <a:pt x="24" y="27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4"/>
                  <a:pt x="25" y="24"/>
                </a:cubicBezTo>
                <a:cubicBezTo>
                  <a:pt x="25" y="24"/>
                  <a:pt x="26" y="25"/>
                  <a:pt x="26" y="25"/>
                </a:cubicBezTo>
                <a:cubicBezTo>
                  <a:pt x="26" y="27"/>
                  <a:pt x="26" y="27"/>
                  <a:pt x="26" y="27"/>
                </a:cubicBezTo>
                <a:cubicBezTo>
                  <a:pt x="30" y="26"/>
                  <a:pt x="33" y="23"/>
                  <a:pt x="33" y="20"/>
                </a:cubicBezTo>
                <a:cubicBezTo>
                  <a:pt x="32" y="20"/>
                  <a:pt x="32" y="20"/>
                  <a:pt x="32" y="20"/>
                </a:cubicBezTo>
                <a:cubicBezTo>
                  <a:pt x="31" y="20"/>
                  <a:pt x="31" y="19"/>
                  <a:pt x="31" y="19"/>
                </a:cubicBezTo>
                <a:cubicBezTo>
                  <a:pt x="31" y="18"/>
                  <a:pt x="31" y="17"/>
                  <a:pt x="32" y="17"/>
                </a:cubicBezTo>
                <a:cubicBezTo>
                  <a:pt x="33" y="17"/>
                  <a:pt x="33" y="17"/>
                  <a:pt x="33" y="17"/>
                </a:cubicBezTo>
                <a:cubicBezTo>
                  <a:pt x="33" y="14"/>
                  <a:pt x="30" y="11"/>
                  <a:pt x="26" y="10"/>
                </a:cubicBezTo>
                <a:close/>
                <a:moveTo>
                  <a:pt x="43" y="28"/>
                </a:moveTo>
                <a:cubicBezTo>
                  <a:pt x="43" y="28"/>
                  <a:pt x="43" y="28"/>
                  <a:pt x="43" y="28"/>
                </a:cubicBezTo>
                <a:cubicBezTo>
                  <a:pt x="44" y="28"/>
                  <a:pt x="45" y="29"/>
                  <a:pt x="45" y="30"/>
                </a:cubicBezTo>
                <a:cubicBezTo>
                  <a:pt x="45" y="31"/>
                  <a:pt x="44" y="32"/>
                  <a:pt x="43" y="32"/>
                </a:cubicBezTo>
                <a:cubicBezTo>
                  <a:pt x="42" y="32"/>
                  <a:pt x="41" y="31"/>
                  <a:pt x="41" y="30"/>
                </a:cubicBezTo>
                <a:cubicBezTo>
                  <a:pt x="41" y="29"/>
                  <a:pt x="42" y="28"/>
                  <a:pt x="43" y="28"/>
                </a:cubicBezTo>
                <a:close/>
                <a:moveTo>
                  <a:pt x="46" y="4"/>
                </a:move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4"/>
                  <a:pt x="4" y="23"/>
                  <a:pt x="4" y="33"/>
                </a:cubicBezTo>
                <a:cubicBezTo>
                  <a:pt x="18" y="33"/>
                  <a:pt x="32" y="33"/>
                  <a:pt x="46" y="33"/>
                </a:cubicBezTo>
                <a:cubicBezTo>
                  <a:pt x="46" y="23"/>
                  <a:pt x="46" y="14"/>
                  <a:pt x="46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96" name="Freeform 330">
            <a:extLst>
              <a:ext uri="{FF2B5EF4-FFF2-40B4-BE49-F238E27FC236}">
                <a16:creationId xmlns:a16="http://schemas.microsoft.com/office/drawing/2014/main" id="{9B529E04-D36D-FBA2-3AD6-B8FD8292FE68}"/>
              </a:ext>
            </a:extLst>
          </p:cNvPr>
          <p:cNvSpPr>
            <a:spLocks noEditPoints="1"/>
          </p:cNvSpPr>
          <p:nvPr/>
        </p:nvSpPr>
        <p:spPr bwMode="auto">
          <a:xfrm>
            <a:off x="9145519" y="6068931"/>
            <a:ext cx="213783" cy="177800"/>
          </a:xfrm>
          <a:custGeom>
            <a:avLst/>
            <a:gdLst>
              <a:gd name="T0" fmla="*/ 6413 w 50"/>
              <a:gd name="T1" fmla="*/ 0 h 42"/>
              <a:gd name="T2" fmla="*/ 6413 w 50"/>
              <a:gd name="T3" fmla="*/ 0 h 42"/>
              <a:gd name="T4" fmla="*/ 153924 w 50"/>
              <a:gd name="T5" fmla="*/ 0 h 42"/>
              <a:gd name="T6" fmla="*/ 160337 w 50"/>
              <a:gd name="T7" fmla="*/ 6350 h 42"/>
              <a:gd name="T8" fmla="*/ 160337 w 50"/>
              <a:gd name="T9" fmla="*/ 6350 h 42"/>
              <a:gd name="T10" fmla="*/ 160337 w 50"/>
              <a:gd name="T11" fmla="*/ 114300 h 42"/>
              <a:gd name="T12" fmla="*/ 153924 w 50"/>
              <a:gd name="T13" fmla="*/ 117475 h 42"/>
              <a:gd name="T14" fmla="*/ 153924 w 50"/>
              <a:gd name="T15" fmla="*/ 117475 h 42"/>
              <a:gd name="T16" fmla="*/ 86582 w 50"/>
              <a:gd name="T17" fmla="*/ 117475 h 42"/>
              <a:gd name="T18" fmla="*/ 86582 w 50"/>
              <a:gd name="T19" fmla="*/ 127000 h 42"/>
              <a:gd name="T20" fmla="*/ 86582 w 50"/>
              <a:gd name="T21" fmla="*/ 127000 h 42"/>
              <a:gd name="T22" fmla="*/ 121856 w 50"/>
              <a:gd name="T23" fmla="*/ 127000 h 42"/>
              <a:gd name="T24" fmla="*/ 125063 w 50"/>
              <a:gd name="T25" fmla="*/ 130175 h 42"/>
              <a:gd name="T26" fmla="*/ 121856 w 50"/>
              <a:gd name="T27" fmla="*/ 133350 h 42"/>
              <a:gd name="T28" fmla="*/ 38481 w 50"/>
              <a:gd name="T29" fmla="*/ 133350 h 42"/>
              <a:gd name="T30" fmla="*/ 35274 w 50"/>
              <a:gd name="T31" fmla="*/ 130175 h 42"/>
              <a:gd name="T32" fmla="*/ 38481 w 50"/>
              <a:gd name="T33" fmla="*/ 127000 h 42"/>
              <a:gd name="T34" fmla="*/ 73755 w 50"/>
              <a:gd name="T35" fmla="*/ 127000 h 42"/>
              <a:gd name="T36" fmla="*/ 73755 w 50"/>
              <a:gd name="T37" fmla="*/ 127000 h 42"/>
              <a:gd name="T38" fmla="*/ 73755 w 50"/>
              <a:gd name="T39" fmla="*/ 117475 h 42"/>
              <a:gd name="T40" fmla="*/ 6413 w 50"/>
              <a:gd name="T41" fmla="*/ 117475 h 42"/>
              <a:gd name="T42" fmla="*/ 0 w 50"/>
              <a:gd name="T43" fmla="*/ 114300 h 42"/>
              <a:gd name="T44" fmla="*/ 0 w 50"/>
              <a:gd name="T45" fmla="*/ 111125 h 42"/>
              <a:gd name="T46" fmla="*/ 0 w 50"/>
              <a:gd name="T47" fmla="*/ 6350 h 42"/>
              <a:gd name="T48" fmla="*/ 6413 w 50"/>
              <a:gd name="T49" fmla="*/ 0 h 42"/>
              <a:gd name="T50" fmla="*/ 76962 w 50"/>
              <a:gd name="T51" fmla="*/ 28575 h 42"/>
              <a:gd name="T52" fmla="*/ 76962 w 50"/>
              <a:gd name="T53" fmla="*/ 28575 h 42"/>
              <a:gd name="T54" fmla="*/ 99409 w 50"/>
              <a:gd name="T55" fmla="*/ 34925 h 42"/>
              <a:gd name="T56" fmla="*/ 105822 w 50"/>
              <a:gd name="T57" fmla="*/ 57150 h 42"/>
              <a:gd name="T58" fmla="*/ 99409 w 50"/>
              <a:gd name="T59" fmla="*/ 73025 h 42"/>
              <a:gd name="T60" fmla="*/ 112236 w 50"/>
              <a:gd name="T61" fmla="*/ 85725 h 42"/>
              <a:gd name="T62" fmla="*/ 112236 w 50"/>
              <a:gd name="T63" fmla="*/ 88900 h 42"/>
              <a:gd name="T64" fmla="*/ 105822 w 50"/>
              <a:gd name="T65" fmla="*/ 88900 h 42"/>
              <a:gd name="T66" fmla="*/ 96202 w 50"/>
              <a:gd name="T67" fmla="*/ 79375 h 42"/>
              <a:gd name="T68" fmla="*/ 76962 w 50"/>
              <a:gd name="T69" fmla="*/ 85725 h 42"/>
              <a:gd name="T70" fmla="*/ 57721 w 50"/>
              <a:gd name="T71" fmla="*/ 76200 h 42"/>
              <a:gd name="T72" fmla="*/ 48101 w 50"/>
              <a:gd name="T73" fmla="*/ 57150 h 42"/>
              <a:gd name="T74" fmla="*/ 76962 w 50"/>
              <a:gd name="T75" fmla="*/ 28575 h 42"/>
              <a:gd name="T76" fmla="*/ 76962 w 50"/>
              <a:gd name="T77" fmla="*/ 34925 h 42"/>
              <a:gd name="T78" fmla="*/ 76962 w 50"/>
              <a:gd name="T79" fmla="*/ 34925 h 42"/>
              <a:gd name="T80" fmla="*/ 54515 w 50"/>
              <a:gd name="T81" fmla="*/ 57150 h 42"/>
              <a:gd name="T82" fmla="*/ 60928 w 50"/>
              <a:gd name="T83" fmla="*/ 73025 h 42"/>
              <a:gd name="T84" fmla="*/ 76962 w 50"/>
              <a:gd name="T85" fmla="*/ 79375 h 42"/>
              <a:gd name="T86" fmla="*/ 92995 w 50"/>
              <a:gd name="T87" fmla="*/ 73025 h 42"/>
              <a:gd name="T88" fmla="*/ 99409 w 50"/>
              <a:gd name="T89" fmla="*/ 57150 h 42"/>
              <a:gd name="T90" fmla="*/ 92995 w 50"/>
              <a:gd name="T91" fmla="*/ 41275 h 42"/>
              <a:gd name="T92" fmla="*/ 76962 w 50"/>
              <a:gd name="T93" fmla="*/ 34925 h 42"/>
              <a:gd name="T94" fmla="*/ 137890 w 50"/>
              <a:gd name="T95" fmla="*/ 88900 h 42"/>
              <a:gd name="T96" fmla="*/ 137890 w 50"/>
              <a:gd name="T97" fmla="*/ 88900 h 42"/>
              <a:gd name="T98" fmla="*/ 144303 w 50"/>
              <a:gd name="T99" fmla="*/ 95250 h 42"/>
              <a:gd name="T100" fmla="*/ 137890 w 50"/>
              <a:gd name="T101" fmla="*/ 101600 h 42"/>
              <a:gd name="T102" fmla="*/ 131476 w 50"/>
              <a:gd name="T103" fmla="*/ 95250 h 42"/>
              <a:gd name="T104" fmla="*/ 137890 w 50"/>
              <a:gd name="T105" fmla="*/ 88900 h 42"/>
              <a:gd name="T106" fmla="*/ 147510 w 50"/>
              <a:gd name="T107" fmla="*/ 12700 h 42"/>
              <a:gd name="T108" fmla="*/ 147510 w 50"/>
              <a:gd name="T109" fmla="*/ 12700 h 42"/>
              <a:gd name="T110" fmla="*/ 12827 w 50"/>
              <a:gd name="T111" fmla="*/ 12700 h 42"/>
              <a:gd name="T112" fmla="*/ 12827 w 50"/>
              <a:gd name="T113" fmla="*/ 107950 h 42"/>
              <a:gd name="T114" fmla="*/ 147510 w 50"/>
              <a:gd name="T115" fmla="*/ 107950 h 42"/>
              <a:gd name="T116" fmla="*/ 147510 w 50"/>
              <a:gd name="T117" fmla="*/ 12700 h 4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0" h="42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36"/>
                  <a:pt x="50" y="36"/>
                  <a:pt x="50" y="36"/>
                </a:cubicBezTo>
                <a:cubicBezTo>
                  <a:pt x="50" y="37"/>
                  <a:pt x="49" y="37"/>
                  <a:pt x="48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40"/>
                  <a:pt x="27" y="40"/>
                  <a:pt x="27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38" y="40"/>
                  <a:pt x="38" y="40"/>
                  <a:pt x="38" y="40"/>
                </a:cubicBezTo>
                <a:cubicBezTo>
                  <a:pt x="38" y="40"/>
                  <a:pt x="39" y="40"/>
                  <a:pt x="39" y="41"/>
                </a:cubicBezTo>
                <a:cubicBezTo>
                  <a:pt x="39" y="42"/>
                  <a:pt x="38" y="42"/>
                  <a:pt x="38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1" y="42"/>
                  <a:pt x="11" y="41"/>
                </a:cubicBezTo>
                <a:cubicBezTo>
                  <a:pt x="11" y="40"/>
                  <a:pt x="12" y="40"/>
                  <a:pt x="12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37"/>
                  <a:pt x="23" y="37"/>
                  <a:pt x="23" y="37"/>
                </a:cubicBezTo>
                <a:cubicBezTo>
                  <a:pt x="2" y="37"/>
                  <a:pt x="2" y="37"/>
                  <a:pt x="2" y="37"/>
                </a:cubicBezTo>
                <a:cubicBezTo>
                  <a:pt x="1" y="37"/>
                  <a:pt x="0" y="37"/>
                  <a:pt x="0" y="36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4" y="9"/>
                </a:moveTo>
                <a:cubicBezTo>
                  <a:pt x="24" y="9"/>
                  <a:pt x="24" y="9"/>
                  <a:pt x="24" y="9"/>
                </a:cubicBezTo>
                <a:cubicBezTo>
                  <a:pt x="27" y="9"/>
                  <a:pt x="29" y="10"/>
                  <a:pt x="31" y="11"/>
                </a:cubicBezTo>
                <a:cubicBezTo>
                  <a:pt x="32" y="13"/>
                  <a:pt x="33" y="15"/>
                  <a:pt x="33" y="18"/>
                </a:cubicBezTo>
                <a:cubicBezTo>
                  <a:pt x="33" y="20"/>
                  <a:pt x="33" y="22"/>
                  <a:pt x="31" y="23"/>
                </a:cubicBezTo>
                <a:cubicBezTo>
                  <a:pt x="35" y="27"/>
                  <a:pt x="35" y="27"/>
                  <a:pt x="35" y="27"/>
                </a:cubicBezTo>
                <a:cubicBezTo>
                  <a:pt x="35" y="27"/>
                  <a:pt x="35" y="28"/>
                  <a:pt x="35" y="28"/>
                </a:cubicBezTo>
                <a:cubicBezTo>
                  <a:pt x="34" y="29"/>
                  <a:pt x="34" y="29"/>
                  <a:pt x="33" y="28"/>
                </a:cubicBezTo>
                <a:cubicBezTo>
                  <a:pt x="30" y="25"/>
                  <a:pt x="30" y="25"/>
                  <a:pt x="30" y="25"/>
                </a:cubicBezTo>
                <a:cubicBezTo>
                  <a:pt x="28" y="26"/>
                  <a:pt x="26" y="27"/>
                  <a:pt x="24" y="27"/>
                </a:cubicBezTo>
                <a:cubicBezTo>
                  <a:pt x="22" y="27"/>
                  <a:pt x="19" y="26"/>
                  <a:pt x="18" y="24"/>
                </a:cubicBezTo>
                <a:cubicBezTo>
                  <a:pt x="16" y="23"/>
                  <a:pt x="15" y="20"/>
                  <a:pt x="15" y="18"/>
                </a:cubicBezTo>
                <a:cubicBezTo>
                  <a:pt x="15" y="13"/>
                  <a:pt x="19" y="9"/>
                  <a:pt x="24" y="9"/>
                </a:cubicBezTo>
                <a:close/>
                <a:moveTo>
                  <a:pt x="24" y="11"/>
                </a:moveTo>
                <a:cubicBezTo>
                  <a:pt x="24" y="11"/>
                  <a:pt x="24" y="11"/>
                  <a:pt x="24" y="11"/>
                </a:cubicBezTo>
                <a:cubicBezTo>
                  <a:pt x="20" y="11"/>
                  <a:pt x="17" y="14"/>
                  <a:pt x="17" y="18"/>
                </a:cubicBezTo>
                <a:cubicBezTo>
                  <a:pt x="17" y="20"/>
                  <a:pt x="18" y="21"/>
                  <a:pt x="19" y="23"/>
                </a:cubicBezTo>
                <a:cubicBezTo>
                  <a:pt x="21" y="24"/>
                  <a:pt x="22" y="25"/>
                  <a:pt x="24" y="25"/>
                </a:cubicBezTo>
                <a:cubicBezTo>
                  <a:pt x="26" y="25"/>
                  <a:pt x="28" y="24"/>
                  <a:pt x="29" y="23"/>
                </a:cubicBezTo>
                <a:cubicBezTo>
                  <a:pt x="30" y="21"/>
                  <a:pt x="31" y="20"/>
                  <a:pt x="31" y="18"/>
                </a:cubicBezTo>
                <a:cubicBezTo>
                  <a:pt x="31" y="16"/>
                  <a:pt x="30" y="14"/>
                  <a:pt x="29" y="13"/>
                </a:cubicBezTo>
                <a:cubicBezTo>
                  <a:pt x="28" y="12"/>
                  <a:pt x="26" y="11"/>
                  <a:pt x="24" y="11"/>
                </a:cubicBezTo>
                <a:close/>
                <a:moveTo>
                  <a:pt x="43" y="28"/>
                </a:moveTo>
                <a:cubicBezTo>
                  <a:pt x="43" y="28"/>
                  <a:pt x="43" y="28"/>
                  <a:pt x="43" y="28"/>
                </a:cubicBezTo>
                <a:cubicBezTo>
                  <a:pt x="44" y="28"/>
                  <a:pt x="45" y="29"/>
                  <a:pt x="45" y="30"/>
                </a:cubicBezTo>
                <a:cubicBezTo>
                  <a:pt x="45" y="31"/>
                  <a:pt x="44" y="32"/>
                  <a:pt x="43" y="32"/>
                </a:cubicBezTo>
                <a:cubicBezTo>
                  <a:pt x="42" y="32"/>
                  <a:pt x="41" y="31"/>
                  <a:pt x="41" y="30"/>
                </a:cubicBezTo>
                <a:cubicBezTo>
                  <a:pt x="41" y="29"/>
                  <a:pt x="42" y="28"/>
                  <a:pt x="43" y="28"/>
                </a:cubicBezTo>
                <a:close/>
                <a:moveTo>
                  <a:pt x="46" y="4"/>
                </a:move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4"/>
                  <a:pt x="4" y="24"/>
                  <a:pt x="4" y="34"/>
                </a:cubicBezTo>
                <a:cubicBezTo>
                  <a:pt x="18" y="34"/>
                  <a:pt x="32" y="34"/>
                  <a:pt x="46" y="34"/>
                </a:cubicBezTo>
                <a:cubicBezTo>
                  <a:pt x="46" y="24"/>
                  <a:pt x="46" y="14"/>
                  <a:pt x="46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97" name="Freeform 331">
            <a:extLst>
              <a:ext uri="{FF2B5EF4-FFF2-40B4-BE49-F238E27FC236}">
                <a16:creationId xmlns:a16="http://schemas.microsoft.com/office/drawing/2014/main" id="{5B9D99CE-C154-C2A8-ED31-CBCE2DBA30B6}"/>
              </a:ext>
            </a:extLst>
          </p:cNvPr>
          <p:cNvSpPr>
            <a:spLocks noEditPoints="1"/>
          </p:cNvSpPr>
          <p:nvPr/>
        </p:nvSpPr>
        <p:spPr bwMode="auto">
          <a:xfrm>
            <a:off x="5811768" y="6060465"/>
            <a:ext cx="215900" cy="194733"/>
          </a:xfrm>
          <a:custGeom>
            <a:avLst/>
            <a:gdLst>
              <a:gd name="T0" fmla="*/ 3175 w 51"/>
              <a:gd name="T1" fmla="*/ 107950 h 46"/>
              <a:gd name="T2" fmla="*/ 41275 w 51"/>
              <a:gd name="T3" fmla="*/ 111125 h 46"/>
              <a:gd name="T4" fmla="*/ 41275 w 51"/>
              <a:gd name="T5" fmla="*/ 142875 h 46"/>
              <a:gd name="T6" fmla="*/ 38100 w 51"/>
              <a:gd name="T7" fmla="*/ 146050 h 46"/>
              <a:gd name="T8" fmla="*/ 0 w 51"/>
              <a:gd name="T9" fmla="*/ 142875 h 46"/>
              <a:gd name="T10" fmla="*/ 0 w 51"/>
              <a:gd name="T11" fmla="*/ 111125 h 46"/>
              <a:gd name="T12" fmla="*/ 92075 w 51"/>
              <a:gd name="T13" fmla="*/ 22225 h 46"/>
              <a:gd name="T14" fmla="*/ 63500 w 51"/>
              <a:gd name="T15" fmla="*/ 47625 h 46"/>
              <a:gd name="T16" fmla="*/ 6350 w 51"/>
              <a:gd name="T17" fmla="*/ 60325 h 46"/>
              <a:gd name="T18" fmla="*/ 57150 w 51"/>
              <a:gd name="T19" fmla="*/ 38100 h 46"/>
              <a:gd name="T20" fmla="*/ 60325 w 51"/>
              <a:gd name="T21" fmla="*/ 12700 h 46"/>
              <a:gd name="T22" fmla="*/ 60325 w 51"/>
              <a:gd name="T23" fmla="*/ 0 h 46"/>
              <a:gd name="T24" fmla="*/ 104775 w 51"/>
              <a:gd name="T25" fmla="*/ 6350 h 46"/>
              <a:gd name="T26" fmla="*/ 104775 w 51"/>
              <a:gd name="T27" fmla="*/ 44450 h 46"/>
              <a:gd name="T28" fmla="*/ 92075 w 51"/>
              <a:gd name="T29" fmla="*/ 44450 h 46"/>
              <a:gd name="T30" fmla="*/ 123825 w 51"/>
              <a:gd name="T31" fmla="*/ 25400 h 46"/>
              <a:gd name="T32" fmla="*/ 123825 w 51"/>
              <a:gd name="T33" fmla="*/ 25400 h 46"/>
              <a:gd name="T34" fmla="*/ 161925 w 51"/>
              <a:gd name="T35" fmla="*/ 28575 h 46"/>
              <a:gd name="T36" fmla="*/ 161925 w 51"/>
              <a:gd name="T37" fmla="*/ 142875 h 46"/>
              <a:gd name="T38" fmla="*/ 158750 w 51"/>
              <a:gd name="T39" fmla="*/ 146050 h 46"/>
              <a:gd name="T40" fmla="*/ 120650 w 51"/>
              <a:gd name="T41" fmla="*/ 142875 h 46"/>
              <a:gd name="T42" fmla="*/ 120650 w 51"/>
              <a:gd name="T43" fmla="*/ 28575 h 46"/>
              <a:gd name="T44" fmla="*/ 152400 w 51"/>
              <a:gd name="T45" fmla="*/ 31750 h 46"/>
              <a:gd name="T46" fmla="*/ 127000 w 51"/>
              <a:gd name="T47" fmla="*/ 31750 h 46"/>
              <a:gd name="T48" fmla="*/ 152400 w 51"/>
              <a:gd name="T49" fmla="*/ 139700 h 46"/>
              <a:gd name="T50" fmla="*/ 63500 w 51"/>
              <a:gd name="T51" fmla="*/ 66675 h 46"/>
              <a:gd name="T52" fmla="*/ 63500 w 51"/>
              <a:gd name="T53" fmla="*/ 66675 h 46"/>
              <a:gd name="T54" fmla="*/ 101600 w 51"/>
              <a:gd name="T55" fmla="*/ 69850 h 46"/>
              <a:gd name="T56" fmla="*/ 101600 w 51"/>
              <a:gd name="T57" fmla="*/ 142875 h 46"/>
              <a:gd name="T58" fmla="*/ 98425 w 51"/>
              <a:gd name="T59" fmla="*/ 146050 h 46"/>
              <a:gd name="T60" fmla="*/ 60325 w 51"/>
              <a:gd name="T61" fmla="*/ 142875 h 46"/>
              <a:gd name="T62" fmla="*/ 60325 w 51"/>
              <a:gd name="T63" fmla="*/ 69850 h 46"/>
              <a:gd name="T64" fmla="*/ 95250 w 51"/>
              <a:gd name="T65" fmla="*/ 73025 h 46"/>
              <a:gd name="T66" fmla="*/ 66675 w 51"/>
              <a:gd name="T67" fmla="*/ 73025 h 46"/>
              <a:gd name="T68" fmla="*/ 95250 w 51"/>
              <a:gd name="T69" fmla="*/ 139700 h 46"/>
              <a:gd name="T70" fmla="*/ 31750 w 51"/>
              <a:gd name="T71" fmla="*/ 114300 h 46"/>
              <a:gd name="T72" fmla="*/ 6350 w 51"/>
              <a:gd name="T73" fmla="*/ 114300 h 46"/>
              <a:gd name="T74" fmla="*/ 31750 w 51"/>
              <a:gd name="T75" fmla="*/ 139700 h 4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1" h="46">
                <a:moveTo>
                  <a:pt x="1" y="34"/>
                </a:moveTo>
                <a:cubicBezTo>
                  <a:pt x="1" y="34"/>
                  <a:pt x="1" y="34"/>
                  <a:pt x="1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12" y="34"/>
                  <a:pt x="13" y="34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45"/>
                  <a:pt x="13" y="45"/>
                  <a:pt x="13" y="45"/>
                </a:cubicBezTo>
                <a:cubicBezTo>
                  <a:pt x="13" y="46"/>
                  <a:pt x="12" y="46"/>
                  <a:pt x="12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6"/>
                  <a:pt x="0" y="46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4"/>
                  <a:pt x="0" y="34"/>
                  <a:pt x="1" y="34"/>
                </a:cubicBezTo>
                <a:close/>
                <a:moveTo>
                  <a:pt x="29" y="7"/>
                </a:moveTo>
                <a:cubicBezTo>
                  <a:pt x="29" y="7"/>
                  <a:pt x="29" y="7"/>
                  <a:pt x="29" y="7"/>
                </a:cubicBezTo>
                <a:cubicBezTo>
                  <a:pt x="27" y="10"/>
                  <a:pt x="23" y="13"/>
                  <a:pt x="20" y="15"/>
                </a:cubicBezTo>
                <a:cubicBezTo>
                  <a:pt x="15" y="18"/>
                  <a:pt x="10" y="20"/>
                  <a:pt x="4" y="21"/>
                </a:cubicBezTo>
                <a:cubicBezTo>
                  <a:pt x="3" y="21"/>
                  <a:pt x="2" y="20"/>
                  <a:pt x="2" y="19"/>
                </a:cubicBezTo>
                <a:cubicBezTo>
                  <a:pt x="1" y="18"/>
                  <a:pt x="2" y="17"/>
                  <a:pt x="3" y="17"/>
                </a:cubicBezTo>
                <a:cubicBezTo>
                  <a:pt x="9" y="16"/>
                  <a:pt x="14" y="14"/>
                  <a:pt x="18" y="12"/>
                </a:cubicBezTo>
                <a:cubicBezTo>
                  <a:pt x="21" y="9"/>
                  <a:pt x="25" y="7"/>
                  <a:pt x="27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4"/>
                  <a:pt x="17" y="3"/>
                  <a:pt x="17" y="2"/>
                </a:cubicBezTo>
                <a:cubicBezTo>
                  <a:pt x="17" y="1"/>
                  <a:pt x="18" y="0"/>
                  <a:pt x="19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2" y="0"/>
                  <a:pt x="33" y="1"/>
                  <a:pt x="33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5"/>
                  <a:pt x="32" y="16"/>
                  <a:pt x="31" y="16"/>
                </a:cubicBezTo>
                <a:cubicBezTo>
                  <a:pt x="30" y="16"/>
                  <a:pt x="29" y="15"/>
                  <a:pt x="29" y="14"/>
                </a:cubicBezTo>
                <a:cubicBezTo>
                  <a:pt x="29" y="7"/>
                  <a:pt x="29" y="7"/>
                  <a:pt x="29" y="7"/>
                </a:cubicBezTo>
                <a:close/>
                <a:moveTo>
                  <a:pt x="39" y="8"/>
                </a:moveTo>
                <a:cubicBezTo>
                  <a:pt x="39" y="8"/>
                  <a:pt x="39" y="8"/>
                  <a:pt x="39" y="8"/>
                </a:cubicBezTo>
                <a:cubicBezTo>
                  <a:pt x="39" y="8"/>
                  <a:pt x="39" y="8"/>
                  <a:pt x="39" y="8"/>
                </a:cubicBezTo>
                <a:cubicBezTo>
                  <a:pt x="50" y="8"/>
                  <a:pt x="50" y="8"/>
                  <a:pt x="50" y="8"/>
                </a:cubicBezTo>
                <a:cubicBezTo>
                  <a:pt x="50" y="8"/>
                  <a:pt x="51" y="8"/>
                  <a:pt x="51" y="9"/>
                </a:cubicBezTo>
                <a:cubicBezTo>
                  <a:pt x="51" y="9"/>
                  <a:pt x="51" y="9"/>
                  <a:pt x="51" y="9"/>
                </a:cubicBezTo>
                <a:cubicBezTo>
                  <a:pt x="51" y="45"/>
                  <a:pt x="51" y="45"/>
                  <a:pt x="51" y="45"/>
                </a:cubicBezTo>
                <a:cubicBezTo>
                  <a:pt x="51" y="46"/>
                  <a:pt x="50" y="46"/>
                  <a:pt x="50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8" y="46"/>
                  <a:pt x="38" y="46"/>
                  <a:pt x="38" y="45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9"/>
                  <a:pt x="38" y="9"/>
                  <a:pt x="38" y="9"/>
                </a:cubicBezTo>
                <a:cubicBezTo>
                  <a:pt x="38" y="8"/>
                  <a:pt x="38" y="8"/>
                  <a:pt x="39" y="8"/>
                </a:cubicBezTo>
                <a:close/>
                <a:moveTo>
                  <a:pt x="48" y="10"/>
                </a:moveTo>
                <a:cubicBezTo>
                  <a:pt x="48" y="10"/>
                  <a:pt x="48" y="10"/>
                  <a:pt x="48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44"/>
                  <a:pt x="40" y="44"/>
                  <a:pt x="40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48" y="10"/>
                  <a:pt x="48" y="10"/>
                  <a:pt x="48" y="10"/>
                </a:cubicBezTo>
                <a:close/>
                <a:moveTo>
                  <a:pt x="20" y="21"/>
                </a:move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3" y="21"/>
                  <a:pt x="27" y="21"/>
                  <a:pt x="31" y="21"/>
                </a:cubicBezTo>
                <a:cubicBezTo>
                  <a:pt x="31" y="21"/>
                  <a:pt x="32" y="21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30"/>
                  <a:pt x="32" y="37"/>
                  <a:pt x="32" y="45"/>
                </a:cubicBezTo>
                <a:cubicBezTo>
                  <a:pt x="32" y="46"/>
                  <a:pt x="31" y="46"/>
                  <a:pt x="31" y="46"/>
                </a:cubicBezTo>
                <a:cubicBezTo>
                  <a:pt x="31" y="46"/>
                  <a:pt x="31" y="46"/>
                  <a:pt x="31" y="46"/>
                </a:cubicBezTo>
                <a:cubicBezTo>
                  <a:pt x="27" y="46"/>
                  <a:pt x="23" y="46"/>
                  <a:pt x="20" y="46"/>
                </a:cubicBezTo>
                <a:cubicBezTo>
                  <a:pt x="19" y="46"/>
                  <a:pt x="19" y="46"/>
                  <a:pt x="19" y="45"/>
                </a:cubicBezTo>
                <a:cubicBezTo>
                  <a:pt x="19" y="45"/>
                  <a:pt x="19" y="45"/>
                  <a:pt x="19" y="45"/>
                </a:cubicBezTo>
                <a:cubicBezTo>
                  <a:pt x="19" y="37"/>
                  <a:pt x="19" y="30"/>
                  <a:pt x="19" y="22"/>
                </a:cubicBezTo>
                <a:cubicBezTo>
                  <a:pt x="19" y="21"/>
                  <a:pt x="19" y="21"/>
                  <a:pt x="20" y="21"/>
                </a:cubicBezTo>
                <a:close/>
                <a:moveTo>
                  <a:pt x="30" y="23"/>
                </a:moveTo>
                <a:cubicBezTo>
                  <a:pt x="30" y="23"/>
                  <a:pt x="30" y="23"/>
                  <a:pt x="30" y="23"/>
                </a:cubicBezTo>
                <a:cubicBezTo>
                  <a:pt x="27" y="23"/>
                  <a:pt x="24" y="23"/>
                  <a:pt x="21" y="23"/>
                </a:cubicBezTo>
                <a:cubicBezTo>
                  <a:pt x="21" y="30"/>
                  <a:pt x="21" y="37"/>
                  <a:pt x="21" y="44"/>
                </a:cubicBezTo>
                <a:cubicBezTo>
                  <a:pt x="24" y="44"/>
                  <a:pt x="27" y="44"/>
                  <a:pt x="30" y="44"/>
                </a:cubicBezTo>
                <a:cubicBezTo>
                  <a:pt x="30" y="37"/>
                  <a:pt x="30" y="30"/>
                  <a:pt x="30" y="23"/>
                </a:cubicBezTo>
                <a:close/>
                <a:moveTo>
                  <a:pt x="10" y="36"/>
                </a:moveTo>
                <a:cubicBezTo>
                  <a:pt x="10" y="36"/>
                  <a:pt x="10" y="36"/>
                  <a:pt x="10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2" y="44"/>
                  <a:pt x="2" y="44"/>
                  <a:pt x="2" y="44"/>
                </a:cubicBezTo>
                <a:cubicBezTo>
                  <a:pt x="10" y="44"/>
                  <a:pt x="10" y="44"/>
                  <a:pt x="10" y="44"/>
                </a:cubicBezTo>
                <a:cubicBezTo>
                  <a:pt x="10" y="36"/>
                  <a:pt x="10" y="36"/>
                  <a:pt x="10" y="3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98" name="Freeform 332">
            <a:extLst>
              <a:ext uri="{FF2B5EF4-FFF2-40B4-BE49-F238E27FC236}">
                <a16:creationId xmlns:a16="http://schemas.microsoft.com/office/drawing/2014/main" id="{305BC0C1-F193-DC9E-0343-8D42D32115D9}"/>
              </a:ext>
            </a:extLst>
          </p:cNvPr>
          <p:cNvSpPr>
            <a:spLocks noEditPoints="1"/>
          </p:cNvSpPr>
          <p:nvPr/>
        </p:nvSpPr>
        <p:spPr bwMode="auto">
          <a:xfrm>
            <a:off x="5047651" y="6056231"/>
            <a:ext cx="211667" cy="203200"/>
          </a:xfrm>
          <a:custGeom>
            <a:avLst/>
            <a:gdLst>
              <a:gd name="T0" fmla="*/ 41275 w 50"/>
              <a:gd name="T1" fmla="*/ 123825 h 48"/>
              <a:gd name="T2" fmla="*/ 22225 w 50"/>
              <a:gd name="T3" fmla="*/ 133350 h 48"/>
              <a:gd name="T4" fmla="*/ 22225 w 50"/>
              <a:gd name="T5" fmla="*/ 117475 h 48"/>
              <a:gd name="T6" fmla="*/ 19050 w 50"/>
              <a:gd name="T7" fmla="*/ 0 h 48"/>
              <a:gd name="T8" fmla="*/ 152400 w 50"/>
              <a:gd name="T9" fmla="*/ 6350 h 48"/>
              <a:gd name="T10" fmla="*/ 158750 w 50"/>
              <a:gd name="T11" fmla="*/ 41275 h 48"/>
              <a:gd name="T12" fmla="*/ 158750 w 50"/>
              <a:gd name="T13" fmla="*/ 88900 h 48"/>
              <a:gd name="T14" fmla="*/ 158750 w 50"/>
              <a:gd name="T15" fmla="*/ 133350 h 48"/>
              <a:gd name="T16" fmla="*/ 139700 w 50"/>
              <a:gd name="T17" fmla="*/ 152400 h 48"/>
              <a:gd name="T18" fmla="*/ 3175 w 50"/>
              <a:gd name="T19" fmla="*/ 149225 h 48"/>
              <a:gd name="T20" fmla="*/ 3175 w 50"/>
              <a:gd name="T21" fmla="*/ 101600 h 48"/>
              <a:gd name="T22" fmla="*/ 3175 w 50"/>
              <a:gd name="T23" fmla="*/ 53975 h 48"/>
              <a:gd name="T24" fmla="*/ 3175 w 50"/>
              <a:gd name="T25" fmla="*/ 6350 h 48"/>
              <a:gd name="T26" fmla="*/ 139700 w 50"/>
              <a:gd name="T27" fmla="*/ 12700 h 48"/>
              <a:gd name="T28" fmla="*/ 12700 w 50"/>
              <a:gd name="T29" fmla="*/ 12700 h 48"/>
              <a:gd name="T30" fmla="*/ 12700 w 50"/>
              <a:gd name="T31" fmla="*/ 19050 h 48"/>
              <a:gd name="T32" fmla="*/ 12700 w 50"/>
              <a:gd name="T33" fmla="*/ 44450 h 48"/>
              <a:gd name="T34" fmla="*/ 19050 w 50"/>
              <a:gd name="T35" fmla="*/ 47625 h 48"/>
              <a:gd name="T36" fmla="*/ 142875 w 50"/>
              <a:gd name="T37" fmla="*/ 44450 h 48"/>
              <a:gd name="T38" fmla="*/ 146050 w 50"/>
              <a:gd name="T39" fmla="*/ 41275 h 48"/>
              <a:gd name="T40" fmla="*/ 142875 w 50"/>
              <a:gd name="T41" fmla="*/ 12700 h 48"/>
              <a:gd name="T42" fmla="*/ 139700 w 50"/>
              <a:gd name="T43" fmla="*/ 60325 h 48"/>
              <a:gd name="T44" fmla="*/ 19050 w 50"/>
              <a:gd name="T45" fmla="*/ 60325 h 48"/>
              <a:gd name="T46" fmla="*/ 12700 w 50"/>
              <a:gd name="T47" fmla="*/ 60325 h 48"/>
              <a:gd name="T48" fmla="*/ 12700 w 50"/>
              <a:gd name="T49" fmla="*/ 88900 h 48"/>
              <a:gd name="T50" fmla="*/ 12700 w 50"/>
              <a:gd name="T51" fmla="*/ 92075 h 48"/>
              <a:gd name="T52" fmla="*/ 139700 w 50"/>
              <a:gd name="T53" fmla="*/ 95250 h 48"/>
              <a:gd name="T54" fmla="*/ 142875 w 50"/>
              <a:gd name="T55" fmla="*/ 92075 h 48"/>
              <a:gd name="T56" fmla="*/ 146050 w 50"/>
              <a:gd name="T57" fmla="*/ 66675 h 48"/>
              <a:gd name="T58" fmla="*/ 142875 w 50"/>
              <a:gd name="T59" fmla="*/ 60325 h 48"/>
              <a:gd name="T60" fmla="*/ 139700 w 50"/>
              <a:gd name="T61" fmla="*/ 107950 h 48"/>
              <a:gd name="T62" fmla="*/ 19050 w 50"/>
              <a:gd name="T63" fmla="*/ 107950 h 48"/>
              <a:gd name="T64" fmla="*/ 12700 w 50"/>
              <a:gd name="T65" fmla="*/ 107950 h 48"/>
              <a:gd name="T66" fmla="*/ 12700 w 50"/>
              <a:gd name="T67" fmla="*/ 139700 h 48"/>
              <a:gd name="T68" fmla="*/ 19050 w 50"/>
              <a:gd name="T69" fmla="*/ 142875 h 48"/>
              <a:gd name="T70" fmla="*/ 142875 w 50"/>
              <a:gd name="T71" fmla="*/ 139700 h 48"/>
              <a:gd name="T72" fmla="*/ 146050 w 50"/>
              <a:gd name="T73" fmla="*/ 114300 h 48"/>
              <a:gd name="T74" fmla="*/ 142875 w 50"/>
              <a:gd name="T75" fmla="*/ 107950 h 48"/>
              <a:gd name="T76" fmla="*/ 31750 w 50"/>
              <a:gd name="T77" fmla="*/ 19050 h 48"/>
              <a:gd name="T78" fmla="*/ 38100 w 50"/>
              <a:gd name="T79" fmla="*/ 38100 h 48"/>
              <a:gd name="T80" fmla="*/ 22225 w 50"/>
              <a:gd name="T81" fmla="*/ 38100 h 48"/>
              <a:gd name="T82" fmla="*/ 22225 w 50"/>
              <a:gd name="T83" fmla="*/ 22225 h 48"/>
              <a:gd name="T84" fmla="*/ 34925 w 50"/>
              <a:gd name="T85" fmla="*/ 25400 h 48"/>
              <a:gd name="T86" fmla="*/ 28575 w 50"/>
              <a:gd name="T87" fmla="*/ 25400 h 48"/>
              <a:gd name="T88" fmla="*/ 28575 w 50"/>
              <a:gd name="T89" fmla="*/ 31750 h 48"/>
              <a:gd name="T90" fmla="*/ 34925 w 50"/>
              <a:gd name="T91" fmla="*/ 31750 h 48"/>
              <a:gd name="T92" fmla="*/ 34925 w 50"/>
              <a:gd name="T93" fmla="*/ 25400 h 48"/>
              <a:gd name="T94" fmla="*/ 31750 w 50"/>
              <a:gd name="T95" fmla="*/ 66675 h 48"/>
              <a:gd name="T96" fmla="*/ 38100 w 50"/>
              <a:gd name="T97" fmla="*/ 85725 h 48"/>
              <a:gd name="T98" fmla="*/ 22225 w 50"/>
              <a:gd name="T99" fmla="*/ 85725 h 48"/>
              <a:gd name="T100" fmla="*/ 22225 w 50"/>
              <a:gd name="T101" fmla="*/ 69850 h 48"/>
              <a:gd name="T102" fmla="*/ 34925 w 50"/>
              <a:gd name="T103" fmla="*/ 73025 h 48"/>
              <a:gd name="T104" fmla="*/ 28575 w 50"/>
              <a:gd name="T105" fmla="*/ 73025 h 48"/>
              <a:gd name="T106" fmla="*/ 28575 w 50"/>
              <a:gd name="T107" fmla="*/ 79375 h 48"/>
              <a:gd name="T108" fmla="*/ 34925 w 50"/>
              <a:gd name="T109" fmla="*/ 79375 h 48"/>
              <a:gd name="T110" fmla="*/ 34925 w 50"/>
              <a:gd name="T111" fmla="*/ 73025 h 48"/>
              <a:gd name="T112" fmla="*/ 34925 w 50"/>
              <a:gd name="T113" fmla="*/ 120650 h 48"/>
              <a:gd name="T114" fmla="*/ 28575 w 50"/>
              <a:gd name="T115" fmla="*/ 120650 h 48"/>
              <a:gd name="T116" fmla="*/ 28575 w 50"/>
              <a:gd name="T117" fmla="*/ 127000 h 48"/>
              <a:gd name="T118" fmla="*/ 34925 w 50"/>
              <a:gd name="T119" fmla="*/ 127000 h 48"/>
              <a:gd name="T120" fmla="*/ 34925 w 50"/>
              <a:gd name="T121" fmla="*/ 120650 h 4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0" h="48">
                <a:moveTo>
                  <a:pt x="10" y="36"/>
                </a:moveTo>
                <a:cubicBezTo>
                  <a:pt x="11" y="36"/>
                  <a:pt x="12" y="36"/>
                  <a:pt x="12" y="37"/>
                </a:cubicBezTo>
                <a:cubicBezTo>
                  <a:pt x="13" y="37"/>
                  <a:pt x="13" y="38"/>
                  <a:pt x="13" y="39"/>
                </a:cubicBezTo>
                <a:cubicBezTo>
                  <a:pt x="13" y="40"/>
                  <a:pt x="13" y="41"/>
                  <a:pt x="12" y="42"/>
                </a:cubicBezTo>
                <a:cubicBezTo>
                  <a:pt x="12" y="42"/>
                  <a:pt x="11" y="43"/>
                  <a:pt x="10" y="43"/>
                </a:cubicBezTo>
                <a:cubicBezTo>
                  <a:pt x="9" y="43"/>
                  <a:pt x="8" y="42"/>
                  <a:pt x="7" y="42"/>
                </a:cubicBezTo>
                <a:cubicBezTo>
                  <a:pt x="7" y="42"/>
                  <a:pt x="7" y="42"/>
                  <a:pt x="7" y="42"/>
                </a:cubicBezTo>
                <a:cubicBezTo>
                  <a:pt x="7" y="41"/>
                  <a:pt x="6" y="40"/>
                  <a:pt x="6" y="39"/>
                </a:cubicBezTo>
                <a:cubicBezTo>
                  <a:pt x="6" y="38"/>
                  <a:pt x="7" y="37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8" y="36"/>
                  <a:pt x="9" y="36"/>
                  <a:pt x="10" y="36"/>
                </a:cubicBezTo>
                <a:close/>
                <a:moveTo>
                  <a:pt x="6" y="0"/>
                </a:moveTo>
                <a:cubicBezTo>
                  <a:pt x="6" y="0"/>
                  <a:pt x="6" y="0"/>
                  <a:pt x="6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5" y="0"/>
                  <a:pt x="47" y="1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49" y="3"/>
                  <a:pt x="50" y="4"/>
                  <a:pt x="50" y="6"/>
                </a:cubicBezTo>
                <a:cubicBezTo>
                  <a:pt x="50" y="13"/>
                  <a:pt x="50" y="13"/>
                  <a:pt x="50" y="13"/>
                </a:cubicBezTo>
                <a:cubicBezTo>
                  <a:pt x="50" y="14"/>
                  <a:pt x="49" y="16"/>
                  <a:pt x="48" y="17"/>
                </a:cubicBezTo>
                <a:cubicBezTo>
                  <a:pt x="49" y="18"/>
                  <a:pt x="50" y="19"/>
                  <a:pt x="50" y="21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9"/>
                  <a:pt x="49" y="31"/>
                  <a:pt x="48" y="32"/>
                </a:cubicBezTo>
                <a:cubicBezTo>
                  <a:pt x="49" y="33"/>
                  <a:pt x="50" y="34"/>
                  <a:pt x="50" y="36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4"/>
                  <a:pt x="49" y="46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47" y="48"/>
                  <a:pt x="45" y="48"/>
                  <a:pt x="44" y="48"/>
                </a:cubicBezTo>
                <a:cubicBezTo>
                  <a:pt x="6" y="48"/>
                  <a:pt x="6" y="48"/>
                  <a:pt x="6" y="48"/>
                </a:cubicBezTo>
                <a:cubicBezTo>
                  <a:pt x="4" y="48"/>
                  <a:pt x="3" y="48"/>
                  <a:pt x="1" y="47"/>
                </a:cubicBezTo>
                <a:cubicBezTo>
                  <a:pt x="1" y="47"/>
                  <a:pt x="1" y="47"/>
                  <a:pt x="1" y="47"/>
                </a:cubicBezTo>
                <a:cubicBezTo>
                  <a:pt x="0" y="46"/>
                  <a:pt x="0" y="44"/>
                  <a:pt x="0" y="4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4"/>
                  <a:pt x="0" y="33"/>
                  <a:pt x="1" y="32"/>
                </a:cubicBezTo>
                <a:cubicBezTo>
                  <a:pt x="0" y="31"/>
                  <a:pt x="0" y="29"/>
                  <a:pt x="0" y="28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9"/>
                  <a:pt x="0" y="18"/>
                  <a:pt x="1" y="17"/>
                </a:cubicBezTo>
                <a:cubicBezTo>
                  <a:pt x="0" y="16"/>
                  <a:pt x="0" y="14"/>
                  <a:pt x="0" y="13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0" y="3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3" y="1"/>
                  <a:pt x="4" y="0"/>
                  <a:pt x="6" y="0"/>
                </a:cubicBezTo>
                <a:close/>
                <a:moveTo>
                  <a:pt x="44" y="4"/>
                </a:moveTo>
                <a:cubicBezTo>
                  <a:pt x="44" y="4"/>
                  <a:pt x="44" y="4"/>
                  <a:pt x="44" y="4"/>
                </a:cubicBezTo>
                <a:cubicBezTo>
                  <a:pt x="6" y="4"/>
                  <a:pt x="6" y="4"/>
                  <a:pt x="6" y="4"/>
                </a:cubicBezTo>
                <a:cubicBezTo>
                  <a:pt x="5" y="4"/>
                  <a:pt x="5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"/>
                  <a:pt x="4" y="5"/>
                  <a:pt x="4" y="6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4"/>
                  <a:pt x="4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5" y="15"/>
                  <a:pt x="5" y="15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5" y="15"/>
                  <a:pt x="45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6" y="14"/>
                  <a:pt x="46" y="13"/>
                  <a:pt x="46" y="13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5"/>
                  <a:pt x="46" y="5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4"/>
                  <a:pt x="44" y="4"/>
                  <a:pt x="44" y="4"/>
                </a:cubicBezTo>
                <a:close/>
                <a:moveTo>
                  <a:pt x="44" y="19"/>
                </a:moveTo>
                <a:cubicBezTo>
                  <a:pt x="44" y="19"/>
                  <a:pt x="44" y="19"/>
                  <a:pt x="44" y="19"/>
                </a:cubicBezTo>
                <a:cubicBezTo>
                  <a:pt x="44" y="19"/>
                  <a:pt x="44" y="19"/>
                  <a:pt x="44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5" y="19"/>
                  <a:pt x="5" y="19"/>
                  <a:pt x="4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20"/>
                  <a:pt x="4" y="20"/>
                  <a:pt x="4" y="21"/>
                </a:cubicBezTo>
                <a:cubicBezTo>
                  <a:pt x="4" y="28"/>
                  <a:pt x="4" y="28"/>
                  <a:pt x="4" y="28"/>
                </a:cubicBezTo>
                <a:cubicBezTo>
                  <a:pt x="4" y="28"/>
                  <a:pt x="4" y="29"/>
                  <a:pt x="4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5" y="29"/>
                  <a:pt x="5" y="30"/>
                  <a:pt x="6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30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6" y="29"/>
                  <a:pt x="46" y="28"/>
                  <a:pt x="46" y="28"/>
                </a:cubicBezTo>
                <a:cubicBezTo>
                  <a:pt x="46" y="21"/>
                  <a:pt x="46" y="21"/>
                  <a:pt x="46" y="21"/>
                </a:cubicBezTo>
                <a:cubicBezTo>
                  <a:pt x="46" y="20"/>
                  <a:pt x="46" y="20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4" y="19"/>
                  <a:pt x="44" y="19"/>
                </a:cubicBezTo>
                <a:close/>
                <a:moveTo>
                  <a:pt x="44" y="34"/>
                </a:moveTo>
                <a:cubicBezTo>
                  <a:pt x="44" y="34"/>
                  <a:pt x="44" y="34"/>
                  <a:pt x="44" y="34"/>
                </a:cubicBezTo>
                <a:cubicBezTo>
                  <a:pt x="44" y="34"/>
                  <a:pt x="44" y="34"/>
                  <a:pt x="44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5" y="34"/>
                  <a:pt x="5" y="34"/>
                  <a:pt x="4" y="34"/>
                </a:cubicBezTo>
                <a:cubicBezTo>
                  <a:pt x="4" y="34"/>
                  <a:pt x="4" y="34"/>
                  <a:pt x="4" y="34"/>
                </a:cubicBezTo>
                <a:cubicBezTo>
                  <a:pt x="4" y="34"/>
                  <a:pt x="4" y="34"/>
                  <a:pt x="4" y="34"/>
                </a:cubicBezTo>
                <a:cubicBezTo>
                  <a:pt x="4" y="35"/>
                  <a:pt x="4" y="35"/>
                  <a:pt x="4" y="36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43"/>
                  <a:pt x="4" y="44"/>
                  <a:pt x="4" y="44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4"/>
                  <a:pt x="4" y="44"/>
                  <a:pt x="4" y="44"/>
                </a:cubicBezTo>
                <a:cubicBezTo>
                  <a:pt x="5" y="44"/>
                  <a:pt x="5" y="45"/>
                  <a:pt x="6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5"/>
                  <a:pt x="45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6" y="44"/>
                  <a:pt x="46" y="43"/>
                  <a:pt x="46" y="42"/>
                </a:cubicBezTo>
                <a:cubicBezTo>
                  <a:pt x="46" y="36"/>
                  <a:pt x="46" y="36"/>
                  <a:pt x="46" y="36"/>
                </a:cubicBezTo>
                <a:cubicBezTo>
                  <a:pt x="46" y="35"/>
                  <a:pt x="46" y="35"/>
                  <a:pt x="45" y="34"/>
                </a:cubicBezTo>
                <a:cubicBezTo>
                  <a:pt x="45" y="34"/>
                  <a:pt x="45" y="34"/>
                  <a:pt x="45" y="34"/>
                </a:cubicBezTo>
                <a:cubicBezTo>
                  <a:pt x="45" y="34"/>
                  <a:pt x="45" y="34"/>
                  <a:pt x="45" y="34"/>
                </a:cubicBezTo>
                <a:cubicBezTo>
                  <a:pt x="45" y="34"/>
                  <a:pt x="44" y="34"/>
                  <a:pt x="44" y="34"/>
                </a:cubicBezTo>
                <a:close/>
                <a:moveTo>
                  <a:pt x="10" y="6"/>
                </a:moveTo>
                <a:cubicBezTo>
                  <a:pt x="10" y="6"/>
                  <a:pt x="10" y="6"/>
                  <a:pt x="10" y="6"/>
                </a:cubicBezTo>
                <a:cubicBezTo>
                  <a:pt x="11" y="6"/>
                  <a:pt x="12" y="6"/>
                  <a:pt x="12" y="7"/>
                </a:cubicBezTo>
                <a:cubicBezTo>
                  <a:pt x="13" y="7"/>
                  <a:pt x="13" y="8"/>
                  <a:pt x="13" y="9"/>
                </a:cubicBezTo>
                <a:cubicBezTo>
                  <a:pt x="13" y="10"/>
                  <a:pt x="13" y="11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1" y="13"/>
                  <a:pt x="10" y="13"/>
                </a:cubicBezTo>
                <a:cubicBezTo>
                  <a:pt x="9" y="13"/>
                  <a:pt x="8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1"/>
                  <a:pt x="6" y="10"/>
                  <a:pt x="6" y="9"/>
                </a:cubicBezTo>
                <a:cubicBezTo>
                  <a:pt x="6" y="8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8" y="6"/>
                  <a:pt x="9" y="6"/>
                  <a:pt x="10" y="6"/>
                </a:cubicBezTo>
                <a:close/>
                <a:moveTo>
                  <a:pt x="11" y="8"/>
                </a:moveTo>
                <a:cubicBezTo>
                  <a:pt x="11" y="8"/>
                  <a:pt x="11" y="8"/>
                  <a:pt x="11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9"/>
                  <a:pt x="9" y="9"/>
                  <a:pt x="9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10" y="10"/>
                  <a:pt x="10" y="10"/>
                </a:cubicBezTo>
                <a:cubicBezTo>
                  <a:pt x="10" y="10"/>
                  <a:pt x="10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9"/>
                </a:cubicBezTo>
                <a:cubicBezTo>
                  <a:pt x="11" y="9"/>
                  <a:pt x="11" y="9"/>
                  <a:pt x="11" y="8"/>
                </a:cubicBezTo>
                <a:cubicBezTo>
                  <a:pt x="11" y="8"/>
                  <a:pt x="11" y="8"/>
                  <a:pt x="11" y="8"/>
                </a:cubicBezTo>
                <a:close/>
                <a:moveTo>
                  <a:pt x="10" y="21"/>
                </a:moveTo>
                <a:cubicBezTo>
                  <a:pt x="10" y="21"/>
                  <a:pt x="10" y="21"/>
                  <a:pt x="10" y="21"/>
                </a:cubicBezTo>
                <a:cubicBezTo>
                  <a:pt x="11" y="21"/>
                  <a:pt x="12" y="21"/>
                  <a:pt x="12" y="22"/>
                </a:cubicBezTo>
                <a:cubicBezTo>
                  <a:pt x="13" y="22"/>
                  <a:pt x="13" y="23"/>
                  <a:pt x="13" y="24"/>
                </a:cubicBezTo>
                <a:cubicBezTo>
                  <a:pt x="13" y="25"/>
                  <a:pt x="13" y="26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7"/>
                  <a:pt x="11" y="28"/>
                  <a:pt x="10" y="28"/>
                </a:cubicBezTo>
                <a:cubicBezTo>
                  <a:pt x="9" y="28"/>
                  <a:pt x="8" y="27"/>
                  <a:pt x="7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6"/>
                  <a:pt x="6" y="25"/>
                  <a:pt x="6" y="24"/>
                </a:cubicBezTo>
                <a:cubicBezTo>
                  <a:pt x="6" y="23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8" y="21"/>
                  <a:pt x="9" y="21"/>
                  <a:pt x="10" y="21"/>
                </a:cubicBezTo>
                <a:close/>
                <a:moveTo>
                  <a:pt x="11" y="23"/>
                </a:moveTo>
                <a:cubicBezTo>
                  <a:pt x="11" y="23"/>
                  <a:pt x="11" y="23"/>
                  <a:pt x="11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9" y="23"/>
                  <a:pt x="9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4"/>
                  <a:pt x="9" y="25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5"/>
                  <a:pt x="10" y="25"/>
                  <a:pt x="10" y="25"/>
                </a:cubicBezTo>
                <a:cubicBezTo>
                  <a:pt x="10" y="25"/>
                  <a:pt x="10" y="25"/>
                  <a:pt x="11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25"/>
                  <a:pt x="11" y="24"/>
                  <a:pt x="11" y="24"/>
                </a:cubicBezTo>
                <a:cubicBezTo>
                  <a:pt x="11" y="24"/>
                  <a:pt x="11" y="24"/>
                  <a:pt x="11" y="23"/>
                </a:cubicBezTo>
                <a:cubicBezTo>
                  <a:pt x="11" y="23"/>
                  <a:pt x="11" y="23"/>
                  <a:pt x="11" y="23"/>
                </a:cubicBezTo>
                <a:close/>
                <a:moveTo>
                  <a:pt x="11" y="38"/>
                </a:moveTo>
                <a:cubicBezTo>
                  <a:pt x="11" y="38"/>
                  <a:pt x="11" y="38"/>
                  <a:pt x="11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9"/>
                  <a:pt x="9" y="39"/>
                </a:cubicBezTo>
                <a:cubicBezTo>
                  <a:pt x="9" y="39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10" y="40"/>
                  <a:pt x="10" y="40"/>
                </a:cubicBezTo>
                <a:cubicBezTo>
                  <a:pt x="10" y="40"/>
                  <a:pt x="10" y="40"/>
                  <a:pt x="11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0"/>
                  <a:pt x="11" y="39"/>
                  <a:pt x="11" y="39"/>
                </a:cubicBezTo>
                <a:cubicBezTo>
                  <a:pt x="11" y="39"/>
                  <a:pt x="11" y="38"/>
                  <a:pt x="11" y="38"/>
                </a:cubicBezTo>
                <a:cubicBezTo>
                  <a:pt x="11" y="38"/>
                  <a:pt x="11" y="38"/>
                  <a:pt x="11" y="3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299" name="Freeform 333">
            <a:extLst>
              <a:ext uri="{FF2B5EF4-FFF2-40B4-BE49-F238E27FC236}">
                <a16:creationId xmlns:a16="http://schemas.microsoft.com/office/drawing/2014/main" id="{1925834B-9B9C-2A5E-6FAC-761C47DD2612}"/>
              </a:ext>
            </a:extLst>
          </p:cNvPr>
          <p:cNvSpPr>
            <a:spLocks noEditPoints="1"/>
          </p:cNvSpPr>
          <p:nvPr/>
        </p:nvSpPr>
        <p:spPr bwMode="auto">
          <a:xfrm>
            <a:off x="8046967" y="5254014"/>
            <a:ext cx="211667" cy="186267"/>
          </a:xfrm>
          <a:custGeom>
            <a:avLst/>
            <a:gdLst>
              <a:gd name="T0" fmla="*/ 6350 w 50"/>
              <a:gd name="T1" fmla="*/ 0 h 44"/>
              <a:gd name="T2" fmla="*/ 158750 w 50"/>
              <a:gd name="T3" fmla="*/ 6350 h 44"/>
              <a:gd name="T4" fmla="*/ 158750 w 50"/>
              <a:gd name="T5" fmla="*/ 133350 h 44"/>
              <a:gd name="T6" fmla="*/ 152400 w 50"/>
              <a:gd name="T7" fmla="*/ 139700 h 44"/>
              <a:gd name="T8" fmla="*/ 0 w 50"/>
              <a:gd name="T9" fmla="*/ 133350 h 44"/>
              <a:gd name="T10" fmla="*/ 0 w 50"/>
              <a:gd name="T11" fmla="*/ 6350 h 44"/>
              <a:gd name="T12" fmla="*/ 88900 w 50"/>
              <a:gd name="T13" fmla="*/ 57150 h 44"/>
              <a:gd name="T14" fmla="*/ 88900 w 50"/>
              <a:gd name="T15" fmla="*/ 57150 h 44"/>
              <a:gd name="T16" fmla="*/ 123825 w 50"/>
              <a:gd name="T17" fmla="*/ 60325 h 44"/>
              <a:gd name="T18" fmla="*/ 123825 w 50"/>
              <a:gd name="T19" fmla="*/ 95250 h 44"/>
              <a:gd name="T20" fmla="*/ 120650 w 50"/>
              <a:gd name="T21" fmla="*/ 98425 h 44"/>
              <a:gd name="T22" fmla="*/ 82550 w 50"/>
              <a:gd name="T23" fmla="*/ 95250 h 44"/>
              <a:gd name="T24" fmla="*/ 82550 w 50"/>
              <a:gd name="T25" fmla="*/ 60325 h 44"/>
              <a:gd name="T26" fmla="*/ 117475 w 50"/>
              <a:gd name="T27" fmla="*/ 66675 h 44"/>
              <a:gd name="T28" fmla="*/ 92075 w 50"/>
              <a:gd name="T29" fmla="*/ 66675 h 44"/>
              <a:gd name="T30" fmla="*/ 117475 w 50"/>
              <a:gd name="T31" fmla="*/ 88900 h 44"/>
              <a:gd name="T32" fmla="*/ 76200 w 50"/>
              <a:gd name="T33" fmla="*/ 57150 h 44"/>
              <a:gd name="T34" fmla="*/ 79375 w 50"/>
              <a:gd name="T35" fmla="*/ 60325 h 44"/>
              <a:gd name="T36" fmla="*/ 38100 w 50"/>
              <a:gd name="T37" fmla="*/ 66675 h 44"/>
              <a:gd name="T38" fmla="*/ 38100 w 50"/>
              <a:gd name="T39" fmla="*/ 57150 h 44"/>
              <a:gd name="T40" fmla="*/ 76200 w 50"/>
              <a:gd name="T41" fmla="*/ 73025 h 44"/>
              <a:gd name="T42" fmla="*/ 79375 w 50"/>
              <a:gd name="T43" fmla="*/ 76200 h 44"/>
              <a:gd name="T44" fmla="*/ 38100 w 50"/>
              <a:gd name="T45" fmla="*/ 82550 h 44"/>
              <a:gd name="T46" fmla="*/ 38100 w 50"/>
              <a:gd name="T47" fmla="*/ 73025 h 44"/>
              <a:gd name="T48" fmla="*/ 76200 w 50"/>
              <a:gd name="T49" fmla="*/ 88900 h 44"/>
              <a:gd name="T50" fmla="*/ 79375 w 50"/>
              <a:gd name="T51" fmla="*/ 95250 h 44"/>
              <a:gd name="T52" fmla="*/ 38100 w 50"/>
              <a:gd name="T53" fmla="*/ 98425 h 44"/>
              <a:gd name="T54" fmla="*/ 38100 w 50"/>
              <a:gd name="T55" fmla="*/ 88900 h 44"/>
              <a:gd name="T56" fmla="*/ 120650 w 50"/>
              <a:gd name="T57" fmla="*/ 107950 h 44"/>
              <a:gd name="T58" fmla="*/ 123825 w 50"/>
              <a:gd name="T59" fmla="*/ 111125 h 44"/>
              <a:gd name="T60" fmla="*/ 38100 w 50"/>
              <a:gd name="T61" fmla="*/ 114300 h 44"/>
              <a:gd name="T62" fmla="*/ 38100 w 50"/>
              <a:gd name="T63" fmla="*/ 107950 h 44"/>
              <a:gd name="T64" fmla="*/ 136525 w 50"/>
              <a:gd name="T65" fmla="*/ 19050 h 44"/>
              <a:gd name="T66" fmla="*/ 142875 w 50"/>
              <a:gd name="T67" fmla="*/ 25400 h 44"/>
              <a:gd name="T68" fmla="*/ 130175 w 50"/>
              <a:gd name="T69" fmla="*/ 25400 h 44"/>
              <a:gd name="T70" fmla="*/ 120650 w 50"/>
              <a:gd name="T71" fmla="*/ 19050 h 44"/>
              <a:gd name="T72" fmla="*/ 127000 w 50"/>
              <a:gd name="T73" fmla="*/ 25400 h 44"/>
              <a:gd name="T74" fmla="*/ 114300 w 50"/>
              <a:gd name="T75" fmla="*/ 25400 h 44"/>
              <a:gd name="T76" fmla="*/ 107950 w 50"/>
              <a:gd name="T77" fmla="*/ 19050 h 44"/>
              <a:gd name="T78" fmla="*/ 111125 w 50"/>
              <a:gd name="T79" fmla="*/ 25400 h 44"/>
              <a:gd name="T80" fmla="*/ 101600 w 50"/>
              <a:gd name="T81" fmla="*/ 25400 h 44"/>
              <a:gd name="T82" fmla="*/ 12700 w 50"/>
              <a:gd name="T83" fmla="*/ 38100 h 44"/>
              <a:gd name="T84" fmla="*/ 146050 w 50"/>
              <a:gd name="T85" fmla="*/ 38100 h 44"/>
              <a:gd name="T86" fmla="*/ 12700 w 50"/>
              <a:gd name="T87" fmla="*/ 12700 h 44"/>
              <a:gd name="T88" fmla="*/ 146050 w 50"/>
              <a:gd name="T89" fmla="*/ 44450 h 44"/>
              <a:gd name="T90" fmla="*/ 12700 w 50"/>
              <a:gd name="T91" fmla="*/ 44450 h 44"/>
              <a:gd name="T92" fmla="*/ 146050 w 50"/>
              <a:gd name="T93" fmla="*/ 127000 h 4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44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49" y="44"/>
                  <a:pt x="48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8" y="18"/>
                </a:move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8" y="18"/>
                  <a:pt x="39" y="19"/>
                  <a:pt x="39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30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28" y="31"/>
                  <a:pt x="28" y="31"/>
                  <a:pt x="28" y="31"/>
                </a:cubicBezTo>
                <a:cubicBezTo>
                  <a:pt x="27" y="31"/>
                  <a:pt x="26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19"/>
                  <a:pt x="26" y="19"/>
                  <a:pt x="26" y="19"/>
                </a:cubicBezTo>
                <a:cubicBezTo>
                  <a:pt x="26" y="19"/>
                  <a:pt x="27" y="18"/>
                  <a:pt x="28" y="18"/>
                </a:cubicBezTo>
                <a:close/>
                <a:moveTo>
                  <a:pt x="37" y="21"/>
                </a:moveTo>
                <a:cubicBezTo>
                  <a:pt x="37" y="21"/>
                  <a:pt x="37" y="21"/>
                  <a:pt x="37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8"/>
                  <a:pt x="29" y="28"/>
                  <a:pt x="29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1"/>
                  <a:pt x="37" y="21"/>
                  <a:pt x="37" y="21"/>
                </a:cubicBezTo>
                <a:close/>
                <a:moveTo>
                  <a:pt x="24" y="18"/>
                </a:move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5" y="19"/>
                  <a:pt x="25" y="19"/>
                </a:cubicBezTo>
                <a:cubicBezTo>
                  <a:pt x="25" y="20"/>
                  <a:pt x="24" y="21"/>
                  <a:pt x="24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1" y="21"/>
                  <a:pt x="11" y="20"/>
                  <a:pt x="11" y="19"/>
                </a:cubicBezTo>
                <a:cubicBezTo>
                  <a:pt x="11" y="19"/>
                  <a:pt x="11" y="18"/>
                  <a:pt x="12" y="18"/>
                </a:cubicBezTo>
                <a:cubicBezTo>
                  <a:pt x="24" y="18"/>
                  <a:pt x="24" y="18"/>
                  <a:pt x="24" y="18"/>
                </a:cubicBezTo>
                <a:close/>
                <a:moveTo>
                  <a:pt x="24" y="23"/>
                </a:move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5" y="24"/>
                  <a:pt x="25" y="24"/>
                </a:cubicBezTo>
                <a:cubicBezTo>
                  <a:pt x="25" y="25"/>
                  <a:pt x="24" y="26"/>
                  <a:pt x="24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1" y="26"/>
                  <a:pt x="11" y="25"/>
                  <a:pt x="11" y="24"/>
                </a:cubicBezTo>
                <a:cubicBezTo>
                  <a:pt x="11" y="24"/>
                  <a:pt x="11" y="23"/>
                  <a:pt x="12" y="23"/>
                </a:cubicBezTo>
                <a:cubicBezTo>
                  <a:pt x="24" y="23"/>
                  <a:pt x="24" y="23"/>
                  <a:pt x="24" y="23"/>
                </a:cubicBezTo>
                <a:close/>
                <a:moveTo>
                  <a:pt x="24" y="28"/>
                </a:moveTo>
                <a:cubicBezTo>
                  <a:pt x="24" y="28"/>
                  <a:pt x="24" y="28"/>
                  <a:pt x="24" y="28"/>
                </a:cubicBezTo>
                <a:cubicBezTo>
                  <a:pt x="24" y="28"/>
                  <a:pt x="25" y="29"/>
                  <a:pt x="25" y="30"/>
                </a:cubicBezTo>
                <a:cubicBezTo>
                  <a:pt x="25" y="30"/>
                  <a:pt x="24" y="31"/>
                  <a:pt x="24" y="31"/>
                </a:cubicBezTo>
                <a:cubicBezTo>
                  <a:pt x="12" y="31"/>
                  <a:pt x="12" y="31"/>
                  <a:pt x="12" y="31"/>
                </a:cubicBezTo>
                <a:cubicBezTo>
                  <a:pt x="11" y="31"/>
                  <a:pt x="11" y="30"/>
                  <a:pt x="11" y="30"/>
                </a:cubicBezTo>
                <a:cubicBezTo>
                  <a:pt x="11" y="29"/>
                  <a:pt x="11" y="28"/>
                  <a:pt x="12" y="28"/>
                </a:cubicBezTo>
                <a:cubicBezTo>
                  <a:pt x="24" y="28"/>
                  <a:pt x="24" y="28"/>
                  <a:pt x="24" y="28"/>
                </a:cubicBezTo>
                <a:close/>
                <a:moveTo>
                  <a:pt x="38" y="34"/>
                </a:moveTo>
                <a:cubicBezTo>
                  <a:pt x="38" y="34"/>
                  <a:pt x="38" y="34"/>
                  <a:pt x="38" y="34"/>
                </a:cubicBezTo>
                <a:cubicBezTo>
                  <a:pt x="38" y="34"/>
                  <a:pt x="39" y="34"/>
                  <a:pt x="39" y="35"/>
                </a:cubicBezTo>
                <a:cubicBezTo>
                  <a:pt x="39" y="35"/>
                  <a:pt x="38" y="36"/>
                  <a:pt x="38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1" y="36"/>
                  <a:pt x="11" y="35"/>
                  <a:pt x="11" y="35"/>
                </a:cubicBezTo>
                <a:cubicBezTo>
                  <a:pt x="11" y="34"/>
                  <a:pt x="11" y="34"/>
                  <a:pt x="12" y="34"/>
                </a:cubicBezTo>
                <a:cubicBezTo>
                  <a:pt x="38" y="34"/>
                  <a:pt x="38" y="34"/>
                  <a:pt x="38" y="34"/>
                </a:cubicBezTo>
                <a:close/>
                <a:moveTo>
                  <a:pt x="43" y="6"/>
                </a:move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5" y="6"/>
                  <a:pt x="45" y="8"/>
                </a:cubicBezTo>
                <a:cubicBezTo>
                  <a:pt x="45" y="9"/>
                  <a:pt x="44" y="9"/>
                  <a:pt x="43" y="9"/>
                </a:cubicBezTo>
                <a:cubicBezTo>
                  <a:pt x="42" y="9"/>
                  <a:pt x="41" y="9"/>
                  <a:pt x="41" y="8"/>
                </a:cubicBezTo>
                <a:cubicBezTo>
                  <a:pt x="41" y="6"/>
                  <a:pt x="42" y="6"/>
                  <a:pt x="43" y="6"/>
                </a:cubicBezTo>
                <a:close/>
                <a:moveTo>
                  <a:pt x="38" y="6"/>
                </a:moveTo>
                <a:cubicBezTo>
                  <a:pt x="38" y="6"/>
                  <a:pt x="38" y="6"/>
                  <a:pt x="38" y="6"/>
                </a:cubicBezTo>
                <a:cubicBezTo>
                  <a:pt x="39" y="6"/>
                  <a:pt x="40" y="6"/>
                  <a:pt x="40" y="8"/>
                </a:cubicBezTo>
                <a:cubicBezTo>
                  <a:pt x="40" y="9"/>
                  <a:pt x="39" y="9"/>
                  <a:pt x="38" y="9"/>
                </a:cubicBezTo>
                <a:cubicBezTo>
                  <a:pt x="37" y="9"/>
                  <a:pt x="36" y="9"/>
                  <a:pt x="36" y="8"/>
                </a:cubicBezTo>
                <a:cubicBezTo>
                  <a:pt x="36" y="6"/>
                  <a:pt x="37" y="6"/>
                  <a:pt x="38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5" y="6"/>
                  <a:pt x="35" y="8"/>
                </a:cubicBezTo>
                <a:cubicBezTo>
                  <a:pt x="35" y="9"/>
                  <a:pt x="35" y="9"/>
                  <a:pt x="34" y="9"/>
                </a:cubicBezTo>
                <a:cubicBezTo>
                  <a:pt x="32" y="9"/>
                  <a:pt x="32" y="9"/>
                  <a:pt x="32" y="8"/>
                </a:cubicBezTo>
                <a:cubicBezTo>
                  <a:pt x="32" y="6"/>
                  <a:pt x="32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46" y="14"/>
                </a:moveTo>
                <a:cubicBezTo>
                  <a:pt x="46" y="14"/>
                  <a:pt x="46" y="14"/>
                  <a:pt x="46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40"/>
                  <a:pt x="4" y="40"/>
                  <a:pt x="4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14"/>
                  <a:pt x="46" y="14"/>
                  <a:pt x="46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00" name="Freeform 334">
            <a:extLst>
              <a:ext uri="{FF2B5EF4-FFF2-40B4-BE49-F238E27FC236}">
                <a16:creationId xmlns:a16="http://schemas.microsoft.com/office/drawing/2014/main" id="{C3F8FD10-A662-E73E-58E8-514929A68F60}"/>
              </a:ext>
            </a:extLst>
          </p:cNvPr>
          <p:cNvSpPr>
            <a:spLocks noEditPoints="1"/>
          </p:cNvSpPr>
          <p:nvPr/>
        </p:nvSpPr>
        <p:spPr bwMode="auto">
          <a:xfrm>
            <a:off x="3168051" y="5643481"/>
            <a:ext cx="186267" cy="215900"/>
          </a:xfrm>
          <a:custGeom>
            <a:avLst/>
            <a:gdLst>
              <a:gd name="T0" fmla="*/ 82550 w 44"/>
              <a:gd name="T1" fmla="*/ 34925 h 51"/>
              <a:gd name="T2" fmla="*/ 117475 w 44"/>
              <a:gd name="T3" fmla="*/ 38100 h 51"/>
              <a:gd name="T4" fmla="*/ 117475 w 44"/>
              <a:gd name="T5" fmla="*/ 69850 h 51"/>
              <a:gd name="T6" fmla="*/ 114300 w 44"/>
              <a:gd name="T7" fmla="*/ 76200 h 51"/>
              <a:gd name="T8" fmla="*/ 79375 w 44"/>
              <a:gd name="T9" fmla="*/ 69850 h 51"/>
              <a:gd name="T10" fmla="*/ 79375 w 44"/>
              <a:gd name="T11" fmla="*/ 38100 h 51"/>
              <a:gd name="T12" fmla="*/ 19050 w 44"/>
              <a:gd name="T13" fmla="*/ 120650 h 51"/>
              <a:gd name="T14" fmla="*/ 19050 w 44"/>
              <a:gd name="T15" fmla="*/ 31750 h 51"/>
              <a:gd name="T16" fmla="*/ 12700 w 44"/>
              <a:gd name="T17" fmla="*/ 139700 h 51"/>
              <a:gd name="T18" fmla="*/ 101600 w 44"/>
              <a:gd name="T19" fmla="*/ 149225 h 51"/>
              <a:gd name="T20" fmla="*/ 41275 w 44"/>
              <a:gd name="T21" fmla="*/ 139700 h 51"/>
              <a:gd name="T22" fmla="*/ 19050 w 44"/>
              <a:gd name="T23" fmla="*/ 22225 h 51"/>
              <a:gd name="T24" fmla="*/ 41275 w 44"/>
              <a:gd name="T25" fmla="*/ 0 h 51"/>
              <a:gd name="T26" fmla="*/ 139700 w 44"/>
              <a:gd name="T27" fmla="*/ 22225 h 51"/>
              <a:gd name="T28" fmla="*/ 120650 w 44"/>
              <a:gd name="T29" fmla="*/ 139700 h 51"/>
              <a:gd name="T30" fmla="*/ 19050 w 44"/>
              <a:gd name="T31" fmla="*/ 161925 h 51"/>
              <a:gd name="T32" fmla="*/ 0 w 44"/>
              <a:gd name="T33" fmla="*/ 41275 h 51"/>
              <a:gd name="T34" fmla="*/ 31750 w 44"/>
              <a:gd name="T35" fmla="*/ 22225 h 51"/>
              <a:gd name="T36" fmla="*/ 31750 w 44"/>
              <a:gd name="T37" fmla="*/ 120650 h 51"/>
              <a:gd name="T38" fmla="*/ 120650 w 44"/>
              <a:gd name="T39" fmla="*/ 130175 h 51"/>
              <a:gd name="T40" fmla="*/ 130175 w 44"/>
              <a:gd name="T41" fmla="*/ 22225 h 51"/>
              <a:gd name="T42" fmla="*/ 41275 w 44"/>
              <a:gd name="T43" fmla="*/ 12700 h 51"/>
              <a:gd name="T44" fmla="*/ 111125 w 44"/>
              <a:gd name="T45" fmla="*/ 41275 h 51"/>
              <a:gd name="T46" fmla="*/ 85725 w 44"/>
              <a:gd name="T47" fmla="*/ 41275 h 51"/>
              <a:gd name="T48" fmla="*/ 111125 w 44"/>
              <a:gd name="T49" fmla="*/ 66675 h 51"/>
              <a:gd name="T50" fmla="*/ 69850 w 44"/>
              <a:gd name="T51" fmla="*/ 34925 h 51"/>
              <a:gd name="T52" fmla="*/ 73025 w 44"/>
              <a:gd name="T53" fmla="*/ 38100 h 51"/>
              <a:gd name="T54" fmla="*/ 47625 w 44"/>
              <a:gd name="T55" fmla="*/ 41275 h 51"/>
              <a:gd name="T56" fmla="*/ 47625 w 44"/>
              <a:gd name="T57" fmla="*/ 34925 h 51"/>
              <a:gd name="T58" fmla="*/ 69850 w 44"/>
              <a:gd name="T59" fmla="*/ 50800 h 51"/>
              <a:gd name="T60" fmla="*/ 73025 w 44"/>
              <a:gd name="T61" fmla="*/ 53975 h 51"/>
              <a:gd name="T62" fmla="*/ 47625 w 44"/>
              <a:gd name="T63" fmla="*/ 60325 h 51"/>
              <a:gd name="T64" fmla="*/ 47625 w 44"/>
              <a:gd name="T65" fmla="*/ 50800 h 51"/>
              <a:gd name="T66" fmla="*/ 69850 w 44"/>
              <a:gd name="T67" fmla="*/ 66675 h 51"/>
              <a:gd name="T68" fmla="*/ 73025 w 44"/>
              <a:gd name="T69" fmla="*/ 69850 h 51"/>
              <a:gd name="T70" fmla="*/ 47625 w 44"/>
              <a:gd name="T71" fmla="*/ 76200 h 51"/>
              <a:gd name="T72" fmla="*/ 47625 w 44"/>
              <a:gd name="T73" fmla="*/ 66675 h 51"/>
              <a:gd name="T74" fmla="*/ 114300 w 44"/>
              <a:gd name="T75" fmla="*/ 82550 h 51"/>
              <a:gd name="T76" fmla="*/ 117475 w 44"/>
              <a:gd name="T77" fmla="*/ 88900 h 51"/>
              <a:gd name="T78" fmla="*/ 47625 w 44"/>
              <a:gd name="T79" fmla="*/ 92075 h 51"/>
              <a:gd name="T80" fmla="*/ 47625 w 44"/>
              <a:gd name="T81" fmla="*/ 82550 h 51"/>
              <a:gd name="T82" fmla="*/ 114300 w 44"/>
              <a:gd name="T83" fmla="*/ 98425 h 51"/>
              <a:gd name="T84" fmla="*/ 117475 w 44"/>
              <a:gd name="T85" fmla="*/ 104775 h 51"/>
              <a:gd name="T86" fmla="*/ 47625 w 44"/>
              <a:gd name="T87" fmla="*/ 107950 h 51"/>
              <a:gd name="T88" fmla="*/ 47625 w 44"/>
              <a:gd name="T89" fmla="*/ 98425 h 51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4" h="51">
                <a:moveTo>
                  <a:pt x="26" y="11"/>
                </a:moveTo>
                <a:cubicBezTo>
                  <a:pt x="26" y="11"/>
                  <a:pt x="26" y="11"/>
                  <a:pt x="26" y="11"/>
                </a:cubicBezTo>
                <a:cubicBezTo>
                  <a:pt x="36" y="11"/>
                  <a:pt x="36" y="11"/>
                  <a:pt x="36" y="11"/>
                </a:cubicBezTo>
                <a:cubicBezTo>
                  <a:pt x="37" y="11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22"/>
                  <a:pt x="37" y="22"/>
                  <a:pt x="37" y="22"/>
                </a:cubicBezTo>
                <a:cubicBezTo>
                  <a:pt x="37" y="23"/>
                  <a:pt x="37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5" y="24"/>
                  <a:pt x="25" y="23"/>
                  <a:pt x="25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12"/>
                  <a:pt x="25" y="11"/>
                  <a:pt x="26" y="11"/>
                </a:cubicBezTo>
                <a:close/>
                <a:moveTo>
                  <a:pt x="6" y="38"/>
                </a:moveTo>
                <a:cubicBezTo>
                  <a:pt x="6" y="38"/>
                  <a:pt x="6" y="38"/>
                  <a:pt x="6" y="38"/>
                </a:cubicBezTo>
                <a:cubicBezTo>
                  <a:pt x="6" y="10"/>
                  <a:pt x="6" y="10"/>
                  <a:pt x="6" y="10"/>
                </a:cubicBezTo>
                <a:cubicBezTo>
                  <a:pt x="5" y="11"/>
                  <a:pt x="4" y="12"/>
                  <a:pt x="4" y="13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6"/>
                  <a:pt x="5" y="47"/>
                  <a:pt x="6" y="47"/>
                </a:cubicBezTo>
                <a:cubicBezTo>
                  <a:pt x="32" y="47"/>
                  <a:pt x="32" y="47"/>
                  <a:pt x="32" y="47"/>
                </a:cubicBezTo>
                <a:cubicBezTo>
                  <a:pt x="33" y="47"/>
                  <a:pt x="34" y="46"/>
                  <a:pt x="34" y="44"/>
                </a:cubicBezTo>
                <a:cubicBezTo>
                  <a:pt x="13" y="44"/>
                  <a:pt x="13" y="44"/>
                  <a:pt x="13" y="44"/>
                </a:cubicBezTo>
                <a:cubicBezTo>
                  <a:pt x="9" y="44"/>
                  <a:pt x="6" y="42"/>
                  <a:pt x="6" y="38"/>
                </a:cubicBezTo>
                <a:close/>
                <a:moveTo>
                  <a:pt x="6" y="7"/>
                </a:moveTo>
                <a:cubicBezTo>
                  <a:pt x="6" y="7"/>
                  <a:pt x="6" y="7"/>
                  <a:pt x="6" y="7"/>
                </a:cubicBezTo>
                <a:cubicBezTo>
                  <a:pt x="6" y="3"/>
                  <a:pt x="9" y="0"/>
                  <a:pt x="13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2" y="0"/>
                  <a:pt x="44" y="3"/>
                  <a:pt x="44" y="7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42"/>
                  <a:pt x="42" y="44"/>
                  <a:pt x="38" y="44"/>
                </a:cubicBezTo>
                <a:cubicBezTo>
                  <a:pt x="38" y="48"/>
                  <a:pt x="35" y="51"/>
                  <a:pt x="32" y="51"/>
                </a:cubicBezTo>
                <a:cubicBezTo>
                  <a:pt x="6" y="51"/>
                  <a:pt x="6" y="51"/>
                  <a:pt x="6" y="51"/>
                </a:cubicBezTo>
                <a:cubicBezTo>
                  <a:pt x="3" y="51"/>
                  <a:pt x="0" y="48"/>
                  <a:pt x="0" y="44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0"/>
                  <a:pt x="3" y="7"/>
                  <a:pt x="6" y="7"/>
                </a:cubicBezTo>
                <a:close/>
                <a:moveTo>
                  <a:pt x="10" y="7"/>
                </a:moveTo>
                <a:cubicBezTo>
                  <a:pt x="10" y="7"/>
                  <a:pt x="10" y="7"/>
                  <a:pt x="10" y="7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40"/>
                  <a:pt x="11" y="41"/>
                  <a:pt x="13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40" y="41"/>
                  <a:pt x="41" y="40"/>
                  <a:pt x="41" y="38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5"/>
                  <a:pt x="40" y="4"/>
                  <a:pt x="38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1" y="4"/>
                  <a:pt x="10" y="5"/>
                  <a:pt x="10" y="7"/>
                </a:cubicBezTo>
                <a:close/>
                <a:moveTo>
                  <a:pt x="35" y="13"/>
                </a:moveTo>
                <a:cubicBezTo>
                  <a:pt x="35" y="13"/>
                  <a:pt x="35" y="13"/>
                  <a:pt x="35" y="13"/>
                </a:cubicBezTo>
                <a:cubicBezTo>
                  <a:pt x="27" y="13"/>
                  <a:pt x="27" y="13"/>
                  <a:pt x="27" y="13"/>
                </a:cubicBezTo>
                <a:cubicBezTo>
                  <a:pt x="27" y="21"/>
                  <a:pt x="27" y="21"/>
                  <a:pt x="27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13"/>
                  <a:pt x="35" y="13"/>
                  <a:pt x="35" y="13"/>
                </a:cubicBezTo>
                <a:close/>
                <a:moveTo>
                  <a:pt x="22" y="11"/>
                </a:move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3" y="12"/>
                  <a:pt x="23" y="12"/>
                </a:cubicBezTo>
                <a:cubicBezTo>
                  <a:pt x="23" y="13"/>
                  <a:pt x="22" y="13"/>
                  <a:pt x="22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4" y="13"/>
                  <a:pt x="14" y="12"/>
                </a:cubicBezTo>
                <a:cubicBezTo>
                  <a:pt x="14" y="12"/>
                  <a:pt x="14" y="11"/>
                  <a:pt x="15" y="11"/>
                </a:cubicBezTo>
                <a:cubicBezTo>
                  <a:pt x="22" y="11"/>
                  <a:pt x="22" y="11"/>
                  <a:pt x="22" y="11"/>
                </a:cubicBezTo>
                <a:close/>
                <a:moveTo>
                  <a:pt x="22" y="16"/>
                </a:moveTo>
                <a:cubicBezTo>
                  <a:pt x="22" y="16"/>
                  <a:pt x="22" y="16"/>
                  <a:pt x="22" y="16"/>
                </a:cubicBezTo>
                <a:cubicBezTo>
                  <a:pt x="22" y="16"/>
                  <a:pt x="23" y="17"/>
                  <a:pt x="23" y="17"/>
                </a:cubicBezTo>
                <a:cubicBezTo>
                  <a:pt x="23" y="18"/>
                  <a:pt x="22" y="19"/>
                  <a:pt x="22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4" y="19"/>
                  <a:pt x="14" y="18"/>
                  <a:pt x="14" y="17"/>
                </a:cubicBezTo>
                <a:cubicBezTo>
                  <a:pt x="14" y="17"/>
                  <a:pt x="14" y="16"/>
                  <a:pt x="15" y="16"/>
                </a:cubicBezTo>
                <a:cubicBezTo>
                  <a:pt x="22" y="16"/>
                  <a:pt x="22" y="16"/>
                  <a:pt x="22" y="16"/>
                </a:cubicBezTo>
                <a:close/>
                <a:moveTo>
                  <a:pt x="22" y="21"/>
                </a:moveTo>
                <a:cubicBezTo>
                  <a:pt x="22" y="21"/>
                  <a:pt x="22" y="21"/>
                  <a:pt x="22" y="21"/>
                </a:cubicBezTo>
                <a:cubicBezTo>
                  <a:pt x="22" y="21"/>
                  <a:pt x="23" y="22"/>
                  <a:pt x="23" y="22"/>
                </a:cubicBezTo>
                <a:cubicBezTo>
                  <a:pt x="23" y="23"/>
                  <a:pt x="22" y="24"/>
                  <a:pt x="22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4" y="24"/>
                  <a:pt x="14" y="23"/>
                  <a:pt x="14" y="22"/>
                </a:cubicBezTo>
                <a:cubicBezTo>
                  <a:pt x="14" y="22"/>
                  <a:pt x="14" y="21"/>
                  <a:pt x="15" y="21"/>
                </a:cubicBezTo>
                <a:cubicBezTo>
                  <a:pt x="22" y="21"/>
                  <a:pt x="22" y="21"/>
                  <a:pt x="22" y="21"/>
                </a:cubicBezTo>
                <a:close/>
                <a:moveTo>
                  <a:pt x="36" y="26"/>
                </a:moveTo>
                <a:cubicBezTo>
                  <a:pt x="36" y="26"/>
                  <a:pt x="36" y="26"/>
                  <a:pt x="36" y="26"/>
                </a:cubicBezTo>
                <a:cubicBezTo>
                  <a:pt x="37" y="26"/>
                  <a:pt x="37" y="27"/>
                  <a:pt x="37" y="28"/>
                </a:cubicBezTo>
                <a:cubicBezTo>
                  <a:pt x="37" y="28"/>
                  <a:pt x="37" y="29"/>
                  <a:pt x="36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4" y="29"/>
                  <a:pt x="14" y="28"/>
                  <a:pt x="14" y="28"/>
                </a:cubicBezTo>
                <a:cubicBezTo>
                  <a:pt x="14" y="27"/>
                  <a:pt x="14" y="26"/>
                  <a:pt x="15" y="26"/>
                </a:cubicBezTo>
                <a:cubicBezTo>
                  <a:pt x="36" y="26"/>
                  <a:pt x="36" y="26"/>
                  <a:pt x="36" y="26"/>
                </a:cubicBezTo>
                <a:close/>
                <a:moveTo>
                  <a:pt x="36" y="31"/>
                </a:moveTo>
                <a:cubicBezTo>
                  <a:pt x="36" y="31"/>
                  <a:pt x="36" y="31"/>
                  <a:pt x="36" y="31"/>
                </a:cubicBezTo>
                <a:cubicBezTo>
                  <a:pt x="37" y="31"/>
                  <a:pt x="37" y="32"/>
                  <a:pt x="37" y="33"/>
                </a:cubicBezTo>
                <a:cubicBezTo>
                  <a:pt x="37" y="33"/>
                  <a:pt x="37" y="34"/>
                  <a:pt x="36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14" y="34"/>
                  <a:pt x="14" y="33"/>
                  <a:pt x="14" y="33"/>
                </a:cubicBezTo>
                <a:cubicBezTo>
                  <a:pt x="14" y="32"/>
                  <a:pt x="14" y="31"/>
                  <a:pt x="15" y="31"/>
                </a:cubicBezTo>
                <a:cubicBezTo>
                  <a:pt x="36" y="31"/>
                  <a:pt x="36" y="31"/>
                  <a:pt x="36" y="3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01" name="Freeform 335">
            <a:extLst>
              <a:ext uri="{FF2B5EF4-FFF2-40B4-BE49-F238E27FC236}">
                <a16:creationId xmlns:a16="http://schemas.microsoft.com/office/drawing/2014/main" id="{2B253CDE-7E9F-A2C8-F06B-74E85850D9EF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5254014"/>
            <a:ext cx="211667" cy="186267"/>
          </a:xfrm>
          <a:custGeom>
            <a:avLst/>
            <a:gdLst>
              <a:gd name="T0" fmla="*/ 158750 w 50"/>
              <a:gd name="T1" fmla="*/ 6350 h 44"/>
              <a:gd name="T2" fmla="*/ 152400 w 50"/>
              <a:gd name="T3" fmla="*/ 139700 h 44"/>
              <a:gd name="T4" fmla="*/ 0 w 50"/>
              <a:gd name="T5" fmla="*/ 133350 h 44"/>
              <a:gd name="T6" fmla="*/ 6350 w 50"/>
              <a:gd name="T7" fmla="*/ 0 h 44"/>
              <a:gd name="T8" fmla="*/ 57150 w 50"/>
              <a:gd name="T9" fmla="*/ 79375 h 44"/>
              <a:gd name="T10" fmla="*/ 53975 w 50"/>
              <a:gd name="T11" fmla="*/ 73025 h 44"/>
              <a:gd name="T12" fmla="*/ 41275 w 50"/>
              <a:gd name="T13" fmla="*/ 73025 h 44"/>
              <a:gd name="T14" fmla="*/ 41275 w 50"/>
              <a:gd name="T15" fmla="*/ 82550 h 44"/>
              <a:gd name="T16" fmla="*/ 53975 w 50"/>
              <a:gd name="T17" fmla="*/ 82550 h 44"/>
              <a:gd name="T18" fmla="*/ 60325 w 50"/>
              <a:gd name="T19" fmla="*/ 85725 h 44"/>
              <a:gd name="T20" fmla="*/ 53975 w 50"/>
              <a:gd name="T21" fmla="*/ 104775 h 44"/>
              <a:gd name="T22" fmla="*/ 34925 w 50"/>
              <a:gd name="T23" fmla="*/ 98425 h 44"/>
              <a:gd name="T24" fmla="*/ 41275 w 50"/>
              <a:gd name="T25" fmla="*/ 98425 h 44"/>
              <a:gd name="T26" fmla="*/ 53975 w 50"/>
              <a:gd name="T27" fmla="*/ 98425 h 44"/>
              <a:gd name="T28" fmla="*/ 53975 w 50"/>
              <a:gd name="T29" fmla="*/ 88900 h 44"/>
              <a:gd name="T30" fmla="*/ 53975 w 50"/>
              <a:gd name="T31" fmla="*/ 88900 h 44"/>
              <a:gd name="T32" fmla="*/ 34925 w 50"/>
              <a:gd name="T33" fmla="*/ 82550 h 44"/>
              <a:gd name="T34" fmla="*/ 44450 w 50"/>
              <a:gd name="T35" fmla="*/ 66675 h 44"/>
              <a:gd name="T36" fmla="*/ 92075 w 50"/>
              <a:gd name="T37" fmla="*/ 98425 h 44"/>
              <a:gd name="T38" fmla="*/ 92075 w 50"/>
              <a:gd name="T39" fmla="*/ 104775 h 44"/>
              <a:gd name="T40" fmla="*/ 66675 w 50"/>
              <a:gd name="T41" fmla="*/ 101600 h 44"/>
              <a:gd name="T42" fmla="*/ 69850 w 50"/>
              <a:gd name="T43" fmla="*/ 66675 h 44"/>
              <a:gd name="T44" fmla="*/ 92075 w 50"/>
              <a:gd name="T45" fmla="*/ 73025 h 44"/>
              <a:gd name="T46" fmla="*/ 85725 w 50"/>
              <a:gd name="T47" fmla="*/ 82550 h 44"/>
              <a:gd name="T48" fmla="*/ 76200 w 50"/>
              <a:gd name="T49" fmla="*/ 88900 h 44"/>
              <a:gd name="T50" fmla="*/ 107950 w 50"/>
              <a:gd name="T51" fmla="*/ 66675 h 44"/>
              <a:gd name="T52" fmla="*/ 123825 w 50"/>
              <a:gd name="T53" fmla="*/ 69850 h 44"/>
              <a:gd name="T54" fmla="*/ 123825 w 50"/>
              <a:gd name="T55" fmla="*/ 98425 h 44"/>
              <a:gd name="T56" fmla="*/ 117475 w 50"/>
              <a:gd name="T57" fmla="*/ 104775 h 44"/>
              <a:gd name="T58" fmla="*/ 101600 w 50"/>
              <a:gd name="T59" fmla="*/ 101600 h 44"/>
              <a:gd name="T60" fmla="*/ 101600 w 50"/>
              <a:gd name="T61" fmla="*/ 69850 h 44"/>
              <a:gd name="T62" fmla="*/ 117475 w 50"/>
              <a:gd name="T63" fmla="*/ 73025 h 44"/>
              <a:gd name="T64" fmla="*/ 104775 w 50"/>
              <a:gd name="T65" fmla="*/ 73025 h 44"/>
              <a:gd name="T66" fmla="*/ 104775 w 50"/>
              <a:gd name="T67" fmla="*/ 98425 h 44"/>
              <a:gd name="T68" fmla="*/ 117475 w 50"/>
              <a:gd name="T69" fmla="*/ 98425 h 44"/>
              <a:gd name="T70" fmla="*/ 117475 w 50"/>
              <a:gd name="T71" fmla="*/ 98425 h 44"/>
              <a:gd name="T72" fmla="*/ 117475 w 50"/>
              <a:gd name="T73" fmla="*/ 73025 h 44"/>
              <a:gd name="T74" fmla="*/ 136525 w 50"/>
              <a:gd name="T75" fmla="*/ 19050 h 44"/>
              <a:gd name="T76" fmla="*/ 130175 w 50"/>
              <a:gd name="T77" fmla="*/ 25400 h 44"/>
              <a:gd name="T78" fmla="*/ 123825 w 50"/>
              <a:gd name="T79" fmla="*/ 19050 h 44"/>
              <a:gd name="T80" fmla="*/ 117475 w 50"/>
              <a:gd name="T81" fmla="*/ 25400 h 44"/>
              <a:gd name="T82" fmla="*/ 107950 w 50"/>
              <a:gd name="T83" fmla="*/ 19050 h 44"/>
              <a:gd name="T84" fmla="*/ 101600 w 50"/>
              <a:gd name="T85" fmla="*/ 25400 h 44"/>
              <a:gd name="T86" fmla="*/ 12700 w 50"/>
              <a:gd name="T87" fmla="*/ 38100 h 44"/>
              <a:gd name="T88" fmla="*/ 12700 w 50"/>
              <a:gd name="T89" fmla="*/ 12700 h 44"/>
              <a:gd name="T90" fmla="*/ 146050 w 50"/>
              <a:gd name="T91" fmla="*/ 44450 h 44"/>
              <a:gd name="T92" fmla="*/ 146050 w 50"/>
              <a:gd name="T93" fmla="*/ 127000 h 4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44">
                <a:moveTo>
                  <a:pt x="2" y="0"/>
                </a:move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49" y="44"/>
                  <a:pt x="48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19" y="23"/>
                </a:moveTo>
                <a:cubicBezTo>
                  <a:pt x="19" y="23"/>
                  <a:pt x="19" y="23"/>
                  <a:pt x="19" y="23"/>
                </a:cubicBezTo>
                <a:cubicBezTo>
                  <a:pt x="19" y="24"/>
                  <a:pt x="19" y="25"/>
                  <a:pt x="18" y="25"/>
                </a:cubicBezTo>
                <a:cubicBezTo>
                  <a:pt x="18" y="25"/>
                  <a:pt x="17" y="24"/>
                  <a:pt x="17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4"/>
                  <a:pt x="13" y="25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4" y="26"/>
                  <a:pt x="14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8" y="26"/>
                  <a:pt x="18" y="26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8"/>
                  <a:pt x="19" y="28"/>
                </a:cubicBezTo>
                <a:cubicBezTo>
                  <a:pt x="19" y="29"/>
                  <a:pt x="19" y="30"/>
                  <a:pt x="19" y="31"/>
                </a:cubicBezTo>
                <a:cubicBezTo>
                  <a:pt x="19" y="32"/>
                  <a:pt x="18" y="33"/>
                  <a:pt x="17" y="33"/>
                </a:cubicBezTo>
                <a:cubicBezTo>
                  <a:pt x="14" y="33"/>
                  <a:pt x="14" y="33"/>
                  <a:pt x="14" y="33"/>
                </a:cubicBezTo>
                <a:cubicBezTo>
                  <a:pt x="13" y="33"/>
                  <a:pt x="12" y="33"/>
                  <a:pt x="12" y="32"/>
                </a:cubicBezTo>
                <a:cubicBezTo>
                  <a:pt x="11" y="32"/>
                  <a:pt x="11" y="31"/>
                  <a:pt x="11" y="31"/>
                </a:cubicBezTo>
                <a:cubicBezTo>
                  <a:pt x="11" y="30"/>
                  <a:pt x="12" y="29"/>
                  <a:pt x="12" y="29"/>
                </a:cubicBezTo>
                <a:cubicBezTo>
                  <a:pt x="13" y="29"/>
                  <a:pt x="13" y="30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1"/>
                  <a:pt x="14" y="31"/>
                  <a:pt x="14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0"/>
                  <a:pt x="17" y="29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2" y="28"/>
                  <a:pt x="11" y="27"/>
                  <a:pt x="11" y="26"/>
                </a:cubicBezTo>
                <a:cubicBezTo>
                  <a:pt x="11" y="25"/>
                  <a:pt x="11" y="24"/>
                  <a:pt x="11" y="23"/>
                </a:cubicBezTo>
                <a:cubicBezTo>
                  <a:pt x="11" y="23"/>
                  <a:pt x="11" y="22"/>
                  <a:pt x="12" y="22"/>
                </a:cubicBezTo>
                <a:cubicBezTo>
                  <a:pt x="12" y="21"/>
                  <a:pt x="13" y="21"/>
                  <a:pt x="14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8" y="21"/>
                  <a:pt x="19" y="22"/>
                  <a:pt x="19" y="23"/>
                </a:cubicBezTo>
                <a:close/>
                <a:moveTo>
                  <a:pt x="29" y="31"/>
                </a:move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30" y="31"/>
                  <a:pt x="30" y="32"/>
                </a:cubicBezTo>
                <a:cubicBezTo>
                  <a:pt x="30" y="33"/>
                  <a:pt x="29" y="33"/>
                  <a:pt x="29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1" y="33"/>
                  <a:pt x="21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29"/>
                  <a:pt x="21" y="25"/>
                  <a:pt x="21" y="22"/>
                </a:cubicBezTo>
                <a:cubicBezTo>
                  <a:pt x="21" y="21"/>
                  <a:pt x="22" y="21"/>
                  <a:pt x="22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30" y="21"/>
                  <a:pt x="30" y="22"/>
                </a:cubicBezTo>
                <a:cubicBezTo>
                  <a:pt x="30" y="23"/>
                  <a:pt x="29" y="23"/>
                  <a:pt x="29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6"/>
                  <a:pt x="24" y="26"/>
                  <a:pt x="24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8" y="26"/>
                  <a:pt x="29" y="26"/>
                  <a:pt x="29" y="27"/>
                </a:cubicBezTo>
                <a:cubicBezTo>
                  <a:pt x="29" y="28"/>
                  <a:pt x="28" y="28"/>
                  <a:pt x="27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31"/>
                  <a:pt x="24" y="31"/>
                  <a:pt x="24" y="31"/>
                </a:cubicBezTo>
                <a:cubicBezTo>
                  <a:pt x="29" y="31"/>
                  <a:pt x="29" y="31"/>
                  <a:pt x="29" y="31"/>
                </a:cubicBezTo>
                <a:close/>
                <a:moveTo>
                  <a:pt x="34" y="21"/>
                </a:moveTo>
                <a:cubicBezTo>
                  <a:pt x="34" y="21"/>
                  <a:pt x="34" y="21"/>
                  <a:pt x="34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8" y="21"/>
                  <a:pt x="38" y="21"/>
                  <a:pt x="39" y="22"/>
                </a:cubicBezTo>
                <a:cubicBezTo>
                  <a:pt x="39" y="22"/>
                  <a:pt x="39" y="22"/>
                  <a:pt x="39" y="22"/>
                </a:cubicBezTo>
                <a:cubicBezTo>
                  <a:pt x="39" y="22"/>
                  <a:pt x="39" y="23"/>
                  <a:pt x="39" y="23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2"/>
                  <a:pt x="39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8" y="33"/>
                  <a:pt x="38" y="33"/>
                  <a:pt x="37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3" y="33"/>
                  <a:pt x="32" y="33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1" y="32"/>
                  <a:pt x="31" y="31"/>
                  <a:pt x="31" y="31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3"/>
                  <a:pt x="31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1"/>
                  <a:pt x="33" y="21"/>
                  <a:pt x="34" y="21"/>
                </a:cubicBezTo>
                <a:close/>
                <a:moveTo>
                  <a:pt x="37" y="23"/>
                </a:moveTo>
                <a:cubicBezTo>
                  <a:pt x="37" y="23"/>
                  <a:pt x="37" y="23"/>
                  <a:pt x="37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3" y="31"/>
                  <a:pt x="34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lose/>
                <a:moveTo>
                  <a:pt x="43" y="6"/>
                </a:move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5" y="6"/>
                  <a:pt x="45" y="8"/>
                </a:cubicBezTo>
                <a:cubicBezTo>
                  <a:pt x="45" y="9"/>
                  <a:pt x="44" y="9"/>
                  <a:pt x="43" y="9"/>
                </a:cubicBezTo>
                <a:cubicBezTo>
                  <a:pt x="42" y="9"/>
                  <a:pt x="41" y="9"/>
                  <a:pt x="41" y="8"/>
                </a:cubicBezTo>
                <a:cubicBezTo>
                  <a:pt x="41" y="6"/>
                  <a:pt x="42" y="6"/>
                  <a:pt x="43" y="6"/>
                </a:cubicBezTo>
                <a:close/>
                <a:moveTo>
                  <a:pt x="39" y="6"/>
                </a:moveTo>
                <a:cubicBezTo>
                  <a:pt x="39" y="6"/>
                  <a:pt x="39" y="6"/>
                  <a:pt x="39" y="6"/>
                </a:cubicBezTo>
                <a:cubicBezTo>
                  <a:pt x="40" y="6"/>
                  <a:pt x="41" y="6"/>
                  <a:pt x="41" y="8"/>
                </a:cubicBezTo>
                <a:cubicBezTo>
                  <a:pt x="41" y="9"/>
                  <a:pt x="40" y="9"/>
                  <a:pt x="39" y="9"/>
                </a:cubicBezTo>
                <a:cubicBezTo>
                  <a:pt x="38" y="9"/>
                  <a:pt x="37" y="9"/>
                  <a:pt x="37" y="8"/>
                </a:cubicBezTo>
                <a:cubicBezTo>
                  <a:pt x="37" y="6"/>
                  <a:pt x="38" y="6"/>
                  <a:pt x="39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6"/>
                  <a:pt x="36" y="8"/>
                </a:cubicBezTo>
                <a:cubicBezTo>
                  <a:pt x="36" y="9"/>
                  <a:pt x="35" y="9"/>
                  <a:pt x="34" y="9"/>
                </a:cubicBezTo>
                <a:cubicBezTo>
                  <a:pt x="33" y="9"/>
                  <a:pt x="32" y="9"/>
                  <a:pt x="32" y="8"/>
                </a:cubicBezTo>
                <a:cubicBezTo>
                  <a:pt x="32" y="6"/>
                  <a:pt x="33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46" y="14"/>
                </a:moveTo>
                <a:cubicBezTo>
                  <a:pt x="46" y="14"/>
                  <a:pt x="46" y="14"/>
                  <a:pt x="46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40"/>
                  <a:pt x="4" y="40"/>
                  <a:pt x="4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14"/>
                  <a:pt x="46" y="14"/>
                  <a:pt x="46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02" name="Freeform 336">
            <a:extLst>
              <a:ext uri="{FF2B5EF4-FFF2-40B4-BE49-F238E27FC236}">
                <a16:creationId xmlns:a16="http://schemas.microsoft.com/office/drawing/2014/main" id="{93478AAF-2759-1931-7910-74955115B115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6064698"/>
            <a:ext cx="215900" cy="186267"/>
          </a:xfrm>
          <a:custGeom>
            <a:avLst/>
            <a:gdLst>
              <a:gd name="T0" fmla="*/ 161925 w 51"/>
              <a:gd name="T1" fmla="*/ 6350 h 44"/>
              <a:gd name="T2" fmla="*/ 155575 w 51"/>
              <a:gd name="T3" fmla="*/ 139700 h 44"/>
              <a:gd name="T4" fmla="*/ 0 w 51"/>
              <a:gd name="T5" fmla="*/ 133350 h 44"/>
              <a:gd name="T6" fmla="*/ 6350 w 51"/>
              <a:gd name="T7" fmla="*/ 0 h 44"/>
              <a:gd name="T8" fmla="*/ 82550 w 51"/>
              <a:gd name="T9" fmla="*/ 69850 h 44"/>
              <a:gd name="T10" fmla="*/ 82550 w 51"/>
              <a:gd name="T11" fmla="*/ 53975 h 44"/>
              <a:gd name="T12" fmla="*/ 101600 w 51"/>
              <a:gd name="T13" fmla="*/ 73025 h 44"/>
              <a:gd name="T14" fmla="*/ 95250 w 51"/>
              <a:gd name="T15" fmla="*/ 69850 h 44"/>
              <a:gd name="T16" fmla="*/ 107950 w 51"/>
              <a:gd name="T17" fmla="*/ 66675 h 44"/>
              <a:gd name="T18" fmla="*/ 114300 w 51"/>
              <a:gd name="T19" fmla="*/ 88900 h 44"/>
              <a:gd name="T20" fmla="*/ 120650 w 51"/>
              <a:gd name="T21" fmla="*/ 76200 h 44"/>
              <a:gd name="T22" fmla="*/ 114300 w 51"/>
              <a:gd name="T23" fmla="*/ 88900 h 44"/>
              <a:gd name="T24" fmla="*/ 114300 w 51"/>
              <a:gd name="T25" fmla="*/ 104775 h 44"/>
              <a:gd name="T26" fmla="*/ 130175 w 51"/>
              <a:gd name="T27" fmla="*/ 104775 h 44"/>
              <a:gd name="T28" fmla="*/ 44450 w 51"/>
              <a:gd name="T29" fmla="*/ 101600 h 44"/>
              <a:gd name="T30" fmla="*/ 44450 w 51"/>
              <a:gd name="T31" fmla="*/ 107950 h 44"/>
              <a:gd name="T32" fmla="*/ 34925 w 51"/>
              <a:gd name="T33" fmla="*/ 101600 h 44"/>
              <a:gd name="T34" fmla="*/ 50800 w 51"/>
              <a:gd name="T35" fmla="*/ 82550 h 44"/>
              <a:gd name="T36" fmla="*/ 38100 w 51"/>
              <a:gd name="T37" fmla="*/ 82550 h 44"/>
              <a:gd name="T38" fmla="*/ 50800 w 51"/>
              <a:gd name="T39" fmla="*/ 82550 h 44"/>
              <a:gd name="T40" fmla="*/ 63500 w 51"/>
              <a:gd name="T41" fmla="*/ 76200 h 44"/>
              <a:gd name="T42" fmla="*/ 57150 w 51"/>
              <a:gd name="T43" fmla="*/ 60325 h 44"/>
              <a:gd name="T44" fmla="*/ 98425 w 51"/>
              <a:gd name="T45" fmla="*/ 88900 h 44"/>
              <a:gd name="T46" fmla="*/ 95250 w 51"/>
              <a:gd name="T47" fmla="*/ 104775 h 44"/>
              <a:gd name="T48" fmla="*/ 92075 w 51"/>
              <a:gd name="T49" fmla="*/ 111125 h 44"/>
              <a:gd name="T50" fmla="*/ 69850 w 51"/>
              <a:gd name="T51" fmla="*/ 114300 h 44"/>
              <a:gd name="T52" fmla="*/ 73025 w 51"/>
              <a:gd name="T53" fmla="*/ 92075 h 44"/>
              <a:gd name="T54" fmla="*/ 98425 w 51"/>
              <a:gd name="T55" fmla="*/ 88900 h 44"/>
              <a:gd name="T56" fmla="*/ 88900 w 51"/>
              <a:gd name="T57" fmla="*/ 88900 h 44"/>
              <a:gd name="T58" fmla="*/ 76200 w 51"/>
              <a:gd name="T59" fmla="*/ 98425 h 44"/>
              <a:gd name="T60" fmla="*/ 76200 w 51"/>
              <a:gd name="T61" fmla="*/ 107950 h 44"/>
              <a:gd name="T62" fmla="*/ 85725 w 51"/>
              <a:gd name="T63" fmla="*/ 104775 h 44"/>
              <a:gd name="T64" fmla="*/ 88900 w 51"/>
              <a:gd name="T65" fmla="*/ 104775 h 44"/>
              <a:gd name="T66" fmla="*/ 146050 w 51"/>
              <a:gd name="T67" fmla="*/ 25400 h 44"/>
              <a:gd name="T68" fmla="*/ 139700 w 51"/>
              <a:gd name="T69" fmla="*/ 19050 h 44"/>
              <a:gd name="T70" fmla="*/ 130175 w 51"/>
              <a:gd name="T71" fmla="*/ 25400 h 44"/>
              <a:gd name="T72" fmla="*/ 123825 w 51"/>
              <a:gd name="T73" fmla="*/ 19050 h 44"/>
              <a:gd name="T74" fmla="*/ 114300 w 51"/>
              <a:gd name="T75" fmla="*/ 25400 h 44"/>
              <a:gd name="T76" fmla="*/ 107950 w 51"/>
              <a:gd name="T77" fmla="*/ 19050 h 44"/>
              <a:gd name="T78" fmla="*/ 149225 w 51"/>
              <a:gd name="T79" fmla="*/ 38100 h 44"/>
              <a:gd name="T80" fmla="*/ 12700 w 51"/>
              <a:gd name="T81" fmla="*/ 38100 h 44"/>
              <a:gd name="T82" fmla="*/ 12700 w 51"/>
              <a:gd name="T83" fmla="*/ 44450 h 44"/>
              <a:gd name="T84" fmla="*/ 149225 w 51"/>
              <a:gd name="T85" fmla="*/ 44450 h 4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1" h="44">
                <a:moveTo>
                  <a:pt x="2" y="0"/>
                </a:moveTo>
                <a:cubicBezTo>
                  <a:pt x="49" y="0"/>
                  <a:pt x="49" y="0"/>
                  <a:pt x="49" y="0"/>
                </a:cubicBezTo>
                <a:cubicBezTo>
                  <a:pt x="50" y="0"/>
                  <a:pt x="51" y="1"/>
                  <a:pt x="51" y="2"/>
                </a:cubicBezTo>
                <a:cubicBezTo>
                  <a:pt x="51" y="2"/>
                  <a:pt x="51" y="2"/>
                  <a:pt x="51" y="2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3"/>
                  <a:pt x="50" y="44"/>
                  <a:pt x="49" y="44"/>
                </a:cubicBezTo>
                <a:cubicBezTo>
                  <a:pt x="49" y="44"/>
                  <a:pt x="49" y="44"/>
                  <a:pt x="49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7" y="21"/>
                </a:moveTo>
                <a:cubicBezTo>
                  <a:pt x="27" y="21"/>
                  <a:pt x="27" y="21"/>
                  <a:pt x="27" y="21"/>
                </a:cubicBezTo>
                <a:cubicBezTo>
                  <a:pt x="27" y="22"/>
                  <a:pt x="26" y="22"/>
                  <a:pt x="26" y="22"/>
                </a:cubicBezTo>
                <a:cubicBezTo>
                  <a:pt x="25" y="22"/>
                  <a:pt x="24" y="22"/>
                  <a:pt x="24" y="21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5" y="17"/>
                  <a:pt x="26" y="17"/>
                </a:cubicBezTo>
                <a:cubicBezTo>
                  <a:pt x="26" y="17"/>
                  <a:pt x="27" y="18"/>
                  <a:pt x="27" y="18"/>
                </a:cubicBezTo>
                <a:cubicBezTo>
                  <a:pt x="27" y="21"/>
                  <a:pt x="27" y="21"/>
                  <a:pt x="27" y="21"/>
                </a:cubicBezTo>
                <a:close/>
                <a:moveTo>
                  <a:pt x="32" y="23"/>
                </a:moveTo>
                <a:cubicBezTo>
                  <a:pt x="32" y="23"/>
                  <a:pt x="32" y="23"/>
                  <a:pt x="32" y="23"/>
                </a:cubicBezTo>
                <a:cubicBezTo>
                  <a:pt x="32" y="24"/>
                  <a:pt x="31" y="24"/>
                  <a:pt x="31" y="24"/>
                </a:cubicBezTo>
                <a:cubicBezTo>
                  <a:pt x="30" y="23"/>
                  <a:pt x="30" y="23"/>
                  <a:pt x="30" y="22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19"/>
                  <a:pt x="33" y="19"/>
                  <a:pt x="33" y="19"/>
                </a:cubicBezTo>
                <a:cubicBezTo>
                  <a:pt x="34" y="19"/>
                  <a:pt x="34" y="20"/>
                  <a:pt x="34" y="21"/>
                </a:cubicBezTo>
                <a:cubicBezTo>
                  <a:pt x="32" y="23"/>
                  <a:pt x="32" y="23"/>
                  <a:pt x="32" y="23"/>
                </a:cubicBezTo>
                <a:close/>
                <a:moveTo>
                  <a:pt x="36" y="28"/>
                </a:move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5" y="28"/>
                  <a:pt x="35" y="27"/>
                </a:cubicBezTo>
                <a:cubicBezTo>
                  <a:pt x="34" y="27"/>
                  <a:pt x="35" y="26"/>
                  <a:pt x="35" y="26"/>
                </a:cubicBezTo>
                <a:cubicBezTo>
                  <a:pt x="38" y="24"/>
                  <a:pt x="38" y="24"/>
                  <a:pt x="38" y="24"/>
                </a:cubicBezTo>
                <a:cubicBezTo>
                  <a:pt x="38" y="24"/>
                  <a:pt x="39" y="24"/>
                  <a:pt x="39" y="25"/>
                </a:cubicBezTo>
                <a:cubicBezTo>
                  <a:pt x="40" y="25"/>
                  <a:pt x="39" y="26"/>
                  <a:pt x="39" y="26"/>
                </a:cubicBezTo>
                <a:cubicBezTo>
                  <a:pt x="36" y="28"/>
                  <a:pt x="36" y="28"/>
                  <a:pt x="36" y="28"/>
                </a:cubicBezTo>
                <a:close/>
                <a:moveTo>
                  <a:pt x="37" y="34"/>
                </a:move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6" y="33"/>
                  <a:pt x="36" y="33"/>
                </a:cubicBezTo>
                <a:cubicBezTo>
                  <a:pt x="36" y="32"/>
                  <a:pt x="37" y="32"/>
                  <a:pt x="37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41" y="32"/>
                  <a:pt x="41" y="32"/>
                  <a:pt x="41" y="33"/>
                </a:cubicBezTo>
                <a:cubicBezTo>
                  <a:pt x="41" y="33"/>
                  <a:pt x="41" y="34"/>
                  <a:pt x="40" y="34"/>
                </a:cubicBezTo>
                <a:cubicBezTo>
                  <a:pt x="37" y="34"/>
                  <a:pt x="37" y="34"/>
                  <a:pt x="37" y="34"/>
                </a:cubicBezTo>
                <a:close/>
                <a:moveTo>
                  <a:pt x="14" y="32"/>
                </a:moveTo>
                <a:cubicBezTo>
                  <a:pt x="14" y="32"/>
                  <a:pt x="14" y="32"/>
                  <a:pt x="14" y="32"/>
                </a:cubicBezTo>
                <a:cubicBezTo>
                  <a:pt x="14" y="32"/>
                  <a:pt x="15" y="32"/>
                  <a:pt x="15" y="33"/>
                </a:cubicBezTo>
                <a:cubicBezTo>
                  <a:pt x="15" y="33"/>
                  <a:pt x="14" y="34"/>
                  <a:pt x="14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0" y="34"/>
                  <a:pt x="10" y="33"/>
                  <a:pt x="10" y="33"/>
                </a:cubicBezTo>
                <a:cubicBezTo>
                  <a:pt x="10" y="32"/>
                  <a:pt x="10" y="32"/>
                  <a:pt x="11" y="32"/>
                </a:cubicBezTo>
                <a:cubicBezTo>
                  <a:pt x="14" y="32"/>
                  <a:pt x="14" y="32"/>
                  <a:pt x="14" y="32"/>
                </a:cubicBezTo>
                <a:close/>
                <a:moveTo>
                  <a:pt x="16" y="26"/>
                </a:moveTo>
                <a:cubicBezTo>
                  <a:pt x="16" y="26"/>
                  <a:pt x="16" y="26"/>
                  <a:pt x="16" y="26"/>
                </a:cubicBezTo>
                <a:cubicBezTo>
                  <a:pt x="17" y="26"/>
                  <a:pt x="17" y="27"/>
                  <a:pt x="16" y="27"/>
                </a:cubicBezTo>
                <a:cubicBezTo>
                  <a:pt x="16" y="28"/>
                  <a:pt x="15" y="28"/>
                  <a:pt x="15" y="28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2" y="25"/>
                  <a:pt x="12" y="25"/>
                </a:cubicBezTo>
                <a:cubicBezTo>
                  <a:pt x="12" y="24"/>
                  <a:pt x="13" y="24"/>
                  <a:pt x="13" y="24"/>
                </a:cubicBezTo>
                <a:cubicBezTo>
                  <a:pt x="16" y="26"/>
                  <a:pt x="16" y="26"/>
                  <a:pt x="16" y="26"/>
                </a:cubicBezTo>
                <a:close/>
                <a:moveTo>
                  <a:pt x="21" y="22"/>
                </a:moveTo>
                <a:cubicBezTo>
                  <a:pt x="21" y="22"/>
                  <a:pt x="21" y="22"/>
                  <a:pt x="21" y="22"/>
                </a:cubicBezTo>
                <a:cubicBezTo>
                  <a:pt x="21" y="23"/>
                  <a:pt x="21" y="23"/>
                  <a:pt x="20" y="24"/>
                </a:cubicBezTo>
                <a:cubicBezTo>
                  <a:pt x="20" y="24"/>
                  <a:pt x="19" y="24"/>
                  <a:pt x="19" y="23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20"/>
                  <a:pt x="17" y="19"/>
                  <a:pt x="18" y="19"/>
                </a:cubicBezTo>
                <a:cubicBezTo>
                  <a:pt x="18" y="19"/>
                  <a:pt x="19" y="19"/>
                  <a:pt x="19" y="20"/>
                </a:cubicBezTo>
                <a:cubicBezTo>
                  <a:pt x="21" y="22"/>
                  <a:pt x="21" y="22"/>
                  <a:pt x="21" y="22"/>
                </a:cubicBezTo>
                <a:close/>
                <a:moveTo>
                  <a:pt x="31" y="28"/>
                </a:moveTo>
                <a:cubicBezTo>
                  <a:pt x="31" y="28"/>
                  <a:pt x="31" y="28"/>
                  <a:pt x="31" y="28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4"/>
                  <a:pt x="30" y="34"/>
                  <a:pt x="30" y="34"/>
                </a:cubicBezTo>
                <a:cubicBezTo>
                  <a:pt x="30" y="34"/>
                  <a:pt x="29" y="35"/>
                  <a:pt x="29" y="35"/>
                </a:cubicBezTo>
                <a:cubicBezTo>
                  <a:pt x="29" y="35"/>
                  <a:pt x="29" y="35"/>
                  <a:pt x="29" y="35"/>
                </a:cubicBezTo>
                <a:cubicBezTo>
                  <a:pt x="29" y="36"/>
                  <a:pt x="28" y="36"/>
                  <a:pt x="27" y="37"/>
                </a:cubicBezTo>
                <a:cubicBezTo>
                  <a:pt x="26" y="37"/>
                  <a:pt x="25" y="37"/>
                  <a:pt x="24" y="37"/>
                </a:cubicBezTo>
                <a:cubicBezTo>
                  <a:pt x="23" y="37"/>
                  <a:pt x="23" y="36"/>
                  <a:pt x="22" y="36"/>
                </a:cubicBezTo>
                <a:cubicBezTo>
                  <a:pt x="22" y="36"/>
                  <a:pt x="22" y="36"/>
                  <a:pt x="22" y="36"/>
                </a:cubicBezTo>
                <a:cubicBezTo>
                  <a:pt x="21" y="35"/>
                  <a:pt x="21" y="33"/>
                  <a:pt x="21" y="31"/>
                </a:cubicBezTo>
                <a:cubicBezTo>
                  <a:pt x="22" y="30"/>
                  <a:pt x="22" y="30"/>
                  <a:pt x="23" y="29"/>
                </a:cubicBezTo>
                <a:cubicBezTo>
                  <a:pt x="27" y="26"/>
                  <a:pt x="27" y="26"/>
                  <a:pt x="27" y="26"/>
                </a:cubicBezTo>
                <a:cubicBezTo>
                  <a:pt x="28" y="24"/>
                  <a:pt x="31" y="26"/>
                  <a:pt x="31" y="28"/>
                </a:cubicBezTo>
                <a:cubicBezTo>
                  <a:pt x="31" y="28"/>
                  <a:pt x="31" y="28"/>
                  <a:pt x="31" y="28"/>
                </a:cubicBezTo>
                <a:close/>
                <a:moveTo>
                  <a:pt x="28" y="33"/>
                </a:moveTo>
                <a:cubicBezTo>
                  <a:pt x="28" y="33"/>
                  <a:pt x="28" y="33"/>
                  <a:pt x="28" y="33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2"/>
                  <a:pt x="23" y="32"/>
                </a:cubicBezTo>
                <a:cubicBezTo>
                  <a:pt x="23" y="33"/>
                  <a:pt x="23" y="34"/>
                  <a:pt x="24" y="34"/>
                </a:cubicBezTo>
                <a:cubicBezTo>
                  <a:pt x="24" y="34"/>
                  <a:pt x="24" y="34"/>
                  <a:pt x="24" y="34"/>
                </a:cubicBezTo>
                <a:cubicBezTo>
                  <a:pt x="24" y="35"/>
                  <a:pt x="25" y="35"/>
                  <a:pt x="26" y="35"/>
                </a:cubicBezTo>
                <a:cubicBezTo>
                  <a:pt x="27" y="34"/>
                  <a:pt x="27" y="34"/>
                  <a:pt x="27" y="33"/>
                </a:cubicBezTo>
                <a:cubicBezTo>
                  <a:pt x="27" y="33"/>
                  <a:pt x="27" y="33"/>
                  <a:pt x="28" y="33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3"/>
                  <a:pt x="28" y="33"/>
                  <a:pt x="28" y="33"/>
                </a:cubicBezTo>
                <a:close/>
                <a:moveTo>
                  <a:pt x="44" y="6"/>
                </a:move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6" y="7"/>
                  <a:pt x="46" y="8"/>
                </a:cubicBezTo>
                <a:cubicBezTo>
                  <a:pt x="46" y="9"/>
                  <a:pt x="45" y="10"/>
                  <a:pt x="44" y="10"/>
                </a:cubicBezTo>
                <a:cubicBezTo>
                  <a:pt x="43" y="10"/>
                  <a:pt x="42" y="9"/>
                  <a:pt x="42" y="8"/>
                </a:cubicBezTo>
                <a:cubicBezTo>
                  <a:pt x="42" y="7"/>
                  <a:pt x="43" y="6"/>
                  <a:pt x="44" y="6"/>
                </a:cubicBezTo>
                <a:close/>
                <a:moveTo>
                  <a:pt x="39" y="6"/>
                </a:moveTo>
                <a:cubicBezTo>
                  <a:pt x="39" y="6"/>
                  <a:pt x="39" y="6"/>
                  <a:pt x="39" y="6"/>
                </a:cubicBezTo>
                <a:cubicBezTo>
                  <a:pt x="40" y="6"/>
                  <a:pt x="41" y="7"/>
                  <a:pt x="41" y="8"/>
                </a:cubicBezTo>
                <a:cubicBezTo>
                  <a:pt x="41" y="9"/>
                  <a:pt x="40" y="10"/>
                  <a:pt x="39" y="10"/>
                </a:cubicBezTo>
                <a:cubicBezTo>
                  <a:pt x="38" y="10"/>
                  <a:pt x="37" y="9"/>
                  <a:pt x="37" y="8"/>
                </a:cubicBezTo>
                <a:cubicBezTo>
                  <a:pt x="37" y="7"/>
                  <a:pt x="38" y="6"/>
                  <a:pt x="39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7"/>
                  <a:pt x="36" y="8"/>
                </a:cubicBezTo>
                <a:cubicBezTo>
                  <a:pt x="36" y="9"/>
                  <a:pt x="35" y="10"/>
                  <a:pt x="34" y="10"/>
                </a:cubicBezTo>
                <a:cubicBezTo>
                  <a:pt x="33" y="10"/>
                  <a:pt x="32" y="9"/>
                  <a:pt x="32" y="8"/>
                </a:cubicBezTo>
                <a:cubicBezTo>
                  <a:pt x="32" y="7"/>
                  <a:pt x="33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4"/>
                  <a:pt x="47" y="4"/>
                  <a:pt x="4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47" y="14"/>
                </a:moveTo>
                <a:cubicBezTo>
                  <a:pt x="47" y="14"/>
                  <a:pt x="47" y="14"/>
                  <a:pt x="47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40"/>
                  <a:pt x="4" y="40"/>
                  <a:pt x="4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47" y="14"/>
                  <a:pt x="47" y="14"/>
                  <a:pt x="47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03" name="Freeform 337">
            <a:extLst>
              <a:ext uri="{FF2B5EF4-FFF2-40B4-BE49-F238E27FC236}">
                <a16:creationId xmlns:a16="http://schemas.microsoft.com/office/drawing/2014/main" id="{08A2B8B8-2376-EF01-F44B-19B0B790CAE1}"/>
              </a:ext>
            </a:extLst>
          </p:cNvPr>
          <p:cNvSpPr>
            <a:spLocks noEditPoints="1"/>
          </p:cNvSpPr>
          <p:nvPr/>
        </p:nvSpPr>
        <p:spPr bwMode="auto">
          <a:xfrm>
            <a:off x="2780701" y="6064698"/>
            <a:ext cx="213784" cy="186267"/>
          </a:xfrm>
          <a:custGeom>
            <a:avLst/>
            <a:gdLst>
              <a:gd name="T0" fmla="*/ 160338 w 50"/>
              <a:gd name="T1" fmla="*/ 6350 h 44"/>
              <a:gd name="T2" fmla="*/ 153924 w 50"/>
              <a:gd name="T3" fmla="*/ 139700 h 44"/>
              <a:gd name="T4" fmla="*/ 0 w 50"/>
              <a:gd name="T5" fmla="*/ 133350 h 44"/>
              <a:gd name="T6" fmla="*/ 6414 w 50"/>
              <a:gd name="T7" fmla="*/ 0 h 44"/>
              <a:gd name="T8" fmla="*/ 22447 w 50"/>
              <a:gd name="T9" fmla="*/ 123825 h 44"/>
              <a:gd name="T10" fmla="*/ 35274 w 50"/>
              <a:gd name="T11" fmla="*/ 117475 h 44"/>
              <a:gd name="T12" fmla="*/ 35274 w 50"/>
              <a:gd name="T13" fmla="*/ 111125 h 44"/>
              <a:gd name="T14" fmla="*/ 32068 w 50"/>
              <a:gd name="T15" fmla="*/ 98425 h 44"/>
              <a:gd name="T16" fmla="*/ 54515 w 50"/>
              <a:gd name="T17" fmla="*/ 85725 h 44"/>
              <a:gd name="T18" fmla="*/ 60928 w 50"/>
              <a:gd name="T19" fmla="*/ 88900 h 44"/>
              <a:gd name="T20" fmla="*/ 70549 w 50"/>
              <a:gd name="T21" fmla="*/ 73025 h 44"/>
              <a:gd name="T22" fmla="*/ 96203 w 50"/>
              <a:gd name="T23" fmla="*/ 79375 h 44"/>
              <a:gd name="T24" fmla="*/ 99410 w 50"/>
              <a:gd name="T25" fmla="*/ 88900 h 44"/>
              <a:gd name="T26" fmla="*/ 105823 w 50"/>
              <a:gd name="T27" fmla="*/ 85725 h 44"/>
              <a:gd name="T28" fmla="*/ 131477 w 50"/>
              <a:gd name="T29" fmla="*/ 98425 h 44"/>
              <a:gd name="T30" fmla="*/ 128270 w 50"/>
              <a:gd name="T31" fmla="*/ 114300 h 44"/>
              <a:gd name="T32" fmla="*/ 134684 w 50"/>
              <a:gd name="T33" fmla="*/ 117475 h 44"/>
              <a:gd name="T34" fmla="*/ 141097 w 50"/>
              <a:gd name="T35" fmla="*/ 127000 h 44"/>
              <a:gd name="T36" fmla="*/ 12827 w 50"/>
              <a:gd name="T37" fmla="*/ 44450 h 44"/>
              <a:gd name="T38" fmla="*/ 118650 w 50"/>
              <a:gd name="T39" fmla="*/ 127000 h 44"/>
              <a:gd name="T40" fmla="*/ 115443 w 50"/>
              <a:gd name="T41" fmla="*/ 120650 h 44"/>
              <a:gd name="T42" fmla="*/ 112237 w 50"/>
              <a:gd name="T43" fmla="*/ 107950 h 44"/>
              <a:gd name="T44" fmla="*/ 109030 w 50"/>
              <a:gd name="T45" fmla="*/ 101600 h 44"/>
              <a:gd name="T46" fmla="*/ 96203 w 50"/>
              <a:gd name="T47" fmla="*/ 98425 h 44"/>
              <a:gd name="T48" fmla="*/ 83376 w 50"/>
              <a:gd name="T49" fmla="*/ 92075 h 44"/>
              <a:gd name="T50" fmla="*/ 76962 w 50"/>
              <a:gd name="T51" fmla="*/ 92075 h 44"/>
              <a:gd name="T52" fmla="*/ 67342 w 50"/>
              <a:gd name="T53" fmla="*/ 98425 h 44"/>
              <a:gd name="T54" fmla="*/ 51308 w 50"/>
              <a:gd name="T55" fmla="*/ 98425 h 44"/>
              <a:gd name="T56" fmla="*/ 48101 w 50"/>
              <a:gd name="T57" fmla="*/ 114300 h 44"/>
              <a:gd name="T58" fmla="*/ 44895 w 50"/>
              <a:gd name="T59" fmla="*/ 123825 h 44"/>
              <a:gd name="T60" fmla="*/ 60928 w 50"/>
              <a:gd name="T61" fmla="*/ 114300 h 44"/>
              <a:gd name="T62" fmla="*/ 102616 w 50"/>
              <a:gd name="T63" fmla="*/ 114300 h 44"/>
              <a:gd name="T64" fmla="*/ 102616 w 50"/>
              <a:gd name="T65" fmla="*/ 127000 h 44"/>
              <a:gd name="T66" fmla="*/ 80169 w 50"/>
              <a:gd name="T67" fmla="*/ 111125 h 44"/>
              <a:gd name="T68" fmla="*/ 102616 w 50"/>
              <a:gd name="T69" fmla="*/ 127000 h 44"/>
              <a:gd name="T70" fmla="*/ 144304 w 50"/>
              <a:gd name="T71" fmla="*/ 25400 h 44"/>
              <a:gd name="T72" fmla="*/ 141097 w 50"/>
              <a:gd name="T73" fmla="*/ 19050 h 44"/>
              <a:gd name="T74" fmla="*/ 131477 w 50"/>
              <a:gd name="T75" fmla="*/ 25400 h 44"/>
              <a:gd name="T76" fmla="*/ 125064 w 50"/>
              <a:gd name="T77" fmla="*/ 19050 h 44"/>
              <a:gd name="T78" fmla="*/ 115443 w 50"/>
              <a:gd name="T79" fmla="*/ 25400 h 44"/>
              <a:gd name="T80" fmla="*/ 109030 w 50"/>
              <a:gd name="T81" fmla="*/ 19050 h 44"/>
              <a:gd name="T82" fmla="*/ 150718 w 50"/>
              <a:gd name="T83" fmla="*/ 38100 h 44"/>
              <a:gd name="T84" fmla="*/ 12827 w 50"/>
              <a:gd name="T85" fmla="*/ 38100 h 4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0" h="44">
                <a:moveTo>
                  <a:pt x="2" y="0"/>
                </a:moveTo>
                <a:cubicBezTo>
                  <a:pt x="48" y="0"/>
                  <a:pt x="48" y="0"/>
                  <a:pt x="48" y="0"/>
                </a:cubicBezTo>
                <a:cubicBezTo>
                  <a:pt x="50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50" y="44"/>
                  <a:pt x="48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7" y="40"/>
                </a:moveTo>
                <a:cubicBezTo>
                  <a:pt x="7" y="40"/>
                  <a:pt x="7" y="40"/>
                  <a:pt x="7" y="40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8"/>
                  <a:pt x="7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5"/>
                  <a:pt x="11" y="35"/>
                </a:cubicBezTo>
                <a:cubicBezTo>
                  <a:pt x="10" y="34"/>
                  <a:pt x="10" y="34"/>
                  <a:pt x="10" y="34"/>
                </a:cubicBezTo>
                <a:cubicBezTo>
                  <a:pt x="9" y="33"/>
                  <a:pt x="9" y="32"/>
                  <a:pt x="10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4" y="27"/>
                  <a:pt x="14" y="27"/>
                  <a:pt x="14" y="27"/>
                </a:cubicBezTo>
                <a:cubicBezTo>
                  <a:pt x="15" y="26"/>
                  <a:pt x="16" y="26"/>
                  <a:pt x="17" y="27"/>
                </a:cubicBezTo>
                <a:cubicBezTo>
                  <a:pt x="18" y="28"/>
                  <a:pt x="18" y="28"/>
                  <a:pt x="18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20" y="28"/>
                  <a:pt x="20" y="27"/>
                  <a:pt x="20" y="27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4"/>
                  <a:pt x="21" y="23"/>
                  <a:pt x="22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8" y="23"/>
                  <a:pt x="28" y="23"/>
                  <a:pt x="28" y="23"/>
                </a:cubicBezTo>
                <a:cubicBezTo>
                  <a:pt x="29" y="23"/>
                  <a:pt x="30" y="24"/>
                  <a:pt x="30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7"/>
                  <a:pt x="30" y="27"/>
                  <a:pt x="30" y="27"/>
                </a:cubicBezTo>
                <a:cubicBezTo>
                  <a:pt x="31" y="27"/>
                  <a:pt x="31" y="28"/>
                  <a:pt x="31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3" y="27"/>
                  <a:pt x="33" y="27"/>
                  <a:pt x="33" y="27"/>
                </a:cubicBezTo>
                <a:cubicBezTo>
                  <a:pt x="34" y="26"/>
                  <a:pt x="35" y="26"/>
                  <a:pt x="36" y="27"/>
                </a:cubicBezTo>
                <a:cubicBezTo>
                  <a:pt x="36" y="27"/>
                  <a:pt x="36" y="27"/>
                  <a:pt x="36" y="27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32"/>
                  <a:pt x="41" y="33"/>
                  <a:pt x="41" y="34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6"/>
                  <a:pt x="39" y="36"/>
                  <a:pt x="40" y="36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6"/>
                  <a:pt x="40" y="37"/>
                  <a:pt x="40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3" y="37"/>
                  <a:pt x="44" y="38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40"/>
                  <a:pt x="44" y="40"/>
                  <a:pt x="44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47" y="14"/>
                  <a:pt x="47" y="14"/>
                  <a:pt x="47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40"/>
                  <a:pt x="4" y="40"/>
                  <a:pt x="4" y="40"/>
                </a:cubicBezTo>
                <a:cubicBezTo>
                  <a:pt x="7" y="40"/>
                  <a:pt x="7" y="40"/>
                  <a:pt x="7" y="40"/>
                </a:cubicBezTo>
                <a:close/>
                <a:moveTo>
                  <a:pt x="37" y="40"/>
                </a:moveTo>
                <a:cubicBezTo>
                  <a:pt x="37" y="40"/>
                  <a:pt x="37" y="40"/>
                  <a:pt x="37" y="40"/>
                </a:cubicBezTo>
                <a:cubicBezTo>
                  <a:pt x="37" y="40"/>
                  <a:pt x="37" y="40"/>
                  <a:pt x="37" y="39"/>
                </a:cubicBezTo>
                <a:cubicBezTo>
                  <a:pt x="36" y="39"/>
                  <a:pt x="36" y="38"/>
                  <a:pt x="36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7"/>
                  <a:pt x="35" y="36"/>
                  <a:pt x="35" y="36"/>
                </a:cubicBezTo>
                <a:cubicBezTo>
                  <a:pt x="35" y="35"/>
                  <a:pt x="35" y="34"/>
                  <a:pt x="35" y="34"/>
                </a:cubicBezTo>
                <a:cubicBezTo>
                  <a:pt x="37" y="32"/>
                  <a:pt x="37" y="32"/>
                  <a:pt x="37" y="32"/>
                </a:cubicBezTo>
                <a:cubicBezTo>
                  <a:pt x="35" y="31"/>
                  <a:pt x="35" y="31"/>
                  <a:pt x="35" y="31"/>
                </a:cubicBezTo>
                <a:cubicBezTo>
                  <a:pt x="34" y="32"/>
                  <a:pt x="34" y="32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3" y="32"/>
                  <a:pt x="32" y="33"/>
                  <a:pt x="31" y="32"/>
                </a:cubicBezTo>
                <a:cubicBezTo>
                  <a:pt x="31" y="32"/>
                  <a:pt x="30" y="32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29" y="31"/>
                  <a:pt x="29" y="31"/>
                  <a:pt x="28" y="31"/>
                </a:cubicBezTo>
                <a:cubicBezTo>
                  <a:pt x="27" y="31"/>
                  <a:pt x="26" y="30"/>
                  <a:pt x="26" y="29"/>
                </a:cubicBezTo>
                <a:cubicBezTo>
                  <a:pt x="26" y="27"/>
                  <a:pt x="26" y="27"/>
                  <a:pt x="26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30"/>
                  <a:pt x="23" y="31"/>
                  <a:pt x="23" y="31"/>
                </a:cubicBezTo>
                <a:cubicBezTo>
                  <a:pt x="22" y="31"/>
                  <a:pt x="21" y="31"/>
                  <a:pt x="21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0" y="32"/>
                  <a:pt x="20" y="32"/>
                  <a:pt x="19" y="32"/>
                </a:cubicBezTo>
                <a:cubicBezTo>
                  <a:pt x="18" y="33"/>
                  <a:pt x="17" y="33"/>
                  <a:pt x="17" y="32"/>
                </a:cubicBezTo>
                <a:cubicBezTo>
                  <a:pt x="16" y="31"/>
                  <a:pt x="16" y="31"/>
                  <a:pt x="16" y="31"/>
                </a:cubicBezTo>
                <a:cubicBezTo>
                  <a:pt x="14" y="32"/>
                  <a:pt x="14" y="32"/>
                  <a:pt x="14" y="32"/>
                </a:cubicBezTo>
                <a:cubicBezTo>
                  <a:pt x="15" y="34"/>
                  <a:pt x="15" y="34"/>
                  <a:pt x="15" y="34"/>
                </a:cubicBezTo>
                <a:cubicBezTo>
                  <a:pt x="16" y="34"/>
                  <a:pt x="16" y="35"/>
                  <a:pt x="15" y="36"/>
                </a:cubicBezTo>
                <a:cubicBezTo>
                  <a:pt x="15" y="36"/>
                  <a:pt x="15" y="37"/>
                  <a:pt x="15" y="37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38"/>
                  <a:pt x="14" y="39"/>
                  <a:pt x="14" y="39"/>
                </a:cubicBezTo>
                <a:cubicBezTo>
                  <a:pt x="14" y="40"/>
                  <a:pt x="14" y="40"/>
                  <a:pt x="13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17" y="39"/>
                  <a:pt x="18" y="37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21" y="34"/>
                  <a:pt x="23" y="33"/>
                  <a:pt x="25" y="33"/>
                </a:cubicBezTo>
                <a:cubicBezTo>
                  <a:pt x="28" y="33"/>
                  <a:pt x="30" y="34"/>
                  <a:pt x="32" y="36"/>
                </a:cubicBezTo>
                <a:cubicBezTo>
                  <a:pt x="33" y="37"/>
                  <a:pt x="34" y="39"/>
                  <a:pt x="34" y="40"/>
                </a:cubicBezTo>
                <a:cubicBezTo>
                  <a:pt x="37" y="40"/>
                  <a:pt x="37" y="40"/>
                  <a:pt x="37" y="40"/>
                </a:cubicBezTo>
                <a:close/>
                <a:moveTo>
                  <a:pt x="32" y="40"/>
                </a:moveTo>
                <a:cubicBezTo>
                  <a:pt x="32" y="40"/>
                  <a:pt x="32" y="40"/>
                  <a:pt x="32" y="40"/>
                </a:cubicBezTo>
                <a:cubicBezTo>
                  <a:pt x="31" y="39"/>
                  <a:pt x="31" y="38"/>
                  <a:pt x="30" y="37"/>
                </a:cubicBezTo>
                <a:cubicBezTo>
                  <a:pt x="29" y="36"/>
                  <a:pt x="27" y="35"/>
                  <a:pt x="25" y="35"/>
                </a:cubicBezTo>
                <a:cubicBezTo>
                  <a:pt x="23" y="35"/>
                  <a:pt x="22" y="36"/>
                  <a:pt x="21" y="37"/>
                </a:cubicBezTo>
                <a:cubicBezTo>
                  <a:pt x="20" y="38"/>
                  <a:pt x="19" y="39"/>
                  <a:pt x="19" y="40"/>
                </a:cubicBezTo>
                <a:cubicBezTo>
                  <a:pt x="32" y="40"/>
                  <a:pt x="32" y="40"/>
                  <a:pt x="32" y="40"/>
                </a:cubicBezTo>
                <a:close/>
                <a:moveTo>
                  <a:pt x="44" y="6"/>
                </a:move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5" y="7"/>
                  <a:pt x="45" y="8"/>
                </a:cubicBezTo>
                <a:cubicBezTo>
                  <a:pt x="45" y="9"/>
                  <a:pt x="45" y="10"/>
                  <a:pt x="44" y="10"/>
                </a:cubicBezTo>
                <a:cubicBezTo>
                  <a:pt x="42" y="10"/>
                  <a:pt x="42" y="9"/>
                  <a:pt x="42" y="8"/>
                </a:cubicBezTo>
                <a:cubicBezTo>
                  <a:pt x="42" y="7"/>
                  <a:pt x="42" y="6"/>
                  <a:pt x="44" y="6"/>
                </a:cubicBezTo>
                <a:close/>
                <a:moveTo>
                  <a:pt x="39" y="6"/>
                </a:moveTo>
                <a:cubicBezTo>
                  <a:pt x="39" y="6"/>
                  <a:pt x="39" y="6"/>
                  <a:pt x="39" y="6"/>
                </a:cubicBezTo>
                <a:cubicBezTo>
                  <a:pt x="40" y="6"/>
                  <a:pt x="41" y="7"/>
                  <a:pt x="41" y="8"/>
                </a:cubicBezTo>
                <a:cubicBezTo>
                  <a:pt x="41" y="9"/>
                  <a:pt x="40" y="10"/>
                  <a:pt x="39" y="10"/>
                </a:cubicBezTo>
                <a:cubicBezTo>
                  <a:pt x="38" y="10"/>
                  <a:pt x="37" y="9"/>
                  <a:pt x="37" y="8"/>
                </a:cubicBezTo>
                <a:cubicBezTo>
                  <a:pt x="37" y="7"/>
                  <a:pt x="38" y="6"/>
                  <a:pt x="39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7"/>
                  <a:pt x="36" y="8"/>
                </a:cubicBezTo>
                <a:cubicBezTo>
                  <a:pt x="36" y="9"/>
                  <a:pt x="35" y="10"/>
                  <a:pt x="34" y="10"/>
                </a:cubicBezTo>
                <a:cubicBezTo>
                  <a:pt x="33" y="10"/>
                  <a:pt x="32" y="9"/>
                  <a:pt x="32" y="8"/>
                </a:cubicBezTo>
                <a:cubicBezTo>
                  <a:pt x="32" y="7"/>
                  <a:pt x="33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4"/>
                  <a:pt x="47" y="4"/>
                  <a:pt x="4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04" name="Freeform 338">
            <a:extLst>
              <a:ext uri="{FF2B5EF4-FFF2-40B4-BE49-F238E27FC236}">
                <a16:creationId xmlns:a16="http://schemas.microsoft.com/office/drawing/2014/main" id="{3267497D-9F5E-F071-4FEF-26B7950C3CFF}"/>
              </a:ext>
            </a:extLst>
          </p:cNvPr>
          <p:cNvSpPr>
            <a:spLocks noEditPoints="1"/>
          </p:cNvSpPr>
          <p:nvPr/>
        </p:nvSpPr>
        <p:spPr bwMode="auto">
          <a:xfrm>
            <a:off x="7678667" y="5656181"/>
            <a:ext cx="211667" cy="190500"/>
          </a:xfrm>
          <a:custGeom>
            <a:avLst/>
            <a:gdLst>
              <a:gd name="T0" fmla="*/ 6350 w 50"/>
              <a:gd name="T1" fmla="*/ 0 h 45"/>
              <a:gd name="T2" fmla="*/ 152400 w 50"/>
              <a:gd name="T3" fmla="*/ 0 h 45"/>
              <a:gd name="T4" fmla="*/ 158750 w 50"/>
              <a:gd name="T5" fmla="*/ 6350 h 45"/>
              <a:gd name="T6" fmla="*/ 158750 w 50"/>
              <a:gd name="T7" fmla="*/ 6350 h 45"/>
              <a:gd name="T8" fmla="*/ 158750 w 50"/>
              <a:gd name="T9" fmla="*/ 136525 h 45"/>
              <a:gd name="T10" fmla="*/ 152400 w 50"/>
              <a:gd name="T11" fmla="*/ 142875 h 45"/>
              <a:gd name="T12" fmla="*/ 152400 w 50"/>
              <a:gd name="T13" fmla="*/ 142875 h 45"/>
              <a:gd name="T14" fmla="*/ 6350 w 50"/>
              <a:gd name="T15" fmla="*/ 142875 h 45"/>
              <a:gd name="T16" fmla="*/ 0 w 50"/>
              <a:gd name="T17" fmla="*/ 136525 h 45"/>
              <a:gd name="T18" fmla="*/ 0 w 50"/>
              <a:gd name="T19" fmla="*/ 136525 h 45"/>
              <a:gd name="T20" fmla="*/ 0 w 50"/>
              <a:gd name="T21" fmla="*/ 6350 h 45"/>
              <a:gd name="T22" fmla="*/ 6350 w 50"/>
              <a:gd name="T23" fmla="*/ 0 h 45"/>
              <a:gd name="T24" fmla="*/ 101600 w 50"/>
              <a:gd name="T25" fmla="*/ 79375 h 45"/>
              <a:gd name="T26" fmla="*/ 101600 w 50"/>
              <a:gd name="T27" fmla="*/ 79375 h 45"/>
              <a:gd name="T28" fmla="*/ 107950 w 50"/>
              <a:gd name="T29" fmla="*/ 79375 h 45"/>
              <a:gd name="T30" fmla="*/ 107950 w 50"/>
              <a:gd name="T31" fmla="*/ 88900 h 45"/>
              <a:gd name="T32" fmla="*/ 82550 w 50"/>
              <a:gd name="T33" fmla="*/ 114300 h 45"/>
              <a:gd name="T34" fmla="*/ 73025 w 50"/>
              <a:gd name="T35" fmla="*/ 114300 h 45"/>
              <a:gd name="T36" fmla="*/ 73025 w 50"/>
              <a:gd name="T37" fmla="*/ 114300 h 45"/>
              <a:gd name="T38" fmla="*/ 47625 w 50"/>
              <a:gd name="T39" fmla="*/ 88900 h 45"/>
              <a:gd name="T40" fmla="*/ 47625 w 50"/>
              <a:gd name="T41" fmla="*/ 79375 h 45"/>
              <a:gd name="T42" fmla="*/ 57150 w 50"/>
              <a:gd name="T43" fmla="*/ 79375 h 45"/>
              <a:gd name="T44" fmla="*/ 73025 w 50"/>
              <a:gd name="T45" fmla="*/ 95250 h 45"/>
              <a:gd name="T46" fmla="*/ 73025 w 50"/>
              <a:gd name="T47" fmla="*/ 63500 h 45"/>
              <a:gd name="T48" fmla="*/ 79375 w 50"/>
              <a:gd name="T49" fmla="*/ 60325 h 45"/>
              <a:gd name="T50" fmla="*/ 85725 w 50"/>
              <a:gd name="T51" fmla="*/ 63500 h 45"/>
              <a:gd name="T52" fmla="*/ 85725 w 50"/>
              <a:gd name="T53" fmla="*/ 95250 h 45"/>
              <a:gd name="T54" fmla="*/ 101600 w 50"/>
              <a:gd name="T55" fmla="*/ 79375 h 45"/>
              <a:gd name="T56" fmla="*/ 136525 w 50"/>
              <a:gd name="T57" fmla="*/ 19050 h 45"/>
              <a:gd name="T58" fmla="*/ 136525 w 50"/>
              <a:gd name="T59" fmla="*/ 19050 h 45"/>
              <a:gd name="T60" fmla="*/ 142875 w 50"/>
              <a:gd name="T61" fmla="*/ 25400 h 45"/>
              <a:gd name="T62" fmla="*/ 136525 w 50"/>
              <a:gd name="T63" fmla="*/ 31750 h 45"/>
              <a:gd name="T64" fmla="*/ 130175 w 50"/>
              <a:gd name="T65" fmla="*/ 25400 h 45"/>
              <a:gd name="T66" fmla="*/ 136525 w 50"/>
              <a:gd name="T67" fmla="*/ 19050 h 45"/>
              <a:gd name="T68" fmla="*/ 120650 w 50"/>
              <a:gd name="T69" fmla="*/ 19050 h 45"/>
              <a:gd name="T70" fmla="*/ 120650 w 50"/>
              <a:gd name="T71" fmla="*/ 19050 h 45"/>
              <a:gd name="T72" fmla="*/ 127000 w 50"/>
              <a:gd name="T73" fmla="*/ 25400 h 45"/>
              <a:gd name="T74" fmla="*/ 120650 w 50"/>
              <a:gd name="T75" fmla="*/ 31750 h 45"/>
              <a:gd name="T76" fmla="*/ 114300 w 50"/>
              <a:gd name="T77" fmla="*/ 25400 h 45"/>
              <a:gd name="T78" fmla="*/ 120650 w 50"/>
              <a:gd name="T79" fmla="*/ 19050 h 45"/>
              <a:gd name="T80" fmla="*/ 107950 w 50"/>
              <a:gd name="T81" fmla="*/ 19050 h 45"/>
              <a:gd name="T82" fmla="*/ 107950 w 50"/>
              <a:gd name="T83" fmla="*/ 19050 h 45"/>
              <a:gd name="T84" fmla="*/ 111125 w 50"/>
              <a:gd name="T85" fmla="*/ 25400 h 45"/>
              <a:gd name="T86" fmla="*/ 107950 w 50"/>
              <a:gd name="T87" fmla="*/ 31750 h 45"/>
              <a:gd name="T88" fmla="*/ 101600 w 50"/>
              <a:gd name="T89" fmla="*/ 25400 h 45"/>
              <a:gd name="T90" fmla="*/ 107950 w 50"/>
              <a:gd name="T91" fmla="*/ 19050 h 45"/>
              <a:gd name="T92" fmla="*/ 12700 w 50"/>
              <a:gd name="T93" fmla="*/ 38100 h 45"/>
              <a:gd name="T94" fmla="*/ 12700 w 50"/>
              <a:gd name="T95" fmla="*/ 38100 h 45"/>
              <a:gd name="T96" fmla="*/ 146050 w 50"/>
              <a:gd name="T97" fmla="*/ 38100 h 45"/>
              <a:gd name="T98" fmla="*/ 146050 w 50"/>
              <a:gd name="T99" fmla="*/ 12700 h 45"/>
              <a:gd name="T100" fmla="*/ 12700 w 50"/>
              <a:gd name="T101" fmla="*/ 12700 h 45"/>
              <a:gd name="T102" fmla="*/ 12700 w 50"/>
              <a:gd name="T103" fmla="*/ 38100 h 45"/>
              <a:gd name="T104" fmla="*/ 146050 w 50"/>
              <a:gd name="T105" fmla="*/ 47625 h 45"/>
              <a:gd name="T106" fmla="*/ 146050 w 50"/>
              <a:gd name="T107" fmla="*/ 47625 h 45"/>
              <a:gd name="T108" fmla="*/ 12700 w 50"/>
              <a:gd name="T109" fmla="*/ 47625 h 45"/>
              <a:gd name="T110" fmla="*/ 12700 w 50"/>
              <a:gd name="T111" fmla="*/ 130175 h 45"/>
              <a:gd name="T112" fmla="*/ 146050 w 50"/>
              <a:gd name="T113" fmla="*/ 130175 h 45"/>
              <a:gd name="T114" fmla="*/ 146050 w 50"/>
              <a:gd name="T115" fmla="*/ 47625 h 45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0" h="45">
                <a:moveTo>
                  <a:pt x="2" y="0"/>
                </a:move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3"/>
                  <a:pt x="50" y="43"/>
                  <a:pt x="50" y="43"/>
                </a:cubicBezTo>
                <a:cubicBezTo>
                  <a:pt x="50" y="44"/>
                  <a:pt x="49" y="45"/>
                  <a:pt x="48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32" y="25"/>
                </a:moveTo>
                <a:cubicBezTo>
                  <a:pt x="32" y="25"/>
                  <a:pt x="32" y="25"/>
                  <a:pt x="32" y="25"/>
                </a:cubicBezTo>
                <a:cubicBezTo>
                  <a:pt x="32" y="25"/>
                  <a:pt x="34" y="25"/>
                  <a:pt x="34" y="25"/>
                </a:cubicBezTo>
                <a:cubicBezTo>
                  <a:pt x="35" y="26"/>
                  <a:pt x="35" y="27"/>
                  <a:pt x="34" y="28"/>
                </a:cubicBezTo>
                <a:cubicBezTo>
                  <a:pt x="26" y="36"/>
                  <a:pt x="26" y="36"/>
                  <a:pt x="26" y="36"/>
                </a:cubicBezTo>
                <a:cubicBezTo>
                  <a:pt x="25" y="37"/>
                  <a:pt x="24" y="37"/>
                  <a:pt x="23" y="36"/>
                </a:cubicBezTo>
                <a:cubicBezTo>
                  <a:pt x="23" y="36"/>
                  <a:pt x="23" y="36"/>
                  <a:pt x="23" y="36"/>
                </a:cubicBezTo>
                <a:cubicBezTo>
                  <a:pt x="15" y="28"/>
                  <a:pt x="15" y="28"/>
                  <a:pt x="15" y="28"/>
                </a:cubicBezTo>
                <a:cubicBezTo>
                  <a:pt x="14" y="27"/>
                  <a:pt x="14" y="26"/>
                  <a:pt x="15" y="25"/>
                </a:cubicBezTo>
                <a:cubicBezTo>
                  <a:pt x="16" y="25"/>
                  <a:pt x="17" y="25"/>
                  <a:pt x="18" y="25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0"/>
                  <a:pt x="23" y="20"/>
                  <a:pt x="23" y="20"/>
                </a:cubicBezTo>
                <a:cubicBezTo>
                  <a:pt x="23" y="19"/>
                  <a:pt x="24" y="19"/>
                  <a:pt x="25" y="19"/>
                </a:cubicBezTo>
                <a:cubicBezTo>
                  <a:pt x="26" y="19"/>
                  <a:pt x="27" y="19"/>
                  <a:pt x="27" y="20"/>
                </a:cubicBezTo>
                <a:cubicBezTo>
                  <a:pt x="27" y="30"/>
                  <a:pt x="27" y="30"/>
                  <a:pt x="27" y="30"/>
                </a:cubicBezTo>
                <a:cubicBezTo>
                  <a:pt x="32" y="25"/>
                  <a:pt x="32" y="25"/>
                  <a:pt x="32" y="25"/>
                </a:cubicBezTo>
                <a:close/>
                <a:moveTo>
                  <a:pt x="43" y="6"/>
                </a:move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5" y="7"/>
                  <a:pt x="45" y="8"/>
                </a:cubicBezTo>
                <a:cubicBezTo>
                  <a:pt x="45" y="9"/>
                  <a:pt x="44" y="10"/>
                  <a:pt x="43" y="10"/>
                </a:cubicBezTo>
                <a:cubicBezTo>
                  <a:pt x="42" y="10"/>
                  <a:pt x="41" y="9"/>
                  <a:pt x="41" y="8"/>
                </a:cubicBezTo>
                <a:cubicBezTo>
                  <a:pt x="41" y="7"/>
                  <a:pt x="42" y="6"/>
                  <a:pt x="43" y="6"/>
                </a:cubicBezTo>
                <a:close/>
                <a:moveTo>
                  <a:pt x="38" y="6"/>
                </a:moveTo>
                <a:cubicBezTo>
                  <a:pt x="38" y="6"/>
                  <a:pt x="38" y="6"/>
                  <a:pt x="38" y="6"/>
                </a:cubicBezTo>
                <a:cubicBezTo>
                  <a:pt x="39" y="6"/>
                  <a:pt x="40" y="7"/>
                  <a:pt x="40" y="8"/>
                </a:cubicBezTo>
                <a:cubicBezTo>
                  <a:pt x="40" y="9"/>
                  <a:pt x="39" y="10"/>
                  <a:pt x="38" y="10"/>
                </a:cubicBezTo>
                <a:cubicBezTo>
                  <a:pt x="37" y="10"/>
                  <a:pt x="36" y="9"/>
                  <a:pt x="36" y="8"/>
                </a:cubicBezTo>
                <a:cubicBezTo>
                  <a:pt x="36" y="7"/>
                  <a:pt x="37" y="6"/>
                  <a:pt x="38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5" y="7"/>
                  <a:pt x="35" y="8"/>
                </a:cubicBezTo>
                <a:cubicBezTo>
                  <a:pt x="35" y="9"/>
                  <a:pt x="35" y="10"/>
                  <a:pt x="34" y="10"/>
                </a:cubicBezTo>
                <a:cubicBezTo>
                  <a:pt x="32" y="10"/>
                  <a:pt x="32" y="9"/>
                  <a:pt x="32" y="8"/>
                </a:cubicBezTo>
                <a:cubicBezTo>
                  <a:pt x="32" y="7"/>
                  <a:pt x="32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46" y="15"/>
                </a:moveTo>
                <a:cubicBezTo>
                  <a:pt x="46" y="15"/>
                  <a:pt x="46" y="15"/>
                  <a:pt x="46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41"/>
                  <a:pt x="4" y="41"/>
                  <a:pt x="4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15"/>
                  <a:pt x="46" y="15"/>
                  <a:pt x="46" y="1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05" name="Freeform 339">
            <a:extLst>
              <a:ext uri="{FF2B5EF4-FFF2-40B4-BE49-F238E27FC236}">
                <a16:creationId xmlns:a16="http://schemas.microsoft.com/office/drawing/2014/main" id="{19503448-0984-28FC-3054-AF3D7325BF8C}"/>
              </a:ext>
            </a:extLst>
          </p:cNvPr>
          <p:cNvSpPr>
            <a:spLocks noEditPoints="1"/>
          </p:cNvSpPr>
          <p:nvPr/>
        </p:nvSpPr>
        <p:spPr bwMode="auto">
          <a:xfrm>
            <a:off x="8038501" y="5656181"/>
            <a:ext cx="228600" cy="190500"/>
          </a:xfrm>
          <a:custGeom>
            <a:avLst/>
            <a:gdLst>
              <a:gd name="T0" fmla="*/ 6350 w 54"/>
              <a:gd name="T1" fmla="*/ 0 h 45"/>
              <a:gd name="T2" fmla="*/ 152400 w 54"/>
              <a:gd name="T3" fmla="*/ 0 h 45"/>
              <a:gd name="T4" fmla="*/ 158750 w 54"/>
              <a:gd name="T5" fmla="*/ 6350 h 45"/>
              <a:gd name="T6" fmla="*/ 158750 w 54"/>
              <a:gd name="T7" fmla="*/ 6350 h 45"/>
              <a:gd name="T8" fmla="*/ 158750 w 54"/>
              <a:gd name="T9" fmla="*/ 53975 h 45"/>
              <a:gd name="T10" fmla="*/ 152400 w 54"/>
              <a:gd name="T11" fmla="*/ 60325 h 45"/>
              <a:gd name="T12" fmla="*/ 146050 w 54"/>
              <a:gd name="T13" fmla="*/ 53975 h 45"/>
              <a:gd name="T14" fmla="*/ 146050 w 54"/>
              <a:gd name="T15" fmla="*/ 47625 h 45"/>
              <a:gd name="T16" fmla="*/ 12700 w 54"/>
              <a:gd name="T17" fmla="*/ 47625 h 45"/>
              <a:gd name="T18" fmla="*/ 12700 w 54"/>
              <a:gd name="T19" fmla="*/ 130175 h 45"/>
              <a:gd name="T20" fmla="*/ 146050 w 54"/>
              <a:gd name="T21" fmla="*/ 130175 h 45"/>
              <a:gd name="T22" fmla="*/ 146050 w 54"/>
              <a:gd name="T23" fmla="*/ 123825 h 45"/>
              <a:gd name="T24" fmla="*/ 152400 w 54"/>
              <a:gd name="T25" fmla="*/ 117475 h 45"/>
              <a:gd name="T26" fmla="*/ 158750 w 54"/>
              <a:gd name="T27" fmla="*/ 123825 h 45"/>
              <a:gd name="T28" fmla="*/ 158750 w 54"/>
              <a:gd name="T29" fmla="*/ 136525 h 45"/>
              <a:gd name="T30" fmla="*/ 152400 w 54"/>
              <a:gd name="T31" fmla="*/ 142875 h 45"/>
              <a:gd name="T32" fmla="*/ 152400 w 54"/>
              <a:gd name="T33" fmla="*/ 142875 h 45"/>
              <a:gd name="T34" fmla="*/ 6350 w 54"/>
              <a:gd name="T35" fmla="*/ 142875 h 45"/>
              <a:gd name="T36" fmla="*/ 0 w 54"/>
              <a:gd name="T37" fmla="*/ 136525 h 45"/>
              <a:gd name="T38" fmla="*/ 0 w 54"/>
              <a:gd name="T39" fmla="*/ 136525 h 45"/>
              <a:gd name="T40" fmla="*/ 0 w 54"/>
              <a:gd name="T41" fmla="*/ 6350 h 45"/>
              <a:gd name="T42" fmla="*/ 6350 w 54"/>
              <a:gd name="T43" fmla="*/ 0 h 45"/>
              <a:gd name="T44" fmla="*/ 133350 w 54"/>
              <a:gd name="T45" fmla="*/ 66675 h 45"/>
              <a:gd name="T46" fmla="*/ 133350 w 54"/>
              <a:gd name="T47" fmla="*/ 66675 h 45"/>
              <a:gd name="T48" fmla="*/ 133350 w 54"/>
              <a:gd name="T49" fmla="*/ 57150 h 45"/>
              <a:gd name="T50" fmla="*/ 142875 w 54"/>
              <a:gd name="T51" fmla="*/ 57150 h 45"/>
              <a:gd name="T52" fmla="*/ 168275 w 54"/>
              <a:gd name="T53" fmla="*/ 82550 h 45"/>
              <a:gd name="T54" fmla="*/ 168275 w 54"/>
              <a:gd name="T55" fmla="*/ 92075 h 45"/>
              <a:gd name="T56" fmla="*/ 168275 w 54"/>
              <a:gd name="T57" fmla="*/ 92075 h 45"/>
              <a:gd name="T58" fmla="*/ 142875 w 54"/>
              <a:gd name="T59" fmla="*/ 117475 h 45"/>
              <a:gd name="T60" fmla="*/ 133350 w 54"/>
              <a:gd name="T61" fmla="*/ 117475 h 45"/>
              <a:gd name="T62" fmla="*/ 133350 w 54"/>
              <a:gd name="T63" fmla="*/ 111125 h 45"/>
              <a:gd name="T64" fmla="*/ 149225 w 54"/>
              <a:gd name="T65" fmla="*/ 95250 h 45"/>
              <a:gd name="T66" fmla="*/ 117475 w 54"/>
              <a:gd name="T67" fmla="*/ 95250 h 45"/>
              <a:gd name="T68" fmla="*/ 111125 w 54"/>
              <a:gd name="T69" fmla="*/ 88900 h 45"/>
              <a:gd name="T70" fmla="*/ 117475 w 54"/>
              <a:gd name="T71" fmla="*/ 82550 h 45"/>
              <a:gd name="T72" fmla="*/ 149225 w 54"/>
              <a:gd name="T73" fmla="*/ 82550 h 45"/>
              <a:gd name="T74" fmla="*/ 133350 w 54"/>
              <a:gd name="T75" fmla="*/ 66675 h 45"/>
              <a:gd name="T76" fmla="*/ 136525 w 54"/>
              <a:gd name="T77" fmla="*/ 19050 h 45"/>
              <a:gd name="T78" fmla="*/ 136525 w 54"/>
              <a:gd name="T79" fmla="*/ 19050 h 45"/>
              <a:gd name="T80" fmla="*/ 142875 w 54"/>
              <a:gd name="T81" fmla="*/ 25400 h 45"/>
              <a:gd name="T82" fmla="*/ 136525 w 54"/>
              <a:gd name="T83" fmla="*/ 31750 h 45"/>
              <a:gd name="T84" fmla="*/ 130175 w 54"/>
              <a:gd name="T85" fmla="*/ 25400 h 45"/>
              <a:gd name="T86" fmla="*/ 136525 w 54"/>
              <a:gd name="T87" fmla="*/ 19050 h 45"/>
              <a:gd name="T88" fmla="*/ 123825 w 54"/>
              <a:gd name="T89" fmla="*/ 19050 h 45"/>
              <a:gd name="T90" fmla="*/ 123825 w 54"/>
              <a:gd name="T91" fmla="*/ 19050 h 45"/>
              <a:gd name="T92" fmla="*/ 127000 w 54"/>
              <a:gd name="T93" fmla="*/ 25400 h 45"/>
              <a:gd name="T94" fmla="*/ 123825 w 54"/>
              <a:gd name="T95" fmla="*/ 31750 h 45"/>
              <a:gd name="T96" fmla="*/ 117475 w 54"/>
              <a:gd name="T97" fmla="*/ 25400 h 45"/>
              <a:gd name="T98" fmla="*/ 123825 w 54"/>
              <a:gd name="T99" fmla="*/ 19050 h 45"/>
              <a:gd name="T100" fmla="*/ 107950 w 54"/>
              <a:gd name="T101" fmla="*/ 19050 h 45"/>
              <a:gd name="T102" fmla="*/ 107950 w 54"/>
              <a:gd name="T103" fmla="*/ 19050 h 45"/>
              <a:gd name="T104" fmla="*/ 114300 w 54"/>
              <a:gd name="T105" fmla="*/ 25400 h 45"/>
              <a:gd name="T106" fmla="*/ 107950 w 54"/>
              <a:gd name="T107" fmla="*/ 31750 h 45"/>
              <a:gd name="T108" fmla="*/ 101600 w 54"/>
              <a:gd name="T109" fmla="*/ 25400 h 45"/>
              <a:gd name="T110" fmla="*/ 107950 w 54"/>
              <a:gd name="T111" fmla="*/ 19050 h 45"/>
              <a:gd name="T112" fmla="*/ 12700 w 54"/>
              <a:gd name="T113" fmla="*/ 38100 h 45"/>
              <a:gd name="T114" fmla="*/ 12700 w 54"/>
              <a:gd name="T115" fmla="*/ 38100 h 45"/>
              <a:gd name="T116" fmla="*/ 146050 w 54"/>
              <a:gd name="T117" fmla="*/ 38100 h 45"/>
              <a:gd name="T118" fmla="*/ 146050 w 54"/>
              <a:gd name="T119" fmla="*/ 12700 h 45"/>
              <a:gd name="T120" fmla="*/ 12700 w 54"/>
              <a:gd name="T121" fmla="*/ 12700 h 45"/>
              <a:gd name="T122" fmla="*/ 12700 w 54"/>
              <a:gd name="T123" fmla="*/ 38100 h 4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4" h="45">
                <a:moveTo>
                  <a:pt x="2" y="0"/>
                </a:move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8"/>
                  <a:pt x="49" y="19"/>
                  <a:pt x="48" y="19"/>
                </a:cubicBezTo>
                <a:cubicBezTo>
                  <a:pt x="47" y="19"/>
                  <a:pt x="46" y="18"/>
                  <a:pt x="46" y="17"/>
                </a:cubicBezTo>
                <a:cubicBezTo>
                  <a:pt x="46" y="15"/>
                  <a:pt x="46" y="15"/>
                  <a:pt x="46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41"/>
                  <a:pt x="4" y="41"/>
                  <a:pt x="4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39"/>
                  <a:pt x="46" y="39"/>
                  <a:pt x="46" y="39"/>
                </a:cubicBezTo>
                <a:cubicBezTo>
                  <a:pt x="46" y="38"/>
                  <a:pt x="47" y="37"/>
                  <a:pt x="48" y="37"/>
                </a:cubicBezTo>
                <a:cubicBezTo>
                  <a:pt x="49" y="37"/>
                  <a:pt x="50" y="38"/>
                  <a:pt x="50" y="39"/>
                </a:cubicBezTo>
                <a:cubicBezTo>
                  <a:pt x="50" y="43"/>
                  <a:pt x="50" y="43"/>
                  <a:pt x="50" y="43"/>
                </a:cubicBezTo>
                <a:cubicBezTo>
                  <a:pt x="50" y="44"/>
                  <a:pt x="49" y="45"/>
                  <a:pt x="48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2" y="21"/>
                </a:moveTo>
                <a:cubicBezTo>
                  <a:pt x="42" y="21"/>
                  <a:pt x="42" y="21"/>
                  <a:pt x="42" y="21"/>
                </a:cubicBezTo>
                <a:cubicBezTo>
                  <a:pt x="41" y="20"/>
                  <a:pt x="41" y="19"/>
                  <a:pt x="42" y="18"/>
                </a:cubicBezTo>
                <a:cubicBezTo>
                  <a:pt x="43" y="17"/>
                  <a:pt x="44" y="17"/>
                  <a:pt x="45" y="18"/>
                </a:cubicBezTo>
                <a:cubicBezTo>
                  <a:pt x="53" y="26"/>
                  <a:pt x="53" y="26"/>
                  <a:pt x="53" y="26"/>
                </a:cubicBezTo>
                <a:cubicBezTo>
                  <a:pt x="54" y="27"/>
                  <a:pt x="54" y="28"/>
                  <a:pt x="53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45" y="37"/>
                  <a:pt x="45" y="37"/>
                  <a:pt x="45" y="37"/>
                </a:cubicBezTo>
                <a:cubicBezTo>
                  <a:pt x="44" y="38"/>
                  <a:pt x="43" y="38"/>
                  <a:pt x="42" y="37"/>
                </a:cubicBezTo>
                <a:cubicBezTo>
                  <a:pt x="41" y="37"/>
                  <a:pt x="41" y="35"/>
                  <a:pt x="42" y="35"/>
                </a:cubicBezTo>
                <a:cubicBezTo>
                  <a:pt x="47" y="30"/>
                  <a:pt x="47" y="30"/>
                  <a:pt x="4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6" y="30"/>
                  <a:pt x="35" y="29"/>
                  <a:pt x="35" y="28"/>
                </a:cubicBezTo>
                <a:cubicBezTo>
                  <a:pt x="35" y="27"/>
                  <a:pt x="36" y="26"/>
                  <a:pt x="37" y="26"/>
                </a:cubicBezTo>
                <a:cubicBezTo>
                  <a:pt x="47" y="26"/>
                  <a:pt x="47" y="26"/>
                  <a:pt x="47" y="26"/>
                </a:cubicBezTo>
                <a:cubicBezTo>
                  <a:pt x="42" y="21"/>
                  <a:pt x="42" y="21"/>
                  <a:pt x="42" y="21"/>
                </a:cubicBezTo>
                <a:close/>
                <a:moveTo>
                  <a:pt x="43" y="6"/>
                </a:move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5" y="7"/>
                  <a:pt x="45" y="8"/>
                </a:cubicBezTo>
                <a:cubicBezTo>
                  <a:pt x="45" y="9"/>
                  <a:pt x="44" y="10"/>
                  <a:pt x="43" y="10"/>
                </a:cubicBezTo>
                <a:cubicBezTo>
                  <a:pt x="42" y="10"/>
                  <a:pt x="41" y="9"/>
                  <a:pt x="41" y="8"/>
                </a:cubicBezTo>
                <a:cubicBezTo>
                  <a:pt x="41" y="7"/>
                  <a:pt x="42" y="6"/>
                  <a:pt x="43" y="6"/>
                </a:cubicBezTo>
                <a:close/>
                <a:moveTo>
                  <a:pt x="39" y="6"/>
                </a:moveTo>
                <a:cubicBezTo>
                  <a:pt x="39" y="6"/>
                  <a:pt x="39" y="6"/>
                  <a:pt x="39" y="6"/>
                </a:cubicBezTo>
                <a:cubicBezTo>
                  <a:pt x="40" y="6"/>
                  <a:pt x="40" y="7"/>
                  <a:pt x="40" y="8"/>
                </a:cubicBezTo>
                <a:cubicBezTo>
                  <a:pt x="40" y="9"/>
                  <a:pt x="40" y="10"/>
                  <a:pt x="39" y="10"/>
                </a:cubicBezTo>
                <a:cubicBezTo>
                  <a:pt x="37" y="10"/>
                  <a:pt x="37" y="9"/>
                  <a:pt x="37" y="8"/>
                </a:cubicBezTo>
                <a:cubicBezTo>
                  <a:pt x="37" y="7"/>
                  <a:pt x="37" y="6"/>
                  <a:pt x="39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7"/>
                  <a:pt x="36" y="8"/>
                </a:cubicBezTo>
                <a:cubicBezTo>
                  <a:pt x="36" y="9"/>
                  <a:pt x="35" y="10"/>
                  <a:pt x="34" y="10"/>
                </a:cubicBezTo>
                <a:cubicBezTo>
                  <a:pt x="33" y="10"/>
                  <a:pt x="32" y="9"/>
                  <a:pt x="32" y="8"/>
                </a:cubicBezTo>
                <a:cubicBezTo>
                  <a:pt x="32" y="7"/>
                  <a:pt x="33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06" name="Freeform 340">
            <a:extLst>
              <a:ext uri="{FF2B5EF4-FFF2-40B4-BE49-F238E27FC236}">
                <a16:creationId xmlns:a16="http://schemas.microsoft.com/office/drawing/2014/main" id="{6FC2E459-1961-6F93-A2FE-BE5D1329CE9D}"/>
              </a:ext>
            </a:extLst>
          </p:cNvPr>
          <p:cNvSpPr>
            <a:spLocks noEditPoints="1"/>
          </p:cNvSpPr>
          <p:nvPr/>
        </p:nvSpPr>
        <p:spPr bwMode="auto">
          <a:xfrm>
            <a:off x="8789918" y="5254014"/>
            <a:ext cx="211667" cy="186267"/>
          </a:xfrm>
          <a:custGeom>
            <a:avLst/>
            <a:gdLst>
              <a:gd name="T0" fmla="*/ 6350 w 50"/>
              <a:gd name="T1" fmla="*/ 0 h 44"/>
              <a:gd name="T2" fmla="*/ 158750 w 50"/>
              <a:gd name="T3" fmla="*/ 6350 h 44"/>
              <a:gd name="T4" fmla="*/ 158750 w 50"/>
              <a:gd name="T5" fmla="*/ 133350 h 44"/>
              <a:gd name="T6" fmla="*/ 152400 w 50"/>
              <a:gd name="T7" fmla="*/ 139700 h 44"/>
              <a:gd name="T8" fmla="*/ 0 w 50"/>
              <a:gd name="T9" fmla="*/ 133350 h 44"/>
              <a:gd name="T10" fmla="*/ 0 w 50"/>
              <a:gd name="T11" fmla="*/ 6350 h 44"/>
              <a:gd name="T12" fmla="*/ 60325 w 50"/>
              <a:gd name="T13" fmla="*/ 98425 h 44"/>
              <a:gd name="T14" fmla="*/ 63500 w 50"/>
              <a:gd name="T15" fmla="*/ 101600 h 44"/>
              <a:gd name="T16" fmla="*/ 31750 w 50"/>
              <a:gd name="T17" fmla="*/ 88900 h 44"/>
              <a:gd name="T18" fmla="*/ 31750 w 50"/>
              <a:gd name="T19" fmla="*/ 82550 h 44"/>
              <a:gd name="T20" fmla="*/ 63500 w 50"/>
              <a:gd name="T21" fmla="*/ 69850 h 44"/>
              <a:gd name="T22" fmla="*/ 41275 w 50"/>
              <a:gd name="T23" fmla="*/ 85725 h 44"/>
              <a:gd name="T24" fmla="*/ 98425 w 50"/>
              <a:gd name="T25" fmla="*/ 104775 h 44"/>
              <a:gd name="T26" fmla="*/ 92075 w 50"/>
              <a:gd name="T27" fmla="*/ 101600 h 44"/>
              <a:gd name="T28" fmla="*/ 117475 w 50"/>
              <a:gd name="T29" fmla="*/ 85725 h 44"/>
              <a:gd name="T30" fmla="*/ 92075 w 50"/>
              <a:gd name="T31" fmla="*/ 69850 h 44"/>
              <a:gd name="T32" fmla="*/ 127000 w 50"/>
              <a:gd name="T33" fmla="*/ 82550 h 44"/>
              <a:gd name="T34" fmla="*/ 127000 w 50"/>
              <a:gd name="T35" fmla="*/ 88900 h 44"/>
              <a:gd name="T36" fmla="*/ 85725 w 50"/>
              <a:gd name="T37" fmla="*/ 63500 h 44"/>
              <a:gd name="T38" fmla="*/ 88900 w 50"/>
              <a:gd name="T39" fmla="*/ 60325 h 44"/>
              <a:gd name="T40" fmla="*/ 69850 w 50"/>
              <a:gd name="T41" fmla="*/ 107950 h 44"/>
              <a:gd name="T42" fmla="*/ 63500 w 50"/>
              <a:gd name="T43" fmla="*/ 104775 h 44"/>
              <a:gd name="T44" fmla="*/ 136525 w 50"/>
              <a:gd name="T45" fmla="*/ 19050 h 44"/>
              <a:gd name="T46" fmla="*/ 142875 w 50"/>
              <a:gd name="T47" fmla="*/ 25400 h 44"/>
              <a:gd name="T48" fmla="*/ 130175 w 50"/>
              <a:gd name="T49" fmla="*/ 25400 h 44"/>
              <a:gd name="T50" fmla="*/ 120650 w 50"/>
              <a:gd name="T51" fmla="*/ 19050 h 44"/>
              <a:gd name="T52" fmla="*/ 127000 w 50"/>
              <a:gd name="T53" fmla="*/ 25400 h 44"/>
              <a:gd name="T54" fmla="*/ 114300 w 50"/>
              <a:gd name="T55" fmla="*/ 25400 h 44"/>
              <a:gd name="T56" fmla="*/ 104775 w 50"/>
              <a:gd name="T57" fmla="*/ 19050 h 44"/>
              <a:gd name="T58" fmla="*/ 111125 w 50"/>
              <a:gd name="T59" fmla="*/ 25400 h 44"/>
              <a:gd name="T60" fmla="*/ 98425 w 50"/>
              <a:gd name="T61" fmla="*/ 25400 h 44"/>
              <a:gd name="T62" fmla="*/ 9525 w 50"/>
              <a:gd name="T63" fmla="*/ 38100 h 44"/>
              <a:gd name="T64" fmla="*/ 146050 w 50"/>
              <a:gd name="T65" fmla="*/ 38100 h 44"/>
              <a:gd name="T66" fmla="*/ 9525 w 50"/>
              <a:gd name="T67" fmla="*/ 12700 h 44"/>
              <a:gd name="T68" fmla="*/ 146050 w 50"/>
              <a:gd name="T69" fmla="*/ 44450 h 44"/>
              <a:gd name="T70" fmla="*/ 9525 w 50"/>
              <a:gd name="T71" fmla="*/ 44450 h 44"/>
              <a:gd name="T72" fmla="*/ 146050 w 50"/>
              <a:gd name="T73" fmla="*/ 127000 h 44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0" h="44">
                <a:moveTo>
                  <a:pt x="1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49" y="44"/>
                  <a:pt x="48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lose/>
                <a:moveTo>
                  <a:pt x="19" y="31"/>
                </a:moveTo>
                <a:cubicBezTo>
                  <a:pt x="19" y="31"/>
                  <a:pt x="19" y="31"/>
                  <a:pt x="19" y="31"/>
                </a:cubicBezTo>
                <a:cubicBezTo>
                  <a:pt x="20" y="31"/>
                  <a:pt x="20" y="32"/>
                  <a:pt x="20" y="32"/>
                </a:cubicBezTo>
                <a:cubicBezTo>
                  <a:pt x="20" y="33"/>
                  <a:pt x="19" y="33"/>
                  <a:pt x="18" y="33"/>
                </a:cubicBezTo>
                <a:cubicBezTo>
                  <a:pt x="10" y="28"/>
                  <a:pt x="10" y="28"/>
                  <a:pt x="10" y="28"/>
                </a:cubicBezTo>
                <a:cubicBezTo>
                  <a:pt x="9" y="28"/>
                  <a:pt x="9" y="27"/>
                  <a:pt x="9" y="26"/>
                </a:cubicBezTo>
                <a:cubicBezTo>
                  <a:pt x="9" y="26"/>
                  <a:pt x="10" y="26"/>
                  <a:pt x="10" y="26"/>
                </a:cubicBezTo>
                <a:cubicBezTo>
                  <a:pt x="18" y="21"/>
                  <a:pt x="18" y="21"/>
                  <a:pt x="18" y="21"/>
                </a:cubicBezTo>
                <a:cubicBezTo>
                  <a:pt x="19" y="21"/>
                  <a:pt x="20" y="21"/>
                  <a:pt x="20" y="22"/>
                </a:cubicBezTo>
                <a:cubicBezTo>
                  <a:pt x="20" y="22"/>
                  <a:pt x="20" y="23"/>
                  <a:pt x="19" y="23"/>
                </a:cubicBezTo>
                <a:cubicBezTo>
                  <a:pt x="13" y="27"/>
                  <a:pt x="13" y="27"/>
                  <a:pt x="13" y="27"/>
                </a:cubicBezTo>
                <a:cubicBezTo>
                  <a:pt x="19" y="31"/>
                  <a:pt x="19" y="31"/>
                  <a:pt x="19" y="31"/>
                </a:cubicBezTo>
                <a:close/>
                <a:moveTo>
                  <a:pt x="31" y="33"/>
                </a:moveTo>
                <a:cubicBezTo>
                  <a:pt x="31" y="33"/>
                  <a:pt x="31" y="33"/>
                  <a:pt x="31" y="33"/>
                </a:cubicBezTo>
                <a:cubicBezTo>
                  <a:pt x="30" y="33"/>
                  <a:pt x="30" y="33"/>
                  <a:pt x="29" y="32"/>
                </a:cubicBezTo>
                <a:cubicBezTo>
                  <a:pt x="29" y="32"/>
                  <a:pt x="29" y="31"/>
                  <a:pt x="30" y="31"/>
                </a:cubicBezTo>
                <a:cubicBezTo>
                  <a:pt x="37" y="27"/>
                  <a:pt x="37" y="27"/>
                  <a:pt x="37" y="27"/>
                </a:cubicBezTo>
                <a:cubicBezTo>
                  <a:pt x="30" y="23"/>
                  <a:pt x="30" y="23"/>
                  <a:pt x="30" y="23"/>
                </a:cubicBezTo>
                <a:cubicBezTo>
                  <a:pt x="29" y="23"/>
                  <a:pt x="29" y="22"/>
                  <a:pt x="29" y="22"/>
                </a:cubicBezTo>
                <a:cubicBezTo>
                  <a:pt x="30" y="21"/>
                  <a:pt x="30" y="21"/>
                  <a:pt x="31" y="21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27"/>
                  <a:pt x="40" y="28"/>
                  <a:pt x="40" y="28"/>
                </a:cubicBezTo>
                <a:cubicBezTo>
                  <a:pt x="31" y="33"/>
                  <a:pt x="31" y="33"/>
                  <a:pt x="31" y="33"/>
                </a:cubicBezTo>
                <a:close/>
                <a:moveTo>
                  <a:pt x="27" y="20"/>
                </a:moveTo>
                <a:cubicBezTo>
                  <a:pt x="27" y="20"/>
                  <a:pt x="27" y="20"/>
                  <a:pt x="27" y="20"/>
                </a:cubicBezTo>
                <a:cubicBezTo>
                  <a:pt x="27" y="19"/>
                  <a:pt x="28" y="19"/>
                  <a:pt x="28" y="19"/>
                </a:cubicBezTo>
                <a:cubicBezTo>
                  <a:pt x="29" y="19"/>
                  <a:pt x="29" y="20"/>
                  <a:pt x="29" y="21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5"/>
                  <a:pt x="21" y="35"/>
                  <a:pt x="21" y="35"/>
                </a:cubicBezTo>
                <a:cubicBezTo>
                  <a:pt x="20" y="35"/>
                  <a:pt x="20" y="34"/>
                  <a:pt x="20" y="33"/>
                </a:cubicBezTo>
                <a:cubicBezTo>
                  <a:pt x="27" y="20"/>
                  <a:pt x="27" y="20"/>
                  <a:pt x="27" y="20"/>
                </a:cubicBezTo>
                <a:close/>
                <a:moveTo>
                  <a:pt x="43" y="6"/>
                </a:move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5" y="6"/>
                  <a:pt x="45" y="8"/>
                </a:cubicBezTo>
                <a:cubicBezTo>
                  <a:pt x="45" y="9"/>
                  <a:pt x="44" y="9"/>
                  <a:pt x="43" y="9"/>
                </a:cubicBezTo>
                <a:cubicBezTo>
                  <a:pt x="42" y="9"/>
                  <a:pt x="41" y="9"/>
                  <a:pt x="41" y="8"/>
                </a:cubicBezTo>
                <a:cubicBezTo>
                  <a:pt x="41" y="6"/>
                  <a:pt x="42" y="6"/>
                  <a:pt x="43" y="6"/>
                </a:cubicBezTo>
                <a:close/>
                <a:moveTo>
                  <a:pt x="38" y="6"/>
                </a:moveTo>
                <a:cubicBezTo>
                  <a:pt x="38" y="6"/>
                  <a:pt x="38" y="6"/>
                  <a:pt x="38" y="6"/>
                </a:cubicBezTo>
                <a:cubicBezTo>
                  <a:pt x="39" y="6"/>
                  <a:pt x="40" y="6"/>
                  <a:pt x="40" y="8"/>
                </a:cubicBezTo>
                <a:cubicBezTo>
                  <a:pt x="40" y="9"/>
                  <a:pt x="39" y="9"/>
                  <a:pt x="38" y="9"/>
                </a:cubicBezTo>
                <a:cubicBezTo>
                  <a:pt x="37" y="9"/>
                  <a:pt x="36" y="9"/>
                  <a:pt x="36" y="8"/>
                </a:cubicBezTo>
                <a:cubicBezTo>
                  <a:pt x="36" y="6"/>
                  <a:pt x="37" y="6"/>
                  <a:pt x="38" y="6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4" y="6"/>
                  <a:pt x="35" y="6"/>
                  <a:pt x="35" y="8"/>
                </a:cubicBezTo>
                <a:cubicBezTo>
                  <a:pt x="35" y="9"/>
                  <a:pt x="34" y="9"/>
                  <a:pt x="33" y="9"/>
                </a:cubicBezTo>
                <a:cubicBezTo>
                  <a:pt x="32" y="9"/>
                  <a:pt x="31" y="9"/>
                  <a:pt x="31" y="8"/>
                </a:cubicBezTo>
                <a:cubicBezTo>
                  <a:pt x="31" y="6"/>
                  <a:pt x="32" y="6"/>
                  <a:pt x="33" y="6"/>
                </a:cubicBezTo>
                <a:close/>
                <a:moveTo>
                  <a:pt x="3" y="12"/>
                </a:moveTo>
                <a:cubicBezTo>
                  <a:pt x="3" y="12"/>
                  <a:pt x="3" y="12"/>
                  <a:pt x="3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4"/>
                  <a:pt x="46" y="4"/>
                  <a:pt x="46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12"/>
                  <a:pt x="3" y="12"/>
                  <a:pt x="3" y="12"/>
                </a:cubicBezTo>
                <a:close/>
                <a:moveTo>
                  <a:pt x="46" y="14"/>
                </a:moveTo>
                <a:cubicBezTo>
                  <a:pt x="46" y="14"/>
                  <a:pt x="46" y="14"/>
                  <a:pt x="46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3" y="40"/>
                  <a:pt x="3" y="40"/>
                  <a:pt x="3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14"/>
                  <a:pt x="46" y="14"/>
                  <a:pt x="46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07" name="Freeform 341">
            <a:extLst>
              <a:ext uri="{FF2B5EF4-FFF2-40B4-BE49-F238E27FC236}">
                <a16:creationId xmlns:a16="http://schemas.microsoft.com/office/drawing/2014/main" id="{E649B621-E7A1-C7B8-FFCD-1C3E7B8BA207}"/>
              </a:ext>
            </a:extLst>
          </p:cNvPr>
          <p:cNvSpPr>
            <a:spLocks noEditPoints="1"/>
          </p:cNvSpPr>
          <p:nvPr/>
        </p:nvSpPr>
        <p:spPr bwMode="auto">
          <a:xfrm>
            <a:off x="3898301" y="5656181"/>
            <a:ext cx="211667" cy="190500"/>
          </a:xfrm>
          <a:custGeom>
            <a:avLst/>
            <a:gdLst>
              <a:gd name="T0" fmla="*/ 139700 w 50"/>
              <a:gd name="T1" fmla="*/ 0 h 45"/>
              <a:gd name="T2" fmla="*/ 158750 w 50"/>
              <a:gd name="T3" fmla="*/ 120650 h 45"/>
              <a:gd name="T4" fmla="*/ 22225 w 50"/>
              <a:gd name="T5" fmla="*/ 142875 h 45"/>
              <a:gd name="T6" fmla="*/ 0 w 50"/>
              <a:gd name="T7" fmla="*/ 22225 h 45"/>
              <a:gd name="T8" fmla="*/ 34925 w 50"/>
              <a:gd name="T9" fmla="*/ 117475 h 45"/>
              <a:gd name="T10" fmla="*/ 31750 w 50"/>
              <a:gd name="T11" fmla="*/ 114300 h 45"/>
              <a:gd name="T12" fmla="*/ 88900 w 50"/>
              <a:gd name="T13" fmla="*/ 111125 h 45"/>
              <a:gd name="T14" fmla="*/ 101600 w 50"/>
              <a:gd name="T15" fmla="*/ 101600 h 45"/>
              <a:gd name="T16" fmla="*/ 111125 w 50"/>
              <a:gd name="T17" fmla="*/ 111125 h 45"/>
              <a:gd name="T18" fmla="*/ 130175 w 50"/>
              <a:gd name="T19" fmla="*/ 114300 h 45"/>
              <a:gd name="T20" fmla="*/ 111125 w 50"/>
              <a:gd name="T21" fmla="*/ 117475 h 45"/>
              <a:gd name="T22" fmla="*/ 101600 w 50"/>
              <a:gd name="T23" fmla="*/ 123825 h 45"/>
              <a:gd name="T24" fmla="*/ 92075 w 50"/>
              <a:gd name="T25" fmla="*/ 120650 h 45"/>
              <a:gd name="T26" fmla="*/ 34925 w 50"/>
              <a:gd name="T27" fmla="*/ 117475 h 45"/>
              <a:gd name="T28" fmla="*/ 63500 w 50"/>
              <a:gd name="T29" fmla="*/ 31750 h 45"/>
              <a:gd name="T30" fmla="*/ 104775 w 50"/>
              <a:gd name="T31" fmla="*/ 63500 h 45"/>
              <a:gd name="T32" fmla="*/ 82550 w 50"/>
              <a:gd name="T33" fmla="*/ 79375 h 45"/>
              <a:gd name="T34" fmla="*/ 53975 w 50"/>
              <a:gd name="T35" fmla="*/ 85725 h 45"/>
              <a:gd name="T36" fmla="*/ 53975 w 50"/>
              <a:gd name="T37" fmla="*/ 38100 h 45"/>
              <a:gd name="T38" fmla="*/ 63500 w 50"/>
              <a:gd name="T39" fmla="*/ 31750 h 45"/>
              <a:gd name="T40" fmla="*/ 66675 w 50"/>
              <a:gd name="T41" fmla="*/ 47625 h 45"/>
              <a:gd name="T42" fmla="*/ 88900 w 50"/>
              <a:gd name="T43" fmla="*/ 60325 h 45"/>
              <a:gd name="T44" fmla="*/ 95250 w 50"/>
              <a:gd name="T45" fmla="*/ 114300 h 45"/>
              <a:gd name="T46" fmla="*/ 95250 w 50"/>
              <a:gd name="T47" fmla="*/ 114300 h 45"/>
              <a:gd name="T48" fmla="*/ 95250 w 50"/>
              <a:gd name="T49" fmla="*/ 114300 h 45"/>
              <a:gd name="T50" fmla="*/ 98425 w 50"/>
              <a:gd name="T51" fmla="*/ 117475 h 45"/>
              <a:gd name="T52" fmla="*/ 101600 w 50"/>
              <a:gd name="T53" fmla="*/ 117475 h 45"/>
              <a:gd name="T54" fmla="*/ 104775 w 50"/>
              <a:gd name="T55" fmla="*/ 114300 h 45"/>
              <a:gd name="T56" fmla="*/ 104775 w 50"/>
              <a:gd name="T57" fmla="*/ 114300 h 45"/>
              <a:gd name="T58" fmla="*/ 101600 w 50"/>
              <a:gd name="T59" fmla="*/ 111125 h 45"/>
              <a:gd name="T60" fmla="*/ 98425 w 50"/>
              <a:gd name="T61" fmla="*/ 111125 h 45"/>
              <a:gd name="T62" fmla="*/ 139700 w 50"/>
              <a:gd name="T63" fmla="*/ 12700 h 45"/>
              <a:gd name="T64" fmla="*/ 22225 w 50"/>
              <a:gd name="T65" fmla="*/ 12700 h 45"/>
              <a:gd name="T66" fmla="*/ 12700 w 50"/>
              <a:gd name="T67" fmla="*/ 120650 h 45"/>
              <a:gd name="T68" fmla="*/ 139700 w 50"/>
              <a:gd name="T69" fmla="*/ 130175 h 45"/>
              <a:gd name="T70" fmla="*/ 149225 w 50"/>
              <a:gd name="T71" fmla="*/ 22225 h 45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" h="45">
                <a:moveTo>
                  <a:pt x="7" y="0"/>
                </a:moveTo>
                <a:cubicBezTo>
                  <a:pt x="44" y="0"/>
                  <a:pt x="44" y="0"/>
                  <a:pt x="44" y="0"/>
                </a:cubicBezTo>
                <a:cubicBezTo>
                  <a:pt x="48" y="0"/>
                  <a:pt x="50" y="3"/>
                  <a:pt x="50" y="7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42"/>
                  <a:pt x="48" y="45"/>
                  <a:pt x="44" y="45"/>
                </a:cubicBezTo>
                <a:cubicBezTo>
                  <a:pt x="7" y="45"/>
                  <a:pt x="7" y="45"/>
                  <a:pt x="7" y="45"/>
                </a:cubicBezTo>
                <a:cubicBezTo>
                  <a:pt x="3" y="45"/>
                  <a:pt x="0" y="42"/>
                  <a:pt x="0" y="38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lose/>
                <a:moveTo>
                  <a:pt x="11" y="37"/>
                </a:moveTo>
                <a:cubicBezTo>
                  <a:pt x="11" y="37"/>
                  <a:pt x="11" y="37"/>
                  <a:pt x="11" y="37"/>
                </a:cubicBezTo>
                <a:cubicBezTo>
                  <a:pt x="10" y="37"/>
                  <a:pt x="10" y="36"/>
                  <a:pt x="10" y="36"/>
                </a:cubicBezTo>
                <a:cubicBezTo>
                  <a:pt x="10" y="35"/>
                  <a:pt x="10" y="35"/>
                  <a:pt x="11" y="35"/>
                </a:cubicBezTo>
                <a:cubicBezTo>
                  <a:pt x="28" y="35"/>
                  <a:pt x="28" y="35"/>
                  <a:pt x="28" y="35"/>
                </a:cubicBezTo>
                <a:cubicBezTo>
                  <a:pt x="28" y="34"/>
                  <a:pt x="29" y="34"/>
                  <a:pt x="29" y="33"/>
                </a:cubicBezTo>
                <a:cubicBezTo>
                  <a:pt x="30" y="33"/>
                  <a:pt x="31" y="32"/>
                  <a:pt x="32" y="32"/>
                </a:cubicBezTo>
                <a:cubicBezTo>
                  <a:pt x="32" y="32"/>
                  <a:pt x="33" y="33"/>
                  <a:pt x="34" y="33"/>
                </a:cubicBezTo>
                <a:cubicBezTo>
                  <a:pt x="34" y="34"/>
                  <a:pt x="35" y="34"/>
                  <a:pt x="35" y="35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5"/>
                  <a:pt x="41" y="35"/>
                  <a:pt x="41" y="36"/>
                </a:cubicBezTo>
                <a:cubicBezTo>
                  <a:pt x="41" y="36"/>
                  <a:pt x="40" y="37"/>
                  <a:pt x="40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4" y="38"/>
                  <a:pt x="34" y="38"/>
                </a:cubicBezTo>
                <a:cubicBezTo>
                  <a:pt x="33" y="39"/>
                  <a:pt x="32" y="39"/>
                  <a:pt x="32" y="39"/>
                </a:cubicBezTo>
                <a:cubicBezTo>
                  <a:pt x="31" y="39"/>
                  <a:pt x="30" y="39"/>
                  <a:pt x="29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8"/>
                  <a:pt x="28" y="37"/>
                  <a:pt x="28" y="37"/>
                </a:cubicBezTo>
                <a:cubicBezTo>
                  <a:pt x="11" y="37"/>
                  <a:pt x="11" y="37"/>
                  <a:pt x="11" y="37"/>
                </a:cubicBezTo>
                <a:close/>
                <a:moveTo>
                  <a:pt x="2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8"/>
                  <a:pt x="34" y="19"/>
                  <a:pt x="33" y="20"/>
                </a:cubicBezTo>
                <a:cubicBezTo>
                  <a:pt x="33" y="20"/>
                  <a:pt x="33" y="21"/>
                  <a:pt x="33" y="21"/>
                </a:cubicBezTo>
                <a:cubicBezTo>
                  <a:pt x="26" y="25"/>
                  <a:pt x="26" y="25"/>
                  <a:pt x="26" y="25"/>
                </a:cubicBezTo>
                <a:cubicBezTo>
                  <a:pt x="20" y="28"/>
                  <a:pt x="20" y="28"/>
                  <a:pt x="20" y="28"/>
                </a:cubicBezTo>
                <a:cubicBezTo>
                  <a:pt x="19" y="29"/>
                  <a:pt x="18" y="28"/>
                  <a:pt x="17" y="27"/>
                </a:cubicBezTo>
                <a:cubicBezTo>
                  <a:pt x="17" y="27"/>
                  <a:pt x="17" y="27"/>
                  <a:pt x="17" y="26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1"/>
                  <a:pt x="18" y="10"/>
                  <a:pt x="19" y="10"/>
                </a:cubicBezTo>
                <a:cubicBezTo>
                  <a:pt x="19" y="10"/>
                  <a:pt x="20" y="10"/>
                  <a:pt x="20" y="10"/>
                </a:cubicBezTo>
                <a:close/>
                <a:moveTo>
                  <a:pt x="21" y="15"/>
                </a:moveTo>
                <a:cubicBezTo>
                  <a:pt x="21" y="15"/>
                  <a:pt x="21" y="15"/>
                  <a:pt x="21" y="15"/>
                </a:cubicBezTo>
                <a:cubicBezTo>
                  <a:pt x="21" y="23"/>
                  <a:pt x="21" y="23"/>
                  <a:pt x="21" y="23"/>
                </a:cubicBezTo>
                <a:cubicBezTo>
                  <a:pt x="23" y="22"/>
                  <a:pt x="25" y="21"/>
                  <a:pt x="28" y="19"/>
                </a:cubicBezTo>
                <a:cubicBezTo>
                  <a:pt x="21" y="15"/>
                  <a:pt x="21" y="15"/>
                  <a:pt x="21" y="15"/>
                </a:cubicBezTo>
                <a:close/>
                <a:moveTo>
                  <a:pt x="30" y="36"/>
                </a:move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1" y="37"/>
                </a:cubicBezTo>
                <a:cubicBezTo>
                  <a:pt x="31" y="37"/>
                  <a:pt x="31" y="37"/>
                  <a:pt x="31" y="37"/>
                </a:cubicBezTo>
                <a:cubicBezTo>
                  <a:pt x="31" y="37"/>
                  <a:pt x="31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5"/>
                  <a:pt x="33" y="35"/>
                  <a:pt x="32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0" y="35"/>
                  <a:pt x="30" y="35"/>
                  <a:pt x="30" y="36"/>
                </a:cubicBezTo>
                <a:close/>
                <a:moveTo>
                  <a:pt x="44" y="4"/>
                </a:moveTo>
                <a:cubicBezTo>
                  <a:pt x="44" y="4"/>
                  <a:pt x="44" y="4"/>
                  <a:pt x="44" y="4"/>
                </a:cubicBezTo>
                <a:cubicBezTo>
                  <a:pt x="7" y="4"/>
                  <a:pt x="7" y="4"/>
                  <a:pt x="7" y="4"/>
                </a:cubicBezTo>
                <a:cubicBezTo>
                  <a:pt x="5" y="4"/>
                  <a:pt x="4" y="5"/>
                  <a:pt x="4" y="7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40"/>
                  <a:pt x="5" y="41"/>
                  <a:pt x="7" y="41"/>
                </a:cubicBezTo>
                <a:cubicBezTo>
                  <a:pt x="44" y="41"/>
                  <a:pt x="44" y="41"/>
                  <a:pt x="44" y="41"/>
                </a:cubicBezTo>
                <a:cubicBezTo>
                  <a:pt x="45" y="41"/>
                  <a:pt x="47" y="40"/>
                  <a:pt x="47" y="38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5"/>
                  <a:pt x="45" y="4"/>
                  <a:pt x="44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08" name="Freeform 342">
            <a:extLst>
              <a:ext uri="{FF2B5EF4-FFF2-40B4-BE49-F238E27FC236}">
                <a16:creationId xmlns:a16="http://schemas.microsoft.com/office/drawing/2014/main" id="{0F723363-E536-C4DA-D15C-9048297B4151}"/>
              </a:ext>
            </a:extLst>
          </p:cNvPr>
          <p:cNvSpPr>
            <a:spLocks noEditPoints="1"/>
          </p:cNvSpPr>
          <p:nvPr/>
        </p:nvSpPr>
        <p:spPr bwMode="auto">
          <a:xfrm>
            <a:off x="9901167" y="5656181"/>
            <a:ext cx="211667" cy="190500"/>
          </a:xfrm>
          <a:custGeom>
            <a:avLst/>
            <a:gdLst>
              <a:gd name="T0" fmla="*/ 19050 w 50"/>
              <a:gd name="T1" fmla="*/ 0 h 45"/>
              <a:gd name="T2" fmla="*/ 139700 w 50"/>
              <a:gd name="T3" fmla="*/ 0 h 45"/>
              <a:gd name="T4" fmla="*/ 158750 w 50"/>
              <a:gd name="T5" fmla="*/ 22225 h 45"/>
              <a:gd name="T6" fmla="*/ 158750 w 50"/>
              <a:gd name="T7" fmla="*/ 120650 h 45"/>
              <a:gd name="T8" fmla="*/ 139700 w 50"/>
              <a:gd name="T9" fmla="*/ 142875 h 45"/>
              <a:gd name="T10" fmla="*/ 19050 w 50"/>
              <a:gd name="T11" fmla="*/ 142875 h 45"/>
              <a:gd name="T12" fmla="*/ 0 w 50"/>
              <a:gd name="T13" fmla="*/ 120650 h 45"/>
              <a:gd name="T14" fmla="*/ 0 w 50"/>
              <a:gd name="T15" fmla="*/ 22225 h 45"/>
              <a:gd name="T16" fmla="*/ 19050 w 50"/>
              <a:gd name="T17" fmla="*/ 0 h 45"/>
              <a:gd name="T18" fmla="*/ 25400 w 50"/>
              <a:gd name="T19" fmla="*/ 28575 h 45"/>
              <a:gd name="T20" fmla="*/ 25400 w 50"/>
              <a:gd name="T21" fmla="*/ 28575 h 45"/>
              <a:gd name="T22" fmla="*/ 25400 w 50"/>
              <a:gd name="T23" fmla="*/ 25400 h 45"/>
              <a:gd name="T24" fmla="*/ 31750 w 50"/>
              <a:gd name="T25" fmla="*/ 25400 h 45"/>
              <a:gd name="T26" fmla="*/ 44450 w 50"/>
              <a:gd name="T27" fmla="*/ 38100 h 45"/>
              <a:gd name="T28" fmla="*/ 44450 w 50"/>
              <a:gd name="T29" fmla="*/ 44450 h 45"/>
              <a:gd name="T30" fmla="*/ 44450 w 50"/>
              <a:gd name="T31" fmla="*/ 44450 h 45"/>
              <a:gd name="T32" fmla="*/ 31750 w 50"/>
              <a:gd name="T33" fmla="*/ 57150 h 45"/>
              <a:gd name="T34" fmla="*/ 25400 w 50"/>
              <a:gd name="T35" fmla="*/ 57150 h 45"/>
              <a:gd name="T36" fmla="*/ 25400 w 50"/>
              <a:gd name="T37" fmla="*/ 53975 h 45"/>
              <a:gd name="T38" fmla="*/ 38100 w 50"/>
              <a:gd name="T39" fmla="*/ 41275 h 45"/>
              <a:gd name="T40" fmla="*/ 25400 w 50"/>
              <a:gd name="T41" fmla="*/ 28575 h 45"/>
              <a:gd name="T42" fmla="*/ 47625 w 50"/>
              <a:gd name="T43" fmla="*/ 60325 h 45"/>
              <a:gd name="T44" fmla="*/ 47625 w 50"/>
              <a:gd name="T45" fmla="*/ 60325 h 45"/>
              <a:gd name="T46" fmla="*/ 44450 w 50"/>
              <a:gd name="T47" fmla="*/ 53975 h 45"/>
              <a:gd name="T48" fmla="*/ 47625 w 50"/>
              <a:gd name="T49" fmla="*/ 50800 h 45"/>
              <a:gd name="T50" fmla="*/ 69850 w 50"/>
              <a:gd name="T51" fmla="*/ 50800 h 45"/>
              <a:gd name="T52" fmla="*/ 76200 w 50"/>
              <a:gd name="T53" fmla="*/ 53975 h 45"/>
              <a:gd name="T54" fmla="*/ 69850 w 50"/>
              <a:gd name="T55" fmla="*/ 60325 h 45"/>
              <a:gd name="T56" fmla="*/ 47625 w 50"/>
              <a:gd name="T57" fmla="*/ 60325 h 45"/>
              <a:gd name="T58" fmla="*/ 139700 w 50"/>
              <a:gd name="T59" fmla="*/ 12700 h 45"/>
              <a:gd name="T60" fmla="*/ 139700 w 50"/>
              <a:gd name="T61" fmla="*/ 12700 h 45"/>
              <a:gd name="T62" fmla="*/ 19050 w 50"/>
              <a:gd name="T63" fmla="*/ 12700 h 45"/>
              <a:gd name="T64" fmla="*/ 12700 w 50"/>
              <a:gd name="T65" fmla="*/ 22225 h 45"/>
              <a:gd name="T66" fmla="*/ 12700 w 50"/>
              <a:gd name="T67" fmla="*/ 120650 h 45"/>
              <a:gd name="T68" fmla="*/ 19050 w 50"/>
              <a:gd name="T69" fmla="*/ 130175 h 45"/>
              <a:gd name="T70" fmla="*/ 139700 w 50"/>
              <a:gd name="T71" fmla="*/ 130175 h 45"/>
              <a:gd name="T72" fmla="*/ 146050 w 50"/>
              <a:gd name="T73" fmla="*/ 120650 h 45"/>
              <a:gd name="T74" fmla="*/ 146050 w 50"/>
              <a:gd name="T75" fmla="*/ 22225 h 45"/>
              <a:gd name="T76" fmla="*/ 139700 w 50"/>
              <a:gd name="T77" fmla="*/ 12700 h 45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0" h="45">
                <a:moveTo>
                  <a:pt x="6" y="0"/>
                </a:moveTo>
                <a:cubicBezTo>
                  <a:pt x="44" y="0"/>
                  <a:pt x="44" y="0"/>
                  <a:pt x="44" y="0"/>
                </a:cubicBezTo>
                <a:cubicBezTo>
                  <a:pt x="47" y="0"/>
                  <a:pt x="50" y="3"/>
                  <a:pt x="50" y="7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42"/>
                  <a:pt x="47" y="45"/>
                  <a:pt x="44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3" y="45"/>
                  <a:pt x="0" y="42"/>
                  <a:pt x="0" y="38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6" y="0"/>
                </a:cubicBezTo>
                <a:close/>
                <a:moveTo>
                  <a:pt x="8" y="9"/>
                </a:move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8"/>
                  <a:pt x="8" y="8"/>
                </a:cubicBezTo>
                <a:cubicBezTo>
                  <a:pt x="9" y="7"/>
                  <a:pt x="9" y="7"/>
                  <a:pt x="10" y="8"/>
                </a:cubicBezTo>
                <a:cubicBezTo>
                  <a:pt x="14" y="12"/>
                  <a:pt x="14" y="12"/>
                  <a:pt x="14" y="12"/>
                </a:cubicBezTo>
                <a:cubicBezTo>
                  <a:pt x="15" y="13"/>
                  <a:pt x="15" y="13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0" y="18"/>
                  <a:pt x="10" y="18"/>
                  <a:pt x="10" y="18"/>
                </a:cubicBezTo>
                <a:cubicBezTo>
                  <a:pt x="9" y="19"/>
                  <a:pt x="9" y="19"/>
                  <a:pt x="8" y="18"/>
                </a:cubicBezTo>
                <a:cubicBezTo>
                  <a:pt x="8" y="18"/>
                  <a:pt x="8" y="17"/>
                  <a:pt x="8" y="17"/>
                </a:cubicBezTo>
                <a:cubicBezTo>
                  <a:pt x="12" y="13"/>
                  <a:pt x="12" y="13"/>
                  <a:pt x="12" y="13"/>
                </a:cubicBezTo>
                <a:cubicBezTo>
                  <a:pt x="8" y="9"/>
                  <a:pt x="8" y="9"/>
                  <a:pt x="8" y="9"/>
                </a:cubicBezTo>
                <a:close/>
                <a:moveTo>
                  <a:pt x="15" y="19"/>
                </a:moveTo>
                <a:cubicBezTo>
                  <a:pt x="15" y="19"/>
                  <a:pt x="15" y="19"/>
                  <a:pt x="15" y="19"/>
                </a:cubicBezTo>
                <a:cubicBezTo>
                  <a:pt x="14" y="19"/>
                  <a:pt x="14" y="18"/>
                  <a:pt x="14" y="17"/>
                </a:cubicBezTo>
                <a:cubicBezTo>
                  <a:pt x="14" y="17"/>
                  <a:pt x="14" y="16"/>
                  <a:pt x="15" y="16"/>
                </a:cubicBezTo>
                <a:cubicBezTo>
                  <a:pt x="22" y="16"/>
                  <a:pt x="22" y="16"/>
                  <a:pt x="22" y="16"/>
                </a:cubicBezTo>
                <a:cubicBezTo>
                  <a:pt x="23" y="16"/>
                  <a:pt x="24" y="17"/>
                  <a:pt x="24" y="17"/>
                </a:cubicBezTo>
                <a:cubicBezTo>
                  <a:pt x="24" y="18"/>
                  <a:pt x="23" y="19"/>
                  <a:pt x="22" y="19"/>
                </a:cubicBezTo>
                <a:cubicBezTo>
                  <a:pt x="15" y="19"/>
                  <a:pt x="15" y="19"/>
                  <a:pt x="15" y="19"/>
                </a:cubicBezTo>
                <a:close/>
                <a:moveTo>
                  <a:pt x="44" y="4"/>
                </a:moveTo>
                <a:cubicBezTo>
                  <a:pt x="44" y="4"/>
                  <a:pt x="44" y="4"/>
                  <a:pt x="44" y="4"/>
                </a:cubicBezTo>
                <a:cubicBezTo>
                  <a:pt x="6" y="4"/>
                  <a:pt x="6" y="4"/>
                  <a:pt x="6" y="4"/>
                </a:cubicBezTo>
                <a:cubicBezTo>
                  <a:pt x="5" y="4"/>
                  <a:pt x="4" y="5"/>
                  <a:pt x="4" y="7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40"/>
                  <a:pt x="5" y="41"/>
                  <a:pt x="6" y="41"/>
                </a:cubicBezTo>
                <a:cubicBezTo>
                  <a:pt x="44" y="41"/>
                  <a:pt x="44" y="41"/>
                  <a:pt x="44" y="41"/>
                </a:cubicBezTo>
                <a:cubicBezTo>
                  <a:pt x="45" y="41"/>
                  <a:pt x="46" y="40"/>
                  <a:pt x="46" y="38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5"/>
                  <a:pt x="45" y="4"/>
                  <a:pt x="44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09" name="Freeform 343">
            <a:extLst>
              <a:ext uri="{FF2B5EF4-FFF2-40B4-BE49-F238E27FC236}">
                <a16:creationId xmlns:a16="http://schemas.microsoft.com/office/drawing/2014/main" id="{6AEDFBD9-A705-41C9-F9D5-E3C4EA61E502}"/>
              </a:ext>
            </a:extLst>
          </p:cNvPr>
          <p:cNvSpPr>
            <a:spLocks noEditPoints="1"/>
          </p:cNvSpPr>
          <p:nvPr/>
        </p:nvSpPr>
        <p:spPr bwMode="auto">
          <a:xfrm>
            <a:off x="3523652" y="5647715"/>
            <a:ext cx="207433" cy="207433"/>
          </a:xfrm>
          <a:custGeom>
            <a:avLst/>
            <a:gdLst>
              <a:gd name="T0" fmla="*/ 31750 w 49"/>
              <a:gd name="T1" fmla="*/ 47625 h 49"/>
              <a:gd name="T2" fmla="*/ 47625 w 49"/>
              <a:gd name="T3" fmla="*/ 31750 h 49"/>
              <a:gd name="T4" fmla="*/ 73025 w 49"/>
              <a:gd name="T5" fmla="*/ 38100 h 49"/>
              <a:gd name="T6" fmla="*/ 63500 w 49"/>
              <a:gd name="T7" fmla="*/ 15875 h 49"/>
              <a:gd name="T8" fmla="*/ 88900 w 49"/>
              <a:gd name="T9" fmla="*/ 25400 h 49"/>
              <a:gd name="T10" fmla="*/ 101600 w 49"/>
              <a:gd name="T11" fmla="*/ 47625 h 49"/>
              <a:gd name="T12" fmla="*/ 120650 w 49"/>
              <a:gd name="T13" fmla="*/ 19050 h 49"/>
              <a:gd name="T14" fmla="*/ 114300 w 49"/>
              <a:gd name="T15" fmla="*/ 44450 h 49"/>
              <a:gd name="T16" fmla="*/ 127000 w 49"/>
              <a:gd name="T17" fmla="*/ 73025 h 49"/>
              <a:gd name="T18" fmla="*/ 149225 w 49"/>
              <a:gd name="T19" fmla="*/ 66675 h 49"/>
              <a:gd name="T20" fmla="*/ 149225 w 49"/>
              <a:gd name="T21" fmla="*/ 88900 h 49"/>
              <a:gd name="T22" fmla="*/ 130175 w 49"/>
              <a:gd name="T23" fmla="*/ 88900 h 49"/>
              <a:gd name="T24" fmla="*/ 107950 w 49"/>
              <a:gd name="T25" fmla="*/ 101600 h 49"/>
              <a:gd name="T26" fmla="*/ 136525 w 49"/>
              <a:gd name="T27" fmla="*/ 123825 h 49"/>
              <a:gd name="T28" fmla="*/ 111125 w 49"/>
              <a:gd name="T29" fmla="*/ 133350 h 49"/>
              <a:gd name="T30" fmla="*/ 101600 w 49"/>
              <a:gd name="T31" fmla="*/ 107950 h 49"/>
              <a:gd name="T32" fmla="*/ 88900 w 49"/>
              <a:gd name="T33" fmla="*/ 130175 h 49"/>
              <a:gd name="T34" fmla="*/ 88900 w 49"/>
              <a:gd name="T35" fmla="*/ 152400 h 49"/>
              <a:gd name="T36" fmla="*/ 63500 w 49"/>
              <a:gd name="T37" fmla="*/ 139700 h 49"/>
              <a:gd name="T38" fmla="*/ 73025 w 49"/>
              <a:gd name="T39" fmla="*/ 117475 h 49"/>
              <a:gd name="T40" fmla="*/ 47625 w 49"/>
              <a:gd name="T41" fmla="*/ 123825 h 49"/>
              <a:gd name="T42" fmla="*/ 31750 w 49"/>
              <a:gd name="T43" fmla="*/ 107950 h 49"/>
              <a:gd name="T44" fmla="*/ 38100 w 49"/>
              <a:gd name="T45" fmla="*/ 82550 h 49"/>
              <a:gd name="T46" fmla="*/ 3175 w 49"/>
              <a:gd name="T47" fmla="*/ 88900 h 49"/>
              <a:gd name="T48" fmla="*/ 25400 w 49"/>
              <a:gd name="T49" fmla="*/ 66675 h 49"/>
              <a:gd name="T50" fmla="*/ 47625 w 49"/>
              <a:gd name="T51" fmla="*/ 53975 h 49"/>
              <a:gd name="T52" fmla="*/ 50800 w 49"/>
              <a:gd name="T53" fmla="*/ 79375 h 49"/>
              <a:gd name="T54" fmla="*/ 76200 w 49"/>
              <a:gd name="T55" fmla="*/ 50800 h 49"/>
              <a:gd name="T56" fmla="*/ 69850 w 49"/>
              <a:gd name="T57" fmla="*/ 15875 h 49"/>
              <a:gd name="T58" fmla="*/ 82550 w 49"/>
              <a:gd name="T59" fmla="*/ 15875 h 49"/>
              <a:gd name="T60" fmla="*/ 120650 w 49"/>
              <a:gd name="T61" fmla="*/ 25400 h 49"/>
              <a:gd name="T62" fmla="*/ 117475 w 49"/>
              <a:gd name="T63" fmla="*/ 38100 h 49"/>
              <a:gd name="T64" fmla="*/ 117475 w 49"/>
              <a:gd name="T65" fmla="*/ 38100 h 49"/>
              <a:gd name="T66" fmla="*/ 120650 w 49"/>
              <a:gd name="T67" fmla="*/ 25400 h 49"/>
              <a:gd name="T68" fmla="*/ 146050 w 49"/>
              <a:gd name="T69" fmla="*/ 79375 h 49"/>
              <a:gd name="T70" fmla="*/ 136525 w 49"/>
              <a:gd name="T71" fmla="*/ 73025 h 49"/>
              <a:gd name="T72" fmla="*/ 146050 w 49"/>
              <a:gd name="T73" fmla="*/ 82550 h 49"/>
              <a:gd name="T74" fmla="*/ 120650 w 49"/>
              <a:gd name="T75" fmla="*/ 117475 h 49"/>
              <a:gd name="T76" fmla="*/ 117475 w 49"/>
              <a:gd name="T77" fmla="*/ 117475 h 49"/>
              <a:gd name="T78" fmla="*/ 114300 w 49"/>
              <a:gd name="T79" fmla="*/ 123825 h 49"/>
              <a:gd name="T80" fmla="*/ 120650 w 49"/>
              <a:gd name="T81" fmla="*/ 130175 h 49"/>
              <a:gd name="T82" fmla="*/ 73025 w 49"/>
              <a:gd name="T83" fmla="*/ 146050 h 49"/>
              <a:gd name="T84" fmla="*/ 82550 w 49"/>
              <a:gd name="T85" fmla="*/ 139700 h 49"/>
              <a:gd name="T86" fmla="*/ 69850 w 49"/>
              <a:gd name="T87" fmla="*/ 139700 h 49"/>
              <a:gd name="T88" fmla="*/ 31750 w 49"/>
              <a:gd name="T89" fmla="*/ 130175 h 49"/>
              <a:gd name="T90" fmla="*/ 38100 w 49"/>
              <a:gd name="T91" fmla="*/ 117475 h 49"/>
              <a:gd name="T92" fmla="*/ 38100 w 49"/>
              <a:gd name="T93" fmla="*/ 117475 h 49"/>
              <a:gd name="T94" fmla="*/ 25400 w 49"/>
              <a:gd name="T95" fmla="*/ 123825 h 49"/>
              <a:gd name="T96" fmla="*/ 9525 w 49"/>
              <a:gd name="T97" fmla="*/ 73025 h 49"/>
              <a:gd name="T98" fmla="*/ 19050 w 49"/>
              <a:gd name="T99" fmla="*/ 82550 h 49"/>
              <a:gd name="T100" fmla="*/ 9525 w 49"/>
              <a:gd name="T101" fmla="*/ 73025 h 49"/>
              <a:gd name="T102" fmla="*/ 38100 w 49"/>
              <a:gd name="T103" fmla="*/ 38100 h 49"/>
              <a:gd name="T104" fmla="*/ 38100 w 49"/>
              <a:gd name="T105" fmla="*/ 31750 h 49"/>
              <a:gd name="T106" fmla="*/ 31750 w 49"/>
              <a:gd name="T107" fmla="*/ 41275 h 4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9" h="49">
                <a:moveTo>
                  <a:pt x="15" y="17"/>
                </a:moveTo>
                <a:cubicBezTo>
                  <a:pt x="12" y="14"/>
                  <a:pt x="12" y="14"/>
                  <a:pt x="12" y="14"/>
                </a:cubicBezTo>
                <a:cubicBezTo>
                  <a:pt x="12" y="15"/>
                  <a:pt x="11" y="15"/>
                  <a:pt x="10" y="15"/>
                </a:cubicBezTo>
                <a:cubicBezTo>
                  <a:pt x="8" y="15"/>
                  <a:pt x="6" y="13"/>
                  <a:pt x="6" y="10"/>
                </a:cubicBezTo>
                <a:cubicBezTo>
                  <a:pt x="6" y="8"/>
                  <a:pt x="8" y="6"/>
                  <a:pt x="10" y="6"/>
                </a:cubicBezTo>
                <a:cubicBezTo>
                  <a:pt x="13" y="6"/>
                  <a:pt x="15" y="8"/>
                  <a:pt x="15" y="10"/>
                </a:cubicBezTo>
                <a:cubicBezTo>
                  <a:pt x="15" y="11"/>
                  <a:pt x="15" y="12"/>
                  <a:pt x="14" y="13"/>
                </a:cubicBezTo>
                <a:cubicBezTo>
                  <a:pt x="17" y="15"/>
                  <a:pt x="17" y="15"/>
                  <a:pt x="17" y="15"/>
                </a:cubicBezTo>
                <a:cubicBezTo>
                  <a:pt x="18" y="14"/>
                  <a:pt x="21" y="13"/>
                  <a:pt x="23" y="12"/>
                </a:cubicBezTo>
                <a:cubicBezTo>
                  <a:pt x="23" y="9"/>
                  <a:pt x="23" y="9"/>
                  <a:pt x="23" y="9"/>
                </a:cubicBezTo>
                <a:cubicBezTo>
                  <a:pt x="22" y="9"/>
                  <a:pt x="22" y="8"/>
                  <a:pt x="21" y="8"/>
                </a:cubicBezTo>
                <a:cubicBezTo>
                  <a:pt x="20" y="7"/>
                  <a:pt x="20" y="6"/>
                  <a:pt x="20" y="5"/>
                </a:cubicBezTo>
                <a:cubicBezTo>
                  <a:pt x="20" y="2"/>
                  <a:pt x="22" y="0"/>
                  <a:pt x="24" y="0"/>
                </a:cubicBezTo>
                <a:cubicBezTo>
                  <a:pt x="27" y="0"/>
                  <a:pt x="29" y="2"/>
                  <a:pt x="29" y="5"/>
                </a:cubicBezTo>
                <a:cubicBezTo>
                  <a:pt x="29" y="6"/>
                  <a:pt x="28" y="7"/>
                  <a:pt x="28" y="8"/>
                </a:cubicBezTo>
                <a:cubicBezTo>
                  <a:pt x="27" y="8"/>
                  <a:pt x="26" y="9"/>
                  <a:pt x="26" y="9"/>
                </a:cubicBezTo>
                <a:cubicBezTo>
                  <a:pt x="26" y="12"/>
                  <a:pt x="26" y="12"/>
                  <a:pt x="26" y="12"/>
                </a:cubicBezTo>
                <a:cubicBezTo>
                  <a:pt x="28" y="13"/>
                  <a:pt x="30" y="14"/>
                  <a:pt x="32" y="15"/>
                </a:cubicBezTo>
                <a:cubicBezTo>
                  <a:pt x="35" y="13"/>
                  <a:pt x="35" y="13"/>
                  <a:pt x="35" y="13"/>
                </a:cubicBezTo>
                <a:cubicBezTo>
                  <a:pt x="34" y="12"/>
                  <a:pt x="34" y="11"/>
                  <a:pt x="34" y="10"/>
                </a:cubicBezTo>
                <a:cubicBezTo>
                  <a:pt x="34" y="8"/>
                  <a:pt x="36" y="6"/>
                  <a:pt x="38" y="6"/>
                </a:cubicBezTo>
                <a:cubicBezTo>
                  <a:pt x="41" y="6"/>
                  <a:pt x="43" y="8"/>
                  <a:pt x="43" y="10"/>
                </a:cubicBezTo>
                <a:cubicBezTo>
                  <a:pt x="43" y="13"/>
                  <a:pt x="41" y="15"/>
                  <a:pt x="38" y="15"/>
                </a:cubicBezTo>
                <a:cubicBezTo>
                  <a:pt x="38" y="15"/>
                  <a:pt x="37" y="15"/>
                  <a:pt x="36" y="14"/>
                </a:cubicBezTo>
                <a:cubicBezTo>
                  <a:pt x="34" y="17"/>
                  <a:pt x="34" y="17"/>
                  <a:pt x="34" y="17"/>
                </a:cubicBezTo>
                <a:cubicBezTo>
                  <a:pt x="35" y="19"/>
                  <a:pt x="36" y="21"/>
                  <a:pt x="37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41" y="22"/>
                  <a:pt x="41" y="21"/>
                </a:cubicBezTo>
                <a:cubicBezTo>
                  <a:pt x="42" y="21"/>
                  <a:pt x="43" y="20"/>
                  <a:pt x="44" y="20"/>
                </a:cubicBezTo>
                <a:cubicBezTo>
                  <a:pt x="46" y="20"/>
                  <a:pt x="47" y="21"/>
                  <a:pt x="47" y="21"/>
                </a:cubicBezTo>
                <a:cubicBezTo>
                  <a:pt x="47" y="21"/>
                  <a:pt x="47" y="21"/>
                  <a:pt x="47" y="21"/>
                </a:cubicBezTo>
                <a:cubicBezTo>
                  <a:pt x="48" y="22"/>
                  <a:pt x="49" y="23"/>
                  <a:pt x="49" y="25"/>
                </a:cubicBezTo>
                <a:cubicBezTo>
                  <a:pt x="49" y="26"/>
                  <a:pt x="48" y="27"/>
                  <a:pt x="47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7" y="28"/>
                  <a:pt x="46" y="29"/>
                  <a:pt x="44" y="29"/>
                </a:cubicBezTo>
                <a:cubicBezTo>
                  <a:pt x="43" y="29"/>
                  <a:pt x="42" y="28"/>
                  <a:pt x="41" y="28"/>
                </a:cubicBezTo>
                <a:cubicBezTo>
                  <a:pt x="41" y="27"/>
                  <a:pt x="40" y="26"/>
                  <a:pt x="40" y="26"/>
                </a:cubicBezTo>
                <a:cubicBezTo>
                  <a:pt x="37" y="26"/>
                  <a:pt x="37" y="26"/>
                  <a:pt x="37" y="26"/>
                </a:cubicBezTo>
                <a:cubicBezTo>
                  <a:pt x="36" y="28"/>
                  <a:pt x="35" y="31"/>
                  <a:pt x="34" y="32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8" y="34"/>
                  <a:pt x="38" y="34"/>
                </a:cubicBezTo>
                <a:cubicBezTo>
                  <a:pt x="41" y="34"/>
                  <a:pt x="43" y="36"/>
                  <a:pt x="43" y="39"/>
                </a:cubicBezTo>
                <a:cubicBezTo>
                  <a:pt x="43" y="41"/>
                  <a:pt x="41" y="43"/>
                  <a:pt x="38" y="43"/>
                </a:cubicBezTo>
                <a:cubicBezTo>
                  <a:pt x="37" y="43"/>
                  <a:pt x="36" y="43"/>
                  <a:pt x="35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4" y="41"/>
                  <a:pt x="34" y="40"/>
                  <a:pt x="34" y="39"/>
                </a:cubicBezTo>
                <a:cubicBezTo>
                  <a:pt x="34" y="38"/>
                  <a:pt x="34" y="37"/>
                  <a:pt x="35" y="36"/>
                </a:cubicBezTo>
                <a:cubicBezTo>
                  <a:pt x="32" y="34"/>
                  <a:pt x="32" y="34"/>
                  <a:pt x="32" y="34"/>
                </a:cubicBezTo>
                <a:cubicBezTo>
                  <a:pt x="30" y="35"/>
                  <a:pt x="28" y="36"/>
                  <a:pt x="26" y="37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40"/>
                  <a:pt x="27" y="41"/>
                  <a:pt x="28" y="41"/>
                </a:cubicBezTo>
                <a:cubicBezTo>
                  <a:pt x="28" y="42"/>
                  <a:pt x="29" y="43"/>
                  <a:pt x="29" y="44"/>
                </a:cubicBezTo>
                <a:cubicBezTo>
                  <a:pt x="29" y="46"/>
                  <a:pt x="28" y="47"/>
                  <a:pt x="28" y="48"/>
                </a:cubicBezTo>
                <a:cubicBezTo>
                  <a:pt x="28" y="48"/>
                  <a:pt x="28" y="48"/>
                  <a:pt x="28" y="48"/>
                </a:cubicBezTo>
                <a:cubicBezTo>
                  <a:pt x="26" y="49"/>
                  <a:pt x="23" y="49"/>
                  <a:pt x="21" y="48"/>
                </a:cubicBezTo>
                <a:cubicBezTo>
                  <a:pt x="21" y="48"/>
                  <a:pt x="21" y="48"/>
                  <a:pt x="21" y="48"/>
                </a:cubicBezTo>
                <a:cubicBezTo>
                  <a:pt x="20" y="47"/>
                  <a:pt x="20" y="46"/>
                  <a:pt x="20" y="44"/>
                </a:cubicBezTo>
                <a:cubicBezTo>
                  <a:pt x="20" y="43"/>
                  <a:pt x="20" y="42"/>
                  <a:pt x="21" y="41"/>
                </a:cubicBezTo>
                <a:cubicBezTo>
                  <a:pt x="22" y="41"/>
                  <a:pt x="22" y="40"/>
                  <a:pt x="23" y="40"/>
                </a:cubicBezTo>
                <a:cubicBezTo>
                  <a:pt x="23" y="37"/>
                  <a:pt x="23" y="37"/>
                  <a:pt x="23" y="37"/>
                </a:cubicBezTo>
                <a:cubicBezTo>
                  <a:pt x="21" y="36"/>
                  <a:pt x="18" y="35"/>
                  <a:pt x="17" y="34"/>
                </a:cubicBezTo>
                <a:cubicBezTo>
                  <a:pt x="14" y="36"/>
                  <a:pt x="14" y="36"/>
                  <a:pt x="14" y="36"/>
                </a:cubicBezTo>
                <a:cubicBezTo>
                  <a:pt x="15" y="37"/>
                  <a:pt x="15" y="38"/>
                  <a:pt x="15" y="39"/>
                </a:cubicBezTo>
                <a:cubicBezTo>
                  <a:pt x="15" y="41"/>
                  <a:pt x="13" y="43"/>
                  <a:pt x="10" y="43"/>
                </a:cubicBezTo>
                <a:cubicBezTo>
                  <a:pt x="8" y="43"/>
                  <a:pt x="6" y="41"/>
                  <a:pt x="6" y="39"/>
                </a:cubicBezTo>
                <a:cubicBezTo>
                  <a:pt x="6" y="36"/>
                  <a:pt x="8" y="34"/>
                  <a:pt x="10" y="34"/>
                </a:cubicBezTo>
                <a:cubicBezTo>
                  <a:pt x="11" y="34"/>
                  <a:pt x="12" y="34"/>
                  <a:pt x="12" y="35"/>
                </a:cubicBezTo>
                <a:cubicBezTo>
                  <a:pt x="15" y="32"/>
                  <a:pt x="15" y="32"/>
                  <a:pt x="15" y="32"/>
                </a:cubicBezTo>
                <a:cubicBezTo>
                  <a:pt x="13" y="31"/>
                  <a:pt x="12" y="28"/>
                  <a:pt x="12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8" y="28"/>
                  <a:pt x="6" y="29"/>
                  <a:pt x="4" y="29"/>
                </a:cubicBezTo>
                <a:cubicBezTo>
                  <a:pt x="3" y="29"/>
                  <a:pt x="2" y="28"/>
                  <a:pt x="1" y="28"/>
                </a:cubicBezTo>
                <a:cubicBezTo>
                  <a:pt x="0" y="26"/>
                  <a:pt x="0" y="23"/>
                  <a:pt x="1" y="21"/>
                </a:cubicBezTo>
                <a:cubicBezTo>
                  <a:pt x="2" y="21"/>
                  <a:pt x="3" y="20"/>
                  <a:pt x="4" y="20"/>
                </a:cubicBezTo>
                <a:cubicBezTo>
                  <a:pt x="6" y="20"/>
                  <a:pt x="7" y="21"/>
                  <a:pt x="8" y="21"/>
                </a:cubicBezTo>
                <a:cubicBezTo>
                  <a:pt x="8" y="22"/>
                  <a:pt x="9" y="23"/>
                  <a:pt x="9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1"/>
                  <a:pt x="13" y="19"/>
                  <a:pt x="15" y="17"/>
                </a:cubicBezTo>
                <a:close/>
                <a:moveTo>
                  <a:pt x="24" y="16"/>
                </a:moveTo>
                <a:cubicBezTo>
                  <a:pt x="24" y="16"/>
                  <a:pt x="24" y="16"/>
                  <a:pt x="24" y="16"/>
                </a:cubicBezTo>
                <a:cubicBezTo>
                  <a:pt x="20" y="16"/>
                  <a:pt x="16" y="20"/>
                  <a:pt x="16" y="25"/>
                </a:cubicBezTo>
                <a:cubicBezTo>
                  <a:pt x="16" y="29"/>
                  <a:pt x="20" y="33"/>
                  <a:pt x="24" y="33"/>
                </a:cubicBezTo>
                <a:cubicBezTo>
                  <a:pt x="29" y="33"/>
                  <a:pt x="33" y="29"/>
                  <a:pt x="33" y="25"/>
                </a:cubicBezTo>
                <a:cubicBezTo>
                  <a:pt x="33" y="20"/>
                  <a:pt x="29" y="16"/>
                  <a:pt x="24" y="16"/>
                </a:cubicBezTo>
                <a:close/>
                <a:moveTo>
                  <a:pt x="24" y="3"/>
                </a:moveTo>
                <a:cubicBezTo>
                  <a:pt x="24" y="3"/>
                  <a:pt x="24" y="3"/>
                  <a:pt x="24" y="3"/>
                </a:cubicBezTo>
                <a:cubicBezTo>
                  <a:pt x="23" y="3"/>
                  <a:pt x="22" y="4"/>
                  <a:pt x="22" y="5"/>
                </a:cubicBezTo>
                <a:cubicBezTo>
                  <a:pt x="22" y="5"/>
                  <a:pt x="23" y="6"/>
                  <a:pt x="23" y="6"/>
                </a:cubicBezTo>
                <a:cubicBezTo>
                  <a:pt x="24" y="7"/>
                  <a:pt x="25" y="7"/>
                  <a:pt x="26" y="6"/>
                </a:cubicBezTo>
                <a:cubicBezTo>
                  <a:pt x="26" y="6"/>
                  <a:pt x="26" y="5"/>
                  <a:pt x="26" y="5"/>
                </a:cubicBezTo>
                <a:cubicBezTo>
                  <a:pt x="26" y="4"/>
                  <a:pt x="26" y="3"/>
                  <a:pt x="24" y="3"/>
                </a:cubicBezTo>
                <a:close/>
                <a:moveTo>
                  <a:pt x="38" y="8"/>
                </a:moveTo>
                <a:cubicBezTo>
                  <a:pt x="38" y="8"/>
                  <a:pt x="38" y="8"/>
                  <a:pt x="38" y="8"/>
                </a:cubicBezTo>
                <a:cubicBezTo>
                  <a:pt x="37" y="8"/>
                  <a:pt x="36" y="9"/>
                  <a:pt x="36" y="10"/>
                </a:cubicBezTo>
                <a:cubicBezTo>
                  <a:pt x="36" y="11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2"/>
                  <a:pt x="38" y="13"/>
                  <a:pt x="38" y="13"/>
                </a:cubicBezTo>
                <a:cubicBezTo>
                  <a:pt x="40" y="13"/>
                  <a:pt x="41" y="12"/>
                  <a:pt x="41" y="10"/>
                </a:cubicBezTo>
                <a:cubicBezTo>
                  <a:pt x="41" y="9"/>
                  <a:pt x="40" y="8"/>
                  <a:pt x="38" y="8"/>
                </a:cubicBezTo>
                <a:close/>
                <a:moveTo>
                  <a:pt x="46" y="26"/>
                </a:moveTo>
                <a:cubicBezTo>
                  <a:pt x="46" y="26"/>
                  <a:pt x="46" y="26"/>
                  <a:pt x="46" y="26"/>
                </a:cubicBezTo>
                <a:cubicBezTo>
                  <a:pt x="46" y="26"/>
                  <a:pt x="46" y="25"/>
                  <a:pt x="46" y="25"/>
                </a:cubicBezTo>
                <a:cubicBezTo>
                  <a:pt x="46" y="24"/>
                  <a:pt x="46" y="23"/>
                  <a:pt x="46" y="23"/>
                </a:cubicBezTo>
                <a:cubicBezTo>
                  <a:pt x="45" y="23"/>
                  <a:pt x="45" y="22"/>
                  <a:pt x="44" y="22"/>
                </a:cubicBezTo>
                <a:cubicBezTo>
                  <a:pt x="44" y="22"/>
                  <a:pt x="43" y="23"/>
                  <a:pt x="43" y="23"/>
                </a:cubicBezTo>
                <a:cubicBezTo>
                  <a:pt x="42" y="24"/>
                  <a:pt x="42" y="25"/>
                  <a:pt x="43" y="26"/>
                </a:cubicBezTo>
                <a:cubicBezTo>
                  <a:pt x="43" y="26"/>
                  <a:pt x="44" y="27"/>
                  <a:pt x="44" y="27"/>
                </a:cubicBezTo>
                <a:cubicBezTo>
                  <a:pt x="45" y="27"/>
                  <a:pt x="45" y="26"/>
                  <a:pt x="46" y="26"/>
                </a:cubicBezTo>
                <a:close/>
                <a:moveTo>
                  <a:pt x="41" y="39"/>
                </a:moveTo>
                <a:cubicBezTo>
                  <a:pt x="41" y="39"/>
                  <a:pt x="41" y="39"/>
                  <a:pt x="41" y="39"/>
                </a:cubicBezTo>
                <a:cubicBezTo>
                  <a:pt x="41" y="37"/>
                  <a:pt x="40" y="37"/>
                  <a:pt x="38" y="37"/>
                </a:cubicBezTo>
                <a:cubicBezTo>
                  <a:pt x="38" y="37"/>
                  <a:pt x="37" y="37"/>
                  <a:pt x="37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7" y="38"/>
                  <a:pt x="36" y="38"/>
                  <a:pt x="36" y="39"/>
                </a:cubicBezTo>
                <a:cubicBezTo>
                  <a:pt x="36" y="39"/>
                  <a:pt x="37" y="40"/>
                  <a:pt x="37" y="40"/>
                </a:cubicBezTo>
                <a:cubicBezTo>
                  <a:pt x="37" y="40"/>
                  <a:pt x="37" y="40"/>
                  <a:pt x="37" y="40"/>
                </a:cubicBezTo>
                <a:cubicBezTo>
                  <a:pt x="37" y="41"/>
                  <a:pt x="38" y="41"/>
                  <a:pt x="38" y="41"/>
                </a:cubicBezTo>
                <a:cubicBezTo>
                  <a:pt x="40" y="41"/>
                  <a:pt x="41" y="40"/>
                  <a:pt x="41" y="39"/>
                </a:cubicBezTo>
                <a:close/>
                <a:moveTo>
                  <a:pt x="23" y="46"/>
                </a:moveTo>
                <a:cubicBezTo>
                  <a:pt x="23" y="46"/>
                  <a:pt x="23" y="46"/>
                  <a:pt x="23" y="46"/>
                </a:cubicBezTo>
                <a:cubicBezTo>
                  <a:pt x="24" y="47"/>
                  <a:pt x="25" y="47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5"/>
                  <a:pt x="26" y="44"/>
                </a:cubicBezTo>
                <a:cubicBezTo>
                  <a:pt x="26" y="44"/>
                  <a:pt x="26" y="43"/>
                  <a:pt x="26" y="43"/>
                </a:cubicBezTo>
                <a:cubicBezTo>
                  <a:pt x="25" y="42"/>
                  <a:pt x="24" y="42"/>
                  <a:pt x="23" y="43"/>
                </a:cubicBezTo>
                <a:cubicBezTo>
                  <a:pt x="23" y="43"/>
                  <a:pt x="22" y="44"/>
                  <a:pt x="22" y="44"/>
                </a:cubicBezTo>
                <a:cubicBezTo>
                  <a:pt x="22" y="45"/>
                  <a:pt x="23" y="46"/>
                  <a:pt x="23" y="46"/>
                </a:cubicBezTo>
                <a:close/>
                <a:moveTo>
                  <a:pt x="10" y="41"/>
                </a:moveTo>
                <a:cubicBezTo>
                  <a:pt x="10" y="41"/>
                  <a:pt x="10" y="41"/>
                  <a:pt x="10" y="41"/>
                </a:cubicBezTo>
                <a:cubicBezTo>
                  <a:pt x="11" y="41"/>
                  <a:pt x="12" y="40"/>
                  <a:pt x="12" y="39"/>
                </a:cubicBezTo>
                <a:cubicBezTo>
                  <a:pt x="12" y="38"/>
                  <a:pt x="12" y="38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1" y="37"/>
                  <a:pt x="11" y="37"/>
                  <a:pt x="10" y="37"/>
                </a:cubicBezTo>
                <a:cubicBezTo>
                  <a:pt x="9" y="37"/>
                  <a:pt x="8" y="37"/>
                  <a:pt x="8" y="39"/>
                </a:cubicBezTo>
                <a:cubicBezTo>
                  <a:pt x="8" y="40"/>
                  <a:pt x="9" y="41"/>
                  <a:pt x="10" y="41"/>
                </a:cubicBezTo>
                <a:close/>
                <a:moveTo>
                  <a:pt x="3" y="23"/>
                </a:moveTo>
                <a:cubicBezTo>
                  <a:pt x="3" y="23"/>
                  <a:pt x="3" y="23"/>
                  <a:pt x="3" y="23"/>
                </a:cubicBezTo>
                <a:cubicBezTo>
                  <a:pt x="2" y="24"/>
                  <a:pt x="2" y="25"/>
                  <a:pt x="3" y="26"/>
                </a:cubicBezTo>
                <a:cubicBezTo>
                  <a:pt x="3" y="26"/>
                  <a:pt x="4" y="27"/>
                  <a:pt x="4" y="27"/>
                </a:cubicBezTo>
                <a:cubicBezTo>
                  <a:pt x="5" y="27"/>
                  <a:pt x="6" y="26"/>
                  <a:pt x="6" y="26"/>
                </a:cubicBezTo>
                <a:cubicBezTo>
                  <a:pt x="7" y="25"/>
                  <a:pt x="7" y="24"/>
                  <a:pt x="6" y="23"/>
                </a:cubicBezTo>
                <a:cubicBezTo>
                  <a:pt x="6" y="23"/>
                  <a:pt x="5" y="22"/>
                  <a:pt x="4" y="22"/>
                </a:cubicBezTo>
                <a:cubicBezTo>
                  <a:pt x="4" y="22"/>
                  <a:pt x="3" y="23"/>
                  <a:pt x="3" y="23"/>
                </a:cubicBezTo>
                <a:close/>
                <a:moveTo>
                  <a:pt x="12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1"/>
                  <a:pt x="12" y="10"/>
                </a:cubicBezTo>
                <a:cubicBezTo>
                  <a:pt x="12" y="9"/>
                  <a:pt x="11" y="8"/>
                  <a:pt x="10" y="8"/>
                </a:cubicBezTo>
                <a:cubicBezTo>
                  <a:pt x="9" y="8"/>
                  <a:pt x="8" y="9"/>
                  <a:pt x="8" y="10"/>
                </a:cubicBezTo>
                <a:cubicBezTo>
                  <a:pt x="8" y="12"/>
                  <a:pt x="9" y="13"/>
                  <a:pt x="10" y="13"/>
                </a:cubicBezTo>
                <a:cubicBezTo>
                  <a:pt x="11" y="13"/>
                  <a:pt x="11" y="12"/>
                  <a:pt x="12" y="1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10" name="Freeform 344">
            <a:extLst>
              <a:ext uri="{FF2B5EF4-FFF2-40B4-BE49-F238E27FC236}">
                <a16:creationId xmlns:a16="http://schemas.microsoft.com/office/drawing/2014/main" id="{67D02581-68DF-9D2B-AE32-D8D34C19D67F}"/>
              </a:ext>
            </a:extLst>
          </p:cNvPr>
          <p:cNvSpPr>
            <a:spLocks noEditPoints="1"/>
          </p:cNvSpPr>
          <p:nvPr/>
        </p:nvSpPr>
        <p:spPr bwMode="auto">
          <a:xfrm>
            <a:off x="9528634" y="5643481"/>
            <a:ext cx="211667" cy="215900"/>
          </a:xfrm>
          <a:custGeom>
            <a:avLst/>
            <a:gdLst>
              <a:gd name="T0" fmla="*/ 98425 w 50"/>
              <a:gd name="T1" fmla="*/ 139700 h 51"/>
              <a:gd name="T2" fmla="*/ 92075 w 50"/>
              <a:gd name="T3" fmla="*/ 161925 h 51"/>
              <a:gd name="T4" fmla="*/ 57150 w 50"/>
              <a:gd name="T5" fmla="*/ 155575 h 51"/>
              <a:gd name="T6" fmla="*/ 53975 w 50"/>
              <a:gd name="T7" fmla="*/ 142875 h 51"/>
              <a:gd name="T8" fmla="*/ 41275 w 50"/>
              <a:gd name="T9" fmla="*/ 146050 h 51"/>
              <a:gd name="T10" fmla="*/ 31750 w 50"/>
              <a:gd name="T11" fmla="*/ 146050 h 51"/>
              <a:gd name="T12" fmla="*/ 19050 w 50"/>
              <a:gd name="T13" fmla="*/ 111125 h 51"/>
              <a:gd name="T14" fmla="*/ 6350 w 50"/>
              <a:gd name="T15" fmla="*/ 101600 h 51"/>
              <a:gd name="T16" fmla="*/ 0 w 50"/>
              <a:gd name="T17" fmla="*/ 66675 h 51"/>
              <a:gd name="T18" fmla="*/ 15875 w 50"/>
              <a:gd name="T19" fmla="*/ 60325 h 51"/>
              <a:gd name="T20" fmla="*/ 12700 w 50"/>
              <a:gd name="T21" fmla="*/ 44450 h 51"/>
              <a:gd name="T22" fmla="*/ 12700 w 50"/>
              <a:gd name="T23" fmla="*/ 34925 h 51"/>
              <a:gd name="T24" fmla="*/ 47625 w 50"/>
              <a:gd name="T25" fmla="*/ 22225 h 51"/>
              <a:gd name="T26" fmla="*/ 57150 w 50"/>
              <a:gd name="T27" fmla="*/ 19050 h 51"/>
              <a:gd name="T28" fmla="*/ 63500 w 50"/>
              <a:gd name="T29" fmla="*/ 0 h 51"/>
              <a:gd name="T30" fmla="*/ 98425 w 50"/>
              <a:gd name="T31" fmla="*/ 6350 h 51"/>
              <a:gd name="T32" fmla="*/ 107950 w 50"/>
              <a:gd name="T33" fmla="*/ 22225 h 51"/>
              <a:gd name="T34" fmla="*/ 123825 w 50"/>
              <a:gd name="T35" fmla="*/ 15875 h 51"/>
              <a:gd name="T36" fmla="*/ 142875 w 50"/>
              <a:gd name="T37" fmla="*/ 44450 h 51"/>
              <a:gd name="T38" fmla="*/ 139700 w 50"/>
              <a:gd name="T39" fmla="*/ 60325 h 51"/>
              <a:gd name="T40" fmla="*/ 158750 w 50"/>
              <a:gd name="T41" fmla="*/ 66675 h 51"/>
              <a:gd name="T42" fmla="*/ 136525 w 50"/>
              <a:gd name="T43" fmla="*/ 101600 h 51"/>
              <a:gd name="T44" fmla="*/ 146050 w 50"/>
              <a:gd name="T45" fmla="*/ 88900 h 51"/>
              <a:gd name="T46" fmla="*/ 130175 w 50"/>
              <a:gd name="T47" fmla="*/ 69850 h 51"/>
              <a:gd name="T48" fmla="*/ 123825 w 50"/>
              <a:gd name="T49" fmla="*/ 44450 h 51"/>
              <a:gd name="T50" fmla="*/ 114300 w 50"/>
              <a:gd name="T51" fmla="*/ 34925 h 51"/>
              <a:gd name="T52" fmla="*/ 92075 w 50"/>
              <a:gd name="T53" fmla="*/ 28575 h 51"/>
              <a:gd name="T54" fmla="*/ 69850 w 50"/>
              <a:gd name="T55" fmla="*/ 12700 h 51"/>
              <a:gd name="T56" fmla="*/ 57150 w 50"/>
              <a:gd name="T57" fmla="*/ 31750 h 51"/>
              <a:gd name="T58" fmla="*/ 41275 w 50"/>
              <a:gd name="T59" fmla="*/ 34925 h 51"/>
              <a:gd name="T60" fmla="*/ 31750 w 50"/>
              <a:gd name="T61" fmla="*/ 44450 h 51"/>
              <a:gd name="T62" fmla="*/ 25400 w 50"/>
              <a:gd name="T63" fmla="*/ 69850 h 51"/>
              <a:gd name="T64" fmla="*/ 9525 w 50"/>
              <a:gd name="T65" fmla="*/ 88900 h 51"/>
              <a:gd name="T66" fmla="*/ 28575 w 50"/>
              <a:gd name="T67" fmla="*/ 101600 h 51"/>
              <a:gd name="T68" fmla="*/ 25400 w 50"/>
              <a:gd name="T69" fmla="*/ 123825 h 51"/>
              <a:gd name="T70" fmla="*/ 50800 w 50"/>
              <a:gd name="T71" fmla="*/ 127000 h 51"/>
              <a:gd name="T72" fmla="*/ 66675 w 50"/>
              <a:gd name="T73" fmla="*/ 133350 h 51"/>
              <a:gd name="T74" fmla="*/ 85725 w 50"/>
              <a:gd name="T75" fmla="*/ 149225 h 51"/>
              <a:gd name="T76" fmla="*/ 79375 w 50"/>
              <a:gd name="T77" fmla="*/ 41275 h 51"/>
              <a:gd name="T78" fmla="*/ 117475 w 50"/>
              <a:gd name="T79" fmla="*/ 98425 h 51"/>
              <a:gd name="T80" fmla="*/ 136525 w 50"/>
              <a:gd name="T81" fmla="*/ 130175 h 51"/>
              <a:gd name="T82" fmla="*/ 101600 w 50"/>
              <a:gd name="T83" fmla="*/ 114300 h 51"/>
              <a:gd name="T84" fmla="*/ 63500 w 50"/>
              <a:gd name="T85" fmla="*/ 120650 h 51"/>
              <a:gd name="T86" fmla="*/ 38100 w 50"/>
              <a:gd name="T87" fmla="*/ 82550 h 51"/>
              <a:gd name="T88" fmla="*/ 47625 w 50"/>
              <a:gd name="T89" fmla="*/ 50800 h 51"/>
              <a:gd name="T90" fmla="*/ 79375 w 50"/>
              <a:gd name="T91" fmla="*/ 50800 h 51"/>
              <a:gd name="T92" fmla="*/ 50800 w 50"/>
              <a:gd name="T93" fmla="*/ 69850 h 51"/>
              <a:gd name="T94" fmla="*/ 66675 w 50"/>
              <a:gd name="T95" fmla="*/ 107950 h 51"/>
              <a:gd name="T96" fmla="*/ 88900 w 50"/>
              <a:gd name="T97" fmla="*/ 107950 h 51"/>
              <a:gd name="T98" fmla="*/ 104775 w 50"/>
              <a:gd name="T99" fmla="*/ 69850 h 5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0" h="51">
                <a:moveTo>
                  <a:pt x="27" y="44"/>
                </a:moveTo>
                <a:cubicBezTo>
                  <a:pt x="27" y="43"/>
                  <a:pt x="28" y="42"/>
                  <a:pt x="29" y="42"/>
                </a:cubicBezTo>
                <a:cubicBezTo>
                  <a:pt x="30" y="42"/>
                  <a:pt x="31" y="43"/>
                  <a:pt x="31" y="44"/>
                </a:cubicBezTo>
                <a:cubicBezTo>
                  <a:pt x="31" y="49"/>
                  <a:pt x="31" y="49"/>
                  <a:pt x="31" y="49"/>
                </a:cubicBezTo>
                <a:cubicBezTo>
                  <a:pt x="31" y="50"/>
                  <a:pt x="30" y="51"/>
                  <a:pt x="29" y="51"/>
                </a:cubicBezTo>
                <a:cubicBezTo>
                  <a:pt x="29" y="51"/>
                  <a:pt x="29" y="51"/>
                  <a:pt x="29" y="51"/>
                </a:cubicBezTo>
                <a:cubicBezTo>
                  <a:pt x="20" y="51"/>
                  <a:pt x="20" y="51"/>
                  <a:pt x="20" y="51"/>
                </a:cubicBezTo>
                <a:cubicBezTo>
                  <a:pt x="19" y="51"/>
                  <a:pt x="18" y="50"/>
                  <a:pt x="18" y="49"/>
                </a:cubicBezTo>
                <a:cubicBezTo>
                  <a:pt x="18" y="49"/>
                  <a:pt x="18" y="49"/>
                  <a:pt x="18" y="49"/>
                </a:cubicBezTo>
                <a:cubicBezTo>
                  <a:pt x="18" y="45"/>
                  <a:pt x="18" y="45"/>
                  <a:pt x="18" y="45"/>
                </a:cubicBezTo>
                <a:cubicBezTo>
                  <a:pt x="18" y="45"/>
                  <a:pt x="17" y="45"/>
                  <a:pt x="17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6" y="44"/>
                  <a:pt x="16" y="44"/>
                  <a:pt x="15" y="44"/>
                </a:cubicBezTo>
                <a:cubicBezTo>
                  <a:pt x="13" y="46"/>
                  <a:pt x="13" y="46"/>
                  <a:pt x="13" y="46"/>
                </a:cubicBezTo>
                <a:cubicBezTo>
                  <a:pt x="12" y="47"/>
                  <a:pt x="11" y="47"/>
                  <a:pt x="10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4" y="40"/>
                  <a:pt x="4" y="40"/>
                  <a:pt x="4" y="40"/>
                </a:cubicBezTo>
                <a:cubicBezTo>
                  <a:pt x="3" y="39"/>
                  <a:pt x="3" y="38"/>
                  <a:pt x="4" y="38"/>
                </a:cubicBezTo>
                <a:cubicBezTo>
                  <a:pt x="6" y="35"/>
                  <a:pt x="6" y="35"/>
                  <a:pt x="6" y="35"/>
                </a:cubicBezTo>
                <a:cubicBezTo>
                  <a:pt x="6" y="35"/>
                  <a:pt x="6" y="34"/>
                  <a:pt x="6" y="33"/>
                </a:cubicBezTo>
                <a:cubicBezTo>
                  <a:pt x="5" y="33"/>
                  <a:pt x="5" y="32"/>
                  <a:pt x="5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0" y="32"/>
                  <a:pt x="0" y="31"/>
                  <a:pt x="0" y="3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0"/>
                  <a:pt x="0" y="19"/>
                  <a:pt x="2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8"/>
                  <a:pt x="6" y="18"/>
                </a:cubicBezTo>
                <a:cubicBezTo>
                  <a:pt x="6" y="17"/>
                  <a:pt x="6" y="17"/>
                  <a:pt x="6" y="16"/>
                </a:cubicBezTo>
                <a:cubicBezTo>
                  <a:pt x="4" y="14"/>
                  <a:pt x="4" y="14"/>
                  <a:pt x="4" y="14"/>
                </a:cubicBezTo>
                <a:cubicBezTo>
                  <a:pt x="3" y="13"/>
                  <a:pt x="3" y="12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10" y="5"/>
                  <a:pt x="10" y="5"/>
                  <a:pt x="10" y="5"/>
                </a:cubicBezTo>
                <a:cubicBezTo>
                  <a:pt x="11" y="4"/>
                  <a:pt x="12" y="4"/>
                  <a:pt x="13" y="5"/>
                </a:cubicBezTo>
                <a:cubicBezTo>
                  <a:pt x="15" y="7"/>
                  <a:pt x="15" y="7"/>
                  <a:pt x="15" y="7"/>
                </a:cubicBezTo>
                <a:cubicBezTo>
                  <a:pt x="16" y="7"/>
                  <a:pt x="16" y="7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8" y="6"/>
                  <a:pt x="18" y="6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1"/>
                  <a:pt x="19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6"/>
                  <a:pt x="31" y="6"/>
                  <a:pt x="31" y="6"/>
                </a:cubicBezTo>
                <a:cubicBezTo>
                  <a:pt x="32" y="6"/>
                  <a:pt x="32" y="6"/>
                  <a:pt x="33" y="6"/>
                </a:cubicBezTo>
                <a:cubicBezTo>
                  <a:pt x="33" y="7"/>
                  <a:pt x="34" y="7"/>
                  <a:pt x="34" y="7"/>
                </a:cubicBezTo>
                <a:cubicBezTo>
                  <a:pt x="37" y="5"/>
                  <a:pt x="37" y="5"/>
                  <a:pt x="37" y="5"/>
                </a:cubicBezTo>
                <a:cubicBezTo>
                  <a:pt x="37" y="4"/>
                  <a:pt x="39" y="4"/>
                  <a:pt x="39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45" y="11"/>
                  <a:pt x="45" y="11"/>
                  <a:pt x="45" y="11"/>
                </a:cubicBezTo>
                <a:cubicBezTo>
                  <a:pt x="46" y="12"/>
                  <a:pt x="46" y="13"/>
                  <a:pt x="45" y="14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7"/>
                  <a:pt x="44" y="17"/>
                  <a:pt x="44" y="18"/>
                </a:cubicBezTo>
                <a:cubicBezTo>
                  <a:pt x="44" y="18"/>
                  <a:pt x="44" y="19"/>
                  <a:pt x="44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9" y="19"/>
                  <a:pt x="50" y="20"/>
                  <a:pt x="50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30"/>
                  <a:pt x="50" y="30"/>
                  <a:pt x="50" y="30"/>
                </a:cubicBezTo>
                <a:cubicBezTo>
                  <a:pt x="50" y="31"/>
                  <a:pt x="49" y="32"/>
                  <a:pt x="48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2" y="32"/>
                  <a:pt x="41" y="31"/>
                  <a:pt x="41" y="30"/>
                </a:cubicBezTo>
                <a:cubicBezTo>
                  <a:pt x="41" y="29"/>
                  <a:pt x="42" y="28"/>
                  <a:pt x="43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3"/>
                  <a:pt x="46" y="23"/>
                  <a:pt x="46" y="23"/>
                </a:cubicBezTo>
                <a:cubicBezTo>
                  <a:pt x="43" y="23"/>
                  <a:pt x="43" y="23"/>
                  <a:pt x="43" y="23"/>
                </a:cubicBezTo>
                <a:cubicBezTo>
                  <a:pt x="42" y="23"/>
                  <a:pt x="41" y="23"/>
                  <a:pt x="41" y="22"/>
                </a:cubicBezTo>
                <a:cubicBezTo>
                  <a:pt x="41" y="21"/>
                  <a:pt x="41" y="20"/>
                  <a:pt x="40" y="19"/>
                </a:cubicBezTo>
                <a:cubicBezTo>
                  <a:pt x="40" y="18"/>
                  <a:pt x="40" y="17"/>
                  <a:pt x="39" y="17"/>
                </a:cubicBezTo>
                <a:cubicBezTo>
                  <a:pt x="39" y="16"/>
                  <a:pt x="39" y="15"/>
                  <a:pt x="39" y="14"/>
                </a:cubicBezTo>
                <a:cubicBezTo>
                  <a:pt x="41" y="12"/>
                  <a:pt x="41" y="12"/>
                  <a:pt x="41" y="12"/>
                </a:cubicBezTo>
                <a:cubicBezTo>
                  <a:pt x="38" y="9"/>
                  <a:pt x="38" y="9"/>
                  <a:pt x="38" y="9"/>
                </a:cubicBezTo>
                <a:cubicBezTo>
                  <a:pt x="36" y="11"/>
                  <a:pt x="36" y="11"/>
                  <a:pt x="36" y="11"/>
                </a:cubicBezTo>
                <a:cubicBezTo>
                  <a:pt x="35" y="12"/>
                  <a:pt x="34" y="12"/>
                  <a:pt x="34" y="11"/>
                </a:cubicBezTo>
                <a:cubicBezTo>
                  <a:pt x="33" y="11"/>
                  <a:pt x="32" y="10"/>
                  <a:pt x="31" y="10"/>
                </a:cubicBezTo>
                <a:cubicBezTo>
                  <a:pt x="30" y="10"/>
                  <a:pt x="30" y="9"/>
                  <a:pt x="29" y="9"/>
                </a:cubicBezTo>
                <a:cubicBezTo>
                  <a:pt x="28" y="9"/>
                  <a:pt x="27" y="8"/>
                  <a:pt x="27" y="7"/>
                </a:cubicBezTo>
                <a:cubicBezTo>
                  <a:pt x="27" y="4"/>
                  <a:pt x="27" y="4"/>
                  <a:pt x="27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8"/>
                  <a:pt x="22" y="9"/>
                  <a:pt x="21" y="9"/>
                </a:cubicBezTo>
                <a:cubicBezTo>
                  <a:pt x="20" y="9"/>
                  <a:pt x="19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7" y="10"/>
                  <a:pt x="17" y="11"/>
                  <a:pt x="16" y="11"/>
                </a:cubicBezTo>
                <a:cubicBezTo>
                  <a:pt x="15" y="12"/>
                  <a:pt x="14" y="12"/>
                  <a:pt x="13" y="11"/>
                </a:cubicBezTo>
                <a:cubicBezTo>
                  <a:pt x="11" y="9"/>
                  <a:pt x="11" y="9"/>
                  <a:pt x="11" y="9"/>
                </a:cubicBezTo>
                <a:cubicBezTo>
                  <a:pt x="8" y="12"/>
                  <a:pt x="8" y="12"/>
                  <a:pt x="8" y="12"/>
                </a:cubicBezTo>
                <a:cubicBezTo>
                  <a:pt x="10" y="14"/>
                  <a:pt x="10" y="14"/>
                  <a:pt x="10" y="14"/>
                </a:cubicBezTo>
                <a:cubicBezTo>
                  <a:pt x="11" y="15"/>
                  <a:pt x="11" y="16"/>
                  <a:pt x="10" y="17"/>
                </a:cubicBezTo>
                <a:cubicBezTo>
                  <a:pt x="10" y="17"/>
                  <a:pt x="9" y="18"/>
                  <a:pt x="9" y="19"/>
                </a:cubicBezTo>
                <a:cubicBezTo>
                  <a:pt x="9" y="20"/>
                  <a:pt x="9" y="21"/>
                  <a:pt x="8" y="22"/>
                </a:cubicBezTo>
                <a:cubicBezTo>
                  <a:pt x="8" y="22"/>
                  <a:pt x="7" y="23"/>
                  <a:pt x="6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8"/>
                  <a:pt x="3" y="28"/>
                  <a:pt x="3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7" y="28"/>
                  <a:pt x="8" y="29"/>
                  <a:pt x="8" y="29"/>
                </a:cubicBezTo>
                <a:cubicBezTo>
                  <a:pt x="9" y="30"/>
                  <a:pt x="9" y="31"/>
                  <a:pt x="9" y="32"/>
                </a:cubicBezTo>
                <a:cubicBezTo>
                  <a:pt x="9" y="33"/>
                  <a:pt x="10" y="34"/>
                  <a:pt x="10" y="34"/>
                </a:cubicBezTo>
                <a:cubicBezTo>
                  <a:pt x="11" y="35"/>
                  <a:pt x="11" y="36"/>
                  <a:pt x="10" y="37"/>
                </a:cubicBezTo>
                <a:cubicBezTo>
                  <a:pt x="8" y="39"/>
                  <a:pt x="8" y="39"/>
                  <a:pt x="8" y="39"/>
                </a:cubicBezTo>
                <a:cubicBezTo>
                  <a:pt x="11" y="42"/>
                  <a:pt x="11" y="42"/>
                  <a:pt x="11" y="42"/>
                </a:cubicBezTo>
                <a:cubicBezTo>
                  <a:pt x="13" y="40"/>
                  <a:pt x="13" y="40"/>
                  <a:pt x="13" y="40"/>
                </a:cubicBezTo>
                <a:cubicBezTo>
                  <a:pt x="14" y="40"/>
                  <a:pt x="15" y="39"/>
                  <a:pt x="16" y="40"/>
                </a:cubicBezTo>
                <a:cubicBezTo>
                  <a:pt x="17" y="40"/>
                  <a:pt x="17" y="41"/>
                  <a:pt x="18" y="41"/>
                </a:cubicBezTo>
                <a:cubicBezTo>
                  <a:pt x="18" y="41"/>
                  <a:pt x="18" y="41"/>
                  <a:pt x="18" y="41"/>
                </a:cubicBezTo>
                <a:cubicBezTo>
                  <a:pt x="19" y="41"/>
                  <a:pt x="20" y="42"/>
                  <a:pt x="21" y="42"/>
                </a:cubicBezTo>
                <a:cubicBezTo>
                  <a:pt x="22" y="42"/>
                  <a:pt x="22" y="43"/>
                  <a:pt x="22" y="44"/>
                </a:cubicBezTo>
                <a:cubicBezTo>
                  <a:pt x="22" y="47"/>
                  <a:pt x="22" y="47"/>
                  <a:pt x="22" y="47"/>
                </a:cubicBezTo>
                <a:cubicBezTo>
                  <a:pt x="27" y="47"/>
                  <a:pt x="27" y="47"/>
                  <a:pt x="27" y="47"/>
                </a:cubicBezTo>
                <a:cubicBezTo>
                  <a:pt x="27" y="44"/>
                  <a:pt x="27" y="44"/>
                  <a:pt x="27" y="44"/>
                </a:cubicBezTo>
                <a:close/>
                <a:moveTo>
                  <a:pt x="25" y="13"/>
                </a:moveTo>
                <a:cubicBezTo>
                  <a:pt x="25" y="13"/>
                  <a:pt x="25" y="13"/>
                  <a:pt x="25" y="13"/>
                </a:cubicBezTo>
                <a:cubicBezTo>
                  <a:pt x="30" y="13"/>
                  <a:pt x="35" y="16"/>
                  <a:pt x="37" y="21"/>
                </a:cubicBezTo>
                <a:cubicBezTo>
                  <a:pt x="37" y="22"/>
                  <a:pt x="38" y="24"/>
                  <a:pt x="38" y="26"/>
                </a:cubicBezTo>
                <a:cubicBezTo>
                  <a:pt x="38" y="27"/>
                  <a:pt x="37" y="29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6" y="32"/>
                  <a:pt x="36" y="32"/>
                  <a:pt x="35" y="33"/>
                </a:cubicBezTo>
                <a:cubicBezTo>
                  <a:pt x="43" y="41"/>
                  <a:pt x="43" y="41"/>
                  <a:pt x="43" y="41"/>
                </a:cubicBezTo>
                <a:cubicBezTo>
                  <a:pt x="44" y="42"/>
                  <a:pt x="44" y="43"/>
                  <a:pt x="43" y="44"/>
                </a:cubicBezTo>
                <a:cubicBezTo>
                  <a:pt x="43" y="45"/>
                  <a:pt x="41" y="45"/>
                  <a:pt x="41" y="4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7"/>
                  <a:pt x="31" y="37"/>
                  <a:pt x="30" y="38"/>
                </a:cubicBezTo>
                <a:cubicBezTo>
                  <a:pt x="28" y="38"/>
                  <a:pt x="26" y="39"/>
                  <a:pt x="25" y="39"/>
                </a:cubicBezTo>
                <a:cubicBezTo>
                  <a:pt x="23" y="39"/>
                  <a:pt x="21" y="38"/>
                  <a:pt x="20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18" y="37"/>
                  <a:pt x="17" y="36"/>
                  <a:pt x="15" y="35"/>
                </a:cubicBezTo>
                <a:cubicBezTo>
                  <a:pt x="13" y="32"/>
                  <a:pt x="12" y="29"/>
                  <a:pt x="12" y="26"/>
                </a:cubicBezTo>
                <a:cubicBezTo>
                  <a:pt x="12" y="24"/>
                  <a:pt x="12" y="22"/>
                  <a:pt x="13" y="21"/>
                </a:cubicBezTo>
                <a:cubicBezTo>
                  <a:pt x="13" y="20"/>
                  <a:pt x="13" y="20"/>
                  <a:pt x="13" y="20"/>
                </a:cubicBezTo>
                <a:cubicBezTo>
                  <a:pt x="13" y="19"/>
                  <a:pt x="14" y="18"/>
                  <a:pt x="15" y="16"/>
                </a:cubicBezTo>
                <a:cubicBezTo>
                  <a:pt x="18" y="14"/>
                  <a:pt x="21" y="13"/>
                  <a:pt x="25" y="13"/>
                </a:cubicBezTo>
                <a:close/>
                <a:moveTo>
                  <a:pt x="25" y="16"/>
                </a:moveTo>
                <a:cubicBezTo>
                  <a:pt x="25" y="16"/>
                  <a:pt x="25" y="16"/>
                  <a:pt x="25" y="16"/>
                </a:cubicBezTo>
                <a:cubicBezTo>
                  <a:pt x="22" y="16"/>
                  <a:pt x="20" y="17"/>
                  <a:pt x="18" y="19"/>
                </a:cubicBezTo>
                <a:cubicBezTo>
                  <a:pt x="17" y="20"/>
                  <a:pt x="17" y="21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3"/>
                  <a:pt x="16" y="24"/>
                  <a:pt x="16" y="26"/>
                </a:cubicBezTo>
                <a:cubicBezTo>
                  <a:pt x="16" y="29"/>
                  <a:pt x="18" y="33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2" y="34"/>
                  <a:pt x="23" y="35"/>
                  <a:pt x="25" y="35"/>
                </a:cubicBezTo>
                <a:cubicBezTo>
                  <a:pt x="26" y="35"/>
                  <a:pt x="27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32" y="33"/>
                  <a:pt x="34" y="29"/>
                  <a:pt x="34" y="26"/>
                </a:cubicBezTo>
                <a:cubicBezTo>
                  <a:pt x="34" y="24"/>
                  <a:pt x="34" y="23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2" y="19"/>
                  <a:pt x="28" y="16"/>
                  <a:pt x="25" y="1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11" name="Freeform 345">
            <a:extLst>
              <a:ext uri="{FF2B5EF4-FFF2-40B4-BE49-F238E27FC236}">
                <a16:creationId xmlns:a16="http://schemas.microsoft.com/office/drawing/2014/main" id="{FC054BDA-7E17-ECB7-A6E1-27C44E4023D9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6051998"/>
            <a:ext cx="211667" cy="211667"/>
          </a:xfrm>
          <a:custGeom>
            <a:avLst/>
            <a:gdLst>
              <a:gd name="T0" fmla="*/ 79375 w 50"/>
              <a:gd name="T1" fmla="*/ 117475 h 50"/>
              <a:gd name="T2" fmla="*/ 98425 w 50"/>
              <a:gd name="T3" fmla="*/ 15875 h 50"/>
              <a:gd name="T4" fmla="*/ 111125 w 50"/>
              <a:gd name="T5" fmla="*/ 22225 h 50"/>
              <a:gd name="T6" fmla="*/ 127000 w 50"/>
              <a:gd name="T7" fmla="*/ 12700 h 50"/>
              <a:gd name="T8" fmla="*/ 146050 w 50"/>
              <a:gd name="T9" fmla="*/ 41275 h 50"/>
              <a:gd name="T10" fmla="*/ 142875 w 50"/>
              <a:gd name="T11" fmla="*/ 60325 h 50"/>
              <a:gd name="T12" fmla="*/ 158750 w 50"/>
              <a:gd name="T13" fmla="*/ 66675 h 50"/>
              <a:gd name="T14" fmla="*/ 152400 w 50"/>
              <a:gd name="T15" fmla="*/ 98425 h 50"/>
              <a:gd name="T16" fmla="*/ 136525 w 50"/>
              <a:gd name="T17" fmla="*/ 111125 h 50"/>
              <a:gd name="T18" fmla="*/ 146050 w 50"/>
              <a:gd name="T19" fmla="*/ 127000 h 50"/>
              <a:gd name="T20" fmla="*/ 117475 w 50"/>
              <a:gd name="T21" fmla="*/ 146050 h 50"/>
              <a:gd name="T22" fmla="*/ 104775 w 50"/>
              <a:gd name="T23" fmla="*/ 139700 h 50"/>
              <a:gd name="T24" fmla="*/ 92075 w 50"/>
              <a:gd name="T25" fmla="*/ 158750 h 50"/>
              <a:gd name="T26" fmla="*/ 60325 w 50"/>
              <a:gd name="T27" fmla="*/ 152400 h 50"/>
              <a:gd name="T28" fmla="*/ 53975 w 50"/>
              <a:gd name="T29" fmla="*/ 139700 h 50"/>
              <a:gd name="T30" fmla="*/ 50800 w 50"/>
              <a:gd name="T31" fmla="*/ 139700 h 50"/>
              <a:gd name="T32" fmla="*/ 31750 w 50"/>
              <a:gd name="T33" fmla="*/ 146050 h 50"/>
              <a:gd name="T34" fmla="*/ 12700 w 50"/>
              <a:gd name="T35" fmla="*/ 117475 h 50"/>
              <a:gd name="T36" fmla="*/ 15875 w 50"/>
              <a:gd name="T37" fmla="*/ 98425 h 50"/>
              <a:gd name="T38" fmla="*/ 0 w 50"/>
              <a:gd name="T39" fmla="*/ 92075 h 50"/>
              <a:gd name="T40" fmla="*/ 15875 w 50"/>
              <a:gd name="T41" fmla="*/ 60325 h 50"/>
              <a:gd name="T42" fmla="*/ 12700 w 50"/>
              <a:gd name="T43" fmla="*/ 41275 h 50"/>
              <a:gd name="T44" fmla="*/ 12700 w 50"/>
              <a:gd name="T45" fmla="*/ 31750 h 50"/>
              <a:gd name="T46" fmla="*/ 50800 w 50"/>
              <a:gd name="T47" fmla="*/ 22225 h 50"/>
              <a:gd name="T48" fmla="*/ 66675 w 50"/>
              <a:gd name="T49" fmla="*/ 0 h 50"/>
              <a:gd name="T50" fmla="*/ 98425 w 50"/>
              <a:gd name="T51" fmla="*/ 6350 h 50"/>
              <a:gd name="T52" fmla="*/ 98425 w 50"/>
              <a:gd name="T53" fmla="*/ 31750 h 50"/>
              <a:gd name="T54" fmla="*/ 85725 w 50"/>
              <a:gd name="T55" fmla="*/ 22225 h 50"/>
              <a:gd name="T56" fmla="*/ 73025 w 50"/>
              <a:gd name="T57" fmla="*/ 22225 h 50"/>
              <a:gd name="T58" fmla="*/ 50800 w 50"/>
              <a:gd name="T59" fmla="*/ 34925 h 50"/>
              <a:gd name="T60" fmla="*/ 25400 w 50"/>
              <a:gd name="T61" fmla="*/ 38100 h 50"/>
              <a:gd name="T62" fmla="*/ 28575 w 50"/>
              <a:gd name="T63" fmla="*/ 60325 h 50"/>
              <a:gd name="T64" fmla="*/ 12700 w 50"/>
              <a:gd name="T65" fmla="*/ 73025 h 50"/>
              <a:gd name="T66" fmla="*/ 28575 w 50"/>
              <a:gd name="T67" fmla="*/ 92075 h 50"/>
              <a:gd name="T68" fmla="*/ 31750 w 50"/>
              <a:gd name="T69" fmla="*/ 114300 h 50"/>
              <a:gd name="T70" fmla="*/ 44450 w 50"/>
              <a:gd name="T71" fmla="*/ 127000 h 50"/>
              <a:gd name="T72" fmla="*/ 66675 w 50"/>
              <a:gd name="T73" fmla="*/ 133350 h 50"/>
              <a:gd name="T74" fmla="*/ 85725 w 50"/>
              <a:gd name="T75" fmla="*/ 146050 h 50"/>
              <a:gd name="T76" fmla="*/ 92075 w 50"/>
              <a:gd name="T77" fmla="*/ 133350 h 50"/>
              <a:gd name="T78" fmla="*/ 107950 w 50"/>
              <a:gd name="T79" fmla="*/ 123825 h 50"/>
              <a:gd name="T80" fmla="*/ 133350 w 50"/>
              <a:gd name="T81" fmla="*/ 120650 h 50"/>
              <a:gd name="T82" fmla="*/ 130175 w 50"/>
              <a:gd name="T83" fmla="*/ 101600 h 50"/>
              <a:gd name="T84" fmla="*/ 146050 w 50"/>
              <a:gd name="T85" fmla="*/ 88900 h 50"/>
              <a:gd name="T86" fmla="*/ 130175 w 50"/>
              <a:gd name="T87" fmla="*/ 66675 h 50"/>
              <a:gd name="T88" fmla="*/ 127000 w 50"/>
              <a:gd name="T89" fmla="*/ 44450 h 50"/>
              <a:gd name="T90" fmla="*/ 114300 w 50"/>
              <a:gd name="T91" fmla="*/ 31750 h 50"/>
              <a:gd name="T92" fmla="*/ 79375 w 50"/>
              <a:gd name="T93" fmla="*/ 50800 h 50"/>
              <a:gd name="T94" fmla="*/ 79375 w 50"/>
              <a:gd name="T95" fmla="*/ 111125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0">
                <a:moveTo>
                  <a:pt x="25" y="13"/>
                </a:moveTo>
                <a:cubicBezTo>
                  <a:pt x="32" y="13"/>
                  <a:pt x="37" y="19"/>
                  <a:pt x="37" y="25"/>
                </a:cubicBezTo>
                <a:cubicBezTo>
                  <a:pt x="37" y="32"/>
                  <a:pt x="32" y="37"/>
                  <a:pt x="25" y="37"/>
                </a:cubicBezTo>
                <a:cubicBezTo>
                  <a:pt x="19" y="37"/>
                  <a:pt x="13" y="32"/>
                  <a:pt x="13" y="25"/>
                </a:cubicBezTo>
                <a:cubicBezTo>
                  <a:pt x="13" y="19"/>
                  <a:pt x="18" y="13"/>
                  <a:pt x="25" y="13"/>
                </a:cubicBezTo>
                <a:close/>
                <a:moveTo>
                  <a:pt x="31" y="5"/>
                </a:moveTo>
                <a:cubicBezTo>
                  <a:pt x="31" y="5"/>
                  <a:pt x="31" y="5"/>
                  <a:pt x="31" y="5"/>
                </a:cubicBezTo>
                <a:cubicBezTo>
                  <a:pt x="32" y="6"/>
                  <a:pt x="32" y="6"/>
                  <a:pt x="33" y="6"/>
                </a:cubicBezTo>
                <a:cubicBezTo>
                  <a:pt x="34" y="6"/>
                  <a:pt x="34" y="7"/>
                  <a:pt x="35" y="7"/>
                </a:cubicBezTo>
                <a:cubicBezTo>
                  <a:pt x="37" y="4"/>
                  <a:pt x="37" y="4"/>
                  <a:pt x="37" y="4"/>
                </a:cubicBezTo>
                <a:cubicBezTo>
                  <a:pt x="38" y="4"/>
                  <a:pt x="39" y="4"/>
                  <a:pt x="40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46" y="10"/>
                  <a:pt x="46" y="10"/>
                  <a:pt x="46" y="10"/>
                </a:cubicBezTo>
                <a:cubicBezTo>
                  <a:pt x="47" y="11"/>
                  <a:pt x="47" y="12"/>
                  <a:pt x="46" y="13"/>
                </a:cubicBezTo>
                <a:cubicBezTo>
                  <a:pt x="43" y="16"/>
                  <a:pt x="43" y="16"/>
                  <a:pt x="43" y="16"/>
                </a:cubicBezTo>
                <a:cubicBezTo>
                  <a:pt x="44" y="16"/>
                  <a:pt x="44" y="17"/>
                  <a:pt x="44" y="17"/>
                </a:cubicBezTo>
                <a:cubicBezTo>
                  <a:pt x="44" y="18"/>
                  <a:pt x="45" y="18"/>
                  <a:pt x="45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9" y="19"/>
                  <a:pt x="50" y="20"/>
                  <a:pt x="50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30"/>
                  <a:pt x="49" y="31"/>
                  <a:pt x="48" y="31"/>
                </a:cubicBezTo>
                <a:cubicBezTo>
                  <a:pt x="48" y="31"/>
                  <a:pt x="48" y="31"/>
                  <a:pt x="48" y="31"/>
                </a:cubicBezTo>
                <a:cubicBezTo>
                  <a:pt x="45" y="31"/>
                  <a:pt x="45" y="31"/>
                  <a:pt x="45" y="31"/>
                </a:cubicBezTo>
                <a:cubicBezTo>
                  <a:pt x="45" y="32"/>
                  <a:pt x="44" y="33"/>
                  <a:pt x="44" y="33"/>
                </a:cubicBezTo>
                <a:cubicBezTo>
                  <a:pt x="44" y="34"/>
                  <a:pt x="44" y="34"/>
                  <a:pt x="43" y="35"/>
                </a:cubicBezTo>
                <a:cubicBezTo>
                  <a:pt x="46" y="37"/>
                  <a:pt x="46" y="37"/>
                  <a:pt x="46" y="37"/>
                </a:cubicBezTo>
                <a:cubicBezTo>
                  <a:pt x="47" y="38"/>
                  <a:pt x="47" y="39"/>
                  <a:pt x="46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0" y="46"/>
                  <a:pt x="40" y="46"/>
                  <a:pt x="40" y="46"/>
                </a:cubicBezTo>
                <a:cubicBezTo>
                  <a:pt x="39" y="47"/>
                  <a:pt x="38" y="47"/>
                  <a:pt x="37" y="46"/>
                </a:cubicBezTo>
                <a:cubicBezTo>
                  <a:pt x="35" y="44"/>
                  <a:pt x="35" y="44"/>
                  <a:pt x="35" y="44"/>
                </a:cubicBezTo>
                <a:cubicBezTo>
                  <a:pt x="34" y="44"/>
                  <a:pt x="34" y="44"/>
                  <a:pt x="3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2" y="45"/>
                  <a:pt x="32" y="45"/>
                  <a:pt x="31" y="45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9"/>
                  <a:pt x="30" y="50"/>
                  <a:pt x="29" y="50"/>
                </a:cubicBezTo>
                <a:cubicBezTo>
                  <a:pt x="29" y="50"/>
                  <a:pt x="29" y="50"/>
                  <a:pt x="29" y="50"/>
                </a:cubicBezTo>
                <a:cubicBezTo>
                  <a:pt x="21" y="50"/>
                  <a:pt x="21" y="50"/>
                  <a:pt x="21" y="50"/>
                </a:cubicBezTo>
                <a:cubicBezTo>
                  <a:pt x="20" y="50"/>
                  <a:pt x="19" y="49"/>
                  <a:pt x="19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45"/>
                  <a:pt x="19" y="45"/>
                  <a:pt x="19" y="45"/>
                </a:cubicBezTo>
                <a:cubicBezTo>
                  <a:pt x="18" y="45"/>
                  <a:pt x="18" y="44"/>
                  <a:pt x="17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4"/>
                  <a:pt x="16" y="44"/>
                  <a:pt x="16" y="44"/>
                </a:cubicBezTo>
                <a:cubicBezTo>
                  <a:pt x="13" y="46"/>
                  <a:pt x="13" y="46"/>
                  <a:pt x="13" y="46"/>
                </a:cubicBezTo>
                <a:cubicBezTo>
                  <a:pt x="12" y="47"/>
                  <a:pt x="11" y="47"/>
                  <a:pt x="10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39"/>
                  <a:pt x="4" y="38"/>
                  <a:pt x="4" y="37"/>
                </a:cubicBezTo>
                <a:cubicBezTo>
                  <a:pt x="7" y="35"/>
                  <a:pt x="7" y="35"/>
                  <a:pt x="7" y="35"/>
                </a:cubicBezTo>
                <a:cubicBezTo>
                  <a:pt x="6" y="34"/>
                  <a:pt x="6" y="34"/>
                  <a:pt x="6" y="33"/>
                </a:cubicBezTo>
                <a:cubicBezTo>
                  <a:pt x="6" y="33"/>
                  <a:pt x="5" y="32"/>
                  <a:pt x="5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1" y="31"/>
                  <a:pt x="0" y="30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0"/>
                  <a:pt x="1" y="19"/>
                  <a:pt x="2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8"/>
                  <a:pt x="6" y="18"/>
                  <a:pt x="6" y="17"/>
                </a:cubicBezTo>
                <a:cubicBezTo>
                  <a:pt x="6" y="17"/>
                  <a:pt x="6" y="16"/>
                  <a:pt x="7" y="16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2"/>
                  <a:pt x="4" y="11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10" y="4"/>
                  <a:pt x="10" y="4"/>
                  <a:pt x="10" y="4"/>
                </a:cubicBezTo>
                <a:cubicBezTo>
                  <a:pt x="11" y="4"/>
                  <a:pt x="12" y="4"/>
                  <a:pt x="13" y="4"/>
                </a:cubicBezTo>
                <a:cubicBezTo>
                  <a:pt x="16" y="7"/>
                  <a:pt x="16" y="7"/>
                  <a:pt x="16" y="7"/>
                </a:cubicBezTo>
                <a:cubicBezTo>
                  <a:pt x="17" y="6"/>
                  <a:pt x="18" y="6"/>
                  <a:pt x="19" y="5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1"/>
                  <a:pt x="20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5"/>
                  <a:pt x="31" y="5"/>
                  <a:pt x="31" y="5"/>
                </a:cubicBezTo>
                <a:close/>
                <a:moveTo>
                  <a:pt x="31" y="10"/>
                </a:moveTo>
                <a:cubicBezTo>
                  <a:pt x="31" y="10"/>
                  <a:pt x="31" y="10"/>
                  <a:pt x="31" y="10"/>
                </a:cubicBezTo>
                <a:cubicBezTo>
                  <a:pt x="31" y="9"/>
                  <a:pt x="30" y="9"/>
                  <a:pt x="29" y="9"/>
                </a:cubicBezTo>
                <a:cubicBezTo>
                  <a:pt x="28" y="9"/>
                  <a:pt x="27" y="8"/>
                  <a:pt x="27" y="7"/>
                </a:cubicBezTo>
                <a:cubicBezTo>
                  <a:pt x="27" y="4"/>
                  <a:pt x="27" y="4"/>
                  <a:pt x="27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8"/>
                  <a:pt x="22" y="9"/>
                  <a:pt x="21" y="9"/>
                </a:cubicBezTo>
                <a:cubicBezTo>
                  <a:pt x="19" y="9"/>
                  <a:pt x="18" y="10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5" y="11"/>
                  <a:pt x="14" y="11"/>
                  <a:pt x="14" y="11"/>
                </a:cubicBezTo>
                <a:cubicBezTo>
                  <a:pt x="12" y="8"/>
                  <a:pt x="12" y="8"/>
                  <a:pt x="12" y="8"/>
                </a:cubicBezTo>
                <a:cubicBezTo>
                  <a:pt x="8" y="12"/>
                  <a:pt x="8" y="12"/>
                  <a:pt x="8" y="12"/>
                </a:cubicBezTo>
                <a:cubicBezTo>
                  <a:pt x="10" y="14"/>
                  <a:pt x="10" y="14"/>
                  <a:pt x="10" y="14"/>
                </a:cubicBezTo>
                <a:cubicBezTo>
                  <a:pt x="11" y="14"/>
                  <a:pt x="11" y="15"/>
                  <a:pt x="11" y="16"/>
                </a:cubicBezTo>
                <a:cubicBezTo>
                  <a:pt x="10" y="17"/>
                  <a:pt x="10" y="18"/>
                  <a:pt x="9" y="19"/>
                </a:cubicBezTo>
                <a:cubicBezTo>
                  <a:pt x="9" y="19"/>
                  <a:pt x="9" y="20"/>
                  <a:pt x="9" y="21"/>
                </a:cubicBezTo>
                <a:cubicBezTo>
                  <a:pt x="9" y="22"/>
                  <a:pt x="8" y="23"/>
                  <a:pt x="7" y="23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28"/>
                  <a:pt x="4" y="28"/>
                  <a:pt x="4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8" y="28"/>
                  <a:pt x="8" y="28"/>
                  <a:pt x="9" y="29"/>
                </a:cubicBezTo>
                <a:cubicBezTo>
                  <a:pt x="9" y="30"/>
                  <a:pt x="9" y="31"/>
                  <a:pt x="9" y="32"/>
                </a:cubicBezTo>
                <a:cubicBezTo>
                  <a:pt x="10" y="32"/>
                  <a:pt x="10" y="33"/>
                  <a:pt x="11" y="34"/>
                </a:cubicBezTo>
                <a:cubicBezTo>
                  <a:pt x="11" y="35"/>
                  <a:pt x="11" y="36"/>
                  <a:pt x="10" y="36"/>
                </a:cubicBezTo>
                <a:cubicBezTo>
                  <a:pt x="8" y="38"/>
                  <a:pt x="8" y="38"/>
                  <a:pt x="8" y="38"/>
                </a:cubicBezTo>
                <a:cubicBezTo>
                  <a:pt x="12" y="42"/>
                  <a:pt x="12" y="42"/>
                  <a:pt x="12" y="42"/>
                </a:cubicBezTo>
                <a:cubicBezTo>
                  <a:pt x="14" y="40"/>
                  <a:pt x="14" y="40"/>
                  <a:pt x="14" y="40"/>
                </a:cubicBezTo>
                <a:cubicBezTo>
                  <a:pt x="14" y="39"/>
                  <a:pt x="15" y="39"/>
                  <a:pt x="16" y="39"/>
                </a:cubicBezTo>
                <a:cubicBezTo>
                  <a:pt x="17" y="40"/>
                  <a:pt x="18" y="40"/>
                  <a:pt x="19" y="41"/>
                </a:cubicBezTo>
                <a:cubicBezTo>
                  <a:pt x="19" y="41"/>
                  <a:pt x="20" y="41"/>
                  <a:pt x="21" y="42"/>
                </a:cubicBezTo>
                <a:cubicBezTo>
                  <a:pt x="22" y="42"/>
                  <a:pt x="23" y="42"/>
                  <a:pt x="23" y="43"/>
                </a:cubicBezTo>
                <a:cubicBezTo>
                  <a:pt x="23" y="46"/>
                  <a:pt x="23" y="46"/>
                  <a:pt x="23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3"/>
                  <a:pt x="27" y="43"/>
                  <a:pt x="27" y="43"/>
                </a:cubicBezTo>
                <a:cubicBezTo>
                  <a:pt x="27" y="43"/>
                  <a:pt x="27" y="43"/>
                  <a:pt x="27" y="43"/>
                </a:cubicBezTo>
                <a:cubicBezTo>
                  <a:pt x="27" y="43"/>
                  <a:pt x="28" y="42"/>
                  <a:pt x="29" y="42"/>
                </a:cubicBezTo>
                <a:cubicBezTo>
                  <a:pt x="30" y="41"/>
                  <a:pt x="31" y="41"/>
                  <a:pt x="31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32" y="40"/>
                  <a:pt x="33" y="40"/>
                  <a:pt x="34" y="39"/>
                </a:cubicBezTo>
                <a:cubicBezTo>
                  <a:pt x="35" y="39"/>
                  <a:pt x="36" y="39"/>
                  <a:pt x="36" y="40"/>
                </a:cubicBezTo>
                <a:cubicBezTo>
                  <a:pt x="38" y="42"/>
                  <a:pt x="38" y="42"/>
                  <a:pt x="38" y="42"/>
                </a:cubicBezTo>
                <a:cubicBezTo>
                  <a:pt x="42" y="38"/>
                  <a:pt x="42" y="38"/>
                  <a:pt x="42" y="38"/>
                </a:cubicBezTo>
                <a:cubicBezTo>
                  <a:pt x="40" y="36"/>
                  <a:pt x="40" y="36"/>
                  <a:pt x="40" y="36"/>
                </a:cubicBezTo>
                <a:cubicBezTo>
                  <a:pt x="39" y="36"/>
                  <a:pt x="39" y="35"/>
                  <a:pt x="39" y="34"/>
                </a:cubicBezTo>
                <a:cubicBezTo>
                  <a:pt x="40" y="33"/>
                  <a:pt x="40" y="32"/>
                  <a:pt x="41" y="32"/>
                </a:cubicBezTo>
                <a:cubicBezTo>
                  <a:pt x="41" y="31"/>
                  <a:pt x="41" y="30"/>
                  <a:pt x="41" y="29"/>
                </a:cubicBezTo>
                <a:cubicBezTo>
                  <a:pt x="42" y="28"/>
                  <a:pt x="42" y="28"/>
                  <a:pt x="43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3"/>
                  <a:pt x="46" y="23"/>
                  <a:pt x="46" y="23"/>
                </a:cubicBezTo>
                <a:cubicBezTo>
                  <a:pt x="43" y="23"/>
                  <a:pt x="43" y="23"/>
                  <a:pt x="43" y="23"/>
                </a:cubicBezTo>
                <a:cubicBezTo>
                  <a:pt x="42" y="23"/>
                  <a:pt x="42" y="22"/>
                  <a:pt x="41" y="21"/>
                </a:cubicBezTo>
                <a:cubicBezTo>
                  <a:pt x="41" y="20"/>
                  <a:pt x="41" y="20"/>
                  <a:pt x="41" y="19"/>
                </a:cubicBezTo>
                <a:cubicBezTo>
                  <a:pt x="40" y="18"/>
                  <a:pt x="40" y="17"/>
                  <a:pt x="39" y="16"/>
                </a:cubicBezTo>
                <a:cubicBezTo>
                  <a:pt x="39" y="16"/>
                  <a:pt x="39" y="15"/>
                  <a:pt x="40" y="14"/>
                </a:cubicBezTo>
                <a:cubicBezTo>
                  <a:pt x="42" y="12"/>
                  <a:pt x="42" y="12"/>
                  <a:pt x="42" y="12"/>
                </a:cubicBezTo>
                <a:cubicBezTo>
                  <a:pt x="38" y="8"/>
                  <a:pt x="38" y="8"/>
                  <a:pt x="38" y="8"/>
                </a:cubicBezTo>
                <a:cubicBezTo>
                  <a:pt x="36" y="10"/>
                  <a:pt x="36" y="10"/>
                  <a:pt x="36" y="10"/>
                </a:cubicBezTo>
                <a:cubicBezTo>
                  <a:pt x="36" y="11"/>
                  <a:pt x="35" y="11"/>
                  <a:pt x="34" y="11"/>
                </a:cubicBezTo>
                <a:cubicBezTo>
                  <a:pt x="33" y="10"/>
                  <a:pt x="32" y="10"/>
                  <a:pt x="31" y="10"/>
                </a:cubicBezTo>
                <a:close/>
                <a:moveTo>
                  <a:pt x="25" y="16"/>
                </a:moveTo>
                <a:cubicBezTo>
                  <a:pt x="25" y="16"/>
                  <a:pt x="25" y="16"/>
                  <a:pt x="25" y="16"/>
                </a:cubicBezTo>
                <a:cubicBezTo>
                  <a:pt x="20" y="16"/>
                  <a:pt x="15" y="20"/>
                  <a:pt x="15" y="25"/>
                </a:cubicBezTo>
                <a:cubicBezTo>
                  <a:pt x="15" y="30"/>
                  <a:pt x="20" y="35"/>
                  <a:pt x="25" y="35"/>
                </a:cubicBezTo>
                <a:cubicBezTo>
                  <a:pt x="30" y="35"/>
                  <a:pt x="35" y="30"/>
                  <a:pt x="35" y="25"/>
                </a:cubicBezTo>
                <a:cubicBezTo>
                  <a:pt x="35" y="20"/>
                  <a:pt x="30" y="16"/>
                  <a:pt x="25" y="1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12" name="Freeform 346">
            <a:extLst>
              <a:ext uri="{FF2B5EF4-FFF2-40B4-BE49-F238E27FC236}">
                <a16:creationId xmlns:a16="http://schemas.microsoft.com/office/drawing/2014/main" id="{B6AA3009-ACE9-156A-3E40-98F538F8F189}"/>
              </a:ext>
            </a:extLst>
          </p:cNvPr>
          <p:cNvSpPr>
            <a:spLocks noEditPoints="1"/>
          </p:cNvSpPr>
          <p:nvPr/>
        </p:nvSpPr>
        <p:spPr bwMode="auto">
          <a:xfrm>
            <a:off x="10271585" y="6051998"/>
            <a:ext cx="211667" cy="211667"/>
          </a:xfrm>
          <a:custGeom>
            <a:avLst/>
            <a:gdLst>
              <a:gd name="T0" fmla="*/ 136525 w 50"/>
              <a:gd name="T1" fmla="*/ 22225 h 50"/>
              <a:gd name="T2" fmla="*/ 158750 w 50"/>
              <a:gd name="T3" fmla="*/ 79375 h 50"/>
              <a:gd name="T4" fmla="*/ 79375 w 50"/>
              <a:gd name="T5" fmla="*/ 158750 h 50"/>
              <a:gd name="T6" fmla="*/ 22225 w 50"/>
              <a:gd name="T7" fmla="*/ 136525 h 50"/>
              <a:gd name="T8" fmla="*/ 22225 w 50"/>
              <a:gd name="T9" fmla="*/ 22225 h 50"/>
              <a:gd name="T10" fmla="*/ 22225 w 50"/>
              <a:gd name="T11" fmla="*/ 22225 h 50"/>
              <a:gd name="T12" fmla="*/ 41275 w 50"/>
              <a:gd name="T13" fmla="*/ 63500 h 50"/>
              <a:gd name="T14" fmla="*/ 41275 w 50"/>
              <a:gd name="T15" fmla="*/ 60325 h 50"/>
              <a:gd name="T16" fmla="*/ 50800 w 50"/>
              <a:gd name="T17" fmla="*/ 47625 h 50"/>
              <a:gd name="T18" fmla="*/ 63500 w 50"/>
              <a:gd name="T19" fmla="*/ 38100 h 50"/>
              <a:gd name="T20" fmla="*/ 66675 w 50"/>
              <a:gd name="T21" fmla="*/ 57150 h 50"/>
              <a:gd name="T22" fmla="*/ 114300 w 50"/>
              <a:gd name="T23" fmla="*/ 63500 h 50"/>
              <a:gd name="T24" fmla="*/ 120650 w 50"/>
              <a:gd name="T25" fmla="*/ 76200 h 50"/>
              <a:gd name="T26" fmla="*/ 114300 w 50"/>
              <a:gd name="T27" fmla="*/ 114300 h 50"/>
              <a:gd name="T28" fmla="*/ 98425 w 50"/>
              <a:gd name="T29" fmla="*/ 120650 h 50"/>
              <a:gd name="T30" fmla="*/ 31750 w 50"/>
              <a:gd name="T31" fmla="*/ 127000 h 50"/>
              <a:gd name="T32" fmla="*/ 31750 w 50"/>
              <a:gd name="T33" fmla="*/ 127000 h 50"/>
              <a:gd name="T34" fmla="*/ 127000 w 50"/>
              <a:gd name="T35" fmla="*/ 127000 h 50"/>
              <a:gd name="T36" fmla="*/ 127000 w 50"/>
              <a:gd name="T37" fmla="*/ 31750 h 50"/>
              <a:gd name="T38" fmla="*/ 79375 w 50"/>
              <a:gd name="T39" fmla="*/ 12700 h 50"/>
              <a:gd name="T40" fmla="*/ 31750 w 50"/>
              <a:gd name="T41" fmla="*/ 31750 h 50"/>
              <a:gd name="T42" fmla="*/ 19050 w 50"/>
              <a:gd name="T43" fmla="*/ 114300 h 50"/>
              <a:gd name="T44" fmla="*/ 107950 w 50"/>
              <a:gd name="T45" fmla="*/ 111125 h 50"/>
              <a:gd name="T46" fmla="*/ 114300 w 50"/>
              <a:gd name="T47" fmla="*/ 98425 h 50"/>
              <a:gd name="T48" fmla="*/ 107950 w 50"/>
              <a:gd name="T49" fmla="*/ 66675 h 50"/>
              <a:gd name="T50" fmla="*/ 98425 w 50"/>
              <a:gd name="T51" fmla="*/ 63500 h 50"/>
              <a:gd name="T52" fmla="*/ 66675 w 50"/>
              <a:gd name="T53" fmla="*/ 76200 h 50"/>
              <a:gd name="T54" fmla="*/ 60325 w 50"/>
              <a:gd name="T55" fmla="*/ 79375 h 50"/>
              <a:gd name="T56" fmla="*/ 50800 w 50"/>
              <a:gd name="T57" fmla="*/ 69850 h 50"/>
              <a:gd name="T58" fmla="*/ 57150 w 50"/>
              <a:gd name="T59" fmla="*/ 60325 h 50"/>
              <a:gd name="T60" fmla="*/ 57150 w 50"/>
              <a:gd name="T61" fmla="*/ 60325 h 50"/>
              <a:gd name="T62" fmla="*/ 57150 w 50"/>
              <a:gd name="T63" fmla="*/ 50800 h 50"/>
              <a:gd name="T64" fmla="*/ 50800 w 50"/>
              <a:gd name="T65" fmla="*/ 60325 h 50"/>
              <a:gd name="T66" fmla="*/ 57150 w 50"/>
              <a:gd name="T67" fmla="*/ 66675 h 50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0" h="50">
                <a:moveTo>
                  <a:pt x="25" y="0"/>
                </a:moveTo>
                <a:cubicBezTo>
                  <a:pt x="32" y="0"/>
                  <a:pt x="38" y="3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7" y="12"/>
                  <a:pt x="50" y="18"/>
                  <a:pt x="50" y="25"/>
                </a:cubicBezTo>
                <a:cubicBezTo>
                  <a:pt x="50" y="32"/>
                  <a:pt x="47" y="38"/>
                  <a:pt x="43" y="43"/>
                </a:cubicBezTo>
                <a:cubicBezTo>
                  <a:pt x="38" y="47"/>
                  <a:pt x="32" y="50"/>
                  <a:pt x="25" y="50"/>
                </a:cubicBezTo>
                <a:cubicBezTo>
                  <a:pt x="18" y="50"/>
                  <a:pt x="12" y="47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12" y="3"/>
                  <a:pt x="18" y="0"/>
                  <a:pt x="25" y="0"/>
                </a:cubicBezTo>
                <a:close/>
                <a:moveTo>
                  <a:pt x="13" y="20"/>
                </a:moveTo>
                <a:cubicBezTo>
                  <a:pt x="13" y="20"/>
                  <a:pt x="13" y="20"/>
                  <a:pt x="13" y="20"/>
                </a:cubicBezTo>
                <a:cubicBezTo>
                  <a:pt x="13" y="19"/>
                  <a:pt x="13" y="19"/>
                  <a:pt x="13" y="19"/>
                </a:cubicBezTo>
                <a:cubicBezTo>
                  <a:pt x="13" y="18"/>
                  <a:pt x="13" y="18"/>
                  <a:pt x="13" y="18"/>
                </a:cubicBezTo>
                <a:cubicBezTo>
                  <a:pt x="16" y="15"/>
                  <a:pt x="16" y="15"/>
                  <a:pt x="16" y="15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20" y="12"/>
                  <a:pt x="20" y="12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18"/>
                  <a:pt x="21" y="18"/>
                  <a:pt x="21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3" y="18"/>
                  <a:pt x="35" y="18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7" y="21"/>
                  <a:pt x="38" y="23"/>
                  <a:pt x="38" y="24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3"/>
                  <a:pt x="37" y="35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5" y="37"/>
                  <a:pt x="33" y="38"/>
                  <a:pt x="31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9" y="39"/>
                  <a:pt x="9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4" y="44"/>
                  <a:pt x="19" y="46"/>
                  <a:pt x="25" y="46"/>
                </a:cubicBezTo>
                <a:cubicBezTo>
                  <a:pt x="31" y="46"/>
                  <a:pt x="36" y="44"/>
                  <a:pt x="40" y="40"/>
                </a:cubicBezTo>
                <a:cubicBezTo>
                  <a:pt x="44" y="36"/>
                  <a:pt x="46" y="31"/>
                  <a:pt x="46" y="25"/>
                </a:cubicBezTo>
                <a:cubicBezTo>
                  <a:pt x="46" y="19"/>
                  <a:pt x="44" y="14"/>
                  <a:pt x="40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36" y="6"/>
                  <a:pt x="31" y="4"/>
                  <a:pt x="25" y="4"/>
                </a:cubicBezTo>
                <a:cubicBezTo>
                  <a:pt x="19" y="4"/>
                  <a:pt x="14" y="6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4" y="19"/>
                  <a:pt x="4" y="25"/>
                </a:cubicBezTo>
                <a:cubicBezTo>
                  <a:pt x="4" y="29"/>
                  <a:pt x="5" y="33"/>
                  <a:pt x="6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2" y="36"/>
                  <a:pt x="34" y="35"/>
                  <a:pt x="34" y="35"/>
                </a:cubicBezTo>
                <a:cubicBezTo>
                  <a:pt x="34" y="35"/>
                  <a:pt x="34" y="35"/>
                  <a:pt x="34" y="35"/>
                </a:cubicBezTo>
                <a:cubicBezTo>
                  <a:pt x="35" y="34"/>
                  <a:pt x="36" y="33"/>
                  <a:pt x="36" y="31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3"/>
                  <a:pt x="35" y="22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0"/>
                  <a:pt x="32" y="20"/>
                  <a:pt x="3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5"/>
                  <a:pt x="20" y="25"/>
                  <a:pt x="20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3" y="20"/>
                  <a:pt x="13" y="20"/>
                  <a:pt x="13" y="20"/>
                </a:cubicBezTo>
                <a:close/>
                <a:moveTo>
                  <a:pt x="18" y="19"/>
                </a:move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7"/>
                  <a:pt x="18" y="17"/>
                  <a:pt x="18" y="17"/>
                </a:cubicBezTo>
                <a:cubicBezTo>
                  <a:pt x="16" y="19"/>
                  <a:pt x="16" y="19"/>
                  <a:pt x="16" y="19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19"/>
                  <a:pt x="18" y="19"/>
                  <a:pt x="18" y="1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13" name="Freeform 347">
            <a:extLst>
              <a:ext uri="{FF2B5EF4-FFF2-40B4-BE49-F238E27FC236}">
                <a16:creationId xmlns:a16="http://schemas.microsoft.com/office/drawing/2014/main" id="{7A1C8567-9B97-30DF-2297-59272958BC0A}"/>
              </a:ext>
            </a:extLst>
          </p:cNvPr>
          <p:cNvSpPr>
            <a:spLocks noEditPoints="1"/>
          </p:cNvSpPr>
          <p:nvPr/>
        </p:nvSpPr>
        <p:spPr bwMode="auto">
          <a:xfrm>
            <a:off x="5811767" y="5643481"/>
            <a:ext cx="211667" cy="215900"/>
          </a:xfrm>
          <a:custGeom>
            <a:avLst/>
            <a:gdLst>
              <a:gd name="T0" fmla="*/ 133350 w 50"/>
              <a:gd name="T1" fmla="*/ 133350 h 51"/>
              <a:gd name="T2" fmla="*/ 104775 w 50"/>
              <a:gd name="T3" fmla="*/ 111125 h 51"/>
              <a:gd name="T4" fmla="*/ 111125 w 50"/>
              <a:gd name="T5" fmla="*/ 104775 h 51"/>
              <a:gd name="T6" fmla="*/ 123825 w 50"/>
              <a:gd name="T7" fmla="*/ 0 h 51"/>
              <a:gd name="T8" fmla="*/ 130175 w 50"/>
              <a:gd name="T9" fmla="*/ 3175 h 51"/>
              <a:gd name="T10" fmla="*/ 139700 w 50"/>
              <a:gd name="T11" fmla="*/ 12700 h 51"/>
              <a:gd name="T12" fmla="*/ 139700 w 50"/>
              <a:gd name="T13" fmla="*/ 12700 h 51"/>
              <a:gd name="T14" fmla="*/ 127000 w 50"/>
              <a:gd name="T15" fmla="*/ 31750 h 51"/>
              <a:gd name="T16" fmla="*/ 130175 w 50"/>
              <a:gd name="T17" fmla="*/ 34925 h 51"/>
              <a:gd name="T18" fmla="*/ 146050 w 50"/>
              <a:gd name="T19" fmla="*/ 22225 h 51"/>
              <a:gd name="T20" fmla="*/ 155575 w 50"/>
              <a:gd name="T21" fmla="*/ 25400 h 51"/>
              <a:gd name="T22" fmla="*/ 158750 w 50"/>
              <a:gd name="T23" fmla="*/ 31750 h 51"/>
              <a:gd name="T24" fmla="*/ 158750 w 50"/>
              <a:gd name="T25" fmla="*/ 38100 h 51"/>
              <a:gd name="T26" fmla="*/ 123825 w 50"/>
              <a:gd name="T27" fmla="*/ 73025 h 51"/>
              <a:gd name="T28" fmla="*/ 114300 w 50"/>
              <a:gd name="T29" fmla="*/ 79375 h 51"/>
              <a:gd name="T30" fmla="*/ 152400 w 50"/>
              <a:gd name="T31" fmla="*/ 117475 h 51"/>
              <a:gd name="T32" fmla="*/ 152400 w 50"/>
              <a:gd name="T33" fmla="*/ 152400 h 51"/>
              <a:gd name="T34" fmla="*/ 152400 w 50"/>
              <a:gd name="T35" fmla="*/ 152400 h 51"/>
              <a:gd name="T36" fmla="*/ 117475 w 50"/>
              <a:gd name="T37" fmla="*/ 152400 h 51"/>
              <a:gd name="T38" fmla="*/ 41275 w 50"/>
              <a:gd name="T39" fmla="*/ 152400 h 51"/>
              <a:gd name="T40" fmla="*/ 6350 w 50"/>
              <a:gd name="T41" fmla="*/ 152400 h 51"/>
              <a:gd name="T42" fmla="*/ 3175 w 50"/>
              <a:gd name="T43" fmla="*/ 146050 h 51"/>
              <a:gd name="T44" fmla="*/ 6350 w 50"/>
              <a:gd name="T45" fmla="*/ 120650 h 51"/>
              <a:gd name="T46" fmla="*/ 34925 w 50"/>
              <a:gd name="T47" fmla="*/ 60325 h 51"/>
              <a:gd name="T48" fmla="*/ 15875 w 50"/>
              <a:gd name="T49" fmla="*/ 53975 h 51"/>
              <a:gd name="T50" fmla="*/ 3175 w 50"/>
              <a:gd name="T51" fmla="*/ 15875 h 51"/>
              <a:gd name="T52" fmla="*/ 15875 w 50"/>
              <a:gd name="T53" fmla="*/ 6350 h 51"/>
              <a:gd name="T54" fmla="*/ 53975 w 50"/>
              <a:gd name="T55" fmla="*/ 15875 h 51"/>
              <a:gd name="T56" fmla="*/ 60325 w 50"/>
              <a:gd name="T57" fmla="*/ 34925 h 51"/>
              <a:gd name="T58" fmla="*/ 88900 w 50"/>
              <a:gd name="T59" fmla="*/ 38100 h 51"/>
              <a:gd name="T60" fmla="*/ 88900 w 50"/>
              <a:gd name="T61" fmla="*/ 38100 h 51"/>
              <a:gd name="T62" fmla="*/ 98425 w 50"/>
              <a:gd name="T63" fmla="*/ 12700 h 51"/>
              <a:gd name="T64" fmla="*/ 107950 w 50"/>
              <a:gd name="T65" fmla="*/ 88900 h 51"/>
              <a:gd name="T66" fmla="*/ 88900 w 50"/>
              <a:gd name="T67" fmla="*/ 107950 h 51"/>
              <a:gd name="T68" fmla="*/ 133350 w 50"/>
              <a:gd name="T69" fmla="*/ 149225 h 51"/>
              <a:gd name="T70" fmla="*/ 142875 w 50"/>
              <a:gd name="T71" fmla="*/ 142875 h 51"/>
              <a:gd name="T72" fmla="*/ 142875 w 50"/>
              <a:gd name="T73" fmla="*/ 127000 h 51"/>
              <a:gd name="T74" fmla="*/ 107950 w 50"/>
              <a:gd name="T75" fmla="*/ 88900 h 51"/>
              <a:gd name="T76" fmla="*/ 60325 w 50"/>
              <a:gd name="T77" fmla="*/ 69850 h 51"/>
              <a:gd name="T78" fmla="*/ 50800 w 50"/>
              <a:gd name="T79" fmla="*/ 41275 h 51"/>
              <a:gd name="T80" fmla="*/ 47625 w 50"/>
              <a:gd name="T81" fmla="*/ 28575 h 51"/>
              <a:gd name="T82" fmla="*/ 19050 w 50"/>
              <a:gd name="T83" fmla="*/ 19050 h 51"/>
              <a:gd name="T84" fmla="*/ 25400 w 50"/>
              <a:gd name="T85" fmla="*/ 47625 h 51"/>
              <a:gd name="T86" fmla="*/ 41275 w 50"/>
              <a:gd name="T87" fmla="*/ 50800 h 51"/>
              <a:gd name="T88" fmla="*/ 123825 w 50"/>
              <a:gd name="T89" fmla="*/ 12700 h 51"/>
              <a:gd name="T90" fmla="*/ 107950 w 50"/>
              <a:gd name="T91" fmla="*/ 22225 h 51"/>
              <a:gd name="T92" fmla="*/ 101600 w 50"/>
              <a:gd name="T93" fmla="*/ 38100 h 51"/>
              <a:gd name="T94" fmla="*/ 101600 w 50"/>
              <a:gd name="T95" fmla="*/ 38100 h 51"/>
              <a:gd name="T96" fmla="*/ 101600 w 50"/>
              <a:gd name="T97" fmla="*/ 41275 h 51"/>
              <a:gd name="T98" fmla="*/ 15875 w 50"/>
              <a:gd name="T99" fmla="*/ 130175 h 51"/>
              <a:gd name="T100" fmla="*/ 12700 w 50"/>
              <a:gd name="T101" fmla="*/ 139700 h 51"/>
              <a:gd name="T102" fmla="*/ 19050 w 50"/>
              <a:gd name="T103" fmla="*/ 149225 h 51"/>
              <a:gd name="T104" fmla="*/ 76200 w 50"/>
              <a:gd name="T105" fmla="*/ 101600 h 51"/>
              <a:gd name="T106" fmla="*/ 101600 w 50"/>
              <a:gd name="T107" fmla="*/ 76200 h 51"/>
              <a:gd name="T108" fmla="*/ 114300 w 50"/>
              <a:gd name="T109" fmla="*/ 63500 h 51"/>
              <a:gd name="T110" fmla="*/ 120650 w 50"/>
              <a:gd name="T111" fmla="*/ 60325 h 51"/>
              <a:gd name="T112" fmla="*/ 123825 w 50"/>
              <a:gd name="T113" fmla="*/ 60325 h 51"/>
              <a:gd name="T114" fmla="*/ 139700 w 50"/>
              <a:gd name="T115" fmla="*/ 53975 h 51"/>
              <a:gd name="T116" fmla="*/ 139700 w 50"/>
              <a:gd name="T117" fmla="*/ 47625 h 51"/>
              <a:gd name="T118" fmla="*/ 127000 w 50"/>
              <a:gd name="T119" fmla="*/ 47625 h 51"/>
              <a:gd name="T120" fmla="*/ 117475 w 50"/>
              <a:gd name="T121" fmla="*/ 41275 h 51"/>
              <a:gd name="T122" fmla="*/ 114300 w 50"/>
              <a:gd name="T123" fmla="*/ 28575 h 51"/>
              <a:gd name="T124" fmla="*/ 123825 w 50"/>
              <a:gd name="T125" fmla="*/ 12700 h 51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50" h="51">
                <a:moveTo>
                  <a:pt x="42" y="40"/>
                </a:moveTo>
                <a:cubicBezTo>
                  <a:pt x="43" y="41"/>
                  <a:pt x="43" y="42"/>
                  <a:pt x="42" y="42"/>
                </a:cubicBezTo>
                <a:cubicBezTo>
                  <a:pt x="42" y="42"/>
                  <a:pt x="41" y="42"/>
                  <a:pt x="41" y="42"/>
                </a:cubicBezTo>
                <a:cubicBezTo>
                  <a:pt x="33" y="35"/>
                  <a:pt x="33" y="35"/>
                  <a:pt x="33" y="35"/>
                </a:cubicBezTo>
                <a:cubicBezTo>
                  <a:pt x="33" y="34"/>
                  <a:pt x="33" y="34"/>
                  <a:pt x="33" y="33"/>
                </a:cubicBezTo>
                <a:cubicBezTo>
                  <a:pt x="34" y="33"/>
                  <a:pt x="35" y="33"/>
                  <a:pt x="35" y="33"/>
                </a:cubicBezTo>
                <a:cubicBezTo>
                  <a:pt x="42" y="40"/>
                  <a:pt x="42" y="40"/>
                  <a:pt x="42" y="40"/>
                </a:cubicBezTo>
                <a:close/>
                <a:moveTo>
                  <a:pt x="39" y="0"/>
                </a:move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1"/>
                </a:cubicBezTo>
                <a:cubicBezTo>
                  <a:pt x="42" y="1"/>
                  <a:pt x="43" y="1"/>
                  <a:pt x="43" y="1"/>
                </a:cubicBezTo>
                <a:cubicBezTo>
                  <a:pt x="44" y="2"/>
                  <a:pt x="45" y="3"/>
                  <a:pt x="44" y="4"/>
                </a:cubicBezTo>
                <a:cubicBezTo>
                  <a:pt x="44" y="4"/>
                  <a:pt x="44" y="4"/>
                  <a:pt x="44" y="4"/>
                </a:cubicBezTo>
                <a:cubicBezTo>
                  <a:pt x="44" y="4"/>
                  <a:pt x="44" y="4"/>
                  <a:pt x="44" y="4"/>
                </a:cubicBezTo>
                <a:cubicBezTo>
                  <a:pt x="43" y="6"/>
                  <a:pt x="41" y="7"/>
                  <a:pt x="40" y="9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11"/>
                  <a:pt x="40" y="11"/>
                  <a:pt x="40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2" y="11"/>
                  <a:pt x="42" y="11"/>
                  <a:pt x="42" y="11"/>
                </a:cubicBezTo>
                <a:cubicBezTo>
                  <a:pt x="43" y="10"/>
                  <a:pt x="45" y="8"/>
                  <a:pt x="46" y="7"/>
                </a:cubicBezTo>
                <a:cubicBezTo>
                  <a:pt x="47" y="6"/>
                  <a:pt x="48" y="6"/>
                  <a:pt x="49" y="7"/>
                </a:cubicBezTo>
                <a:cubicBezTo>
                  <a:pt x="49" y="7"/>
                  <a:pt x="49" y="7"/>
                  <a:pt x="49" y="8"/>
                </a:cubicBezTo>
                <a:cubicBezTo>
                  <a:pt x="50" y="8"/>
                  <a:pt x="50" y="9"/>
                  <a:pt x="50" y="9"/>
                </a:cubicBezTo>
                <a:cubicBezTo>
                  <a:pt x="50" y="10"/>
                  <a:pt x="50" y="10"/>
                  <a:pt x="50" y="10"/>
                </a:cubicBezTo>
                <a:cubicBezTo>
                  <a:pt x="50" y="10"/>
                  <a:pt x="50" y="10"/>
                  <a:pt x="50" y="10"/>
                </a:cubicBezTo>
                <a:cubicBezTo>
                  <a:pt x="50" y="10"/>
                  <a:pt x="50" y="11"/>
                  <a:pt x="50" y="12"/>
                </a:cubicBezTo>
                <a:cubicBezTo>
                  <a:pt x="50" y="15"/>
                  <a:pt x="49" y="18"/>
                  <a:pt x="47" y="20"/>
                </a:cubicBezTo>
                <a:cubicBezTo>
                  <a:pt x="45" y="22"/>
                  <a:pt x="42" y="23"/>
                  <a:pt x="39" y="23"/>
                </a:cubicBezTo>
                <a:cubicBezTo>
                  <a:pt x="39" y="23"/>
                  <a:pt x="39" y="23"/>
                  <a:pt x="38" y="23"/>
                </a:cubicBezTo>
                <a:cubicBezTo>
                  <a:pt x="36" y="25"/>
                  <a:pt x="36" y="25"/>
                  <a:pt x="36" y="25"/>
                </a:cubicBezTo>
                <a:cubicBezTo>
                  <a:pt x="48" y="37"/>
                  <a:pt x="48" y="37"/>
                  <a:pt x="48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50" y="39"/>
                  <a:pt x="50" y="41"/>
                  <a:pt x="50" y="43"/>
                </a:cubicBezTo>
                <a:cubicBezTo>
                  <a:pt x="50" y="45"/>
                  <a:pt x="50" y="47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6" y="50"/>
                  <a:pt x="44" y="50"/>
                  <a:pt x="42" y="50"/>
                </a:cubicBezTo>
                <a:cubicBezTo>
                  <a:pt x="40" y="50"/>
                  <a:pt x="38" y="50"/>
                  <a:pt x="37" y="48"/>
                </a:cubicBezTo>
                <a:cubicBezTo>
                  <a:pt x="25" y="36"/>
                  <a:pt x="25" y="36"/>
                  <a:pt x="25" y="36"/>
                </a:cubicBezTo>
                <a:cubicBezTo>
                  <a:pt x="13" y="48"/>
                  <a:pt x="13" y="48"/>
                  <a:pt x="13" y="48"/>
                </a:cubicBezTo>
                <a:cubicBezTo>
                  <a:pt x="10" y="51"/>
                  <a:pt x="7" y="51"/>
                  <a:pt x="5" y="50"/>
                </a:cubicBezTo>
                <a:cubicBezTo>
                  <a:pt x="4" y="50"/>
                  <a:pt x="3" y="49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2" y="48"/>
                  <a:pt x="1" y="47"/>
                  <a:pt x="1" y="46"/>
                </a:cubicBezTo>
                <a:cubicBezTo>
                  <a:pt x="0" y="43"/>
                  <a:pt x="0" y="40"/>
                  <a:pt x="2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6" y="24"/>
                  <a:pt x="16" y="24"/>
                  <a:pt x="16" y="24"/>
                </a:cubicBezTo>
                <a:cubicBezTo>
                  <a:pt x="11" y="19"/>
                  <a:pt x="11" y="19"/>
                  <a:pt x="11" y="19"/>
                </a:cubicBezTo>
                <a:cubicBezTo>
                  <a:pt x="7" y="18"/>
                  <a:pt x="7" y="18"/>
                  <a:pt x="7" y="18"/>
                </a:cubicBezTo>
                <a:cubicBezTo>
                  <a:pt x="6" y="18"/>
                  <a:pt x="6" y="18"/>
                  <a:pt x="5" y="1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6"/>
                  <a:pt x="1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6" y="1"/>
                  <a:pt x="7" y="1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6"/>
                  <a:pt x="18" y="6"/>
                  <a:pt x="18" y="7"/>
                </a:cubicBezTo>
                <a:cubicBezTo>
                  <a:pt x="19" y="11"/>
                  <a:pt x="19" y="11"/>
                  <a:pt x="19" y="11"/>
                </a:cubicBezTo>
                <a:cubicBezTo>
                  <a:pt x="24" y="16"/>
                  <a:pt x="24" y="16"/>
                  <a:pt x="24" y="16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9"/>
                  <a:pt x="29" y="6"/>
                  <a:pt x="31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33" y="2"/>
                  <a:pt x="36" y="0"/>
                  <a:pt x="39" y="0"/>
                </a:cubicBezTo>
                <a:close/>
                <a:moveTo>
                  <a:pt x="34" y="28"/>
                </a:moveTo>
                <a:cubicBezTo>
                  <a:pt x="34" y="28"/>
                  <a:pt x="34" y="28"/>
                  <a:pt x="34" y="28"/>
                </a:cubicBezTo>
                <a:cubicBezTo>
                  <a:pt x="28" y="34"/>
                  <a:pt x="28" y="34"/>
                  <a:pt x="28" y="34"/>
                </a:cubicBezTo>
                <a:cubicBezTo>
                  <a:pt x="39" y="45"/>
                  <a:pt x="39" y="45"/>
                  <a:pt x="39" y="45"/>
                </a:cubicBezTo>
                <a:cubicBezTo>
                  <a:pt x="40" y="46"/>
                  <a:pt x="41" y="47"/>
                  <a:pt x="42" y="47"/>
                </a:cubicBezTo>
                <a:cubicBezTo>
                  <a:pt x="43" y="47"/>
                  <a:pt x="44" y="46"/>
                  <a:pt x="45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46" y="45"/>
                  <a:pt x="46" y="44"/>
                  <a:pt x="46" y="43"/>
                </a:cubicBezTo>
                <a:cubicBezTo>
                  <a:pt x="46" y="41"/>
                  <a:pt x="46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34" y="28"/>
                  <a:pt x="34" y="28"/>
                  <a:pt x="34" y="28"/>
                </a:cubicBezTo>
                <a:close/>
                <a:moveTo>
                  <a:pt x="19" y="22"/>
                </a:moveTo>
                <a:cubicBezTo>
                  <a:pt x="19" y="22"/>
                  <a:pt x="19" y="22"/>
                  <a:pt x="19" y="22"/>
                </a:cubicBezTo>
                <a:cubicBezTo>
                  <a:pt x="22" y="19"/>
                  <a:pt x="22" y="19"/>
                  <a:pt x="22" y="19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2"/>
                </a:cubicBezTo>
                <a:cubicBezTo>
                  <a:pt x="15" y="9"/>
                  <a:pt x="15" y="9"/>
                  <a:pt x="15" y="9"/>
                </a:cubicBezTo>
                <a:cubicBezTo>
                  <a:pt x="7" y="5"/>
                  <a:pt x="7" y="5"/>
                  <a:pt x="7" y="5"/>
                </a:cubicBezTo>
                <a:cubicBezTo>
                  <a:pt x="6" y="6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8" y="15"/>
                  <a:pt x="8" y="15"/>
                  <a:pt x="8" y="15"/>
                </a:cubicBezTo>
                <a:cubicBezTo>
                  <a:pt x="12" y="16"/>
                  <a:pt x="12" y="16"/>
                  <a:pt x="12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19" y="22"/>
                  <a:pt x="19" y="22"/>
                  <a:pt x="19" y="22"/>
                </a:cubicBezTo>
                <a:close/>
                <a:moveTo>
                  <a:pt x="39" y="4"/>
                </a:moveTo>
                <a:cubicBezTo>
                  <a:pt x="39" y="4"/>
                  <a:pt x="39" y="4"/>
                  <a:pt x="39" y="4"/>
                </a:cubicBezTo>
                <a:cubicBezTo>
                  <a:pt x="37" y="4"/>
                  <a:pt x="35" y="5"/>
                  <a:pt x="34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8"/>
                  <a:pt x="32" y="10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3"/>
                  <a:pt x="32" y="14"/>
                  <a:pt x="31" y="14"/>
                </a:cubicBezTo>
                <a:cubicBezTo>
                  <a:pt x="5" y="41"/>
                  <a:pt x="5" y="41"/>
                  <a:pt x="5" y="41"/>
                </a:cubicBezTo>
                <a:cubicBezTo>
                  <a:pt x="5" y="41"/>
                  <a:pt x="5" y="41"/>
                  <a:pt x="5" y="41"/>
                </a:cubicBezTo>
                <a:cubicBezTo>
                  <a:pt x="4" y="42"/>
                  <a:pt x="4" y="43"/>
                  <a:pt x="4" y="44"/>
                </a:cubicBezTo>
                <a:cubicBezTo>
                  <a:pt x="4" y="45"/>
                  <a:pt x="5" y="45"/>
                  <a:pt x="5" y="46"/>
                </a:cubicBezTo>
                <a:cubicBezTo>
                  <a:pt x="6" y="46"/>
                  <a:pt x="6" y="46"/>
                  <a:pt x="6" y="47"/>
                </a:cubicBezTo>
                <a:cubicBezTo>
                  <a:pt x="8" y="47"/>
                  <a:pt x="9" y="47"/>
                  <a:pt x="10" y="46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7" y="19"/>
                  <a:pt x="37" y="19"/>
                  <a:pt x="38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41" y="19"/>
                  <a:pt x="43" y="18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6" y="16"/>
                  <a:pt x="46" y="14"/>
                  <a:pt x="46" y="12"/>
                </a:cubicBezTo>
                <a:cubicBezTo>
                  <a:pt x="46" y="13"/>
                  <a:pt x="45" y="14"/>
                  <a:pt x="44" y="15"/>
                </a:cubicBezTo>
                <a:cubicBezTo>
                  <a:pt x="43" y="15"/>
                  <a:pt x="43" y="15"/>
                  <a:pt x="42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38" y="14"/>
                  <a:pt x="38" y="14"/>
                  <a:pt x="38" y="14"/>
                </a:cubicBezTo>
                <a:cubicBezTo>
                  <a:pt x="37" y="14"/>
                  <a:pt x="37" y="13"/>
                  <a:pt x="37" y="13"/>
                </a:cubicBezTo>
                <a:cubicBezTo>
                  <a:pt x="36" y="11"/>
                  <a:pt x="36" y="11"/>
                  <a:pt x="36" y="11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8"/>
                  <a:pt x="36" y="7"/>
                  <a:pt x="36" y="7"/>
                </a:cubicBezTo>
                <a:cubicBezTo>
                  <a:pt x="37" y="6"/>
                  <a:pt x="38" y="5"/>
                  <a:pt x="39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14" name="Freeform 348">
            <a:extLst>
              <a:ext uri="{FF2B5EF4-FFF2-40B4-BE49-F238E27FC236}">
                <a16:creationId xmlns:a16="http://schemas.microsoft.com/office/drawing/2014/main" id="{FC1C92C0-DF20-E923-B310-7A77E6DE66EA}"/>
              </a:ext>
            </a:extLst>
          </p:cNvPr>
          <p:cNvSpPr>
            <a:spLocks noEditPoints="1"/>
          </p:cNvSpPr>
          <p:nvPr/>
        </p:nvSpPr>
        <p:spPr bwMode="auto">
          <a:xfrm>
            <a:off x="6944185" y="5660415"/>
            <a:ext cx="215900" cy="182033"/>
          </a:xfrm>
          <a:custGeom>
            <a:avLst/>
            <a:gdLst>
              <a:gd name="T0" fmla="*/ 136525 w 51"/>
              <a:gd name="T1" fmla="*/ 28575 h 43"/>
              <a:gd name="T2" fmla="*/ 149225 w 51"/>
              <a:gd name="T3" fmla="*/ 34925 h 43"/>
              <a:gd name="T4" fmla="*/ 161925 w 51"/>
              <a:gd name="T5" fmla="*/ 44450 h 43"/>
              <a:gd name="T6" fmla="*/ 158750 w 51"/>
              <a:gd name="T7" fmla="*/ 66675 h 43"/>
              <a:gd name="T8" fmla="*/ 149225 w 51"/>
              <a:gd name="T9" fmla="*/ 120650 h 43"/>
              <a:gd name="T10" fmla="*/ 133350 w 51"/>
              <a:gd name="T11" fmla="*/ 136525 h 43"/>
              <a:gd name="T12" fmla="*/ 15875 w 51"/>
              <a:gd name="T13" fmla="*/ 133350 h 43"/>
              <a:gd name="T14" fmla="*/ 3175 w 51"/>
              <a:gd name="T15" fmla="*/ 66675 h 43"/>
              <a:gd name="T16" fmla="*/ 0 w 51"/>
              <a:gd name="T17" fmla="*/ 44450 h 43"/>
              <a:gd name="T18" fmla="*/ 12700 w 51"/>
              <a:gd name="T19" fmla="*/ 41275 h 43"/>
              <a:gd name="T20" fmla="*/ 19050 w 51"/>
              <a:gd name="T21" fmla="*/ 28575 h 43"/>
              <a:gd name="T22" fmla="*/ 25400 w 51"/>
              <a:gd name="T23" fmla="*/ 41275 h 43"/>
              <a:gd name="T24" fmla="*/ 25400 w 51"/>
              <a:gd name="T25" fmla="*/ 123825 h 43"/>
              <a:gd name="T26" fmla="*/ 133350 w 51"/>
              <a:gd name="T27" fmla="*/ 123825 h 43"/>
              <a:gd name="T28" fmla="*/ 136525 w 51"/>
              <a:gd name="T29" fmla="*/ 123825 h 43"/>
              <a:gd name="T30" fmla="*/ 136525 w 51"/>
              <a:gd name="T31" fmla="*/ 41275 h 43"/>
              <a:gd name="T32" fmla="*/ 98425 w 51"/>
              <a:gd name="T33" fmla="*/ 0 h 43"/>
              <a:gd name="T34" fmla="*/ 117475 w 51"/>
              <a:gd name="T35" fmla="*/ 19050 h 43"/>
              <a:gd name="T36" fmla="*/ 117475 w 51"/>
              <a:gd name="T37" fmla="*/ 19050 h 43"/>
              <a:gd name="T38" fmla="*/ 117475 w 51"/>
              <a:gd name="T39" fmla="*/ 38100 h 43"/>
              <a:gd name="T40" fmla="*/ 44450 w 51"/>
              <a:gd name="T41" fmla="*/ 38100 h 43"/>
              <a:gd name="T42" fmla="*/ 50800 w 51"/>
              <a:gd name="T43" fmla="*/ 0 h 43"/>
              <a:gd name="T44" fmla="*/ 98425 w 51"/>
              <a:gd name="T45" fmla="*/ 0 h 43"/>
              <a:gd name="T46" fmla="*/ 117475 w 51"/>
              <a:gd name="T47" fmla="*/ 47625 h 43"/>
              <a:gd name="T48" fmla="*/ 95250 w 51"/>
              <a:gd name="T49" fmla="*/ 25400 h 43"/>
              <a:gd name="T50" fmla="*/ 92075 w 51"/>
              <a:gd name="T51" fmla="*/ 6350 h 43"/>
              <a:gd name="T52" fmla="*/ 44450 w 51"/>
              <a:gd name="T53" fmla="*/ 47625 h 43"/>
              <a:gd name="T54" fmla="*/ 114300 w 51"/>
              <a:gd name="T55" fmla="*/ 60325 h 43"/>
              <a:gd name="T56" fmla="*/ 104775 w 51"/>
              <a:gd name="T57" fmla="*/ 19050 h 43"/>
              <a:gd name="T58" fmla="*/ 104775 w 51"/>
              <a:gd name="T59" fmla="*/ 19050 h 43"/>
              <a:gd name="T60" fmla="*/ 149225 w 51"/>
              <a:gd name="T61" fmla="*/ 57150 h 43"/>
              <a:gd name="T62" fmla="*/ 149225 w 51"/>
              <a:gd name="T63" fmla="*/ 47625 h 43"/>
              <a:gd name="T64" fmla="*/ 12700 w 51"/>
              <a:gd name="T65" fmla="*/ 47625 h 43"/>
              <a:gd name="T66" fmla="*/ 12700 w 51"/>
              <a:gd name="T67" fmla="*/ 57150 h 43"/>
              <a:gd name="T68" fmla="*/ 57150 w 51"/>
              <a:gd name="T69" fmla="*/ 101600 h 43"/>
              <a:gd name="T70" fmla="*/ 50800 w 51"/>
              <a:gd name="T71" fmla="*/ 98425 h 43"/>
              <a:gd name="T72" fmla="*/ 76200 w 51"/>
              <a:gd name="T73" fmla="*/ 101600 h 43"/>
              <a:gd name="T74" fmla="*/ 73025 w 51"/>
              <a:gd name="T75" fmla="*/ 98425 h 43"/>
              <a:gd name="T76" fmla="*/ 98425 w 51"/>
              <a:gd name="T77" fmla="*/ 101600 h 43"/>
              <a:gd name="T78" fmla="*/ 92075 w 51"/>
              <a:gd name="T79" fmla="*/ 98425 h 43"/>
              <a:gd name="T80" fmla="*/ 117475 w 51"/>
              <a:gd name="T81" fmla="*/ 101600 h 43"/>
              <a:gd name="T82" fmla="*/ 111125 w 51"/>
              <a:gd name="T83" fmla="*/ 98425 h 43"/>
              <a:gd name="T84" fmla="*/ 47625 w 51"/>
              <a:gd name="T85" fmla="*/ 88900 h 43"/>
              <a:gd name="T86" fmla="*/ 41275 w 51"/>
              <a:gd name="T87" fmla="*/ 82550 h 43"/>
              <a:gd name="T88" fmla="*/ 66675 w 51"/>
              <a:gd name="T89" fmla="*/ 88900 h 43"/>
              <a:gd name="T90" fmla="*/ 60325 w 51"/>
              <a:gd name="T91" fmla="*/ 82550 h 43"/>
              <a:gd name="T92" fmla="*/ 88900 w 51"/>
              <a:gd name="T93" fmla="*/ 88900 h 43"/>
              <a:gd name="T94" fmla="*/ 82550 w 51"/>
              <a:gd name="T95" fmla="*/ 82550 h 43"/>
              <a:gd name="T96" fmla="*/ 107950 w 51"/>
              <a:gd name="T97" fmla="*/ 88900 h 43"/>
              <a:gd name="T98" fmla="*/ 101600 w 51"/>
              <a:gd name="T99" fmla="*/ 82550 h 43"/>
              <a:gd name="T100" fmla="*/ 127000 w 51"/>
              <a:gd name="T101" fmla="*/ 88900 h 43"/>
              <a:gd name="T102" fmla="*/ 120650 w 51"/>
              <a:gd name="T103" fmla="*/ 82550 h 43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1" h="43">
                <a:moveTo>
                  <a:pt x="43" y="13"/>
                </a:moveTo>
                <a:cubicBezTo>
                  <a:pt x="42" y="13"/>
                  <a:pt x="41" y="12"/>
                  <a:pt x="41" y="11"/>
                </a:cubicBezTo>
                <a:cubicBezTo>
                  <a:pt x="41" y="10"/>
                  <a:pt x="42" y="9"/>
                  <a:pt x="43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6" y="9"/>
                  <a:pt x="47" y="10"/>
                  <a:pt x="47" y="11"/>
                </a:cubicBezTo>
                <a:cubicBezTo>
                  <a:pt x="47" y="11"/>
                  <a:pt x="47" y="11"/>
                  <a:pt x="47" y="11"/>
                </a:cubicBezTo>
                <a:cubicBezTo>
                  <a:pt x="47" y="13"/>
                  <a:pt x="47" y="13"/>
                  <a:pt x="47" y="13"/>
                </a:cubicBezTo>
                <a:cubicBezTo>
                  <a:pt x="50" y="13"/>
                  <a:pt x="50" y="13"/>
                  <a:pt x="50" y="13"/>
                </a:cubicBezTo>
                <a:cubicBezTo>
                  <a:pt x="51" y="13"/>
                  <a:pt x="51" y="13"/>
                  <a:pt x="51" y="14"/>
                </a:cubicBezTo>
                <a:cubicBezTo>
                  <a:pt x="51" y="14"/>
                  <a:pt x="51" y="14"/>
                  <a:pt x="51" y="14"/>
                </a:cubicBezTo>
                <a:cubicBezTo>
                  <a:pt x="51" y="20"/>
                  <a:pt x="51" y="20"/>
                  <a:pt x="51" y="20"/>
                </a:cubicBezTo>
                <a:cubicBezTo>
                  <a:pt x="51" y="20"/>
                  <a:pt x="51" y="21"/>
                  <a:pt x="50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47" y="21"/>
                  <a:pt x="47" y="21"/>
                  <a:pt x="47" y="21"/>
                </a:cubicBezTo>
                <a:cubicBezTo>
                  <a:pt x="47" y="38"/>
                  <a:pt x="47" y="38"/>
                  <a:pt x="47" y="38"/>
                </a:cubicBezTo>
                <a:cubicBezTo>
                  <a:pt x="47" y="39"/>
                  <a:pt x="47" y="41"/>
                  <a:pt x="46" y="42"/>
                </a:cubicBezTo>
                <a:cubicBezTo>
                  <a:pt x="46" y="42"/>
                  <a:pt x="46" y="42"/>
                  <a:pt x="46" y="42"/>
                </a:cubicBezTo>
                <a:cubicBezTo>
                  <a:pt x="45" y="43"/>
                  <a:pt x="43" y="43"/>
                  <a:pt x="42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8" y="43"/>
                  <a:pt x="6" y="43"/>
                  <a:pt x="6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1"/>
                  <a:pt x="4" y="39"/>
                  <a:pt x="4" y="38"/>
                </a:cubicBezTo>
                <a:cubicBezTo>
                  <a:pt x="4" y="21"/>
                  <a:pt x="4" y="21"/>
                  <a:pt x="4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1"/>
                  <a:pt x="0" y="20"/>
                  <a:pt x="0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0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0"/>
                  <a:pt x="5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8" y="9"/>
                  <a:pt x="8" y="9"/>
                  <a:pt x="8" y="9"/>
                </a:cubicBezTo>
                <a:cubicBezTo>
                  <a:pt x="10" y="9"/>
                  <a:pt x="12" y="10"/>
                  <a:pt x="12" y="11"/>
                </a:cubicBezTo>
                <a:cubicBezTo>
                  <a:pt x="12" y="12"/>
                  <a:pt x="10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9"/>
                  <a:pt x="8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9"/>
                  <a:pt x="43" y="39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3" y="39"/>
                  <a:pt x="43" y="38"/>
                  <a:pt x="43" y="38"/>
                </a:cubicBezTo>
                <a:cubicBezTo>
                  <a:pt x="43" y="13"/>
                  <a:pt x="43" y="13"/>
                  <a:pt x="43" y="13"/>
                </a:cubicBezTo>
                <a:cubicBezTo>
                  <a:pt x="43" y="13"/>
                  <a:pt x="43" y="13"/>
                  <a:pt x="43" y="13"/>
                </a:cubicBezTo>
                <a:close/>
                <a:moveTo>
                  <a:pt x="31" y="0"/>
                </a:move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7"/>
                  <a:pt x="37" y="7"/>
                </a:cubicBezTo>
                <a:cubicBezTo>
                  <a:pt x="37" y="12"/>
                  <a:pt x="37" y="12"/>
                  <a:pt x="37" y="12"/>
                </a:cubicBezTo>
                <a:cubicBezTo>
                  <a:pt x="42" y="13"/>
                  <a:pt x="42" y="21"/>
                  <a:pt x="36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10" y="21"/>
                  <a:pt x="9" y="13"/>
                  <a:pt x="14" y="12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5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31" y="0"/>
                </a:cubicBezTo>
                <a:close/>
                <a:moveTo>
                  <a:pt x="37" y="14"/>
                </a:moveTo>
                <a:cubicBezTo>
                  <a:pt x="37" y="14"/>
                  <a:pt x="37" y="14"/>
                  <a:pt x="37" y="14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7"/>
                  <a:pt x="35" y="17"/>
                  <a:pt x="35" y="15"/>
                </a:cubicBezTo>
                <a:cubicBezTo>
                  <a:pt x="35" y="13"/>
                  <a:pt x="35" y="10"/>
                  <a:pt x="35" y="8"/>
                </a:cubicBezTo>
                <a:cubicBezTo>
                  <a:pt x="30" y="8"/>
                  <a:pt x="30" y="8"/>
                  <a:pt x="30" y="8"/>
                </a:cubicBezTo>
                <a:cubicBezTo>
                  <a:pt x="29" y="8"/>
                  <a:pt x="29" y="7"/>
                  <a:pt x="29" y="7"/>
                </a:cubicBezTo>
                <a:cubicBezTo>
                  <a:pt x="29" y="7"/>
                  <a:pt x="29" y="7"/>
                  <a:pt x="29" y="7"/>
                </a:cubicBezTo>
                <a:cubicBezTo>
                  <a:pt x="29" y="2"/>
                  <a:pt x="29" y="2"/>
                  <a:pt x="29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7"/>
                  <a:pt x="14" y="17"/>
                  <a:pt x="14" y="15"/>
                </a:cubicBezTo>
                <a:cubicBezTo>
                  <a:pt x="14" y="14"/>
                  <a:pt x="14" y="14"/>
                  <a:pt x="14" y="14"/>
                </a:cubicBezTo>
                <a:cubicBezTo>
                  <a:pt x="12" y="15"/>
                  <a:pt x="13" y="19"/>
                  <a:pt x="15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9" y="19"/>
                  <a:pt x="39" y="15"/>
                  <a:pt x="37" y="14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1" y="4"/>
                  <a:pt x="31" y="4"/>
                  <a:pt x="31" y="4"/>
                </a:cubicBezTo>
                <a:cubicBezTo>
                  <a:pt x="31" y="6"/>
                  <a:pt x="31" y="6"/>
                  <a:pt x="31" y="6"/>
                </a:cubicBezTo>
                <a:cubicBezTo>
                  <a:pt x="33" y="6"/>
                  <a:pt x="33" y="6"/>
                  <a:pt x="33" y="6"/>
                </a:cubicBezTo>
                <a:close/>
                <a:moveTo>
                  <a:pt x="47" y="15"/>
                </a:moveTo>
                <a:cubicBezTo>
                  <a:pt x="47" y="15"/>
                  <a:pt x="47" y="15"/>
                  <a:pt x="47" y="15"/>
                </a:cubicBezTo>
                <a:cubicBezTo>
                  <a:pt x="47" y="18"/>
                  <a:pt x="47" y="18"/>
                  <a:pt x="47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49" y="15"/>
                  <a:pt x="49" y="15"/>
                  <a:pt x="49" y="15"/>
                </a:cubicBezTo>
                <a:cubicBezTo>
                  <a:pt x="47" y="15"/>
                  <a:pt x="47" y="15"/>
                  <a:pt x="47" y="15"/>
                </a:cubicBezTo>
                <a:close/>
                <a:moveTo>
                  <a:pt x="4" y="18"/>
                </a:moveTo>
                <a:cubicBezTo>
                  <a:pt x="4" y="18"/>
                  <a:pt x="4" y="18"/>
                  <a:pt x="4" y="18"/>
                </a:cubicBezTo>
                <a:cubicBezTo>
                  <a:pt x="4" y="15"/>
                  <a:pt x="4" y="15"/>
                  <a:pt x="4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8"/>
                  <a:pt x="2" y="18"/>
                  <a:pt x="2" y="18"/>
                </a:cubicBezTo>
                <a:cubicBezTo>
                  <a:pt x="4" y="18"/>
                  <a:pt x="4" y="18"/>
                  <a:pt x="4" y="18"/>
                </a:cubicBezTo>
                <a:close/>
                <a:moveTo>
                  <a:pt x="16" y="31"/>
                </a:moveTo>
                <a:cubicBezTo>
                  <a:pt x="16" y="31"/>
                  <a:pt x="16" y="31"/>
                  <a:pt x="16" y="31"/>
                </a:cubicBezTo>
                <a:cubicBezTo>
                  <a:pt x="17" y="31"/>
                  <a:pt x="18" y="31"/>
                  <a:pt x="18" y="32"/>
                </a:cubicBezTo>
                <a:cubicBezTo>
                  <a:pt x="18" y="34"/>
                  <a:pt x="17" y="34"/>
                  <a:pt x="16" y="34"/>
                </a:cubicBezTo>
                <a:cubicBezTo>
                  <a:pt x="15" y="34"/>
                  <a:pt x="14" y="34"/>
                  <a:pt x="14" y="32"/>
                </a:cubicBezTo>
                <a:cubicBezTo>
                  <a:pt x="14" y="31"/>
                  <a:pt x="15" y="31"/>
                  <a:pt x="16" y="31"/>
                </a:cubicBezTo>
                <a:close/>
                <a:moveTo>
                  <a:pt x="23" y="31"/>
                </a:moveTo>
                <a:cubicBezTo>
                  <a:pt x="23" y="31"/>
                  <a:pt x="23" y="31"/>
                  <a:pt x="23" y="31"/>
                </a:cubicBezTo>
                <a:cubicBezTo>
                  <a:pt x="24" y="31"/>
                  <a:pt x="24" y="31"/>
                  <a:pt x="24" y="32"/>
                </a:cubicBezTo>
                <a:cubicBezTo>
                  <a:pt x="24" y="34"/>
                  <a:pt x="24" y="34"/>
                  <a:pt x="23" y="34"/>
                </a:cubicBezTo>
                <a:cubicBezTo>
                  <a:pt x="21" y="34"/>
                  <a:pt x="21" y="34"/>
                  <a:pt x="21" y="32"/>
                </a:cubicBezTo>
                <a:cubicBezTo>
                  <a:pt x="21" y="31"/>
                  <a:pt x="21" y="31"/>
                  <a:pt x="23" y="31"/>
                </a:cubicBezTo>
                <a:close/>
                <a:moveTo>
                  <a:pt x="29" y="31"/>
                </a:moveTo>
                <a:cubicBezTo>
                  <a:pt x="29" y="31"/>
                  <a:pt x="29" y="31"/>
                  <a:pt x="29" y="31"/>
                </a:cubicBezTo>
                <a:cubicBezTo>
                  <a:pt x="30" y="31"/>
                  <a:pt x="31" y="31"/>
                  <a:pt x="31" y="32"/>
                </a:cubicBezTo>
                <a:cubicBezTo>
                  <a:pt x="31" y="34"/>
                  <a:pt x="30" y="34"/>
                  <a:pt x="29" y="34"/>
                </a:cubicBezTo>
                <a:cubicBezTo>
                  <a:pt x="28" y="34"/>
                  <a:pt x="27" y="34"/>
                  <a:pt x="27" y="32"/>
                </a:cubicBezTo>
                <a:cubicBezTo>
                  <a:pt x="27" y="31"/>
                  <a:pt x="28" y="31"/>
                  <a:pt x="29" y="31"/>
                </a:cubicBezTo>
                <a:close/>
                <a:moveTo>
                  <a:pt x="35" y="31"/>
                </a:moveTo>
                <a:cubicBezTo>
                  <a:pt x="35" y="31"/>
                  <a:pt x="35" y="31"/>
                  <a:pt x="35" y="31"/>
                </a:cubicBezTo>
                <a:cubicBezTo>
                  <a:pt x="36" y="31"/>
                  <a:pt x="37" y="31"/>
                  <a:pt x="37" y="32"/>
                </a:cubicBezTo>
                <a:cubicBezTo>
                  <a:pt x="37" y="34"/>
                  <a:pt x="36" y="34"/>
                  <a:pt x="35" y="34"/>
                </a:cubicBezTo>
                <a:cubicBezTo>
                  <a:pt x="34" y="34"/>
                  <a:pt x="33" y="34"/>
                  <a:pt x="33" y="32"/>
                </a:cubicBezTo>
                <a:cubicBezTo>
                  <a:pt x="33" y="31"/>
                  <a:pt x="34" y="31"/>
                  <a:pt x="35" y="31"/>
                </a:cubicBezTo>
                <a:close/>
                <a:moveTo>
                  <a:pt x="13" y="26"/>
                </a:moveTo>
                <a:cubicBezTo>
                  <a:pt x="13" y="26"/>
                  <a:pt x="13" y="26"/>
                  <a:pt x="13" y="26"/>
                </a:cubicBezTo>
                <a:cubicBezTo>
                  <a:pt x="14" y="26"/>
                  <a:pt x="15" y="27"/>
                  <a:pt x="15" y="28"/>
                </a:cubicBezTo>
                <a:cubicBezTo>
                  <a:pt x="15" y="29"/>
                  <a:pt x="14" y="30"/>
                  <a:pt x="13" y="30"/>
                </a:cubicBezTo>
                <a:cubicBezTo>
                  <a:pt x="12" y="30"/>
                  <a:pt x="11" y="29"/>
                  <a:pt x="11" y="28"/>
                </a:cubicBezTo>
                <a:cubicBezTo>
                  <a:pt x="11" y="27"/>
                  <a:pt x="12" y="26"/>
                  <a:pt x="13" y="26"/>
                </a:cubicBezTo>
                <a:close/>
                <a:moveTo>
                  <a:pt x="19" y="26"/>
                </a:moveTo>
                <a:cubicBezTo>
                  <a:pt x="19" y="26"/>
                  <a:pt x="19" y="26"/>
                  <a:pt x="19" y="26"/>
                </a:cubicBezTo>
                <a:cubicBezTo>
                  <a:pt x="21" y="26"/>
                  <a:pt x="21" y="27"/>
                  <a:pt x="21" y="28"/>
                </a:cubicBezTo>
                <a:cubicBezTo>
                  <a:pt x="21" y="29"/>
                  <a:pt x="21" y="30"/>
                  <a:pt x="19" y="30"/>
                </a:cubicBezTo>
                <a:cubicBezTo>
                  <a:pt x="18" y="30"/>
                  <a:pt x="18" y="29"/>
                  <a:pt x="18" y="28"/>
                </a:cubicBezTo>
                <a:cubicBezTo>
                  <a:pt x="18" y="27"/>
                  <a:pt x="18" y="26"/>
                  <a:pt x="19" y="26"/>
                </a:cubicBezTo>
                <a:close/>
                <a:moveTo>
                  <a:pt x="26" y="26"/>
                </a:moveTo>
                <a:cubicBezTo>
                  <a:pt x="26" y="26"/>
                  <a:pt x="26" y="26"/>
                  <a:pt x="26" y="26"/>
                </a:cubicBezTo>
                <a:cubicBezTo>
                  <a:pt x="27" y="26"/>
                  <a:pt x="28" y="27"/>
                  <a:pt x="28" y="28"/>
                </a:cubicBezTo>
                <a:cubicBezTo>
                  <a:pt x="28" y="29"/>
                  <a:pt x="27" y="30"/>
                  <a:pt x="26" y="30"/>
                </a:cubicBezTo>
                <a:cubicBezTo>
                  <a:pt x="25" y="30"/>
                  <a:pt x="24" y="29"/>
                  <a:pt x="24" y="28"/>
                </a:cubicBezTo>
                <a:cubicBezTo>
                  <a:pt x="24" y="27"/>
                  <a:pt x="25" y="26"/>
                  <a:pt x="26" y="26"/>
                </a:cubicBezTo>
                <a:close/>
                <a:moveTo>
                  <a:pt x="32" y="26"/>
                </a:moveTo>
                <a:cubicBezTo>
                  <a:pt x="32" y="26"/>
                  <a:pt x="32" y="26"/>
                  <a:pt x="32" y="26"/>
                </a:cubicBezTo>
                <a:cubicBezTo>
                  <a:pt x="33" y="26"/>
                  <a:pt x="34" y="27"/>
                  <a:pt x="34" y="28"/>
                </a:cubicBezTo>
                <a:cubicBezTo>
                  <a:pt x="34" y="29"/>
                  <a:pt x="33" y="30"/>
                  <a:pt x="32" y="30"/>
                </a:cubicBezTo>
                <a:cubicBezTo>
                  <a:pt x="31" y="30"/>
                  <a:pt x="30" y="29"/>
                  <a:pt x="30" y="28"/>
                </a:cubicBezTo>
                <a:cubicBezTo>
                  <a:pt x="30" y="27"/>
                  <a:pt x="31" y="26"/>
                  <a:pt x="32" y="26"/>
                </a:cubicBezTo>
                <a:close/>
                <a:moveTo>
                  <a:pt x="38" y="26"/>
                </a:moveTo>
                <a:cubicBezTo>
                  <a:pt x="38" y="26"/>
                  <a:pt x="38" y="26"/>
                  <a:pt x="38" y="26"/>
                </a:cubicBezTo>
                <a:cubicBezTo>
                  <a:pt x="39" y="26"/>
                  <a:pt x="40" y="27"/>
                  <a:pt x="40" y="28"/>
                </a:cubicBezTo>
                <a:cubicBezTo>
                  <a:pt x="40" y="29"/>
                  <a:pt x="39" y="30"/>
                  <a:pt x="38" y="30"/>
                </a:cubicBezTo>
                <a:cubicBezTo>
                  <a:pt x="37" y="30"/>
                  <a:pt x="36" y="29"/>
                  <a:pt x="36" y="28"/>
                </a:cubicBezTo>
                <a:cubicBezTo>
                  <a:pt x="36" y="27"/>
                  <a:pt x="37" y="26"/>
                  <a:pt x="38" y="2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15" name="Freeform 349">
            <a:extLst>
              <a:ext uri="{FF2B5EF4-FFF2-40B4-BE49-F238E27FC236}">
                <a16:creationId xmlns:a16="http://schemas.microsoft.com/office/drawing/2014/main" id="{DAE70208-6223-84A9-FE91-2CD94E1BFD4F}"/>
              </a:ext>
            </a:extLst>
          </p:cNvPr>
          <p:cNvSpPr>
            <a:spLocks/>
          </p:cNvSpPr>
          <p:nvPr/>
        </p:nvSpPr>
        <p:spPr bwMode="auto">
          <a:xfrm>
            <a:off x="6184301" y="6060465"/>
            <a:ext cx="215900" cy="198967"/>
          </a:xfrm>
          <a:custGeom>
            <a:avLst/>
            <a:gdLst>
              <a:gd name="T0" fmla="*/ 79375 w 51"/>
              <a:gd name="T1" fmla="*/ 41275 h 47"/>
              <a:gd name="T2" fmla="*/ 73025 w 51"/>
              <a:gd name="T3" fmla="*/ 34925 h 47"/>
              <a:gd name="T4" fmla="*/ 79375 w 51"/>
              <a:gd name="T5" fmla="*/ 28575 h 47"/>
              <a:gd name="T6" fmla="*/ 101600 w 51"/>
              <a:gd name="T7" fmla="*/ 28575 h 47"/>
              <a:gd name="T8" fmla="*/ 101600 w 51"/>
              <a:gd name="T9" fmla="*/ 6350 h 47"/>
              <a:gd name="T10" fmla="*/ 107950 w 51"/>
              <a:gd name="T11" fmla="*/ 0 h 47"/>
              <a:gd name="T12" fmla="*/ 111125 w 51"/>
              <a:gd name="T13" fmla="*/ 0 h 47"/>
              <a:gd name="T14" fmla="*/ 158750 w 51"/>
              <a:gd name="T15" fmla="*/ 50800 h 47"/>
              <a:gd name="T16" fmla="*/ 158750 w 51"/>
              <a:gd name="T17" fmla="*/ 57150 h 47"/>
              <a:gd name="T18" fmla="*/ 158750 w 51"/>
              <a:gd name="T19" fmla="*/ 57150 h 47"/>
              <a:gd name="T20" fmla="*/ 111125 w 51"/>
              <a:gd name="T21" fmla="*/ 107950 h 47"/>
              <a:gd name="T22" fmla="*/ 101600 w 51"/>
              <a:gd name="T23" fmla="*/ 107950 h 47"/>
              <a:gd name="T24" fmla="*/ 101600 w 51"/>
              <a:gd name="T25" fmla="*/ 101600 h 47"/>
              <a:gd name="T26" fmla="*/ 101600 w 51"/>
              <a:gd name="T27" fmla="*/ 101600 h 47"/>
              <a:gd name="T28" fmla="*/ 101600 w 51"/>
              <a:gd name="T29" fmla="*/ 79375 h 47"/>
              <a:gd name="T30" fmla="*/ 53975 w 51"/>
              <a:gd name="T31" fmla="*/ 79375 h 47"/>
              <a:gd name="T32" fmla="*/ 50800 w 51"/>
              <a:gd name="T33" fmla="*/ 73025 h 47"/>
              <a:gd name="T34" fmla="*/ 50800 w 51"/>
              <a:gd name="T35" fmla="*/ 73025 h 47"/>
              <a:gd name="T36" fmla="*/ 50800 w 51"/>
              <a:gd name="T37" fmla="*/ 60325 h 47"/>
              <a:gd name="T38" fmla="*/ 15875 w 51"/>
              <a:gd name="T39" fmla="*/ 92075 h 47"/>
              <a:gd name="T40" fmla="*/ 50800 w 51"/>
              <a:gd name="T41" fmla="*/ 127000 h 47"/>
              <a:gd name="T42" fmla="*/ 50800 w 51"/>
              <a:gd name="T43" fmla="*/ 111125 h 47"/>
              <a:gd name="T44" fmla="*/ 53975 w 51"/>
              <a:gd name="T45" fmla="*/ 107950 h 47"/>
              <a:gd name="T46" fmla="*/ 57150 w 51"/>
              <a:gd name="T47" fmla="*/ 107950 h 47"/>
              <a:gd name="T48" fmla="*/ 82550 w 51"/>
              <a:gd name="T49" fmla="*/ 107950 h 47"/>
              <a:gd name="T50" fmla="*/ 88900 w 51"/>
              <a:gd name="T51" fmla="*/ 111125 h 47"/>
              <a:gd name="T52" fmla="*/ 82550 w 51"/>
              <a:gd name="T53" fmla="*/ 117475 h 47"/>
              <a:gd name="T54" fmla="*/ 60325 w 51"/>
              <a:gd name="T55" fmla="*/ 117475 h 47"/>
              <a:gd name="T56" fmla="*/ 60325 w 51"/>
              <a:gd name="T57" fmla="*/ 139700 h 47"/>
              <a:gd name="T58" fmla="*/ 60325 w 51"/>
              <a:gd name="T59" fmla="*/ 142875 h 47"/>
              <a:gd name="T60" fmla="*/ 60325 w 51"/>
              <a:gd name="T61" fmla="*/ 146050 h 47"/>
              <a:gd name="T62" fmla="*/ 50800 w 51"/>
              <a:gd name="T63" fmla="*/ 146050 h 47"/>
              <a:gd name="T64" fmla="*/ 3175 w 51"/>
              <a:gd name="T65" fmla="*/ 98425 h 47"/>
              <a:gd name="T66" fmla="*/ 3175 w 51"/>
              <a:gd name="T67" fmla="*/ 88900 h 47"/>
              <a:gd name="T68" fmla="*/ 50800 w 51"/>
              <a:gd name="T69" fmla="*/ 41275 h 47"/>
              <a:gd name="T70" fmla="*/ 53975 w 51"/>
              <a:gd name="T71" fmla="*/ 38100 h 47"/>
              <a:gd name="T72" fmla="*/ 60325 w 51"/>
              <a:gd name="T73" fmla="*/ 44450 h 47"/>
              <a:gd name="T74" fmla="*/ 60325 w 51"/>
              <a:gd name="T75" fmla="*/ 66675 h 47"/>
              <a:gd name="T76" fmla="*/ 104775 w 51"/>
              <a:gd name="T77" fmla="*/ 66675 h 47"/>
              <a:gd name="T78" fmla="*/ 107950 w 51"/>
              <a:gd name="T79" fmla="*/ 66675 h 47"/>
              <a:gd name="T80" fmla="*/ 111125 w 51"/>
              <a:gd name="T81" fmla="*/ 73025 h 47"/>
              <a:gd name="T82" fmla="*/ 111125 w 51"/>
              <a:gd name="T83" fmla="*/ 73025 h 47"/>
              <a:gd name="T84" fmla="*/ 111125 w 51"/>
              <a:gd name="T85" fmla="*/ 88900 h 47"/>
              <a:gd name="T86" fmla="*/ 146050 w 51"/>
              <a:gd name="T87" fmla="*/ 53975 h 47"/>
              <a:gd name="T88" fmla="*/ 111125 w 51"/>
              <a:gd name="T89" fmla="*/ 22225 h 47"/>
              <a:gd name="T90" fmla="*/ 111125 w 51"/>
              <a:gd name="T91" fmla="*/ 34925 h 47"/>
              <a:gd name="T92" fmla="*/ 111125 w 51"/>
              <a:gd name="T93" fmla="*/ 34925 h 47"/>
              <a:gd name="T94" fmla="*/ 107950 w 51"/>
              <a:gd name="T95" fmla="*/ 41275 h 47"/>
              <a:gd name="T96" fmla="*/ 79375 w 51"/>
              <a:gd name="T97" fmla="*/ 41275 h 47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" h="47">
                <a:moveTo>
                  <a:pt x="25" y="13"/>
                </a:moveTo>
                <a:cubicBezTo>
                  <a:pt x="24" y="13"/>
                  <a:pt x="23" y="12"/>
                  <a:pt x="23" y="11"/>
                </a:cubicBezTo>
                <a:cubicBezTo>
                  <a:pt x="23" y="10"/>
                  <a:pt x="24" y="9"/>
                  <a:pt x="25" y="9"/>
                </a:cubicBezTo>
                <a:cubicBezTo>
                  <a:pt x="32" y="9"/>
                  <a:pt x="32" y="9"/>
                  <a:pt x="32" y="9"/>
                </a:cubicBezTo>
                <a:cubicBezTo>
                  <a:pt x="32" y="2"/>
                  <a:pt x="32" y="2"/>
                  <a:pt x="32" y="2"/>
                </a:cubicBezTo>
                <a:cubicBezTo>
                  <a:pt x="32" y="1"/>
                  <a:pt x="32" y="0"/>
                  <a:pt x="34" y="0"/>
                </a:cubicBezTo>
                <a:cubicBezTo>
                  <a:pt x="34" y="0"/>
                  <a:pt x="35" y="0"/>
                  <a:pt x="35" y="0"/>
                </a:cubicBezTo>
                <a:cubicBezTo>
                  <a:pt x="50" y="16"/>
                  <a:pt x="50" y="16"/>
                  <a:pt x="50" y="16"/>
                </a:cubicBezTo>
                <a:cubicBezTo>
                  <a:pt x="51" y="16"/>
                  <a:pt x="51" y="18"/>
                  <a:pt x="50" y="18"/>
                </a:cubicBezTo>
                <a:cubicBezTo>
                  <a:pt x="50" y="18"/>
                  <a:pt x="50" y="18"/>
                  <a:pt x="50" y="18"/>
                </a:cubicBezTo>
                <a:cubicBezTo>
                  <a:pt x="35" y="34"/>
                  <a:pt x="35" y="34"/>
                  <a:pt x="35" y="34"/>
                </a:cubicBezTo>
                <a:cubicBezTo>
                  <a:pt x="34" y="34"/>
                  <a:pt x="33" y="34"/>
                  <a:pt x="32" y="34"/>
                </a:cubicBezTo>
                <a:cubicBezTo>
                  <a:pt x="32" y="33"/>
                  <a:pt x="32" y="33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25"/>
                  <a:pt x="32" y="25"/>
                  <a:pt x="32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6" y="25"/>
                  <a:pt x="16" y="24"/>
                  <a:pt x="16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6" y="19"/>
                  <a:pt x="16" y="19"/>
                  <a:pt x="16" y="19"/>
                </a:cubicBezTo>
                <a:cubicBezTo>
                  <a:pt x="5" y="29"/>
                  <a:pt x="5" y="29"/>
                  <a:pt x="5" y="29"/>
                </a:cubicBezTo>
                <a:cubicBezTo>
                  <a:pt x="16" y="40"/>
                  <a:pt x="16" y="40"/>
                  <a:pt x="16" y="40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4"/>
                  <a:pt x="16" y="34"/>
                  <a:pt x="17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7" y="34"/>
                  <a:pt x="28" y="34"/>
                  <a:pt x="28" y="35"/>
                </a:cubicBezTo>
                <a:cubicBezTo>
                  <a:pt x="28" y="37"/>
                  <a:pt x="27" y="37"/>
                  <a:pt x="26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44"/>
                  <a:pt x="19" y="44"/>
                  <a:pt x="19" y="44"/>
                </a:cubicBezTo>
                <a:cubicBezTo>
                  <a:pt x="19" y="45"/>
                  <a:pt x="19" y="45"/>
                  <a:pt x="19" y="45"/>
                </a:cubicBezTo>
                <a:cubicBezTo>
                  <a:pt x="19" y="45"/>
                  <a:pt x="19" y="46"/>
                  <a:pt x="19" y="46"/>
                </a:cubicBezTo>
                <a:cubicBezTo>
                  <a:pt x="18" y="47"/>
                  <a:pt x="17" y="47"/>
                  <a:pt x="16" y="46"/>
                </a:cubicBezTo>
                <a:cubicBezTo>
                  <a:pt x="1" y="31"/>
                  <a:pt x="1" y="31"/>
                  <a:pt x="1" y="31"/>
                </a:cubicBezTo>
                <a:cubicBezTo>
                  <a:pt x="0" y="30"/>
                  <a:pt x="0" y="29"/>
                  <a:pt x="1" y="28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2"/>
                  <a:pt x="17" y="12"/>
                  <a:pt x="17" y="12"/>
                </a:cubicBezTo>
                <a:cubicBezTo>
                  <a:pt x="19" y="12"/>
                  <a:pt x="19" y="13"/>
                  <a:pt x="19" y="14"/>
                </a:cubicBezTo>
                <a:cubicBezTo>
                  <a:pt x="19" y="21"/>
                  <a:pt x="19" y="21"/>
                  <a:pt x="19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5" y="21"/>
                  <a:pt x="35" y="22"/>
                  <a:pt x="35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5" y="28"/>
                  <a:pt x="35" y="28"/>
                  <a:pt x="35" y="28"/>
                </a:cubicBezTo>
                <a:cubicBezTo>
                  <a:pt x="46" y="17"/>
                  <a:pt x="46" y="17"/>
                  <a:pt x="46" y="1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2"/>
                  <a:pt x="35" y="13"/>
                  <a:pt x="34" y="13"/>
                </a:cubicBezTo>
                <a:cubicBezTo>
                  <a:pt x="25" y="13"/>
                  <a:pt x="25" y="13"/>
                  <a:pt x="25" y="1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16" name="Freeform 350">
            <a:extLst>
              <a:ext uri="{FF2B5EF4-FFF2-40B4-BE49-F238E27FC236}">
                <a16:creationId xmlns:a16="http://schemas.microsoft.com/office/drawing/2014/main" id="{7BCCCACE-987E-2C7F-8056-24C878C24015}"/>
              </a:ext>
            </a:extLst>
          </p:cNvPr>
          <p:cNvSpPr>
            <a:spLocks noEditPoints="1"/>
          </p:cNvSpPr>
          <p:nvPr/>
        </p:nvSpPr>
        <p:spPr bwMode="auto">
          <a:xfrm>
            <a:off x="541268" y="6051998"/>
            <a:ext cx="194733" cy="211667"/>
          </a:xfrm>
          <a:custGeom>
            <a:avLst/>
            <a:gdLst>
              <a:gd name="T0" fmla="*/ 6350 w 46"/>
              <a:gd name="T1" fmla="*/ 0 h 50"/>
              <a:gd name="T2" fmla="*/ 117475 w 46"/>
              <a:gd name="T3" fmla="*/ 6350 h 50"/>
              <a:gd name="T4" fmla="*/ 117475 w 46"/>
              <a:gd name="T5" fmla="*/ 28575 h 50"/>
              <a:gd name="T6" fmla="*/ 136525 w 46"/>
              <a:gd name="T7" fmla="*/ 38100 h 50"/>
              <a:gd name="T8" fmla="*/ 136525 w 46"/>
              <a:gd name="T9" fmla="*/ 85725 h 50"/>
              <a:gd name="T10" fmla="*/ 117475 w 46"/>
              <a:gd name="T11" fmla="*/ 95250 h 50"/>
              <a:gd name="T12" fmla="*/ 114300 w 46"/>
              <a:gd name="T13" fmla="*/ 158750 h 50"/>
              <a:gd name="T14" fmla="*/ 60325 w 46"/>
              <a:gd name="T15" fmla="*/ 107950 h 50"/>
              <a:gd name="T16" fmla="*/ 0 w 46"/>
              <a:gd name="T17" fmla="*/ 158750 h 50"/>
              <a:gd name="T18" fmla="*/ 0 w 46"/>
              <a:gd name="T19" fmla="*/ 152400 h 50"/>
              <a:gd name="T20" fmla="*/ 3175 w 46"/>
              <a:gd name="T21" fmla="*/ 0 h 50"/>
              <a:gd name="T22" fmla="*/ 127000 w 46"/>
              <a:gd name="T23" fmla="*/ 57150 h 50"/>
              <a:gd name="T24" fmla="*/ 127000 w 46"/>
              <a:gd name="T25" fmla="*/ 66675 h 50"/>
              <a:gd name="T26" fmla="*/ 117475 w 46"/>
              <a:gd name="T27" fmla="*/ 76200 h 50"/>
              <a:gd name="T28" fmla="*/ 107950 w 46"/>
              <a:gd name="T29" fmla="*/ 76200 h 50"/>
              <a:gd name="T30" fmla="*/ 98425 w 46"/>
              <a:gd name="T31" fmla="*/ 66675 h 50"/>
              <a:gd name="T32" fmla="*/ 98425 w 46"/>
              <a:gd name="T33" fmla="*/ 57150 h 50"/>
              <a:gd name="T34" fmla="*/ 107950 w 46"/>
              <a:gd name="T35" fmla="*/ 47625 h 50"/>
              <a:gd name="T36" fmla="*/ 117475 w 46"/>
              <a:gd name="T37" fmla="*/ 47625 h 50"/>
              <a:gd name="T38" fmla="*/ 127000 w 46"/>
              <a:gd name="T39" fmla="*/ 57150 h 50"/>
              <a:gd name="T40" fmla="*/ 107950 w 46"/>
              <a:gd name="T41" fmla="*/ 28575 h 50"/>
              <a:gd name="T42" fmla="*/ 9525 w 46"/>
              <a:gd name="T43" fmla="*/ 12700 h 50"/>
              <a:gd name="T44" fmla="*/ 53975 w 46"/>
              <a:gd name="T45" fmla="*/ 95250 h 50"/>
              <a:gd name="T46" fmla="*/ 107950 w 46"/>
              <a:gd name="T47" fmla="*/ 139700 h 50"/>
              <a:gd name="T48" fmla="*/ 88900 w 46"/>
              <a:gd name="T49" fmla="*/ 85725 h 50"/>
              <a:gd name="T50" fmla="*/ 79375 w 46"/>
              <a:gd name="T51" fmla="*/ 60325 h 50"/>
              <a:gd name="T52" fmla="*/ 88900 w 46"/>
              <a:gd name="T53" fmla="*/ 38100 h 50"/>
              <a:gd name="T54" fmla="*/ 133350 w 46"/>
              <a:gd name="T55" fmla="*/ 41275 h 50"/>
              <a:gd name="T56" fmla="*/ 114300 w 46"/>
              <a:gd name="T57" fmla="*/ 34925 h 50"/>
              <a:gd name="T58" fmla="*/ 95250 w 46"/>
              <a:gd name="T59" fmla="*/ 41275 h 50"/>
              <a:gd name="T60" fmla="*/ 95250 w 46"/>
              <a:gd name="T61" fmla="*/ 79375 h 50"/>
              <a:gd name="T62" fmla="*/ 133350 w 46"/>
              <a:gd name="T63" fmla="*/ 79375 h 50"/>
              <a:gd name="T64" fmla="*/ 139700 w 46"/>
              <a:gd name="T65" fmla="*/ 60325 h 5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6" h="50">
                <a:moveTo>
                  <a:pt x="1" y="0"/>
                </a:moveTo>
                <a:cubicBezTo>
                  <a:pt x="2" y="0"/>
                  <a:pt x="2" y="0"/>
                  <a:pt x="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7" y="0"/>
                  <a:pt x="37" y="1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9"/>
                  <a:pt x="37" y="9"/>
                  <a:pt x="37" y="9"/>
                </a:cubicBezTo>
                <a:cubicBezTo>
                  <a:pt x="40" y="9"/>
                  <a:pt x="42" y="10"/>
                  <a:pt x="43" y="12"/>
                </a:cubicBezTo>
                <a:cubicBezTo>
                  <a:pt x="43" y="12"/>
                  <a:pt x="43" y="12"/>
                  <a:pt x="43" y="12"/>
                </a:cubicBezTo>
                <a:cubicBezTo>
                  <a:pt x="45" y="14"/>
                  <a:pt x="46" y="16"/>
                  <a:pt x="46" y="19"/>
                </a:cubicBezTo>
                <a:cubicBezTo>
                  <a:pt x="46" y="22"/>
                  <a:pt x="45" y="25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2" y="29"/>
                  <a:pt x="40" y="30"/>
                  <a:pt x="37" y="30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49"/>
                  <a:pt x="37" y="50"/>
                  <a:pt x="36" y="50"/>
                </a:cubicBezTo>
                <a:cubicBezTo>
                  <a:pt x="35" y="50"/>
                  <a:pt x="35" y="50"/>
                  <a:pt x="34" y="50"/>
                </a:cubicBezTo>
                <a:cubicBezTo>
                  <a:pt x="19" y="34"/>
                  <a:pt x="19" y="34"/>
                  <a:pt x="19" y="34"/>
                </a:cubicBezTo>
                <a:cubicBezTo>
                  <a:pt x="3" y="50"/>
                  <a:pt x="3" y="50"/>
                  <a:pt x="3" y="50"/>
                </a:cubicBezTo>
                <a:cubicBezTo>
                  <a:pt x="2" y="50"/>
                  <a:pt x="1" y="50"/>
                  <a:pt x="0" y="50"/>
                </a:cubicBezTo>
                <a:cubicBezTo>
                  <a:pt x="0" y="49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lose/>
                <a:moveTo>
                  <a:pt x="40" y="18"/>
                </a:moveTo>
                <a:cubicBezTo>
                  <a:pt x="40" y="18"/>
                  <a:pt x="40" y="18"/>
                  <a:pt x="40" y="18"/>
                </a:cubicBezTo>
                <a:cubicBezTo>
                  <a:pt x="41" y="18"/>
                  <a:pt x="41" y="19"/>
                  <a:pt x="41" y="19"/>
                </a:cubicBezTo>
                <a:cubicBezTo>
                  <a:pt x="41" y="20"/>
                  <a:pt x="41" y="21"/>
                  <a:pt x="40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4"/>
                  <a:pt x="37" y="24"/>
                  <a:pt x="37" y="24"/>
                </a:cubicBezTo>
                <a:cubicBezTo>
                  <a:pt x="37" y="24"/>
                  <a:pt x="36" y="25"/>
                  <a:pt x="36" y="25"/>
                </a:cubicBezTo>
                <a:cubicBezTo>
                  <a:pt x="35" y="25"/>
                  <a:pt x="34" y="24"/>
                  <a:pt x="34" y="24"/>
                </a:cubicBezTo>
                <a:cubicBezTo>
                  <a:pt x="34" y="21"/>
                  <a:pt x="34" y="21"/>
                  <a:pt x="34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0" y="20"/>
                  <a:pt x="30" y="19"/>
                </a:cubicBezTo>
                <a:cubicBezTo>
                  <a:pt x="30" y="19"/>
                  <a:pt x="31" y="18"/>
                  <a:pt x="31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4"/>
                  <a:pt x="35" y="14"/>
                  <a:pt x="36" y="14"/>
                </a:cubicBezTo>
                <a:cubicBezTo>
                  <a:pt x="36" y="14"/>
                  <a:pt x="37" y="14"/>
                  <a:pt x="37" y="15"/>
                </a:cubicBezTo>
                <a:cubicBezTo>
                  <a:pt x="37" y="18"/>
                  <a:pt x="37" y="18"/>
                  <a:pt x="37" y="18"/>
                </a:cubicBezTo>
                <a:cubicBezTo>
                  <a:pt x="40" y="18"/>
                  <a:pt x="40" y="18"/>
                  <a:pt x="40" y="18"/>
                </a:cubicBezTo>
                <a:close/>
                <a:moveTo>
                  <a:pt x="34" y="9"/>
                </a:moveTo>
                <a:cubicBezTo>
                  <a:pt x="34" y="9"/>
                  <a:pt x="34" y="9"/>
                  <a:pt x="34" y="9"/>
                </a:cubicBezTo>
                <a:cubicBezTo>
                  <a:pt x="34" y="4"/>
                  <a:pt x="34" y="4"/>
                  <a:pt x="34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4"/>
                  <a:pt x="3" y="44"/>
                  <a:pt x="3" y="44"/>
                </a:cubicBezTo>
                <a:cubicBezTo>
                  <a:pt x="17" y="30"/>
                  <a:pt x="17" y="30"/>
                  <a:pt x="17" y="30"/>
                </a:cubicBezTo>
                <a:cubicBezTo>
                  <a:pt x="18" y="29"/>
                  <a:pt x="19" y="29"/>
                  <a:pt x="20" y="30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30"/>
                  <a:pt x="34" y="30"/>
                  <a:pt x="34" y="30"/>
                </a:cubicBezTo>
                <a:cubicBezTo>
                  <a:pt x="31" y="30"/>
                  <a:pt x="29" y="29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6" y="25"/>
                  <a:pt x="25" y="22"/>
                  <a:pt x="25" y="19"/>
                </a:cubicBezTo>
                <a:cubicBezTo>
                  <a:pt x="25" y="16"/>
                  <a:pt x="26" y="14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9" y="10"/>
                  <a:pt x="31" y="9"/>
                  <a:pt x="34" y="9"/>
                </a:cubicBezTo>
                <a:close/>
                <a:moveTo>
                  <a:pt x="42" y="13"/>
                </a:moveTo>
                <a:cubicBezTo>
                  <a:pt x="42" y="13"/>
                  <a:pt x="42" y="13"/>
                  <a:pt x="42" y="13"/>
                </a:cubicBezTo>
                <a:cubicBezTo>
                  <a:pt x="40" y="12"/>
                  <a:pt x="38" y="11"/>
                  <a:pt x="36" y="11"/>
                </a:cubicBezTo>
                <a:cubicBezTo>
                  <a:pt x="33" y="11"/>
                  <a:pt x="31" y="12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28" y="15"/>
                  <a:pt x="27" y="17"/>
                  <a:pt x="27" y="19"/>
                </a:cubicBezTo>
                <a:cubicBezTo>
                  <a:pt x="27" y="22"/>
                  <a:pt x="28" y="24"/>
                  <a:pt x="30" y="25"/>
                </a:cubicBezTo>
                <a:cubicBezTo>
                  <a:pt x="31" y="27"/>
                  <a:pt x="33" y="28"/>
                  <a:pt x="36" y="28"/>
                </a:cubicBezTo>
                <a:cubicBezTo>
                  <a:pt x="38" y="28"/>
                  <a:pt x="40" y="27"/>
                  <a:pt x="42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43" y="24"/>
                  <a:pt x="44" y="22"/>
                  <a:pt x="44" y="19"/>
                </a:cubicBezTo>
                <a:cubicBezTo>
                  <a:pt x="44" y="17"/>
                  <a:pt x="43" y="15"/>
                  <a:pt x="42" y="1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17" name="Freeform 351">
            <a:extLst>
              <a:ext uri="{FF2B5EF4-FFF2-40B4-BE49-F238E27FC236}">
                <a16:creationId xmlns:a16="http://schemas.microsoft.com/office/drawing/2014/main" id="{3A80EE3A-E618-2EDF-787D-A05F1693A478}"/>
              </a:ext>
            </a:extLst>
          </p:cNvPr>
          <p:cNvSpPr>
            <a:spLocks noEditPoints="1"/>
          </p:cNvSpPr>
          <p:nvPr/>
        </p:nvSpPr>
        <p:spPr bwMode="auto">
          <a:xfrm>
            <a:off x="8055434" y="6051998"/>
            <a:ext cx="194733" cy="211667"/>
          </a:xfrm>
          <a:custGeom>
            <a:avLst/>
            <a:gdLst>
              <a:gd name="T0" fmla="*/ 85725 w 46"/>
              <a:gd name="T1" fmla="*/ 6350 h 50"/>
              <a:gd name="T2" fmla="*/ 88900 w 46"/>
              <a:gd name="T3" fmla="*/ 0 h 50"/>
              <a:gd name="T4" fmla="*/ 117475 w 46"/>
              <a:gd name="T5" fmla="*/ 0 h 50"/>
              <a:gd name="T6" fmla="*/ 120650 w 46"/>
              <a:gd name="T7" fmla="*/ 3175 h 50"/>
              <a:gd name="T8" fmla="*/ 123825 w 46"/>
              <a:gd name="T9" fmla="*/ 6350 h 50"/>
              <a:gd name="T10" fmla="*/ 146050 w 46"/>
              <a:gd name="T11" fmla="*/ 25400 h 50"/>
              <a:gd name="T12" fmla="*/ 139700 w 46"/>
              <a:gd name="T13" fmla="*/ 152400 h 50"/>
              <a:gd name="T14" fmla="*/ 22225 w 46"/>
              <a:gd name="T15" fmla="*/ 158750 h 50"/>
              <a:gd name="T16" fmla="*/ 6350 w 46"/>
              <a:gd name="T17" fmla="*/ 152400 h 50"/>
              <a:gd name="T18" fmla="*/ 0 w 46"/>
              <a:gd name="T19" fmla="*/ 139700 h 50"/>
              <a:gd name="T20" fmla="*/ 6350 w 46"/>
              <a:gd name="T21" fmla="*/ 12700 h 50"/>
              <a:gd name="T22" fmla="*/ 41275 w 46"/>
              <a:gd name="T23" fmla="*/ 19050 h 50"/>
              <a:gd name="T24" fmla="*/ 41275 w 46"/>
              <a:gd name="T25" fmla="*/ 149225 h 50"/>
              <a:gd name="T26" fmla="*/ 130175 w 46"/>
              <a:gd name="T27" fmla="*/ 146050 h 50"/>
              <a:gd name="T28" fmla="*/ 133350 w 46"/>
              <a:gd name="T29" fmla="*/ 25400 h 50"/>
              <a:gd name="T30" fmla="*/ 130175 w 46"/>
              <a:gd name="T31" fmla="*/ 19050 h 50"/>
              <a:gd name="T32" fmla="*/ 123825 w 46"/>
              <a:gd name="T33" fmla="*/ 19050 h 50"/>
              <a:gd name="T34" fmla="*/ 120650 w 46"/>
              <a:gd name="T35" fmla="*/ 38100 h 50"/>
              <a:gd name="T36" fmla="*/ 114300 w 46"/>
              <a:gd name="T37" fmla="*/ 41275 h 50"/>
              <a:gd name="T38" fmla="*/ 92075 w 46"/>
              <a:gd name="T39" fmla="*/ 41275 h 50"/>
              <a:gd name="T40" fmla="*/ 85725 w 46"/>
              <a:gd name="T41" fmla="*/ 38100 h 50"/>
              <a:gd name="T42" fmla="*/ 41275 w 46"/>
              <a:gd name="T43" fmla="*/ 19050 h 50"/>
              <a:gd name="T44" fmla="*/ 34925 w 46"/>
              <a:gd name="T45" fmla="*/ 149225 h 50"/>
              <a:gd name="T46" fmla="*/ 22225 w 46"/>
              <a:gd name="T47" fmla="*/ 19050 h 50"/>
              <a:gd name="T48" fmla="*/ 12700 w 46"/>
              <a:gd name="T49" fmla="*/ 25400 h 50"/>
              <a:gd name="T50" fmla="*/ 15875 w 46"/>
              <a:gd name="T51" fmla="*/ 146050 h 50"/>
              <a:gd name="T52" fmla="*/ 22225 w 46"/>
              <a:gd name="T53" fmla="*/ 149225 h 50"/>
              <a:gd name="T54" fmla="*/ 114300 w 46"/>
              <a:gd name="T55" fmla="*/ 6350 h 50"/>
              <a:gd name="T56" fmla="*/ 92075 w 46"/>
              <a:gd name="T57" fmla="*/ 6350 h 50"/>
              <a:gd name="T58" fmla="*/ 101600 w 46"/>
              <a:gd name="T59" fmla="*/ 22225 h 50"/>
              <a:gd name="T60" fmla="*/ 114300 w 46"/>
              <a:gd name="T61" fmla="*/ 31750 h 50"/>
              <a:gd name="T62" fmla="*/ 92075 w 46"/>
              <a:gd name="T63" fmla="*/ 60325 h 50"/>
              <a:gd name="T64" fmla="*/ 95250 w 46"/>
              <a:gd name="T65" fmla="*/ 76200 h 50"/>
              <a:gd name="T66" fmla="*/ 117475 w 46"/>
              <a:gd name="T67" fmla="*/ 79375 h 50"/>
              <a:gd name="T68" fmla="*/ 101600 w 46"/>
              <a:gd name="T69" fmla="*/ 92075 h 50"/>
              <a:gd name="T70" fmla="*/ 104775 w 46"/>
              <a:gd name="T71" fmla="*/ 114300 h 50"/>
              <a:gd name="T72" fmla="*/ 88900 w 46"/>
              <a:gd name="T73" fmla="*/ 101600 h 50"/>
              <a:gd name="T74" fmla="*/ 69850 w 46"/>
              <a:gd name="T75" fmla="*/ 111125 h 50"/>
              <a:gd name="T76" fmla="*/ 66675 w 46"/>
              <a:gd name="T77" fmla="*/ 107950 h 50"/>
              <a:gd name="T78" fmla="*/ 60325 w 46"/>
              <a:gd name="T79" fmla="*/ 82550 h 50"/>
              <a:gd name="T80" fmla="*/ 60325 w 46"/>
              <a:gd name="T81" fmla="*/ 76200 h 50"/>
              <a:gd name="T82" fmla="*/ 82550 w 46"/>
              <a:gd name="T83" fmla="*/ 60325 h 50"/>
              <a:gd name="T84" fmla="*/ 92075 w 46"/>
              <a:gd name="T85" fmla="*/ 60325 h 50"/>
              <a:gd name="T86" fmla="*/ 88900 w 46"/>
              <a:gd name="T87" fmla="*/ 79375 h 50"/>
              <a:gd name="T88" fmla="*/ 85725 w 46"/>
              <a:gd name="T89" fmla="*/ 79375 h 50"/>
              <a:gd name="T90" fmla="*/ 73025 w 46"/>
              <a:gd name="T91" fmla="*/ 82550 h 50"/>
              <a:gd name="T92" fmla="*/ 79375 w 46"/>
              <a:gd name="T93" fmla="*/ 88900 h 50"/>
              <a:gd name="T94" fmla="*/ 79375 w 46"/>
              <a:gd name="T95" fmla="*/ 92075 h 50"/>
              <a:gd name="T96" fmla="*/ 85725 w 46"/>
              <a:gd name="T97" fmla="*/ 95250 h 50"/>
              <a:gd name="T98" fmla="*/ 88900 w 46"/>
              <a:gd name="T99" fmla="*/ 95250 h 50"/>
              <a:gd name="T100" fmla="*/ 95250 w 46"/>
              <a:gd name="T101" fmla="*/ 92075 h 50"/>
              <a:gd name="T102" fmla="*/ 101600 w 46"/>
              <a:gd name="T103" fmla="*/ 82550 h 50"/>
              <a:gd name="T104" fmla="*/ 88900 w 46"/>
              <a:gd name="T105" fmla="*/ 79375 h 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6" h="50">
                <a:moveTo>
                  <a:pt x="7" y="2"/>
                </a:moveTo>
                <a:cubicBezTo>
                  <a:pt x="27" y="2"/>
                  <a:pt x="27" y="2"/>
                  <a:pt x="27" y="2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0"/>
                  <a:pt x="28" y="0"/>
                  <a:pt x="28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8" y="0"/>
                  <a:pt x="38" y="0"/>
                  <a:pt x="38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2"/>
                  <a:pt x="38" y="2"/>
                  <a:pt x="38" y="2"/>
                </a:cubicBezTo>
                <a:cubicBezTo>
                  <a:pt x="39" y="2"/>
                  <a:pt x="39" y="2"/>
                  <a:pt x="39" y="2"/>
                </a:cubicBezTo>
                <a:cubicBezTo>
                  <a:pt x="41" y="2"/>
                  <a:pt x="42" y="3"/>
                  <a:pt x="44" y="4"/>
                </a:cubicBezTo>
                <a:cubicBezTo>
                  <a:pt x="45" y="5"/>
                  <a:pt x="46" y="7"/>
                  <a:pt x="46" y="8"/>
                </a:cubicBezTo>
                <a:cubicBezTo>
                  <a:pt x="46" y="44"/>
                  <a:pt x="46" y="44"/>
                  <a:pt x="46" y="44"/>
                </a:cubicBezTo>
                <a:cubicBezTo>
                  <a:pt x="46" y="46"/>
                  <a:pt x="45" y="47"/>
                  <a:pt x="44" y="48"/>
                </a:cubicBezTo>
                <a:cubicBezTo>
                  <a:pt x="42" y="50"/>
                  <a:pt x="41" y="50"/>
                  <a:pt x="39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5" y="50"/>
                  <a:pt x="3" y="50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7"/>
                  <a:pt x="0" y="46"/>
                  <a:pt x="0" y="44"/>
                </a:cubicBezTo>
                <a:cubicBezTo>
                  <a:pt x="0" y="8"/>
                  <a:pt x="0" y="8"/>
                  <a:pt x="0" y="8"/>
                </a:cubicBezTo>
                <a:cubicBezTo>
                  <a:pt x="0" y="7"/>
                  <a:pt x="1" y="5"/>
                  <a:pt x="2" y="4"/>
                </a:cubicBezTo>
                <a:cubicBezTo>
                  <a:pt x="3" y="3"/>
                  <a:pt x="5" y="2"/>
                  <a:pt x="7" y="2"/>
                </a:cubicBezTo>
                <a:close/>
                <a:moveTo>
                  <a:pt x="13" y="6"/>
                </a:moveTo>
                <a:cubicBezTo>
                  <a:pt x="13" y="6"/>
                  <a:pt x="13" y="6"/>
                  <a:pt x="13" y="6"/>
                </a:cubicBezTo>
                <a:cubicBezTo>
                  <a:pt x="13" y="47"/>
                  <a:pt x="13" y="47"/>
                  <a:pt x="13" y="47"/>
                </a:cubicBezTo>
                <a:cubicBezTo>
                  <a:pt x="39" y="47"/>
                  <a:pt x="39" y="47"/>
                  <a:pt x="39" y="47"/>
                </a:cubicBezTo>
                <a:cubicBezTo>
                  <a:pt x="40" y="47"/>
                  <a:pt x="40" y="46"/>
                  <a:pt x="41" y="46"/>
                </a:cubicBezTo>
                <a:cubicBezTo>
                  <a:pt x="41" y="45"/>
                  <a:pt x="42" y="45"/>
                  <a:pt x="42" y="44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1" y="7"/>
                  <a:pt x="41" y="6"/>
                </a:cubicBezTo>
                <a:cubicBezTo>
                  <a:pt x="41" y="6"/>
                  <a:pt x="41" y="6"/>
                  <a:pt x="41" y="6"/>
                </a:cubicBezTo>
                <a:cubicBezTo>
                  <a:pt x="41" y="6"/>
                  <a:pt x="41" y="6"/>
                  <a:pt x="41" y="6"/>
                </a:cubicBezTo>
                <a:cubicBezTo>
                  <a:pt x="40" y="6"/>
                  <a:pt x="40" y="6"/>
                  <a:pt x="39" y="6"/>
                </a:cubicBezTo>
                <a:cubicBezTo>
                  <a:pt x="38" y="6"/>
                  <a:pt x="38" y="6"/>
                  <a:pt x="38" y="6"/>
                </a:cubicBezTo>
                <a:cubicBezTo>
                  <a:pt x="38" y="12"/>
                  <a:pt x="38" y="12"/>
                  <a:pt x="38" y="12"/>
                </a:cubicBezTo>
                <a:cubicBezTo>
                  <a:pt x="38" y="13"/>
                  <a:pt x="38" y="14"/>
                  <a:pt x="37" y="14"/>
                </a:cubicBezTo>
                <a:cubicBezTo>
                  <a:pt x="37" y="14"/>
                  <a:pt x="36" y="13"/>
                  <a:pt x="36" y="13"/>
                </a:cubicBezTo>
                <a:cubicBezTo>
                  <a:pt x="33" y="10"/>
                  <a:pt x="33" y="10"/>
                  <a:pt x="33" y="10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4"/>
                  <a:pt x="28" y="14"/>
                  <a:pt x="27" y="13"/>
                </a:cubicBezTo>
                <a:cubicBezTo>
                  <a:pt x="27" y="13"/>
                  <a:pt x="27" y="13"/>
                  <a:pt x="27" y="12"/>
                </a:cubicBezTo>
                <a:cubicBezTo>
                  <a:pt x="27" y="6"/>
                  <a:pt x="27" y="6"/>
                  <a:pt x="27" y="6"/>
                </a:cubicBezTo>
                <a:cubicBezTo>
                  <a:pt x="13" y="6"/>
                  <a:pt x="13" y="6"/>
                  <a:pt x="13" y="6"/>
                </a:cubicBezTo>
                <a:close/>
                <a:moveTo>
                  <a:pt x="11" y="47"/>
                </a:moveTo>
                <a:cubicBezTo>
                  <a:pt x="11" y="47"/>
                  <a:pt x="11" y="47"/>
                  <a:pt x="11" y="47"/>
                </a:cubicBezTo>
                <a:cubicBezTo>
                  <a:pt x="11" y="6"/>
                  <a:pt x="11" y="6"/>
                  <a:pt x="11" y="6"/>
                </a:cubicBezTo>
                <a:cubicBezTo>
                  <a:pt x="7" y="6"/>
                  <a:pt x="7" y="6"/>
                  <a:pt x="7" y="6"/>
                </a:cubicBezTo>
                <a:cubicBezTo>
                  <a:pt x="6" y="6"/>
                  <a:pt x="5" y="6"/>
                  <a:pt x="5" y="6"/>
                </a:cubicBezTo>
                <a:cubicBezTo>
                  <a:pt x="4" y="7"/>
                  <a:pt x="4" y="8"/>
                  <a:pt x="4" y="8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5"/>
                  <a:pt x="4" y="45"/>
                  <a:pt x="5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6"/>
                  <a:pt x="6" y="47"/>
                  <a:pt x="7" y="47"/>
                </a:cubicBezTo>
                <a:cubicBezTo>
                  <a:pt x="11" y="47"/>
                  <a:pt x="11" y="47"/>
                  <a:pt x="11" y="47"/>
                </a:cubicBezTo>
                <a:close/>
                <a:moveTo>
                  <a:pt x="36" y="2"/>
                </a:moveTo>
                <a:cubicBezTo>
                  <a:pt x="36" y="2"/>
                  <a:pt x="36" y="2"/>
                  <a:pt x="36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0"/>
                  <a:pt x="29" y="10"/>
                  <a:pt x="29" y="10"/>
                </a:cubicBezTo>
                <a:cubicBezTo>
                  <a:pt x="32" y="7"/>
                  <a:pt x="32" y="7"/>
                  <a:pt x="32" y="7"/>
                </a:cubicBezTo>
                <a:cubicBezTo>
                  <a:pt x="32" y="7"/>
                  <a:pt x="33" y="7"/>
                  <a:pt x="33" y="7"/>
                </a:cubicBezTo>
                <a:cubicBezTo>
                  <a:pt x="36" y="10"/>
                  <a:pt x="36" y="10"/>
                  <a:pt x="36" y="10"/>
                </a:cubicBezTo>
                <a:cubicBezTo>
                  <a:pt x="36" y="2"/>
                  <a:pt x="36" y="2"/>
                  <a:pt x="36" y="2"/>
                </a:cubicBezTo>
                <a:close/>
                <a:moveTo>
                  <a:pt x="29" y="19"/>
                </a:moveTo>
                <a:cubicBezTo>
                  <a:pt x="29" y="19"/>
                  <a:pt x="29" y="19"/>
                  <a:pt x="29" y="19"/>
                </a:cubicBezTo>
                <a:cubicBezTo>
                  <a:pt x="30" y="24"/>
                  <a:pt x="30" y="24"/>
                  <a:pt x="30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7" y="24"/>
                  <a:pt x="37" y="25"/>
                </a:cubicBezTo>
                <a:cubicBezTo>
                  <a:pt x="37" y="25"/>
                  <a:pt x="37" y="26"/>
                  <a:pt x="36" y="26"/>
                </a:cubicBezTo>
                <a:cubicBezTo>
                  <a:pt x="32" y="29"/>
                  <a:pt x="32" y="29"/>
                  <a:pt x="32" y="29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5"/>
                  <a:pt x="34" y="36"/>
                  <a:pt x="33" y="36"/>
                </a:cubicBezTo>
                <a:cubicBezTo>
                  <a:pt x="33" y="36"/>
                  <a:pt x="32" y="36"/>
                  <a:pt x="32" y="36"/>
                </a:cubicBezTo>
                <a:cubicBezTo>
                  <a:pt x="28" y="32"/>
                  <a:pt x="28" y="32"/>
                  <a:pt x="28" y="32"/>
                </a:cubicBezTo>
                <a:cubicBezTo>
                  <a:pt x="23" y="36"/>
                  <a:pt x="23" y="36"/>
                  <a:pt x="23" y="36"/>
                </a:cubicBezTo>
                <a:cubicBezTo>
                  <a:pt x="23" y="36"/>
                  <a:pt x="22" y="36"/>
                  <a:pt x="22" y="35"/>
                </a:cubicBezTo>
                <a:cubicBezTo>
                  <a:pt x="21" y="35"/>
                  <a:pt x="21" y="35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3" y="29"/>
                  <a:pt x="23" y="29"/>
                  <a:pt x="23" y="29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6"/>
                  <a:pt x="18" y="25"/>
                  <a:pt x="18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25" y="24"/>
                  <a:pt x="25" y="24"/>
                  <a:pt x="25" y="24"/>
                </a:cubicBezTo>
                <a:cubicBezTo>
                  <a:pt x="26" y="19"/>
                  <a:pt x="26" y="19"/>
                  <a:pt x="26" y="19"/>
                </a:cubicBezTo>
                <a:cubicBezTo>
                  <a:pt x="27" y="18"/>
                  <a:pt x="27" y="18"/>
                  <a:pt x="28" y="18"/>
                </a:cubicBezTo>
                <a:cubicBezTo>
                  <a:pt x="28" y="18"/>
                  <a:pt x="28" y="18"/>
                  <a:pt x="29" y="19"/>
                </a:cubicBezTo>
                <a:close/>
                <a:moveTo>
                  <a:pt x="28" y="25"/>
                </a:moveTo>
                <a:cubicBezTo>
                  <a:pt x="28" y="25"/>
                  <a:pt x="28" y="25"/>
                  <a:pt x="28" y="25"/>
                </a:cubicBezTo>
                <a:cubicBezTo>
                  <a:pt x="28" y="23"/>
                  <a:pt x="28" y="23"/>
                  <a:pt x="28" y="23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6"/>
                  <a:pt x="26" y="26"/>
                  <a:pt x="26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5" y="28"/>
                  <a:pt x="25" y="28"/>
                  <a:pt x="25" y="28"/>
                </a:cubicBezTo>
                <a:cubicBezTo>
                  <a:pt x="25" y="28"/>
                  <a:pt x="25" y="28"/>
                  <a:pt x="25" y="28"/>
                </a:cubicBezTo>
                <a:cubicBezTo>
                  <a:pt x="25" y="28"/>
                  <a:pt x="25" y="28"/>
                  <a:pt x="25" y="28"/>
                </a:cubicBezTo>
                <a:cubicBezTo>
                  <a:pt x="25" y="28"/>
                  <a:pt x="26" y="29"/>
                  <a:pt x="25" y="29"/>
                </a:cubicBezTo>
                <a:cubicBezTo>
                  <a:pt x="25" y="32"/>
                  <a:pt x="25" y="32"/>
                  <a:pt x="25" y="32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30"/>
                  <a:pt x="28" y="30"/>
                  <a:pt x="28" y="30"/>
                </a:cubicBezTo>
                <a:cubicBezTo>
                  <a:pt x="30" y="32"/>
                  <a:pt x="30" y="32"/>
                  <a:pt x="30" y="32"/>
                </a:cubicBezTo>
                <a:cubicBezTo>
                  <a:pt x="30" y="29"/>
                  <a:pt x="30" y="29"/>
                  <a:pt x="30" y="29"/>
                </a:cubicBezTo>
                <a:cubicBezTo>
                  <a:pt x="29" y="29"/>
                  <a:pt x="30" y="28"/>
                  <a:pt x="30" y="28"/>
                </a:cubicBezTo>
                <a:cubicBezTo>
                  <a:pt x="32" y="26"/>
                  <a:pt x="32" y="26"/>
                  <a:pt x="32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6"/>
                  <a:pt x="28" y="26"/>
                  <a:pt x="28" y="2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18" name="Freeform 352">
            <a:extLst>
              <a:ext uri="{FF2B5EF4-FFF2-40B4-BE49-F238E27FC236}">
                <a16:creationId xmlns:a16="http://schemas.microsoft.com/office/drawing/2014/main" id="{0BF1F3AB-0106-75C8-C894-B910F7385996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6051998"/>
            <a:ext cx="211667" cy="211667"/>
          </a:xfrm>
          <a:custGeom>
            <a:avLst/>
            <a:gdLst>
              <a:gd name="T0" fmla="*/ 107950 w 50"/>
              <a:gd name="T1" fmla="*/ 133350 h 50"/>
              <a:gd name="T2" fmla="*/ 107950 w 50"/>
              <a:gd name="T3" fmla="*/ 123825 h 50"/>
              <a:gd name="T4" fmla="*/ 133350 w 50"/>
              <a:gd name="T5" fmla="*/ 123825 h 50"/>
              <a:gd name="T6" fmla="*/ 133350 w 50"/>
              <a:gd name="T7" fmla="*/ 133350 h 50"/>
              <a:gd name="T8" fmla="*/ 107950 w 50"/>
              <a:gd name="T9" fmla="*/ 133350 h 50"/>
              <a:gd name="T10" fmla="*/ 142875 w 50"/>
              <a:gd name="T11" fmla="*/ 104775 h 50"/>
              <a:gd name="T12" fmla="*/ 142875 w 50"/>
              <a:gd name="T13" fmla="*/ 104775 h 50"/>
              <a:gd name="T14" fmla="*/ 142875 w 50"/>
              <a:gd name="T15" fmla="*/ 152400 h 50"/>
              <a:gd name="T16" fmla="*/ 120650 w 50"/>
              <a:gd name="T17" fmla="*/ 158750 h 50"/>
              <a:gd name="T18" fmla="*/ 120650 w 50"/>
              <a:gd name="T19" fmla="*/ 158750 h 50"/>
              <a:gd name="T20" fmla="*/ 98425 w 50"/>
              <a:gd name="T21" fmla="*/ 152400 h 50"/>
              <a:gd name="T22" fmla="*/ 88900 w 50"/>
              <a:gd name="T23" fmla="*/ 127000 h 50"/>
              <a:gd name="T24" fmla="*/ 79375 w 50"/>
              <a:gd name="T25" fmla="*/ 120650 h 50"/>
              <a:gd name="T26" fmla="*/ 38100 w 50"/>
              <a:gd name="T27" fmla="*/ 149225 h 50"/>
              <a:gd name="T28" fmla="*/ 28575 w 50"/>
              <a:gd name="T29" fmla="*/ 149225 h 50"/>
              <a:gd name="T30" fmla="*/ 28575 w 50"/>
              <a:gd name="T31" fmla="*/ 142875 h 50"/>
              <a:gd name="T32" fmla="*/ 44450 w 50"/>
              <a:gd name="T33" fmla="*/ 95250 h 50"/>
              <a:gd name="T34" fmla="*/ 3175 w 50"/>
              <a:gd name="T35" fmla="*/ 63500 h 50"/>
              <a:gd name="T36" fmla="*/ 0 w 50"/>
              <a:gd name="T37" fmla="*/ 53975 h 50"/>
              <a:gd name="T38" fmla="*/ 6350 w 50"/>
              <a:gd name="T39" fmla="*/ 53975 h 50"/>
              <a:gd name="T40" fmla="*/ 57150 w 50"/>
              <a:gd name="T41" fmla="*/ 53975 h 50"/>
              <a:gd name="T42" fmla="*/ 73025 w 50"/>
              <a:gd name="T43" fmla="*/ 3175 h 50"/>
              <a:gd name="T44" fmla="*/ 82550 w 50"/>
              <a:gd name="T45" fmla="*/ 0 h 50"/>
              <a:gd name="T46" fmla="*/ 85725 w 50"/>
              <a:gd name="T47" fmla="*/ 3175 h 50"/>
              <a:gd name="T48" fmla="*/ 101600 w 50"/>
              <a:gd name="T49" fmla="*/ 53975 h 50"/>
              <a:gd name="T50" fmla="*/ 152400 w 50"/>
              <a:gd name="T51" fmla="*/ 53975 h 50"/>
              <a:gd name="T52" fmla="*/ 158750 w 50"/>
              <a:gd name="T53" fmla="*/ 60325 h 50"/>
              <a:gd name="T54" fmla="*/ 155575 w 50"/>
              <a:gd name="T55" fmla="*/ 63500 h 50"/>
              <a:gd name="T56" fmla="*/ 114300 w 50"/>
              <a:gd name="T57" fmla="*/ 95250 h 50"/>
              <a:gd name="T58" fmla="*/ 117475 w 50"/>
              <a:gd name="T59" fmla="*/ 95250 h 50"/>
              <a:gd name="T60" fmla="*/ 142875 w 50"/>
              <a:gd name="T61" fmla="*/ 104775 h 50"/>
              <a:gd name="T62" fmla="*/ 92075 w 50"/>
              <a:gd name="T63" fmla="*/ 114300 h 50"/>
              <a:gd name="T64" fmla="*/ 92075 w 50"/>
              <a:gd name="T65" fmla="*/ 114300 h 50"/>
              <a:gd name="T66" fmla="*/ 98425 w 50"/>
              <a:gd name="T67" fmla="*/ 104775 h 50"/>
              <a:gd name="T68" fmla="*/ 104775 w 50"/>
              <a:gd name="T69" fmla="*/ 101600 h 50"/>
              <a:gd name="T70" fmla="*/ 101600 w 50"/>
              <a:gd name="T71" fmla="*/ 95250 h 50"/>
              <a:gd name="T72" fmla="*/ 101600 w 50"/>
              <a:gd name="T73" fmla="*/ 95250 h 50"/>
              <a:gd name="T74" fmla="*/ 104775 w 50"/>
              <a:gd name="T75" fmla="*/ 85725 h 50"/>
              <a:gd name="T76" fmla="*/ 133350 w 50"/>
              <a:gd name="T77" fmla="*/ 66675 h 50"/>
              <a:gd name="T78" fmla="*/ 98425 w 50"/>
              <a:gd name="T79" fmla="*/ 66675 h 50"/>
              <a:gd name="T80" fmla="*/ 92075 w 50"/>
              <a:gd name="T81" fmla="*/ 60325 h 50"/>
              <a:gd name="T82" fmla="*/ 79375 w 50"/>
              <a:gd name="T83" fmla="*/ 25400 h 50"/>
              <a:gd name="T84" fmla="*/ 69850 w 50"/>
              <a:gd name="T85" fmla="*/ 60325 h 50"/>
              <a:gd name="T86" fmla="*/ 63500 w 50"/>
              <a:gd name="T87" fmla="*/ 66675 h 50"/>
              <a:gd name="T88" fmla="*/ 25400 w 50"/>
              <a:gd name="T89" fmla="*/ 66675 h 50"/>
              <a:gd name="T90" fmla="*/ 53975 w 50"/>
              <a:gd name="T91" fmla="*/ 85725 h 50"/>
              <a:gd name="T92" fmla="*/ 57150 w 50"/>
              <a:gd name="T93" fmla="*/ 95250 h 50"/>
              <a:gd name="T94" fmla="*/ 47625 w 50"/>
              <a:gd name="T95" fmla="*/ 130175 h 50"/>
              <a:gd name="T96" fmla="*/ 76200 w 50"/>
              <a:gd name="T97" fmla="*/ 107950 h 50"/>
              <a:gd name="T98" fmla="*/ 76200 w 50"/>
              <a:gd name="T99" fmla="*/ 107950 h 50"/>
              <a:gd name="T100" fmla="*/ 82550 w 50"/>
              <a:gd name="T101" fmla="*/ 107950 h 50"/>
              <a:gd name="T102" fmla="*/ 92075 w 50"/>
              <a:gd name="T103" fmla="*/ 114300 h 50"/>
              <a:gd name="T104" fmla="*/ 133350 w 50"/>
              <a:gd name="T105" fmla="*/ 114300 h 50"/>
              <a:gd name="T106" fmla="*/ 133350 w 50"/>
              <a:gd name="T107" fmla="*/ 114300 h 50"/>
              <a:gd name="T108" fmla="*/ 107950 w 50"/>
              <a:gd name="T109" fmla="*/ 114300 h 50"/>
              <a:gd name="T110" fmla="*/ 107950 w 50"/>
              <a:gd name="T111" fmla="*/ 142875 h 50"/>
              <a:gd name="T112" fmla="*/ 120650 w 50"/>
              <a:gd name="T113" fmla="*/ 149225 h 50"/>
              <a:gd name="T114" fmla="*/ 120650 w 50"/>
              <a:gd name="T115" fmla="*/ 149225 h 50"/>
              <a:gd name="T116" fmla="*/ 133350 w 50"/>
              <a:gd name="T117" fmla="*/ 142875 h 50"/>
              <a:gd name="T118" fmla="*/ 133350 w 50"/>
              <a:gd name="T119" fmla="*/ 114300 h 5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50">
                <a:moveTo>
                  <a:pt x="34" y="42"/>
                </a:moveTo>
                <a:cubicBezTo>
                  <a:pt x="33" y="42"/>
                  <a:pt x="33" y="39"/>
                  <a:pt x="34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3" y="39"/>
                  <a:pt x="43" y="42"/>
                  <a:pt x="42" y="42"/>
                </a:cubicBezTo>
                <a:cubicBezTo>
                  <a:pt x="34" y="42"/>
                  <a:pt x="34" y="42"/>
                  <a:pt x="34" y="42"/>
                </a:cubicBezTo>
                <a:close/>
                <a:moveTo>
                  <a:pt x="45" y="33"/>
                </a:moveTo>
                <a:cubicBezTo>
                  <a:pt x="45" y="33"/>
                  <a:pt x="45" y="33"/>
                  <a:pt x="45" y="33"/>
                </a:cubicBezTo>
                <a:cubicBezTo>
                  <a:pt x="49" y="37"/>
                  <a:pt x="49" y="44"/>
                  <a:pt x="45" y="48"/>
                </a:cubicBezTo>
                <a:cubicBezTo>
                  <a:pt x="43" y="49"/>
                  <a:pt x="41" y="50"/>
                  <a:pt x="38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35" y="50"/>
                  <a:pt x="33" y="49"/>
                  <a:pt x="31" y="48"/>
                </a:cubicBezTo>
                <a:cubicBezTo>
                  <a:pt x="29" y="45"/>
                  <a:pt x="28" y="43"/>
                  <a:pt x="28" y="40"/>
                </a:cubicBezTo>
                <a:cubicBezTo>
                  <a:pt x="25" y="38"/>
                  <a:pt x="25" y="38"/>
                  <a:pt x="25" y="38"/>
                </a:cubicBezTo>
                <a:cubicBezTo>
                  <a:pt x="12" y="47"/>
                  <a:pt x="12" y="47"/>
                  <a:pt x="12" y="47"/>
                </a:cubicBezTo>
                <a:cubicBezTo>
                  <a:pt x="11" y="48"/>
                  <a:pt x="10" y="48"/>
                  <a:pt x="9" y="47"/>
                </a:cubicBezTo>
                <a:cubicBezTo>
                  <a:pt x="9" y="46"/>
                  <a:pt x="9" y="46"/>
                  <a:pt x="9" y="45"/>
                </a:cubicBezTo>
                <a:cubicBezTo>
                  <a:pt x="14" y="30"/>
                  <a:pt x="14" y="30"/>
                  <a:pt x="14" y="3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8"/>
                  <a:pt x="0" y="17"/>
                </a:cubicBezTo>
                <a:cubicBezTo>
                  <a:pt x="1" y="17"/>
                  <a:pt x="1" y="17"/>
                  <a:pt x="2" y="17"/>
                </a:cubicBezTo>
                <a:cubicBezTo>
                  <a:pt x="18" y="17"/>
                  <a:pt x="18" y="17"/>
                  <a:pt x="18" y="17"/>
                </a:cubicBezTo>
                <a:cubicBezTo>
                  <a:pt x="23" y="1"/>
                  <a:pt x="23" y="1"/>
                  <a:pt x="23" y="1"/>
                </a:cubicBezTo>
                <a:cubicBezTo>
                  <a:pt x="24" y="0"/>
                  <a:pt x="25" y="0"/>
                  <a:pt x="26" y="0"/>
                </a:cubicBezTo>
                <a:cubicBezTo>
                  <a:pt x="26" y="0"/>
                  <a:pt x="27" y="1"/>
                  <a:pt x="27" y="1"/>
                </a:cubicBezTo>
                <a:cubicBezTo>
                  <a:pt x="32" y="17"/>
                  <a:pt x="32" y="17"/>
                  <a:pt x="32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49" y="17"/>
                  <a:pt x="50" y="18"/>
                  <a:pt x="50" y="19"/>
                </a:cubicBezTo>
                <a:cubicBezTo>
                  <a:pt x="50" y="19"/>
                  <a:pt x="50" y="20"/>
                  <a:pt x="49" y="20"/>
                </a:cubicBezTo>
                <a:cubicBezTo>
                  <a:pt x="36" y="30"/>
                  <a:pt x="36" y="30"/>
                  <a:pt x="36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40" y="30"/>
                  <a:pt x="43" y="31"/>
                  <a:pt x="45" y="33"/>
                </a:cubicBezTo>
                <a:close/>
                <a:moveTo>
                  <a:pt x="29" y="36"/>
                </a:moveTo>
                <a:cubicBezTo>
                  <a:pt x="29" y="36"/>
                  <a:pt x="29" y="36"/>
                  <a:pt x="29" y="36"/>
                </a:cubicBezTo>
                <a:cubicBezTo>
                  <a:pt x="29" y="35"/>
                  <a:pt x="30" y="34"/>
                  <a:pt x="31" y="33"/>
                </a:cubicBezTo>
                <a:cubicBezTo>
                  <a:pt x="31" y="33"/>
                  <a:pt x="32" y="32"/>
                  <a:pt x="33" y="32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29"/>
                  <a:pt x="32" y="28"/>
                  <a:pt x="33" y="27"/>
                </a:cubicBezTo>
                <a:cubicBezTo>
                  <a:pt x="42" y="21"/>
                  <a:pt x="42" y="21"/>
                  <a:pt x="42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0" y="21"/>
                  <a:pt x="29" y="20"/>
                  <a:pt x="29" y="19"/>
                </a:cubicBezTo>
                <a:cubicBezTo>
                  <a:pt x="25" y="8"/>
                  <a:pt x="25" y="8"/>
                  <a:pt x="25" y="8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20"/>
                  <a:pt x="21" y="21"/>
                  <a:pt x="20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17" y="27"/>
                  <a:pt x="17" y="27"/>
                  <a:pt x="17" y="27"/>
                </a:cubicBezTo>
                <a:cubicBezTo>
                  <a:pt x="18" y="28"/>
                  <a:pt x="19" y="29"/>
                  <a:pt x="18" y="30"/>
                </a:cubicBezTo>
                <a:cubicBezTo>
                  <a:pt x="15" y="41"/>
                  <a:pt x="15" y="41"/>
                  <a:pt x="15" y="41"/>
                </a:cubicBezTo>
                <a:cubicBezTo>
                  <a:pt x="24" y="34"/>
                  <a:pt x="24" y="34"/>
                  <a:pt x="24" y="34"/>
                </a:cubicBezTo>
                <a:cubicBezTo>
                  <a:pt x="24" y="34"/>
                  <a:pt x="24" y="34"/>
                  <a:pt x="24" y="34"/>
                </a:cubicBezTo>
                <a:cubicBezTo>
                  <a:pt x="25" y="33"/>
                  <a:pt x="26" y="33"/>
                  <a:pt x="26" y="34"/>
                </a:cubicBezTo>
                <a:cubicBezTo>
                  <a:pt x="29" y="36"/>
                  <a:pt x="29" y="36"/>
                  <a:pt x="29" y="36"/>
                </a:cubicBezTo>
                <a:close/>
                <a:moveTo>
                  <a:pt x="42" y="36"/>
                </a:moveTo>
                <a:cubicBezTo>
                  <a:pt x="42" y="36"/>
                  <a:pt x="42" y="36"/>
                  <a:pt x="42" y="36"/>
                </a:cubicBezTo>
                <a:cubicBezTo>
                  <a:pt x="40" y="34"/>
                  <a:pt x="36" y="34"/>
                  <a:pt x="34" y="36"/>
                </a:cubicBezTo>
                <a:cubicBezTo>
                  <a:pt x="31" y="38"/>
                  <a:pt x="31" y="42"/>
                  <a:pt x="34" y="45"/>
                </a:cubicBezTo>
                <a:cubicBezTo>
                  <a:pt x="35" y="46"/>
                  <a:pt x="36" y="47"/>
                  <a:pt x="38" y="47"/>
                </a:cubicBezTo>
                <a:cubicBezTo>
                  <a:pt x="38" y="47"/>
                  <a:pt x="38" y="47"/>
                  <a:pt x="38" y="47"/>
                </a:cubicBezTo>
                <a:cubicBezTo>
                  <a:pt x="40" y="47"/>
                  <a:pt x="41" y="46"/>
                  <a:pt x="42" y="45"/>
                </a:cubicBezTo>
                <a:cubicBezTo>
                  <a:pt x="45" y="42"/>
                  <a:pt x="45" y="38"/>
                  <a:pt x="42" y="3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19" name="Freeform 353">
            <a:extLst>
              <a:ext uri="{FF2B5EF4-FFF2-40B4-BE49-F238E27FC236}">
                <a16:creationId xmlns:a16="http://schemas.microsoft.com/office/drawing/2014/main" id="{7C8508AF-17A7-EA93-656C-E77CE86708A2}"/>
              </a:ext>
            </a:extLst>
          </p:cNvPr>
          <p:cNvSpPr>
            <a:spLocks noEditPoints="1"/>
          </p:cNvSpPr>
          <p:nvPr/>
        </p:nvSpPr>
        <p:spPr bwMode="auto">
          <a:xfrm>
            <a:off x="8785685" y="6051998"/>
            <a:ext cx="215900" cy="211667"/>
          </a:xfrm>
          <a:custGeom>
            <a:avLst/>
            <a:gdLst>
              <a:gd name="T0" fmla="*/ 104775 w 51"/>
              <a:gd name="T1" fmla="*/ 127000 h 50"/>
              <a:gd name="T2" fmla="*/ 117475 w 51"/>
              <a:gd name="T3" fmla="*/ 123825 h 50"/>
              <a:gd name="T4" fmla="*/ 120650 w 51"/>
              <a:gd name="T5" fmla="*/ 111125 h 50"/>
              <a:gd name="T6" fmla="*/ 127000 w 51"/>
              <a:gd name="T7" fmla="*/ 123825 h 50"/>
              <a:gd name="T8" fmla="*/ 136525 w 51"/>
              <a:gd name="T9" fmla="*/ 127000 h 50"/>
              <a:gd name="T10" fmla="*/ 127000 w 51"/>
              <a:gd name="T11" fmla="*/ 133350 h 50"/>
              <a:gd name="T12" fmla="*/ 120650 w 51"/>
              <a:gd name="T13" fmla="*/ 142875 h 50"/>
              <a:gd name="T14" fmla="*/ 117475 w 51"/>
              <a:gd name="T15" fmla="*/ 133350 h 50"/>
              <a:gd name="T16" fmla="*/ 120650 w 51"/>
              <a:gd name="T17" fmla="*/ 95250 h 50"/>
              <a:gd name="T18" fmla="*/ 123825 w 51"/>
              <a:gd name="T19" fmla="*/ 95250 h 50"/>
              <a:gd name="T20" fmla="*/ 152400 w 51"/>
              <a:gd name="T21" fmla="*/ 127000 h 50"/>
              <a:gd name="T22" fmla="*/ 146050 w 51"/>
              <a:gd name="T23" fmla="*/ 152400 h 50"/>
              <a:gd name="T24" fmla="*/ 98425 w 51"/>
              <a:gd name="T25" fmla="*/ 152400 h 50"/>
              <a:gd name="T26" fmla="*/ 88900 w 51"/>
              <a:gd name="T27" fmla="*/ 127000 h 50"/>
              <a:gd name="T28" fmla="*/ 38100 w 51"/>
              <a:gd name="T29" fmla="*/ 149225 h 50"/>
              <a:gd name="T30" fmla="*/ 31750 w 51"/>
              <a:gd name="T31" fmla="*/ 142875 h 50"/>
              <a:gd name="T32" fmla="*/ 3175 w 51"/>
              <a:gd name="T33" fmla="*/ 63500 h 50"/>
              <a:gd name="T34" fmla="*/ 9525 w 51"/>
              <a:gd name="T35" fmla="*/ 53975 h 50"/>
              <a:gd name="T36" fmla="*/ 76200 w 51"/>
              <a:gd name="T37" fmla="*/ 3175 h 50"/>
              <a:gd name="T38" fmla="*/ 88900 w 51"/>
              <a:gd name="T39" fmla="*/ 3175 h 50"/>
              <a:gd name="T40" fmla="*/ 155575 w 51"/>
              <a:gd name="T41" fmla="*/ 53975 h 50"/>
              <a:gd name="T42" fmla="*/ 158750 w 51"/>
              <a:gd name="T43" fmla="*/ 63500 h 50"/>
              <a:gd name="T44" fmla="*/ 117475 w 51"/>
              <a:gd name="T45" fmla="*/ 95250 h 50"/>
              <a:gd name="T46" fmla="*/ 98425 w 51"/>
              <a:gd name="T47" fmla="*/ 104775 h 50"/>
              <a:gd name="T48" fmla="*/ 104775 w 51"/>
              <a:gd name="T49" fmla="*/ 101600 h 50"/>
              <a:gd name="T50" fmla="*/ 104775 w 51"/>
              <a:gd name="T51" fmla="*/ 85725 h 50"/>
              <a:gd name="T52" fmla="*/ 98425 w 51"/>
              <a:gd name="T53" fmla="*/ 66675 h 50"/>
              <a:gd name="T54" fmla="*/ 82550 w 51"/>
              <a:gd name="T55" fmla="*/ 25400 h 50"/>
              <a:gd name="T56" fmla="*/ 63500 w 51"/>
              <a:gd name="T57" fmla="*/ 66675 h 50"/>
              <a:gd name="T58" fmla="*/ 57150 w 51"/>
              <a:gd name="T59" fmla="*/ 85725 h 50"/>
              <a:gd name="T60" fmla="*/ 47625 w 51"/>
              <a:gd name="T61" fmla="*/ 130175 h 50"/>
              <a:gd name="T62" fmla="*/ 76200 w 51"/>
              <a:gd name="T63" fmla="*/ 107950 h 50"/>
              <a:gd name="T64" fmla="*/ 92075 w 51"/>
              <a:gd name="T65" fmla="*/ 114300 h 50"/>
              <a:gd name="T66" fmla="*/ 98425 w 51"/>
              <a:gd name="T67" fmla="*/ 104775 h 50"/>
              <a:gd name="T68" fmla="*/ 136525 w 51"/>
              <a:gd name="T69" fmla="*/ 114300 h 50"/>
              <a:gd name="T70" fmla="*/ 120650 w 51"/>
              <a:gd name="T71" fmla="*/ 107950 h 50"/>
              <a:gd name="T72" fmla="*/ 107950 w 51"/>
              <a:gd name="T73" fmla="*/ 142875 h 50"/>
              <a:gd name="T74" fmla="*/ 136525 w 51"/>
              <a:gd name="T75" fmla="*/ 142875 h 50"/>
              <a:gd name="T76" fmla="*/ 142875 w 51"/>
              <a:gd name="T77" fmla="*/ 127000 h 50"/>
              <a:gd name="T78" fmla="*/ 136525 w 51"/>
              <a:gd name="T79" fmla="*/ 114300 h 5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1" h="50">
                <a:moveTo>
                  <a:pt x="35" y="42"/>
                </a:moveTo>
                <a:cubicBezTo>
                  <a:pt x="34" y="42"/>
                  <a:pt x="33" y="41"/>
                  <a:pt x="33" y="40"/>
                </a:cubicBezTo>
                <a:cubicBezTo>
                  <a:pt x="33" y="40"/>
                  <a:pt x="34" y="39"/>
                  <a:pt x="35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7"/>
                  <a:pt x="37" y="37"/>
                  <a:pt x="37" y="37"/>
                </a:cubicBezTo>
                <a:cubicBezTo>
                  <a:pt x="37" y="36"/>
                  <a:pt x="38" y="35"/>
                  <a:pt x="38" y="35"/>
                </a:cubicBezTo>
                <a:cubicBezTo>
                  <a:pt x="39" y="35"/>
                  <a:pt x="40" y="36"/>
                  <a:pt x="40" y="37"/>
                </a:cubicBezTo>
                <a:cubicBezTo>
                  <a:pt x="40" y="39"/>
                  <a:pt x="40" y="39"/>
                  <a:pt x="40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3" y="39"/>
                  <a:pt x="43" y="40"/>
                  <a:pt x="43" y="40"/>
                </a:cubicBezTo>
                <a:cubicBezTo>
                  <a:pt x="43" y="41"/>
                  <a:pt x="43" y="42"/>
                  <a:pt x="42" y="42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5"/>
                  <a:pt x="39" y="45"/>
                  <a:pt x="38" y="45"/>
                </a:cubicBezTo>
                <a:cubicBezTo>
                  <a:pt x="38" y="45"/>
                  <a:pt x="37" y="45"/>
                  <a:pt x="37" y="44"/>
                </a:cubicBezTo>
                <a:cubicBezTo>
                  <a:pt x="37" y="42"/>
                  <a:pt x="37" y="42"/>
                  <a:pt x="37" y="42"/>
                </a:cubicBezTo>
                <a:cubicBezTo>
                  <a:pt x="35" y="42"/>
                  <a:pt x="35" y="42"/>
                  <a:pt x="35" y="42"/>
                </a:cubicBezTo>
                <a:close/>
                <a:moveTo>
                  <a:pt x="38" y="30"/>
                </a:move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8" y="30"/>
                  <a:pt x="39" y="30"/>
                </a:cubicBezTo>
                <a:cubicBezTo>
                  <a:pt x="41" y="30"/>
                  <a:pt x="44" y="31"/>
                  <a:pt x="45" y="33"/>
                </a:cubicBezTo>
                <a:cubicBezTo>
                  <a:pt x="47" y="35"/>
                  <a:pt x="48" y="37"/>
                  <a:pt x="48" y="40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43"/>
                  <a:pt x="47" y="46"/>
                  <a:pt x="46" y="48"/>
                </a:cubicBezTo>
                <a:cubicBezTo>
                  <a:pt x="44" y="49"/>
                  <a:pt x="41" y="50"/>
                  <a:pt x="38" y="50"/>
                </a:cubicBezTo>
                <a:cubicBezTo>
                  <a:pt x="36" y="50"/>
                  <a:pt x="33" y="49"/>
                  <a:pt x="31" y="48"/>
                </a:cubicBezTo>
                <a:cubicBezTo>
                  <a:pt x="29" y="46"/>
                  <a:pt x="28" y="43"/>
                  <a:pt x="28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6" y="38"/>
                  <a:pt x="26" y="38"/>
                  <a:pt x="26" y="38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8"/>
                  <a:pt x="10" y="48"/>
                  <a:pt x="10" y="47"/>
                </a:cubicBezTo>
                <a:cubicBezTo>
                  <a:pt x="9" y="46"/>
                  <a:pt x="9" y="46"/>
                  <a:pt x="10" y="45"/>
                </a:cubicBezTo>
                <a:cubicBezTo>
                  <a:pt x="15" y="30"/>
                  <a:pt x="15" y="30"/>
                  <a:pt x="15" y="3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8"/>
                  <a:pt x="1" y="17"/>
                </a:cubicBezTo>
                <a:cubicBezTo>
                  <a:pt x="1" y="17"/>
                  <a:pt x="2" y="17"/>
                  <a:pt x="3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24" y="1"/>
                  <a:pt x="24" y="1"/>
                  <a:pt x="24" y="1"/>
                </a:cubicBezTo>
                <a:cubicBezTo>
                  <a:pt x="24" y="0"/>
                  <a:pt x="25" y="0"/>
                  <a:pt x="26" y="0"/>
                </a:cubicBezTo>
                <a:cubicBezTo>
                  <a:pt x="27" y="0"/>
                  <a:pt x="27" y="1"/>
                  <a:pt x="28" y="1"/>
                </a:cubicBezTo>
                <a:cubicBezTo>
                  <a:pt x="32" y="17"/>
                  <a:pt x="32" y="17"/>
                  <a:pt x="32" y="17"/>
                </a:cubicBezTo>
                <a:cubicBezTo>
                  <a:pt x="49" y="17"/>
                  <a:pt x="49" y="17"/>
                  <a:pt x="49" y="17"/>
                </a:cubicBezTo>
                <a:cubicBezTo>
                  <a:pt x="50" y="17"/>
                  <a:pt x="51" y="18"/>
                  <a:pt x="51" y="19"/>
                </a:cubicBezTo>
                <a:cubicBezTo>
                  <a:pt x="51" y="19"/>
                  <a:pt x="50" y="20"/>
                  <a:pt x="50" y="2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0"/>
                  <a:pt x="38" y="30"/>
                  <a:pt x="38" y="30"/>
                </a:cubicBezTo>
                <a:close/>
                <a:moveTo>
                  <a:pt x="31" y="33"/>
                </a:moveTo>
                <a:cubicBezTo>
                  <a:pt x="31" y="33"/>
                  <a:pt x="31" y="33"/>
                  <a:pt x="31" y="33"/>
                </a:cubicBezTo>
                <a:cubicBezTo>
                  <a:pt x="32" y="33"/>
                  <a:pt x="33" y="32"/>
                  <a:pt x="33" y="32"/>
                </a:cubicBezTo>
                <a:cubicBezTo>
                  <a:pt x="33" y="30"/>
                  <a:pt x="33" y="30"/>
                  <a:pt x="33" y="30"/>
                </a:cubicBezTo>
                <a:cubicBezTo>
                  <a:pt x="32" y="29"/>
                  <a:pt x="33" y="28"/>
                  <a:pt x="33" y="27"/>
                </a:cubicBezTo>
                <a:cubicBezTo>
                  <a:pt x="43" y="21"/>
                  <a:pt x="43" y="21"/>
                  <a:pt x="43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0" y="21"/>
                  <a:pt x="30" y="20"/>
                  <a:pt x="29" y="19"/>
                </a:cubicBezTo>
                <a:cubicBezTo>
                  <a:pt x="26" y="8"/>
                  <a:pt x="26" y="8"/>
                  <a:pt x="26" y="8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20"/>
                  <a:pt x="21" y="21"/>
                  <a:pt x="20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18" y="27"/>
                  <a:pt x="18" y="27"/>
                  <a:pt x="18" y="27"/>
                </a:cubicBezTo>
                <a:cubicBezTo>
                  <a:pt x="19" y="28"/>
                  <a:pt x="19" y="29"/>
                  <a:pt x="19" y="30"/>
                </a:cubicBezTo>
                <a:cubicBezTo>
                  <a:pt x="15" y="41"/>
                  <a:pt x="15" y="41"/>
                  <a:pt x="15" y="41"/>
                </a:cubicBezTo>
                <a:cubicBezTo>
                  <a:pt x="24" y="34"/>
                  <a:pt x="24" y="34"/>
                  <a:pt x="24" y="34"/>
                </a:cubicBezTo>
                <a:cubicBezTo>
                  <a:pt x="24" y="34"/>
                  <a:pt x="24" y="34"/>
                  <a:pt x="24" y="34"/>
                </a:cubicBezTo>
                <a:cubicBezTo>
                  <a:pt x="25" y="33"/>
                  <a:pt x="26" y="33"/>
                  <a:pt x="27" y="34"/>
                </a:cubicBezTo>
                <a:cubicBezTo>
                  <a:pt x="29" y="36"/>
                  <a:pt x="29" y="36"/>
                  <a:pt x="29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30" y="35"/>
                  <a:pt x="31" y="34"/>
                  <a:pt x="31" y="33"/>
                </a:cubicBezTo>
                <a:close/>
                <a:moveTo>
                  <a:pt x="43" y="36"/>
                </a:moveTo>
                <a:cubicBezTo>
                  <a:pt x="43" y="36"/>
                  <a:pt x="43" y="36"/>
                  <a:pt x="43" y="36"/>
                </a:cubicBezTo>
                <a:cubicBezTo>
                  <a:pt x="42" y="35"/>
                  <a:pt x="40" y="34"/>
                  <a:pt x="38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5" y="34"/>
                  <a:pt x="32" y="37"/>
                  <a:pt x="32" y="40"/>
                </a:cubicBezTo>
                <a:cubicBezTo>
                  <a:pt x="32" y="42"/>
                  <a:pt x="33" y="44"/>
                  <a:pt x="34" y="45"/>
                </a:cubicBezTo>
                <a:cubicBezTo>
                  <a:pt x="35" y="46"/>
                  <a:pt x="37" y="47"/>
                  <a:pt x="38" y="47"/>
                </a:cubicBezTo>
                <a:cubicBezTo>
                  <a:pt x="40" y="47"/>
                  <a:pt x="42" y="46"/>
                  <a:pt x="43" y="45"/>
                </a:cubicBezTo>
                <a:cubicBezTo>
                  <a:pt x="44" y="44"/>
                  <a:pt x="45" y="42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39"/>
                  <a:pt x="44" y="37"/>
                  <a:pt x="43" y="3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20" name="Freeform 354">
            <a:extLst>
              <a:ext uri="{FF2B5EF4-FFF2-40B4-BE49-F238E27FC236}">
                <a16:creationId xmlns:a16="http://schemas.microsoft.com/office/drawing/2014/main" id="{AB167F1E-B6AB-603D-6FA5-349AB2E1CC64}"/>
              </a:ext>
            </a:extLst>
          </p:cNvPr>
          <p:cNvSpPr>
            <a:spLocks noEditPoints="1"/>
          </p:cNvSpPr>
          <p:nvPr/>
        </p:nvSpPr>
        <p:spPr bwMode="auto">
          <a:xfrm>
            <a:off x="8806852" y="4794699"/>
            <a:ext cx="173567" cy="224367"/>
          </a:xfrm>
          <a:custGeom>
            <a:avLst/>
            <a:gdLst>
              <a:gd name="T0" fmla="*/ 0 w 41"/>
              <a:gd name="T1" fmla="*/ 136525 h 53"/>
              <a:gd name="T2" fmla="*/ 9525 w 41"/>
              <a:gd name="T3" fmla="*/ 117475 h 53"/>
              <a:gd name="T4" fmla="*/ 22225 w 41"/>
              <a:gd name="T5" fmla="*/ 85725 h 53"/>
              <a:gd name="T6" fmla="*/ 25400 w 41"/>
              <a:gd name="T7" fmla="*/ 69850 h 53"/>
              <a:gd name="T8" fmla="*/ 53975 w 41"/>
              <a:gd name="T9" fmla="*/ 31750 h 53"/>
              <a:gd name="T10" fmla="*/ 47625 w 41"/>
              <a:gd name="T11" fmla="*/ 19050 h 53"/>
              <a:gd name="T12" fmla="*/ 79375 w 41"/>
              <a:gd name="T13" fmla="*/ 6350 h 53"/>
              <a:gd name="T14" fmla="*/ 79375 w 41"/>
              <a:gd name="T15" fmla="*/ 31750 h 53"/>
              <a:gd name="T16" fmla="*/ 85725 w 41"/>
              <a:gd name="T17" fmla="*/ 38100 h 53"/>
              <a:gd name="T18" fmla="*/ 107950 w 41"/>
              <a:gd name="T19" fmla="*/ 82550 h 53"/>
              <a:gd name="T20" fmla="*/ 114300 w 41"/>
              <a:gd name="T21" fmla="*/ 107950 h 53"/>
              <a:gd name="T22" fmla="*/ 130175 w 41"/>
              <a:gd name="T23" fmla="*/ 136525 h 53"/>
              <a:gd name="T24" fmla="*/ 123825 w 41"/>
              <a:gd name="T25" fmla="*/ 142875 h 53"/>
              <a:gd name="T26" fmla="*/ 107950 w 41"/>
              <a:gd name="T27" fmla="*/ 161925 h 53"/>
              <a:gd name="T28" fmla="*/ 69850 w 41"/>
              <a:gd name="T29" fmla="*/ 161925 h 53"/>
              <a:gd name="T30" fmla="*/ 6350 w 41"/>
              <a:gd name="T31" fmla="*/ 142875 h 53"/>
              <a:gd name="T32" fmla="*/ 104775 w 41"/>
              <a:gd name="T33" fmla="*/ 142875 h 53"/>
              <a:gd name="T34" fmla="*/ 79375 w 41"/>
              <a:gd name="T35" fmla="*/ 152400 h 53"/>
              <a:gd name="T36" fmla="*/ 98425 w 41"/>
              <a:gd name="T37" fmla="*/ 152400 h 53"/>
              <a:gd name="T38" fmla="*/ 69850 w 41"/>
              <a:gd name="T39" fmla="*/ 130175 h 53"/>
              <a:gd name="T40" fmla="*/ 69850 w 41"/>
              <a:gd name="T41" fmla="*/ 130175 h 53"/>
              <a:gd name="T42" fmla="*/ 111125 w 41"/>
              <a:gd name="T43" fmla="*/ 130175 h 53"/>
              <a:gd name="T44" fmla="*/ 111125 w 41"/>
              <a:gd name="T45" fmla="*/ 127000 h 53"/>
              <a:gd name="T46" fmla="*/ 95250 w 41"/>
              <a:gd name="T47" fmla="*/ 85725 h 53"/>
              <a:gd name="T48" fmla="*/ 95250 w 41"/>
              <a:gd name="T49" fmla="*/ 73025 h 53"/>
              <a:gd name="T50" fmla="*/ 50800 w 41"/>
              <a:gd name="T51" fmla="*/ 47625 h 53"/>
              <a:gd name="T52" fmla="*/ 34925 w 41"/>
              <a:gd name="T53" fmla="*/ 82550 h 53"/>
              <a:gd name="T54" fmla="*/ 28575 w 41"/>
              <a:gd name="T55" fmla="*/ 111125 h 53"/>
              <a:gd name="T56" fmla="*/ 12700 w 41"/>
              <a:gd name="T57" fmla="*/ 130175 h 53"/>
              <a:gd name="T58" fmla="*/ 57150 w 41"/>
              <a:gd name="T59" fmla="*/ 12700 h 53"/>
              <a:gd name="T60" fmla="*/ 53975 w 41"/>
              <a:gd name="T61" fmla="*/ 19050 h 53"/>
              <a:gd name="T62" fmla="*/ 73025 w 41"/>
              <a:gd name="T63" fmla="*/ 28575 h 53"/>
              <a:gd name="T64" fmla="*/ 73025 w 41"/>
              <a:gd name="T65" fmla="*/ 12700 h 53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1" h="53">
                <a:moveTo>
                  <a:pt x="2" y="45"/>
                </a:moveTo>
                <a:cubicBezTo>
                  <a:pt x="1" y="45"/>
                  <a:pt x="0" y="44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0"/>
                  <a:pt x="2" y="38"/>
                  <a:pt x="3" y="37"/>
                </a:cubicBezTo>
                <a:cubicBezTo>
                  <a:pt x="4" y="36"/>
                  <a:pt x="5" y="35"/>
                  <a:pt x="6" y="34"/>
                </a:cubicBezTo>
                <a:cubicBezTo>
                  <a:pt x="6" y="31"/>
                  <a:pt x="7" y="29"/>
                  <a:pt x="7" y="27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5"/>
                  <a:pt x="7" y="23"/>
                  <a:pt x="8" y="22"/>
                </a:cubicBezTo>
                <a:cubicBezTo>
                  <a:pt x="9" y="18"/>
                  <a:pt x="10" y="14"/>
                  <a:pt x="14" y="12"/>
                </a:cubicBezTo>
                <a:cubicBezTo>
                  <a:pt x="15" y="11"/>
                  <a:pt x="16" y="11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9"/>
                  <a:pt x="15" y="8"/>
                  <a:pt x="15" y="6"/>
                </a:cubicBezTo>
                <a:cubicBezTo>
                  <a:pt x="15" y="5"/>
                  <a:pt x="16" y="3"/>
                  <a:pt x="17" y="2"/>
                </a:cubicBezTo>
                <a:cubicBezTo>
                  <a:pt x="19" y="0"/>
                  <a:pt x="22" y="0"/>
                  <a:pt x="25" y="2"/>
                </a:cubicBezTo>
                <a:cubicBezTo>
                  <a:pt x="26" y="3"/>
                  <a:pt x="26" y="5"/>
                  <a:pt x="26" y="6"/>
                </a:cubicBezTo>
                <a:cubicBezTo>
                  <a:pt x="26" y="8"/>
                  <a:pt x="26" y="9"/>
                  <a:pt x="25" y="10"/>
                </a:cubicBezTo>
                <a:cubicBezTo>
                  <a:pt x="24" y="10"/>
                  <a:pt x="24" y="10"/>
                  <a:pt x="24" y="10"/>
                </a:cubicBezTo>
                <a:cubicBezTo>
                  <a:pt x="26" y="11"/>
                  <a:pt x="26" y="11"/>
                  <a:pt x="27" y="12"/>
                </a:cubicBezTo>
                <a:cubicBezTo>
                  <a:pt x="31" y="14"/>
                  <a:pt x="33" y="18"/>
                  <a:pt x="34" y="22"/>
                </a:cubicBezTo>
                <a:cubicBezTo>
                  <a:pt x="34" y="23"/>
                  <a:pt x="34" y="25"/>
                  <a:pt x="34" y="26"/>
                </a:cubicBezTo>
                <a:cubicBezTo>
                  <a:pt x="34" y="27"/>
                  <a:pt x="34" y="27"/>
                  <a:pt x="34" y="27"/>
                </a:cubicBezTo>
                <a:cubicBezTo>
                  <a:pt x="35" y="29"/>
                  <a:pt x="35" y="31"/>
                  <a:pt x="36" y="34"/>
                </a:cubicBezTo>
                <a:cubicBezTo>
                  <a:pt x="36" y="35"/>
                  <a:pt x="37" y="36"/>
                  <a:pt x="38" y="37"/>
                </a:cubicBezTo>
                <a:cubicBezTo>
                  <a:pt x="40" y="38"/>
                  <a:pt x="41" y="40"/>
                  <a:pt x="41" y="43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4"/>
                  <a:pt x="41" y="45"/>
                  <a:pt x="39" y="45"/>
                </a:cubicBezTo>
                <a:cubicBezTo>
                  <a:pt x="37" y="45"/>
                  <a:pt x="37" y="45"/>
                  <a:pt x="37" y="45"/>
                </a:cubicBezTo>
                <a:cubicBezTo>
                  <a:pt x="36" y="47"/>
                  <a:pt x="36" y="49"/>
                  <a:pt x="34" y="51"/>
                </a:cubicBezTo>
                <a:cubicBezTo>
                  <a:pt x="33" y="52"/>
                  <a:pt x="30" y="53"/>
                  <a:pt x="28" y="53"/>
                </a:cubicBezTo>
                <a:cubicBezTo>
                  <a:pt x="26" y="53"/>
                  <a:pt x="24" y="52"/>
                  <a:pt x="22" y="51"/>
                </a:cubicBezTo>
                <a:cubicBezTo>
                  <a:pt x="21" y="49"/>
                  <a:pt x="20" y="47"/>
                  <a:pt x="20" y="45"/>
                </a:cubicBezTo>
                <a:cubicBezTo>
                  <a:pt x="2" y="45"/>
                  <a:pt x="2" y="45"/>
                  <a:pt x="2" y="45"/>
                </a:cubicBezTo>
                <a:close/>
                <a:moveTo>
                  <a:pt x="33" y="45"/>
                </a:moveTo>
                <a:cubicBezTo>
                  <a:pt x="33" y="45"/>
                  <a:pt x="33" y="45"/>
                  <a:pt x="33" y="45"/>
                </a:cubicBezTo>
                <a:cubicBezTo>
                  <a:pt x="24" y="45"/>
                  <a:pt x="24" y="45"/>
                  <a:pt x="24" y="45"/>
                </a:cubicBezTo>
                <a:cubicBezTo>
                  <a:pt x="24" y="46"/>
                  <a:pt x="24" y="47"/>
                  <a:pt x="25" y="48"/>
                </a:cubicBezTo>
                <a:cubicBezTo>
                  <a:pt x="26" y="49"/>
                  <a:pt x="27" y="49"/>
                  <a:pt x="28" y="49"/>
                </a:cubicBezTo>
                <a:cubicBezTo>
                  <a:pt x="29" y="49"/>
                  <a:pt x="30" y="49"/>
                  <a:pt x="31" y="48"/>
                </a:cubicBezTo>
                <a:cubicBezTo>
                  <a:pt x="32" y="47"/>
                  <a:pt x="33" y="46"/>
                  <a:pt x="33" y="45"/>
                </a:cubicBezTo>
                <a:close/>
                <a:moveTo>
                  <a:pt x="22" y="41"/>
                </a:move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7" y="41"/>
                  <a:pt x="37" y="41"/>
                  <a:pt x="37" y="41"/>
                </a:cubicBezTo>
                <a:cubicBezTo>
                  <a:pt x="36" y="41"/>
                  <a:pt x="36" y="40"/>
                  <a:pt x="35" y="40"/>
                </a:cubicBezTo>
                <a:cubicBezTo>
                  <a:pt x="34" y="39"/>
                  <a:pt x="32" y="37"/>
                  <a:pt x="32" y="35"/>
                </a:cubicBezTo>
                <a:cubicBezTo>
                  <a:pt x="31" y="32"/>
                  <a:pt x="31" y="30"/>
                  <a:pt x="30" y="27"/>
                </a:cubicBezTo>
                <a:cubicBezTo>
                  <a:pt x="30" y="26"/>
                  <a:pt x="30" y="26"/>
                  <a:pt x="30" y="26"/>
                </a:cubicBezTo>
                <a:cubicBezTo>
                  <a:pt x="30" y="25"/>
                  <a:pt x="30" y="24"/>
                  <a:pt x="30" y="23"/>
                </a:cubicBezTo>
                <a:cubicBezTo>
                  <a:pt x="29" y="20"/>
                  <a:pt x="28" y="17"/>
                  <a:pt x="25" y="15"/>
                </a:cubicBezTo>
                <a:cubicBezTo>
                  <a:pt x="22" y="13"/>
                  <a:pt x="19" y="13"/>
                  <a:pt x="16" y="15"/>
                </a:cubicBezTo>
                <a:cubicBezTo>
                  <a:pt x="13" y="17"/>
                  <a:pt x="12" y="20"/>
                  <a:pt x="12" y="23"/>
                </a:cubicBezTo>
                <a:cubicBezTo>
                  <a:pt x="11" y="24"/>
                  <a:pt x="11" y="25"/>
                  <a:pt x="11" y="26"/>
                </a:cubicBezTo>
                <a:cubicBezTo>
                  <a:pt x="11" y="27"/>
                  <a:pt x="11" y="27"/>
                  <a:pt x="11" y="27"/>
                </a:cubicBezTo>
                <a:cubicBezTo>
                  <a:pt x="10" y="30"/>
                  <a:pt x="10" y="32"/>
                  <a:pt x="9" y="35"/>
                </a:cubicBezTo>
                <a:cubicBezTo>
                  <a:pt x="9" y="37"/>
                  <a:pt x="7" y="39"/>
                  <a:pt x="6" y="40"/>
                </a:cubicBezTo>
                <a:cubicBezTo>
                  <a:pt x="5" y="40"/>
                  <a:pt x="5" y="41"/>
                  <a:pt x="4" y="41"/>
                </a:cubicBezTo>
                <a:cubicBezTo>
                  <a:pt x="22" y="41"/>
                  <a:pt x="22" y="41"/>
                  <a:pt x="22" y="41"/>
                </a:cubicBezTo>
                <a:close/>
                <a:moveTo>
                  <a:pt x="18" y="4"/>
                </a:moveTo>
                <a:cubicBezTo>
                  <a:pt x="18" y="4"/>
                  <a:pt x="18" y="4"/>
                  <a:pt x="18" y="4"/>
                </a:cubicBezTo>
                <a:cubicBezTo>
                  <a:pt x="18" y="5"/>
                  <a:pt x="17" y="5"/>
                  <a:pt x="17" y="6"/>
                </a:cubicBezTo>
                <a:cubicBezTo>
                  <a:pt x="17" y="7"/>
                  <a:pt x="18" y="8"/>
                  <a:pt x="18" y="9"/>
                </a:cubicBezTo>
                <a:cubicBezTo>
                  <a:pt x="20" y="10"/>
                  <a:pt x="22" y="10"/>
                  <a:pt x="23" y="9"/>
                </a:cubicBezTo>
                <a:cubicBezTo>
                  <a:pt x="24" y="8"/>
                  <a:pt x="24" y="7"/>
                  <a:pt x="24" y="6"/>
                </a:cubicBezTo>
                <a:cubicBezTo>
                  <a:pt x="24" y="5"/>
                  <a:pt x="24" y="5"/>
                  <a:pt x="23" y="4"/>
                </a:cubicBezTo>
                <a:cubicBezTo>
                  <a:pt x="22" y="3"/>
                  <a:pt x="20" y="3"/>
                  <a:pt x="18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21" name="Freeform 355">
            <a:extLst>
              <a:ext uri="{FF2B5EF4-FFF2-40B4-BE49-F238E27FC236}">
                <a16:creationId xmlns:a16="http://schemas.microsoft.com/office/drawing/2014/main" id="{CB8A4754-F878-676D-03E3-CC0E12685948}"/>
              </a:ext>
            </a:extLst>
          </p:cNvPr>
          <p:cNvSpPr>
            <a:spLocks noEditPoints="1"/>
          </p:cNvSpPr>
          <p:nvPr/>
        </p:nvSpPr>
        <p:spPr bwMode="auto">
          <a:xfrm>
            <a:off x="930734" y="1344532"/>
            <a:ext cx="196851" cy="194733"/>
          </a:xfrm>
          <a:custGeom>
            <a:avLst/>
            <a:gdLst>
              <a:gd name="T0" fmla="*/ 125171 w 46"/>
              <a:gd name="T1" fmla="*/ 22225 h 46"/>
              <a:gd name="T2" fmla="*/ 125171 w 46"/>
              <a:gd name="T3" fmla="*/ 123825 h 46"/>
              <a:gd name="T4" fmla="*/ 19257 w 46"/>
              <a:gd name="T5" fmla="*/ 123825 h 46"/>
              <a:gd name="T6" fmla="*/ 19257 w 46"/>
              <a:gd name="T7" fmla="*/ 22225 h 46"/>
              <a:gd name="T8" fmla="*/ 70609 w 46"/>
              <a:gd name="T9" fmla="*/ 136525 h 46"/>
              <a:gd name="T10" fmla="*/ 70609 w 46"/>
              <a:gd name="T11" fmla="*/ 111125 h 46"/>
              <a:gd name="T12" fmla="*/ 48143 w 46"/>
              <a:gd name="T13" fmla="*/ 117475 h 46"/>
              <a:gd name="T14" fmla="*/ 60981 w 46"/>
              <a:gd name="T15" fmla="*/ 133350 h 46"/>
              <a:gd name="T16" fmla="*/ 118752 w 46"/>
              <a:gd name="T17" fmla="*/ 28575 h 46"/>
              <a:gd name="T18" fmla="*/ 115543 w 46"/>
              <a:gd name="T19" fmla="*/ 28575 h 46"/>
              <a:gd name="T20" fmla="*/ 112333 w 46"/>
              <a:gd name="T21" fmla="*/ 69850 h 46"/>
              <a:gd name="T22" fmla="*/ 118752 w 46"/>
              <a:gd name="T23" fmla="*/ 28575 h 46"/>
              <a:gd name="T24" fmla="*/ 109124 w 46"/>
              <a:gd name="T25" fmla="*/ 22225 h 46"/>
              <a:gd name="T26" fmla="*/ 102705 w 46"/>
              <a:gd name="T27" fmla="*/ 25400 h 46"/>
              <a:gd name="T28" fmla="*/ 109124 w 46"/>
              <a:gd name="T29" fmla="*/ 22225 h 46"/>
              <a:gd name="T30" fmla="*/ 83448 w 46"/>
              <a:gd name="T31" fmla="*/ 12700 h 46"/>
              <a:gd name="T32" fmla="*/ 77029 w 46"/>
              <a:gd name="T33" fmla="*/ 34925 h 46"/>
              <a:gd name="T34" fmla="*/ 99495 w 46"/>
              <a:gd name="T35" fmla="*/ 31750 h 46"/>
              <a:gd name="T36" fmla="*/ 83448 w 46"/>
              <a:gd name="T37" fmla="*/ 12700 h 46"/>
              <a:gd name="T38" fmla="*/ 70609 w 46"/>
              <a:gd name="T39" fmla="*/ 12700 h 46"/>
              <a:gd name="T40" fmla="*/ 48143 w 46"/>
              <a:gd name="T41" fmla="*/ 28575 h 46"/>
              <a:gd name="T42" fmla="*/ 51352 w 46"/>
              <a:gd name="T43" fmla="*/ 31750 h 46"/>
              <a:gd name="T44" fmla="*/ 70609 w 46"/>
              <a:gd name="T45" fmla="*/ 12700 h 46"/>
              <a:gd name="T46" fmla="*/ 48143 w 46"/>
              <a:gd name="T47" fmla="*/ 15875 h 46"/>
              <a:gd name="T48" fmla="*/ 41724 w 46"/>
              <a:gd name="T49" fmla="*/ 28575 h 46"/>
              <a:gd name="T50" fmla="*/ 48143 w 46"/>
              <a:gd name="T51" fmla="*/ 15875 h 46"/>
              <a:gd name="T52" fmla="*/ 28886 w 46"/>
              <a:gd name="T53" fmla="*/ 28575 h 46"/>
              <a:gd name="T54" fmla="*/ 9629 w 46"/>
              <a:gd name="T55" fmla="*/ 69850 h 46"/>
              <a:gd name="T56" fmla="*/ 38514 w 46"/>
              <a:gd name="T57" fmla="*/ 34925 h 46"/>
              <a:gd name="T58" fmla="*/ 9629 w 46"/>
              <a:gd name="T59" fmla="*/ 76200 h 46"/>
              <a:gd name="T60" fmla="*/ 28886 w 46"/>
              <a:gd name="T61" fmla="*/ 117475 h 46"/>
              <a:gd name="T62" fmla="*/ 38514 w 46"/>
              <a:gd name="T63" fmla="*/ 114300 h 46"/>
              <a:gd name="T64" fmla="*/ 9629 w 46"/>
              <a:gd name="T65" fmla="*/ 76200 h 46"/>
              <a:gd name="T66" fmla="*/ 35305 w 46"/>
              <a:gd name="T67" fmla="*/ 123825 h 46"/>
              <a:gd name="T68" fmla="*/ 41724 w 46"/>
              <a:gd name="T69" fmla="*/ 123825 h 46"/>
              <a:gd name="T70" fmla="*/ 35305 w 46"/>
              <a:gd name="T71" fmla="*/ 123825 h 46"/>
              <a:gd name="T72" fmla="*/ 77029 w 46"/>
              <a:gd name="T73" fmla="*/ 136525 h 46"/>
              <a:gd name="T74" fmla="*/ 96286 w 46"/>
              <a:gd name="T75" fmla="*/ 120650 h 46"/>
              <a:gd name="T76" fmla="*/ 96286 w 46"/>
              <a:gd name="T77" fmla="*/ 114300 h 46"/>
              <a:gd name="T78" fmla="*/ 77029 w 46"/>
              <a:gd name="T79" fmla="*/ 136525 h 46"/>
              <a:gd name="T80" fmla="*/ 96286 w 46"/>
              <a:gd name="T81" fmla="*/ 130175 h 46"/>
              <a:gd name="T82" fmla="*/ 102705 w 46"/>
              <a:gd name="T83" fmla="*/ 120650 h 46"/>
              <a:gd name="T84" fmla="*/ 96286 w 46"/>
              <a:gd name="T85" fmla="*/ 130175 h 46"/>
              <a:gd name="T86" fmla="*/ 115543 w 46"/>
              <a:gd name="T87" fmla="*/ 117475 h 46"/>
              <a:gd name="T88" fmla="*/ 134800 w 46"/>
              <a:gd name="T89" fmla="*/ 76200 h 46"/>
              <a:gd name="T90" fmla="*/ 105914 w 46"/>
              <a:gd name="T91" fmla="*/ 114300 h 46"/>
              <a:gd name="T92" fmla="*/ 99495 w 46"/>
              <a:gd name="T93" fmla="*/ 38100 h 46"/>
              <a:gd name="T94" fmla="*/ 99495 w 46"/>
              <a:gd name="T95" fmla="*/ 38100 h 46"/>
              <a:gd name="T96" fmla="*/ 77029 w 46"/>
              <a:gd name="T97" fmla="*/ 69850 h 46"/>
              <a:gd name="T98" fmla="*/ 99495 w 46"/>
              <a:gd name="T99" fmla="*/ 38100 h 46"/>
              <a:gd name="T100" fmla="*/ 70609 w 46"/>
              <a:gd name="T101" fmla="*/ 41275 h 46"/>
              <a:gd name="T102" fmla="*/ 44933 w 46"/>
              <a:gd name="T103" fmla="*/ 38100 h 46"/>
              <a:gd name="T104" fmla="*/ 70609 w 46"/>
              <a:gd name="T105" fmla="*/ 69850 h 46"/>
              <a:gd name="T106" fmla="*/ 70609 w 46"/>
              <a:gd name="T107" fmla="*/ 104775 h 46"/>
              <a:gd name="T108" fmla="*/ 70609 w 46"/>
              <a:gd name="T109" fmla="*/ 76200 h 46"/>
              <a:gd name="T110" fmla="*/ 44933 w 46"/>
              <a:gd name="T111" fmla="*/ 111125 h 46"/>
              <a:gd name="T112" fmla="*/ 70609 w 46"/>
              <a:gd name="T113" fmla="*/ 104775 h 46"/>
              <a:gd name="T114" fmla="*/ 77029 w 46"/>
              <a:gd name="T115" fmla="*/ 104775 h 46"/>
              <a:gd name="T116" fmla="*/ 99495 w 46"/>
              <a:gd name="T117" fmla="*/ 111125 h 46"/>
              <a:gd name="T118" fmla="*/ 77029 w 46"/>
              <a:gd name="T119" fmla="*/ 76200 h 4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46" h="46">
                <a:moveTo>
                  <a:pt x="23" y="0"/>
                </a:moveTo>
                <a:cubicBezTo>
                  <a:pt x="29" y="0"/>
                  <a:pt x="35" y="3"/>
                  <a:pt x="39" y="7"/>
                </a:cubicBezTo>
                <a:cubicBezTo>
                  <a:pt x="43" y="11"/>
                  <a:pt x="46" y="17"/>
                  <a:pt x="46" y="23"/>
                </a:cubicBezTo>
                <a:cubicBezTo>
                  <a:pt x="46" y="30"/>
                  <a:pt x="43" y="35"/>
                  <a:pt x="39" y="39"/>
                </a:cubicBezTo>
                <a:cubicBezTo>
                  <a:pt x="35" y="44"/>
                  <a:pt x="29" y="46"/>
                  <a:pt x="23" y="46"/>
                </a:cubicBezTo>
                <a:cubicBezTo>
                  <a:pt x="16" y="46"/>
                  <a:pt x="11" y="44"/>
                  <a:pt x="6" y="39"/>
                </a:cubicBezTo>
                <a:cubicBezTo>
                  <a:pt x="2" y="35"/>
                  <a:pt x="0" y="30"/>
                  <a:pt x="0" y="23"/>
                </a:cubicBezTo>
                <a:cubicBezTo>
                  <a:pt x="0" y="17"/>
                  <a:pt x="2" y="11"/>
                  <a:pt x="6" y="7"/>
                </a:cubicBezTo>
                <a:cubicBezTo>
                  <a:pt x="11" y="3"/>
                  <a:pt x="16" y="0"/>
                  <a:pt x="23" y="0"/>
                </a:cubicBezTo>
                <a:close/>
                <a:moveTo>
                  <a:pt x="22" y="43"/>
                </a:moveTo>
                <a:cubicBezTo>
                  <a:pt x="22" y="43"/>
                  <a:pt x="22" y="43"/>
                  <a:pt x="22" y="43"/>
                </a:cubicBezTo>
                <a:cubicBezTo>
                  <a:pt x="22" y="35"/>
                  <a:pt x="22" y="35"/>
                  <a:pt x="22" y="35"/>
                </a:cubicBezTo>
                <a:cubicBezTo>
                  <a:pt x="20" y="35"/>
                  <a:pt x="18" y="36"/>
                  <a:pt x="16" y="36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7"/>
                  <a:pt x="15" y="37"/>
                  <a:pt x="15" y="38"/>
                </a:cubicBezTo>
                <a:cubicBezTo>
                  <a:pt x="17" y="40"/>
                  <a:pt x="18" y="41"/>
                  <a:pt x="19" y="42"/>
                </a:cubicBezTo>
                <a:cubicBezTo>
                  <a:pt x="20" y="43"/>
                  <a:pt x="21" y="43"/>
                  <a:pt x="22" y="43"/>
                </a:cubicBezTo>
                <a:close/>
                <a:moveTo>
                  <a:pt x="37" y="9"/>
                </a:moveTo>
                <a:cubicBezTo>
                  <a:pt x="37" y="9"/>
                  <a:pt x="37" y="9"/>
                  <a:pt x="37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5" y="10"/>
                  <a:pt x="34" y="10"/>
                  <a:pt x="33" y="11"/>
                </a:cubicBezTo>
                <a:cubicBezTo>
                  <a:pt x="35" y="14"/>
                  <a:pt x="35" y="18"/>
                  <a:pt x="35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17"/>
                  <a:pt x="40" y="13"/>
                  <a:pt x="37" y="9"/>
                </a:cubicBezTo>
                <a:close/>
                <a:moveTo>
                  <a:pt x="34" y="7"/>
                </a:moveTo>
                <a:cubicBezTo>
                  <a:pt x="34" y="7"/>
                  <a:pt x="34" y="7"/>
                  <a:pt x="34" y="7"/>
                </a:cubicBezTo>
                <a:cubicBezTo>
                  <a:pt x="33" y="7"/>
                  <a:pt x="32" y="6"/>
                  <a:pt x="30" y="5"/>
                </a:cubicBezTo>
                <a:cubicBezTo>
                  <a:pt x="31" y="6"/>
                  <a:pt x="31" y="7"/>
                  <a:pt x="32" y="8"/>
                </a:cubicBezTo>
                <a:cubicBezTo>
                  <a:pt x="32" y="8"/>
                  <a:pt x="32" y="8"/>
                  <a:pt x="32" y="9"/>
                </a:cubicBezTo>
                <a:cubicBezTo>
                  <a:pt x="33" y="8"/>
                  <a:pt x="34" y="8"/>
                  <a:pt x="34" y="7"/>
                </a:cubicBezTo>
                <a:close/>
                <a:moveTo>
                  <a:pt x="26" y="4"/>
                </a:moveTo>
                <a:cubicBezTo>
                  <a:pt x="26" y="4"/>
                  <a:pt x="26" y="4"/>
                  <a:pt x="26" y="4"/>
                </a:cubicBezTo>
                <a:cubicBezTo>
                  <a:pt x="25" y="4"/>
                  <a:pt x="24" y="4"/>
                  <a:pt x="24" y="4"/>
                </a:cubicBezTo>
                <a:cubicBezTo>
                  <a:pt x="24" y="11"/>
                  <a:pt x="24" y="11"/>
                  <a:pt x="24" y="11"/>
                </a:cubicBezTo>
                <a:cubicBezTo>
                  <a:pt x="26" y="11"/>
                  <a:pt x="28" y="11"/>
                  <a:pt x="30" y="10"/>
                </a:cubicBezTo>
                <a:cubicBezTo>
                  <a:pt x="30" y="10"/>
                  <a:pt x="30" y="10"/>
                  <a:pt x="31" y="10"/>
                </a:cubicBezTo>
                <a:cubicBezTo>
                  <a:pt x="30" y="9"/>
                  <a:pt x="30" y="9"/>
                  <a:pt x="30" y="9"/>
                </a:cubicBezTo>
                <a:cubicBezTo>
                  <a:pt x="29" y="6"/>
                  <a:pt x="27" y="5"/>
                  <a:pt x="26" y="4"/>
                </a:cubicBezTo>
                <a:close/>
                <a:moveTo>
                  <a:pt x="22" y="4"/>
                </a:moveTo>
                <a:cubicBezTo>
                  <a:pt x="22" y="4"/>
                  <a:pt x="22" y="4"/>
                  <a:pt x="22" y="4"/>
                </a:cubicBezTo>
                <a:cubicBezTo>
                  <a:pt x="21" y="4"/>
                  <a:pt x="20" y="4"/>
                  <a:pt x="19" y="4"/>
                </a:cubicBezTo>
                <a:cubicBezTo>
                  <a:pt x="18" y="5"/>
                  <a:pt x="17" y="6"/>
                  <a:pt x="15" y="9"/>
                </a:cubicBezTo>
                <a:cubicBezTo>
                  <a:pt x="15" y="9"/>
                  <a:pt x="15" y="9"/>
                  <a:pt x="15" y="10"/>
                </a:cubicBezTo>
                <a:cubicBezTo>
                  <a:pt x="15" y="10"/>
                  <a:pt x="15" y="10"/>
                  <a:pt x="16" y="10"/>
                </a:cubicBezTo>
                <a:cubicBezTo>
                  <a:pt x="18" y="11"/>
                  <a:pt x="20" y="11"/>
                  <a:pt x="22" y="11"/>
                </a:cubicBezTo>
                <a:cubicBezTo>
                  <a:pt x="22" y="4"/>
                  <a:pt x="22" y="4"/>
                  <a:pt x="22" y="4"/>
                </a:cubicBezTo>
                <a:close/>
                <a:moveTo>
                  <a:pt x="15" y="5"/>
                </a:moveTo>
                <a:cubicBezTo>
                  <a:pt x="15" y="5"/>
                  <a:pt x="15" y="5"/>
                  <a:pt x="15" y="5"/>
                </a:cubicBezTo>
                <a:cubicBezTo>
                  <a:pt x="14" y="6"/>
                  <a:pt x="12" y="7"/>
                  <a:pt x="11" y="7"/>
                </a:cubicBezTo>
                <a:cubicBezTo>
                  <a:pt x="12" y="8"/>
                  <a:pt x="12" y="8"/>
                  <a:pt x="13" y="9"/>
                </a:cubicBezTo>
                <a:cubicBezTo>
                  <a:pt x="13" y="8"/>
                  <a:pt x="13" y="8"/>
                  <a:pt x="13" y="8"/>
                </a:cubicBezTo>
                <a:cubicBezTo>
                  <a:pt x="14" y="7"/>
                  <a:pt x="14" y="6"/>
                  <a:pt x="15" y="5"/>
                </a:cubicBezTo>
                <a:close/>
                <a:moveTo>
                  <a:pt x="9" y="9"/>
                </a:move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6" y="13"/>
                  <a:pt x="3" y="17"/>
                  <a:pt x="3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18"/>
                  <a:pt x="11" y="14"/>
                  <a:pt x="12" y="11"/>
                </a:cubicBezTo>
                <a:cubicBezTo>
                  <a:pt x="11" y="10"/>
                  <a:pt x="10" y="10"/>
                  <a:pt x="9" y="9"/>
                </a:cubicBezTo>
                <a:close/>
                <a:moveTo>
                  <a:pt x="3" y="24"/>
                </a:moveTo>
                <a:cubicBezTo>
                  <a:pt x="3" y="24"/>
                  <a:pt x="3" y="24"/>
                  <a:pt x="3" y="24"/>
                </a:cubicBezTo>
                <a:cubicBezTo>
                  <a:pt x="3" y="29"/>
                  <a:pt x="6" y="34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10" y="37"/>
                  <a:pt x="11" y="36"/>
                  <a:pt x="12" y="36"/>
                </a:cubicBezTo>
                <a:cubicBezTo>
                  <a:pt x="11" y="32"/>
                  <a:pt x="10" y="28"/>
                  <a:pt x="10" y="24"/>
                </a:cubicBezTo>
                <a:cubicBezTo>
                  <a:pt x="3" y="24"/>
                  <a:pt x="3" y="24"/>
                  <a:pt x="3" y="24"/>
                </a:cubicBezTo>
                <a:close/>
                <a:moveTo>
                  <a:pt x="11" y="39"/>
                </a:moveTo>
                <a:cubicBezTo>
                  <a:pt x="11" y="39"/>
                  <a:pt x="11" y="39"/>
                  <a:pt x="11" y="39"/>
                </a:cubicBezTo>
                <a:cubicBezTo>
                  <a:pt x="12" y="40"/>
                  <a:pt x="14" y="41"/>
                  <a:pt x="15" y="41"/>
                </a:cubicBezTo>
                <a:cubicBezTo>
                  <a:pt x="14" y="40"/>
                  <a:pt x="14" y="40"/>
                  <a:pt x="13" y="39"/>
                </a:cubicBezTo>
                <a:cubicBezTo>
                  <a:pt x="13" y="38"/>
                  <a:pt x="13" y="38"/>
                  <a:pt x="13" y="38"/>
                </a:cubicBezTo>
                <a:cubicBezTo>
                  <a:pt x="12" y="38"/>
                  <a:pt x="12" y="38"/>
                  <a:pt x="11" y="39"/>
                </a:cubicBezTo>
                <a:close/>
                <a:moveTo>
                  <a:pt x="24" y="43"/>
                </a:moveTo>
                <a:cubicBezTo>
                  <a:pt x="24" y="43"/>
                  <a:pt x="24" y="43"/>
                  <a:pt x="24" y="43"/>
                </a:cubicBezTo>
                <a:cubicBezTo>
                  <a:pt x="24" y="43"/>
                  <a:pt x="25" y="43"/>
                  <a:pt x="26" y="42"/>
                </a:cubicBezTo>
                <a:cubicBezTo>
                  <a:pt x="27" y="41"/>
                  <a:pt x="29" y="40"/>
                  <a:pt x="30" y="38"/>
                </a:cubicBezTo>
                <a:cubicBezTo>
                  <a:pt x="30" y="37"/>
                  <a:pt x="30" y="37"/>
                  <a:pt x="31" y="37"/>
                </a:cubicBezTo>
                <a:cubicBezTo>
                  <a:pt x="30" y="37"/>
                  <a:pt x="30" y="37"/>
                  <a:pt x="30" y="36"/>
                </a:cubicBezTo>
                <a:cubicBezTo>
                  <a:pt x="28" y="36"/>
                  <a:pt x="26" y="35"/>
                  <a:pt x="24" y="35"/>
                </a:cubicBezTo>
                <a:cubicBezTo>
                  <a:pt x="24" y="43"/>
                  <a:pt x="24" y="43"/>
                  <a:pt x="24" y="43"/>
                </a:cubicBezTo>
                <a:close/>
                <a:moveTo>
                  <a:pt x="30" y="41"/>
                </a:moveTo>
                <a:cubicBezTo>
                  <a:pt x="30" y="41"/>
                  <a:pt x="30" y="41"/>
                  <a:pt x="30" y="41"/>
                </a:cubicBezTo>
                <a:cubicBezTo>
                  <a:pt x="32" y="41"/>
                  <a:pt x="33" y="40"/>
                  <a:pt x="34" y="39"/>
                </a:cubicBezTo>
                <a:cubicBezTo>
                  <a:pt x="34" y="38"/>
                  <a:pt x="33" y="38"/>
                  <a:pt x="32" y="38"/>
                </a:cubicBezTo>
                <a:cubicBezTo>
                  <a:pt x="32" y="38"/>
                  <a:pt x="32" y="38"/>
                  <a:pt x="32" y="39"/>
                </a:cubicBezTo>
                <a:cubicBezTo>
                  <a:pt x="31" y="40"/>
                  <a:pt x="31" y="40"/>
                  <a:pt x="30" y="41"/>
                </a:cubicBezTo>
                <a:close/>
                <a:moveTo>
                  <a:pt x="36" y="37"/>
                </a:moveTo>
                <a:cubicBezTo>
                  <a:pt x="36" y="37"/>
                  <a:pt x="36" y="37"/>
                  <a:pt x="36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40" y="34"/>
                  <a:pt x="42" y="29"/>
                  <a:pt x="42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8"/>
                  <a:pt x="35" y="32"/>
                  <a:pt x="33" y="36"/>
                </a:cubicBezTo>
                <a:cubicBezTo>
                  <a:pt x="34" y="36"/>
                  <a:pt x="35" y="37"/>
                  <a:pt x="36" y="37"/>
                </a:cubicBezTo>
                <a:close/>
                <a:moveTo>
                  <a:pt x="31" y="12"/>
                </a:move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28" y="13"/>
                  <a:pt x="26" y="13"/>
                  <a:pt x="24" y="13"/>
                </a:cubicBezTo>
                <a:cubicBezTo>
                  <a:pt x="24" y="22"/>
                  <a:pt x="24" y="22"/>
                  <a:pt x="24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18"/>
                  <a:pt x="33" y="15"/>
                  <a:pt x="31" y="12"/>
                </a:cubicBezTo>
                <a:close/>
                <a:moveTo>
                  <a:pt x="22" y="13"/>
                </a:moveTo>
                <a:cubicBezTo>
                  <a:pt x="22" y="13"/>
                  <a:pt x="22" y="13"/>
                  <a:pt x="22" y="13"/>
                </a:cubicBezTo>
                <a:cubicBezTo>
                  <a:pt x="19" y="13"/>
                  <a:pt x="17" y="13"/>
                  <a:pt x="15" y="12"/>
                </a:cubicBezTo>
                <a:cubicBezTo>
                  <a:pt x="15" y="12"/>
                  <a:pt x="14" y="12"/>
                  <a:pt x="14" y="12"/>
                </a:cubicBezTo>
                <a:cubicBezTo>
                  <a:pt x="13" y="15"/>
                  <a:pt x="12" y="18"/>
                  <a:pt x="1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13"/>
                  <a:pt x="22" y="13"/>
                  <a:pt x="22" y="13"/>
                </a:cubicBezTo>
                <a:close/>
                <a:moveTo>
                  <a:pt x="22" y="33"/>
                </a:moveTo>
                <a:cubicBezTo>
                  <a:pt x="22" y="33"/>
                  <a:pt x="22" y="33"/>
                  <a:pt x="22" y="33"/>
                </a:cubicBezTo>
                <a:cubicBezTo>
                  <a:pt x="22" y="24"/>
                  <a:pt x="22" y="24"/>
                  <a:pt x="22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8"/>
                  <a:pt x="13" y="32"/>
                  <a:pt x="14" y="35"/>
                </a:cubicBezTo>
                <a:cubicBezTo>
                  <a:pt x="14" y="35"/>
                  <a:pt x="15" y="35"/>
                  <a:pt x="15" y="34"/>
                </a:cubicBezTo>
                <a:cubicBezTo>
                  <a:pt x="17" y="34"/>
                  <a:pt x="19" y="33"/>
                  <a:pt x="22" y="33"/>
                </a:cubicBezTo>
                <a:close/>
                <a:moveTo>
                  <a:pt x="24" y="33"/>
                </a:moveTo>
                <a:cubicBezTo>
                  <a:pt x="24" y="33"/>
                  <a:pt x="24" y="33"/>
                  <a:pt x="24" y="33"/>
                </a:cubicBezTo>
                <a:cubicBezTo>
                  <a:pt x="26" y="33"/>
                  <a:pt x="28" y="34"/>
                  <a:pt x="31" y="34"/>
                </a:cubicBezTo>
                <a:cubicBezTo>
                  <a:pt x="31" y="35"/>
                  <a:pt x="31" y="35"/>
                  <a:pt x="31" y="35"/>
                </a:cubicBezTo>
                <a:cubicBezTo>
                  <a:pt x="33" y="32"/>
                  <a:pt x="33" y="28"/>
                  <a:pt x="33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33"/>
                  <a:pt x="24" y="33"/>
                  <a:pt x="24" y="3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22" name="Freeform 356">
            <a:extLst>
              <a:ext uri="{FF2B5EF4-FFF2-40B4-BE49-F238E27FC236}">
                <a16:creationId xmlns:a16="http://schemas.microsoft.com/office/drawing/2014/main" id="{8C5CE15F-4860-8E8D-5B90-C5E9D0FFB932}"/>
              </a:ext>
            </a:extLst>
          </p:cNvPr>
          <p:cNvSpPr>
            <a:spLocks noEditPoints="1"/>
          </p:cNvSpPr>
          <p:nvPr/>
        </p:nvSpPr>
        <p:spPr bwMode="auto">
          <a:xfrm>
            <a:off x="8421618" y="2601832"/>
            <a:ext cx="194733" cy="169333"/>
          </a:xfrm>
          <a:custGeom>
            <a:avLst/>
            <a:gdLst>
              <a:gd name="T0" fmla="*/ 142875 w 46"/>
              <a:gd name="T1" fmla="*/ 0 h 40"/>
              <a:gd name="T2" fmla="*/ 6350 w 46"/>
              <a:gd name="T3" fmla="*/ 0 h 40"/>
              <a:gd name="T4" fmla="*/ 0 w 46"/>
              <a:gd name="T5" fmla="*/ 6350 h 40"/>
              <a:gd name="T6" fmla="*/ 0 w 46"/>
              <a:gd name="T7" fmla="*/ 120650 h 40"/>
              <a:gd name="T8" fmla="*/ 6350 w 46"/>
              <a:gd name="T9" fmla="*/ 127000 h 40"/>
              <a:gd name="T10" fmla="*/ 142875 w 46"/>
              <a:gd name="T11" fmla="*/ 127000 h 40"/>
              <a:gd name="T12" fmla="*/ 146050 w 46"/>
              <a:gd name="T13" fmla="*/ 120650 h 40"/>
              <a:gd name="T14" fmla="*/ 146050 w 46"/>
              <a:gd name="T15" fmla="*/ 6350 h 40"/>
              <a:gd name="T16" fmla="*/ 142875 w 46"/>
              <a:gd name="T17" fmla="*/ 0 h 40"/>
              <a:gd name="T18" fmla="*/ 136525 w 46"/>
              <a:gd name="T19" fmla="*/ 114300 h 40"/>
              <a:gd name="T20" fmla="*/ 136525 w 46"/>
              <a:gd name="T21" fmla="*/ 114300 h 40"/>
              <a:gd name="T22" fmla="*/ 12700 w 46"/>
              <a:gd name="T23" fmla="*/ 114300 h 40"/>
              <a:gd name="T24" fmla="*/ 12700 w 46"/>
              <a:gd name="T25" fmla="*/ 101600 h 40"/>
              <a:gd name="T26" fmla="*/ 41275 w 46"/>
              <a:gd name="T27" fmla="*/ 73025 h 40"/>
              <a:gd name="T28" fmla="*/ 60325 w 46"/>
              <a:gd name="T29" fmla="*/ 92075 h 40"/>
              <a:gd name="T30" fmla="*/ 60325 w 46"/>
              <a:gd name="T31" fmla="*/ 92075 h 40"/>
              <a:gd name="T32" fmla="*/ 60325 w 46"/>
              <a:gd name="T33" fmla="*/ 92075 h 40"/>
              <a:gd name="T34" fmla="*/ 60325 w 46"/>
              <a:gd name="T35" fmla="*/ 92075 h 40"/>
              <a:gd name="T36" fmla="*/ 60325 w 46"/>
              <a:gd name="T37" fmla="*/ 92075 h 40"/>
              <a:gd name="T38" fmla="*/ 60325 w 46"/>
              <a:gd name="T39" fmla="*/ 92075 h 40"/>
              <a:gd name="T40" fmla="*/ 60325 w 46"/>
              <a:gd name="T41" fmla="*/ 92075 h 40"/>
              <a:gd name="T42" fmla="*/ 73025 w 46"/>
              <a:gd name="T43" fmla="*/ 104775 h 40"/>
              <a:gd name="T44" fmla="*/ 76200 w 46"/>
              <a:gd name="T45" fmla="*/ 104775 h 40"/>
              <a:gd name="T46" fmla="*/ 76200 w 46"/>
              <a:gd name="T47" fmla="*/ 101600 h 40"/>
              <a:gd name="T48" fmla="*/ 66675 w 46"/>
              <a:gd name="T49" fmla="*/ 92075 h 40"/>
              <a:gd name="T50" fmla="*/ 95250 w 46"/>
              <a:gd name="T51" fmla="*/ 63500 h 40"/>
              <a:gd name="T52" fmla="*/ 136525 w 46"/>
              <a:gd name="T53" fmla="*/ 104775 h 40"/>
              <a:gd name="T54" fmla="*/ 136525 w 46"/>
              <a:gd name="T55" fmla="*/ 114300 h 40"/>
              <a:gd name="T56" fmla="*/ 136525 w 46"/>
              <a:gd name="T57" fmla="*/ 95250 h 40"/>
              <a:gd name="T58" fmla="*/ 136525 w 46"/>
              <a:gd name="T59" fmla="*/ 95250 h 40"/>
              <a:gd name="T60" fmla="*/ 98425 w 46"/>
              <a:gd name="T61" fmla="*/ 57150 h 40"/>
              <a:gd name="T62" fmla="*/ 92075 w 46"/>
              <a:gd name="T63" fmla="*/ 57150 h 40"/>
              <a:gd name="T64" fmla="*/ 63500 w 46"/>
              <a:gd name="T65" fmla="*/ 85725 h 40"/>
              <a:gd name="T66" fmla="*/ 44450 w 46"/>
              <a:gd name="T67" fmla="*/ 66675 h 40"/>
              <a:gd name="T68" fmla="*/ 38100 w 46"/>
              <a:gd name="T69" fmla="*/ 66675 h 40"/>
              <a:gd name="T70" fmla="*/ 12700 w 46"/>
              <a:gd name="T71" fmla="*/ 92075 h 40"/>
              <a:gd name="T72" fmla="*/ 12700 w 46"/>
              <a:gd name="T73" fmla="*/ 12700 h 40"/>
              <a:gd name="T74" fmla="*/ 136525 w 46"/>
              <a:gd name="T75" fmla="*/ 12700 h 40"/>
              <a:gd name="T76" fmla="*/ 136525 w 46"/>
              <a:gd name="T77" fmla="*/ 95250 h 40"/>
              <a:gd name="T78" fmla="*/ 44450 w 46"/>
              <a:gd name="T79" fmla="*/ 57150 h 40"/>
              <a:gd name="T80" fmla="*/ 44450 w 46"/>
              <a:gd name="T81" fmla="*/ 57150 h 40"/>
              <a:gd name="T82" fmla="*/ 63500 w 46"/>
              <a:gd name="T83" fmla="*/ 38100 h 40"/>
              <a:gd name="T84" fmla="*/ 44450 w 46"/>
              <a:gd name="T85" fmla="*/ 19050 h 40"/>
              <a:gd name="T86" fmla="*/ 22225 w 46"/>
              <a:gd name="T87" fmla="*/ 38100 h 40"/>
              <a:gd name="T88" fmla="*/ 44450 w 46"/>
              <a:gd name="T89" fmla="*/ 57150 h 40"/>
              <a:gd name="T90" fmla="*/ 44450 w 46"/>
              <a:gd name="T91" fmla="*/ 25400 h 40"/>
              <a:gd name="T92" fmla="*/ 44450 w 46"/>
              <a:gd name="T93" fmla="*/ 25400 h 40"/>
              <a:gd name="T94" fmla="*/ 57150 w 46"/>
              <a:gd name="T95" fmla="*/ 38100 h 40"/>
              <a:gd name="T96" fmla="*/ 44450 w 46"/>
              <a:gd name="T97" fmla="*/ 50800 h 40"/>
              <a:gd name="T98" fmla="*/ 28575 w 46"/>
              <a:gd name="T99" fmla="*/ 38100 h 40"/>
              <a:gd name="T100" fmla="*/ 44450 w 46"/>
              <a:gd name="T101" fmla="*/ 25400 h 4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46" h="40">
                <a:moveTo>
                  <a:pt x="45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9"/>
                  <a:pt x="1" y="40"/>
                  <a:pt x="2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6" y="39"/>
                  <a:pt x="46" y="38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1"/>
                  <a:pt x="46" y="0"/>
                  <a:pt x="45" y="0"/>
                </a:cubicBezTo>
                <a:close/>
                <a:moveTo>
                  <a:pt x="43" y="36"/>
                </a:moveTo>
                <a:cubicBezTo>
                  <a:pt x="43" y="36"/>
                  <a:pt x="43" y="36"/>
                  <a:pt x="43" y="36"/>
                </a:cubicBezTo>
                <a:cubicBezTo>
                  <a:pt x="4" y="36"/>
                  <a:pt x="4" y="36"/>
                  <a:pt x="4" y="36"/>
                </a:cubicBezTo>
                <a:cubicBezTo>
                  <a:pt x="4" y="32"/>
                  <a:pt x="4" y="32"/>
                  <a:pt x="4" y="32"/>
                </a:cubicBezTo>
                <a:cubicBezTo>
                  <a:pt x="13" y="23"/>
                  <a:pt x="13" y="23"/>
                  <a:pt x="13" y="23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4" y="33"/>
                  <a:pt x="24" y="33"/>
                </a:cubicBezTo>
                <a:cubicBezTo>
                  <a:pt x="25" y="33"/>
                  <a:pt x="25" y="32"/>
                  <a:pt x="24" y="32"/>
                </a:cubicBezTo>
                <a:cubicBezTo>
                  <a:pt x="21" y="29"/>
                  <a:pt x="21" y="29"/>
                  <a:pt x="21" y="29"/>
                </a:cubicBezTo>
                <a:cubicBezTo>
                  <a:pt x="30" y="20"/>
                  <a:pt x="30" y="20"/>
                  <a:pt x="30" y="20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36"/>
                  <a:pt x="43" y="36"/>
                  <a:pt x="43" y="36"/>
                </a:cubicBezTo>
                <a:close/>
                <a:moveTo>
                  <a:pt x="43" y="30"/>
                </a:moveTo>
                <a:cubicBezTo>
                  <a:pt x="43" y="30"/>
                  <a:pt x="43" y="30"/>
                  <a:pt x="43" y="30"/>
                </a:cubicBezTo>
                <a:cubicBezTo>
                  <a:pt x="31" y="18"/>
                  <a:pt x="31" y="18"/>
                  <a:pt x="31" y="18"/>
                </a:cubicBezTo>
                <a:cubicBezTo>
                  <a:pt x="30" y="17"/>
                  <a:pt x="30" y="17"/>
                  <a:pt x="29" y="18"/>
                </a:cubicBezTo>
                <a:cubicBezTo>
                  <a:pt x="20" y="27"/>
                  <a:pt x="20" y="27"/>
                  <a:pt x="20" y="27"/>
                </a:cubicBezTo>
                <a:cubicBezTo>
                  <a:pt x="14" y="21"/>
                  <a:pt x="14" y="21"/>
                  <a:pt x="14" y="21"/>
                </a:cubicBezTo>
                <a:cubicBezTo>
                  <a:pt x="13" y="20"/>
                  <a:pt x="12" y="20"/>
                  <a:pt x="12" y="21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4"/>
                  <a:pt x="4" y="4"/>
                  <a:pt x="4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30"/>
                  <a:pt x="43" y="30"/>
                  <a:pt x="43" y="30"/>
                </a:cubicBezTo>
                <a:close/>
                <a:moveTo>
                  <a:pt x="14" y="18"/>
                </a:moveTo>
                <a:cubicBezTo>
                  <a:pt x="14" y="18"/>
                  <a:pt x="14" y="18"/>
                  <a:pt x="14" y="18"/>
                </a:cubicBezTo>
                <a:cubicBezTo>
                  <a:pt x="17" y="18"/>
                  <a:pt x="20" y="15"/>
                  <a:pt x="20" y="12"/>
                </a:cubicBezTo>
                <a:cubicBezTo>
                  <a:pt x="20" y="8"/>
                  <a:pt x="17" y="6"/>
                  <a:pt x="14" y="6"/>
                </a:cubicBezTo>
                <a:cubicBezTo>
                  <a:pt x="10" y="6"/>
                  <a:pt x="7" y="8"/>
                  <a:pt x="7" y="12"/>
                </a:cubicBezTo>
                <a:cubicBezTo>
                  <a:pt x="7" y="15"/>
                  <a:pt x="10" y="18"/>
                  <a:pt x="14" y="18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6" y="8"/>
                  <a:pt x="18" y="9"/>
                  <a:pt x="18" y="12"/>
                </a:cubicBezTo>
                <a:cubicBezTo>
                  <a:pt x="18" y="14"/>
                  <a:pt x="16" y="16"/>
                  <a:pt x="14" y="16"/>
                </a:cubicBezTo>
                <a:cubicBezTo>
                  <a:pt x="11" y="16"/>
                  <a:pt x="9" y="14"/>
                  <a:pt x="9" y="12"/>
                </a:cubicBezTo>
                <a:cubicBezTo>
                  <a:pt x="9" y="9"/>
                  <a:pt x="11" y="8"/>
                  <a:pt x="14" y="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23" name="Freeform 357">
            <a:extLst>
              <a:ext uri="{FF2B5EF4-FFF2-40B4-BE49-F238E27FC236}">
                <a16:creationId xmlns:a16="http://schemas.microsoft.com/office/drawing/2014/main" id="{809579FB-DDDD-7D6A-5713-19DD29F6C886}"/>
              </a:ext>
            </a:extLst>
          </p:cNvPr>
          <p:cNvSpPr>
            <a:spLocks noEditPoints="1"/>
          </p:cNvSpPr>
          <p:nvPr/>
        </p:nvSpPr>
        <p:spPr bwMode="auto">
          <a:xfrm>
            <a:off x="4630667" y="1795381"/>
            <a:ext cx="196851" cy="160867"/>
          </a:xfrm>
          <a:custGeom>
            <a:avLst/>
            <a:gdLst>
              <a:gd name="T0" fmla="*/ 128381 w 46"/>
              <a:gd name="T1" fmla="*/ 44450 h 38"/>
              <a:gd name="T2" fmla="*/ 115543 w 46"/>
              <a:gd name="T3" fmla="*/ 44450 h 38"/>
              <a:gd name="T4" fmla="*/ 35305 w 46"/>
              <a:gd name="T5" fmla="*/ 19050 h 38"/>
              <a:gd name="T6" fmla="*/ 16048 w 46"/>
              <a:gd name="T7" fmla="*/ 19050 h 38"/>
              <a:gd name="T8" fmla="*/ 35305 w 46"/>
              <a:gd name="T9" fmla="*/ 22225 h 38"/>
              <a:gd name="T10" fmla="*/ 9629 w 46"/>
              <a:gd name="T11" fmla="*/ 22225 h 38"/>
              <a:gd name="T12" fmla="*/ 6419 w 46"/>
              <a:gd name="T13" fmla="*/ 22225 h 38"/>
              <a:gd name="T14" fmla="*/ 0 w 46"/>
              <a:gd name="T15" fmla="*/ 25400 h 38"/>
              <a:gd name="T16" fmla="*/ 0 w 46"/>
              <a:gd name="T17" fmla="*/ 114300 h 38"/>
              <a:gd name="T18" fmla="*/ 141219 w 46"/>
              <a:gd name="T19" fmla="*/ 120650 h 38"/>
              <a:gd name="T20" fmla="*/ 147638 w 46"/>
              <a:gd name="T21" fmla="*/ 114300 h 38"/>
              <a:gd name="T22" fmla="*/ 147638 w 46"/>
              <a:gd name="T23" fmla="*/ 25400 h 38"/>
              <a:gd name="T24" fmla="*/ 112333 w 46"/>
              <a:gd name="T25" fmla="*/ 22225 h 38"/>
              <a:gd name="T26" fmla="*/ 102705 w 46"/>
              <a:gd name="T27" fmla="*/ 0 h 38"/>
              <a:gd name="T28" fmla="*/ 41724 w 46"/>
              <a:gd name="T29" fmla="*/ 3175 h 38"/>
              <a:gd name="T30" fmla="*/ 12838 w 46"/>
              <a:gd name="T31" fmla="*/ 12700 h 38"/>
              <a:gd name="T32" fmla="*/ 9629 w 46"/>
              <a:gd name="T33" fmla="*/ 15875 h 38"/>
              <a:gd name="T34" fmla="*/ 73819 w 46"/>
              <a:gd name="T35" fmla="*/ 44450 h 38"/>
              <a:gd name="T36" fmla="*/ 86657 w 46"/>
              <a:gd name="T37" fmla="*/ 47625 h 38"/>
              <a:gd name="T38" fmla="*/ 73819 w 46"/>
              <a:gd name="T39" fmla="*/ 82550 h 38"/>
              <a:gd name="T40" fmla="*/ 73819 w 46"/>
              <a:gd name="T41" fmla="*/ 44450 h 38"/>
              <a:gd name="T42" fmla="*/ 83448 w 46"/>
              <a:gd name="T43" fmla="*/ 53975 h 38"/>
              <a:gd name="T44" fmla="*/ 73819 w 46"/>
              <a:gd name="T45" fmla="*/ 76200 h 38"/>
              <a:gd name="T46" fmla="*/ 73819 w 46"/>
              <a:gd name="T47" fmla="*/ 50800 h 38"/>
              <a:gd name="T48" fmla="*/ 38514 w 46"/>
              <a:gd name="T49" fmla="*/ 31750 h 38"/>
              <a:gd name="T50" fmla="*/ 9629 w 46"/>
              <a:gd name="T51" fmla="*/ 31750 h 38"/>
              <a:gd name="T52" fmla="*/ 134800 w 46"/>
              <a:gd name="T53" fmla="*/ 107950 h 38"/>
              <a:gd name="T54" fmla="*/ 109124 w 46"/>
              <a:gd name="T55" fmla="*/ 31750 h 38"/>
              <a:gd name="T56" fmla="*/ 96286 w 46"/>
              <a:gd name="T57" fmla="*/ 12700 h 38"/>
              <a:gd name="T58" fmla="*/ 44933 w 46"/>
              <a:gd name="T59" fmla="*/ 28575 h 38"/>
              <a:gd name="T60" fmla="*/ 73819 w 46"/>
              <a:gd name="T61" fmla="*/ 22225 h 38"/>
              <a:gd name="T62" fmla="*/ 112333 w 46"/>
              <a:gd name="T63" fmla="*/ 63500 h 38"/>
              <a:gd name="T64" fmla="*/ 35305 w 46"/>
              <a:gd name="T65" fmla="*/ 63500 h 38"/>
              <a:gd name="T66" fmla="*/ 73819 w 46"/>
              <a:gd name="T67" fmla="*/ 34925 h 38"/>
              <a:gd name="T68" fmla="*/ 102705 w 46"/>
              <a:gd name="T69" fmla="*/ 63500 h 38"/>
              <a:gd name="T70" fmla="*/ 44933 w 46"/>
              <a:gd name="T71" fmla="*/ 63500 h 3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6" h="38">
                <a:moveTo>
                  <a:pt x="38" y="13"/>
                </a:moveTo>
                <a:cubicBezTo>
                  <a:pt x="39" y="13"/>
                  <a:pt x="40" y="13"/>
                  <a:pt x="40" y="14"/>
                </a:cubicBezTo>
                <a:cubicBezTo>
                  <a:pt x="40" y="15"/>
                  <a:pt x="39" y="16"/>
                  <a:pt x="38" y="16"/>
                </a:cubicBezTo>
                <a:cubicBezTo>
                  <a:pt x="37" y="16"/>
                  <a:pt x="36" y="15"/>
                  <a:pt x="36" y="14"/>
                </a:cubicBezTo>
                <a:cubicBezTo>
                  <a:pt x="36" y="13"/>
                  <a:pt x="37" y="13"/>
                  <a:pt x="38" y="13"/>
                </a:cubicBezTo>
                <a:close/>
                <a:moveTo>
                  <a:pt x="11" y="6"/>
                </a:moveTo>
                <a:cubicBezTo>
                  <a:pt x="11" y="6"/>
                  <a:pt x="11" y="6"/>
                  <a:pt x="11" y="6"/>
                </a:cubicBezTo>
                <a:cubicBezTo>
                  <a:pt x="5" y="6"/>
                  <a:pt x="5" y="6"/>
                  <a:pt x="5" y="6"/>
                </a:cubicBezTo>
                <a:cubicBezTo>
                  <a:pt x="5" y="7"/>
                  <a:pt x="5" y="7"/>
                  <a:pt x="5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6"/>
                  <a:pt x="11" y="6"/>
                  <a:pt x="11" y="6"/>
                </a:cubicBezTo>
                <a:close/>
                <a:moveTo>
                  <a:pt x="3" y="7"/>
                </a:moveTo>
                <a:cubicBezTo>
                  <a:pt x="3" y="7"/>
                  <a:pt x="3" y="7"/>
                  <a:pt x="3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1" y="7"/>
                  <a:pt x="0" y="7"/>
                  <a:pt x="0" y="8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7"/>
                  <a:pt x="1" y="38"/>
                  <a:pt x="2" y="38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38"/>
                  <a:pt x="44" y="38"/>
                  <a:pt x="44" y="38"/>
                </a:cubicBezTo>
                <a:cubicBezTo>
                  <a:pt x="45" y="38"/>
                  <a:pt x="46" y="37"/>
                  <a:pt x="46" y="36"/>
                </a:cubicBezTo>
                <a:cubicBezTo>
                  <a:pt x="46" y="8"/>
                  <a:pt x="46" y="8"/>
                  <a:pt x="46" y="8"/>
                </a:cubicBezTo>
                <a:cubicBezTo>
                  <a:pt x="46" y="8"/>
                  <a:pt x="46" y="8"/>
                  <a:pt x="46" y="8"/>
                </a:cubicBezTo>
                <a:cubicBezTo>
                  <a:pt x="46" y="7"/>
                  <a:pt x="45" y="7"/>
                  <a:pt x="44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2" y="0"/>
                  <a:pt x="32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3" y="1"/>
                  <a:pt x="13" y="1"/>
                </a:cubicBezTo>
                <a:cubicBezTo>
                  <a:pt x="12" y="4"/>
                  <a:pt x="12" y="4"/>
                  <a:pt x="12" y="4"/>
                </a:cubicBezTo>
                <a:cubicBezTo>
                  <a:pt x="4" y="4"/>
                  <a:pt x="4" y="4"/>
                  <a:pt x="4" y="4"/>
                </a:cubicBezTo>
                <a:cubicBezTo>
                  <a:pt x="3" y="4"/>
                  <a:pt x="3" y="4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7"/>
                  <a:pt x="3" y="7"/>
                  <a:pt x="3" y="7"/>
                </a:cubicBezTo>
                <a:close/>
                <a:moveTo>
                  <a:pt x="23" y="14"/>
                </a:moveTo>
                <a:cubicBezTo>
                  <a:pt x="23" y="14"/>
                  <a:pt x="23" y="14"/>
                  <a:pt x="23" y="14"/>
                </a:cubicBezTo>
                <a:cubicBezTo>
                  <a:pt x="25" y="14"/>
                  <a:pt x="26" y="14"/>
                  <a:pt x="27" y="15"/>
                </a:cubicBezTo>
                <a:cubicBezTo>
                  <a:pt x="28" y="17"/>
                  <a:pt x="29" y="18"/>
                  <a:pt x="29" y="20"/>
                </a:cubicBezTo>
                <a:cubicBezTo>
                  <a:pt x="29" y="23"/>
                  <a:pt x="26" y="26"/>
                  <a:pt x="23" y="26"/>
                </a:cubicBezTo>
                <a:cubicBezTo>
                  <a:pt x="20" y="26"/>
                  <a:pt x="17" y="23"/>
                  <a:pt x="17" y="20"/>
                </a:cubicBezTo>
                <a:cubicBezTo>
                  <a:pt x="17" y="16"/>
                  <a:pt x="20" y="14"/>
                  <a:pt x="23" y="14"/>
                </a:cubicBezTo>
                <a:close/>
                <a:moveTo>
                  <a:pt x="26" y="17"/>
                </a:moveTo>
                <a:cubicBezTo>
                  <a:pt x="26" y="17"/>
                  <a:pt x="26" y="17"/>
                  <a:pt x="26" y="17"/>
                </a:cubicBezTo>
                <a:cubicBezTo>
                  <a:pt x="26" y="18"/>
                  <a:pt x="27" y="19"/>
                  <a:pt x="27" y="20"/>
                </a:cubicBezTo>
                <a:cubicBezTo>
                  <a:pt x="27" y="22"/>
                  <a:pt x="25" y="24"/>
                  <a:pt x="23" y="24"/>
                </a:cubicBezTo>
                <a:cubicBezTo>
                  <a:pt x="21" y="24"/>
                  <a:pt x="19" y="22"/>
                  <a:pt x="19" y="20"/>
                </a:cubicBezTo>
                <a:cubicBezTo>
                  <a:pt x="19" y="18"/>
                  <a:pt x="21" y="16"/>
                  <a:pt x="23" y="16"/>
                </a:cubicBezTo>
                <a:cubicBezTo>
                  <a:pt x="24" y="16"/>
                  <a:pt x="25" y="16"/>
                  <a:pt x="26" y="17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34"/>
                  <a:pt x="3" y="34"/>
                  <a:pt x="3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10"/>
                  <a:pt x="42" y="10"/>
                  <a:pt x="42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3" y="10"/>
                  <a:pt x="33" y="10"/>
                  <a:pt x="32" y="9"/>
                </a:cubicBezTo>
                <a:cubicBezTo>
                  <a:pt x="30" y="4"/>
                  <a:pt x="30" y="4"/>
                  <a:pt x="30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4" y="9"/>
                  <a:pt x="14" y="9"/>
                  <a:pt x="14" y="9"/>
                </a:cubicBezTo>
                <a:cubicBezTo>
                  <a:pt x="13" y="10"/>
                  <a:pt x="13" y="10"/>
                  <a:pt x="12" y="10"/>
                </a:cubicBezTo>
                <a:close/>
                <a:moveTo>
                  <a:pt x="23" y="7"/>
                </a:moveTo>
                <a:cubicBezTo>
                  <a:pt x="23" y="7"/>
                  <a:pt x="23" y="7"/>
                  <a:pt x="23" y="7"/>
                </a:cubicBezTo>
                <a:cubicBezTo>
                  <a:pt x="30" y="7"/>
                  <a:pt x="35" y="13"/>
                  <a:pt x="35" y="20"/>
                </a:cubicBezTo>
                <a:cubicBezTo>
                  <a:pt x="35" y="26"/>
                  <a:pt x="30" y="32"/>
                  <a:pt x="23" y="32"/>
                </a:cubicBezTo>
                <a:cubicBezTo>
                  <a:pt x="16" y="32"/>
                  <a:pt x="11" y="26"/>
                  <a:pt x="11" y="20"/>
                </a:cubicBezTo>
                <a:cubicBezTo>
                  <a:pt x="11" y="13"/>
                  <a:pt x="16" y="7"/>
                  <a:pt x="23" y="7"/>
                </a:cubicBezTo>
                <a:close/>
                <a:moveTo>
                  <a:pt x="23" y="11"/>
                </a:moveTo>
                <a:cubicBezTo>
                  <a:pt x="23" y="11"/>
                  <a:pt x="23" y="11"/>
                  <a:pt x="23" y="11"/>
                </a:cubicBezTo>
                <a:cubicBezTo>
                  <a:pt x="28" y="11"/>
                  <a:pt x="32" y="15"/>
                  <a:pt x="32" y="20"/>
                </a:cubicBezTo>
                <a:cubicBezTo>
                  <a:pt x="32" y="24"/>
                  <a:pt x="28" y="28"/>
                  <a:pt x="23" y="28"/>
                </a:cubicBezTo>
                <a:cubicBezTo>
                  <a:pt x="18" y="28"/>
                  <a:pt x="14" y="24"/>
                  <a:pt x="14" y="20"/>
                </a:cubicBezTo>
                <a:cubicBezTo>
                  <a:pt x="14" y="15"/>
                  <a:pt x="18" y="11"/>
                  <a:pt x="23" y="1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24" name="Freeform 358">
            <a:extLst>
              <a:ext uri="{FF2B5EF4-FFF2-40B4-BE49-F238E27FC236}">
                <a16:creationId xmlns:a16="http://schemas.microsoft.com/office/drawing/2014/main" id="{2051DA9E-19A9-D2AA-DF32-AB0576258226}"/>
              </a:ext>
            </a:extLst>
          </p:cNvPr>
          <p:cNvSpPr>
            <a:spLocks noEditPoints="1"/>
          </p:cNvSpPr>
          <p:nvPr/>
        </p:nvSpPr>
        <p:spPr bwMode="auto">
          <a:xfrm>
            <a:off x="3923701" y="1761514"/>
            <a:ext cx="143933" cy="194733"/>
          </a:xfrm>
          <a:custGeom>
            <a:avLst/>
            <a:gdLst>
              <a:gd name="T0" fmla="*/ 6350 w 34"/>
              <a:gd name="T1" fmla="*/ 0 h 46"/>
              <a:gd name="T2" fmla="*/ 6350 w 34"/>
              <a:gd name="T3" fmla="*/ 0 h 46"/>
              <a:gd name="T4" fmla="*/ 104775 w 34"/>
              <a:gd name="T5" fmla="*/ 0 h 46"/>
              <a:gd name="T6" fmla="*/ 107950 w 34"/>
              <a:gd name="T7" fmla="*/ 6350 h 46"/>
              <a:gd name="T8" fmla="*/ 107950 w 34"/>
              <a:gd name="T9" fmla="*/ 6350 h 46"/>
              <a:gd name="T10" fmla="*/ 107950 w 34"/>
              <a:gd name="T11" fmla="*/ 139700 h 46"/>
              <a:gd name="T12" fmla="*/ 104775 w 34"/>
              <a:gd name="T13" fmla="*/ 146050 h 46"/>
              <a:gd name="T14" fmla="*/ 104775 w 34"/>
              <a:gd name="T15" fmla="*/ 146050 h 46"/>
              <a:gd name="T16" fmla="*/ 6350 w 34"/>
              <a:gd name="T17" fmla="*/ 146050 h 46"/>
              <a:gd name="T18" fmla="*/ 0 w 34"/>
              <a:gd name="T19" fmla="*/ 139700 h 46"/>
              <a:gd name="T20" fmla="*/ 0 w 34"/>
              <a:gd name="T21" fmla="*/ 139700 h 46"/>
              <a:gd name="T22" fmla="*/ 0 w 34"/>
              <a:gd name="T23" fmla="*/ 6350 h 46"/>
              <a:gd name="T24" fmla="*/ 6350 w 34"/>
              <a:gd name="T25" fmla="*/ 0 h 46"/>
              <a:gd name="T26" fmla="*/ 34925 w 34"/>
              <a:gd name="T27" fmla="*/ 127000 h 46"/>
              <a:gd name="T28" fmla="*/ 34925 w 34"/>
              <a:gd name="T29" fmla="*/ 127000 h 46"/>
              <a:gd name="T30" fmla="*/ 73025 w 34"/>
              <a:gd name="T31" fmla="*/ 127000 h 46"/>
              <a:gd name="T32" fmla="*/ 76200 w 34"/>
              <a:gd name="T33" fmla="*/ 123825 h 46"/>
              <a:gd name="T34" fmla="*/ 73025 w 34"/>
              <a:gd name="T35" fmla="*/ 117475 h 46"/>
              <a:gd name="T36" fmla="*/ 34925 w 34"/>
              <a:gd name="T37" fmla="*/ 117475 h 46"/>
              <a:gd name="T38" fmla="*/ 31750 w 34"/>
              <a:gd name="T39" fmla="*/ 123825 h 46"/>
              <a:gd name="T40" fmla="*/ 34925 w 34"/>
              <a:gd name="T41" fmla="*/ 127000 h 46"/>
              <a:gd name="T42" fmla="*/ 98425 w 34"/>
              <a:gd name="T43" fmla="*/ 12700 h 46"/>
              <a:gd name="T44" fmla="*/ 98425 w 34"/>
              <a:gd name="T45" fmla="*/ 12700 h 46"/>
              <a:gd name="T46" fmla="*/ 12700 w 34"/>
              <a:gd name="T47" fmla="*/ 12700 h 46"/>
              <a:gd name="T48" fmla="*/ 12700 w 34"/>
              <a:gd name="T49" fmla="*/ 136525 h 46"/>
              <a:gd name="T50" fmla="*/ 98425 w 34"/>
              <a:gd name="T51" fmla="*/ 136525 h 46"/>
              <a:gd name="T52" fmla="*/ 98425 w 34"/>
              <a:gd name="T53" fmla="*/ 12700 h 4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4" h="46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4" y="0"/>
                  <a:pt x="34" y="1"/>
                  <a:pt x="34" y="2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45"/>
                  <a:pt x="34" y="46"/>
                  <a:pt x="33" y="46"/>
                </a:cubicBezTo>
                <a:cubicBezTo>
                  <a:pt x="33" y="46"/>
                  <a:pt x="33" y="46"/>
                  <a:pt x="33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1" y="46"/>
                  <a:pt x="0" y="45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11" y="40"/>
                </a:moveTo>
                <a:cubicBezTo>
                  <a:pt x="11" y="40"/>
                  <a:pt x="11" y="40"/>
                  <a:pt x="11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4" y="40"/>
                  <a:pt x="24" y="39"/>
                  <a:pt x="24" y="39"/>
                </a:cubicBezTo>
                <a:cubicBezTo>
                  <a:pt x="24" y="38"/>
                  <a:pt x="24" y="37"/>
                  <a:pt x="23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0" y="38"/>
                  <a:pt x="10" y="39"/>
                </a:cubicBezTo>
                <a:cubicBezTo>
                  <a:pt x="10" y="39"/>
                  <a:pt x="11" y="40"/>
                  <a:pt x="11" y="40"/>
                </a:cubicBezTo>
                <a:close/>
                <a:moveTo>
                  <a:pt x="31" y="4"/>
                </a:moveTo>
                <a:cubicBezTo>
                  <a:pt x="31" y="4"/>
                  <a:pt x="31" y="4"/>
                  <a:pt x="31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3"/>
                  <a:pt x="4" y="43"/>
                  <a:pt x="4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"/>
                  <a:pt x="31" y="4"/>
                  <a:pt x="31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25" name="Freeform 359">
            <a:extLst>
              <a:ext uri="{FF2B5EF4-FFF2-40B4-BE49-F238E27FC236}">
                <a16:creationId xmlns:a16="http://schemas.microsoft.com/office/drawing/2014/main" id="{21E038CF-0B90-2BCA-94B2-3E487975AB79}"/>
              </a:ext>
            </a:extLst>
          </p:cNvPr>
          <p:cNvSpPr>
            <a:spLocks noEditPoints="1"/>
          </p:cNvSpPr>
          <p:nvPr/>
        </p:nvSpPr>
        <p:spPr bwMode="auto">
          <a:xfrm>
            <a:off x="4241201" y="1795381"/>
            <a:ext cx="194733" cy="160867"/>
          </a:xfrm>
          <a:custGeom>
            <a:avLst/>
            <a:gdLst>
              <a:gd name="T0" fmla="*/ 6350 w 46"/>
              <a:gd name="T1" fmla="*/ 0 h 38"/>
              <a:gd name="T2" fmla="*/ 6350 w 46"/>
              <a:gd name="T3" fmla="*/ 0 h 38"/>
              <a:gd name="T4" fmla="*/ 142875 w 46"/>
              <a:gd name="T5" fmla="*/ 0 h 38"/>
              <a:gd name="T6" fmla="*/ 146050 w 46"/>
              <a:gd name="T7" fmla="*/ 3175 h 38"/>
              <a:gd name="T8" fmla="*/ 146050 w 46"/>
              <a:gd name="T9" fmla="*/ 3175 h 38"/>
              <a:gd name="T10" fmla="*/ 146050 w 46"/>
              <a:gd name="T11" fmla="*/ 101600 h 38"/>
              <a:gd name="T12" fmla="*/ 142875 w 46"/>
              <a:gd name="T13" fmla="*/ 107950 h 38"/>
              <a:gd name="T14" fmla="*/ 139700 w 46"/>
              <a:gd name="T15" fmla="*/ 107950 h 38"/>
              <a:gd name="T16" fmla="*/ 79375 w 46"/>
              <a:gd name="T17" fmla="*/ 107950 h 38"/>
              <a:gd name="T18" fmla="*/ 79375 w 46"/>
              <a:gd name="T19" fmla="*/ 114300 h 38"/>
              <a:gd name="T20" fmla="*/ 79375 w 46"/>
              <a:gd name="T21" fmla="*/ 114300 h 38"/>
              <a:gd name="T22" fmla="*/ 111125 w 46"/>
              <a:gd name="T23" fmla="*/ 114300 h 38"/>
              <a:gd name="T24" fmla="*/ 114300 w 46"/>
              <a:gd name="T25" fmla="*/ 117475 h 38"/>
              <a:gd name="T26" fmla="*/ 111125 w 46"/>
              <a:gd name="T27" fmla="*/ 120650 h 38"/>
              <a:gd name="T28" fmla="*/ 38100 w 46"/>
              <a:gd name="T29" fmla="*/ 120650 h 38"/>
              <a:gd name="T30" fmla="*/ 31750 w 46"/>
              <a:gd name="T31" fmla="*/ 117475 h 38"/>
              <a:gd name="T32" fmla="*/ 38100 w 46"/>
              <a:gd name="T33" fmla="*/ 114300 h 38"/>
              <a:gd name="T34" fmla="*/ 66675 w 46"/>
              <a:gd name="T35" fmla="*/ 114300 h 38"/>
              <a:gd name="T36" fmla="*/ 66675 w 46"/>
              <a:gd name="T37" fmla="*/ 114300 h 38"/>
              <a:gd name="T38" fmla="*/ 66675 w 46"/>
              <a:gd name="T39" fmla="*/ 107950 h 38"/>
              <a:gd name="T40" fmla="*/ 6350 w 46"/>
              <a:gd name="T41" fmla="*/ 107950 h 38"/>
              <a:gd name="T42" fmla="*/ 0 w 46"/>
              <a:gd name="T43" fmla="*/ 101600 h 38"/>
              <a:gd name="T44" fmla="*/ 0 w 46"/>
              <a:gd name="T45" fmla="*/ 101600 h 38"/>
              <a:gd name="T46" fmla="*/ 0 w 46"/>
              <a:gd name="T47" fmla="*/ 3175 h 38"/>
              <a:gd name="T48" fmla="*/ 6350 w 46"/>
              <a:gd name="T49" fmla="*/ 0 h 38"/>
              <a:gd name="T50" fmla="*/ 127000 w 46"/>
              <a:gd name="T51" fmla="*/ 79375 h 38"/>
              <a:gd name="T52" fmla="*/ 127000 w 46"/>
              <a:gd name="T53" fmla="*/ 79375 h 38"/>
              <a:gd name="T54" fmla="*/ 120650 w 46"/>
              <a:gd name="T55" fmla="*/ 85725 h 38"/>
              <a:gd name="T56" fmla="*/ 127000 w 46"/>
              <a:gd name="T57" fmla="*/ 92075 h 38"/>
              <a:gd name="T58" fmla="*/ 130175 w 46"/>
              <a:gd name="T59" fmla="*/ 85725 h 38"/>
              <a:gd name="T60" fmla="*/ 127000 w 46"/>
              <a:gd name="T61" fmla="*/ 79375 h 38"/>
              <a:gd name="T62" fmla="*/ 136525 w 46"/>
              <a:gd name="T63" fmla="*/ 9525 h 38"/>
              <a:gd name="T64" fmla="*/ 136525 w 46"/>
              <a:gd name="T65" fmla="*/ 9525 h 38"/>
              <a:gd name="T66" fmla="*/ 12700 w 46"/>
              <a:gd name="T67" fmla="*/ 9525 h 38"/>
              <a:gd name="T68" fmla="*/ 12700 w 46"/>
              <a:gd name="T69" fmla="*/ 95250 h 38"/>
              <a:gd name="T70" fmla="*/ 136525 w 46"/>
              <a:gd name="T71" fmla="*/ 95250 h 38"/>
              <a:gd name="T72" fmla="*/ 136525 w 46"/>
              <a:gd name="T73" fmla="*/ 9525 h 3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6" h="38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6" y="0"/>
                  <a:pt x="46" y="0"/>
                  <a:pt x="46" y="1"/>
                </a:cubicBezTo>
                <a:cubicBezTo>
                  <a:pt x="46" y="1"/>
                  <a:pt x="46" y="1"/>
                  <a:pt x="46" y="1"/>
                </a:cubicBezTo>
                <a:cubicBezTo>
                  <a:pt x="46" y="32"/>
                  <a:pt x="46" y="32"/>
                  <a:pt x="46" y="32"/>
                </a:cubicBezTo>
                <a:cubicBezTo>
                  <a:pt x="46" y="33"/>
                  <a:pt x="46" y="34"/>
                  <a:pt x="45" y="34"/>
                </a:cubicBezTo>
                <a:cubicBezTo>
                  <a:pt x="44" y="34"/>
                  <a:pt x="44" y="34"/>
                  <a:pt x="44" y="34"/>
                </a:cubicBezTo>
                <a:cubicBezTo>
                  <a:pt x="25" y="34"/>
                  <a:pt x="25" y="34"/>
                  <a:pt x="25" y="34"/>
                </a:cubicBezTo>
                <a:cubicBezTo>
                  <a:pt x="25" y="36"/>
                  <a:pt x="25" y="36"/>
                  <a:pt x="25" y="36"/>
                </a:cubicBezTo>
                <a:cubicBezTo>
                  <a:pt x="25" y="36"/>
                  <a:pt x="25" y="36"/>
                  <a:pt x="2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5" y="36"/>
                  <a:pt x="36" y="36"/>
                  <a:pt x="36" y="37"/>
                </a:cubicBezTo>
                <a:cubicBezTo>
                  <a:pt x="36" y="38"/>
                  <a:pt x="35" y="38"/>
                  <a:pt x="35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1" y="38"/>
                  <a:pt x="10" y="38"/>
                  <a:pt x="10" y="37"/>
                </a:cubicBezTo>
                <a:cubicBezTo>
                  <a:pt x="10" y="36"/>
                  <a:pt x="11" y="36"/>
                  <a:pt x="12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4"/>
                  <a:pt x="21" y="34"/>
                  <a:pt x="21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4"/>
                  <a:pt x="0" y="33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1" y="0"/>
                  <a:pt x="2" y="0"/>
                </a:cubicBezTo>
                <a:close/>
                <a:moveTo>
                  <a:pt x="40" y="25"/>
                </a:moveTo>
                <a:cubicBezTo>
                  <a:pt x="40" y="25"/>
                  <a:pt x="40" y="25"/>
                  <a:pt x="40" y="25"/>
                </a:cubicBezTo>
                <a:cubicBezTo>
                  <a:pt x="39" y="25"/>
                  <a:pt x="38" y="26"/>
                  <a:pt x="38" y="27"/>
                </a:cubicBezTo>
                <a:cubicBezTo>
                  <a:pt x="38" y="28"/>
                  <a:pt x="39" y="29"/>
                  <a:pt x="40" y="29"/>
                </a:cubicBezTo>
                <a:cubicBezTo>
                  <a:pt x="41" y="29"/>
                  <a:pt x="41" y="28"/>
                  <a:pt x="41" y="27"/>
                </a:cubicBezTo>
                <a:cubicBezTo>
                  <a:pt x="41" y="26"/>
                  <a:pt x="41" y="25"/>
                  <a:pt x="40" y="25"/>
                </a:cubicBezTo>
                <a:close/>
                <a:moveTo>
                  <a:pt x="43" y="3"/>
                </a:moveTo>
                <a:cubicBezTo>
                  <a:pt x="43" y="3"/>
                  <a:pt x="43" y="3"/>
                  <a:pt x="43" y="3"/>
                </a:cubicBezTo>
                <a:cubicBezTo>
                  <a:pt x="4" y="3"/>
                  <a:pt x="4" y="3"/>
                  <a:pt x="4" y="3"/>
                </a:cubicBezTo>
                <a:cubicBezTo>
                  <a:pt x="4" y="12"/>
                  <a:pt x="4" y="21"/>
                  <a:pt x="4" y="30"/>
                </a:cubicBezTo>
                <a:cubicBezTo>
                  <a:pt x="17" y="30"/>
                  <a:pt x="30" y="30"/>
                  <a:pt x="43" y="30"/>
                </a:cubicBezTo>
                <a:cubicBezTo>
                  <a:pt x="43" y="21"/>
                  <a:pt x="43" y="12"/>
                  <a:pt x="43" y="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26" name="Freeform 360">
            <a:extLst>
              <a:ext uri="{FF2B5EF4-FFF2-40B4-BE49-F238E27FC236}">
                <a16:creationId xmlns:a16="http://schemas.microsoft.com/office/drawing/2014/main" id="{53D37EDE-DD29-0FFA-47A0-BAF9AA0AB456}"/>
              </a:ext>
            </a:extLst>
          </p:cNvPr>
          <p:cNvSpPr>
            <a:spLocks noEditPoints="1"/>
          </p:cNvSpPr>
          <p:nvPr/>
        </p:nvSpPr>
        <p:spPr bwMode="auto">
          <a:xfrm>
            <a:off x="5820234" y="1769981"/>
            <a:ext cx="194733" cy="177800"/>
          </a:xfrm>
          <a:custGeom>
            <a:avLst/>
            <a:gdLst>
              <a:gd name="T0" fmla="*/ 66675 w 46"/>
              <a:gd name="T1" fmla="*/ 69850 h 42"/>
              <a:gd name="T2" fmla="*/ 73025 w 46"/>
              <a:gd name="T3" fmla="*/ 60325 h 42"/>
              <a:gd name="T4" fmla="*/ 31750 w 46"/>
              <a:gd name="T5" fmla="*/ 60325 h 42"/>
              <a:gd name="T6" fmla="*/ 3175 w 46"/>
              <a:gd name="T7" fmla="*/ 41275 h 42"/>
              <a:gd name="T8" fmla="*/ 38100 w 46"/>
              <a:gd name="T9" fmla="*/ 50800 h 42"/>
              <a:gd name="T10" fmla="*/ 79375 w 46"/>
              <a:gd name="T11" fmla="*/ 50800 h 42"/>
              <a:gd name="T12" fmla="*/ 88900 w 46"/>
              <a:gd name="T13" fmla="*/ 34925 h 42"/>
              <a:gd name="T14" fmla="*/ 95250 w 46"/>
              <a:gd name="T15" fmla="*/ 19050 h 42"/>
              <a:gd name="T16" fmla="*/ 107950 w 46"/>
              <a:gd name="T17" fmla="*/ 3175 h 42"/>
              <a:gd name="T18" fmla="*/ 117475 w 46"/>
              <a:gd name="T19" fmla="*/ 9525 h 42"/>
              <a:gd name="T20" fmla="*/ 98425 w 46"/>
              <a:gd name="T21" fmla="*/ 41275 h 42"/>
              <a:gd name="T22" fmla="*/ 92075 w 46"/>
              <a:gd name="T23" fmla="*/ 50800 h 42"/>
              <a:gd name="T24" fmla="*/ 120650 w 46"/>
              <a:gd name="T25" fmla="*/ 50800 h 42"/>
              <a:gd name="T26" fmla="*/ 146050 w 46"/>
              <a:gd name="T27" fmla="*/ 53975 h 42"/>
              <a:gd name="T28" fmla="*/ 120650 w 46"/>
              <a:gd name="T29" fmla="*/ 60325 h 42"/>
              <a:gd name="T30" fmla="*/ 85725 w 46"/>
              <a:gd name="T31" fmla="*/ 60325 h 42"/>
              <a:gd name="T32" fmla="*/ 82550 w 46"/>
              <a:gd name="T33" fmla="*/ 73025 h 42"/>
              <a:gd name="T34" fmla="*/ 92075 w 46"/>
              <a:gd name="T35" fmla="*/ 82550 h 42"/>
              <a:gd name="T36" fmla="*/ 88900 w 46"/>
              <a:gd name="T37" fmla="*/ 95250 h 42"/>
              <a:gd name="T38" fmla="*/ 63500 w 46"/>
              <a:gd name="T39" fmla="*/ 133350 h 42"/>
              <a:gd name="T40" fmla="*/ 50800 w 46"/>
              <a:gd name="T41" fmla="*/ 130175 h 42"/>
              <a:gd name="T42" fmla="*/ 44450 w 46"/>
              <a:gd name="T43" fmla="*/ 107950 h 42"/>
              <a:gd name="T44" fmla="*/ 60325 w 46"/>
              <a:gd name="T45" fmla="*/ 79375 h 42"/>
              <a:gd name="T46" fmla="*/ 22225 w 46"/>
              <a:gd name="T47" fmla="*/ 34925 h 42"/>
              <a:gd name="T48" fmla="*/ 9525 w 46"/>
              <a:gd name="T49" fmla="*/ 44450 h 42"/>
              <a:gd name="T50" fmla="*/ 31750 w 46"/>
              <a:gd name="T51" fmla="*/ 50800 h 42"/>
              <a:gd name="T52" fmla="*/ 66675 w 46"/>
              <a:gd name="T53" fmla="*/ 82550 h 42"/>
              <a:gd name="T54" fmla="*/ 50800 w 46"/>
              <a:gd name="T55" fmla="*/ 111125 h 42"/>
              <a:gd name="T56" fmla="*/ 53975 w 46"/>
              <a:gd name="T57" fmla="*/ 123825 h 42"/>
              <a:gd name="T58" fmla="*/ 66675 w 46"/>
              <a:gd name="T59" fmla="*/ 120650 h 42"/>
              <a:gd name="T60" fmla="*/ 82550 w 46"/>
              <a:gd name="T61" fmla="*/ 92075 h 42"/>
              <a:gd name="T62" fmla="*/ 79375 w 46"/>
              <a:gd name="T63" fmla="*/ 79375 h 42"/>
              <a:gd name="T64" fmla="*/ 79375 w 46"/>
              <a:gd name="T65" fmla="*/ 79375 h 42"/>
              <a:gd name="T66" fmla="*/ 79375 w 46"/>
              <a:gd name="T67" fmla="*/ 79375 h 42"/>
              <a:gd name="T68" fmla="*/ 79375 w 46"/>
              <a:gd name="T69" fmla="*/ 79375 h 42"/>
              <a:gd name="T70" fmla="*/ 66675 w 46"/>
              <a:gd name="T71" fmla="*/ 82550 h 4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6" h="42">
                <a:moveTo>
                  <a:pt x="20" y="24"/>
                </a:moveTo>
                <a:cubicBezTo>
                  <a:pt x="21" y="22"/>
                  <a:pt x="21" y="22"/>
                  <a:pt x="21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3" y="19"/>
                  <a:pt x="23" y="19"/>
                  <a:pt x="23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8" y="20"/>
                  <a:pt x="6" y="21"/>
                  <a:pt x="5" y="20"/>
                </a:cubicBezTo>
                <a:cubicBezTo>
                  <a:pt x="2" y="19"/>
                  <a:pt x="0" y="16"/>
                  <a:pt x="1" y="13"/>
                </a:cubicBezTo>
                <a:cubicBezTo>
                  <a:pt x="2" y="10"/>
                  <a:pt x="5" y="8"/>
                  <a:pt x="8" y="9"/>
                </a:cubicBezTo>
                <a:cubicBezTo>
                  <a:pt x="11" y="10"/>
                  <a:pt x="12" y="13"/>
                  <a:pt x="12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7" y="11"/>
                  <a:pt x="27" y="11"/>
                  <a:pt x="27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6"/>
                  <a:pt x="30" y="6"/>
                  <a:pt x="30" y="6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0"/>
                  <a:pt x="35" y="0"/>
                  <a:pt x="36" y="0"/>
                </a:cubicBezTo>
                <a:cubicBezTo>
                  <a:pt x="37" y="1"/>
                  <a:pt x="37" y="2"/>
                  <a:pt x="37" y="3"/>
                </a:cubicBezTo>
                <a:cubicBezTo>
                  <a:pt x="34" y="8"/>
                  <a:pt x="34" y="8"/>
                  <a:pt x="34" y="8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29" y="16"/>
                  <a:pt x="29" y="16"/>
                  <a:pt x="29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5" y="16"/>
                  <a:pt x="46" y="17"/>
                  <a:pt x="46" y="17"/>
                </a:cubicBezTo>
                <a:cubicBezTo>
                  <a:pt x="46" y="18"/>
                  <a:pt x="45" y="19"/>
                  <a:pt x="44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3"/>
                  <a:pt x="26" y="23"/>
                  <a:pt x="26" y="23"/>
                </a:cubicBezTo>
                <a:cubicBezTo>
                  <a:pt x="26" y="23"/>
                  <a:pt x="26" y="23"/>
                  <a:pt x="26" y="23"/>
                </a:cubicBezTo>
                <a:cubicBezTo>
                  <a:pt x="28" y="24"/>
                  <a:pt x="28" y="25"/>
                  <a:pt x="29" y="26"/>
                </a:cubicBezTo>
                <a:cubicBezTo>
                  <a:pt x="29" y="27"/>
                  <a:pt x="29" y="29"/>
                  <a:pt x="28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3" y="39"/>
                  <a:pt x="23" y="39"/>
                  <a:pt x="23" y="39"/>
                </a:cubicBezTo>
                <a:cubicBezTo>
                  <a:pt x="22" y="40"/>
                  <a:pt x="21" y="41"/>
                  <a:pt x="20" y="42"/>
                </a:cubicBezTo>
                <a:cubicBezTo>
                  <a:pt x="19" y="42"/>
                  <a:pt x="17" y="42"/>
                  <a:pt x="16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5" y="40"/>
                  <a:pt x="14" y="39"/>
                  <a:pt x="14" y="38"/>
                </a:cubicBezTo>
                <a:cubicBezTo>
                  <a:pt x="13" y="37"/>
                  <a:pt x="13" y="35"/>
                  <a:pt x="14" y="34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20" y="25"/>
                  <a:pt x="20" y="24"/>
                  <a:pt x="20" y="24"/>
                </a:cubicBezTo>
                <a:close/>
                <a:moveTo>
                  <a:pt x="7" y="11"/>
                </a:moveTo>
                <a:cubicBezTo>
                  <a:pt x="7" y="11"/>
                  <a:pt x="7" y="11"/>
                  <a:pt x="7" y="11"/>
                </a:cubicBezTo>
                <a:cubicBezTo>
                  <a:pt x="5" y="11"/>
                  <a:pt x="3" y="12"/>
                  <a:pt x="3" y="14"/>
                </a:cubicBezTo>
                <a:cubicBezTo>
                  <a:pt x="2" y="16"/>
                  <a:pt x="3" y="18"/>
                  <a:pt x="5" y="18"/>
                </a:cubicBezTo>
                <a:cubicBezTo>
                  <a:pt x="7" y="19"/>
                  <a:pt x="9" y="17"/>
                  <a:pt x="10" y="16"/>
                </a:cubicBezTo>
                <a:cubicBezTo>
                  <a:pt x="10" y="14"/>
                  <a:pt x="9" y="12"/>
                  <a:pt x="7" y="11"/>
                </a:cubicBezTo>
                <a:close/>
                <a:moveTo>
                  <a:pt x="21" y="26"/>
                </a:moveTo>
                <a:cubicBezTo>
                  <a:pt x="21" y="26"/>
                  <a:pt x="21" y="26"/>
                  <a:pt x="21" y="26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6"/>
                  <a:pt x="15" y="37"/>
                  <a:pt x="16" y="37"/>
                </a:cubicBezTo>
                <a:cubicBezTo>
                  <a:pt x="16" y="38"/>
                  <a:pt x="16" y="39"/>
                  <a:pt x="17" y="39"/>
                </a:cubicBezTo>
                <a:cubicBezTo>
                  <a:pt x="18" y="40"/>
                  <a:pt x="19" y="40"/>
                  <a:pt x="19" y="40"/>
                </a:cubicBezTo>
                <a:cubicBezTo>
                  <a:pt x="20" y="39"/>
                  <a:pt x="21" y="39"/>
                  <a:pt x="21" y="38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7" y="28"/>
                  <a:pt x="27" y="27"/>
                  <a:pt x="27" y="27"/>
                </a:cubicBezTo>
                <a:cubicBezTo>
                  <a:pt x="26" y="26"/>
                  <a:pt x="26" y="25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4" y="25"/>
                  <a:pt x="23" y="25"/>
                </a:cubicBezTo>
                <a:cubicBezTo>
                  <a:pt x="22" y="25"/>
                  <a:pt x="22" y="25"/>
                  <a:pt x="21" y="26"/>
                </a:cubicBezTo>
                <a:cubicBezTo>
                  <a:pt x="21" y="26"/>
                  <a:pt x="21" y="26"/>
                  <a:pt x="21" y="2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27" name="Freeform 361">
            <a:extLst>
              <a:ext uri="{FF2B5EF4-FFF2-40B4-BE49-F238E27FC236}">
                <a16:creationId xmlns:a16="http://schemas.microsoft.com/office/drawing/2014/main" id="{686AE3FB-1B51-26FF-390F-000CA1E87157}"/>
              </a:ext>
            </a:extLst>
          </p:cNvPr>
          <p:cNvSpPr>
            <a:spLocks noEditPoints="1"/>
          </p:cNvSpPr>
          <p:nvPr/>
        </p:nvSpPr>
        <p:spPr bwMode="auto">
          <a:xfrm>
            <a:off x="5445585" y="1746698"/>
            <a:ext cx="175683" cy="201083"/>
          </a:xfrm>
          <a:custGeom>
            <a:avLst/>
            <a:gdLst>
              <a:gd name="T0" fmla="*/ 64274 w 41"/>
              <a:gd name="T1" fmla="*/ 0 h 47"/>
              <a:gd name="T2" fmla="*/ 80343 w 41"/>
              <a:gd name="T3" fmla="*/ 6418 h 47"/>
              <a:gd name="T4" fmla="*/ 86770 w 41"/>
              <a:gd name="T5" fmla="*/ 16044 h 47"/>
              <a:gd name="T6" fmla="*/ 106052 w 41"/>
              <a:gd name="T7" fmla="*/ 16044 h 47"/>
              <a:gd name="T8" fmla="*/ 109266 w 41"/>
              <a:gd name="T9" fmla="*/ 19253 h 47"/>
              <a:gd name="T10" fmla="*/ 109266 w 41"/>
              <a:gd name="T11" fmla="*/ 19253 h 47"/>
              <a:gd name="T12" fmla="*/ 109266 w 41"/>
              <a:gd name="T13" fmla="*/ 22461 h 47"/>
              <a:gd name="T14" fmla="*/ 125335 w 41"/>
              <a:gd name="T15" fmla="*/ 22461 h 47"/>
              <a:gd name="T16" fmla="*/ 131762 w 41"/>
              <a:gd name="T17" fmla="*/ 28879 h 47"/>
              <a:gd name="T18" fmla="*/ 131762 w 41"/>
              <a:gd name="T19" fmla="*/ 28879 h 47"/>
              <a:gd name="T20" fmla="*/ 131762 w 41"/>
              <a:gd name="T21" fmla="*/ 144394 h 47"/>
              <a:gd name="T22" fmla="*/ 125335 w 41"/>
              <a:gd name="T23" fmla="*/ 150812 h 47"/>
              <a:gd name="T24" fmla="*/ 125335 w 41"/>
              <a:gd name="T25" fmla="*/ 150812 h 47"/>
              <a:gd name="T26" fmla="*/ 6427 w 41"/>
              <a:gd name="T27" fmla="*/ 150812 h 47"/>
              <a:gd name="T28" fmla="*/ 0 w 41"/>
              <a:gd name="T29" fmla="*/ 144394 h 47"/>
              <a:gd name="T30" fmla="*/ 0 w 41"/>
              <a:gd name="T31" fmla="*/ 144394 h 47"/>
              <a:gd name="T32" fmla="*/ 0 w 41"/>
              <a:gd name="T33" fmla="*/ 28879 h 47"/>
              <a:gd name="T34" fmla="*/ 6427 w 41"/>
              <a:gd name="T35" fmla="*/ 22461 h 47"/>
              <a:gd name="T36" fmla="*/ 6427 w 41"/>
              <a:gd name="T37" fmla="*/ 22461 h 47"/>
              <a:gd name="T38" fmla="*/ 22496 w 41"/>
              <a:gd name="T39" fmla="*/ 22461 h 47"/>
              <a:gd name="T40" fmla="*/ 22496 w 41"/>
              <a:gd name="T41" fmla="*/ 19253 h 47"/>
              <a:gd name="T42" fmla="*/ 25710 w 41"/>
              <a:gd name="T43" fmla="*/ 16044 h 47"/>
              <a:gd name="T44" fmla="*/ 25710 w 41"/>
              <a:gd name="T45" fmla="*/ 16044 h 47"/>
              <a:gd name="T46" fmla="*/ 44992 w 41"/>
              <a:gd name="T47" fmla="*/ 16044 h 47"/>
              <a:gd name="T48" fmla="*/ 48206 w 41"/>
              <a:gd name="T49" fmla="*/ 6418 h 47"/>
              <a:gd name="T50" fmla="*/ 64274 w 41"/>
              <a:gd name="T51" fmla="*/ 0 h 47"/>
              <a:gd name="T52" fmla="*/ 80343 w 41"/>
              <a:gd name="T53" fmla="*/ 16044 h 47"/>
              <a:gd name="T54" fmla="*/ 80343 w 41"/>
              <a:gd name="T55" fmla="*/ 16044 h 47"/>
              <a:gd name="T56" fmla="*/ 77129 w 41"/>
              <a:gd name="T57" fmla="*/ 12835 h 47"/>
              <a:gd name="T58" fmla="*/ 64274 w 41"/>
              <a:gd name="T59" fmla="*/ 6418 h 47"/>
              <a:gd name="T60" fmla="*/ 54633 w 41"/>
              <a:gd name="T61" fmla="*/ 12835 h 47"/>
              <a:gd name="T62" fmla="*/ 51419 w 41"/>
              <a:gd name="T63" fmla="*/ 16044 h 47"/>
              <a:gd name="T64" fmla="*/ 64274 w 41"/>
              <a:gd name="T65" fmla="*/ 16044 h 47"/>
              <a:gd name="T66" fmla="*/ 80343 w 41"/>
              <a:gd name="T67" fmla="*/ 16044 h 47"/>
              <a:gd name="T68" fmla="*/ 109266 w 41"/>
              <a:gd name="T69" fmla="*/ 35296 h 47"/>
              <a:gd name="T70" fmla="*/ 109266 w 41"/>
              <a:gd name="T71" fmla="*/ 35296 h 47"/>
              <a:gd name="T72" fmla="*/ 109266 w 41"/>
              <a:gd name="T73" fmla="*/ 38505 h 47"/>
              <a:gd name="T74" fmla="*/ 106052 w 41"/>
              <a:gd name="T75" fmla="*/ 41714 h 47"/>
              <a:gd name="T76" fmla="*/ 106052 w 41"/>
              <a:gd name="T77" fmla="*/ 41714 h 47"/>
              <a:gd name="T78" fmla="*/ 64274 w 41"/>
              <a:gd name="T79" fmla="*/ 41714 h 47"/>
              <a:gd name="T80" fmla="*/ 25710 w 41"/>
              <a:gd name="T81" fmla="*/ 41714 h 47"/>
              <a:gd name="T82" fmla="*/ 22496 w 41"/>
              <a:gd name="T83" fmla="*/ 38505 h 47"/>
              <a:gd name="T84" fmla="*/ 22496 w 41"/>
              <a:gd name="T85" fmla="*/ 38505 h 47"/>
              <a:gd name="T86" fmla="*/ 22496 w 41"/>
              <a:gd name="T87" fmla="*/ 35296 h 47"/>
              <a:gd name="T88" fmla="*/ 12855 w 41"/>
              <a:gd name="T89" fmla="*/ 35296 h 47"/>
              <a:gd name="T90" fmla="*/ 12855 w 41"/>
              <a:gd name="T91" fmla="*/ 141186 h 47"/>
              <a:gd name="T92" fmla="*/ 118907 w 41"/>
              <a:gd name="T93" fmla="*/ 141186 h 47"/>
              <a:gd name="T94" fmla="*/ 118907 w 41"/>
              <a:gd name="T95" fmla="*/ 35296 h 47"/>
              <a:gd name="T96" fmla="*/ 109266 w 41"/>
              <a:gd name="T97" fmla="*/ 35296 h 47"/>
              <a:gd name="T98" fmla="*/ 64274 w 41"/>
              <a:gd name="T99" fmla="*/ 22461 h 47"/>
              <a:gd name="T100" fmla="*/ 64274 w 41"/>
              <a:gd name="T101" fmla="*/ 22461 h 47"/>
              <a:gd name="T102" fmla="*/ 28923 w 41"/>
              <a:gd name="T103" fmla="*/ 22461 h 47"/>
              <a:gd name="T104" fmla="*/ 28923 w 41"/>
              <a:gd name="T105" fmla="*/ 28879 h 47"/>
              <a:gd name="T106" fmla="*/ 28923 w 41"/>
              <a:gd name="T107" fmla="*/ 35296 h 47"/>
              <a:gd name="T108" fmla="*/ 64274 w 41"/>
              <a:gd name="T109" fmla="*/ 35296 h 47"/>
              <a:gd name="T110" fmla="*/ 102839 w 41"/>
              <a:gd name="T111" fmla="*/ 35296 h 47"/>
              <a:gd name="T112" fmla="*/ 102839 w 41"/>
              <a:gd name="T113" fmla="*/ 28879 h 47"/>
              <a:gd name="T114" fmla="*/ 102839 w 41"/>
              <a:gd name="T115" fmla="*/ 22461 h 47"/>
              <a:gd name="T116" fmla="*/ 64274 w 41"/>
              <a:gd name="T117" fmla="*/ 22461 h 47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41" h="47">
                <a:moveTo>
                  <a:pt x="20" y="0"/>
                </a:moveTo>
                <a:cubicBezTo>
                  <a:pt x="22" y="0"/>
                  <a:pt x="24" y="1"/>
                  <a:pt x="25" y="2"/>
                </a:cubicBezTo>
                <a:cubicBezTo>
                  <a:pt x="26" y="3"/>
                  <a:pt x="27" y="4"/>
                  <a:pt x="27" y="5"/>
                </a:cubicBezTo>
                <a:cubicBezTo>
                  <a:pt x="33" y="5"/>
                  <a:pt x="33" y="5"/>
                  <a:pt x="33" y="5"/>
                </a:cubicBezTo>
                <a:cubicBezTo>
                  <a:pt x="33" y="5"/>
                  <a:pt x="34" y="6"/>
                  <a:pt x="34" y="6"/>
                </a:cubicBezTo>
                <a:cubicBezTo>
                  <a:pt x="34" y="6"/>
                  <a:pt x="34" y="6"/>
                  <a:pt x="34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9" y="7"/>
                  <a:pt x="39" y="7"/>
                  <a:pt x="39" y="7"/>
                </a:cubicBezTo>
                <a:cubicBezTo>
                  <a:pt x="40" y="7"/>
                  <a:pt x="41" y="8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6"/>
                  <a:pt x="40" y="47"/>
                  <a:pt x="39" y="47"/>
                </a:cubicBezTo>
                <a:cubicBezTo>
                  <a:pt x="39" y="47"/>
                  <a:pt x="39" y="47"/>
                  <a:pt x="39" y="47"/>
                </a:cubicBezTo>
                <a:cubicBezTo>
                  <a:pt x="2" y="47"/>
                  <a:pt x="2" y="47"/>
                  <a:pt x="2" y="47"/>
                </a:cubicBezTo>
                <a:cubicBezTo>
                  <a:pt x="1" y="47"/>
                  <a:pt x="0" y="46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9"/>
                  <a:pt x="0" y="9"/>
                  <a:pt x="0" y="9"/>
                </a:cubicBezTo>
                <a:cubicBezTo>
                  <a:pt x="0" y="8"/>
                  <a:pt x="1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4"/>
                  <a:pt x="15" y="3"/>
                  <a:pt x="15" y="2"/>
                </a:cubicBezTo>
                <a:cubicBezTo>
                  <a:pt x="17" y="1"/>
                  <a:pt x="18" y="0"/>
                  <a:pt x="20" y="0"/>
                </a:cubicBezTo>
                <a:close/>
                <a:moveTo>
                  <a:pt x="25" y="5"/>
                </a:move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4" y="4"/>
                  <a:pt x="24" y="4"/>
                </a:cubicBezTo>
                <a:cubicBezTo>
                  <a:pt x="23" y="3"/>
                  <a:pt x="22" y="2"/>
                  <a:pt x="20" y="2"/>
                </a:cubicBezTo>
                <a:cubicBezTo>
                  <a:pt x="19" y="2"/>
                  <a:pt x="18" y="3"/>
                  <a:pt x="17" y="4"/>
                </a:cubicBezTo>
                <a:cubicBezTo>
                  <a:pt x="16" y="4"/>
                  <a:pt x="16" y="5"/>
                  <a:pt x="16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5" y="5"/>
                  <a:pt x="25" y="5"/>
                  <a:pt x="25" y="5"/>
                </a:cubicBezTo>
                <a:close/>
                <a:moveTo>
                  <a:pt x="34" y="11"/>
                </a:moveTo>
                <a:cubicBezTo>
                  <a:pt x="34" y="11"/>
                  <a:pt x="34" y="11"/>
                  <a:pt x="34" y="11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2"/>
                  <a:pt x="33" y="13"/>
                  <a:pt x="33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7" y="13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1"/>
                  <a:pt x="7" y="11"/>
                  <a:pt x="7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44"/>
                  <a:pt x="4" y="44"/>
                  <a:pt x="4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11"/>
                  <a:pt x="37" y="11"/>
                  <a:pt x="37" y="11"/>
                </a:cubicBezTo>
                <a:cubicBezTo>
                  <a:pt x="34" y="11"/>
                  <a:pt x="34" y="11"/>
                  <a:pt x="34" y="11"/>
                </a:cubicBezTo>
                <a:close/>
                <a:moveTo>
                  <a:pt x="20" y="7"/>
                </a:moveTo>
                <a:cubicBezTo>
                  <a:pt x="20" y="7"/>
                  <a:pt x="20" y="7"/>
                  <a:pt x="20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9"/>
                  <a:pt x="9" y="9"/>
                  <a:pt x="9" y="9"/>
                </a:cubicBezTo>
                <a:cubicBezTo>
                  <a:pt x="9" y="11"/>
                  <a:pt x="9" y="11"/>
                  <a:pt x="9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9"/>
                  <a:pt x="32" y="9"/>
                  <a:pt x="32" y="9"/>
                </a:cubicBezTo>
                <a:cubicBezTo>
                  <a:pt x="32" y="7"/>
                  <a:pt x="32" y="7"/>
                  <a:pt x="32" y="7"/>
                </a:cubicBezTo>
                <a:cubicBezTo>
                  <a:pt x="20" y="7"/>
                  <a:pt x="20" y="7"/>
                  <a:pt x="20" y="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28" name="Freeform 362">
            <a:extLst>
              <a:ext uri="{FF2B5EF4-FFF2-40B4-BE49-F238E27FC236}">
                <a16:creationId xmlns:a16="http://schemas.microsoft.com/office/drawing/2014/main" id="{FB0DFE37-8D40-984F-78D8-8DCE385BB3A2}"/>
              </a:ext>
            </a:extLst>
          </p:cNvPr>
          <p:cNvSpPr>
            <a:spLocks noEditPoints="1"/>
          </p:cNvSpPr>
          <p:nvPr/>
        </p:nvSpPr>
        <p:spPr bwMode="auto">
          <a:xfrm>
            <a:off x="1330786" y="1352999"/>
            <a:ext cx="182033" cy="182033"/>
          </a:xfrm>
          <a:custGeom>
            <a:avLst/>
            <a:gdLst>
              <a:gd name="T0" fmla="*/ 111125 w 43"/>
              <a:gd name="T1" fmla="*/ 101600 h 43"/>
              <a:gd name="T2" fmla="*/ 123825 w 43"/>
              <a:gd name="T3" fmla="*/ 60325 h 43"/>
              <a:gd name="T4" fmla="*/ 120650 w 43"/>
              <a:gd name="T5" fmla="*/ 38100 h 43"/>
              <a:gd name="T6" fmla="*/ 104775 w 43"/>
              <a:gd name="T7" fmla="*/ 19050 h 43"/>
              <a:gd name="T8" fmla="*/ 85725 w 43"/>
              <a:gd name="T9" fmla="*/ 3175 h 43"/>
              <a:gd name="T10" fmla="*/ 19050 w 43"/>
              <a:gd name="T11" fmla="*/ 19050 h 43"/>
              <a:gd name="T12" fmla="*/ 0 w 43"/>
              <a:gd name="T13" fmla="*/ 60325 h 43"/>
              <a:gd name="T14" fmla="*/ 6350 w 43"/>
              <a:gd name="T15" fmla="*/ 85725 h 43"/>
              <a:gd name="T16" fmla="*/ 19050 w 43"/>
              <a:gd name="T17" fmla="*/ 104775 h 43"/>
              <a:gd name="T18" fmla="*/ 63500 w 43"/>
              <a:gd name="T19" fmla="*/ 123825 h 43"/>
              <a:gd name="T20" fmla="*/ 101600 w 43"/>
              <a:gd name="T21" fmla="*/ 107950 h 43"/>
              <a:gd name="T22" fmla="*/ 133350 w 43"/>
              <a:gd name="T23" fmla="*/ 133350 h 43"/>
              <a:gd name="T24" fmla="*/ 98425 w 43"/>
              <a:gd name="T25" fmla="*/ 95250 h 43"/>
              <a:gd name="T26" fmla="*/ 98425 w 43"/>
              <a:gd name="T27" fmla="*/ 95250 h 43"/>
              <a:gd name="T28" fmla="*/ 82550 w 43"/>
              <a:gd name="T29" fmla="*/ 107950 h 43"/>
              <a:gd name="T30" fmla="*/ 44450 w 43"/>
              <a:gd name="T31" fmla="*/ 107950 h 43"/>
              <a:gd name="T32" fmla="*/ 25400 w 43"/>
              <a:gd name="T33" fmla="*/ 95250 h 43"/>
              <a:gd name="T34" fmla="*/ 15875 w 43"/>
              <a:gd name="T35" fmla="*/ 79375 h 43"/>
              <a:gd name="T36" fmla="*/ 15875 w 43"/>
              <a:gd name="T37" fmla="*/ 41275 h 43"/>
              <a:gd name="T38" fmla="*/ 63500 w 43"/>
              <a:gd name="T39" fmla="*/ 9525 h 43"/>
              <a:gd name="T40" fmla="*/ 82550 w 43"/>
              <a:gd name="T41" fmla="*/ 15875 h 43"/>
              <a:gd name="T42" fmla="*/ 98425 w 43"/>
              <a:gd name="T43" fmla="*/ 25400 h 43"/>
              <a:gd name="T44" fmla="*/ 107950 w 43"/>
              <a:gd name="T45" fmla="*/ 41275 h 43"/>
              <a:gd name="T46" fmla="*/ 107950 w 43"/>
              <a:gd name="T47" fmla="*/ 79375 h 43"/>
              <a:gd name="T48" fmla="*/ 47625 w 43"/>
              <a:gd name="T49" fmla="*/ 25400 h 43"/>
              <a:gd name="T50" fmla="*/ 41275 w 43"/>
              <a:gd name="T51" fmla="*/ 28575 h 43"/>
              <a:gd name="T52" fmla="*/ 34925 w 43"/>
              <a:gd name="T53" fmla="*/ 31750 h 43"/>
              <a:gd name="T54" fmla="*/ 28575 w 43"/>
              <a:gd name="T55" fmla="*/ 38100 h 43"/>
              <a:gd name="T56" fmla="*/ 25400 w 43"/>
              <a:gd name="T57" fmla="*/ 44450 h 43"/>
              <a:gd name="T58" fmla="*/ 31750 w 43"/>
              <a:gd name="T59" fmla="*/ 47625 h 43"/>
              <a:gd name="T60" fmla="*/ 38100 w 43"/>
              <a:gd name="T61" fmla="*/ 38100 h 43"/>
              <a:gd name="T62" fmla="*/ 50800 w 43"/>
              <a:gd name="T63" fmla="*/ 31750 h 43"/>
              <a:gd name="T64" fmla="*/ 47625 w 43"/>
              <a:gd name="T65" fmla="*/ 25400 h 43"/>
              <a:gd name="T66" fmla="*/ 98425 w 43"/>
              <a:gd name="T67" fmla="*/ 57150 h 43"/>
              <a:gd name="T68" fmla="*/ 92075 w 43"/>
              <a:gd name="T69" fmla="*/ 73025 h 43"/>
              <a:gd name="T70" fmla="*/ 85725 w 43"/>
              <a:gd name="T71" fmla="*/ 85725 h 43"/>
              <a:gd name="T72" fmla="*/ 63500 w 43"/>
              <a:gd name="T73" fmla="*/ 95250 h 43"/>
              <a:gd name="T74" fmla="*/ 63500 w 43"/>
              <a:gd name="T75" fmla="*/ 101600 h 43"/>
              <a:gd name="T76" fmla="*/ 92075 w 43"/>
              <a:gd name="T77" fmla="*/ 88900 h 43"/>
              <a:gd name="T78" fmla="*/ 98425 w 43"/>
              <a:gd name="T79" fmla="*/ 76200 h 43"/>
              <a:gd name="T80" fmla="*/ 98425 w 43"/>
              <a:gd name="T81" fmla="*/ 57150 h 4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3" h="43">
                <a:moveTo>
                  <a:pt x="42" y="39"/>
                </a:moveTo>
                <a:cubicBezTo>
                  <a:pt x="35" y="32"/>
                  <a:pt x="35" y="32"/>
                  <a:pt x="35" y="32"/>
                </a:cubicBezTo>
                <a:cubicBezTo>
                  <a:pt x="36" y="30"/>
                  <a:pt x="37" y="28"/>
                  <a:pt x="38" y="27"/>
                </a:cubicBezTo>
                <a:cubicBezTo>
                  <a:pt x="38" y="24"/>
                  <a:pt x="39" y="22"/>
                  <a:pt x="39" y="19"/>
                </a:cubicBezTo>
                <a:cubicBezTo>
                  <a:pt x="39" y="17"/>
                  <a:pt x="39" y="14"/>
                  <a:pt x="38" y="12"/>
                </a:cubicBezTo>
                <a:cubicBezTo>
                  <a:pt x="38" y="12"/>
                  <a:pt x="38" y="12"/>
                  <a:pt x="38" y="12"/>
                </a:cubicBezTo>
                <a:cubicBezTo>
                  <a:pt x="37" y="10"/>
                  <a:pt x="35" y="7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2" y="4"/>
                  <a:pt x="29" y="2"/>
                  <a:pt x="27" y="1"/>
                </a:cubicBezTo>
                <a:cubicBezTo>
                  <a:pt x="27" y="1"/>
                  <a:pt x="27" y="1"/>
                  <a:pt x="27" y="1"/>
                </a:cubicBezTo>
                <a:cubicBezTo>
                  <a:pt x="25" y="0"/>
                  <a:pt x="22" y="0"/>
                  <a:pt x="20" y="0"/>
                </a:cubicBezTo>
                <a:cubicBezTo>
                  <a:pt x="14" y="0"/>
                  <a:pt x="9" y="2"/>
                  <a:pt x="6" y="6"/>
                </a:cubicBezTo>
                <a:cubicBezTo>
                  <a:pt x="4" y="7"/>
                  <a:pt x="3" y="9"/>
                  <a:pt x="2" y="12"/>
                </a:cubicBezTo>
                <a:cubicBezTo>
                  <a:pt x="1" y="14"/>
                  <a:pt x="0" y="17"/>
                  <a:pt x="0" y="19"/>
                </a:cubicBezTo>
                <a:cubicBezTo>
                  <a:pt x="0" y="22"/>
                  <a:pt x="1" y="24"/>
                  <a:pt x="2" y="27"/>
                </a:cubicBezTo>
                <a:cubicBezTo>
                  <a:pt x="2" y="27"/>
                  <a:pt x="2" y="27"/>
                  <a:pt x="2" y="27"/>
                </a:cubicBezTo>
                <a:cubicBezTo>
                  <a:pt x="3" y="29"/>
                  <a:pt x="4" y="31"/>
                  <a:pt x="6" y="33"/>
                </a:cubicBezTo>
                <a:cubicBezTo>
                  <a:pt x="6" y="33"/>
                  <a:pt x="6" y="33"/>
                  <a:pt x="6" y="33"/>
                </a:cubicBezTo>
                <a:cubicBezTo>
                  <a:pt x="8" y="35"/>
                  <a:pt x="10" y="36"/>
                  <a:pt x="12" y="37"/>
                </a:cubicBezTo>
                <a:cubicBezTo>
                  <a:pt x="15" y="38"/>
                  <a:pt x="17" y="39"/>
                  <a:pt x="20" y="39"/>
                </a:cubicBezTo>
                <a:cubicBezTo>
                  <a:pt x="22" y="39"/>
                  <a:pt x="25" y="38"/>
                  <a:pt x="27" y="37"/>
                </a:cubicBezTo>
                <a:cubicBezTo>
                  <a:pt x="29" y="36"/>
                  <a:pt x="31" y="35"/>
                  <a:pt x="32" y="34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3"/>
                  <a:pt x="42" y="43"/>
                  <a:pt x="42" y="42"/>
                </a:cubicBezTo>
                <a:cubicBezTo>
                  <a:pt x="43" y="41"/>
                  <a:pt x="43" y="40"/>
                  <a:pt x="42" y="39"/>
                </a:cubicBezTo>
                <a:close/>
                <a:moveTo>
                  <a:pt x="31" y="30"/>
                </a:move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29" y="32"/>
                  <a:pt x="28" y="33"/>
                  <a:pt x="26" y="34"/>
                </a:cubicBezTo>
                <a:cubicBezTo>
                  <a:pt x="24" y="35"/>
                  <a:pt x="22" y="35"/>
                  <a:pt x="20" y="35"/>
                </a:cubicBezTo>
                <a:cubicBezTo>
                  <a:pt x="18" y="35"/>
                  <a:pt x="15" y="35"/>
                  <a:pt x="14" y="34"/>
                </a:cubicBezTo>
                <a:cubicBezTo>
                  <a:pt x="12" y="33"/>
                  <a:pt x="10" y="32"/>
                  <a:pt x="8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29"/>
                  <a:pt x="6" y="27"/>
                  <a:pt x="5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4" y="23"/>
                  <a:pt x="4" y="21"/>
                  <a:pt x="4" y="19"/>
                </a:cubicBezTo>
                <a:cubicBezTo>
                  <a:pt x="4" y="17"/>
                  <a:pt x="4" y="15"/>
                  <a:pt x="5" y="13"/>
                </a:cubicBezTo>
                <a:cubicBezTo>
                  <a:pt x="6" y="11"/>
                  <a:pt x="7" y="10"/>
                  <a:pt x="8" y="8"/>
                </a:cubicBezTo>
                <a:cubicBezTo>
                  <a:pt x="11" y="5"/>
                  <a:pt x="15" y="3"/>
                  <a:pt x="20" y="3"/>
                </a:cubicBezTo>
                <a:cubicBezTo>
                  <a:pt x="22" y="3"/>
                  <a:pt x="24" y="4"/>
                  <a:pt x="26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8" y="5"/>
                  <a:pt x="29" y="7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2" y="10"/>
                  <a:pt x="33" y="11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5" y="15"/>
                  <a:pt x="35" y="17"/>
                  <a:pt x="35" y="19"/>
                </a:cubicBezTo>
                <a:cubicBezTo>
                  <a:pt x="35" y="21"/>
                  <a:pt x="35" y="23"/>
                  <a:pt x="34" y="25"/>
                </a:cubicBezTo>
                <a:cubicBezTo>
                  <a:pt x="33" y="27"/>
                  <a:pt x="32" y="29"/>
                  <a:pt x="31" y="30"/>
                </a:cubicBezTo>
                <a:close/>
                <a:moveTo>
                  <a:pt x="15" y="8"/>
                </a:moveTo>
                <a:cubicBezTo>
                  <a:pt x="15" y="8"/>
                  <a:pt x="15" y="8"/>
                  <a:pt x="15" y="8"/>
                </a:cubicBezTo>
                <a:cubicBezTo>
                  <a:pt x="14" y="8"/>
                  <a:pt x="13" y="8"/>
                  <a:pt x="13" y="9"/>
                </a:cubicBezTo>
                <a:cubicBezTo>
                  <a:pt x="12" y="9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0" y="11"/>
                  <a:pt x="10" y="12"/>
                  <a:pt x="9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3"/>
                  <a:pt x="8" y="14"/>
                  <a:pt x="8" y="14"/>
                </a:cubicBezTo>
                <a:cubicBezTo>
                  <a:pt x="8" y="15"/>
                  <a:pt x="8" y="16"/>
                  <a:pt x="9" y="16"/>
                </a:cubicBezTo>
                <a:cubicBezTo>
                  <a:pt x="9" y="16"/>
                  <a:pt x="10" y="16"/>
                  <a:pt x="10" y="15"/>
                </a:cubicBezTo>
                <a:cubicBezTo>
                  <a:pt x="10" y="15"/>
                  <a:pt x="11" y="14"/>
                  <a:pt x="11" y="13"/>
                </a:cubicBezTo>
                <a:cubicBezTo>
                  <a:pt x="11" y="13"/>
                  <a:pt x="12" y="12"/>
                  <a:pt x="12" y="12"/>
                </a:cubicBezTo>
                <a:cubicBezTo>
                  <a:pt x="13" y="11"/>
                  <a:pt x="13" y="11"/>
                  <a:pt x="14" y="11"/>
                </a:cubicBezTo>
                <a:cubicBezTo>
                  <a:pt x="14" y="10"/>
                  <a:pt x="15" y="10"/>
                  <a:pt x="16" y="10"/>
                </a:cubicBezTo>
                <a:cubicBezTo>
                  <a:pt x="16" y="9"/>
                  <a:pt x="16" y="9"/>
                  <a:pt x="16" y="8"/>
                </a:cubicBezTo>
                <a:cubicBezTo>
                  <a:pt x="16" y="8"/>
                  <a:pt x="15" y="8"/>
                  <a:pt x="15" y="8"/>
                </a:cubicBezTo>
                <a:close/>
                <a:moveTo>
                  <a:pt x="31" y="18"/>
                </a:moveTo>
                <a:cubicBezTo>
                  <a:pt x="31" y="18"/>
                  <a:pt x="31" y="18"/>
                  <a:pt x="31" y="18"/>
                </a:cubicBezTo>
                <a:cubicBezTo>
                  <a:pt x="31" y="18"/>
                  <a:pt x="30" y="19"/>
                  <a:pt x="30" y="19"/>
                </a:cubicBezTo>
                <a:cubicBezTo>
                  <a:pt x="30" y="21"/>
                  <a:pt x="30" y="22"/>
                  <a:pt x="29" y="23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5"/>
                  <a:pt x="28" y="26"/>
                  <a:pt x="27" y="27"/>
                </a:cubicBezTo>
                <a:cubicBezTo>
                  <a:pt x="26" y="28"/>
                  <a:pt x="25" y="28"/>
                  <a:pt x="24" y="29"/>
                </a:cubicBezTo>
                <a:cubicBezTo>
                  <a:pt x="22" y="29"/>
                  <a:pt x="21" y="30"/>
                  <a:pt x="20" y="30"/>
                </a:cubicBezTo>
                <a:cubicBezTo>
                  <a:pt x="19" y="30"/>
                  <a:pt x="19" y="30"/>
                  <a:pt x="19" y="31"/>
                </a:cubicBezTo>
                <a:cubicBezTo>
                  <a:pt x="19" y="31"/>
                  <a:pt x="19" y="32"/>
                  <a:pt x="20" y="32"/>
                </a:cubicBezTo>
                <a:cubicBezTo>
                  <a:pt x="21" y="32"/>
                  <a:pt x="23" y="31"/>
                  <a:pt x="24" y="31"/>
                </a:cubicBezTo>
                <a:cubicBezTo>
                  <a:pt x="26" y="30"/>
                  <a:pt x="27" y="29"/>
                  <a:pt x="29" y="28"/>
                </a:cubicBezTo>
                <a:cubicBezTo>
                  <a:pt x="30" y="27"/>
                  <a:pt x="31" y="26"/>
                  <a:pt x="31" y="24"/>
                </a:cubicBezTo>
                <a:cubicBezTo>
                  <a:pt x="31" y="24"/>
                  <a:pt x="31" y="24"/>
                  <a:pt x="31" y="24"/>
                </a:cubicBezTo>
                <a:cubicBezTo>
                  <a:pt x="32" y="23"/>
                  <a:pt x="32" y="21"/>
                  <a:pt x="32" y="19"/>
                </a:cubicBezTo>
                <a:cubicBezTo>
                  <a:pt x="32" y="19"/>
                  <a:pt x="32" y="18"/>
                  <a:pt x="31" y="1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29" name="Freeform 363">
            <a:extLst>
              <a:ext uri="{FF2B5EF4-FFF2-40B4-BE49-F238E27FC236}">
                <a16:creationId xmlns:a16="http://schemas.microsoft.com/office/drawing/2014/main" id="{DA2D0145-D0F3-1C35-F660-CE9D344DE860}"/>
              </a:ext>
            </a:extLst>
          </p:cNvPr>
          <p:cNvSpPr>
            <a:spLocks/>
          </p:cNvSpPr>
          <p:nvPr/>
        </p:nvSpPr>
        <p:spPr bwMode="auto">
          <a:xfrm>
            <a:off x="4283535" y="1352998"/>
            <a:ext cx="198967" cy="177800"/>
          </a:xfrm>
          <a:custGeom>
            <a:avLst/>
            <a:gdLst>
              <a:gd name="T0" fmla="*/ 47625 w 47"/>
              <a:gd name="T1" fmla="*/ 63500 h 42"/>
              <a:gd name="T2" fmla="*/ 47625 w 47"/>
              <a:gd name="T3" fmla="*/ 63500 h 42"/>
              <a:gd name="T4" fmla="*/ 19050 w 47"/>
              <a:gd name="T5" fmla="*/ 92075 h 42"/>
              <a:gd name="T6" fmla="*/ 12700 w 47"/>
              <a:gd name="T7" fmla="*/ 104775 h 42"/>
              <a:gd name="T8" fmla="*/ 19050 w 47"/>
              <a:gd name="T9" fmla="*/ 117475 h 42"/>
              <a:gd name="T10" fmla="*/ 19050 w 47"/>
              <a:gd name="T11" fmla="*/ 117475 h 42"/>
              <a:gd name="T12" fmla="*/ 19050 w 47"/>
              <a:gd name="T13" fmla="*/ 117475 h 42"/>
              <a:gd name="T14" fmla="*/ 31750 w 47"/>
              <a:gd name="T15" fmla="*/ 123825 h 42"/>
              <a:gd name="T16" fmla="*/ 44450 w 47"/>
              <a:gd name="T17" fmla="*/ 117475 h 42"/>
              <a:gd name="T18" fmla="*/ 76200 w 47"/>
              <a:gd name="T19" fmla="*/ 85725 h 42"/>
              <a:gd name="T20" fmla="*/ 76200 w 47"/>
              <a:gd name="T21" fmla="*/ 85725 h 42"/>
              <a:gd name="T22" fmla="*/ 111125 w 47"/>
              <a:gd name="T23" fmla="*/ 50800 h 42"/>
              <a:gd name="T24" fmla="*/ 111125 w 47"/>
              <a:gd name="T25" fmla="*/ 44450 h 42"/>
              <a:gd name="T26" fmla="*/ 111125 w 47"/>
              <a:gd name="T27" fmla="*/ 38100 h 42"/>
              <a:gd name="T28" fmla="*/ 104775 w 47"/>
              <a:gd name="T29" fmla="*/ 38100 h 42"/>
              <a:gd name="T30" fmla="*/ 98425 w 47"/>
              <a:gd name="T31" fmla="*/ 38100 h 42"/>
              <a:gd name="T32" fmla="*/ 50800 w 47"/>
              <a:gd name="T33" fmla="*/ 88900 h 42"/>
              <a:gd name="T34" fmla="*/ 41275 w 47"/>
              <a:gd name="T35" fmla="*/ 88900 h 42"/>
              <a:gd name="T36" fmla="*/ 41275 w 47"/>
              <a:gd name="T37" fmla="*/ 82550 h 42"/>
              <a:gd name="T38" fmla="*/ 92075 w 47"/>
              <a:gd name="T39" fmla="*/ 31750 h 42"/>
              <a:gd name="T40" fmla="*/ 104775 w 47"/>
              <a:gd name="T41" fmla="*/ 25400 h 42"/>
              <a:gd name="T42" fmla="*/ 117475 w 47"/>
              <a:gd name="T43" fmla="*/ 31750 h 42"/>
              <a:gd name="T44" fmla="*/ 123825 w 47"/>
              <a:gd name="T45" fmla="*/ 44450 h 42"/>
              <a:gd name="T46" fmla="*/ 117475 w 47"/>
              <a:gd name="T47" fmla="*/ 60325 h 42"/>
              <a:gd name="T48" fmla="*/ 82550 w 47"/>
              <a:gd name="T49" fmla="*/ 92075 h 42"/>
              <a:gd name="T50" fmla="*/ 82550 w 47"/>
              <a:gd name="T51" fmla="*/ 92075 h 42"/>
              <a:gd name="T52" fmla="*/ 82550 w 47"/>
              <a:gd name="T53" fmla="*/ 92075 h 42"/>
              <a:gd name="T54" fmla="*/ 50800 w 47"/>
              <a:gd name="T55" fmla="*/ 127000 h 42"/>
              <a:gd name="T56" fmla="*/ 31750 w 47"/>
              <a:gd name="T57" fmla="*/ 133350 h 42"/>
              <a:gd name="T58" fmla="*/ 9525 w 47"/>
              <a:gd name="T59" fmla="*/ 127000 h 42"/>
              <a:gd name="T60" fmla="*/ 9525 w 47"/>
              <a:gd name="T61" fmla="*/ 127000 h 42"/>
              <a:gd name="T62" fmla="*/ 0 w 47"/>
              <a:gd name="T63" fmla="*/ 104775 h 42"/>
              <a:gd name="T64" fmla="*/ 9525 w 47"/>
              <a:gd name="T65" fmla="*/ 82550 h 42"/>
              <a:gd name="T66" fmla="*/ 41275 w 47"/>
              <a:gd name="T67" fmla="*/ 50800 h 42"/>
              <a:gd name="T68" fmla="*/ 41275 w 47"/>
              <a:gd name="T69" fmla="*/ 50800 h 42"/>
              <a:gd name="T70" fmla="*/ 82550 w 47"/>
              <a:gd name="T71" fmla="*/ 12700 h 42"/>
              <a:gd name="T72" fmla="*/ 111125 w 47"/>
              <a:gd name="T73" fmla="*/ 0 h 42"/>
              <a:gd name="T74" fmla="*/ 136525 w 47"/>
              <a:gd name="T75" fmla="*/ 12700 h 42"/>
              <a:gd name="T76" fmla="*/ 149225 w 47"/>
              <a:gd name="T77" fmla="*/ 38100 h 42"/>
              <a:gd name="T78" fmla="*/ 136525 w 47"/>
              <a:gd name="T79" fmla="*/ 66675 h 42"/>
              <a:gd name="T80" fmla="*/ 82550 w 47"/>
              <a:gd name="T81" fmla="*/ 120650 h 42"/>
              <a:gd name="T82" fmla="*/ 73025 w 47"/>
              <a:gd name="T83" fmla="*/ 120650 h 42"/>
              <a:gd name="T84" fmla="*/ 73025 w 47"/>
              <a:gd name="T85" fmla="*/ 114300 h 42"/>
              <a:gd name="T86" fmla="*/ 130175 w 47"/>
              <a:gd name="T87" fmla="*/ 57150 h 42"/>
              <a:gd name="T88" fmla="*/ 136525 w 47"/>
              <a:gd name="T89" fmla="*/ 38100 h 42"/>
              <a:gd name="T90" fmla="*/ 130175 w 47"/>
              <a:gd name="T91" fmla="*/ 19050 h 42"/>
              <a:gd name="T92" fmla="*/ 111125 w 47"/>
              <a:gd name="T93" fmla="*/ 12700 h 42"/>
              <a:gd name="T94" fmla="*/ 92075 w 47"/>
              <a:gd name="T95" fmla="*/ 19050 h 42"/>
              <a:gd name="T96" fmla="*/ 47625 w 47"/>
              <a:gd name="T97" fmla="*/ 63500 h 4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47" h="42">
                <a:moveTo>
                  <a:pt x="15" y="20"/>
                </a:moveTo>
                <a:cubicBezTo>
                  <a:pt x="15" y="20"/>
                  <a:pt x="15" y="20"/>
                  <a:pt x="15" y="20"/>
                </a:cubicBezTo>
                <a:cubicBezTo>
                  <a:pt x="6" y="29"/>
                  <a:pt x="6" y="29"/>
                  <a:pt x="6" y="29"/>
                </a:cubicBezTo>
                <a:cubicBezTo>
                  <a:pt x="5" y="30"/>
                  <a:pt x="4" y="32"/>
                  <a:pt x="4" y="33"/>
                </a:cubicBezTo>
                <a:cubicBezTo>
                  <a:pt x="4" y="34"/>
                  <a:pt x="5" y="36"/>
                  <a:pt x="6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7" y="38"/>
                  <a:pt x="8" y="39"/>
                  <a:pt x="10" y="39"/>
                </a:cubicBezTo>
                <a:cubicBezTo>
                  <a:pt x="11" y="39"/>
                  <a:pt x="13" y="38"/>
                  <a:pt x="14" y="3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5" y="15"/>
                  <a:pt x="35" y="14"/>
                </a:cubicBezTo>
                <a:cubicBezTo>
                  <a:pt x="35" y="14"/>
                  <a:pt x="35" y="13"/>
                  <a:pt x="35" y="12"/>
                </a:cubicBezTo>
                <a:cubicBezTo>
                  <a:pt x="34" y="12"/>
                  <a:pt x="34" y="12"/>
                  <a:pt x="33" y="12"/>
                </a:cubicBezTo>
                <a:cubicBezTo>
                  <a:pt x="32" y="12"/>
                  <a:pt x="32" y="12"/>
                  <a:pt x="31" y="12"/>
                </a:cubicBezTo>
                <a:cubicBezTo>
                  <a:pt x="16" y="28"/>
                  <a:pt x="16" y="28"/>
                  <a:pt x="16" y="28"/>
                </a:cubicBezTo>
                <a:cubicBezTo>
                  <a:pt x="15" y="29"/>
                  <a:pt x="14" y="29"/>
                  <a:pt x="13" y="28"/>
                </a:cubicBezTo>
                <a:cubicBezTo>
                  <a:pt x="12" y="27"/>
                  <a:pt x="12" y="26"/>
                  <a:pt x="13" y="26"/>
                </a:cubicBezTo>
                <a:cubicBezTo>
                  <a:pt x="29" y="10"/>
                  <a:pt x="29" y="10"/>
                  <a:pt x="29" y="10"/>
                </a:cubicBezTo>
                <a:cubicBezTo>
                  <a:pt x="30" y="9"/>
                  <a:pt x="31" y="8"/>
                  <a:pt x="33" y="8"/>
                </a:cubicBezTo>
                <a:cubicBezTo>
                  <a:pt x="35" y="8"/>
                  <a:pt x="36" y="9"/>
                  <a:pt x="37" y="10"/>
                </a:cubicBezTo>
                <a:cubicBezTo>
                  <a:pt x="38" y="11"/>
                  <a:pt x="39" y="13"/>
                  <a:pt x="39" y="14"/>
                </a:cubicBezTo>
                <a:cubicBezTo>
                  <a:pt x="39" y="16"/>
                  <a:pt x="38" y="17"/>
                  <a:pt x="37" y="1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16" y="40"/>
                  <a:pt x="16" y="40"/>
                  <a:pt x="16" y="40"/>
                </a:cubicBezTo>
                <a:cubicBezTo>
                  <a:pt x="14" y="41"/>
                  <a:pt x="12" y="42"/>
                  <a:pt x="10" y="42"/>
                </a:cubicBezTo>
                <a:cubicBezTo>
                  <a:pt x="7" y="42"/>
                  <a:pt x="5" y="41"/>
                  <a:pt x="3" y="40"/>
                </a:cubicBezTo>
                <a:cubicBezTo>
                  <a:pt x="3" y="40"/>
                  <a:pt x="3" y="40"/>
                  <a:pt x="3" y="40"/>
                </a:cubicBezTo>
                <a:cubicBezTo>
                  <a:pt x="1" y="38"/>
                  <a:pt x="0" y="35"/>
                  <a:pt x="0" y="33"/>
                </a:cubicBezTo>
                <a:cubicBezTo>
                  <a:pt x="0" y="31"/>
                  <a:pt x="1" y="28"/>
                  <a:pt x="3" y="26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26" y="4"/>
                  <a:pt x="26" y="4"/>
                  <a:pt x="26" y="4"/>
                </a:cubicBezTo>
                <a:cubicBezTo>
                  <a:pt x="28" y="1"/>
                  <a:pt x="31" y="0"/>
                  <a:pt x="35" y="0"/>
                </a:cubicBezTo>
                <a:cubicBezTo>
                  <a:pt x="38" y="0"/>
                  <a:pt x="41" y="1"/>
                  <a:pt x="43" y="4"/>
                </a:cubicBezTo>
                <a:cubicBezTo>
                  <a:pt x="45" y="6"/>
                  <a:pt x="47" y="9"/>
                  <a:pt x="47" y="12"/>
                </a:cubicBezTo>
                <a:cubicBezTo>
                  <a:pt x="47" y="15"/>
                  <a:pt x="45" y="18"/>
                  <a:pt x="43" y="21"/>
                </a:cubicBezTo>
                <a:cubicBezTo>
                  <a:pt x="26" y="38"/>
                  <a:pt x="26" y="38"/>
                  <a:pt x="26" y="38"/>
                </a:cubicBezTo>
                <a:cubicBezTo>
                  <a:pt x="25" y="39"/>
                  <a:pt x="24" y="39"/>
                  <a:pt x="23" y="38"/>
                </a:cubicBezTo>
                <a:cubicBezTo>
                  <a:pt x="22" y="37"/>
                  <a:pt x="22" y="36"/>
                  <a:pt x="23" y="36"/>
                </a:cubicBezTo>
                <a:cubicBezTo>
                  <a:pt x="41" y="18"/>
                  <a:pt x="41" y="18"/>
                  <a:pt x="41" y="18"/>
                </a:cubicBezTo>
                <a:cubicBezTo>
                  <a:pt x="42" y="16"/>
                  <a:pt x="43" y="14"/>
                  <a:pt x="43" y="12"/>
                </a:cubicBezTo>
                <a:cubicBezTo>
                  <a:pt x="43" y="10"/>
                  <a:pt x="42" y="8"/>
                  <a:pt x="41" y="6"/>
                </a:cubicBezTo>
                <a:cubicBezTo>
                  <a:pt x="39" y="4"/>
                  <a:pt x="37" y="4"/>
                  <a:pt x="35" y="4"/>
                </a:cubicBezTo>
                <a:cubicBezTo>
                  <a:pt x="32" y="4"/>
                  <a:pt x="30" y="4"/>
                  <a:pt x="29" y="6"/>
                </a:cubicBezTo>
                <a:cubicBezTo>
                  <a:pt x="15" y="20"/>
                  <a:pt x="15" y="20"/>
                  <a:pt x="15" y="20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30" name="Freeform 364">
            <a:extLst>
              <a:ext uri="{FF2B5EF4-FFF2-40B4-BE49-F238E27FC236}">
                <a16:creationId xmlns:a16="http://schemas.microsoft.com/office/drawing/2014/main" id="{3C5EEF35-C9F2-7DF8-C205-C760331F892B}"/>
              </a:ext>
            </a:extLst>
          </p:cNvPr>
          <p:cNvSpPr>
            <a:spLocks noEditPoints="1"/>
          </p:cNvSpPr>
          <p:nvPr/>
        </p:nvSpPr>
        <p:spPr bwMode="auto">
          <a:xfrm>
            <a:off x="3523651" y="1761514"/>
            <a:ext cx="177800" cy="194733"/>
          </a:xfrm>
          <a:custGeom>
            <a:avLst/>
            <a:gdLst>
              <a:gd name="T0" fmla="*/ 22225 w 42"/>
              <a:gd name="T1" fmla="*/ 44450 h 46"/>
              <a:gd name="T2" fmla="*/ 111125 w 42"/>
              <a:gd name="T3" fmla="*/ 44450 h 46"/>
              <a:gd name="T4" fmla="*/ 120650 w 42"/>
              <a:gd name="T5" fmla="*/ 31750 h 46"/>
              <a:gd name="T6" fmla="*/ 12700 w 42"/>
              <a:gd name="T7" fmla="*/ 44450 h 46"/>
              <a:gd name="T8" fmla="*/ 22225 w 42"/>
              <a:gd name="T9" fmla="*/ 44450 h 46"/>
              <a:gd name="T10" fmla="*/ 41275 w 42"/>
              <a:gd name="T11" fmla="*/ 0 h 46"/>
              <a:gd name="T12" fmla="*/ 92075 w 42"/>
              <a:gd name="T13" fmla="*/ 0 h 46"/>
              <a:gd name="T14" fmla="*/ 98425 w 42"/>
              <a:gd name="T15" fmla="*/ 6350 h 46"/>
              <a:gd name="T16" fmla="*/ 127000 w 42"/>
              <a:gd name="T17" fmla="*/ 19050 h 46"/>
              <a:gd name="T18" fmla="*/ 133350 w 42"/>
              <a:gd name="T19" fmla="*/ 25400 h 46"/>
              <a:gd name="T20" fmla="*/ 127000 w 42"/>
              <a:gd name="T21" fmla="*/ 57150 h 46"/>
              <a:gd name="T22" fmla="*/ 117475 w 42"/>
              <a:gd name="T23" fmla="*/ 57150 h 46"/>
              <a:gd name="T24" fmla="*/ 111125 w 42"/>
              <a:gd name="T25" fmla="*/ 146050 h 46"/>
              <a:gd name="T26" fmla="*/ 22225 w 42"/>
              <a:gd name="T27" fmla="*/ 146050 h 46"/>
              <a:gd name="T28" fmla="*/ 15875 w 42"/>
              <a:gd name="T29" fmla="*/ 139700 h 46"/>
              <a:gd name="T30" fmla="*/ 6350 w 42"/>
              <a:gd name="T31" fmla="*/ 57150 h 46"/>
              <a:gd name="T32" fmla="*/ 0 w 42"/>
              <a:gd name="T33" fmla="*/ 50800 h 46"/>
              <a:gd name="T34" fmla="*/ 6350 w 42"/>
              <a:gd name="T35" fmla="*/ 19050 h 46"/>
              <a:gd name="T36" fmla="*/ 34925 w 42"/>
              <a:gd name="T37" fmla="*/ 19050 h 46"/>
              <a:gd name="T38" fmla="*/ 41275 w 42"/>
              <a:gd name="T39" fmla="*/ 0 h 46"/>
              <a:gd name="T40" fmla="*/ 85725 w 42"/>
              <a:gd name="T41" fmla="*/ 12700 h 46"/>
              <a:gd name="T42" fmla="*/ 47625 w 42"/>
              <a:gd name="T43" fmla="*/ 19050 h 46"/>
              <a:gd name="T44" fmla="*/ 85725 w 42"/>
              <a:gd name="T45" fmla="*/ 12700 h 46"/>
              <a:gd name="T46" fmla="*/ 47625 w 42"/>
              <a:gd name="T47" fmla="*/ 57150 h 46"/>
              <a:gd name="T48" fmla="*/ 44450 w 42"/>
              <a:gd name="T49" fmla="*/ 127000 h 46"/>
              <a:gd name="T50" fmla="*/ 41275 w 42"/>
              <a:gd name="T51" fmla="*/ 57150 h 46"/>
              <a:gd name="T52" fmla="*/ 25400 w 42"/>
              <a:gd name="T53" fmla="*/ 136525 h 46"/>
              <a:gd name="T54" fmla="*/ 107950 w 42"/>
              <a:gd name="T55" fmla="*/ 57150 h 46"/>
              <a:gd name="T56" fmla="*/ 92075 w 42"/>
              <a:gd name="T57" fmla="*/ 120650 h 46"/>
              <a:gd name="T58" fmla="*/ 85725 w 42"/>
              <a:gd name="T59" fmla="*/ 120650 h 46"/>
              <a:gd name="T60" fmla="*/ 69850 w 42"/>
              <a:gd name="T61" fmla="*/ 57150 h 46"/>
              <a:gd name="T62" fmla="*/ 66675 w 42"/>
              <a:gd name="T63" fmla="*/ 127000 h 46"/>
              <a:gd name="T64" fmla="*/ 63500 w 42"/>
              <a:gd name="T65" fmla="*/ 57150 h 4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2" h="46">
                <a:moveTo>
                  <a:pt x="7" y="14"/>
                </a:moveTo>
                <a:cubicBezTo>
                  <a:pt x="7" y="14"/>
                  <a:pt x="7" y="14"/>
                  <a:pt x="7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0"/>
                  <a:pt x="38" y="10"/>
                  <a:pt x="38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4"/>
                  <a:pt x="4" y="14"/>
                  <a:pt x="4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lose/>
                <a:moveTo>
                  <a:pt x="13" y="0"/>
                </a:move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6"/>
                  <a:pt x="31" y="6"/>
                  <a:pt x="31" y="6"/>
                </a:cubicBezTo>
                <a:cubicBezTo>
                  <a:pt x="40" y="6"/>
                  <a:pt x="40" y="6"/>
                  <a:pt x="40" y="6"/>
                </a:cubicBezTo>
                <a:cubicBezTo>
                  <a:pt x="41" y="6"/>
                  <a:pt x="42" y="7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16"/>
                  <a:pt x="42" y="16"/>
                  <a:pt x="42" y="16"/>
                </a:cubicBezTo>
                <a:cubicBezTo>
                  <a:pt x="42" y="17"/>
                  <a:pt x="41" y="18"/>
                  <a:pt x="40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37" y="18"/>
                  <a:pt x="37" y="18"/>
                  <a:pt x="37" y="18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5"/>
                  <a:pt x="36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6" y="46"/>
                  <a:pt x="5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5" y="18"/>
                  <a:pt x="5" y="18"/>
                  <a:pt x="5" y="18"/>
                </a:cubicBezTo>
                <a:cubicBezTo>
                  <a:pt x="2" y="18"/>
                  <a:pt x="2" y="18"/>
                  <a:pt x="2" y="18"/>
                </a:cubicBezTo>
                <a:cubicBezTo>
                  <a:pt x="1" y="18"/>
                  <a:pt x="0" y="17"/>
                  <a:pt x="0" y="1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8"/>
                  <a:pt x="0" y="8"/>
                  <a:pt x="0" y="8"/>
                </a:cubicBezTo>
                <a:cubicBezTo>
                  <a:pt x="0" y="7"/>
                  <a:pt x="1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1"/>
                  <a:pt x="12" y="0"/>
                  <a:pt x="13" y="0"/>
                </a:cubicBezTo>
                <a:close/>
                <a:moveTo>
                  <a:pt x="27" y="4"/>
                </a:moveTo>
                <a:cubicBezTo>
                  <a:pt x="27" y="4"/>
                  <a:pt x="27" y="4"/>
                  <a:pt x="27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6"/>
                  <a:pt x="15" y="6"/>
                  <a:pt x="15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4"/>
                  <a:pt x="27" y="4"/>
                  <a:pt x="27" y="4"/>
                </a:cubicBezTo>
                <a:close/>
                <a:moveTo>
                  <a:pt x="15" y="18"/>
                </a:moveTo>
                <a:cubicBezTo>
                  <a:pt x="15" y="18"/>
                  <a:pt x="15" y="18"/>
                  <a:pt x="15" y="18"/>
                </a:cubicBezTo>
                <a:cubicBezTo>
                  <a:pt x="15" y="38"/>
                  <a:pt x="15" y="38"/>
                  <a:pt x="15" y="38"/>
                </a:cubicBezTo>
                <a:cubicBezTo>
                  <a:pt x="15" y="39"/>
                  <a:pt x="14" y="40"/>
                  <a:pt x="14" y="40"/>
                </a:cubicBezTo>
                <a:cubicBezTo>
                  <a:pt x="13" y="40"/>
                  <a:pt x="13" y="39"/>
                  <a:pt x="13" y="38"/>
                </a:cubicBezTo>
                <a:cubicBezTo>
                  <a:pt x="13" y="18"/>
                  <a:pt x="13" y="18"/>
                  <a:pt x="13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8" y="43"/>
                  <a:pt x="8" y="43"/>
                  <a:pt x="8" y="43"/>
                </a:cubicBezTo>
                <a:cubicBezTo>
                  <a:pt x="34" y="43"/>
                  <a:pt x="34" y="43"/>
                  <a:pt x="34" y="43"/>
                </a:cubicBezTo>
                <a:cubicBezTo>
                  <a:pt x="34" y="18"/>
                  <a:pt x="34" y="18"/>
                  <a:pt x="34" y="18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9"/>
                  <a:pt x="29" y="40"/>
                  <a:pt x="28" y="40"/>
                </a:cubicBezTo>
                <a:cubicBezTo>
                  <a:pt x="28" y="40"/>
                  <a:pt x="27" y="39"/>
                  <a:pt x="27" y="38"/>
                </a:cubicBezTo>
                <a:cubicBezTo>
                  <a:pt x="27" y="18"/>
                  <a:pt x="27" y="18"/>
                  <a:pt x="27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38"/>
                  <a:pt x="22" y="38"/>
                  <a:pt x="22" y="38"/>
                </a:cubicBezTo>
                <a:cubicBezTo>
                  <a:pt x="22" y="39"/>
                  <a:pt x="22" y="40"/>
                  <a:pt x="21" y="40"/>
                </a:cubicBezTo>
                <a:cubicBezTo>
                  <a:pt x="20" y="40"/>
                  <a:pt x="20" y="39"/>
                  <a:pt x="20" y="38"/>
                </a:cubicBezTo>
                <a:cubicBezTo>
                  <a:pt x="20" y="18"/>
                  <a:pt x="20" y="18"/>
                  <a:pt x="20" y="18"/>
                </a:cubicBezTo>
                <a:cubicBezTo>
                  <a:pt x="15" y="18"/>
                  <a:pt x="15" y="18"/>
                  <a:pt x="15" y="1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31" name="Freeform 365">
            <a:extLst>
              <a:ext uri="{FF2B5EF4-FFF2-40B4-BE49-F238E27FC236}">
                <a16:creationId xmlns:a16="http://schemas.microsoft.com/office/drawing/2014/main" id="{595C02D5-5448-3F84-447D-D8599A4C9FEE}"/>
              </a:ext>
            </a:extLst>
          </p:cNvPr>
          <p:cNvSpPr>
            <a:spLocks noEditPoints="1"/>
          </p:cNvSpPr>
          <p:nvPr/>
        </p:nvSpPr>
        <p:spPr bwMode="auto">
          <a:xfrm>
            <a:off x="3163818" y="1365698"/>
            <a:ext cx="194733" cy="152400"/>
          </a:xfrm>
          <a:custGeom>
            <a:avLst/>
            <a:gdLst>
              <a:gd name="T0" fmla="*/ 6350 w 46"/>
              <a:gd name="T1" fmla="*/ 0 h 36"/>
              <a:gd name="T2" fmla="*/ 6350 w 46"/>
              <a:gd name="T3" fmla="*/ 0 h 36"/>
              <a:gd name="T4" fmla="*/ 142875 w 46"/>
              <a:gd name="T5" fmla="*/ 0 h 36"/>
              <a:gd name="T6" fmla="*/ 146050 w 46"/>
              <a:gd name="T7" fmla="*/ 6350 h 36"/>
              <a:gd name="T8" fmla="*/ 146050 w 46"/>
              <a:gd name="T9" fmla="*/ 6350 h 36"/>
              <a:gd name="T10" fmla="*/ 146050 w 46"/>
              <a:gd name="T11" fmla="*/ 107950 h 36"/>
              <a:gd name="T12" fmla="*/ 142875 w 46"/>
              <a:gd name="T13" fmla="*/ 114300 h 36"/>
              <a:gd name="T14" fmla="*/ 142875 w 46"/>
              <a:gd name="T15" fmla="*/ 114300 h 36"/>
              <a:gd name="T16" fmla="*/ 6350 w 46"/>
              <a:gd name="T17" fmla="*/ 114300 h 36"/>
              <a:gd name="T18" fmla="*/ 0 w 46"/>
              <a:gd name="T19" fmla="*/ 107950 h 36"/>
              <a:gd name="T20" fmla="*/ 0 w 46"/>
              <a:gd name="T21" fmla="*/ 107950 h 36"/>
              <a:gd name="T22" fmla="*/ 0 w 46"/>
              <a:gd name="T23" fmla="*/ 6350 h 36"/>
              <a:gd name="T24" fmla="*/ 6350 w 46"/>
              <a:gd name="T25" fmla="*/ 0 h 36"/>
              <a:gd name="T26" fmla="*/ 136525 w 46"/>
              <a:gd name="T27" fmla="*/ 15875 h 36"/>
              <a:gd name="T28" fmla="*/ 136525 w 46"/>
              <a:gd name="T29" fmla="*/ 15875 h 36"/>
              <a:gd name="T30" fmla="*/ 76200 w 46"/>
              <a:gd name="T31" fmla="*/ 76200 h 36"/>
              <a:gd name="T32" fmla="*/ 73025 w 46"/>
              <a:gd name="T33" fmla="*/ 76200 h 36"/>
              <a:gd name="T34" fmla="*/ 12700 w 46"/>
              <a:gd name="T35" fmla="*/ 15875 h 36"/>
              <a:gd name="T36" fmla="*/ 12700 w 46"/>
              <a:gd name="T37" fmla="*/ 104775 h 36"/>
              <a:gd name="T38" fmla="*/ 136525 w 46"/>
              <a:gd name="T39" fmla="*/ 104775 h 36"/>
              <a:gd name="T40" fmla="*/ 136525 w 46"/>
              <a:gd name="T41" fmla="*/ 15875 h 36"/>
              <a:gd name="T42" fmla="*/ 130175 w 46"/>
              <a:gd name="T43" fmla="*/ 12700 h 36"/>
              <a:gd name="T44" fmla="*/ 130175 w 46"/>
              <a:gd name="T45" fmla="*/ 12700 h 36"/>
              <a:gd name="T46" fmla="*/ 15875 w 46"/>
              <a:gd name="T47" fmla="*/ 12700 h 36"/>
              <a:gd name="T48" fmla="*/ 73025 w 46"/>
              <a:gd name="T49" fmla="*/ 69850 h 36"/>
              <a:gd name="T50" fmla="*/ 130175 w 46"/>
              <a:gd name="T51" fmla="*/ 12700 h 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6" h="36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6" y="0"/>
                  <a:pt x="46" y="1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34"/>
                  <a:pt x="46" y="34"/>
                  <a:pt x="46" y="34"/>
                </a:cubicBezTo>
                <a:cubicBezTo>
                  <a:pt x="46" y="35"/>
                  <a:pt x="46" y="36"/>
                  <a:pt x="45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5"/>
                  <a:pt x="0" y="34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3" y="5"/>
                </a:moveTo>
                <a:cubicBezTo>
                  <a:pt x="43" y="5"/>
                  <a:pt x="43" y="5"/>
                  <a:pt x="43" y="5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3" y="24"/>
                  <a:pt x="23" y="24"/>
                </a:cubicBezTo>
                <a:cubicBezTo>
                  <a:pt x="4" y="5"/>
                  <a:pt x="4" y="5"/>
                  <a:pt x="4" y="5"/>
                </a:cubicBezTo>
                <a:cubicBezTo>
                  <a:pt x="4" y="33"/>
                  <a:pt x="4" y="33"/>
                  <a:pt x="4" y="33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5"/>
                  <a:pt x="43" y="5"/>
                  <a:pt x="43" y="5"/>
                </a:cubicBezTo>
                <a:close/>
                <a:moveTo>
                  <a:pt x="41" y="4"/>
                </a:moveTo>
                <a:cubicBezTo>
                  <a:pt x="41" y="4"/>
                  <a:pt x="41" y="4"/>
                  <a:pt x="41" y="4"/>
                </a:cubicBezTo>
                <a:cubicBezTo>
                  <a:pt x="5" y="4"/>
                  <a:pt x="5" y="4"/>
                  <a:pt x="5" y="4"/>
                </a:cubicBezTo>
                <a:cubicBezTo>
                  <a:pt x="23" y="22"/>
                  <a:pt x="23" y="22"/>
                  <a:pt x="23" y="22"/>
                </a:cubicBezTo>
                <a:cubicBezTo>
                  <a:pt x="41" y="4"/>
                  <a:pt x="41" y="4"/>
                  <a:pt x="41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32" name="Freeform 366">
            <a:extLst>
              <a:ext uri="{FF2B5EF4-FFF2-40B4-BE49-F238E27FC236}">
                <a16:creationId xmlns:a16="http://schemas.microsoft.com/office/drawing/2014/main" id="{EFF630C1-0839-A527-F500-846DA03F784F}"/>
              </a:ext>
            </a:extLst>
          </p:cNvPr>
          <p:cNvSpPr>
            <a:spLocks noEditPoints="1"/>
          </p:cNvSpPr>
          <p:nvPr/>
        </p:nvSpPr>
        <p:spPr bwMode="auto">
          <a:xfrm>
            <a:off x="7329419" y="3003999"/>
            <a:ext cx="171449" cy="198967"/>
          </a:xfrm>
          <a:custGeom>
            <a:avLst/>
            <a:gdLst>
              <a:gd name="T0" fmla="*/ 16073 w 40"/>
              <a:gd name="T1" fmla="*/ 0 h 47"/>
              <a:gd name="T2" fmla="*/ 83582 w 40"/>
              <a:gd name="T3" fmla="*/ 0 h 47"/>
              <a:gd name="T4" fmla="*/ 86796 w 40"/>
              <a:gd name="T5" fmla="*/ 3175 h 47"/>
              <a:gd name="T6" fmla="*/ 128587 w 40"/>
              <a:gd name="T7" fmla="*/ 44450 h 47"/>
              <a:gd name="T8" fmla="*/ 128587 w 40"/>
              <a:gd name="T9" fmla="*/ 47625 h 47"/>
              <a:gd name="T10" fmla="*/ 128587 w 40"/>
              <a:gd name="T11" fmla="*/ 47625 h 47"/>
              <a:gd name="T12" fmla="*/ 128587 w 40"/>
              <a:gd name="T13" fmla="*/ 133350 h 47"/>
              <a:gd name="T14" fmla="*/ 125372 w 40"/>
              <a:gd name="T15" fmla="*/ 142875 h 47"/>
              <a:gd name="T16" fmla="*/ 125372 w 40"/>
              <a:gd name="T17" fmla="*/ 142875 h 47"/>
              <a:gd name="T18" fmla="*/ 125372 w 40"/>
              <a:gd name="T19" fmla="*/ 142875 h 47"/>
              <a:gd name="T20" fmla="*/ 115728 w 40"/>
              <a:gd name="T21" fmla="*/ 149225 h 47"/>
              <a:gd name="T22" fmla="*/ 16073 w 40"/>
              <a:gd name="T23" fmla="*/ 149225 h 47"/>
              <a:gd name="T24" fmla="*/ 3215 w 40"/>
              <a:gd name="T25" fmla="*/ 142875 h 47"/>
              <a:gd name="T26" fmla="*/ 0 w 40"/>
              <a:gd name="T27" fmla="*/ 133350 h 47"/>
              <a:gd name="T28" fmla="*/ 0 w 40"/>
              <a:gd name="T29" fmla="*/ 15875 h 47"/>
              <a:gd name="T30" fmla="*/ 3215 w 40"/>
              <a:gd name="T31" fmla="*/ 6350 h 47"/>
              <a:gd name="T32" fmla="*/ 16073 w 40"/>
              <a:gd name="T33" fmla="*/ 0 h 47"/>
              <a:gd name="T34" fmla="*/ 118943 w 40"/>
              <a:gd name="T35" fmla="*/ 50800 h 47"/>
              <a:gd name="T36" fmla="*/ 118943 w 40"/>
              <a:gd name="T37" fmla="*/ 50800 h 47"/>
              <a:gd name="T38" fmla="*/ 93226 w 40"/>
              <a:gd name="T39" fmla="*/ 50800 h 47"/>
              <a:gd name="T40" fmla="*/ 83582 w 40"/>
              <a:gd name="T41" fmla="*/ 47625 h 47"/>
              <a:gd name="T42" fmla="*/ 83582 w 40"/>
              <a:gd name="T43" fmla="*/ 47625 h 47"/>
              <a:gd name="T44" fmla="*/ 80367 w 40"/>
              <a:gd name="T45" fmla="*/ 38100 h 47"/>
              <a:gd name="T46" fmla="*/ 80367 w 40"/>
              <a:gd name="T47" fmla="*/ 12700 h 47"/>
              <a:gd name="T48" fmla="*/ 16073 w 40"/>
              <a:gd name="T49" fmla="*/ 12700 h 47"/>
              <a:gd name="T50" fmla="*/ 12859 w 40"/>
              <a:gd name="T51" fmla="*/ 12700 h 47"/>
              <a:gd name="T52" fmla="*/ 12859 w 40"/>
              <a:gd name="T53" fmla="*/ 15875 h 47"/>
              <a:gd name="T54" fmla="*/ 12859 w 40"/>
              <a:gd name="T55" fmla="*/ 133350 h 47"/>
              <a:gd name="T56" fmla="*/ 12859 w 40"/>
              <a:gd name="T57" fmla="*/ 136525 h 47"/>
              <a:gd name="T58" fmla="*/ 12859 w 40"/>
              <a:gd name="T59" fmla="*/ 136525 h 47"/>
              <a:gd name="T60" fmla="*/ 16073 w 40"/>
              <a:gd name="T61" fmla="*/ 136525 h 47"/>
              <a:gd name="T62" fmla="*/ 115728 w 40"/>
              <a:gd name="T63" fmla="*/ 136525 h 47"/>
              <a:gd name="T64" fmla="*/ 118943 w 40"/>
              <a:gd name="T65" fmla="*/ 136525 h 47"/>
              <a:gd name="T66" fmla="*/ 118943 w 40"/>
              <a:gd name="T67" fmla="*/ 136525 h 47"/>
              <a:gd name="T68" fmla="*/ 118943 w 40"/>
              <a:gd name="T69" fmla="*/ 133350 h 47"/>
              <a:gd name="T70" fmla="*/ 118943 w 40"/>
              <a:gd name="T71" fmla="*/ 50800 h 47"/>
              <a:gd name="T72" fmla="*/ 112514 w 40"/>
              <a:gd name="T73" fmla="*/ 44450 h 47"/>
              <a:gd name="T74" fmla="*/ 112514 w 40"/>
              <a:gd name="T75" fmla="*/ 44450 h 47"/>
              <a:gd name="T76" fmla="*/ 86796 w 40"/>
              <a:gd name="T77" fmla="*/ 19050 h 47"/>
              <a:gd name="T78" fmla="*/ 86796 w 40"/>
              <a:gd name="T79" fmla="*/ 38100 h 47"/>
              <a:gd name="T80" fmla="*/ 86796 w 40"/>
              <a:gd name="T81" fmla="*/ 41275 h 47"/>
              <a:gd name="T82" fmla="*/ 86796 w 40"/>
              <a:gd name="T83" fmla="*/ 41275 h 47"/>
              <a:gd name="T84" fmla="*/ 93226 w 40"/>
              <a:gd name="T85" fmla="*/ 44450 h 47"/>
              <a:gd name="T86" fmla="*/ 112514 w 40"/>
              <a:gd name="T87" fmla="*/ 44450 h 4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0" h="47">
                <a:moveTo>
                  <a:pt x="5" y="0"/>
                </a:move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7" y="1"/>
                  <a:pt x="27" y="1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5"/>
                  <a:pt x="40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3"/>
                  <a:pt x="40" y="44"/>
                  <a:pt x="39" y="45"/>
                </a:cubicBezTo>
                <a:cubicBezTo>
                  <a:pt x="39" y="45"/>
                  <a:pt x="39" y="45"/>
                  <a:pt x="39" y="45"/>
                </a:cubicBezTo>
                <a:cubicBezTo>
                  <a:pt x="39" y="45"/>
                  <a:pt x="39" y="45"/>
                  <a:pt x="39" y="45"/>
                </a:cubicBezTo>
                <a:cubicBezTo>
                  <a:pt x="38" y="46"/>
                  <a:pt x="37" y="47"/>
                  <a:pt x="36" y="47"/>
                </a:cubicBezTo>
                <a:cubicBezTo>
                  <a:pt x="5" y="47"/>
                  <a:pt x="5" y="47"/>
                  <a:pt x="5" y="47"/>
                </a:cubicBezTo>
                <a:cubicBezTo>
                  <a:pt x="4" y="47"/>
                  <a:pt x="2" y="46"/>
                  <a:pt x="1" y="45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1" y="3"/>
                  <a:pt x="1" y="2"/>
                </a:cubicBezTo>
                <a:cubicBezTo>
                  <a:pt x="2" y="1"/>
                  <a:pt x="4" y="0"/>
                  <a:pt x="5" y="0"/>
                </a:cubicBezTo>
                <a:close/>
                <a:moveTo>
                  <a:pt x="37" y="16"/>
                </a:moveTo>
                <a:cubicBezTo>
                  <a:pt x="37" y="16"/>
                  <a:pt x="37" y="16"/>
                  <a:pt x="37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8" y="16"/>
                  <a:pt x="27" y="16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5" y="14"/>
                  <a:pt x="25" y="13"/>
                  <a:pt x="25" y="12"/>
                </a:cubicBezTo>
                <a:cubicBezTo>
                  <a:pt x="25" y="4"/>
                  <a:pt x="25" y="4"/>
                  <a:pt x="25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5"/>
                  <a:pt x="4" y="5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42"/>
                  <a:pt x="4" y="42"/>
                  <a:pt x="4" y="43"/>
                </a:cubicBezTo>
                <a:cubicBezTo>
                  <a:pt x="4" y="43"/>
                  <a:pt x="4" y="43"/>
                  <a:pt x="4" y="43"/>
                </a:cubicBezTo>
                <a:cubicBezTo>
                  <a:pt x="4" y="43"/>
                  <a:pt x="4" y="43"/>
                  <a:pt x="5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3"/>
                  <a:pt x="37" y="43"/>
                </a:cubicBezTo>
                <a:cubicBezTo>
                  <a:pt x="37" y="43"/>
                  <a:pt x="37" y="43"/>
                  <a:pt x="37" y="43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16"/>
                  <a:pt x="37" y="16"/>
                  <a:pt x="37" y="16"/>
                </a:cubicBezTo>
                <a:close/>
                <a:moveTo>
                  <a:pt x="35" y="14"/>
                </a:moveTo>
                <a:cubicBezTo>
                  <a:pt x="35" y="14"/>
                  <a:pt x="35" y="14"/>
                  <a:pt x="35" y="14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3"/>
                  <a:pt x="27" y="13"/>
                </a:cubicBezTo>
                <a:cubicBezTo>
                  <a:pt x="27" y="13"/>
                  <a:pt x="27" y="13"/>
                  <a:pt x="27" y="13"/>
                </a:cubicBezTo>
                <a:cubicBezTo>
                  <a:pt x="28" y="14"/>
                  <a:pt x="28" y="14"/>
                  <a:pt x="29" y="14"/>
                </a:cubicBezTo>
                <a:cubicBezTo>
                  <a:pt x="35" y="14"/>
                  <a:pt x="35" y="14"/>
                  <a:pt x="35" y="1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33" name="Freeform 367">
            <a:extLst>
              <a:ext uri="{FF2B5EF4-FFF2-40B4-BE49-F238E27FC236}">
                <a16:creationId xmlns:a16="http://schemas.microsoft.com/office/drawing/2014/main" id="{D82A78B6-ECDE-418F-B870-23C6134C552C}"/>
              </a:ext>
            </a:extLst>
          </p:cNvPr>
          <p:cNvSpPr>
            <a:spLocks noEditPoints="1"/>
          </p:cNvSpPr>
          <p:nvPr/>
        </p:nvSpPr>
        <p:spPr bwMode="auto">
          <a:xfrm>
            <a:off x="3180752" y="1761514"/>
            <a:ext cx="173567" cy="194733"/>
          </a:xfrm>
          <a:custGeom>
            <a:avLst/>
            <a:gdLst>
              <a:gd name="T0" fmla="*/ 31750 w 41"/>
              <a:gd name="T1" fmla="*/ 104775 h 46"/>
              <a:gd name="T2" fmla="*/ 31750 w 41"/>
              <a:gd name="T3" fmla="*/ 111125 h 46"/>
              <a:gd name="T4" fmla="*/ 101600 w 41"/>
              <a:gd name="T5" fmla="*/ 107950 h 46"/>
              <a:gd name="T6" fmla="*/ 127000 w 41"/>
              <a:gd name="T7" fmla="*/ 41275 h 46"/>
              <a:gd name="T8" fmla="*/ 85725 w 41"/>
              <a:gd name="T9" fmla="*/ 0 h 46"/>
              <a:gd name="T10" fmla="*/ 15875 w 41"/>
              <a:gd name="T11" fmla="*/ 0 h 46"/>
              <a:gd name="T12" fmla="*/ 0 w 41"/>
              <a:gd name="T13" fmla="*/ 15875 h 46"/>
              <a:gd name="T14" fmla="*/ 6350 w 41"/>
              <a:gd name="T15" fmla="*/ 142875 h 46"/>
              <a:gd name="T16" fmla="*/ 6350 w 41"/>
              <a:gd name="T17" fmla="*/ 142875 h 46"/>
              <a:gd name="T18" fmla="*/ 114300 w 41"/>
              <a:gd name="T19" fmla="*/ 146050 h 46"/>
              <a:gd name="T20" fmla="*/ 123825 w 41"/>
              <a:gd name="T21" fmla="*/ 142875 h 46"/>
              <a:gd name="T22" fmla="*/ 130175 w 41"/>
              <a:gd name="T23" fmla="*/ 130175 h 46"/>
              <a:gd name="T24" fmla="*/ 127000 w 41"/>
              <a:gd name="T25" fmla="*/ 41275 h 46"/>
              <a:gd name="T26" fmla="*/ 85725 w 41"/>
              <a:gd name="T27" fmla="*/ 15875 h 46"/>
              <a:gd name="T28" fmla="*/ 92075 w 41"/>
              <a:gd name="T29" fmla="*/ 44450 h 46"/>
              <a:gd name="T30" fmla="*/ 88900 w 41"/>
              <a:gd name="T31" fmla="*/ 41275 h 46"/>
              <a:gd name="T32" fmla="*/ 85725 w 41"/>
              <a:gd name="T33" fmla="*/ 15875 h 46"/>
              <a:gd name="T34" fmla="*/ 117475 w 41"/>
              <a:gd name="T35" fmla="*/ 130175 h 46"/>
              <a:gd name="T36" fmla="*/ 117475 w 41"/>
              <a:gd name="T37" fmla="*/ 133350 h 46"/>
              <a:gd name="T38" fmla="*/ 15875 w 41"/>
              <a:gd name="T39" fmla="*/ 136525 h 46"/>
              <a:gd name="T40" fmla="*/ 12700 w 41"/>
              <a:gd name="T41" fmla="*/ 133350 h 46"/>
              <a:gd name="T42" fmla="*/ 12700 w 41"/>
              <a:gd name="T43" fmla="*/ 15875 h 46"/>
              <a:gd name="T44" fmla="*/ 15875 w 41"/>
              <a:gd name="T45" fmla="*/ 12700 h 46"/>
              <a:gd name="T46" fmla="*/ 79375 w 41"/>
              <a:gd name="T47" fmla="*/ 38100 h 46"/>
              <a:gd name="T48" fmla="*/ 82550 w 41"/>
              <a:gd name="T49" fmla="*/ 44450 h 46"/>
              <a:gd name="T50" fmla="*/ 117475 w 41"/>
              <a:gd name="T51" fmla="*/ 50800 h 46"/>
              <a:gd name="T52" fmla="*/ 28575 w 41"/>
              <a:gd name="T53" fmla="*/ 60325 h 46"/>
              <a:gd name="T54" fmla="*/ 31750 w 41"/>
              <a:gd name="T55" fmla="*/ 63500 h 46"/>
              <a:gd name="T56" fmla="*/ 101600 w 41"/>
              <a:gd name="T57" fmla="*/ 60325 h 46"/>
              <a:gd name="T58" fmla="*/ 31750 w 41"/>
              <a:gd name="T59" fmla="*/ 57150 h 46"/>
              <a:gd name="T60" fmla="*/ 98425 w 41"/>
              <a:gd name="T61" fmla="*/ 82550 h 46"/>
              <a:gd name="T62" fmla="*/ 31750 w 41"/>
              <a:gd name="T63" fmla="*/ 82550 h 46"/>
              <a:gd name="T64" fmla="*/ 31750 w 41"/>
              <a:gd name="T65" fmla="*/ 88900 h 46"/>
              <a:gd name="T66" fmla="*/ 101600 w 41"/>
              <a:gd name="T67" fmla="*/ 85725 h 4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1" h="46">
                <a:moveTo>
                  <a:pt x="31" y="33"/>
                </a:moveTo>
                <a:cubicBezTo>
                  <a:pt x="10" y="33"/>
                  <a:pt x="10" y="33"/>
                  <a:pt x="10" y="33"/>
                </a:cubicBezTo>
                <a:cubicBezTo>
                  <a:pt x="10" y="33"/>
                  <a:pt x="9" y="34"/>
                  <a:pt x="9" y="34"/>
                </a:cubicBezTo>
                <a:cubicBezTo>
                  <a:pt x="9" y="35"/>
                  <a:pt x="10" y="35"/>
                  <a:pt x="10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2" y="35"/>
                  <a:pt x="32" y="34"/>
                </a:cubicBezTo>
                <a:cubicBezTo>
                  <a:pt x="32" y="34"/>
                  <a:pt x="31" y="33"/>
                  <a:pt x="31" y="33"/>
                </a:cubicBezTo>
                <a:close/>
                <a:moveTo>
                  <a:pt x="40" y="13"/>
                </a:moveTo>
                <a:cubicBezTo>
                  <a:pt x="40" y="13"/>
                  <a:pt x="40" y="13"/>
                  <a:pt x="40" y="13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0"/>
                  <a:pt x="27" y="0"/>
                  <a:pt x="26" y="0"/>
                </a:cubicBezTo>
                <a:cubicBezTo>
                  <a:pt x="5" y="0"/>
                  <a:pt x="5" y="0"/>
                  <a:pt x="5" y="0"/>
                </a:cubicBezTo>
                <a:cubicBezTo>
                  <a:pt x="4" y="0"/>
                  <a:pt x="2" y="0"/>
                  <a:pt x="2" y="1"/>
                </a:cubicBezTo>
                <a:cubicBezTo>
                  <a:pt x="1" y="2"/>
                  <a:pt x="0" y="3"/>
                  <a:pt x="0" y="5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43"/>
                  <a:pt x="1" y="44"/>
                  <a:pt x="2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3" y="46"/>
                  <a:pt x="4" y="46"/>
                  <a:pt x="5" y="46"/>
                </a:cubicBezTo>
                <a:cubicBezTo>
                  <a:pt x="36" y="46"/>
                  <a:pt x="36" y="46"/>
                  <a:pt x="36" y="46"/>
                </a:cubicBezTo>
                <a:cubicBezTo>
                  <a:pt x="37" y="46"/>
                  <a:pt x="38" y="46"/>
                  <a:pt x="39" y="45"/>
                </a:cubicBezTo>
                <a:cubicBezTo>
                  <a:pt x="39" y="45"/>
                  <a:pt x="39" y="45"/>
                  <a:pt x="39" y="45"/>
                </a:cubicBezTo>
                <a:cubicBezTo>
                  <a:pt x="39" y="45"/>
                  <a:pt x="39" y="45"/>
                  <a:pt x="39" y="45"/>
                </a:cubicBezTo>
                <a:cubicBezTo>
                  <a:pt x="40" y="44"/>
                  <a:pt x="41" y="43"/>
                  <a:pt x="41" y="41"/>
                </a:cubicBezTo>
                <a:cubicBezTo>
                  <a:pt x="41" y="15"/>
                  <a:pt x="41" y="15"/>
                  <a:pt x="41" y="15"/>
                </a:cubicBezTo>
                <a:cubicBezTo>
                  <a:pt x="41" y="14"/>
                  <a:pt x="40" y="14"/>
                  <a:pt x="40" y="13"/>
                </a:cubicBezTo>
                <a:close/>
                <a:moveTo>
                  <a:pt x="27" y="5"/>
                </a:moveTo>
                <a:cubicBezTo>
                  <a:pt x="27" y="5"/>
                  <a:pt x="27" y="5"/>
                  <a:pt x="27" y="5"/>
                </a:cubicBezTo>
                <a:cubicBezTo>
                  <a:pt x="35" y="14"/>
                  <a:pt x="35" y="14"/>
                  <a:pt x="35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8" y="14"/>
                  <a:pt x="28" y="13"/>
                  <a:pt x="2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7" y="13"/>
                  <a:pt x="27" y="12"/>
                  <a:pt x="27" y="12"/>
                </a:cubicBezTo>
                <a:cubicBezTo>
                  <a:pt x="27" y="5"/>
                  <a:pt x="27" y="5"/>
                  <a:pt x="27" y="5"/>
                </a:cubicBezTo>
                <a:close/>
                <a:moveTo>
                  <a:pt x="37" y="41"/>
                </a:moveTo>
                <a:cubicBezTo>
                  <a:pt x="37" y="41"/>
                  <a:pt x="37" y="41"/>
                  <a:pt x="37" y="41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2"/>
                  <a:pt x="36" y="43"/>
                  <a:pt x="36" y="43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43"/>
                  <a:pt x="4" y="42"/>
                  <a:pt x="4" y="42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42"/>
                  <a:pt x="4" y="42"/>
                  <a:pt x="4" y="41"/>
                </a:cubicBezTo>
                <a:cubicBezTo>
                  <a:pt x="4" y="5"/>
                  <a:pt x="4" y="5"/>
                  <a:pt x="4" y="5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5" y="4"/>
                  <a:pt x="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13"/>
                  <a:pt x="25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7" y="15"/>
                  <a:pt x="28" y="16"/>
                  <a:pt x="29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41"/>
                  <a:pt x="37" y="41"/>
                  <a:pt x="37" y="41"/>
                </a:cubicBezTo>
                <a:close/>
                <a:moveTo>
                  <a:pt x="9" y="19"/>
                </a:moveTo>
                <a:cubicBezTo>
                  <a:pt x="9" y="19"/>
                  <a:pt x="9" y="19"/>
                  <a:pt x="9" y="19"/>
                </a:cubicBezTo>
                <a:cubicBezTo>
                  <a:pt x="9" y="20"/>
                  <a:pt x="10" y="20"/>
                  <a:pt x="10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0"/>
                  <a:pt x="32" y="20"/>
                  <a:pt x="32" y="19"/>
                </a:cubicBezTo>
                <a:cubicBezTo>
                  <a:pt x="32" y="19"/>
                  <a:pt x="31" y="18"/>
                  <a:pt x="31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8"/>
                  <a:pt x="9" y="19"/>
                  <a:pt x="9" y="19"/>
                </a:cubicBezTo>
                <a:close/>
                <a:moveTo>
                  <a:pt x="31" y="26"/>
                </a:moveTo>
                <a:cubicBezTo>
                  <a:pt x="31" y="26"/>
                  <a:pt x="31" y="26"/>
                  <a:pt x="31" y="26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6"/>
                  <a:pt x="9" y="26"/>
                  <a:pt x="9" y="27"/>
                </a:cubicBezTo>
                <a:cubicBezTo>
                  <a:pt x="9" y="27"/>
                  <a:pt x="10" y="28"/>
                  <a:pt x="10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8"/>
                  <a:pt x="32" y="27"/>
                  <a:pt x="32" y="27"/>
                </a:cubicBezTo>
                <a:cubicBezTo>
                  <a:pt x="32" y="26"/>
                  <a:pt x="31" y="26"/>
                  <a:pt x="31" y="2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34" name="Freeform 368">
            <a:extLst>
              <a:ext uri="{FF2B5EF4-FFF2-40B4-BE49-F238E27FC236}">
                <a16:creationId xmlns:a16="http://schemas.microsoft.com/office/drawing/2014/main" id="{5118017E-6147-A00C-2248-DA7ACEC25F0B}"/>
              </a:ext>
            </a:extLst>
          </p:cNvPr>
          <p:cNvSpPr>
            <a:spLocks noEditPoints="1"/>
          </p:cNvSpPr>
          <p:nvPr/>
        </p:nvSpPr>
        <p:spPr bwMode="auto">
          <a:xfrm>
            <a:off x="8055434" y="1803848"/>
            <a:ext cx="194733" cy="190500"/>
          </a:xfrm>
          <a:custGeom>
            <a:avLst/>
            <a:gdLst>
              <a:gd name="T0" fmla="*/ 98425 w 46"/>
              <a:gd name="T1" fmla="*/ 3175 h 45"/>
              <a:gd name="T2" fmla="*/ 142875 w 46"/>
              <a:gd name="T3" fmla="*/ 28575 h 45"/>
              <a:gd name="T4" fmla="*/ 146050 w 46"/>
              <a:gd name="T5" fmla="*/ 31750 h 45"/>
              <a:gd name="T6" fmla="*/ 146050 w 46"/>
              <a:gd name="T7" fmla="*/ 31750 h 45"/>
              <a:gd name="T8" fmla="*/ 146050 w 46"/>
              <a:gd name="T9" fmla="*/ 136525 h 45"/>
              <a:gd name="T10" fmla="*/ 139700 w 46"/>
              <a:gd name="T11" fmla="*/ 139700 h 45"/>
              <a:gd name="T12" fmla="*/ 136525 w 46"/>
              <a:gd name="T13" fmla="*/ 139700 h 45"/>
              <a:gd name="T14" fmla="*/ 95250 w 46"/>
              <a:gd name="T15" fmla="*/ 114300 h 45"/>
              <a:gd name="T16" fmla="*/ 53975 w 46"/>
              <a:gd name="T17" fmla="*/ 139700 h 45"/>
              <a:gd name="T18" fmla="*/ 47625 w 46"/>
              <a:gd name="T19" fmla="*/ 139700 h 45"/>
              <a:gd name="T20" fmla="*/ 3175 w 46"/>
              <a:gd name="T21" fmla="*/ 114300 h 45"/>
              <a:gd name="T22" fmla="*/ 0 w 46"/>
              <a:gd name="T23" fmla="*/ 107950 h 45"/>
              <a:gd name="T24" fmla="*/ 0 w 46"/>
              <a:gd name="T25" fmla="*/ 107950 h 45"/>
              <a:gd name="T26" fmla="*/ 0 w 46"/>
              <a:gd name="T27" fmla="*/ 6350 h 45"/>
              <a:gd name="T28" fmla="*/ 3175 w 46"/>
              <a:gd name="T29" fmla="*/ 0 h 45"/>
              <a:gd name="T30" fmla="*/ 9525 w 46"/>
              <a:gd name="T31" fmla="*/ 3175 h 45"/>
              <a:gd name="T32" fmla="*/ 50800 w 46"/>
              <a:gd name="T33" fmla="*/ 25400 h 45"/>
              <a:gd name="T34" fmla="*/ 92075 w 46"/>
              <a:gd name="T35" fmla="*/ 3175 h 45"/>
              <a:gd name="T36" fmla="*/ 98425 w 46"/>
              <a:gd name="T37" fmla="*/ 3175 h 45"/>
              <a:gd name="T38" fmla="*/ 98425 w 46"/>
              <a:gd name="T39" fmla="*/ 3175 h 45"/>
              <a:gd name="T40" fmla="*/ 98425 w 46"/>
              <a:gd name="T41" fmla="*/ 15875 h 45"/>
              <a:gd name="T42" fmla="*/ 98425 w 46"/>
              <a:gd name="T43" fmla="*/ 15875 h 45"/>
              <a:gd name="T44" fmla="*/ 98425 w 46"/>
              <a:gd name="T45" fmla="*/ 104775 h 45"/>
              <a:gd name="T46" fmla="*/ 133350 w 46"/>
              <a:gd name="T47" fmla="*/ 127000 h 45"/>
              <a:gd name="T48" fmla="*/ 133350 w 46"/>
              <a:gd name="T49" fmla="*/ 34925 h 45"/>
              <a:gd name="T50" fmla="*/ 98425 w 46"/>
              <a:gd name="T51" fmla="*/ 15875 h 45"/>
              <a:gd name="T52" fmla="*/ 92075 w 46"/>
              <a:gd name="T53" fmla="*/ 104775 h 45"/>
              <a:gd name="T54" fmla="*/ 92075 w 46"/>
              <a:gd name="T55" fmla="*/ 104775 h 45"/>
              <a:gd name="T56" fmla="*/ 92075 w 46"/>
              <a:gd name="T57" fmla="*/ 15875 h 45"/>
              <a:gd name="T58" fmla="*/ 53975 w 46"/>
              <a:gd name="T59" fmla="*/ 38100 h 45"/>
              <a:gd name="T60" fmla="*/ 53975 w 46"/>
              <a:gd name="T61" fmla="*/ 127000 h 45"/>
              <a:gd name="T62" fmla="*/ 92075 w 46"/>
              <a:gd name="T63" fmla="*/ 104775 h 45"/>
              <a:gd name="T64" fmla="*/ 47625 w 46"/>
              <a:gd name="T65" fmla="*/ 38100 h 45"/>
              <a:gd name="T66" fmla="*/ 47625 w 46"/>
              <a:gd name="T67" fmla="*/ 38100 h 45"/>
              <a:gd name="T68" fmla="*/ 9525 w 46"/>
              <a:gd name="T69" fmla="*/ 15875 h 45"/>
              <a:gd name="T70" fmla="*/ 9525 w 46"/>
              <a:gd name="T71" fmla="*/ 104775 h 45"/>
              <a:gd name="T72" fmla="*/ 47625 w 46"/>
              <a:gd name="T73" fmla="*/ 127000 h 45"/>
              <a:gd name="T74" fmla="*/ 47625 w 46"/>
              <a:gd name="T75" fmla="*/ 38100 h 4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6" h="45">
                <a:moveTo>
                  <a:pt x="31" y="1"/>
                </a:moveTo>
                <a:cubicBezTo>
                  <a:pt x="45" y="9"/>
                  <a:pt x="45" y="9"/>
                  <a:pt x="45" y="9"/>
                </a:cubicBezTo>
                <a:cubicBezTo>
                  <a:pt x="46" y="9"/>
                  <a:pt x="46" y="10"/>
                  <a:pt x="46" y="10"/>
                </a:cubicBezTo>
                <a:cubicBezTo>
                  <a:pt x="46" y="10"/>
                  <a:pt x="46" y="10"/>
                  <a:pt x="46" y="10"/>
                </a:cubicBezTo>
                <a:cubicBezTo>
                  <a:pt x="46" y="43"/>
                  <a:pt x="46" y="43"/>
                  <a:pt x="46" y="43"/>
                </a:cubicBezTo>
                <a:cubicBezTo>
                  <a:pt x="46" y="44"/>
                  <a:pt x="45" y="44"/>
                  <a:pt x="44" y="44"/>
                </a:cubicBezTo>
                <a:cubicBezTo>
                  <a:pt x="44" y="44"/>
                  <a:pt x="43" y="44"/>
                  <a:pt x="43" y="44"/>
                </a:cubicBezTo>
                <a:cubicBezTo>
                  <a:pt x="30" y="36"/>
                  <a:pt x="30" y="36"/>
                  <a:pt x="30" y="36"/>
                </a:cubicBezTo>
                <a:cubicBezTo>
                  <a:pt x="17" y="44"/>
                  <a:pt x="17" y="44"/>
                  <a:pt x="17" y="44"/>
                </a:cubicBezTo>
                <a:cubicBezTo>
                  <a:pt x="16" y="45"/>
                  <a:pt x="15" y="44"/>
                  <a:pt x="15" y="44"/>
                </a:cubicBezTo>
                <a:cubicBezTo>
                  <a:pt x="1" y="36"/>
                  <a:pt x="1" y="36"/>
                  <a:pt x="1" y="36"/>
                </a:cubicBezTo>
                <a:cubicBezTo>
                  <a:pt x="0" y="36"/>
                  <a:pt x="0" y="35"/>
                  <a:pt x="0" y="34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ubicBezTo>
                  <a:pt x="2" y="0"/>
                  <a:pt x="2" y="1"/>
                  <a:pt x="3" y="1"/>
                </a:cubicBezTo>
                <a:cubicBezTo>
                  <a:pt x="16" y="8"/>
                  <a:pt x="16" y="8"/>
                  <a:pt x="16" y="8"/>
                </a:cubicBezTo>
                <a:cubicBezTo>
                  <a:pt x="29" y="1"/>
                  <a:pt x="29" y="1"/>
                  <a:pt x="29" y="1"/>
                </a:cubicBezTo>
                <a:cubicBezTo>
                  <a:pt x="30" y="0"/>
                  <a:pt x="30" y="0"/>
                  <a:pt x="31" y="1"/>
                </a:cubicBezTo>
                <a:cubicBezTo>
                  <a:pt x="31" y="1"/>
                  <a:pt x="31" y="1"/>
                  <a:pt x="31" y="1"/>
                </a:cubicBezTo>
                <a:close/>
                <a:moveTo>
                  <a:pt x="31" y="5"/>
                </a:moveTo>
                <a:cubicBezTo>
                  <a:pt x="31" y="5"/>
                  <a:pt x="31" y="5"/>
                  <a:pt x="31" y="5"/>
                </a:cubicBezTo>
                <a:cubicBezTo>
                  <a:pt x="31" y="33"/>
                  <a:pt x="31" y="33"/>
                  <a:pt x="31" y="33"/>
                </a:cubicBezTo>
                <a:cubicBezTo>
                  <a:pt x="42" y="40"/>
                  <a:pt x="42" y="40"/>
                  <a:pt x="42" y="40"/>
                </a:cubicBezTo>
                <a:cubicBezTo>
                  <a:pt x="42" y="11"/>
                  <a:pt x="42" y="11"/>
                  <a:pt x="42" y="11"/>
                </a:cubicBezTo>
                <a:cubicBezTo>
                  <a:pt x="31" y="5"/>
                  <a:pt x="31" y="5"/>
                  <a:pt x="31" y="5"/>
                </a:cubicBezTo>
                <a:close/>
                <a:moveTo>
                  <a:pt x="29" y="33"/>
                </a:moveTo>
                <a:cubicBezTo>
                  <a:pt x="29" y="33"/>
                  <a:pt x="29" y="33"/>
                  <a:pt x="29" y="33"/>
                </a:cubicBezTo>
                <a:cubicBezTo>
                  <a:pt x="29" y="5"/>
                  <a:pt x="29" y="5"/>
                  <a:pt x="29" y="5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40"/>
                  <a:pt x="17" y="40"/>
                  <a:pt x="17" y="40"/>
                </a:cubicBezTo>
                <a:cubicBezTo>
                  <a:pt x="29" y="33"/>
                  <a:pt x="29" y="33"/>
                  <a:pt x="29" y="33"/>
                </a:cubicBezTo>
                <a:close/>
                <a:moveTo>
                  <a:pt x="15" y="12"/>
                </a:moveTo>
                <a:cubicBezTo>
                  <a:pt x="15" y="12"/>
                  <a:pt x="15" y="12"/>
                  <a:pt x="15" y="12"/>
                </a:cubicBezTo>
                <a:cubicBezTo>
                  <a:pt x="3" y="5"/>
                  <a:pt x="3" y="5"/>
                  <a:pt x="3" y="5"/>
                </a:cubicBezTo>
                <a:cubicBezTo>
                  <a:pt x="3" y="33"/>
                  <a:pt x="3" y="33"/>
                  <a:pt x="3" y="33"/>
                </a:cubicBezTo>
                <a:cubicBezTo>
                  <a:pt x="15" y="40"/>
                  <a:pt x="15" y="40"/>
                  <a:pt x="15" y="40"/>
                </a:cubicBezTo>
                <a:cubicBezTo>
                  <a:pt x="15" y="12"/>
                  <a:pt x="15" y="12"/>
                  <a:pt x="15" y="1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35" name="Freeform 369">
            <a:extLst>
              <a:ext uri="{FF2B5EF4-FFF2-40B4-BE49-F238E27FC236}">
                <a16:creationId xmlns:a16="http://schemas.microsoft.com/office/drawing/2014/main" id="{5362CEB4-E1BB-C3FC-3D53-A28B8CA60371}"/>
              </a:ext>
            </a:extLst>
          </p:cNvPr>
          <p:cNvSpPr>
            <a:spLocks noEditPoints="1"/>
          </p:cNvSpPr>
          <p:nvPr/>
        </p:nvSpPr>
        <p:spPr bwMode="auto">
          <a:xfrm>
            <a:off x="2789167" y="1361465"/>
            <a:ext cx="196851" cy="165100"/>
          </a:xfrm>
          <a:custGeom>
            <a:avLst/>
            <a:gdLst>
              <a:gd name="T0" fmla="*/ 141219 w 46"/>
              <a:gd name="T1" fmla="*/ 6350 h 39"/>
              <a:gd name="T2" fmla="*/ 121962 w 46"/>
              <a:gd name="T3" fmla="*/ 0 h 39"/>
              <a:gd name="T4" fmla="*/ 28886 w 46"/>
              <a:gd name="T5" fmla="*/ 0 h 39"/>
              <a:gd name="T6" fmla="*/ 9629 w 46"/>
              <a:gd name="T7" fmla="*/ 6350 h 39"/>
              <a:gd name="T8" fmla="*/ 9629 w 46"/>
              <a:gd name="T9" fmla="*/ 6350 h 39"/>
              <a:gd name="T10" fmla="*/ 9629 w 46"/>
              <a:gd name="T11" fmla="*/ 6350 h 39"/>
              <a:gd name="T12" fmla="*/ 0 w 46"/>
              <a:gd name="T13" fmla="*/ 25400 h 39"/>
              <a:gd name="T14" fmla="*/ 0 w 46"/>
              <a:gd name="T15" fmla="*/ 95250 h 39"/>
              <a:gd name="T16" fmla="*/ 9629 w 46"/>
              <a:gd name="T17" fmla="*/ 114300 h 39"/>
              <a:gd name="T18" fmla="*/ 9629 w 46"/>
              <a:gd name="T19" fmla="*/ 114300 h 39"/>
              <a:gd name="T20" fmla="*/ 9629 w 46"/>
              <a:gd name="T21" fmla="*/ 114300 h 39"/>
              <a:gd name="T22" fmla="*/ 28886 w 46"/>
              <a:gd name="T23" fmla="*/ 123825 h 39"/>
              <a:gd name="T24" fmla="*/ 121962 w 46"/>
              <a:gd name="T25" fmla="*/ 123825 h 39"/>
              <a:gd name="T26" fmla="*/ 141219 w 46"/>
              <a:gd name="T27" fmla="*/ 114300 h 39"/>
              <a:gd name="T28" fmla="*/ 141219 w 46"/>
              <a:gd name="T29" fmla="*/ 114300 h 39"/>
              <a:gd name="T30" fmla="*/ 147638 w 46"/>
              <a:gd name="T31" fmla="*/ 95250 h 39"/>
              <a:gd name="T32" fmla="*/ 147638 w 46"/>
              <a:gd name="T33" fmla="*/ 25400 h 39"/>
              <a:gd name="T34" fmla="*/ 141219 w 46"/>
              <a:gd name="T35" fmla="*/ 6350 h 39"/>
              <a:gd name="T36" fmla="*/ 138009 w 46"/>
              <a:gd name="T37" fmla="*/ 95250 h 39"/>
              <a:gd name="T38" fmla="*/ 138009 w 46"/>
              <a:gd name="T39" fmla="*/ 95250 h 39"/>
              <a:gd name="T40" fmla="*/ 131590 w 46"/>
              <a:gd name="T41" fmla="*/ 107950 h 39"/>
              <a:gd name="T42" fmla="*/ 131590 w 46"/>
              <a:gd name="T43" fmla="*/ 107950 h 39"/>
              <a:gd name="T44" fmla="*/ 121962 w 46"/>
              <a:gd name="T45" fmla="*/ 111125 h 39"/>
              <a:gd name="T46" fmla="*/ 28886 w 46"/>
              <a:gd name="T47" fmla="*/ 111125 h 39"/>
              <a:gd name="T48" fmla="*/ 16048 w 46"/>
              <a:gd name="T49" fmla="*/ 107950 h 39"/>
              <a:gd name="T50" fmla="*/ 16048 w 46"/>
              <a:gd name="T51" fmla="*/ 107950 h 39"/>
              <a:gd name="T52" fmla="*/ 12838 w 46"/>
              <a:gd name="T53" fmla="*/ 95250 h 39"/>
              <a:gd name="T54" fmla="*/ 12838 w 46"/>
              <a:gd name="T55" fmla="*/ 25400 h 39"/>
              <a:gd name="T56" fmla="*/ 16048 w 46"/>
              <a:gd name="T57" fmla="*/ 15875 h 39"/>
              <a:gd name="T58" fmla="*/ 28886 w 46"/>
              <a:gd name="T59" fmla="*/ 9525 h 39"/>
              <a:gd name="T60" fmla="*/ 121962 w 46"/>
              <a:gd name="T61" fmla="*/ 9525 h 39"/>
              <a:gd name="T62" fmla="*/ 131590 w 46"/>
              <a:gd name="T63" fmla="*/ 15875 h 39"/>
              <a:gd name="T64" fmla="*/ 138009 w 46"/>
              <a:gd name="T65" fmla="*/ 25400 h 39"/>
              <a:gd name="T66" fmla="*/ 138009 w 46"/>
              <a:gd name="T67" fmla="*/ 95250 h 39"/>
              <a:gd name="T68" fmla="*/ 77029 w 46"/>
              <a:gd name="T69" fmla="*/ 41275 h 39"/>
              <a:gd name="T70" fmla="*/ 77029 w 46"/>
              <a:gd name="T71" fmla="*/ 41275 h 39"/>
              <a:gd name="T72" fmla="*/ 48143 w 46"/>
              <a:gd name="T73" fmla="*/ 25400 h 39"/>
              <a:gd name="T74" fmla="*/ 48143 w 46"/>
              <a:gd name="T75" fmla="*/ 25400 h 39"/>
              <a:gd name="T76" fmla="*/ 44933 w 46"/>
              <a:gd name="T77" fmla="*/ 28575 h 39"/>
              <a:gd name="T78" fmla="*/ 44933 w 46"/>
              <a:gd name="T79" fmla="*/ 92075 h 39"/>
              <a:gd name="T80" fmla="*/ 44933 w 46"/>
              <a:gd name="T81" fmla="*/ 92075 h 39"/>
              <a:gd name="T82" fmla="*/ 44933 w 46"/>
              <a:gd name="T83" fmla="*/ 95250 h 39"/>
              <a:gd name="T84" fmla="*/ 48143 w 46"/>
              <a:gd name="T85" fmla="*/ 95250 h 39"/>
              <a:gd name="T86" fmla="*/ 77029 w 46"/>
              <a:gd name="T87" fmla="*/ 79375 h 39"/>
              <a:gd name="T88" fmla="*/ 102705 w 46"/>
              <a:gd name="T89" fmla="*/ 63500 h 39"/>
              <a:gd name="T90" fmla="*/ 105914 w 46"/>
              <a:gd name="T91" fmla="*/ 63500 h 39"/>
              <a:gd name="T92" fmla="*/ 105914 w 46"/>
              <a:gd name="T93" fmla="*/ 57150 h 39"/>
              <a:gd name="T94" fmla="*/ 77029 w 46"/>
              <a:gd name="T95" fmla="*/ 41275 h 39"/>
              <a:gd name="T96" fmla="*/ 73819 w 46"/>
              <a:gd name="T97" fmla="*/ 73025 h 39"/>
              <a:gd name="T98" fmla="*/ 73819 w 46"/>
              <a:gd name="T99" fmla="*/ 73025 h 39"/>
              <a:gd name="T100" fmla="*/ 51352 w 46"/>
              <a:gd name="T101" fmla="*/ 85725 h 39"/>
              <a:gd name="T102" fmla="*/ 51352 w 46"/>
              <a:gd name="T103" fmla="*/ 34925 h 39"/>
              <a:gd name="T104" fmla="*/ 73819 w 46"/>
              <a:gd name="T105" fmla="*/ 47625 h 39"/>
              <a:gd name="T106" fmla="*/ 96286 w 46"/>
              <a:gd name="T107" fmla="*/ 60325 h 39"/>
              <a:gd name="T108" fmla="*/ 73819 w 46"/>
              <a:gd name="T109" fmla="*/ 73025 h 39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46" h="39">
                <a:moveTo>
                  <a:pt x="44" y="2"/>
                </a:moveTo>
                <a:cubicBezTo>
                  <a:pt x="42" y="1"/>
                  <a:pt x="40" y="0"/>
                  <a:pt x="38" y="0"/>
                </a:cubicBezTo>
                <a:cubicBezTo>
                  <a:pt x="9" y="0"/>
                  <a:pt x="9" y="0"/>
                  <a:pt x="9" y="0"/>
                </a:cubicBezTo>
                <a:cubicBezTo>
                  <a:pt x="6" y="0"/>
                  <a:pt x="4" y="1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1" y="4"/>
                  <a:pt x="0" y="6"/>
                  <a:pt x="0" y="8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2"/>
                  <a:pt x="1" y="35"/>
                  <a:pt x="3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4" y="38"/>
                  <a:pt x="6" y="39"/>
                  <a:pt x="9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40" y="39"/>
                  <a:pt x="42" y="38"/>
                  <a:pt x="44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45" y="35"/>
                  <a:pt x="46" y="33"/>
                  <a:pt x="46" y="30"/>
                </a:cubicBezTo>
                <a:cubicBezTo>
                  <a:pt x="46" y="8"/>
                  <a:pt x="46" y="8"/>
                  <a:pt x="46" y="8"/>
                </a:cubicBezTo>
                <a:cubicBezTo>
                  <a:pt x="46" y="6"/>
                  <a:pt x="45" y="4"/>
                  <a:pt x="44" y="2"/>
                </a:cubicBezTo>
                <a:close/>
                <a:moveTo>
                  <a:pt x="43" y="30"/>
                </a:moveTo>
                <a:cubicBezTo>
                  <a:pt x="43" y="30"/>
                  <a:pt x="43" y="30"/>
                  <a:pt x="43" y="30"/>
                </a:cubicBezTo>
                <a:cubicBezTo>
                  <a:pt x="43" y="32"/>
                  <a:pt x="42" y="33"/>
                  <a:pt x="41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0" y="35"/>
                  <a:pt x="39" y="35"/>
                  <a:pt x="38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7" y="35"/>
                  <a:pt x="6" y="35"/>
                  <a:pt x="5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4" y="33"/>
                  <a:pt x="4" y="32"/>
                  <a:pt x="4" y="30"/>
                </a:cubicBezTo>
                <a:cubicBezTo>
                  <a:pt x="4" y="8"/>
                  <a:pt x="4" y="8"/>
                  <a:pt x="4" y="8"/>
                </a:cubicBezTo>
                <a:cubicBezTo>
                  <a:pt x="4" y="7"/>
                  <a:pt x="4" y="6"/>
                  <a:pt x="5" y="5"/>
                </a:cubicBezTo>
                <a:cubicBezTo>
                  <a:pt x="6" y="4"/>
                  <a:pt x="7" y="3"/>
                  <a:pt x="9" y="3"/>
                </a:cubicBezTo>
                <a:cubicBezTo>
                  <a:pt x="38" y="3"/>
                  <a:pt x="38" y="3"/>
                  <a:pt x="38" y="3"/>
                </a:cubicBezTo>
                <a:cubicBezTo>
                  <a:pt x="39" y="3"/>
                  <a:pt x="41" y="4"/>
                  <a:pt x="41" y="5"/>
                </a:cubicBezTo>
                <a:cubicBezTo>
                  <a:pt x="42" y="6"/>
                  <a:pt x="43" y="7"/>
                  <a:pt x="43" y="8"/>
                </a:cubicBezTo>
                <a:cubicBezTo>
                  <a:pt x="43" y="30"/>
                  <a:pt x="43" y="30"/>
                  <a:pt x="43" y="30"/>
                </a:cubicBezTo>
                <a:close/>
                <a:moveTo>
                  <a:pt x="24" y="13"/>
                </a:moveTo>
                <a:cubicBezTo>
                  <a:pt x="24" y="13"/>
                  <a:pt x="24" y="13"/>
                  <a:pt x="24" y="13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4" y="8"/>
                  <a:pt x="14" y="9"/>
                  <a:pt x="14" y="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30"/>
                  <a:pt x="14" y="30"/>
                </a:cubicBezTo>
                <a:cubicBezTo>
                  <a:pt x="14" y="30"/>
                  <a:pt x="15" y="30"/>
                  <a:pt x="15" y="30"/>
                </a:cubicBezTo>
                <a:cubicBezTo>
                  <a:pt x="24" y="25"/>
                  <a:pt x="24" y="25"/>
                  <a:pt x="24" y="25"/>
                </a:cubicBezTo>
                <a:cubicBezTo>
                  <a:pt x="32" y="20"/>
                  <a:pt x="32" y="20"/>
                  <a:pt x="32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19"/>
                  <a:pt x="33" y="19"/>
                  <a:pt x="33" y="18"/>
                </a:cubicBezTo>
                <a:cubicBezTo>
                  <a:pt x="24" y="13"/>
                  <a:pt x="24" y="13"/>
                  <a:pt x="24" y="13"/>
                </a:cubicBezTo>
                <a:close/>
                <a:moveTo>
                  <a:pt x="23" y="23"/>
                </a:moveTo>
                <a:cubicBezTo>
                  <a:pt x="23" y="23"/>
                  <a:pt x="23" y="23"/>
                  <a:pt x="23" y="23"/>
                </a:cubicBezTo>
                <a:cubicBezTo>
                  <a:pt x="16" y="27"/>
                  <a:pt x="16" y="27"/>
                  <a:pt x="16" y="27"/>
                </a:cubicBezTo>
                <a:cubicBezTo>
                  <a:pt x="16" y="11"/>
                  <a:pt x="16" y="11"/>
                  <a:pt x="16" y="11"/>
                </a:cubicBezTo>
                <a:cubicBezTo>
                  <a:pt x="23" y="15"/>
                  <a:pt x="23" y="15"/>
                  <a:pt x="23" y="15"/>
                </a:cubicBezTo>
                <a:cubicBezTo>
                  <a:pt x="30" y="19"/>
                  <a:pt x="30" y="19"/>
                  <a:pt x="30" y="19"/>
                </a:cubicBezTo>
                <a:cubicBezTo>
                  <a:pt x="23" y="23"/>
                  <a:pt x="23" y="23"/>
                  <a:pt x="23" y="2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36" name="Freeform 370">
            <a:extLst>
              <a:ext uri="{FF2B5EF4-FFF2-40B4-BE49-F238E27FC236}">
                <a16:creationId xmlns:a16="http://schemas.microsoft.com/office/drawing/2014/main" id="{CFADE42A-A01A-9CD2-50E9-FB4BAFCB4BA2}"/>
              </a:ext>
            </a:extLst>
          </p:cNvPr>
          <p:cNvSpPr>
            <a:spLocks noEditPoints="1"/>
          </p:cNvSpPr>
          <p:nvPr/>
        </p:nvSpPr>
        <p:spPr bwMode="auto">
          <a:xfrm>
            <a:off x="2412401" y="1348765"/>
            <a:ext cx="190500" cy="190500"/>
          </a:xfrm>
          <a:custGeom>
            <a:avLst/>
            <a:gdLst>
              <a:gd name="T0" fmla="*/ 28575 w 45"/>
              <a:gd name="T1" fmla="*/ 120650 h 45"/>
              <a:gd name="T2" fmla="*/ 15875 w 45"/>
              <a:gd name="T3" fmla="*/ 120650 h 45"/>
              <a:gd name="T4" fmla="*/ 22225 w 45"/>
              <a:gd name="T5" fmla="*/ 76200 h 45"/>
              <a:gd name="T6" fmla="*/ 28575 w 45"/>
              <a:gd name="T7" fmla="*/ 69850 h 45"/>
              <a:gd name="T8" fmla="*/ 15875 w 45"/>
              <a:gd name="T9" fmla="*/ 69850 h 45"/>
              <a:gd name="T10" fmla="*/ 139700 w 45"/>
              <a:gd name="T11" fmla="*/ 0 h 45"/>
              <a:gd name="T12" fmla="*/ 3175 w 45"/>
              <a:gd name="T13" fmla="*/ 0 h 45"/>
              <a:gd name="T14" fmla="*/ 0 w 45"/>
              <a:gd name="T15" fmla="*/ 38100 h 45"/>
              <a:gd name="T16" fmla="*/ 139700 w 45"/>
              <a:gd name="T17" fmla="*/ 41275 h 45"/>
              <a:gd name="T18" fmla="*/ 142875 w 45"/>
              <a:gd name="T19" fmla="*/ 3175 h 45"/>
              <a:gd name="T20" fmla="*/ 136525 w 45"/>
              <a:gd name="T21" fmla="*/ 34925 h 45"/>
              <a:gd name="T22" fmla="*/ 6350 w 45"/>
              <a:gd name="T23" fmla="*/ 34925 h 45"/>
              <a:gd name="T24" fmla="*/ 136525 w 45"/>
              <a:gd name="T25" fmla="*/ 6350 h 45"/>
              <a:gd name="T26" fmla="*/ 139700 w 45"/>
              <a:gd name="T27" fmla="*/ 47625 h 45"/>
              <a:gd name="T28" fmla="*/ 3175 w 45"/>
              <a:gd name="T29" fmla="*/ 47625 h 45"/>
              <a:gd name="T30" fmla="*/ 0 w 45"/>
              <a:gd name="T31" fmla="*/ 88900 h 45"/>
              <a:gd name="T32" fmla="*/ 139700 w 45"/>
              <a:gd name="T33" fmla="*/ 92075 h 45"/>
              <a:gd name="T34" fmla="*/ 142875 w 45"/>
              <a:gd name="T35" fmla="*/ 53975 h 45"/>
              <a:gd name="T36" fmla="*/ 136525 w 45"/>
              <a:gd name="T37" fmla="*/ 85725 h 45"/>
              <a:gd name="T38" fmla="*/ 6350 w 45"/>
              <a:gd name="T39" fmla="*/ 85725 h 45"/>
              <a:gd name="T40" fmla="*/ 136525 w 45"/>
              <a:gd name="T41" fmla="*/ 57150 h 45"/>
              <a:gd name="T42" fmla="*/ 22225 w 45"/>
              <a:gd name="T43" fmla="*/ 25400 h 45"/>
              <a:gd name="T44" fmla="*/ 28575 w 45"/>
              <a:gd name="T45" fmla="*/ 19050 h 45"/>
              <a:gd name="T46" fmla="*/ 15875 w 45"/>
              <a:gd name="T47" fmla="*/ 19050 h 45"/>
              <a:gd name="T48" fmla="*/ 139700 w 45"/>
              <a:gd name="T49" fmla="*/ 98425 h 45"/>
              <a:gd name="T50" fmla="*/ 3175 w 45"/>
              <a:gd name="T51" fmla="*/ 98425 h 45"/>
              <a:gd name="T52" fmla="*/ 0 w 45"/>
              <a:gd name="T53" fmla="*/ 136525 h 45"/>
              <a:gd name="T54" fmla="*/ 139700 w 45"/>
              <a:gd name="T55" fmla="*/ 142875 h 45"/>
              <a:gd name="T56" fmla="*/ 142875 w 45"/>
              <a:gd name="T57" fmla="*/ 101600 h 45"/>
              <a:gd name="T58" fmla="*/ 136525 w 45"/>
              <a:gd name="T59" fmla="*/ 133350 h 45"/>
              <a:gd name="T60" fmla="*/ 6350 w 45"/>
              <a:gd name="T61" fmla="*/ 133350 h 45"/>
              <a:gd name="T62" fmla="*/ 136525 w 45"/>
              <a:gd name="T63" fmla="*/ 104775 h 4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5" h="45">
                <a:moveTo>
                  <a:pt x="7" y="40"/>
                </a:moveTo>
                <a:cubicBezTo>
                  <a:pt x="8" y="40"/>
                  <a:pt x="9" y="39"/>
                  <a:pt x="9" y="38"/>
                </a:cubicBezTo>
                <a:cubicBezTo>
                  <a:pt x="9" y="37"/>
                  <a:pt x="8" y="36"/>
                  <a:pt x="7" y="36"/>
                </a:cubicBezTo>
                <a:cubicBezTo>
                  <a:pt x="6" y="36"/>
                  <a:pt x="5" y="37"/>
                  <a:pt x="5" y="38"/>
                </a:cubicBezTo>
                <a:cubicBezTo>
                  <a:pt x="5" y="39"/>
                  <a:pt x="6" y="40"/>
                  <a:pt x="7" y="40"/>
                </a:cubicBezTo>
                <a:close/>
                <a:moveTo>
                  <a:pt x="7" y="24"/>
                </a:moveTo>
                <a:cubicBezTo>
                  <a:pt x="7" y="24"/>
                  <a:pt x="7" y="24"/>
                  <a:pt x="7" y="24"/>
                </a:cubicBezTo>
                <a:cubicBezTo>
                  <a:pt x="8" y="24"/>
                  <a:pt x="9" y="23"/>
                  <a:pt x="9" y="22"/>
                </a:cubicBezTo>
                <a:cubicBezTo>
                  <a:pt x="9" y="21"/>
                  <a:pt x="8" y="20"/>
                  <a:pt x="7" y="20"/>
                </a:cubicBezTo>
                <a:cubicBezTo>
                  <a:pt x="6" y="20"/>
                  <a:pt x="5" y="21"/>
                  <a:pt x="5" y="22"/>
                </a:cubicBezTo>
                <a:cubicBezTo>
                  <a:pt x="5" y="23"/>
                  <a:pt x="6" y="24"/>
                  <a:pt x="7" y="24"/>
                </a:cubicBezTo>
                <a:close/>
                <a:moveTo>
                  <a:pt x="44" y="0"/>
                </a:moveTo>
                <a:cubicBezTo>
                  <a:pt x="44" y="0"/>
                  <a:pt x="44" y="0"/>
                  <a:pt x="44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3"/>
                  <a:pt x="1" y="13"/>
                  <a:pt x="1" y="13"/>
                </a:cubicBezTo>
                <a:cubicBezTo>
                  <a:pt x="44" y="13"/>
                  <a:pt x="44" y="13"/>
                  <a:pt x="44" y="13"/>
                </a:cubicBezTo>
                <a:cubicBezTo>
                  <a:pt x="45" y="13"/>
                  <a:pt x="45" y="13"/>
                  <a:pt x="45" y="12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0"/>
                  <a:pt x="45" y="0"/>
                  <a:pt x="44" y="0"/>
                </a:cubicBezTo>
                <a:close/>
                <a:moveTo>
                  <a:pt x="43" y="11"/>
                </a:moveTo>
                <a:cubicBezTo>
                  <a:pt x="43" y="11"/>
                  <a:pt x="43" y="11"/>
                  <a:pt x="43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2"/>
                  <a:pt x="2" y="2"/>
                  <a:pt x="2" y="2"/>
                </a:cubicBezTo>
                <a:cubicBezTo>
                  <a:pt x="43" y="2"/>
                  <a:pt x="43" y="2"/>
                  <a:pt x="43" y="2"/>
                </a:cubicBezTo>
                <a:cubicBezTo>
                  <a:pt x="43" y="11"/>
                  <a:pt x="43" y="11"/>
                  <a:pt x="43" y="11"/>
                </a:cubicBezTo>
                <a:close/>
                <a:moveTo>
                  <a:pt x="44" y="15"/>
                </a:moveTo>
                <a:cubicBezTo>
                  <a:pt x="44" y="15"/>
                  <a:pt x="44" y="15"/>
                  <a:pt x="44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5"/>
                  <a:pt x="0" y="16"/>
                  <a:pt x="0" y="17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1" y="29"/>
                  <a:pt x="1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5" y="29"/>
                  <a:pt x="45" y="28"/>
                  <a:pt x="45" y="28"/>
                </a:cubicBezTo>
                <a:cubicBezTo>
                  <a:pt x="45" y="17"/>
                  <a:pt x="45" y="17"/>
                  <a:pt x="45" y="17"/>
                </a:cubicBezTo>
                <a:cubicBezTo>
                  <a:pt x="45" y="16"/>
                  <a:pt x="45" y="15"/>
                  <a:pt x="44" y="15"/>
                </a:cubicBezTo>
                <a:close/>
                <a:moveTo>
                  <a:pt x="43" y="27"/>
                </a:moveTo>
                <a:cubicBezTo>
                  <a:pt x="43" y="27"/>
                  <a:pt x="43" y="27"/>
                  <a:pt x="43" y="27"/>
                </a:cubicBezTo>
                <a:cubicBezTo>
                  <a:pt x="2" y="27"/>
                  <a:pt x="2" y="27"/>
                  <a:pt x="2" y="27"/>
                </a:cubicBezTo>
                <a:cubicBezTo>
                  <a:pt x="2" y="18"/>
                  <a:pt x="2" y="18"/>
                  <a:pt x="2" y="18"/>
                </a:cubicBezTo>
                <a:cubicBezTo>
                  <a:pt x="43" y="18"/>
                  <a:pt x="43" y="18"/>
                  <a:pt x="43" y="18"/>
                </a:cubicBezTo>
                <a:cubicBezTo>
                  <a:pt x="43" y="27"/>
                  <a:pt x="43" y="27"/>
                  <a:pt x="43" y="27"/>
                </a:cubicBezTo>
                <a:close/>
                <a:moveTo>
                  <a:pt x="7" y="8"/>
                </a:moveTo>
                <a:cubicBezTo>
                  <a:pt x="7" y="8"/>
                  <a:pt x="7" y="8"/>
                  <a:pt x="7" y="8"/>
                </a:cubicBezTo>
                <a:cubicBezTo>
                  <a:pt x="8" y="8"/>
                  <a:pt x="9" y="7"/>
                  <a:pt x="9" y="6"/>
                </a:cubicBezTo>
                <a:cubicBezTo>
                  <a:pt x="9" y="5"/>
                  <a:pt x="8" y="5"/>
                  <a:pt x="7" y="5"/>
                </a:cubicBezTo>
                <a:cubicBezTo>
                  <a:pt x="6" y="5"/>
                  <a:pt x="5" y="5"/>
                  <a:pt x="5" y="6"/>
                </a:cubicBezTo>
                <a:cubicBezTo>
                  <a:pt x="5" y="7"/>
                  <a:pt x="6" y="8"/>
                  <a:pt x="7" y="8"/>
                </a:cubicBezTo>
                <a:close/>
                <a:moveTo>
                  <a:pt x="44" y="31"/>
                </a:moveTo>
                <a:cubicBezTo>
                  <a:pt x="44" y="31"/>
                  <a:pt x="44" y="31"/>
                  <a:pt x="44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0" y="32"/>
                  <a:pt x="0" y="32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4"/>
                  <a:pt x="1" y="45"/>
                  <a:pt x="1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5" y="45"/>
                  <a:pt x="45" y="44"/>
                  <a:pt x="45" y="43"/>
                </a:cubicBezTo>
                <a:cubicBezTo>
                  <a:pt x="45" y="32"/>
                  <a:pt x="45" y="32"/>
                  <a:pt x="45" y="32"/>
                </a:cubicBezTo>
                <a:cubicBezTo>
                  <a:pt x="45" y="32"/>
                  <a:pt x="45" y="31"/>
                  <a:pt x="44" y="31"/>
                </a:cubicBezTo>
                <a:close/>
                <a:moveTo>
                  <a:pt x="43" y="42"/>
                </a:moveTo>
                <a:cubicBezTo>
                  <a:pt x="43" y="42"/>
                  <a:pt x="43" y="42"/>
                  <a:pt x="43" y="42"/>
                </a:cubicBezTo>
                <a:cubicBezTo>
                  <a:pt x="2" y="42"/>
                  <a:pt x="2" y="42"/>
                  <a:pt x="2" y="42"/>
                </a:cubicBezTo>
                <a:cubicBezTo>
                  <a:pt x="2" y="33"/>
                  <a:pt x="2" y="33"/>
                  <a:pt x="2" y="33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42"/>
                  <a:pt x="43" y="42"/>
                  <a:pt x="43" y="4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37" name="Freeform 371">
            <a:extLst>
              <a:ext uri="{FF2B5EF4-FFF2-40B4-BE49-F238E27FC236}">
                <a16:creationId xmlns:a16="http://schemas.microsoft.com/office/drawing/2014/main" id="{C78D5ACC-42A0-C7B0-151B-1003077385E1}"/>
              </a:ext>
            </a:extLst>
          </p:cNvPr>
          <p:cNvSpPr>
            <a:spLocks noEditPoints="1"/>
          </p:cNvSpPr>
          <p:nvPr/>
        </p:nvSpPr>
        <p:spPr bwMode="auto">
          <a:xfrm>
            <a:off x="5034952" y="1774215"/>
            <a:ext cx="165100" cy="173567"/>
          </a:xfrm>
          <a:custGeom>
            <a:avLst/>
            <a:gdLst>
              <a:gd name="T0" fmla="*/ 41275 w 39"/>
              <a:gd name="T1" fmla="*/ 0 h 41"/>
              <a:gd name="T2" fmla="*/ 41275 w 39"/>
              <a:gd name="T3" fmla="*/ 0 h 41"/>
              <a:gd name="T4" fmla="*/ 85725 w 39"/>
              <a:gd name="T5" fmla="*/ 0 h 41"/>
              <a:gd name="T6" fmla="*/ 92075 w 39"/>
              <a:gd name="T7" fmla="*/ 6350 h 41"/>
              <a:gd name="T8" fmla="*/ 92075 w 39"/>
              <a:gd name="T9" fmla="*/ 6350 h 41"/>
              <a:gd name="T10" fmla="*/ 92075 w 39"/>
              <a:gd name="T11" fmla="*/ 47625 h 41"/>
              <a:gd name="T12" fmla="*/ 120650 w 39"/>
              <a:gd name="T13" fmla="*/ 47625 h 41"/>
              <a:gd name="T14" fmla="*/ 123825 w 39"/>
              <a:gd name="T15" fmla="*/ 53975 h 41"/>
              <a:gd name="T16" fmla="*/ 123825 w 39"/>
              <a:gd name="T17" fmla="*/ 57150 h 41"/>
              <a:gd name="T18" fmla="*/ 66675 w 39"/>
              <a:gd name="T19" fmla="*/ 114300 h 41"/>
              <a:gd name="T20" fmla="*/ 60325 w 39"/>
              <a:gd name="T21" fmla="*/ 114300 h 41"/>
              <a:gd name="T22" fmla="*/ 60325 w 39"/>
              <a:gd name="T23" fmla="*/ 114300 h 41"/>
              <a:gd name="T24" fmla="*/ 3175 w 39"/>
              <a:gd name="T25" fmla="*/ 57150 h 41"/>
              <a:gd name="T26" fmla="*/ 3175 w 39"/>
              <a:gd name="T27" fmla="*/ 50800 h 41"/>
              <a:gd name="T28" fmla="*/ 6350 w 39"/>
              <a:gd name="T29" fmla="*/ 47625 h 41"/>
              <a:gd name="T30" fmla="*/ 6350 w 39"/>
              <a:gd name="T31" fmla="*/ 47625 h 41"/>
              <a:gd name="T32" fmla="*/ 34925 w 39"/>
              <a:gd name="T33" fmla="*/ 47625 h 41"/>
              <a:gd name="T34" fmla="*/ 34925 w 39"/>
              <a:gd name="T35" fmla="*/ 6350 h 41"/>
              <a:gd name="T36" fmla="*/ 41275 w 39"/>
              <a:gd name="T37" fmla="*/ 0 h 41"/>
              <a:gd name="T38" fmla="*/ 6350 w 39"/>
              <a:gd name="T39" fmla="*/ 130175 h 41"/>
              <a:gd name="T40" fmla="*/ 6350 w 39"/>
              <a:gd name="T41" fmla="*/ 130175 h 41"/>
              <a:gd name="T42" fmla="*/ 0 w 39"/>
              <a:gd name="T43" fmla="*/ 123825 h 41"/>
              <a:gd name="T44" fmla="*/ 6350 w 39"/>
              <a:gd name="T45" fmla="*/ 120650 h 41"/>
              <a:gd name="T46" fmla="*/ 120650 w 39"/>
              <a:gd name="T47" fmla="*/ 120650 h 41"/>
              <a:gd name="T48" fmla="*/ 123825 w 39"/>
              <a:gd name="T49" fmla="*/ 123825 h 41"/>
              <a:gd name="T50" fmla="*/ 120650 w 39"/>
              <a:gd name="T51" fmla="*/ 130175 h 41"/>
              <a:gd name="T52" fmla="*/ 6350 w 39"/>
              <a:gd name="T53" fmla="*/ 130175 h 41"/>
              <a:gd name="T54" fmla="*/ 79375 w 39"/>
              <a:gd name="T55" fmla="*/ 12700 h 41"/>
              <a:gd name="T56" fmla="*/ 79375 w 39"/>
              <a:gd name="T57" fmla="*/ 12700 h 41"/>
              <a:gd name="T58" fmla="*/ 44450 w 39"/>
              <a:gd name="T59" fmla="*/ 12700 h 41"/>
              <a:gd name="T60" fmla="*/ 44450 w 39"/>
              <a:gd name="T61" fmla="*/ 53975 h 41"/>
              <a:gd name="T62" fmla="*/ 44450 w 39"/>
              <a:gd name="T63" fmla="*/ 53975 h 41"/>
              <a:gd name="T64" fmla="*/ 41275 w 39"/>
              <a:gd name="T65" fmla="*/ 60325 h 41"/>
              <a:gd name="T66" fmla="*/ 19050 w 39"/>
              <a:gd name="T67" fmla="*/ 60325 h 41"/>
              <a:gd name="T68" fmla="*/ 63500 w 39"/>
              <a:gd name="T69" fmla="*/ 101600 h 41"/>
              <a:gd name="T70" fmla="*/ 104775 w 39"/>
              <a:gd name="T71" fmla="*/ 60325 h 41"/>
              <a:gd name="T72" fmla="*/ 85725 w 39"/>
              <a:gd name="T73" fmla="*/ 60325 h 41"/>
              <a:gd name="T74" fmla="*/ 85725 w 39"/>
              <a:gd name="T75" fmla="*/ 60325 h 41"/>
              <a:gd name="T76" fmla="*/ 79375 w 39"/>
              <a:gd name="T77" fmla="*/ 53975 h 41"/>
              <a:gd name="T78" fmla="*/ 79375 w 39"/>
              <a:gd name="T79" fmla="*/ 12700 h 41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9" h="41">
                <a:moveTo>
                  <a:pt x="13" y="0"/>
                </a:moveTo>
                <a:cubicBezTo>
                  <a:pt x="13" y="0"/>
                  <a:pt x="13" y="0"/>
                  <a:pt x="13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8" y="0"/>
                  <a:pt x="29" y="1"/>
                  <a:pt x="29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5"/>
                  <a:pt x="29" y="15"/>
                  <a:pt x="29" y="15"/>
                </a:cubicBezTo>
                <a:cubicBezTo>
                  <a:pt x="38" y="15"/>
                  <a:pt x="38" y="15"/>
                  <a:pt x="38" y="15"/>
                </a:cubicBezTo>
                <a:cubicBezTo>
                  <a:pt x="39" y="15"/>
                  <a:pt x="39" y="16"/>
                  <a:pt x="39" y="17"/>
                </a:cubicBezTo>
                <a:cubicBezTo>
                  <a:pt x="39" y="17"/>
                  <a:pt x="39" y="18"/>
                  <a:pt x="39" y="18"/>
                </a:cubicBezTo>
                <a:cubicBezTo>
                  <a:pt x="21" y="36"/>
                  <a:pt x="21" y="36"/>
                  <a:pt x="21" y="36"/>
                </a:cubicBezTo>
                <a:cubicBezTo>
                  <a:pt x="20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" y="18"/>
                  <a:pt x="1" y="18"/>
                  <a:pt x="1" y="18"/>
                </a:cubicBezTo>
                <a:cubicBezTo>
                  <a:pt x="0" y="17"/>
                  <a:pt x="0" y="16"/>
                  <a:pt x="1" y="16"/>
                </a:cubicBezTo>
                <a:cubicBezTo>
                  <a:pt x="1" y="15"/>
                  <a:pt x="2" y="15"/>
                  <a:pt x="2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1"/>
                  <a:pt x="12" y="0"/>
                  <a:pt x="13" y="0"/>
                </a:cubicBezTo>
                <a:close/>
                <a:moveTo>
                  <a:pt x="2" y="41"/>
                </a:moveTo>
                <a:cubicBezTo>
                  <a:pt x="2" y="41"/>
                  <a:pt x="2" y="41"/>
                  <a:pt x="2" y="41"/>
                </a:cubicBezTo>
                <a:cubicBezTo>
                  <a:pt x="1" y="41"/>
                  <a:pt x="0" y="40"/>
                  <a:pt x="0" y="39"/>
                </a:cubicBezTo>
                <a:cubicBezTo>
                  <a:pt x="0" y="39"/>
                  <a:pt x="1" y="38"/>
                  <a:pt x="2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9" y="38"/>
                  <a:pt x="39" y="39"/>
                  <a:pt x="39" y="39"/>
                </a:cubicBezTo>
                <a:cubicBezTo>
                  <a:pt x="39" y="40"/>
                  <a:pt x="39" y="41"/>
                  <a:pt x="38" y="41"/>
                </a:cubicBezTo>
                <a:cubicBezTo>
                  <a:pt x="2" y="41"/>
                  <a:pt x="2" y="41"/>
                  <a:pt x="2" y="41"/>
                </a:cubicBezTo>
                <a:close/>
                <a:moveTo>
                  <a:pt x="25" y="4"/>
                </a:moveTo>
                <a:cubicBezTo>
                  <a:pt x="25" y="4"/>
                  <a:pt x="25" y="4"/>
                  <a:pt x="25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8"/>
                  <a:pt x="14" y="19"/>
                  <a:pt x="13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20" y="32"/>
                  <a:pt x="20" y="32"/>
                  <a:pt x="20" y="32"/>
                </a:cubicBezTo>
                <a:cubicBezTo>
                  <a:pt x="33" y="19"/>
                  <a:pt x="33" y="19"/>
                  <a:pt x="33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6" y="19"/>
                  <a:pt x="25" y="18"/>
                  <a:pt x="25" y="17"/>
                </a:cubicBezTo>
                <a:cubicBezTo>
                  <a:pt x="25" y="4"/>
                  <a:pt x="25" y="4"/>
                  <a:pt x="25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38" name="Freeform 372">
            <a:extLst>
              <a:ext uri="{FF2B5EF4-FFF2-40B4-BE49-F238E27FC236}">
                <a16:creationId xmlns:a16="http://schemas.microsoft.com/office/drawing/2014/main" id="{003062C8-5CCB-DB78-DFC3-9A5FC16F3F51}"/>
              </a:ext>
            </a:extLst>
          </p:cNvPr>
          <p:cNvSpPr>
            <a:spLocks noEditPoints="1"/>
          </p:cNvSpPr>
          <p:nvPr/>
        </p:nvSpPr>
        <p:spPr bwMode="auto">
          <a:xfrm>
            <a:off x="7687134" y="1786914"/>
            <a:ext cx="194733" cy="194733"/>
          </a:xfrm>
          <a:custGeom>
            <a:avLst/>
            <a:gdLst>
              <a:gd name="T0" fmla="*/ 53975 w 46"/>
              <a:gd name="T1" fmla="*/ 101600 h 46"/>
              <a:gd name="T2" fmla="*/ 101600 w 46"/>
              <a:gd name="T3" fmla="*/ 44450 h 46"/>
              <a:gd name="T4" fmla="*/ 44450 w 46"/>
              <a:gd name="T5" fmla="*/ 95250 h 46"/>
              <a:gd name="T6" fmla="*/ 73025 w 46"/>
              <a:gd name="T7" fmla="*/ 88900 h 46"/>
              <a:gd name="T8" fmla="*/ 69850 w 46"/>
              <a:gd name="T9" fmla="*/ 95250 h 46"/>
              <a:gd name="T10" fmla="*/ 69850 w 46"/>
              <a:gd name="T11" fmla="*/ 107950 h 46"/>
              <a:gd name="T12" fmla="*/ 44450 w 46"/>
              <a:gd name="T13" fmla="*/ 133350 h 46"/>
              <a:gd name="T14" fmla="*/ 44450 w 46"/>
              <a:gd name="T15" fmla="*/ 133350 h 46"/>
              <a:gd name="T16" fmla="*/ 44450 w 46"/>
              <a:gd name="T17" fmla="*/ 133350 h 46"/>
              <a:gd name="T18" fmla="*/ 28575 w 46"/>
              <a:gd name="T19" fmla="*/ 133350 h 46"/>
              <a:gd name="T20" fmla="*/ 12700 w 46"/>
              <a:gd name="T21" fmla="*/ 117475 h 46"/>
              <a:gd name="T22" fmla="*/ 9525 w 46"/>
              <a:gd name="T23" fmla="*/ 107950 h 46"/>
              <a:gd name="T24" fmla="*/ 12700 w 46"/>
              <a:gd name="T25" fmla="*/ 101600 h 46"/>
              <a:gd name="T26" fmla="*/ 38100 w 46"/>
              <a:gd name="T27" fmla="*/ 76200 h 46"/>
              <a:gd name="T28" fmla="*/ 44450 w 46"/>
              <a:gd name="T29" fmla="*/ 73025 h 46"/>
              <a:gd name="T30" fmla="*/ 57150 w 46"/>
              <a:gd name="T31" fmla="*/ 73025 h 46"/>
              <a:gd name="T32" fmla="*/ 41275 w 46"/>
              <a:gd name="T33" fmla="*/ 63500 h 46"/>
              <a:gd name="T34" fmla="*/ 28575 w 46"/>
              <a:gd name="T35" fmla="*/ 69850 h 46"/>
              <a:gd name="T36" fmla="*/ 6350 w 46"/>
              <a:gd name="T37" fmla="*/ 92075 h 46"/>
              <a:gd name="T38" fmla="*/ 6350 w 46"/>
              <a:gd name="T39" fmla="*/ 92075 h 46"/>
              <a:gd name="T40" fmla="*/ 6350 w 46"/>
              <a:gd name="T41" fmla="*/ 123825 h 46"/>
              <a:gd name="T42" fmla="*/ 6350 w 46"/>
              <a:gd name="T43" fmla="*/ 123825 h 46"/>
              <a:gd name="T44" fmla="*/ 22225 w 46"/>
              <a:gd name="T45" fmla="*/ 139700 h 46"/>
              <a:gd name="T46" fmla="*/ 22225 w 46"/>
              <a:gd name="T47" fmla="*/ 139700 h 46"/>
              <a:gd name="T48" fmla="*/ 53975 w 46"/>
              <a:gd name="T49" fmla="*/ 139700 h 46"/>
              <a:gd name="T50" fmla="*/ 53975 w 46"/>
              <a:gd name="T51" fmla="*/ 139700 h 46"/>
              <a:gd name="T52" fmla="*/ 76200 w 46"/>
              <a:gd name="T53" fmla="*/ 117475 h 46"/>
              <a:gd name="T54" fmla="*/ 82550 w 46"/>
              <a:gd name="T55" fmla="*/ 104775 h 46"/>
              <a:gd name="T56" fmla="*/ 73025 w 46"/>
              <a:gd name="T57" fmla="*/ 88900 h 46"/>
              <a:gd name="T58" fmla="*/ 146050 w 46"/>
              <a:gd name="T59" fmla="*/ 38100 h 46"/>
              <a:gd name="T60" fmla="*/ 139700 w 46"/>
              <a:gd name="T61" fmla="*/ 22225 h 46"/>
              <a:gd name="T62" fmla="*/ 107950 w 46"/>
              <a:gd name="T63" fmla="*/ 0 h 46"/>
              <a:gd name="T64" fmla="*/ 92075 w 46"/>
              <a:gd name="T65" fmla="*/ 6350 h 46"/>
              <a:gd name="T66" fmla="*/ 92075 w 46"/>
              <a:gd name="T67" fmla="*/ 6350 h 46"/>
              <a:gd name="T68" fmla="*/ 66675 w 46"/>
              <a:gd name="T69" fmla="*/ 31750 h 46"/>
              <a:gd name="T70" fmla="*/ 63500 w 46"/>
              <a:gd name="T71" fmla="*/ 57150 h 46"/>
              <a:gd name="T72" fmla="*/ 73025 w 46"/>
              <a:gd name="T73" fmla="*/ 50800 h 46"/>
              <a:gd name="T74" fmla="*/ 76200 w 46"/>
              <a:gd name="T75" fmla="*/ 38100 h 46"/>
              <a:gd name="T76" fmla="*/ 101600 w 46"/>
              <a:gd name="T77" fmla="*/ 15875 h 46"/>
              <a:gd name="T78" fmla="*/ 101600 w 46"/>
              <a:gd name="T79" fmla="*/ 15875 h 46"/>
              <a:gd name="T80" fmla="*/ 107950 w 46"/>
              <a:gd name="T81" fmla="*/ 12700 h 46"/>
              <a:gd name="T82" fmla="*/ 117475 w 46"/>
              <a:gd name="T83" fmla="*/ 15875 h 46"/>
              <a:gd name="T84" fmla="*/ 130175 w 46"/>
              <a:gd name="T85" fmla="*/ 31750 h 46"/>
              <a:gd name="T86" fmla="*/ 130175 w 46"/>
              <a:gd name="T87" fmla="*/ 47625 h 46"/>
              <a:gd name="T88" fmla="*/ 130175 w 46"/>
              <a:gd name="T89" fmla="*/ 47625 h 46"/>
              <a:gd name="T90" fmla="*/ 101600 w 46"/>
              <a:gd name="T91" fmla="*/ 73025 h 46"/>
              <a:gd name="T92" fmla="*/ 85725 w 46"/>
              <a:gd name="T93" fmla="*/ 76200 h 46"/>
              <a:gd name="T94" fmla="*/ 101600 w 46"/>
              <a:gd name="T95" fmla="*/ 85725 h 46"/>
              <a:gd name="T96" fmla="*/ 114300 w 46"/>
              <a:gd name="T97" fmla="*/ 79375 h 46"/>
              <a:gd name="T98" fmla="*/ 139700 w 46"/>
              <a:gd name="T99" fmla="*/ 53975 h 46"/>
              <a:gd name="T100" fmla="*/ 139700 w 46"/>
              <a:gd name="T101" fmla="*/ 53975 h 46"/>
              <a:gd name="T102" fmla="*/ 139700 w 46"/>
              <a:gd name="T103" fmla="*/ 53975 h 4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46" h="46">
                <a:moveTo>
                  <a:pt x="14" y="32"/>
                </a:moveTo>
                <a:cubicBezTo>
                  <a:pt x="15" y="33"/>
                  <a:pt x="16" y="33"/>
                  <a:pt x="17" y="32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6"/>
                  <a:pt x="32" y="15"/>
                  <a:pt x="32" y="14"/>
                </a:cubicBezTo>
                <a:cubicBezTo>
                  <a:pt x="31" y="14"/>
                  <a:pt x="30" y="14"/>
                  <a:pt x="29" y="14"/>
                </a:cubicBezTo>
                <a:cubicBezTo>
                  <a:pt x="14" y="30"/>
                  <a:pt x="14" y="30"/>
                  <a:pt x="14" y="30"/>
                </a:cubicBezTo>
                <a:cubicBezTo>
                  <a:pt x="13" y="30"/>
                  <a:pt x="13" y="31"/>
                  <a:pt x="14" y="32"/>
                </a:cubicBezTo>
                <a:close/>
                <a:moveTo>
                  <a:pt x="23" y="28"/>
                </a:moveTo>
                <a:cubicBezTo>
                  <a:pt x="23" y="28"/>
                  <a:pt x="23" y="28"/>
                  <a:pt x="23" y="28"/>
                </a:cubicBezTo>
                <a:cubicBezTo>
                  <a:pt x="22" y="28"/>
                  <a:pt x="22" y="29"/>
                  <a:pt x="22" y="30"/>
                </a:cubicBezTo>
                <a:cubicBezTo>
                  <a:pt x="23" y="31"/>
                  <a:pt x="23" y="31"/>
                  <a:pt x="23" y="32"/>
                </a:cubicBezTo>
                <a:cubicBezTo>
                  <a:pt x="23" y="33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3" y="42"/>
                  <a:pt x="12" y="43"/>
                  <a:pt x="12" y="43"/>
                </a:cubicBezTo>
                <a:cubicBezTo>
                  <a:pt x="11" y="43"/>
                  <a:pt x="10" y="42"/>
                  <a:pt x="9" y="42"/>
                </a:cubicBezTo>
                <a:cubicBezTo>
                  <a:pt x="9" y="42"/>
                  <a:pt x="9" y="42"/>
                  <a:pt x="9" y="42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36"/>
                  <a:pt x="3" y="35"/>
                  <a:pt x="3" y="34"/>
                </a:cubicBezTo>
                <a:cubicBezTo>
                  <a:pt x="3" y="34"/>
                  <a:pt x="4" y="33"/>
                  <a:pt x="4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3" y="24"/>
                  <a:pt x="13" y="23"/>
                  <a:pt x="14" y="23"/>
                </a:cubicBezTo>
                <a:cubicBezTo>
                  <a:pt x="15" y="23"/>
                  <a:pt x="15" y="23"/>
                  <a:pt x="16" y="24"/>
                </a:cubicBezTo>
                <a:cubicBezTo>
                  <a:pt x="17" y="24"/>
                  <a:pt x="18" y="24"/>
                  <a:pt x="18" y="23"/>
                </a:cubicBezTo>
                <a:cubicBezTo>
                  <a:pt x="19" y="22"/>
                  <a:pt x="19" y="21"/>
                  <a:pt x="18" y="20"/>
                </a:cubicBezTo>
                <a:cubicBezTo>
                  <a:pt x="16" y="20"/>
                  <a:pt x="15" y="20"/>
                  <a:pt x="13" y="20"/>
                </a:cubicBezTo>
                <a:cubicBezTo>
                  <a:pt x="12" y="20"/>
                  <a:pt x="11" y="21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0" y="31"/>
                  <a:pt x="0" y="33"/>
                  <a:pt x="0" y="34"/>
                </a:cubicBezTo>
                <a:cubicBezTo>
                  <a:pt x="0" y="36"/>
                  <a:pt x="0" y="38"/>
                  <a:pt x="2" y="39"/>
                </a:cubicBezTo>
                <a:cubicBezTo>
                  <a:pt x="2" y="39"/>
                  <a:pt x="2" y="39"/>
                  <a:pt x="2" y="39"/>
                </a:cubicBezTo>
                <a:cubicBezTo>
                  <a:pt x="2" y="39"/>
                  <a:pt x="2" y="39"/>
                  <a:pt x="2" y="39"/>
                </a:cubicBezTo>
                <a:cubicBezTo>
                  <a:pt x="7" y="44"/>
                  <a:pt x="7" y="44"/>
                  <a:pt x="7" y="44"/>
                </a:cubicBezTo>
                <a:cubicBezTo>
                  <a:pt x="7" y="44"/>
                  <a:pt x="7" y="44"/>
                  <a:pt x="7" y="44"/>
                </a:cubicBezTo>
                <a:cubicBezTo>
                  <a:pt x="7" y="44"/>
                  <a:pt x="7" y="44"/>
                  <a:pt x="7" y="44"/>
                </a:cubicBezTo>
                <a:cubicBezTo>
                  <a:pt x="7" y="44"/>
                  <a:pt x="7" y="44"/>
                  <a:pt x="7" y="44"/>
                </a:cubicBezTo>
                <a:cubicBezTo>
                  <a:pt x="8" y="46"/>
                  <a:pt x="10" y="46"/>
                  <a:pt x="12" y="46"/>
                </a:cubicBezTo>
                <a:cubicBezTo>
                  <a:pt x="13" y="46"/>
                  <a:pt x="15" y="46"/>
                  <a:pt x="17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5" y="36"/>
                  <a:pt x="26" y="34"/>
                  <a:pt x="26" y="33"/>
                </a:cubicBezTo>
                <a:cubicBezTo>
                  <a:pt x="26" y="31"/>
                  <a:pt x="26" y="30"/>
                  <a:pt x="26" y="28"/>
                </a:cubicBezTo>
                <a:cubicBezTo>
                  <a:pt x="25" y="28"/>
                  <a:pt x="24" y="27"/>
                  <a:pt x="23" y="28"/>
                </a:cubicBezTo>
                <a:close/>
                <a:moveTo>
                  <a:pt x="46" y="12"/>
                </a:moveTo>
                <a:cubicBezTo>
                  <a:pt x="46" y="12"/>
                  <a:pt x="46" y="12"/>
                  <a:pt x="46" y="12"/>
                </a:cubicBezTo>
                <a:cubicBezTo>
                  <a:pt x="46" y="10"/>
                  <a:pt x="45" y="9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39" y="2"/>
                  <a:pt x="39" y="2"/>
                  <a:pt x="39" y="2"/>
                </a:cubicBezTo>
                <a:cubicBezTo>
                  <a:pt x="38" y="1"/>
                  <a:pt x="36" y="0"/>
                  <a:pt x="34" y="0"/>
                </a:cubicBezTo>
                <a:cubicBezTo>
                  <a:pt x="32" y="0"/>
                  <a:pt x="30" y="1"/>
                  <a:pt x="29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0" y="11"/>
                  <a:pt x="20" y="12"/>
                  <a:pt x="19" y="14"/>
                </a:cubicBezTo>
                <a:cubicBezTo>
                  <a:pt x="19" y="15"/>
                  <a:pt x="19" y="17"/>
                  <a:pt x="20" y="18"/>
                </a:cubicBezTo>
                <a:cubicBezTo>
                  <a:pt x="21" y="19"/>
                  <a:pt x="22" y="19"/>
                  <a:pt x="22" y="19"/>
                </a:cubicBezTo>
                <a:cubicBezTo>
                  <a:pt x="23" y="18"/>
                  <a:pt x="24" y="17"/>
                  <a:pt x="23" y="16"/>
                </a:cubicBezTo>
                <a:cubicBezTo>
                  <a:pt x="23" y="16"/>
                  <a:pt x="23" y="15"/>
                  <a:pt x="23" y="14"/>
                </a:cubicBezTo>
                <a:cubicBezTo>
                  <a:pt x="23" y="14"/>
                  <a:pt x="23" y="13"/>
                  <a:pt x="24" y="12"/>
                </a:cubicBezTo>
                <a:cubicBezTo>
                  <a:pt x="24" y="12"/>
                  <a:pt x="24" y="12"/>
                  <a:pt x="24" y="12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4"/>
                  <a:pt x="33" y="4"/>
                  <a:pt x="34" y="4"/>
                </a:cubicBezTo>
                <a:cubicBezTo>
                  <a:pt x="35" y="4"/>
                  <a:pt x="36" y="4"/>
                  <a:pt x="37" y="5"/>
                </a:cubicBezTo>
                <a:cubicBezTo>
                  <a:pt x="37" y="5"/>
                  <a:pt x="37" y="5"/>
                  <a:pt x="37" y="5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2" y="10"/>
                  <a:pt x="42" y="11"/>
                  <a:pt x="42" y="12"/>
                </a:cubicBezTo>
                <a:cubicBezTo>
                  <a:pt x="42" y="13"/>
                  <a:pt x="42" y="14"/>
                  <a:pt x="41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34" y="22"/>
                  <a:pt x="34" y="22"/>
                  <a:pt x="34" y="22"/>
                </a:cubicBezTo>
                <a:cubicBezTo>
                  <a:pt x="33" y="23"/>
                  <a:pt x="32" y="23"/>
                  <a:pt x="32" y="23"/>
                </a:cubicBezTo>
                <a:cubicBezTo>
                  <a:pt x="31" y="23"/>
                  <a:pt x="30" y="23"/>
                  <a:pt x="30" y="23"/>
                </a:cubicBezTo>
                <a:cubicBezTo>
                  <a:pt x="29" y="22"/>
                  <a:pt x="28" y="23"/>
                  <a:pt x="27" y="24"/>
                </a:cubicBezTo>
                <a:cubicBezTo>
                  <a:pt x="27" y="24"/>
                  <a:pt x="27" y="26"/>
                  <a:pt x="28" y="26"/>
                </a:cubicBezTo>
                <a:cubicBezTo>
                  <a:pt x="29" y="27"/>
                  <a:pt x="31" y="27"/>
                  <a:pt x="32" y="27"/>
                </a:cubicBezTo>
                <a:cubicBezTo>
                  <a:pt x="34" y="26"/>
                  <a:pt x="35" y="26"/>
                  <a:pt x="36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5" y="16"/>
                  <a:pt x="46" y="14"/>
                  <a:pt x="46" y="1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39" name="Freeform 373">
            <a:extLst>
              <a:ext uri="{FF2B5EF4-FFF2-40B4-BE49-F238E27FC236}">
                <a16:creationId xmlns:a16="http://schemas.microsoft.com/office/drawing/2014/main" id="{7F8F9964-4133-C80C-1AFB-F7F04ACE71AB}"/>
              </a:ext>
            </a:extLst>
          </p:cNvPr>
          <p:cNvSpPr>
            <a:spLocks noEditPoints="1"/>
          </p:cNvSpPr>
          <p:nvPr/>
        </p:nvSpPr>
        <p:spPr bwMode="auto">
          <a:xfrm>
            <a:off x="7687135" y="3003999"/>
            <a:ext cx="190500" cy="198967"/>
          </a:xfrm>
          <a:custGeom>
            <a:avLst/>
            <a:gdLst>
              <a:gd name="T0" fmla="*/ 142875 w 45"/>
              <a:gd name="T1" fmla="*/ 114300 h 47"/>
              <a:gd name="T2" fmla="*/ 101600 w 45"/>
              <a:gd name="T3" fmla="*/ 76200 h 47"/>
              <a:gd name="T4" fmla="*/ 107950 w 45"/>
              <a:gd name="T5" fmla="*/ 53975 h 47"/>
              <a:gd name="T6" fmla="*/ 92075 w 45"/>
              <a:gd name="T7" fmla="*/ 15875 h 47"/>
              <a:gd name="T8" fmla="*/ 53975 w 45"/>
              <a:gd name="T9" fmla="*/ 0 h 47"/>
              <a:gd name="T10" fmla="*/ 15875 w 45"/>
              <a:gd name="T11" fmla="*/ 15875 h 47"/>
              <a:gd name="T12" fmla="*/ 0 w 45"/>
              <a:gd name="T13" fmla="*/ 53975 h 47"/>
              <a:gd name="T14" fmla="*/ 15875 w 45"/>
              <a:gd name="T15" fmla="*/ 92075 h 47"/>
              <a:gd name="T16" fmla="*/ 53975 w 45"/>
              <a:gd name="T17" fmla="*/ 107950 h 47"/>
              <a:gd name="T18" fmla="*/ 69850 w 45"/>
              <a:gd name="T19" fmla="*/ 104775 h 47"/>
              <a:gd name="T20" fmla="*/ 111125 w 45"/>
              <a:gd name="T21" fmla="*/ 146050 h 47"/>
              <a:gd name="T22" fmla="*/ 114300 w 45"/>
              <a:gd name="T23" fmla="*/ 149225 h 47"/>
              <a:gd name="T24" fmla="*/ 139700 w 45"/>
              <a:gd name="T25" fmla="*/ 149225 h 47"/>
              <a:gd name="T26" fmla="*/ 142875 w 45"/>
              <a:gd name="T27" fmla="*/ 142875 h 47"/>
              <a:gd name="T28" fmla="*/ 142875 w 45"/>
              <a:gd name="T29" fmla="*/ 117475 h 47"/>
              <a:gd name="T30" fmla="*/ 142875 w 45"/>
              <a:gd name="T31" fmla="*/ 114300 h 47"/>
              <a:gd name="T32" fmla="*/ 69850 w 45"/>
              <a:gd name="T33" fmla="*/ 92075 h 47"/>
              <a:gd name="T34" fmla="*/ 69850 w 45"/>
              <a:gd name="T35" fmla="*/ 92075 h 47"/>
              <a:gd name="T36" fmla="*/ 69850 w 45"/>
              <a:gd name="T37" fmla="*/ 92075 h 47"/>
              <a:gd name="T38" fmla="*/ 53975 w 45"/>
              <a:gd name="T39" fmla="*/ 95250 h 47"/>
              <a:gd name="T40" fmla="*/ 25400 w 45"/>
              <a:gd name="T41" fmla="*/ 82550 h 47"/>
              <a:gd name="T42" fmla="*/ 12700 w 45"/>
              <a:gd name="T43" fmla="*/ 53975 h 47"/>
              <a:gd name="T44" fmla="*/ 25400 w 45"/>
              <a:gd name="T45" fmla="*/ 25400 h 47"/>
              <a:gd name="T46" fmla="*/ 53975 w 45"/>
              <a:gd name="T47" fmla="*/ 12700 h 47"/>
              <a:gd name="T48" fmla="*/ 82550 w 45"/>
              <a:gd name="T49" fmla="*/ 25400 h 47"/>
              <a:gd name="T50" fmla="*/ 95250 w 45"/>
              <a:gd name="T51" fmla="*/ 53975 h 47"/>
              <a:gd name="T52" fmla="*/ 69850 w 45"/>
              <a:gd name="T53" fmla="*/ 92075 h 47"/>
              <a:gd name="T54" fmla="*/ 117475 w 45"/>
              <a:gd name="T55" fmla="*/ 136525 h 47"/>
              <a:gd name="T56" fmla="*/ 117475 w 45"/>
              <a:gd name="T57" fmla="*/ 136525 h 47"/>
              <a:gd name="T58" fmla="*/ 79375 w 45"/>
              <a:gd name="T59" fmla="*/ 98425 h 47"/>
              <a:gd name="T60" fmla="*/ 85725 w 45"/>
              <a:gd name="T61" fmla="*/ 95250 h 47"/>
              <a:gd name="T62" fmla="*/ 127000 w 45"/>
              <a:gd name="T63" fmla="*/ 136525 h 47"/>
              <a:gd name="T64" fmla="*/ 117475 w 45"/>
              <a:gd name="T65" fmla="*/ 136525 h 47"/>
              <a:gd name="T66" fmla="*/ 133350 w 45"/>
              <a:gd name="T67" fmla="*/ 130175 h 47"/>
              <a:gd name="T68" fmla="*/ 133350 w 45"/>
              <a:gd name="T69" fmla="*/ 130175 h 47"/>
              <a:gd name="T70" fmla="*/ 92075 w 45"/>
              <a:gd name="T71" fmla="*/ 92075 h 47"/>
              <a:gd name="T72" fmla="*/ 92075 w 45"/>
              <a:gd name="T73" fmla="*/ 92075 h 47"/>
              <a:gd name="T74" fmla="*/ 92075 w 45"/>
              <a:gd name="T75" fmla="*/ 88900 h 47"/>
              <a:gd name="T76" fmla="*/ 95250 w 45"/>
              <a:gd name="T77" fmla="*/ 85725 h 47"/>
              <a:gd name="T78" fmla="*/ 133350 w 45"/>
              <a:gd name="T79" fmla="*/ 120650 h 47"/>
              <a:gd name="T80" fmla="*/ 133350 w 45"/>
              <a:gd name="T81" fmla="*/ 130175 h 47"/>
              <a:gd name="T82" fmla="*/ 53975 w 45"/>
              <a:gd name="T83" fmla="*/ 34925 h 47"/>
              <a:gd name="T84" fmla="*/ 53975 w 45"/>
              <a:gd name="T85" fmla="*/ 34925 h 47"/>
              <a:gd name="T86" fmla="*/ 34925 w 45"/>
              <a:gd name="T87" fmla="*/ 53975 h 47"/>
              <a:gd name="T88" fmla="*/ 53975 w 45"/>
              <a:gd name="T89" fmla="*/ 73025 h 47"/>
              <a:gd name="T90" fmla="*/ 73025 w 45"/>
              <a:gd name="T91" fmla="*/ 53975 h 47"/>
              <a:gd name="T92" fmla="*/ 53975 w 45"/>
              <a:gd name="T93" fmla="*/ 34925 h 47"/>
              <a:gd name="T94" fmla="*/ 53975 w 45"/>
              <a:gd name="T95" fmla="*/ 66675 h 47"/>
              <a:gd name="T96" fmla="*/ 53975 w 45"/>
              <a:gd name="T97" fmla="*/ 66675 h 47"/>
              <a:gd name="T98" fmla="*/ 41275 w 45"/>
              <a:gd name="T99" fmla="*/ 53975 h 47"/>
              <a:gd name="T100" fmla="*/ 53975 w 45"/>
              <a:gd name="T101" fmla="*/ 41275 h 47"/>
              <a:gd name="T102" fmla="*/ 66675 w 45"/>
              <a:gd name="T103" fmla="*/ 53975 h 47"/>
              <a:gd name="T104" fmla="*/ 53975 w 45"/>
              <a:gd name="T105" fmla="*/ 66675 h 47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5" h="47">
                <a:moveTo>
                  <a:pt x="45" y="36"/>
                </a:moveTo>
                <a:cubicBezTo>
                  <a:pt x="32" y="24"/>
                  <a:pt x="32" y="24"/>
                  <a:pt x="32" y="24"/>
                </a:cubicBezTo>
                <a:cubicBezTo>
                  <a:pt x="33" y="22"/>
                  <a:pt x="34" y="19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19" y="34"/>
                  <a:pt x="20" y="33"/>
                  <a:pt x="22" y="33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6" y="47"/>
                  <a:pt x="36" y="47"/>
                </a:cubicBezTo>
                <a:cubicBezTo>
                  <a:pt x="44" y="47"/>
                  <a:pt x="44" y="47"/>
                  <a:pt x="44" y="47"/>
                </a:cubicBezTo>
                <a:cubicBezTo>
                  <a:pt x="45" y="47"/>
                  <a:pt x="45" y="46"/>
                  <a:pt x="45" y="45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37"/>
                  <a:pt x="45" y="37"/>
                  <a:pt x="45" y="36"/>
                </a:cubicBezTo>
                <a:close/>
                <a:moveTo>
                  <a:pt x="22" y="29"/>
                </a:moveTo>
                <a:cubicBezTo>
                  <a:pt x="22" y="29"/>
                  <a:pt x="22" y="29"/>
                  <a:pt x="22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20" y="30"/>
                  <a:pt x="19" y="30"/>
                  <a:pt x="17" y="30"/>
                </a:cubicBezTo>
                <a:cubicBezTo>
                  <a:pt x="14" y="30"/>
                  <a:pt x="10" y="29"/>
                  <a:pt x="8" y="26"/>
                </a:cubicBezTo>
                <a:cubicBezTo>
                  <a:pt x="5" y="24"/>
                  <a:pt x="4" y="20"/>
                  <a:pt x="4" y="17"/>
                </a:cubicBezTo>
                <a:cubicBezTo>
                  <a:pt x="4" y="14"/>
                  <a:pt x="5" y="10"/>
                  <a:pt x="8" y="8"/>
                </a:cubicBezTo>
                <a:cubicBezTo>
                  <a:pt x="10" y="5"/>
                  <a:pt x="14" y="4"/>
                  <a:pt x="17" y="4"/>
                </a:cubicBezTo>
                <a:cubicBezTo>
                  <a:pt x="20" y="4"/>
                  <a:pt x="24" y="5"/>
                  <a:pt x="26" y="8"/>
                </a:cubicBezTo>
                <a:cubicBezTo>
                  <a:pt x="29" y="10"/>
                  <a:pt x="30" y="14"/>
                  <a:pt x="30" y="17"/>
                </a:cubicBezTo>
                <a:cubicBezTo>
                  <a:pt x="30" y="22"/>
                  <a:pt x="27" y="27"/>
                  <a:pt x="22" y="29"/>
                </a:cubicBezTo>
                <a:close/>
                <a:moveTo>
                  <a:pt x="37" y="43"/>
                </a:moveTo>
                <a:cubicBezTo>
                  <a:pt x="37" y="43"/>
                  <a:pt x="37" y="43"/>
                  <a:pt x="37" y="43"/>
                </a:cubicBezTo>
                <a:cubicBezTo>
                  <a:pt x="25" y="31"/>
                  <a:pt x="25" y="31"/>
                  <a:pt x="25" y="31"/>
                </a:cubicBezTo>
                <a:cubicBezTo>
                  <a:pt x="26" y="31"/>
                  <a:pt x="27" y="31"/>
                  <a:pt x="27" y="30"/>
                </a:cubicBezTo>
                <a:cubicBezTo>
                  <a:pt x="40" y="43"/>
                  <a:pt x="40" y="43"/>
                  <a:pt x="40" y="43"/>
                </a:cubicBezTo>
                <a:cubicBezTo>
                  <a:pt x="37" y="43"/>
                  <a:pt x="37" y="43"/>
                  <a:pt x="37" y="43"/>
                </a:cubicBezTo>
                <a:close/>
                <a:moveTo>
                  <a:pt x="42" y="41"/>
                </a:moveTo>
                <a:cubicBezTo>
                  <a:pt x="42" y="41"/>
                  <a:pt x="42" y="41"/>
                  <a:pt x="42" y="41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8"/>
                  <a:pt x="29" y="28"/>
                  <a:pt x="29" y="28"/>
                </a:cubicBezTo>
                <a:cubicBezTo>
                  <a:pt x="30" y="28"/>
                  <a:pt x="30" y="27"/>
                  <a:pt x="30" y="27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41"/>
                  <a:pt x="42" y="41"/>
                  <a:pt x="42" y="41"/>
                </a:cubicBezTo>
                <a:close/>
                <a:moveTo>
                  <a:pt x="17" y="11"/>
                </a:moveTo>
                <a:cubicBezTo>
                  <a:pt x="17" y="11"/>
                  <a:pt x="17" y="11"/>
                  <a:pt x="17" y="11"/>
                </a:cubicBezTo>
                <a:cubicBezTo>
                  <a:pt x="14" y="11"/>
                  <a:pt x="11" y="14"/>
                  <a:pt x="11" y="17"/>
                </a:cubicBezTo>
                <a:cubicBezTo>
                  <a:pt x="11" y="20"/>
                  <a:pt x="14" y="23"/>
                  <a:pt x="17" y="23"/>
                </a:cubicBezTo>
                <a:cubicBezTo>
                  <a:pt x="20" y="23"/>
                  <a:pt x="23" y="20"/>
                  <a:pt x="23" y="17"/>
                </a:cubicBezTo>
                <a:cubicBezTo>
                  <a:pt x="23" y="14"/>
                  <a:pt x="20" y="11"/>
                  <a:pt x="17" y="11"/>
                </a:cubicBezTo>
                <a:close/>
                <a:moveTo>
                  <a:pt x="17" y="21"/>
                </a:moveTo>
                <a:cubicBezTo>
                  <a:pt x="17" y="21"/>
                  <a:pt x="17" y="21"/>
                  <a:pt x="17" y="21"/>
                </a:cubicBezTo>
                <a:cubicBezTo>
                  <a:pt x="15" y="21"/>
                  <a:pt x="13" y="19"/>
                  <a:pt x="13" y="17"/>
                </a:cubicBezTo>
                <a:cubicBezTo>
                  <a:pt x="13" y="15"/>
                  <a:pt x="15" y="13"/>
                  <a:pt x="17" y="13"/>
                </a:cubicBezTo>
                <a:cubicBezTo>
                  <a:pt x="19" y="13"/>
                  <a:pt x="21" y="15"/>
                  <a:pt x="21" y="17"/>
                </a:cubicBezTo>
                <a:cubicBezTo>
                  <a:pt x="21" y="19"/>
                  <a:pt x="19" y="21"/>
                  <a:pt x="17" y="2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40" name="Freeform 374">
            <a:extLst>
              <a:ext uri="{FF2B5EF4-FFF2-40B4-BE49-F238E27FC236}">
                <a16:creationId xmlns:a16="http://schemas.microsoft.com/office/drawing/2014/main" id="{19509A0D-C575-1793-560F-FE0D1EA7DE9F}"/>
              </a:ext>
            </a:extLst>
          </p:cNvPr>
          <p:cNvSpPr>
            <a:spLocks noEditPoints="1"/>
          </p:cNvSpPr>
          <p:nvPr/>
        </p:nvSpPr>
        <p:spPr bwMode="auto">
          <a:xfrm>
            <a:off x="9537101" y="2589132"/>
            <a:ext cx="190500" cy="190500"/>
          </a:xfrm>
          <a:custGeom>
            <a:avLst/>
            <a:gdLst>
              <a:gd name="T0" fmla="*/ 79375 w 45"/>
              <a:gd name="T1" fmla="*/ 34925 h 45"/>
              <a:gd name="T2" fmla="*/ 76200 w 45"/>
              <a:gd name="T3" fmla="*/ 22225 h 45"/>
              <a:gd name="T4" fmla="*/ 73025 w 45"/>
              <a:gd name="T5" fmla="*/ 34925 h 45"/>
              <a:gd name="T6" fmla="*/ 76200 w 45"/>
              <a:gd name="T7" fmla="*/ 114300 h 45"/>
              <a:gd name="T8" fmla="*/ 73025 w 45"/>
              <a:gd name="T9" fmla="*/ 117475 h 45"/>
              <a:gd name="T10" fmla="*/ 76200 w 45"/>
              <a:gd name="T11" fmla="*/ 130175 h 45"/>
              <a:gd name="T12" fmla="*/ 79375 w 45"/>
              <a:gd name="T13" fmla="*/ 117475 h 45"/>
              <a:gd name="T14" fmla="*/ 34925 w 45"/>
              <a:gd name="T15" fmla="*/ 73025 h 45"/>
              <a:gd name="T16" fmla="*/ 25400 w 45"/>
              <a:gd name="T17" fmla="*/ 73025 h 45"/>
              <a:gd name="T18" fmla="*/ 25400 w 45"/>
              <a:gd name="T19" fmla="*/ 79375 h 45"/>
              <a:gd name="T20" fmla="*/ 38100 w 45"/>
              <a:gd name="T21" fmla="*/ 76200 h 45"/>
              <a:gd name="T22" fmla="*/ 92075 w 45"/>
              <a:gd name="T23" fmla="*/ 63500 h 45"/>
              <a:gd name="T24" fmla="*/ 92075 w 45"/>
              <a:gd name="T25" fmla="*/ 63500 h 45"/>
              <a:gd name="T26" fmla="*/ 88900 w 45"/>
              <a:gd name="T27" fmla="*/ 63500 h 45"/>
              <a:gd name="T28" fmla="*/ 88900 w 45"/>
              <a:gd name="T29" fmla="*/ 63500 h 45"/>
              <a:gd name="T30" fmla="*/ 88900 w 45"/>
              <a:gd name="T31" fmla="*/ 63500 h 45"/>
              <a:gd name="T32" fmla="*/ 47625 w 45"/>
              <a:gd name="T33" fmla="*/ 47625 h 45"/>
              <a:gd name="T34" fmla="*/ 63500 w 45"/>
              <a:gd name="T35" fmla="*/ 88900 h 45"/>
              <a:gd name="T36" fmla="*/ 63500 w 45"/>
              <a:gd name="T37" fmla="*/ 88900 h 45"/>
              <a:gd name="T38" fmla="*/ 63500 w 45"/>
              <a:gd name="T39" fmla="*/ 88900 h 45"/>
              <a:gd name="T40" fmla="*/ 63500 w 45"/>
              <a:gd name="T41" fmla="*/ 88900 h 45"/>
              <a:gd name="T42" fmla="*/ 63500 w 45"/>
              <a:gd name="T43" fmla="*/ 92075 h 45"/>
              <a:gd name="T44" fmla="*/ 104775 w 45"/>
              <a:gd name="T45" fmla="*/ 104775 h 45"/>
              <a:gd name="T46" fmla="*/ 92075 w 45"/>
              <a:gd name="T47" fmla="*/ 63500 h 45"/>
              <a:gd name="T48" fmla="*/ 57150 w 45"/>
              <a:gd name="T49" fmla="*/ 57150 h 45"/>
              <a:gd name="T50" fmla="*/ 82550 w 45"/>
              <a:gd name="T51" fmla="*/ 66675 h 45"/>
              <a:gd name="T52" fmla="*/ 57150 w 45"/>
              <a:gd name="T53" fmla="*/ 57150 h 45"/>
              <a:gd name="T54" fmla="*/ 69850 w 45"/>
              <a:gd name="T55" fmla="*/ 85725 h 45"/>
              <a:gd name="T56" fmla="*/ 95250 w 45"/>
              <a:gd name="T57" fmla="*/ 95250 h 45"/>
              <a:gd name="T58" fmla="*/ 139700 w 45"/>
              <a:gd name="T59" fmla="*/ 50800 h 45"/>
              <a:gd name="T60" fmla="*/ 123825 w 45"/>
              <a:gd name="T61" fmla="*/ 28575 h 45"/>
              <a:gd name="T62" fmla="*/ 50800 w 45"/>
              <a:gd name="T63" fmla="*/ 12700 h 45"/>
              <a:gd name="T64" fmla="*/ 38100 w 45"/>
              <a:gd name="T65" fmla="*/ 12700 h 45"/>
              <a:gd name="T66" fmla="*/ 31750 w 45"/>
              <a:gd name="T67" fmla="*/ 6350 h 45"/>
              <a:gd name="T68" fmla="*/ 12700 w 45"/>
              <a:gd name="T69" fmla="*/ 3175 h 45"/>
              <a:gd name="T70" fmla="*/ 0 w 45"/>
              <a:gd name="T71" fmla="*/ 12700 h 45"/>
              <a:gd name="T72" fmla="*/ 19050 w 45"/>
              <a:gd name="T73" fmla="*/ 38100 h 45"/>
              <a:gd name="T74" fmla="*/ 12700 w 45"/>
              <a:gd name="T75" fmla="*/ 50800 h 45"/>
              <a:gd name="T76" fmla="*/ 28575 w 45"/>
              <a:gd name="T77" fmla="*/ 123825 h 45"/>
              <a:gd name="T78" fmla="*/ 76200 w 45"/>
              <a:gd name="T79" fmla="*/ 142875 h 45"/>
              <a:gd name="T80" fmla="*/ 139700 w 45"/>
              <a:gd name="T81" fmla="*/ 101600 h 45"/>
              <a:gd name="T82" fmla="*/ 139700 w 45"/>
              <a:gd name="T83" fmla="*/ 50800 h 45"/>
              <a:gd name="T84" fmla="*/ 19050 w 45"/>
              <a:gd name="T85" fmla="*/ 31750 h 45"/>
              <a:gd name="T86" fmla="*/ 6350 w 45"/>
              <a:gd name="T87" fmla="*/ 19050 h 45"/>
              <a:gd name="T88" fmla="*/ 9525 w 45"/>
              <a:gd name="T89" fmla="*/ 9525 h 45"/>
              <a:gd name="T90" fmla="*/ 31750 w 45"/>
              <a:gd name="T91" fmla="*/ 15875 h 45"/>
              <a:gd name="T92" fmla="*/ 31750 w 45"/>
              <a:gd name="T93" fmla="*/ 25400 h 45"/>
              <a:gd name="T94" fmla="*/ 28575 w 45"/>
              <a:gd name="T95" fmla="*/ 28575 h 45"/>
              <a:gd name="T96" fmla="*/ 25400 w 45"/>
              <a:gd name="T97" fmla="*/ 31750 h 45"/>
              <a:gd name="T98" fmla="*/ 130175 w 45"/>
              <a:gd name="T99" fmla="*/ 98425 h 45"/>
              <a:gd name="T100" fmla="*/ 130175 w 45"/>
              <a:gd name="T101" fmla="*/ 98425 h 45"/>
              <a:gd name="T102" fmla="*/ 76200 w 45"/>
              <a:gd name="T103" fmla="*/ 133350 h 45"/>
              <a:gd name="T104" fmla="*/ 38100 w 45"/>
              <a:gd name="T105" fmla="*/ 117475 h 45"/>
              <a:gd name="T106" fmla="*/ 25400 w 45"/>
              <a:gd name="T107" fmla="*/ 53975 h 45"/>
              <a:gd name="T108" fmla="*/ 53975 w 45"/>
              <a:gd name="T109" fmla="*/ 25400 h 45"/>
              <a:gd name="T110" fmla="*/ 117475 w 45"/>
              <a:gd name="T111" fmla="*/ 38100 h 45"/>
              <a:gd name="T112" fmla="*/ 133350 w 45"/>
              <a:gd name="T113" fmla="*/ 76200 h 45"/>
              <a:gd name="T114" fmla="*/ 130175 w 45"/>
              <a:gd name="T115" fmla="*/ 98425 h 45"/>
              <a:gd name="T116" fmla="*/ 127000 w 45"/>
              <a:gd name="T117" fmla="*/ 73025 h 45"/>
              <a:gd name="T118" fmla="*/ 114300 w 45"/>
              <a:gd name="T119" fmla="*/ 76200 h 45"/>
              <a:gd name="T120" fmla="*/ 127000 w 45"/>
              <a:gd name="T121" fmla="*/ 79375 h 45"/>
              <a:gd name="T122" fmla="*/ 127000 w 45"/>
              <a:gd name="T123" fmla="*/ 73025 h 4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5" h="45">
                <a:moveTo>
                  <a:pt x="24" y="12"/>
                </a:moveTo>
                <a:cubicBezTo>
                  <a:pt x="25" y="12"/>
                  <a:pt x="25" y="12"/>
                  <a:pt x="25" y="11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7"/>
                  <a:pt x="24" y="7"/>
                </a:cubicBezTo>
                <a:cubicBezTo>
                  <a:pt x="24" y="7"/>
                  <a:pt x="23" y="8"/>
                  <a:pt x="23" y="8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2"/>
                  <a:pt x="24" y="12"/>
                  <a:pt x="24" y="12"/>
                </a:cubicBezTo>
                <a:close/>
                <a:moveTo>
                  <a:pt x="24" y="3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36"/>
                  <a:pt x="23" y="37"/>
                  <a:pt x="23" y="37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1"/>
                  <a:pt x="24" y="41"/>
                  <a:pt x="24" y="41"/>
                </a:cubicBezTo>
                <a:cubicBezTo>
                  <a:pt x="25" y="41"/>
                  <a:pt x="25" y="41"/>
                  <a:pt x="25" y="40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7"/>
                  <a:pt x="25" y="36"/>
                  <a:pt x="24" y="36"/>
                </a:cubicBezTo>
                <a:close/>
                <a:moveTo>
                  <a:pt x="11" y="23"/>
                </a:moveTo>
                <a:cubicBezTo>
                  <a:pt x="11" y="23"/>
                  <a:pt x="11" y="23"/>
                  <a:pt x="11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8" y="23"/>
                  <a:pt x="7" y="24"/>
                  <a:pt x="7" y="24"/>
                </a:cubicBezTo>
                <a:cubicBezTo>
                  <a:pt x="7" y="25"/>
                  <a:pt x="8" y="25"/>
                  <a:pt x="8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2" y="25"/>
                  <a:pt x="12" y="25"/>
                  <a:pt x="12" y="24"/>
                </a:cubicBezTo>
                <a:cubicBezTo>
                  <a:pt x="12" y="24"/>
                  <a:pt x="12" y="23"/>
                  <a:pt x="11" y="23"/>
                </a:cubicBezTo>
                <a:close/>
                <a:moveTo>
                  <a:pt x="29" y="20"/>
                </a:move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5" y="15"/>
                </a:cubicBezTo>
                <a:cubicBezTo>
                  <a:pt x="15" y="15"/>
                  <a:pt x="15" y="16"/>
                  <a:pt x="15" y="16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29"/>
                  <a:pt x="20" y="29"/>
                  <a:pt x="20" y="29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3" y="33"/>
                  <a:pt x="33" y="33"/>
                </a:cubicBezTo>
                <a:cubicBezTo>
                  <a:pt x="33" y="33"/>
                  <a:pt x="34" y="32"/>
                  <a:pt x="33" y="32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lose/>
                <a:moveTo>
                  <a:pt x="18" y="18"/>
                </a:moveTo>
                <a:cubicBezTo>
                  <a:pt x="18" y="18"/>
                  <a:pt x="18" y="18"/>
                  <a:pt x="18" y="18"/>
                </a:cubicBezTo>
                <a:cubicBezTo>
                  <a:pt x="26" y="21"/>
                  <a:pt x="26" y="21"/>
                  <a:pt x="26" y="21"/>
                </a:cubicBezTo>
                <a:cubicBezTo>
                  <a:pt x="21" y="26"/>
                  <a:pt x="21" y="26"/>
                  <a:pt x="21" y="26"/>
                </a:cubicBezTo>
                <a:cubicBezTo>
                  <a:pt x="18" y="18"/>
                  <a:pt x="18" y="18"/>
                  <a:pt x="18" y="18"/>
                </a:cubicBezTo>
                <a:close/>
                <a:moveTo>
                  <a:pt x="22" y="27"/>
                </a:moveTo>
                <a:cubicBezTo>
                  <a:pt x="22" y="27"/>
                  <a:pt x="22" y="27"/>
                  <a:pt x="22" y="27"/>
                </a:cubicBezTo>
                <a:cubicBezTo>
                  <a:pt x="27" y="22"/>
                  <a:pt x="27" y="22"/>
                  <a:pt x="27" y="22"/>
                </a:cubicBezTo>
                <a:cubicBezTo>
                  <a:pt x="30" y="30"/>
                  <a:pt x="30" y="30"/>
                  <a:pt x="30" y="30"/>
                </a:cubicBezTo>
                <a:cubicBezTo>
                  <a:pt x="22" y="27"/>
                  <a:pt x="22" y="27"/>
                  <a:pt x="22" y="27"/>
                </a:cubicBezTo>
                <a:close/>
                <a:moveTo>
                  <a:pt x="44" y="16"/>
                </a:moveTo>
                <a:cubicBezTo>
                  <a:pt x="44" y="16"/>
                  <a:pt x="44" y="16"/>
                  <a:pt x="44" y="16"/>
                </a:cubicBezTo>
                <a:cubicBezTo>
                  <a:pt x="43" y="13"/>
                  <a:pt x="41" y="11"/>
                  <a:pt x="39" y="9"/>
                </a:cubicBezTo>
                <a:cubicBezTo>
                  <a:pt x="35" y="5"/>
                  <a:pt x="30" y="3"/>
                  <a:pt x="24" y="3"/>
                </a:cubicBezTo>
                <a:cubicBezTo>
                  <a:pt x="21" y="3"/>
                  <a:pt x="18" y="3"/>
                  <a:pt x="16" y="4"/>
                </a:cubicBezTo>
                <a:cubicBezTo>
                  <a:pt x="15" y="5"/>
                  <a:pt x="13" y="6"/>
                  <a:pt x="12" y="6"/>
                </a:cubicBezTo>
                <a:cubicBezTo>
                  <a:pt x="12" y="6"/>
                  <a:pt x="12" y="5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3"/>
                  <a:pt x="11" y="3"/>
                  <a:pt x="10" y="2"/>
                </a:cubicBezTo>
                <a:cubicBezTo>
                  <a:pt x="9" y="0"/>
                  <a:pt x="6" y="0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3" y="1"/>
                  <a:pt x="2" y="1"/>
                  <a:pt x="2" y="2"/>
                </a:cubicBezTo>
                <a:cubicBezTo>
                  <a:pt x="1" y="3"/>
                  <a:pt x="1" y="3"/>
                  <a:pt x="0" y="4"/>
                </a:cubicBezTo>
                <a:cubicBezTo>
                  <a:pt x="0" y="5"/>
                  <a:pt x="0" y="6"/>
                  <a:pt x="0" y="6"/>
                </a:cubicBezTo>
                <a:cubicBezTo>
                  <a:pt x="0" y="10"/>
                  <a:pt x="3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5" y="14"/>
                  <a:pt x="5" y="15"/>
                  <a:pt x="4" y="16"/>
                </a:cubicBezTo>
                <a:cubicBezTo>
                  <a:pt x="3" y="18"/>
                  <a:pt x="3" y="21"/>
                  <a:pt x="3" y="24"/>
                </a:cubicBezTo>
                <a:cubicBezTo>
                  <a:pt x="3" y="30"/>
                  <a:pt x="5" y="35"/>
                  <a:pt x="9" y="39"/>
                </a:cubicBezTo>
                <a:cubicBezTo>
                  <a:pt x="11" y="41"/>
                  <a:pt x="13" y="43"/>
                  <a:pt x="16" y="44"/>
                </a:cubicBezTo>
                <a:cubicBezTo>
                  <a:pt x="18" y="45"/>
                  <a:pt x="21" y="45"/>
                  <a:pt x="24" y="45"/>
                </a:cubicBezTo>
                <a:cubicBezTo>
                  <a:pt x="30" y="45"/>
                  <a:pt x="35" y="43"/>
                  <a:pt x="39" y="39"/>
                </a:cubicBezTo>
                <a:cubicBezTo>
                  <a:pt x="41" y="37"/>
                  <a:pt x="43" y="35"/>
                  <a:pt x="44" y="32"/>
                </a:cubicBezTo>
                <a:cubicBezTo>
                  <a:pt x="45" y="30"/>
                  <a:pt x="45" y="27"/>
                  <a:pt x="45" y="24"/>
                </a:cubicBezTo>
                <a:cubicBezTo>
                  <a:pt x="45" y="21"/>
                  <a:pt x="45" y="18"/>
                  <a:pt x="44" y="16"/>
                </a:cubicBezTo>
                <a:close/>
                <a:moveTo>
                  <a:pt x="6" y="10"/>
                </a:move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5" y="10"/>
                  <a:pt x="5" y="10"/>
                </a:cubicBezTo>
                <a:cubicBezTo>
                  <a:pt x="3" y="9"/>
                  <a:pt x="2" y="8"/>
                  <a:pt x="2" y="6"/>
                </a:cubicBezTo>
                <a:cubicBezTo>
                  <a:pt x="2" y="6"/>
                  <a:pt x="2" y="5"/>
                  <a:pt x="2" y="5"/>
                </a:cubicBezTo>
                <a:cubicBezTo>
                  <a:pt x="3" y="4"/>
                  <a:pt x="3" y="4"/>
                  <a:pt x="3" y="3"/>
                </a:cubicBezTo>
                <a:cubicBezTo>
                  <a:pt x="4" y="3"/>
                  <a:pt x="4" y="3"/>
                  <a:pt x="5" y="3"/>
                </a:cubicBezTo>
                <a:cubicBezTo>
                  <a:pt x="7" y="2"/>
                  <a:pt x="9" y="3"/>
                  <a:pt x="10" y="5"/>
                </a:cubicBezTo>
                <a:cubicBezTo>
                  <a:pt x="10" y="5"/>
                  <a:pt x="10" y="6"/>
                  <a:pt x="10" y="6"/>
                </a:cubicBezTo>
                <a:cubicBezTo>
                  <a:pt x="10" y="7"/>
                  <a:pt x="10" y="7"/>
                  <a:pt x="10" y="8"/>
                </a:cubicBezTo>
                <a:cubicBezTo>
                  <a:pt x="10" y="8"/>
                  <a:pt x="10" y="8"/>
                  <a:pt x="10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7" y="10"/>
                  <a:pt x="7" y="10"/>
                  <a:pt x="6" y="10"/>
                </a:cubicBezTo>
                <a:close/>
                <a:moveTo>
                  <a:pt x="41" y="31"/>
                </a:moveTo>
                <a:cubicBezTo>
                  <a:pt x="41" y="31"/>
                  <a:pt x="41" y="31"/>
                  <a:pt x="41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0" y="33"/>
                  <a:pt x="38" y="35"/>
                  <a:pt x="37" y="37"/>
                </a:cubicBezTo>
                <a:cubicBezTo>
                  <a:pt x="33" y="40"/>
                  <a:pt x="29" y="42"/>
                  <a:pt x="24" y="42"/>
                </a:cubicBezTo>
                <a:cubicBezTo>
                  <a:pt x="22" y="42"/>
                  <a:pt x="19" y="41"/>
                  <a:pt x="17" y="41"/>
                </a:cubicBezTo>
                <a:cubicBezTo>
                  <a:pt x="15" y="40"/>
                  <a:pt x="13" y="38"/>
                  <a:pt x="12" y="37"/>
                </a:cubicBezTo>
                <a:cubicBezTo>
                  <a:pt x="8" y="33"/>
                  <a:pt x="6" y="29"/>
                  <a:pt x="6" y="24"/>
                </a:cubicBezTo>
                <a:cubicBezTo>
                  <a:pt x="6" y="22"/>
                  <a:pt x="7" y="19"/>
                  <a:pt x="8" y="17"/>
                </a:cubicBezTo>
                <a:cubicBezTo>
                  <a:pt x="9" y="15"/>
                  <a:pt x="10" y="13"/>
                  <a:pt x="12" y="12"/>
                </a:cubicBezTo>
                <a:cubicBezTo>
                  <a:pt x="13" y="10"/>
                  <a:pt x="15" y="9"/>
                  <a:pt x="17" y="8"/>
                </a:cubicBezTo>
                <a:cubicBezTo>
                  <a:pt x="19" y="7"/>
                  <a:pt x="22" y="6"/>
                  <a:pt x="24" y="6"/>
                </a:cubicBezTo>
                <a:cubicBezTo>
                  <a:pt x="29" y="6"/>
                  <a:pt x="33" y="8"/>
                  <a:pt x="37" y="12"/>
                </a:cubicBezTo>
                <a:cubicBezTo>
                  <a:pt x="38" y="13"/>
                  <a:pt x="40" y="15"/>
                  <a:pt x="41" y="17"/>
                </a:cubicBezTo>
                <a:cubicBezTo>
                  <a:pt x="41" y="19"/>
                  <a:pt x="42" y="22"/>
                  <a:pt x="42" y="24"/>
                </a:cubicBezTo>
                <a:cubicBezTo>
                  <a:pt x="42" y="26"/>
                  <a:pt x="41" y="29"/>
                  <a:pt x="41" y="31"/>
                </a:cubicBezTo>
                <a:cubicBezTo>
                  <a:pt x="41" y="31"/>
                  <a:pt x="41" y="31"/>
                  <a:pt x="41" y="31"/>
                </a:cubicBezTo>
                <a:close/>
                <a:moveTo>
                  <a:pt x="40" y="23"/>
                </a:moveTo>
                <a:cubicBezTo>
                  <a:pt x="40" y="23"/>
                  <a:pt x="40" y="23"/>
                  <a:pt x="40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6" y="24"/>
                  <a:pt x="36" y="24"/>
                </a:cubicBezTo>
                <a:cubicBezTo>
                  <a:pt x="36" y="25"/>
                  <a:pt x="37" y="25"/>
                  <a:pt x="37" y="25"/>
                </a:cubicBezTo>
                <a:cubicBezTo>
                  <a:pt x="40" y="25"/>
                  <a:pt x="40" y="25"/>
                  <a:pt x="40" y="25"/>
                </a:cubicBezTo>
                <a:cubicBezTo>
                  <a:pt x="41" y="25"/>
                  <a:pt x="41" y="25"/>
                  <a:pt x="41" y="24"/>
                </a:cubicBezTo>
                <a:cubicBezTo>
                  <a:pt x="41" y="24"/>
                  <a:pt x="41" y="23"/>
                  <a:pt x="40" y="2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41" name="Freeform 375">
            <a:extLst>
              <a:ext uri="{FF2B5EF4-FFF2-40B4-BE49-F238E27FC236}">
                <a16:creationId xmlns:a16="http://schemas.microsoft.com/office/drawing/2014/main" id="{DBBCF156-1860-D8CA-6886-9E68F97730AD}"/>
              </a:ext>
            </a:extLst>
          </p:cNvPr>
          <p:cNvSpPr>
            <a:spLocks noEditPoints="1"/>
          </p:cNvSpPr>
          <p:nvPr/>
        </p:nvSpPr>
        <p:spPr bwMode="auto">
          <a:xfrm>
            <a:off x="3163818" y="3012465"/>
            <a:ext cx="194733" cy="186267"/>
          </a:xfrm>
          <a:custGeom>
            <a:avLst/>
            <a:gdLst>
              <a:gd name="T0" fmla="*/ 127000 w 46"/>
              <a:gd name="T1" fmla="*/ 88900 h 44"/>
              <a:gd name="T2" fmla="*/ 76200 w 46"/>
              <a:gd name="T3" fmla="*/ 101600 h 44"/>
              <a:gd name="T4" fmla="*/ 92075 w 46"/>
              <a:gd name="T5" fmla="*/ 104775 h 44"/>
              <a:gd name="T6" fmla="*/ 92075 w 46"/>
              <a:gd name="T7" fmla="*/ 133350 h 44"/>
              <a:gd name="T8" fmla="*/ 88900 w 46"/>
              <a:gd name="T9" fmla="*/ 139700 h 44"/>
              <a:gd name="T10" fmla="*/ 53975 w 46"/>
              <a:gd name="T11" fmla="*/ 133350 h 44"/>
              <a:gd name="T12" fmla="*/ 53975 w 46"/>
              <a:gd name="T13" fmla="*/ 104775 h 44"/>
              <a:gd name="T14" fmla="*/ 60325 w 46"/>
              <a:gd name="T15" fmla="*/ 101600 h 44"/>
              <a:gd name="T16" fmla="*/ 69850 w 46"/>
              <a:gd name="T17" fmla="*/ 88900 h 44"/>
              <a:gd name="T18" fmla="*/ 22225 w 46"/>
              <a:gd name="T19" fmla="*/ 101600 h 44"/>
              <a:gd name="T20" fmla="*/ 38100 w 46"/>
              <a:gd name="T21" fmla="*/ 104775 h 44"/>
              <a:gd name="T22" fmla="*/ 38100 w 46"/>
              <a:gd name="T23" fmla="*/ 133350 h 44"/>
              <a:gd name="T24" fmla="*/ 34925 w 46"/>
              <a:gd name="T25" fmla="*/ 139700 h 44"/>
              <a:gd name="T26" fmla="*/ 0 w 46"/>
              <a:gd name="T27" fmla="*/ 133350 h 44"/>
              <a:gd name="T28" fmla="*/ 0 w 46"/>
              <a:gd name="T29" fmla="*/ 104775 h 44"/>
              <a:gd name="T30" fmla="*/ 6350 w 46"/>
              <a:gd name="T31" fmla="*/ 101600 h 44"/>
              <a:gd name="T32" fmla="*/ 15875 w 46"/>
              <a:gd name="T33" fmla="*/ 85725 h 44"/>
              <a:gd name="T34" fmla="*/ 19050 w 46"/>
              <a:gd name="T35" fmla="*/ 82550 h 44"/>
              <a:gd name="T36" fmla="*/ 69850 w 46"/>
              <a:gd name="T37" fmla="*/ 57150 h 44"/>
              <a:gd name="T38" fmla="*/ 44450 w 46"/>
              <a:gd name="T39" fmla="*/ 53975 h 44"/>
              <a:gd name="T40" fmla="*/ 44450 w 46"/>
              <a:gd name="T41" fmla="*/ 6350 h 44"/>
              <a:gd name="T42" fmla="*/ 50800 w 46"/>
              <a:gd name="T43" fmla="*/ 0 h 44"/>
              <a:gd name="T44" fmla="*/ 101600 w 46"/>
              <a:gd name="T45" fmla="*/ 6350 h 44"/>
              <a:gd name="T46" fmla="*/ 101600 w 46"/>
              <a:gd name="T47" fmla="*/ 53975 h 44"/>
              <a:gd name="T48" fmla="*/ 95250 w 46"/>
              <a:gd name="T49" fmla="*/ 57150 h 44"/>
              <a:gd name="T50" fmla="*/ 76200 w 46"/>
              <a:gd name="T51" fmla="*/ 82550 h 44"/>
              <a:gd name="T52" fmla="*/ 130175 w 46"/>
              <a:gd name="T53" fmla="*/ 82550 h 44"/>
              <a:gd name="T54" fmla="*/ 133350 w 46"/>
              <a:gd name="T55" fmla="*/ 101600 h 44"/>
              <a:gd name="T56" fmla="*/ 146050 w 46"/>
              <a:gd name="T57" fmla="*/ 104775 h 44"/>
              <a:gd name="T58" fmla="*/ 146050 w 46"/>
              <a:gd name="T59" fmla="*/ 133350 h 44"/>
              <a:gd name="T60" fmla="*/ 142875 w 46"/>
              <a:gd name="T61" fmla="*/ 139700 h 44"/>
              <a:gd name="T62" fmla="*/ 107950 w 46"/>
              <a:gd name="T63" fmla="*/ 133350 h 44"/>
              <a:gd name="T64" fmla="*/ 107950 w 46"/>
              <a:gd name="T65" fmla="*/ 104775 h 44"/>
              <a:gd name="T66" fmla="*/ 114300 w 46"/>
              <a:gd name="T67" fmla="*/ 101600 h 44"/>
              <a:gd name="T68" fmla="*/ 136525 w 46"/>
              <a:gd name="T69" fmla="*/ 111125 h 44"/>
              <a:gd name="T70" fmla="*/ 120650 w 46"/>
              <a:gd name="T71" fmla="*/ 111125 h 44"/>
              <a:gd name="T72" fmla="*/ 136525 w 46"/>
              <a:gd name="T73" fmla="*/ 127000 h 44"/>
              <a:gd name="T74" fmla="*/ 28575 w 46"/>
              <a:gd name="T75" fmla="*/ 111125 h 44"/>
              <a:gd name="T76" fmla="*/ 12700 w 46"/>
              <a:gd name="T77" fmla="*/ 111125 h 44"/>
              <a:gd name="T78" fmla="*/ 28575 w 46"/>
              <a:gd name="T79" fmla="*/ 127000 h 44"/>
              <a:gd name="T80" fmla="*/ 82550 w 46"/>
              <a:gd name="T81" fmla="*/ 111125 h 44"/>
              <a:gd name="T82" fmla="*/ 66675 w 46"/>
              <a:gd name="T83" fmla="*/ 111125 h 44"/>
              <a:gd name="T84" fmla="*/ 82550 w 46"/>
              <a:gd name="T85" fmla="*/ 127000 h 44"/>
              <a:gd name="T86" fmla="*/ 92075 w 46"/>
              <a:gd name="T87" fmla="*/ 12700 h 44"/>
              <a:gd name="T88" fmla="*/ 57150 w 46"/>
              <a:gd name="T89" fmla="*/ 12700 h 44"/>
              <a:gd name="T90" fmla="*/ 92075 w 46"/>
              <a:gd name="T91" fmla="*/ 47625 h 4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6" h="44">
                <a:moveTo>
                  <a:pt x="40" y="32"/>
                </a:moveTo>
                <a:cubicBezTo>
                  <a:pt x="40" y="28"/>
                  <a:pt x="40" y="28"/>
                  <a:pt x="40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32"/>
                  <a:pt x="24" y="32"/>
                  <a:pt x="24" y="32"/>
                </a:cubicBezTo>
                <a:cubicBezTo>
                  <a:pt x="28" y="32"/>
                  <a:pt x="28" y="32"/>
                  <a:pt x="28" y="32"/>
                </a:cubicBezTo>
                <a:cubicBezTo>
                  <a:pt x="29" y="32"/>
                  <a:pt x="29" y="32"/>
                  <a:pt x="29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43"/>
                  <a:pt x="29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19" y="44"/>
                  <a:pt x="19" y="44"/>
                  <a:pt x="19" y="44"/>
                </a:cubicBezTo>
                <a:cubicBezTo>
                  <a:pt x="18" y="44"/>
                  <a:pt x="17" y="43"/>
                  <a:pt x="17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32"/>
                  <a:pt x="18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28"/>
                  <a:pt x="22" y="28"/>
                  <a:pt x="22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32"/>
                  <a:pt x="7" y="32"/>
                  <a:pt x="7" y="32"/>
                </a:cubicBezTo>
                <a:cubicBezTo>
                  <a:pt x="11" y="32"/>
                  <a:pt x="11" y="32"/>
                  <a:pt x="11" y="32"/>
                </a:cubicBezTo>
                <a:cubicBezTo>
                  <a:pt x="12" y="32"/>
                  <a:pt x="12" y="32"/>
                  <a:pt x="12" y="33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3"/>
                  <a:pt x="12" y="44"/>
                  <a:pt x="11" y="44"/>
                </a:cubicBezTo>
                <a:cubicBezTo>
                  <a:pt x="11" y="44"/>
                  <a:pt x="11" y="44"/>
                  <a:pt x="11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2"/>
                  <a:pt x="1" y="32"/>
                  <a:pt x="2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27"/>
                  <a:pt x="5" y="27"/>
                  <a:pt x="5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5" y="26"/>
                  <a:pt x="6" y="26"/>
                  <a:pt x="6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18"/>
                  <a:pt x="22" y="18"/>
                  <a:pt x="22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5" y="18"/>
                  <a:pt x="14" y="17"/>
                  <a:pt x="14" y="17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1"/>
                  <a:pt x="15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1" y="0"/>
                  <a:pt x="32" y="1"/>
                  <a:pt x="32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7"/>
                  <a:pt x="31" y="18"/>
                  <a:pt x="30" y="18"/>
                </a:cubicBezTo>
                <a:cubicBezTo>
                  <a:pt x="30" y="18"/>
                  <a:pt x="30" y="18"/>
                  <a:pt x="30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26"/>
                  <a:pt x="24" y="26"/>
                  <a:pt x="24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2" y="26"/>
                  <a:pt x="42" y="27"/>
                </a:cubicBezTo>
                <a:cubicBezTo>
                  <a:pt x="42" y="32"/>
                  <a:pt x="42" y="32"/>
                  <a:pt x="42" y="32"/>
                </a:cubicBezTo>
                <a:cubicBezTo>
                  <a:pt x="45" y="32"/>
                  <a:pt x="45" y="32"/>
                  <a:pt x="45" y="32"/>
                </a:cubicBezTo>
                <a:cubicBezTo>
                  <a:pt x="46" y="32"/>
                  <a:pt x="46" y="32"/>
                  <a:pt x="46" y="33"/>
                </a:cubicBezTo>
                <a:cubicBezTo>
                  <a:pt x="46" y="33"/>
                  <a:pt x="46" y="33"/>
                  <a:pt x="46" y="33"/>
                </a:cubicBezTo>
                <a:cubicBezTo>
                  <a:pt x="46" y="42"/>
                  <a:pt x="46" y="42"/>
                  <a:pt x="46" y="42"/>
                </a:cubicBezTo>
                <a:cubicBezTo>
                  <a:pt x="46" y="43"/>
                  <a:pt x="46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36" y="44"/>
                  <a:pt x="36" y="44"/>
                  <a:pt x="36" y="44"/>
                </a:cubicBezTo>
                <a:cubicBezTo>
                  <a:pt x="35" y="44"/>
                  <a:pt x="34" y="43"/>
                  <a:pt x="34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2"/>
                  <a:pt x="35" y="32"/>
                  <a:pt x="36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40" y="32"/>
                  <a:pt x="40" y="32"/>
                  <a:pt x="40" y="32"/>
                </a:cubicBezTo>
                <a:close/>
                <a:moveTo>
                  <a:pt x="43" y="35"/>
                </a:moveTo>
                <a:cubicBezTo>
                  <a:pt x="43" y="35"/>
                  <a:pt x="43" y="35"/>
                  <a:pt x="43" y="35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40"/>
                  <a:pt x="38" y="40"/>
                  <a:pt x="38" y="40"/>
                </a:cubicBezTo>
                <a:cubicBezTo>
                  <a:pt x="43" y="40"/>
                  <a:pt x="43" y="40"/>
                  <a:pt x="43" y="40"/>
                </a:cubicBezTo>
                <a:cubicBezTo>
                  <a:pt x="43" y="35"/>
                  <a:pt x="43" y="35"/>
                  <a:pt x="43" y="35"/>
                </a:cubicBezTo>
                <a:close/>
                <a:moveTo>
                  <a:pt x="9" y="35"/>
                </a:moveTo>
                <a:cubicBezTo>
                  <a:pt x="9" y="35"/>
                  <a:pt x="9" y="35"/>
                  <a:pt x="9" y="35"/>
                </a:cubicBezTo>
                <a:cubicBezTo>
                  <a:pt x="4" y="35"/>
                  <a:pt x="4" y="35"/>
                  <a:pt x="4" y="35"/>
                </a:cubicBezTo>
                <a:cubicBezTo>
                  <a:pt x="4" y="40"/>
                  <a:pt x="4" y="40"/>
                  <a:pt x="4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35"/>
                  <a:pt x="9" y="35"/>
                  <a:pt x="9" y="35"/>
                </a:cubicBezTo>
                <a:close/>
                <a:moveTo>
                  <a:pt x="26" y="35"/>
                </a:moveTo>
                <a:cubicBezTo>
                  <a:pt x="26" y="35"/>
                  <a:pt x="26" y="35"/>
                  <a:pt x="26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40"/>
                  <a:pt x="21" y="40"/>
                  <a:pt x="21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35"/>
                  <a:pt x="26" y="35"/>
                  <a:pt x="26" y="35"/>
                </a:cubicBezTo>
                <a:close/>
                <a:moveTo>
                  <a:pt x="29" y="4"/>
                </a:moveTo>
                <a:cubicBezTo>
                  <a:pt x="29" y="4"/>
                  <a:pt x="29" y="4"/>
                  <a:pt x="29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15"/>
                  <a:pt x="18" y="15"/>
                  <a:pt x="18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4"/>
                  <a:pt x="29" y="4"/>
                  <a:pt x="29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42" name="Freeform 376">
            <a:extLst>
              <a:ext uri="{FF2B5EF4-FFF2-40B4-BE49-F238E27FC236}">
                <a16:creationId xmlns:a16="http://schemas.microsoft.com/office/drawing/2014/main" id="{96822613-9E47-AA6C-2A57-506554DCCE7C}"/>
              </a:ext>
            </a:extLst>
          </p:cNvPr>
          <p:cNvSpPr>
            <a:spLocks noEditPoints="1"/>
          </p:cNvSpPr>
          <p:nvPr/>
        </p:nvSpPr>
        <p:spPr bwMode="auto">
          <a:xfrm>
            <a:off x="2048335" y="1757282"/>
            <a:ext cx="190500" cy="182033"/>
          </a:xfrm>
          <a:custGeom>
            <a:avLst/>
            <a:gdLst>
              <a:gd name="T0" fmla="*/ 95250 w 45"/>
              <a:gd name="T1" fmla="*/ 44450 h 43"/>
              <a:gd name="T2" fmla="*/ 139700 w 45"/>
              <a:gd name="T3" fmla="*/ 136525 h 43"/>
              <a:gd name="T4" fmla="*/ 3175 w 45"/>
              <a:gd name="T5" fmla="*/ 136525 h 43"/>
              <a:gd name="T6" fmla="*/ 0 w 45"/>
              <a:gd name="T7" fmla="*/ 130175 h 43"/>
              <a:gd name="T8" fmla="*/ 47625 w 45"/>
              <a:gd name="T9" fmla="*/ 12700 h 43"/>
              <a:gd name="T10" fmla="*/ 41275 w 45"/>
              <a:gd name="T11" fmla="*/ 6350 h 43"/>
              <a:gd name="T12" fmla="*/ 98425 w 45"/>
              <a:gd name="T13" fmla="*/ 0 h 43"/>
              <a:gd name="T14" fmla="*/ 98425 w 45"/>
              <a:gd name="T15" fmla="*/ 12700 h 43"/>
              <a:gd name="T16" fmla="*/ 63500 w 45"/>
              <a:gd name="T17" fmla="*/ 66675 h 43"/>
              <a:gd name="T18" fmla="*/ 79375 w 45"/>
              <a:gd name="T19" fmla="*/ 66675 h 43"/>
              <a:gd name="T20" fmla="*/ 79375 w 45"/>
              <a:gd name="T21" fmla="*/ 57150 h 43"/>
              <a:gd name="T22" fmla="*/ 60325 w 45"/>
              <a:gd name="T23" fmla="*/ 60325 h 43"/>
              <a:gd name="T24" fmla="*/ 66675 w 45"/>
              <a:gd name="T25" fmla="*/ 79375 h 43"/>
              <a:gd name="T26" fmla="*/ 76200 w 45"/>
              <a:gd name="T27" fmla="*/ 79375 h 43"/>
              <a:gd name="T28" fmla="*/ 76200 w 45"/>
              <a:gd name="T29" fmla="*/ 73025 h 43"/>
              <a:gd name="T30" fmla="*/ 63500 w 45"/>
              <a:gd name="T31" fmla="*/ 76200 h 43"/>
              <a:gd name="T32" fmla="*/ 63500 w 45"/>
              <a:gd name="T33" fmla="*/ 95250 h 43"/>
              <a:gd name="T34" fmla="*/ 79375 w 45"/>
              <a:gd name="T35" fmla="*/ 95250 h 43"/>
              <a:gd name="T36" fmla="*/ 79375 w 45"/>
              <a:gd name="T37" fmla="*/ 85725 h 43"/>
              <a:gd name="T38" fmla="*/ 60325 w 45"/>
              <a:gd name="T39" fmla="*/ 88900 h 43"/>
              <a:gd name="T40" fmla="*/ 66675 w 45"/>
              <a:gd name="T41" fmla="*/ 107950 h 43"/>
              <a:gd name="T42" fmla="*/ 76200 w 45"/>
              <a:gd name="T43" fmla="*/ 107950 h 43"/>
              <a:gd name="T44" fmla="*/ 76200 w 45"/>
              <a:gd name="T45" fmla="*/ 101600 h 43"/>
              <a:gd name="T46" fmla="*/ 63500 w 45"/>
              <a:gd name="T47" fmla="*/ 104775 h 43"/>
              <a:gd name="T48" fmla="*/ 63500 w 45"/>
              <a:gd name="T49" fmla="*/ 123825 h 43"/>
              <a:gd name="T50" fmla="*/ 79375 w 45"/>
              <a:gd name="T51" fmla="*/ 123825 h 43"/>
              <a:gd name="T52" fmla="*/ 79375 w 45"/>
              <a:gd name="T53" fmla="*/ 114300 h 43"/>
              <a:gd name="T54" fmla="*/ 60325 w 45"/>
              <a:gd name="T55" fmla="*/ 117475 h 43"/>
              <a:gd name="T56" fmla="*/ 88900 w 45"/>
              <a:gd name="T57" fmla="*/ 12700 h 43"/>
              <a:gd name="T58" fmla="*/ 57150 w 45"/>
              <a:gd name="T59" fmla="*/ 12700 h 43"/>
              <a:gd name="T60" fmla="*/ 57150 w 45"/>
              <a:gd name="T61" fmla="*/ 47625 h 43"/>
              <a:gd name="T62" fmla="*/ 9525 w 45"/>
              <a:gd name="T63" fmla="*/ 130175 h 43"/>
              <a:gd name="T64" fmla="*/ 88900 w 45"/>
              <a:gd name="T65" fmla="*/ 47625 h 43"/>
              <a:gd name="T66" fmla="*/ 88900 w 45"/>
              <a:gd name="T67" fmla="*/ 12700 h 4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5" h="43">
                <a:moveTo>
                  <a:pt x="30" y="4"/>
                </a:moveTo>
                <a:cubicBezTo>
                  <a:pt x="30" y="14"/>
                  <a:pt x="30" y="14"/>
                  <a:pt x="30" y="14"/>
                </a:cubicBezTo>
                <a:cubicBezTo>
                  <a:pt x="45" y="41"/>
                  <a:pt x="45" y="41"/>
                  <a:pt x="45" y="41"/>
                </a:cubicBezTo>
                <a:cubicBezTo>
                  <a:pt x="45" y="42"/>
                  <a:pt x="45" y="43"/>
                  <a:pt x="44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1" y="43"/>
                  <a:pt x="1" y="43"/>
                  <a:pt x="1" y="43"/>
                </a:cubicBezTo>
                <a:cubicBezTo>
                  <a:pt x="1" y="43"/>
                  <a:pt x="0" y="43"/>
                  <a:pt x="0" y="42"/>
                </a:cubicBezTo>
                <a:cubicBezTo>
                  <a:pt x="0" y="42"/>
                  <a:pt x="0" y="42"/>
                  <a:pt x="0" y="41"/>
                </a:cubicBezTo>
                <a:cubicBezTo>
                  <a:pt x="15" y="14"/>
                  <a:pt x="15" y="14"/>
                  <a:pt x="15" y="14"/>
                </a:cubicBezTo>
                <a:cubicBezTo>
                  <a:pt x="15" y="4"/>
                  <a:pt x="15" y="4"/>
                  <a:pt x="15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3" y="4"/>
                  <a:pt x="13" y="3"/>
                  <a:pt x="13" y="2"/>
                </a:cubicBezTo>
                <a:cubicBezTo>
                  <a:pt x="13" y="1"/>
                  <a:pt x="13" y="0"/>
                  <a:pt x="14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2" y="0"/>
                  <a:pt x="33" y="1"/>
                  <a:pt x="33" y="2"/>
                </a:cubicBezTo>
                <a:cubicBezTo>
                  <a:pt x="33" y="3"/>
                  <a:pt x="32" y="4"/>
                  <a:pt x="31" y="4"/>
                </a:cubicBezTo>
                <a:cubicBezTo>
                  <a:pt x="30" y="4"/>
                  <a:pt x="30" y="4"/>
                  <a:pt x="30" y="4"/>
                </a:cubicBezTo>
                <a:close/>
                <a:moveTo>
                  <a:pt x="20" y="21"/>
                </a:moveTo>
                <a:cubicBezTo>
                  <a:pt x="20" y="21"/>
                  <a:pt x="20" y="21"/>
                  <a:pt x="20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6" y="21"/>
                  <a:pt x="26" y="20"/>
                  <a:pt x="26" y="19"/>
                </a:cubicBezTo>
                <a:cubicBezTo>
                  <a:pt x="26" y="19"/>
                  <a:pt x="26" y="18"/>
                  <a:pt x="25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19" y="19"/>
                  <a:pt x="19" y="19"/>
                </a:cubicBezTo>
                <a:cubicBezTo>
                  <a:pt x="19" y="20"/>
                  <a:pt x="20" y="21"/>
                  <a:pt x="20" y="21"/>
                </a:cubicBezTo>
                <a:close/>
                <a:moveTo>
                  <a:pt x="21" y="25"/>
                </a:moveTo>
                <a:cubicBezTo>
                  <a:pt x="21" y="25"/>
                  <a:pt x="21" y="25"/>
                  <a:pt x="21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5" y="25"/>
                  <a:pt x="25" y="25"/>
                  <a:pt x="25" y="24"/>
                </a:cubicBezTo>
                <a:cubicBezTo>
                  <a:pt x="25" y="23"/>
                  <a:pt x="25" y="23"/>
                  <a:pt x="24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0" y="23"/>
                  <a:pt x="20" y="24"/>
                </a:cubicBezTo>
                <a:cubicBezTo>
                  <a:pt x="20" y="25"/>
                  <a:pt x="21" y="25"/>
                  <a:pt x="21" y="25"/>
                </a:cubicBezTo>
                <a:close/>
                <a:moveTo>
                  <a:pt x="20" y="30"/>
                </a:moveTo>
                <a:cubicBezTo>
                  <a:pt x="20" y="30"/>
                  <a:pt x="20" y="30"/>
                  <a:pt x="20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26" y="30"/>
                  <a:pt x="26" y="29"/>
                  <a:pt x="26" y="28"/>
                </a:cubicBezTo>
                <a:cubicBezTo>
                  <a:pt x="26" y="28"/>
                  <a:pt x="26" y="27"/>
                  <a:pt x="25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19" y="28"/>
                  <a:pt x="19" y="28"/>
                </a:cubicBezTo>
                <a:cubicBezTo>
                  <a:pt x="19" y="29"/>
                  <a:pt x="20" y="30"/>
                  <a:pt x="20" y="30"/>
                </a:cubicBezTo>
                <a:close/>
                <a:moveTo>
                  <a:pt x="21" y="34"/>
                </a:moveTo>
                <a:cubicBezTo>
                  <a:pt x="21" y="34"/>
                  <a:pt x="21" y="34"/>
                  <a:pt x="21" y="34"/>
                </a:cubicBezTo>
                <a:cubicBezTo>
                  <a:pt x="24" y="34"/>
                  <a:pt x="24" y="34"/>
                  <a:pt x="24" y="34"/>
                </a:cubicBezTo>
                <a:cubicBezTo>
                  <a:pt x="25" y="34"/>
                  <a:pt x="25" y="34"/>
                  <a:pt x="25" y="33"/>
                </a:cubicBezTo>
                <a:cubicBezTo>
                  <a:pt x="25" y="32"/>
                  <a:pt x="25" y="32"/>
                  <a:pt x="24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0" y="32"/>
                  <a:pt x="20" y="33"/>
                </a:cubicBezTo>
                <a:cubicBezTo>
                  <a:pt x="20" y="34"/>
                  <a:pt x="21" y="34"/>
                  <a:pt x="21" y="34"/>
                </a:cubicBezTo>
                <a:close/>
                <a:moveTo>
                  <a:pt x="20" y="39"/>
                </a:moveTo>
                <a:cubicBezTo>
                  <a:pt x="20" y="39"/>
                  <a:pt x="20" y="39"/>
                  <a:pt x="20" y="39"/>
                </a:cubicBezTo>
                <a:cubicBezTo>
                  <a:pt x="25" y="39"/>
                  <a:pt x="25" y="39"/>
                  <a:pt x="25" y="39"/>
                </a:cubicBezTo>
                <a:cubicBezTo>
                  <a:pt x="26" y="39"/>
                  <a:pt x="26" y="38"/>
                  <a:pt x="26" y="37"/>
                </a:cubicBezTo>
                <a:cubicBezTo>
                  <a:pt x="26" y="37"/>
                  <a:pt x="26" y="36"/>
                  <a:pt x="25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19" y="37"/>
                  <a:pt x="19" y="37"/>
                </a:cubicBezTo>
                <a:cubicBezTo>
                  <a:pt x="19" y="38"/>
                  <a:pt x="20" y="39"/>
                  <a:pt x="20" y="39"/>
                </a:cubicBezTo>
                <a:close/>
                <a:moveTo>
                  <a:pt x="28" y="4"/>
                </a:moveTo>
                <a:cubicBezTo>
                  <a:pt x="28" y="4"/>
                  <a:pt x="28" y="4"/>
                  <a:pt x="28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5"/>
                  <a:pt x="18" y="15"/>
                  <a:pt x="17" y="15"/>
                </a:cubicBezTo>
                <a:cubicBezTo>
                  <a:pt x="3" y="41"/>
                  <a:pt x="3" y="41"/>
                  <a:pt x="3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4"/>
                  <a:pt x="28" y="4"/>
                  <a:pt x="28" y="4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43" name="Freeform 377">
            <a:extLst>
              <a:ext uri="{FF2B5EF4-FFF2-40B4-BE49-F238E27FC236}">
                <a16:creationId xmlns:a16="http://schemas.microsoft.com/office/drawing/2014/main" id="{9D3D026F-C035-12B1-B223-4352B57F4A6D}"/>
              </a:ext>
            </a:extLst>
          </p:cNvPr>
          <p:cNvSpPr>
            <a:spLocks noEditPoints="1"/>
          </p:cNvSpPr>
          <p:nvPr/>
        </p:nvSpPr>
        <p:spPr bwMode="auto">
          <a:xfrm>
            <a:off x="9909634" y="4358665"/>
            <a:ext cx="194733" cy="160867"/>
          </a:xfrm>
          <a:custGeom>
            <a:avLst/>
            <a:gdLst>
              <a:gd name="T0" fmla="*/ 114300 w 46"/>
              <a:gd name="T1" fmla="*/ 117475 h 38"/>
              <a:gd name="T2" fmla="*/ 123825 w 46"/>
              <a:gd name="T3" fmla="*/ 114300 h 38"/>
              <a:gd name="T4" fmla="*/ 22225 w 46"/>
              <a:gd name="T5" fmla="*/ 60325 h 38"/>
              <a:gd name="T6" fmla="*/ 28575 w 46"/>
              <a:gd name="T7" fmla="*/ 114300 h 38"/>
              <a:gd name="T8" fmla="*/ 28575 w 46"/>
              <a:gd name="T9" fmla="*/ 120650 h 38"/>
              <a:gd name="T10" fmla="*/ 6350 w 46"/>
              <a:gd name="T11" fmla="*/ 117475 h 38"/>
              <a:gd name="T12" fmla="*/ 15875 w 46"/>
              <a:gd name="T13" fmla="*/ 114300 h 38"/>
              <a:gd name="T14" fmla="*/ 6350 w 46"/>
              <a:gd name="T15" fmla="*/ 60325 h 38"/>
              <a:gd name="T16" fmla="*/ 0 w 46"/>
              <a:gd name="T17" fmla="*/ 53975 h 38"/>
              <a:gd name="T18" fmla="*/ 6350 w 46"/>
              <a:gd name="T19" fmla="*/ 0 h 38"/>
              <a:gd name="T20" fmla="*/ 139700 w 46"/>
              <a:gd name="T21" fmla="*/ 0 h 38"/>
              <a:gd name="T22" fmla="*/ 146050 w 46"/>
              <a:gd name="T23" fmla="*/ 6350 h 38"/>
              <a:gd name="T24" fmla="*/ 139700 w 46"/>
              <a:gd name="T25" fmla="*/ 60325 h 38"/>
              <a:gd name="T26" fmla="*/ 130175 w 46"/>
              <a:gd name="T27" fmla="*/ 60325 h 38"/>
              <a:gd name="T28" fmla="*/ 136525 w 46"/>
              <a:gd name="T29" fmla="*/ 114300 h 38"/>
              <a:gd name="T30" fmla="*/ 136525 w 46"/>
              <a:gd name="T31" fmla="*/ 120650 h 38"/>
              <a:gd name="T32" fmla="*/ 136525 w 46"/>
              <a:gd name="T33" fmla="*/ 9525 h 38"/>
              <a:gd name="T34" fmla="*/ 120650 w 46"/>
              <a:gd name="T35" fmla="*/ 9525 h 38"/>
              <a:gd name="T36" fmla="*/ 117475 w 46"/>
              <a:gd name="T37" fmla="*/ 47625 h 38"/>
              <a:gd name="T38" fmla="*/ 136525 w 46"/>
              <a:gd name="T39" fmla="*/ 15875 h 38"/>
              <a:gd name="T40" fmla="*/ 114300 w 46"/>
              <a:gd name="T41" fmla="*/ 9525 h 38"/>
              <a:gd name="T42" fmla="*/ 98425 w 46"/>
              <a:gd name="T43" fmla="*/ 9525 h 38"/>
              <a:gd name="T44" fmla="*/ 92075 w 46"/>
              <a:gd name="T45" fmla="*/ 47625 h 38"/>
              <a:gd name="T46" fmla="*/ 114300 w 46"/>
              <a:gd name="T47" fmla="*/ 9525 h 38"/>
              <a:gd name="T48" fmla="*/ 92075 w 46"/>
              <a:gd name="T49" fmla="*/ 9525 h 38"/>
              <a:gd name="T50" fmla="*/ 50800 w 46"/>
              <a:gd name="T51" fmla="*/ 47625 h 38"/>
              <a:gd name="T52" fmla="*/ 69850 w 46"/>
              <a:gd name="T53" fmla="*/ 47625 h 38"/>
              <a:gd name="T54" fmla="*/ 66675 w 46"/>
              <a:gd name="T55" fmla="*/ 9525 h 38"/>
              <a:gd name="T56" fmla="*/ 50800 w 46"/>
              <a:gd name="T57" fmla="*/ 9525 h 38"/>
              <a:gd name="T58" fmla="*/ 44450 w 46"/>
              <a:gd name="T59" fmla="*/ 47625 h 38"/>
              <a:gd name="T60" fmla="*/ 66675 w 46"/>
              <a:gd name="T61" fmla="*/ 9525 h 38"/>
              <a:gd name="T62" fmla="*/ 44450 w 46"/>
              <a:gd name="T63" fmla="*/ 9525 h 38"/>
              <a:gd name="T64" fmla="*/ 9525 w 46"/>
              <a:gd name="T65" fmla="*/ 38100 h 38"/>
              <a:gd name="T66" fmla="*/ 22225 w 46"/>
              <a:gd name="T67" fmla="*/ 47625 h 38"/>
              <a:gd name="T68" fmla="*/ 44450 w 46"/>
              <a:gd name="T69" fmla="*/ 9525 h 38"/>
              <a:gd name="T70" fmla="*/ 19050 w 46"/>
              <a:gd name="T71" fmla="*/ 9525 h 38"/>
              <a:gd name="T72" fmla="*/ 9525 w 46"/>
              <a:gd name="T73" fmla="*/ 25400 h 38"/>
              <a:gd name="T74" fmla="*/ 123825 w 46"/>
              <a:gd name="T75" fmla="*/ 47625 h 38"/>
              <a:gd name="T76" fmla="*/ 136525 w 46"/>
              <a:gd name="T77" fmla="*/ 47625 h 38"/>
              <a:gd name="T78" fmla="*/ 123825 w 46"/>
              <a:gd name="T79" fmla="*/ 47625 h 3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6" h="38">
                <a:moveTo>
                  <a:pt x="37" y="38"/>
                </a:moveTo>
                <a:cubicBezTo>
                  <a:pt x="36" y="38"/>
                  <a:pt x="36" y="37"/>
                  <a:pt x="36" y="37"/>
                </a:cubicBezTo>
                <a:cubicBezTo>
                  <a:pt x="36" y="36"/>
                  <a:pt x="36" y="36"/>
                  <a:pt x="37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19"/>
                  <a:pt x="39" y="19"/>
                  <a:pt x="3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36"/>
                  <a:pt x="7" y="36"/>
                  <a:pt x="7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10" y="36"/>
                  <a:pt x="10" y="36"/>
                  <a:pt x="10" y="37"/>
                </a:cubicBezTo>
                <a:cubicBezTo>
                  <a:pt x="10" y="37"/>
                  <a:pt x="10" y="38"/>
                  <a:pt x="9" y="38"/>
                </a:cubicBezTo>
                <a:cubicBezTo>
                  <a:pt x="3" y="38"/>
                  <a:pt x="3" y="38"/>
                  <a:pt x="3" y="38"/>
                </a:cubicBezTo>
                <a:cubicBezTo>
                  <a:pt x="2" y="38"/>
                  <a:pt x="2" y="37"/>
                  <a:pt x="2" y="37"/>
                </a:cubicBezTo>
                <a:cubicBezTo>
                  <a:pt x="2" y="36"/>
                  <a:pt x="2" y="36"/>
                  <a:pt x="3" y="36"/>
                </a:cubicBezTo>
                <a:cubicBezTo>
                  <a:pt x="5" y="36"/>
                  <a:pt x="5" y="36"/>
                  <a:pt x="5" y="36"/>
                </a:cubicBezTo>
                <a:cubicBezTo>
                  <a:pt x="5" y="19"/>
                  <a:pt x="5" y="19"/>
                  <a:pt x="5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9"/>
                  <a:pt x="0" y="18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5" y="0"/>
                  <a:pt x="46" y="1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17"/>
                  <a:pt x="46" y="17"/>
                  <a:pt x="46" y="17"/>
                </a:cubicBezTo>
                <a:cubicBezTo>
                  <a:pt x="46" y="18"/>
                  <a:pt x="45" y="19"/>
                  <a:pt x="44" y="19"/>
                </a:cubicBezTo>
                <a:cubicBezTo>
                  <a:pt x="44" y="19"/>
                  <a:pt x="44" y="19"/>
                  <a:pt x="44" y="19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36"/>
                  <a:pt x="41" y="36"/>
                  <a:pt x="41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4" y="36"/>
                  <a:pt x="44" y="36"/>
                  <a:pt x="44" y="37"/>
                </a:cubicBezTo>
                <a:cubicBezTo>
                  <a:pt x="44" y="37"/>
                  <a:pt x="44" y="38"/>
                  <a:pt x="43" y="38"/>
                </a:cubicBezTo>
                <a:cubicBezTo>
                  <a:pt x="37" y="38"/>
                  <a:pt x="37" y="38"/>
                  <a:pt x="37" y="38"/>
                </a:cubicBezTo>
                <a:close/>
                <a:moveTo>
                  <a:pt x="43" y="3"/>
                </a:moveTo>
                <a:cubicBezTo>
                  <a:pt x="43" y="3"/>
                  <a:pt x="43" y="3"/>
                  <a:pt x="43" y="3"/>
                </a:cubicBezTo>
                <a:cubicBezTo>
                  <a:pt x="38" y="3"/>
                  <a:pt x="38" y="3"/>
                  <a:pt x="38" y="3"/>
                </a:cubicBezTo>
                <a:cubicBezTo>
                  <a:pt x="31" y="15"/>
                  <a:pt x="31" y="15"/>
                  <a:pt x="31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43" y="5"/>
                  <a:pt x="43" y="5"/>
                  <a:pt x="43" y="5"/>
                </a:cubicBezTo>
                <a:cubicBezTo>
                  <a:pt x="43" y="3"/>
                  <a:pt x="43" y="3"/>
                  <a:pt x="43" y="3"/>
                </a:cubicBezTo>
                <a:close/>
                <a:moveTo>
                  <a:pt x="36" y="3"/>
                </a:moveTo>
                <a:cubicBezTo>
                  <a:pt x="36" y="3"/>
                  <a:pt x="36" y="3"/>
                  <a:pt x="36" y="3"/>
                </a:cubicBezTo>
                <a:cubicBezTo>
                  <a:pt x="31" y="3"/>
                  <a:pt x="31" y="3"/>
                  <a:pt x="31" y="3"/>
                </a:cubicBezTo>
                <a:cubicBezTo>
                  <a:pt x="24" y="15"/>
                  <a:pt x="24" y="15"/>
                  <a:pt x="24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36" y="3"/>
                  <a:pt x="36" y="3"/>
                  <a:pt x="36" y="3"/>
                </a:cubicBezTo>
                <a:close/>
                <a:moveTo>
                  <a:pt x="29" y="3"/>
                </a:moveTo>
                <a:cubicBezTo>
                  <a:pt x="29" y="3"/>
                  <a:pt x="29" y="3"/>
                  <a:pt x="29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16" y="15"/>
                  <a:pt x="16" y="15"/>
                  <a:pt x="16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9" y="3"/>
                  <a:pt x="29" y="3"/>
                  <a:pt x="29" y="3"/>
                </a:cubicBezTo>
                <a:close/>
                <a:moveTo>
                  <a:pt x="21" y="3"/>
                </a:moveTo>
                <a:cubicBezTo>
                  <a:pt x="21" y="3"/>
                  <a:pt x="21" y="3"/>
                  <a:pt x="21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9" y="15"/>
                  <a:pt x="9" y="15"/>
                  <a:pt x="9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21" y="3"/>
                  <a:pt x="21" y="3"/>
                  <a:pt x="21" y="3"/>
                </a:cubicBezTo>
                <a:close/>
                <a:moveTo>
                  <a:pt x="14" y="3"/>
                </a:moveTo>
                <a:cubicBezTo>
                  <a:pt x="14" y="3"/>
                  <a:pt x="14" y="3"/>
                  <a:pt x="14" y="3"/>
                </a:cubicBezTo>
                <a:cubicBezTo>
                  <a:pt x="8" y="3"/>
                  <a:pt x="8" y="3"/>
                  <a:pt x="8" y="3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5"/>
                  <a:pt x="3" y="15"/>
                  <a:pt x="3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14" y="3"/>
                  <a:pt x="14" y="3"/>
                  <a:pt x="14" y="3"/>
                </a:cubicBezTo>
                <a:close/>
                <a:moveTo>
                  <a:pt x="6" y="3"/>
                </a:moveTo>
                <a:cubicBezTo>
                  <a:pt x="6" y="3"/>
                  <a:pt x="6" y="3"/>
                  <a:pt x="6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8"/>
                  <a:pt x="3" y="8"/>
                  <a:pt x="3" y="8"/>
                </a:cubicBezTo>
                <a:cubicBezTo>
                  <a:pt x="6" y="3"/>
                  <a:pt x="6" y="3"/>
                  <a:pt x="6" y="3"/>
                </a:cubicBezTo>
                <a:close/>
                <a:moveTo>
                  <a:pt x="39" y="15"/>
                </a:moveTo>
                <a:cubicBezTo>
                  <a:pt x="39" y="15"/>
                  <a:pt x="39" y="15"/>
                  <a:pt x="39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9"/>
                  <a:pt x="43" y="9"/>
                  <a:pt x="43" y="9"/>
                </a:cubicBezTo>
                <a:cubicBezTo>
                  <a:pt x="39" y="15"/>
                  <a:pt x="39" y="15"/>
                  <a:pt x="39" y="1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44" name="Freeform 378">
            <a:extLst>
              <a:ext uri="{FF2B5EF4-FFF2-40B4-BE49-F238E27FC236}">
                <a16:creationId xmlns:a16="http://schemas.microsoft.com/office/drawing/2014/main" id="{166F4B66-7937-2BDE-0A55-6ABE0F9D6981}"/>
              </a:ext>
            </a:extLst>
          </p:cNvPr>
          <p:cNvSpPr>
            <a:spLocks noEditPoints="1"/>
          </p:cNvSpPr>
          <p:nvPr/>
        </p:nvSpPr>
        <p:spPr bwMode="auto">
          <a:xfrm>
            <a:off x="10296985" y="3008232"/>
            <a:ext cx="160867" cy="190500"/>
          </a:xfrm>
          <a:custGeom>
            <a:avLst/>
            <a:gdLst>
              <a:gd name="T0" fmla="*/ 104775 w 38"/>
              <a:gd name="T1" fmla="*/ 0 h 45"/>
              <a:gd name="T2" fmla="*/ 101600 w 38"/>
              <a:gd name="T3" fmla="*/ 9525 h 45"/>
              <a:gd name="T4" fmla="*/ 120650 w 38"/>
              <a:gd name="T5" fmla="*/ 53975 h 45"/>
              <a:gd name="T6" fmla="*/ 101600 w 38"/>
              <a:gd name="T7" fmla="*/ 101600 h 45"/>
              <a:gd name="T8" fmla="*/ 79375 w 38"/>
              <a:gd name="T9" fmla="*/ 114300 h 45"/>
              <a:gd name="T10" fmla="*/ 60325 w 38"/>
              <a:gd name="T11" fmla="*/ 120650 h 45"/>
              <a:gd name="T12" fmla="*/ 60325 w 38"/>
              <a:gd name="T13" fmla="*/ 130175 h 45"/>
              <a:gd name="T14" fmla="*/ 85725 w 38"/>
              <a:gd name="T15" fmla="*/ 136525 h 45"/>
              <a:gd name="T16" fmla="*/ 53975 w 38"/>
              <a:gd name="T17" fmla="*/ 142875 h 45"/>
              <a:gd name="T18" fmla="*/ 53975 w 38"/>
              <a:gd name="T19" fmla="*/ 142875 h 45"/>
              <a:gd name="T20" fmla="*/ 19050 w 38"/>
              <a:gd name="T21" fmla="*/ 136525 h 45"/>
              <a:gd name="T22" fmla="*/ 47625 w 38"/>
              <a:gd name="T23" fmla="*/ 130175 h 45"/>
              <a:gd name="T24" fmla="*/ 47625 w 38"/>
              <a:gd name="T25" fmla="*/ 120650 h 45"/>
              <a:gd name="T26" fmla="*/ 9525 w 38"/>
              <a:gd name="T27" fmla="*/ 101600 h 45"/>
              <a:gd name="T28" fmla="*/ 0 w 38"/>
              <a:gd name="T29" fmla="*/ 107950 h 45"/>
              <a:gd name="T30" fmla="*/ 12700 w 38"/>
              <a:gd name="T31" fmla="*/ 88900 h 45"/>
              <a:gd name="T32" fmla="*/ 15875 w 38"/>
              <a:gd name="T33" fmla="*/ 15875 h 45"/>
              <a:gd name="T34" fmla="*/ 15875 w 38"/>
              <a:gd name="T35" fmla="*/ 15875 h 45"/>
              <a:gd name="T36" fmla="*/ 88900 w 38"/>
              <a:gd name="T37" fmla="*/ 12700 h 45"/>
              <a:gd name="T38" fmla="*/ 95250 w 38"/>
              <a:gd name="T39" fmla="*/ 6350 h 45"/>
              <a:gd name="T40" fmla="*/ 95250 w 38"/>
              <a:gd name="T41" fmla="*/ 6350 h 45"/>
              <a:gd name="T42" fmla="*/ 98425 w 38"/>
              <a:gd name="T43" fmla="*/ 12700 h 45"/>
              <a:gd name="T44" fmla="*/ 95250 w 38"/>
              <a:gd name="T45" fmla="*/ 19050 h 45"/>
              <a:gd name="T46" fmla="*/ 92075 w 38"/>
              <a:gd name="T47" fmla="*/ 92075 h 45"/>
              <a:gd name="T48" fmla="*/ 53975 w 38"/>
              <a:gd name="T49" fmla="*/ 107950 h 45"/>
              <a:gd name="T50" fmla="*/ 12700 w 38"/>
              <a:gd name="T51" fmla="*/ 98425 h 45"/>
              <a:gd name="T52" fmla="*/ 53975 w 38"/>
              <a:gd name="T53" fmla="*/ 114300 h 45"/>
              <a:gd name="T54" fmla="*/ 76200 w 38"/>
              <a:gd name="T55" fmla="*/ 107950 h 45"/>
              <a:gd name="T56" fmla="*/ 107950 w 38"/>
              <a:gd name="T57" fmla="*/ 76200 h 45"/>
              <a:gd name="T58" fmla="*/ 107950 w 38"/>
              <a:gd name="T59" fmla="*/ 31750 h 45"/>
              <a:gd name="T60" fmla="*/ 82550 w 38"/>
              <a:gd name="T61" fmla="*/ 22225 h 45"/>
              <a:gd name="T62" fmla="*/ 53975 w 38"/>
              <a:gd name="T63" fmla="*/ 12700 h 45"/>
              <a:gd name="T64" fmla="*/ 22225 w 38"/>
              <a:gd name="T65" fmla="*/ 22225 h 45"/>
              <a:gd name="T66" fmla="*/ 22225 w 38"/>
              <a:gd name="T67" fmla="*/ 82550 h 45"/>
              <a:gd name="T68" fmla="*/ 82550 w 38"/>
              <a:gd name="T69" fmla="*/ 85725 h 45"/>
              <a:gd name="T70" fmla="*/ 95250 w 38"/>
              <a:gd name="T71" fmla="*/ 53975 h 45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38" h="45">
                <a:moveTo>
                  <a:pt x="32" y="0"/>
                </a:moveTo>
                <a:cubicBezTo>
                  <a:pt x="32" y="0"/>
                  <a:pt x="33" y="0"/>
                  <a:pt x="33" y="0"/>
                </a:cubicBezTo>
                <a:cubicBezTo>
                  <a:pt x="34" y="1"/>
                  <a:pt x="34" y="1"/>
                  <a:pt x="33" y="2"/>
                </a:cubicBezTo>
                <a:cubicBezTo>
                  <a:pt x="32" y="3"/>
                  <a:pt x="32" y="3"/>
                  <a:pt x="32" y="3"/>
                </a:cubicBezTo>
                <a:cubicBezTo>
                  <a:pt x="34" y="5"/>
                  <a:pt x="35" y="7"/>
                  <a:pt x="36" y="9"/>
                </a:cubicBezTo>
                <a:cubicBezTo>
                  <a:pt x="37" y="11"/>
                  <a:pt x="38" y="14"/>
                  <a:pt x="38" y="17"/>
                </a:cubicBezTo>
                <a:cubicBezTo>
                  <a:pt x="38" y="20"/>
                  <a:pt x="37" y="22"/>
                  <a:pt x="36" y="25"/>
                </a:cubicBezTo>
                <a:cubicBezTo>
                  <a:pt x="35" y="27"/>
                  <a:pt x="34" y="30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0" y="34"/>
                  <a:pt x="27" y="35"/>
                  <a:pt x="25" y="36"/>
                </a:cubicBezTo>
                <a:cubicBezTo>
                  <a:pt x="25" y="36"/>
                  <a:pt x="25" y="36"/>
                  <a:pt x="25" y="36"/>
                </a:cubicBezTo>
                <a:cubicBezTo>
                  <a:pt x="23" y="37"/>
                  <a:pt x="21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41"/>
                  <a:pt x="19" y="41"/>
                  <a:pt x="19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6" y="41"/>
                  <a:pt x="27" y="42"/>
                  <a:pt x="27" y="43"/>
                </a:cubicBezTo>
                <a:cubicBezTo>
                  <a:pt x="27" y="44"/>
                  <a:pt x="26" y="45"/>
                  <a:pt x="25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8" y="45"/>
                  <a:pt x="8" y="45"/>
                  <a:pt x="8" y="45"/>
                </a:cubicBezTo>
                <a:cubicBezTo>
                  <a:pt x="7" y="45"/>
                  <a:pt x="6" y="44"/>
                  <a:pt x="6" y="43"/>
                </a:cubicBezTo>
                <a:cubicBezTo>
                  <a:pt x="6" y="42"/>
                  <a:pt x="7" y="41"/>
                  <a:pt x="8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38"/>
                  <a:pt x="15" y="38"/>
                  <a:pt x="15" y="38"/>
                </a:cubicBezTo>
                <a:cubicBezTo>
                  <a:pt x="15" y="38"/>
                  <a:pt x="15" y="38"/>
                  <a:pt x="15" y="38"/>
                </a:cubicBezTo>
                <a:cubicBezTo>
                  <a:pt x="13" y="38"/>
                  <a:pt x="11" y="37"/>
                  <a:pt x="9" y="36"/>
                </a:cubicBezTo>
                <a:cubicBezTo>
                  <a:pt x="7" y="35"/>
                  <a:pt x="5" y="34"/>
                  <a:pt x="3" y="32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4"/>
                  <a:pt x="1" y="34"/>
                  <a:pt x="0" y="34"/>
                </a:cubicBezTo>
                <a:cubicBezTo>
                  <a:pt x="0" y="33"/>
                  <a:pt x="0" y="32"/>
                  <a:pt x="0" y="32"/>
                </a:cubicBezTo>
                <a:cubicBezTo>
                  <a:pt x="4" y="28"/>
                  <a:pt x="4" y="28"/>
                  <a:pt x="4" y="28"/>
                </a:cubicBezTo>
                <a:cubicBezTo>
                  <a:pt x="1" y="25"/>
                  <a:pt x="0" y="21"/>
                  <a:pt x="0" y="17"/>
                </a:cubicBezTo>
                <a:cubicBezTo>
                  <a:pt x="0" y="12"/>
                  <a:pt x="2" y="8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21" y="0"/>
                  <a:pt x="25" y="2"/>
                  <a:pt x="28" y="4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2"/>
                  <a:pt x="30" y="2"/>
                  <a:pt x="30" y="2"/>
                </a:cubicBezTo>
                <a:cubicBezTo>
                  <a:pt x="32" y="0"/>
                  <a:pt x="32" y="0"/>
                  <a:pt x="32" y="0"/>
                </a:cubicBezTo>
                <a:close/>
                <a:moveTo>
                  <a:pt x="31" y="4"/>
                </a:moveTo>
                <a:cubicBezTo>
                  <a:pt x="31" y="4"/>
                  <a:pt x="31" y="4"/>
                  <a:pt x="31" y="4"/>
                </a:cubicBezTo>
                <a:cubicBezTo>
                  <a:pt x="30" y="6"/>
                  <a:pt x="30" y="6"/>
                  <a:pt x="30" y="6"/>
                </a:cubicBezTo>
                <a:cubicBezTo>
                  <a:pt x="32" y="9"/>
                  <a:pt x="34" y="13"/>
                  <a:pt x="34" y="17"/>
                </a:cubicBezTo>
                <a:cubicBezTo>
                  <a:pt x="34" y="22"/>
                  <a:pt x="32" y="26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6" y="32"/>
                  <a:pt x="21" y="34"/>
                  <a:pt x="17" y="34"/>
                </a:cubicBezTo>
                <a:cubicBezTo>
                  <a:pt x="13" y="34"/>
                  <a:pt x="9" y="32"/>
                  <a:pt x="6" y="30"/>
                </a:cubicBezTo>
                <a:cubicBezTo>
                  <a:pt x="4" y="31"/>
                  <a:pt x="4" y="31"/>
                  <a:pt x="4" y="31"/>
                </a:cubicBezTo>
                <a:cubicBezTo>
                  <a:pt x="6" y="32"/>
                  <a:pt x="8" y="33"/>
                  <a:pt x="10" y="34"/>
                </a:cubicBezTo>
                <a:cubicBezTo>
                  <a:pt x="12" y="35"/>
                  <a:pt x="14" y="36"/>
                  <a:pt x="17" y="36"/>
                </a:cubicBezTo>
                <a:cubicBezTo>
                  <a:pt x="19" y="36"/>
                  <a:pt x="22" y="35"/>
                  <a:pt x="24" y="34"/>
                </a:cubicBezTo>
                <a:cubicBezTo>
                  <a:pt x="24" y="34"/>
                  <a:pt x="24" y="34"/>
                  <a:pt x="24" y="34"/>
                </a:cubicBezTo>
                <a:cubicBezTo>
                  <a:pt x="26" y="33"/>
                  <a:pt x="28" y="32"/>
                  <a:pt x="30" y="30"/>
                </a:cubicBezTo>
                <a:cubicBezTo>
                  <a:pt x="32" y="28"/>
                  <a:pt x="33" y="26"/>
                  <a:pt x="34" y="24"/>
                </a:cubicBezTo>
                <a:cubicBezTo>
                  <a:pt x="35" y="22"/>
                  <a:pt x="36" y="20"/>
                  <a:pt x="36" y="17"/>
                </a:cubicBezTo>
                <a:cubicBezTo>
                  <a:pt x="36" y="14"/>
                  <a:pt x="35" y="12"/>
                  <a:pt x="34" y="10"/>
                </a:cubicBezTo>
                <a:cubicBezTo>
                  <a:pt x="33" y="8"/>
                  <a:pt x="32" y="6"/>
                  <a:pt x="31" y="4"/>
                </a:cubicBezTo>
                <a:close/>
                <a:moveTo>
                  <a:pt x="26" y="7"/>
                </a:moveTo>
                <a:cubicBezTo>
                  <a:pt x="26" y="7"/>
                  <a:pt x="26" y="7"/>
                  <a:pt x="26" y="7"/>
                </a:cubicBezTo>
                <a:cubicBezTo>
                  <a:pt x="24" y="5"/>
                  <a:pt x="21" y="4"/>
                  <a:pt x="17" y="4"/>
                </a:cubicBezTo>
                <a:cubicBezTo>
                  <a:pt x="13" y="4"/>
                  <a:pt x="10" y="5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5" y="10"/>
                  <a:pt x="3" y="13"/>
                  <a:pt x="3" y="17"/>
                </a:cubicBezTo>
                <a:cubicBezTo>
                  <a:pt x="3" y="21"/>
                  <a:pt x="5" y="24"/>
                  <a:pt x="7" y="26"/>
                </a:cubicBezTo>
                <a:cubicBezTo>
                  <a:pt x="10" y="29"/>
                  <a:pt x="13" y="30"/>
                  <a:pt x="17" y="30"/>
                </a:cubicBezTo>
                <a:cubicBezTo>
                  <a:pt x="20" y="30"/>
                  <a:pt x="24" y="29"/>
                  <a:pt x="26" y="27"/>
                </a:cubicBezTo>
                <a:cubicBezTo>
                  <a:pt x="26" y="26"/>
                  <a:pt x="26" y="26"/>
                  <a:pt x="26" y="26"/>
                </a:cubicBezTo>
                <a:cubicBezTo>
                  <a:pt x="29" y="24"/>
                  <a:pt x="30" y="21"/>
                  <a:pt x="30" y="17"/>
                </a:cubicBezTo>
                <a:cubicBezTo>
                  <a:pt x="30" y="13"/>
                  <a:pt x="29" y="10"/>
                  <a:pt x="26" y="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45" name="Freeform 379">
            <a:extLst>
              <a:ext uri="{FF2B5EF4-FFF2-40B4-BE49-F238E27FC236}">
                <a16:creationId xmlns:a16="http://schemas.microsoft.com/office/drawing/2014/main" id="{2D99AA94-C9C4-7BDA-DF49-A032FE9F35F6}"/>
              </a:ext>
            </a:extLst>
          </p:cNvPr>
          <p:cNvSpPr>
            <a:spLocks noEditPoints="1"/>
          </p:cNvSpPr>
          <p:nvPr/>
        </p:nvSpPr>
        <p:spPr bwMode="auto">
          <a:xfrm>
            <a:off x="2429335" y="3020931"/>
            <a:ext cx="156633" cy="203200"/>
          </a:xfrm>
          <a:custGeom>
            <a:avLst/>
            <a:gdLst>
              <a:gd name="T0" fmla="*/ 104775 w 37"/>
              <a:gd name="T1" fmla="*/ 133350 h 48"/>
              <a:gd name="T2" fmla="*/ 57150 w 37"/>
              <a:gd name="T3" fmla="*/ 149225 h 48"/>
              <a:gd name="T4" fmla="*/ 12700 w 37"/>
              <a:gd name="T5" fmla="*/ 101600 h 48"/>
              <a:gd name="T6" fmla="*/ 3175 w 37"/>
              <a:gd name="T7" fmla="*/ 69850 h 48"/>
              <a:gd name="T8" fmla="*/ 12700 w 37"/>
              <a:gd name="T9" fmla="*/ 63500 h 48"/>
              <a:gd name="T10" fmla="*/ 25400 w 37"/>
              <a:gd name="T11" fmla="*/ 69850 h 48"/>
              <a:gd name="T12" fmla="*/ 31750 w 37"/>
              <a:gd name="T13" fmla="*/ 19050 h 48"/>
              <a:gd name="T14" fmla="*/ 44450 w 37"/>
              <a:gd name="T15" fmla="*/ 9525 h 48"/>
              <a:gd name="T16" fmla="*/ 50800 w 37"/>
              <a:gd name="T17" fmla="*/ 9525 h 48"/>
              <a:gd name="T18" fmla="*/ 63500 w 37"/>
              <a:gd name="T19" fmla="*/ 0 h 48"/>
              <a:gd name="T20" fmla="*/ 76200 w 37"/>
              <a:gd name="T21" fmla="*/ 9525 h 48"/>
              <a:gd name="T22" fmla="*/ 85725 w 37"/>
              <a:gd name="T23" fmla="*/ 9525 h 48"/>
              <a:gd name="T24" fmla="*/ 95250 w 37"/>
              <a:gd name="T25" fmla="*/ 19050 h 48"/>
              <a:gd name="T26" fmla="*/ 98425 w 37"/>
              <a:gd name="T27" fmla="*/ 22225 h 48"/>
              <a:gd name="T28" fmla="*/ 104775 w 37"/>
              <a:gd name="T29" fmla="*/ 22225 h 48"/>
              <a:gd name="T30" fmla="*/ 117475 w 37"/>
              <a:gd name="T31" fmla="*/ 31750 h 48"/>
              <a:gd name="T32" fmla="*/ 98425 w 37"/>
              <a:gd name="T33" fmla="*/ 130175 h 48"/>
              <a:gd name="T34" fmla="*/ 111125 w 37"/>
              <a:gd name="T35" fmla="*/ 101600 h 48"/>
              <a:gd name="T36" fmla="*/ 107950 w 37"/>
              <a:gd name="T37" fmla="*/ 28575 h 48"/>
              <a:gd name="T38" fmla="*/ 101600 w 37"/>
              <a:gd name="T39" fmla="*/ 28575 h 48"/>
              <a:gd name="T40" fmla="*/ 98425 w 37"/>
              <a:gd name="T41" fmla="*/ 31750 h 48"/>
              <a:gd name="T42" fmla="*/ 98425 w 37"/>
              <a:gd name="T43" fmla="*/ 69850 h 48"/>
              <a:gd name="T44" fmla="*/ 95250 w 37"/>
              <a:gd name="T45" fmla="*/ 69850 h 48"/>
              <a:gd name="T46" fmla="*/ 92075 w 37"/>
              <a:gd name="T47" fmla="*/ 69850 h 48"/>
              <a:gd name="T48" fmla="*/ 92075 w 37"/>
              <a:gd name="T49" fmla="*/ 69850 h 48"/>
              <a:gd name="T50" fmla="*/ 88900 w 37"/>
              <a:gd name="T51" fmla="*/ 19050 h 48"/>
              <a:gd name="T52" fmla="*/ 85725 w 37"/>
              <a:gd name="T53" fmla="*/ 15875 h 48"/>
              <a:gd name="T54" fmla="*/ 79375 w 37"/>
              <a:gd name="T55" fmla="*/ 19050 h 48"/>
              <a:gd name="T56" fmla="*/ 76200 w 37"/>
              <a:gd name="T57" fmla="*/ 69850 h 48"/>
              <a:gd name="T58" fmla="*/ 73025 w 37"/>
              <a:gd name="T59" fmla="*/ 69850 h 48"/>
              <a:gd name="T60" fmla="*/ 69850 w 37"/>
              <a:gd name="T61" fmla="*/ 69850 h 48"/>
              <a:gd name="T62" fmla="*/ 69850 w 37"/>
              <a:gd name="T63" fmla="*/ 12700 h 48"/>
              <a:gd name="T64" fmla="*/ 63500 w 37"/>
              <a:gd name="T65" fmla="*/ 6350 h 48"/>
              <a:gd name="T66" fmla="*/ 57150 w 37"/>
              <a:gd name="T67" fmla="*/ 12700 h 48"/>
              <a:gd name="T68" fmla="*/ 57150 w 37"/>
              <a:gd name="T69" fmla="*/ 69850 h 48"/>
              <a:gd name="T70" fmla="*/ 53975 w 37"/>
              <a:gd name="T71" fmla="*/ 69850 h 48"/>
              <a:gd name="T72" fmla="*/ 50800 w 37"/>
              <a:gd name="T73" fmla="*/ 69850 h 48"/>
              <a:gd name="T74" fmla="*/ 47625 w 37"/>
              <a:gd name="T75" fmla="*/ 66675 h 48"/>
              <a:gd name="T76" fmla="*/ 44450 w 37"/>
              <a:gd name="T77" fmla="*/ 15875 h 48"/>
              <a:gd name="T78" fmla="*/ 41275 w 37"/>
              <a:gd name="T79" fmla="*/ 15875 h 48"/>
              <a:gd name="T80" fmla="*/ 38100 w 37"/>
              <a:gd name="T81" fmla="*/ 19050 h 48"/>
              <a:gd name="T82" fmla="*/ 38100 w 37"/>
              <a:gd name="T83" fmla="*/ 85725 h 48"/>
              <a:gd name="T84" fmla="*/ 38100 w 37"/>
              <a:gd name="T85" fmla="*/ 88900 h 48"/>
              <a:gd name="T86" fmla="*/ 34925 w 37"/>
              <a:gd name="T87" fmla="*/ 88900 h 48"/>
              <a:gd name="T88" fmla="*/ 28575 w 37"/>
              <a:gd name="T89" fmla="*/ 88900 h 48"/>
              <a:gd name="T90" fmla="*/ 19050 w 37"/>
              <a:gd name="T91" fmla="*/ 73025 h 48"/>
              <a:gd name="T92" fmla="*/ 12700 w 37"/>
              <a:gd name="T93" fmla="*/ 73025 h 48"/>
              <a:gd name="T94" fmla="*/ 9525 w 37"/>
              <a:gd name="T95" fmla="*/ 79375 h 48"/>
              <a:gd name="T96" fmla="*/ 34925 w 37"/>
              <a:gd name="T97" fmla="*/ 123825 h 48"/>
              <a:gd name="T98" fmla="*/ 79375 w 37"/>
              <a:gd name="T99" fmla="*/ 142875 h 48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37" h="48">
                <a:moveTo>
                  <a:pt x="37" y="32"/>
                </a:moveTo>
                <a:cubicBezTo>
                  <a:pt x="37" y="37"/>
                  <a:pt x="35" y="40"/>
                  <a:pt x="33" y="42"/>
                </a:cubicBezTo>
                <a:cubicBezTo>
                  <a:pt x="31" y="45"/>
                  <a:pt x="29" y="46"/>
                  <a:pt x="26" y="47"/>
                </a:cubicBezTo>
                <a:cubicBezTo>
                  <a:pt x="23" y="47"/>
                  <a:pt x="20" y="48"/>
                  <a:pt x="18" y="47"/>
                </a:cubicBezTo>
                <a:cubicBezTo>
                  <a:pt x="14" y="46"/>
                  <a:pt x="11" y="44"/>
                  <a:pt x="9" y="40"/>
                </a:cubicBezTo>
                <a:cubicBezTo>
                  <a:pt x="4" y="32"/>
                  <a:pt x="4" y="32"/>
                  <a:pt x="4" y="32"/>
                </a:cubicBezTo>
                <a:cubicBezTo>
                  <a:pt x="1" y="26"/>
                  <a:pt x="1" y="26"/>
                  <a:pt x="1" y="26"/>
                </a:cubicBezTo>
                <a:cubicBezTo>
                  <a:pt x="0" y="25"/>
                  <a:pt x="0" y="23"/>
                  <a:pt x="1" y="22"/>
                </a:cubicBezTo>
                <a:cubicBezTo>
                  <a:pt x="2" y="21"/>
                  <a:pt x="2" y="21"/>
                  <a:pt x="3" y="21"/>
                </a:cubicBezTo>
                <a:cubicBezTo>
                  <a:pt x="3" y="20"/>
                  <a:pt x="4" y="20"/>
                  <a:pt x="4" y="20"/>
                </a:cubicBezTo>
                <a:cubicBezTo>
                  <a:pt x="6" y="20"/>
                  <a:pt x="7" y="21"/>
                  <a:pt x="8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5"/>
                  <a:pt x="11" y="3"/>
                  <a:pt x="12" y="3"/>
                </a:cubicBezTo>
                <a:cubicBezTo>
                  <a:pt x="13" y="3"/>
                  <a:pt x="13" y="3"/>
                  <a:pt x="14" y="3"/>
                </a:cubicBezTo>
                <a:cubicBezTo>
                  <a:pt x="14" y="3"/>
                  <a:pt x="15" y="3"/>
                  <a:pt x="15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2"/>
                  <a:pt x="17" y="1"/>
                  <a:pt x="19" y="0"/>
                </a:cubicBezTo>
                <a:cubicBezTo>
                  <a:pt x="19" y="0"/>
                  <a:pt x="20" y="0"/>
                  <a:pt x="20" y="0"/>
                </a:cubicBezTo>
                <a:cubicBezTo>
                  <a:pt x="21" y="0"/>
                  <a:pt x="21" y="0"/>
                  <a:pt x="22" y="0"/>
                </a:cubicBezTo>
                <a:cubicBezTo>
                  <a:pt x="23" y="1"/>
                  <a:pt x="24" y="2"/>
                  <a:pt x="24" y="3"/>
                </a:cubicBezTo>
                <a:cubicBezTo>
                  <a:pt x="24" y="3"/>
                  <a:pt x="25" y="3"/>
                  <a:pt x="25" y="3"/>
                </a:cubicBezTo>
                <a:cubicBezTo>
                  <a:pt x="25" y="3"/>
                  <a:pt x="26" y="3"/>
                  <a:pt x="27" y="3"/>
                </a:cubicBezTo>
                <a:cubicBezTo>
                  <a:pt x="27" y="3"/>
                  <a:pt x="28" y="3"/>
                  <a:pt x="28" y="3"/>
                </a:cubicBezTo>
                <a:cubicBezTo>
                  <a:pt x="29" y="3"/>
                  <a:pt x="30" y="5"/>
                  <a:pt x="30" y="6"/>
                </a:cubicBezTo>
                <a:cubicBezTo>
                  <a:pt x="30" y="8"/>
                  <a:pt x="30" y="8"/>
                  <a:pt x="30" y="8"/>
                </a:cubicBezTo>
                <a:cubicBezTo>
                  <a:pt x="31" y="7"/>
                  <a:pt x="31" y="7"/>
                  <a:pt x="31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32" y="7"/>
                  <a:pt x="32" y="7"/>
                  <a:pt x="33" y="7"/>
                </a:cubicBezTo>
                <a:cubicBezTo>
                  <a:pt x="33" y="7"/>
                  <a:pt x="34" y="7"/>
                  <a:pt x="34" y="7"/>
                </a:cubicBezTo>
                <a:cubicBezTo>
                  <a:pt x="36" y="7"/>
                  <a:pt x="37" y="9"/>
                  <a:pt x="37" y="10"/>
                </a:cubicBezTo>
                <a:cubicBezTo>
                  <a:pt x="37" y="32"/>
                  <a:pt x="37" y="32"/>
                  <a:pt x="37" y="32"/>
                </a:cubicBezTo>
                <a:close/>
                <a:moveTo>
                  <a:pt x="31" y="41"/>
                </a:moveTo>
                <a:cubicBezTo>
                  <a:pt x="31" y="41"/>
                  <a:pt x="31" y="41"/>
                  <a:pt x="31" y="41"/>
                </a:cubicBezTo>
                <a:cubicBezTo>
                  <a:pt x="33" y="39"/>
                  <a:pt x="35" y="36"/>
                  <a:pt x="35" y="32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10"/>
                  <a:pt x="34" y="9"/>
                  <a:pt x="34" y="9"/>
                </a:cubicBezTo>
                <a:cubicBezTo>
                  <a:pt x="33" y="9"/>
                  <a:pt x="33" y="9"/>
                  <a:pt x="33" y="9"/>
                </a:cubicBezTo>
                <a:cubicBezTo>
                  <a:pt x="33" y="9"/>
                  <a:pt x="32" y="9"/>
                  <a:pt x="32" y="9"/>
                </a:cubicBezTo>
                <a:cubicBezTo>
                  <a:pt x="32" y="9"/>
                  <a:pt x="32" y="9"/>
                  <a:pt x="32" y="9"/>
                </a:cubicBezTo>
                <a:cubicBezTo>
                  <a:pt x="32" y="9"/>
                  <a:pt x="31" y="10"/>
                  <a:pt x="31" y="10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2"/>
                  <a:pt x="31" y="22"/>
                </a:cubicBezTo>
                <a:cubicBezTo>
                  <a:pt x="31" y="22"/>
                  <a:pt x="30" y="22"/>
                  <a:pt x="30" y="22"/>
                </a:cubicBezTo>
                <a:cubicBezTo>
                  <a:pt x="30" y="22"/>
                  <a:pt x="30" y="22"/>
                  <a:pt x="30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8" y="22"/>
                  <a:pt x="28" y="21"/>
                  <a:pt x="28" y="21"/>
                </a:cubicBezTo>
                <a:cubicBezTo>
                  <a:pt x="28" y="6"/>
                  <a:pt x="28" y="6"/>
                  <a:pt x="28" y="6"/>
                </a:cubicBezTo>
                <a:cubicBezTo>
                  <a:pt x="28" y="6"/>
                  <a:pt x="28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5" y="5"/>
                  <a:pt x="25" y="6"/>
                  <a:pt x="25" y="6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1"/>
                  <a:pt x="25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2"/>
                  <a:pt x="23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2"/>
                  <a:pt x="22" y="22"/>
                  <a:pt x="22" y="22"/>
                </a:cubicBezTo>
                <a:cubicBezTo>
                  <a:pt x="22" y="22"/>
                  <a:pt x="22" y="21"/>
                  <a:pt x="22" y="21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3"/>
                  <a:pt x="21" y="3"/>
                  <a:pt x="21" y="2"/>
                </a:cubicBezTo>
                <a:cubicBezTo>
                  <a:pt x="21" y="2"/>
                  <a:pt x="20" y="2"/>
                  <a:pt x="20" y="2"/>
                </a:cubicBezTo>
                <a:cubicBezTo>
                  <a:pt x="20" y="2"/>
                  <a:pt x="20" y="2"/>
                  <a:pt x="19" y="2"/>
                </a:cubicBezTo>
                <a:cubicBezTo>
                  <a:pt x="19" y="3"/>
                  <a:pt x="18" y="3"/>
                  <a:pt x="18" y="4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2"/>
                  <a:pt x="18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22"/>
                  <a:pt x="17" y="22"/>
                  <a:pt x="17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2"/>
                  <a:pt x="15" y="21"/>
                  <a:pt x="15" y="21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2" y="5"/>
                  <a:pt x="12" y="6"/>
                  <a:pt x="12" y="6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7"/>
                  <a:pt x="12" y="27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2"/>
                  <a:pt x="5" y="22"/>
                  <a:pt x="4" y="22"/>
                </a:cubicBezTo>
                <a:cubicBezTo>
                  <a:pt x="4" y="22"/>
                  <a:pt x="4" y="22"/>
                  <a:pt x="4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2" y="24"/>
                  <a:pt x="2" y="25"/>
                  <a:pt x="3" y="25"/>
                </a:cubicBezTo>
                <a:cubicBezTo>
                  <a:pt x="6" y="31"/>
                  <a:pt x="6" y="31"/>
                  <a:pt x="6" y="31"/>
                </a:cubicBezTo>
                <a:cubicBezTo>
                  <a:pt x="11" y="39"/>
                  <a:pt x="11" y="39"/>
                  <a:pt x="11" y="39"/>
                </a:cubicBezTo>
                <a:cubicBezTo>
                  <a:pt x="13" y="42"/>
                  <a:pt x="15" y="44"/>
                  <a:pt x="18" y="45"/>
                </a:cubicBezTo>
                <a:cubicBezTo>
                  <a:pt x="21" y="45"/>
                  <a:pt x="23" y="45"/>
                  <a:pt x="25" y="45"/>
                </a:cubicBezTo>
                <a:cubicBezTo>
                  <a:pt x="28" y="44"/>
                  <a:pt x="30" y="43"/>
                  <a:pt x="31" y="4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46" name="Freeform 380">
            <a:extLst>
              <a:ext uri="{FF2B5EF4-FFF2-40B4-BE49-F238E27FC236}">
                <a16:creationId xmlns:a16="http://schemas.microsoft.com/office/drawing/2014/main" id="{9740EBD8-5E5A-6D0A-F9FE-71566BB9A5E1}"/>
              </a:ext>
            </a:extLst>
          </p:cNvPr>
          <p:cNvSpPr>
            <a:spLocks noEditPoints="1"/>
          </p:cNvSpPr>
          <p:nvPr/>
        </p:nvSpPr>
        <p:spPr bwMode="auto">
          <a:xfrm>
            <a:off x="6197001" y="3463315"/>
            <a:ext cx="190500" cy="182033"/>
          </a:xfrm>
          <a:custGeom>
            <a:avLst/>
            <a:gdLst>
              <a:gd name="T0" fmla="*/ 95250 w 45"/>
              <a:gd name="T1" fmla="*/ 66675 h 43"/>
              <a:gd name="T2" fmla="*/ 76200 w 45"/>
              <a:gd name="T3" fmla="*/ 88900 h 43"/>
              <a:gd name="T4" fmla="*/ 79375 w 45"/>
              <a:gd name="T5" fmla="*/ 101600 h 43"/>
              <a:gd name="T6" fmla="*/ 107950 w 45"/>
              <a:gd name="T7" fmla="*/ 101600 h 43"/>
              <a:gd name="T8" fmla="*/ 107950 w 45"/>
              <a:gd name="T9" fmla="*/ 73025 h 43"/>
              <a:gd name="T10" fmla="*/ 104775 w 45"/>
              <a:gd name="T11" fmla="*/ 98425 h 43"/>
              <a:gd name="T12" fmla="*/ 85725 w 45"/>
              <a:gd name="T13" fmla="*/ 98425 h 43"/>
              <a:gd name="T14" fmla="*/ 82550 w 45"/>
              <a:gd name="T15" fmla="*/ 88900 h 43"/>
              <a:gd name="T16" fmla="*/ 95250 w 45"/>
              <a:gd name="T17" fmla="*/ 73025 h 43"/>
              <a:gd name="T18" fmla="*/ 107950 w 45"/>
              <a:gd name="T19" fmla="*/ 88900 h 43"/>
              <a:gd name="T20" fmla="*/ 95250 w 45"/>
              <a:gd name="T21" fmla="*/ 76200 h 43"/>
              <a:gd name="T22" fmla="*/ 88900 w 45"/>
              <a:gd name="T23" fmla="*/ 79375 h 43"/>
              <a:gd name="T24" fmla="*/ 85725 w 45"/>
              <a:gd name="T25" fmla="*/ 88900 h 43"/>
              <a:gd name="T26" fmla="*/ 95250 w 45"/>
              <a:gd name="T27" fmla="*/ 98425 h 43"/>
              <a:gd name="T28" fmla="*/ 104775 w 45"/>
              <a:gd name="T29" fmla="*/ 88900 h 43"/>
              <a:gd name="T30" fmla="*/ 95250 w 45"/>
              <a:gd name="T31" fmla="*/ 76200 h 43"/>
              <a:gd name="T32" fmla="*/ 98425 w 45"/>
              <a:gd name="T33" fmla="*/ 88900 h 43"/>
              <a:gd name="T34" fmla="*/ 92075 w 45"/>
              <a:gd name="T35" fmla="*/ 88900 h 43"/>
              <a:gd name="T36" fmla="*/ 92075 w 45"/>
              <a:gd name="T37" fmla="*/ 85725 h 43"/>
              <a:gd name="T38" fmla="*/ 98425 w 45"/>
              <a:gd name="T39" fmla="*/ 85725 h 43"/>
              <a:gd name="T40" fmla="*/ 98425 w 45"/>
              <a:gd name="T41" fmla="*/ 88900 h 43"/>
              <a:gd name="T42" fmla="*/ 127000 w 45"/>
              <a:gd name="T43" fmla="*/ 53975 h 43"/>
              <a:gd name="T44" fmla="*/ 117475 w 45"/>
              <a:gd name="T45" fmla="*/ 44450 h 43"/>
              <a:gd name="T46" fmla="*/ 111125 w 45"/>
              <a:gd name="T47" fmla="*/ 6350 h 43"/>
              <a:gd name="T48" fmla="*/ 19050 w 45"/>
              <a:gd name="T49" fmla="*/ 0 h 43"/>
              <a:gd name="T50" fmla="*/ 0 w 45"/>
              <a:gd name="T51" fmla="*/ 19050 h 43"/>
              <a:gd name="T52" fmla="*/ 3175 w 45"/>
              <a:gd name="T53" fmla="*/ 136525 h 43"/>
              <a:gd name="T54" fmla="*/ 95250 w 45"/>
              <a:gd name="T55" fmla="*/ 136525 h 43"/>
              <a:gd name="T56" fmla="*/ 127000 w 45"/>
              <a:gd name="T57" fmla="*/ 120650 h 43"/>
              <a:gd name="T58" fmla="*/ 127000 w 45"/>
              <a:gd name="T59" fmla="*/ 53975 h 43"/>
              <a:gd name="T60" fmla="*/ 6350 w 45"/>
              <a:gd name="T61" fmla="*/ 19050 h 43"/>
              <a:gd name="T62" fmla="*/ 19050 w 45"/>
              <a:gd name="T63" fmla="*/ 6350 h 43"/>
              <a:gd name="T64" fmla="*/ 107950 w 45"/>
              <a:gd name="T65" fmla="*/ 9525 h 43"/>
              <a:gd name="T66" fmla="*/ 111125 w 45"/>
              <a:gd name="T67" fmla="*/ 25400 h 43"/>
              <a:gd name="T68" fmla="*/ 6350 w 45"/>
              <a:gd name="T69" fmla="*/ 19050 h 43"/>
              <a:gd name="T70" fmla="*/ 6350 w 45"/>
              <a:gd name="T71" fmla="*/ 127000 h 43"/>
              <a:gd name="T72" fmla="*/ 111125 w 45"/>
              <a:gd name="T73" fmla="*/ 31750 h 43"/>
              <a:gd name="T74" fmla="*/ 95250 w 45"/>
              <a:gd name="T75" fmla="*/ 41275 h 43"/>
              <a:gd name="T76" fmla="*/ 60325 w 45"/>
              <a:gd name="T77" fmla="*/ 53975 h 43"/>
              <a:gd name="T78" fmla="*/ 47625 w 45"/>
              <a:gd name="T79" fmla="*/ 88900 h 43"/>
              <a:gd name="T80" fmla="*/ 60325 w 45"/>
              <a:gd name="T81" fmla="*/ 120650 h 43"/>
              <a:gd name="T82" fmla="*/ 69850 w 45"/>
              <a:gd name="T83" fmla="*/ 127000 h 43"/>
              <a:gd name="T84" fmla="*/ 120650 w 45"/>
              <a:gd name="T85" fmla="*/ 114300 h 43"/>
              <a:gd name="T86" fmla="*/ 95250 w 45"/>
              <a:gd name="T87" fmla="*/ 123825 h 43"/>
              <a:gd name="T88" fmla="*/ 57150 w 45"/>
              <a:gd name="T89" fmla="*/ 88900 h 43"/>
              <a:gd name="T90" fmla="*/ 95250 w 45"/>
              <a:gd name="T91" fmla="*/ 50800 h 43"/>
              <a:gd name="T92" fmla="*/ 130175 w 45"/>
              <a:gd name="T93" fmla="*/ 88900 h 4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5" h="43">
                <a:moveTo>
                  <a:pt x="34" y="23"/>
                </a:moveTo>
                <a:cubicBezTo>
                  <a:pt x="33" y="22"/>
                  <a:pt x="32" y="21"/>
                  <a:pt x="30" y="21"/>
                </a:cubicBezTo>
                <a:cubicBezTo>
                  <a:pt x="28" y="21"/>
                  <a:pt x="27" y="22"/>
                  <a:pt x="25" y="23"/>
                </a:cubicBezTo>
                <a:cubicBezTo>
                  <a:pt x="24" y="24"/>
                  <a:pt x="24" y="26"/>
                  <a:pt x="24" y="28"/>
                </a:cubicBezTo>
                <a:cubicBezTo>
                  <a:pt x="24" y="29"/>
                  <a:pt x="24" y="31"/>
                  <a:pt x="25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7" y="33"/>
                  <a:pt x="28" y="34"/>
                  <a:pt x="30" y="34"/>
                </a:cubicBezTo>
                <a:cubicBezTo>
                  <a:pt x="32" y="34"/>
                  <a:pt x="33" y="33"/>
                  <a:pt x="34" y="32"/>
                </a:cubicBezTo>
                <a:cubicBezTo>
                  <a:pt x="35" y="31"/>
                  <a:pt x="36" y="29"/>
                  <a:pt x="36" y="28"/>
                </a:cubicBezTo>
                <a:cubicBezTo>
                  <a:pt x="36" y="26"/>
                  <a:pt x="35" y="24"/>
                  <a:pt x="34" y="23"/>
                </a:cubicBezTo>
                <a:close/>
                <a:moveTo>
                  <a:pt x="33" y="31"/>
                </a:moveTo>
                <a:cubicBezTo>
                  <a:pt x="33" y="31"/>
                  <a:pt x="33" y="31"/>
                  <a:pt x="33" y="31"/>
                </a:cubicBezTo>
                <a:cubicBezTo>
                  <a:pt x="32" y="31"/>
                  <a:pt x="31" y="32"/>
                  <a:pt x="30" y="32"/>
                </a:cubicBezTo>
                <a:cubicBezTo>
                  <a:pt x="29" y="32"/>
                  <a:pt x="28" y="31"/>
                  <a:pt x="27" y="31"/>
                </a:cubicBezTo>
                <a:cubicBezTo>
                  <a:pt x="27" y="30"/>
                  <a:pt x="27" y="30"/>
                  <a:pt x="27" y="30"/>
                </a:cubicBezTo>
                <a:cubicBezTo>
                  <a:pt x="26" y="30"/>
                  <a:pt x="26" y="29"/>
                  <a:pt x="26" y="28"/>
                </a:cubicBezTo>
                <a:cubicBezTo>
                  <a:pt x="26" y="26"/>
                  <a:pt x="26" y="25"/>
                  <a:pt x="27" y="25"/>
                </a:cubicBezTo>
                <a:cubicBezTo>
                  <a:pt x="28" y="24"/>
                  <a:pt x="29" y="23"/>
                  <a:pt x="30" y="23"/>
                </a:cubicBezTo>
                <a:cubicBezTo>
                  <a:pt x="31" y="23"/>
                  <a:pt x="32" y="24"/>
                  <a:pt x="33" y="25"/>
                </a:cubicBezTo>
                <a:cubicBezTo>
                  <a:pt x="33" y="25"/>
                  <a:pt x="34" y="26"/>
                  <a:pt x="34" y="28"/>
                </a:cubicBezTo>
                <a:cubicBezTo>
                  <a:pt x="34" y="29"/>
                  <a:pt x="33" y="30"/>
                  <a:pt x="33" y="31"/>
                </a:cubicBezTo>
                <a:close/>
                <a:moveTo>
                  <a:pt x="30" y="24"/>
                </a:moveTo>
                <a:cubicBezTo>
                  <a:pt x="30" y="24"/>
                  <a:pt x="30" y="24"/>
                  <a:pt x="30" y="24"/>
                </a:cubicBezTo>
                <a:cubicBezTo>
                  <a:pt x="29" y="24"/>
                  <a:pt x="28" y="25"/>
                  <a:pt x="28" y="25"/>
                </a:cubicBezTo>
                <a:cubicBezTo>
                  <a:pt x="28" y="25"/>
                  <a:pt x="28" y="25"/>
                  <a:pt x="28" y="25"/>
                </a:cubicBezTo>
                <a:cubicBezTo>
                  <a:pt x="27" y="26"/>
                  <a:pt x="27" y="27"/>
                  <a:pt x="27" y="28"/>
                </a:cubicBezTo>
                <a:cubicBezTo>
                  <a:pt x="27" y="28"/>
                  <a:pt x="27" y="29"/>
                  <a:pt x="28" y="30"/>
                </a:cubicBezTo>
                <a:cubicBezTo>
                  <a:pt x="28" y="30"/>
                  <a:pt x="29" y="31"/>
                  <a:pt x="30" y="31"/>
                </a:cubicBezTo>
                <a:cubicBezTo>
                  <a:pt x="31" y="31"/>
                  <a:pt x="31" y="30"/>
                  <a:pt x="32" y="30"/>
                </a:cubicBezTo>
                <a:cubicBezTo>
                  <a:pt x="33" y="29"/>
                  <a:pt x="33" y="28"/>
                  <a:pt x="33" y="28"/>
                </a:cubicBezTo>
                <a:cubicBezTo>
                  <a:pt x="33" y="27"/>
                  <a:pt x="33" y="26"/>
                  <a:pt x="32" y="25"/>
                </a:cubicBezTo>
                <a:cubicBezTo>
                  <a:pt x="31" y="25"/>
                  <a:pt x="31" y="24"/>
                  <a:pt x="30" y="24"/>
                </a:cubicBezTo>
                <a:close/>
                <a:moveTo>
                  <a:pt x="31" y="28"/>
                </a:moveTo>
                <a:cubicBezTo>
                  <a:pt x="31" y="28"/>
                  <a:pt x="31" y="28"/>
                  <a:pt x="31" y="28"/>
                </a:cubicBezTo>
                <a:cubicBezTo>
                  <a:pt x="30" y="28"/>
                  <a:pt x="30" y="29"/>
                  <a:pt x="30" y="29"/>
                </a:cubicBezTo>
                <a:cubicBezTo>
                  <a:pt x="30" y="29"/>
                  <a:pt x="29" y="28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30" y="27"/>
                  <a:pt x="30" y="27"/>
                </a:cubicBezTo>
                <a:cubicBezTo>
                  <a:pt x="30" y="27"/>
                  <a:pt x="30" y="27"/>
                  <a:pt x="31" y="27"/>
                </a:cubicBezTo>
                <a:cubicBezTo>
                  <a:pt x="31" y="27"/>
                  <a:pt x="31" y="27"/>
                  <a:pt x="31" y="28"/>
                </a:cubicBezTo>
                <a:cubicBezTo>
                  <a:pt x="31" y="28"/>
                  <a:pt x="31" y="28"/>
                  <a:pt x="31" y="28"/>
                </a:cubicBezTo>
                <a:close/>
                <a:moveTo>
                  <a:pt x="40" y="17"/>
                </a:move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39" y="16"/>
                  <a:pt x="38" y="15"/>
                  <a:pt x="37" y="14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5"/>
                  <a:pt x="36" y="3"/>
                  <a:pt x="35" y="2"/>
                </a:cubicBezTo>
                <a:cubicBezTo>
                  <a:pt x="34" y="1"/>
                  <a:pt x="32" y="0"/>
                  <a:pt x="31" y="0"/>
                </a:cubicBezTo>
                <a:cubicBezTo>
                  <a:pt x="6" y="0"/>
                  <a:pt x="6" y="0"/>
                  <a:pt x="6" y="0"/>
                </a:cubicBezTo>
                <a:cubicBezTo>
                  <a:pt x="5" y="0"/>
                  <a:pt x="3" y="1"/>
                  <a:pt x="2" y="2"/>
                </a:cubicBezTo>
                <a:cubicBezTo>
                  <a:pt x="1" y="3"/>
                  <a:pt x="0" y="5"/>
                  <a:pt x="0" y="6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42"/>
                  <a:pt x="1" y="43"/>
                  <a:pt x="1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34" y="43"/>
                  <a:pt x="38" y="41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3" y="35"/>
                  <a:pt x="45" y="32"/>
                  <a:pt x="45" y="28"/>
                </a:cubicBezTo>
                <a:cubicBezTo>
                  <a:pt x="45" y="23"/>
                  <a:pt x="43" y="20"/>
                  <a:pt x="40" y="17"/>
                </a:cubicBezTo>
                <a:close/>
                <a:moveTo>
                  <a:pt x="2" y="6"/>
                </a:moveTo>
                <a:cubicBezTo>
                  <a:pt x="2" y="6"/>
                  <a:pt x="2" y="6"/>
                  <a:pt x="2" y="6"/>
                </a:cubicBezTo>
                <a:cubicBezTo>
                  <a:pt x="2" y="5"/>
                  <a:pt x="3" y="4"/>
                  <a:pt x="4" y="3"/>
                </a:cubicBezTo>
                <a:cubicBezTo>
                  <a:pt x="4" y="3"/>
                  <a:pt x="5" y="2"/>
                  <a:pt x="6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2" y="2"/>
                  <a:pt x="33" y="3"/>
                  <a:pt x="34" y="3"/>
                </a:cubicBezTo>
                <a:cubicBezTo>
                  <a:pt x="34" y="4"/>
                  <a:pt x="35" y="5"/>
                  <a:pt x="35" y="6"/>
                </a:cubicBezTo>
                <a:cubicBezTo>
                  <a:pt x="35" y="8"/>
                  <a:pt x="35" y="8"/>
                  <a:pt x="35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6"/>
                  <a:pt x="2" y="6"/>
                  <a:pt x="2" y="6"/>
                </a:cubicBezTo>
                <a:close/>
                <a:moveTo>
                  <a:pt x="2" y="40"/>
                </a:moveTo>
                <a:cubicBezTo>
                  <a:pt x="2" y="40"/>
                  <a:pt x="2" y="40"/>
                  <a:pt x="2" y="40"/>
                </a:cubicBezTo>
                <a:cubicBezTo>
                  <a:pt x="2" y="10"/>
                  <a:pt x="2" y="10"/>
                  <a:pt x="2" y="10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14"/>
                  <a:pt x="35" y="14"/>
                  <a:pt x="35" y="14"/>
                </a:cubicBezTo>
                <a:cubicBezTo>
                  <a:pt x="33" y="13"/>
                  <a:pt x="32" y="13"/>
                  <a:pt x="30" y="13"/>
                </a:cubicBezTo>
                <a:cubicBezTo>
                  <a:pt x="26" y="13"/>
                  <a:pt x="22" y="14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17" y="20"/>
                  <a:pt x="15" y="23"/>
                  <a:pt x="15" y="28"/>
                </a:cubicBezTo>
                <a:cubicBezTo>
                  <a:pt x="15" y="32"/>
                  <a:pt x="17" y="35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20" y="39"/>
                  <a:pt x="21" y="40"/>
                  <a:pt x="22" y="40"/>
                </a:cubicBezTo>
                <a:cubicBezTo>
                  <a:pt x="2" y="40"/>
                  <a:pt x="2" y="40"/>
                  <a:pt x="2" y="40"/>
                </a:cubicBezTo>
                <a:close/>
                <a:moveTo>
                  <a:pt x="38" y="36"/>
                </a:moveTo>
                <a:cubicBezTo>
                  <a:pt x="38" y="36"/>
                  <a:pt x="38" y="36"/>
                  <a:pt x="38" y="36"/>
                </a:cubicBezTo>
                <a:cubicBezTo>
                  <a:pt x="36" y="38"/>
                  <a:pt x="33" y="39"/>
                  <a:pt x="30" y="39"/>
                </a:cubicBezTo>
                <a:cubicBezTo>
                  <a:pt x="27" y="39"/>
                  <a:pt x="24" y="38"/>
                  <a:pt x="22" y="36"/>
                </a:cubicBezTo>
                <a:cubicBezTo>
                  <a:pt x="20" y="34"/>
                  <a:pt x="18" y="31"/>
                  <a:pt x="18" y="28"/>
                </a:cubicBezTo>
                <a:cubicBezTo>
                  <a:pt x="18" y="24"/>
                  <a:pt x="20" y="22"/>
                  <a:pt x="22" y="20"/>
                </a:cubicBezTo>
                <a:cubicBezTo>
                  <a:pt x="24" y="17"/>
                  <a:pt x="27" y="16"/>
                  <a:pt x="30" y="16"/>
                </a:cubicBezTo>
                <a:cubicBezTo>
                  <a:pt x="33" y="16"/>
                  <a:pt x="36" y="17"/>
                  <a:pt x="38" y="20"/>
                </a:cubicBezTo>
                <a:cubicBezTo>
                  <a:pt x="40" y="22"/>
                  <a:pt x="41" y="24"/>
                  <a:pt x="41" y="28"/>
                </a:cubicBezTo>
                <a:cubicBezTo>
                  <a:pt x="41" y="31"/>
                  <a:pt x="40" y="34"/>
                  <a:pt x="38" y="3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47" name="Freeform 381">
            <a:extLst>
              <a:ext uri="{FF2B5EF4-FFF2-40B4-BE49-F238E27FC236}">
                <a16:creationId xmlns:a16="http://schemas.microsoft.com/office/drawing/2014/main" id="{02A96615-AB21-4673-2E8A-BECB468772B9}"/>
              </a:ext>
            </a:extLst>
          </p:cNvPr>
          <p:cNvSpPr>
            <a:spLocks noEditPoints="1"/>
          </p:cNvSpPr>
          <p:nvPr/>
        </p:nvSpPr>
        <p:spPr bwMode="auto">
          <a:xfrm>
            <a:off x="1335018" y="4820099"/>
            <a:ext cx="177800" cy="198967"/>
          </a:xfrm>
          <a:custGeom>
            <a:avLst/>
            <a:gdLst>
              <a:gd name="T0" fmla="*/ 53975 w 42"/>
              <a:gd name="T1" fmla="*/ 6350 h 47"/>
              <a:gd name="T2" fmla="*/ 60325 w 42"/>
              <a:gd name="T3" fmla="*/ 0 h 47"/>
              <a:gd name="T4" fmla="*/ 63500 w 42"/>
              <a:gd name="T5" fmla="*/ 6350 h 47"/>
              <a:gd name="T6" fmla="*/ 63500 w 42"/>
              <a:gd name="T7" fmla="*/ 15875 h 47"/>
              <a:gd name="T8" fmla="*/ 107950 w 42"/>
              <a:gd name="T9" fmla="*/ 15875 h 47"/>
              <a:gd name="T10" fmla="*/ 111125 w 42"/>
              <a:gd name="T11" fmla="*/ 19050 h 47"/>
              <a:gd name="T12" fmla="*/ 111125 w 42"/>
              <a:gd name="T13" fmla="*/ 19050 h 47"/>
              <a:gd name="T14" fmla="*/ 130175 w 42"/>
              <a:gd name="T15" fmla="*/ 38100 h 47"/>
              <a:gd name="T16" fmla="*/ 130175 w 42"/>
              <a:gd name="T17" fmla="*/ 44450 h 47"/>
              <a:gd name="T18" fmla="*/ 111125 w 42"/>
              <a:gd name="T19" fmla="*/ 63500 h 47"/>
              <a:gd name="T20" fmla="*/ 107950 w 42"/>
              <a:gd name="T21" fmla="*/ 63500 h 47"/>
              <a:gd name="T22" fmla="*/ 63500 w 42"/>
              <a:gd name="T23" fmla="*/ 63500 h 47"/>
              <a:gd name="T24" fmla="*/ 63500 w 42"/>
              <a:gd name="T25" fmla="*/ 63500 h 47"/>
              <a:gd name="T26" fmla="*/ 63500 w 42"/>
              <a:gd name="T27" fmla="*/ 142875 h 47"/>
              <a:gd name="T28" fmla="*/ 60325 w 42"/>
              <a:gd name="T29" fmla="*/ 149225 h 47"/>
              <a:gd name="T30" fmla="*/ 53975 w 42"/>
              <a:gd name="T31" fmla="*/ 142875 h 47"/>
              <a:gd name="T32" fmla="*/ 53975 w 42"/>
              <a:gd name="T33" fmla="*/ 63500 h 47"/>
              <a:gd name="T34" fmla="*/ 53975 w 42"/>
              <a:gd name="T35" fmla="*/ 63500 h 47"/>
              <a:gd name="T36" fmla="*/ 3175 w 42"/>
              <a:gd name="T37" fmla="*/ 63500 h 47"/>
              <a:gd name="T38" fmla="*/ 0 w 42"/>
              <a:gd name="T39" fmla="*/ 60325 h 47"/>
              <a:gd name="T40" fmla="*/ 0 w 42"/>
              <a:gd name="T41" fmla="*/ 60325 h 47"/>
              <a:gd name="T42" fmla="*/ 0 w 42"/>
              <a:gd name="T43" fmla="*/ 19050 h 47"/>
              <a:gd name="T44" fmla="*/ 3175 w 42"/>
              <a:gd name="T45" fmla="*/ 15875 h 47"/>
              <a:gd name="T46" fmla="*/ 3175 w 42"/>
              <a:gd name="T47" fmla="*/ 15875 h 47"/>
              <a:gd name="T48" fmla="*/ 53975 w 42"/>
              <a:gd name="T49" fmla="*/ 15875 h 47"/>
              <a:gd name="T50" fmla="*/ 53975 w 42"/>
              <a:gd name="T51" fmla="*/ 6350 h 47"/>
              <a:gd name="T52" fmla="*/ 107950 w 42"/>
              <a:gd name="T53" fmla="*/ 22225 h 47"/>
              <a:gd name="T54" fmla="*/ 107950 w 42"/>
              <a:gd name="T55" fmla="*/ 22225 h 47"/>
              <a:gd name="T56" fmla="*/ 6350 w 42"/>
              <a:gd name="T57" fmla="*/ 22225 h 47"/>
              <a:gd name="T58" fmla="*/ 6350 w 42"/>
              <a:gd name="T59" fmla="*/ 57150 h 47"/>
              <a:gd name="T60" fmla="*/ 107950 w 42"/>
              <a:gd name="T61" fmla="*/ 57150 h 47"/>
              <a:gd name="T62" fmla="*/ 123825 w 42"/>
              <a:gd name="T63" fmla="*/ 41275 h 47"/>
              <a:gd name="T64" fmla="*/ 107950 w 42"/>
              <a:gd name="T65" fmla="*/ 22225 h 4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2" h="47">
                <a:moveTo>
                  <a:pt x="17" y="2"/>
                </a:moveTo>
                <a:cubicBezTo>
                  <a:pt x="17" y="1"/>
                  <a:pt x="18" y="0"/>
                  <a:pt x="19" y="0"/>
                </a:cubicBezTo>
                <a:cubicBezTo>
                  <a:pt x="20" y="0"/>
                  <a:pt x="20" y="1"/>
                  <a:pt x="20" y="2"/>
                </a:cubicBezTo>
                <a:cubicBezTo>
                  <a:pt x="20" y="5"/>
                  <a:pt x="20" y="5"/>
                  <a:pt x="20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5" y="5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41" y="12"/>
                  <a:pt x="41" y="12"/>
                  <a:pt x="41" y="12"/>
                </a:cubicBezTo>
                <a:cubicBezTo>
                  <a:pt x="42" y="13"/>
                  <a:pt x="42" y="13"/>
                  <a:pt x="41" y="14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4" y="20"/>
                  <a:pt x="34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45"/>
                  <a:pt x="20" y="45"/>
                  <a:pt x="20" y="45"/>
                </a:cubicBezTo>
                <a:cubicBezTo>
                  <a:pt x="20" y="46"/>
                  <a:pt x="20" y="47"/>
                  <a:pt x="19" y="47"/>
                </a:cubicBezTo>
                <a:cubicBezTo>
                  <a:pt x="18" y="47"/>
                  <a:pt x="17" y="46"/>
                  <a:pt x="17" y="45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20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2"/>
                  <a:pt x="17" y="2"/>
                  <a:pt x="17" y="2"/>
                </a:cubicBezTo>
                <a:close/>
                <a:moveTo>
                  <a:pt x="34" y="7"/>
                </a:moveTo>
                <a:cubicBezTo>
                  <a:pt x="34" y="7"/>
                  <a:pt x="34" y="7"/>
                  <a:pt x="34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18"/>
                  <a:pt x="2" y="18"/>
                  <a:pt x="2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9" y="13"/>
                  <a:pt x="39" y="13"/>
                  <a:pt x="39" y="13"/>
                </a:cubicBezTo>
                <a:cubicBezTo>
                  <a:pt x="34" y="7"/>
                  <a:pt x="34" y="7"/>
                  <a:pt x="34" y="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48" name="Freeform 382">
            <a:extLst>
              <a:ext uri="{FF2B5EF4-FFF2-40B4-BE49-F238E27FC236}">
                <a16:creationId xmlns:a16="http://schemas.microsoft.com/office/drawing/2014/main" id="{005E8CEC-1538-E0FF-E543-6A2DE710E049}"/>
              </a:ext>
            </a:extLst>
          </p:cNvPr>
          <p:cNvSpPr>
            <a:spLocks noEditPoints="1"/>
          </p:cNvSpPr>
          <p:nvPr/>
        </p:nvSpPr>
        <p:spPr bwMode="auto">
          <a:xfrm>
            <a:off x="896867" y="3463315"/>
            <a:ext cx="264584" cy="156633"/>
          </a:xfrm>
          <a:custGeom>
            <a:avLst/>
            <a:gdLst>
              <a:gd name="T0" fmla="*/ 9602 w 62"/>
              <a:gd name="T1" fmla="*/ 66675 h 37"/>
              <a:gd name="T2" fmla="*/ 3201 w 62"/>
              <a:gd name="T3" fmla="*/ 95250 h 37"/>
              <a:gd name="T4" fmla="*/ 9602 w 62"/>
              <a:gd name="T5" fmla="*/ 88900 h 37"/>
              <a:gd name="T6" fmla="*/ 12802 w 62"/>
              <a:gd name="T7" fmla="*/ 98425 h 37"/>
              <a:gd name="T8" fmla="*/ 19204 w 62"/>
              <a:gd name="T9" fmla="*/ 88900 h 37"/>
              <a:gd name="T10" fmla="*/ 25605 w 62"/>
              <a:gd name="T11" fmla="*/ 95250 h 37"/>
              <a:gd name="T12" fmla="*/ 19204 w 62"/>
              <a:gd name="T13" fmla="*/ 66675 h 37"/>
              <a:gd name="T14" fmla="*/ 51210 w 62"/>
              <a:gd name="T15" fmla="*/ 63500 h 37"/>
              <a:gd name="T16" fmla="*/ 51210 w 62"/>
              <a:gd name="T17" fmla="*/ 98425 h 37"/>
              <a:gd name="T18" fmla="*/ 51210 w 62"/>
              <a:gd name="T19" fmla="*/ 98425 h 37"/>
              <a:gd name="T20" fmla="*/ 99219 w 62"/>
              <a:gd name="T21" fmla="*/ 117475 h 37"/>
              <a:gd name="T22" fmla="*/ 150429 w 62"/>
              <a:gd name="T23" fmla="*/ 98425 h 37"/>
              <a:gd name="T24" fmla="*/ 150429 w 62"/>
              <a:gd name="T25" fmla="*/ 98425 h 37"/>
              <a:gd name="T26" fmla="*/ 150429 w 62"/>
              <a:gd name="T27" fmla="*/ 63500 h 37"/>
              <a:gd name="T28" fmla="*/ 195237 w 62"/>
              <a:gd name="T29" fmla="*/ 44450 h 37"/>
              <a:gd name="T30" fmla="*/ 102420 w 62"/>
              <a:gd name="T31" fmla="*/ 0 h 37"/>
              <a:gd name="T32" fmla="*/ 6401 w 62"/>
              <a:gd name="T33" fmla="*/ 34925 h 37"/>
              <a:gd name="T34" fmla="*/ 6401 w 62"/>
              <a:gd name="T35" fmla="*/ 47625 h 37"/>
              <a:gd name="T36" fmla="*/ 51210 w 62"/>
              <a:gd name="T37" fmla="*/ 47625 h 37"/>
              <a:gd name="T38" fmla="*/ 32006 w 62"/>
              <a:gd name="T39" fmla="*/ 41275 h 37"/>
              <a:gd name="T40" fmla="*/ 166432 w 62"/>
              <a:gd name="T41" fmla="*/ 41275 h 37"/>
              <a:gd name="T42" fmla="*/ 131225 w 62"/>
              <a:gd name="T43" fmla="*/ 38100 h 37"/>
              <a:gd name="T44" fmla="*/ 67213 w 62"/>
              <a:gd name="T45" fmla="*/ 38100 h 37"/>
              <a:gd name="T46" fmla="*/ 140827 w 62"/>
              <a:gd name="T47" fmla="*/ 85725 h 37"/>
              <a:gd name="T48" fmla="*/ 131225 w 62"/>
              <a:gd name="T49" fmla="*/ 82550 h 37"/>
              <a:gd name="T50" fmla="*/ 67213 w 62"/>
              <a:gd name="T51" fmla="*/ 82550 h 37"/>
              <a:gd name="T52" fmla="*/ 60812 w 62"/>
              <a:gd name="T53" fmla="*/ 53975 h 37"/>
              <a:gd name="T54" fmla="*/ 99219 w 62"/>
              <a:gd name="T55" fmla="*/ 44450 h 37"/>
              <a:gd name="T56" fmla="*/ 140827 w 62"/>
              <a:gd name="T57" fmla="*/ 53975 h 37"/>
              <a:gd name="T58" fmla="*/ 131225 w 62"/>
              <a:gd name="T59" fmla="*/ 92075 h 37"/>
              <a:gd name="T60" fmla="*/ 140827 w 62"/>
              <a:gd name="T61" fmla="*/ 98425 h 37"/>
              <a:gd name="T62" fmla="*/ 140827 w 62"/>
              <a:gd name="T63" fmla="*/ 98425 h 37"/>
              <a:gd name="T64" fmla="*/ 99219 w 62"/>
              <a:gd name="T65" fmla="*/ 107950 h 37"/>
              <a:gd name="T66" fmla="*/ 60812 w 62"/>
              <a:gd name="T67" fmla="*/ 98425 h 37"/>
              <a:gd name="T68" fmla="*/ 60812 w 62"/>
              <a:gd name="T69" fmla="*/ 98425 h 37"/>
              <a:gd name="T70" fmla="*/ 99219 w 62"/>
              <a:gd name="T71" fmla="*/ 85725 h 3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2" h="37">
                <a:moveTo>
                  <a:pt x="3" y="15"/>
                </a:moveTo>
                <a:cubicBezTo>
                  <a:pt x="3" y="21"/>
                  <a:pt x="3" y="21"/>
                  <a:pt x="3" y="2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9"/>
                  <a:pt x="0" y="29"/>
                  <a:pt x="1" y="30"/>
                </a:cubicBezTo>
                <a:cubicBezTo>
                  <a:pt x="1" y="30"/>
                  <a:pt x="2" y="30"/>
                  <a:pt x="3" y="29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29"/>
                  <a:pt x="3" y="29"/>
                  <a:pt x="3" y="29"/>
                </a:cubicBezTo>
                <a:cubicBezTo>
                  <a:pt x="3" y="30"/>
                  <a:pt x="4" y="31"/>
                  <a:pt x="4" y="31"/>
                </a:cubicBezTo>
                <a:cubicBezTo>
                  <a:pt x="5" y="31"/>
                  <a:pt x="6" y="30"/>
                  <a:pt x="6" y="29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30"/>
                  <a:pt x="7" y="30"/>
                  <a:pt x="8" y="30"/>
                </a:cubicBezTo>
                <a:cubicBezTo>
                  <a:pt x="9" y="29"/>
                  <a:pt x="9" y="29"/>
                  <a:pt x="9" y="28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16"/>
                  <a:pt x="6" y="16"/>
                  <a:pt x="6" y="16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3"/>
                  <a:pt x="18" y="34"/>
                  <a:pt x="21" y="35"/>
                </a:cubicBezTo>
                <a:cubicBezTo>
                  <a:pt x="24" y="36"/>
                  <a:pt x="27" y="37"/>
                  <a:pt x="31" y="37"/>
                </a:cubicBezTo>
                <a:cubicBezTo>
                  <a:pt x="35" y="37"/>
                  <a:pt x="39" y="36"/>
                  <a:pt x="41" y="35"/>
                </a:cubicBezTo>
                <a:cubicBezTo>
                  <a:pt x="45" y="34"/>
                  <a:pt x="46" y="33"/>
                  <a:pt x="47" y="31"/>
                </a:cubicBezTo>
                <a:cubicBezTo>
                  <a:pt x="47" y="31"/>
                  <a:pt x="47" y="31"/>
                  <a:pt x="47" y="31"/>
                </a:cubicBezTo>
                <a:cubicBezTo>
                  <a:pt x="47" y="31"/>
                  <a:pt x="47" y="31"/>
                  <a:pt x="47" y="31"/>
                </a:cubicBezTo>
                <a:cubicBezTo>
                  <a:pt x="47" y="31"/>
                  <a:pt x="47" y="31"/>
                  <a:pt x="47" y="31"/>
                </a:cubicBezTo>
                <a:cubicBezTo>
                  <a:pt x="47" y="20"/>
                  <a:pt x="47" y="20"/>
                  <a:pt x="47" y="20"/>
                </a:cubicBezTo>
                <a:cubicBezTo>
                  <a:pt x="60" y="15"/>
                  <a:pt x="60" y="15"/>
                  <a:pt x="60" y="15"/>
                </a:cubicBezTo>
                <a:cubicBezTo>
                  <a:pt x="61" y="15"/>
                  <a:pt x="61" y="14"/>
                  <a:pt x="61" y="14"/>
                </a:cubicBezTo>
                <a:cubicBezTo>
                  <a:pt x="62" y="12"/>
                  <a:pt x="61" y="11"/>
                  <a:pt x="60" y="11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1" y="0"/>
                  <a:pt x="30" y="0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1" y="11"/>
                  <a:pt x="1" y="12"/>
                </a:cubicBezTo>
                <a:cubicBezTo>
                  <a:pt x="1" y="13"/>
                  <a:pt x="1" y="15"/>
                  <a:pt x="2" y="15"/>
                </a:cubicBezTo>
                <a:cubicBezTo>
                  <a:pt x="3" y="15"/>
                  <a:pt x="3" y="15"/>
                  <a:pt x="3" y="15"/>
                </a:cubicBezTo>
                <a:close/>
                <a:moveTo>
                  <a:pt x="16" y="15"/>
                </a:moveTo>
                <a:cubicBezTo>
                  <a:pt x="16" y="15"/>
                  <a:pt x="16" y="15"/>
                  <a:pt x="16" y="15"/>
                </a:cubicBezTo>
                <a:cubicBezTo>
                  <a:pt x="10" y="13"/>
                  <a:pt x="10" y="13"/>
                  <a:pt x="10" y="13"/>
                </a:cubicBezTo>
                <a:cubicBezTo>
                  <a:pt x="31" y="5"/>
                  <a:pt x="31" y="5"/>
                  <a:pt x="31" y="5"/>
                </a:cubicBezTo>
                <a:cubicBezTo>
                  <a:pt x="52" y="13"/>
                  <a:pt x="52" y="13"/>
                  <a:pt x="52" y="13"/>
                </a:cubicBezTo>
                <a:cubicBezTo>
                  <a:pt x="46" y="15"/>
                  <a:pt x="46" y="15"/>
                  <a:pt x="46" y="15"/>
                </a:cubicBezTo>
                <a:cubicBezTo>
                  <a:pt x="45" y="14"/>
                  <a:pt x="44" y="13"/>
                  <a:pt x="41" y="12"/>
                </a:cubicBezTo>
                <a:cubicBezTo>
                  <a:pt x="39" y="11"/>
                  <a:pt x="35" y="11"/>
                  <a:pt x="31" y="11"/>
                </a:cubicBezTo>
                <a:cubicBezTo>
                  <a:pt x="27" y="11"/>
                  <a:pt x="24" y="11"/>
                  <a:pt x="21" y="12"/>
                </a:cubicBezTo>
                <a:cubicBezTo>
                  <a:pt x="19" y="13"/>
                  <a:pt x="17" y="14"/>
                  <a:pt x="16" y="15"/>
                </a:cubicBezTo>
                <a:close/>
                <a:moveTo>
                  <a:pt x="44" y="27"/>
                </a:moveTo>
                <a:cubicBezTo>
                  <a:pt x="44" y="27"/>
                  <a:pt x="44" y="27"/>
                  <a:pt x="44" y="27"/>
                </a:cubicBezTo>
                <a:cubicBezTo>
                  <a:pt x="43" y="27"/>
                  <a:pt x="42" y="26"/>
                  <a:pt x="41" y="26"/>
                </a:cubicBezTo>
                <a:cubicBezTo>
                  <a:pt x="39" y="25"/>
                  <a:pt x="35" y="25"/>
                  <a:pt x="31" y="25"/>
                </a:cubicBezTo>
                <a:cubicBezTo>
                  <a:pt x="27" y="25"/>
                  <a:pt x="24" y="25"/>
                  <a:pt x="21" y="26"/>
                </a:cubicBezTo>
                <a:cubicBezTo>
                  <a:pt x="20" y="26"/>
                  <a:pt x="19" y="27"/>
                  <a:pt x="19" y="2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6"/>
                  <a:pt x="20" y="16"/>
                  <a:pt x="22" y="15"/>
                </a:cubicBezTo>
                <a:cubicBezTo>
                  <a:pt x="24" y="14"/>
                  <a:pt x="28" y="14"/>
                  <a:pt x="31" y="14"/>
                </a:cubicBezTo>
                <a:cubicBezTo>
                  <a:pt x="35" y="14"/>
                  <a:pt x="38" y="14"/>
                  <a:pt x="41" y="15"/>
                </a:cubicBezTo>
                <a:cubicBezTo>
                  <a:pt x="43" y="16"/>
                  <a:pt x="44" y="16"/>
                  <a:pt x="44" y="17"/>
                </a:cubicBezTo>
                <a:cubicBezTo>
                  <a:pt x="44" y="27"/>
                  <a:pt x="44" y="27"/>
                  <a:pt x="44" y="27"/>
                </a:cubicBezTo>
                <a:close/>
                <a:moveTo>
                  <a:pt x="41" y="29"/>
                </a:moveTo>
                <a:cubicBezTo>
                  <a:pt x="41" y="29"/>
                  <a:pt x="41" y="29"/>
                  <a:pt x="41" y="29"/>
                </a:cubicBezTo>
                <a:cubicBezTo>
                  <a:pt x="42" y="29"/>
                  <a:pt x="44" y="30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1"/>
                  <a:pt x="42" y="32"/>
                  <a:pt x="41" y="33"/>
                </a:cubicBezTo>
                <a:cubicBezTo>
                  <a:pt x="38" y="34"/>
                  <a:pt x="35" y="34"/>
                  <a:pt x="31" y="34"/>
                </a:cubicBezTo>
                <a:cubicBezTo>
                  <a:pt x="28" y="34"/>
                  <a:pt x="24" y="34"/>
                  <a:pt x="22" y="33"/>
                </a:cubicBezTo>
                <a:cubicBezTo>
                  <a:pt x="20" y="32"/>
                  <a:pt x="19" y="31"/>
                  <a:pt x="19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30"/>
                  <a:pt x="20" y="29"/>
                  <a:pt x="22" y="29"/>
                </a:cubicBezTo>
                <a:cubicBezTo>
                  <a:pt x="24" y="28"/>
                  <a:pt x="28" y="27"/>
                  <a:pt x="31" y="27"/>
                </a:cubicBezTo>
                <a:cubicBezTo>
                  <a:pt x="35" y="27"/>
                  <a:pt x="38" y="28"/>
                  <a:pt x="41" y="2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49" name="Freeform 383">
            <a:extLst>
              <a:ext uri="{FF2B5EF4-FFF2-40B4-BE49-F238E27FC236}">
                <a16:creationId xmlns:a16="http://schemas.microsoft.com/office/drawing/2014/main" id="{173F5BF9-3923-AC27-0C58-41FC88C99A35}"/>
              </a:ext>
            </a:extLst>
          </p:cNvPr>
          <p:cNvSpPr>
            <a:spLocks noEditPoints="1"/>
          </p:cNvSpPr>
          <p:nvPr/>
        </p:nvSpPr>
        <p:spPr bwMode="auto">
          <a:xfrm>
            <a:off x="4283535" y="3467547"/>
            <a:ext cx="198967" cy="177800"/>
          </a:xfrm>
          <a:custGeom>
            <a:avLst/>
            <a:gdLst>
              <a:gd name="T0" fmla="*/ 101600 w 47"/>
              <a:gd name="T1" fmla="*/ 19050 h 42"/>
              <a:gd name="T2" fmla="*/ 95250 w 47"/>
              <a:gd name="T3" fmla="*/ 3175 h 42"/>
              <a:gd name="T4" fmla="*/ 63500 w 47"/>
              <a:gd name="T5" fmla="*/ 0 h 42"/>
              <a:gd name="T6" fmla="*/ 53975 w 47"/>
              <a:gd name="T7" fmla="*/ 3175 h 42"/>
              <a:gd name="T8" fmla="*/ 47625 w 47"/>
              <a:gd name="T9" fmla="*/ 15875 h 42"/>
              <a:gd name="T10" fmla="*/ 19050 w 47"/>
              <a:gd name="T11" fmla="*/ 19050 h 42"/>
              <a:gd name="T12" fmla="*/ 0 w 47"/>
              <a:gd name="T13" fmla="*/ 114300 h 42"/>
              <a:gd name="T14" fmla="*/ 130175 w 47"/>
              <a:gd name="T15" fmla="*/ 133350 h 42"/>
              <a:gd name="T16" fmla="*/ 149225 w 47"/>
              <a:gd name="T17" fmla="*/ 38100 h 42"/>
              <a:gd name="T18" fmla="*/ 53975 w 47"/>
              <a:gd name="T19" fmla="*/ 15875 h 42"/>
              <a:gd name="T20" fmla="*/ 57150 w 47"/>
              <a:gd name="T21" fmla="*/ 9525 h 42"/>
              <a:gd name="T22" fmla="*/ 63500 w 47"/>
              <a:gd name="T23" fmla="*/ 6350 h 42"/>
              <a:gd name="T24" fmla="*/ 92075 w 47"/>
              <a:gd name="T25" fmla="*/ 9525 h 42"/>
              <a:gd name="T26" fmla="*/ 95250 w 47"/>
              <a:gd name="T27" fmla="*/ 19050 h 42"/>
              <a:gd name="T28" fmla="*/ 53975 w 47"/>
              <a:gd name="T29" fmla="*/ 15875 h 42"/>
              <a:gd name="T30" fmla="*/ 136525 w 47"/>
              <a:gd name="T31" fmla="*/ 114300 h 42"/>
              <a:gd name="T32" fmla="*/ 19050 w 47"/>
              <a:gd name="T33" fmla="*/ 123825 h 42"/>
              <a:gd name="T34" fmla="*/ 12700 w 47"/>
              <a:gd name="T35" fmla="*/ 38100 h 42"/>
              <a:gd name="T36" fmla="*/ 130175 w 47"/>
              <a:gd name="T37" fmla="*/ 31750 h 42"/>
              <a:gd name="T38" fmla="*/ 136525 w 47"/>
              <a:gd name="T39" fmla="*/ 114300 h 42"/>
              <a:gd name="T40" fmla="*/ 104775 w 47"/>
              <a:gd name="T41" fmla="*/ 63500 h 42"/>
              <a:gd name="T42" fmla="*/ 88900 w 47"/>
              <a:gd name="T43" fmla="*/ 44450 h 42"/>
              <a:gd name="T44" fmla="*/ 63500 w 47"/>
              <a:gd name="T45" fmla="*/ 41275 h 42"/>
              <a:gd name="T46" fmla="*/ 60325 w 47"/>
              <a:gd name="T47" fmla="*/ 63500 h 42"/>
              <a:gd name="T48" fmla="*/ 38100 w 47"/>
              <a:gd name="T49" fmla="*/ 66675 h 42"/>
              <a:gd name="T50" fmla="*/ 44450 w 47"/>
              <a:gd name="T51" fmla="*/ 92075 h 42"/>
              <a:gd name="T52" fmla="*/ 60325 w 47"/>
              <a:gd name="T53" fmla="*/ 107950 h 42"/>
              <a:gd name="T54" fmla="*/ 85725 w 47"/>
              <a:gd name="T55" fmla="*/ 111125 h 42"/>
              <a:gd name="T56" fmla="*/ 88900 w 47"/>
              <a:gd name="T57" fmla="*/ 92075 h 42"/>
              <a:gd name="T58" fmla="*/ 111125 w 47"/>
              <a:gd name="T59" fmla="*/ 88900 h 42"/>
              <a:gd name="T60" fmla="*/ 104775 w 47"/>
              <a:gd name="T61" fmla="*/ 63500 h 42"/>
              <a:gd name="T62" fmla="*/ 101600 w 47"/>
              <a:gd name="T63" fmla="*/ 82550 h 42"/>
              <a:gd name="T64" fmla="*/ 82550 w 47"/>
              <a:gd name="T65" fmla="*/ 88900 h 42"/>
              <a:gd name="T66" fmla="*/ 66675 w 47"/>
              <a:gd name="T67" fmla="*/ 104775 h 42"/>
              <a:gd name="T68" fmla="*/ 63500 w 47"/>
              <a:gd name="T69" fmla="*/ 82550 h 42"/>
              <a:gd name="T70" fmla="*/ 47625 w 47"/>
              <a:gd name="T71" fmla="*/ 69850 h 42"/>
              <a:gd name="T72" fmla="*/ 66675 w 47"/>
              <a:gd name="T73" fmla="*/ 66675 h 42"/>
              <a:gd name="T74" fmla="*/ 82550 w 47"/>
              <a:gd name="T75" fmla="*/ 47625 h 42"/>
              <a:gd name="T76" fmla="*/ 85725 w 47"/>
              <a:gd name="T77" fmla="*/ 69850 h 42"/>
              <a:gd name="T78" fmla="*/ 101600 w 47"/>
              <a:gd name="T79" fmla="*/ 82550 h 4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7" h="42">
                <a:moveTo>
                  <a:pt x="41" y="6"/>
                </a:moveTo>
                <a:cubicBezTo>
                  <a:pt x="32" y="6"/>
                  <a:pt x="32" y="6"/>
                  <a:pt x="32" y="6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3"/>
                  <a:pt x="31" y="2"/>
                  <a:pt x="30" y="1"/>
                </a:cubicBezTo>
                <a:cubicBezTo>
                  <a:pt x="29" y="0"/>
                  <a:pt x="28" y="0"/>
                  <a:pt x="27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6" y="2"/>
                  <a:pt x="15" y="3"/>
                  <a:pt x="15" y="5"/>
                </a:cubicBezTo>
                <a:cubicBezTo>
                  <a:pt x="15" y="6"/>
                  <a:pt x="15" y="6"/>
                  <a:pt x="15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6"/>
                  <a:pt x="0" y="9"/>
                  <a:pt x="0" y="1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40"/>
                  <a:pt x="3" y="42"/>
                  <a:pt x="6" y="42"/>
                </a:cubicBezTo>
                <a:cubicBezTo>
                  <a:pt x="41" y="42"/>
                  <a:pt x="41" y="42"/>
                  <a:pt x="41" y="42"/>
                </a:cubicBezTo>
                <a:cubicBezTo>
                  <a:pt x="44" y="42"/>
                  <a:pt x="47" y="40"/>
                  <a:pt x="47" y="36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9"/>
                  <a:pt x="44" y="6"/>
                  <a:pt x="41" y="6"/>
                </a:cubicBezTo>
                <a:close/>
                <a:moveTo>
                  <a:pt x="17" y="5"/>
                </a:moveTo>
                <a:cubicBezTo>
                  <a:pt x="17" y="5"/>
                  <a:pt x="17" y="5"/>
                  <a:pt x="17" y="5"/>
                </a:cubicBezTo>
                <a:cubicBezTo>
                  <a:pt x="17" y="4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9" y="2"/>
                  <a:pt x="19" y="2"/>
                  <a:pt x="20" y="2"/>
                </a:cubicBezTo>
                <a:cubicBezTo>
                  <a:pt x="27" y="2"/>
                  <a:pt x="27" y="2"/>
                  <a:pt x="27" y="2"/>
                </a:cubicBezTo>
                <a:cubicBezTo>
                  <a:pt x="28" y="2"/>
                  <a:pt x="28" y="2"/>
                  <a:pt x="29" y="3"/>
                </a:cubicBezTo>
                <a:cubicBezTo>
                  <a:pt x="29" y="3"/>
                  <a:pt x="30" y="4"/>
                  <a:pt x="30" y="5"/>
                </a:cubicBezTo>
                <a:cubicBezTo>
                  <a:pt x="30" y="6"/>
                  <a:pt x="30" y="6"/>
                  <a:pt x="30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5"/>
                  <a:pt x="17" y="5"/>
                  <a:pt x="17" y="5"/>
                </a:cubicBezTo>
                <a:close/>
                <a:moveTo>
                  <a:pt x="43" y="36"/>
                </a:moveTo>
                <a:cubicBezTo>
                  <a:pt x="43" y="36"/>
                  <a:pt x="43" y="36"/>
                  <a:pt x="43" y="36"/>
                </a:cubicBezTo>
                <a:cubicBezTo>
                  <a:pt x="43" y="38"/>
                  <a:pt x="42" y="39"/>
                  <a:pt x="41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5" y="39"/>
                  <a:pt x="4" y="38"/>
                  <a:pt x="4" y="36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1"/>
                  <a:pt x="5" y="10"/>
                  <a:pt x="6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2" y="10"/>
                  <a:pt x="43" y="11"/>
                  <a:pt x="43" y="12"/>
                </a:cubicBezTo>
                <a:cubicBezTo>
                  <a:pt x="43" y="36"/>
                  <a:pt x="43" y="36"/>
                  <a:pt x="43" y="36"/>
                </a:cubicBezTo>
                <a:close/>
                <a:moveTo>
                  <a:pt x="33" y="20"/>
                </a:moveTo>
                <a:cubicBezTo>
                  <a:pt x="33" y="20"/>
                  <a:pt x="33" y="20"/>
                  <a:pt x="33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14"/>
                  <a:pt x="28" y="14"/>
                  <a:pt x="28" y="14"/>
                </a:cubicBezTo>
                <a:cubicBezTo>
                  <a:pt x="28" y="14"/>
                  <a:pt x="27" y="13"/>
                  <a:pt x="27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3"/>
                  <a:pt x="19" y="14"/>
                  <a:pt x="19" y="14"/>
                </a:cubicBezTo>
                <a:cubicBezTo>
                  <a:pt x="19" y="20"/>
                  <a:pt x="19" y="20"/>
                  <a:pt x="19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3" y="20"/>
                  <a:pt x="12" y="21"/>
                  <a:pt x="12" y="21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8"/>
                  <a:pt x="13" y="29"/>
                  <a:pt x="14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5"/>
                  <a:pt x="20" y="35"/>
                  <a:pt x="20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8" y="35"/>
                  <a:pt x="28" y="34"/>
                </a:cubicBezTo>
                <a:cubicBezTo>
                  <a:pt x="28" y="29"/>
                  <a:pt x="28" y="29"/>
                  <a:pt x="28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34" y="29"/>
                  <a:pt x="35" y="28"/>
                  <a:pt x="35" y="28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1"/>
                  <a:pt x="34" y="20"/>
                  <a:pt x="33" y="20"/>
                </a:cubicBezTo>
                <a:close/>
                <a:moveTo>
                  <a:pt x="32" y="26"/>
                </a:moveTo>
                <a:cubicBezTo>
                  <a:pt x="32" y="26"/>
                  <a:pt x="32" y="26"/>
                  <a:pt x="32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6" y="26"/>
                  <a:pt x="26" y="27"/>
                  <a:pt x="26" y="28"/>
                </a:cubicBezTo>
                <a:cubicBezTo>
                  <a:pt x="26" y="33"/>
                  <a:pt x="26" y="33"/>
                  <a:pt x="26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28"/>
                  <a:pt x="21" y="28"/>
                  <a:pt x="21" y="28"/>
                </a:cubicBezTo>
                <a:cubicBezTo>
                  <a:pt x="21" y="27"/>
                  <a:pt x="21" y="26"/>
                  <a:pt x="20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2"/>
                  <a:pt x="15" y="22"/>
                  <a:pt x="15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1" y="22"/>
                  <a:pt x="21" y="22"/>
                  <a:pt x="21" y="21"/>
                </a:cubicBezTo>
                <a:cubicBezTo>
                  <a:pt x="21" y="15"/>
                  <a:pt x="21" y="15"/>
                  <a:pt x="21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22"/>
                  <a:pt x="26" y="22"/>
                  <a:pt x="27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6"/>
                  <a:pt x="32" y="26"/>
                  <a:pt x="32" y="26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50" name="Freeform 384">
            <a:extLst>
              <a:ext uri="{FF2B5EF4-FFF2-40B4-BE49-F238E27FC236}">
                <a16:creationId xmlns:a16="http://schemas.microsoft.com/office/drawing/2014/main" id="{F192D1BA-12B5-0154-580A-95F9765ADA2C}"/>
              </a:ext>
            </a:extLst>
          </p:cNvPr>
          <p:cNvSpPr>
            <a:spLocks noEditPoints="1"/>
          </p:cNvSpPr>
          <p:nvPr/>
        </p:nvSpPr>
        <p:spPr bwMode="auto">
          <a:xfrm>
            <a:off x="2425101" y="3463314"/>
            <a:ext cx="169333" cy="169333"/>
          </a:xfrm>
          <a:custGeom>
            <a:avLst/>
            <a:gdLst>
              <a:gd name="T0" fmla="*/ 88900 w 40"/>
              <a:gd name="T1" fmla="*/ 12700 h 40"/>
              <a:gd name="T2" fmla="*/ 82550 w 40"/>
              <a:gd name="T3" fmla="*/ 6350 h 40"/>
              <a:gd name="T4" fmla="*/ 88900 w 40"/>
              <a:gd name="T5" fmla="*/ 0 h 40"/>
              <a:gd name="T6" fmla="*/ 120650 w 40"/>
              <a:gd name="T7" fmla="*/ 0 h 40"/>
              <a:gd name="T8" fmla="*/ 127000 w 40"/>
              <a:gd name="T9" fmla="*/ 6350 h 40"/>
              <a:gd name="T10" fmla="*/ 123825 w 40"/>
              <a:gd name="T11" fmla="*/ 6350 h 40"/>
              <a:gd name="T12" fmla="*/ 123825 w 40"/>
              <a:gd name="T13" fmla="*/ 38100 h 40"/>
              <a:gd name="T14" fmla="*/ 120650 w 40"/>
              <a:gd name="T15" fmla="*/ 44450 h 40"/>
              <a:gd name="T16" fmla="*/ 114300 w 40"/>
              <a:gd name="T17" fmla="*/ 38100 h 40"/>
              <a:gd name="T18" fmla="*/ 114300 w 40"/>
              <a:gd name="T19" fmla="*/ 19050 h 40"/>
              <a:gd name="T20" fmla="*/ 98425 w 40"/>
              <a:gd name="T21" fmla="*/ 34925 h 40"/>
              <a:gd name="T22" fmla="*/ 111125 w 40"/>
              <a:gd name="T23" fmla="*/ 69850 h 40"/>
              <a:gd name="T24" fmla="*/ 111125 w 40"/>
              <a:gd name="T25" fmla="*/ 69850 h 40"/>
              <a:gd name="T26" fmla="*/ 53975 w 40"/>
              <a:gd name="T27" fmla="*/ 127000 h 40"/>
              <a:gd name="T28" fmla="*/ 0 w 40"/>
              <a:gd name="T29" fmla="*/ 69850 h 40"/>
              <a:gd name="T30" fmla="*/ 0 w 40"/>
              <a:gd name="T31" fmla="*/ 69850 h 40"/>
              <a:gd name="T32" fmla="*/ 53975 w 40"/>
              <a:gd name="T33" fmla="*/ 15875 h 40"/>
              <a:gd name="T34" fmla="*/ 92075 w 40"/>
              <a:gd name="T35" fmla="*/ 28575 h 40"/>
              <a:gd name="T36" fmla="*/ 104775 w 40"/>
              <a:gd name="T37" fmla="*/ 12700 h 40"/>
              <a:gd name="T38" fmla="*/ 88900 w 40"/>
              <a:gd name="T39" fmla="*/ 12700 h 40"/>
              <a:gd name="T40" fmla="*/ 53975 w 40"/>
              <a:gd name="T41" fmla="*/ 25400 h 40"/>
              <a:gd name="T42" fmla="*/ 53975 w 40"/>
              <a:gd name="T43" fmla="*/ 25400 h 40"/>
              <a:gd name="T44" fmla="*/ 9525 w 40"/>
              <a:gd name="T45" fmla="*/ 69850 h 40"/>
              <a:gd name="T46" fmla="*/ 9525 w 40"/>
              <a:gd name="T47" fmla="*/ 69850 h 40"/>
              <a:gd name="T48" fmla="*/ 53975 w 40"/>
              <a:gd name="T49" fmla="*/ 117475 h 40"/>
              <a:gd name="T50" fmla="*/ 101600 w 40"/>
              <a:gd name="T51" fmla="*/ 69850 h 40"/>
              <a:gd name="T52" fmla="*/ 101600 w 40"/>
              <a:gd name="T53" fmla="*/ 69850 h 40"/>
              <a:gd name="T54" fmla="*/ 53975 w 40"/>
              <a:gd name="T55" fmla="*/ 25400 h 40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0" h="40">
                <a:moveTo>
                  <a:pt x="28" y="4"/>
                </a:moveTo>
                <a:cubicBezTo>
                  <a:pt x="27" y="4"/>
                  <a:pt x="26" y="3"/>
                  <a:pt x="26" y="2"/>
                </a:cubicBezTo>
                <a:cubicBezTo>
                  <a:pt x="26" y="1"/>
                  <a:pt x="27" y="0"/>
                  <a:pt x="28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9" y="0"/>
                  <a:pt x="40" y="1"/>
                  <a:pt x="40" y="2"/>
                </a:cubicBezTo>
                <a:cubicBezTo>
                  <a:pt x="39" y="2"/>
                  <a:pt x="39" y="2"/>
                  <a:pt x="39" y="2"/>
                </a:cubicBezTo>
                <a:cubicBezTo>
                  <a:pt x="39" y="12"/>
                  <a:pt x="39" y="12"/>
                  <a:pt x="39" y="12"/>
                </a:cubicBezTo>
                <a:cubicBezTo>
                  <a:pt x="39" y="13"/>
                  <a:pt x="39" y="14"/>
                  <a:pt x="38" y="14"/>
                </a:cubicBezTo>
                <a:cubicBezTo>
                  <a:pt x="37" y="14"/>
                  <a:pt x="36" y="13"/>
                  <a:pt x="36" y="12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11"/>
                  <a:pt x="31" y="11"/>
                  <a:pt x="31" y="11"/>
                </a:cubicBezTo>
                <a:cubicBezTo>
                  <a:pt x="34" y="15"/>
                  <a:pt x="35" y="18"/>
                  <a:pt x="35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32"/>
                  <a:pt x="27" y="40"/>
                  <a:pt x="17" y="40"/>
                </a:cubicBezTo>
                <a:cubicBezTo>
                  <a:pt x="8" y="40"/>
                  <a:pt x="0" y="32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3"/>
                  <a:pt x="8" y="5"/>
                  <a:pt x="17" y="5"/>
                </a:cubicBezTo>
                <a:cubicBezTo>
                  <a:pt x="21" y="5"/>
                  <a:pt x="25" y="6"/>
                  <a:pt x="29" y="9"/>
                </a:cubicBezTo>
                <a:cubicBezTo>
                  <a:pt x="33" y="4"/>
                  <a:pt x="33" y="4"/>
                  <a:pt x="33" y="4"/>
                </a:cubicBezTo>
                <a:cubicBezTo>
                  <a:pt x="28" y="4"/>
                  <a:pt x="28" y="4"/>
                  <a:pt x="28" y="4"/>
                </a:cubicBezTo>
                <a:close/>
                <a:moveTo>
                  <a:pt x="17" y="8"/>
                </a:moveTo>
                <a:cubicBezTo>
                  <a:pt x="17" y="8"/>
                  <a:pt x="17" y="8"/>
                  <a:pt x="17" y="8"/>
                </a:cubicBezTo>
                <a:cubicBezTo>
                  <a:pt x="10" y="8"/>
                  <a:pt x="3" y="15"/>
                  <a:pt x="3" y="22"/>
                </a:cubicBezTo>
                <a:cubicBezTo>
                  <a:pt x="3" y="22"/>
                  <a:pt x="3" y="22"/>
                  <a:pt x="3" y="22"/>
                </a:cubicBezTo>
                <a:cubicBezTo>
                  <a:pt x="3" y="30"/>
                  <a:pt x="10" y="37"/>
                  <a:pt x="17" y="37"/>
                </a:cubicBezTo>
                <a:cubicBezTo>
                  <a:pt x="25" y="37"/>
                  <a:pt x="32" y="30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15"/>
                  <a:pt x="25" y="8"/>
                  <a:pt x="17" y="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51" name="Freeform 385">
            <a:extLst>
              <a:ext uri="{FF2B5EF4-FFF2-40B4-BE49-F238E27FC236}">
                <a16:creationId xmlns:a16="http://schemas.microsoft.com/office/drawing/2014/main" id="{717EA63A-7756-391E-7A5C-97AEA598B837}"/>
              </a:ext>
            </a:extLst>
          </p:cNvPr>
          <p:cNvSpPr>
            <a:spLocks noEditPoints="1"/>
          </p:cNvSpPr>
          <p:nvPr/>
        </p:nvSpPr>
        <p:spPr bwMode="auto">
          <a:xfrm>
            <a:off x="9930802" y="3025165"/>
            <a:ext cx="156633" cy="194733"/>
          </a:xfrm>
          <a:custGeom>
            <a:avLst/>
            <a:gdLst>
              <a:gd name="T0" fmla="*/ 73025 w 37"/>
              <a:gd name="T1" fmla="*/ 120650 h 46"/>
              <a:gd name="T2" fmla="*/ 79375 w 37"/>
              <a:gd name="T3" fmla="*/ 127000 h 46"/>
              <a:gd name="T4" fmla="*/ 73025 w 37"/>
              <a:gd name="T5" fmla="*/ 130175 h 46"/>
              <a:gd name="T6" fmla="*/ 63500 w 37"/>
              <a:gd name="T7" fmla="*/ 130175 h 46"/>
              <a:gd name="T8" fmla="*/ 63500 w 37"/>
              <a:gd name="T9" fmla="*/ 139700 h 46"/>
              <a:gd name="T10" fmla="*/ 57150 w 37"/>
              <a:gd name="T11" fmla="*/ 146050 h 46"/>
              <a:gd name="T12" fmla="*/ 50800 w 37"/>
              <a:gd name="T13" fmla="*/ 139700 h 46"/>
              <a:gd name="T14" fmla="*/ 50800 w 37"/>
              <a:gd name="T15" fmla="*/ 130175 h 46"/>
              <a:gd name="T16" fmla="*/ 41275 w 37"/>
              <a:gd name="T17" fmla="*/ 130175 h 46"/>
              <a:gd name="T18" fmla="*/ 34925 w 37"/>
              <a:gd name="T19" fmla="*/ 127000 h 46"/>
              <a:gd name="T20" fmla="*/ 41275 w 37"/>
              <a:gd name="T21" fmla="*/ 120650 h 46"/>
              <a:gd name="T22" fmla="*/ 50800 w 37"/>
              <a:gd name="T23" fmla="*/ 120650 h 46"/>
              <a:gd name="T24" fmla="*/ 50800 w 37"/>
              <a:gd name="T25" fmla="*/ 111125 h 46"/>
              <a:gd name="T26" fmla="*/ 15875 w 37"/>
              <a:gd name="T27" fmla="*/ 95250 h 46"/>
              <a:gd name="T28" fmla="*/ 0 w 37"/>
              <a:gd name="T29" fmla="*/ 53975 h 46"/>
              <a:gd name="T30" fmla="*/ 57150 w 37"/>
              <a:gd name="T31" fmla="*/ 0 h 46"/>
              <a:gd name="T32" fmla="*/ 95250 w 37"/>
              <a:gd name="T33" fmla="*/ 15875 h 46"/>
              <a:gd name="T34" fmla="*/ 95250 w 37"/>
              <a:gd name="T35" fmla="*/ 95250 h 46"/>
              <a:gd name="T36" fmla="*/ 63500 w 37"/>
              <a:gd name="T37" fmla="*/ 111125 h 46"/>
              <a:gd name="T38" fmla="*/ 63500 w 37"/>
              <a:gd name="T39" fmla="*/ 120650 h 46"/>
              <a:gd name="T40" fmla="*/ 73025 w 37"/>
              <a:gd name="T41" fmla="*/ 120650 h 46"/>
              <a:gd name="T42" fmla="*/ 88900 w 37"/>
              <a:gd name="T43" fmla="*/ 85725 h 46"/>
              <a:gd name="T44" fmla="*/ 88900 w 37"/>
              <a:gd name="T45" fmla="*/ 85725 h 46"/>
              <a:gd name="T46" fmla="*/ 88900 w 37"/>
              <a:gd name="T47" fmla="*/ 22225 h 46"/>
              <a:gd name="T48" fmla="*/ 57150 w 37"/>
              <a:gd name="T49" fmla="*/ 9525 h 46"/>
              <a:gd name="T50" fmla="*/ 12700 w 37"/>
              <a:gd name="T51" fmla="*/ 53975 h 46"/>
              <a:gd name="T52" fmla="*/ 25400 w 37"/>
              <a:gd name="T53" fmla="*/ 85725 h 46"/>
              <a:gd name="T54" fmla="*/ 88900 w 37"/>
              <a:gd name="T55" fmla="*/ 85725 h 4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7" h="46">
                <a:moveTo>
                  <a:pt x="23" y="38"/>
                </a:moveTo>
                <a:cubicBezTo>
                  <a:pt x="24" y="38"/>
                  <a:pt x="25" y="39"/>
                  <a:pt x="25" y="40"/>
                </a:cubicBezTo>
                <a:cubicBezTo>
                  <a:pt x="25" y="41"/>
                  <a:pt x="24" y="41"/>
                  <a:pt x="23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4"/>
                  <a:pt x="20" y="44"/>
                  <a:pt x="20" y="44"/>
                </a:cubicBezTo>
                <a:cubicBezTo>
                  <a:pt x="20" y="45"/>
                  <a:pt x="19" y="46"/>
                  <a:pt x="18" y="46"/>
                </a:cubicBezTo>
                <a:cubicBezTo>
                  <a:pt x="17" y="46"/>
                  <a:pt x="16" y="45"/>
                  <a:pt x="16" y="44"/>
                </a:cubicBezTo>
                <a:cubicBezTo>
                  <a:pt x="16" y="41"/>
                  <a:pt x="16" y="41"/>
                  <a:pt x="16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2" y="41"/>
                  <a:pt x="11" y="41"/>
                  <a:pt x="11" y="40"/>
                </a:cubicBezTo>
                <a:cubicBezTo>
                  <a:pt x="11" y="39"/>
                  <a:pt x="12" y="38"/>
                  <a:pt x="13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5"/>
                  <a:pt x="16" y="35"/>
                  <a:pt x="16" y="35"/>
                </a:cubicBezTo>
                <a:cubicBezTo>
                  <a:pt x="12" y="34"/>
                  <a:pt x="8" y="33"/>
                  <a:pt x="5" y="30"/>
                </a:cubicBezTo>
                <a:cubicBezTo>
                  <a:pt x="2" y="27"/>
                  <a:pt x="0" y="22"/>
                  <a:pt x="0" y="17"/>
                </a:cubicBezTo>
                <a:cubicBezTo>
                  <a:pt x="0" y="8"/>
                  <a:pt x="8" y="0"/>
                  <a:pt x="18" y="0"/>
                </a:cubicBezTo>
                <a:cubicBezTo>
                  <a:pt x="23" y="0"/>
                  <a:pt x="27" y="2"/>
                  <a:pt x="30" y="5"/>
                </a:cubicBezTo>
                <a:cubicBezTo>
                  <a:pt x="37" y="12"/>
                  <a:pt x="37" y="23"/>
                  <a:pt x="30" y="30"/>
                </a:cubicBezTo>
                <a:cubicBezTo>
                  <a:pt x="28" y="33"/>
                  <a:pt x="24" y="34"/>
                  <a:pt x="20" y="35"/>
                </a:cubicBezTo>
                <a:cubicBezTo>
                  <a:pt x="20" y="38"/>
                  <a:pt x="20" y="38"/>
                  <a:pt x="20" y="38"/>
                </a:cubicBezTo>
                <a:cubicBezTo>
                  <a:pt x="23" y="38"/>
                  <a:pt x="23" y="38"/>
                  <a:pt x="23" y="38"/>
                </a:cubicBezTo>
                <a:close/>
                <a:moveTo>
                  <a:pt x="28" y="27"/>
                </a:moveTo>
                <a:cubicBezTo>
                  <a:pt x="28" y="27"/>
                  <a:pt x="28" y="27"/>
                  <a:pt x="28" y="27"/>
                </a:cubicBezTo>
                <a:cubicBezTo>
                  <a:pt x="33" y="22"/>
                  <a:pt x="33" y="13"/>
                  <a:pt x="28" y="7"/>
                </a:cubicBezTo>
                <a:cubicBezTo>
                  <a:pt x="25" y="5"/>
                  <a:pt x="22" y="3"/>
                  <a:pt x="18" y="3"/>
                </a:cubicBezTo>
                <a:cubicBezTo>
                  <a:pt x="10" y="3"/>
                  <a:pt x="4" y="10"/>
                  <a:pt x="4" y="17"/>
                </a:cubicBezTo>
                <a:cubicBezTo>
                  <a:pt x="4" y="21"/>
                  <a:pt x="5" y="25"/>
                  <a:pt x="8" y="27"/>
                </a:cubicBezTo>
                <a:cubicBezTo>
                  <a:pt x="13" y="33"/>
                  <a:pt x="22" y="33"/>
                  <a:pt x="28" y="2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52" name="Freeform 386">
            <a:extLst>
              <a:ext uri="{FF2B5EF4-FFF2-40B4-BE49-F238E27FC236}">
                <a16:creationId xmlns:a16="http://schemas.microsoft.com/office/drawing/2014/main" id="{5F073CFF-4927-84EF-BBC7-D7C7846A86BF}"/>
              </a:ext>
            </a:extLst>
          </p:cNvPr>
          <p:cNvSpPr>
            <a:spLocks noEditPoints="1"/>
          </p:cNvSpPr>
          <p:nvPr/>
        </p:nvSpPr>
        <p:spPr bwMode="auto">
          <a:xfrm>
            <a:off x="4660301" y="4828565"/>
            <a:ext cx="201084" cy="177800"/>
          </a:xfrm>
          <a:custGeom>
            <a:avLst/>
            <a:gdLst>
              <a:gd name="T0" fmla="*/ 80220 w 47"/>
              <a:gd name="T1" fmla="*/ 114300 h 42"/>
              <a:gd name="T2" fmla="*/ 99472 w 47"/>
              <a:gd name="T3" fmla="*/ 107950 h 42"/>
              <a:gd name="T4" fmla="*/ 118725 w 47"/>
              <a:gd name="T5" fmla="*/ 95250 h 42"/>
              <a:gd name="T6" fmla="*/ 118725 w 47"/>
              <a:gd name="T7" fmla="*/ 95250 h 42"/>
              <a:gd name="T8" fmla="*/ 121934 w 47"/>
              <a:gd name="T9" fmla="*/ 88900 h 42"/>
              <a:gd name="T10" fmla="*/ 118725 w 47"/>
              <a:gd name="T11" fmla="*/ 76200 h 42"/>
              <a:gd name="T12" fmla="*/ 144395 w 47"/>
              <a:gd name="T13" fmla="*/ 76200 h 42"/>
              <a:gd name="T14" fmla="*/ 144395 w 47"/>
              <a:gd name="T15" fmla="*/ 101600 h 42"/>
              <a:gd name="T16" fmla="*/ 137978 w 47"/>
              <a:gd name="T17" fmla="*/ 92075 h 42"/>
              <a:gd name="T18" fmla="*/ 128351 w 47"/>
              <a:gd name="T19" fmla="*/ 101600 h 42"/>
              <a:gd name="T20" fmla="*/ 102681 w 47"/>
              <a:gd name="T21" fmla="*/ 117475 h 42"/>
              <a:gd name="T22" fmla="*/ 80220 w 47"/>
              <a:gd name="T23" fmla="*/ 123825 h 42"/>
              <a:gd name="T24" fmla="*/ 73802 w 47"/>
              <a:gd name="T25" fmla="*/ 133350 h 42"/>
              <a:gd name="T26" fmla="*/ 70593 w 47"/>
              <a:gd name="T27" fmla="*/ 123825 h 42"/>
              <a:gd name="T28" fmla="*/ 44923 w 47"/>
              <a:gd name="T29" fmla="*/ 117475 h 42"/>
              <a:gd name="T30" fmla="*/ 32088 w 47"/>
              <a:gd name="T31" fmla="*/ 111125 h 42"/>
              <a:gd name="T32" fmla="*/ 22462 w 47"/>
              <a:gd name="T33" fmla="*/ 101600 h 42"/>
              <a:gd name="T34" fmla="*/ 12835 w 47"/>
              <a:gd name="T35" fmla="*/ 92075 h 42"/>
              <a:gd name="T36" fmla="*/ 6418 w 47"/>
              <a:gd name="T37" fmla="*/ 101600 h 42"/>
              <a:gd name="T38" fmla="*/ 6418 w 47"/>
              <a:gd name="T39" fmla="*/ 76200 h 42"/>
              <a:gd name="T40" fmla="*/ 32088 w 47"/>
              <a:gd name="T41" fmla="*/ 76200 h 42"/>
              <a:gd name="T42" fmla="*/ 28879 w 47"/>
              <a:gd name="T43" fmla="*/ 88900 h 42"/>
              <a:gd name="T44" fmla="*/ 28879 w 47"/>
              <a:gd name="T45" fmla="*/ 95250 h 42"/>
              <a:gd name="T46" fmla="*/ 32088 w 47"/>
              <a:gd name="T47" fmla="*/ 95250 h 42"/>
              <a:gd name="T48" fmla="*/ 38505 w 47"/>
              <a:gd name="T49" fmla="*/ 101600 h 42"/>
              <a:gd name="T50" fmla="*/ 51341 w 47"/>
              <a:gd name="T51" fmla="*/ 107950 h 42"/>
              <a:gd name="T52" fmla="*/ 70593 w 47"/>
              <a:gd name="T53" fmla="*/ 114300 h 42"/>
              <a:gd name="T54" fmla="*/ 57758 w 47"/>
              <a:gd name="T55" fmla="*/ 41275 h 42"/>
              <a:gd name="T56" fmla="*/ 57758 w 47"/>
              <a:gd name="T57" fmla="*/ 41275 h 42"/>
              <a:gd name="T58" fmla="*/ 57758 w 47"/>
              <a:gd name="T59" fmla="*/ 6350 h 42"/>
              <a:gd name="T60" fmla="*/ 93055 w 47"/>
              <a:gd name="T61" fmla="*/ 6350 h 42"/>
              <a:gd name="T62" fmla="*/ 93055 w 47"/>
              <a:gd name="T63" fmla="*/ 41275 h 42"/>
              <a:gd name="T64" fmla="*/ 93055 w 47"/>
              <a:gd name="T65" fmla="*/ 41275 h 42"/>
              <a:gd name="T66" fmla="*/ 83428 w 47"/>
              <a:gd name="T67" fmla="*/ 15875 h 42"/>
              <a:gd name="T68" fmla="*/ 73802 w 47"/>
              <a:gd name="T69" fmla="*/ 12700 h 42"/>
              <a:gd name="T70" fmla="*/ 60967 w 47"/>
              <a:gd name="T71" fmla="*/ 25400 h 42"/>
              <a:gd name="T72" fmla="*/ 64176 w 47"/>
              <a:gd name="T73" fmla="*/ 34925 h 42"/>
              <a:gd name="T74" fmla="*/ 83428 w 47"/>
              <a:gd name="T75" fmla="*/ 34925 h 42"/>
              <a:gd name="T76" fmla="*/ 83428 w 47"/>
              <a:gd name="T77" fmla="*/ 15875 h 4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7" h="42">
                <a:moveTo>
                  <a:pt x="25" y="15"/>
                </a:moveTo>
                <a:cubicBezTo>
                  <a:pt x="25" y="36"/>
                  <a:pt x="25" y="36"/>
                  <a:pt x="25" y="36"/>
                </a:cubicBezTo>
                <a:cubicBezTo>
                  <a:pt x="26" y="35"/>
                  <a:pt x="27" y="35"/>
                  <a:pt x="27" y="35"/>
                </a:cubicBezTo>
                <a:cubicBezTo>
                  <a:pt x="29" y="35"/>
                  <a:pt x="30" y="35"/>
                  <a:pt x="31" y="34"/>
                </a:cubicBezTo>
                <a:cubicBezTo>
                  <a:pt x="32" y="34"/>
                  <a:pt x="33" y="33"/>
                  <a:pt x="34" y="32"/>
                </a:cubicBezTo>
                <a:cubicBezTo>
                  <a:pt x="35" y="32"/>
                  <a:pt x="36" y="31"/>
                  <a:pt x="3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8" y="29"/>
                  <a:pt x="39" y="28"/>
                  <a:pt x="40" y="27"/>
                </a:cubicBezTo>
                <a:cubicBezTo>
                  <a:pt x="38" y="28"/>
                  <a:pt x="38" y="28"/>
                  <a:pt x="38" y="28"/>
                </a:cubicBezTo>
                <a:cubicBezTo>
                  <a:pt x="37" y="28"/>
                  <a:pt x="36" y="27"/>
                  <a:pt x="36" y="26"/>
                </a:cubicBezTo>
                <a:cubicBezTo>
                  <a:pt x="35" y="25"/>
                  <a:pt x="36" y="24"/>
                  <a:pt x="37" y="24"/>
                </a:cubicBezTo>
                <a:cubicBezTo>
                  <a:pt x="43" y="23"/>
                  <a:pt x="43" y="23"/>
                  <a:pt x="43" y="23"/>
                </a:cubicBezTo>
                <a:cubicBezTo>
                  <a:pt x="44" y="22"/>
                  <a:pt x="45" y="23"/>
                  <a:pt x="45" y="24"/>
                </a:cubicBezTo>
                <a:cubicBezTo>
                  <a:pt x="46" y="30"/>
                  <a:pt x="46" y="30"/>
                  <a:pt x="46" y="30"/>
                </a:cubicBezTo>
                <a:cubicBezTo>
                  <a:pt x="47" y="31"/>
                  <a:pt x="46" y="32"/>
                  <a:pt x="45" y="32"/>
                </a:cubicBezTo>
                <a:cubicBezTo>
                  <a:pt x="44" y="32"/>
                  <a:pt x="43" y="32"/>
                  <a:pt x="43" y="31"/>
                </a:cubicBezTo>
                <a:cubicBezTo>
                  <a:pt x="43" y="29"/>
                  <a:pt x="43" y="29"/>
                  <a:pt x="43" y="29"/>
                </a:cubicBezTo>
                <a:cubicBezTo>
                  <a:pt x="42" y="30"/>
                  <a:pt x="41" y="31"/>
                  <a:pt x="40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9" y="33"/>
                  <a:pt x="38" y="34"/>
                  <a:pt x="36" y="35"/>
                </a:cubicBezTo>
                <a:cubicBezTo>
                  <a:pt x="35" y="36"/>
                  <a:pt x="34" y="37"/>
                  <a:pt x="32" y="37"/>
                </a:cubicBezTo>
                <a:cubicBezTo>
                  <a:pt x="31" y="38"/>
                  <a:pt x="30" y="38"/>
                  <a:pt x="28" y="39"/>
                </a:cubicBezTo>
                <a:cubicBezTo>
                  <a:pt x="27" y="39"/>
                  <a:pt x="26" y="39"/>
                  <a:pt x="25" y="39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41"/>
                  <a:pt x="24" y="42"/>
                  <a:pt x="23" y="42"/>
                </a:cubicBezTo>
                <a:cubicBezTo>
                  <a:pt x="22" y="42"/>
                  <a:pt x="22" y="41"/>
                  <a:pt x="22" y="40"/>
                </a:cubicBezTo>
                <a:cubicBezTo>
                  <a:pt x="22" y="39"/>
                  <a:pt x="22" y="39"/>
                  <a:pt x="22" y="39"/>
                </a:cubicBezTo>
                <a:cubicBezTo>
                  <a:pt x="21" y="39"/>
                  <a:pt x="20" y="39"/>
                  <a:pt x="19" y="39"/>
                </a:cubicBezTo>
                <a:cubicBezTo>
                  <a:pt x="17" y="38"/>
                  <a:pt x="16" y="38"/>
                  <a:pt x="14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3" y="37"/>
                  <a:pt x="12" y="36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9" y="34"/>
                  <a:pt x="8" y="33"/>
                  <a:pt x="7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6" y="31"/>
                  <a:pt x="5" y="30"/>
                  <a:pt x="4" y="29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2"/>
                  <a:pt x="3" y="32"/>
                  <a:pt x="2" y="32"/>
                </a:cubicBezTo>
                <a:cubicBezTo>
                  <a:pt x="1" y="32"/>
                  <a:pt x="0" y="31"/>
                  <a:pt x="0" y="30"/>
                </a:cubicBezTo>
                <a:cubicBezTo>
                  <a:pt x="2" y="24"/>
                  <a:pt x="2" y="24"/>
                  <a:pt x="2" y="24"/>
                </a:cubicBezTo>
                <a:cubicBezTo>
                  <a:pt x="2" y="23"/>
                  <a:pt x="3" y="22"/>
                  <a:pt x="4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11" y="24"/>
                  <a:pt x="12" y="25"/>
                  <a:pt x="11" y="26"/>
                </a:cubicBezTo>
                <a:cubicBezTo>
                  <a:pt x="11" y="27"/>
                  <a:pt x="10" y="28"/>
                  <a:pt x="9" y="28"/>
                </a:cubicBezTo>
                <a:cubicBezTo>
                  <a:pt x="7" y="27"/>
                  <a:pt x="7" y="27"/>
                  <a:pt x="7" y="27"/>
                </a:cubicBezTo>
                <a:cubicBezTo>
                  <a:pt x="8" y="28"/>
                  <a:pt x="9" y="29"/>
                  <a:pt x="9" y="30"/>
                </a:cubicBezTo>
                <a:cubicBezTo>
                  <a:pt x="9" y="30"/>
                  <a:pt x="9" y="30"/>
                  <a:pt x="9" y="30"/>
                </a:cubicBezTo>
                <a:cubicBezTo>
                  <a:pt x="10" y="30"/>
                  <a:pt x="10" y="30"/>
                  <a:pt x="10" y="30"/>
                </a:cubicBezTo>
                <a:cubicBezTo>
                  <a:pt x="10" y="31"/>
                  <a:pt x="11" y="32"/>
                  <a:pt x="12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3" y="33"/>
                  <a:pt x="15" y="34"/>
                  <a:pt x="16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7" y="35"/>
                  <a:pt x="18" y="35"/>
                  <a:pt x="19" y="35"/>
                </a:cubicBezTo>
                <a:cubicBezTo>
                  <a:pt x="20" y="35"/>
                  <a:pt x="21" y="35"/>
                  <a:pt x="22" y="36"/>
                </a:cubicBezTo>
                <a:cubicBezTo>
                  <a:pt x="22" y="15"/>
                  <a:pt x="22" y="15"/>
                  <a:pt x="22" y="15"/>
                </a:cubicBezTo>
                <a:cubicBezTo>
                  <a:pt x="20" y="15"/>
                  <a:pt x="19" y="14"/>
                  <a:pt x="18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7" y="12"/>
                  <a:pt x="16" y="10"/>
                  <a:pt x="16" y="8"/>
                </a:cubicBezTo>
                <a:cubicBezTo>
                  <a:pt x="16" y="6"/>
                  <a:pt x="17" y="4"/>
                  <a:pt x="18" y="2"/>
                </a:cubicBezTo>
                <a:cubicBezTo>
                  <a:pt x="19" y="1"/>
                  <a:pt x="21" y="0"/>
                  <a:pt x="23" y="0"/>
                </a:cubicBezTo>
                <a:cubicBezTo>
                  <a:pt x="25" y="0"/>
                  <a:pt x="27" y="1"/>
                  <a:pt x="29" y="2"/>
                </a:cubicBezTo>
                <a:cubicBezTo>
                  <a:pt x="30" y="4"/>
                  <a:pt x="31" y="6"/>
                  <a:pt x="31" y="8"/>
                </a:cubicBezTo>
                <a:cubicBezTo>
                  <a:pt x="31" y="10"/>
                  <a:pt x="30" y="12"/>
                  <a:pt x="29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14"/>
                  <a:pt x="27" y="15"/>
                  <a:pt x="25" y="15"/>
                </a:cubicBezTo>
                <a:close/>
                <a:moveTo>
                  <a:pt x="26" y="5"/>
                </a:moveTo>
                <a:cubicBezTo>
                  <a:pt x="26" y="5"/>
                  <a:pt x="26" y="5"/>
                  <a:pt x="26" y="5"/>
                </a:cubicBezTo>
                <a:cubicBezTo>
                  <a:pt x="26" y="4"/>
                  <a:pt x="25" y="4"/>
                  <a:pt x="23" y="4"/>
                </a:cubicBezTo>
                <a:cubicBezTo>
                  <a:pt x="22" y="4"/>
                  <a:pt x="21" y="4"/>
                  <a:pt x="20" y="5"/>
                </a:cubicBezTo>
                <a:cubicBezTo>
                  <a:pt x="20" y="6"/>
                  <a:pt x="19" y="7"/>
                  <a:pt x="19" y="8"/>
                </a:cubicBezTo>
                <a:cubicBezTo>
                  <a:pt x="19" y="9"/>
                  <a:pt x="20" y="10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1" y="11"/>
                  <a:pt x="22" y="12"/>
                  <a:pt x="23" y="12"/>
                </a:cubicBezTo>
                <a:cubicBezTo>
                  <a:pt x="25" y="12"/>
                  <a:pt x="26" y="11"/>
                  <a:pt x="26" y="11"/>
                </a:cubicBezTo>
                <a:cubicBezTo>
                  <a:pt x="27" y="10"/>
                  <a:pt x="27" y="9"/>
                  <a:pt x="27" y="8"/>
                </a:cubicBezTo>
                <a:cubicBezTo>
                  <a:pt x="27" y="7"/>
                  <a:pt x="27" y="6"/>
                  <a:pt x="26" y="5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53" name="Freeform 387">
            <a:extLst>
              <a:ext uri="{FF2B5EF4-FFF2-40B4-BE49-F238E27FC236}">
                <a16:creationId xmlns:a16="http://schemas.microsoft.com/office/drawing/2014/main" id="{AC994D74-DC9B-A0E7-97F0-D45FD7B801CD}"/>
              </a:ext>
            </a:extLst>
          </p:cNvPr>
          <p:cNvSpPr>
            <a:spLocks noEditPoints="1"/>
          </p:cNvSpPr>
          <p:nvPr/>
        </p:nvSpPr>
        <p:spPr bwMode="auto">
          <a:xfrm>
            <a:off x="1686385" y="1357232"/>
            <a:ext cx="190500" cy="169333"/>
          </a:xfrm>
          <a:custGeom>
            <a:avLst/>
            <a:gdLst>
              <a:gd name="T0" fmla="*/ 76200 w 45"/>
              <a:gd name="T1" fmla="*/ 19050 h 40"/>
              <a:gd name="T2" fmla="*/ 79375 w 45"/>
              <a:gd name="T3" fmla="*/ 12700 h 40"/>
              <a:gd name="T4" fmla="*/ 85725 w 45"/>
              <a:gd name="T5" fmla="*/ 19050 h 40"/>
              <a:gd name="T6" fmla="*/ 85725 w 45"/>
              <a:gd name="T7" fmla="*/ 57150 h 40"/>
              <a:gd name="T8" fmla="*/ 111125 w 45"/>
              <a:gd name="T9" fmla="*/ 57150 h 40"/>
              <a:gd name="T10" fmla="*/ 117475 w 45"/>
              <a:gd name="T11" fmla="*/ 63500 h 40"/>
              <a:gd name="T12" fmla="*/ 111125 w 45"/>
              <a:gd name="T13" fmla="*/ 69850 h 40"/>
              <a:gd name="T14" fmla="*/ 79375 w 45"/>
              <a:gd name="T15" fmla="*/ 69850 h 40"/>
              <a:gd name="T16" fmla="*/ 79375 w 45"/>
              <a:gd name="T17" fmla="*/ 69850 h 40"/>
              <a:gd name="T18" fmla="*/ 76200 w 45"/>
              <a:gd name="T19" fmla="*/ 63500 h 40"/>
              <a:gd name="T20" fmla="*/ 76200 w 45"/>
              <a:gd name="T21" fmla="*/ 19050 h 40"/>
              <a:gd name="T22" fmla="*/ 19050 w 45"/>
              <a:gd name="T23" fmla="*/ 60325 h 40"/>
              <a:gd name="T24" fmla="*/ 19050 w 45"/>
              <a:gd name="T25" fmla="*/ 60325 h 40"/>
              <a:gd name="T26" fmla="*/ 3175 w 45"/>
              <a:gd name="T27" fmla="*/ 60325 h 40"/>
              <a:gd name="T28" fmla="*/ 3175 w 45"/>
              <a:gd name="T29" fmla="*/ 60325 h 40"/>
              <a:gd name="T30" fmla="*/ 3175 w 45"/>
              <a:gd name="T31" fmla="*/ 66675 h 40"/>
              <a:gd name="T32" fmla="*/ 9525 w 45"/>
              <a:gd name="T33" fmla="*/ 76200 h 40"/>
              <a:gd name="T34" fmla="*/ 19050 w 45"/>
              <a:gd name="T35" fmla="*/ 82550 h 40"/>
              <a:gd name="T36" fmla="*/ 19050 w 45"/>
              <a:gd name="T37" fmla="*/ 82550 h 40"/>
              <a:gd name="T38" fmla="*/ 25400 w 45"/>
              <a:gd name="T39" fmla="*/ 82550 h 40"/>
              <a:gd name="T40" fmla="*/ 31750 w 45"/>
              <a:gd name="T41" fmla="*/ 76200 h 40"/>
              <a:gd name="T42" fmla="*/ 41275 w 45"/>
              <a:gd name="T43" fmla="*/ 66675 h 40"/>
              <a:gd name="T44" fmla="*/ 41275 w 45"/>
              <a:gd name="T45" fmla="*/ 66675 h 40"/>
              <a:gd name="T46" fmla="*/ 41275 w 45"/>
              <a:gd name="T47" fmla="*/ 63500 h 40"/>
              <a:gd name="T48" fmla="*/ 38100 w 45"/>
              <a:gd name="T49" fmla="*/ 60325 h 40"/>
              <a:gd name="T50" fmla="*/ 25400 w 45"/>
              <a:gd name="T51" fmla="*/ 60325 h 40"/>
              <a:gd name="T52" fmla="*/ 41275 w 45"/>
              <a:gd name="T53" fmla="*/ 25400 h 40"/>
              <a:gd name="T54" fmla="*/ 79375 w 45"/>
              <a:gd name="T55" fmla="*/ 9525 h 40"/>
              <a:gd name="T56" fmla="*/ 120650 w 45"/>
              <a:gd name="T57" fmla="*/ 25400 h 40"/>
              <a:gd name="T58" fmla="*/ 120650 w 45"/>
              <a:gd name="T59" fmla="*/ 25400 h 40"/>
              <a:gd name="T60" fmla="*/ 136525 w 45"/>
              <a:gd name="T61" fmla="*/ 63500 h 40"/>
              <a:gd name="T62" fmla="*/ 120650 w 45"/>
              <a:gd name="T63" fmla="*/ 104775 h 40"/>
              <a:gd name="T64" fmla="*/ 79375 w 45"/>
              <a:gd name="T65" fmla="*/ 120650 h 40"/>
              <a:gd name="T66" fmla="*/ 76200 w 45"/>
              <a:gd name="T67" fmla="*/ 123825 h 40"/>
              <a:gd name="T68" fmla="*/ 79375 w 45"/>
              <a:gd name="T69" fmla="*/ 127000 h 40"/>
              <a:gd name="T70" fmla="*/ 123825 w 45"/>
              <a:gd name="T71" fmla="*/ 107950 h 40"/>
              <a:gd name="T72" fmla="*/ 142875 w 45"/>
              <a:gd name="T73" fmla="*/ 63500 h 40"/>
              <a:gd name="T74" fmla="*/ 123825 w 45"/>
              <a:gd name="T75" fmla="*/ 19050 h 40"/>
              <a:gd name="T76" fmla="*/ 123825 w 45"/>
              <a:gd name="T77" fmla="*/ 19050 h 40"/>
              <a:gd name="T78" fmla="*/ 123825 w 45"/>
              <a:gd name="T79" fmla="*/ 19050 h 40"/>
              <a:gd name="T80" fmla="*/ 79375 w 45"/>
              <a:gd name="T81" fmla="*/ 0 h 40"/>
              <a:gd name="T82" fmla="*/ 38100 w 45"/>
              <a:gd name="T83" fmla="*/ 19050 h 40"/>
              <a:gd name="T84" fmla="*/ 19050 w 45"/>
              <a:gd name="T85" fmla="*/ 60325 h 40"/>
              <a:gd name="T86" fmla="*/ 15875 w 45"/>
              <a:gd name="T87" fmla="*/ 69850 h 40"/>
              <a:gd name="T88" fmla="*/ 15875 w 45"/>
              <a:gd name="T89" fmla="*/ 69850 h 40"/>
              <a:gd name="T90" fmla="*/ 12700 w 45"/>
              <a:gd name="T91" fmla="*/ 66675 h 40"/>
              <a:gd name="T92" fmla="*/ 22225 w 45"/>
              <a:gd name="T93" fmla="*/ 66675 h 40"/>
              <a:gd name="T94" fmla="*/ 22225 w 45"/>
              <a:gd name="T95" fmla="*/ 66675 h 40"/>
              <a:gd name="T96" fmla="*/ 22225 w 45"/>
              <a:gd name="T97" fmla="*/ 66675 h 40"/>
              <a:gd name="T98" fmla="*/ 31750 w 45"/>
              <a:gd name="T99" fmla="*/ 66675 h 40"/>
              <a:gd name="T100" fmla="*/ 28575 w 45"/>
              <a:gd name="T101" fmla="*/ 69850 h 40"/>
              <a:gd name="T102" fmla="*/ 22225 w 45"/>
              <a:gd name="T103" fmla="*/ 76200 h 40"/>
              <a:gd name="T104" fmla="*/ 15875 w 45"/>
              <a:gd name="T105" fmla="*/ 69850 h 4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5" h="40">
                <a:moveTo>
                  <a:pt x="24" y="6"/>
                </a:moveTo>
                <a:cubicBezTo>
                  <a:pt x="24" y="5"/>
                  <a:pt x="24" y="4"/>
                  <a:pt x="25" y="4"/>
                </a:cubicBezTo>
                <a:cubicBezTo>
                  <a:pt x="26" y="4"/>
                  <a:pt x="27" y="5"/>
                  <a:pt x="27" y="6"/>
                </a:cubicBezTo>
                <a:cubicBezTo>
                  <a:pt x="27" y="18"/>
                  <a:pt x="27" y="18"/>
                  <a:pt x="27" y="18"/>
                </a:cubicBezTo>
                <a:cubicBezTo>
                  <a:pt x="35" y="18"/>
                  <a:pt x="35" y="18"/>
                  <a:pt x="35" y="18"/>
                </a:cubicBezTo>
                <a:cubicBezTo>
                  <a:pt x="36" y="18"/>
                  <a:pt x="37" y="19"/>
                  <a:pt x="37" y="20"/>
                </a:cubicBezTo>
                <a:cubicBezTo>
                  <a:pt x="37" y="21"/>
                  <a:pt x="36" y="22"/>
                  <a:pt x="35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4" y="22"/>
                  <a:pt x="24" y="21"/>
                  <a:pt x="24" y="20"/>
                </a:cubicBezTo>
                <a:cubicBezTo>
                  <a:pt x="24" y="6"/>
                  <a:pt x="24" y="6"/>
                  <a:pt x="24" y="6"/>
                </a:cubicBezTo>
                <a:close/>
                <a:moveTo>
                  <a:pt x="6" y="19"/>
                </a:moveTo>
                <a:cubicBezTo>
                  <a:pt x="6" y="19"/>
                  <a:pt x="6" y="19"/>
                  <a:pt x="6" y="19"/>
                </a:cubicBezTo>
                <a:cubicBezTo>
                  <a:pt x="1" y="19"/>
                  <a:pt x="1" y="19"/>
                  <a:pt x="1" y="19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20"/>
                  <a:pt x="0" y="20"/>
                  <a:pt x="1" y="21"/>
                </a:cubicBezTo>
                <a:cubicBezTo>
                  <a:pt x="3" y="24"/>
                  <a:pt x="3" y="24"/>
                  <a:pt x="3" y="24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7"/>
                  <a:pt x="7" y="27"/>
                  <a:pt x="8" y="26"/>
                </a:cubicBezTo>
                <a:cubicBezTo>
                  <a:pt x="10" y="24"/>
                  <a:pt x="10" y="24"/>
                  <a:pt x="10" y="24"/>
                </a:cubicBezTo>
                <a:cubicBezTo>
                  <a:pt x="13" y="21"/>
                  <a:pt x="13" y="21"/>
                  <a:pt x="13" y="21"/>
                </a:cubicBezTo>
                <a:cubicBezTo>
                  <a:pt x="13" y="21"/>
                  <a:pt x="13" y="21"/>
                  <a:pt x="13" y="21"/>
                </a:cubicBezTo>
                <a:cubicBezTo>
                  <a:pt x="13" y="21"/>
                  <a:pt x="13" y="20"/>
                  <a:pt x="13" y="20"/>
                </a:cubicBezTo>
                <a:cubicBezTo>
                  <a:pt x="13" y="20"/>
                  <a:pt x="13" y="19"/>
                  <a:pt x="12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15"/>
                  <a:pt x="10" y="11"/>
                  <a:pt x="13" y="8"/>
                </a:cubicBezTo>
                <a:cubicBezTo>
                  <a:pt x="16" y="5"/>
                  <a:pt x="21" y="3"/>
                  <a:pt x="25" y="3"/>
                </a:cubicBezTo>
                <a:cubicBezTo>
                  <a:pt x="30" y="3"/>
                  <a:pt x="35" y="5"/>
                  <a:pt x="38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41" y="11"/>
                  <a:pt x="43" y="15"/>
                  <a:pt x="43" y="20"/>
                </a:cubicBezTo>
                <a:cubicBezTo>
                  <a:pt x="43" y="25"/>
                  <a:pt x="41" y="29"/>
                  <a:pt x="38" y="33"/>
                </a:cubicBezTo>
                <a:cubicBezTo>
                  <a:pt x="35" y="36"/>
                  <a:pt x="30" y="38"/>
                  <a:pt x="25" y="38"/>
                </a:cubicBezTo>
                <a:cubicBezTo>
                  <a:pt x="25" y="38"/>
                  <a:pt x="24" y="38"/>
                  <a:pt x="24" y="39"/>
                </a:cubicBezTo>
                <a:cubicBezTo>
                  <a:pt x="24" y="39"/>
                  <a:pt x="25" y="40"/>
                  <a:pt x="25" y="40"/>
                </a:cubicBezTo>
                <a:cubicBezTo>
                  <a:pt x="31" y="40"/>
                  <a:pt x="36" y="38"/>
                  <a:pt x="39" y="34"/>
                </a:cubicBezTo>
                <a:cubicBezTo>
                  <a:pt x="43" y="30"/>
                  <a:pt x="45" y="26"/>
                  <a:pt x="45" y="20"/>
                </a:cubicBezTo>
                <a:cubicBezTo>
                  <a:pt x="45" y="15"/>
                  <a:pt x="43" y="10"/>
                  <a:pt x="39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6" y="3"/>
                  <a:pt x="31" y="0"/>
                  <a:pt x="25" y="0"/>
                </a:cubicBezTo>
                <a:cubicBezTo>
                  <a:pt x="20" y="0"/>
                  <a:pt x="15" y="3"/>
                  <a:pt x="12" y="6"/>
                </a:cubicBezTo>
                <a:cubicBezTo>
                  <a:pt x="8" y="10"/>
                  <a:pt x="6" y="14"/>
                  <a:pt x="6" y="19"/>
                </a:cubicBezTo>
                <a:close/>
                <a:moveTo>
                  <a:pt x="5" y="22"/>
                </a:moveTo>
                <a:cubicBezTo>
                  <a:pt x="5" y="22"/>
                  <a:pt x="5" y="22"/>
                  <a:pt x="5" y="22"/>
                </a:cubicBezTo>
                <a:cubicBezTo>
                  <a:pt x="4" y="21"/>
                  <a:pt x="4" y="21"/>
                  <a:pt x="4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9" y="22"/>
                  <a:pt x="9" y="22"/>
                  <a:pt x="9" y="22"/>
                </a:cubicBezTo>
                <a:cubicBezTo>
                  <a:pt x="7" y="24"/>
                  <a:pt x="7" y="24"/>
                  <a:pt x="7" y="24"/>
                </a:cubicBezTo>
                <a:cubicBezTo>
                  <a:pt x="5" y="22"/>
                  <a:pt x="5" y="22"/>
                  <a:pt x="5" y="2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54" name="Freeform 388">
            <a:extLst>
              <a:ext uri="{FF2B5EF4-FFF2-40B4-BE49-F238E27FC236}">
                <a16:creationId xmlns:a16="http://schemas.microsoft.com/office/drawing/2014/main" id="{AF9D3501-B0AE-9AA2-55BE-4E897DD7D30C}"/>
              </a:ext>
            </a:extLst>
          </p:cNvPr>
          <p:cNvSpPr>
            <a:spLocks noEditPoints="1"/>
          </p:cNvSpPr>
          <p:nvPr/>
        </p:nvSpPr>
        <p:spPr bwMode="auto">
          <a:xfrm>
            <a:off x="5832935" y="4837032"/>
            <a:ext cx="173567" cy="194733"/>
          </a:xfrm>
          <a:custGeom>
            <a:avLst/>
            <a:gdLst>
              <a:gd name="T0" fmla="*/ 66675 w 41"/>
              <a:gd name="T1" fmla="*/ 104775 h 46"/>
              <a:gd name="T2" fmla="*/ 66675 w 41"/>
              <a:gd name="T3" fmla="*/ 136525 h 46"/>
              <a:gd name="T4" fmla="*/ 63500 w 41"/>
              <a:gd name="T5" fmla="*/ 139700 h 46"/>
              <a:gd name="T6" fmla="*/ 60325 w 41"/>
              <a:gd name="T7" fmla="*/ 136525 h 46"/>
              <a:gd name="T8" fmla="*/ 60325 w 41"/>
              <a:gd name="T9" fmla="*/ 104775 h 46"/>
              <a:gd name="T10" fmla="*/ 50800 w 41"/>
              <a:gd name="T11" fmla="*/ 104775 h 46"/>
              <a:gd name="T12" fmla="*/ 12700 w 41"/>
              <a:gd name="T13" fmla="*/ 146050 h 46"/>
              <a:gd name="T14" fmla="*/ 9525 w 41"/>
              <a:gd name="T15" fmla="*/ 146050 h 46"/>
              <a:gd name="T16" fmla="*/ 9525 w 41"/>
              <a:gd name="T17" fmla="*/ 139700 h 46"/>
              <a:gd name="T18" fmla="*/ 41275 w 41"/>
              <a:gd name="T19" fmla="*/ 104775 h 46"/>
              <a:gd name="T20" fmla="*/ 3175 w 41"/>
              <a:gd name="T21" fmla="*/ 104775 h 46"/>
              <a:gd name="T22" fmla="*/ 0 w 41"/>
              <a:gd name="T23" fmla="*/ 101600 h 46"/>
              <a:gd name="T24" fmla="*/ 3175 w 41"/>
              <a:gd name="T25" fmla="*/ 95250 h 46"/>
              <a:gd name="T26" fmla="*/ 123825 w 41"/>
              <a:gd name="T27" fmla="*/ 95250 h 46"/>
              <a:gd name="T28" fmla="*/ 130175 w 41"/>
              <a:gd name="T29" fmla="*/ 101600 h 46"/>
              <a:gd name="T30" fmla="*/ 123825 w 41"/>
              <a:gd name="T31" fmla="*/ 104775 h 46"/>
              <a:gd name="T32" fmla="*/ 85725 w 41"/>
              <a:gd name="T33" fmla="*/ 104775 h 46"/>
              <a:gd name="T34" fmla="*/ 120650 w 41"/>
              <a:gd name="T35" fmla="*/ 139700 h 46"/>
              <a:gd name="T36" fmla="*/ 120650 w 41"/>
              <a:gd name="T37" fmla="*/ 146050 h 46"/>
              <a:gd name="T38" fmla="*/ 114300 w 41"/>
              <a:gd name="T39" fmla="*/ 146050 h 46"/>
              <a:gd name="T40" fmla="*/ 76200 w 41"/>
              <a:gd name="T41" fmla="*/ 104775 h 46"/>
              <a:gd name="T42" fmla="*/ 66675 w 41"/>
              <a:gd name="T43" fmla="*/ 104775 h 46"/>
              <a:gd name="T44" fmla="*/ 3175 w 41"/>
              <a:gd name="T45" fmla="*/ 0 h 46"/>
              <a:gd name="T46" fmla="*/ 3175 w 41"/>
              <a:gd name="T47" fmla="*/ 0 h 46"/>
              <a:gd name="T48" fmla="*/ 3175 w 41"/>
              <a:gd name="T49" fmla="*/ 0 h 46"/>
              <a:gd name="T50" fmla="*/ 123825 w 41"/>
              <a:gd name="T51" fmla="*/ 0 h 46"/>
              <a:gd name="T52" fmla="*/ 127000 w 41"/>
              <a:gd name="T53" fmla="*/ 3175 h 46"/>
              <a:gd name="T54" fmla="*/ 127000 w 41"/>
              <a:gd name="T55" fmla="*/ 3175 h 46"/>
              <a:gd name="T56" fmla="*/ 127000 w 41"/>
              <a:gd name="T57" fmla="*/ 85725 h 46"/>
              <a:gd name="T58" fmla="*/ 123825 w 41"/>
              <a:gd name="T59" fmla="*/ 92075 h 46"/>
              <a:gd name="T60" fmla="*/ 123825 w 41"/>
              <a:gd name="T61" fmla="*/ 92075 h 46"/>
              <a:gd name="T62" fmla="*/ 3175 w 41"/>
              <a:gd name="T63" fmla="*/ 92075 h 46"/>
              <a:gd name="T64" fmla="*/ 0 w 41"/>
              <a:gd name="T65" fmla="*/ 85725 h 46"/>
              <a:gd name="T66" fmla="*/ 0 w 41"/>
              <a:gd name="T67" fmla="*/ 85725 h 46"/>
              <a:gd name="T68" fmla="*/ 0 w 41"/>
              <a:gd name="T69" fmla="*/ 3175 h 46"/>
              <a:gd name="T70" fmla="*/ 3175 w 41"/>
              <a:gd name="T71" fmla="*/ 0 h 46"/>
              <a:gd name="T72" fmla="*/ 120650 w 41"/>
              <a:gd name="T73" fmla="*/ 9525 h 46"/>
              <a:gd name="T74" fmla="*/ 120650 w 41"/>
              <a:gd name="T75" fmla="*/ 9525 h 46"/>
              <a:gd name="T76" fmla="*/ 6350 w 41"/>
              <a:gd name="T77" fmla="*/ 9525 h 46"/>
              <a:gd name="T78" fmla="*/ 6350 w 41"/>
              <a:gd name="T79" fmla="*/ 82550 h 46"/>
              <a:gd name="T80" fmla="*/ 88900 w 41"/>
              <a:gd name="T81" fmla="*/ 82550 h 46"/>
              <a:gd name="T82" fmla="*/ 88900 w 41"/>
              <a:gd name="T83" fmla="*/ 79375 h 46"/>
              <a:gd name="T84" fmla="*/ 92075 w 41"/>
              <a:gd name="T85" fmla="*/ 73025 h 46"/>
              <a:gd name="T86" fmla="*/ 104775 w 41"/>
              <a:gd name="T87" fmla="*/ 73025 h 46"/>
              <a:gd name="T88" fmla="*/ 111125 w 41"/>
              <a:gd name="T89" fmla="*/ 79375 h 46"/>
              <a:gd name="T90" fmla="*/ 107950 w 41"/>
              <a:gd name="T91" fmla="*/ 82550 h 46"/>
              <a:gd name="T92" fmla="*/ 120650 w 41"/>
              <a:gd name="T93" fmla="*/ 82550 h 46"/>
              <a:gd name="T94" fmla="*/ 120650 w 41"/>
              <a:gd name="T95" fmla="*/ 9525 h 4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1" h="46">
                <a:moveTo>
                  <a:pt x="21" y="33"/>
                </a:moveTo>
                <a:cubicBezTo>
                  <a:pt x="21" y="43"/>
                  <a:pt x="21" y="43"/>
                  <a:pt x="21" y="43"/>
                </a:cubicBezTo>
                <a:cubicBezTo>
                  <a:pt x="21" y="43"/>
                  <a:pt x="21" y="44"/>
                  <a:pt x="20" y="44"/>
                </a:cubicBezTo>
                <a:cubicBezTo>
                  <a:pt x="20" y="44"/>
                  <a:pt x="19" y="43"/>
                  <a:pt x="19" y="43"/>
                </a:cubicBezTo>
                <a:cubicBezTo>
                  <a:pt x="19" y="33"/>
                  <a:pt x="19" y="33"/>
                  <a:pt x="19" y="33"/>
                </a:cubicBezTo>
                <a:cubicBezTo>
                  <a:pt x="16" y="33"/>
                  <a:pt x="16" y="33"/>
                  <a:pt x="16" y="33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3" y="46"/>
                  <a:pt x="3" y="46"/>
                </a:cubicBezTo>
                <a:cubicBezTo>
                  <a:pt x="2" y="45"/>
                  <a:pt x="2" y="45"/>
                  <a:pt x="3" y="44"/>
                </a:cubicBezTo>
                <a:cubicBezTo>
                  <a:pt x="13" y="33"/>
                  <a:pt x="13" y="33"/>
                  <a:pt x="13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3"/>
                  <a:pt x="0" y="32"/>
                </a:cubicBezTo>
                <a:cubicBezTo>
                  <a:pt x="0" y="31"/>
                  <a:pt x="0" y="30"/>
                  <a:pt x="1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40" y="30"/>
                  <a:pt x="41" y="31"/>
                  <a:pt x="41" y="32"/>
                </a:cubicBezTo>
                <a:cubicBezTo>
                  <a:pt x="41" y="33"/>
                  <a:pt x="40" y="33"/>
                  <a:pt x="39" y="33"/>
                </a:cubicBezTo>
                <a:cubicBezTo>
                  <a:pt x="27" y="33"/>
                  <a:pt x="27" y="33"/>
                  <a:pt x="27" y="33"/>
                </a:cubicBezTo>
                <a:cubicBezTo>
                  <a:pt x="38" y="44"/>
                  <a:pt x="38" y="44"/>
                  <a:pt x="38" y="44"/>
                </a:cubicBezTo>
                <a:cubicBezTo>
                  <a:pt x="38" y="45"/>
                  <a:pt x="38" y="45"/>
                  <a:pt x="38" y="46"/>
                </a:cubicBezTo>
                <a:cubicBezTo>
                  <a:pt x="37" y="46"/>
                  <a:pt x="37" y="46"/>
                  <a:pt x="36" y="46"/>
                </a:cubicBezTo>
                <a:cubicBezTo>
                  <a:pt x="24" y="33"/>
                  <a:pt x="24" y="33"/>
                  <a:pt x="24" y="33"/>
                </a:cubicBezTo>
                <a:cubicBezTo>
                  <a:pt x="21" y="33"/>
                  <a:pt x="21" y="33"/>
                  <a:pt x="21" y="33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27"/>
                  <a:pt x="40" y="27"/>
                  <a:pt x="40" y="27"/>
                </a:cubicBezTo>
                <a:cubicBezTo>
                  <a:pt x="40" y="28"/>
                  <a:pt x="40" y="29"/>
                  <a:pt x="39" y="29"/>
                </a:cubicBezTo>
                <a:cubicBezTo>
                  <a:pt x="39" y="29"/>
                  <a:pt x="39" y="29"/>
                  <a:pt x="39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29"/>
                  <a:pt x="0" y="28"/>
                  <a:pt x="0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0"/>
                  <a:pt x="1" y="0"/>
                </a:cubicBezTo>
                <a:close/>
                <a:moveTo>
                  <a:pt x="38" y="3"/>
                </a:moveTo>
                <a:cubicBezTo>
                  <a:pt x="38" y="3"/>
                  <a:pt x="38" y="3"/>
                  <a:pt x="38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26"/>
                  <a:pt x="2" y="26"/>
                  <a:pt x="2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26"/>
                  <a:pt x="28" y="26"/>
                  <a:pt x="28" y="25"/>
                </a:cubicBezTo>
                <a:cubicBezTo>
                  <a:pt x="28" y="24"/>
                  <a:pt x="28" y="23"/>
                  <a:pt x="29" y="23"/>
                </a:cubicBezTo>
                <a:cubicBezTo>
                  <a:pt x="33" y="23"/>
                  <a:pt x="33" y="23"/>
                  <a:pt x="33" y="23"/>
                </a:cubicBezTo>
                <a:cubicBezTo>
                  <a:pt x="34" y="23"/>
                  <a:pt x="35" y="24"/>
                  <a:pt x="35" y="25"/>
                </a:cubicBezTo>
                <a:cubicBezTo>
                  <a:pt x="35" y="26"/>
                  <a:pt x="35" y="26"/>
                  <a:pt x="34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3"/>
                  <a:pt x="38" y="3"/>
                  <a:pt x="38" y="3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55" name="Freeform 389">
            <a:extLst>
              <a:ext uri="{FF2B5EF4-FFF2-40B4-BE49-F238E27FC236}">
                <a16:creationId xmlns:a16="http://schemas.microsoft.com/office/drawing/2014/main" id="{6F6C8170-43B0-D42D-D571-23104459291D}"/>
              </a:ext>
            </a:extLst>
          </p:cNvPr>
          <p:cNvSpPr>
            <a:spLocks noEditPoints="1"/>
          </p:cNvSpPr>
          <p:nvPr/>
        </p:nvSpPr>
        <p:spPr bwMode="auto">
          <a:xfrm>
            <a:off x="6592818" y="6060465"/>
            <a:ext cx="152400" cy="194733"/>
          </a:xfrm>
          <a:custGeom>
            <a:avLst/>
            <a:gdLst>
              <a:gd name="T0" fmla="*/ 101600 w 36"/>
              <a:gd name="T1" fmla="*/ 66675 h 46"/>
              <a:gd name="T2" fmla="*/ 107950 w 36"/>
              <a:gd name="T3" fmla="*/ 63500 h 46"/>
              <a:gd name="T4" fmla="*/ 104775 w 36"/>
              <a:gd name="T5" fmla="*/ 60325 h 46"/>
              <a:gd name="T6" fmla="*/ 79375 w 36"/>
              <a:gd name="T7" fmla="*/ 98425 h 46"/>
              <a:gd name="T8" fmla="*/ 41275 w 36"/>
              <a:gd name="T9" fmla="*/ 136525 h 46"/>
              <a:gd name="T10" fmla="*/ 0 w 36"/>
              <a:gd name="T11" fmla="*/ 120650 h 46"/>
              <a:gd name="T12" fmla="*/ 19050 w 36"/>
              <a:gd name="T13" fmla="*/ 88900 h 46"/>
              <a:gd name="T14" fmla="*/ 22225 w 36"/>
              <a:gd name="T15" fmla="*/ 60325 h 46"/>
              <a:gd name="T16" fmla="*/ 66675 w 36"/>
              <a:gd name="T17" fmla="*/ 41275 h 46"/>
              <a:gd name="T18" fmla="*/ 85725 w 36"/>
              <a:gd name="T19" fmla="*/ 88900 h 46"/>
              <a:gd name="T20" fmla="*/ 73025 w 36"/>
              <a:gd name="T21" fmla="*/ 95250 h 46"/>
              <a:gd name="T22" fmla="*/ 73025 w 36"/>
              <a:gd name="T23" fmla="*/ 53975 h 46"/>
              <a:gd name="T24" fmla="*/ 44450 w 36"/>
              <a:gd name="T25" fmla="*/ 47625 h 46"/>
              <a:gd name="T26" fmla="*/ 28575 w 36"/>
              <a:gd name="T27" fmla="*/ 63500 h 46"/>
              <a:gd name="T28" fmla="*/ 15875 w 36"/>
              <a:gd name="T29" fmla="*/ 101600 h 46"/>
              <a:gd name="T30" fmla="*/ 9525 w 36"/>
              <a:gd name="T31" fmla="*/ 133350 h 46"/>
              <a:gd name="T32" fmla="*/ 38100 w 36"/>
              <a:gd name="T33" fmla="*/ 133350 h 46"/>
              <a:gd name="T34" fmla="*/ 73025 w 36"/>
              <a:gd name="T35" fmla="*/ 95250 h 46"/>
              <a:gd name="T36" fmla="*/ 50800 w 36"/>
              <a:gd name="T37" fmla="*/ 15875 h 46"/>
              <a:gd name="T38" fmla="*/ 66675 w 36"/>
              <a:gd name="T39" fmla="*/ 22225 h 46"/>
              <a:gd name="T40" fmla="*/ 50800 w 36"/>
              <a:gd name="T41" fmla="*/ 3175 h 46"/>
              <a:gd name="T42" fmla="*/ 63500 w 36"/>
              <a:gd name="T43" fmla="*/ 31750 h 46"/>
              <a:gd name="T44" fmla="*/ 44450 w 36"/>
              <a:gd name="T45" fmla="*/ 12700 h 46"/>
              <a:gd name="T46" fmla="*/ 101600 w 36"/>
              <a:gd name="T47" fmla="*/ 82550 h 46"/>
              <a:gd name="T48" fmla="*/ 104775 w 36"/>
              <a:gd name="T49" fmla="*/ 85725 h 46"/>
              <a:gd name="T50" fmla="*/ 104775 w 36"/>
              <a:gd name="T51" fmla="*/ 85725 h 46"/>
              <a:gd name="T52" fmla="*/ 95250 w 36"/>
              <a:gd name="T53" fmla="*/ 79375 h 46"/>
              <a:gd name="T54" fmla="*/ 101600 w 36"/>
              <a:gd name="T55" fmla="*/ 76200 h 46"/>
              <a:gd name="T56" fmla="*/ 111125 w 36"/>
              <a:gd name="T57" fmla="*/ 82550 h 46"/>
              <a:gd name="T58" fmla="*/ 111125 w 36"/>
              <a:gd name="T59" fmla="*/ 88900 h 46"/>
              <a:gd name="T60" fmla="*/ 95250 w 36"/>
              <a:gd name="T61" fmla="*/ 85725 h 46"/>
              <a:gd name="T62" fmla="*/ 82550 w 36"/>
              <a:gd name="T63" fmla="*/ 28575 h 46"/>
              <a:gd name="T64" fmla="*/ 79375 w 36"/>
              <a:gd name="T65" fmla="*/ 31750 h 46"/>
              <a:gd name="T66" fmla="*/ 82550 w 36"/>
              <a:gd name="T67" fmla="*/ 34925 h 46"/>
              <a:gd name="T68" fmla="*/ 85725 w 36"/>
              <a:gd name="T69" fmla="*/ 31750 h 46"/>
              <a:gd name="T70" fmla="*/ 82550 w 36"/>
              <a:gd name="T71" fmla="*/ 28575 h 46"/>
              <a:gd name="T72" fmla="*/ 76200 w 36"/>
              <a:gd name="T73" fmla="*/ 25400 h 46"/>
              <a:gd name="T74" fmla="*/ 73025 w 36"/>
              <a:gd name="T75" fmla="*/ 31750 h 46"/>
              <a:gd name="T76" fmla="*/ 85725 w 36"/>
              <a:gd name="T77" fmla="*/ 41275 h 46"/>
              <a:gd name="T78" fmla="*/ 92075 w 36"/>
              <a:gd name="T79" fmla="*/ 28575 h 46"/>
              <a:gd name="T80" fmla="*/ 92075 w 36"/>
              <a:gd name="T81" fmla="*/ 28575 h 46"/>
              <a:gd name="T82" fmla="*/ 82550 w 36"/>
              <a:gd name="T83" fmla="*/ 22225 h 46"/>
              <a:gd name="T84" fmla="*/ 95250 w 36"/>
              <a:gd name="T85" fmla="*/ 41275 h 46"/>
              <a:gd name="T86" fmla="*/ 95250 w 36"/>
              <a:gd name="T87" fmla="*/ 47625 h 46"/>
              <a:gd name="T88" fmla="*/ 101600 w 36"/>
              <a:gd name="T89" fmla="*/ 47625 h 46"/>
              <a:gd name="T90" fmla="*/ 98425 w 36"/>
              <a:gd name="T91" fmla="*/ 41275 h 46"/>
              <a:gd name="T92" fmla="*/ 88900 w 36"/>
              <a:gd name="T93" fmla="*/ 41275 h 46"/>
              <a:gd name="T94" fmla="*/ 92075 w 36"/>
              <a:gd name="T95" fmla="*/ 53975 h 46"/>
              <a:gd name="T96" fmla="*/ 104775 w 36"/>
              <a:gd name="T97" fmla="*/ 50800 h 46"/>
              <a:gd name="T98" fmla="*/ 107950 w 36"/>
              <a:gd name="T99" fmla="*/ 44450 h 46"/>
              <a:gd name="T100" fmla="*/ 95250 w 36"/>
              <a:gd name="T101" fmla="*/ 34925 h 46"/>
              <a:gd name="T102" fmla="*/ 95250 w 36"/>
              <a:gd name="T103" fmla="*/ 60325 h 46"/>
              <a:gd name="T104" fmla="*/ 101600 w 36"/>
              <a:gd name="T105" fmla="*/ 53975 h 46"/>
              <a:gd name="T106" fmla="*/ 114300 w 36"/>
              <a:gd name="T107" fmla="*/ 63500 h 46"/>
              <a:gd name="T108" fmla="*/ 114300 w 36"/>
              <a:gd name="T109" fmla="*/ 63500 h 46"/>
              <a:gd name="T110" fmla="*/ 98425 w 36"/>
              <a:gd name="T111" fmla="*/ 73025 h 4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36" h="46">
                <a:moveTo>
                  <a:pt x="33" y="19"/>
                </a:moveTo>
                <a:cubicBezTo>
                  <a:pt x="32" y="20"/>
                  <a:pt x="32" y="20"/>
                  <a:pt x="32" y="20"/>
                </a:cubicBezTo>
                <a:cubicBezTo>
                  <a:pt x="32" y="20"/>
                  <a:pt x="32" y="20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3" y="21"/>
                  <a:pt x="33" y="22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4" y="21"/>
                  <a:pt x="34" y="21"/>
                </a:cubicBezTo>
                <a:cubicBezTo>
                  <a:pt x="34" y="21"/>
                  <a:pt x="34" y="21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3" y="20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3" y="19"/>
                  <a:pt x="33" y="19"/>
                </a:cubicBezTo>
                <a:close/>
                <a:moveTo>
                  <a:pt x="25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13" y="43"/>
                  <a:pt x="13" y="43"/>
                  <a:pt x="13" y="43"/>
                </a:cubicBezTo>
                <a:cubicBezTo>
                  <a:pt x="12" y="45"/>
                  <a:pt x="10" y="46"/>
                  <a:pt x="8" y="46"/>
                </a:cubicBezTo>
                <a:cubicBezTo>
                  <a:pt x="6" y="46"/>
                  <a:pt x="3" y="45"/>
                  <a:pt x="2" y="43"/>
                </a:cubicBezTo>
                <a:cubicBezTo>
                  <a:pt x="2" y="43"/>
                  <a:pt x="2" y="43"/>
                  <a:pt x="2" y="43"/>
                </a:cubicBezTo>
                <a:cubicBezTo>
                  <a:pt x="0" y="42"/>
                  <a:pt x="0" y="40"/>
                  <a:pt x="0" y="38"/>
                </a:cubicBezTo>
                <a:cubicBezTo>
                  <a:pt x="0" y="36"/>
                  <a:pt x="0" y="34"/>
                  <a:pt x="2" y="32"/>
                </a:cubicBezTo>
                <a:cubicBezTo>
                  <a:pt x="3" y="31"/>
                  <a:pt x="3" y="31"/>
                  <a:pt x="3" y="31"/>
                </a:cubicBezTo>
                <a:cubicBezTo>
                  <a:pt x="3" y="31"/>
                  <a:pt x="3" y="31"/>
                  <a:pt x="3" y="31"/>
                </a:cubicBezTo>
                <a:cubicBezTo>
                  <a:pt x="5" y="29"/>
                  <a:pt x="5" y="29"/>
                  <a:pt x="6" y="28"/>
                </a:cubicBezTo>
                <a:cubicBezTo>
                  <a:pt x="6" y="28"/>
                  <a:pt x="6" y="27"/>
                  <a:pt x="6" y="25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2"/>
                  <a:pt x="6" y="21"/>
                  <a:pt x="7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18"/>
                  <a:pt x="8" y="17"/>
                  <a:pt x="9" y="16"/>
                </a:cubicBezTo>
                <a:cubicBezTo>
                  <a:pt x="10" y="15"/>
                  <a:pt x="11" y="14"/>
                  <a:pt x="13" y="13"/>
                </a:cubicBezTo>
                <a:cubicBezTo>
                  <a:pt x="14" y="13"/>
                  <a:pt x="15" y="12"/>
                  <a:pt x="17" y="12"/>
                </a:cubicBezTo>
                <a:cubicBezTo>
                  <a:pt x="18" y="12"/>
                  <a:pt x="20" y="13"/>
                  <a:pt x="21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3" y="14"/>
                  <a:pt x="24" y="15"/>
                  <a:pt x="25" y="16"/>
                </a:cubicBezTo>
                <a:cubicBezTo>
                  <a:pt x="27" y="18"/>
                  <a:pt x="28" y="20"/>
                  <a:pt x="28" y="24"/>
                </a:cubicBezTo>
                <a:cubicBezTo>
                  <a:pt x="28" y="25"/>
                  <a:pt x="28" y="26"/>
                  <a:pt x="27" y="28"/>
                </a:cubicBezTo>
                <a:cubicBezTo>
                  <a:pt x="27" y="29"/>
                  <a:pt x="26" y="30"/>
                  <a:pt x="25" y="31"/>
                </a:cubicBezTo>
                <a:cubicBezTo>
                  <a:pt x="25" y="31"/>
                  <a:pt x="25" y="31"/>
                  <a:pt x="25" y="31"/>
                </a:cubicBezTo>
                <a:close/>
                <a:moveTo>
                  <a:pt x="23" y="30"/>
                </a:moveTo>
                <a:cubicBezTo>
                  <a:pt x="23" y="30"/>
                  <a:pt x="23" y="30"/>
                  <a:pt x="23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29"/>
                  <a:pt x="25" y="28"/>
                  <a:pt x="25" y="27"/>
                </a:cubicBezTo>
                <a:cubicBezTo>
                  <a:pt x="26" y="26"/>
                  <a:pt x="26" y="25"/>
                  <a:pt x="26" y="24"/>
                </a:cubicBezTo>
                <a:cubicBezTo>
                  <a:pt x="26" y="21"/>
                  <a:pt x="25" y="19"/>
                  <a:pt x="23" y="17"/>
                </a:cubicBezTo>
                <a:cubicBezTo>
                  <a:pt x="23" y="16"/>
                  <a:pt x="22" y="16"/>
                  <a:pt x="20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19" y="15"/>
                  <a:pt x="18" y="15"/>
                  <a:pt x="17" y="15"/>
                </a:cubicBezTo>
                <a:cubicBezTo>
                  <a:pt x="16" y="15"/>
                  <a:pt x="15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2" y="16"/>
                  <a:pt x="11" y="16"/>
                  <a:pt x="11" y="17"/>
                </a:cubicBezTo>
                <a:cubicBezTo>
                  <a:pt x="10" y="18"/>
                  <a:pt x="9" y="19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8" y="21"/>
                  <a:pt x="8" y="22"/>
                  <a:pt x="8" y="24"/>
                </a:cubicBezTo>
                <a:cubicBezTo>
                  <a:pt x="8" y="25"/>
                  <a:pt x="8" y="25"/>
                  <a:pt x="8" y="25"/>
                </a:cubicBezTo>
                <a:cubicBezTo>
                  <a:pt x="8" y="27"/>
                  <a:pt x="8" y="28"/>
                  <a:pt x="7" y="29"/>
                </a:cubicBezTo>
                <a:cubicBezTo>
                  <a:pt x="7" y="30"/>
                  <a:pt x="6" y="31"/>
                  <a:pt x="5" y="32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4"/>
                  <a:pt x="3" y="34"/>
                  <a:pt x="3" y="34"/>
                </a:cubicBezTo>
                <a:cubicBezTo>
                  <a:pt x="2" y="35"/>
                  <a:pt x="2" y="36"/>
                  <a:pt x="2" y="38"/>
                </a:cubicBezTo>
                <a:cubicBezTo>
                  <a:pt x="2" y="39"/>
                  <a:pt x="2" y="41"/>
                  <a:pt x="3" y="42"/>
                </a:cubicBezTo>
                <a:cubicBezTo>
                  <a:pt x="3" y="42"/>
                  <a:pt x="3" y="42"/>
                  <a:pt x="3" y="42"/>
                </a:cubicBezTo>
                <a:cubicBezTo>
                  <a:pt x="3" y="42"/>
                  <a:pt x="3" y="42"/>
                  <a:pt x="3" y="42"/>
                </a:cubicBezTo>
                <a:cubicBezTo>
                  <a:pt x="5" y="43"/>
                  <a:pt x="6" y="43"/>
                  <a:pt x="8" y="43"/>
                </a:cubicBezTo>
                <a:cubicBezTo>
                  <a:pt x="9" y="43"/>
                  <a:pt x="10" y="43"/>
                  <a:pt x="12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lose/>
                <a:moveTo>
                  <a:pt x="17" y="3"/>
                </a:move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6" y="4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5" y="6"/>
                  <a:pt x="16" y="8"/>
                  <a:pt x="17" y="8"/>
                </a:cubicBezTo>
                <a:cubicBezTo>
                  <a:pt x="18" y="8"/>
                  <a:pt x="18" y="8"/>
                  <a:pt x="19" y="8"/>
                </a:cubicBezTo>
                <a:cubicBezTo>
                  <a:pt x="20" y="8"/>
                  <a:pt x="20" y="7"/>
                  <a:pt x="21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6"/>
                  <a:pt x="21" y="5"/>
                  <a:pt x="21" y="5"/>
                </a:cubicBezTo>
                <a:cubicBezTo>
                  <a:pt x="20" y="3"/>
                  <a:pt x="19" y="3"/>
                  <a:pt x="17" y="3"/>
                </a:cubicBezTo>
                <a:close/>
                <a:moveTo>
                  <a:pt x="16" y="1"/>
                </a:moveTo>
                <a:cubicBezTo>
                  <a:pt x="16" y="1"/>
                  <a:pt x="16" y="1"/>
                  <a:pt x="16" y="1"/>
                </a:cubicBezTo>
                <a:cubicBezTo>
                  <a:pt x="19" y="0"/>
                  <a:pt x="22" y="1"/>
                  <a:pt x="23" y="4"/>
                </a:cubicBezTo>
                <a:cubicBezTo>
                  <a:pt x="23" y="5"/>
                  <a:pt x="23" y="6"/>
                  <a:pt x="23" y="8"/>
                </a:cubicBezTo>
                <a:cubicBezTo>
                  <a:pt x="22" y="9"/>
                  <a:pt x="21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19" y="11"/>
                  <a:pt x="17" y="11"/>
                  <a:pt x="16" y="10"/>
                </a:cubicBezTo>
                <a:cubicBezTo>
                  <a:pt x="14" y="9"/>
                  <a:pt x="13" y="6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2"/>
                  <a:pt x="15" y="2"/>
                  <a:pt x="16" y="1"/>
                </a:cubicBezTo>
                <a:cubicBezTo>
                  <a:pt x="16" y="1"/>
                  <a:pt x="16" y="1"/>
                  <a:pt x="16" y="1"/>
                </a:cubicBezTo>
                <a:close/>
                <a:moveTo>
                  <a:pt x="32" y="26"/>
                </a:moveTo>
                <a:cubicBezTo>
                  <a:pt x="32" y="26"/>
                  <a:pt x="32" y="26"/>
                  <a:pt x="32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2" y="26"/>
                  <a:pt x="32" y="27"/>
                  <a:pt x="32" y="27"/>
                </a:cubicBezTo>
                <a:cubicBezTo>
                  <a:pt x="32" y="27"/>
                  <a:pt x="32" y="27"/>
                  <a:pt x="32" y="27"/>
                </a:cubicBezTo>
                <a:cubicBezTo>
                  <a:pt x="32" y="27"/>
                  <a:pt x="32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2" y="26"/>
                </a:cubicBezTo>
                <a:cubicBezTo>
                  <a:pt x="32" y="26"/>
                  <a:pt x="32" y="26"/>
                  <a:pt x="32" y="26"/>
                </a:cubicBezTo>
                <a:close/>
                <a:moveTo>
                  <a:pt x="30" y="25"/>
                </a:moveTo>
                <a:cubicBezTo>
                  <a:pt x="30" y="25"/>
                  <a:pt x="30" y="25"/>
                  <a:pt x="30" y="25"/>
                </a:cubicBezTo>
                <a:cubicBezTo>
                  <a:pt x="30" y="25"/>
                  <a:pt x="31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3" y="24"/>
                  <a:pt x="33" y="24"/>
                  <a:pt x="34" y="24"/>
                </a:cubicBezTo>
                <a:cubicBezTo>
                  <a:pt x="35" y="25"/>
                  <a:pt x="35" y="25"/>
                  <a:pt x="35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7"/>
                  <a:pt x="35" y="28"/>
                  <a:pt x="35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4" y="29"/>
                  <a:pt x="34" y="29"/>
                  <a:pt x="33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2" y="30"/>
                  <a:pt x="31" y="30"/>
                  <a:pt x="31" y="29"/>
                </a:cubicBezTo>
                <a:cubicBezTo>
                  <a:pt x="30" y="29"/>
                  <a:pt x="30" y="28"/>
                  <a:pt x="30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29" y="27"/>
                  <a:pt x="30" y="26"/>
                  <a:pt x="30" y="25"/>
                </a:cubicBezTo>
                <a:close/>
                <a:moveTo>
                  <a:pt x="26" y="9"/>
                </a:moveTo>
                <a:cubicBezTo>
                  <a:pt x="26" y="9"/>
                  <a:pt x="26" y="9"/>
                  <a:pt x="26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9"/>
                  <a:pt x="25" y="9"/>
                  <a:pt x="25" y="9"/>
                </a:cubicBezTo>
                <a:cubicBezTo>
                  <a:pt x="25" y="9"/>
                  <a:pt x="25" y="10"/>
                  <a:pt x="25" y="10"/>
                </a:cubicBezTo>
                <a:cubicBezTo>
                  <a:pt x="25" y="10"/>
                  <a:pt x="25" y="10"/>
                  <a:pt x="25" y="10"/>
                </a:cubicBezTo>
                <a:cubicBezTo>
                  <a:pt x="25" y="10"/>
                  <a:pt x="25" y="10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7" y="11"/>
                  <a:pt x="27" y="10"/>
                  <a:pt x="27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6" y="9"/>
                  <a:pt x="26" y="9"/>
                  <a:pt x="26" y="9"/>
                </a:cubicBezTo>
                <a:close/>
                <a:moveTo>
                  <a:pt x="25" y="7"/>
                </a:move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4" y="7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3" y="9"/>
                  <a:pt x="23" y="9"/>
                  <a:pt x="23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11"/>
                  <a:pt x="24" y="12"/>
                  <a:pt x="24" y="12"/>
                </a:cubicBezTo>
                <a:cubicBezTo>
                  <a:pt x="24" y="12"/>
                  <a:pt x="24" y="12"/>
                  <a:pt x="24" y="12"/>
                </a:cubicBezTo>
                <a:cubicBezTo>
                  <a:pt x="25" y="13"/>
                  <a:pt x="26" y="13"/>
                  <a:pt x="27" y="13"/>
                </a:cubicBezTo>
                <a:cubicBezTo>
                  <a:pt x="27" y="13"/>
                  <a:pt x="27" y="13"/>
                  <a:pt x="27" y="13"/>
                </a:cubicBezTo>
                <a:cubicBezTo>
                  <a:pt x="28" y="13"/>
                  <a:pt x="28" y="12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0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8"/>
                  <a:pt x="29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7" y="7"/>
                  <a:pt x="26" y="6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5" y="7"/>
                  <a:pt x="25" y="7"/>
                  <a:pt x="25" y="7"/>
                </a:cubicBezTo>
                <a:close/>
                <a:moveTo>
                  <a:pt x="30" y="13"/>
                </a:move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4"/>
                  <a:pt x="30" y="14"/>
                </a:cubicBezTo>
                <a:cubicBezTo>
                  <a:pt x="30" y="14"/>
                  <a:pt x="30" y="14"/>
                  <a:pt x="30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31" y="15"/>
                  <a:pt x="31" y="15"/>
                </a:cubicBezTo>
                <a:cubicBezTo>
                  <a:pt x="31" y="15"/>
                  <a:pt x="31" y="15"/>
                  <a:pt x="32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5"/>
                  <a:pt x="32" y="14"/>
                  <a:pt x="32" y="14"/>
                </a:cubicBezTo>
                <a:cubicBezTo>
                  <a:pt x="32" y="14"/>
                  <a:pt x="32" y="14"/>
                  <a:pt x="32" y="14"/>
                </a:cubicBezTo>
                <a:cubicBezTo>
                  <a:pt x="32" y="14"/>
                  <a:pt x="31" y="14"/>
                  <a:pt x="31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3"/>
                  <a:pt x="30" y="13"/>
                  <a:pt x="30" y="13"/>
                </a:cubicBezTo>
                <a:close/>
                <a:moveTo>
                  <a:pt x="28" y="13"/>
                </a:move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7" y="14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6"/>
                  <a:pt x="28" y="16"/>
                  <a:pt x="29" y="17"/>
                </a:cubicBezTo>
                <a:cubicBezTo>
                  <a:pt x="29" y="17"/>
                  <a:pt x="29" y="17"/>
                  <a:pt x="29" y="17"/>
                </a:cubicBezTo>
                <a:cubicBezTo>
                  <a:pt x="30" y="17"/>
                  <a:pt x="31" y="18"/>
                  <a:pt x="31" y="17"/>
                </a:cubicBezTo>
                <a:cubicBezTo>
                  <a:pt x="32" y="17"/>
                  <a:pt x="33" y="17"/>
                  <a:pt x="33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34" y="15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3"/>
                  <a:pt x="33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1"/>
                  <a:pt x="31" y="11"/>
                  <a:pt x="30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29" y="11"/>
                  <a:pt x="29" y="12"/>
                  <a:pt x="28" y="13"/>
                </a:cubicBezTo>
                <a:close/>
                <a:moveTo>
                  <a:pt x="30" y="19"/>
                </a:moveTo>
                <a:cubicBezTo>
                  <a:pt x="30" y="19"/>
                  <a:pt x="30" y="19"/>
                  <a:pt x="30" y="19"/>
                </a:cubicBezTo>
                <a:cubicBezTo>
                  <a:pt x="31" y="18"/>
                  <a:pt x="31" y="18"/>
                  <a:pt x="32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3" y="17"/>
                  <a:pt x="34" y="17"/>
                  <a:pt x="35" y="18"/>
                </a:cubicBezTo>
                <a:cubicBezTo>
                  <a:pt x="35" y="18"/>
                  <a:pt x="36" y="19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1"/>
                  <a:pt x="36" y="22"/>
                  <a:pt x="36" y="22"/>
                </a:cubicBezTo>
                <a:cubicBezTo>
                  <a:pt x="35" y="23"/>
                  <a:pt x="34" y="23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3" y="24"/>
                  <a:pt x="32" y="24"/>
                  <a:pt x="31" y="23"/>
                </a:cubicBezTo>
                <a:cubicBezTo>
                  <a:pt x="31" y="23"/>
                  <a:pt x="30" y="22"/>
                  <a:pt x="30" y="21"/>
                </a:cubicBezTo>
                <a:cubicBezTo>
                  <a:pt x="30" y="20"/>
                  <a:pt x="30" y="19"/>
                  <a:pt x="30" y="1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56" name="Freeform 390">
            <a:extLst>
              <a:ext uri="{FF2B5EF4-FFF2-40B4-BE49-F238E27FC236}">
                <a16:creationId xmlns:a16="http://schemas.microsoft.com/office/drawing/2014/main" id="{7F50A9DD-332D-0983-5261-CE13F709FA9C}"/>
              </a:ext>
            </a:extLst>
          </p:cNvPr>
          <p:cNvSpPr>
            <a:spLocks noEditPoints="1"/>
          </p:cNvSpPr>
          <p:nvPr/>
        </p:nvSpPr>
        <p:spPr bwMode="auto">
          <a:xfrm>
            <a:off x="9158219" y="2159448"/>
            <a:ext cx="188383" cy="194733"/>
          </a:xfrm>
          <a:custGeom>
            <a:avLst/>
            <a:gdLst>
              <a:gd name="T0" fmla="*/ 3211 w 44"/>
              <a:gd name="T1" fmla="*/ 123825 h 46"/>
              <a:gd name="T2" fmla="*/ 9633 w 44"/>
              <a:gd name="T3" fmla="*/ 123825 h 46"/>
              <a:gd name="T4" fmla="*/ 9633 w 44"/>
              <a:gd name="T5" fmla="*/ 101600 h 46"/>
              <a:gd name="T6" fmla="*/ 54588 w 44"/>
              <a:gd name="T7" fmla="*/ 98425 h 46"/>
              <a:gd name="T8" fmla="*/ 54588 w 44"/>
              <a:gd name="T9" fmla="*/ 63500 h 46"/>
              <a:gd name="T10" fmla="*/ 41744 w 44"/>
              <a:gd name="T11" fmla="*/ 44450 h 46"/>
              <a:gd name="T12" fmla="*/ 48166 w 44"/>
              <a:gd name="T13" fmla="*/ 9525 h 46"/>
              <a:gd name="T14" fmla="*/ 93121 w 44"/>
              <a:gd name="T15" fmla="*/ 9525 h 46"/>
              <a:gd name="T16" fmla="*/ 102754 w 44"/>
              <a:gd name="T17" fmla="*/ 31750 h 46"/>
              <a:gd name="T18" fmla="*/ 96332 w 44"/>
              <a:gd name="T19" fmla="*/ 53975 h 46"/>
              <a:gd name="T20" fmla="*/ 89910 w 44"/>
              <a:gd name="T21" fmla="*/ 63500 h 46"/>
              <a:gd name="T22" fmla="*/ 86699 w 44"/>
              <a:gd name="T23" fmla="*/ 98425 h 46"/>
              <a:gd name="T24" fmla="*/ 125232 w 44"/>
              <a:gd name="T25" fmla="*/ 98425 h 46"/>
              <a:gd name="T26" fmla="*/ 131654 w 44"/>
              <a:gd name="T27" fmla="*/ 123825 h 46"/>
              <a:gd name="T28" fmla="*/ 138076 w 44"/>
              <a:gd name="T29" fmla="*/ 123825 h 46"/>
              <a:gd name="T30" fmla="*/ 141287 w 44"/>
              <a:gd name="T31" fmla="*/ 127000 h 46"/>
              <a:gd name="T32" fmla="*/ 138076 w 44"/>
              <a:gd name="T33" fmla="*/ 146050 h 46"/>
              <a:gd name="T34" fmla="*/ 3211 w 44"/>
              <a:gd name="T35" fmla="*/ 146050 h 46"/>
              <a:gd name="T36" fmla="*/ 0 w 44"/>
              <a:gd name="T37" fmla="*/ 142875 h 46"/>
              <a:gd name="T38" fmla="*/ 3211 w 44"/>
              <a:gd name="T39" fmla="*/ 123825 h 46"/>
              <a:gd name="T40" fmla="*/ 22477 w 44"/>
              <a:gd name="T41" fmla="*/ 123825 h 46"/>
              <a:gd name="T42" fmla="*/ 118810 w 44"/>
              <a:gd name="T43" fmla="*/ 123825 h 46"/>
              <a:gd name="T44" fmla="*/ 80277 w 44"/>
              <a:gd name="T45" fmla="*/ 107950 h 46"/>
              <a:gd name="T46" fmla="*/ 77066 w 44"/>
              <a:gd name="T47" fmla="*/ 101600 h 46"/>
              <a:gd name="T48" fmla="*/ 77066 w 44"/>
              <a:gd name="T49" fmla="*/ 60325 h 46"/>
              <a:gd name="T50" fmla="*/ 86699 w 44"/>
              <a:gd name="T51" fmla="*/ 47625 h 46"/>
              <a:gd name="T52" fmla="*/ 93121 w 44"/>
              <a:gd name="T53" fmla="*/ 31750 h 46"/>
              <a:gd name="T54" fmla="*/ 86699 w 44"/>
              <a:gd name="T55" fmla="*/ 19050 h 46"/>
              <a:gd name="T56" fmla="*/ 57799 w 44"/>
              <a:gd name="T57" fmla="*/ 19050 h 46"/>
              <a:gd name="T58" fmla="*/ 51377 w 44"/>
              <a:gd name="T59" fmla="*/ 41275 h 46"/>
              <a:gd name="T60" fmla="*/ 54588 w 44"/>
              <a:gd name="T61" fmla="*/ 47625 h 46"/>
              <a:gd name="T62" fmla="*/ 67432 w 44"/>
              <a:gd name="T63" fmla="*/ 73025 h 46"/>
              <a:gd name="T64" fmla="*/ 61010 w 44"/>
              <a:gd name="T65" fmla="*/ 107950 h 46"/>
              <a:gd name="T66" fmla="*/ 22477 w 44"/>
              <a:gd name="T67" fmla="*/ 107950 h 46"/>
              <a:gd name="T68" fmla="*/ 22477 w 44"/>
              <a:gd name="T69" fmla="*/ 123825 h 46"/>
              <a:gd name="T70" fmla="*/ 134865 w 44"/>
              <a:gd name="T71" fmla="*/ 130175 h 46"/>
              <a:gd name="T72" fmla="*/ 6422 w 44"/>
              <a:gd name="T73" fmla="*/ 139700 h 46"/>
              <a:gd name="T74" fmla="*/ 134865 w 44"/>
              <a:gd name="T75" fmla="*/ 130175 h 4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4" h="46">
                <a:moveTo>
                  <a:pt x="1" y="39"/>
                </a:moveTo>
                <a:cubicBezTo>
                  <a:pt x="1" y="39"/>
                  <a:pt x="1" y="39"/>
                  <a:pt x="1" y="39"/>
                </a:cubicBezTo>
                <a:cubicBezTo>
                  <a:pt x="3" y="39"/>
                  <a:pt x="3" y="39"/>
                  <a:pt x="3" y="39"/>
                </a:cubicBezTo>
                <a:cubicBezTo>
                  <a:pt x="3" y="39"/>
                  <a:pt x="3" y="39"/>
                  <a:pt x="3" y="39"/>
                </a:cubicBezTo>
                <a:cubicBezTo>
                  <a:pt x="3" y="33"/>
                  <a:pt x="3" y="33"/>
                  <a:pt x="3" y="33"/>
                </a:cubicBezTo>
                <a:cubicBezTo>
                  <a:pt x="3" y="32"/>
                  <a:pt x="3" y="32"/>
                  <a:pt x="3" y="32"/>
                </a:cubicBezTo>
                <a:cubicBezTo>
                  <a:pt x="3" y="31"/>
                  <a:pt x="4" y="31"/>
                  <a:pt x="5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2"/>
                  <a:pt x="17" y="21"/>
                  <a:pt x="17" y="20"/>
                </a:cubicBezTo>
                <a:cubicBezTo>
                  <a:pt x="16" y="19"/>
                  <a:pt x="16" y="18"/>
                  <a:pt x="15" y="17"/>
                </a:cubicBezTo>
                <a:cubicBezTo>
                  <a:pt x="14" y="16"/>
                  <a:pt x="13" y="15"/>
                  <a:pt x="13" y="14"/>
                </a:cubicBezTo>
                <a:cubicBezTo>
                  <a:pt x="12" y="13"/>
                  <a:pt x="12" y="12"/>
                  <a:pt x="12" y="10"/>
                </a:cubicBezTo>
                <a:cubicBezTo>
                  <a:pt x="12" y="8"/>
                  <a:pt x="13" y="5"/>
                  <a:pt x="15" y="3"/>
                </a:cubicBezTo>
                <a:cubicBezTo>
                  <a:pt x="17" y="1"/>
                  <a:pt x="19" y="0"/>
                  <a:pt x="22" y="0"/>
                </a:cubicBezTo>
                <a:cubicBezTo>
                  <a:pt x="25" y="0"/>
                  <a:pt x="27" y="1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31" y="5"/>
                  <a:pt x="32" y="8"/>
                  <a:pt x="32" y="10"/>
                </a:cubicBezTo>
                <a:cubicBezTo>
                  <a:pt x="32" y="12"/>
                  <a:pt x="32" y="13"/>
                  <a:pt x="32" y="14"/>
                </a:cubicBezTo>
                <a:cubicBezTo>
                  <a:pt x="31" y="15"/>
                  <a:pt x="30" y="16"/>
                  <a:pt x="30" y="17"/>
                </a:cubicBezTo>
                <a:cubicBezTo>
                  <a:pt x="30" y="17"/>
                  <a:pt x="30" y="17"/>
                  <a:pt x="30" y="17"/>
                </a:cubicBezTo>
                <a:cubicBezTo>
                  <a:pt x="29" y="18"/>
                  <a:pt x="28" y="19"/>
                  <a:pt x="28" y="20"/>
                </a:cubicBezTo>
                <a:cubicBezTo>
                  <a:pt x="27" y="21"/>
                  <a:pt x="27" y="22"/>
                  <a:pt x="27" y="23"/>
                </a:cubicBezTo>
                <a:cubicBezTo>
                  <a:pt x="27" y="31"/>
                  <a:pt x="27" y="31"/>
                  <a:pt x="27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40" y="31"/>
                  <a:pt x="41" y="31"/>
                  <a:pt x="41" y="32"/>
                </a:cubicBezTo>
                <a:cubicBezTo>
                  <a:pt x="41" y="39"/>
                  <a:pt x="41" y="39"/>
                  <a:pt x="41" y="39"/>
                </a:cubicBezTo>
                <a:cubicBezTo>
                  <a:pt x="41" y="39"/>
                  <a:pt x="41" y="39"/>
                  <a:pt x="41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4" y="39"/>
                  <a:pt x="44" y="40"/>
                  <a:pt x="44" y="40"/>
                </a:cubicBezTo>
                <a:cubicBezTo>
                  <a:pt x="44" y="40"/>
                  <a:pt x="44" y="40"/>
                  <a:pt x="44" y="40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5"/>
                  <a:pt x="44" y="46"/>
                  <a:pt x="43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1" y="46"/>
                  <a:pt x="0" y="45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0"/>
                  <a:pt x="1" y="39"/>
                  <a:pt x="1" y="39"/>
                </a:cubicBezTo>
                <a:close/>
                <a:moveTo>
                  <a:pt x="7" y="39"/>
                </a:moveTo>
                <a:cubicBezTo>
                  <a:pt x="7" y="39"/>
                  <a:pt x="7" y="39"/>
                  <a:pt x="7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4"/>
                  <a:pt x="37" y="34"/>
                  <a:pt x="37" y="34"/>
                </a:cubicBezTo>
                <a:cubicBezTo>
                  <a:pt x="25" y="34"/>
                  <a:pt x="25" y="34"/>
                  <a:pt x="25" y="34"/>
                </a:cubicBezTo>
                <a:cubicBezTo>
                  <a:pt x="24" y="34"/>
                  <a:pt x="24" y="33"/>
                  <a:pt x="24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2"/>
                  <a:pt x="24" y="20"/>
                  <a:pt x="24" y="19"/>
                </a:cubicBezTo>
                <a:cubicBezTo>
                  <a:pt x="25" y="17"/>
                  <a:pt x="26" y="16"/>
                  <a:pt x="27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8" y="14"/>
                  <a:pt x="28" y="14"/>
                  <a:pt x="28" y="13"/>
                </a:cubicBezTo>
                <a:cubicBezTo>
                  <a:pt x="29" y="12"/>
                  <a:pt x="29" y="11"/>
                  <a:pt x="29" y="10"/>
                </a:cubicBezTo>
                <a:cubicBezTo>
                  <a:pt x="29" y="9"/>
                  <a:pt x="28" y="7"/>
                  <a:pt x="27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5" y="5"/>
                  <a:pt x="24" y="4"/>
                  <a:pt x="22" y="4"/>
                </a:cubicBezTo>
                <a:cubicBezTo>
                  <a:pt x="20" y="4"/>
                  <a:pt x="19" y="5"/>
                  <a:pt x="18" y="6"/>
                </a:cubicBezTo>
                <a:cubicBezTo>
                  <a:pt x="16" y="7"/>
                  <a:pt x="16" y="9"/>
                  <a:pt x="16" y="10"/>
                </a:cubicBezTo>
                <a:cubicBezTo>
                  <a:pt x="16" y="11"/>
                  <a:pt x="16" y="12"/>
                  <a:pt x="16" y="13"/>
                </a:cubicBezTo>
                <a:cubicBezTo>
                  <a:pt x="16" y="14"/>
                  <a:pt x="17" y="14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8" y="16"/>
                  <a:pt x="19" y="17"/>
                  <a:pt x="20" y="19"/>
                </a:cubicBezTo>
                <a:cubicBezTo>
                  <a:pt x="20" y="20"/>
                  <a:pt x="21" y="22"/>
                  <a:pt x="21" y="23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3"/>
                  <a:pt x="20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7" y="34"/>
                  <a:pt x="7" y="34"/>
                  <a:pt x="7" y="34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7" y="39"/>
                  <a:pt x="7" y="39"/>
                </a:cubicBezTo>
                <a:close/>
                <a:moveTo>
                  <a:pt x="42" y="41"/>
                </a:moveTo>
                <a:cubicBezTo>
                  <a:pt x="42" y="41"/>
                  <a:pt x="42" y="41"/>
                  <a:pt x="42" y="41"/>
                </a:cubicBezTo>
                <a:cubicBezTo>
                  <a:pt x="2" y="41"/>
                  <a:pt x="2" y="41"/>
                  <a:pt x="2" y="41"/>
                </a:cubicBezTo>
                <a:cubicBezTo>
                  <a:pt x="2" y="44"/>
                  <a:pt x="2" y="44"/>
                  <a:pt x="2" y="44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41"/>
                  <a:pt x="42" y="41"/>
                  <a:pt x="42" y="41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57" name="Freeform 391">
            <a:extLst>
              <a:ext uri="{FF2B5EF4-FFF2-40B4-BE49-F238E27FC236}">
                <a16:creationId xmlns:a16="http://schemas.microsoft.com/office/drawing/2014/main" id="{C35BF379-FBD5-49AA-879D-45CB73A0BFEF}"/>
              </a:ext>
            </a:extLst>
          </p:cNvPr>
          <p:cNvSpPr>
            <a:spLocks noEditPoints="1"/>
          </p:cNvSpPr>
          <p:nvPr/>
        </p:nvSpPr>
        <p:spPr bwMode="auto">
          <a:xfrm>
            <a:off x="3898301" y="1344532"/>
            <a:ext cx="194733" cy="194733"/>
          </a:xfrm>
          <a:custGeom>
            <a:avLst/>
            <a:gdLst>
              <a:gd name="T0" fmla="*/ 6350 w 46"/>
              <a:gd name="T1" fmla="*/ 146050 h 46"/>
              <a:gd name="T2" fmla="*/ 136525 w 46"/>
              <a:gd name="T3" fmla="*/ 136525 h 46"/>
              <a:gd name="T4" fmla="*/ 136525 w 46"/>
              <a:gd name="T5" fmla="*/ 136525 h 46"/>
              <a:gd name="T6" fmla="*/ 22225 w 46"/>
              <a:gd name="T7" fmla="*/ 12700 h 46"/>
              <a:gd name="T8" fmla="*/ 53975 w 46"/>
              <a:gd name="T9" fmla="*/ 12700 h 46"/>
              <a:gd name="T10" fmla="*/ 82550 w 46"/>
              <a:gd name="T11" fmla="*/ 12700 h 46"/>
              <a:gd name="T12" fmla="*/ 114300 w 46"/>
              <a:gd name="T13" fmla="*/ 12700 h 46"/>
              <a:gd name="T14" fmla="*/ 136525 w 46"/>
              <a:gd name="T15" fmla="*/ 12700 h 46"/>
              <a:gd name="T16" fmla="*/ 41275 w 46"/>
              <a:gd name="T17" fmla="*/ 98425 h 46"/>
              <a:gd name="T18" fmla="*/ 28575 w 46"/>
              <a:gd name="T19" fmla="*/ 82550 h 46"/>
              <a:gd name="T20" fmla="*/ 31750 w 46"/>
              <a:gd name="T21" fmla="*/ 88900 h 46"/>
              <a:gd name="T22" fmla="*/ 38100 w 46"/>
              <a:gd name="T23" fmla="*/ 88900 h 46"/>
              <a:gd name="T24" fmla="*/ 31750 w 46"/>
              <a:gd name="T25" fmla="*/ 92075 h 46"/>
              <a:gd name="T26" fmla="*/ 111125 w 46"/>
              <a:gd name="T27" fmla="*/ 98425 h 46"/>
              <a:gd name="T28" fmla="*/ 120650 w 46"/>
              <a:gd name="T29" fmla="*/ 82550 h 46"/>
              <a:gd name="T30" fmla="*/ 104775 w 46"/>
              <a:gd name="T31" fmla="*/ 98425 h 46"/>
              <a:gd name="T32" fmla="*/ 111125 w 46"/>
              <a:gd name="T33" fmla="*/ 88900 h 46"/>
              <a:gd name="T34" fmla="*/ 114300 w 46"/>
              <a:gd name="T35" fmla="*/ 92075 h 46"/>
              <a:gd name="T36" fmla="*/ 111125 w 46"/>
              <a:gd name="T37" fmla="*/ 88900 h 46"/>
              <a:gd name="T38" fmla="*/ 41275 w 46"/>
              <a:gd name="T39" fmla="*/ 123825 h 46"/>
              <a:gd name="T40" fmla="*/ 28575 w 46"/>
              <a:gd name="T41" fmla="*/ 107950 h 46"/>
              <a:gd name="T42" fmla="*/ 31750 w 46"/>
              <a:gd name="T43" fmla="*/ 114300 h 46"/>
              <a:gd name="T44" fmla="*/ 38100 w 46"/>
              <a:gd name="T45" fmla="*/ 114300 h 46"/>
              <a:gd name="T46" fmla="*/ 31750 w 46"/>
              <a:gd name="T47" fmla="*/ 117475 h 46"/>
              <a:gd name="T48" fmla="*/ 60325 w 46"/>
              <a:gd name="T49" fmla="*/ 123825 h 46"/>
              <a:gd name="T50" fmla="*/ 60325 w 46"/>
              <a:gd name="T51" fmla="*/ 104775 h 46"/>
              <a:gd name="T52" fmla="*/ 53975 w 46"/>
              <a:gd name="T53" fmla="*/ 123825 h 46"/>
              <a:gd name="T54" fmla="*/ 63500 w 46"/>
              <a:gd name="T55" fmla="*/ 114300 h 46"/>
              <a:gd name="T56" fmla="*/ 60325 w 46"/>
              <a:gd name="T57" fmla="*/ 117475 h 46"/>
              <a:gd name="T58" fmla="*/ 104775 w 46"/>
              <a:gd name="T59" fmla="*/ 69850 h 46"/>
              <a:gd name="T60" fmla="*/ 120650 w 46"/>
              <a:gd name="T61" fmla="*/ 57150 h 46"/>
              <a:gd name="T62" fmla="*/ 101600 w 46"/>
              <a:gd name="T63" fmla="*/ 63500 h 46"/>
              <a:gd name="T64" fmla="*/ 111125 w 46"/>
              <a:gd name="T65" fmla="*/ 63500 h 46"/>
              <a:gd name="T66" fmla="*/ 114300 w 46"/>
              <a:gd name="T67" fmla="*/ 66675 h 46"/>
              <a:gd name="T68" fmla="*/ 53975 w 46"/>
              <a:gd name="T69" fmla="*/ 69850 h 46"/>
              <a:gd name="T70" fmla="*/ 66675 w 46"/>
              <a:gd name="T71" fmla="*/ 57150 h 46"/>
              <a:gd name="T72" fmla="*/ 53975 w 46"/>
              <a:gd name="T73" fmla="*/ 69850 h 46"/>
              <a:gd name="T74" fmla="*/ 60325 w 46"/>
              <a:gd name="T75" fmla="*/ 60325 h 46"/>
              <a:gd name="T76" fmla="*/ 57150 w 46"/>
              <a:gd name="T77" fmla="*/ 66675 h 46"/>
              <a:gd name="T78" fmla="*/ 85725 w 46"/>
              <a:gd name="T79" fmla="*/ 123825 h 46"/>
              <a:gd name="T80" fmla="*/ 92075 w 46"/>
              <a:gd name="T81" fmla="*/ 107950 h 46"/>
              <a:gd name="T82" fmla="*/ 79375 w 46"/>
              <a:gd name="T83" fmla="*/ 123825 h 46"/>
              <a:gd name="T84" fmla="*/ 88900 w 46"/>
              <a:gd name="T85" fmla="*/ 114300 h 46"/>
              <a:gd name="T86" fmla="*/ 85725 w 46"/>
              <a:gd name="T87" fmla="*/ 117475 h 46"/>
              <a:gd name="T88" fmla="*/ 79375 w 46"/>
              <a:gd name="T89" fmla="*/ 98425 h 46"/>
              <a:gd name="T90" fmla="*/ 95250 w 46"/>
              <a:gd name="T91" fmla="*/ 88900 h 46"/>
              <a:gd name="T92" fmla="*/ 76200 w 46"/>
              <a:gd name="T93" fmla="*/ 88900 h 46"/>
              <a:gd name="T94" fmla="*/ 85725 w 46"/>
              <a:gd name="T95" fmla="*/ 88900 h 46"/>
              <a:gd name="T96" fmla="*/ 88900 w 46"/>
              <a:gd name="T97" fmla="*/ 92075 h 46"/>
              <a:gd name="T98" fmla="*/ 85725 w 46"/>
              <a:gd name="T99" fmla="*/ 88900 h 46"/>
              <a:gd name="T100" fmla="*/ 95250 w 46"/>
              <a:gd name="T101" fmla="*/ 63500 h 46"/>
              <a:gd name="T102" fmla="*/ 76200 w 46"/>
              <a:gd name="T103" fmla="*/ 63500 h 46"/>
              <a:gd name="T104" fmla="*/ 85725 w 46"/>
              <a:gd name="T105" fmla="*/ 63500 h 46"/>
              <a:gd name="T106" fmla="*/ 88900 w 46"/>
              <a:gd name="T107" fmla="*/ 66675 h 46"/>
              <a:gd name="T108" fmla="*/ 53975 w 46"/>
              <a:gd name="T109" fmla="*/ 98425 h 46"/>
              <a:gd name="T110" fmla="*/ 66675 w 46"/>
              <a:gd name="T111" fmla="*/ 82550 h 46"/>
              <a:gd name="T112" fmla="*/ 53975 w 46"/>
              <a:gd name="T113" fmla="*/ 98425 h 46"/>
              <a:gd name="T114" fmla="*/ 60325 w 46"/>
              <a:gd name="T115" fmla="*/ 88900 h 46"/>
              <a:gd name="T116" fmla="*/ 60325 w 46"/>
              <a:gd name="T117" fmla="*/ 92075 h 4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46" h="46">
                <a:moveTo>
                  <a:pt x="44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5"/>
                  <a:pt x="1" y="46"/>
                  <a:pt x="2" y="46"/>
                </a:cubicBezTo>
                <a:cubicBezTo>
                  <a:pt x="44" y="46"/>
                  <a:pt x="44" y="46"/>
                  <a:pt x="44" y="46"/>
                </a:cubicBezTo>
                <a:cubicBezTo>
                  <a:pt x="46" y="46"/>
                  <a:pt x="46" y="45"/>
                  <a:pt x="46" y="44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1"/>
                  <a:pt x="46" y="0"/>
                  <a:pt x="44" y="0"/>
                </a:cubicBezTo>
                <a:close/>
                <a:moveTo>
                  <a:pt x="43" y="43"/>
                </a:moveTo>
                <a:cubicBezTo>
                  <a:pt x="43" y="43"/>
                  <a:pt x="43" y="43"/>
                  <a:pt x="43" y="43"/>
                </a:cubicBezTo>
                <a:cubicBezTo>
                  <a:pt x="4" y="43"/>
                  <a:pt x="4" y="43"/>
                  <a:pt x="4" y="43"/>
                </a:cubicBezTo>
                <a:cubicBezTo>
                  <a:pt x="4" y="14"/>
                  <a:pt x="4" y="14"/>
                  <a:pt x="4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43"/>
                  <a:pt x="43" y="43"/>
                  <a:pt x="43" y="43"/>
                </a:cubicBezTo>
                <a:close/>
                <a:moveTo>
                  <a:pt x="43" y="12"/>
                </a:moveTo>
                <a:cubicBezTo>
                  <a:pt x="43" y="12"/>
                  <a:pt x="43" y="12"/>
                  <a:pt x="43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4"/>
                  <a:pt x="4" y="4"/>
                  <a:pt x="4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6"/>
                  <a:pt x="7" y="6"/>
                  <a:pt x="7" y="6"/>
                </a:cubicBezTo>
                <a:cubicBezTo>
                  <a:pt x="7" y="7"/>
                  <a:pt x="8" y="8"/>
                  <a:pt x="9" y="8"/>
                </a:cubicBezTo>
                <a:cubicBezTo>
                  <a:pt x="10" y="8"/>
                  <a:pt x="11" y="7"/>
                  <a:pt x="11" y="6"/>
                </a:cubicBezTo>
                <a:cubicBezTo>
                  <a:pt x="11" y="4"/>
                  <a:pt x="11" y="4"/>
                  <a:pt x="11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7"/>
                  <a:pt x="17" y="8"/>
                  <a:pt x="18" y="8"/>
                </a:cubicBezTo>
                <a:cubicBezTo>
                  <a:pt x="19" y="8"/>
                  <a:pt x="20" y="7"/>
                  <a:pt x="20" y="6"/>
                </a:cubicBezTo>
                <a:cubicBezTo>
                  <a:pt x="20" y="4"/>
                  <a:pt x="20" y="4"/>
                  <a:pt x="20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7"/>
                  <a:pt x="27" y="8"/>
                  <a:pt x="28" y="8"/>
                </a:cubicBezTo>
                <a:cubicBezTo>
                  <a:pt x="29" y="8"/>
                  <a:pt x="30" y="7"/>
                  <a:pt x="30" y="6"/>
                </a:cubicBezTo>
                <a:cubicBezTo>
                  <a:pt x="30" y="4"/>
                  <a:pt x="30" y="4"/>
                  <a:pt x="30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7"/>
                  <a:pt x="36" y="8"/>
                  <a:pt x="37" y="8"/>
                </a:cubicBezTo>
                <a:cubicBezTo>
                  <a:pt x="38" y="8"/>
                  <a:pt x="39" y="7"/>
                  <a:pt x="39" y="6"/>
                </a:cubicBezTo>
                <a:cubicBezTo>
                  <a:pt x="39" y="4"/>
                  <a:pt x="39" y="4"/>
                  <a:pt x="39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12"/>
                  <a:pt x="43" y="12"/>
                  <a:pt x="43" y="12"/>
                </a:cubicBezTo>
                <a:close/>
                <a:moveTo>
                  <a:pt x="9" y="31"/>
                </a:moveTo>
                <a:cubicBezTo>
                  <a:pt x="9" y="31"/>
                  <a:pt x="9" y="31"/>
                  <a:pt x="9" y="31"/>
                </a:cubicBezTo>
                <a:cubicBezTo>
                  <a:pt x="9" y="31"/>
                  <a:pt x="10" y="31"/>
                  <a:pt x="11" y="31"/>
                </a:cubicBezTo>
                <a:cubicBezTo>
                  <a:pt x="12" y="31"/>
                  <a:pt x="12" y="31"/>
                  <a:pt x="13" y="31"/>
                </a:cubicBezTo>
                <a:cubicBezTo>
                  <a:pt x="14" y="30"/>
                  <a:pt x="14" y="29"/>
                  <a:pt x="14" y="28"/>
                </a:cubicBezTo>
                <a:cubicBezTo>
                  <a:pt x="14" y="28"/>
                  <a:pt x="14" y="27"/>
                  <a:pt x="13" y="26"/>
                </a:cubicBezTo>
                <a:cubicBezTo>
                  <a:pt x="12" y="26"/>
                  <a:pt x="12" y="25"/>
                  <a:pt x="11" y="25"/>
                </a:cubicBezTo>
                <a:cubicBezTo>
                  <a:pt x="10" y="25"/>
                  <a:pt x="9" y="26"/>
                  <a:pt x="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8" y="27"/>
                  <a:pt x="8" y="28"/>
                  <a:pt x="8" y="28"/>
                </a:cubicBezTo>
                <a:cubicBezTo>
                  <a:pt x="8" y="29"/>
                  <a:pt x="8" y="30"/>
                  <a:pt x="9" y="31"/>
                </a:cubicBezTo>
                <a:cubicBezTo>
                  <a:pt x="9" y="31"/>
                  <a:pt x="9" y="31"/>
                  <a:pt x="9" y="31"/>
                </a:cubicBezTo>
                <a:close/>
                <a:moveTo>
                  <a:pt x="10" y="28"/>
                </a:moveTo>
                <a:cubicBezTo>
                  <a:pt x="10" y="28"/>
                  <a:pt x="10" y="28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28"/>
                  <a:pt x="11" y="28"/>
                  <a:pt x="11" y="28"/>
                </a:cubicBezTo>
                <a:cubicBezTo>
                  <a:pt x="11" y="28"/>
                  <a:pt x="11" y="28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1" y="29"/>
                  <a:pt x="11" y="29"/>
                  <a:pt x="11" y="29"/>
                </a:cubicBezTo>
                <a:cubicBezTo>
                  <a:pt x="11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8"/>
                </a:cubicBezTo>
                <a:cubicBezTo>
                  <a:pt x="10" y="28"/>
                  <a:pt x="10" y="28"/>
                  <a:pt x="10" y="28"/>
                </a:cubicBezTo>
                <a:close/>
                <a:moveTo>
                  <a:pt x="33" y="31"/>
                </a:moveTo>
                <a:cubicBezTo>
                  <a:pt x="33" y="31"/>
                  <a:pt x="33" y="31"/>
                  <a:pt x="33" y="31"/>
                </a:cubicBezTo>
                <a:cubicBezTo>
                  <a:pt x="34" y="31"/>
                  <a:pt x="35" y="31"/>
                  <a:pt x="35" y="31"/>
                </a:cubicBezTo>
                <a:cubicBezTo>
                  <a:pt x="36" y="31"/>
                  <a:pt x="37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0"/>
                  <a:pt x="39" y="29"/>
                  <a:pt x="39" y="28"/>
                </a:cubicBezTo>
                <a:cubicBezTo>
                  <a:pt x="39" y="28"/>
                  <a:pt x="38" y="27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7" y="26"/>
                  <a:pt x="36" y="25"/>
                  <a:pt x="35" y="25"/>
                </a:cubicBezTo>
                <a:cubicBezTo>
                  <a:pt x="35" y="25"/>
                  <a:pt x="34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7"/>
                  <a:pt x="32" y="28"/>
                  <a:pt x="32" y="28"/>
                </a:cubicBezTo>
                <a:cubicBezTo>
                  <a:pt x="32" y="29"/>
                  <a:pt x="33" y="30"/>
                  <a:pt x="33" y="31"/>
                </a:cubicBezTo>
                <a:cubicBezTo>
                  <a:pt x="33" y="31"/>
                  <a:pt x="33" y="31"/>
                  <a:pt x="33" y="31"/>
                </a:cubicBezTo>
                <a:close/>
                <a:moveTo>
                  <a:pt x="35" y="28"/>
                </a:moveTo>
                <a:cubicBezTo>
                  <a:pt x="35" y="28"/>
                  <a:pt x="35" y="28"/>
                  <a:pt x="35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29"/>
                  <a:pt x="35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29"/>
                  <a:pt x="35" y="29"/>
                  <a:pt x="35" y="28"/>
                </a:cubicBezTo>
                <a:cubicBezTo>
                  <a:pt x="35" y="28"/>
                  <a:pt x="35" y="28"/>
                  <a:pt x="35" y="28"/>
                </a:cubicBezTo>
                <a:close/>
                <a:moveTo>
                  <a:pt x="9" y="39"/>
                </a:move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10" y="39"/>
                  <a:pt x="11" y="39"/>
                </a:cubicBezTo>
                <a:cubicBezTo>
                  <a:pt x="12" y="39"/>
                  <a:pt x="12" y="39"/>
                  <a:pt x="13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14" y="38"/>
                  <a:pt x="14" y="37"/>
                  <a:pt x="14" y="36"/>
                </a:cubicBezTo>
                <a:cubicBezTo>
                  <a:pt x="14" y="36"/>
                  <a:pt x="14" y="35"/>
                  <a:pt x="13" y="34"/>
                </a:cubicBezTo>
                <a:cubicBezTo>
                  <a:pt x="12" y="34"/>
                  <a:pt x="12" y="33"/>
                  <a:pt x="11" y="33"/>
                </a:cubicBezTo>
                <a:cubicBezTo>
                  <a:pt x="10" y="33"/>
                  <a:pt x="9" y="34"/>
                  <a:pt x="9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8" y="35"/>
                  <a:pt x="8" y="36"/>
                  <a:pt x="8" y="36"/>
                </a:cubicBezTo>
                <a:cubicBezTo>
                  <a:pt x="8" y="37"/>
                  <a:pt x="8" y="38"/>
                  <a:pt x="9" y="39"/>
                </a:cubicBezTo>
                <a:cubicBezTo>
                  <a:pt x="9" y="39"/>
                  <a:pt x="9" y="39"/>
                  <a:pt x="9" y="39"/>
                </a:cubicBezTo>
                <a:close/>
                <a:moveTo>
                  <a:pt x="10" y="36"/>
                </a:move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1" y="36"/>
                  <a:pt x="11" y="36"/>
                </a:cubicBezTo>
                <a:cubicBezTo>
                  <a:pt x="11" y="36"/>
                  <a:pt x="11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6"/>
                </a:cubicBezTo>
                <a:cubicBezTo>
                  <a:pt x="10" y="36"/>
                  <a:pt x="10" y="36"/>
                  <a:pt x="10" y="36"/>
                </a:cubicBezTo>
                <a:close/>
                <a:moveTo>
                  <a:pt x="17" y="39"/>
                </a:moveTo>
                <a:cubicBezTo>
                  <a:pt x="17" y="39"/>
                  <a:pt x="17" y="39"/>
                  <a:pt x="17" y="39"/>
                </a:cubicBezTo>
                <a:cubicBezTo>
                  <a:pt x="17" y="39"/>
                  <a:pt x="18" y="39"/>
                  <a:pt x="19" y="39"/>
                </a:cubicBezTo>
                <a:cubicBezTo>
                  <a:pt x="20" y="39"/>
                  <a:pt x="21" y="39"/>
                  <a:pt x="21" y="39"/>
                </a:cubicBezTo>
                <a:cubicBezTo>
                  <a:pt x="21" y="39"/>
                  <a:pt x="21" y="39"/>
                  <a:pt x="21" y="39"/>
                </a:cubicBezTo>
                <a:cubicBezTo>
                  <a:pt x="22" y="38"/>
                  <a:pt x="22" y="37"/>
                  <a:pt x="22" y="36"/>
                </a:cubicBezTo>
                <a:cubicBezTo>
                  <a:pt x="22" y="36"/>
                  <a:pt x="22" y="35"/>
                  <a:pt x="21" y="34"/>
                </a:cubicBezTo>
                <a:cubicBezTo>
                  <a:pt x="21" y="34"/>
                  <a:pt x="20" y="33"/>
                  <a:pt x="19" y="33"/>
                </a:cubicBezTo>
                <a:cubicBezTo>
                  <a:pt x="18" y="33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6" y="35"/>
                  <a:pt x="16" y="36"/>
                  <a:pt x="16" y="36"/>
                </a:cubicBezTo>
                <a:cubicBezTo>
                  <a:pt x="16" y="37"/>
                  <a:pt x="16" y="38"/>
                  <a:pt x="17" y="39"/>
                </a:cubicBezTo>
                <a:cubicBezTo>
                  <a:pt x="17" y="39"/>
                  <a:pt x="17" y="39"/>
                  <a:pt x="17" y="39"/>
                </a:cubicBezTo>
                <a:close/>
                <a:moveTo>
                  <a:pt x="18" y="36"/>
                </a:move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20" y="36"/>
                  <a:pt x="20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19" y="37"/>
                  <a:pt x="19" y="37"/>
                </a:cubicBezTo>
                <a:cubicBezTo>
                  <a:pt x="19" y="37"/>
                  <a:pt x="19" y="37"/>
                  <a:pt x="18" y="37"/>
                </a:cubicBezTo>
                <a:cubicBezTo>
                  <a:pt x="18" y="37"/>
                  <a:pt x="18" y="37"/>
                  <a:pt x="18" y="37"/>
                </a:cubicBezTo>
                <a:cubicBezTo>
                  <a:pt x="18" y="37"/>
                  <a:pt x="18" y="37"/>
                  <a:pt x="18" y="36"/>
                </a:cubicBezTo>
                <a:cubicBezTo>
                  <a:pt x="18" y="36"/>
                  <a:pt x="18" y="36"/>
                  <a:pt x="18" y="36"/>
                </a:cubicBezTo>
                <a:close/>
                <a:moveTo>
                  <a:pt x="33" y="22"/>
                </a:moveTo>
                <a:cubicBezTo>
                  <a:pt x="33" y="22"/>
                  <a:pt x="33" y="22"/>
                  <a:pt x="33" y="22"/>
                </a:cubicBezTo>
                <a:cubicBezTo>
                  <a:pt x="34" y="23"/>
                  <a:pt x="35" y="23"/>
                  <a:pt x="35" y="23"/>
                </a:cubicBezTo>
                <a:cubicBezTo>
                  <a:pt x="36" y="23"/>
                  <a:pt x="37" y="23"/>
                  <a:pt x="38" y="22"/>
                </a:cubicBezTo>
                <a:cubicBezTo>
                  <a:pt x="38" y="22"/>
                  <a:pt x="39" y="21"/>
                  <a:pt x="39" y="20"/>
                </a:cubicBezTo>
                <a:cubicBezTo>
                  <a:pt x="39" y="20"/>
                  <a:pt x="38" y="19"/>
                  <a:pt x="38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7" y="18"/>
                  <a:pt x="36" y="17"/>
                  <a:pt x="35" y="17"/>
                </a:cubicBezTo>
                <a:cubicBezTo>
                  <a:pt x="35" y="17"/>
                  <a:pt x="34" y="18"/>
                  <a:pt x="33" y="18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9"/>
                  <a:pt x="32" y="20"/>
                  <a:pt x="32" y="20"/>
                </a:cubicBezTo>
                <a:cubicBezTo>
                  <a:pt x="32" y="21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lose/>
                <a:moveTo>
                  <a:pt x="35" y="20"/>
                </a:move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19"/>
                  <a:pt x="35" y="19"/>
                </a:cubicBezTo>
                <a:cubicBezTo>
                  <a:pt x="36" y="19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1"/>
                  <a:pt x="35" y="21"/>
                  <a:pt x="35" y="20"/>
                </a:cubicBezTo>
                <a:cubicBezTo>
                  <a:pt x="35" y="20"/>
                  <a:pt x="35" y="20"/>
                  <a:pt x="35" y="20"/>
                </a:cubicBezTo>
                <a:close/>
                <a:moveTo>
                  <a:pt x="17" y="22"/>
                </a:moveTo>
                <a:cubicBezTo>
                  <a:pt x="17" y="22"/>
                  <a:pt x="17" y="22"/>
                  <a:pt x="17" y="22"/>
                </a:cubicBezTo>
                <a:cubicBezTo>
                  <a:pt x="17" y="23"/>
                  <a:pt x="18" y="23"/>
                  <a:pt x="19" y="23"/>
                </a:cubicBezTo>
                <a:cubicBezTo>
                  <a:pt x="20" y="23"/>
                  <a:pt x="21" y="23"/>
                  <a:pt x="21" y="22"/>
                </a:cubicBezTo>
                <a:cubicBezTo>
                  <a:pt x="22" y="22"/>
                  <a:pt x="22" y="21"/>
                  <a:pt x="22" y="20"/>
                </a:cubicBezTo>
                <a:cubicBezTo>
                  <a:pt x="22" y="20"/>
                  <a:pt x="22" y="19"/>
                  <a:pt x="21" y="18"/>
                </a:cubicBezTo>
                <a:cubicBezTo>
                  <a:pt x="21" y="18"/>
                  <a:pt x="20" y="17"/>
                  <a:pt x="19" y="17"/>
                </a:cubicBezTo>
                <a:cubicBezTo>
                  <a:pt x="18" y="17"/>
                  <a:pt x="17" y="18"/>
                  <a:pt x="17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6" y="19"/>
                  <a:pt x="16" y="20"/>
                  <a:pt x="16" y="20"/>
                </a:cubicBezTo>
                <a:cubicBezTo>
                  <a:pt x="16" y="21"/>
                  <a:pt x="16" y="22"/>
                  <a:pt x="17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18" y="20"/>
                </a:moveTo>
                <a:cubicBezTo>
                  <a:pt x="18" y="20"/>
                  <a:pt x="18" y="20"/>
                  <a:pt x="18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9" y="20"/>
                  <a:pt x="19" y="19"/>
                  <a:pt x="19" y="19"/>
                </a:cubicBezTo>
                <a:cubicBezTo>
                  <a:pt x="19" y="19"/>
                  <a:pt x="20" y="20"/>
                  <a:pt x="20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19" y="21"/>
                  <a:pt x="19" y="21"/>
                </a:cubicBezTo>
                <a:cubicBezTo>
                  <a:pt x="19" y="21"/>
                  <a:pt x="19" y="21"/>
                  <a:pt x="18" y="21"/>
                </a:cubicBezTo>
                <a:cubicBezTo>
                  <a:pt x="18" y="21"/>
                  <a:pt x="18" y="21"/>
                  <a:pt x="18" y="20"/>
                </a:cubicBezTo>
                <a:cubicBezTo>
                  <a:pt x="18" y="20"/>
                  <a:pt x="18" y="20"/>
                  <a:pt x="18" y="20"/>
                </a:cubicBezTo>
                <a:close/>
                <a:moveTo>
                  <a:pt x="25" y="39"/>
                </a:moveTo>
                <a:cubicBezTo>
                  <a:pt x="25" y="39"/>
                  <a:pt x="25" y="39"/>
                  <a:pt x="25" y="39"/>
                </a:cubicBezTo>
                <a:cubicBezTo>
                  <a:pt x="26" y="39"/>
                  <a:pt x="26" y="39"/>
                  <a:pt x="27" y="39"/>
                </a:cubicBezTo>
                <a:cubicBezTo>
                  <a:pt x="28" y="39"/>
                  <a:pt x="29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30" y="38"/>
                  <a:pt x="30" y="37"/>
                  <a:pt x="30" y="36"/>
                </a:cubicBezTo>
                <a:cubicBezTo>
                  <a:pt x="30" y="36"/>
                  <a:pt x="30" y="35"/>
                  <a:pt x="2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4"/>
                  <a:pt x="28" y="33"/>
                  <a:pt x="27" y="33"/>
                </a:cubicBezTo>
                <a:cubicBezTo>
                  <a:pt x="26" y="33"/>
                  <a:pt x="26" y="34"/>
                  <a:pt x="25" y="34"/>
                </a:cubicBezTo>
                <a:cubicBezTo>
                  <a:pt x="25" y="35"/>
                  <a:pt x="24" y="36"/>
                  <a:pt x="24" y="36"/>
                </a:cubicBezTo>
                <a:cubicBezTo>
                  <a:pt x="24" y="37"/>
                  <a:pt x="25" y="38"/>
                  <a:pt x="25" y="39"/>
                </a:cubicBezTo>
                <a:cubicBezTo>
                  <a:pt x="25" y="39"/>
                  <a:pt x="25" y="39"/>
                  <a:pt x="25" y="39"/>
                </a:cubicBezTo>
                <a:close/>
                <a:moveTo>
                  <a:pt x="27" y="36"/>
                </a:move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7"/>
                  <a:pt x="28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6" y="37"/>
                  <a:pt x="26" y="37"/>
                  <a:pt x="26" y="36"/>
                </a:cubicBezTo>
                <a:cubicBezTo>
                  <a:pt x="26" y="36"/>
                  <a:pt x="26" y="36"/>
                  <a:pt x="27" y="36"/>
                </a:cubicBezTo>
                <a:close/>
                <a:moveTo>
                  <a:pt x="25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26" y="31"/>
                  <a:pt x="26" y="31"/>
                  <a:pt x="27" y="31"/>
                </a:cubicBezTo>
                <a:cubicBezTo>
                  <a:pt x="28" y="31"/>
                  <a:pt x="29" y="31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30" y="30"/>
                  <a:pt x="30" y="29"/>
                  <a:pt x="30" y="28"/>
                </a:cubicBezTo>
                <a:cubicBezTo>
                  <a:pt x="30" y="28"/>
                  <a:pt x="30" y="27"/>
                  <a:pt x="29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6"/>
                  <a:pt x="28" y="25"/>
                  <a:pt x="27" y="25"/>
                </a:cubicBezTo>
                <a:cubicBezTo>
                  <a:pt x="26" y="25"/>
                  <a:pt x="26" y="26"/>
                  <a:pt x="25" y="26"/>
                </a:cubicBezTo>
                <a:cubicBezTo>
                  <a:pt x="25" y="27"/>
                  <a:pt x="24" y="28"/>
                  <a:pt x="24" y="28"/>
                </a:cubicBezTo>
                <a:cubicBezTo>
                  <a:pt x="24" y="29"/>
                  <a:pt x="25" y="30"/>
                  <a:pt x="25" y="31"/>
                </a:cubicBezTo>
                <a:close/>
                <a:moveTo>
                  <a:pt x="27" y="28"/>
                </a:move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8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6" y="29"/>
                  <a:pt x="26" y="29"/>
                  <a:pt x="26" y="28"/>
                </a:cubicBezTo>
                <a:cubicBezTo>
                  <a:pt x="26" y="28"/>
                  <a:pt x="26" y="28"/>
                  <a:pt x="27" y="28"/>
                </a:cubicBezTo>
                <a:close/>
                <a:moveTo>
                  <a:pt x="25" y="22"/>
                </a:moveTo>
                <a:cubicBezTo>
                  <a:pt x="25" y="22"/>
                  <a:pt x="25" y="22"/>
                  <a:pt x="25" y="22"/>
                </a:cubicBezTo>
                <a:cubicBezTo>
                  <a:pt x="26" y="23"/>
                  <a:pt x="26" y="23"/>
                  <a:pt x="27" y="23"/>
                </a:cubicBezTo>
                <a:cubicBezTo>
                  <a:pt x="28" y="23"/>
                  <a:pt x="29" y="23"/>
                  <a:pt x="29" y="22"/>
                </a:cubicBezTo>
                <a:cubicBezTo>
                  <a:pt x="30" y="22"/>
                  <a:pt x="30" y="21"/>
                  <a:pt x="30" y="20"/>
                </a:cubicBezTo>
                <a:cubicBezTo>
                  <a:pt x="30" y="20"/>
                  <a:pt x="30" y="19"/>
                  <a:pt x="29" y="18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8"/>
                  <a:pt x="28" y="17"/>
                  <a:pt x="27" y="17"/>
                </a:cubicBezTo>
                <a:cubicBezTo>
                  <a:pt x="26" y="17"/>
                  <a:pt x="26" y="18"/>
                  <a:pt x="25" y="18"/>
                </a:cubicBezTo>
                <a:cubicBezTo>
                  <a:pt x="25" y="19"/>
                  <a:pt x="24" y="20"/>
                  <a:pt x="24" y="20"/>
                </a:cubicBezTo>
                <a:cubicBezTo>
                  <a:pt x="24" y="21"/>
                  <a:pt x="25" y="22"/>
                  <a:pt x="25" y="22"/>
                </a:cubicBezTo>
                <a:cubicBezTo>
                  <a:pt x="25" y="22"/>
                  <a:pt x="25" y="22"/>
                  <a:pt x="25" y="22"/>
                </a:cubicBezTo>
                <a:close/>
                <a:moveTo>
                  <a:pt x="27" y="20"/>
                </a:moveTo>
                <a:cubicBezTo>
                  <a:pt x="27" y="20"/>
                  <a:pt x="27" y="20"/>
                  <a:pt x="27" y="20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0"/>
                  <a:pt x="27" y="19"/>
                  <a:pt x="27" y="19"/>
                </a:cubicBezTo>
                <a:cubicBezTo>
                  <a:pt x="28" y="19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7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1"/>
                  <a:pt x="26" y="21"/>
                  <a:pt x="26" y="20"/>
                </a:cubicBezTo>
                <a:cubicBezTo>
                  <a:pt x="26" y="20"/>
                  <a:pt x="26" y="20"/>
                  <a:pt x="27" y="20"/>
                </a:cubicBezTo>
                <a:close/>
                <a:moveTo>
                  <a:pt x="17" y="31"/>
                </a:move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8" y="31"/>
                  <a:pt x="19" y="31"/>
                </a:cubicBezTo>
                <a:cubicBezTo>
                  <a:pt x="20" y="31"/>
                  <a:pt x="21" y="31"/>
                  <a:pt x="21" y="31"/>
                </a:cubicBezTo>
                <a:cubicBezTo>
                  <a:pt x="22" y="30"/>
                  <a:pt x="22" y="29"/>
                  <a:pt x="22" y="28"/>
                </a:cubicBezTo>
                <a:cubicBezTo>
                  <a:pt x="22" y="28"/>
                  <a:pt x="22" y="27"/>
                  <a:pt x="21" y="26"/>
                </a:cubicBezTo>
                <a:cubicBezTo>
                  <a:pt x="21" y="26"/>
                  <a:pt x="20" y="25"/>
                  <a:pt x="19" y="25"/>
                </a:cubicBezTo>
                <a:cubicBezTo>
                  <a:pt x="18" y="25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6" y="27"/>
                  <a:pt x="16" y="28"/>
                  <a:pt x="16" y="28"/>
                </a:cubicBezTo>
                <a:cubicBezTo>
                  <a:pt x="16" y="29"/>
                  <a:pt x="16" y="30"/>
                  <a:pt x="17" y="31"/>
                </a:cubicBezTo>
                <a:cubicBezTo>
                  <a:pt x="17" y="31"/>
                  <a:pt x="17" y="31"/>
                  <a:pt x="17" y="31"/>
                </a:cubicBezTo>
                <a:close/>
                <a:moveTo>
                  <a:pt x="18" y="28"/>
                </a:move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8" y="28"/>
                  <a:pt x="18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29"/>
                  <a:pt x="19" y="29"/>
                  <a:pt x="19" y="29"/>
                </a:cubicBezTo>
                <a:cubicBezTo>
                  <a:pt x="19" y="29"/>
                  <a:pt x="19" y="29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9"/>
                  <a:pt x="18" y="29"/>
                  <a:pt x="18" y="28"/>
                </a:cubicBezTo>
                <a:cubicBezTo>
                  <a:pt x="18" y="28"/>
                  <a:pt x="18" y="28"/>
                  <a:pt x="18" y="2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58" name="Freeform 392">
            <a:extLst>
              <a:ext uri="{FF2B5EF4-FFF2-40B4-BE49-F238E27FC236}">
                <a16:creationId xmlns:a16="http://schemas.microsoft.com/office/drawing/2014/main" id="{06D3B58E-E58D-E4AE-BE9A-34B440080471}"/>
              </a:ext>
            </a:extLst>
          </p:cNvPr>
          <p:cNvSpPr>
            <a:spLocks noEditPoints="1"/>
          </p:cNvSpPr>
          <p:nvPr/>
        </p:nvSpPr>
        <p:spPr bwMode="auto">
          <a:xfrm>
            <a:off x="6226635" y="1761515"/>
            <a:ext cx="131233" cy="173567"/>
          </a:xfrm>
          <a:custGeom>
            <a:avLst/>
            <a:gdLst>
              <a:gd name="T0" fmla="*/ 85725 w 31"/>
              <a:gd name="T1" fmla="*/ 50800 h 41"/>
              <a:gd name="T2" fmla="*/ 85725 w 31"/>
              <a:gd name="T3" fmla="*/ 38100 h 41"/>
              <a:gd name="T4" fmla="*/ 47625 w 31"/>
              <a:gd name="T5" fmla="*/ 0 h 41"/>
              <a:gd name="T6" fmla="*/ 25400 w 31"/>
              <a:gd name="T7" fmla="*/ 12700 h 41"/>
              <a:gd name="T8" fmla="*/ 12700 w 31"/>
              <a:gd name="T9" fmla="*/ 50800 h 41"/>
              <a:gd name="T10" fmla="*/ 3175 w 31"/>
              <a:gd name="T11" fmla="*/ 57150 h 41"/>
              <a:gd name="T12" fmla="*/ 0 w 31"/>
              <a:gd name="T13" fmla="*/ 66675 h 41"/>
              <a:gd name="T14" fmla="*/ 3175 w 31"/>
              <a:gd name="T15" fmla="*/ 123825 h 41"/>
              <a:gd name="T16" fmla="*/ 85725 w 31"/>
              <a:gd name="T17" fmla="*/ 130175 h 41"/>
              <a:gd name="T18" fmla="*/ 95250 w 31"/>
              <a:gd name="T19" fmla="*/ 123825 h 41"/>
              <a:gd name="T20" fmla="*/ 98425 w 31"/>
              <a:gd name="T21" fmla="*/ 66675 h 41"/>
              <a:gd name="T22" fmla="*/ 25400 w 31"/>
              <a:gd name="T23" fmla="*/ 38100 h 41"/>
              <a:gd name="T24" fmla="*/ 31750 w 31"/>
              <a:gd name="T25" fmla="*/ 19050 h 41"/>
              <a:gd name="T26" fmla="*/ 47625 w 31"/>
              <a:gd name="T27" fmla="*/ 12700 h 41"/>
              <a:gd name="T28" fmla="*/ 73025 w 31"/>
              <a:gd name="T29" fmla="*/ 38100 h 41"/>
              <a:gd name="T30" fmla="*/ 25400 w 31"/>
              <a:gd name="T31" fmla="*/ 50800 h 41"/>
              <a:gd name="T32" fmla="*/ 88900 w 31"/>
              <a:gd name="T33" fmla="*/ 114300 h 41"/>
              <a:gd name="T34" fmla="*/ 88900 w 31"/>
              <a:gd name="T35" fmla="*/ 117475 h 41"/>
              <a:gd name="T36" fmla="*/ 85725 w 31"/>
              <a:gd name="T37" fmla="*/ 117475 h 41"/>
              <a:gd name="T38" fmla="*/ 9525 w 31"/>
              <a:gd name="T39" fmla="*/ 117475 h 41"/>
              <a:gd name="T40" fmla="*/ 9525 w 31"/>
              <a:gd name="T41" fmla="*/ 66675 h 41"/>
              <a:gd name="T42" fmla="*/ 9525 w 31"/>
              <a:gd name="T43" fmla="*/ 63500 h 41"/>
              <a:gd name="T44" fmla="*/ 85725 w 31"/>
              <a:gd name="T45" fmla="*/ 63500 h 41"/>
              <a:gd name="T46" fmla="*/ 88900 w 31"/>
              <a:gd name="T47" fmla="*/ 66675 h 41"/>
              <a:gd name="T48" fmla="*/ 47625 w 31"/>
              <a:gd name="T49" fmla="*/ 73025 h 41"/>
              <a:gd name="T50" fmla="*/ 38100 w 31"/>
              <a:gd name="T51" fmla="*/ 76200 h 41"/>
              <a:gd name="T52" fmla="*/ 38100 w 31"/>
              <a:gd name="T53" fmla="*/ 95250 h 41"/>
              <a:gd name="T54" fmla="*/ 44450 w 31"/>
              <a:gd name="T55" fmla="*/ 104775 h 41"/>
              <a:gd name="T56" fmla="*/ 53975 w 31"/>
              <a:gd name="T57" fmla="*/ 104775 h 41"/>
              <a:gd name="T58" fmla="*/ 60325 w 31"/>
              <a:gd name="T59" fmla="*/ 95250 h 41"/>
              <a:gd name="T60" fmla="*/ 60325 w 31"/>
              <a:gd name="T61" fmla="*/ 76200 h 41"/>
              <a:gd name="T62" fmla="*/ 53975 w 31"/>
              <a:gd name="T63" fmla="*/ 92075 h 41"/>
              <a:gd name="T64" fmla="*/ 50800 w 31"/>
              <a:gd name="T65" fmla="*/ 92075 h 41"/>
              <a:gd name="T66" fmla="*/ 44450 w 31"/>
              <a:gd name="T67" fmla="*/ 92075 h 41"/>
              <a:gd name="T68" fmla="*/ 44450 w 31"/>
              <a:gd name="T69" fmla="*/ 79375 h 41"/>
              <a:gd name="T70" fmla="*/ 53975 w 31"/>
              <a:gd name="T71" fmla="*/ 79375 h 41"/>
              <a:gd name="T72" fmla="*/ 53975 w 31"/>
              <a:gd name="T73" fmla="*/ 92075 h 41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31" h="41">
                <a:moveTo>
                  <a:pt x="30" y="18"/>
                </a:moveTo>
                <a:cubicBezTo>
                  <a:pt x="29" y="17"/>
                  <a:pt x="28" y="16"/>
                  <a:pt x="27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9"/>
                  <a:pt x="26" y="6"/>
                  <a:pt x="23" y="4"/>
                </a:cubicBezTo>
                <a:cubicBezTo>
                  <a:pt x="21" y="2"/>
                  <a:pt x="19" y="0"/>
                  <a:pt x="15" y="0"/>
                </a:cubicBezTo>
                <a:cubicBezTo>
                  <a:pt x="12" y="0"/>
                  <a:pt x="10" y="2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5" y="6"/>
                  <a:pt x="4" y="9"/>
                  <a:pt x="4" y="12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3" y="16"/>
                  <a:pt x="2" y="17"/>
                  <a:pt x="1" y="18"/>
                </a:cubicBezTo>
                <a:cubicBezTo>
                  <a:pt x="1" y="18"/>
                  <a:pt x="1" y="18"/>
                  <a:pt x="1" y="18"/>
                </a:cubicBezTo>
                <a:cubicBezTo>
                  <a:pt x="0" y="18"/>
                  <a:pt x="0" y="20"/>
                  <a:pt x="0" y="21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0" y="39"/>
                  <a:pt x="1" y="39"/>
                </a:cubicBezTo>
                <a:cubicBezTo>
                  <a:pt x="2" y="40"/>
                  <a:pt x="3" y="41"/>
                  <a:pt x="4" y="41"/>
                </a:cubicBezTo>
                <a:cubicBezTo>
                  <a:pt x="27" y="41"/>
                  <a:pt x="27" y="41"/>
                  <a:pt x="27" y="41"/>
                </a:cubicBezTo>
                <a:cubicBezTo>
                  <a:pt x="28" y="41"/>
                  <a:pt x="29" y="40"/>
                  <a:pt x="30" y="40"/>
                </a:cubicBezTo>
                <a:cubicBezTo>
                  <a:pt x="30" y="39"/>
                  <a:pt x="30" y="39"/>
                  <a:pt x="30" y="39"/>
                </a:cubicBezTo>
                <a:cubicBezTo>
                  <a:pt x="31" y="39"/>
                  <a:pt x="31" y="38"/>
                  <a:pt x="31" y="36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0"/>
                  <a:pt x="31" y="18"/>
                  <a:pt x="30" y="18"/>
                </a:cubicBezTo>
                <a:close/>
                <a:moveTo>
                  <a:pt x="8" y="12"/>
                </a:moveTo>
                <a:cubicBezTo>
                  <a:pt x="8" y="12"/>
                  <a:pt x="8" y="12"/>
                  <a:pt x="8" y="12"/>
                </a:cubicBezTo>
                <a:cubicBezTo>
                  <a:pt x="8" y="10"/>
                  <a:pt x="9" y="8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1" y="5"/>
                  <a:pt x="13" y="4"/>
                  <a:pt x="15" y="4"/>
                </a:cubicBezTo>
                <a:cubicBezTo>
                  <a:pt x="18" y="4"/>
                  <a:pt x="20" y="5"/>
                  <a:pt x="21" y="6"/>
                </a:cubicBezTo>
                <a:cubicBezTo>
                  <a:pt x="22" y="8"/>
                  <a:pt x="23" y="10"/>
                  <a:pt x="23" y="12"/>
                </a:cubicBezTo>
                <a:cubicBezTo>
                  <a:pt x="23" y="16"/>
                  <a:pt x="23" y="16"/>
                  <a:pt x="23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8" y="12"/>
                  <a:pt x="8" y="12"/>
                </a:cubicBezTo>
                <a:close/>
                <a:moveTo>
                  <a:pt x="28" y="36"/>
                </a:moveTo>
                <a:cubicBezTo>
                  <a:pt x="28" y="36"/>
                  <a:pt x="28" y="36"/>
                  <a:pt x="28" y="36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37"/>
                  <a:pt x="3" y="37"/>
                  <a:pt x="3" y="37"/>
                </a:cubicBezTo>
                <a:cubicBezTo>
                  <a:pt x="3" y="37"/>
                  <a:pt x="3" y="37"/>
                  <a:pt x="3" y="36"/>
                </a:cubicBezTo>
                <a:cubicBezTo>
                  <a:pt x="3" y="21"/>
                  <a:pt x="3" y="21"/>
                  <a:pt x="3" y="21"/>
                </a:cubicBezTo>
                <a:cubicBezTo>
                  <a:pt x="3" y="21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4" y="20"/>
                  <a:pt x="4" y="20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0"/>
                  <a:pt x="27" y="20"/>
                  <a:pt x="28" y="20"/>
                </a:cubicBezTo>
                <a:cubicBezTo>
                  <a:pt x="28" y="20"/>
                  <a:pt x="28" y="21"/>
                  <a:pt x="28" y="21"/>
                </a:cubicBezTo>
                <a:cubicBezTo>
                  <a:pt x="28" y="36"/>
                  <a:pt x="28" y="36"/>
                  <a:pt x="28" y="36"/>
                </a:cubicBezTo>
                <a:close/>
                <a:moveTo>
                  <a:pt x="15" y="23"/>
                </a:moveTo>
                <a:cubicBezTo>
                  <a:pt x="15" y="23"/>
                  <a:pt x="15" y="23"/>
                  <a:pt x="15" y="23"/>
                </a:cubicBezTo>
                <a:cubicBezTo>
                  <a:pt x="14" y="23"/>
                  <a:pt x="13" y="23"/>
                  <a:pt x="12" y="24"/>
                </a:cubicBezTo>
                <a:cubicBezTo>
                  <a:pt x="12" y="25"/>
                  <a:pt x="11" y="26"/>
                  <a:pt x="11" y="27"/>
                </a:cubicBezTo>
                <a:cubicBezTo>
                  <a:pt x="11" y="28"/>
                  <a:pt x="12" y="29"/>
                  <a:pt x="12" y="30"/>
                </a:cubicBezTo>
                <a:cubicBezTo>
                  <a:pt x="13" y="31"/>
                  <a:pt x="14" y="31"/>
                  <a:pt x="14" y="31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4"/>
                  <a:pt x="15" y="34"/>
                  <a:pt x="15" y="34"/>
                </a:cubicBezTo>
                <a:cubicBezTo>
                  <a:pt x="16" y="34"/>
                  <a:pt x="17" y="34"/>
                  <a:pt x="17" y="33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8" y="31"/>
                  <a:pt x="19" y="30"/>
                </a:cubicBezTo>
                <a:cubicBezTo>
                  <a:pt x="19" y="29"/>
                  <a:pt x="20" y="28"/>
                  <a:pt x="20" y="27"/>
                </a:cubicBezTo>
                <a:cubicBezTo>
                  <a:pt x="20" y="26"/>
                  <a:pt x="19" y="25"/>
                  <a:pt x="19" y="24"/>
                </a:cubicBezTo>
                <a:cubicBezTo>
                  <a:pt x="18" y="23"/>
                  <a:pt x="17" y="23"/>
                  <a:pt x="15" y="23"/>
                </a:cubicBezTo>
                <a:close/>
                <a:moveTo>
                  <a:pt x="17" y="29"/>
                </a:moveTo>
                <a:cubicBezTo>
                  <a:pt x="17" y="29"/>
                  <a:pt x="17" y="29"/>
                  <a:pt x="17" y="29"/>
                </a:cubicBezTo>
                <a:cubicBezTo>
                  <a:pt x="17" y="29"/>
                  <a:pt x="16" y="29"/>
                  <a:pt x="16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4" y="29"/>
                  <a:pt x="14" y="29"/>
                </a:cubicBezTo>
                <a:cubicBezTo>
                  <a:pt x="14" y="28"/>
                  <a:pt x="13" y="28"/>
                  <a:pt x="13" y="27"/>
                </a:cubicBezTo>
                <a:cubicBezTo>
                  <a:pt x="13" y="26"/>
                  <a:pt x="14" y="26"/>
                  <a:pt x="14" y="25"/>
                </a:cubicBezTo>
                <a:cubicBezTo>
                  <a:pt x="14" y="25"/>
                  <a:pt x="15" y="25"/>
                  <a:pt x="15" y="25"/>
                </a:cubicBezTo>
                <a:cubicBezTo>
                  <a:pt x="16" y="25"/>
                  <a:pt x="17" y="25"/>
                  <a:pt x="17" y="25"/>
                </a:cubicBezTo>
                <a:cubicBezTo>
                  <a:pt x="17" y="26"/>
                  <a:pt x="18" y="26"/>
                  <a:pt x="18" y="27"/>
                </a:cubicBezTo>
                <a:cubicBezTo>
                  <a:pt x="18" y="28"/>
                  <a:pt x="17" y="28"/>
                  <a:pt x="17" y="2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59" name="Freeform 393">
            <a:extLst>
              <a:ext uri="{FF2B5EF4-FFF2-40B4-BE49-F238E27FC236}">
                <a16:creationId xmlns:a16="http://schemas.microsoft.com/office/drawing/2014/main" id="{D00C931E-DAD1-BDB9-382D-C52EDB49701E}"/>
              </a:ext>
            </a:extLst>
          </p:cNvPr>
          <p:cNvSpPr>
            <a:spLocks noEditPoints="1"/>
          </p:cNvSpPr>
          <p:nvPr/>
        </p:nvSpPr>
        <p:spPr bwMode="auto">
          <a:xfrm>
            <a:off x="10661051" y="3054798"/>
            <a:ext cx="186267" cy="135467"/>
          </a:xfrm>
          <a:custGeom>
            <a:avLst/>
            <a:gdLst>
              <a:gd name="T0" fmla="*/ 139700 w 44"/>
              <a:gd name="T1" fmla="*/ 3175 h 32"/>
              <a:gd name="T2" fmla="*/ 139700 w 44"/>
              <a:gd name="T3" fmla="*/ 3175 h 32"/>
              <a:gd name="T4" fmla="*/ 139700 w 44"/>
              <a:gd name="T5" fmla="*/ 3175 h 32"/>
              <a:gd name="T6" fmla="*/ 139700 w 44"/>
              <a:gd name="T7" fmla="*/ 3175 h 32"/>
              <a:gd name="T8" fmla="*/ 139700 w 44"/>
              <a:gd name="T9" fmla="*/ 3175 h 32"/>
              <a:gd name="T10" fmla="*/ 139700 w 44"/>
              <a:gd name="T11" fmla="*/ 0 h 32"/>
              <a:gd name="T12" fmla="*/ 139700 w 44"/>
              <a:gd name="T13" fmla="*/ 0 h 32"/>
              <a:gd name="T14" fmla="*/ 139700 w 44"/>
              <a:gd name="T15" fmla="*/ 0 h 32"/>
              <a:gd name="T16" fmla="*/ 139700 w 44"/>
              <a:gd name="T17" fmla="*/ 0 h 32"/>
              <a:gd name="T18" fmla="*/ 139700 w 44"/>
              <a:gd name="T19" fmla="*/ 0 h 32"/>
              <a:gd name="T20" fmla="*/ 139700 w 44"/>
              <a:gd name="T21" fmla="*/ 0 h 32"/>
              <a:gd name="T22" fmla="*/ 139700 w 44"/>
              <a:gd name="T23" fmla="*/ 0 h 32"/>
              <a:gd name="T24" fmla="*/ 139700 w 44"/>
              <a:gd name="T25" fmla="*/ 0 h 32"/>
              <a:gd name="T26" fmla="*/ 139700 w 44"/>
              <a:gd name="T27" fmla="*/ 0 h 32"/>
              <a:gd name="T28" fmla="*/ 139700 w 44"/>
              <a:gd name="T29" fmla="*/ 0 h 32"/>
              <a:gd name="T30" fmla="*/ 139700 w 44"/>
              <a:gd name="T31" fmla="*/ 0 h 32"/>
              <a:gd name="T32" fmla="*/ 139700 w 44"/>
              <a:gd name="T33" fmla="*/ 0 h 32"/>
              <a:gd name="T34" fmla="*/ 139700 w 44"/>
              <a:gd name="T35" fmla="*/ 0 h 32"/>
              <a:gd name="T36" fmla="*/ 139700 w 44"/>
              <a:gd name="T37" fmla="*/ 0 h 32"/>
              <a:gd name="T38" fmla="*/ 139700 w 44"/>
              <a:gd name="T39" fmla="*/ 0 h 32"/>
              <a:gd name="T40" fmla="*/ 139700 w 44"/>
              <a:gd name="T41" fmla="*/ 0 h 32"/>
              <a:gd name="T42" fmla="*/ 139700 w 44"/>
              <a:gd name="T43" fmla="*/ 0 h 32"/>
              <a:gd name="T44" fmla="*/ 139700 w 44"/>
              <a:gd name="T45" fmla="*/ 0 h 32"/>
              <a:gd name="T46" fmla="*/ 139700 w 44"/>
              <a:gd name="T47" fmla="*/ 0 h 32"/>
              <a:gd name="T48" fmla="*/ 139700 w 44"/>
              <a:gd name="T49" fmla="*/ 0 h 32"/>
              <a:gd name="T50" fmla="*/ 139700 w 44"/>
              <a:gd name="T51" fmla="*/ 0 h 32"/>
              <a:gd name="T52" fmla="*/ 136525 w 44"/>
              <a:gd name="T53" fmla="*/ 0 h 32"/>
              <a:gd name="T54" fmla="*/ 136525 w 44"/>
              <a:gd name="T55" fmla="*/ 0 h 32"/>
              <a:gd name="T56" fmla="*/ 136525 w 44"/>
              <a:gd name="T57" fmla="*/ 0 h 32"/>
              <a:gd name="T58" fmla="*/ 136525 w 44"/>
              <a:gd name="T59" fmla="*/ 0 h 32"/>
              <a:gd name="T60" fmla="*/ 136525 w 44"/>
              <a:gd name="T61" fmla="*/ 0 h 32"/>
              <a:gd name="T62" fmla="*/ 136525 w 44"/>
              <a:gd name="T63" fmla="*/ 0 h 32"/>
              <a:gd name="T64" fmla="*/ 136525 w 44"/>
              <a:gd name="T65" fmla="*/ 0 h 32"/>
              <a:gd name="T66" fmla="*/ 136525 w 44"/>
              <a:gd name="T67" fmla="*/ 0 h 32"/>
              <a:gd name="T68" fmla="*/ 136525 w 44"/>
              <a:gd name="T69" fmla="*/ 0 h 32"/>
              <a:gd name="T70" fmla="*/ 0 w 44"/>
              <a:gd name="T71" fmla="*/ 50800 h 32"/>
              <a:gd name="T72" fmla="*/ 41275 w 44"/>
              <a:gd name="T73" fmla="*/ 73025 h 32"/>
              <a:gd name="T74" fmla="*/ 50800 w 44"/>
              <a:gd name="T75" fmla="*/ 98425 h 32"/>
              <a:gd name="T76" fmla="*/ 101600 w 44"/>
              <a:gd name="T77" fmla="*/ 95250 h 32"/>
              <a:gd name="T78" fmla="*/ 139700 w 44"/>
              <a:gd name="T79" fmla="*/ 3175 h 32"/>
              <a:gd name="T80" fmla="*/ 139700 w 44"/>
              <a:gd name="T81" fmla="*/ 3175 h 32"/>
              <a:gd name="T82" fmla="*/ 139700 w 44"/>
              <a:gd name="T83" fmla="*/ 3175 h 32"/>
              <a:gd name="T84" fmla="*/ 139700 w 44"/>
              <a:gd name="T85" fmla="*/ 3175 h 32"/>
              <a:gd name="T86" fmla="*/ 139700 w 44"/>
              <a:gd name="T87" fmla="*/ 3175 h 32"/>
              <a:gd name="T88" fmla="*/ 139700 w 44"/>
              <a:gd name="T89" fmla="*/ 3175 h 32"/>
              <a:gd name="T90" fmla="*/ 139700 w 44"/>
              <a:gd name="T91" fmla="*/ 3175 h 32"/>
              <a:gd name="T92" fmla="*/ 139700 w 44"/>
              <a:gd name="T93" fmla="*/ 3175 h 32"/>
              <a:gd name="T94" fmla="*/ 139700 w 44"/>
              <a:gd name="T95" fmla="*/ 3175 h 32"/>
              <a:gd name="T96" fmla="*/ 139700 w 44"/>
              <a:gd name="T97" fmla="*/ 3175 h 32"/>
              <a:gd name="T98" fmla="*/ 44450 w 44"/>
              <a:gd name="T99" fmla="*/ 66675 h 32"/>
              <a:gd name="T100" fmla="*/ 44450 w 44"/>
              <a:gd name="T101" fmla="*/ 66675 h 32"/>
              <a:gd name="T102" fmla="*/ 50800 w 44"/>
              <a:gd name="T103" fmla="*/ 76200 h 32"/>
              <a:gd name="T104" fmla="*/ 98425 w 44"/>
              <a:gd name="T105" fmla="*/ 88900 h 32"/>
              <a:gd name="T106" fmla="*/ 130175 w 44"/>
              <a:gd name="T107" fmla="*/ 12700 h 3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4" h="32">
                <a:moveTo>
                  <a:pt x="44" y="1"/>
                </a:move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0" y="17"/>
                  <a:pt x="0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13" y="23"/>
                  <a:pt x="13" y="23"/>
                  <a:pt x="13" y="23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1"/>
                  <a:pt x="15" y="32"/>
                  <a:pt x="16" y="32"/>
                </a:cubicBezTo>
                <a:cubicBezTo>
                  <a:pt x="16" y="32"/>
                  <a:pt x="16" y="31"/>
                  <a:pt x="16" y="31"/>
                </a:cubicBezTo>
                <a:cubicBezTo>
                  <a:pt x="21" y="26"/>
                  <a:pt x="21" y="26"/>
                  <a:pt x="21" y="26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1"/>
                  <a:pt x="32" y="30"/>
                  <a:pt x="32" y="30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lose/>
                <a:moveTo>
                  <a:pt x="14" y="21"/>
                </a:moveTo>
                <a:cubicBezTo>
                  <a:pt x="14" y="21"/>
                  <a:pt x="14" y="21"/>
                  <a:pt x="14" y="21"/>
                </a:cubicBezTo>
                <a:cubicBezTo>
                  <a:pt x="4" y="17"/>
                  <a:pt x="4" y="17"/>
                  <a:pt x="4" y="17"/>
                </a:cubicBezTo>
                <a:cubicBezTo>
                  <a:pt x="37" y="5"/>
                  <a:pt x="37" y="5"/>
                  <a:pt x="37" y="5"/>
                </a:cubicBezTo>
                <a:cubicBezTo>
                  <a:pt x="14" y="21"/>
                  <a:pt x="14" y="21"/>
                  <a:pt x="14" y="21"/>
                </a:cubicBezTo>
                <a:close/>
                <a:moveTo>
                  <a:pt x="16" y="28"/>
                </a:moveTo>
                <a:cubicBezTo>
                  <a:pt x="16" y="28"/>
                  <a:pt x="16" y="28"/>
                  <a:pt x="16" y="28"/>
                </a:cubicBezTo>
                <a:cubicBezTo>
                  <a:pt x="16" y="24"/>
                  <a:pt x="16" y="24"/>
                  <a:pt x="16" y="24"/>
                </a:cubicBezTo>
                <a:cubicBezTo>
                  <a:pt x="19" y="26"/>
                  <a:pt x="19" y="26"/>
                  <a:pt x="19" y="26"/>
                </a:cubicBezTo>
                <a:cubicBezTo>
                  <a:pt x="16" y="28"/>
                  <a:pt x="16" y="28"/>
                  <a:pt x="16" y="28"/>
                </a:cubicBezTo>
                <a:close/>
                <a:moveTo>
                  <a:pt x="31" y="28"/>
                </a:moveTo>
                <a:cubicBezTo>
                  <a:pt x="31" y="28"/>
                  <a:pt x="31" y="28"/>
                  <a:pt x="31" y="28"/>
                </a:cubicBezTo>
                <a:cubicBezTo>
                  <a:pt x="16" y="22"/>
                  <a:pt x="16" y="22"/>
                  <a:pt x="16" y="22"/>
                </a:cubicBezTo>
                <a:cubicBezTo>
                  <a:pt x="41" y="4"/>
                  <a:pt x="41" y="4"/>
                  <a:pt x="41" y="4"/>
                </a:cubicBezTo>
                <a:cubicBezTo>
                  <a:pt x="31" y="28"/>
                  <a:pt x="31" y="28"/>
                  <a:pt x="31" y="28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60" name="Freeform 394">
            <a:extLst>
              <a:ext uri="{FF2B5EF4-FFF2-40B4-BE49-F238E27FC236}">
                <a16:creationId xmlns:a16="http://schemas.microsoft.com/office/drawing/2014/main" id="{9C473200-2CF5-1901-A767-7262219FB10E}"/>
              </a:ext>
            </a:extLst>
          </p:cNvPr>
          <p:cNvSpPr>
            <a:spLocks noEditPoints="1"/>
          </p:cNvSpPr>
          <p:nvPr/>
        </p:nvSpPr>
        <p:spPr bwMode="auto">
          <a:xfrm>
            <a:off x="4287768" y="6060465"/>
            <a:ext cx="190500" cy="194733"/>
          </a:xfrm>
          <a:custGeom>
            <a:avLst/>
            <a:gdLst>
              <a:gd name="T0" fmla="*/ 136525 w 45"/>
              <a:gd name="T1" fmla="*/ 44450 h 46"/>
              <a:gd name="T2" fmla="*/ 123825 w 45"/>
              <a:gd name="T3" fmla="*/ 38100 h 46"/>
              <a:gd name="T4" fmla="*/ 133350 w 45"/>
              <a:gd name="T5" fmla="*/ 28575 h 46"/>
              <a:gd name="T6" fmla="*/ 136525 w 45"/>
              <a:gd name="T7" fmla="*/ 25400 h 46"/>
              <a:gd name="T8" fmla="*/ 136525 w 45"/>
              <a:gd name="T9" fmla="*/ 6350 h 46"/>
              <a:gd name="T10" fmla="*/ 130175 w 45"/>
              <a:gd name="T11" fmla="*/ 0 h 46"/>
              <a:gd name="T12" fmla="*/ 6350 w 45"/>
              <a:gd name="T13" fmla="*/ 0 h 46"/>
              <a:gd name="T14" fmla="*/ 0 w 45"/>
              <a:gd name="T15" fmla="*/ 6350 h 46"/>
              <a:gd name="T16" fmla="*/ 0 w 45"/>
              <a:gd name="T17" fmla="*/ 25400 h 46"/>
              <a:gd name="T18" fmla="*/ 3175 w 45"/>
              <a:gd name="T19" fmla="*/ 28575 h 46"/>
              <a:gd name="T20" fmla="*/ 50800 w 45"/>
              <a:gd name="T21" fmla="*/ 79375 h 46"/>
              <a:gd name="T22" fmla="*/ 50800 w 45"/>
              <a:gd name="T23" fmla="*/ 139700 h 46"/>
              <a:gd name="T24" fmla="*/ 50800 w 45"/>
              <a:gd name="T25" fmla="*/ 139700 h 46"/>
              <a:gd name="T26" fmla="*/ 50800 w 45"/>
              <a:gd name="T27" fmla="*/ 146050 h 46"/>
              <a:gd name="T28" fmla="*/ 60325 w 45"/>
              <a:gd name="T29" fmla="*/ 146050 h 46"/>
              <a:gd name="T30" fmla="*/ 82550 w 45"/>
              <a:gd name="T31" fmla="*/ 127000 h 46"/>
              <a:gd name="T32" fmla="*/ 85725 w 45"/>
              <a:gd name="T33" fmla="*/ 120650 h 46"/>
              <a:gd name="T34" fmla="*/ 85725 w 45"/>
              <a:gd name="T35" fmla="*/ 79375 h 46"/>
              <a:gd name="T36" fmla="*/ 101600 w 45"/>
              <a:gd name="T37" fmla="*/ 63500 h 46"/>
              <a:gd name="T38" fmla="*/ 107950 w 45"/>
              <a:gd name="T39" fmla="*/ 73025 h 46"/>
              <a:gd name="T40" fmla="*/ 120650 w 45"/>
              <a:gd name="T41" fmla="*/ 79375 h 46"/>
              <a:gd name="T42" fmla="*/ 136525 w 45"/>
              <a:gd name="T43" fmla="*/ 73025 h 46"/>
              <a:gd name="T44" fmla="*/ 142875 w 45"/>
              <a:gd name="T45" fmla="*/ 60325 h 46"/>
              <a:gd name="T46" fmla="*/ 136525 w 45"/>
              <a:gd name="T47" fmla="*/ 44450 h 46"/>
              <a:gd name="T48" fmla="*/ 12700 w 45"/>
              <a:gd name="T49" fmla="*/ 12700 h 46"/>
              <a:gd name="T50" fmla="*/ 12700 w 45"/>
              <a:gd name="T51" fmla="*/ 12700 h 46"/>
              <a:gd name="T52" fmla="*/ 123825 w 45"/>
              <a:gd name="T53" fmla="*/ 12700 h 46"/>
              <a:gd name="T54" fmla="*/ 123825 w 45"/>
              <a:gd name="T55" fmla="*/ 22225 h 46"/>
              <a:gd name="T56" fmla="*/ 12700 w 45"/>
              <a:gd name="T57" fmla="*/ 22225 h 46"/>
              <a:gd name="T58" fmla="*/ 12700 w 45"/>
              <a:gd name="T59" fmla="*/ 12700 h 46"/>
              <a:gd name="T60" fmla="*/ 76200 w 45"/>
              <a:gd name="T61" fmla="*/ 73025 h 46"/>
              <a:gd name="T62" fmla="*/ 76200 w 45"/>
              <a:gd name="T63" fmla="*/ 73025 h 46"/>
              <a:gd name="T64" fmla="*/ 73025 w 45"/>
              <a:gd name="T65" fmla="*/ 76200 h 46"/>
              <a:gd name="T66" fmla="*/ 73025 w 45"/>
              <a:gd name="T67" fmla="*/ 117475 h 46"/>
              <a:gd name="T68" fmla="*/ 60325 w 45"/>
              <a:gd name="T69" fmla="*/ 130175 h 46"/>
              <a:gd name="T70" fmla="*/ 60325 w 45"/>
              <a:gd name="T71" fmla="*/ 76200 h 46"/>
              <a:gd name="T72" fmla="*/ 60325 w 45"/>
              <a:gd name="T73" fmla="*/ 73025 h 46"/>
              <a:gd name="T74" fmla="*/ 15875 w 45"/>
              <a:gd name="T75" fmla="*/ 28575 h 46"/>
              <a:gd name="T76" fmla="*/ 117475 w 45"/>
              <a:gd name="T77" fmla="*/ 28575 h 46"/>
              <a:gd name="T78" fmla="*/ 76200 w 45"/>
              <a:gd name="T79" fmla="*/ 73025 h 46"/>
              <a:gd name="T80" fmla="*/ 133350 w 45"/>
              <a:gd name="T81" fmla="*/ 69850 h 46"/>
              <a:gd name="T82" fmla="*/ 133350 w 45"/>
              <a:gd name="T83" fmla="*/ 69850 h 46"/>
              <a:gd name="T84" fmla="*/ 120650 w 45"/>
              <a:gd name="T85" fmla="*/ 73025 h 46"/>
              <a:gd name="T86" fmla="*/ 111125 w 45"/>
              <a:gd name="T87" fmla="*/ 69850 h 46"/>
              <a:gd name="T88" fmla="*/ 107950 w 45"/>
              <a:gd name="T89" fmla="*/ 60325 h 46"/>
              <a:gd name="T90" fmla="*/ 107950 w 45"/>
              <a:gd name="T91" fmla="*/ 53975 h 46"/>
              <a:gd name="T92" fmla="*/ 117475 w 45"/>
              <a:gd name="T93" fmla="*/ 44450 h 46"/>
              <a:gd name="T94" fmla="*/ 120650 w 45"/>
              <a:gd name="T95" fmla="*/ 44450 h 46"/>
              <a:gd name="T96" fmla="*/ 133350 w 45"/>
              <a:gd name="T97" fmla="*/ 47625 h 46"/>
              <a:gd name="T98" fmla="*/ 136525 w 45"/>
              <a:gd name="T99" fmla="*/ 60325 h 46"/>
              <a:gd name="T100" fmla="*/ 133350 w 45"/>
              <a:gd name="T101" fmla="*/ 69850 h 4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45" h="46">
                <a:moveTo>
                  <a:pt x="43" y="14"/>
                </a:moveTo>
                <a:cubicBezTo>
                  <a:pt x="42" y="13"/>
                  <a:pt x="41" y="12"/>
                  <a:pt x="39" y="12"/>
                </a:cubicBezTo>
                <a:cubicBezTo>
                  <a:pt x="42" y="9"/>
                  <a:pt x="42" y="9"/>
                  <a:pt x="42" y="9"/>
                </a:cubicBezTo>
                <a:cubicBezTo>
                  <a:pt x="42" y="9"/>
                  <a:pt x="43" y="9"/>
                  <a:pt x="43" y="8"/>
                </a:cubicBezTo>
                <a:cubicBezTo>
                  <a:pt x="43" y="2"/>
                  <a:pt x="43" y="2"/>
                  <a:pt x="43" y="2"/>
                </a:cubicBezTo>
                <a:cubicBezTo>
                  <a:pt x="43" y="1"/>
                  <a:pt x="42" y="0"/>
                  <a:pt x="41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8"/>
                  <a:pt x="0" y="8"/>
                  <a:pt x="0" y="8"/>
                </a:cubicBezTo>
                <a:cubicBezTo>
                  <a:pt x="0" y="9"/>
                  <a:pt x="0" y="9"/>
                  <a:pt x="1" y="9"/>
                </a:cubicBezTo>
                <a:cubicBezTo>
                  <a:pt x="16" y="25"/>
                  <a:pt x="16" y="25"/>
                  <a:pt x="16" y="25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5"/>
                  <a:pt x="16" y="45"/>
                  <a:pt x="16" y="46"/>
                </a:cubicBezTo>
                <a:cubicBezTo>
                  <a:pt x="17" y="46"/>
                  <a:pt x="18" y="46"/>
                  <a:pt x="19" y="46"/>
                </a:cubicBezTo>
                <a:cubicBezTo>
                  <a:pt x="26" y="40"/>
                  <a:pt x="26" y="40"/>
                  <a:pt x="26" y="40"/>
                </a:cubicBezTo>
                <a:cubicBezTo>
                  <a:pt x="27" y="39"/>
                  <a:pt x="27" y="39"/>
                  <a:pt x="27" y="38"/>
                </a:cubicBezTo>
                <a:cubicBezTo>
                  <a:pt x="27" y="25"/>
                  <a:pt x="27" y="25"/>
                  <a:pt x="27" y="25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1"/>
                  <a:pt x="33" y="22"/>
                  <a:pt x="34" y="23"/>
                </a:cubicBezTo>
                <a:cubicBezTo>
                  <a:pt x="35" y="24"/>
                  <a:pt x="37" y="25"/>
                  <a:pt x="38" y="25"/>
                </a:cubicBezTo>
                <a:cubicBezTo>
                  <a:pt x="40" y="25"/>
                  <a:pt x="42" y="24"/>
                  <a:pt x="43" y="23"/>
                </a:cubicBezTo>
                <a:cubicBezTo>
                  <a:pt x="44" y="22"/>
                  <a:pt x="45" y="20"/>
                  <a:pt x="45" y="19"/>
                </a:cubicBezTo>
                <a:cubicBezTo>
                  <a:pt x="45" y="17"/>
                  <a:pt x="44" y="15"/>
                  <a:pt x="43" y="14"/>
                </a:cubicBezTo>
                <a:close/>
                <a:moveTo>
                  <a:pt x="4" y="4"/>
                </a:moveTo>
                <a:cubicBezTo>
                  <a:pt x="4" y="4"/>
                  <a:pt x="4" y="4"/>
                  <a:pt x="4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7"/>
                  <a:pt x="39" y="7"/>
                  <a:pt x="39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4"/>
                  <a:pt x="4" y="4"/>
                  <a:pt x="4" y="4"/>
                </a:cubicBezTo>
                <a:close/>
                <a:moveTo>
                  <a:pt x="24" y="23"/>
                </a:moveTo>
                <a:cubicBezTo>
                  <a:pt x="24" y="23"/>
                  <a:pt x="24" y="23"/>
                  <a:pt x="24" y="23"/>
                </a:cubicBezTo>
                <a:cubicBezTo>
                  <a:pt x="23" y="23"/>
                  <a:pt x="23" y="23"/>
                  <a:pt x="23" y="24"/>
                </a:cubicBezTo>
                <a:cubicBezTo>
                  <a:pt x="23" y="37"/>
                  <a:pt x="23" y="37"/>
                  <a:pt x="23" y="37"/>
                </a:cubicBezTo>
                <a:cubicBezTo>
                  <a:pt x="19" y="41"/>
                  <a:pt x="19" y="41"/>
                  <a:pt x="19" y="41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3"/>
                  <a:pt x="19" y="23"/>
                  <a:pt x="19" y="23"/>
                </a:cubicBezTo>
                <a:cubicBezTo>
                  <a:pt x="5" y="9"/>
                  <a:pt x="5" y="9"/>
                  <a:pt x="5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24" y="23"/>
                  <a:pt x="24" y="23"/>
                  <a:pt x="24" y="23"/>
                </a:cubicBezTo>
                <a:close/>
                <a:moveTo>
                  <a:pt x="42" y="22"/>
                </a:moveTo>
                <a:cubicBezTo>
                  <a:pt x="42" y="22"/>
                  <a:pt x="42" y="22"/>
                  <a:pt x="42" y="22"/>
                </a:cubicBezTo>
                <a:cubicBezTo>
                  <a:pt x="41" y="23"/>
                  <a:pt x="40" y="23"/>
                  <a:pt x="38" y="23"/>
                </a:cubicBezTo>
                <a:cubicBezTo>
                  <a:pt x="37" y="23"/>
                  <a:pt x="36" y="23"/>
                  <a:pt x="35" y="22"/>
                </a:cubicBezTo>
                <a:cubicBezTo>
                  <a:pt x="34" y="21"/>
                  <a:pt x="34" y="20"/>
                  <a:pt x="34" y="19"/>
                </a:cubicBezTo>
                <a:cubicBezTo>
                  <a:pt x="34" y="18"/>
                  <a:pt x="34" y="18"/>
                  <a:pt x="34" y="17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8" y="14"/>
                  <a:pt x="38" y="14"/>
                </a:cubicBezTo>
                <a:cubicBezTo>
                  <a:pt x="40" y="14"/>
                  <a:pt x="41" y="15"/>
                  <a:pt x="42" y="15"/>
                </a:cubicBezTo>
                <a:cubicBezTo>
                  <a:pt x="42" y="16"/>
                  <a:pt x="43" y="17"/>
                  <a:pt x="43" y="19"/>
                </a:cubicBezTo>
                <a:cubicBezTo>
                  <a:pt x="43" y="20"/>
                  <a:pt x="42" y="21"/>
                  <a:pt x="42" y="22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61" name="Freeform 395">
            <a:extLst>
              <a:ext uri="{FF2B5EF4-FFF2-40B4-BE49-F238E27FC236}">
                <a16:creationId xmlns:a16="http://schemas.microsoft.com/office/drawing/2014/main" id="{0E7C28C6-DE9B-7204-BF03-6E5BA9432AB1}"/>
              </a:ext>
            </a:extLst>
          </p:cNvPr>
          <p:cNvSpPr>
            <a:spLocks noEditPoints="1"/>
          </p:cNvSpPr>
          <p:nvPr/>
        </p:nvSpPr>
        <p:spPr bwMode="auto">
          <a:xfrm>
            <a:off x="9537101" y="5266715"/>
            <a:ext cx="190500" cy="173567"/>
          </a:xfrm>
          <a:custGeom>
            <a:avLst/>
            <a:gdLst>
              <a:gd name="T0" fmla="*/ 111125 w 45"/>
              <a:gd name="T1" fmla="*/ 63500 h 41"/>
              <a:gd name="T2" fmla="*/ 142875 w 45"/>
              <a:gd name="T3" fmla="*/ 44450 h 41"/>
              <a:gd name="T4" fmla="*/ 130175 w 45"/>
              <a:gd name="T5" fmla="*/ 41275 h 41"/>
              <a:gd name="T6" fmla="*/ 111125 w 45"/>
              <a:gd name="T7" fmla="*/ 31750 h 41"/>
              <a:gd name="T8" fmla="*/ 123825 w 45"/>
              <a:gd name="T9" fmla="*/ 15875 h 41"/>
              <a:gd name="T10" fmla="*/ 133350 w 45"/>
              <a:gd name="T11" fmla="*/ 9525 h 41"/>
              <a:gd name="T12" fmla="*/ 85725 w 45"/>
              <a:gd name="T13" fmla="*/ 15875 h 41"/>
              <a:gd name="T14" fmla="*/ 82550 w 45"/>
              <a:gd name="T15" fmla="*/ 41275 h 41"/>
              <a:gd name="T16" fmla="*/ 57150 w 45"/>
              <a:gd name="T17" fmla="*/ 25400 h 41"/>
              <a:gd name="T18" fmla="*/ 63500 w 45"/>
              <a:gd name="T19" fmla="*/ 15875 h 41"/>
              <a:gd name="T20" fmla="*/ 76200 w 45"/>
              <a:gd name="T21" fmla="*/ 12700 h 41"/>
              <a:gd name="T22" fmla="*/ 44450 w 45"/>
              <a:gd name="T23" fmla="*/ 6350 h 41"/>
              <a:gd name="T24" fmla="*/ 38100 w 45"/>
              <a:gd name="T25" fmla="*/ 9525 h 41"/>
              <a:gd name="T26" fmla="*/ 15875 w 45"/>
              <a:gd name="T27" fmla="*/ 22225 h 41"/>
              <a:gd name="T28" fmla="*/ 19050 w 45"/>
              <a:gd name="T29" fmla="*/ 28575 h 41"/>
              <a:gd name="T30" fmla="*/ 15875 w 45"/>
              <a:gd name="T31" fmla="*/ 31750 h 41"/>
              <a:gd name="T32" fmla="*/ 3175 w 45"/>
              <a:gd name="T33" fmla="*/ 41275 h 41"/>
              <a:gd name="T34" fmla="*/ 9525 w 45"/>
              <a:gd name="T35" fmla="*/ 53975 h 41"/>
              <a:gd name="T36" fmla="*/ 9525 w 45"/>
              <a:gd name="T37" fmla="*/ 53975 h 41"/>
              <a:gd name="T38" fmla="*/ 9525 w 45"/>
              <a:gd name="T39" fmla="*/ 53975 h 41"/>
              <a:gd name="T40" fmla="*/ 12700 w 45"/>
              <a:gd name="T41" fmla="*/ 53975 h 41"/>
              <a:gd name="T42" fmla="*/ 31750 w 45"/>
              <a:gd name="T43" fmla="*/ 57150 h 41"/>
              <a:gd name="T44" fmla="*/ 31750 w 45"/>
              <a:gd name="T45" fmla="*/ 50800 h 41"/>
              <a:gd name="T46" fmla="*/ 34925 w 45"/>
              <a:gd name="T47" fmla="*/ 47625 h 41"/>
              <a:gd name="T48" fmla="*/ 38100 w 45"/>
              <a:gd name="T49" fmla="*/ 47625 h 41"/>
              <a:gd name="T50" fmla="*/ 15875 w 45"/>
              <a:gd name="T51" fmla="*/ 114300 h 41"/>
              <a:gd name="T52" fmla="*/ 76200 w 45"/>
              <a:gd name="T53" fmla="*/ 85725 h 41"/>
              <a:gd name="T54" fmla="*/ 139700 w 45"/>
              <a:gd name="T55" fmla="*/ 114300 h 41"/>
              <a:gd name="T56" fmla="*/ 41275 w 45"/>
              <a:gd name="T57" fmla="*/ 41275 h 41"/>
              <a:gd name="T58" fmla="*/ 31750 w 45"/>
              <a:gd name="T59" fmla="*/ 41275 h 41"/>
              <a:gd name="T60" fmla="*/ 25400 w 45"/>
              <a:gd name="T61" fmla="*/ 47625 h 41"/>
              <a:gd name="T62" fmla="*/ 15875 w 45"/>
              <a:gd name="T63" fmla="*/ 50800 h 41"/>
              <a:gd name="T64" fmla="*/ 15875 w 45"/>
              <a:gd name="T65" fmla="*/ 50800 h 41"/>
              <a:gd name="T66" fmla="*/ 15875 w 45"/>
              <a:gd name="T67" fmla="*/ 47625 h 41"/>
              <a:gd name="T68" fmla="*/ 12700 w 45"/>
              <a:gd name="T69" fmla="*/ 38100 h 41"/>
              <a:gd name="T70" fmla="*/ 22225 w 45"/>
              <a:gd name="T71" fmla="*/ 34925 h 41"/>
              <a:gd name="T72" fmla="*/ 25400 w 45"/>
              <a:gd name="T73" fmla="*/ 28575 h 41"/>
              <a:gd name="T74" fmla="*/ 34925 w 45"/>
              <a:gd name="T75" fmla="*/ 12700 h 41"/>
              <a:gd name="T76" fmla="*/ 41275 w 45"/>
              <a:gd name="T77" fmla="*/ 12700 h 41"/>
              <a:gd name="T78" fmla="*/ 47625 w 45"/>
              <a:gd name="T79" fmla="*/ 12700 h 41"/>
              <a:gd name="T80" fmla="*/ 63500 w 45"/>
              <a:gd name="T81" fmla="*/ 9525 h 41"/>
              <a:gd name="T82" fmla="*/ 53975 w 45"/>
              <a:gd name="T83" fmla="*/ 22225 h 41"/>
              <a:gd name="T84" fmla="*/ 50800 w 45"/>
              <a:gd name="T85" fmla="*/ 31750 h 41"/>
              <a:gd name="T86" fmla="*/ 63500 w 45"/>
              <a:gd name="T87" fmla="*/ 63500 h 41"/>
              <a:gd name="T88" fmla="*/ 31750 w 45"/>
              <a:gd name="T89" fmla="*/ 120650 h 41"/>
              <a:gd name="T90" fmla="*/ 88900 w 45"/>
              <a:gd name="T91" fmla="*/ 44450 h 41"/>
              <a:gd name="T92" fmla="*/ 88900 w 45"/>
              <a:gd name="T93" fmla="*/ 38100 h 41"/>
              <a:gd name="T94" fmla="*/ 107950 w 45"/>
              <a:gd name="T95" fmla="*/ 9525 h 41"/>
              <a:gd name="T96" fmla="*/ 120650 w 45"/>
              <a:gd name="T97" fmla="*/ 9525 h 41"/>
              <a:gd name="T98" fmla="*/ 104775 w 45"/>
              <a:gd name="T99" fmla="*/ 31750 h 41"/>
              <a:gd name="T100" fmla="*/ 111125 w 45"/>
              <a:gd name="T101" fmla="*/ 44450 h 41"/>
              <a:gd name="T102" fmla="*/ 130175 w 45"/>
              <a:gd name="T103" fmla="*/ 47625 h 41"/>
              <a:gd name="T104" fmla="*/ 120650 w 45"/>
              <a:gd name="T105" fmla="*/ 57150 h 41"/>
              <a:gd name="T106" fmla="*/ 98425 w 45"/>
              <a:gd name="T107" fmla="*/ 53975 h 41"/>
              <a:gd name="T108" fmla="*/ 123825 w 45"/>
              <a:gd name="T109" fmla="*/ 123825 h 41"/>
              <a:gd name="T110" fmla="*/ 133350 w 45"/>
              <a:gd name="T111" fmla="*/ 114300 h 4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45" h="41">
                <a:moveTo>
                  <a:pt x="30" y="21"/>
                </a:moveTo>
                <a:cubicBezTo>
                  <a:pt x="32" y="19"/>
                  <a:pt x="32" y="19"/>
                  <a:pt x="32" y="19"/>
                </a:cubicBezTo>
                <a:cubicBezTo>
                  <a:pt x="33" y="20"/>
                  <a:pt x="34" y="20"/>
                  <a:pt x="35" y="20"/>
                </a:cubicBezTo>
                <a:cubicBezTo>
                  <a:pt x="36" y="20"/>
                  <a:pt x="37" y="20"/>
                  <a:pt x="38" y="20"/>
                </a:cubicBezTo>
                <a:cubicBezTo>
                  <a:pt x="40" y="19"/>
                  <a:pt x="41" y="19"/>
                  <a:pt x="42" y="18"/>
                </a:cubicBezTo>
                <a:cubicBezTo>
                  <a:pt x="44" y="17"/>
                  <a:pt x="44" y="15"/>
                  <a:pt x="45" y="14"/>
                </a:cubicBezTo>
                <a:cubicBezTo>
                  <a:pt x="45" y="13"/>
                  <a:pt x="45" y="13"/>
                  <a:pt x="44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1" y="13"/>
                  <a:pt x="41" y="13"/>
                  <a:pt x="41" y="13"/>
                </a:cubicBezTo>
                <a:cubicBezTo>
                  <a:pt x="39" y="14"/>
                  <a:pt x="39" y="14"/>
                  <a:pt x="39" y="14"/>
                </a:cubicBezTo>
                <a:cubicBezTo>
                  <a:pt x="37" y="12"/>
                  <a:pt x="37" y="12"/>
                  <a:pt x="37" y="12"/>
                </a:cubicBezTo>
                <a:cubicBezTo>
                  <a:pt x="35" y="10"/>
                  <a:pt x="35" y="10"/>
                  <a:pt x="35" y="10"/>
                </a:cubicBezTo>
                <a:cubicBezTo>
                  <a:pt x="36" y="8"/>
                  <a:pt x="36" y="8"/>
                  <a:pt x="36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9" y="5"/>
                  <a:pt x="39" y="5"/>
                  <a:pt x="39" y="5"/>
                </a:cubicBezTo>
                <a:cubicBezTo>
                  <a:pt x="42" y="4"/>
                  <a:pt x="42" y="4"/>
                  <a:pt x="42" y="4"/>
                </a:cubicBezTo>
                <a:cubicBezTo>
                  <a:pt x="42" y="4"/>
                  <a:pt x="43" y="4"/>
                  <a:pt x="42" y="3"/>
                </a:cubicBezTo>
                <a:cubicBezTo>
                  <a:pt x="42" y="3"/>
                  <a:pt x="42" y="3"/>
                  <a:pt x="42" y="3"/>
                </a:cubicBezTo>
                <a:cubicBezTo>
                  <a:pt x="41" y="2"/>
                  <a:pt x="39" y="1"/>
                  <a:pt x="38" y="1"/>
                </a:cubicBezTo>
                <a:cubicBezTo>
                  <a:pt x="36" y="0"/>
                  <a:pt x="35" y="0"/>
                  <a:pt x="33" y="1"/>
                </a:cubicBezTo>
                <a:cubicBezTo>
                  <a:pt x="31" y="1"/>
                  <a:pt x="29" y="3"/>
                  <a:pt x="27" y="5"/>
                </a:cubicBezTo>
                <a:cubicBezTo>
                  <a:pt x="26" y="7"/>
                  <a:pt x="26" y="10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4" y="15"/>
                  <a:pt x="24" y="15"/>
                  <a:pt x="24" y="15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9" y="7"/>
                  <a:pt x="19" y="7"/>
                  <a:pt x="19" y="6"/>
                </a:cubicBezTo>
                <a:cubicBezTo>
                  <a:pt x="19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1" y="4"/>
                  <a:pt x="22" y="4"/>
                  <a:pt x="23" y="4"/>
                </a:cubicBezTo>
                <a:cubicBezTo>
                  <a:pt x="23" y="4"/>
                  <a:pt x="24" y="4"/>
                  <a:pt x="24" y="4"/>
                </a:cubicBezTo>
                <a:cubicBezTo>
                  <a:pt x="24" y="4"/>
                  <a:pt x="24" y="3"/>
                  <a:pt x="24" y="3"/>
                </a:cubicBezTo>
                <a:cubicBezTo>
                  <a:pt x="22" y="1"/>
                  <a:pt x="20" y="0"/>
                  <a:pt x="19" y="0"/>
                </a:cubicBezTo>
                <a:cubicBezTo>
                  <a:pt x="17" y="0"/>
                  <a:pt x="15" y="0"/>
                  <a:pt x="14" y="2"/>
                </a:cubicBezTo>
                <a:cubicBezTo>
                  <a:pt x="13" y="2"/>
                  <a:pt x="13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3"/>
                  <a:pt x="12" y="3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0" y="2"/>
                  <a:pt x="10" y="2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8"/>
                  <a:pt x="5" y="8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5" y="9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4" y="10"/>
                  <a:pt x="4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0" y="13"/>
                  <a:pt x="0" y="14"/>
                  <a:pt x="1" y="14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6" y="20"/>
                  <a:pt x="6" y="20"/>
                  <a:pt x="6" y="20"/>
                </a:cubicBezTo>
                <a:cubicBezTo>
                  <a:pt x="7" y="20"/>
                  <a:pt x="7" y="20"/>
                  <a:pt x="8" y="20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7"/>
                  <a:pt x="10" y="17"/>
                  <a:pt x="10" y="17"/>
                </a:cubicBezTo>
                <a:cubicBezTo>
                  <a:pt x="10" y="16"/>
                  <a:pt x="10" y="16"/>
                  <a:pt x="10" y="16"/>
                </a:cubicBezTo>
                <a:cubicBezTo>
                  <a:pt x="10" y="16"/>
                  <a:pt x="10" y="16"/>
                  <a:pt x="10" y="16"/>
                </a:cubicBezTo>
                <a:cubicBezTo>
                  <a:pt x="10" y="16"/>
                  <a:pt x="10" y="16"/>
                  <a:pt x="10" y="16"/>
                </a:cubicBezTo>
                <a:cubicBezTo>
                  <a:pt x="11" y="16"/>
                  <a:pt x="11" y="16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8" y="21"/>
                  <a:pt x="18" y="21"/>
                  <a:pt x="18" y="21"/>
                </a:cubicBezTo>
                <a:cubicBezTo>
                  <a:pt x="5" y="34"/>
                  <a:pt x="5" y="34"/>
                  <a:pt x="5" y="34"/>
                </a:cubicBezTo>
                <a:cubicBezTo>
                  <a:pt x="4" y="35"/>
                  <a:pt x="4" y="36"/>
                  <a:pt x="5" y="36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1"/>
                  <a:pt x="11" y="41"/>
                  <a:pt x="11" y="41"/>
                </a:cubicBezTo>
                <a:cubicBezTo>
                  <a:pt x="24" y="27"/>
                  <a:pt x="24" y="27"/>
                  <a:pt x="24" y="27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1"/>
                  <a:pt x="39" y="41"/>
                  <a:pt x="39" y="41"/>
                </a:cubicBezTo>
                <a:cubicBezTo>
                  <a:pt x="44" y="36"/>
                  <a:pt x="44" y="36"/>
                  <a:pt x="44" y="36"/>
                </a:cubicBezTo>
                <a:cubicBezTo>
                  <a:pt x="44" y="36"/>
                  <a:pt x="44" y="35"/>
                  <a:pt x="44" y="35"/>
                </a:cubicBezTo>
                <a:cubicBezTo>
                  <a:pt x="30" y="21"/>
                  <a:pt x="30" y="21"/>
                  <a:pt x="30" y="21"/>
                </a:cubicBezTo>
                <a:close/>
                <a:moveTo>
                  <a:pt x="13" y="13"/>
                </a:moveTo>
                <a:cubicBezTo>
                  <a:pt x="13" y="13"/>
                  <a:pt x="13" y="13"/>
                  <a:pt x="13" y="13"/>
                </a:cubicBezTo>
                <a:cubicBezTo>
                  <a:pt x="12" y="12"/>
                  <a:pt x="12" y="12"/>
                  <a:pt x="11" y="13"/>
                </a:cubicBezTo>
                <a:cubicBezTo>
                  <a:pt x="11" y="13"/>
                  <a:pt x="11" y="13"/>
                  <a:pt x="10" y="13"/>
                </a:cubicBezTo>
                <a:cubicBezTo>
                  <a:pt x="10" y="13"/>
                  <a:pt x="10" y="14"/>
                  <a:pt x="10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5"/>
                  <a:pt x="8" y="15"/>
                </a:cubicBezTo>
                <a:cubicBezTo>
                  <a:pt x="8" y="16"/>
                  <a:pt x="8" y="16"/>
                  <a:pt x="8" y="16"/>
                </a:cubicBezTo>
                <a:cubicBezTo>
                  <a:pt x="7" y="18"/>
                  <a:pt x="7" y="18"/>
                  <a:pt x="7" y="18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3" y="13"/>
                  <a:pt x="3" y="13"/>
                  <a:pt x="3" y="13"/>
                </a:cubicBezTo>
                <a:cubicBezTo>
                  <a:pt x="4" y="12"/>
                  <a:pt x="4" y="12"/>
                  <a:pt x="4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6" y="12"/>
                  <a:pt x="6" y="12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0"/>
                  <a:pt x="7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8" y="10"/>
                  <a:pt x="8" y="10"/>
                  <a:pt x="8" y="9"/>
                </a:cubicBezTo>
                <a:cubicBezTo>
                  <a:pt x="8" y="9"/>
                  <a:pt x="8" y="8"/>
                  <a:pt x="8" y="8"/>
                </a:cubicBezTo>
                <a:cubicBezTo>
                  <a:pt x="7" y="8"/>
                  <a:pt x="7" y="8"/>
                  <a:pt x="7" y="8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2" y="5"/>
                  <a:pt x="12" y="5"/>
                </a:cubicBezTo>
                <a:cubicBezTo>
                  <a:pt x="13" y="5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6" y="3"/>
                  <a:pt x="17" y="2"/>
                  <a:pt x="18" y="2"/>
                </a:cubicBezTo>
                <a:cubicBezTo>
                  <a:pt x="19" y="2"/>
                  <a:pt x="20" y="2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9" y="3"/>
                  <a:pt x="18" y="4"/>
                  <a:pt x="17" y="5"/>
                </a:cubicBezTo>
                <a:cubicBezTo>
                  <a:pt x="17" y="5"/>
                  <a:pt x="17" y="5"/>
                  <a:pt x="17" y="6"/>
                </a:cubicBezTo>
                <a:cubicBezTo>
                  <a:pt x="17" y="6"/>
                  <a:pt x="17" y="6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6" y="7"/>
                  <a:pt x="16" y="8"/>
                  <a:pt x="16" y="8"/>
                </a:cubicBezTo>
                <a:cubicBezTo>
                  <a:pt x="15" y="9"/>
                  <a:pt x="15" y="9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23" y="17"/>
                  <a:pt x="23" y="17"/>
                  <a:pt x="23" y="17"/>
                </a:cubicBezTo>
                <a:cubicBezTo>
                  <a:pt x="20" y="20"/>
                  <a:pt x="20" y="20"/>
                  <a:pt x="20" y="20"/>
                </a:cubicBezTo>
                <a:cubicBezTo>
                  <a:pt x="13" y="13"/>
                  <a:pt x="13" y="13"/>
                  <a:pt x="13" y="13"/>
                </a:cubicBezTo>
                <a:close/>
                <a:moveTo>
                  <a:pt x="10" y="38"/>
                </a:moveTo>
                <a:cubicBezTo>
                  <a:pt x="10" y="38"/>
                  <a:pt x="10" y="38"/>
                  <a:pt x="10" y="38"/>
                </a:cubicBezTo>
                <a:cubicBezTo>
                  <a:pt x="7" y="35"/>
                  <a:pt x="7" y="35"/>
                  <a:pt x="7" y="35"/>
                </a:cubicBezTo>
                <a:cubicBezTo>
                  <a:pt x="20" y="22"/>
                  <a:pt x="20" y="22"/>
                  <a:pt x="20" y="22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29" y="13"/>
                  <a:pt x="29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0"/>
                  <a:pt x="28" y="8"/>
                  <a:pt x="29" y="6"/>
                </a:cubicBezTo>
                <a:cubicBezTo>
                  <a:pt x="30" y="5"/>
                  <a:pt x="32" y="3"/>
                  <a:pt x="34" y="3"/>
                </a:cubicBezTo>
                <a:cubicBezTo>
                  <a:pt x="35" y="2"/>
                  <a:pt x="36" y="2"/>
                  <a:pt x="37" y="3"/>
                </a:cubicBezTo>
                <a:cubicBezTo>
                  <a:pt x="38" y="3"/>
                  <a:pt x="38" y="3"/>
                  <a:pt x="39" y="3"/>
                </a:cubicBezTo>
                <a:cubicBezTo>
                  <a:pt x="38" y="3"/>
                  <a:pt x="38" y="3"/>
                  <a:pt x="38" y="3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5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1"/>
                  <a:pt x="33" y="11"/>
                  <a:pt x="33" y="11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6"/>
                  <a:pt x="38" y="16"/>
                  <a:pt x="39" y="16"/>
                </a:cubicBezTo>
                <a:cubicBezTo>
                  <a:pt x="41" y="15"/>
                  <a:pt x="41" y="15"/>
                  <a:pt x="41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1" y="16"/>
                  <a:pt x="41" y="16"/>
                </a:cubicBezTo>
                <a:cubicBezTo>
                  <a:pt x="40" y="17"/>
                  <a:pt x="39" y="17"/>
                  <a:pt x="38" y="18"/>
                </a:cubicBezTo>
                <a:cubicBezTo>
                  <a:pt x="37" y="18"/>
                  <a:pt x="36" y="18"/>
                  <a:pt x="35" y="18"/>
                </a:cubicBezTo>
                <a:cubicBezTo>
                  <a:pt x="34" y="18"/>
                  <a:pt x="33" y="18"/>
                  <a:pt x="33" y="17"/>
                </a:cubicBezTo>
                <a:cubicBezTo>
                  <a:pt x="32" y="17"/>
                  <a:pt x="32" y="17"/>
                  <a:pt x="31" y="17"/>
                </a:cubicBezTo>
                <a:cubicBezTo>
                  <a:pt x="10" y="38"/>
                  <a:pt x="10" y="38"/>
                  <a:pt x="10" y="38"/>
                </a:cubicBezTo>
                <a:close/>
                <a:moveTo>
                  <a:pt x="39" y="39"/>
                </a:moveTo>
                <a:cubicBezTo>
                  <a:pt x="39" y="39"/>
                  <a:pt x="39" y="39"/>
                  <a:pt x="39" y="39"/>
                </a:cubicBezTo>
                <a:cubicBezTo>
                  <a:pt x="26" y="26"/>
                  <a:pt x="26" y="26"/>
                  <a:pt x="26" y="26"/>
                </a:cubicBezTo>
                <a:cubicBezTo>
                  <a:pt x="29" y="23"/>
                  <a:pt x="29" y="23"/>
                  <a:pt x="29" y="23"/>
                </a:cubicBezTo>
                <a:cubicBezTo>
                  <a:pt x="42" y="36"/>
                  <a:pt x="42" y="36"/>
                  <a:pt x="42" y="36"/>
                </a:cubicBezTo>
                <a:cubicBezTo>
                  <a:pt x="39" y="39"/>
                  <a:pt x="39" y="39"/>
                  <a:pt x="39" y="39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62" name="Freeform 396">
            <a:extLst>
              <a:ext uri="{FF2B5EF4-FFF2-40B4-BE49-F238E27FC236}">
                <a16:creationId xmlns:a16="http://schemas.microsoft.com/office/drawing/2014/main" id="{C19B3833-22E0-DAA9-0AB8-F9ED8E877616}"/>
              </a:ext>
            </a:extLst>
          </p:cNvPr>
          <p:cNvSpPr>
            <a:spLocks noEditPoints="1"/>
          </p:cNvSpPr>
          <p:nvPr/>
        </p:nvSpPr>
        <p:spPr bwMode="auto">
          <a:xfrm>
            <a:off x="930734" y="6068932"/>
            <a:ext cx="196851" cy="182033"/>
          </a:xfrm>
          <a:custGeom>
            <a:avLst/>
            <a:gdLst>
              <a:gd name="T0" fmla="*/ 70609 w 46"/>
              <a:gd name="T1" fmla="*/ 34925 h 43"/>
              <a:gd name="T2" fmla="*/ 73819 w 46"/>
              <a:gd name="T3" fmla="*/ 79375 h 43"/>
              <a:gd name="T4" fmla="*/ 77029 w 46"/>
              <a:gd name="T5" fmla="*/ 25400 h 43"/>
              <a:gd name="T6" fmla="*/ 70609 w 46"/>
              <a:gd name="T7" fmla="*/ 22225 h 43"/>
              <a:gd name="T8" fmla="*/ 60981 w 46"/>
              <a:gd name="T9" fmla="*/ 41275 h 43"/>
              <a:gd name="T10" fmla="*/ 141219 w 46"/>
              <a:gd name="T11" fmla="*/ 15875 h 43"/>
              <a:gd name="T12" fmla="*/ 125171 w 46"/>
              <a:gd name="T13" fmla="*/ 15875 h 43"/>
              <a:gd name="T14" fmla="*/ 118752 w 46"/>
              <a:gd name="T15" fmla="*/ 0 h 43"/>
              <a:gd name="T16" fmla="*/ 19257 w 46"/>
              <a:gd name="T17" fmla="*/ 3175 h 43"/>
              <a:gd name="T18" fmla="*/ 3210 w 46"/>
              <a:gd name="T19" fmla="*/ 15875 h 43"/>
              <a:gd name="T20" fmla="*/ 0 w 46"/>
              <a:gd name="T21" fmla="*/ 53975 h 43"/>
              <a:gd name="T22" fmla="*/ 9629 w 46"/>
              <a:gd name="T23" fmla="*/ 76200 h 43"/>
              <a:gd name="T24" fmla="*/ 67400 w 46"/>
              <a:gd name="T25" fmla="*/ 111125 h 43"/>
              <a:gd name="T26" fmla="*/ 41724 w 46"/>
              <a:gd name="T27" fmla="*/ 123825 h 43"/>
              <a:gd name="T28" fmla="*/ 41724 w 46"/>
              <a:gd name="T29" fmla="*/ 136525 h 43"/>
              <a:gd name="T30" fmla="*/ 109124 w 46"/>
              <a:gd name="T31" fmla="*/ 130175 h 43"/>
              <a:gd name="T32" fmla="*/ 77029 w 46"/>
              <a:gd name="T33" fmla="*/ 123825 h 43"/>
              <a:gd name="T34" fmla="*/ 118752 w 46"/>
              <a:gd name="T35" fmla="*/ 85725 h 43"/>
              <a:gd name="T36" fmla="*/ 138009 w 46"/>
              <a:gd name="T37" fmla="*/ 76200 h 43"/>
              <a:gd name="T38" fmla="*/ 147638 w 46"/>
              <a:gd name="T39" fmla="*/ 22225 h 43"/>
              <a:gd name="T40" fmla="*/ 16048 w 46"/>
              <a:gd name="T41" fmla="*/ 69850 h 43"/>
              <a:gd name="T42" fmla="*/ 9629 w 46"/>
              <a:gd name="T43" fmla="*/ 53975 h 43"/>
              <a:gd name="T44" fmla="*/ 19257 w 46"/>
              <a:gd name="T45" fmla="*/ 28575 h 43"/>
              <a:gd name="T46" fmla="*/ 22467 w 46"/>
              <a:gd name="T47" fmla="*/ 73025 h 43"/>
              <a:gd name="T48" fmla="*/ 115543 w 46"/>
              <a:gd name="T49" fmla="*/ 57150 h 43"/>
              <a:gd name="T50" fmla="*/ 115543 w 46"/>
              <a:gd name="T51" fmla="*/ 60325 h 43"/>
              <a:gd name="T52" fmla="*/ 109124 w 46"/>
              <a:gd name="T53" fmla="*/ 76200 h 43"/>
              <a:gd name="T54" fmla="*/ 35305 w 46"/>
              <a:gd name="T55" fmla="*/ 76200 h 43"/>
              <a:gd name="T56" fmla="*/ 32095 w 46"/>
              <a:gd name="T57" fmla="*/ 57150 h 43"/>
              <a:gd name="T58" fmla="*/ 32095 w 46"/>
              <a:gd name="T59" fmla="*/ 57150 h 43"/>
              <a:gd name="T60" fmla="*/ 115543 w 46"/>
              <a:gd name="T61" fmla="*/ 9525 h 43"/>
              <a:gd name="T62" fmla="*/ 134800 w 46"/>
              <a:gd name="T63" fmla="*/ 53975 h 43"/>
              <a:gd name="T64" fmla="*/ 128381 w 46"/>
              <a:gd name="T65" fmla="*/ 69850 h 43"/>
              <a:gd name="T66" fmla="*/ 125171 w 46"/>
              <a:gd name="T67" fmla="*/ 73025 h 43"/>
              <a:gd name="T68" fmla="*/ 125171 w 46"/>
              <a:gd name="T69" fmla="*/ 57150 h 43"/>
              <a:gd name="T70" fmla="*/ 134800 w 46"/>
              <a:gd name="T71" fmla="*/ 28575 h 4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6" h="43">
                <a:moveTo>
                  <a:pt x="21" y="13"/>
                </a:moveTo>
                <a:cubicBezTo>
                  <a:pt x="22" y="11"/>
                  <a:pt x="22" y="11"/>
                  <a:pt x="22" y="11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4"/>
                  <a:pt x="23" y="25"/>
                  <a:pt x="23" y="25"/>
                </a:cubicBezTo>
                <a:cubicBezTo>
                  <a:pt x="24" y="25"/>
                  <a:pt x="24" y="24"/>
                  <a:pt x="24" y="23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7"/>
                  <a:pt x="24" y="7"/>
                  <a:pt x="23" y="7"/>
                </a:cubicBezTo>
                <a:cubicBezTo>
                  <a:pt x="23" y="7"/>
                  <a:pt x="23" y="7"/>
                  <a:pt x="22" y="7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2"/>
                  <a:pt x="19" y="13"/>
                  <a:pt x="19" y="13"/>
                </a:cubicBezTo>
                <a:cubicBezTo>
                  <a:pt x="20" y="13"/>
                  <a:pt x="20" y="13"/>
                  <a:pt x="21" y="13"/>
                </a:cubicBezTo>
                <a:close/>
                <a:moveTo>
                  <a:pt x="44" y="5"/>
                </a:moveTo>
                <a:cubicBezTo>
                  <a:pt x="44" y="5"/>
                  <a:pt x="44" y="5"/>
                  <a:pt x="44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0"/>
                  <a:pt x="38" y="0"/>
                  <a:pt x="37" y="0"/>
                </a:cubicBezTo>
                <a:cubicBezTo>
                  <a:pt x="8" y="0"/>
                  <a:pt x="8" y="0"/>
                  <a:pt x="8" y="0"/>
                </a:cubicBezTo>
                <a:cubicBezTo>
                  <a:pt x="7" y="0"/>
                  <a:pt x="6" y="0"/>
                  <a:pt x="6" y="1"/>
                </a:cubicBezTo>
                <a:cubicBezTo>
                  <a:pt x="6" y="5"/>
                  <a:pt x="6" y="5"/>
                  <a:pt x="6" y="5"/>
                </a:cubicBezTo>
                <a:cubicBezTo>
                  <a:pt x="1" y="5"/>
                  <a:pt x="1" y="5"/>
                  <a:pt x="1" y="5"/>
                </a:cubicBezTo>
                <a:cubicBezTo>
                  <a:pt x="0" y="5"/>
                  <a:pt x="0" y="6"/>
                  <a:pt x="0" y="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20"/>
                  <a:pt x="1" y="22"/>
                  <a:pt x="3" y="24"/>
                </a:cubicBezTo>
                <a:cubicBezTo>
                  <a:pt x="3" y="24"/>
                  <a:pt x="3" y="24"/>
                  <a:pt x="3" y="24"/>
                </a:cubicBezTo>
                <a:cubicBezTo>
                  <a:pt x="4" y="26"/>
                  <a:pt x="6" y="27"/>
                  <a:pt x="9" y="27"/>
                </a:cubicBezTo>
                <a:cubicBezTo>
                  <a:pt x="12" y="31"/>
                  <a:pt x="16" y="34"/>
                  <a:pt x="21" y="35"/>
                </a:cubicBezTo>
                <a:cubicBezTo>
                  <a:pt x="21" y="39"/>
                  <a:pt x="21" y="39"/>
                  <a:pt x="21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12" y="39"/>
                  <a:pt x="11" y="40"/>
                  <a:pt x="11" y="41"/>
                </a:cubicBezTo>
                <a:cubicBezTo>
                  <a:pt x="11" y="42"/>
                  <a:pt x="12" y="43"/>
                  <a:pt x="13" y="43"/>
                </a:cubicBezTo>
                <a:cubicBezTo>
                  <a:pt x="32" y="43"/>
                  <a:pt x="32" y="43"/>
                  <a:pt x="32" y="43"/>
                </a:cubicBezTo>
                <a:cubicBezTo>
                  <a:pt x="33" y="43"/>
                  <a:pt x="34" y="42"/>
                  <a:pt x="34" y="41"/>
                </a:cubicBezTo>
                <a:cubicBezTo>
                  <a:pt x="34" y="40"/>
                  <a:pt x="33" y="39"/>
                  <a:pt x="32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35"/>
                  <a:pt x="24" y="35"/>
                  <a:pt x="24" y="35"/>
                </a:cubicBezTo>
                <a:cubicBezTo>
                  <a:pt x="29" y="34"/>
                  <a:pt x="34" y="31"/>
                  <a:pt x="37" y="27"/>
                </a:cubicBezTo>
                <a:cubicBezTo>
                  <a:pt x="39" y="27"/>
                  <a:pt x="41" y="26"/>
                  <a:pt x="43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45" y="22"/>
                  <a:pt x="46" y="20"/>
                  <a:pt x="46" y="1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6"/>
                  <a:pt x="45" y="5"/>
                  <a:pt x="44" y="5"/>
                </a:cubicBezTo>
                <a:close/>
                <a:moveTo>
                  <a:pt x="5" y="22"/>
                </a:moveTo>
                <a:cubicBezTo>
                  <a:pt x="5" y="22"/>
                  <a:pt x="5" y="22"/>
                  <a:pt x="5" y="22"/>
                </a:cubicBezTo>
                <a:cubicBezTo>
                  <a:pt x="4" y="20"/>
                  <a:pt x="3" y="19"/>
                  <a:pt x="3" y="17"/>
                </a:cubicBezTo>
                <a:cubicBezTo>
                  <a:pt x="3" y="9"/>
                  <a:pt x="3" y="9"/>
                  <a:pt x="3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20"/>
                  <a:pt x="6" y="22"/>
                  <a:pt x="7" y="23"/>
                </a:cubicBezTo>
                <a:cubicBezTo>
                  <a:pt x="6" y="23"/>
                  <a:pt x="6" y="22"/>
                  <a:pt x="5" y="22"/>
                </a:cubicBezTo>
                <a:close/>
                <a:moveTo>
                  <a:pt x="36" y="18"/>
                </a:moveTo>
                <a:cubicBezTo>
                  <a:pt x="36" y="18"/>
                  <a:pt x="36" y="18"/>
                  <a:pt x="36" y="18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21"/>
                  <a:pt x="35" y="22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2" y="28"/>
                  <a:pt x="27" y="31"/>
                  <a:pt x="23" y="31"/>
                </a:cubicBezTo>
                <a:cubicBezTo>
                  <a:pt x="18" y="31"/>
                  <a:pt x="13" y="28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0" y="22"/>
                  <a:pt x="10" y="20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3"/>
                  <a:pt x="10" y="3"/>
                  <a:pt x="10" y="3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18"/>
                  <a:pt x="36" y="18"/>
                  <a:pt x="36" y="18"/>
                </a:cubicBezTo>
                <a:close/>
                <a:moveTo>
                  <a:pt x="42" y="17"/>
                </a:moveTo>
                <a:cubicBezTo>
                  <a:pt x="42" y="17"/>
                  <a:pt x="42" y="17"/>
                  <a:pt x="42" y="17"/>
                </a:cubicBezTo>
                <a:cubicBezTo>
                  <a:pt x="42" y="19"/>
                  <a:pt x="41" y="20"/>
                  <a:pt x="40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40" y="22"/>
                  <a:pt x="39" y="23"/>
                  <a:pt x="39" y="23"/>
                </a:cubicBezTo>
                <a:cubicBezTo>
                  <a:pt x="39" y="22"/>
                  <a:pt x="39" y="20"/>
                  <a:pt x="39" y="19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9"/>
                  <a:pt x="39" y="9"/>
                  <a:pt x="39" y="9"/>
                </a:cubicBezTo>
                <a:cubicBezTo>
                  <a:pt x="42" y="9"/>
                  <a:pt x="42" y="9"/>
                  <a:pt x="42" y="9"/>
                </a:cubicBezTo>
                <a:cubicBezTo>
                  <a:pt x="42" y="17"/>
                  <a:pt x="42" y="17"/>
                  <a:pt x="42" y="17"/>
                </a:cubicBezTo>
                <a:close/>
              </a:path>
            </a:pathLst>
          </a:custGeom>
          <a:solidFill>
            <a:srgbClr val="01429E"/>
          </a:solidFill>
          <a:ln>
            <a:noFill/>
          </a:ln>
        </p:spPr>
        <p:txBody>
          <a:bodyPr/>
          <a:lstStyle/>
          <a:p>
            <a:endParaRPr lang="zh-CN" altLang="en-US" sz="2400"/>
          </a:p>
        </p:txBody>
      </p:sp>
      <p:sp>
        <p:nvSpPr>
          <p:cNvPr id="365" name="文本框 364">
            <a:extLst>
              <a:ext uri="{FF2B5EF4-FFF2-40B4-BE49-F238E27FC236}">
                <a16:creationId xmlns:a16="http://schemas.microsoft.com/office/drawing/2014/main" id="{0563CC3D-FDC1-4797-A68B-A49850D59817}"/>
              </a:ext>
            </a:extLst>
          </p:cNvPr>
          <p:cNvSpPr txBox="1"/>
          <p:nvPr/>
        </p:nvSpPr>
        <p:spPr>
          <a:xfrm>
            <a:off x="5148955" y="505815"/>
            <a:ext cx="225242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pc="600" dirty="0">
                <a:solidFill>
                  <a:srgbClr val="274A8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参考矢量图标</a:t>
            </a:r>
          </a:p>
        </p:txBody>
      </p:sp>
    </p:spTree>
    <p:extLst>
      <p:ext uri="{BB962C8B-B14F-4D97-AF65-F5344CB8AC3E}">
        <p14:creationId xmlns:p14="http://schemas.microsoft.com/office/powerpoint/2010/main" val="379475057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36">
            <a:extLst>
              <a:ext uri="{FF2B5EF4-FFF2-40B4-BE49-F238E27FC236}">
                <a16:creationId xmlns:a16="http://schemas.microsoft.com/office/drawing/2014/main" id="{B36A4A10-2809-FA94-4F84-130FEEAF3548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1336065"/>
            <a:ext cx="211667" cy="211667"/>
          </a:xfrm>
          <a:custGeom>
            <a:avLst/>
            <a:gdLst>
              <a:gd name="T0" fmla="*/ 44450 w 50"/>
              <a:gd name="T1" fmla="*/ 50800 h 50"/>
              <a:gd name="T2" fmla="*/ 44450 w 50"/>
              <a:gd name="T3" fmla="*/ 107950 h 50"/>
              <a:gd name="T4" fmla="*/ 44450 w 50"/>
              <a:gd name="T5" fmla="*/ 107950 h 50"/>
              <a:gd name="T6" fmla="*/ 85725 w 50"/>
              <a:gd name="T7" fmla="*/ 139700 h 50"/>
              <a:gd name="T8" fmla="*/ 85725 w 50"/>
              <a:gd name="T9" fmla="*/ 114300 h 50"/>
              <a:gd name="T10" fmla="*/ 85725 w 50"/>
              <a:gd name="T11" fmla="*/ 44450 h 50"/>
              <a:gd name="T12" fmla="*/ 85725 w 50"/>
              <a:gd name="T13" fmla="*/ 19050 h 50"/>
              <a:gd name="T14" fmla="*/ 44450 w 50"/>
              <a:gd name="T15" fmla="*/ 50800 h 50"/>
              <a:gd name="T16" fmla="*/ 44450 w 50"/>
              <a:gd name="T17" fmla="*/ 50800 h 50"/>
              <a:gd name="T18" fmla="*/ 117475 w 50"/>
              <a:gd name="T19" fmla="*/ 25400 h 50"/>
              <a:gd name="T20" fmla="*/ 117475 w 50"/>
              <a:gd name="T21" fmla="*/ 25400 h 50"/>
              <a:gd name="T22" fmla="*/ 114300 w 50"/>
              <a:gd name="T23" fmla="*/ 19050 h 50"/>
              <a:gd name="T24" fmla="*/ 123825 w 50"/>
              <a:gd name="T25" fmla="*/ 15875 h 50"/>
              <a:gd name="T26" fmla="*/ 149225 w 50"/>
              <a:gd name="T27" fmla="*/ 44450 h 50"/>
              <a:gd name="T28" fmla="*/ 158750 w 50"/>
              <a:gd name="T29" fmla="*/ 79375 h 50"/>
              <a:gd name="T30" fmla="*/ 149225 w 50"/>
              <a:gd name="T31" fmla="*/ 117475 h 50"/>
              <a:gd name="T32" fmla="*/ 123825 w 50"/>
              <a:gd name="T33" fmla="*/ 142875 h 50"/>
              <a:gd name="T34" fmla="*/ 114300 w 50"/>
              <a:gd name="T35" fmla="*/ 139700 h 50"/>
              <a:gd name="T36" fmla="*/ 117475 w 50"/>
              <a:gd name="T37" fmla="*/ 133350 h 50"/>
              <a:gd name="T38" fmla="*/ 139700 w 50"/>
              <a:gd name="T39" fmla="*/ 111125 h 50"/>
              <a:gd name="T40" fmla="*/ 149225 w 50"/>
              <a:gd name="T41" fmla="*/ 79375 h 50"/>
              <a:gd name="T42" fmla="*/ 139700 w 50"/>
              <a:gd name="T43" fmla="*/ 50800 h 50"/>
              <a:gd name="T44" fmla="*/ 117475 w 50"/>
              <a:gd name="T45" fmla="*/ 25400 h 50"/>
              <a:gd name="T46" fmla="*/ 34925 w 50"/>
              <a:gd name="T47" fmla="*/ 50800 h 50"/>
              <a:gd name="T48" fmla="*/ 34925 w 50"/>
              <a:gd name="T49" fmla="*/ 50800 h 50"/>
              <a:gd name="T50" fmla="*/ 9525 w 50"/>
              <a:gd name="T51" fmla="*/ 50800 h 50"/>
              <a:gd name="T52" fmla="*/ 9525 w 50"/>
              <a:gd name="T53" fmla="*/ 107950 h 50"/>
              <a:gd name="T54" fmla="*/ 34925 w 50"/>
              <a:gd name="T55" fmla="*/ 107950 h 50"/>
              <a:gd name="T56" fmla="*/ 34925 w 50"/>
              <a:gd name="T57" fmla="*/ 50800 h 50"/>
              <a:gd name="T58" fmla="*/ 38100 w 50"/>
              <a:gd name="T59" fmla="*/ 38100 h 50"/>
              <a:gd name="T60" fmla="*/ 38100 w 50"/>
              <a:gd name="T61" fmla="*/ 38100 h 50"/>
              <a:gd name="T62" fmla="*/ 85725 w 50"/>
              <a:gd name="T63" fmla="*/ 3175 h 50"/>
              <a:gd name="T64" fmla="*/ 92075 w 50"/>
              <a:gd name="T65" fmla="*/ 0 h 50"/>
              <a:gd name="T66" fmla="*/ 98425 w 50"/>
              <a:gd name="T67" fmla="*/ 6350 h 50"/>
              <a:gd name="T68" fmla="*/ 98425 w 50"/>
              <a:gd name="T69" fmla="*/ 44450 h 50"/>
              <a:gd name="T70" fmla="*/ 98425 w 50"/>
              <a:gd name="T71" fmla="*/ 47625 h 50"/>
              <a:gd name="T72" fmla="*/ 111125 w 50"/>
              <a:gd name="T73" fmla="*/ 57150 h 50"/>
              <a:gd name="T74" fmla="*/ 117475 w 50"/>
              <a:gd name="T75" fmla="*/ 79375 h 50"/>
              <a:gd name="T76" fmla="*/ 111125 w 50"/>
              <a:gd name="T77" fmla="*/ 101600 h 50"/>
              <a:gd name="T78" fmla="*/ 98425 w 50"/>
              <a:gd name="T79" fmla="*/ 111125 h 50"/>
              <a:gd name="T80" fmla="*/ 98425 w 50"/>
              <a:gd name="T81" fmla="*/ 114300 h 50"/>
              <a:gd name="T82" fmla="*/ 98425 w 50"/>
              <a:gd name="T83" fmla="*/ 152400 h 50"/>
              <a:gd name="T84" fmla="*/ 95250 w 50"/>
              <a:gd name="T85" fmla="*/ 155575 h 50"/>
              <a:gd name="T86" fmla="*/ 85725 w 50"/>
              <a:gd name="T87" fmla="*/ 158750 h 50"/>
              <a:gd name="T88" fmla="*/ 38100 w 50"/>
              <a:gd name="T89" fmla="*/ 120650 h 50"/>
              <a:gd name="T90" fmla="*/ 6350 w 50"/>
              <a:gd name="T91" fmla="*/ 120650 h 50"/>
              <a:gd name="T92" fmla="*/ 3175 w 50"/>
              <a:gd name="T93" fmla="*/ 120650 h 50"/>
              <a:gd name="T94" fmla="*/ 0 w 50"/>
              <a:gd name="T95" fmla="*/ 114300 h 50"/>
              <a:gd name="T96" fmla="*/ 0 w 50"/>
              <a:gd name="T97" fmla="*/ 44450 h 50"/>
              <a:gd name="T98" fmla="*/ 0 w 50"/>
              <a:gd name="T99" fmla="*/ 44450 h 50"/>
              <a:gd name="T100" fmla="*/ 3175 w 50"/>
              <a:gd name="T101" fmla="*/ 38100 h 50"/>
              <a:gd name="T102" fmla="*/ 38100 w 50"/>
              <a:gd name="T103" fmla="*/ 38100 h 50"/>
              <a:gd name="T104" fmla="*/ 98425 w 50"/>
              <a:gd name="T105" fmla="*/ 53975 h 50"/>
              <a:gd name="T106" fmla="*/ 98425 w 50"/>
              <a:gd name="T107" fmla="*/ 53975 h 50"/>
              <a:gd name="T108" fmla="*/ 98425 w 50"/>
              <a:gd name="T109" fmla="*/ 104775 h 50"/>
              <a:gd name="T110" fmla="*/ 104775 w 50"/>
              <a:gd name="T111" fmla="*/ 98425 h 50"/>
              <a:gd name="T112" fmla="*/ 111125 w 50"/>
              <a:gd name="T113" fmla="*/ 79375 h 50"/>
              <a:gd name="T114" fmla="*/ 104775 w 50"/>
              <a:gd name="T115" fmla="*/ 63500 h 50"/>
              <a:gd name="T116" fmla="*/ 98425 w 50"/>
              <a:gd name="T117" fmla="*/ 53975 h 5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0" h="50">
                <a:moveTo>
                  <a:pt x="14" y="16"/>
                </a:move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6"/>
                  <a:pt x="27" y="6"/>
                  <a:pt x="27" y="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6"/>
                  <a:pt x="14" y="16"/>
                  <a:pt x="14" y="16"/>
                </a:cubicBezTo>
                <a:close/>
                <a:moveTo>
                  <a:pt x="37" y="8"/>
                </a:moveTo>
                <a:cubicBezTo>
                  <a:pt x="37" y="8"/>
                  <a:pt x="37" y="8"/>
                  <a:pt x="37" y="8"/>
                </a:cubicBezTo>
                <a:cubicBezTo>
                  <a:pt x="36" y="8"/>
                  <a:pt x="36" y="7"/>
                  <a:pt x="36" y="6"/>
                </a:cubicBezTo>
                <a:cubicBezTo>
                  <a:pt x="37" y="5"/>
                  <a:pt x="38" y="5"/>
                  <a:pt x="39" y="5"/>
                </a:cubicBezTo>
                <a:cubicBezTo>
                  <a:pt x="42" y="7"/>
                  <a:pt x="45" y="10"/>
                  <a:pt x="47" y="14"/>
                </a:cubicBezTo>
                <a:cubicBezTo>
                  <a:pt x="49" y="17"/>
                  <a:pt x="50" y="21"/>
                  <a:pt x="50" y="25"/>
                </a:cubicBezTo>
                <a:cubicBezTo>
                  <a:pt x="50" y="29"/>
                  <a:pt x="49" y="33"/>
                  <a:pt x="47" y="37"/>
                </a:cubicBezTo>
                <a:cubicBezTo>
                  <a:pt x="45" y="40"/>
                  <a:pt x="42" y="43"/>
                  <a:pt x="39" y="45"/>
                </a:cubicBezTo>
                <a:cubicBezTo>
                  <a:pt x="38" y="46"/>
                  <a:pt x="37" y="45"/>
                  <a:pt x="36" y="44"/>
                </a:cubicBezTo>
                <a:cubicBezTo>
                  <a:pt x="36" y="44"/>
                  <a:pt x="36" y="42"/>
                  <a:pt x="37" y="42"/>
                </a:cubicBezTo>
                <a:cubicBezTo>
                  <a:pt x="40" y="40"/>
                  <a:pt x="42" y="38"/>
                  <a:pt x="44" y="35"/>
                </a:cubicBezTo>
                <a:cubicBezTo>
                  <a:pt x="46" y="32"/>
                  <a:pt x="47" y="29"/>
                  <a:pt x="47" y="25"/>
                </a:cubicBezTo>
                <a:cubicBezTo>
                  <a:pt x="47" y="22"/>
                  <a:pt x="46" y="18"/>
                  <a:pt x="44" y="16"/>
                </a:cubicBezTo>
                <a:cubicBezTo>
                  <a:pt x="42" y="13"/>
                  <a:pt x="40" y="10"/>
                  <a:pt x="37" y="8"/>
                </a:cubicBezTo>
                <a:close/>
                <a:moveTo>
                  <a:pt x="11" y="16"/>
                </a:moveTo>
                <a:cubicBezTo>
                  <a:pt x="11" y="16"/>
                  <a:pt x="11" y="16"/>
                  <a:pt x="11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34"/>
                  <a:pt x="3" y="34"/>
                  <a:pt x="3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16"/>
                  <a:pt x="11" y="16"/>
                  <a:pt x="11" y="16"/>
                </a:cubicBezTo>
                <a:close/>
                <a:moveTo>
                  <a:pt x="12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27" y="1"/>
                  <a:pt x="27" y="1"/>
                  <a:pt x="27" y="1"/>
                </a:cubicBezTo>
                <a:cubicBezTo>
                  <a:pt x="28" y="0"/>
                  <a:pt x="28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5"/>
                  <a:pt x="31" y="15"/>
                  <a:pt x="31" y="15"/>
                </a:cubicBezTo>
                <a:cubicBezTo>
                  <a:pt x="32" y="16"/>
                  <a:pt x="34" y="17"/>
                  <a:pt x="35" y="18"/>
                </a:cubicBezTo>
                <a:cubicBezTo>
                  <a:pt x="37" y="20"/>
                  <a:pt x="37" y="23"/>
                  <a:pt x="37" y="25"/>
                </a:cubicBezTo>
                <a:cubicBezTo>
                  <a:pt x="37" y="28"/>
                  <a:pt x="37" y="30"/>
                  <a:pt x="35" y="32"/>
                </a:cubicBezTo>
                <a:cubicBezTo>
                  <a:pt x="34" y="34"/>
                  <a:pt x="32" y="35"/>
                  <a:pt x="31" y="35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9"/>
                  <a:pt x="30" y="49"/>
                  <a:pt x="30" y="49"/>
                </a:cubicBezTo>
                <a:cubicBezTo>
                  <a:pt x="29" y="50"/>
                  <a:pt x="28" y="50"/>
                  <a:pt x="27" y="50"/>
                </a:cubicBezTo>
                <a:cubicBezTo>
                  <a:pt x="12" y="38"/>
                  <a:pt x="12" y="38"/>
                  <a:pt x="12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0" y="12"/>
                  <a:pt x="1" y="12"/>
                </a:cubicBezTo>
                <a:cubicBezTo>
                  <a:pt x="12" y="12"/>
                  <a:pt x="12" y="12"/>
                  <a:pt x="12" y="12"/>
                </a:cubicBezTo>
                <a:close/>
                <a:moveTo>
                  <a:pt x="31" y="17"/>
                </a:moveTo>
                <a:cubicBezTo>
                  <a:pt x="31" y="17"/>
                  <a:pt x="31" y="17"/>
                  <a:pt x="31" y="17"/>
                </a:cubicBezTo>
                <a:cubicBezTo>
                  <a:pt x="31" y="33"/>
                  <a:pt x="31" y="33"/>
                  <a:pt x="31" y="33"/>
                </a:cubicBezTo>
                <a:cubicBezTo>
                  <a:pt x="32" y="32"/>
                  <a:pt x="32" y="32"/>
                  <a:pt x="33" y="31"/>
                </a:cubicBezTo>
                <a:cubicBezTo>
                  <a:pt x="34" y="29"/>
                  <a:pt x="35" y="27"/>
                  <a:pt x="35" y="25"/>
                </a:cubicBezTo>
                <a:cubicBezTo>
                  <a:pt x="35" y="23"/>
                  <a:pt x="34" y="21"/>
                  <a:pt x="33" y="20"/>
                </a:cubicBezTo>
                <a:cubicBezTo>
                  <a:pt x="32" y="19"/>
                  <a:pt x="32" y="18"/>
                  <a:pt x="31" y="1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" name="Freeform 37">
            <a:extLst>
              <a:ext uri="{FF2B5EF4-FFF2-40B4-BE49-F238E27FC236}">
                <a16:creationId xmlns:a16="http://schemas.microsoft.com/office/drawing/2014/main" id="{58FC002F-BC7A-FD71-4C3D-1126764B80A5}"/>
              </a:ext>
            </a:extLst>
          </p:cNvPr>
          <p:cNvSpPr>
            <a:spLocks noEditPoints="1"/>
          </p:cNvSpPr>
          <p:nvPr/>
        </p:nvSpPr>
        <p:spPr bwMode="auto">
          <a:xfrm>
            <a:off x="2056801" y="1336065"/>
            <a:ext cx="177800" cy="211667"/>
          </a:xfrm>
          <a:custGeom>
            <a:avLst/>
            <a:gdLst>
              <a:gd name="T0" fmla="*/ 120650 w 42"/>
              <a:gd name="T1" fmla="*/ 25400 h 50"/>
              <a:gd name="T2" fmla="*/ 60325 w 42"/>
              <a:gd name="T3" fmla="*/ 28575 h 50"/>
              <a:gd name="T4" fmla="*/ 28575 w 42"/>
              <a:gd name="T5" fmla="*/ 107950 h 50"/>
              <a:gd name="T6" fmla="*/ 47625 w 42"/>
              <a:gd name="T7" fmla="*/ 114300 h 50"/>
              <a:gd name="T8" fmla="*/ 47625 w 42"/>
              <a:gd name="T9" fmla="*/ 25400 h 50"/>
              <a:gd name="T10" fmla="*/ 47625 w 42"/>
              <a:gd name="T11" fmla="*/ 25400 h 50"/>
              <a:gd name="T12" fmla="*/ 47625 w 42"/>
              <a:gd name="T13" fmla="*/ 25400 h 50"/>
              <a:gd name="T14" fmla="*/ 47625 w 42"/>
              <a:gd name="T15" fmla="*/ 25400 h 50"/>
              <a:gd name="T16" fmla="*/ 47625 w 42"/>
              <a:gd name="T17" fmla="*/ 22225 h 50"/>
              <a:gd name="T18" fmla="*/ 47625 w 42"/>
              <a:gd name="T19" fmla="*/ 22225 h 50"/>
              <a:gd name="T20" fmla="*/ 47625 w 42"/>
              <a:gd name="T21" fmla="*/ 22225 h 50"/>
              <a:gd name="T22" fmla="*/ 47625 w 42"/>
              <a:gd name="T23" fmla="*/ 22225 h 50"/>
              <a:gd name="T24" fmla="*/ 47625 w 42"/>
              <a:gd name="T25" fmla="*/ 22225 h 50"/>
              <a:gd name="T26" fmla="*/ 47625 w 42"/>
              <a:gd name="T27" fmla="*/ 22225 h 50"/>
              <a:gd name="T28" fmla="*/ 47625 w 42"/>
              <a:gd name="T29" fmla="*/ 22225 h 50"/>
              <a:gd name="T30" fmla="*/ 47625 w 42"/>
              <a:gd name="T31" fmla="*/ 22225 h 50"/>
              <a:gd name="T32" fmla="*/ 47625 w 42"/>
              <a:gd name="T33" fmla="*/ 22225 h 50"/>
              <a:gd name="T34" fmla="*/ 47625 w 42"/>
              <a:gd name="T35" fmla="*/ 22225 h 50"/>
              <a:gd name="T36" fmla="*/ 47625 w 42"/>
              <a:gd name="T37" fmla="*/ 22225 h 50"/>
              <a:gd name="T38" fmla="*/ 47625 w 42"/>
              <a:gd name="T39" fmla="*/ 22225 h 50"/>
              <a:gd name="T40" fmla="*/ 47625 w 42"/>
              <a:gd name="T41" fmla="*/ 22225 h 50"/>
              <a:gd name="T42" fmla="*/ 47625 w 42"/>
              <a:gd name="T43" fmla="*/ 19050 h 50"/>
              <a:gd name="T44" fmla="*/ 47625 w 42"/>
              <a:gd name="T45" fmla="*/ 19050 h 50"/>
              <a:gd name="T46" fmla="*/ 47625 w 42"/>
              <a:gd name="T47" fmla="*/ 19050 h 50"/>
              <a:gd name="T48" fmla="*/ 47625 w 42"/>
              <a:gd name="T49" fmla="*/ 19050 h 50"/>
              <a:gd name="T50" fmla="*/ 47625 w 42"/>
              <a:gd name="T51" fmla="*/ 19050 h 50"/>
              <a:gd name="T52" fmla="*/ 47625 w 42"/>
              <a:gd name="T53" fmla="*/ 19050 h 50"/>
              <a:gd name="T54" fmla="*/ 50800 w 42"/>
              <a:gd name="T55" fmla="*/ 19050 h 50"/>
              <a:gd name="T56" fmla="*/ 50800 w 42"/>
              <a:gd name="T57" fmla="*/ 19050 h 50"/>
              <a:gd name="T58" fmla="*/ 50800 w 42"/>
              <a:gd name="T59" fmla="*/ 19050 h 50"/>
              <a:gd name="T60" fmla="*/ 50800 w 42"/>
              <a:gd name="T61" fmla="*/ 19050 h 50"/>
              <a:gd name="T62" fmla="*/ 50800 w 42"/>
              <a:gd name="T63" fmla="*/ 19050 h 50"/>
              <a:gd name="T64" fmla="*/ 123825 w 42"/>
              <a:gd name="T65" fmla="*/ 0 h 50"/>
              <a:gd name="T66" fmla="*/ 130175 w 42"/>
              <a:gd name="T67" fmla="*/ 6350 h 50"/>
              <a:gd name="T68" fmla="*/ 133350 w 42"/>
              <a:gd name="T69" fmla="*/ 117475 h 50"/>
              <a:gd name="T70" fmla="*/ 123825 w 42"/>
              <a:gd name="T71" fmla="*/ 133350 h 50"/>
              <a:gd name="T72" fmla="*/ 82550 w 42"/>
              <a:gd name="T73" fmla="*/ 133350 h 50"/>
              <a:gd name="T74" fmla="*/ 82550 w 42"/>
              <a:gd name="T75" fmla="*/ 98425 h 50"/>
              <a:gd name="T76" fmla="*/ 120650 w 42"/>
              <a:gd name="T77" fmla="*/ 95250 h 50"/>
              <a:gd name="T78" fmla="*/ 60325 w 42"/>
              <a:gd name="T79" fmla="*/ 47625 h 50"/>
              <a:gd name="T80" fmla="*/ 60325 w 42"/>
              <a:gd name="T81" fmla="*/ 133350 h 50"/>
              <a:gd name="T82" fmla="*/ 50800 w 42"/>
              <a:gd name="T83" fmla="*/ 152400 h 50"/>
              <a:gd name="T84" fmla="*/ 9525 w 42"/>
              <a:gd name="T85" fmla="*/ 152400 h 50"/>
              <a:gd name="T86" fmla="*/ 9525 w 42"/>
              <a:gd name="T87" fmla="*/ 114300 h 50"/>
              <a:gd name="T88" fmla="*/ 41275 w 42"/>
              <a:gd name="T89" fmla="*/ 123825 h 50"/>
              <a:gd name="T90" fmla="*/ 28575 w 42"/>
              <a:gd name="T91" fmla="*/ 120650 h 50"/>
              <a:gd name="T92" fmla="*/ 9525 w 42"/>
              <a:gd name="T93" fmla="*/ 133350 h 50"/>
              <a:gd name="T94" fmla="*/ 28575 w 42"/>
              <a:gd name="T95" fmla="*/ 146050 h 50"/>
              <a:gd name="T96" fmla="*/ 47625 w 42"/>
              <a:gd name="T97" fmla="*/ 133350 h 50"/>
              <a:gd name="T98" fmla="*/ 114300 w 42"/>
              <a:gd name="T99" fmla="*/ 107950 h 50"/>
              <a:gd name="T100" fmla="*/ 101600 w 42"/>
              <a:gd name="T101" fmla="*/ 104775 h 50"/>
              <a:gd name="T102" fmla="*/ 82550 w 42"/>
              <a:gd name="T103" fmla="*/ 117475 h 50"/>
              <a:gd name="T104" fmla="*/ 88900 w 42"/>
              <a:gd name="T105" fmla="*/ 123825 h 50"/>
              <a:gd name="T106" fmla="*/ 101600 w 42"/>
              <a:gd name="T107" fmla="*/ 130175 h 50"/>
              <a:gd name="T108" fmla="*/ 120650 w 42"/>
              <a:gd name="T109" fmla="*/ 117475 h 50"/>
              <a:gd name="T110" fmla="*/ 120650 w 42"/>
              <a:gd name="T111" fmla="*/ 117475 h 50"/>
              <a:gd name="T112" fmla="*/ 114300 w 42"/>
              <a:gd name="T113" fmla="*/ 107950 h 5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42" h="50">
                <a:moveTo>
                  <a:pt x="19" y="12"/>
                </a:moveTo>
                <a:cubicBezTo>
                  <a:pt x="38" y="8"/>
                  <a:pt x="38" y="8"/>
                  <a:pt x="38" y="8"/>
                </a:cubicBezTo>
                <a:cubicBezTo>
                  <a:pt x="38" y="5"/>
                  <a:pt x="38" y="5"/>
                  <a:pt x="38" y="5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12"/>
                  <a:pt x="19" y="12"/>
                  <a:pt x="19" y="12"/>
                </a:cubicBezTo>
                <a:close/>
                <a:moveTo>
                  <a:pt x="9" y="34"/>
                </a:moveTo>
                <a:cubicBezTo>
                  <a:pt x="9" y="34"/>
                  <a:pt x="9" y="34"/>
                  <a:pt x="9" y="34"/>
                </a:cubicBezTo>
                <a:cubicBezTo>
                  <a:pt x="11" y="34"/>
                  <a:pt x="13" y="35"/>
                  <a:pt x="15" y="36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2"/>
                  <a:pt x="41" y="2"/>
                  <a:pt x="41" y="2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9"/>
                  <a:pt x="40" y="41"/>
                  <a:pt x="39" y="42"/>
                </a:cubicBezTo>
                <a:cubicBezTo>
                  <a:pt x="37" y="44"/>
                  <a:pt x="35" y="45"/>
                  <a:pt x="32" y="45"/>
                </a:cubicBezTo>
                <a:cubicBezTo>
                  <a:pt x="30" y="45"/>
                  <a:pt x="27" y="44"/>
                  <a:pt x="26" y="42"/>
                </a:cubicBezTo>
                <a:cubicBezTo>
                  <a:pt x="24" y="41"/>
                  <a:pt x="23" y="39"/>
                  <a:pt x="23" y="37"/>
                </a:cubicBezTo>
                <a:cubicBezTo>
                  <a:pt x="23" y="35"/>
                  <a:pt x="24" y="33"/>
                  <a:pt x="26" y="31"/>
                </a:cubicBezTo>
                <a:cubicBezTo>
                  <a:pt x="27" y="30"/>
                  <a:pt x="30" y="29"/>
                  <a:pt x="32" y="29"/>
                </a:cubicBezTo>
                <a:cubicBezTo>
                  <a:pt x="34" y="29"/>
                  <a:pt x="36" y="30"/>
                  <a:pt x="38" y="30"/>
                </a:cubicBezTo>
                <a:cubicBezTo>
                  <a:pt x="38" y="10"/>
                  <a:pt x="38" y="10"/>
                  <a:pt x="38" y="10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4"/>
                  <a:pt x="17" y="46"/>
                  <a:pt x="16" y="48"/>
                </a:cubicBezTo>
                <a:cubicBezTo>
                  <a:pt x="14" y="49"/>
                  <a:pt x="12" y="50"/>
                  <a:pt x="9" y="50"/>
                </a:cubicBezTo>
                <a:cubicBezTo>
                  <a:pt x="7" y="50"/>
                  <a:pt x="4" y="49"/>
                  <a:pt x="3" y="48"/>
                </a:cubicBezTo>
                <a:cubicBezTo>
                  <a:pt x="1" y="46"/>
                  <a:pt x="0" y="44"/>
                  <a:pt x="0" y="42"/>
                </a:cubicBezTo>
                <a:cubicBezTo>
                  <a:pt x="0" y="40"/>
                  <a:pt x="1" y="38"/>
                  <a:pt x="3" y="36"/>
                </a:cubicBezTo>
                <a:cubicBezTo>
                  <a:pt x="4" y="35"/>
                  <a:pt x="7" y="34"/>
                  <a:pt x="9" y="34"/>
                </a:cubicBezTo>
                <a:close/>
                <a:moveTo>
                  <a:pt x="13" y="39"/>
                </a:moveTo>
                <a:cubicBezTo>
                  <a:pt x="13" y="39"/>
                  <a:pt x="13" y="39"/>
                  <a:pt x="13" y="39"/>
                </a:cubicBezTo>
                <a:cubicBezTo>
                  <a:pt x="12" y="39"/>
                  <a:pt x="11" y="38"/>
                  <a:pt x="9" y="38"/>
                </a:cubicBezTo>
                <a:cubicBezTo>
                  <a:pt x="7" y="38"/>
                  <a:pt x="6" y="39"/>
                  <a:pt x="5" y="39"/>
                </a:cubicBezTo>
                <a:cubicBezTo>
                  <a:pt x="4" y="40"/>
                  <a:pt x="3" y="41"/>
                  <a:pt x="3" y="42"/>
                </a:cubicBezTo>
                <a:cubicBezTo>
                  <a:pt x="3" y="43"/>
                  <a:pt x="4" y="44"/>
                  <a:pt x="5" y="45"/>
                </a:cubicBezTo>
                <a:cubicBezTo>
                  <a:pt x="6" y="45"/>
                  <a:pt x="7" y="46"/>
                  <a:pt x="9" y="46"/>
                </a:cubicBezTo>
                <a:cubicBezTo>
                  <a:pt x="11" y="46"/>
                  <a:pt x="12" y="45"/>
                  <a:pt x="13" y="45"/>
                </a:cubicBezTo>
                <a:cubicBezTo>
                  <a:pt x="14" y="44"/>
                  <a:pt x="15" y="43"/>
                  <a:pt x="15" y="42"/>
                </a:cubicBezTo>
                <a:cubicBezTo>
                  <a:pt x="15" y="41"/>
                  <a:pt x="14" y="40"/>
                  <a:pt x="13" y="39"/>
                </a:cubicBezTo>
                <a:close/>
                <a:moveTo>
                  <a:pt x="36" y="34"/>
                </a:moveTo>
                <a:cubicBezTo>
                  <a:pt x="36" y="34"/>
                  <a:pt x="36" y="34"/>
                  <a:pt x="36" y="34"/>
                </a:cubicBezTo>
                <a:cubicBezTo>
                  <a:pt x="35" y="33"/>
                  <a:pt x="34" y="33"/>
                  <a:pt x="32" y="33"/>
                </a:cubicBezTo>
                <a:cubicBezTo>
                  <a:pt x="30" y="33"/>
                  <a:pt x="29" y="33"/>
                  <a:pt x="28" y="34"/>
                </a:cubicBezTo>
                <a:cubicBezTo>
                  <a:pt x="27" y="35"/>
                  <a:pt x="26" y="36"/>
                  <a:pt x="26" y="37"/>
                </a:cubicBezTo>
                <a:cubicBezTo>
                  <a:pt x="26" y="38"/>
                  <a:pt x="27" y="39"/>
                  <a:pt x="28" y="39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39"/>
                  <a:pt x="28" y="39"/>
                  <a:pt x="28" y="39"/>
                </a:cubicBezTo>
                <a:cubicBezTo>
                  <a:pt x="29" y="40"/>
                  <a:pt x="30" y="41"/>
                  <a:pt x="32" y="41"/>
                </a:cubicBezTo>
                <a:cubicBezTo>
                  <a:pt x="34" y="41"/>
                  <a:pt x="35" y="40"/>
                  <a:pt x="36" y="39"/>
                </a:cubicBezTo>
                <a:cubicBezTo>
                  <a:pt x="37" y="39"/>
                  <a:pt x="38" y="38"/>
                  <a:pt x="38" y="37"/>
                </a:cubicBezTo>
                <a:cubicBezTo>
                  <a:pt x="38" y="37"/>
                  <a:pt x="38" y="37"/>
                  <a:pt x="38" y="37"/>
                </a:cubicBezTo>
                <a:cubicBezTo>
                  <a:pt x="38" y="37"/>
                  <a:pt x="38" y="37"/>
                  <a:pt x="38" y="37"/>
                </a:cubicBezTo>
                <a:cubicBezTo>
                  <a:pt x="38" y="36"/>
                  <a:pt x="37" y="35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4" name="Freeform 38">
            <a:extLst>
              <a:ext uri="{FF2B5EF4-FFF2-40B4-BE49-F238E27FC236}">
                <a16:creationId xmlns:a16="http://schemas.microsoft.com/office/drawing/2014/main" id="{DFB6BFA6-4A43-BEFA-9F96-CB2A2531488C}"/>
              </a:ext>
            </a:extLst>
          </p:cNvPr>
          <p:cNvSpPr>
            <a:spLocks noEditPoints="1"/>
          </p:cNvSpPr>
          <p:nvPr/>
        </p:nvSpPr>
        <p:spPr bwMode="auto">
          <a:xfrm>
            <a:off x="4683586" y="1336065"/>
            <a:ext cx="156633" cy="211667"/>
          </a:xfrm>
          <a:custGeom>
            <a:avLst/>
            <a:gdLst>
              <a:gd name="T0" fmla="*/ 85725 w 37"/>
              <a:gd name="T1" fmla="*/ 12700 h 50"/>
              <a:gd name="T2" fmla="*/ 98425 w 37"/>
              <a:gd name="T3" fmla="*/ 73025 h 50"/>
              <a:gd name="T4" fmla="*/ 85725 w 37"/>
              <a:gd name="T5" fmla="*/ 101600 h 50"/>
              <a:gd name="T6" fmla="*/ 31750 w 37"/>
              <a:gd name="T7" fmla="*/ 101600 h 50"/>
              <a:gd name="T8" fmla="*/ 19050 w 37"/>
              <a:gd name="T9" fmla="*/ 73025 h 50"/>
              <a:gd name="T10" fmla="*/ 31750 w 37"/>
              <a:gd name="T11" fmla="*/ 12700 h 50"/>
              <a:gd name="T12" fmla="*/ 31750 w 37"/>
              <a:gd name="T13" fmla="*/ 53975 h 50"/>
              <a:gd name="T14" fmla="*/ 85725 w 37"/>
              <a:gd name="T15" fmla="*/ 53975 h 50"/>
              <a:gd name="T16" fmla="*/ 76200 w 37"/>
              <a:gd name="T17" fmla="*/ 19050 h 50"/>
              <a:gd name="T18" fmla="*/ 41275 w 37"/>
              <a:gd name="T19" fmla="*/ 19050 h 50"/>
              <a:gd name="T20" fmla="*/ 31750 w 37"/>
              <a:gd name="T21" fmla="*/ 53975 h 50"/>
              <a:gd name="T22" fmla="*/ 85725 w 37"/>
              <a:gd name="T23" fmla="*/ 60325 h 50"/>
              <a:gd name="T24" fmla="*/ 31750 w 37"/>
              <a:gd name="T25" fmla="*/ 73025 h 50"/>
              <a:gd name="T26" fmla="*/ 41275 w 37"/>
              <a:gd name="T27" fmla="*/ 92075 h 50"/>
              <a:gd name="T28" fmla="*/ 76200 w 37"/>
              <a:gd name="T29" fmla="*/ 92075 h 50"/>
              <a:gd name="T30" fmla="*/ 76200 w 37"/>
              <a:gd name="T31" fmla="*/ 92075 h 50"/>
              <a:gd name="T32" fmla="*/ 85725 w 37"/>
              <a:gd name="T33" fmla="*/ 60325 h 50"/>
              <a:gd name="T34" fmla="*/ 22225 w 37"/>
              <a:gd name="T35" fmla="*/ 158750 h 50"/>
              <a:gd name="T36" fmla="*/ 57150 w 37"/>
              <a:gd name="T37" fmla="*/ 158750 h 50"/>
              <a:gd name="T38" fmla="*/ 95250 w 37"/>
              <a:gd name="T39" fmla="*/ 158750 h 50"/>
              <a:gd name="T40" fmla="*/ 95250 w 37"/>
              <a:gd name="T41" fmla="*/ 146050 h 50"/>
              <a:gd name="T42" fmla="*/ 63500 w 37"/>
              <a:gd name="T43" fmla="*/ 133350 h 50"/>
              <a:gd name="T44" fmla="*/ 114300 w 37"/>
              <a:gd name="T45" fmla="*/ 95250 h 50"/>
              <a:gd name="T46" fmla="*/ 117475 w 37"/>
              <a:gd name="T47" fmla="*/ 57150 h 50"/>
              <a:gd name="T48" fmla="*/ 104775 w 37"/>
              <a:gd name="T49" fmla="*/ 57150 h 50"/>
              <a:gd name="T50" fmla="*/ 101600 w 37"/>
              <a:gd name="T51" fmla="*/ 92075 h 50"/>
              <a:gd name="T52" fmla="*/ 57150 w 37"/>
              <a:gd name="T53" fmla="*/ 120650 h 50"/>
              <a:gd name="T54" fmla="*/ 25400 w 37"/>
              <a:gd name="T55" fmla="*/ 107950 h 50"/>
              <a:gd name="T56" fmla="*/ 12700 w 37"/>
              <a:gd name="T57" fmla="*/ 73025 h 50"/>
              <a:gd name="T58" fmla="*/ 6350 w 37"/>
              <a:gd name="T59" fmla="*/ 50800 h 50"/>
              <a:gd name="T60" fmla="*/ 0 w 37"/>
              <a:gd name="T61" fmla="*/ 73025 h 50"/>
              <a:gd name="T62" fmla="*/ 15875 w 37"/>
              <a:gd name="T63" fmla="*/ 114300 h 50"/>
              <a:gd name="T64" fmla="*/ 50800 w 37"/>
              <a:gd name="T65" fmla="*/ 133350 h 50"/>
              <a:gd name="T66" fmla="*/ 22225 w 37"/>
              <a:gd name="T67" fmla="*/ 146050 h 50"/>
              <a:gd name="T68" fmla="*/ 22225 w 37"/>
              <a:gd name="T69" fmla="*/ 158750 h 5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37" h="50">
                <a:moveTo>
                  <a:pt x="18" y="0"/>
                </a:moveTo>
                <a:cubicBezTo>
                  <a:pt x="22" y="0"/>
                  <a:pt x="25" y="1"/>
                  <a:pt x="27" y="4"/>
                </a:cubicBezTo>
                <a:cubicBezTo>
                  <a:pt x="29" y="6"/>
                  <a:pt x="31" y="9"/>
                  <a:pt x="31" y="12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7"/>
                  <a:pt x="29" y="30"/>
                  <a:pt x="27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5" y="34"/>
                  <a:pt x="22" y="35"/>
                  <a:pt x="18" y="35"/>
                </a:cubicBezTo>
                <a:cubicBezTo>
                  <a:pt x="15" y="35"/>
                  <a:pt x="12" y="34"/>
                  <a:pt x="10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8" y="29"/>
                  <a:pt x="6" y="27"/>
                  <a:pt x="6" y="23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9"/>
                  <a:pt x="8" y="6"/>
                  <a:pt x="10" y="4"/>
                </a:cubicBezTo>
                <a:cubicBezTo>
                  <a:pt x="12" y="1"/>
                  <a:pt x="15" y="0"/>
                  <a:pt x="18" y="0"/>
                </a:cubicBezTo>
                <a:close/>
                <a:moveTo>
                  <a:pt x="10" y="17"/>
                </a:moveTo>
                <a:cubicBezTo>
                  <a:pt x="10" y="17"/>
                  <a:pt x="10" y="17"/>
                  <a:pt x="10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0"/>
                  <a:pt x="26" y="8"/>
                  <a:pt x="24" y="6"/>
                </a:cubicBezTo>
                <a:cubicBezTo>
                  <a:pt x="23" y="5"/>
                  <a:pt x="21" y="4"/>
                  <a:pt x="18" y="4"/>
                </a:cubicBezTo>
                <a:cubicBezTo>
                  <a:pt x="16" y="4"/>
                  <a:pt x="14" y="5"/>
                  <a:pt x="13" y="6"/>
                </a:cubicBezTo>
                <a:cubicBezTo>
                  <a:pt x="11" y="8"/>
                  <a:pt x="10" y="10"/>
                  <a:pt x="10" y="12"/>
                </a:cubicBezTo>
                <a:cubicBezTo>
                  <a:pt x="10" y="17"/>
                  <a:pt x="10" y="17"/>
                  <a:pt x="10" y="17"/>
                </a:cubicBezTo>
                <a:close/>
                <a:moveTo>
                  <a:pt x="27" y="19"/>
                </a:moveTo>
                <a:cubicBezTo>
                  <a:pt x="27" y="19"/>
                  <a:pt x="27" y="19"/>
                  <a:pt x="27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5"/>
                  <a:pt x="11" y="28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4" y="31"/>
                  <a:pt x="16" y="31"/>
                  <a:pt x="18" y="31"/>
                </a:cubicBezTo>
                <a:cubicBezTo>
                  <a:pt x="21" y="31"/>
                  <a:pt x="23" y="31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6" y="28"/>
                  <a:pt x="27" y="26"/>
                  <a:pt x="27" y="23"/>
                </a:cubicBezTo>
                <a:cubicBezTo>
                  <a:pt x="27" y="19"/>
                  <a:pt x="27" y="19"/>
                  <a:pt x="27" y="19"/>
                </a:cubicBezTo>
                <a:close/>
                <a:moveTo>
                  <a:pt x="7" y="50"/>
                </a:moveTo>
                <a:cubicBezTo>
                  <a:pt x="7" y="50"/>
                  <a:pt x="7" y="50"/>
                  <a:pt x="7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30" y="50"/>
                  <a:pt x="30" y="50"/>
                  <a:pt x="30" y="50"/>
                </a:cubicBezTo>
                <a:cubicBezTo>
                  <a:pt x="31" y="50"/>
                  <a:pt x="32" y="49"/>
                  <a:pt x="32" y="48"/>
                </a:cubicBezTo>
                <a:cubicBezTo>
                  <a:pt x="32" y="47"/>
                  <a:pt x="31" y="46"/>
                  <a:pt x="30" y="46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1"/>
                  <a:pt x="29" y="39"/>
                  <a:pt x="32" y="36"/>
                </a:cubicBezTo>
                <a:cubicBezTo>
                  <a:pt x="33" y="35"/>
                  <a:pt x="35" y="33"/>
                  <a:pt x="36" y="30"/>
                </a:cubicBezTo>
                <a:cubicBezTo>
                  <a:pt x="36" y="28"/>
                  <a:pt x="37" y="26"/>
                  <a:pt x="37" y="23"/>
                </a:cubicBezTo>
                <a:cubicBezTo>
                  <a:pt x="37" y="18"/>
                  <a:pt x="37" y="18"/>
                  <a:pt x="37" y="18"/>
                </a:cubicBezTo>
                <a:cubicBezTo>
                  <a:pt x="37" y="17"/>
                  <a:pt x="36" y="16"/>
                  <a:pt x="35" y="16"/>
                </a:cubicBezTo>
                <a:cubicBezTo>
                  <a:pt x="34" y="16"/>
                  <a:pt x="33" y="17"/>
                  <a:pt x="33" y="18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25"/>
                  <a:pt x="33" y="27"/>
                  <a:pt x="32" y="29"/>
                </a:cubicBezTo>
                <a:cubicBezTo>
                  <a:pt x="31" y="31"/>
                  <a:pt x="30" y="32"/>
                  <a:pt x="29" y="34"/>
                </a:cubicBezTo>
                <a:cubicBezTo>
                  <a:pt x="26" y="36"/>
                  <a:pt x="22" y="38"/>
                  <a:pt x="18" y="38"/>
                </a:cubicBezTo>
                <a:cubicBezTo>
                  <a:pt x="16" y="38"/>
                  <a:pt x="15" y="38"/>
                  <a:pt x="13" y="37"/>
                </a:cubicBezTo>
                <a:cubicBezTo>
                  <a:pt x="11" y="36"/>
                  <a:pt x="9" y="35"/>
                  <a:pt x="8" y="34"/>
                </a:cubicBezTo>
                <a:cubicBezTo>
                  <a:pt x="7" y="32"/>
                  <a:pt x="6" y="31"/>
                  <a:pt x="5" y="29"/>
                </a:cubicBezTo>
                <a:cubicBezTo>
                  <a:pt x="4" y="27"/>
                  <a:pt x="4" y="25"/>
                  <a:pt x="4" y="23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17"/>
                  <a:pt x="3" y="16"/>
                  <a:pt x="2" y="16"/>
                </a:cubicBezTo>
                <a:cubicBezTo>
                  <a:pt x="1" y="16"/>
                  <a:pt x="0" y="17"/>
                  <a:pt x="0" y="18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6"/>
                  <a:pt x="0" y="28"/>
                  <a:pt x="1" y="30"/>
                </a:cubicBezTo>
                <a:cubicBezTo>
                  <a:pt x="2" y="33"/>
                  <a:pt x="4" y="35"/>
                  <a:pt x="5" y="36"/>
                </a:cubicBezTo>
                <a:cubicBezTo>
                  <a:pt x="7" y="38"/>
                  <a:pt x="9" y="39"/>
                  <a:pt x="11" y="40"/>
                </a:cubicBezTo>
                <a:cubicBezTo>
                  <a:pt x="13" y="41"/>
                  <a:pt x="15" y="42"/>
                  <a:pt x="16" y="42"/>
                </a:cubicBezTo>
                <a:cubicBezTo>
                  <a:pt x="16" y="46"/>
                  <a:pt x="16" y="46"/>
                  <a:pt x="16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6" y="46"/>
                  <a:pt x="5" y="47"/>
                  <a:pt x="5" y="48"/>
                </a:cubicBezTo>
                <a:cubicBezTo>
                  <a:pt x="5" y="49"/>
                  <a:pt x="6" y="50"/>
                  <a:pt x="7" y="5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5" name="Freeform 39">
            <a:extLst>
              <a:ext uri="{FF2B5EF4-FFF2-40B4-BE49-F238E27FC236}">
                <a16:creationId xmlns:a16="http://schemas.microsoft.com/office/drawing/2014/main" id="{5450E689-015E-0B4F-6460-3CE856E85E37}"/>
              </a:ext>
            </a:extLst>
          </p:cNvPr>
          <p:cNvSpPr>
            <a:spLocks noEditPoints="1"/>
          </p:cNvSpPr>
          <p:nvPr/>
        </p:nvSpPr>
        <p:spPr bwMode="auto">
          <a:xfrm>
            <a:off x="5047651" y="1365698"/>
            <a:ext cx="211667" cy="152400"/>
          </a:xfrm>
          <a:custGeom>
            <a:avLst/>
            <a:gdLst>
              <a:gd name="T0" fmla="*/ 6350 w 50"/>
              <a:gd name="T1" fmla="*/ 0 h 36"/>
              <a:gd name="T2" fmla="*/ 0 w 50"/>
              <a:gd name="T3" fmla="*/ 107950 h 36"/>
              <a:gd name="T4" fmla="*/ 152400 w 50"/>
              <a:gd name="T5" fmla="*/ 114300 h 36"/>
              <a:gd name="T6" fmla="*/ 158750 w 50"/>
              <a:gd name="T7" fmla="*/ 6350 h 36"/>
              <a:gd name="T8" fmla="*/ 38100 w 50"/>
              <a:gd name="T9" fmla="*/ 101600 h 36"/>
              <a:gd name="T10" fmla="*/ 44450 w 50"/>
              <a:gd name="T11" fmla="*/ 88900 h 36"/>
              <a:gd name="T12" fmla="*/ 117475 w 50"/>
              <a:gd name="T13" fmla="*/ 101600 h 36"/>
              <a:gd name="T14" fmla="*/ 146050 w 50"/>
              <a:gd name="T15" fmla="*/ 101600 h 36"/>
              <a:gd name="T16" fmla="*/ 127000 w 50"/>
              <a:gd name="T17" fmla="*/ 101600 h 36"/>
              <a:gd name="T18" fmla="*/ 114300 w 50"/>
              <a:gd name="T19" fmla="*/ 79375 h 36"/>
              <a:gd name="T20" fmla="*/ 41275 w 50"/>
              <a:gd name="T21" fmla="*/ 79375 h 36"/>
              <a:gd name="T22" fmla="*/ 31750 w 50"/>
              <a:gd name="T23" fmla="*/ 101600 h 36"/>
              <a:gd name="T24" fmla="*/ 12700 w 50"/>
              <a:gd name="T25" fmla="*/ 12700 h 36"/>
              <a:gd name="T26" fmla="*/ 146050 w 50"/>
              <a:gd name="T27" fmla="*/ 101600 h 36"/>
              <a:gd name="T28" fmla="*/ 101600 w 50"/>
              <a:gd name="T29" fmla="*/ 60325 h 36"/>
              <a:gd name="T30" fmla="*/ 111125 w 50"/>
              <a:gd name="T31" fmla="*/ 66675 h 36"/>
              <a:gd name="T32" fmla="*/ 127000 w 50"/>
              <a:gd name="T33" fmla="*/ 50800 h 36"/>
              <a:gd name="T34" fmla="*/ 111125 w 50"/>
              <a:gd name="T35" fmla="*/ 34925 h 36"/>
              <a:gd name="T36" fmla="*/ 101600 w 50"/>
              <a:gd name="T37" fmla="*/ 38100 h 36"/>
              <a:gd name="T38" fmla="*/ 101600 w 50"/>
              <a:gd name="T39" fmla="*/ 60325 h 36"/>
              <a:gd name="T40" fmla="*/ 104775 w 50"/>
              <a:gd name="T41" fmla="*/ 44450 h 36"/>
              <a:gd name="T42" fmla="*/ 111125 w 50"/>
              <a:gd name="T43" fmla="*/ 41275 h 36"/>
              <a:gd name="T44" fmla="*/ 120650 w 50"/>
              <a:gd name="T45" fmla="*/ 50800 h 36"/>
              <a:gd name="T46" fmla="*/ 111125 w 50"/>
              <a:gd name="T47" fmla="*/ 57150 h 36"/>
              <a:gd name="T48" fmla="*/ 104775 w 50"/>
              <a:gd name="T49" fmla="*/ 57150 h 36"/>
              <a:gd name="T50" fmla="*/ 104775 w 50"/>
              <a:gd name="T51" fmla="*/ 44450 h 36"/>
              <a:gd name="T52" fmla="*/ 34925 w 50"/>
              <a:gd name="T53" fmla="*/ 60325 h 36"/>
              <a:gd name="T54" fmla="*/ 57150 w 50"/>
              <a:gd name="T55" fmla="*/ 60325 h 36"/>
              <a:gd name="T56" fmla="*/ 60325 w 50"/>
              <a:gd name="T57" fmla="*/ 50800 h 36"/>
              <a:gd name="T58" fmla="*/ 57150 w 50"/>
              <a:gd name="T59" fmla="*/ 38100 h 36"/>
              <a:gd name="T60" fmla="*/ 34925 w 50"/>
              <a:gd name="T61" fmla="*/ 38100 h 36"/>
              <a:gd name="T62" fmla="*/ 28575 w 50"/>
              <a:gd name="T63" fmla="*/ 50800 h 36"/>
              <a:gd name="T64" fmla="*/ 34925 w 50"/>
              <a:gd name="T65" fmla="*/ 60325 h 36"/>
              <a:gd name="T66" fmla="*/ 38100 w 50"/>
              <a:gd name="T67" fmla="*/ 44450 h 36"/>
              <a:gd name="T68" fmla="*/ 44450 w 50"/>
              <a:gd name="T69" fmla="*/ 41275 h 36"/>
              <a:gd name="T70" fmla="*/ 50800 w 50"/>
              <a:gd name="T71" fmla="*/ 44450 h 36"/>
              <a:gd name="T72" fmla="*/ 50800 w 50"/>
              <a:gd name="T73" fmla="*/ 57150 h 36"/>
              <a:gd name="T74" fmla="*/ 38100 w 50"/>
              <a:gd name="T75" fmla="*/ 57150 h 36"/>
              <a:gd name="T76" fmla="*/ 38100 w 50"/>
              <a:gd name="T77" fmla="*/ 50800 h 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0" h="36">
                <a:moveTo>
                  <a:pt x="48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5"/>
                  <a:pt x="1" y="36"/>
                  <a:pt x="2" y="36"/>
                </a:cubicBezTo>
                <a:cubicBezTo>
                  <a:pt x="48" y="36"/>
                  <a:pt x="48" y="36"/>
                  <a:pt x="48" y="36"/>
                </a:cubicBezTo>
                <a:cubicBezTo>
                  <a:pt x="49" y="36"/>
                  <a:pt x="50" y="35"/>
                  <a:pt x="50" y="34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1"/>
                  <a:pt x="49" y="0"/>
                  <a:pt x="48" y="0"/>
                </a:cubicBezTo>
                <a:close/>
                <a:moveTo>
                  <a:pt x="12" y="32"/>
                </a:moveTo>
                <a:cubicBezTo>
                  <a:pt x="12" y="32"/>
                  <a:pt x="12" y="32"/>
                  <a:pt x="12" y="32"/>
                </a:cubicBezTo>
                <a:cubicBezTo>
                  <a:pt x="14" y="28"/>
                  <a:pt x="14" y="28"/>
                  <a:pt x="14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7" y="32"/>
                  <a:pt x="37" y="32"/>
                  <a:pt x="37" y="32"/>
                </a:cubicBezTo>
                <a:cubicBezTo>
                  <a:pt x="12" y="32"/>
                  <a:pt x="12" y="32"/>
                  <a:pt x="12" y="32"/>
                </a:cubicBezTo>
                <a:close/>
                <a:moveTo>
                  <a:pt x="46" y="32"/>
                </a:moveTo>
                <a:cubicBezTo>
                  <a:pt x="46" y="32"/>
                  <a:pt x="46" y="32"/>
                  <a:pt x="46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7" y="26"/>
                  <a:pt x="37" y="26"/>
                  <a:pt x="37" y="26"/>
                </a:cubicBezTo>
                <a:cubicBezTo>
                  <a:pt x="37" y="26"/>
                  <a:pt x="37" y="25"/>
                  <a:pt x="36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5"/>
                  <a:pt x="12" y="26"/>
                  <a:pt x="12" y="26"/>
                </a:cubicBezTo>
                <a:cubicBezTo>
                  <a:pt x="10" y="32"/>
                  <a:pt x="10" y="32"/>
                  <a:pt x="10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4"/>
                  <a:pt x="4" y="4"/>
                  <a:pt x="4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32"/>
                  <a:pt x="46" y="32"/>
                  <a:pt x="46" y="32"/>
                </a:cubicBezTo>
                <a:close/>
                <a:moveTo>
                  <a:pt x="32" y="19"/>
                </a:move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3" y="20"/>
                  <a:pt x="34" y="21"/>
                  <a:pt x="35" y="21"/>
                </a:cubicBezTo>
                <a:cubicBezTo>
                  <a:pt x="36" y="21"/>
                  <a:pt x="38" y="20"/>
                  <a:pt x="39" y="19"/>
                </a:cubicBezTo>
                <a:cubicBezTo>
                  <a:pt x="39" y="18"/>
                  <a:pt x="40" y="17"/>
                  <a:pt x="40" y="16"/>
                </a:cubicBezTo>
                <a:cubicBezTo>
                  <a:pt x="40" y="15"/>
                  <a:pt x="39" y="13"/>
                  <a:pt x="39" y="12"/>
                </a:cubicBezTo>
                <a:cubicBezTo>
                  <a:pt x="38" y="12"/>
                  <a:pt x="36" y="11"/>
                  <a:pt x="35" y="11"/>
                </a:cubicBezTo>
                <a:cubicBezTo>
                  <a:pt x="34" y="11"/>
                  <a:pt x="33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1" y="13"/>
                  <a:pt x="30" y="15"/>
                  <a:pt x="30" y="16"/>
                </a:cubicBezTo>
                <a:cubicBezTo>
                  <a:pt x="30" y="17"/>
                  <a:pt x="31" y="18"/>
                  <a:pt x="32" y="19"/>
                </a:cubicBezTo>
                <a:close/>
                <a:moveTo>
                  <a:pt x="33" y="14"/>
                </a:moveTo>
                <a:cubicBezTo>
                  <a:pt x="33" y="14"/>
                  <a:pt x="33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4"/>
                  <a:pt x="34" y="13"/>
                  <a:pt x="35" y="13"/>
                </a:cubicBezTo>
                <a:cubicBezTo>
                  <a:pt x="36" y="13"/>
                  <a:pt x="36" y="14"/>
                  <a:pt x="37" y="14"/>
                </a:cubicBezTo>
                <a:cubicBezTo>
                  <a:pt x="37" y="15"/>
                  <a:pt x="38" y="15"/>
                  <a:pt x="38" y="16"/>
                </a:cubicBezTo>
                <a:cubicBezTo>
                  <a:pt x="38" y="17"/>
                  <a:pt x="37" y="17"/>
                  <a:pt x="37" y="18"/>
                </a:cubicBezTo>
                <a:cubicBezTo>
                  <a:pt x="36" y="18"/>
                  <a:pt x="36" y="18"/>
                  <a:pt x="35" y="18"/>
                </a:cubicBezTo>
                <a:cubicBezTo>
                  <a:pt x="34" y="18"/>
                  <a:pt x="34" y="18"/>
                  <a:pt x="33" y="18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7"/>
                  <a:pt x="33" y="17"/>
                  <a:pt x="33" y="16"/>
                </a:cubicBezTo>
                <a:cubicBezTo>
                  <a:pt x="33" y="15"/>
                  <a:pt x="33" y="15"/>
                  <a:pt x="33" y="14"/>
                </a:cubicBezTo>
                <a:close/>
                <a:moveTo>
                  <a:pt x="11" y="19"/>
                </a:moveTo>
                <a:cubicBezTo>
                  <a:pt x="11" y="19"/>
                  <a:pt x="11" y="19"/>
                  <a:pt x="11" y="19"/>
                </a:cubicBezTo>
                <a:cubicBezTo>
                  <a:pt x="12" y="20"/>
                  <a:pt x="13" y="21"/>
                  <a:pt x="14" y="21"/>
                </a:cubicBezTo>
                <a:cubicBezTo>
                  <a:pt x="16" y="21"/>
                  <a:pt x="17" y="20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9" y="18"/>
                  <a:pt x="19" y="17"/>
                  <a:pt x="19" y="16"/>
                </a:cubicBezTo>
                <a:cubicBezTo>
                  <a:pt x="19" y="15"/>
                  <a:pt x="19" y="13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7" y="12"/>
                  <a:pt x="16" y="11"/>
                  <a:pt x="14" y="11"/>
                </a:cubicBezTo>
                <a:cubicBezTo>
                  <a:pt x="13" y="11"/>
                  <a:pt x="12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0" y="13"/>
                  <a:pt x="9" y="15"/>
                  <a:pt x="9" y="16"/>
                </a:cubicBezTo>
                <a:cubicBezTo>
                  <a:pt x="9" y="17"/>
                  <a:pt x="10" y="18"/>
                  <a:pt x="11" y="19"/>
                </a:cubicBezTo>
                <a:cubicBezTo>
                  <a:pt x="11" y="19"/>
                  <a:pt x="11" y="19"/>
                  <a:pt x="11" y="19"/>
                </a:cubicBezTo>
                <a:close/>
                <a:moveTo>
                  <a:pt x="12" y="14"/>
                </a:move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3" y="14"/>
                  <a:pt x="14" y="13"/>
                  <a:pt x="14" y="13"/>
                </a:cubicBezTo>
                <a:cubicBezTo>
                  <a:pt x="15" y="13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7" y="15"/>
                  <a:pt x="17" y="15"/>
                  <a:pt x="17" y="16"/>
                </a:cubicBezTo>
                <a:cubicBezTo>
                  <a:pt x="17" y="17"/>
                  <a:pt x="17" y="17"/>
                  <a:pt x="16" y="18"/>
                </a:cubicBezTo>
                <a:cubicBezTo>
                  <a:pt x="16" y="18"/>
                  <a:pt x="15" y="18"/>
                  <a:pt x="14" y="18"/>
                </a:cubicBezTo>
                <a:cubicBezTo>
                  <a:pt x="14" y="18"/>
                  <a:pt x="13" y="18"/>
                  <a:pt x="12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7"/>
                  <a:pt x="12" y="17"/>
                  <a:pt x="12" y="16"/>
                </a:cubicBezTo>
                <a:cubicBezTo>
                  <a:pt x="12" y="15"/>
                  <a:pt x="12" y="15"/>
                  <a:pt x="12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6" name="Freeform 40">
            <a:extLst>
              <a:ext uri="{FF2B5EF4-FFF2-40B4-BE49-F238E27FC236}">
                <a16:creationId xmlns:a16="http://schemas.microsoft.com/office/drawing/2014/main" id="{892B6D50-F6F6-DD62-C9C2-A4D2A1E4295D}"/>
              </a:ext>
            </a:extLst>
          </p:cNvPr>
          <p:cNvSpPr>
            <a:spLocks noEditPoints="1"/>
          </p:cNvSpPr>
          <p:nvPr/>
        </p:nvSpPr>
        <p:spPr bwMode="auto">
          <a:xfrm>
            <a:off x="5437119" y="1348765"/>
            <a:ext cx="213783" cy="190500"/>
          </a:xfrm>
          <a:custGeom>
            <a:avLst/>
            <a:gdLst>
              <a:gd name="T0" fmla="*/ 6413 w 50"/>
              <a:gd name="T1" fmla="*/ 142875 h 45"/>
              <a:gd name="T2" fmla="*/ 0 w 50"/>
              <a:gd name="T3" fmla="*/ 136525 h 45"/>
              <a:gd name="T4" fmla="*/ 6413 w 50"/>
              <a:gd name="T5" fmla="*/ 130175 h 45"/>
              <a:gd name="T6" fmla="*/ 153924 w 50"/>
              <a:gd name="T7" fmla="*/ 130175 h 45"/>
              <a:gd name="T8" fmla="*/ 160337 w 50"/>
              <a:gd name="T9" fmla="*/ 136525 h 45"/>
              <a:gd name="T10" fmla="*/ 153924 w 50"/>
              <a:gd name="T11" fmla="*/ 142875 h 45"/>
              <a:gd name="T12" fmla="*/ 6413 w 50"/>
              <a:gd name="T13" fmla="*/ 142875 h 45"/>
              <a:gd name="T14" fmla="*/ 16034 w 50"/>
              <a:gd name="T15" fmla="*/ 38100 h 45"/>
              <a:gd name="T16" fmla="*/ 16034 w 50"/>
              <a:gd name="T17" fmla="*/ 38100 h 45"/>
              <a:gd name="T18" fmla="*/ 22447 w 50"/>
              <a:gd name="T19" fmla="*/ 31750 h 45"/>
              <a:gd name="T20" fmla="*/ 28861 w 50"/>
              <a:gd name="T21" fmla="*/ 38100 h 45"/>
              <a:gd name="T22" fmla="*/ 28861 w 50"/>
              <a:gd name="T23" fmla="*/ 117475 h 45"/>
              <a:gd name="T24" fmla="*/ 22447 w 50"/>
              <a:gd name="T25" fmla="*/ 123825 h 45"/>
              <a:gd name="T26" fmla="*/ 16034 w 50"/>
              <a:gd name="T27" fmla="*/ 117475 h 45"/>
              <a:gd name="T28" fmla="*/ 16034 w 50"/>
              <a:gd name="T29" fmla="*/ 38100 h 45"/>
              <a:gd name="T30" fmla="*/ 128270 w 50"/>
              <a:gd name="T31" fmla="*/ 25400 h 45"/>
              <a:gd name="T32" fmla="*/ 128270 w 50"/>
              <a:gd name="T33" fmla="*/ 25400 h 45"/>
              <a:gd name="T34" fmla="*/ 134683 w 50"/>
              <a:gd name="T35" fmla="*/ 19050 h 45"/>
              <a:gd name="T36" fmla="*/ 141097 w 50"/>
              <a:gd name="T37" fmla="*/ 25400 h 45"/>
              <a:gd name="T38" fmla="*/ 141097 w 50"/>
              <a:gd name="T39" fmla="*/ 117475 h 45"/>
              <a:gd name="T40" fmla="*/ 134683 w 50"/>
              <a:gd name="T41" fmla="*/ 123825 h 45"/>
              <a:gd name="T42" fmla="*/ 128270 w 50"/>
              <a:gd name="T43" fmla="*/ 117475 h 45"/>
              <a:gd name="T44" fmla="*/ 128270 w 50"/>
              <a:gd name="T45" fmla="*/ 25400 h 45"/>
              <a:gd name="T46" fmla="*/ 102616 w 50"/>
              <a:gd name="T47" fmla="*/ 6350 h 45"/>
              <a:gd name="T48" fmla="*/ 102616 w 50"/>
              <a:gd name="T49" fmla="*/ 6350 h 45"/>
              <a:gd name="T50" fmla="*/ 109029 w 50"/>
              <a:gd name="T51" fmla="*/ 0 h 45"/>
              <a:gd name="T52" fmla="*/ 112236 w 50"/>
              <a:gd name="T53" fmla="*/ 6350 h 45"/>
              <a:gd name="T54" fmla="*/ 112236 w 50"/>
              <a:gd name="T55" fmla="*/ 117475 h 45"/>
              <a:gd name="T56" fmla="*/ 109029 w 50"/>
              <a:gd name="T57" fmla="*/ 123825 h 45"/>
              <a:gd name="T58" fmla="*/ 102616 w 50"/>
              <a:gd name="T59" fmla="*/ 117475 h 45"/>
              <a:gd name="T60" fmla="*/ 102616 w 50"/>
              <a:gd name="T61" fmla="*/ 6350 h 45"/>
              <a:gd name="T62" fmla="*/ 73755 w 50"/>
              <a:gd name="T63" fmla="*/ 47625 h 45"/>
              <a:gd name="T64" fmla="*/ 73755 w 50"/>
              <a:gd name="T65" fmla="*/ 47625 h 45"/>
              <a:gd name="T66" fmla="*/ 80169 w 50"/>
              <a:gd name="T67" fmla="*/ 41275 h 45"/>
              <a:gd name="T68" fmla="*/ 86582 w 50"/>
              <a:gd name="T69" fmla="*/ 47625 h 45"/>
              <a:gd name="T70" fmla="*/ 86582 w 50"/>
              <a:gd name="T71" fmla="*/ 117475 h 45"/>
              <a:gd name="T72" fmla="*/ 80169 w 50"/>
              <a:gd name="T73" fmla="*/ 123825 h 45"/>
              <a:gd name="T74" fmla="*/ 73755 w 50"/>
              <a:gd name="T75" fmla="*/ 117475 h 45"/>
              <a:gd name="T76" fmla="*/ 73755 w 50"/>
              <a:gd name="T77" fmla="*/ 47625 h 45"/>
              <a:gd name="T78" fmla="*/ 44894 w 50"/>
              <a:gd name="T79" fmla="*/ 76200 h 45"/>
              <a:gd name="T80" fmla="*/ 44894 w 50"/>
              <a:gd name="T81" fmla="*/ 76200 h 45"/>
              <a:gd name="T82" fmla="*/ 51308 w 50"/>
              <a:gd name="T83" fmla="*/ 69850 h 45"/>
              <a:gd name="T84" fmla="*/ 57721 w 50"/>
              <a:gd name="T85" fmla="*/ 76200 h 45"/>
              <a:gd name="T86" fmla="*/ 57721 w 50"/>
              <a:gd name="T87" fmla="*/ 117475 h 45"/>
              <a:gd name="T88" fmla="*/ 51308 w 50"/>
              <a:gd name="T89" fmla="*/ 123825 h 45"/>
              <a:gd name="T90" fmla="*/ 44894 w 50"/>
              <a:gd name="T91" fmla="*/ 117475 h 45"/>
              <a:gd name="T92" fmla="*/ 44894 w 50"/>
              <a:gd name="T93" fmla="*/ 76200 h 45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45">
                <a:moveTo>
                  <a:pt x="2" y="45"/>
                </a:move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9" y="41"/>
                  <a:pt x="50" y="42"/>
                  <a:pt x="50" y="43"/>
                </a:cubicBezTo>
                <a:cubicBezTo>
                  <a:pt x="50" y="44"/>
                  <a:pt x="49" y="45"/>
                  <a:pt x="48" y="45"/>
                </a:cubicBezTo>
                <a:cubicBezTo>
                  <a:pt x="2" y="45"/>
                  <a:pt x="2" y="45"/>
                  <a:pt x="2" y="45"/>
                </a:cubicBezTo>
                <a:close/>
                <a:moveTo>
                  <a:pt x="5" y="12"/>
                </a:moveTo>
                <a:cubicBezTo>
                  <a:pt x="5" y="12"/>
                  <a:pt x="5" y="12"/>
                  <a:pt x="5" y="12"/>
                </a:cubicBezTo>
                <a:cubicBezTo>
                  <a:pt x="5" y="11"/>
                  <a:pt x="6" y="10"/>
                  <a:pt x="7" y="10"/>
                </a:cubicBezTo>
                <a:cubicBezTo>
                  <a:pt x="8" y="10"/>
                  <a:pt x="9" y="11"/>
                  <a:pt x="9" y="12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8"/>
                  <a:pt x="8" y="39"/>
                  <a:pt x="7" y="39"/>
                </a:cubicBezTo>
                <a:cubicBezTo>
                  <a:pt x="6" y="39"/>
                  <a:pt x="5" y="38"/>
                  <a:pt x="5" y="37"/>
                </a:cubicBezTo>
                <a:cubicBezTo>
                  <a:pt x="5" y="12"/>
                  <a:pt x="5" y="12"/>
                  <a:pt x="5" y="12"/>
                </a:cubicBezTo>
                <a:close/>
                <a:moveTo>
                  <a:pt x="40" y="8"/>
                </a:moveTo>
                <a:cubicBezTo>
                  <a:pt x="40" y="8"/>
                  <a:pt x="40" y="8"/>
                  <a:pt x="40" y="8"/>
                </a:cubicBezTo>
                <a:cubicBezTo>
                  <a:pt x="40" y="7"/>
                  <a:pt x="41" y="6"/>
                  <a:pt x="42" y="6"/>
                </a:cubicBezTo>
                <a:cubicBezTo>
                  <a:pt x="43" y="6"/>
                  <a:pt x="44" y="7"/>
                  <a:pt x="44" y="8"/>
                </a:cubicBezTo>
                <a:cubicBezTo>
                  <a:pt x="44" y="37"/>
                  <a:pt x="44" y="37"/>
                  <a:pt x="44" y="37"/>
                </a:cubicBezTo>
                <a:cubicBezTo>
                  <a:pt x="44" y="38"/>
                  <a:pt x="43" y="39"/>
                  <a:pt x="42" y="39"/>
                </a:cubicBezTo>
                <a:cubicBezTo>
                  <a:pt x="41" y="39"/>
                  <a:pt x="40" y="38"/>
                  <a:pt x="40" y="37"/>
                </a:cubicBezTo>
                <a:cubicBezTo>
                  <a:pt x="40" y="8"/>
                  <a:pt x="40" y="8"/>
                  <a:pt x="40" y="8"/>
                </a:cubicBezTo>
                <a:close/>
                <a:moveTo>
                  <a:pt x="32" y="2"/>
                </a:moveTo>
                <a:cubicBezTo>
                  <a:pt x="32" y="2"/>
                  <a:pt x="32" y="2"/>
                  <a:pt x="32" y="2"/>
                </a:cubicBezTo>
                <a:cubicBezTo>
                  <a:pt x="32" y="1"/>
                  <a:pt x="32" y="0"/>
                  <a:pt x="34" y="0"/>
                </a:cubicBezTo>
                <a:cubicBezTo>
                  <a:pt x="35" y="0"/>
                  <a:pt x="35" y="1"/>
                  <a:pt x="35" y="2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8"/>
                  <a:pt x="35" y="39"/>
                  <a:pt x="34" y="39"/>
                </a:cubicBezTo>
                <a:cubicBezTo>
                  <a:pt x="32" y="39"/>
                  <a:pt x="32" y="38"/>
                  <a:pt x="32" y="37"/>
                </a:cubicBezTo>
                <a:cubicBezTo>
                  <a:pt x="32" y="2"/>
                  <a:pt x="32" y="2"/>
                  <a:pt x="32" y="2"/>
                </a:cubicBezTo>
                <a:close/>
                <a:moveTo>
                  <a:pt x="23" y="15"/>
                </a:moveTo>
                <a:cubicBezTo>
                  <a:pt x="23" y="15"/>
                  <a:pt x="23" y="15"/>
                  <a:pt x="23" y="15"/>
                </a:cubicBezTo>
                <a:cubicBezTo>
                  <a:pt x="23" y="14"/>
                  <a:pt x="24" y="13"/>
                  <a:pt x="25" y="13"/>
                </a:cubicBezTo>
                <a:cubicBezTo>
                  <a:pt x="26" y="13"/>
                  <a:pt x="27" y="14"/>
                  <a:pt x="27" y="15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8"/>
                  <a:pt x="26" y="39"/>
                  <a:pt x="25" y="39"/>
                </a:cubicBezTo>
                <a:cubicBezTo>
                  <a:pt x="24" y="39"/>
                  <a:pt x="23" y="38"/>
                  <a:pt x="23" y="37"/>
                </a:cubicBezTo>
                <a:cubicBezTo>
                  <a:pt x="23" y="15"/>
                  <a:pt x="23" y="15"/>
                  <a:pt x="23" y="15"/>
                </a:cubicBezTo>
                <a:close/>
                <a:moveTo>
                  <a:pt x="14" y="24"/>
                </a:moveTo>
                <a:cubicBezTo>
                  <a:pt x="14" y="24"/>
                  <a:pt x="14" y="24"/>
                  <a:pt x="14" y="24"/>
                </a:cubicBezTo>
                <a:cubicBezTo>
                  <a:pt x="14" y="22"/>
                  <a:pt x="15" y="22"/>
                  <a:pt x="16" y="22"/>
                </a:cubicBezTo>
                <a:cubicBezTo>
                  <a:pt x="17" y="22"/>
                  <a:pt x="18" y="22"/>
                  <a:pt x="18" y="24"/>
                </a:cubicBezTo>
                <a:cubicBezTo>
                  <a:pt x="18" y="37"/>
                  <a:pt x="18" y="37"/>
                  <a:pt x="18" y="37"/>
                </a:cubicBezTo>
                <a:cubicBezTo>
                  <a:pt x="18" y="38"/>
                  <a:pt x="17" y="39"/>
                  <a:pt x="16" y="39"/>
                </a:cubicBezTo>
                <a:cubicBezTo>
                  <a:pt x="15" y="39"/>
                  <a:pt x="14" y="38"/>
                  <a:pt x="14" y="37"/>
                </a:cubicBezTo>
                <a:cubicBezTo>
                  <a:pt x="14" y="24"/>
                  <a:pt x="14" y="24"/>
                  <a:pt x="14" y="2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7" name="Freeform 41">
            <a:extLst>
              <a:ext uri="{FF2B5EF4-FFF2-40B4-BE49-F238E27FC236}">
                <a16:creationId xmlns:a16="http://schemas.microsoft.com/office/drawing/2014/main" id="{18829C17-E2F9-5A61-52B8-AF2BA9E4C434}"/>
              </a:ext>
            </a:extLst>
          </p:cNvPr>
          <p:cNvSpPr>
            <a:spLocks noEditPoints="1"/>
          </p:cNvSpPr>
          <p:nvPr/>
        </p:nvSpPr>
        <p:spPr bwMode="auto">
          <a:xfrm>
            <a:off x="5811768" y="1348765"/>
            <a:ext cx="215900" cy="190500"/>
          </a:xfrm>
          <a:custGeom>
            <a:avLst/>
            <a:gdLst>
              <a:gd name="T0" fmla="*/ 79375 w 51"/>
              <a:gd name="T1" fmla="*/ 41275 h 45"/>
              <a:gd name="T2" fmla="*/ 85725 w 51"/>
              <a:gd name="T3" fmla="*/ 117475 h 45"/>
              <a:gd name="T4" fmla="*/ 73025 w 51"/>
              <a:gd name="T5" fmla="*/ 117475 h 45"/>
              <a:gd name="T6" fmla="*/ 127000 w 51"/>
              <a:gd name="T7" fmla="*/ 95250 h 45"/>
              <a:gd name="T8" fmla="*/ 133350 w 51"/>
              <a:gd name="T9" fmla="*/ 88900 h 45"/>
              <a:gd name="T10" fmla="*/ 139700 w 51"/>
              <a:gd name="T11" fmla="*/ 107950 h 45"/>
              <a:gd name="T12" fmla="*/ 161925 w 51"/>
              <a:gd name="T13" fmla="*/ 114300 h 45"/>
              <a:gd name="T14" fmla="*/ 139700 w 51"/>
              <a:gd name="T15" fmla="*/ 120650 h 45"/>
              <a:gd name="T16" fmla="*/ 133350 w 51"/>
              <a:gd name="T17" fmla="*/ 142875 h 45"/>
              <a:gd name="T18" fmla="*/ 127000 w 51"/>
              <a:gd name="T19" fmla="*/ 120650 h 45"/>
              <a:gd name="T20" fmla="*/ 107950 w 51"/>
              <a:gd name="T21" fmla="*/ 114300 h 45"/>
              <a:gd name="T22" fmla="*/ 127000 w 51"/>
              <a:gd name="T23" fmla="*/ 107950 h 45"/>
              <a:gd name="T24" fmla="*/ 44450 w 51"/>
              <a:gd name="T25" fmla="*/ 76200 h 45"/>
              <a:gd name="T26" fmla="*/ 50800 w 51"/>
              <a:gd name="T27" fmla="*/ 69850 h 45"/>
              <a:gd name="T28" fmla="*/ 57150 w 51"/>
              <a:gd name="T29" fmla="*/ 117475 h 45"/>
              <a:gd name="T30" fmla="*/ 44450 w 51"/>
              <a:gd name="T31" fmla="*/ 117475 h 45"/>
              <a:gd name="T32" fmla="*/ 6350 w 51"/>
              <a:gd name="T33" fmla="*/ 142875 h 45"/>
              <a:gd name="T34" fmla="*/ 0 w 51"/>
              <a:gd name="T35" fmla="*/ 136525 h 45"/>
              <a:gd name="T36" fmla="*/ 92075 w 51"/>
              <a:gd name="T37" fmla="*/ 130175 h 45"/>
              <a:gd name="T38" fmla="*/ 92075 w 51"/>
              <a:gd name="T39" fmla="*/ 142875 h 45"/>
              <a:gd name="T40" fmla="*/ 15875 w 51"/>
              <a:gd name="T41" fmla="*/ 38100 h 45"/>
              <a:gd name="T42" fmla="*/ 22225 w 51"/>
              <a:gd name="T43" fmla="*/ 31750 h 45"/>
              <a:gd name="T44" fmla="*/ 28575 w 51"/>
              <a:gd name="T45" fmla="*/ 117475 h 45"/>
              <a:gd name="T46" fmla="*/ 15875 w 51"/>
              <a:gd name="T47" fmla="*/ 117475 h 45"/>
              <a:gd name="T48" fmla="*/ 130175 w 51"/>
              <a:gd name="T49" fmla="*/ 25400 h 45"/>
              <a:gd name="T50" fmla="*/ 133350 w 51"/>
              <a:gd name="T51" fmla="*/ 19050 h 45"/>
              <a:gd name="T52" fmla="*/ 139700 w 51"/>
              <a:gd name="T53" fmla="*/ 73025 h 45"/>
              <a:gd name="T54" fmla="*/ 130175 w 51"/>
              <a:gd name="T55" fmla="*/ 73025 h 45"/>
              <a:gd name="T56" fmla="*/ 101600 w 51"/>
              <a:gd name="T57" fmla="*/ 6350 h 45"/>
              <a:gd name="T58" fmla="*/ 107950 w 51"/>
              <a:gd name="T59" fmla="*/ 0 h 45"/>
              <a:gd name="T60" fmla="*/ 114300 w 51"/>
              <a:gd name="T61" fmla="*/ 79375 h 45"/>
              <a:gd name="T62" fmla="*/ 101600 w 51"/>
              <a:gd name="T63" fmla="*/ 79375 h 4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1" h="45">
                <a:moveTo>
                  <a:pt x="23" y="15"/>
                </a:moveTo>
                <a:cubicBezTo>
                  <a:pt x="23" y="14"/>
                  <a:pt x="24" y="13"/>
                  <a:pt x="25" y="13"/>
                </a:cubicBezTo>
                <a:cubicBezTo>
                  <a:pt x="26" y="13"/>
                  <a:pt x="27" y="14"/>
                  <a:pt x="27" y="15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8"/>
                  <a:pt x="26" y="39"/>
                  <a:pt x="25" y="39"/>
                </a:cubicBezTo>
                <a:cubicBezTo>
                  <a:pt x="24" y="39"/>
                  <a:pt x="23" y="38"/>
                  <a:pt x="23" y="37"/>
                </a:cubicBezTo>
                <a:cubicBezTo>
                  <a:pt x="23" y="15"/>
                  <a:pt x="23" y="15"/>
                  <a:pt x="23" y="15"/>
                </a:cubicBezTo>
                <a:close/>
                <a:moveTo>
                  <a:pt x="40" y="30"/>
                </a:moveTo>
                <a:cubicBezTo>
                  <a:pt x="40" y="30"/>
                  <a:pt x="40" y="30"/>
                  <a:pt x="40" y="30"/>
                </a:cubicBezTo>
                <a:cubicBezTo>
                  <a:pt x="40" y="29"/>
                  <a:pt x="41" y="28"/>
                  <a:pt x="42" y="28"/>
                </a:cubicBezTo>
                <a:cubicBezTo>
                  <a:pt x="43" y="28"/>
                  <a:pt x="44" y="29"/>
                  <a:pt x="44" y="30"/>
                </a:cubicBezTo>
                <a:cubicBezTo>
                  <a:pt x="44" y="34"/>
                  <a:pt x="44" y="34"/>
                  <a:pt x="44" y="34"/>
                </a:cubicBezTo>
                <a:cubicBezTo>
                  <a:pt x="49" y="34"/>
                  <a:pt x="49" y="34"/>
                  <a:pt x="49" y="34"/>
                </a:cubicBezTo>
                <a:cubicBezTo>
                  <a:pt x="50" y="34"/>
                  <a:pt x="51" y="35"/>
                  <a:pt x="51" y="36"/>
                </a:cubicBezTo>
                <a:cubicBezTo>
                  <a:pt x="51" y="37"/>
                  <a:pt x="50" y="38"/>
                  <a:pt x="49" y="38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4"/>
                  <a:pt x="43" y="45"/>
                  <a:pt x="42" y="45"/>
                </a:cubicBezTo>
                <a:cubicBezTo>
                  <a:pt x="41" y="45"/>
                  <a:pt x="40" y="44"/>
                  <a:pt x="40" y="43"/>
                </a:cubicBezTo>
                <a:cubicBezTo>
                  <a:pt x="40" y="38"/>
                  <a:pt x="40" y="38"/>
                  <a:pt x="40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35" y="38"/>
                  <a:pt x="34" y="37"/>
                  <a:pt x="34" y="36"/>
                </a:cubicBezTo>
                <a:cubicBezTo>
                  <a:pt x="34" y="35"/>
                  <a:pt x="35" y="34"/>
                  <a:pt x="36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0"/>
                  <a:pt x="40" y="30"/>
                  <a:pt x="40" y="30"/>
                </a:cubicBezTo>
                <a:close/>
                <a:moveTo>
                  <a:pt x="14" y="24"/>
                </a:moveTo>
                <a:cubicBezTo>
                  <a:pt x="14" y="24"/>
                  <a:pt x="14" y="24"/>
                  <a:pt x="14" y="24"/>
                </a:cubicBezTo>
                <a:cubicBezTo>
                  <a:pt x="14" y="22"/>
                  <a:pt x="15" y="22"/>
                  <a:pt x="16" y="22"/>
                </a:cubicBezTo>
                <a:cubicBezTo>
                  <a:pt x="17" y="22"/>
                  <a:pt x="18" y="22"/>
                  <a:pt x="18" y="24"/>
                </a:cubicBezTo>
                <a:cubicBezTo>
                  <a:pt x="18" y="37"/>
                  <a:pt x="18" y="37"/>
                  <a:pt x="18" y="37"/>
                </a:cubicBezTo>
                <a:cubicBezTo>
                  <a:pt x="18" y="38"/>
                  <a:pt x="17" y="39"/>
                  <a:pt x="16" y="39"/>
                </a:cubicBezTo>
                <a:cubicBezTo>
                  <a:pt x="15" y="39"/>
                  <a:pt x="14" y="38"/>
                  <a:pt x="14" y="37"/>
                </a:cubicBezTo>
                <a:cubicBezTo>
                  <a:pt x="14" y="24"/>
                  <a:pt x="14" y="24"/>
                  <a:pt x="14" y="24"/>
                </a:cubicBezTo>
                <a:close/>
                <a:moveTo>
                  <a:pt x="2" y="45"/>
                </a:move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29" y="41"/>
                  <a:pt x="29" y="41"/>
                  <a:pt x="29" y="41"/>
                </a:cubicBezTo>
                <a:cubicBezTo>
                  <a:pt x="30" y="41"/>
                  <a:pt x="31" y="42"/>
                  <a:pt x="31" y="43"/>
                </a:cubicBezTo>
                <a:cubicBezTo>
                  <a:pt x="31" y="44"/>
                  <a:pt x="30" y="45"/>
                  <a:pt x="29" y="45"/>
                </a:cubicBezTo>
                <a:cubicBezTo>
                  <a:pt x="2" y="45"/>
                  <a:pt x="2" y="45"/>
                  <a:pt x="2" y="45"/>
                </a:cubicBezTo>
                <a:close/>
                <a:moveTo>
                  <a:pt x="5" y="12"/>
                </a:moveTo>
                <a:cubicBezTo>
                  <a:pt x="5" y="12"/>
                  <a:pt x="5" y="12"/>
                  <a:pt x="5" y="12"/>
                </a:cubicBezTo>
                <a:cubicBezTo>
                  <a:pt x="5" y="11"/>
                  <a:pt x="6" y="10"/>
                  <a:pt x="7" y="10"/>
                </a:cubicBezTo>
                <a:cubicBezTo>
                  <a:pt x="8" y="10"/>
                  <a:pt x="9" y="11"/>
                  <a:pt x="9" y="12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8"/>
                  <a:pt x="8" y="39"/>
                  <a:pt x="7" y="39"/>
                </a:cubicBezTo>
                <a:cubicBezTo>
                  <a:pt x="6" y="39"/>
                  <a:pt x="5" y="38"/>
                  <a:pt x="5" y="37"/>
                </a:cubicBezTo>
                <a:cubicBezTo>
                  <a:pt x="5" y="12"/>
                  <a:pt x="5" y="12"/>
                  <a:pt x="5" y="12"/>
                </a:cubicBezTo>
                <a:close/>
                <a:moveTo>
                  <a:pt x="41" y="8"/>
                </a:moveTo>
                <a:cubicBezTo>
                  <a:pt x="41" y="8"/>
                  <a:pt x="41" y="8"/>
                  <a:pt x="41" y="8"/>
                </a:cubicBezTo>
                <a:cubicBezTo>
                  <a:pt x="41" y="7"/>
                  <a:pt x="41" y="6"/>
                  <a:pt x="42" y="6"/>
                </a:cubicBezTo>
                <a:cubicBezTo>
                  <a:pt x="43" y="6"/>
                  <a:pt x="44" y="7"/>
                  <a:pt x="44" y="8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4"/>
                  <a:pt x="43" y="25"/>
                  <a:pt x="42" y="25"/>
                </a:cubicBezTo>
                <a:cubicBezTo>
                  <a:pt x="41" y="25"/>
                  <a:pt x="41" y="24"/>
                  <a:pt x="41" y="23"/>
                </a:cubicBezTo>
                <a:cubicBezTo>
                  <a:pt x="41" y="8"/>
                  <a:pt x="41" y="8"/>
                  <a:pt x="41" y="8"/>
                </a:cubicBezTo>
                <a:close/>
                <a:moveTo>
                  <a:pt x="32" y="2"/>
                </a:moveTo>
                <a:cubicBezTo>
                  <a:pt x="32" y="2"/>
                  <a:pt x="32" y="2"/>
                  <a:pt x="32" y="2"/>
                </a:cubicBezTo>
                <a:cubicBezTo>
                  <a:pt x="32" y="1"/>
                  <a:pt x="33" y="0"/>
                  <a:pt x="34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6"/>
                  <a:pt x="35" y="27"/>
                  <a:pt x="34" y="27"/>
                </a:cubicBezTo>
                <a:cubicBezTo>
                  <a:pt x="33" y="27"/>
                  <a:pt x="32" y="26"/>
                  <a:pt x="32" y="25"/>
                </a:cubicBezTo>
                <a:cubicBezTo>
                  <a:pt x="32" y="2"/>
                  <a:pt x="32" y="2"/>
                  <a:pt x="32" y="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8" name="Freeform 42">
            <a:extLst>
              <a:ext uri="{FF2B5EF4-FFF2-40B4-BE49-F238E27FC236}">
                <a16:creationId xmlns:a16="http://schemas.microsoft.com/office/drawing/2014/main" id="{13C1EF89-7BA4-55BA-3E49-6B00F23CCEDD}"/>
              </a:ext>
            </a:extLst>
          </p:cNvPr>
          <p:cNvSpPr>
            <a:spLocks noEditPoints="1"/>
          </p:cNvSpPr>
          <p:nvPr/>
        </p:nvSpPr>
        <p:spPr bwMode="auto">
          <a:xfrm>
            <a:off x="3519418" y="1348765"/>
            <a:ext cx="211667" cy="186267"/>
          </a:xfrm>
          <a:custGeom>
            <a:avLst/>
            <a:gdLst>
              <a:gd name="T0" fmla="*/ 6350 w 50"/>
              <a:gd name="T1" fmla="*/ 47625 h 44"/>
              <a:gd name="T2" fmla="*/ 12700 w 50"/>
              <a:gd name="T3" fmla="*/ 47625 h 44"/>
              <a:gd name="T4" fmla="*/ 12700 w 50"/>
              <a:gd name="T5" fmla="*/ 6350 h 44"/>
              <a:gd name="T6" fmla="*/ 19050 w 50"/>
              <a:gd name="T7" fmla="*/ 0 h 44"/>
              <a:gd name="T8" fmla="*/ 19050 w 50"/>
              <a:gd name="T9" fmla="*/ 0 h 44"/>
              <a:gd name="T10" fmla="*/ 63500 w 50"/>
              <a:gd name="T11" fmla="*/ 0 h 44"/>
              <a:gd name="T12" fmla="*/ 69850 w 50"/>
              <a:gd name="T13" fmla="*/ 3175 h 44"/>
              <a:gd name="T14" fmla="*/ 88900 w 50"/>
              <a:gd name="T15" fmla="*/ 25400 h 44"/>
              <a:gd name="T16" fmla="*/ 142875 w 50"/>
              <a:gd name="T17" fmla="*/ 25400 h 44"/>
              <a:gd name="T18" fmla="*/ 149225 w 50"/>
              <a:gd name="T19" fmla="*/ 31750 h 44"/>
              <a:gd name="T20" fmla="*/ 149225 w 50"/>
              <a:gd name="T21" fmla="*/ 31750 h 44"/>
              <a:gd name="T22" fmla="*/ 149225 w 50"/>
              <a:gd name="T23" fmla="*/ 47625 h 44"/>
              <a:gd name="T24" fmla="*/ 155575 w 50"/>
              <a:gd name="T25" fmla="*/ 47625 h 44"/>
              <a:gd name="T26" fmla="*/ 158750 w 50"/>
              <a:gd name="T27" fmla="*/ 53975 h 44"/>
              <a:gd name="T28" fmla="*/ 158750 w 50"/>
              <a:gd name="T29" fmla="*/ 53975 h 44"/>
              <a:gd name="T30" fmla="*/ 149225 w 50"/>
              <a:gd name="T31" fmla="*/ 133350 h 44"/>
              <a:gd name="T32" fmla="*/ 149225 w 50"/>
              <a:gd name="T33" fmla="*/ 136525 h 44"/>
              <a:gd name="T34" fmla="*/ 142875 w 50"/>
              <a:gd name="T35" fmla="*/ 139700 h 44"/>
              <a:gd name="T36" fmla="*/ 142875 w 50"/>
              <a:gd name="T37" fmla="*/ 139700 h 44"/>
              <a:gd name="T38" fmla="*/ 19050 w 50"/>
              <a:gd name="T39" fmla="*/ 139700 h 44"/>
              <a:gd name="T40" fmla="*/ 12700 w 50"/>
              <a:gd name="T41" fmla="*/ 136525 h 44"/>
              <a:gd name="T42" fmla="*/ 9525 w 50"/>
              <a:gd name="T43" fmla="*/ 133350 h 44"/>
              <a:gd name="T44" fmla="*/ 0 w 50"/>
              <a:gd name="T45" fmla="*/ 53975 h 44"/>
              <a:gd name="T46" fmla="*/ 6350 w 50"/>
              <a:gd name="T47" fmla="*/ 47625 h 44"/>
              <a:gd name="T48" fmla="*/ 6350 w 50"/>
              <a:gd name="T49" fmla="*/ 47625 h 44"/>
              <a:gd name="T50" fmla="*/ 25400 w 50"/>
              <a:gd name="T51" fmla="*/ 47625 h 44"/>
              <a:gd name="T52" fmla="*/ 25400 w 50"/>
              <a:gd name="T53" fmla="*/ 47625 h 44"/>
              <a:gd name="T54" fmla="*/ 136525 w 50"/>
              <a:gd name="T55" fmla="*/ 47625 h 44"/>
              <a:gd name="T56" fmla="*/ 136525 w 50"/>
              <a:gd name="T57" fmla="*/ 38100 h 44"/>
              <a:gd name="T58" fmla="*/ 85725 w 50"/>
              <a:gd name="T59" fmla="*/ 38100 h 44"/>
              <a:gd name="T60" fmla="*/ 85725 w 50"/>
              <a:gd name="T61" fmla="*/ 38100 h 44"/>
              <a:gd name="T62" fmla="*/ 82550 w 50"/>
              <a:gd name="T63" fmla="*/ 38100 h 44"/>
              <a:gd name="T64" fmla="*/ 60325 w 50"/>
              <a:gd name="T65" fmla="*/ 12700 h 44"/>
              <a:gd name="T66" fmla="*/ 25400 w 50"/>
              <a:gd name="T67" fmla="*/ 12700 h 44"/>
              <a:gd name="T68" fmla="*/ 25400 w 50"/>
              <a:gd name="T69" fmla="*/ 47625 h 44"/>
              <a:gd name="T70" fmla="*/ 146050 w 50"/>
              <a:gd name="T71" fmla="*/ 60325 h 44"/>
              <a:gd name="T72" fmla="*/ 146050 w 50"/>
              <a:gd name="T73" fmla="*/ 60325 h 44"/>
              <a:gd name="T74" fmla="*/ 142875 w 50"/>
              <a:gd name="T75" fmla="*/ 60325 h 44"/>
              <a:gd name="T76" fmla="*/ 142875 w 50"/>
              <a:gd name="T77" fmla="*/ 60325 h 44"/>
              <a:gd name="T78" fmla="*/ 142875 w 50"/>
              <a:gd name="T79" fmla="*/ 60325 h 44"/>
              <a:gd name="T80" fmla="*/ 19050 w 50"/>
              <a:gd name="T81" fmla="*/ 60325 h 44"/>
              <a:gd name="T82" fmla="*/ 19050 w 50"/>
              <a:gd name="T83" fmla="*/ 60325 h 44"/>
              <a:gd name="T84" fmla="*/ 12700 w 50"/>
              <a:gd name="T85" fmla="*/ 60325 h 44"/>
              <a:gd name="T86" fmla="*/ 22225 w 50"/>
              <a:gd name="T87" fmla="*/ 127000 h 44"/>
              <a:gd name="T88" fmla="*/ 139700 w 50"/>
              <a:gd name="T89" fmla="*/ 127000 h 44"/>
              <a:gd name="T90" fmla="*/ 146050 w 50"/>
              <a:gd name="T91" fmla="*/ 60325 h 4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" h="44">
                <a:moveTo>
                  <a:pt x="2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5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1" y="1"/>
                  <a:pt x="22" y="1"/>
                </a:cubicBezTo>
                <a:cubicBezTo>
                  <a:pt x="28" y="8"/>
                  <a:pt x="28" y="8"/>
                  <a:pt x="28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6" y="8"/>
                  <a:pt x="47" y="9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7" y="15"/>
                  <a:pt x="47" y="15"/>
                  <a:pt x="47" y="15"/>
                </a:cubicBezTo>
                <a:cubicBezTo>
                  <a:pt x="49" y="15"/>
                  <a:pt x="49" y="15"/>
                  <a:pt x="49" y="15"/>
                </a:cubicBezTo>
                <a:cubicBezTo>
                  <a:pt x="50" y="15"/>
                  <a:pt x="50" y="16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3"/>
                  <a:pt x="47" y="43"/>
                </a:cubicBezTo>
                <a:cubicBezTo>
                  <a:pt x="46" y="44"/>
                  <a:pt x="46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5" y="44"/>
                  <a:pt x="4" y="43"/>
                </a:cubicBezTo>
                <a:cubicBezTo>
                  <a:pt x="4" y="43"/>
                  <a:pt x="3" y="42"/>
                  <a:pt x="3" y="4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6"/>
                  <a:pt x="1" y="15"/>
                  <a:pt x="2" y="15"/>
                </a:cubicBezTo>
                <a:cubicBezTo>
                  <a:pt x="2" y="15"/>
                  <a:pt x="2" y="15"/>
                  <a:pt x="2" y="15"/>
                </a:cubicBezTo>
                <a:close/>
                <a:moveTo>
                  <a:pt x="8" y="15"/>
                </a:moveTo>
                <a:cubicBezTo>
                  <a:pt x="8" y="15"/>
                  <a:pt x="8" y="15"/>
                  <a:pt x="8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2"/>
                  <a:pt x="43" y="12"/>
                  <a:pt x="43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6" y="12"/>
                  <a:pt x="26" y="12"/>
                </a:cubicBezTo>
                <a:cubicBezTo>
                  <a:pt x="19" y="4"/>
                  <a:pt x="19" y="4"/>
                  <a:pt x="19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15"/>
                  <a:pt x="8" y="15"/>
                  <a:pt x="8" y="15"/>
                </a:cubicBezTo>
                <a:close/>
                <a:moveTo>
                  <a:pt x="46" y="19"/>
                </a:moveTo>
                <a:cubicBezTo>
                  <a:pt x="46" y="19"/>
                  <a:pt x="46" y="19"/>
                  <a:pt x="46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7" y="40"/>
                  <a:pt x="7" y="40"/>
                  <a:pt x="7" y="40"/>
                </a:cubicBezTo>
                <a:cubicBezTo>
                  <a:pt x="44" y="40"/>
                  <a:pt x="44" y="40"/>
                  <a:pt x="44" y="40"/>
                </a:cubicBezTo>
                <a:cubicBezTo>
                  <a:pt x="46" y="19"/>
                  <a:pt x="46" y="19"/>
                  <a:pt x="46" y="1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9" name="Freeform 43">
            <a:extLst>
              <a:ext uri="{FF2B5EF4-FFF2-40B4-BE49-F238E27FC236}">
                <a16:creationId xmlns:a16="http://schemas.microsoft.com/office/drawing/2014/main" id="{35A4B984-D036-FC19-5EDD-EA30C0EFB601}"/>
              </a:ext>
            </a:extLst>
          </p:cNvPr>
          <p:cNvSpPr>
            <a:spLocks noEditPoints="1"/>
          </p:cNvSpPr>
          <p:nvPr/>
        </p:nvSpPr>
        <p:spPr bwMode="auto">
          <a:xfrm>
            <a:off x="2793402" y="1774215"/>
            <a:ext cx="192617" cy="156633"/>
          </a:xfrm>
          <a:custGeom>
            <a:avLst/>
            <a:gdLst>
              <a:gd name="T0" fmla="*/ 0 w 45"/>
              <a:gd name="T1" fmla="*/ 95250 h 37"/>
              <a:gd name="T2" fmla="*/ 12841 w 45"/>
              <a:gd name="T3" fmla="*/ 88900 h 37"/>
              <a:gd name="T4" fmla="*/ 48154 w 45"/>
              <a:gd name="T5" fmla="*/ 63500 h 37"/>
              <a:gd name="T6" fmla="*/ 57785 w 45"/>
              <a:gd name="T7" fmla="*/ 76200 h 37"/>
              <a:gd name="T8" fmla="*/ 12841 w 45"/>
              <a:gd name="T9" fmla="*/ 101600 h 37"/>
              <a:gd name="T10" fmla="*/ 144463 w 45"/>
              <a:gd name="T11" fmla="*/ 28575 h 37"/>
              <a:gd name="T12" fmla="*/ 131622 w 45"/>
              <a:gd name="T13" fmla="*/ 38100 h 37"/>
              <a:gd name="T14" fmla="*/ 121991 w 45"/>
              <a:gd name="T15" fmla="*/ 47625 h 37"/>
              <a:gd name="T16" fmla="*/ 115570 w 45"/>
              <a:gd name="T17" fmla="*/ 44450 h 37"/>
              <a:gd name="T18" fmla="*/ 109150 w 45"/>
              <a:gd name="T19" fmla="*/ 31750 h 37"/>
              <a:gd name="T20" fmla="*/ 73837 w 45"/>
              <a:gd name="T21" fmla="*/ 53975 h 37"/>
              <a:gd name="T22" fmla="*/ 64206 w 45"/>
              <a:gd name="T23" fmla="*/ 44450 h 37"/>
              <a:gd name="T24" fmla="*/ 109150 w 45"/>
              <a:gd name="T25" fmla="*/ 19050 h 37"/>
              <a:gd name="T26" fmla="*/ 115570 w 45"/>
              <a:gd name="T27" fmla="*/ 6350 h 37"/>
              <a:gd name="T28" fmla="*/ 121991 w 45"/>
              <a:gd name="T29" fmla="*/ 3175 h 37"/>
              <a:gd name="T30" fmla="*/ 144463 w 45"/>
              <a:gd name="T31" fmla="*/ 22225 h 37"/>
              <a:gd name="T32" fmla="*/ 144463 w 45"/>
              <a:gd name="T33" fmla="*/ 28575 h 37"/>
              <a:gd name="T34" fmla="*/ 134832 w 45"/>
              <a:gd name="T35" fmla="*/ 25400 h 37"/>
              <a:gd name="T36" fmla="*/ 125201 w 45"/>
              <a:gd name="T37" fmla="*/ 34925 h 37"/>
              <a:gd name="T38" fmla="*/ 144463 w 45"/>
              <a:gd name="T39" fmla="*/ 98425 h 37"/>
              <a:gd name="T40" fmla="*/ 144463 w 45"/>
              <a:gd name="T41" fmla="*/ 98425 h 37"/>
              <a:gd name="T42" fmla="*/ 131622 w 45"/>
              <a:gd name="T43" fmla="*/ 82550 h 37"/>
              <a:gd name="T44" fmla="*/ 118781 w 45"/>
              <a:gd name="T45" fmla="*/ 69850 h 37"/>
              <a:gd name="T46" fmla="*/ 115570 w 45"/>
              <a:gd name="T47" fmla="*/ 88900 h 37"/>
              <a:gd name="T48" fmla="*/ 102729 w 45"/>
              <a:gd name="T49" fmla="*/ 88900 h 37"/>
              <a:gd name="T50" fmla="*/ 22472 w 45"/>
              <a:gd name="T51" fmla="*/ 19050 h 37"/>
              <a:gd name="T52" fmla="*/ 6421 w 45"/>
              <a:gd name="T53" fmla="*/ 19050 h 37"/>
              <a:gd name="T54" fmla="*/ 6421 w 45"/>
              <a:gd name="T55" fmla="*/ 31750 h 37"/>
              <a:gd name="T56" fmla="*/ 22472 w 45"/>
              <a:gd name="T57" fmla="*/ 31750 h 37"/>
              <a:gd name="T58" fmla="*/ 102729 w 45"/>
              <a:gd name="T59" fmla="*/ 101600 h 37"/>
              <a:gd name="T60" fmla="*/ 115570 w 45"/>
              <a:gd name="T61" fmla="*/ 101600 h 37"/>
              <a:gd name="T62" fmla="*/ 118781 w 45"/>
              <a:gd name="T63" fmla="*/ 117475 h 37"/>
              <a:gd name="T64" fmla="*/ 131622 w 45"/>
              <a:gd name="T65" fmla="*/ 107950 h 37"/>
              <a:gd name="T66" fmla="*/ 134832 w 45"/>
              <a:gd name="T67" fmla="*/ 95250 h 37"/>
              <a:gd name="T68" fmla="*/ 125201 w 45"/>
              <a:gd name="T69" fmla="*/ 104775 h 37"/>
              <a:gd name="T70" fmla="*/ 128412 w 45"/>
              <a:gd name="T71" fmla="*/ 85725 h 3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5" h="37">
                <a:moveTo>
                  <a:pt x="2" y="32"/>
                </a:moveTo>
                <a:cubicBezTo>
                  <a:pt x="1" y="32"/>
                  <a:pt x="0" y="31"/>
                  <a:pt x="0" y="30"/>
                </a:cubicBezTo>
                <a:cubicBezTo>
                  <a:pt x="0" y="29"/>
                  <a:pt x="1" y="28"/>
                  <a:pt x="2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9" y="28"/>
                  <a:pt x="12" y="24"/>
                  <a:pt x="15" y="20"/>
                </a:cubicBezTo>
                <a:cubicBezTo>
                  <a:pt x="16" y="21"/>
                  <a:pt x="16" y="21"/>
                  <a:pt x="16" y="21"/>
                </a:cubicBezTo>
                <a:cubicBezTo>
                  <a:pt x="17" y="22"/>
                  <a:pt x="17" y="23"/>
                  <a:pt x="18" y="24"/>
                </a:cubicBezTo>
                <a:cubicBezTo>
                  <a:pt x="14" y="28"/>
                  <a:pt x="11" y="32"/>
                  <a:pt x="7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2"/>
                  <a:pt x="2" y="32"/>
                  <a:pt x="2" y="32"/>
                </a:cubicBezTo>
                <a:close/>
                <a:moveTo>
                  <a:pt x="45" y="9"/>
                </a:moveTo>
                <a:cubicBezTo>
                  <a:pt x="45" y="9"/>
                  <a:pt x="45" y="9"/>
                  <a:pt x="45" y="9"/>
                </a:cubicBezTo>
                <a:cubicBezTo>
                  <a:pt x="41" y="12"/>
                  <a:pt x="41" y="12"/>
                  <a:pt x="41" y="12"/>
                </a:cubicBezTo>
                <a:cubicBezTo>
                  <a:pt x="41" y="12"/>
                  <a:pt x="41" y="12"/>
                  <a:pt x="41" y="12"/>
                </a:cubicBezTo>
                <a:cubicBezTo>
                  <a:pt x="38" y="15"/>
                  <a:pt x="38" y="15"/>
                  <a:pt x="38" y="15"/>
                </a:cubicBezTo>
                <a:cubicBezTo>
                  <a:pt x="38" y="16"/>
                  <a:pt x="37" y="16"/>
                  <a:pt x="37" y="15"/>
                </a:cubicBezTo>
                <a:cubicBezTo>
                  <a:pt x="36" y="15"/>
                  <a:pt x="36" y="14"/>
                  <a:pt x="36" y="14"/>
                </a:cubicBezTo>
                <a:cubicBezTo>
                  <a:pt x="36" y="10"/>
                  <a:pt x="36" y="10"/>
                  <a:pt x="36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29" y="10"/>
                  <a:pt x="26" y="13"/>
                  <a:pt x="23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16"/>
                  <a:pt x="21" y="15"/>
                  <a:pt x="20" y="14"/>
                </a:cubicBezTo>
                <a:cubicBezTo>
                  <a:pt x="24" y="10"/>
                  <a:pt x="28" y="6"/>
                  <a:pt x="32" y="6"/>
                </a:cubicBezTo>
                <a:cubicBezTo>
                  <a:pt x="34" y="6"/>
                  <a:pt x="34" y="6"/>
                  <a:pt x="34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2"/>
                  <a:pt x="36" y="2"/>
                  <a:pt x="36" y="2"/>
                </a:cubicBezTo>
                <a:cubicBezTo>
                  <a:pt x="36" y="1"/>
                  <a:pt x="37" y="0"/>
                  <a:pt x="37" y="0"/>
                </a:cubicBezTo>
                <a:cubicBezTo>
                  <a:pt x="38" y="0"/>
                  <a:pt x="38" y="1"/>
                  <a:pt x="38" y="1"/>
                </a:cubicBezTo>
                <a:cubicBezTo>
                  <a:pt x="41" y="4"/>
                  <a:pt x="41" y="4"/>
                  <a:pt x="41" y="4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8"/>
                  <a:pt x="45" y="8"/>
                  <a:pt x="45" y="9"/>
                </a:cubicBezTo>
                <a:cubicBezTo>
                  <a:pt x="45" y="9"/>
                  <a:pt x="45" y="9"/>
                  <a:pt x="45" y="9"/>
                </a:cubicBezTo>
                <a:close/>
                <a:moveTo>
                  <a:pt x="42" y="8"/>
                </a:moveTo>
                <a:cubicBezTo>
                  <a:pt x="42" y="8"/>
                  <a:pt x="42" y="8"/>
                  <a:pt x="42" y="8"/>
                </a:cubicBezTo>
                <a:cubicBezTo>
                  <a:pt x="41" y="7"/>
                  <a:pt x="40" y="6"/>
                  <a:pt x="39" y="4"/>
                </a:cubicBezTo>
                <a:cubicBezTo>
                  <a:pt x="39" y="11"/>
                  <a:pt x="39" y="11"/>
                  <a:pt x="39" y="11"/>
                </a:cubicBezTo>
                <a:cubicBezTo>
                  <a:pt x="40" y="10"/>
                  <a:pt x="41" y="9"/>
                  <a:pt x="42" y="8"/>
                </a:cubicBezTo>
                <a:close/>
                <a:moveTo>
                  <a:pt x="45" y="31"/>
                </a:moveTo>
                <a:cubicBezTo>
                  <a:pt x="45" y="31"/>
                  <a:pt x="45" y="31"/>
                  <a:pt x="45" y="31"/>
                </a:cubicBezTo>
                <a:cubicBezTo>
                  <a:pt x="45" y="31"/>
                  <a:pt x="45" y="31"/>
                  <a:pt x="45" y="31"/>
                </a:cubicBezTo>
                <a:cubicBezTo>
                  <a:pt x="45" y="30"/>
                  <a:pt x="45" y="29"/>
                  <a:pt x="45" y="29"/>
                </a:cubicBezTo>
                <a:cubicBezTo>
                  <a:pt x="41" y="26"/>
                  <a:pt x="41" y="26"/>
                  <a:pt x="41" y="26"/>
                </a:cubicBezTo>
                <a:cubicBezTo>
                  <a:pt x="38" y="23"/>
                  <a:pt x="38" y="23"/>
                  <a:pt x="38" y="23"/>
                </a:cubicBezTo>
                <a:cubicBezTo>
                  <a:pt x="38" y="22"/>
                  <a:pt x="38" y="22"/>
                  <a:pt x="37" y="22"/>
                </a:cubicBezTo>
                <a:cubicBezTo>
                  <a:pt x="37" y="22"/>
                  <a:pt x="36" y="23"/>
                  <a:pt x="36" y="23"/>
                </a:cubicBezTo>
                <a:cubicBezTo>
                  <a:pt x="36" y="28"/>
                  <a:pt x="36" y="28"/>
                  <a:pt x="36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28" y="28"/>
                  <a:pt x="24" y="23"/>
                  <a:pt x="21" y="18"/>
                </a:cubicBezTo>
                <a:cubicBezTo>
                  <a:pt x="16" y="12"/>
                  <a:pt x="12" y="6"/>
                  <a:pt x="7" y="6"/>
                </a:cubicBezTo>
                <a:cubicBezTo>
                  <a:pt x="4" y="6"/>
                  <a:pt x="4" y="6"/>
                  <a:pt x="4" y="6"/>
                </a:cubicBezTo>
                <a:cubicBezTo>
                  <a:pt x="2" y="6"/>
                  <a:pt x="2" y="6"/>
                  <a:pt x="2" y="6"/>
                </a:cubicBezTo>
                <a:cubicBezTo>
                  <a:pt x="1" y="6"/>
                  <a:pt x="0" y="7"/>
                  <a:pt x="0" y="8"/>
                </a:cubicBezTo>
                <a:cubicBezTo>
                  <a:pt x="0" y="9"/>
                  <a:pt x="1" y="10"/>
                  <a:pt x="2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10" y="10"/>
                  <a:pt x="14" y="15"/>
                  <a:pt x="18" y="20"/>
                </a:cubicBezTo>
                <a:cubicBezTo>
                  <a:pt x="22" y="26"/>
                  <a:pt x="26" y="32"/>
                  <a:pt x="32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36"/>
                  <a:pt x="36" y="37"/>
                  <a:pt x="37" y="37"/>
                </a:cubicBezTo>
                <a:cubicBezTo>
                  <a:pt x="37" y="37"/>
                  <a:pt x="38" y="37"/>
                  <a:pt x="38" y="37"/>
                </a:cubicBezTo>
                <a:cubicBezTo>
                  <a:pt x="41" y="34"/>
                  <a:pt x="41" y="34"/>
                  <a:pt x="41" y="34"/>
                </a:cubicBezTo>
                <a:cubicBezTo>
                  <a:pt x="45" y="31"/>
                  <a:pt x="45" y="31"/>
                  <a:pt x="45" y="31"/>
                </a:cubicBezTo>
                <a:close/>
                <a:moveTo>
                  <a:pt x="42" y="30"/>
                </a:moveTo>
                <a:cubicBezTo>
                  <a:pt x="42" y="30"/>
                  <a:pt x="42" y="30"/>
                  <a:pt x="42" y="30"/>
                </a:cubicBezTo>
                <a:cubicBezTo>
                  <a:pt x="41" y="31"/>
                  <a:pt x="40" y="32"/>
                  <a:pt x="39" y="33"/>
                </a:cubicBezTo>
                <a:cubicBezTo>
                  <a:pt x="39" y="26"/>
                  <a:pt x="39" y="26"/>
                  <a:pt x="39" y="26"/>
                </a:cubicBezTo>
                <a:cubicBezTo>
                  <a:pt x="40" y="27"/>
                  <a:pt x="40" y="27"/>
                  <a:pt x="40" y="27"/>
                </a:cubicBezTo>
                <a:cubicBezTo>
                  <a:pt x="42" y="30"/>
                  <a:pt x="42" y="30"/>
                  <a:pt x="42" y="3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115A5C86-0848-DCC0-A830-0A309C44E709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1757281"/>
            <a:ext cx="211667" cy="194733"/>
          </a:xfrm>
          <a:custGeom>
            <a:avLst/>
            <a:gdLst>
              <a:gd name="T0" fmla="*/ 50800 w 50"/>
              <a:gd name="T1" fmla="*/ 69850 h 46"/>
              <a:gd name="T2" fmla="*/ 57150 w 50"/>
              <a:gd name="T3" fmla="*/ 120650 h 46"/>
              <a:gd name="T4" fmla="*/ 44450 w 50"/>
              <a:gd name="T5" fmla="*/ 120650 h 46"/>
              <a:gd name="T6" fmla="*/ 149225 w 50"/>
              <a:gd name="T7" fmla="*/ 98425 h 46"/>
              <a:gd name="T8" fmla="*/ 155575 w 50"/>
              <a:gd name="T9" fmla="*/ 98425 h 46"/>
              <a:gd name="T10" fmla="*/ 142875 w 50"/>
              <a:gd name="T11" fmla="*/ 120650 h 46"/>
              <a:gd name="T12" fmla="*/ 155575 w 50"/>
              <a:gd name="T13" fmla="*/ 142875 h 46"/>
              <a:gd name="T14" fmla="*/ 136525 w 50"/>
              <a:gd name="T15" fmla="*/ 130175 h 46"/>
              <a:gd name="T16" fmla="*/ 114300 w 50"/>
              <a:gd name="T17" fmla="*/ 142875 h 46"/>
              <a:gd name="T18" fmla="*/ 127000 w 50"/>
              <a:gd name="T19" fmla="*/ 120650 h 46"/>
              <a:gd name="T20" fmla="*/ 114300 w 50"/>
              <a:gd name="T21" fmla="*/ 98425 h 46"/>
              <a:gd name="T22" fmla="*/ 136525 w 50"/>
              <a:gd name="T23" fmla="*/ 111125 h 46"/>
              <a:gd name="T24" fmla="*/ 6350 w 50"/>
              <a:gd name="T25" fmla="*/ 142875 h 46"/>
              <a:gd name="T26" fmla="*/ 0 w 50"/>
              <a:gd name="T27" fmla="*/ 136525 h 46"/>
              <a:gd name="T28" fmla="*/ 92075 w 50"/>
              <a:gd name="T29" fmla="*/ 130175 h 46"/>
              <a:gd name="T30" fmla="*/ 92075 w 50"/>
              <a:gd name="T31" fmla="*/ 142875 h 46"/>
              <a:gd name="T32" fmla="*/ 15875 w 50"/>
              <a:gd name="T33" fmla="*/ 38100 h 46"/>
              <a:gd name="T34" fmla="*/ 22225 w 50"/>
              <a:gd name="T35" fmla="*/ 31750 h 46"/>
              <a:gd name="T36" fmla="*/ 28575 w 50"/>
              <a:gd name="T37" fmla="*/ 120650 h 46"/>
              <a:gd name="T38" fmla="*/ 15875 w 50"/>
              <a:gd name="T39" fmla="*/ 120650 h 46"/>
              <a:gd name="T40" fmla="*/ 130175 w 50"/>
              <a:gd name="T41" fmla="*/ 25400 h 46"/>
              <a:gd name="T42" fmla="*/ 136525 w 50"/>
              <a:gd name="T43" fmla="*/ 19050 h 46"/>
              <a:gd name="T44" fmla="*/ 142875 w 50"/>
              <a:gd name="T45" fmla="*/ 79375 h 46"/>
              <a:gd name="T46" fmla="*/ 130175 w 50"/>
              <a:gd name="T47" fmla="*/ 79375 h 46"/>
              <a:gd name="T48" fmla="*/ 101600 w 50"/>
              <a:gd name="T49" fmla="*/ 6350 h 46"/>
              <a:gd name="T50" fmla="*/ 107950 w 50"/>
              <a:gd name="T51" fmla="*/ 0 h 46"/>
              <a:gd name="T52" fmla="*/ 114300 w 50"/>
              <a:gd name="T53" fmla="*/ 79375 h 46"/>
              <a:gd name="T54" fmla="*/ 101600 w 50"/>
              <a:gd name="T55" fmla="*/ 79375 h 46"/>
              <a:gd name="T56" fmla="*/ 73025 w 50"/>
              <a:gd name="T57" fmla="*/ 50800 h 46"/>
              <a:gd name="T58" fmla="*/ 79375 w 50"/>
              <a:gd name="T59" fmla="*/ 44450 h 46"/>
              <a:gd name="T60" fmla="*/ 85725 w 50"/>
              <a:gd name="T61" fmla="*/ 120650 h 46"/>
              <a:gd name="T62" fmla="*/ 73025 w 50"/>
              <a:gd name="T63" fmla="*/ 120650 h 4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0" h="46">
                <a:moveTo>
                  <a:pt x="14" y="24"/>
                </a:moveTo>
                <a:cubicBezTo>
                  <a:pt x="14" y="23"/>
                  <a:pt x="15" y="22"/>
                  <a:pt x="16" y="22"/>
                </a:cubicBezTo>
                <a:cubicBezTo>
                  <a:pt x="17" y="22"/>
                  <a:pt x="18" y="23"/>
                  <a:pt x="18" y="24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9"/>
                  <a:pt x="17" y="39"/>
                  <a:pt x="16" y="39"/>
                </a:cubicBezTo>
                <a:cubicBezTo>
                  <a:pt x="15" y="39"/>
                  <a:pt x="14" y="39"/>
                  <a:pt x="14" y="38"/>
                </a:cubicBezTo>
                <a:cubicBezTo>
                  <a:pt x="14" y="24"/>
                  <a:pt x="14" y="24"/>
                  <a:pt x="14" y="24"/>
                </a:cubicBezTo>
                <a:close/>
                <a:moveTo>
                  <a:pt x="47" y="31"/>
                </a:moveTo>
                <a:cubicBezTo>
                  <a:pt x="47" y="31"/>
                  <a:pt x="47" y="31"/>
                  <a:pt x="47" y="31"/>
                </a:cubicBezTo>
                <a:cubicBezTo>
                  <a:pt x="47" y="30"/>
                  <a:pt x="49" y="30"/>
                  <a:pt x="49" y="31"/>
                </a:cubicBezTo>
                <a:cubicBezTo>
                  <a:pt x="50" y="32"/>
                  <a:pt x="50" y="33"/>
                  <a:pt x="49" y="34"/>
                </a:cubicBezTo>
                <a:cubicBezTo>
                  <a:pt x="45" y="38"/>
                  <a:pt x="45" y="38"/>
                  <a:pt x="45" y="38"/>
                </a:cubicBezTo>
                <a:cubicBezTo>
                  <a:pt x="49" y="42"/>
                  <a:pt x="49" y="42"/>
                  <a:pt x="49" y="42"/>
                </a:cubicBezTo>
                <a:cubicBezTo>
                  <a:pt x="50" y="43"/>
                  <a:pt x="50" y="44"/>
                  <a:pt x="49" y="45"/>
                </a:cubicBezTo>
                <a:cubicBezTo>
                  <a:pt x="49" y="46"/>
                  <a:pt x="47" y="46"/>
                  <a:pt x="47" y="45"/>
                </a:cubicBezTo>
                <a:cubicBezTo>
                  <a:pt x="43" y="41"/>
                  <a:pt x="43" y="41"/>
                  <a:pt x="43" y="41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6"/>
                  <a:pt x="36" y="46"/>
                  <a:pt x="36" y="45"/>
                </a:cubicBezTo>
                <a:cubicBezTo>
                  <a:pt x="35" y="44"/>
                  <a:pt x="35" y="43"/>
                  <a:pt x="36" y="42"/>
                </a:cubicBezTo>
                <a:cubicBezTo>
                  <a:pt x="40" y="38"/>
                  <a:pt x="40" y="38"/>
                  <a:pt x="40" y="38"/>
                </a:cubicBezTo>
                <a:cubicBezTo>
                  <a:pt x="36" y="34"/>
                  <a:pt x="36" y="34"/>
                  <a:pt x="36" y="34"/>
                </a:cubicBezTo>
                <a:cubicBezTo>
                  <a:pt x="35" y="33"/>
                  <a:pt x="35" y="32"/>
                  <a:pt x="36" y="31"/>
                </a:cubicBezTo>
                <a:cubicBezTo>
                  <a:pt x="36" y="30"/>
                  <a:pt x="38" y="30"/>
                  <a:pt x="38" y="31"/>
                </a:cubicBezTo>
                <a:cubicBezTo>
                  <a:pt x="43" y="35"/>
                  <a:pt x="43" y="35"/>
                  <a:pt x="43" y="35"/>
                </a:cubicBezTo>
                <a:cubicBezTo>
                  <a:pt x="47" y="31"/>
                  <a:pt x="47" y="31"/>
                  <a:pt x="47" y="31"/>
                </a:cubicBezTo>
                <a:close/>
                <a:moveTo>
                  <a:pt x="2" y="45"/>
                </a:move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29" y="41"/>
                  <a:pt x="29" y="41"/>
                  <a:pt x="29" y="41"/>
                </a:cubicBezTo>
                <a:cubicBezTo>
                  <a:pt x="31" y="41"/>
                  <a:pt x="31" y="42"/>
                  <a:pt x="31" y="43"/>
                </a:cubicBezTo>
                <a:cubicBezTo>
                  <a:pt x="31" y="44"/>
                  <a:pt x="31" y="45"/>
                  <a:pt x="29" y="45"/>
                </a:cubicBezTo>
                <a:cubicBezTo>
                  <a:pt x="2" y="45"/>
                  <a:pt x="2" y="45"/>
                  <a:pt x="2" y="45"/>
                </a:cubicBezTo>
                <a:close/>
                <a:moveTo>
                  <a:pt x="5" y="12"/>
                </a:moveTo>
                <a:cubicBezTo>
                  <a:pt x="5" y="12"/>
                  <a:pt x="5" y="12"/>
                  <a:pt x="5" y="12"/>
                </a:cubicBezTo>
                <a:cubicBezTo>
                  <a:pt x="5" y="11"/>
                  <a:pt x="6" y="10"/>
                  <a:pt x="7" y="10"/>
                </a:cubicBezTo>
                <a:cubicBezTo>
                  <a:pt x="8" y="10"/>
                  <a:pt x="9" y="11"/>
                  <a:pt x="9" y="12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9"/>
                  <a:pt x="8" y="39"/>
                  <a:pt x="7" y="39"/>
                </a:cubicBezTo>
                <a:cubicBezTo>
                  <a:pt x="6" y="39"/>
                  <a:pt x="5" y="39"/>
                  <a:pt x="5" y="38"/>
                </a:cubicBezTo>
                <a:cubicBezTo>
                  <a:pt x="5" y="12"/>
                  <a:pt x="5" y="12"/>
                  <a:pt x="5" y="12"/>
                </a:cubicBezTo>
                <a:close/>
                <a:moveTo>
                  <a:pt x="41" y="8"/>
                </a:moveTo>
                <a:cubicBezTo>
                  <a:pt x="41" y="8"/>
                  <a:pt x="41" y="8"/>
                  <a:pt x="41" y="8"/>
                </a:cubicBezTo>
                <a:cubicBezTo>
                  <a:pt x="41" y="7"/>
                  <a:pt x="42" y="6"/>
                  <a:pt x="43" y="6"/>
                </a:cubicBezTo>
                <a:cubicBezTo>
                  <a:pt x="44" y="6"/>
                  <a:pt x="45" y="7"/>
                  <a:pt x="45" y="8"/>
                </a:cubicBezTo>
                <a:cubicBezTo>
                  <a:pt x="45" y="25"/>
                  <a:pt x="45" y="25"/>
                  <a:pt x="45" y="25"/>
                </a:cubicBezTo>
                <a:cubicBezTo>
                  <a:pt x="45" y="26"/>
                  <a:pt x="44" y="27"/>
                  <a:pt x="43" y="27"/>
                </a:cubicBezTo>
                <a:cubicBezTo>
                  <a:pt x="42" y="27"/>
                  <a:pt x="41" y="26"/>
                  <a:pt x="41" y="25"/>
                </a:cubicBezTo>
                <a:cubicBezTo>
                  <a:pt x="41" y="8"/>
                  <a:pt x="41" y="8"/>
                  <a:pt x="41" y="8"/>
                </a:cubicBezTo>
                <a:close/>
                <a:moveTo>
                  <a:pt x="32" y="2"/>
                </a:moveTo>
                <a:cubicBezTo>
                  <a:pt x="32" y="2"/>
                  <a:pt x="32" y="2"/>
                  <a:pt x="32" y="2"/>
                </a:cubicBezTo>
                <a:cubicBezTo>
                  <a:pt x="32" y="1"/>
                  <a:pt x="33" y="0"/>
                  <a:pt x="34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6"/>
                  <a:pt x="35" y="27"/>
                  <a:pt x="34" y="27"/>
                </a:cubicBezTo>
                <a:cubicBezTo>
                  <a:pt x="33" y="27"/>
                  <a:pt x="32" y="26"/>
                  <a:pt x="32" y="25"/>
                </a:cubicBezTo>
                <a:cubicBezTo>
                  <a:pt x="32" y="2"/>
                  <a:pt x="32" y="2"/>
                  <a:pt x="32" y="2"/>
                </a:cubicBezTo>
                <a:close/>
                <a:moveTo>
                  <a:pt x="23" y="16"/>
                </a:moveTo>
                <a:cubicBezTo>
                  <a:pt x="23" y="16"/>
                  <a:pt x="23" y="16"/>
                  <a:pt x="23" y="16"/>
                </a:cubicBezTo>
                <a:cubicBezTo>
                  <a:pt x="23" y="15"/>
                  <a:pt x="24" y="14"/>
                  <a:pt x="25" y="14"/>
                </a:cubicBezTo>
                <a:cubicBezTo>
                  <a:pt x="26" y="14"/>
                  <a:pt x="27" y="15"/>
                  <a:pt x="27" y="16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9"/>
                  <a:pt x="26" y="39"/>
                  <a:pt x="25" y="39"/>
                </a:cubicBezTo>
                <a:cubicBezTo>
                  <a:pt x="24" y="39"/>
                  <a:pt x="23" y="39"/>
                  <a:pt x="23" y="38"/>
                </a:cubicBezTo>
                <a:cubicBezTo>
                  <a:pt x="23" y="16"/>
                  <a:pt x="23" y="16"/>
                  <a:pt x="23" y="1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1" name="Freeform 45">
            <a:extLst>
              <a:ext uri="{FF2B5EF4-FFF2-40B4-BE49-F238E27FC236}">
                <a16:creationId xmlns:a16="http://schemas.microsoft.com/office/drawing/2014/main" id="{68C7AFD0-C5C5-36CC-2C3F-F782840274ED}"/>
              </a:ext>
            </a:extLst>
          </p:cNvPr>
          <p:cNvSpPr>
            <a:spLocks noEditPoints="1"/>
          </p:cNvSpPr>
          <p:nvPr/>
        </p:nvSpPr>
        <p:spPr bwMode="auto">
          <a:xfrm>
            <a:off x="1703318" y="1746699"/>
            <a:ext cx="160867" cy="213783"/>
          </a:xfrm>
          <a:custGeom>
            <a:avLst/>
            <a:gdLst>
              <a:gd name="T0" fmla="*/ 38100 w 38"/>
              <a:gd name="T1" fmla="*/ 137890 h 50"/>
              <a:gd name="T2" fmla="*/ 25400 w 38"/>
              <a:gd name="T3" fmla="*/ 157130 h 50"/>
              <a:gd name="T4" fmla="*/ 44450 w 38"/>
              <a:gd name="T5" fmla="*/ 80169 h 50"/>
              <a:gd name="T6" fmla="*/ 41275 w 38"/>
              <a:gd name="T7" fmla="*/ 80169 h 50"/>
              <a:gd name="T8" fmla="*/ 41275 w 38"/>
              <a:gd name="T9" fmla="*/ 41688 h 50"/>
              <a:gd name="T10" fmla="*/ 76200 w 38"/>
              <a:gd name="T11" fmla="*/ 41688 h 50"/>
              <a:gd name="T12" fmla="*/ 76200 w 38"/>
              <a:gd name="T13" fmla="*/ 80169 h 50"/>
              <a:gd name="T14" fmla="*/ 76200 w 38"/>
              <a:gd name="T15" fmla="*/ 80169 h 50"/>
              <a:gd name="T16" fmla="*/ 98425 w 38"/>
              <a:gd name="T17" fmla="*/ 150717 h 50"/>
              <a:gd name="T18" fmla="*/ 85725 w 38"/>
              <a:gd name="T19" fmla="*/ 153924 h 50"/>
              <a:gd name="T20" fmla="*/ 34925 w 38"/>
              <a:gd name="T21" fmla="*/ 86582 h 50"/>
              <a:gd name="T22" fmla="*/ 28575 w 38"/>
              <a:gd name="T23" fmla="*/ 73755 h 50"/>
              <a:gd name="T24" fmla="*/ 34925 w 38"/>
              <a:gd name="T25" fmla="*/ 35274 h 50"/>
              <a:gd name="T26" fmla="*/ 82550 w 38"/>
              <a:gd name="T27" fmla="*/ 35274 h 50"/>
              <a:gd name="T28" fmla="*/ 92075 w 38"/>
              <a:gd name="T29" fmla="*/ 73755 h 50"/>
              <a:gd name="T30" fmla="*/ 82550 w 38"/>
              <a:gd name="T31" fmla="*/ 86582 h 50"/>
              <a:gd name="T32" fmla="*/ 88900 w 38"/>
              <a:gd name="T33" fmla="*/ 89789 h 50"/>
              <a:gd name="T34" fmla="*/ 98425 w 38"/>
              <a:gd name="T35" fmla="*/ 76962 h 50"/>
              <a:gd name="T36" fmla="*/ 88900 w 38"/>
              <a:gd name="T37" fmla="*/ 32067 h 50"/>
              <a:gd name="T38" fmla="*/ 31750 w 38"/>
              <a:gd name="T39" fmla="*/ 32067 h 50"/>
              <a:gd name="T40" fmla="*/ 22225 w 38"/>
              <a:gd name="T41" fmla="*/ 76962 h 50"/>
              <a:gd name="T42" fmla="*/ 34925 w 38"/>
              <a:gd name="T43" fmla="*/ 89789 h 50"/>
              <a:gd name="T44" fmla="*/ 98425 w 38"/>
              <a:gd name="T45" fmla="*/ 76962 h 50"/>
              <a:gd name="T46" fmla="*/ 92075 w 38"/>
              <a:gd name="T47" fmla="*/ 80169 h 50"/>
              <a:gd name="T48" fmla="*/ 60325 w 38"/>
              <a:gd name="T49" fmla="*/ 115443 h 50"/>
              <a:gd name="T50" fmla="*/ 60325 w 38"/>
              <a:gd name="T51" fmla="*/ 115443 h 50"/>
              <a:gd name="T52" fmla="*/ 53975 w 38"/>
              <a:gd name="T53" fmla="*/ 115443 h 50"/>
              <a:gd name="T54" fmla="*/ 53975 w 38"/>
              <a:gd name="T55" fmla="*/ 121856 h 50"/>
              <a:gd name="T56" fmla="*/ 60325 w 38"/>
              <a:gd name="T57" fmla="*/ 121856 h 50"/>
              <a:gd name="T58" fmla="*/ 60325 w 38"/>
              <a:gd name="T59" fmla="*/ 121856 h 50"/>
              <a:gd name="T60" fmla="*/ 63500 w 38"/>
              <a:gd name="T61" fmla="*/ 121856 h 50"/>
              <a:gd name="T62" fmla="*/ 63500 w 38"/>
              <a:gd name="T63" fmla="*/ 115443 h 50"/>
              <a:gd name="T64" fmla="*/ 60325 w 38"/>
              <a:gd name="T65" fmla="*/ 115443 h 50"/>
              <a:gd name="T66" fmla="*/ 60325 w 38"/>
              <a:gd name="T67" fmla="*/ 115443 h 50"/>
              <a:gd name="T68" fmla="*/ 60325 w 38"/>
              <a:gd name="T69" fmla="*/ 115443 h 50"/>
              <a:gd name="T70" fmla="*/ 28575 w 38"/>
              <a:gd name="T71" fmla="*/ 105822 h 50"/>
              <a:gd name="T72" fmla="*/ 6350 w 38"/>
              <a:gd name="T73" fmla="*/ 60928 h 50"/>
              <a:gd name="T74" fmla="*/ 22225 w 38"/>
              <a:gd name="T75" fmla="*/ 22447 h 50"/>
              <a:gd name="T76" fmla="*/ 95250 w 38"/>
              <a:gd name="T77" fmla="*/ 22447 h 50"/>
              <a:gd name="T78" fmla="*/ 111125 w 38"/>
              <a:gd name="T79" fmla="*/ 60928 h 50"/>
              <a:gd name="T80" fmla="*/ 88900 w 38"/>
              <a:gd name="T81" fmla="*/ 105822 h 50"/>
              <a:gd name="T82" fmla="*/ 95250 w 38"/>
              <a:gd name="T83" fmla="*/ 109029 h 50"/>
              <a:gd name="T84" fmla="*/ 120650 w 38"/>
              <a:gd name="T85" fmla="*/ 60928 h 50"/>
              <a:gd name="T86" fmla="*/ 101600 w 38"/>
              <a:gd name="T87" fmla="*/ 19240 h 50"/>
              <a:gd name="T88" fmla="*/ 15875 w 38"/>
              <a:gd name="T89" fmla="*/ 19240 h 50"/>
              <a:gd name="T90" fmla="*/ 6350 w 38"/>
              <a:gd name="T91" fmla="*/ 89789 h 50"/>
              <a:gd name="T92" fmla="*/ 28575 w 38"/>
              <a:gd name="T93" fmla="*/ 109029 h 50"/>
              <a:gd name="T94" fmla="*/ 53975 w 38"/>
              <a:gd name="T95" fmla="*/ 86582 h 50"/>
              <a:gd name="T96" fmla="*/ 41275 w 38"/>
              <a:gd name="T97" fmla="*/ 131476 h 50"/>
              <a:gd name="T98" fmla="*/ 63500 w 38"/>
              <a:gd name="T99" fmla="*/ 86582 h 50"/>
              <a:gd name="T100" fmla="*/ 53975 w 38"/>
              <a:gd name="T101" fmla="*/ 86582 h 50"/>
              <a:gd name="T102" fmla="*/ 69850 w 38"/>
              <a:gd name="T103" fmla="*/ 51308 h 50"/>
              <a:gd name="T104" fmla="*/ 50800 w 38"/>
              <a:gd name="T105" fmla="*/ 51308 h 50"/>
              <a:gd name="T106" fmla="*/ 50800 w 38"/>
              <a:gd name="T107" fmla="*/ 70548 h 50"/>
              <a:gd name="T108" fmla="*/ 60325 w 38"/>
              <a:gd name="T109" fmla="*/ 73755 h 50"/>
              <a:gd name="T110" fmla="*/ 69850 w 38"/>
              <a:gd name="T111" fmla="*/ 70548 h 50"/>
              <a:gd name="T112" fmla="*/ 69850 w 38"/>
              <a:gd name="T113" fmla="*/ 51308 h 5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38" h="50">
                <a:moveTo>
                  <a:pt x="25" y="43"/>
                </a:moveTo>
                <a:cubicBezTo>
                  <a:pt x="12" y="43"/>
                  <a:pt x="12" y="43"/>
                  <a:pt x="12" y="43"/>
                </a:cubicBezTo>
                <a:cubicBezTo>
                  <a:pt x="11" y="48"/>
                  <a:pt x="11" y="48"/>
                  <a:pt x="11" y="48"/>
                </a:cubicBezTo>
                <a:cubicBezTo>
                  <a:pt x="10" y="49"/>
                  <a:pt x="9" y="50"/>
                  <a:pt x="8" y="49"/>
                </a:cubicBezTo>
                <a:cubicBezTo>
                  <a:pt x="7" y="49"/>
                  <a:pt x="7" y="48"/>
                  <a:pt x="7" y="47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3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2" y="23"/>
                  <a:pt x="11" y="21"/>
                  <a:pt x="11" y="19"/>
                </a:cubicBezTo>
                <a:cubicBezTo>
                  <a:pt x="11" y="17"/>
                  <a:pt x="12" y="15"/>
                  <a:pt x="13" y="13"/>
                </a:cubicBezTo>
                <a:cubicBezTo>
                  <a:pt x="15" y="12"/>
                  <a:pt x="17" y="11"/>
                  <a:pt x="19" y="11"/>
                </a:cubicBezTo>
                <a:cubicBezTo>
                  <a:pt x="21" y="11"/>
                  <a:pt x="23" y="12"/>
                  <a:pt x="24" y="13"/>
                </a:cubicBezTo>
                <a:cubicBezTo>
                  <a:pt x="26" y="15"/>
                  <a:pt x="27" y="17"/>
                  <a:pt x="27" y="19"/>
                </a:cubicBezTo>
                <a:cubicBezTo>
                  <a:pt x="27" y="21"/>
                  <a:pt x="26" y="23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48"/>
                  <a:pt x="30" y="49"/>
                  <a:pt x="29" y="49"/>
                </a:cubicBezTo>
                <a:cubicBezTo>
                  <a:pt x="28" y="50"/>
                  <a:pt x="27" y="49"/>
                  <a:pt x="27" y="48"/>
                </a:cubicBezTo>
                <a:cubicBezTo>
                  <a:pt x="25" y="43"/>
                  <a:pt x="25" y="43"/>
                  <a:pt x="25" y="43"/>
                </a:cubicBezTo>
                <a:close/>
                <a:moveTo>
                  <a:pt x="11" y="27"/>
                </a:moveTo>
                <a:cubicBezTo>
                  <a:pt x="11" y="27"/>
                  <a:pt x="11" y="27"/>
                  <a:pt x="11" y="27"/>
                </a:cubicBezTo>
                <a:cubicBezTo>
                  <a:pt x="10" y="26"/>
                  <a:pt x="9" y="24"/>
                  <a:pt x="9" y="23"/>
                </a:cubicBezTo>
                <a:cubicBezTo>
                  <a:pt x="8" y="22"/>
                  <a:pt x="8" y="21"/>
                  <a:pt x="8" y="19"/>
                </a:cubicBezTo>
                <a:cubicBezTo>
                  <a:pt x="8" y="16"/>
                  <a:pt x="9" y="13"/>
                  <a:pt x="11" y="11"/>
                </a:cubicBezTo>
                <a:cubicBezTo>
                  <a:pt x="13" y="10"/>
                  <a:pt x="16" y="8"/>
                  <a:pt x="19" y="8"/>
                </a:cubicBezTo>
                <a:cubicBezTo>
                  <a:pt x="22" y="8"/>
                  <a:pt x="24" y="10"/>
                  <a:pt x="26" y="11"/>
                </a:cubicBezTo>
                <a:cubicBezTo>
                  <a:pt x="28" y="13"/>
                  <a:pt x="29" y="16"/>
                  <a:pt x="29" y="19"/>
                </a:cubicBezTo>
                <a:cubicBezTo>
                  <a:pt x="29" y="21"/>
                  <a:pt x="29" y="22"/>
                  <a:pt x="29" y="23"/>
                </a:cubicBezTo>
                <a:cubicBezTo>
                  <a:pt x="29" y="23"/>
                  <a:pt x="29" y="23"/>
                  <a:pt x="29" y="23"/>
                </a:cubicBezTo>
                <a:cubicBezTo>
                  <a:pt x="28" y="25"/>
                  <a:pt x="27" y="26"/>
                  <a:pt x="26" y="27"/>
                </a:cubicBezTo>
                <a:cubicBezTo>
                  <a:pt x="26" y="27"/>
                  <a:pt x="26" y="28"/>
                  <a:pt x="26" y="28"/>
                </a:cubicBezTo>
                <a:cubicBezTo>
                  <a:pt x="27" y="29"/>
                  <a:pt x="27" y="29"/>
                  <a:pt x="28" y="28"/>
                </a:cubicBezTo>
                <a:cubicBezTo>
                  <a:pt x="29" y="27"/>
                  <a:pt x="30" y="26"/>
                  <a:pt x="31" y="24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3"/>
                  <a:pt x="32" y="21"/>
                  <a:pt x="32" y="19"/>
                </a:cubicBezTo>
                <a:cubicBezTo>
                  <a:pt x="32" y="15"/>
                  <a:pt x="30" y="12"/>
                  <a:pt x="28" y="10"/>
                </a:cubicBezTo>
                <a:cubicBezTo>
                  <a:pt x="26" y="7"/>
                  <a:pt x="22" y="6"/>
                  <a:pt x="19" y="6"/>
                </a:cubicBezTo>
                <a:cubicBezTo>
                  <a:pt x="15" y="6"/>
                  <a:pt x="12" y="7"/>
                  <a:pt x="10" y="10"/>
                </a:cubicBezTo>
                <a:cubicBezTo>
                  <a:pt x="7" y="12"/>
                  <a:pt x="6" y="15"/>
                  <a:pt x="6" y="19"/>
                </a:cubicBezTo>
                <a:cubicBezTo>
                  <a:pt x="6" y="21"/>
                  <a:pt x="6" y="23"/>
                  <a:pt x="7" y="24"/>
                </a:cubicBezTo>
                <a:cubicBezTo>
                  <a:pt x="7" y="26"/>
                  <a:pt x="8" y="27"/>
                  <a:pt x="10" y="28"/>
                </a:cubicBezTo>
                <a:cubicBezTo>
                  <a:pt x="10" y="29"/>
                  <a:pt x="11" y="29"/>
                  <a:pt x="11" y="28"/>
                </a:cubicBezTo>
                <a:cubicBezTo>
                  <a:pt x="12" y="28"/>
                  <a:pt x="12" y="27"/>
                  <a:pt x="11" y="27"/>
                </a:cubicBezTo>
                <a:close/>
                <a:moveTo>
                  <a:pt x="31" y="24"/>
                </a:moveTo>
                <a:cubicBezTo>
                  <a:pt x="31" y="24"/>
                  <a:pt x="31" y="24"/>
                  <a:pt x="31" y="24"/>
                </a:cubicBezTo>
                <a:cubicBezTo>
                  <a:pt x="29" y="25"/>
                  <a:pt x="29" y="25"/>
                  <a:pt x="29" y="25"/>
                </a:cubicBezTo>
                <a:cubicBezTo>
                  <a:pt x="30" y="25"/>
                  <a:pt x="30" y="25"/>
                  <a:pt x="31" y="24"/>
                </a:cubicBezTo>
                <a:close/>
                <a:moveTo>
                  <a:pt x="19" y="36"/>
                </a:move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7" y="36"/>
                  <a:pt x="17" y="36"/>
                </a:cubicBezTo>
                <a:cubicBezTo>
                  <a:pt x="17" y="35"/>
                  <a:pt x="16" y="36"/>
                  <a:pt x="16" y="37"/>
                </a:cubicBezTo>
                <a:cubicBezTo>
                  <a:pt x="16" y="37"/>
                  <a:pt x="16" y="38"/>
                  <a:pt x="17" y="38"/>
                </a:cubicBezTo>
                <a:cubicBezTo>
                  <a:pt x="17" y="38"/>
                  <a:pt x="18" y="38"/>
                  <a:pt x="18" y="38"/>
                </a:cubicBezTo>
                <a:cubicBezTo>
                  <a:pt x="18" y="38"/>
                  <a:pt x="18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8"/>
                  <a:pt x="19" y="38"/>
                  <a:pt x="20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21" y="38"/>
                  <a:pt x="22" y="37"/>
                  <a:pt x="22" y="37"/>
                </a:cubicBezTo>
                <a:cubicBezTo>
                  <a:pt x="21" y="36"/>
                  <a:pt x="21" y="35"/>
                  <a:pt x="20" y="36"/>
                </a:cubicBezTo>
                <a:cubicBezTo>
                  <a:pt x="20" y="36"/>
                  <a:pt x="20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lose/>
                <a:moveTo>
                  <a:pt x="9" y="33"/>
                </a:moveTo>
                <a:cubicBezTo>
                  <a:pt x="9" y="33"/>
                  <a:pt x="9" y="33"/>
                  <a:pt x="9" y="33"/>
                </a:cubicBezTo>
                <a:cubicBezTo>
                  <a:pt x="7" y="31"/>
                  <a:pt x="5" y="29"/>
                  <a:pt x="4" y="27"/>
                </a:cubicBezTo>
                <a:cubicBezTo>
                  <a:pt x="3" y="24"/>
                  <a:pt x="2" y="22"/>
                  <a:pt x="2" y="19"/>
                </a:cubicBezTo>
                <a:cubicBezTo>
                  <a:pt x="2" y="14"/>
                  <a:pt x="4" y="10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10" y="4"/>
                  <a:pt x="14" y="2"/>
                  <a:pt x="19" y="2"/>
                </a:cubicBezTo>
                <a:cubicBezTo>
                  <a:pt x="23" y="2"/>
                  <a:pt x="27" y="4"/>
                  <a:pt x="30" y="7"/>
                </a:cubicBezTo>
                <a:cubicBezTo>
                  <a:pt x="30" y="7"/>
                  <a:pt x="30" y="7"/>
                  <a:pt x="30" y="7"/>
                </a:cubicBezTo>
                <a:cubicBezTo>
                  <a:pt x="33" y="10"/>
                  <a:pt x="35" y="14"/>
                  <a:pt x="35" y="19"/>
                </a:cubicBezTo>
                <a:cubicBezTo>
                  <a:pt x="35" y="22"/>
                  <a:pt x="35" y="24"/>
                  <a:pt x="33" y="27"/>
                </a:cubicBezTo>
                <a:cubicBezTo>
                  <a:pt x="32" y="29"/>
                  <a:pt x="30" y="31"/>
                  <a:pt x="28" y="33"/>
                </a:cubicBezTo>
                <a:cubicBezTo>
                  <a:pt x="28" y="33"/>
                  <a:pt x="28" y="34"/>
                  <a:pt x="28" y="34"/>
                </a:cubicBezTo>
                <a:cubicBezTo>
                  <a:pt x="28" y="35"/>
                  <a:pt x="29" y="35"/>
                  <a:pt x="30" y="34"/>
                </a:cubicBezTo>
                <a:cubicBezTo>
                  <a:pt x="32" y="33"/>
                  <a:pt x="34" y="30"/>
                  <a:pt x="35" y="28"/>
                </a:cubicBezTo>
                <a:cubicBezTo>
                  <a:pt x="37" y="25"/>
                  <a:pt x="38" y="22"/>
                  <a:pt x="38" y="19"/>
                </a:cubicBezTo>
                <a:cubicBezTo>
                  <a:pt x="38" y="14"/>
                  <a:pt x="35" y="9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29" y="2"/>
                  <a:pt x="24" y="0"/>
                  <a:pt x="19" y="0"/>
                </a:cubicBez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4"/>
                  <a:pt x="0" y="19"/>
                </a:cubicBezTo>
                <a:cubicBezTo>
                  <a:pt x="0" y="22"/>
                  <a:pt x="1" y="25"/>
                  <a:pt x="2" y="28"/>
                </a:cubicBezTo>
                <a:cubicBezTo>
                  <a:pt x="3" y="30"/>
                  <a:pt x="5" y="33"/>
                  <a:pt x="8" y="34"/>
                </a:cubicBezTo>
                <a:cubicBezTo>
                  <a:pt x="8" y="35"/>
                  <a:pt x="9" y="35"/>
                  <a:pt x="9" y="34"/>
                </a:cubicBezTo>
                <a:cubicBezTo>
                  <a:pt x="10" y="34"/>
                  <a:pt x="10" y="33"/>
                  <a:pt x="9" y="33"/>
                </a:cubicBezTo>
                <a:close/>
                <a:moveTo>
                  <a:pt x="17" y="27"/>
                </a:moveTo>
                <a:cubicBezTo>
                  <a:pt x="17" y="27"/>
                  <a:pt x="17" y="27"/>
                  <a:pt x="17" y="27"/>
                </a:cubicBezTo>
                <a:cubicBezTo>
                  <a:pt x="13" y="41"/>
                  <a:pt x="13" y="41"/>
                  <a:pt x="13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19" y="27"/>
                  <a:pt x="19" y="27"/>
                </a:cubicBezTo>
                <a:cubicBezTo>
                  <a:pt x="18" y="27"/>
                  <a:pt x="18" y="27"/>
                  <a:pt x="17" y="27"/>
                </a:cubicBezTo>
                <a:close/>
                <a:moveTo>
                  <a:pt x="22" y="16"/>
                </a:moveTo>
                <a:cubicBezTo>
                  <a:pt x="22" y="16"/>
                  <a:pt x="22" y="16"/>
                  <a:pt x="22" y="16"/>
                </a:cubicBezTo>
                <a:cubicBezTo>
                  <a:pt x="21" y="15"/>
                  <a:pt x="20" y="15"/>
                  <a:pt x="19" y="15"/>
                </a:cubicBezTo>
                <a:cubicBezTo>
                  <a:pt x="18" y="15"/>
                  <a:pt x="17" y="15"/>
                  <a:pt x="16" y="16"/>
                </a:cubicBezTo>
                <a:cubicBezTo>
                  <a:pt x="15" y="17"/>
                  <a:pt x="15" y="18"/>
                  <a:pt x="15" y="19"/>
                </a:cubicBezTo>
                <a:cubicBezTo>
                  <a:pt x="15" y="20"/>
                  <a:pt x="15" y="21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7" y="23"/>
                  <a:pt x="18" y="23"/>
                  <a:pt x="19" y="23"/>
                </a:cubicBezTo>
                <a:cubicBezTo>
                  <a:pt x="20" y="23"/>
                  <a:pt x="21" y="23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1"/>
                  <a:pt x="23" y="20"/>
                  <a:pt x="23" y="19"/>
                </a:cubicBezTo>
                <a:cubicBezTo>
                  <a:pt x="23" y="18"/>
                  <a:pt x="22" y="17"/>
                  <a:pt x="22" y="1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2" name="Freeform 46">
            <a:extLst>
              <a:ext uri="{FF2B5EF4-FFF2-40B4-BE49-F238E27FC236}">
                <a16:creationId xmlns:a16="http://schemas.microsoft.com/office/drawing/2014/main" id="{90E40611-CD90-0872-E16D-FBD9A9987DFD}"/>
              </a:ext>
            </a:extLst>
          </p:cNvPr>
          <p:cNvSpPr>
            <a:spLocks noEditPoints="1"/>
          </p:cNvSpPr>
          <p:nvPr/>
        </p:nvSpPr>
        <p:spPr bwMode="auto">
          <a:xfrm>
            <a:off x="1309618" y="1746699"/>
            <a:ext cx="211667" cy="213783"/>
          </a:xfrm>
          <a:custGeom>
            <a:avLst/>
            <a:gdLst>
              <a:gd name="T0" fmla="*/ 28575 w 50"/>
              <a:gd name="T1" fmla="*/ 57721 h 50"/>
              <a:gd name="T2" fmla="*/ 25400 w 50"/>
              <a:gd name="T3" fmla="*/ 86582 h 50"/>
              <a:gd name="T4" fmla="*/ 130175 w 50"/>
              <a:gd name="T5" fmla="*/ 89789 h 50"/>
              <a:gd name="T6" fmla="*/ 133350 w 50"/>
              <a:gd name="T7" fmla="*/ 64135 h 50"/>
              <a:gd name="T8" fmla="*/ 53975 w 50"/>
              <a:gd name="T9" fmla="*/ 83375 h 50"/>
              <a:gd name="T10" fmla="*/ 34925 w 50"/>
              <a:gd name="T11" fmla="*/ 83375 h 50"/>
              <a:gd name="T12" fmla="*/ 53975 w 50"/>
              <a:gd name="T13" fmla="*/ 67342 h 50"/>
              <a:gd name="T14" fmla="*/ 127000 w 50"/>
              <a:gd name="T15" fmla="*/ 83375 h 50"/>
              <a:gd name="T16" fmla="*/ 66675 w 50"/>
              <a:gd name="T17" fmla="*/ 83375 h 50"/>
              <a:gd name="T18" fmla="*/ 127000 w 50"/>
              <a:gd name="T19" fmla="*/ 67342 h 50"/>
              <a:gd name="T20" fmla="*/ 152400 w 50"/>
              <a:gd name="T21" fmla="*/ 44894 h 50"/>
              <a:gd name="T22" fmla="*/ 149225 w 50"/>
              <a:gd name="T23" fmla="*/ 44894 h 50"/>
              <a:gd name="T24" fmla="*/ 127000 w 50"/>
              <a:gd name="T25" fmla="*/ 35274 h 50"/>
              <a:gd name="T26" fmla="*/ 98425 w 50"/>
              <a:gd name="T27" fmla="*/ 19240 h 50"/>
              <a:gd name="T28" fmla="*/ 63500 w 50"/>
              <a:gd name="T29" fmla="*/ 0 h 50"/>
              <a:gd name="T30" fmla="*/ 60325 w 50"/>
              <a:gd name="T31" fmla="*/ 6413 h 50"/>
              <a:gd name="T32" fmla="*/ 92075 w 50"/>
              <a:gd name="T33" fmla="*/ 28861 h 50"/>
              <a:gd name="T34" fmla="*/ 31750 w 50"/>
              <a:gd name="T35" fmla="*/ 35274 h 50"/>
              <a:gd name="T36" fmla="*/ 9525 w 50"/>
              <a:gd name="T37" fmla="*/ 44894 h 50"/>
              <a:gd name="T38" fmla="*/ 0 w 50"/>
              <a:gd name="T39" fmla="*/ 128270 h 50"/>
              <a:gd name="T40" fmla="*/ 9525 w 50"/>
              <a:gd name="T41" fmla="*/ 150717 h 50"/>
              <a:gd name="T42" fmla="*/ 130175 w 50"/>
              <a:gd name="T43" fmla="*/ 160337 h 50"/>
              <a:gd name="T44" fmla="*/ 149225 w 50"/>
              <a:gd name="T45" fmla="*/ 150717 h 50"/>
              <a:gd name="T46" fmla="*/ 158750 w 50"/>
              <a:gd name="T47" fmla="*/ 128270 h 50"/>
              <a:gd name="T48" fmla="*/ 152400 w 50"/>
              <a:gd name="T49" fmla="*/ 44894 h 50"/>
              <a:gd name="T50" fmla="*/ 146050 w 50"/>
              <a:gd name="T51" fmla="*/ 128270 h 50"/>
              <a:gd name="T52" fmla="*/ 142875 w 50"/>
              <a:gd name="T53" fmla="*/ 141097 h 50"/>
              <a:gd name="T54" fmla="*/ 31750 w 50"/>
              <a:gd name="T55" fmla="*/ 147510 h 50"/>
              <a:gd name="T56" fmla="*/ 19050 w 50"/>
              <a:gd name="T57" fmla="*/ 141097 h 50"/>
              <a:gd name="T58" fmla="*/ 12700 w 50"/>
              <a:gd name="T59" fmla="*/ 67342 h 50"/>
              <a:gd name="T60" fmla="*/ 19050 w 50"/>
              <a:gd name="T61" fmla="*/ 51308 h 50"/>
              <a:gd name="T62" fmla="*/ 130175 w 50"/>
              <a:gd name="T63" fmla="*/ 48101 h 50"/>
              <a:gd name="T64" fmla="*/ 142875 w 50"/>
              <a:gd name="T65" fmla="*/ 54515 h 50"/>
              <a:gd name="T66" fmla="*/ 146050 w 50"/>
              <a:gd name="T67" fmla="*/ 128270 h 50"/>
              <a:gd name="T68" fmla="*/ 127000 w 50"/>
              <a:gd name="T69" fmla="*/ 102616 h 50"/>
              <a:gd name="T70" fmla="*/ 95250 w 50"/>
              <a:gd name="T71" fmla="*/ 102616 h 50"/>
              <a:gd name="T72" fmla="*/ 88900 w 50"/>
              <a:gd name="T73" fmla="*/ 118649 h 50"/>
              <a:gd name="T74" fmla="*/ 95250 w 50"/>
              <a:gd name="T75" fmla="*/ 134683 h 50"/>
              <a:gd name="T76" fmla="*/ 127000 w 50"/>
              <a:gd name="T77" fmla="*/ 134683 h 50"/>
              <a:gd name="T78" fmla="*/ 133350 w 50"/>
              <a:gd name="T79" fmla="*/ 118649 h 50"/>
              <a:gd name="T80" fmla="*/ 127000 w 50"/>
              <a:gd name="T81" fmla="*/ 102616 h 50"/>
              <a:gd name="T82" fmla="*/ 123825 w 50"/>
              <a:gd name="T83" fmla="*/ 128270 h 50"/>
              <a:gd name="T84" fmla="*/ 111125 w 50"/>
              <a:gd name="T85" fmla="*/ 131476 h 50"/>
              <a:gd name="T86" fmla="*/ 101600 w 50"/>
              <a:gd name="T87" fmla="*/ 128270 h 50"/>
              <a:gd name="T88" fmla="*/ 101600 w 50"/>
              <a:gd name="T89" fmla="*/ 105822 h 50"/>
              <a:gd name="T90" fmla="*/ 111125 w 50"/>
              <a:gd name="T91" fmla="*/ 102616 h 50"/>
              <a:gd name="T92" fmla="*/ 123825 w 50"/>
              <a:gd name="T93" fmla="*/ 105822 h 50"/>
              <a:gd name="T94" fmla="*/ 123825 w 50"/>
              <a:gd name="T95" fmla="*/ 128270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0">
                <a:moveTo>
                  <a:pt x="41" y="18"/>
                </a:moveTo>
                <a:cubicBezTo>
                  <a:pt x="9" y="18"/>
                  <a:pt x="9" y="18"/>
                  <a:pt x="9" y="18"/>
                </a:cubicBezTo>
                <a:cubicBezTo>
                  <a:pt x="9" y="18"/>
                  <a:pt x="8" y="19"/>
                  <a:pt x="8" y="20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9" y="28"/>
                  <a:pt x="9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42" y="28"/>
                  <a:pt x="42" y="27"/>
                  <a:pt x="42" y="27"/>
                </a:cubicBezTo>
                <a:cubicBezTo>
                  <a:pt x="42" y="20"/>
                  <a:pt x="42" y="20"/>
                  <a:pt x="42" y="20"/>
                </a:cubicBezTo>
                <a:cubicBezTo>
                  <a:pt x="42" y="19"/>
                  <a:pt x="42" y="18"/>
                  <a:pt x="41" y="18"/>
                </a:cubicBezTo>
                <a:close/>
                <a:moveTo>
                  <a:pt x="17" y="26"/>
                </a:moveTo>
                <a:cubicBezTo>
                  <a:pt x="17" y="26"/>
                  <a:pt x="17" y="26"/>
                  <a:pt x="17" y="26"/>
                </a:cubicBezTo>
                <a:cubicBezTo>
                  <a:pt x="11" y="26"/>
                  <a:pt x="11" y="26"/>
                  <a:pt x="11" y="26"/>
                </a:cubicBezTo>
                <a:cubicBezTo>
                  <a:pt x="11" y="21"/>
                  <a:pt x="11" y="21"/>
                  <a:pt x="11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26"/>
                  <a:pt x="17" y="26"/>
                  <a:pt x="17" y="26"/>
                </a:cubicBezTo>
                <a:close/>
                <a:moveTo>
                  <a:pt x="40" y="26"/>
                </a:moveTo>
                <a:cubicBezTo>
                  <a:pt x="40" y="26"/>
                  <a:pt x="40" y="26"/>
                  <a:pt x="40" y="26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1"/>
                  <a:pt x="21" y="21"/>
                  <a:pt x="21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6"/>
                  <a:pt x="40" y="26"/>
                  <a:pt x="40" y="26"/>
                </a:cubicBezTo>
                <a:close/>
                <a:moveTo>
                  <a:pt x="48" y="14"/>
                </a:moveTo>
                <a:cubicBezTo>
                  <a:pt x="48" y="14"/>
                  <a:pt x="48" y="14"/>
                  <a:pt x="48" y="14"/>
                </a:cubicBezTo>
                <a:cubicBezTo>
                  <a:pt x="47" y="14"/>
                  <a:pt x="47" y="14"/>
                  <a:pt x="47" y="14"/>
                </a:cubicBezTo>
                <a:cubicBezTo>
                  <a:pt x="46" y="12"/>
                  <a:pt x="43" y="11"/>
                  <a:pt x="41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31" y="6"/>
                  <a:pt x="31" y="6"/>
                  <a:pt x="31" y="6"/>
                </a:cubicBezTo>
                <a:cubicBezTo>
                  <a:pt x="31" y="6"/>
                  <a:pt x="30" y="6"/>
                  <a:pt x="30" y="6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9" y="0"/>
                  <a:pt x="18" y="1"/>
                </a:cubicBezTo>
                <a:cubicBezTo>
                  <a:pt x="18" y="1"/>
                  <a:pt x="18" y="2"/>
                  <a:pt x="19" y="2"/>
                </a:cubicBezTo>
                <a:cubicBezTo>
                  <a:pt x="28" y="8"/>
                  <a:pt x="28" y="8"/>
                  <a:pt x="28" y="8"/>
                </a:cubicBezTo>
                <a:cubicBezTo>
                  <a:pt x="29" y="9"/>
                  <a:pt x="29" y="9"/>
                  <a:pt x="29" y="9"/>
                </a:cubicBezTo>
                <a:cubicBezTo>
                  <a:pt x="32" y="11"/>
                  <a:pt x="32" y="11"/>
                  <a:pt x="32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7" y="11"/>
                  <a:pt x="5" y="12"/>
                  <a:pt x="3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2" y="15"/>
                  <a:pt x="0" y="18"/>
                  <a:pt x="0" y="2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3"/>
                  <a:pt x="1" y="45"/>
                  <a:pt x="3" y="47"/>
                </a:cubicBezTo>
                <a:cubicBezTo>
                  <a:pt x="3" y="47"/>
                  <a:pt x="3" y="47"/>
                  <a:pt x="3" y="47"/>
                </a:cubicBezTo>
                <a:cubicBezTo>
                  <a:pt x="5" y="48"/>
                  <a:pt x="7" y="50"/>
                  <a:pt x="10" y="50"/>
                </a:cubicBezTo>
                <a:cubicBezTo>
                  <a:pt x="41" y="50"/>
                  <a:pt x="41" y="50"/>
                  <a:pt x="41" y="50"/>
                </a:cubicBezTo>
                <a:cubicBezTo>
                  <a:pt x="43" y="50"/>
                  <a:pt x="46" y="48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9" y="45"/>
                  <a:pt x="50" y="43"/>
                  <a:pt x="50" y="40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18"/>
                  <a:pt x="49" y="16"/>
                  <a:pt x="48" y="14"/>
                </a:cubicBezTo>
                <a:close/>
                <a:moveTo>
                  <a:pt x="46" y="40"/>
                </a:moveTo>
                <a:cubicBezTo>
                  <a:pt x="46" y="40"/>
                  <a:pt x="46" y="40"/>
                  <a:pt x="46" y="40"/>
                </a:cubicBezTo>
                <a:cubicBezTo>
                  <a:pt x="46" y="42"/>
                  <a:pt x="46" y="43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4" y="45"/>
                  <a:pt x="42" y="46"/>
                  <a:pt x="41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8" y="46"/>
                  <a:pt x="7" y="45"/>
                  <a:pt x="6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3"/>
                  <a:pt x="4" y="41"/>
                  <a:pt x="4" y="40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19"/>
                  <a:pt x="5" y="18"/>
                  <a:pt x="6" y="16"/>
                </a:cubicBezTo>
                <a:cubicBezTo>
                  <a:pt x="6" y="16"/>
                  <a:pt x="6" y="16"/>
                  <a:pt x="6" y="16"/>
                </a:cubicBezTo>
                <a:cubicBezTo>
                  <a:pt x="7" y="15"/>
                  <a:pt x="8" y="15"/>
                  <a:pt x="10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2" y="15"/>
                  <a:pt x="44" y="15"/>
                  <a:pt x="45" y="16"/>
                </a:cubicBezTo>
                <a:cubicBezTo>
                  <a:pt x="45" y="17"/>
                  <a:pt x="45" y="17"/>
                  <a:pt x="45" y="17"/>
                </a:cubicBezTo>
                <a:cubicBezTo>
                  <a:pt x="46" y="18"/>
                  <a:pt x="46" y="19"/>
                  <a:pt x="46" y="21"/>
                </a:cubicBezTo>
                <a:cubicBezTo>
                  <a:pt x="46" y="40"/>
                  <a:pt x="46" y="40"/>
                  <a:pt x="46" y="40"/>
                </a:cubicBezTo>
                <a:close/>
                <a:moveTo>
                  <a:pt x="40" y="32"/>
                </a:moveTo>
                <a:cubicBezTo>
                  <a:pt x="40" y="32"/>
                  <a:pt x="40" y="32"/>
                  <a:pt x="40" y="32"/>
                </a:cubicBezTo>
                <a:cubicBezTo>
                  <a:pt x="39" y="30"/>
                  <a:pt x="37" y="30"/>
                  <a:pt x="35" y="30"/>
                </a:cubicBezTo>
                <a:cubicBezTo>
                  <a:pt x="33" y="30"/>
                  <a:pt x="32" y="30"/>
                  <a:pt x="30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29" y="33"/>
                  <a:pt x="28" y="35"/>
                  <a:pt x="28" y="37"/>
                </a:cubicBezTo>
                <a:cubicBezTo>
                  <a:pt x="28" y="39"/>
                  <a:pt x="29" y="40"/>
                  <a:pt x="30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32" y="43"/>
                  <a:pt x="33" y="44"/>
                  <a:pt x="35" y="44"/>
                </a:cubicBezTo>
                <a:cubicBezTo>
                  <a:pt x="37" y="44"/>
                  <a:pt x="39" y="43"/>
                  <a:pt x="40" y="42"/>
                </a:cubicBezTo>
                <a:cubicBezTo>
                  <a:pt x="40" y="42"/>
                  <a:pt x="40" y="42"/>
                  <a:pt x="40" y="42"/>
                </a:cubicBezTo>
                <a:cubicBezTo>
                  <a:pt x="42" y="40"/>
                  <a:pt x="42" y="39"/>
                  <a:pt x="42" y="37"/>
                </a:cubicBezTo>
                <a:cubicBezTo>
                  <a:pt x="42" y="35"/>
                  <a:pt x="42" y="33"/>
                  <a:pt x="40" y="32"/>
                </a:cubicBezTo>
                <a:cubicBezTo>
                  <a:pt x="40" y="32"/>
                  <a:pt x="40" y="32"/>
                  <a:pt x="40" y="32"/>
                </a:cubicBezTo>
                <a:close/>
                <a:moveTo>
                  <a:pt x="39" y="40"/>
                </a:moveTo>
                <a:cubicBezTo>
                  <a:pt x="39" y="40"/>
                  <a:pt x="39" y="40"/>
                  <a:pt x="39" y="40"/>
                </a:cubicBezTo>
                <a:cubicBezTo>
                  <a:pt x="39" y="40"/>
                  <a:pt x="39" y="40"/>
                  <a:pt x="39" y="40"/>
                </a:cubicBezTo>
                <a:cubicBezTo>
                  <a:pt x="38" y="41"/>
                  <a:pt x="37" y="41"/>
                  <a:pt x="35" y="41"/>
                </a:cubicBezTo>
                <a:cubicBezTo>
                  <a:pt x="34" y="41"/>
                  <a:pt x="33" y="41"/>
                  <a:pt x="32" y="40"/>
                </a:cubicBezTo>
                <a:cubicBezTo>
                  <a:pt x="32" y="40"/>
                  <a:pt x="32" y="40"/>
                  <a:pt x="32" y="40"/>
                </a:cubicBezTo>
                <a:cubicBezTo>
                  <a:pt x="31" y="39"/>
                  <a:pt x="31" y="38"/>
                  <a:pt x="31" y="37"/>
                </a:cubicBezTo>
                <a:cubicBezTo>
                  <a:pt x="31" y="35"/>
                  <a:pt x="31" y="34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3" y="32"/>
                  <a:pt x="34" y="32"/>
                  <a:pt x="35" y="32"/>
                </a:cubicBezTo>
                <a:cubicBezTo>
                  <a:pt x="37" y="32"/>
                  <a:pt x="38" y="33"/>
                  <a:pt x="39" y="33"/>
                </a:cubicBezTo>
                <a:cubicBezTo>
                  <a:pt x="39" y="33"/>
                  <a:pt x="39" y="33"/>
                  <a:pt x="39" y="33"/>
                </a:cubicBezTo>
                <a:cubicBezTo>
                  <a:pt x="40" y="34"/>
                  <a:pt x="40" y="35"/>
                  <a:pt x="40" y="37"/>
                </a:cubicBezTo>
                <a:cubicBezTo>
                  <a:pt x="40" y="38"/>
                  <a:pt x="40" y="39"/>
                  <a:pt x="39" y="4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3" name="Freeform 47">
            <a:extLst>
              <a:ext uri="{FF2B5EF4-FFF2-40B4-BE49-F238E27FC236}">
                <a16:creationId xmlns:a16="http://schemas.microsoft.com/office/drawing/2014/main" id="{AD45C244-4EFE-F295-C48E-F72BBB25E89B}"/>
              </a:ext>
            </a:extLst>
          </p:cNvPr>
          <p:cNvSpPr>
            <a:spLocks noEditPoints="1"/>
          </p:cNvSpPr>
          <p:nvPr/>
        </p:nvSpPr>
        <p:spPr bwMode="auto">
          <a:xfrm>
            <a:off x="2403934" y="1746699"/>
            <a:ext cx="211667" cy="213783"/>
          </a:xfrm>
          <a:custGeom>
            <a:avLst/>
            <a:gdLst>
              <a:gd name="T0" fmla="*/ 152400 w 50"/>
              <a:gd name="T1" fmla="*/ 0 h 50"/>
              <a:gd name="T2" fmla="*/ 3175 w 50"/>
              <a:gd name="T3" fmla="*/ 0 h 50"/>
              <a:gd name="T4" fmla="*/ 0 w 50"/>
              <a:gd name="T5" fmla="*/ 6413 h 50"/>
              <a:gd name="T6" fmla="*/ 0 w 50"/>
              <a:gd name="T7" fmla="*/ 153924 h 50"/>
              <a:gd name="T8" fmla="*/ 3175 w 50"/>
              <a:gd name="T9" fmla="*/ 160337 h 50"/>
              <a:gd name="T10" fmla="*/ 152400 w 50"/>
              <a:gd name="T11" fmla="*/ 160337 h 50"/>
              <a:gd name="T12" fmla="*/ 158750 w 50"/>
              <a:gd name="T13" fmla="*/ 153924 h 50"/>
              <a:gd name="T14" fmla="*/ 158750 w 50"/>
              <a:gd name="T15" fmla="*/ 6413 h 50"/>
              <a:gd name="T16" fmla="*/ 152400 w 50"/>
              <a:gd name="T17" fmla="*/ 0 h 50"/>
              <a:gd name="T18" fmla="*/ 107950 w 50"/>
              <a:gd name="T19" fmla="*/ 12827 h 50"/>
              <a:gd name="T20" fmla="*/ 107950 w 50"/>
              <a:gd name="T21" fmla="*/ 12827 h 50"/>
              <a:gd name="T22" fmla="*/ 130175 w 50"/>
              <a:gd name="T23" fmla="*/ 12827 h 50"/>
              <a:gd name="T24" fmla="*/ 130175 w 50"/>
              <a:gd name="T25" fmla="*/ 54515 h 50"/>
              <a:gd name="T26" fmla="*/ 107950 w 50"/>
              <a:gd name="T27" fmla="*/ 54515 h 50"/>
              <a:gd name="T28" fmla="*/ 107950 w 50"/>
              <a:gd name="T29" fmla="*/ 12827 h 50"/>
              <a:gd name="T30" fmla="*/ 28575 w 50"/>
              <a:gd name="T31" fmla="*/ 12827 h 50"/>
              <a:gd name="T32" fmla="*/ 28575 w 50"/>
              <a:gd name="T33" fmla="*/ 12827 h 50"/>
              <a:gd name="T34" fmla="*/ 95250 w 50"/>
              <a:gd name="T35" fmla="*/ 12827 h 50"/>
              <a:gd name="T36" fmla="*/ 95250 w 50"/>
              <a:gd name="T37" fmla="*/ 48101 h 50"/>
              <a:gd name="T38" fmla="*/ 28575 w 50"/>
              <a:gd name="T39" fmla="*/ 48101 h 50"/>
              <a:gd name="T40" fmla="*/ 28575 w 50"/>
              <a:gd name="T41" fmla="*/ 12827 h 50"/>
              <a:gd name="T42" fmla="*/ 146050 w 50"/>
              <a:gd name="T43" fmla="*/ 147510 h 50"/>
              <a:gd name="T44" fmla="*/ 146050 w 50"/>
              <a:gd name="T45" fmla="*/ 147510 h 50"/>
              <a:gd name="T46" fmla="*/ 9525 w 50"/>
              <a:gd name="T47" fmla="*/ 147510 h 50"/>
              <a:gd name="T48" fmla="*/ 9525 w 50"/>
              <a:gd name="T49" fmla="*/ 12827 h 50"/>
              <a:gd name="T50" fmla="*/ 19050 w 50"/>
              <a:gd name="T51" fmla="*/ 12827 h 50"/>
              <a:gd name="T52" fmla="*/ 19050 w 50"/>
              <a:gd name="T53" fmla="*/ 54515 h 50"/>
              <a:gd name="T54" fmla="*/ 22225 w 50"/>
              <a:gd name="T55" fmla="*/ 60928 h 50"/>
              <a:gd name="T56" fmla="*/ 133350 w 50"/>
              <a:gd name="T57" fmla="*/ 60928 h 50"/>
              <a:gd name="T58" fmla="*/ 136525 w 50"/>
              <a:gd name="T59" fmla="*/ 57721 h 50"/>
              <a:gd name="T60" fmla="*/ 136525 w 50"/>
              <a:gd name="T61" fmla="*/ 12827 h 50"/>
              <a:gd name="T62" fmla="*/ 146050 w 50"/>
              <a:gd name="T63" fmla="*/ 12827 h 50"/>
              <a:gd name="T64" fmla="*/ 146050 w 50"/>
              <a:gd name="T65" fmla="*/ 147510 h 50"/>
              <a:gd name="T66" fmla="*/ 133350 w 50"/>
              <a:gd name="T67" fmla="*/ 80169 h 50"/>
              <a:gd name="T68" fmla="*/ 133350 w 50"/>
              <a:gd name="T69" fmla="*/ 80169 h 50"/>
              <a:gd name="T70" fmla="*/ 25400 w 50"/>
              <a:gd name="T71" fmla="*/ 80169 h 50"/>
              <a:gd name="T72" fmla="*/ 19050 w 50"/>
              <a:gd name="T73" fmla="*/ 83375 h 50"/>
              <a:gd name="T74" fmla="*/ 19050 w 50"/>
              <a:gd name="T75" fmla="*/ 134683 h 50"/>
              <a:gd name="T76" fmla="*/ 25400 w 50"/>
              <a:gd name="T77" fmla="*/ 137890 h 50"/>
              <a:gd name="T78" fmla="*/ 133350 w 50"/>
              <a:gd name="T79" fmla="*/ 137890 h 50"/>
              <a:gd name="T80" fmla="*/ 136525 w 50"/>
              <a:gd name="T81" fmla="*/ 134683 h 50"/>
              <a:gd name="T82" fmla="*/ 136525 w 50"/>
              <a:gd name="T83" fmla="*/ 83375 h 50"/>
              <a:gd name="T84" fmla="*/ 133350 w 50"/>
              <a:gd name="T85" fmla="*/ 80169 h 50"/>
              <a:gd name="T86" fmla="*/ 130175 w 50"/>
              <a:gd name="T87" fmla="*/ 131476 h 50"/>
              <a:gd name="T88" fmla="*/ 130175 w 50"/>
              <a:gd name="T89" fmla="*/ 131476 h 50"/>
              <a:gd name="T90" fmla="*/ 28575 w 50"/>
              <a:gd name="T91" fmla="*/ 131476 h 50"/>
              <a:gd name="T92" fmla="*/ 28575 w 50"/>
              <a:gd name="T93" fmla="*/ 86582 h 50"/>
              <a:gd name="T94" fmla="*/ 130175 w 50"/>
              <a:gd name="T95" fmla="*/ 86582 h 50"/>
              <a:gd name="T96" fmla="*/ 130175 w 50"/>
              <a:gd name="T97" fmla="*/ 131476 h 5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0" h="50">
                <a:moveTo>
                  <a:pt x="48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0" y="50"/>
                  <a:pt x="1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9" y="50"/>
                  <a:pt x="50" y="49"/>
                  <a:pt x="50" y="48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1"/>
                  <a:pt x="49" y="0"/>
                  <a:pt x="48" y="0"/>
                </a:cubicBezTo>
                <a:close/>
                <a:moveTo>
                  <a:pt x="34" y="4"/>
                </a:moveTo>
                <a:cubicBezTo>
                  <a:pt x="34" y="4"/>
                  <a:pt x="34" y="4"/>
                  <a:pt x="34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41" y="17"/>
                  <a:pt x="41" y="17"/>
                  <a:pt x="41" y="17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4"/>
                  <a:pt x="34" y="4"/>
                  <a:pt x="34" y="4"/>
                </a:cubicBezTo>
                <a:close/>
                <a:moveTo>
                  <a:pt x="9" y="4"/>
                </a:moveTo>
                <a:cubicBezTo>
                  <a:pt x="9" y="4"/>
                  <a:pt x="9" y="4"/>
                  <a:pt x="9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15"/>
                  <a:pt x="30" y="15"/>
                  <a:pt x="30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4"/>
                  <a:pt x="9" y="4"/>
                  <a:pt x="9" y="4"/>
                </a:cubicBezTo>
                <a:close/>
                <a:moveTo>
                  <a:pt x="46" y="46"/>
                </a:moveTo>
                <a:cubicBezTo>
                  <a:pt x="46" y="46"/>
                  <a:pt x="46" y="46"/>
                  <a:pt x="46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3" y="4"/>
                  <a:pt x="3" y="4"/>
                  <a:pt x="3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8"/>
                  <a:pt x="6" y="19"/>
                  <a:pt x="7" y="19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19"/>
                  <a:pt x="43" y="18"/>
                  <a:pt x="43" y="18"/>
                </a:cubicBezTo>
                <a:cubicBezTo>
                  <a:pt x="43" y="4"/>
                  <a:pt x="43" y="4"/>
                  <a:pt x="43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6"/>
                  <a:pt x="46" y="46"/>
                  <a:pt x="46" y="46"/>
                </a:cubicBezTo>
                <a:close/>
                <a:moveTo>
                  <a:pt x="42" y="25"/>
                </a:moveTo>
                <a:cubicBezTo>
                  <a:pt x="42" y="25"/>
                  <a:pt x="42" y="25"/>
                  <a:pt x="42" y="25"/>
                </a:cubicBezTo>
                <a:cubicBezTo>
                  <a:pt x="8" y="25"/>
                  <a:pt x="8" y="25"/>
                  <a:pt x="8" y="25"/>
                </a:cubicBezTo>
                <a:cubicBezTo>
                  <a:pt x="7" y="25"/>
                  <a:pt x="6" y="26"/>
                  <a:pt x="6" y="26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3"/>
                  <a:pt x="7" y="43"/>
                  <a:pt x="8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3"/>
                  <a:pt x="43" y="43"/>
                  <a:pt x="43" y="42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6"/>
                  <a:pt x="42" y="25"/>
                  <a:pt x="42" y="25"/>
                </a:cubicBezTo>
                <a:close/>
                <a:moveTo>
                  <a:pt x="41" y="41"/>
                </a:moveTo>
                <a:cubicBezTo>
                  <a:pt x="41" y="41"/>
                  <a:pt x="41" y="41"/>
                  <a:pt x="41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27"/>
                  <a:pt x="9" y="27"/>
                  <a:pt x="9" y="27"/>
                </a:cubicBezTo>
                <a:cubicBezTo>
                  <a:pt x="41" y="27"/>
                  <a:pt x="41" y="27"/>
                  <a:pt x="41" y="27"/>
                </a:cubicBezTo>
                <a:cubicBezTo>
                  <a:pt x="41" y="41"/>
                  <a:pt x="41" y="41"/>
                  <a:pt x="41" y="4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4" name="Freeform 48">
            <a:extLst>
              <a:ext uri="{FF2B5EF4-FFF2-40B4-BE49-F238E27FC236}">
                <a16:creationId xmlns:a16="http://schemas.microsoft.com/office/drawing/2014/main" id="{86781985-BD50-6C59-7A2E-421C1D8E7A89}"/>
              </a:ext>
            </a:extLst>
          </p:cNvPr>
          <p:cNvSpPr>
            <a:spLocks noEditPoints="1"/>
          </p:cNvSpPr>
          <p:nvPr/>
        </p:nvSpPr>
        <p:spPr bwMode="auto">
          <a:xfrm>
            <a:off x="922268" y="1765747"/>
            <a:ext cx="209551" cy="177800"/>
          </a:xfrm>
          <a:custGeom>
            <a:avLst/>
            <a:gdLst>
              <a:gd name="T0" fmla="*/ 134711 w 49"/>
              <a:gd name="T1" fmla="*/ 22225 h 42"/>
              <a:gd name="T2" fmla="*/ 80185 w 49"/>
              <a:gd name="T3" fmla="*/ 0 h 42"/>
              <a:gd name="T4" fmla="*/ 25659 w 49"/>
              <a:gd name="T5" fmla="*/ 22225 h 42"/>
              <a:gd name="T6" fmla="*/ 0 w 49"/>
              <a:gd name="T7" fmla="*/ 76200 h 42"/>
              <a:gd name="T8" fmla="*/ 25659 w 49"/>
              <a:gd name="T9" fmla="*/ 130175 h 42"/>
              <a:gd name="T10" fmla="*/ 28867 w 49"/>
              <a:gd name="T11" fmla="*/ 123825 h 42"/>
              <a:gd name="T12" fmla="*/ 9622 w 49"/>
              <a:gd name="T13" fmla="*/ 76200 h 42"/>
              <a:gd name="T14" fmla="*/ 28867 w 49"/>
              <a:gd name="T15" fmla="*/ 25400 h 42"/>
              <a:gd name="T16" fmla="*/ 80185 w 49"/>
              <a:gd name="T17" fmla="*/ 6350 h 42"/>
              <a:gd name="T18" fmla="*/ 128296 w 49"/>
              <a:gd name="T19" fmla="*/ 25400 h 42"/>
              <a:gd name="T20" fmla="*/ 150748 w 49"/>
              <a:gd name="T21" fmla="*/ 76200 h 42"/>
              <a:gd name="T22" fmla="*/ 131504 w 49"/>
              <a:gd name="T23" fmla="*/ 120650 h 42"/>
              <a:gd name="T24" fmla="*/ 128296 w 49"/>
              <a:gd name="T25" fmla="*/ 133350 h 42"/>
              <a:gd name="T26" fmla="*/ 137919 w 49"/>
              <a:gd name="T27" fmla="*/ 127000 h 42"/>
              <a:gd name="T28" fmla="*/ 157163 w 49"/>
              <a:gd name="T29" fmla="*/ 76200 h 42"/>
              <a:gd name="T30" fmla="*/ 118674 w 49"/>
              <a:gd name="T31" fmla="*/ 34925 h 42"/>
              <a:gd name="T32" fmla="*/ 80185 w 49"/>
              <a:gd name="T33" fmla="*/ 19050 h 42"/>
              <a:gd name="T34" fmla="*/ 22452 w 49"/>
              <a:gd name="T35" fmla="*/ 76200 h 42"/>
              <a:gd name="T36" fmla="*/ 80185 w 49"/>
              <a:gd name="T37" fmla="*/ 133350 h 42"/>
              <a:gd name="T38" fmla="*/ 134711 w 49"/>
              <a:gd name="T39" fmla="*/ 76200 h 42"/>
              <a:gd name="T40" fmla="*/ 112259 w 49"/>
              <a:gd name="T41" fmla="*/ 107950 h 42"/>
              <a:gd name="T42" fmla="*/ 80185 w 49"/>
              <a:gd name="T43" fmla="*/ 120650 h 42"/>
              <a:gd name="T44" fmla="*/ 35281 w 49"/>
              <a:gd name="T45" fmla="*/ 76200 h 42"/>
              <a:gd name="T46" fmla="*/ 80185 w 49"/>
              <a:gd name="T47" fmla="*/ 31750 h 42"/>
              <a:gd name="T48" fmla="*/ 125089 w 49"/>
              <a:gd name="T49" fmla="*/ 76200 h 42"/>
              <a:gd name="T50" fmla="*/ 60941 w 49"/>
              <a:gd name="T51" fmla="*/ 50800 h 42"/>
              <a:gd name="T52" fmla="*/ 51319 w 49"/>
              <a:gd name="T53" fmla="*/ 47625 h 42"/>
              <a:gd name="T54" fmla="*/ 41696 w 49"/>
              <a:gd name="T55" fmla="*/ 63500 h 42"/>
              <a:gd name="T56" fmla="*/ 57733 w 49"/>
              <a:gd name="T57" fmla="*/ 73025 h 42"/>
              <a:gd name="T58" fmla="*/ 64148 w 49"/>
              <a:gd name="T59" fmla="*/ 66675 h 42"/>
              <a:gd name="T60" fmla="*/ 60941 w 49"/>
              <a:gd name="T61" fmla="*/ 50800 h 42"/>
              <a:gd name="T62" fmla="*/ 57733 w 49"/>
              <a:gd name="T63" fmla="*/ 63500 h 42"/>
              <a:gd name="T64" fmla="*/ 51319 w 49"/>
              <a:gd name="T65" fmla="*/ 66675 h 42"/>
              <a:gd name="T66" fmla="*/ 48111 w 49"/>
              <a:gd name="T67" fmla="*/ 57150 h 42"/>
              <a:gd name="T68" fmla="*/ 57733 w 49"/>
              <a:gd name="T69" fmla="*/ 57150 h 42"/>
              <a:gd name="T70" fmla="*/ 57733 w 49"/>
              <a:gd name="T71" fmla="*/ 63500 h 4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9" h="42">
                <a:moveTo>
                  <a:pt x="47" y="15"/>
                </a:moveTo>
                <a:cubicBezTo>
                  <a:pt x="46" y="12"/>
                  <a:pt x="44" y="9"/>
                  <a:pt x="42" y="7"/>
                </a:cubicBezTo>
                <a:cubicBezTo>
                  <a:pt x="40" y="4"/>
                  <a:pt x="37" y="3"/>
                  <a:pt x="34" y="1"/>
                </a:cubicBezTo>
                <a:cubicBezTo>
                  <a:pt x="31" y="0"/>
                  <a:pt x="28" y="0"/>
                  <a:pt x="25" y="0"/>
                </a:cubicBezTo>
                <a:cubicBezTo>
                  <a:pt x="21" y="0"/>
                  <a:pt x="18" y="0"/>
                  <a:pt x="15" y="1"/>
                </a:cubicBezTo>
                <a:cubicBezTo>
                  <a:pt x="12" y="3"/>
                  <a:pt x="10" y="4"/>
                  <a:pt x="8" y="7"/>
                </a:cubicBezTo>
                <a:cubicBezTo>
                  <a:pt x="5" y="9"/>
                  <a:pt x="3" y="12"/>
                  <a:pt x="2" y="15"/>
                </a:cubicBezTo>
                <a:cubicBezTo>
                  <a:pt x="1" y="17"/>
                  <a:pt x="0" y="21"/>
                  <a:pt x="0" y="24"/>
                </a:cubicBezTo>
                <a:cubicBezTo>
                  <a:pt x="0" y="27"/>
                  <a:pt x="1" y="30"/>
                  <a:pt x="2" y="33"/>
                </a:cubicBezTo>
                <a:cubicBezTo>
                  <a:pt x="3" y="36"/>
                  <a:pt x="5" y="39"/>
                  <a:pt x="8" y="41"/>
                </a:cubicBezTo>
                <a:cubicBezTo>
                  <a:pt x="8" y="41"/>
                  <a:pt x="9" y="41"/>
                  <a:pt x="9" y="41"/>
                </a:cubicBezTo>
                <a:cubicBezTo>
                  <a:pt x="10" y="41"/>
                  <a:pt x="10" y="40"/>
                  <a:pt x="9" y="39"/>
                </a:cubicBezTo>
                <a:cubicBezTo>
                  <a:pt x="7" y="37"/>
                  <a:pt x="5" y="35"/>
                  <a:pt x="4" y="32"/>
                </a:cubicBezTo>
                <a:cubicBezTo>
                  <a:pt x="3" y="30"/>
                  <a:pt x="3" y="27"/>
                  <a:pt x="3" y="24"/>
                </a:cubicBezTo>
                <a:cubicBezTo>
                  <a:pt x="3" y="21"/>
                  <a:pt x="3" y="18"/>
                  <a:pt x="4" y="15"/>
                </a:cubicBezTo>
                <a:cubicBezTo>
                  <a:pt x="5" y="13"/>
                  <a:pt x="7" y="10"/>
                  <a:pt x="9" y="8"/>
                </a:cubicBezTo>
                <a:cubicBezTo>
                  <a:pt x="11" y="6"/>
                  <a:pt x="14" y="5"/>
                  <a:pt x="16" y="4"/>
                </a:cubicBezTo>
                <a:cubicBezTo>
                  <a:pt x="19" y="2"/>
                  <a:pt x="22" y="2"/>
                  <a:pt x="25" y="2"/>
                </a:cubicBezTo>
                <a:cubicBezTo>
                  <a:pt x="28" y="2"/>
                  <a:pt x="31" y="2"/>
                  <a:pt x="33" y="4"/>
                </a:cubicBezTo>
                <a:cubicBezTo>
                  <a:pt x="36" y="5"/>
                  <a:pt x="38" y="6"/>
                  <a:pt x="40" y="8"/>
                </a:cubicBezTo>
                <a:cubicBezTo>
                  <a:pt x="42" y="10"/>
                  <a:pt x="44" y="13"/>
                  <a:pt x="45" y="15"/>
                </a:cubicBezTo>
                <a:cubicBezTo>
                  <a:pt x="46" y="18"/>
                  <a:pt x="47" y="21"/>
                  <a:pt x="47" y="24"/>
                </a:cubicBezTo>
                <a:cubicBezTo>
                  <a:pt x="47" y="27"/>
                  <a:pt x="46" y="30"/>
                  <a:pt x="45" y="32"/>
                </a:cubicBezTo>
                <a:cubicBezTo>
                  <a:pt x="44" y="34"/>
                  <a:pt x="43" y="37"/>
                  <a:pt x="41" y="38"/>
                </a:cubicBezTo>
                <a:cubicBezTo>
                  <a:pt x="41" y="38"/>
                  <a:pt x="40" y="39"/>
                  <a:pt x="39" y="39"/>
                </a:cubicBezTo>
                <a:cubicBezTo>
                  <a:pt x="39" y="40"/>
                  <a:pt x="39" y="41"/>
                  <a:pt x="40" y="42"/>
                </a:cubicBezTo>
                <a:cubicBezTo>
                  <a:pt x="41" y="42"/>
                  <a:pt x="42" y="42"/>
                  <a:pt x="43" y="41"/>
                </a:cubicBezTo>
                <a:cubicBezTo>
                  <a:pt x="43" y="41"/>
                  <a:pt x="43" y="40"/>
                  <a:pt x="43" y="40"/>
                </a:cubicBezTo>
                <a:cubicBezTo>
                  <a:pt x="45" y="38"/>
                  <a:pt x="46" y="36"/>
                  <a:pt x="47" y="33"/>
                </a:cubicBezTo>
                <a:cubicBezTo>
                  <a:pt x="48" y="30"/>
                  <a:pt x="49" y="27"/>
                  <a:pt x="49" y="24"/>
                </a:cubicBezTo>
                <a:cubicBezTo>
                  <a:pt x="49" y="21"/>
                  <a:pt x="48" y="17"/>
                  <a:pt x="47" y="15"/>
                </a:cubicBezTo>
                <a:close/>
                <a:moveTo>
                  <a:pt x="37" y="11"/>
                </a:moveTo>
                <a:cubicBezTo>
                  <a:pt x="37" y="11"/>
                  <a:pt x="37" y="11"/>
                  <a:pt x="37" y="11"/>
                </a:cubicBezTo>
                <a:cubicBezTo>
                  <a:pt x="34" y="8"/>
                  <a:pt x="30" y="6"/>
                  <a:pt x="25" y="6"/>
                </a:cubicBezTo>
                <a:cubicBezTo>
                  <a:pt x="20" y="6"/>
                  <a:pt x="15" y="8"/>
                  <a:pt x="12" y="11"/>
                </a:cubicBezTo>
                <a:cubicBezTo>
                  <a:pt x="9" y="15"/>
                  <a:pt x="7" y="19"/>
                  <a:pt x="7" y="24"/>
                </a:cubicBezTo>
                <a:cubicBezTo>
                  <a:pt x="7" y="29"/>
                  <a:pt x="9" y="33"/>
                  <a:pt x="12" y="36"/>
                </a:cubicBezTo>
                <a:cubicBezTo>
                  <a:pt x="15" y="40"/>
                  <a:pt x="20" y="42"/>
                  <a:pt x="25" y="42"/>
                </a:cubicBezTo>
                <a:cubicBezTo>
                  <a:pt x="30" y="42"/>
                  <a:pt x="34" y="40"/>
                  <a:pt x="37" y="36"/>
                </a:cubicBezTo>
                <a:cubicBezTo>
                  <a:pt x="40" y="33"/>
                  <a:pt x="42" y="29"/>
                  <a:pt x="42" y="24"/>
                </a:cubicBezTo>
                <a:cubicBezTo>
                  <a:pt x="42" y="19"/>
                  <a:pt x="40" y="15"/>
                  <a:pt x="37" y="11"/>
                </a:cubicBezTo>
                <a:close/>
                <a:moveTo>
                  <a:pt x="35" y="34"/>
                </a:moveTo>
                <a:cubicBezTo>
                  <a:pt x="35" y="34"/>
                  <a:pt x="35" y="34"/>
                  <a:pt x="35" y="34"/>
                </a:cubicBezTo>
                <a:cubicBezTo>
                  <a:pt x="32" y="36"/>
                  <a:pt x="29" y="38"/>
                  <a:pt x="25" y="38"/>
                </a:cubicBezTo>
                <a:cubicBezTo>
                  <a:pt x="21" y="38"/>
                  <a:pt x="17" y="36"/>
                  <a:pt x="15" y="34"/>
                </a:cubicBezTo>
                <a:cubicBezTo>
                  <a:pt x="12" y="31"/>
                  <a:pt x="11" y="28"/>
                  <a:pt x="11" y="24"/>
                </a:cubicBezTo>
                <a:cubicBezTo>
                  <a:pt x="11" y="20"/>
                  <a:pt x="12" y="17"/>
                  <a:pt x="15" y="14"/>
                </a:cubicBezTo>
                <a:cubicBezTo>
                  <a:pt x="17" y="12"/>
                  <a:pt x="21" y="10"/>
                  <a:pt x="25" y="10"/>
                </a:cubicBezTo>
                <a:cubicBezTo>
                  <a:pt x="29" y="10"/>
                  <a:pt x="32" y="12"/>
                  <a:pt x="35" y="14"/>
                </a:cubicBezTo>
                <a:cubicBezTo>
                  <a:pt x="37" y="17"/>
                  <a:pt x="39" y="20"/>
                  <a:pt x="39" y="24"/>
                </a:cubicBezTo>
                <a:cubicBezTo>
                  <a:pt x="39" y="28"/>
                  <a:pt x="37" y="31"/>
                  <a:pt x="35" y="34"/>
                </a:cubicBezTo>
                <a:close/>
                <a:moveTo>
                  <a:pt x="19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8" y="15"/>
                  <a:pt x="17" y="15"/>
                  <a:pt x="16" y="15"/>
                </a:cubicBezTo>
                <a:cubicBezTo>
                  <a:pt x="15" y="16"/>
                  <a:pt x="14" y="16"/>
                  <a:pt x="13" y="17"/>
                </a:cubicBezTo>
                <a:cubicBezTo>
                  <a:pt x="13" y="18"/>
                  <a:pt x="13" y="19"/>
                  <a:pt x="13" y="20"/>
                </a:cubicBezTo>
                <a:cubicBezTo>
                  <a:pt x="13" y="21"/>
                  <a:pt x="14" y="22"/>
                  <a:pt x="15" y="23"/>
                </a:cubicBezTo>
                <a:cubicBezTo>
                  <a:pt x="16" y="23"/>
                  <a:pt x="17" y="23"/>
                  <a:pt x="18" y="23"/>
                </a:cubicBezTo>
                <a:cubicBezTo>
                  <a:pt x="19" y="23"/>
                  <a:pt x="20" y="22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1" y="20"/>
                  <a:pt x="21" y="19"/>
                  <a:pt x="21" y="18"/>
                </a:cubicBezTo>
                <a:cubicBezTo>
                  <a:pt x="20" y="17"/>
                  <a:pt x="20" y="16"/>
                  <a:pt x="19" y="16"/>
                </a:cubicBezTo>
                <a:close/>
                <a:moveTo>
                  <a:pt x="18" y="20"/>
                </a:moveTo>
                <a:cubicBezTo>
                  <a:pt x="18" y="20"/>
                  <a:pt x="18" y="20"/>
                  <a:pt x="18" y="20"/>
                </a:cubicBezTo>
                <a:cubicBezTo>
                  <a:pt x="18" y="21"/>
                  <a:pt x="18" y="21"/>
                  <a:pt x="17" y="21"/>
                </a:cubicBezTo>
                <a:cubicBezTo>
                  <a:pt x="17" y="21"/>
                  <a:pt x="16" y="21"/>
                  <a:pt x="16" y="21"/>
                </a:cubicBezTo>
                <a:cubicBezTo>
                  <a:pt x="16" y="21"/>
                  <a:pt x="15" y="20"/>
                  <a:pt x="15" y="20"/>
                </a:cubicBezTo>
                <a:cubicBezTo>
                  <a:pt x="15" y="19"/>
                  <a:pt x="15" y="19"/>
                  <a:pt x="15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7" y="18"/>
                  <a:pt x="17" y="18"/>
                  <a:pt x="18" y="18"/>
                </a:cubicBezTo>
                <a:cubicBezTo>
                  <a:pt x="18" y="18"/>
                  <a:pt x="18" y="18"/>
                  <a:pt x="18" y="19"/>
                </a:cubicBezTo>
                <a:cubicBezTo>
                  <a:pt x="19" y="19"/>
                  <a:pt x="19" y="20"/>
                  <a:pt x="18" y="2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5" name="Freeform 49">
            <a:extLst>
              <a:ext uri="{FF2B5EF4-FFF2-40B4-BE49-F238E27FC236}">
                <a16:creationId xmlns:a16="http://schemas.microsoft.com/office/drawing/2014/main" id="{6C3522B3-9165-8134-B5B4-D47694851E54}"/>
              </a:ext>
            </a:extLst>
          </p:cNvPr>
          <p:cNvSpPr>
            <a:spLocks noEditPoints="1"/>
          </p:cNvSpPr>
          <p:nvPr/>
        </p:nvSpPr>
        <p:spPr bwMode="auto">
          <a:xfrm>
            <a:off x="6948418" y="1336065"/>
            <a:ext cx="211667" cy="211667"/>
          </a:xfrm>
          <a:custGeom>
            <a:avLst/>
            <a:gdLst>
              <a:gd name="T0" fmla="*/ 3175 w 50"/>
              <a:gd name="T1" fmla="*/ 0 h 50"/>
              <a:gd name="T2" fmla="*/ 0 w 50"/>
              <a:gd name="T3" fmla="*/ 152400 h 50"/>
              <a:gd name="T4" fmla="*/ 152400 w 50"/>
              <a:gd name="T5" fmla="*/ 158750 h 50"/>
              <a:gd name="T6" fmla="*/ 158750 w 50"/>
              <a:gd name="T7" fmla="*/ 6350 h 50"/>
              <a:gd name="T8" fmla="*/ 38100 w 50"/>
              <a:gd name="T9" fmla="*/ 146050 h 50"/>
              <a:gd name="T10" fmla="*/ 9525 w 50"/>
              <a:gd name="T11" fmla="*/ 146050 h 50"/>
              <a:gd name="T12" fmla="*/ 19050 w 50"/>
              <a:gd name="T13" fmla="*/ 136525 h 50"/>
              <a:gd name="T14" fmla="*/ 19050 w 50"/>
              <a:gd name="T15" fmla="*/ 123825 h 50"/>
              <a:gd name="T16" fmla="*/ 9525 w 50"/>
              <a:gd name="T17" fmla="*/ 101600 h 50"/>
              <a:gd name="T18" fmla="*/ 25400 w 50"/>
              <a:gd name="T19" fmla="*/ 95250 h 50"/>
              <a:gd name="T20" fmla="*/ 9525 w 50"/>
              <a:gd name="T21" fmla="*/ 88900 h 50"/>
              <a:gd name="T22" fmla="*/ 19050 w 50"/>
              <a:gd name="T23" fmla="*/ 69850 h 50"/>
              <a:gd name="T24" fmla="*/ 19050 w 50"/>
              <a:gd name="T25" fmla="*/ 57150 h 50"/>
              <a:gd name="T26" fmla="*/ 9525 w 50"/>
              <a:gd name="T27" fmla="*/ 38100 h 50"/>
              <a:gd name="T28" fmla="*/ 25400 w 50"/>
              <a:gd name="T29" fmla="*/ 31750 h 50"/>
              <a:gd name="T30" fmla="*/ 9525 w 50"/>
              <a:gd name="T31" fmla="*/ 25400 h 50"/>
              <a:gd name="T32" fmla="*/ 38100 w 50"/>
              <a:gd name="T33" fmla="*/ 12700 h 50"/>
              <a:gd name="T34" fmla="*/ 146050 w 50"/>
              <a:gd name="T35" fmla="*/ 146050 h 50"/>
              <a:gd name="T36" fmla="*/ 47625 w 50"/>
              <a:gd name="T37" fmla="*/ 146050 h 50"/>
              <a:gd name="T38" fmla="*/ 146050 w 50"/>
              <a:gd name="T39" fmla="*/ 12700 h 50"/>
              <a:gd name="T40" fmla="*/ 69850 w 50"/>
              <a:gd name="T41" fmla="*/ 114300 h 50"/>
              <a:gd name="T42" fmla="*/ 120650 w 50"/>
              <a:gd name="T43" fmla="*/ 114300 h 50"/>
              <a:gd name="T44" fmla="*/ 123825 w 50"/>
              <a:gd name="T45" fmla="*/ 104775 h 50"/>
              <a:gd name="T46" fmla="*/ 117475 w 50"/>
              <a:gd name="T47" fmla="*/ 92075 h 50"/>
              <a:gd name="T48" fmla="*/ 111125 w 50"/>
              <a:gd name="T49" fmla="*/ 88900 h 50"/>
              <a:gd name="T50" fmla="*/ 117475 w 50"/>
              <a:gd name="T51" fmla="*/ 69850 h 50"/>
              <a:gd name="T52" fmla="*/ 95250 w 50"/>
              <a:gd name="T53" fmla="*/ 47625 h 50"/>
              <a:gd name="T54" fmla="*/ 73025 w 50"/>
              <a:gd name="T55" fmla="*/ 69850 h 50"/>
              <a:gd name="T56" fmla="*/ 79375 w 50"/>
              <a:gd name="T57" fmla="*/ 88900 h 50"/>
              <a:gd name="T58" fmla="*/ 69850 w 50"/>
              <a:gd name="T59" fmla="*/ 98425 h 50"/>
              <a:gd name="T60" fmla="*/ 66675 w 50"/>
              <a:gd name="T61" fmla="*/ 111125 h 50"/>
              <a:gd name="T62" fmla="*/ 85725 w 50"/>
              <a:gd name="T63" fmla="*/ 60325 h 50"/>
              <a:gd name="T64" fmla="*/ 95250 w 50"/>
              <a:gd name="T65" fmla="*/ 53975 h 50"/>
              <a:gd name="T66" fmla="*/ 111125 w 50"/>
              <a:gd name="T67" fmla="*/ 69850 h 50"/>
              <a:gd name="T68" fmla="*/ 95250 w 50"/>
              <a:gd name="T69" fmla="*/ 85725 h 50"/>
              <a:gd name="T70" fmla="*/ 85725 w 50"/>
              <a:gd name="T71" fmla="*/ 82550 h 50"/>
              <a:gd name="T72" fmla="*/ 85725 w 50"/>
              <a:gd name="T73" fmla="*/ 60325 h 50"/>
              <a:gd name="T74" fmla="*/ 76200 w 50"/>
              <a:gd name="T75" fmla="*/ 104775 h 50"/>
              <a:gd name="T76" fmla="*/ 79375 w 50"/>
              <a:gd name="T77" fmla="*/ 98425 h 50"/>
              <a:gd name="T78" fmla="*/ 104775 w 50"/>
              <a:gd name="T79" fmla="*/ 95250 h 50"/>
              <a:gd name="T80" fmla="*/ 114300 w 50"/>
              <a:gd name="T81" fmla="*/ 98425 h 50"/>
              <a:gd name="T82" fmla="*/ 117475 w 50"/>
              <a:gd name="T83" fmla="*/ 104775 h 50"/>
              <a:gd name="T84" fmla="*/ 76200 w 50"/>
              <a:gd name="T85" fmla="*/ 107950 h 5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0" h="50">
                <a:moveTo>
                  <a:pt x="48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0" y="50"/>
                  <a:pt x="1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9" y="50"/>
                  <a:pt x="50" y="49"/>
                  <a:pt x="50" y="48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1"/>
                  <a:pt x="49" y="0"/>
                  <a:pt x="48" y="0"/>
                </a:cubicBezTo>
                <a:close/>
                <a:moveTo>
                  <a:pt x="12" y="46"/>
                </a:moveTo>
                <a:cubicBezTo>
                  <a:pt x="12" y="46"/>
                  <a:pt x="12" y="46"/>
                  <a:pt x="12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3" y="43"/>
                  <a:pt x="3" y="43"/>
                  <a:pt x="3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7" y="43"/>
                  <a:pt x="8" y="42"/>
                  <a:pt x="8" y="41"/>
                </a:cubicBezTo>
                <a:cubicBezTo>
                  <a:pt x="8" y="40"/>
                  <a:pt x="7" y="39"/>
                  <a:pt x="6" y="39"/>
                </a:cubicBezTo>
                <a:cubicBezTo>
                  <a:pt x="3" y="39"/>
                  <a:pt x="3" y="39"/>
                  <a:pt x="3" y="39"/>
                </a:cubicBezTo>
                <a:cubicBezTo>
                  <a:pt x="3" y="32"/>
                  <a:pt x="3" y="32"/>
                  <a:pt x="3" y="32"/>
                </a:cubicBezTo>
                <a:cubicBezTo>
                  <a:pt x="6" y="32"/>
                  <a:pt x="6" y="32"/>
                  <a:pt x="6" y="32"/>
                </a:cubicBezTo>
                <a:cubicBezTo>
                  <a:pt x="7" y="32"/>
                  <a:pt x="8" y="31"/>
                  <a:pt x="8" y="30"/>
                </a:cubicBezTo>
                <a:cubicBezTo>
                  <a:pt x="8" y="29"/>
                  <a:pt x="7" y="28"/>
                  <a:pt x="6" y="28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22"/>
                  <a:pt x="3" y="22"/>
                  <a:pt x="3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7" y="22"/>
                  <a:pt x="8" y="21"/>
                  <a:pt x="8" y="20"/>
                </a:cubicBezTo>
                <a:cubicBezTo>
                  <a:pt x="8" y="19"/>
                  <a:pt x="7" y="18"/>
                  <a:pt x="6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12"/>
                  <a:pt x="3" y="12"/>
                  <a:pt x="3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7" y="12"/>
                  <a:pt x="8" y="11"/>
                  <a:pt x="8" y="10"/>
                </a:cubicBezTo>
                <a:cubicBezTo>
                  <a:pt x="8" y="9"/>
                  <a:pt x="7" y="8"/>
                  <a:pt x="6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4"/>
                  <a:pt x="3" y="4"/>
                  <a:pt x="3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6"/>
                  <a:pt x="12" y="46"/>
                  <a:pt x="12" y="46"/>
                </a:cubicBezTo>
                <a:close/>
                <a:moveTo>
                  <a:pt x="46" y="46"/>
                </a:moveTo>
                <a:cubicBezTo>
                  <a:pt x="46" y="46"/>
                  <a:pt x="46" y="46"/>
                  <a:pt x="46" y="46"/>
                </a:cubicBezTo>
                <a:cubicBezTo>
                  <a:pt x="15" y="46"/>
                  <a:pt x="15" y="46"/>
                  <a:pt x="15" y="46"/>
                </a:cubicBezTo>
                <a:cubicBezTo>
                  <a:pt x="15" y="4"/>
                  <a:pt x="15" y="4"/>
                  <a:pt x="15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6"/>
                  <a:pt x="46" y="46"/>
                  <a:pt x="46" y="46"/>
                </a:cubicBezTo>
                <a:close/>
                <a:moveTo>
                  <a:pt x="22" y="36"/>
                </a:moveTo>
                <a:cubicBezTo>
                  <a:pt x="22" y="36"/>
                  <a:pt x="22" y="36"/>
                  <a:pt x="22" y="36"/>
                </a:cubicBezTo>
                <a:cubicBezTo>
                  <a:pt x="38" y="36"/>
                  <a:pt x="38" y="36"/>
                  <a:pt x="38" y="36"/>
                </a:cubicBezTo>
                <a:cubicBezTo>
                  <a:pt x="39" y="36"/>
                  <a:pt x="39" y="36"/>
                  <a:pt x="39" y="35"/>
                </a:cubicBezTo>
                <a:cubicBezTo>
                  <a:pt x="39" y="33"/>
                  <a:pt x="39" y="33"/>
                  <a:pt x="39" y="33"/>
                </a:cubicBezTo>
                <a:cubicBezTo>
                  <a:pt x="39" y="33"/>
                  <a:pt x="39" y="32"/>
                  <a:pt x="39" y="31"/>
                </a:cubicBezTo>
                <a:cubicBezTo>
                  <a:pt x="38" y="30"/>
                  <a:pt x="38" y="30"/>
                  <a:pt x="37" y="29"/>
                </a:cubicBezTo>
                <a:cubicBezTo>
                  <a:pt x="37" y="29"/>
                  <a:pt x="36" y="28"/>
                  <a:pt x="35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5" y="27"/>
                  <a:pt x="35" y="27"/>
                  <a:pt x="35" y="27"/>
                </a:cubicBezTo>
                <a:cubicBezTo>
                  <a:pt x="37" y="26"/>
                  <a:pt x="37" y="24"/>
                  <a:pt x="37" y="22"/>
                </a:cubicBezTo>
                <a:cubicBezTo>
                  <a:pt x="37" y="20"/>
                  <a:pt x="37" y="19"/>
                  <a:pt x="35" y="17"/>
                </a:cubicBezTo>
                <a:cubicBezTo>
                  <a:pt x="34" y="16"/>
                  <a:pt x="32" y="15"/>
                  <a:pt x="30" y="15"/>
                </a:cubicBezTo>
                <a:cubicBezTo>
                  <a:pt x="28" y="15"/>
                  <a:pt x="26" y="16"/>
                  <a:pt x="25" y="17"/>
                </a:cubicBezTo>
                <a:cubicBezTo>
                  <a:pt x="24" y="19"/>
                  <a:pt x="23" y="20"/>
                  <a:pt x="23" y="22"/>
                </a:cubicBezTo>
                <a:cubicBezTo>
                  <a:pt x="23" y="24"/>
                  <a:pt x="24" y="26"/>
                  <a:pt x="25" y="27"/>
                </a:cubicBezTo>
                <a:cubicBezTo>
                  <a:pt x="25" y="28"/>
                  <a:pt x="25" y="28"/>
                  <a:pt x="25" y="28"/>
                </a:cubicBezTo>
                <a:cubicBezTo>
                  <a:pt x="24" y="28"/>
                  <a:pt x="24" y="28"/>
                  <a:pt x="23" y="29"/>
                </a:cubicBezTo>
                <a:cubicBezTo>
                  <a:pt x="22" y="30"/>
                  <a:pt x="22" y="30"/>
                  <a:pt x="22" y="31"/>
                </a:cubicBezTo>
                <a:cubicBezTo>
                  <a:pt x="21" y="32"/>
                  <a:pt x="21" y="33"/>
                  <a:pt x="21" y="33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6"/>
                  <a:pt x="22" y="36"/>
                  <a:pt x="22" y="36"/>
                </a:cubicBezTo>
                <a:close/>
                <a:moveTo>
                  <a:pt x="27" y="19"/>
                </a:moveTo>
                <a:cubicBezTo>
                  <a:pt x="27" y="19"/>
                  <a:pt x="27" y="19"/>
                  <a:pt x="27" y="19"/>
                </a:cubicBezTo>
                <a:cubicBezTo>
                  <a:pt x="28" y="18"/>
                  <a:pt x="29" y="17"/>
                  <a:pt x="30" y="17"/>
                </a:cubicBezTo>
                <a:cubicBezTo>
                  <a:pt x="32" y="17"/>
                  <a:pt x="33" y="18"/>
                  <a:pt x="34" y="19"/>
                </a:cubicBezTo>
                <a:cubicBezTo>
                  <a:pt x="35" y="20"/>
                  <a:pt x="35" y="21"/>
                  <a:pt x="35" y="22"/>
                </a:cubicBezTo>
                <a:cubicBezTo>
                  <a:pt x="35" y="24"/>
                  <a:pt x="35" y="25"/>
                  <a:pt x="34" y="26"/>
                </a:cubicBezTo>
                <a:cubicBezTo>
                  <a:pt x="33" y="27"/>
                  <a:pt x="32" y="27"/>
                  <a:pt x="30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29" y="27"/>
                  <a:pt x="28" y="27"/>
                  <a:pt x="27" y="26"/>
                </a:cubicBezTo>
                <a:cubicBezTo>
                  <a:pt x="26" y="25"/>
                  <a:pt x="25" y="24"/>
                  <a:pt x="25" y="22"/>
                </a:cubicBezTo>
                <a:cubicBezTo>
                  <a:pt x="25" y="21"/>
                  <a:pt x="26" y="20"/>
                  <a:pt x="27" y="19"/>
                </a:cubicBezTo>
                <a:close/>
                <a:moveTo>
                  <a:pt x="24" y="33"/>
                </a:moveTo>
                <a:cubicBezTo>
                  <a:pt x="24" y="33"/>
                  <a:pt x="24" y="33"/>
                  <a:pt x="24" y="33"/>
                </a:cubicBezTo>
                <a:cubicBezTo>
                  <a:pt x="24" y="33"/>
                  <a:pt x="24" y="32"/>
                  <a:pt x="24" y="32"/>
                </a:cubicBezTo>
                <a:cubicBezTo>
                  <a:pt x="24" y="32"/>
                  <a:pt x="24" y="31"/>
                  <a:pt x="25" y="31"/>
                </a:cubicBezTo>
                <a:cubicBezTo>
                  <a:pt x="25" y="30"/>
                  <a:pt x="26" y="30"/>
                  <a:pt x="27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4" y="30"/>
                  <a:pt x="34" y="30"/>
                  <a:pt x="35" y="30"/>
                </a:cubicBezTo>
                <a:cubicBezTo>
                  <a:pt x="35" y="30"/>
                  <a:pt x="35" y="30"/>
                  <a:pt x="36" y="31"/>
                </a:cubicBezTo>
                <a:cubicBezTo>
                  <a:pt x="36" y="31"/>
                  <a:pt x="36" y="32"/>
                  <a:pt x="37" y="32"/>
                </a:cubicBezTo>
                <a:cubicBezTo>
                  <a:pt x="37" y="32"/>
                  <a:pt x="37" y="33"/>
                  <a:pt x="37" y="33"/>
                </a:cubicBezTo>
                <a:cubicBezTo>
                  <a:pt x="37" y="34"/>
                  <a:pt x="37" y="34"/>
                  <a:pt x="37" y="34"/>
                </a:cubicBezTo>
                <a:cubicBezTo>
                  <a:pt x="24" y="34"/>
                  <a:pt x="24" y="34"/>
                  <a:pt x="24" y="34"/>
                </a:cubicBezTo>
                <a:cubicBezTo>
                  <a:pt x="24" y="33"/>
                  <a:pt x="24" y="33"/>
                  <a:pt x="24" y="3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6" name="Freeform 50">
            <a:extLst>
              <a:ext uri="{FF2B5EF4-FFF2-40B4-BE49-F238E27FC236}">
                <a16:creationId xmlns:a16="http://schemas.microsoft.com/office/drawing/2014/main" id="{5669D3DC-9FC4-6EF7-7DC5-6E76786C3CF4}"/>
              </a:ext>
            </a:extLst>
          </p:cNvPr>
          <p:cNvSpPr>
            <a:spLocks noEditPoints="1"/>
          </p:cNvSpPr>
          <p:nvPr/>
        </p:nvSpPr>
        <p:spPr bwMode="auto">
          <a:xfrm>
            <a:off x="11016651" y="1361465"/>
            <a:ext cx="218016" cy="165100"/>
          </a:xfrm>
          <a:custGeom>
            <a:avLst/>
            <a:gdLst>
              <a:gd name="T0" fmla="*/ 6412 w 51"/>
              <a:gd name="T1" fmla="*/ 0 h 39"/>
              <a:gd name="T2" fmla="*/ 6412 w 51"/>
              <a:gd name="T3" fmla="*/ 0 h 39"/>
              <a:gd name="T4" fmla="*/ 157100 w 51"/>
              <a:gd name="T5" fmla="*/ 0 h 39"/>
              <a:gd name="T6" fmla="*/ 163512 w 51"/>
              <a:gd name="T7" fmla="*/ 3175 h 39"/>
              <a:gd name="T8" fmla="*/ 163512 w 51"/>
              <a:gd name="T9" fmla="*/ 6350 h 39"/>
              <a:gd name="T10" fmla="*/ 163512 w 51"/>
              <a:gd name="T11" fmla="*/ 117475 h 39"/>
              <a:gd name="T12" fmla="*/ 157100 w 51"/>
              <a:gd name="T13" fmla="*/ 123825 h 39"/>
              <a:gd name="T14" fmla="*/ 157100 w 51"/>
              <a:gd name="T15" fmla="*/ 123825 h 39"/>
              <a:gd name="T16" fmla="*/ 6412 w 51"/>
              <a:gd name="T17" fmla="*/ 123825 h 39"/>
              <a:gd name="T18" fmla="*/ 0 w 51"/>
              <a:gd name="T19" fmla="*/ 117475 h 39"/>
              <a:gd name="T20" fmla="*/ 0 w 51"/>
              <a:gd name="T21" fmla="*/ 117475 h 39"/>
              <a:gd name="T22" fmla="*/ 0 w 51"/>
              <a:gd name="T23" fmla="*/ 3175 h 39"/>
              <a:gd name="T24" fmla="*/ 6412 w 51"/>
              <a:gd name="T25" fmla="*/ 0 h 39"/>
              <a:gd name="T26" fmla="*/ 150688 w 51"/>
              <a:gd name="T27" fmla="*/ 15875 h 39"/>
              <a:gd name="T28" fmla="*/ 150688 w 51"/>
              <a:gd name="T29" fmla="*/ 15875 h 39"/>
              <a:gd name="T30" fmla="*/ 83359 w 51"/>
              <a:gd name="T31" fmla="*/ 79375 h 39"/>
              <a:gd name="T32" fmla="*/ 80153 w 51"/>
              <a:gd name="T33" fmla="*/ 79375 h 39"/>
              <a:gd name="T34" fmla="*/ 12824 w 51"/>
              <a:gd name="T35" fmla="*/ 15875 h 39"/>
              <a:gd name="T36" fmla="*/ 12824 w 51"/>
              <a:gd name="T37" fmla="*/ 111125 h 39"/>
              <a:gd name="T38" fmla="*/ 150688 w 51"/>
              <a:gd name="T39" fmla="*/ 111125 h 39"/>
              <a:gd name="T40" fmla="*/ 150688 w 51"/>
              <a:gd name="T41" fmla="*/ 15875 h 39"/>
              <a:gd name="T42" fmla="*/ 144275 w 51"/>
              <a:gd name="T43" fmla="*/ 9525 h 39"/>
              <a:gd name="T44" fmla="*/ 144275 w 51"/>
              <a:gd name="T45" fmla="*/ 9525 h 39"/>
              <a:gd name="T46" fmla="*/ 19237 w 51"/>
              <a:gd name="T47" fmla="*/ 9525 h 39"/>
              <a:gd name="T48" fmla="*/ 80153 w 51"/>
              <a:gd name="T49" fmla="*/ 73025 h 39"/>
              <a:gd name="T50" fmla="*/ 144275 w 51"/>
              <a:gd name="T51" fmla="*/ 9525 h 3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1" h="39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50" y="0"/>
                  <a:pt x="51" y="0"/>
                  <a:pt x="51" y="1"/>
                </a:cubicBezTo>
                <a:cubicBezTo>
                  <a:pt x="51" y="2"/>
                  <a:pt x="51" y="2"/>
                  <a:pt x="51" y="2"/>
                </a:cubicBezTo>
                <a:cubicBezTo>
                  <a:pt x="51" y="37"/>
                  <a:pt x="51" y="37"/>
                  <a:pt x="51" y="37"/>
                </a:cubicBezTo>
                <a:cubicBezTo>
                  <a:pt x="51" y="38"/>
                  <a:pt x="50" y="39"/>
                  <a:pt x="49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2" y="39"/>
                  <a:pt x="2" y="39"/>
                  <a:pt x="2" y="39"/>
                </a:cubicBezTo>
                <a:cubicBezTo>
                  <a:pt x="1" y="39"/>
                  <a:pt x="0" y="38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1" y="0"/>
                  <a:pt x="2" y="0"/>
                </a:cubicBezTo>
                <a:close/>
                <a:moveTo>
                  <a:pt x="47" y="5"/>
                </a:moveTo>
                <a:cubicBezTo>
                  <a:pt x="47" y="5"/>
                  <a:pt x="47" y="5"/>
                  <a:pt x="47" y="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6"/>
                  <a:pt x="25" y="26"/>
                  <a:pt x="25" y="25"/>
                </a:cubicBezTo>
                <a:cubicBezTo>
                  <a:pt x="4" y="5"/>
                  <a:pt x="4" y="5"/>
                  <a:pt x="4" y="5"/>
                </a:cubicBezTo>
                <a:cubicBezTo>
                  <a:pt x="4" y="35"/>
                  <a:pt x="4" y="35"/>
                  <a:pt x="4" y="35"/>
                </a:cubicBezTo>
                <a:cubicBezTo>
                  <a:pt x="47" y="35"/>
                  <a:pt x="47" y="35"/>
                  <a:pt x="47" y="35"/>
                </a:cubicBezTo>
                <a:cubicBezTo>
                  <a:pt x="47" y="5"/>
                  <a:pt x="47" y="5"/>
                  <a:pt x="47" y="5"/>
                </a:cubicBezTo>
                <a:close/>
                <a:moveTo>
                  <a:pt x="45" y="3"/>
                </a:moveTo>
                <a:cubicBezTo>
                  <a:pt x="45" y="3"/>
                  <a:pt x="45" y="3"/>
                  <a:pt x="45" y="3"/>
                </a:cubicBezTo>
                <a:cubicBezTo>
                  <a:pt x="6" y="3"/>
                  <a:pt x="6" y="3"/>
                  <a:pt x="6" y="3"/>
                </a:cubicBezTo>
                <a:cubicBezTo>
                  <a:pt x="25" y="23"/>
                  <a:pt x="25" y="23"/>
                  <a:pt x="25" y="23"/>
                </a:cubicBezTo>
                <a:cubicBezTo>
                  <a:pt x="45" y="3"/>
                  <a:pt x="45" y="3"/>
                  <a:pt x="45" y="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7" name="Freeform 51">
            <a:extLst>
              <a:ext uri="{FF2B5EF4-FFF2-40B4-BE49-F238E27FC236}">
                <a16:creationId xmlns:a16="http://schemas.microsoft.com/office/drawing/2014/main" id="{DF75140B-4644-A4D0-F9BB-300C864A18CF}"/>
              </a:ext>
            </a:extLst>
          </p:cNvPr>
          <p:cNvSpPr>
            <a:spLocks noEditPoints="1"/>
          </p:cNvSpPr>
          <p:nvPr/>
        </p:nvSpPr>
        <p:spPr bwMode="auto">
          <a:xfrm>
            <a:off x="7308252" y="1336065"/>
            <a:ext cx="213783" cy="211667"/>
          </a:xfrm>
          <a:custGeom>
            <a:avLst/>
            <a:gdLst>
              <a:gd name="T0" fmla="*/ 80169 w 50"/>
              <a:gd name="T1" fmla="*/ 0 h 50"/>
              <a:gd name="T2" fmla="*/ 137890 w 50"/>
              <a:gd name="T3" fmla="*/ 22225 h 50"/>
              <a:gd name="T4" fmla="*/ 137890 w 50"/>
              <a:gd name="T5" fmla="*/ 25400 h 50"/>
              <a:gd name="T6" fmla="*/ 160337 w 50"/>
              <a:gd name="T7" fmla="*/ 79375 h 50"/>
              <a:gd name="T8" fmla="*/ 157130 w 50"/>
              <a:gd name="T9" fmla="*/ 104775 h 50"/>
              <a:gd name="T10" fmla="*/ 147510 w 50"/>
              <a:gd name="T11" fmla="*/ 123825 h 50"/>
              <a:gd name="T12" fmla="*/ 147510 w 50"/>
              <a:gd name="T13" fmla="*/ 152400 h 50"/>
              <a:gd name="T14" fmla="*/ 141097 w 50"/>
              <a:gd name="T15" fmla="*/ 158750 h 50"/>
              <a:gd name="T16" fmla="*/ 141097 w 50"/>
              <a:gd name="T17" fmla="*/ 158750 h 50"/>
              <a:gd name="T18" fmla="*/ 80169 w 50"/>
              <a:gd name="T19" fmla="*/ 158750 h 50"/>
              <a:gd name="T20" fmla="*/ 25654 w 50"/>
              <a:gd name="T21" fmla="*/ 136525 h 50"/>
              <a:gd name="T22" fmla="*/ 25654 w 50"/>
              <a:gd name="T23" fmla="*/ 136525 h 50"/>
              <a:gd name="T24" fmla="*/ 25654 w 50"/>
              <a:gd name="T25" fmla="*/ 136525 h 50"/>
              <a:gd name="T26" fmla="*/ 0 w 50"/>
              <a:gd name="T27" fmla="*/ 79375 h 50"/>
              <a:gd name="T28" fmla="*/ 25654 w 50"/>
              <a:gd name="T29" fmla="*/ 22225 h 50"/>
              <a:gd name="T30" fmla="*/ 25654 w 50"/>
              <a:gd name="T31" fmla="*/ 22225 h 50"/>
              <a:gd name="T32" fmla="*/ 80169 w 50"/>
              <a:gd name="T33" fmla="*/ 0 h 50"/>
              <a:gd name="T34" fmla="*/ 41688 w 50"/>
              <a:gd name="T35" fmla="*/ 63500 h 50"/>
              <a:gd name="T36" fmla="*/ 41688 w 50"/>
              <a:gd name="T37" fmla="*/ 63500 h 50"/>
              <a:gd name="T38" fmla="*/ 121856 w 50"/>
              <a:gd name="T39" fmla="*/ 63500 h 50"/>
              <a:gd name="T40" fmla="*/ 125063 w 50"/>
              <a:gd name="T41" fmla="*/ 60325 h 50"/>
              <a:gd name="T42" fmla="*/ 121856 w 50"/>
              <a:gd name="T43" fmla="*/ 57150 h 50"/>
              <a:gd name="T44" fmla="*/ 41688 w 50"/>
              <a:gd name="T45" fmla="*/ 57150 h 50"/>
              <a:gd name="T46" fmla="*/ 38481 w 50"/>
              <a:gd name="T47" fmla="*/ 60325 h 50"/>
              <a:gd name="T48" fmla="*/ 41688 w 50"/>
              <a:gd name="T49" fmla="*/ 63500 h 50"/>
              <a:gd name="T50" fmla="*/ 41688 w 50"/>
              <a:gd name="T51" fmla="*/ 82550 h 50"/>
              <a:gd name="T52" fmla="*/ 41688 w 50"/>
              <a:gd name="T53" fmla="*/ 82550 h 50"/>
              <a:gd name="T54" fmla="*/ 121856 w 50"/>
              <a:gd name="T55" fmla="*/ 82550 h 50"/>
              <a:gd name="T56" fmla="*/ 125063 w 50"/>
              <a:gd name="T57" fmla="*/ 79375 h 50"/>
              <a:gd name="T58" fmla="*/ 121856 w 50"/>
              <a:gd name="T59" fmla="*/ 76200 h 50"/>
              <a:gd name="T60" fmla="*/ 41688 w 50"/>
              <a:gd name="T61" fmla="*/ 76200 h 50"/>
              <a:gd name="T62" fmla="*/ 38481 w 50"/>
              <a:gd name="T63" fmla="*/ 79375 h 50"/>
              <a:gd name="T64" fmla="*/ 41688 w 50"/>
              <a:gd name="T65" fmla="*/ 82550 h 50"/>
              <a:gd name="T66" fmla="*/ 41688 w 50"/>
              <a:gd name="T67" fmla="*/ 101600 h 50"/>
              <a:gd name="T68" fmla="*/ 41688 w 50"/>
              <a:gd name="T69" fmla="*/ 101600 h 50"/>
              <a:gd name="T70" fmla="*/ 121856 w 50"/>
              <a:gd name="T71" fmla="*/ 101600 h 50"/>
              <a:gd name="T72" fmla="*/ 125063 w 50"/>
              <a:gd name="T73" fmla="*/ 98425 h 50"/>
              <a:gd name="T74" fmla="*/ 121856 w 50"/>
              <a:gd name="T75" fmla="*/ 95250 h 50"/>
              <a:gd name="T76" fmla="*/ 41688 w 50"/>
              <a:gd name="T77" fmla="*/ 95250 h 50"/>
              <a:gd name="T78" fmla="*/ 38481 w 50"/>
              <a:gd name="T79" fmla="*/ 98425 h 50"/>
              <a:gd name="T80" fmla="*/ 41688 w 50"/>
              <a:gd name="T81" fmla="*/ 101600 h 50"/>
              <a:gd name="T82" fmla="*/ 128270 w 50"/>
              <a:gd name="T83" fmla="*/ 31750 h 50"/>
              <a:gd name="T84" fmla="*/ 128270 w 50"/>
              <a:gd name="T85" fmla="*/ 31750 h 50"/>
              <a:gd name="T86" fmla="*/ 80169 w 50"/>
              <a:gd name="T87" fmla="*/ 12700 h 50"/>
              <a:gd name="T88" fmla="*/ 32067 w 50"/>
              <a:gd name="T89" fmla="*/ 31750 h 50"/>
              <a:gd name="T90" fmla="*/ 32067 w 50"/>
              <a:gd name="T91" fmla="*/ 31750 h 50"/>
              <a:gd name="T92" fmla="*/ 32067 w 50"/>
              <a:gd name="T93" fmla="*/ 31750 h 50"/>
              <a:gd name="T94" fmla="*/ 12827 w 50"/>
              <a:gd name="T95" fmla="*/ 79375 h 50"/>
              <a:gd name="T96" fmla="*/ 32067 w 50"/>
              <a:gd name="T97" fmla="*/ 127000 h 50"/>
              <a:gd name="T98" fmla="*/ 32067 w 50"/>
              <a:gd name="T99" fmla="*/ 127000 h 50"/>
              <a:gd name="T100" fmla="*/ 80169 w 50"/>
              <a:gd name="T101" fmla="*/ 146050 h 50"/>
              <a:gd name="T102" fmla="*/ 134683 w 50"/>
              <a:gd name="T103" fmla="*/ 146050 h 50"/>
              <a:gd name="T104" fmla="*/ 134683 w 50"/>
              <a:gd name="T105" fmla="*/ 123825 h 50"/>
              <a:gd name="T106" fmla="*/ 134683 w 50"/>
              <a:gd name="T107" fmla="*/ 123825 h 50"/>
              <a:gd name="T108" fmla="*/ 134683 w 50"/>
              <a:gd name="T109" fmla="*/ 120650 h 50"/>
              <a:gd name="T110" fmla="*/ 144303 w 50"/>
              <a:gd name="T111" fmla="*/ 101600 h 50"/>
              <a:gd name="T112" fmla="*/ 147510 w 50"/>
              <a:gd name="T113" fmla="*/ 79375 h 50"/>
              <a:gd name="T114" fmla="*/ 128270 w 50"/>
              <a:gd name="T115" fmla="*/ 31750 h 50"/>
              <a:gd name="T116" fmla="*/ 128270 w 50"/>
              <a:gd name="T117" fmla="*/ 31750 h 5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0" h="50">
                <a:moveTo>
                  <a:pt x="25" y="0"/>
                </a:moveTo>
                <a:cubicBezTo>
                  <a:pt x="32" y="0"/>
                  <a:pt x="38" y="3"/>
                  <a:pt x="43" y="7"/>
                </a:cubicBezTo>
                <a:cubicBezTo>
                  <a:pt x="43" y="8"/>
                  <a:pt x="43" y="8"/>
                  <a:pt x="43" y="8"/>
                </a:cubicBezTo>
                <a:cubicBezTo>
                  <a:pt x="48" y="12"/>
                  <a:pt x="50" y="18"/>
                  <a:pt x="50" y="25"/>
                </a:cubicBezTo>
                <a:cubicBezTo>
                  <a:pt x="50" y="28"/>
                  <a:pt x="50" y="30"/>
                  <a:pt x="49" y="33"/>
                </a:cubicBezTo>
                <a:cubicBezTo>
                  <a:pt x="48" y="35"/>
                  <a:pt x="47" y="37"/>
                  <a:pt x="46" y="39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9"/>
                  <a:pt x="45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18" y="50"/>
                  <a:pt x="12" y="47"/>
                  <a:pt x="8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12" y="3"/>
                  <a:pt x="18" y="0"/>
                  <a:pt x="25" y="0"/>
                </a:cubicBezTo>
                <a:close/>
                <a:moveTo>
                  <a:pt x="13" y="20"/>
                </a:moveTo>
                <a:cubicBezTo>
                  <a:pt x="13" y="20"/>
                  <a:pt x="13" y="20"/>
                  <a:pt x="13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9" y="20"/>
                  <a:pt x="39" y="19"/>
                </a:cubicBezTo>
                <a:cubicBezTo>
                  <a:pt x="39" y="18"/>
                  <a:pt x="38" y="18"/>
                  <a:pt x="38" y="18"/>
                </a:cubicBezTo>
                <a:cubicBezTo>
                  <a:pt x="13" y="18"/>
                  <a:pt x="13" y="18"/>
                  <a:pt x="13" y="18"/>
                </a:cubicBezTo>
                <a:cubicBezTo>
                  <a:pt x="12" y="18"/>
                  <a:pt x="12" y="18"/>
                  <a:pt x="12" y="19"/>
                </a:cubicBezTo>
                <a:cubicBezTo>
                  <a:pt x="12" y="20"/>
                  <a:pt x="12" y="20"/>
                  <a:pt x="13" y="20"/>
                </a:cubicBezTo>
                <a:close/>
                <a:moveTo>
                  <a:pt x="13" y="26"/>
                </a:moveTo>
                <a:cubicBezTo>
                  <a:pt x="13" y="26"/>
                  <a:pt x="13" y="26"/>
                  <a:pt x="13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9" y="26"/>
                  <a:pt x="39" y="25"/>
                </a:cubicBezTo>
                <a:cubicBezTo>
                  <a:pt x="39" y="25"/>
                  <a:pt x="38" y="24"/>
                  <a:pt x="38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2" y="24"/>
                  <a:pt x="12" y="25"/>
                  <a:pt x="12" y="25"/>
                </a:cubicBezTo>
                <a:cubicBezTo>
                  <a:pt x="12" y="26"/>
                  <a:pt x="12" y="26"/>
                  <a:pt x="13" y="26"/>
                </a:cubicBezTo>
                <a:close/>
                <a:moveTo>
                  <a:pt x="13" y="32"/>
                </a:moveTo>
                <a:cubicBezTo>
                  <a:pt x="13" y="32"/>
                  <a:pt x="13" y="32"/>
                  <a:pt x="13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9" y="32"/>
                  <a:pt x="39" y="31"/>
                </a:cubicBezTo>
                <a:cubicBezTo>
                  <a:pt x="39" y="31"/>
                  <a:pt x="38" y="30"/>
                  <a:pt x="38" y="30"/>
                </a:cubicBezTo>
                <a:cubicBezTo>
                  <a:pt x="13" y="30"/>
                  <a:pt x="13" y="30"/>
                  <a:pt x="13" y="30"/>
                </a:cubicBezTo>
                <a:cubicBezTo>
                  <a:pt x="12" y="30"/>
                  <a:pt x="12" y="31"/>
                  <a:pt x="12" y="31"/>
                </a:cubicBezTo>
                <a:cubicBezTo>
                  <a:pt x="12" y="32"/>
                  <a:pt x="12" y="32"/>
                  <a:pt x="13" y="32"/>
                </a:cubicBezTo>
                <a:close/>
                <a:moveTo>
                  <a:pt x="40" y="10"/>
                </a:moveTo>
                <a:cubicBezTo>
                  <a:pt x="40" y="10"/>
                  <a:pt x="40" y="10"/>
                  <a:pt x="40" y="10"/>
                </a:cubicBezTo>
                <a:cubicBezTo>
                  <a:pt x="36" y="6"/>
                  <a:pt x="31" y="4"/>
                  <a:pt x="25" y="4"/>
                </a:cubicBezTo>
                <a:cubicBezTo>
                  <a:pt x="19" y="4"/>
                  <a:pt x="14" y="6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4" y="19"/>
                  <a:pt x="4" y="25"/>
                </a:cubicBezTo>
                <a:cubicBezTo>
                  <a:pt x="4" y="31"/>
                  <a:pt x="6" y="36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4" y="44"/>
                  <a:pt x="19" y="46"/>
                  <a:pt x="25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8"/>
                  <a:pt x="42" y="38"/>
                  <a:pt x="42" y="38"/>
                </a:cubicBezTo>
                <a:cubicBezTo>
                  <a:pt x="44" y="36"/>
                  <a:pt x="45" y="34"/>
                  <a:pt x="45" y="32"/>
                </a:cubicBezTo>
                <a:cubicBezTo>
                  <a:pt x="46" y="30"/>
                  <a:pt x="46" y="27"/>
                  <a:pt x="46" y="25"/>
                </a:cubicBezTo>
                <a:cubicBezTo>
                  <a:pt x="46" y="19"/>
                  <a:pt x="44" y="14"/>
                  <a:pt x="40" y="10"/>
                </a:cubicBezTo>
                <a:cubicBezTo>
                  <a:pt x="40" y="10"/>
                  <a:pt x="40" y="10"/>
                  <a:pt x="40" y="1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8" name="Freeform 52">
            <a:extLst>
              <a:ext uri="{FF2B5EF4-FFF2-40B4-BE49-F238E27FC236}">
                <a16:creationId xmlns:a16="http://schemas.microsoft.com/office/drawing/2014/main" id="{E53CAD11-0E7F-5A5D-4089-45D187AA23E9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1340298"/>
            <a:ext cx="211667" cy="203200"/>
          </a:xfrm>
          <a:custGeom>
            <a:avLst/>
            <a:gdLst>
              <a:gd name="T0" fmla="*/ 85725 w 50"/>
              <a:gd name="T1" fmla="*/ 6350 h 48"/>
              <a:gd name="T2" fmla="*/ 101600 w 50"/>
              <a:gd name="T3" fmla="*/ 53975 h 48"/>
              <a:gd name="T4" fmla="*/ 152400 w 50"/>
              <a:gd name="T5" fmla="*/ 53975 h 48"/>
              <a:gd name="T6" fmla="*/ 158750 w 50"/>
              <a:gd name="T7" fmla="*/ 60325 h 48"/>
              <a:gd name="T8" fmla="*/ 155575 w 50"/>
              <a:gd name="T9" fmla="*/ 63500 h 48"/>
              <a:gd name="T10" fmla="*/ 155575 w 50"/>
              <a:gd name="T11" fmla="*/ 63500 h 48"/>
              <a:gd name="T12" fmla="*/ 114300 w 50"/>
              <a:gd name="T13" fmla="*/ 95250 h 48"/>
              <a:gd name="T14" fmla="*/ 130175 w 50"/>
              <a:gd name="T15" fmla="*/ 146050 h 48"/>
              <a:gd name="T16" fmla="*/ 127000 w 50"/>
              <a:gd name="T17" fmla="*/ 152400 h 48"/>
              <a:gd name="T18" fmla="*/ 120650 w 50"/>
              <a:gd name="T19" fmla="*/ 152400 h 48"/>
              <a:gd name="T20" fmla="*/ 120650 w 50"/>
              <a:gd name="T21" fmla="*/ 152400 h 48"/>
              <a:gd name="T22" fmla="*/ 79375 w 50"/>
              <a:gd name="T23" fmla="*/ 120650 h 48"/>
              <a:gd name="T24" fmla="*/ 38100 w 50"/>
              <a:gd name="T25" fmla="*/ 152400 h 48"/>
              <a:gd name="T26" fmla="*/ 28575 w 50"/>
              <a:gd name="T27" fmla="*/ 149225 h 48"/>
              <a:gd name="T28" fmla="*/ 28575 w 50"/>
              <a:gd name="T29" fmla="*/ 142875 h 48"/>
              <a:gd name="T30" fmla="*/ 44450 w 50"/>
              <a:gd name="T31" fmla="*/ 95250 h 48"/>
              <a:gd name="T32" fmla="*/ 3175 w 50"/>
              <a:gd name="T33" fmla="*/ 63500 h 48"/>
              <a:gd name="T34" fmla="*/ 3175 w 50"/>
              <a:gd name="T35" fmla="*/ 57150 h 48"/>
              <a:gd name="T36" fmla="*/ 6350 w 50"/>
              <a:gd name="T37" fmla="*/ 53975 h 48"/>
              <a:gd name="T38" fmla="*/ 57150 w 50"/>
              <a:gd name="T39" fmla="*/ 53975 h 48"/>
              <a:gd name="T40" fmla="*/ 73025 w 50"/>
              <a:gd name="T41" fmla="*/ 6350 h 48"/>
              <a:gd name="T42" fmla="*/ 82550 w 50"/>
              <a:gd name="T43" fmla="*/ 0 h 48"/>
              <a:gd name="T44" fmla="*/ 85725 w 50"/>
              <a:gd name="T45" fmla="*/ 6350 h 48"/>
              <a:gd name="T46" fmla="*/ 85725 w 50"/>
              <a:gd name="T47" fmla="*/ 6350 h 48"/>
              <a:gd name="T48" fmla="*/ 92075 w 50"/>
              <a:gd name="T49" fmla="*/ 63500 h 48"/>
              <a:gd name="T50" fmla="*/ 92075 w 50"/>
              <a:gd name="T51" fmla="*/ 63500 h 48"/>
              <a:gd name="T52" fmla="*/ 79375 w 50"/>
              <a:gd name="T53" fmla="*/ 25400 h 48"/>
              <a:gd name="T54" fmla="*/ 69850 w 50"/>
              <a:gd name="T55" fmla="*/ 60325 h 48"/>
              <a:gd name="T56" fmla="*/ 63500 w 50"/>
              <a:gd name="T57" fmla="*/ 66675 h 48"/>
              <a:gd name="T58" fmla="*/ 25400 w 50"/>
              <a:gd name="T59" fmla="*/ 66675 h 48"/>
              <a:gd name="T60" fmla="*/ 57150 w 50"/>
              <a:gd name="T61" fmla="*/ 88900 h 48"/>
              <a:gd name="T62" fmla="*/ 57150 w 50"/>
              <a:gd name="T63" fmla="*/ 95250 h 48"/>
              <a:gd name="T64" fmla="*/ 47625 w 50"/>
              <a:gd name="T65" fmla="*/ 130175 h 48"/>
              <a:gd name="T66" fmla="*/ 76200 w 50"/>
              <a:gd name="T67" fmla="*/ 107950 h 48"/>
              <a:gd name="T68" fmla="*/ 82550 w 50"/>
              <a:gd name="T69" fmla="*/ 107950 h 48"/>
              <a:gd name="T70" fmla="*/ 114300 w 50"/>
              <a:gd name="T71" fmla="*/ 130175 h 48"/>
              <a:gd name="T72" fmla="*/ 101600 w 50"/>
              <a:gd name="T73" fmla="*/ 95250 h 48"/>
              <a:gd name="T74" fmla="*/ 104775 w 50"/>
              <a:gd name="T75" fmla="*/ 88900 h 48"/>
              <a:gd name="T76" fmla="*/ 133350 w 50"/>
              <a:gd name="T77" fmla="*/ 66675 h 48"/>
              <a:gd name="T78" fmla="*/ 98425 w 50"/>
              <a:gd name="T79" fmla="*/ 66675 h 48"/>
              <a:gd name="T80" fmla="*/ 92075 w 50"/>
              <a:gd name="T81" fmla="*/ 63500 h 4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0" h="48">
                <a:moveTo>
                  <a:pt x="27" y="2"/>
                </a:moveTo>
                <a:cubicBezTo>
                  <a:pt x="32" y="17"/>
                  <a:pt x="32" y="17"/>
                  <a:pt x="32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49" y="17"/>
                  <a:pt x="50" y="18"/>
                  <a:pt x="50" y="19"/>
                </a:cubicBezTo>
                <a:cubicBezTo>
                  <a:pt x="50" y="20"/>
                  <a:pt x="50" y="20"/>
                  <a:pt x="49" y="20"/>
                </a:cubicBezTo>
                <a:cubicBezTo>
                  <a:pt x="49" y="20"/>
                  <a:pt x="49" y="20"/>
                  <a:pt x="49" y="20"/>
                </a:cubicBezTo>
                <a:cubicBezTo>
                  <a:pt x="36" y="30"/>
                  <a:pt x="36" y="30"/>
                  <a:pt x="36" y="30"/>
                </a:cubicBezTo>
                <a:cubicBezTo>
                  <a:pt x="41" y="46"/>
                  <a:pt x="41" y="46"/>
                  <a:pt x="41" y="46"/>
                </a:cubicBezTo>
                <a:cubicBezTo>
                  <a:pt x="42" y="47"/>
                  <a:pt x="41" y="48"/>
                  <a:pt x="40" y="48"/>
                </a:cubicBezTo>
                <a:cubicBezTo>
                  <a:pt x="40" y="48"/>
                  <a:pt x="39" y="48"/>
                  <a:pt x="38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25" y="38"/>
                  <a:pt x="25" y="38"/>
                  <a:pt x="25" y="38"/>
                </a:cubicBezTo>
                <a:cubicBezTo>
                  <a:pt x="12" y="48"/>
                  <a:pt x="12" y="48"/>
                  <a:pt x="12" y="48"/>
                </a:cubicBezTo>
                <a:cubicBezTo>
                  <a:pt x="11" y="48"/>
                  <a:pt x="10" y="48"/>
                  <a:pt x="9" y="47"/>
                </a:cubicBezTo>
                <a:cubicBezTo>
                  <a:pt x="9" y="47"/>
                  <a:pt x="9" y="46"/>
                  <a:pt x="9" y="45"/>
                </a:cubicBezTo>
                <a:cubicBezTo>
                  <a:pt x="14" y="30"/>
                  <a:pt x="14" y="30"/>
                  <a:pt x="14" y="3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9"/>
                  <a:pt x="1" y="18"/>
                </a:cubicBezTo>
                <a:cubicBezTo>
                  <a:pt x="1" y="17"/>
                  <a:pt x="1" y="17"/>
                  <a:pt x="2" y="17"/>
                </a:cubicBezTo>
                <a:cubicBezTo>
                  <a:pt x="18" y="17"/>
                  <a:pt x="18" y="17"/>
                  <a:pt x="18" y="17"/>
                </a:cubicBezTo>
                <a:cubicBezTo>
                  <a:pt x="23" y="2"/>
                  <a:pt x="23" y="2"/>
                  <a:pt x="23" y="2"/>
                </a:cubicBezTo>
                <a:cubicBezTo>
                  <a:pt x="24" y="1"/>
                  <a:pt x="25" y="0"/>
                  <a:pt x="26" y="0"/>
                </a:cubicBezTo>
                <a:cubicBezTo>
                  <a:pt x="26" y="0"/>
                  <a:pt x="27" y="1"/>
                  <a:pt x="27" y="2"/>
                </a:cubicBezTo>
                <a:cubicBezTo>
                  <a:pt x="27" y="2"/>
                  <a:pt x="27" y="2"/>
                  <a:pt x="27" y="2"/>
                </a:cubicBezTo>
                <a:close/>
                <a:moveTo>
                  <a:pt x="29" y="20"/>
                </a:moveTo>
                <a:cubicBezTo>
                  <a:pt x="29" y="20"/>
                  <a:pt x="29" y="20"/>
                  <a:pt x="29" y="20"/>
                </a:cubicBezTo>
                <a:cubicBezTo>
                  <a:pt x="25" y="8"/>
                  <a:pt x="25" y="8"/>
                  <a:pt x="25" y="8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20"/>
                  <a:pt x="21" y="21"/>
                  <a:pt x="20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9"/>
                  <a:pt x="18" y="30"/>
                </a:cubicBezTo>
                <a:cubicBezTo>
                  <a:pt x="15" y="41"/>
                  <a:pt x="15" y="41"/>
                  <a:pt x="15" y="41"/>
                </a:cubicBezTo>
                <a:cubicBezTo>
                  <a:pt x="24" y="34"/>
                  <a:pt x="24" y="34"/>
                  <a:pt x="24" y="34"/>
                </a:cubicBezTo>
                <a:cubicBezTo>
                  <a:pt x="25" y="34"/>
                  <a:pt x="26" y="34"/>
                  <a:pt x="26" y="34"/>
                </a:cubicBezTo>
                <a:cubicBezTo>
                  <a:pt x="36" y="41"/>
                  <a:pt x="36" y="41"/>
                  <a:pt x="36" y="41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29"/>
                  <a:pt x="32" y="28"/>
                  <a:pt x="33" y="28"/>
                </a:cubicBezTo>
                <a:cubicBezTo>
                  <a:pt x="42" y="21"/>
                  <a:pt x="42" y="21"/>
                  <a:pt x="42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0" y="21"/>
                  <a:pt x="29" y="20"/>
                  <a:pt x="29" y="2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9" name="Freeform 53">
            <a:extLst>
              <a:ext uri="{FF2B5EF4-FFF2-40B4-BE49-F238E27FC236}">
                <a16:creationId xmlns:a16="http://schemas.microsoft.com/office/drawing/2014/main" id="{97438934-D012-6B30-805A-72D31C4B6778}"/>
              </a:ext>
            </a:extLst>
          </p:cNvPr>
          <p:cNvSpPr>
            <a:spLocks noEditPoints="1"/>
          </p:cNvSpPr>
          <p:nvPr/>
        </p:nvSpPr>
        <p:spPr bwMode="auto">
          <a:xfrm>
            <a:off x="6944185" y="1761514"/>
            <a:ext cx="215900" cy="186267"/>
          </a:xfrm>
          <a:custGeom>
            <a:avLst/>
            <a:gdLst>
              <a:gd name="T0" fmla="*/ 9525 w 51"/>
              <a:gd name="T1" fmla="*/ 47625 h 44"/>
              <a:gd name="T2" fmla="*/ 12700 w 51"/>
              <a:gd name="T3" fmla="*/ 47625 h 44"/>
              <a:gd name="T4" fmla="*/ 12700 w 51"/>
              <a:gd name="T5" fmla="*/ 6350 h 44"/>
              <a:gd name="T6" fmla="*/ 19050 w 51"/>
              <a:gd name="T7" fmla="*/ 0 h 44"/>
              <a:gd name="T8" fmla="*/ 19050 w 51"/>
              <a:gd name="T9" fmla="*/ 0 h 44"/>
              <a:gd name="T10" fmla="*/ 63500 w 51"/>
              <a:gd name="T11" fmla="*/ 0 h 44"/>
              <a:gd name="T12" fmla="*/ 69850 w 51"/>
              <a:gd name="T13" fmla="*/ 3175 h 44"/>
              <a:gd name="T14" fmla="*/ 88900 w 51"/>
              <a:gd name="T15" fmla="*/ 25400 h 44"/>
              <a:gd name="T16" fmla="*/ 142875 w 51"/>
              <a:gd name="T17" fmla="*/ 25400 h 44"/>
              <a:gd name="T18" fmla="*/ 149225 w 51"/>
              <a:gd name="T19" fmla="*/ 31750 h 44"/>
              <a:gd name="T20" fmla="*/ 149225 w 51"/>
              <a:gd name="T21" fmla="*/ 31750 h 44"/>
              <a:gd name="T22" fmla="*/ 149225 w 51"/>
              <a:gd name="T23" fmla="*/ 47625 h 44"/>
              <a:gd name="T24" fmla="*/ 155575 w 51"/>
              <a:gd name="T25" fmla="*/ 47625 h 44"/>
              <a:gd name="T26" fmla="*/ 161925 w 51"/>
              <a:gd name="T27" fmla="*/ 53975 h 44"/>
              <a:gd name="T28" fmla="*/ 161925 w 51"/>
              <a:gd name="T29" fmla="*/ 53975 h 44"/>
              <a:gd name="T30" fmla="*/ 152400 w 51"/>
              <a:gd name="T31" fmla="*/ 133350 h 44"/>
              <a:gd name="T32" fmla="*/ 149225 w 51"/>
              <a:gd name="T33" fmla="*/ 136525 h 44"/>
              <a:gd name="T34" fmla="*/ 142875 w 51"/>
              <a:gd name="T35" fmla="*/ 139700 h 44"/>
              <a:gd name="T36" fmla="*/ 142875 w 51"/>
              <a:gd name="T37" fmla="*/ 139700 h 44"/>
              <a:gd name="T38" fmla="*/ 19050 w 51"/>
              <a:gd name="T39" fmla="*/ 139700 h 44"/>
              <a:gd name="T40" fmla="*/ 15875 w 51"/>
              <a:gd name="T41" fmla="*/ 136525 h 44"/>
              <a:gd name="T42" fmla="*/ 12700 w 51"/>
              <a:gd name="T43" fmla="*/ 133350 h 44"/>
              <a:gd name="T44" fmla="*/ 3175 w 51"/>
              <a:gd name="T45" fmla="*/ 53975 h 44"/>
              <a:gd name="T46" fmla="*/ 6350 w 51"/>
              <a:gd name="T47" fmla="*/ 47625 h 44"/>
              <a:gd name="T48" fmla="*/ 9525 w 51"/>
              <a:gd name="T49" fmla="*/ 47625 h 44"/>
              <a:gd name="T50" fmla="*/ 25400 w 51"/>
              <a:gd name="T51" fmla="*/ 47625 h 44"/>
              <a:gd name="T52" fmla="*/ 25400 w 51"/>
              <a:gd name="T53" fmla="*/ 47625 h 44"/>
              <a:gd name="T54" fmla="*/ 136525 w 51"/>
              <a:gd name="T55" fmla="*/ 47625 h 44"/>
              <a:gd name="T56" fmla="*/ 136525 w 51"/>
              <a:gd name="T57" fmla="*/ 38100 h 44"/>
              <a:gd name="T58" fmla="*/ 88900 w 51"/>
              <a:gd name="T59" fmla="*/ 38100 h 44"/>
              <a:gd name="T60" fmla="*/ 88900 w 51"/>
              <a:gd name="T61" fmla="*/ 38100 h 44"/>
              <a:gd name="T62" fmla="*/ 82550 w 51"/>
              <a:gd name="T63" fmla="*/ 34925 h 44"/>
              <a:gd name="T64" fmla="*/ 60325 w 51"/>
              <a:gd name="T65" fmla="*/ 12700 h 44"/>
              <a:gd name="T66" fmla="*/ 25400 w 51"/>
              <a:gd name="T67" fmla="*/ 12700 h 44"/>
              <a:gd name="T68" fmla="*/ 25400 w 51"/>
              <a:gd name="T69" fmla="*/ 47625 h 44"/>
              <a:gd name="T70" fmla="*/ 149225 w 51"/>
              <a:gd name="T71" fmla="*/ 60325 h 44"/>
              <a:gd name="T72" fmla="*/ 149225 w 51"/>
              <a:gd name="T73" fmla="*/ 60325 h 44"/>
              <a:gd name="T74" fmla="*/ 142875 w 51"/>
              <a:gd name="T75" fmla="*/ 60325 h 44"/>
              <a:gd name="T76" fmla="*/ 142875 w 51"/>
              <a:gd name="T77" fmla="*/ 60325 h 44"/>
              <a:gd name="T78" fmla="*/ 142875 w 51"/>
              <a:gd name="T79" fmla="*/ 60325 h 44"/>
              <a:gd name="T80" fmla="*/ 19050 w 51"/>
              <a:gd name="T81" fmla="*/ 60325 h 44"/>
              <a:gd name="T82" fmla="*/ 19050 w 51"/>
              <a:gd name="T83" fmla="*/ 60325 h 44"/>
              <a:gd name="T84" fmla="*/ 15875 w 51"/>
              <a:gd name="T85" fmla="*/ 60325 h 44"/>
              <a:gd name="T86" fmla="*/ 22225 w 51"/>
              <a:gd name="T87" fmla="*/ 123825 h 44"/>
              <a:gd name="T88" fmla="*/ 139700 w 51"/>
              <a:gd name="T89" fmla="*/ 123825 h 44"/>
              <a:gd name="T90" fmla="*/ 149225 w 51"/>
              <a:gd name="T91" fmla="*/ 60325 h 4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1" h="44">
                <a:moveTo>
                  <a:pt x="3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5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1" y="0"/>
                  <a:pt x="22" y="1"/>
                </a:cubicBezTo>
                <a:cubicBezTo>
                  <a:pt x="28" y="8"/>
                  <a:pt x="28" y="8"/>
                  <a:pt x="28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6" y="8"/>
                  <a:pt x="47" y="9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7" y="15"/>
                  <a:pt x="47" y="15"/>
                  <a:pt x="47" y="15"/>
                </a:cubicBezTo>
                <a:cubicBezTo>
                  <a:pt x="49" y="15"/>
                  <a:pt x="49" y="15"/>
                  <a:pt x="49" y="15"/>
                </a:cubicBezTo>
                <a:cubicBezTo>
                  <a:pt x="50" y="15"/>
                  <a:pt x="51" y="16"/>
                  <a:pt x="51" y="17"/>
                </a:cubicBezTo>
                <a:cubicBezTo>
                  <a:pt x="51" y="17"/>
                  <a:pt x="51" y="17"/>
                  <a:pt x="51" y="17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42"/>
                  <a:pt x="47" y="43"/>
                  <a:pt x="47" y="43"/>
                </a:cubicBezTo>
                <a:cubicBezTo>
                  <a:pt x="46" y="43"/>
                  <a:pt x="46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5" y="43"/>
                  <a:pt x="5" y="43"/>
                </a:cubicBezTo>
                <a:cubicBezTo>
                  <a:pt x="4" y="43"/>
                  <a:pt x="4" y="42"/>
                  <a:pt x="4" y="42"/>
                </a:cubicBezTo>
                <a:cubicBezTo>
                  <a:pt x="1" y="17"/>
                  <a:pt x="1" y="17"/>
                  <a:pt x="1" y="17"/>
                </a:cubicBezTo>
                <a:cubicBezTo>
                  <a:pt x="0" y="16"/>
                  <a:pt x="1" y="15"/>
                  <a:pt x="2" y="15"/>
                </a:cubicBezTo>
                <a:cubicBezTo>
                  <a:pt x="3" y="15"/>
                  <a:pt x="3" y="15"/>
                  <a:pt x="3" y="15"/>
                </a:cubicBezTo>
                <a:close/>
                <a:moveTo>
                  <a:pt x="8" y="15"/>
                </a:moveTo>
                <a:cubicBezTo>
                  <a:pt x="8" y="15"/>
                  <a:pt x="8" y="15"/>
                  <a:pt x="8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2"/>
                  <a:pt x="43" y="12"/>
                  <a:pt x="43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7" y="12"/>
                  <a:pt x="27" y="12"/>
                  <a:pt x="26" y="11"/>
                </a:cubicBezTo>
                <a:cubicBezTo>
                  <a:pt x="19" y="4"/>
                  <a:pt x="19" y="4"/>
                  <a:pt x="19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15"/>
                  <a:pt x="8" y="15"/>
                  <a:pt x="8" y="15"/>
                </a:cubicBezTo>
                <a:close/>
                <a:moveTo>
                  <a:pt x="47" y="19"/>
                </a:moveTo>
                <a:cubicBezTo>
                  <a:pt x="47" y="19"/>
                  <a:pt x="47" y="19"/>
                  <a:pt x="47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7" y="39"/>
                  <a:pt x="7" y="39"/>
                  <a:pt x="7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7" y="19"/>
                  <a:pt x="47" y="19"/>
                  <a:pt x="47" y="1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0" name="Freeform 54">
            <a:extLst>
              <a:ext uri="{FF2B5EF4-FFF2-40B4-BE49-F238E27FC236}">
                <a16:creationId xmlns:a16="http://schemas.microsoft.com/office/drawing/2014/main" id="{F11F6FC6-3B06-F62C-40A9-B957C44BAAD5}"/>
              </a:ext>
            </a:extLst>
          </p:cNvPr>
          <p:cNvSpPr>
            <a:spLocks noEditPoints="1"/>
          </p:cNvSpPr>
          <p:nvPr/>
        </p:nvSpPr>
        <p:spPr bwMode="auto">
          <a:xfrm>
            <a:off x="11391301" y="1344532"/>
            <a:ext cx="211667" cy="198967"/>
          </a:xfrm>
          <a:custGeom>
            <a:avLst/>
            <a:gdLst>
              <a:gd name="T0" fmla="*/ 101600 w 50"/>
              <a:gd name="T1" fmla="*/ 127000 h 47"/>
              <a:gd name="T2" fmla="*/ 104775 w 50"/>
              <a:gd name="T3" fmla="*/ 123825 h 47"/>
              <a:gd name="T4" fmla="*/ 104775 w 50"/>
              <a:gd name="T5" fmla="*/ 69850 h 47"/>
              <a:gd name="T6" fmla="*/ 101600 w 50"/>
              <a:gd name="T7" fmla="*/ 66675 h 47"/>
              <a:gd name="T8" fmla="*/ 60325 w 50"/>
              <a:gd name="T9" fmla="*/ 66675 h 47"/>
              <a:gd name="T10" fmla="*/ 57150 w 50"/>
              <a:gd name="T11" fmla="*/ 69850 h 47"/>
              <a:gd name="T12" fmla="*/ 57150 w 50"/>
              <a:gd name="T13" fmla="*/ 123825 h 47"/>
              <a:gd name="T14" fmla="*/ 60325 w 50"/>
              <a:gd name="T15" fmla="*/ 127000 h 47"/>
              <a:gd name="T16" fmla="*/ 101600 w 50"/>
              <a:gd name="T17" fmla="*/ 127000 h 47"/>
              <a:gd name="T18" fmla="*/ 63500 w 50"/>
              <a:gd name="T19" fmla="*/ 73025 h 47"/>
              <a:gd name="T20" fmla="*/ 63500 w 50"/>
              <a:gd name="T21" fmla="*/ 73025 h 47"/>
              <a:gd name="T22" fmla="*/ 98425 w 50"/>
              <a:gd name="T23" fmla="*/ 73025 h 47"/>
              <a:gd name="T24" fmla="*/ 98425 w 50"/>
              <a:gd name="T25" fmla="*/ 120650 h 47"/>
              <a:gd name="T26" fmla="*/ 63500 w 50"/>
              <a:gd name="T27" fmla="*/ 120650 h 47"/>
              <a:gd name="T28" fmla="*/ 63500 w 50"/>
              <a:gd name="T29" fmla="*/ 73025 h 47"/>
              <a:gd name="T30" fmla="*/ 130175 w 50"/>
              <a:gd name="T31" fmla="*/ 76200 h 47"/>
              <a:gd name="T32" fmla="*/ 130175 w 50"/>
              <a:gd name="T33" fmla="*/ 76200 h 47"/>
              <a:gd name="T34" fmla="*/ 123825 w 50"/>
              <a:gd name="T35" fmla="*/ 82550 h 47"/>
              <a:gd name="T36" fmla="*/ 123825 w 50"/>
              <a:gd name="T37" fmla="*/ 136525 h 47"/>
              <a:gd name="T38" fmla="*/ 34925 w 50"/>
              <a:gd name="T39" fmla="*/ 136525 h 47"/>
              <a:gd name="T40" fmla="*/ 34925 w 50"/>
              <a:gd name="T41" fmla="*/ 82550 h 47"/>
              <a:gd name="T42" fmla="*/ 28575 w 50"/>
              <a:gd name="T43" fmla="*/ 76200 h 47"/>
              <a:gd name="T44" fmla="*/ 22225 w 50"/>
              <a:gd name="T45" fmla="*/ 82550 h 47"/>
              <a:gd name="T46" fmla="*/ 22225 w 50"/>
              <a:gd name="T47" fmla="*/ 142875 h 47"/>
              <a:gd name="T48" fmla="*/ 28575 w 50"/>
              <a:gd name="T49" fmla="*/ 149225 h 47"/>
              <a:gd name="T50" fmla="*/ 130175 w 50"/>
              <a:gd name="T51" fmla="*/ 149225 h 47"/>
              <a:gd name="T52" fmla="*/ 136525 w 50"/>
              <a:gd name="T53" fmla="*/ 142875 h 47"/>
              <a:gd name="T54" fmla="*/ 136525 w 50"/>
              <a:gd name="T55" fmla="*/ 82550 h 47"/>
              <a:gd name="T56" fmla="*/ 130175 w 50"/>
              <a:gd name="T57" fmla="*/ 76200 h 47"/>
              <a:gd name="T58" fmla="*/ 158750 w 50"/>
              <a:gd name="T59" fmla="*/ 73025 h 47"/>
              <a:gd name="T60" fmla="*/ 158750 w 50"/>
              <a:gd name="T61" fmla="*/ 73025 h 47"/>
              <a:gd name="T62" fmla="*/ 85725 w 50"/>
              <a:gd name="T63" fmla="*/ 0 h 47"/>
              <a:gd name="T64" fmla="*/ 76200 w 50"/>
              <a:gd name="T65" fmla="*/ 0 h 47"/>
              <a:gd name="T66" fmla="*/ 3175 w 50"/>
              <a:gd name="T67" fmla="*/ 73025 h 47"/>
              <a:gd name="T68" fmla="*/ 3175 w 50"/>
              <a:gd name="T69" fmla="*/ 82550 h 47"/>
              <a:gd name="T70" fmla="*/ 9525 w 50"/>
              <a:gd name="T71" fmla="*/ 82550 h 47"/>
              <a:gd name="T72" fmla="*/ 79375 w 50"/>
              <a:gd name="T73" fmla="*/ 12700 h 47"/>
              <a:gd name="T74" fmla="*/ 149225 w 50"/>
              <a:gd name="T75" fmla="*/ 82550 h 47"/>
              <a:gd name="T76" fmla="*/ 158750 w 50"/>
              <a:gd name="T77" fmla="*/ 82550 h 47"/>
              <a:gd name="T78" fmla="*/ 158750 w 50"/>
              <a:gd name="T79" fmla="*/ 73025 h 4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0" h="47">
                <a:moveTo>
                  <a:pt x="32" y="40"/>
                </a:moveTo>
                <a:cubicBezTo>
                  <a:pt x="32" y="40"/>
                  <a:pt x="33" y="40"/>
                  <a:pt x="33" y="39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1"/>
                  <a:pt x="32" y="21"/>
                  <a:pt x="32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8" y="21"/>
                  <a:pt x="18" y="21"/>
                  <a:pt x="18" y="22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40"/>
                  <a:pt x="18" y="40"/>
                  <a:pt x="19" y="40"/>
                </a:cubicBezTo>
                <a:cubicBezTo>
                  <a:pt x="32" y="40"/>
                  <a:pt x="32" y="40"/>
                  <a:pt x="32" y="40"/>
                </a:cubicBezTo>
                <a:close/>
                <a:moveTo>
                  <a:pt x="20" y="23"/>
                </a:moveTo>
                <a:cubicBezTo>
                  <a:pt x="20" y="23"/>
                  <a:pt x="20" y="23"/>
                  <a:pt x="20" y="23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38"/>
                  <a:pt x="31" y="38"/>
                  <a:pt x="31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23"/>
                  <a:pt x="20" y="23"/>
                  <a:pt x="20" y="23"/>
                </a:cubicBezTo>
                <a:close/>
                <a:moveTo>
                  <a:pt x="41" y="24"/>
                </a:moveTo>
                <a:cubicBezTo>
                  <a:pt x="41" y="24"/>
                  <a:pt x="41" y="24"/>
                  <a:pt x="41" y="24"/>
                </a:cubicBezTo>
                <a:cubicBezTo>
                  <a:pt x="40" y="24"/>
                  <a:pt x="39" y="25"/>
                  <a:pt x="39" y="26"/>
                </a:cubicBezTo>
                <a:cubicBezTo>
                  <a:pt x="39" y="43"/>
                  <a:pt x="39" y="43"/>
                  <a:pt x="39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26"/>
                  <a:pt x="11" y="26"/>
                  <a:pt x="11" y="26"/>
                </a:cubicBezTo>
                <a:cubicBezTo>
                  <a:pt x="11" y="25"/>
                  <a:pt x="10" y="24"/>
                  <a:pt x="9" y="24"/>
                </a:cubicBezTo>
                <a:cubicBezTo>
                  <a:pt x="8" y="24"/>
                  <a:pt x="7" y="25"/>
                  <a:pt x="7" y="26"/>
                </a:cubicBezTo>
                <a:cubicBezTo>
                  <a:pt x="7" y="45"/>
                  <a:pt x="7" y="45"/>
                  <a:pt x="7" y="45"/>
                </a:cubicBezTo>
                <a:cubicBezTo>
                  <a:pt x="7" y="46"/>
                  <a:pt x="8" y="47"/>
                  <a:pt x="9" y="47"/>
                </a:cubicBezTo>
                <a:cubicBezTo>
                  <a:pt x="41" y="47"/>
                  <a:pt x="41" y="47"/>
                  <a:pt x="41" y="47"/>
                </a:cubicBezTo>
                <a:cubicBezTo>
                  <a:pt x="42" y="47"/>
                  <a:pt x="43" y="46"/>
                  <a:pt x="43" y="45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5"/>
                  <a:pt x="42" y="24"/>
                  <a:pt x="41" y="24"/>
                </a:cubicBezTo>
                <a:close/>
                <a:moveTo>
                  <a:pt x="50" y="23"/>
                </a:moveTo>
                <a:cubicBezTo>
                  <a:pt x="50" y="23"/>
                  <a:pt x="50" y="23"/>
                  <a:pt x="50" y="23"/>
                </a:cubicBezTo>
                <a:cubicBezTo>
                  <a:pt x="27" y="0"/>
                  <a:pt x="27" y="0"/>
                  <a:pt x="27" y="0"/>
                </a:cubicBezTo>
                <a:cubicBezTo>
                  <a:pt x="26" y="0"/>
                  <a:pt x="25" y="0"/>
                  <a:pt x="24" y="0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4"/>
                  <a:pt x="0" y="25"/>
                  <a:pt x="1" y="26"/>
                </a:cubicBezTo>
                <a:cubicBezTo>
                  <a:pt x="1" y="27"/>
                  <a:pt x="3" y="27"/>
                  <a:pt x="3" y="26"/>
                </a:cubicBezTo>
                <a:cubicBezTo>
                  <a:pt x="25" y="4"/>
                  <a:pt x="25" y="4"/>
                  <a:pt x="25" y="4"/>
                </a:cubicBezTo>
                <a:cubicBezTo>
                  <a:pt x="47" y="26"/>
                  <a:pt x="47" y="26"/>
                  <a:pt x="47" y="26"/>
                </a:cubicBezTo>
                <a:cubicBezTo>
                  <a:pt x="48" y="27"/>
                  <a:pt x="49" y="27"/>
                  <a:pt x="50" y="26"/>
                </a:cubicBezTo>
                <a:cubicBezTo>
                  <a:pt x="50" y="25"/>
                  <a:pt x="50" y="24"/>
                  <a:pt x="50" y="2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1" name="Freeform 55">
            <a:extLst>
              <a:ext uri="{FF2B5EF4-FFF2-40B4-BE49-F238E27FC236}">
                <a16:creationId xmlns:a16="http://schemas.microsoft.com/office/drawing/2014/main" id="{173E13B4-BB62-22E5-BEDB-D5AD3EC864F9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1365699"/>
            <a:ext cx="211667" cy="156633"/>
          </a:xfrm>
          <a:custGeom>
            <a:avLst/>
            <a:gdLst>
              <a:gd name="T0" fmla="*/ 92075 w 50"/>
              <a:gd name="T1" fmla="*/ 38100 h 37"/>
              <a:gd name="T2" fmla="*/ 76200 w 50"/>
              <a:gd name="T3" fmla="*/ 41275 h 37"/>
              <a:gd name="T4" fmla="*/ 76200 w 50"/>
              <a:gd name="T5" fmla="*/ 73025 h 37"/>
              <a:gd name="T6" fmla="*/ 104775 w 50"/>
              <a:gd name="T7" fmla="*/ 73025 h 37"/>
              <a:gd name="T8" fmla="*/ 104775 w 50"/>
              <a:gd name="T9" fmla="*/ 44450 h 37"/>
              <a:gd name="T10" fmla="*/ 101600 w 50"/>
              <a:gd name="T11" fmla="*/ 66675 h 37"/>
              <a:gd name="T12" fmla="*/ 92075 w 50"/>
              <a:gd name="T13" fmla="*/ 69850 h 37"/>
              <a:gd name="T14" fmla="*/ 79375 w 50"/>
              <a:gd name="T15" fmla="*/ 66675 h 37"/>
              <a:gd name="T16" fmla="*/ 76200 w 50"/>
              <a:gd name="T17" fmla="*/ 57150 h 37"/>
              <a:gd name="T18" fmla="*/ 79375 w 50"/>
              <a:gd name="T19" fmla="*/ 47625 h 37"/>
              <a:gd name="T20" fmla="*/ 101600 w 50"/>
              <a:gd name="T21" fmla="*/ 47625 h 37"/>
              <a:gd name="T22" fmla="*/ 104775 w 50"/>
              <a:gd name="T23" fmla="*/ 57150 h 37"/>
              <a:gd name="T24" fmla="*/ 158750 w 50"/>
              <a:gd name="T25" fmla="*/ 28575 h 37"/>
              <a:gd name="T26" fmla="*/ 155575 w 50"/>
              <a:gd name="T27" fmla="*/ 25400 h 37"/>
              <a:gd name="T28" fmla="*/ 133350 w 50"/>
              <a:gd name="T29" fmla="*/ 47625 h 37"/>
              <a:gd name="T30" fmla="*/ 123825 w 50"/>
              <a:gd name="T31" fmla="*/ 6350 h 37"/>
              <a:gd name="T32" fmla="*/ 28575 w 50"/>
              <a:gd name="T33" fmla="*/ 0 h 37"/>
              <a:gd name="T34" fmla="*/ 0 w 50"/>
              <a:gd name="T35" fmla="*/ 25400 h 37"/>
              <a:gd name="T36" fmla="*/ 9525 w 50"/>
              <a:gd name="T37" fmla="*/ 107950 h 37"/>
              <a:gd name="T38" fmla="*/ 104775 w 50"/>
              <a:gd name="T39" fmla="*/ 117475 h 37"/>
              <a:gd name="T40" fmla="*/ 133350 w 50"/>
              <a:gd name="T41" fmla="*/ 92075 h 37"/>
              <a:gd name="T42" fmla="*/ 152400 w 50"/>
              <a:gd name="T43" fmla="*/ 88900 h 37"/>
              <a:gd name="T44" fmla="*/ 158750 w 50"/>
              <a:gd name="T45" fmla="*/ 85725 h 37"/>
              <a:gd name="T46" fmla="*/ 120650 w 50"/>
              <a:gd name="T47" fmla="*/ 92075 h 37"/>
              <a:gd name="T48" fmla="*/ 114300 w 50"/>
              <a:gd name="T49" fmla="*/ 101600 h 37"/>
              <a:gd name="T50" fmla="*/ 28575 w 50"/>
              <a:gd name="T51" fmla="*/ 104775 h 37"/>
              <a:gd name="T52" fmla="*/ 12700 w 50"/>
              <a:gd name="T53" fmla="*/ 92075 h 37"/>
              <a:gd name="T54" fmla="*/ 15875 w 50"/>
              <a:gd name="T55" fmla="*/ 15875 h 37"/>
              <a:gd name="T56" fmla="*/ 104775 w 50"/>
              <a:gd name="T57" fmla="*/ 9525 h 37"/>
              <a:gd name="T58" fmla="*/ 120650 w 50"/>
              <a:gd name="T59" fmla="*/ 25400 h 37"/>
              <a:gd name="T60" fmla="*/ 149225 w 50"/>
              <a:gd name="T61" fmla="*/ 76200 h 37"/>
              <a:gd name="T62" fmla="*/ 133350 w 50"/>
              <a:gd name="T63" fmla="*/ 57150 h 37"/>
              <a:gd name="T64" fmla="*/ 149225 w 50"/>
              <a:gd name="T65" fmla="*/ 38100 h 37"/>
              <a:gd name="T66" fmla="*/ 57150 w 50"/>
              <a:gd name="T67" fmla="*/ 41275 h 37"/>
              <a:gd name="T68" fmla="*/ 41275 w 50"/>
              <a:gd name="T69" fmla="*/ 38100 h 37"/>
              <a:gd name="T70" fmla="*/ 28575 w 50"/>
              <a:gd name="T71" fmla="*/ 41275 h 37"/>
              <a:gd name="T72" fmla="*/ 28575 w 50"/>
              <a:gd name="T73" fmla="*/ 73025 h 37"/>
              <a:gd name="T74" fmla="*/ 57150 w 50"/>
              <a:gd name="T75" fmla="*/ 73025 h 37"/>
              <a:gd name="T76" fmla="*/ 57150 w 50"/>
              <a:gd name="T77" fmla="*/ 44450 h 37"/>
              <a:gd name="T78" fmla="*/ 50800 w 50"/>
              <a:gd name="T79" fmla="*/ 66675 h 37"/>
              <a:gd name="T80" fmla="*/ 41275 w 50"/>
              <a:gd name="T81" fmla="*/ 69850 h 37"/>
              <a:gd name="T82" fmla="*/ 31750 w 50"/>
              <a:gd name="T83" fmla="*/ 66675 h 37"/>
              <a:gd name="T84" fmla="*/ 28575 w 50"/>
              <a:gd name="T85" fmla="*/ 57150 h 37"/>
              <a:gd name="T86" fmla="*/ 31750 w 50"/>
              <a:gd name="T87" fmla="*/ 47625 h 37"/>
              <a:gd name="T88" fmla="*/ 50800 w 50"/>
              <a:gd name="T89" fmla="*/ 47625 h 37"/>
              <a:gd name="T90" fmla="*/ 57150 w 50"/>
              <a:gd name="T91" fmla="*/ 57150 h 37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" h="37">
                <a:moveTo>
                  <a:pt x="33" y="13"/>
                </a:moveTo>
                <a:cubicBezTo>
                  <a:pt x="32" y="12"/>
                  <a:pt x="30" y="12"/>
                  <a:pt x="29" y="12"/>
                </a:cubicBezTo>
                <a:cubicBezTo>
                  <a:pt x="27" y="12"/>
                  <a:pt x="25" y="12"/>
                  <a:pt x="24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3" y="15"/>
                  <a:pt x="22" y="16"/>
                  <a:pt x="22" y="18"/>
                </a:cubicBezTo>
                <a:cubicBezTo>
                  <a:pt x="22" y="20"/>
                  <a:pt x="23" y="22"/>
                  <a:pt x="24" y="23"/>
                </a:cubicBezTo>
                <a:cubicBezTo>
                  <a:pt x="25" y="24"/>
                  <a:pt x="27" y="25"/>
                  <a:pt x="29" y="25"/>
                </a:cubicBezTo>
                <a:cubicBezTo>
                  <a:pt x="30" y="25"/>
                  <a:pt x="32" y="24"/>
                  <a:pt x="33" y="23"/>
                </a:cubicBezTo>
                <a:cubicBezTo>
                  <a:pt x="34" y="22"/>
                  <a:pt x="35" y="20"/>
                  <a:pt x="35" y="18"/>
                </a:cubicBezTo>
                <a:cubicBezTo>
                  <a:pt x="35" y="16"/>
                  <a:pt x="34" y="15"/>
                  <a:pt x="33" y="14"/>
                </a:cubicBezTo>
                <a:cubicBezTo>
                  <a:pt x="33" y="13"/>
                  <a:pt x="33" y="13"/>
                  <a:pt x="33" y="13"/>
                </a:cubicBezTo>
                <a:close/>
                <a:moveTo>
                  <a:pt x="32" y="21"/>
                </a:moveTo>
                <a:cubicBezTo>
                  <a:pt x="32" y="21"/>
                  <a:pt x="32" y="21"/>
                  <a:pt x="32" y="21"/>
                </a:cubicBezTo>
                <a:cubicBezTo>
                  <a:pt x="31" y="22"/>
                  <a:pt x="30" y="22"/>
                  <a:pt x="29" y="22"/>
                </a:cubicBezTo>
                <a:cubicBezTo>
                  <a:pt x="27" y="22"/>
                  <a:pt x="26" y="22"/>
                  <a:pt x="25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0"/>
                  <a:pt x="24" y="19"/>
                  <a:pt x="24" y="18"/>
                </a:cubicBezTo>
                <a:cubicBezTo>
                  <a:pt x="24" y="17"/>
                  <a:pt x="25" y="16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6" y="14"/>
                  <a:pt x="27" y="14"/>
                  <a:pt x="29" y="14"/>
                </a:cubicBezTo>
                <a:cubicBezTo>
                  <a:pt x="30" y="14"/>
                  <a:pt x="31" y="14"/>
                  <a:pt x="32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6"/>
                  <a:pt x="33" y="17"/>
                  <a:pt x="33" y="18"/>
                </a:cubicBezTo>
                <a:cubicBezTo>
                  <a:pt x="33" y="19"/>
                  <a:pt x="32" y="20"/>
                  <a:pt x="32" y="21"/>
                </a:cubicBezTo>
                <a:close/>
                <a:moveTo>
                  <a:pt x="50" y="9"/>
                </a:moveTo>
                <a:cubicBezTo>
                  <a:pt x="50" y="9"/>
                  <a:pt x="50" y="9"/>
                  <a:pt x="50" y="9"/>
                </a:cubicBezTo>
                <a:cubicBezTo>
                  <a:pt x="50" y="9"/>
                  <a:pt x="50" y="9"/>
                  <a:pt x="49" y="8"/>
                </a:cubicBezTo>
                <a:cubicBezTo>
                  <a:pt x="49" y="8"/>
                  <a:pt x="48" y="8"/>
                  <a:pt x="48" y="8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6"/>
                  <a:pt x="41" y="3"/>
                  <a:pt x="39" y="2"/>
                </a:cubicBezTo>
                <a:cubicBezTo>
                  <a:pt x="38" y="1"/>
                  <a:pt x="36" y="0"/>
                  <a:pt x="33" y="0"/>
                </a:cubicBezTo>
                <a:cubicBezTo>
                  <a:pt x="9" y="0"/>
                  <a:pt x="9" y="0"/>
                  <a:pt x="9" y="0"/>
                </a:cubicBezTo>
                <a:cubicBezTo>
                  <a:pt x="6" y="0"/>
                  <a:pt x="4" y="1"/>
                  <a:pt x="3" y="2"/>
                </a:cubicBezTo>
                <a:cubicBezTo>
                  <a:pt x="1" y="3"/>
                  <a:pt x="0" y="6"/>
                  <a:pt x="0" y="8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31"/>
                  <a:pt x="1" y="33"/>
                  <a:pt x="3" y="34"/>
                </a:cubicBezTo>
                <a:cubicBezTo>
                  <a:pt x="4" y="36"/>
                  <a:pt x="6" y="37"/>
                  <a:pt x="9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6" y="37"/>
                  <a:pt x="38" y="36"/>
                  <a:pt x="39" y="34"/>
                </a:cubicBezTo>
                <a:cubicBezTo>
                  <a:pt x="41" y="33"/>
                  <a:pt x="42" y="31"/>
                  <a:pt x="42" y="29"/>
                </a:cubicBezTo>
                <a:cubicBezTo>
                  <a:pt x="42" y="22"/>
                  <a:pt x="42" y="22"/>
                  <a:pt x="42" y="22"/>
                </a:cubicBezTo>
                <a:cubicBezTo>
                  <a:pt x="48" y="28"/>
                  <a:pt x="48" y="28"/>
                  <a:pt x="48" y="28"/>
                </a:cubicBezTo>
                <a:cubicBezTo>
                  <a:pt x="48" y="28"/>
                  <a:pt x="48" y="28"/>
                  <a:pt x="49" y="28"/>
                </a:cubicBezTo>
                <a:cubicBezTo>
                  <a:pt x="49" y="28"/>
                  <a:pt x="50" y="28"/>
                  <a:pt x="50" y="27"/>
                </a:cubicBezTo>
                <a:cubicBezTo>
                  <a:pt x="50" y="9"/>
                  <a:pt x="50" y="9"/>
                  <a:pt x="50" y="9"/>
                </a:cubicBezTo>
                <a:close/>
                <a:moveTo>
                  <a:pt x="38" y="29"/>
                </a:moveTo>
                <a:cubicBezTo>
                  <a:pt x="38" y="29"/>
                  <a:pt x="38" y="29"/>
                  <a:pt x="38" y="29"/>
                </a:cubicBezTo>
                <a:cubicBezTo>
                  <a:pt x="38" y="30"/>
                  <a:pt x="37" y="31"/>
                  <a:pt x="36" y="32"/>
                </a:cubicBezTo>
                <a:cubicBezTo>
                  <a:pt x="36" y="32"/>
                  <a:pt x="35" y="33"/>
                  <a:pt x="33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7" y="33"/>
                  <a:pt x="6" y="32"/>
                  <a:pt x="5" y="32"/>
                </a:cubicBezTo>
                <a:cubicBezTo>
                  <a:pt x="5" y="31"/>
                  <a:pt x="4" y="30"/>
                  <a:pt x="4" y="29"/>
                </a:cubicBezTo>
                <a:cubicBezTo>
                  <a:pt x="4" y="8"/>
                  <a:pt x="4" y="8"/>
                  <a:pt x="4" y="8"/>
                </a:cubicBezTo>
                <a:cubicBezTo>
                  <a:pt x="4" y="7"/>
                  <a:pt x="5" y="5"/>
                  <a:pt x="5" y="5"/>
                </a:cubicBezTo>
                <a:cubicBezTo>
                  <a:pt x="6" y="4"/>
                  <a:pt x="7" y="3"/>
                  <a:pt x="9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5" y="3"/>
                  <a:pt x="36" y="4"/>
                  <a:pt x="36" y="5"/>
                </a:cubicBezTo>
                <a:cubicBezTo>
                  <a:pt x="37" y="5"/>
                  <a:pt x="38" y="7"/>
                  <a:pt x="38" y="8"/>
                </a:cubicBezTo>
                <a:cubicBezTo>
                  <a:pt x="38" y="29"/>
                  <a:pt x="38" y="29"/>
                  <a:pt x="38" y="29"/>
                </a:cubicBezTo>
                <a:close/>
                <a:moveTo>
                  <a:pt x="47" y="24"/>
                </a:moveTo>
                <a:cubicBezTo>
                  <a:pt x="47" y="24"/>
                  <a:pt x="47" y="24"/>
                  <a:pt x="47" y="24"/>
                </a:cubicBezTo>
                <a:cubicBezTo>
                  <a:pt x="42" y="18"/>
                  <a:pt x="42" y="18"/>
                  <a:pt x="42" y="18"/>
                </a:cubicBezTo>
                <a:cubicBezTo>
                  <a:pt x="42" y="18"/>
                  <a:pt x="42" y="18"/>
                  <a:pt x="42" y="18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24"/>
                  <a:pt x="47" y="24"/>
                  <a:pt x="47" y="24"/>
                </a:cubicBezTo>
                <a:close/>
                <a:moveTo>
                  <a:pt x="18" y="13"/>
                </a:moveTo>
                <a:cubicBezTo>
                  <a:pt x="18" y="13"/>
                  <a:pt x="18" y="13"/>
                  <a:pt x="18" y="13"/>
                </a:cubicBezTo>
                <a:cubicBezTo>
                  <a:pt x="17" y="12"/>
                  <a:pt x="15" y="12"/>
                  <a:pt x="13" y="12"/>
                </a:cubicBezTo>
                <a:cubicBezTo>
                  <a:pt x="12" y="12"/>
                  <a:pt x="10" y="12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8" y="15"/>
                  <a:pt x="7" y="16"/>
                  <a:pt x="7" y="18"/>
                </a:cubicBezTo>
                <a:cubicBezTo>
                  <a:pt x="7" y="20"/>
                  <a:pt x="8" y="22"/>
                  <a:pt x="9" y="23"/>
                </a:cubicBezTo>
                <a:cubicBezTo>
                  <a:pt x="10" y="24"/>
                  <a:pt x="12" y="25"/>
                  <a:pt x="13" y="25"/>
                </a:cubicBezTo>
                <a:cubicBezTo>
                  <a:pt x="15" y="25"/>
                  <a:pt x="17" y="24"/>
                  <a:pt x="18" y="23"/>
                </a:cubicBezTo>
                <a:cubicBezTo>
                  <a:pt x="19" y="22"/>
                  <a:pt x="20" y="20"/>
                  <a:pt x="20" y="18"/>
                </a:cubicBezTo>
                <a:cubicBezTo>
                  <a:pt x="20" y="16"/>
                  <a:pt x="19" y="15"/>
                  <a:pt x="18" y="14"/>
                </a:cubicBezTo>
                <a:cubicBezTo>
                  <a:pt x="18" y="13"/>
                  <a:pt x="18" y="13"/>
                  <a:pt x="18" y="13"/>
                </a:cubicBezTo>
                <a:close/>
                <a:moveTo>
                  <a:pt x="16" y="21"/>
                </a:moveTo>
                <a:cubicBezTo>
                  <a:pt x="16" y="21"/>
                  <a:pt x="16" y="21"/>
                  <a:pt x="16" y="21"/>
                </a:cubicBezTo>
                <a:cubicBezTo>
                  <a:pt x="16" y="22"/>
                  <a:pt x="15" y="22"/>
                  <a:pt x="13" y="22"/>
                </a:cubicBezTo>
                <a:cubicBezTo>
                  <a:pt x="12" y="22"/>
                  <a:pt x="11" y="22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0"/>
                  <a:pt x="9" y="19"/>
                  <a:pt x="9" y="18"/>
                </a:cubicBezTo>
                <a:cubicBezTo>
                  <a:pt x="9" y="17"/>
                  <a:pt x="10" y="16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4"/>
                  <a:pt x="12" y="14"/>
                  <a:pt x="13" y="14"/>
                </a:cubicBezTo>
                <a:cubicBezTo>
                  <a:pt x="15" y="14"/>
                  <a:pt x="16" y="14"/>
                  <a:pt x="16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6"/>
                  <a:pt x="18" y="17"/>
                  <a:pt x="18" y="18"/>
                </a:cubicBezTo>
                <a:cubicBezTo>
                  <a:pt x="18" y="19"/>
                  <a:pt x="17" y="20"/>
                  <a:pt x="16" y="2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2" name="Freeform 56">
            <a:extLst>
              <a:ext uri="{FF2B5EF4-FFF2-40B4-BE49-F238E27FC236}">
                <a16:creationId xmlns:a16="http://schemas.microsoft.com/office/drawing/2014/main" id="{F35425AD-B7F2-4EE8-4BA6-463B2A785A37}"/>
              </a:ext>
            </a:extLst>
          </p:cNvPr>
          <p:cNvSpPr>
            <a:spLocks noEditPoints="1"/>
          </p:cNvSpPr>
          <p:nvPr/>
        </p:nvSpPr>
        <p:spPr bwMode="auto">
          <a:xfrm>
            <a:off x="9901167" y="1746699"/>
            <a:ext cx="211667" cy="213783"/>
          </a:xfrm>
          <a:custGeom>
            <a:avLst/>
            <a:gdLst>
              <a:gd name="T0" fmla="*/ 44450 w 50"/>
              <a:gd name="T1" fmla="*/ 51308 h 50"/>
              <a:gd name="T2" fmla="*/ 44450 w 50"/>
              <a:gd name="T3" fmla="*/ 109029 h 50"/>
              <a:gd name="T4" fmla="*/ 44450 w 50"/>
              <a:gd name="T5" fmla="*/ 109029 h 50"/>
              <a:gd name="T6" fmla="*/ 85725 w 50"/>
              <a:gd name="T7" fmla="*/ 141097 h 50"/>
              <a:gd name="T8" fmla="*/ 85725 w 50"/>
              <a:gd name="T9" fmla="*/ 115443 h 50"/>
              <a:gd name="T10" fmla="*/ 85725 w 50"/>
              <a:gd name="T11" fmla="*/ 44894 h 50"/>
              <a:gd name="T12" fmla="*/ 85725 w 50"/>
              <a:gd name="T13" fmla="*/ 19240 h 50"/>
              <a:gd name="T14" fmla="*/ 44450 w 50"/>
              <a:gd name="T15" fmla="*/ 51308 h 50"/>
              <a:gd name="T16" fmla="*/ 44450 w 50"/>
              <a:gd name="T17" fmla="*/ 51308 h 50"/>
              <a:gd name="T18" fmla="*/ 117475 w 50"/>
              <a:gd name="T19" fmla="*/ 25654 h 50"/>
              <a:gd name="T20" fmla="*/ 117475 w 50"/>
              <a:gd name="T21" fmla="*/ 25654 h 50"/>
              <a:gd name="T22" fmla="*/ 114300 w 50"/>
              <a:gd name="T23" fmla="*/ 19240 h 50"/>
              <a:gd name="T24" fmla="*/ 123825 w 50"/>
              <a:gd name="T25" fmla="*/ 16034 h 50"/>
              <a:gd name="T26" fmla="*/ 149225 w 50"/>
              <a:gd name="T27" fmla="*/ 41688 h 50"/>
              <a:gd name="T28" fmla="*/ 158750 w 50"/>
              <a:gd name="T29" fmla="*/ 80169 h 50"/>
              <a:gd name="T30" fmla="*/ 149225 w 50"/>
              <a:gd name="T31" fmla="*/ 115443 h 50"/>
              <a:gd name="T32" fmla="*/ 123825 w 50"/>
              <a:gd name="T33" fmla="*/ 144303 h 50"/>
              <a:gd name="T34" fmla="*/ 114300 w 50"/>
              <a:gd name="T35" fmla="*/ 141097 h 50"/>
              <a:gd name="T36" fmla="*/ 117475 w 50"/>
              <a:gd name="T37" fmla="*/ 134683 h 50"/>
              <a:gd name="T38" fmla="*/ 139700 w 50"/>
              <a:gd name="T39" fmla="*/ 109029 h 50"/>
              <a:gd name="T40" fmla="*/ 149225 w 50"/>
              <a:gd name="T41" fmla="*/ 80169 h 50"/>
              <a:gd name="T42" fmla="*/ 139700 w 50"/>
              <a:gd name="T43" fmla="*/ 48101 h 50"/>
              <a:gd name="T44" fmla="*/ 117475 w 50"/>
              <a:gd name="T45" fmla="*/ 25654 h 50"/>
              <a:gd name="T46" fmla="*/ 34925 w 50"/>
              <a:gd name="T47" fmla="*/ 51308 h 50"/>
              <a:gd name="T48" fmla="*/ 34925 w 50"/>
              <a:gd name="T49" fmla="*/ 51308 h 50"/>
              <a:gd name="T50" fmla="*/ 9525 w 50"/>
              <a:gd name="T51" fmla="*/ 51308 h 50"/>
              <a:gd name="T52" fmla="*/ 9525 w 50"/>
              <a:gd name="T53" fmla="*/ 109029 h 50"/>
              <a:gd name="T54" fmla="*/ 34925 w 50"/>
              <a:gd name="T55" fmla="*/ 109029 h 50"/>
              <a:gd name="T56" fmla="*/ 34925 w 50"/>
              <a:gd name="T57" fmla="*/ 51308 h 50"/>
              <a:gd name="T58" fmla="*/ 38100 w 50"/>
              <a:gd name="T59" fmla="*/ 38481 h 50"/>
              <a:gd name="T60" fmla="*/ 38100 w 50"/>
              <a:gd name="T61" fmla="*/ 38481 h 50"/>
              <a:gd name="T62" fmla="*/ 85725 w 50"/>
              <a:gd name="T63" fmla="*/ 0 h 50"/>
              <a:gd name="T64" fmla="*/ 92075 w 50"/>
              <a:gd name="T65" fmla="*/ 0 h 50"/>
              <a:gd name="T66" fmla="*/ 98425 w 50"/>
              <a:gd name="T67" fmla="*/ 6413 h 50"/>
              <a:gd name="T68" fmla="*/ 98425 w 50"/>
              <a:gd name="T69" fmla="*/ 44894 h 50"/>
              <a:gd name="T70" fmla="*/ 98425 w 50"/>
              <a:gd name="T71" fmla="*/ 44894 h 50"/>
              <a:gd name="T72" fmla="*/ 111125 w 50"/>
              <a:gd name="T73" fmla="*/ 57721 h 50"/>
              <a:gd name="T74" fmla="*/ 117475 w 50"/>
              <a:gd name="T75" fmla="*/ 80169 h 50"/>
              <a:gd name="T76" fmla="*/ 111125 w 50"/>
              <a:gd name="T77" fmla="*/ 102616 h 50"/>
              <a:gd name="T78" fmla="*/ 98425 w 50"/>
              <a:gd name="T79" fmla="*/ 112236 h 50"/>
              <a:gd name="T80" fmla="*/ 98425 w 50"/>
              <a:gd name="T81" fmla="*/ 115443 h 50"/>
              <a:gd name="T82" fmla="*/ 98425 w 50"/>
              <a:gd name="T83" fmla="*/ 153924 h 50"/>
              <a:gd name="T84" fmla="*/ 98425 w 50"/>
              <a:gd name="T85" fmla="*/ 153924 h 50"/>
              <a:gd name="T86" fmla="*/ 95250 w 50"/>
              <a:gd name="T87" fmla="*/ 157130 h 50"/>
              <a:gd name="T88" fmla="*/ 85725 w 50"/>
              <a:gd name="T89" fmla="*/ 160337 h 50"/>
              <a:gd name="T90" fmla="*/ 38100 w 50"/>
              <a:gd name="T91" fmla="*/ 121856 h 50"/>
              <a:gd name="T92" fmla="*/ 6350 w 50"/>
              <a:gd name="T93" fmla="*/ 121856 h 50"/>
              <a:gd name="T94" fmla="*/ 6350 w 50"/>
              <a:gd name="T95" fmla="*/ 121856 h 50"/>
              <a:gd name="T96" fmla="*/ 0 w 50"/>
              <a:gd name="T97" fmla="*/ 115443 h 50"/>
              <a:gd name="T98" fmla="*/ 0 w 50"/>
              <a:gd name="T99" fmla="*/ 44894 h 50"/>
              <a:gd name="T100" fmla="*/ 0 w 50"/>
              <a:gd name="T101" fmla="*/ 44894 h 50"/>
              <a:gd name="T102" fmla="*/ 6350 w 50"/>
              <a:gd name="T103" fmla="*/ 38481 h 50"/>
              <a:gd name="T104" fmla="*/ 38100 w 50"/>
              <a:gd name="T105" fmla="*/ 38481 h 50"/>
              <a:gd name="T106" fmla="*/ 98425 w 50"/>
              <a:gd name="T107" fmla="*/ 54515 h 50"/>
              <a:gd name="T108" fmla="*/ 98425 w 50"/>
              <a:gd name="T109" fmla="*/ 54515 h 50"/>
              <a:gd name="T110" fmla="*/ 98425 w 50"/>
              <a:gd name="T111" fmla="*/ 105822 h 50"/>
              <a:gd name="T112" fmla="*/ 104775 w 50"/>
              <a:gd name="T113" fmla="*/ 96202 h 50"/>
              <a:gd name="T114" fmla="*/ 111125 w 50"/>
              <a:gd name="T115" fmla="*/ 80169 h 50"/>
              <a:gd name="T116" fmla="*/ 104775 w 50"/>
              <a:gd name="T117" fmla="*/ 60928 h 50"/>
              <a:gd name="T118" fmla="*/ 98425 w 50"/>
              <a:gd name="T119" fmla="*/ 54515 h 5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50">
                <a:moveTo>
                  <a:pt x="14" y="16"/>
                </a:move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6"/>
                  <a:pt x="27" y="6"/>
                  <a:pt x="27" y="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6"/>
                  <a:pt x="14" y="16"/>
                  <a:pt x="14" y="16"/>
                </a:cubicBezTo>
                <a:close/>
                <a:moveTo>
                  <a:pt x="37" y="8"/>
                </a:moveTo>
                <a:cubicBezTo>
                  <a:pt x="37" y="8"/>
                  <a:pt x="37" y="8"/>
                  <a:pt x="37" y="8"/>
                </a:cubicBezTo>
                <a:cubicBezTo>
                  <a:pt x="36" y="8"/>
                  <a:pt x="36" y="6"/>
                  <a:pt x="36" y="6"/>
                </a:cubicBezTo>
                <a:cubicBezTo>
                  <a:pt x="37" y="5"/>
                  <a:pt x="38" y="4"/>
                  <a:pt x="39" y="5"/>
                </a:cubicBezTo>
                <a:cubicBezTo>
                  <a:pt x="42" y="7"/>
                  <a:pt x="45" y="10"/>
                  <a:pt x="47" y="13"/>
                </a:cubicBezTo>
                <a:cubicBezTo>
                  <a:pt x="49" y="17"/>
                  <a:pt x="50" y="21"/>
                  <a:pt x="50" y="25"/>
                </a:cubicBezTo>
                <a:cubicBezTo>
                  <a:pt x="50" y="29"/>
                  <a:pt x="49" y="33"/>
                  <a:pt x="47" y="36"/>
                </a:cubicBezTo>
                <a:cubicBezTo>
                  <a:pt x="45" y="40"/>
                  <a:pt x="42" y="43"/>
                  <a:pt x="39" y="45"/>
                </a:cubicBezTo>
                <a:cubicBezTo>
                  <a:pt x="38" y="45"/>
                  <a:pt x="37" y="45"/>
                  <a:pt x="36" y="44"/>
                </a:cubicBezTo>
                <a:cubicBezTo>
                  <a:pt x="36" y="43"/>
                  <a:pt x="36" y="42"/>
                  <a:pt x="37" y="42"/>
                </a:cubicBezTo>
                <a:cubicBezTo>
                  <a:pt x="40" y="40"/>
                  <a:pt x="42" y="37"/>
                  <a:pt x="44" y="34"/>
                </a:cubicBezTo>
                <a:cubicBezTo>
                  <a:pt x="46" y="32"/>
                  <a:pt x="47" y="28"/>
                  <a:pt x="47" y="25"/>
                </a:cubicBezTo>
                <a:cubicBezTo>
                  <a:pt x="47" y="21"/>
                  <a:pt x="46" y="18"/>
                  <a:pt x="44" y="15"/>
                </a:cubicBezTo>
                <a:cubicBezTo>
                  <a:pt x="42" y="12"/>
                  <a:pt x="40" y="10"/>
                  <a:pt x="37" y="8"/>
                </a:cubicBezTo>
                <a:close/>
                <a:moveTo>
                  <a:pt x="11" y="16"/>
                </a:moveTo>
                <a:cubicBezTo>
                  <a:pt x="11" y="16"/>
                  <a:pt x="11" y="16"/>
                  <a:pt x="11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34"/>
                  <a:pt x="3" y="34"/>
                  <a:pt x="3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16"/>
                  <a:pt x="11" y="16"/>
                  <a:pt x="11" y="16"/>
                </a:cubicBezTo>
                <a:close/>
                <a:moveTo>
                  <a:pt x="12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27" y="0"/>
                  <a:pt x="27" y="0"/>
                  <a:pt x="27" y="0"/>
                </a:cubicBezTo>
                <a:cubicBezTo>
                  <a:pt x="28" y="0"/>
                  <a:pt x="28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2" y="15"/>
                  <a:pt x="34" y="16"/>
                  <a:pt x="35" y="18"/>
                </a:cubicBezTo>
                <a:cubicBezTo>
                  <a:pt x="37" y="20"/>
                  <a:pt x="37" y="22"/>
                  <a:pt x="37" y="25"/>
                </a:cubicBezTo>
                <a:cubicBezTo>
                  <a:pt x="37" y="27"/>
                  <a:pt x="37" y="30"/>
                  <a:pt x="35" y="32"/>
                </a:cubicBezTo>
                <a:cubicBezTo>
                  <a:pt x="34" y="33"/>
                  <a:pt x="32" y="34"/>
                  <a:pt x="31" y="35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8"/>
                  <a:pt x="30" y="49"/>
                  <a:pt x="30" y="49"/>
                </a:cubicBezTo>
                <a:cubicBezTo>
                  <a:pt x="29" y="50"/>
                  <a:pt x="28" y="50"/>
                  <a:pt x="27" y="50"/>
                </a:cubicBezTo>
                <a:cubicBezTo>
                  <a:pt x="12" y="38"/>
                  <a:pt x="12" y="38"/>
                  <a:pt x="12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0" y="12"/>
                  <a:pt x="2" y="12"/>
                </a:cubicBezTo>
                <a:cubicBezTo>
                  <a:pt x="12" y="12"/>
                  <a:pt x="12" y="12"/>
                  <a:pt x="12" y="12"/>
                </a:cubicBezTo>
                <a:close/>
                <a:moveTo>
                  <a:pt x="31" y="17"/>
                </a:moveTo>
                <a:cubicBezTo>
                  <a:pt x="31" y="17"/>
                  <a:pt x="31" y="17"/>
                  <a:pt x="31" y="17"/>
                </a:cubicBezTo>
                <a:cubicBezTo>
                  <a:pt x="31" y="33"/>
                  <a:pt x="31" y="33"/>
                  <a:pt x="31" y="33"/>
                </a:cubicBezTo>
                <a:cubicBezTo>
                  <a:pt x="32" y="32"/>
                  <a:pt x="32" y="31"/>
                  <a:pt x="33" y="30"/>
                </a:cubicBezTo>
                <a:cubicBezTo>
                  <a:pt x="34" y="29"/>
                  <a:pt x="35" y="27"/>
                  <a:pt x="35" y="25"/>
                </a:cubicBezTo>
                <a:cubicBezTo>
                  <a:pt x="35" y="23"/>
                  <a:pt x="34" y="21"/>
                  <a:pt x="33" y="19"/>
                </a:cubicBezTo>
                <a:cubicBezTo>
                  <a:pt x="32" y="18"/>
                  <a:pt x="32" y="18"/>
                  <a:pt x="31" y="1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3" name="Freeform 57">
            <a:extLst>
              <a:ext uri="{FF2B5EF4-FFF2-40B4-BE49-F238E27FC236}">
                <a16:creationId xmlns:a16="http://schemas.microsoft.com/office/drawing/2014/main" id="{8AC5C376-852C-E132-5E2F-FC32B1CDE241}"/>
              </a:ext>
            </a:extLst>
          </p:cNvPr>
          <p:cNvSpPr>
            <a:spLocks noEditPoints="1"/>
          </p:cNvSpPr>
          <p:nvPr/>
        </p:nvSpPr>
        <p:spPr bwMode="auto">
          <a:xfrm>
            <a:off x="10280052" y="1746699"/>
            <a:ext cx="190500" cy="213783"/>
          </a:xfrm>
          <a:custGeom>
            <a:avLst/>
            <a:gdLst>
              <a:gd name="T0" fmla="*/ 47625 w 45"/>
              <a:gd name="T1" fmla="*/ 109029 h 50"/>
              <a:gd name="T2" fmla="*/ 88900 w 45"/>
              <a:gd name="T3" fmla="*/ 141097 h 50"/>
              <a:gd name="T4" fmla="*/ 88900 w 45"/>
              <a:gd name="T5" fmla="*/ 44894 h 50"/>
              <a:gd name="T6" fmla="*/ 47625 w 45"/>
              <a:gd name="T7" fmla="*/ 51308 h 50"/>
              <a:gd name="T8" fmla="*/ 136525 w 45"/>
              <a:gd name="T9" fmla="*/ 0 h 50"/>
              <a:gd name="T10" fmla="*/ 142875 w 45"/>
              <a:gd name="T11" fmla="*/ 0 h 50"/>
              <a:gd name="T12" fmla="*/ 130175 w 45"/>
              <a:gd name="T13" fmla="*/ 16034 h 50"/>
              <a:gd name="T14" fmla="*/ 142875 w 45"/>
              <a:gd name="T15" fmla="*/ 35274 h 50"/>
              <a:gd name="T16" fmla="*/ 123825 w 45"/>
              <a:gd name="T17" fmla="*/ 22447 h 50"/>
              <a:gd name="T18" fmla="*/ 107950 w 45"/>
              <a:gd name="T19" fmla="*/ 35274 h 50"/>
              <a:gd name="T20" fmla="*/ 120650 w 45"/>
              <a:gd name="T21" fmla="*/ 16034 h 50"/>
              <a:gd name="T22" fmla="*/ 107950 w 45"/>
              <a:gd name="T23" fmla="*/ 0 h 50"/>
              <a:gd name="T24" fmla="*/ 123825 w 45"/>
              <a:gd name="T25" fmla="*/ 12827 h 50"/>
              <a:gd name="T26" fmla="*/ 38100 w 45"/>
              <a:gd name="T27" fmla="*/ 51308 h 50"/>
              <a:gd name="T28" fmla="*/ 12700 w 45"/>
              <a:gd name="T29" fmla="*/ 51308 h 50"/>
              <a:gd name="T30" fmla="*/ 38100 w 45"/>
              <a:gd name="T31" fmla="*/ 109029 h 50"/>
              <a:gd name="T32" fmla="*/ 41275 w 45"/>
              <a:gd name="T33" fmla="*/ 38481 h 50"/>
              <a:gd name="T34" fmla="*/ 88900 w 45"/>
              <a:gd name="T35" fmla="*/ 0 h 50"/>
              <a:gd name="T36" fmla="*/ 98425 w 45"/>
              <a:gd name="T37" fmla="*/ 6413 h 50"/>
              <a:gd name="T38" fmla="*/ 98425 w 45"/>
              <a:gd name="T39" fmla="*/ 44894 h 50"/>
              <a:gd name="T40" fmla="*/ 120650 w 45"/>
              <a:gd name="T41" fmla="*/ 80169 h 50"/>
              <a:gd name="T42" fmla="*/ 98425 w 45"/>
              <a:gd name="T43" fmla="*/ 112236 h 50"/>
              <a:gd name="T44" fmla="*/ 98425 w 45"/>
              <a:gd name="T45" fmla="*/ 153924 h 50"/>
              <a:gd name="T46" fmla="*/ 98425 w 45"/>
              <a:gd name="T47" fmla="*/ 157130 h 50"/>
              <a:gd name="T48" fmla="*/ 41275 w 45"/>
              <a:gd name="T49" fmla="*/ 121856 h 50"/>
              <a:gd name="T50" fmla="*/ 6350 w 45"/>
              <a:gd name="T51" fmla="*/ 121856 h 50"/>
              <a:gd name="T52" fmla="*/ 0 w 45"/>
              <a:gd name="T53" fmla="*/ 44894 h 50"/>
              <a:gd name="T54" fmla="*/ 6350 w 45"/>
              <a:gd name="T55" fmla="*/ 38481 h 50"/>
              <a:gd name="T56" fmla="*/ 98425 w 45"/>
              <a:gd name="T57" fmla="*/ 54515 h 50"/>
              <a:gd name="T58" fmla="*/ 98425 w 45"/>
              <a:gd name="T59" fmla="*/ 105822 h 50"/>
              <a:gd name="T60" fmla="*/ 114300 w 45"/>
              <a:gd name="T61" fmla="*/ 80169 h 50"/>
              <a:gd name="T62" fmla="*/ 98425 w 45"/>
              <a:gd name="T63" fmla="*/ 54515 h 5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5" h="50">
                <a:moveTo>
                  <a:pt x="15" y="16"/>
                </a:move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14"/>
                  <a:pt x="28" y="14"/>
                  <a:pt x="28" y="14"/>
                </a:cubicBezTo>
                <a:cubicBezTo>
                  <a:pt x="28" y="6"/>
                  <a:pt x="28" y="6"/>
                  <a:pt x="28" y="6"/>
                </a:cubicBezTo>
                <a:cubicBezTo>
                  <a:pt x="15" y="16"/>
                  <a:pt x="15" y="16"/>
                  <a:pt x="15" y="16"/>
                </a:cubicBezTo>
                <a:cubicBezTo>
                  <a:pt x="15" y="16"/>
                  <a:pt x="15" y="16"/>
                  <a:pt x="15" y="16"/>
                </a:cubicBezTo>
                <a:close/>
                <a:moveTo>
                  <a:pt x="43" y="0"/>
                </a:move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5" y="0"/>
                </a:cubicBezTo>
                <a:cubicBezTo>
                  <a:pt x="45" y="1"/>
                  <a:pt x="45" y="1"/>
                  <a:pt x="45" y="2"/>
                </a:cubicBezTo>
                <a:cubicBezTo>
                  <a:pt x="41" y="5"/>
                  <a:pt x="41" y="5"/>
                  <a:pt x="41" y="5"/>
                </a:cubicBezTo>
                <a:cubicBezTo>
                  <a:pt x="45" y="9"/>
                  <a:pt x="45" y="9"/>
                  <a:pt x="45" y="9"/>
                </a:cubicBezTo>
                <a:cubicBezTo>
                  <a:pt x="45" y="10"/>
                  <a:pt x="45" y="10"/>
                  <a:pt x="45" y="11"/>
                </a:cubicBezTo>
                <a:cubicBezTo>
                  <a:pt x="44" y="11"/>
                  <a:pt x="44" y="11"/>
                  <a:pt x="43" y="11"/>
                </a:cubicBezTo>
                <a:cubicBezTo>
                  <a:pt x="39" y="7"/>
                  <a:pt x="39" y="7"/>
                  <a:pt x="39" y="7"/>
                </a:cubicBezTo>
                <a:cubicBezTo>
                  <a:pt x="36" y="11"/>
                  <a:pt x="36" y="11"/>
                  <a:pt x="36" y="11"/>
                </a:cubicBezTo>
                <a:cubicBezTo>
                  <a:pt x="35" y="11"/>
                  <a:pt x="35" y="11"/>
                  <a:pt x="34" y="11"/>
                </a:cubicBezTo>
                <a:cubicBezTo>
                  <a:pt x="34" y="10"/>
                  <a:pt x="34" y="10"/>
                  <a:pt x="34" y="9"/>
                </a:cubicBezTo>
                <a:cubicBezTo>
                  <a:pt x="38" y="5"/>
                  <a:pt x="38" y="5"/>
                  <a:pt x="38" y="5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1"/>
                  <a:pt x="34" y="1"/>
                  <a:pt x="34" y="0"/>
                </a:cubicBezTo>
                <a:cubicBezTo>
                  <a:pt x="35" y="0"/>
                  <a:pt x="35" y="0"/>
                  <a:pt x="36" y="0"/>
                </a:cubicBezTo>
                <a:cubicBezTo>
                  <a:pt x="39" y="4"/>
                  <a:pt x="39" y="4"/>
                  <a:pt x="39" y="4"/>
                </a:cubicBezTo>
                <a:cubicBezTo>
                  <a:pt x="43" y="0"/>
                  <a:pt x="43" y="0"/>
                  <a:pt x="43" y="0"/>
                </a:cubicBezTo>
                <a:close/>
                <a:moveTo>
                  <a:pt x="12" y="16"/>
                </a:moveTo>
                <a:cubicBezTo>
                  <a:pt x="12" y="16"/>
                  <a:pt x="12" y="16"/>
                  <a:pt x="12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34"/>
                  <a:pt x="4" y="34"/>
                  <a:pt x="4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12" y="16"/>
                  <a:pt x="12" y="16"/>
                  <a:pt x="12" y="16"/>
                </a:cubicBezTo>
                <a:close/>
                <a:moveTo>
                  <a:pt x="13" y="12"/>
                </a:moveTo>
                <a:cubicBezTo>
                  <a:pt x="13" y="12"/>
                  <a:pt x="13" y="12"/>
                  <a:pt x="13" y="12"/>
                </a:cubicBezTo>
                <a:cubicBezTo>
                  <a:pt x="28" y="0"/>
                  <a:pt x="28" y="0"/>
                  <a:pt x="28" y="0"/>
                </a:cubicBezTo>
                <a:cubicBezTo>
                  <a:pt x="29" y="0"/>
                  <a:pt x="29" y="0"/>
                  <a:pt x="30" y="0"/>
                </a:cubicBezTo>
                <a:cubicBezTo>
                  <a:pt x="31" y="0"/>
                  <a:pt x="31" y="1"/>
                  <a:pt x="31" y="2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3" y="15"/>
                  <a:pt x="35" y="16"/>
                  <a:pt x="36" y="18"/>
                </a:cubicBezTo>
                <a:cubicBezTo>
                  <a:pt x="37" y="20"/>
                  <a:pt x="38" y="22"/>
                  <a:pt x="38" y="25"/>
                </a:cubicBezTo>
                <a:cubicBezTo>
                  <a:pt x="38" y="27"/>
                  <a:pt x="37" y="30"/>
                  <a:pt x="36" y="32"/>
                </a:cubicBezTo>
                <a:cubicBezTo>
                  <a:pt x="35" y="33"/>
                  <a:pt x="33" y="34"/>
                  <a:pt x="31" y="35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8"/>
                  <a:pt x="31" y="49"/>
                  <a:pt x="31" y="49"/>
                </a:cubicBezTo>
                <a:cubicBezTo>
                  <a:pt x="30" y="50"/>
                  <a:pt x="29" y="50"/>
                  <a:pt x="28" y="50"/>
                </a:cubicBezTo>
                <a:cubicBezTo>
                  <a:pt x="13" y="38"/>
                  <a:pt x="13" y="38"/>
                  <a:pt x="13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7"/>
                  <a:pt x="0" y="36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1" y="12"/>
                  <a:pt x="2" y="12"/>
                </a:cubicBezTo>
                <a:cubicBezTo>
                  <a:pt x="13" y="12"/>
                  <a:pt x="13" y="12"/>
                  <a:pt x="13" y="12"/>
                </a:cubicBezTo>
                <a:close/>
                <a:moveTo>
                  <a:pt x="31" y="17"/>
                </a:moveTo>
                <a:cubicBezTo>
                  <a:pt x="31" y="17"/>
                  <a:pt x="31" y="17"/>
                  <a:pt x="31" y="17"/>
                </a:cubicBezTo>
                <a:cubicBezTo>
                  <a:pt x="31" y="33"/>
                  <a:pt x="31" y="33"/>
                  <a:pt x="31" y="33"/>
                </a:cubicBezTo>
                <a:cubicBezTo>
                  <a:pt x="32" y="32"/>
                  <a:pt x="33" y="31"/>
                  <a:pt x="34" y="30"/>
                </a:cubicBezTo>
                <a:cubicBezTo>
                  <a:pt x="35" y="29"/>
                  <a:pt x="36" y="27"/>
                  <a:pt x="36" y="25"/>
                </a:cubicBezTo>
                <a:cubicBezTo>
                  <a:pt x="36" y="23"/>
                  <a:pt x="35" y="21"/>
                  <a:pt x="34" y="19"/>
                </a:cubicBezTo>
                <a:cubicBezTo>
                  <a:pt x="33" y="18"/>
                  <a:pt x="32" y="18"/>
                  <a:pt x="31" y="1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4" name="Freeform 58">
            <a:extLst>
              <a:ext uri="{FF2B5EF4-FFF2-40B4-BE49-F238E27FC236}">
                <a16:creationId xmlns:a16="http://schemas.microsoft.com/office/drawing/2014/main" id="{DC7802B2-497A-E717-1F06-C2A2142800DF}"/>
              </a:ext>
            </a:extLst>
          </p:cNvPr>
          <p:cNvSpPr>
            <a:spLocks noEditPoints="1"/>
          </p:cNvSpPr>
          <p:nvPr/>
        </p:nvSpPr>
        <p:spPr bwMode="auto">
          <a:xfrm>
            <a:off x="6580118" y="1336065"/>
            <a:ext cx="177800" cy="211667"/>
          </a:xfrm>
          <a:custGeom>
            <a:avLst/>
            <a:gdLst>
              <a:gd name="T0" fmla="*/ 88900 w 42"/>
              <a:gd name="T1" fmla="*/ 111125 h 50"/>
              <a:gd name="T2" fmla="*/ 44450 w 42"/>
              <a:gd name="T3" fmla="*/ 111125 h 50"/>
              <a:gd name="T4" fmla="*/ 31750 w 42"/>
              <a:gd name="T5" fmla="*/ 111125 h 50"/>
              <a:gd name="T6" fmla="*/ 12700 w 42"/>
              <a:gd name="T7" fmla="*/ 142875 h 50"/>
              <a:gd name="T8" fmla="*/ 12700 w 42"/>
              <a:gd name="T9" fmla="*/ 146050 h 50"/>
              <a:gd name="T10" fmla="*/ 120650 w 42"/>
              <a:gd name="T11" fmla="*/ 146050 h 50"/>
              <a:gd name="T12" fmla="*/ 120650 w 42"/>
              <a:gd name="T13" fmla="*/ 142875 h 50"/>
              <a:gd name="T14" fmla="*/ 107950 w 42"/>
              <a:gd name="T15" fmla="*/ 114300 h 50"/>
              <a:gd name="T16" fmla="*/ 101600 w 42"/>
              <a:gd name="T17" fmla="*/ 111125 h 50"/>
              <a:gd name="T18" fmla="*/ 95250 w 42"/>
              <a:gd name="T19" fmla="*/ 111125 h 50"/>
              <a:gd name="T20" fmla="*/ 88900 w 42"/>
              <a:gd name="T21" fmla="*/ 111125 h 50"/>
              <a:gd name="T22" fmla="*/ 92075 w 42"/>
              <a:gd name="T23" fmla="*/ 98425 h 50"/>
              <a:gd name="T24" fmla="*/ 92075 w 42"/>
              <a:gd name="T25" fmla="*/ 98425 h 50"/>
              <a:gd name="T26" fmla="*/ 98425 w 42"/>
              <a:gd name="T27" fmla="*/ 98425 h 50"/>
              <a:gd name="T28" fmla="*/ 104775 w 42"/>
              <a:gd name="T29" fmla="*/ 101600 h 50"/>
              <a:gd name="T30" fmla="*/ 133350 w 42"/>
              <a:gd name="T31" fmla="*/ 142875 h 50"/>
              <a:gd name="T32" fmla="*/ 133350 w 42"/>
              <a:gd name="T33" fmla="*/ 152400 h 50"/>
              <a:gd name="T34" fmla="*/ 127000 w 42"/>
              <a:gd name="T35" fmla="*/ 158750 h 50"/>
              <a:gd name="T36" fmla="*/ 127000 w 42"/>
              <a:gd name="T37" fmla="*/ 158750 h 50"/>
              <a:gd name="T38" fmla="*/ 6350 w 42"/>
              <a:gd name="T39" fmla="*/ 158750 h 50"/>
              <a:gd name="T40" fmla="*/ 0 w 42"/>
              <a:gd name="T41" fmla="*/ 152400 h 50"/>
              <a:gd name="T42" fmla="*/ 0 w 42"/>
              <a:gd name="T43" fmla="*/ 152400 h 50"/>
              <a:gd name="T44" fmla="*/ 0 w 42"/>
              <a:gd name="T45" fmla="*/ 142875 h 50"/>
              <a:gd name="T46" fmla="*/ 25400 w 42"/>
              <a:gd name="T47" fmla="*/ 101600 h 50"/>
              <a:gd name="T48" fmla="*/ 38100 w 42"/>
              <a:gd name="T49" fmla="*/ 98425 h 50"/>
              <a:gd name="T50" fmla="*/ 12700 w 42"/>
              <a:gd name="T51" fmla="*/ 53975 h 50"/>
              <a:gd name="T52" fmla="*/ 66675 w 42"/>
              <a:gd name="T53" fmla="*/ 0 h 50"/>
              <a:gd name="T54" fmla="*/ 117475 w 42"/>
              <a:gd name="T55" fmla="*/ 53975 h 50"/>
              <a:gd name="T56" fmla="*/ 92075 w 42"/>
              <a:gd name="T57" fmla="*/ 98425 h 50"/>
              <a:gd name="T58" fmla="*/ 66675 w 42"/>
              <a:gd name="T59" fmla="*/ 12700 h 50"/>
              <a:gd name="T60" fmla="*/ 66675 w 42"/>
              <a:gd name="T61" fmla="*/ 12700 h 50"/>
              <a:gd name="T62" fmla="*/ 28575 w 42"/>
              <a:gd name="T63" fmla="*/ 38100 h 50"/>
              <a:gd name="T64" fmla="*/ 25400 w 42"/>
              <a:gd name="T65" fmla="*/ 53975 h 50"/>
              <a:gd name="T66" fmla="*/ 50800 w 42"/>
              <a:gd name="T67" fmla="*/ 88900 h 50"/>
              <a:gd name="T68" fmla="*/ 82550 w 42"/>
              <a:gd name="T69" fmla="*/ 88900 h 50"/>
              <a:gd name="T70" fmla="*/ 107950 w 42"/>
              <a:gd name="T71" fmla="*/ 53975 h 50"/>
              <a:gd name="T72" fmla="*/ 66675 w 42"/>
              <a:gd name="T73" fmla="*/ 12700 h 5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2" h="50">
                <a:moveTo>
                  <a:pt x="28" y="35"/>
                </a:moveTo>
                <a:cubicBezTo>
                  <a:pt x="14" y="35"/>
                  <a:pt x="14" y="35"/>
                  <a:pt x="14" y="35"/>
                </a:cubicBezTo>
                <a:cubicBezTo>
                  <a:pt x="12" y="35"/>
                  <a:pt x="11" y="35"/>
                  <a:pt x="10" y="35"/>
                </a:cubicBezTo>
                <a:cubicBezTo>
                  <a:pt x="6" y="37"/>
                  <a:pt x="4" y="41"/>
                  <a:pt x="4" y="45"/>
                </a:cubicBezTo>
                <a:cubicBezTo>
                  <a:pt x="4" y="46"/>
                  <a:pt x="4" y="46"/>
                  <a:pt x="4" y="46"/>
                </a:cubicBezTo>
                <a:cubicBezTo>
                  <a:pt x="38" y="46"/>
                  <a:pt x="38" y="46"/>
                  <a:pt x="38" y="46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1"/>
                  <a:pt x="36" y="38"/>
                  <a:pt x="34" y="36"/>
                </a:cubicBezTo>
                <a:cubicBezTo>
                  <a:pt x="33" y="36"/>
                  <a:pt x="33" y="36"/>
                  <a:pt x="32" y="35"/>
                </a:cubicBezTo>
                <a:cubicBezTo>
                  <a:pt x="31" y="35"/>
                  <a:pt x="31" y="35"/>
                  <a:pt x="30" y="35"/>
                </a:cubicBezTo>
                <a:cubicBezTo>
                  <a:pt x="29" y="35"/>
                  <a:pt x="29" y="35"/>
                  <a:pt x="28" y="35"/>
                </a:cubicBezTo>
                <a:close/>
                <a:moveTo>
                  <a:pt x="29" y="31"/>
                </a:moveTo>
                <a:cubicBezTo>
                  <a:pt x="29" y="31"/>
                  <a:pt x="29" y="31"/>
                  <a:pt x="29" y="31"/>
                </a:cubicBezTo>
                <a:cubicBezTo>
                  <a:pt x="30" y="31"/>
                  <a:pt x="30" y="31"/>
                  <a:pt x="31" y="31"/>
                </a:cubicBezTo>
                <a:cubicBezTo>
                  <a:pt x="32" y="31"/>
                  <a:pt x="33" y="32"/>
                  <a:pt x="33" y="32"/>
                </a:cubicBezTo>
                <a:cubicBezTo>
                  <a:pt x="38" y="34"/>
                  <a:pt x="42" y="39"/>
                  <a:pt x="42" y="45"/>
                </a:cubicBezTo>
                <a:cubicBezTo>
                  <a:pt x="42" y="48"/>
                  <a:pt x="42" y="48"/>
                  <a:pt x="42" y="48"/>
                </a:cubicBezTo>
                <a:cubicBezTo>
                  <a:pt x="42" y="49"/>
                  <a:pt x="41" y="50"/>
                  <a:pt x="40" y="50"/>
                </a:cubicBezTo>
                <a:cubicBezTo>
                  <a:pt x="40" y="50"/>
                  <a:pt x="40" y="50"/>
                  <a:pt x="40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39"/>
                  <a:pt x="3" y="34"/>
                  <a:pt x="8" y="32"/>
                </a:cubicBezTo>
                <a:cubicBezTo>
                  <a:pt x="10" y="31"/>
                  <a:pt x="11" y="31"/>
                  <a:pt x="12" y="31"/>
                </a:cubicBezTo>
                <a:cubicBezTo>
                  <a:pt x="7" y="28"/>
                  <a:pt x="4" y="22"/>
                  <a:pt x="4" y="17"/>
                </a:cubicBezTo>
                <a:cubicBezTo>
                  <a:pt x="4" y="8"/>
                  <a:pt x="12" y="0"/>
                  <a:pt x="21" y="0"/>
                </a:cubicBezTo>
                <a:cubicBezTo>
                  <a:pt x="30" y="0"/>
                  <a:pt x="37" y="8"/>
                  <a:pt x="37" y="17"/>
                </a:cubicBezTo>
                <a:cubicBezTo>
                  <a:pt x="37" y="22"/>
                  <a:pt x="34" y="28"/>
                  <a:pt x="29" y="31"/>
                </a:cubicBezTo>
                <a:close/>
                <a:moveTo>
                  <a:pt x="21" y="4"/>
                </a:moveTo>
                <a:cubicBezTo>
                  <a:pt x="21" y="4"/>
                  <a:pt x="21" y="4"/>
                  <a:pt x="21" y="4"/>
                </a:cubicBezTo>
                <a:cubicBezTo>
                  <a:pt x="16" y="4"/>
                  <a:pt x="11" y="7"/>
                  <a:pt x="9" y="12"/>
                </a:cubicBezTo>
                <a:cubicBezTo>
                  <a:pt x="8" y="13"/>
                  <a:pt x="8" y="15"/>
                  <a:pt x="8" y="17"/>
                </a:cubicBezTo>
                <a:cubicBezTo>
                  <a:pt x="8" y="22"/>
                  <a:pt x="11" y="26"/>
                  <a:pt x="16" y="28"/>
                </a:cubicBezTo>
                <a:cubicBezTo>
                  <a:pt x="19" y="30"/>
                  <a:pt x="23" y="30"/>
                  <a:pt x="26" y="28"/>
                </a:cubicBezTo>
                <a:cubicBezTo>
                  <a:pt x="30" y="26"/>
                  <a:pt x="34" y="22"/>
                  <a:pt x="34" y="17"/>
                </a:cubicBezTo>
                <a:cubicBezTo>
                  <a:pt x="34" y="10"/>
                  <a:pt x="28" y="4"/>
                  <a:pt x="21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5" name="Freeform 59">
            <a:extLst>
              <a:ext uri="{FF2B5EF4-FFF2-40B4-BE49-F238E27FC236}">
                <a16:creationId xmlns:a16="http://schemas.microsoft.com/office/drawing/2014/main" id="{5D8B110C-6ACE-3706-C3D0-31833C797696}"/>
              </a:ext>
            </a:extLst>
          </p:cNvPr>
          <p:cNvSpPr>
            <a:spLocks noEditPoints="1"/>
          </p:cNvSpPr>
          <p:nvPr/>
        </p:nvSpPr>
        <p:spPr bwMode="auto">
          <a:xfrm>
            <a:off x="6184301" y="1336065"/>
            <a:ext cx="215900" cy="215900"/>
          </a:xfrm>
          <a:custGeom>
            <a:avLst/>
            <a:gdLst>
              <a:gd name="T0" fmla="*/ 60325 w 51"/>
              <a:gd name="T1" fmla="*/ 34925 h 51"/>
              <a:gd name="T2" fmla="*/ 63500 w 51"/>
              <a:gd name="T3" fmla="*/ 41275 h 51"/>
              <a:gd name="T4" fmla="*/ 63500 w 51"/>
              <a:gd name="T5" fmla="*/ 53975 h 51"/>
              <a:gd name="T6" fmla="*/ 57150 w 51"/>
              <a:gd name="T7" fmla="*/ 57150 h 51"/>
              <a:gd name="T8" fmla="*/ 47625 w 51"/>
              <a:gd name="T9" fmla="*/ 66675 h 51"/>
              <a:gd name="T10" fmla="*/ 63500 w 51"/>
              <a:gd name="T11" fmla="*/ 95250 h 51"/>
              <a:gd name="T12" fmla="*/ 63500 w 51"/>
              <a:gd name="T13" fmla="*/ 95250 h 51"/>
              <a:gd name="T14" fmla="*/ 95250 w 51"/>
              <a:gd name="T15" fmla="*/ 114300 h 51"/>
              <a:gd name="T16" fmla="*/ 104775 w 51"/>
              <a:gd name="T17" fmla="*/ 101600 h 51"/>
              <a:gd name="T18" fmla="*/ 114300 w 51"/>
              <a:gd name="T19" fmla="*/ 95250 h 51"/>
              <a:gd name="T20" fmla="*/ 120650 w 51"/>
              <a:gd name="T21" fmla="*/ 95250 h 51"/>
              <a:gd name="T22" fmla="*/ 123825 w 51"/>
              <a:gd name="T23" fmla="*/ 98425 h 51"/>
              <a:gd name="T24" fmla="*/ 155575 w 51"/>
              <a:gd name="T25" fmla="*/ 123825 h 51"/>
              <a:gd name="T26" fmla="*/ 158750 w 51"/>
              <a:gd name="T27" fmla="*/ 127000 h 51"/>
              <a:gd name="T28" fmla="*/ 158750 w 51"/>
              <a:gd name="T29" fmla="*/ 139700 h 51"/>
              <a:gd name="T30" fmla="*/ 155575 w 51"/>
              <a:gd name="T31" fmla="*/ 146050 h 51"/>
              <a:gd name="T32" fmla="*/ 149225 w 51"/>
              <a:gd name="T33" fmla="*/ 152400 h 51"/>
              <a:gd name="T34" fmla="*/ 85725 w 51"/>
              <a:gd name="T35" fmla="*/ 155575 h 51"/>
              <a:gd name="T36" fmla="*/ 6350 w 51"/>
              <a:gd name="T37" fmla="*/ 73025 h 51"/>
              <a:gd name="T38" fmla="*/ 9525 w 51"/>
              <a:gd name="T39" fmla="*/ 12700 h 51"/>
              <a:gd name="T40" fmla="*/ 9525 w 51"/>
              <a:gd name="T41" fmla="*/ 12700 h 51"/>
              <a:gd name="T42" fmla="*/ 19050 w 51"/>
              <a:gd name="T43" fmla="*/ 0 h 51"/>
              <a:gd name="T44" fmla="*/ 25400 w 51"/>
              <a:gd name="T45" fmla="*/ 0 h 51"/>
              <a:gd name="T46" fmla="*/ 31750 w 51"/>
              <a:gd name="T47" fmla="*/ 3175 h 51"/>
              <a:gd name="T48" fmla="*/ 50800 w 51"/>
              <a:gd name="T49" fmla="*/ 44450 h 51"/>
              <a:gd name="T50" fmla="*/ 28575 w 51"/>
              <a:gd name="T51" fmla="*/ 12700 h 51"/>
              <a:gd name="T52" fmla="*/ 28575 w 51"/>
              <a:gd name="T53" fmla="*/ 12700 h 51"/>
              <a:gd name="T54" fmla="*/ 25400 w 51"/>
              <a:gd name="T55" fmla="*/ 12700 h 51"/>
              <a:gd name="T56" fmla="*/ 25400 w 51"/>
              <a:gd name="T57" fmla="*/ 12700 h 51"/>
              <a:gd name="T58" fmla="*/ 19050 w 51"/>
              <a:gd name="T59" fmla="*/ 19050 h 51"/>
              <a:gd name="T60" fmla="*/ 19050 w 51"/>
              <a:gd name="T61" fmla="*/ 69850 h 51"/>
              <a:gd name="T62" fmla="*/ 92075 w 51"/>
              <a:gd name="T63" fmla="*/ 142875 h 51"/>
              <a:gd name="T64" fmla="*/ 142875 w 51"/>
              <a:gd name="T65" fmla="*/ 139700 h 51"/>
              <a:gd name="T66" fmla="*/ 146050 w 51"/>
              <a:gd name="T67" fmla="*/ 136525 h 51"/>
              <a:gd name="T68" fmla="*/ 149225 w 51"/>
              <a:gd name="T69" fmla="*/ 136525 h 51"/>
              <a:gd name="T70" fmla="*/ 149225 w 51"/>
              <a:gd name="T71" fmla="*/ 133350 h 51"/>
              <a:gd name="T72" fmla="*/ 149225 w 51"/>
              <a:gd name="T73" fmla="*/ 133350 h 51"/>
              <a:gd name="T74" fmla="*/ 146050 w 51"/>
              <a:gd name="T75" fmla="*/ 133350 h 51"/>
              <a:gd name="T76" fmla="*/ 117475 w 51"/>
              <a:gd name="T77" fmla="*/ 107950 h 51"/>
              <a:gd name="T78" fmla="*/ 117475 w 51"/>
              <a:gd name="T79" fmla="*/ 107950 h 51"/>
              <a:gd name="T80" fmla="*/ 114300 w 51"/>
              <a:gd name="T81" fmla="*/ 107950 h 51"/>
              <a:gd name="T82" fmla="*/ 114300 w 51"/>
              <a:gd name="T83" fmla="*/ 107950 h 51"/>
              <a:gd name="T84" fmla="*/ 114300 w 51"/>
              <a:gd name="T85" fmla="*/ 111125 h 51"/>
              <a:gd name="T86" fmla="*/ 114300 w 51"/>
              <a:gd name="T87" fmla="*/ 111125 h 51"/>
              <a:gd name="T88" fmla="*/ 101600 w 51"/>
              <a:gd name="T89" fmla="*/ 123825 h 51"/>
              <a:gd name="T90" fmla="*/ 57150 w 51"/>
              <a:gd name="T91" fmla="*/ 104775 h 51"/>
              <a:gd name="T92" fmla="*/ 38100 w 51"/>
              <a:gd name="T93" fmla="*/ 82550 h 51"/>
              <a:gd name="T94" fmla="*/ 38100 w 51"/>
              <a:gd name="T95" fmla="*/ 57150 h 51"/>
              <a:gd name="T96" fmla="*/ 50800 w 51"/>
              <a:gd name="T97" fmla="*/ 47625 h 51"/>
              <a:gd name="T98" fmla="*/ 50800 w 51"/>
              <a:gd name="T99" fmla="*/ 47625 h 51"/>
              <a:gd name="T100" fmla="*/ 50800 w 51"/>
              <a:gd name="T101" fmla="*/ 44450 h 51"/>
              <a:gd name="T102" fmla="*/ 50800 w 51"/>
              <a:gd name="T103" fmla="*/ 44450 h 51"/>
              <a:gd name="T104" fmla="*/ 38100 w 51"/>
              <a:gd name="T105" fmla="*/ 6350 h 51"/>
              <a:gd name="T106" fmla="*/ 38100 w 51"/>
              <a:gd name="T107" fmla="*/ 6350 h 51"/>
              <a:gd name="T108" fmla="*/ 38100 w 51"/>
              <a:gd name="T109" fmla="*/ 6350 h 51"/>
              <a:gd name="T110" fmla="*/ 38100 w 51"/>
              <a:gd name="T111" fmla="*/ 6350 h 5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1" h="51">
                <a:moveTo>
                  <a:pt x="12" y="2"/>
                </a:moveTo>
                <a:cubicBezTo>
                  <a:pt x="19" y="11"/>
                  <a:pt x="19" y="11"/>
                  <a:pt x="19" y="11"/>
                </a:cubicBezTo>
                <a:cubicBezTo>
                  <a:pt x="19" y="12"/>
                  <a:pt x="19" y="12"/>
                  <a:pt x="19" y="12"/>
                </a:cubicBezTo>
                <a:cubicBezTo>
                  <a:pt x="20" y="12"/>
                  <a:pt x="20" y="13"/>
                  <a:pt x="20" y="13"/>
                </a:cubicBezTo>
                <a:cubicBezTo>
                  <a:pt x="20" y="14"/>
                  <a:pt x="20" y="14"/>
                  <a:pt x="20" y="15"/>
                </a:cubicBezTo>
                <a:cubicBezTo>
                  <a:pt x="20" y="16"/>
                  <a:pt x="20" y="16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19" y="17"/>
                  <a:pt x="19" y="18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5" y="21"/>
                  <a:pt x="15" y="21"/>
                  <a:pt x="15" y="21"/>
                </a:cubicBezTo>
                <a:cubicBezTo>
                  <a:pt x="14" y="21"/>
                  <a:pt x="14" y="22"/>
                  <a:pt x="15" y="24"/>
                </a:cubicBezTo>
                <a:cubicBezTo>
                  <a:pt x="17" y="26"/>
                  <a:pt x="18" y="28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2" y="32"/>
                  <a:pt x="24" y="34"/>
                  <a:pt x="27" y="35"/>
                </a:cubicBezTo>
                <a:cubicBezTo>
                  <a:pt x="28" y="36"/>
                  <a:pt x="29" y="36"/>
                  <a:pt x="30" y="36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1"/>
                  <a:pt x="34" y="31"/>
                </a:cubicBezTo>
                <a:cubicBezTo>
                  <a:pt x="34" y="31"/>
                  <a:pt x="35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0"/>
                  <a:pt x="37" y="30"/>
                  <a:pt x="38" y="30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9" y="31"/>
                  <a:pt x="39" y="31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39"/>
                  <a:pt x="50" y="40"/>
                  <a:pt x="50" y="40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41"/>
                  <a:pt x="51" y="42"/>
                  <a:pt x="51" y="42"/>
                </a:cubicBezTo>
                <a:cubicBezTo>
                  <a:pt x="51" y="43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5"/>
                  <a:pt x="50" y="45"/>
                  <a:pt x="49" y="46"/>
                </a:cubicBezTo>
                <a:cubicBezTo>
                  <a:pt x="48" y="46"/>
                  <a:pt x="48" y="47"/>
                  <a:pt x="47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6" y="48"/>
                  <a:pt x="45" y="49"/>
                  <a:pt x="44" y="49"/>
                </a:cubicBezTo>
                <a:cubicBezTo>
                  <a:pt x="38" y="51"/>
                  <a:pt x="33" y="50"/>
                  <a:pt x="27" y="49"/>
                </a:cubicBezTo>
                <a:cubicBezTo>
                  <a:pt x="22" y="47"/>
                  <a:pt x="16" y="43"/>
                  <a:pt x="12" y="39"/>
                </a:cubicBezTo>
                <a:cubicBezTo>
                  <a:pt x="7" y="34"/>
                  <a:pt x="4" y="29"/>
                  <a:pt x="2" y="23"/>
                </a:cubicBezTo>
                <a:cubicBezTo>
                  <a:pt x="0" y="18"/>
                  <a:pt x="0" y="12"/>
                  <a:pt x="2" y="7"/>
                </a:cubicBezTo>
                <a:cubicBezTo>
                  <a:pt x="2" y="6"/>
                  <a:pt x="3" y="5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4" y="3"/>
                  <a:pt x="4" y="2"/>
                  <a:pt x="5" y="2"/>
                </a:cubicBezTo>
                <a:cubicBezTo>
                  <a:pt x="5" y="1"/>
                  <a:pt x="6" y="1"/>
                  <a:pt x="6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8" y="0"/>
                  <a:pt x="8" y="0"/>
                </a:cubicBezTo>
                <a:cubicBezTo>
                  <a:pt x="9" y="0"/>
                  <a:pt x="10" y="0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2" y="2"/>
                  <a:pt x="12" y="2"/>
                  <a:pt x="12" y="2"/>
                </a:cubicBezTo>
                <a:close/>
                <a:moveTo>
                  <a:pt x="16" y="14"/>
                </a:moveTo>
                <a:cubicBezTo>
                  <a:pt x="16" y="14"/>
                  <a:pt x="16" y="14"/>
                  <a:pt x="16" y="1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7" y="5"/>
                  <a:pt x="7" y="5"/>
                  <a:pt x="6" y="6"/>
                </a:cubicBezTo>
                <a:cubicBezTo>
                  <a:pt x="6" y="6"/>
                  <a:pt x="6" y="7"/>
                  <a:pt x="5" y="8"/>
                </a:cubicBezTo>
                <a:cubicBezTo>
                  <a:pt x="4" y="13"/>
                  <a:pt x="4" y="17"/>
                  <a:pt x="6" y="22"/>
                </a:cubicBezTo>
                <a:cubicBezTo>
                  <a:pt x="7" y="27"/>
                  <a:pt x="10" y="32"/>
                  <a:pt x="15" y="36"/>
                </a:cubicBezTo>
                <a:cubicBezTo>
                  <a:pt x="19" y="40"/>
                  <a:pt x="24" y="43"/>
                  <a:pt x="29" y="45"/>
                </a:cubicBezTo>
                <a:cubicBezTo>
                  <a:pt x="33" y="47"/>
                  <a:pt x="38" y="47"/>
                  <a:pt x="42" y="45"/>
                </a:cubicBezTo>
                <a:cubicBezTo>
                  <a:pt x="43" y="45"/>
                  <a:pt x="44" y="45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5" y="44"/>
                  <a:pt x="46" y="43"/>
                  <a:pt x="46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6" y="42"/>
                </a:cubicBezTo>
                <a:cubicBezTo>
                  <a:pt x="46" y="42"/>
                  <a:pt x="46" y="42"/>
                  <a:pt x="46" y="42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2" y="39"/>
                  <a:pt x="32" y="39"/>
                </a:cubicBezTo>
                <a:cubicBezTo>
                  <a:pt x="32" y="39"/>
                  <a:pt x="29" y="42"/>
                  <a:pt x="25" y="39"/>
                </a:cubicBezTo>
                <a:cubicBezTo>
                  <a:pt x="22" y="37"/>
                  <a:pt x="20" y="35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6" y="31"/>
                  <a:pt x="14" y="29"/>
                  <a:pt x="12" y="26"/>
                </a:cubicBezTo>
                <a:cubicBezTo>
                  <a:pt x="9" y="22"/>
                  <a:pt x="12" y="19"/>
                  <a:pt x="12" y="19"/>
                </a:cubicBezTo>
                <a:cubicBezTo>
                  <a:pt x="12" y="18"/>
                  <a:pt x="12" y="18"/>
                  <a:pt x="12" y="18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6" name="Freeform 60">
            <a:extLst>
              <a:ext uri="{FF2B5EF4-FFF2-40B4-BE49-F238E27FC236}">
                <a16:creationId xmlns:a16="http://schemas.microsoft.com/office/drawing/2014/main" id="{444E1EC4-5384-7E73-4A92-3A812F0E4402}"/>
              </a:ext>
            </a:extLst>
          </p:cNvPr>
          <p:cNvSpPr>
            <a:spLocks noEditPoints="1"/>
          </p:cNvSpPr>
          <p:nvPr/>
        </p:nvSpPr>
        <p:spPr bwMode="auto">
          <a:xfrm>
            <a:off x="10644119" y="1746698"/>
            <a:ext cx="215900" cy="218016"/>
          </a:xfrm>
          <a:custGeom>
            <a:avLst/>
            <a:gdLst>
              <a:gd name="T0" fmla="*/ 63500 w 51"/>
              <a:gd name="T1" fmla="*/ 35267 h 51"/>
              <a:gd name="T2" fmla="*/ 63500 w 51"/>
              <a:gd name="T3" fmla="*/ 51298 h 51"/>
              <a:gd name="T4" fmla="*/ 60325 w 51"/>
              <a:gd name="T5" fmla="*/ 57710 h 51"/>
              <a:gd name="T6" fmla="*/ 66675 w 51"/>
              <a:gd name="T7" fmla="*/ 96184 h 51"/>
              <a:gd name="T8" fmla="*/ 85725 w 51"/>
              <a:gd name="T9" fmla="*/ 112214 h 51"/>
              <a:gd name="T10" fmla="*/ 104775 w 51"/>
              <a:gd name="T11" fmla="*/ 102596 h 51"/>
              <a:gd name="T12" fmla="*/ 114300 w 51"/>
              <a:gd name="T13" fmla="*/ 96184 h 51"/>
              <a:gd name="T14" fmla="*/ 120650 w 51"/>
              <a:gd name="T15" fmla="*/ 96184 h 51"/>
              <a:gd name="T16" fmla="*/ 155575 w 51"/>
              <a:gd name="T17" fmla="*/ 121832 h 51"/>
              <a:gd name="T18" fmla="*/ 161925 w 51"/>
              <a:gd name="T19" fmla="*/ 134657 h 51"/>
              <a:gd name="T20" fmla="*/ 158750 w 51"/>
              <a:gd name="T21" fmla="*/ 147481 h 51"/>
              <a:gd name="T22" fmla="*/ 139700 w 51"/>
              <a:gd name="T23" fmla="*/ 157100 h 51"/>
              <a:gd name="T24" fmla="*/ 6350 w 51"/>
              <a:gd name="T25" fmla="*/ 73741 h 51"/>
              <a:gd name="T26" fmla="*/ 12700 w 51"/>
              <a:gd name="T27" fmla="*/ 12824 h 51"/>
              <a:gd name="T28" fmla="*/ 22225 w 51"/>
              <a:gd name="T29" fmla="*/ 0 h 51"/>
              <a:gd name="T30" fmla="*/ 34925 w 51"/>
              <a:gd name="T31" fmla="*/ 0 h 51"/>
              <a:gd name="T32" fmla="*/ 53975 w 51"/>
              <a:gd name="T33" fmla="*/ 41680 h 51"/>
              <a:gd name="T34" fmla="*/ 28575 w 51"/>
              <a:gd name="T35" fmla="*/ 12824 h 51"/>
              <a:gd name="T36" fmla="*/ 28575 w 51"/>
              <a:gd name="T37" fmla="*/ 12824 h 51"/>
              <a:gd name="T38" fmla="*/ 25400 w 51"/>
              <a:gd name="T39" fmla="*/ 12824 h 51"/>
              <a:gd name="T40" fmla="*/ 19050 w 51"/>
              <a:gd name="T41" fmla="*/ 70535 h 51"/>
              <a:gd name="T42" fmla="*/ 136525 w 51"/>
              <a:gd name="T43" fmla="*/ 144275 h 51"/>
              <a:gd name="T44" fmla="*/ 149225 w 51"/>
              <a:gd name="T45" fmla="*/ 137863 h 51"/>
              <a:gd name="T46" fmla="*/ 149225 w 51"/>
              <a:gd name="T47" fmla="*/ 134657 h 51"/>
              <a:gd name="T48" fmla="*/ 149225 w 51"/>
              <a:gd name="T49" fmla="*/ 134657 h 51"/>
              <a:gd name="T50" fmla="*/ 117475 w 51"/>
              <a:gd name="T51" fmla="*/ 109008 h 51"/>
              <a:gd name="T52" fmla="*/ 117475 w 51"/>
              <a:gd name="T53" fmla="*/ 109008 h 51"/>
              <a:gd name="T54" fmla="*/ 117475 w 51"/>
              <a:gd name="T55" fmla="*/ 109008 h 51"/>
              <a:gd name="T56" fmla="*/ 114300 w 51"/>
              <a:gd name="T57" fmla="*/ 109008 h 51"/>
              <a:gd name="T58" fmla="*/ 104775 w 51"/>
              <a:gd name="T59" fmla="*/ 125039 h 51"/>
              <a:gd name="T60" fmla="*/ 57150 w 51"/>
              <a:gd name="T61" fmla="*/ 105802 h 51"/>
              <a:gd name="T62" fmla="*/ 41275 w 51"/>
              <a:gd name="T63" fmla="*/ 57710 h 51"/>
              <a:gd name="T64" fmla="*/ 53975 w 51"/>
              <a:gd name="T65" fmla="*/ 48092 h 51"/>
              <a:gd name="T66" fmla="*/ 53975 w 51"/>
              <a:gd name="T67" fmla="*/ 44886 h 51"/>
              <a:gd name="T68" fmla="*/ 136525 w 51"/>
              <a:gd name="T69" fmla="*/ 28855 h 51"/>
              <a:gd name="T70" fmla="*/ 136525 w 51"/>
              <a:gd name="T71" fmla="*/ 22443 h 51"/>
              <a:gd name="T72" fmla="*/ 117475 w 51"/>
              <a:gd name="T73" fmla="*/ 0 h 51"/>
              <a:gd name="T74" fmla="*/ 88900 w 51"/>
              <a:gd name="T75" fmla="*/ 22443 h 51"/>
              <a:gd name="T76" fmla="*/ 88900 w 51"/>
              <a:gd name="T77" fmla="*/ 25649 h 51"/>
              <a:gd name="T78" fmla="*/ 88900 w 51"/>
              <a:gd name="T79" fmla="*/ 25649 h 51"/>
              <a:gd name="T80" fmla="*/ 88900 w 51"/>
              <a:gd name="T81" fmla="*/ 25649 h 51"/>
              <a:gd name="T82" fmla="*/ 88900 w 51"/>
              <a:gd name="T83" fmla="*/ 25649 h 51"/>
              <a:gd name="T84" fmla="*/ 88900 w 51"/>
              <a:gd name="T85" fmla="*/ 25649 h 51"/>
              <a:gd name="T86" fmla="*/ 88900 w 51"/>
              <a:gd name="T87" fmla="*/ 28855 h 51"/>
              <a:gd name="T88" fmla="*/ 88900 w 51"/>
              <a:gd name="T89" fmla="*/ 28855 h 51"/>
              <a:gd name="T90" fmla="*/ 88900 w 51"/>
              <a:gd name="T91" fmla="*/ 28855 h 51"/>
              <a:gd name="T92" fmla="*/ 114300 w 51"/>
              <a:gd name="T93" fmla="*/ 51298 h 51"/>
              <a:gd name="T94" fmla="*/ 101600 w 51"/>
              <a:gd name="T95" fmla="*/ 28855 h 51"/>
              <a:gd name="T96" fmla="*/ 38100 w 51"/>
              <a:gd name="T97" fmla="*/ 6412 h 51"/>
              <a:gd name="T98" fmla="*/ 38100 w 51"/>
              <a:gd name="T99" fmla="*/ 6412 h 51"/>
              <a:gd name="T100" fmla="*/ 38100 w 51"/>
              <a:gd name="T101" fmla="*/ 6412 h 51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1" h="51">
                <a:moveTo>
                  <a:pt x="12" y="2"/>
                </a:move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2"/>
                  <a:pt x="21" y="12"/>
                  <a:pt x="21" y="13"/>
                </a:cubicBezTo>
                <a:cubicBezTo>
                  <a:pt x="21" y="13"/>
                  <a:pt x="21" y="14"/>
                  <a:pt x="21" y="15"/>
                </a:cubicBezTo>
                <a:cubicBezTo>
                  <a:pt x="21" y="15"/>
                  <a:pt x="20" y="16"/>
                  <a:pt x="20" y="16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19" y="17"/>
                  <a:pt x="19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5" y="21"/>
                  <a:pt x="15" y="21"/>
                  <a:pt x="15" y="21"/>
                </a:cubicBezTo>
                <a:cubicBezTo>
                  <a:pt x="15" y="21"/>
                  <a:pt x="15" y="22"/>
                  <a:pt x="16" y="24"/>
                </a:cubicBezTo>
                <a:cubicBezTo>
                  <a:pt x="17" y="26"/>
                  <a:pt x="19" y="28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3" y="32"/>
                  <a:pt x="25" y="34"/>
                  <a:pt x="27" y="35"/>
                </a:cubicBezTo>
                <a:cubicBezTo>
                  <a:pt x="29" y="36"/>
                  <a:pt x="30" y="36"/>
                  <a:pt x="30" y="36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1"/>
                  <a:pt x="34" y="31"/>
                  <a:pt x="34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5" y="30"/>
                  <a:pt x="36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7" y="30"/>
                  <a:pt x="38" y="30"/>
                  <a:pt x="38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9" y="30"/>
                  <a:pt x="39" y="31"/>
                  <a:pt x="40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39"/>
                  <a:pt x="49" y="39"/>
                  <a:pt x="49" y="39"/>
                </a:cubicBezTo>
                <a:cubicBezTo>
                  <a:pt x="50" y="39"/>
                  <a:pt x="50" y="39"/>
                  <a:pt x="51" y="40"/>
                </a:cubicBezTo>
                <a:cubicBezTo>
                  <a:pt x="51" y="41"/>
                  <a:pt x="51" y="41"/>
                  <a:pt x="51" y="42"/>
                </a:cubicBezTo>
                <a:cubicBezTo>
                  <a:pt x="51" y="43"/>
                  <a:pt x="51" y="43"/>
                  <a:pt x="51" y="44"/>
                </a:cubicBezTo>
                <a:cubicBezTo>
                  <a:pt x="51" y="44"/>
                  <a:pt x="51" y="44"/>
                  <a:pt x="51" y="44"/>
                </a:cubicBezTo>
                <a:cubicBezTo>
                  <a:pt x="51" y="45"/>
                  <a:pt x="50" y="45"/>
                  <a:pt x="50" y="46"/>
                </a:cubicBezTo>
                <a:cubicBezTo>
                  <a:pt x="49" y="46"/>
                  <a:pt x="48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6" y="48"/>
                  <a:pt x="45" y="48"/>
                  <a:pt x="44" y="49"/>
                </a:cubicBezTo>
                <a:cubicBezTo>
                  <a:pt x="39" y="51"/>
                  <a:pt x="33" y="50"/>
                  <a:pt x="28" y="48"/>
                </a:cubicBezTo>
                <a:cubicBezTo>
                  <a:pt x="22" y="47"/>
                  <a:pt x="17" y="43"/>
                  <a:pt x="12" y="39"/>
                </a:cubicBezTo>
                <a:cubicBezTo>
                  <a:pt x="8" y="34"/>
                  <a:pt x="4" y="29"/>
                  <a:pt x="2" y="23"/>
                </a:cubicBezTo>
                <a:cubicBezTo>
                  <a:pt x="1" y="18"/>
                  <a:pt x="0" y="12"/>
                  <a:pt x="2" y="7"/>
                </a:cubicBezTo>
                <a:cubicBezTo>
                  <a:pt x="3" y="6"/>
                  <a:pt x="3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3"/>
                  <a:pt x="5" y="2"/>
                  <a:pt x="5" y="1"/>
                </a:cubicBezTo>
                <a:cubicBezTo>
                  <a:pt x="6" y="1"/>
                  <a:pt x="6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8" y="0"/>
                  <a:pt x="8" y="0"/>
                  <a:pt x="9" y="0"/>
                </a:cubicBezTo>
                <a:cubicBezTo>
                  <a:pt x="10" y="0"/>
                  <a:pt x="10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2" y="2"/>
                  <a:pt x="12" y="2"/>
                  <a:pt x="12" y="2"/>
                </a:cubicBezTo>
                <a:close/>
                <a:moveTo>
                  <a:pt x="17" y="13"/>
                </a:moveTo>
                <a:cubicBezTo>
                  <a:pt x="17" y="13"/>
                  <a:pt x="17" y="13"/>
                  <a:pt x="17" y="13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7" y="5"/>
                  <a:pt x="7" y="6"/>
                </a:cubicBezTo>
                <a:cubicBezTo>
                  <a:pt x="6" y="6"/>
                  <a:pt x="6" y="7"/>
                  <a:pt x="6" y="8"/>
                </a:cubicBezTo>
                <a:cubicBezTo>
                  <a:pt x="4" y="12"/>
                  <a:pt x="5" y="17"/>
                  <a:pt x="6" y="22"/>
                </a:cubicBezTo>
                <a:cubicBezTo>
                  <a:pt x="8" y="27"/>
                  <a:pt x="11" y="32"/>
                  <a:pt x="15" y="36"/>
                </a:cubicBezTo>
                <a:cubicBezTo>
                  <a:pt x="19" y="40"/>
                  <a:pt x="24" y="43"/>
                  <a:pt x="29" y="45"/>
                </a:cubicBezTo>
                <a:cubicBezTo>
                  <a:pt x="34" y="46"/>
                  <a:pt x="39" y="47"/>
                  <a:pt x="43" y="45"/>
                </a:cubicBezTo>
                <a:cubicBezTo>
                  <a:pt x="44" y="45"/>
                  <a:pt x="45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6" y="44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1"/>
                  <a:pt x="47" y="41"/>
                  <a:pt x="47" y="41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3" y="39"/>
                  <a:pt x="33" y="39"/>
                </a:cubicBezTo>
                <a:cubicBezTo>
                  <a:pt x="33" y="39"/>
                  <a:pt x="29" y="41"/>
                  <a:pt x="25" y="38"/>
                </a:cubicBezTo>
                <a:cubicBezTo>
                  <a:pt x="23" y="37"/>
                  <a:pt x="20" y="35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6" y="31"/>
                  <a:pt x="14" y="28"/>
                  <a:pt x="13" y="26"/>
                </a:cubicBezTo>
                <a:cubicBezTo>
                  <a:pt x="10" y="22"/>
                  <a:pt x="12" y="18"/>
                  <a:pt x="12" y="18"/>
                </a:cubicBezTo>
                <a:cubicBezTo>
                  <a:pt x="12" y="18"/>
                  <a:pt x="12" y="18"/>
                  <a:pt x="13" y="18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3"/>
                  <a:pt x="17" y="13"/>
                  <a:pt x="17" y="13"/>
                </a:cubicBezTo>
                <a:close/>
                <a:moveTo>
                  <a:pt x="43" y="9"/>
                </a:moveTo>
                <a:cubicBezTo>
                  <a:pt x="43" y="9"/>
                  <a:pt x="43" y="9"/>
                  <a:pt x="43" y="9"/>
                </a:cubicBezTo>
                <a:cubicBezTo>
                  <a:pt x="44" y="9"/>
                  <a:pt x="44" y="9"/>
                  <a:pt x="44" y="8"/>
                </a:cubicBezTo>
                <a:cubicBezTo>
                  <a:pt x="44" y="8"/>
                  <a:pt x="44" y="7"/>
                  <a:pt x="43" y="7"/>
                </a:cubicBezTo>
                <a:cubicBezTo>
                  <a:pt x="32" y="7"/>
                  <a:pt x="32" y="7"/>
                  <a:pt x="32" y="7"/>
                </a:cubicBezTo>
                <a:cubicBezTo>
                  <a:pt x="37" y="2"/>
                  <a:pt x="37" y="2"/>
                  <a:pt x="37" y="2"/>
                </a:cubicBezTo>
                <a:cubicBezTo>
                  <a:pt x="38" y="1"/>
                  <a:pt x="38" y="1"/>
                  <a:pt x="37" y="0"/>
                </a:cubicBezTo>
                <a:cubicBezTo>
                  <a:pt x="37" y="0"/>
                  <a:pt x="36" y="0"/>
                  <a:pt x="36" y="0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17"/>
                  <a:pt x="37" y="17"/>
                  <a:pt x="37" y="16"/>
                </a:cubicBezTo>
                <a:cubicBezTo>
                  <a:pt x="38" y="16"/>
                  <a:pt x="38" y="15"/>
                  <a:pt x="37" y="15"/>
                </a:cubicBezTo>
                <a:cubicBezTo>
                  <a:pt x="32" y="9"/>
                  <a:pt x="32" y="9"/>
                  <a:pt x="32" y="9"/>
                </a:cubicBezTo>
                <a:cubicBezTo>
                  <a:pt x="43" y="9"/>
                  <a:pt x="43" y="9"/>
                  <a:pt x="43" y="9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7" name="Freeform 61">
            <a:extLst>
              <a:ext uri="{FF2B5EF4-FFF2-40B4-BE49-F238E27FC236}">
                <a16:creationId xmlns:a16="http://schemas.microsoft.com/office/drawing/2014/main" id="{DB513D31-D099-D7F1-F6D6-DF6C4DBF4A96}"/>
              </a:ext>
            </a:extLst>
          </p:cNvPr>
          <p:cNvSpPr>
            <a:spLocks noEditPoints="1"/>
          </p:cNvSpPr>
          <p:nvPr/>
        </p:nvSpPr>
        <p:spPr bwMode="auto">
          <a:xfrm>
            <a:off x="11016651" y="1746698"/>
            <a:ext cx="218016" cy="218016"/>
          </a:xfrm>
          <a:custGeom>
            <a:avLst/>
            <a:gdLst>
              <a:gd name="T0" fmla="*/ 60916 w 51"/>
              <a:gd name="T1" fmla="*/ 35267 h 51"/>
              <a:gd name="T2" fmla="*/ 64122 w 51"/>
              <a:gd name="T3" fmla="*/ 51298 h 51"/>
              <a:gd name="T4" fmla="*/ 57710 w 51"/>
              <a:gd name="T5" fmla="*/ 57710 h 51"/>
              <a:gd name="T6" fmla="*/ 64122 w 51"/>
              <a:gd name="T7" fmla="*/ 96184 h 51"/>
              <a:gd name="T8" fmla="*/ 86565 w 51"/>
              <a:gd name="T9" fmla="*/ 112214 h 51"/>
              <a:gd name="T10" fmla="*/ 109008 w 51"/>
              <a:gd name="T11" fmla="*/ 99390 h 51"/>
              <a:gd name="T12" fmla="*/ 121832 w 51"/>
              <a:gd name="T13" fmla="*/ 96184 h 51"/>
              <a:gd name="T14" fmla="*/ 125039 w 51"/>
              <a:gd name="T15" fmla="*/ 99390 h 51"/>
              <a:gd name="T16" fmla="*/ 160306 w 51"/>
              <a:gd name="T17" fmla="*/ 128245 h 51"/>
              <a:gd name="T18" fmla="*/ 160306 w 51"/>
              <a:gd name="T19" fmla="*/ 141069 h 51"/>
              <a:gd name="T20" fmla="*/ 150688 w 51"/>
              <a:gd name="T21" fmla="*/ 150688 h 51"/>
              <a:gd name="T22" fmla="*/ 38473 w 51"/>
              <a:gd name="T23" fmla="*/ 125039 h 51"/>
              <a:gd name="T24" fmla="*/ 9618 w 51"/>
              <a:gd name="T25" fmla="*/ 12824 h 51"/>
              <a:gd name="T26" fmla="*/ 19237 w 51"/>
              <a:gd name="T27" fmla="*/ 0 h 51"/>
              <a:gd name="T28" fmla="*/ 32061 w 51"/>
              <a:gd name="T29" fmla="*/ 0 h 51"/>
              <a:gd name="T30" fmla="*/ 51298 w 51"/>
              <a:gd name="T31" fmla="*/ 41680 h 51"/>
              <a:gd name="T32" fmla="*/ 28855 w 51"/>
              <a:gd name="T33" fmla="*/ 12824 h 51"/>
              <a:gd name="T34" fmla="*/ 25649 w 51"/>
              <a:gd name="T35" fmla="*/ 12824 h 51"/>
              <a:gd name="T36" fmla="*/ 25649 w 51"/>
              <a:gd name="T37" fmla="*/ 12824 h 51"/>
              <a:gd name="T38" fmla="*/ 16031 w 51"/>
              <a:gd name="T39" fmla="*/ 25649 h 51"/>
              <a:gd name="T40" fmla="*/ 92977 w 51"/>
              <a:gd name="T41" fmla="*/ 144275 h 51"/>
              <a:gd name="T42" fmla="*/ 144275 w 51"/>
              <a:gd name="T43" fmla="*/ 141069 h 51"/>
              <a:gd name="T44" fmla="*/ 150688 w 51"/>
              <a:gd name="T45" fmla="*/ 137863 h 51"/>
              <a:gd name="T46" fmla="*/ 150688 w 51"/>
              <a:gd name="T47" fmla="*/ 134657 h 51"/>
              <a:gd name="T48" fmla="*/ 147481 w 51"/>
              <a:gd name="T49" fmla="*/ 131451 h 51"/>
              <a:gd name="T50" fmla="*/ 118626 w 51"/>
              <a:gd name="T51" fmla="*/ 109008 h 51"/>
              <a:gd name="T52" fmla="*/ 115420 w 51"/>
              <a:gd name="T53" fmla="*/ 109008 h 51"/>
              <a:gd name="T54" fmla="*/ 115420 w 51"/>
              <a:gd name="T55" fmla="*/ 109008 h 51"/>
              <a:gd name="T56" fmla="*/ 102596 w 51"/>
              <a:gd name="T57" fmla="*/ 125039 h 51"/>
              <a:gd name="T58" fmla="*/ 57710 w 51"/>
              <a:gd name="T59" fmla="*/ 105802 h 51"/>
              <a:gd name="T60" fmla="*/ 38473 w 51"/>
              <a:gd name="T61" fmla="*/ 57710 h 51"/>
              <a:gd name="T62" fmla="*/ 51298 w 51"/>
              <a:gd name="T63" fmla="*/ 48092 h 51"/>
              <a:gd name="T64" fmla="*/ 51298 w 51"/>
              <a:gd name="T65" fmla="*/ 44886 h 51"/>
              <a:gd name="T66" fmla="*/ 51298 w 51"/>
              <a:gd name="T67" fmla="*/ 41680 h 51"/>
              <a:gd name="T68" fmla="*/ 128245 w 51"/>
              <a:gd name="T69" fmla="*/ 28855 h 51"/>
              <a:gd name="T70" fmla="*/ 115420 w 51"/>
              <a:gd name="T71" fmla="*/ 51298 h 51"/>
              <a:gd name="T72" fmla="*/ 137863 w 51"/>
              <a:gd name="T73" fmla="*/ 28855 h 51"/>
              <a:gd name="T74" fmla="*/ 137863 w 51"/>
              <a:gd name="T75" fmla="*/ 28855 h 51"/>
              <a:gd name="T76" fmla="*/ 141069 w 51"/>
              <a:gd name="T77" fmla="*/ 28855 h 51"/>
              <a:gd name="T78" fmla="*/ 141069 w 51"/>
              <a:gd name="T79" fmla="*/ 25649 h 51"/>
              <a:gd name="T80" fmla="*/ 141069 w 51"/>
              <a:gd name="T81" fmla="*/ 25649 h 51"/>
              <a:gd name="T82" fmla="*/ 141069 w 51"/>
              <a:gd name="T83" fmla="*/ 25649 h 51"/>
              <a:gd name="T84" fmla="*/ 141069 w 51"/>
              <a:gd name="T85" fmla="*/ 25649 h 51"/>
              <a:gd name="T86" fmla="*/ 137863 w 51"/>
              <a:gd name="T87" fmla="*/ 25649 h 51"/>
              <a:gd name="T88" fmla="*/ 137863 w 51"/>
              <a:gd name="T89" fmla="*/ 22443 h 51"/>
              <a:gd name="T90" fmla="*/ 109008 w 51"/>
              <a:gd name="T91" fmla="*/ 0 h 51"/>
              <a:gd name="T92" fmla="*/ 92977 w 51"/>
              <a:gd name="T93" fmla="*/ 22443 h 51"/>
              <a:gd name="T94" fmla="*/ 38473 w 51"/>
              <a:gd name="T95" fmla="*/ 6412 h 51"/>
              <a:gd name="T96" fmla="*/ 38473 w 51"/>
              <a:gd name="T97" fmla="*/ 6412 h 5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" h="51">
                <a:moveTo>
                  <a:pt x="12" y="2"/>
                </a:move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20" y="12"/>
                  <a:pt x="20" y="12"/>
                  <a:pt x="20" y="13"/>
                </a:cubicBezTo>
                <a:cubicBezTo>
                  <a:pt x="20" y="13"/>
                  <a:pt x="20" y="14"/>
                  <a:pt x="20" y="15"/>
                </a:cubicBezTo>
                <a:cubicBezTo>
                  <a:pt x="20" y="15"/>
                  <a:pt x="20" y="16"/>
                  <a:pt x="20" y="16"/>
                </a:cubicBezTo>
                <a:cubicBezTo>
                  <a:pt x="20" y="17"/>
                  <a:pt x="20" y="17"/>
                  <a:pt x="20" y="17"/>
                </a:cubicBezTo>
                <a:cubicBezTo>
                  <a:pt x="19" y="17"/>
                  <a:pt x="19" y="17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5" y="21"/>
                  <a:pt x="15" y="21"/>
                  <a:pt x="15" y="21"/>
                </a:cubicBezTo>
                <a:cubicBezTo>
                  <a:pt x="14" y="21"/>
                  <a:pt x="14" y="22"/>
                  <a:pt x="15" y="24"/>
                </a:cubicBezTo>
                <a:cubicBezTo>
                  <a:pt x="17" y="26"/>
                  <a:pt x="18" y="28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2" y="32"/>
                  <a:pt x="24" y="34"/>
                  <a:pt x="27" y="35"/>
                </a:cubicBezTo>
                <a:cubicBezTo>
                  <a:pt x="28" y="36"/>
                  <a:pt x="29" y="36"/>
                  <a:pt x="30" y="36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1"/>
                  <a:pt x="33" y="31"/>
                  <a:pt x="34" y="31"/>
                </a:cubicBezTo>
                <a:cubicBezTo>
                  <a:pt x="34" y="30"/>
                  <a:pt x="35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0"/>
                  <a:pt x="37" y="30"/>
                  <a:pt x="38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9" y="31"/>
                  <a:pt x="39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39"/>
                  <a:pt x="50" y="39"/>
                  <a:pt x="50" y="40"/>
                </a:cubicBezTo>
                <a:cubicBezTo>
                  <a:pt x="50" y="41"/>
                  <a:pt x="51" y="41"/>
                  <a:pt x="51" y="42"/>
                </a:cubicBezTo>
                <a:cubicBezTo>
                  <a:pt x="51" y="43"/>
                  <a:pt x="50" y="43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5"/>
                  <a:pt x="50" y="45"/>
                  <a:pt x="49" y="46"/>
                </a:cubicBezTo>
                <a:cubicBezTo>
                  <a:pt x="48" y="46"/>
                  <a:pt x="48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6" y="48"/>
                  <a:pt x="45" y="48"/>
                  <a:pt x="44" y="49"/>
                </a:cubicBezTo>
                <a:cubicBezTo>
                  <a:pt x="38" y="51"/>
                  <a:pt x="33" y="50"/>
                  <a:pt x="27" y="48"/>
                </a:cubicBezTo>
                <a:cubicBezTo>
                  <a:pt x="22" y="47"/>
                  <a:pt x="16" y="43"/>
                  <a:pt x="12" y="39"/>
                </a:cubicBezTo>
                <a:cubicBezTo>
                  <a:pt x="7" y="34"/>
                  <a:pt x="4" y="29"/>
                  <a:pt x="2" y="23"/>
                </a:cubicBezTo>
                <a:cubicBezTo>
                  <a:pt x="0" y="18"/>
                  <a:pt x="0" y="12"/>
                  <a:pt x="2" y="7"/>
                </a:cubicBezTo>
                <a:cubicBezTo>
                  <a:pt x="2" y="6"/>
                  <a:pt x="2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4" y="3"/>
                  <a:pt x="4" y="2"/>
                  <a:pt x="5" y="1"/>
                </a:cubicBezTo>
                <a:cubicBezTo>
                  <a:pt x="5" y="1"/>
                  <a:pt x="6" y="0"/>
                  <a:pt x="6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8" y="0"/>
                  <a:pt x="8" y="0"/>
                </a:cubicBezTo>
                <a:cubicBezTo>
                  <a:pt x="9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2" y="2"/>
                  <a:pt x="12" y="2"/>
                  <a:pt x="12" y="2"/>
                </a:cubicBezTo>
                <a:close/>
                <a:moveTo>
                  <a:pt x="16" y="13"/>
                </a:moveTo>
                <a:cubicBezTo>
                  <a:pt x="16" y="13"/>
                  <a:pt x="16" y="13"/>
                  <a:pt x="16" y="13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7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7"/>
                  <a:pt x="5" y="8"/>
                </a:cubicBezTo>
                <a:cubicBezTo>
                  <a:pt x="4" y="12"/>
                  <a:pt x="4" y="17"/>
                  <a:pt x="6" y="22"/>
                </a:cubicBezTo>
                <a:cubicBezTo>
                  <a:pt x="7" y="27"/>
                  <a:pt x="10" y="32"/>
                  <a:pt x="15" y="36"/>
                </a:cubicBezTo>
                <a:cubicBezTo>
                  <a:pt x="19" y="40"/>
                  <a:pt x="23" y="43"/>
                  <a:pt x="29" y="45"/>
                </a:cubicBezTo>
                <a:cubicBezTo>
                  <a:pt x="33" y="46"/>
                  <a:pt x="38" y="47"/>
                  <a:pt x="42" y="45"/>
                </a:cubicBezTo>
                <a:cubicBezTo>
                  <a:pt x="43" y="45"/>
                  <a:pt x="44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5" y="44"/>
                  <a:pt x="46" y="43"/>
                  <a:pt x="46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6" y="42"/>
                </a:cubicBezTo>
                <a:cubicBezTo>
                  <a:pt x="46" y="41"/>
                  <a:pt x="46" y="41"/>
                  <a:pt x="46" y="41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2" y="39"/>
                  <a:pt x="32" y="39"/>
                </a:cubicBezTo>
                <a:cubicBezTo>
                  <a:pt x="32" y="39"/>
                  <a:pt x="29" y="41"/>
                  <a:pt x="25" y="38"/>
                </a:cubicBezTo>
                <a:cubicBezTo>
                  <a:pt x="22" y="37"/>
                  <a:pt x="20" y="35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6" y="31"/>
                  <a:pt x="14" y="28"/>
                  <a:pt x="12" y="26"/>
                </a:cubicBezTo>
                <a:cubicBezTo>
                  <a:pt x="9" y="22"/>
                  <a:pt x="11" y="18"/>
                  <a:pt x="11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3"/>
                  <a:pt x="16" y="13"/>
                  <a:pt x="16" y="13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6"/>
                  <a:pt x="34" y="16"/>
                </a:cubicBezTo>
                <a:cubicBezTo>
                  <a:pt x="35" y="17"/>
                  <a:pt x="36" y="17"/>
                  <a:pt x="36" y="16"/>
                </a:cubicBezTo>
                <a:cubicBezTo>
                  <a:pt x="43" y="9"/>
                  <a:pt x="43" y="9"/>
                  <a:pt x="43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5" y="0"/>
                  <a:pt x="34" y="0"/>
                </a:cubicBezTo>
                <a:cubicBezTo>
                  <a:pt x="34" y="1"/>
                  <a:pt x="34" y="1"/>
                  <a:pt x="34" y="2"/>
                </a:cubicBezTo>
                <a:cubicBezTo>
                  <a:pt x="40" y="7"/>
                  <a:pt x="40" y="7"/>
                  <a:pt x="40" y="7"/>
                </a:cubicBezTo>
                <a:cubicBezTo>
                  <a:pt x="29" y="7"/>
                  <a:pt x="29" y="7"/>
                  <a:pt x="29" y="7"/>
                </a:cubicBezTo>
                <a:cubicBezTo>
                  <a:pt x="28" y="7"/>
                  <a:pt x="27" y="8"/>
                  <a:pt x="27" y="8"/>
                </a:cubicBezTo>
                <a:cubicBezTo>
                  <a:pt x="27" y="9"/>
                  <a:pt x="28" y="9"/>
                  <a:pt x="29" y="9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8" name="Freeform 62">
            <a:extLst>
              <a:ext uri="{FF2B5EF4-FFF2-40B4-BE49-F238E27FC236}">
                <a16:creationId xmlns:a16="http://schemas.microsoft.com/office/drawing/2014/main" id="{7A349BF6-24FC-71F4-C8F5-B97F070A0886}"/>
              </a:ext>
            </a:extLst>
          </p:cNvPr>
          <p:cNvSpPr>
            <a:spLocks noEditPoints="1"/>
          </p:cNvSpPr>
          <p:nvPr/>
        </p:nvSpPr>
        <p:spPr bwMode="auto">
          <a:xfrm>
            <a:off x="7678667" y="1336065"/>
            <a:ext cx="211667" cy="211667"/>
          </a:xfrm>
          <a:custGeom>
            <a:avLst/>
            <a:gdLst>
              <a:gd name="T0" fmla="*/ 6350 w 50"/>
              <a:gd name="T1" fmla="*/ 0 h 50"/>
              <a:gd name="T2" fmla="*/ 76200 w 50"/>
              <a:gd name="T3" fmla="*/ 6350 h 50"/>
              <a:gd name="T4" fmla="*/ 76200 w 50"/>
              <a:gd name="T5" fmla="*/ 69850 h 50"/>
              <a:gd name="T6" fmla="*/ 69850 w 50"/>
              <a:gd name="T7" fmla="*/ 76200 h 50"/>
              <a:gd name="T8" fmla="*/ 0 w 50"/>
              <a:gd name="T9" fmla="*/ 69850 h 50"/>
              <a:gd name="T10" fmla="*/ 0 w 50"/>
              <a:gd name="T11" fmla="*/ 6350 h 50"/>
              <a:gd name="T12" fmla="*/ 63500 w 50"/>
              <a:gd name="T13" fmla="*/ 12700 h 50"/>
              <a:gd name="T14" fmla="*/ 12700 w 50"/>
              <a:gd name="T15" fmla="*/ 12700 h 50"/>
              <a:gd name="T16" fmla="*/ 63500 w 50"/>
              <a:gd name="T17" fmla="*/ 63500 h 50"/>
              <a:gd name="T18" fmla="*/ 146050 w 50"/>
              <a:gd name="T19" fmla="*/ 12700 h 50"/>
              <a:gd name="T20" fmla="*/ 95250 w 50"/>
              <a:gd name="T21" fmla="*/ 12700 h 50"/>
              <a:gd name="T22" fmla="*/ 146050 w 50"/>
              <a:gd name="T23" fmla="*/ 63500 h 50"/>
              <a:gd name="T24" fmla="*/ 88900 w 50"/>
              <a:gd name="T25" fmla="*/ 0 h 50"/>
              <a:gd name="T26" fmla="*/ 152400 w 50"/>
              <a:gd name="T27" fmla="*/ 0 h 50"/>
              <a:gd name="T28" fmla="*/ 158750 w 50"/>
              <a:gd name="T29" fmla="*/ 6350 h 50"/>
              <a:gd name="T30" fmla="*/ 158750 w 50"/>
              <a:gd name="T31" fmla="*/ 69850 h 50"/>
              <a:gd name="T32" fmla="*/ 88900 w 50"/>
              <a:gd name="T33" fmla="*/ 76200 h 50"/>
              <a:gd name="T34" fmla="*/ 82550 w 50"/>
              <a:gd name="T35" fmla="*/ 69850 h 50"/>
              <a:gd name="T36" fmla="*/ 82550 w 50"/>
              <a:gd name="T37" fmla="*/ 6350 h 50"/>
              <a:gd name="T38" fmla="*/ 12700 w 50"/>
              <a:gd name="T39" fmla="*/ 146050 h 50"/>
              <a:gd name="T40" fmla="*/ 63500 w 50"/>
              <a:gd name="T41" fmla="*/ 146050 h 50"/>
              <a:gd name="T42" fmla="*/ 12700 w 50"/>
              <a:gd name="T43" fmla="*/ 95250 h 50"/>
              <a:gd name="T44" fmla="*/ 69850 w 50"/>
              <a:gd name="T45" fmla="*/ 158750 h 50"/>
              <a:gd name="T46" fmla="*/ 6350 w 50"/>
              <a:gd name="T47" fmla="*/ 158750 h 50"/>
              <a:gd name="T48" fmla="*/ 0 w 50"/>
              <a:gd name="T49" fmla="*/ 152400 h 50"/>
              <a:gd name="T50" fmla="*/ 0 w 50"/>
              <a:gd name="T51" fmla="*/ 88900 h 50"/>
              <a:gd name="T52" fmla="*/ 69850 w 50"/>
              <a:gd name="T53" fmla="*/ 82550 h 50"/>
              <a:gd name="T54" fmla="*/ 76200 w 50"/>
              <a:gd name="T55" fmla="*/ 88900 h 50"/>
              <a:gd name="T56" fmla="*/ 76200 w 50"/>
              <a:gd name="T57" fmla="*/ 152400 h 50"/>
              <a:gd name="T58" fmla="*/ 152400 w 50"/>
              <a:gd name="T59" fmla="*/ 158750 h 50"/>
              <a:gd name="T60" fmla="*/ 152400 w 50"/>
              <a:gd name="T61" fmla="*/ 158750 h 50"/>
              <a:gd name="T62" fmla="*/ 82550 w 50"/>
              <a:gd name="T63" fmla="*/ 152400 h 50"/>
              <a:gd name="T64" fmla="*/ 82550 w 50"/>
              <a:gd name="T65" fmla="*/ 88900 h 50"/>
              <a:gd name="T66" fmla="*/ 88900 w 50"/>
              <a:gd name="T67" fmla="*/ 82550 h 50"/>
              <a:gd name="T68" fmla="*/ 158750 w 50"/>
              <a:gd name="T69" fmla="*/ 88900 h 50"/>
              <a:gd name="T70" fmla="*/ 158750 w 50"/>
              <a:gd name="T71" fmla="*/ 152400 h 50"/>
              <a:gd name="T72" fmla="*/ 95250 w 50"/>
              <a:gd name="T73" fmla="*/ 146050 h 50"/>
              <a:gd name="T74" fmla="*/ 146050 w 50"/>
              <a:gd name="T75" fmla="*/ 146050 h 50"/>
              <a:gd name="T76" fmla="*/ 95250 w 50"/>
              <a:gd name="T77" fmla="*/ 95250 h 5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0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2"/>
                  <a:pt x="24" y="2"/>
                  <a:pt x="24" y="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3"/>
                  <a:pt x="23" y="24"/>
                  <a:pt x="22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4"/>
                  <a:pt x="0" y="23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0" y="4"/>
                </a:moveTo>
                <a:cubicBezTo>
                  <a:pt x="20" y="4"/>
                  <a:pt x="20" y="4"/>
                  <a:pt x="20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0"/>
                  <a:pt x="4" y="20"/>
                  <a:pt x="4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4"/>
                  <a:pt x="20" y="4"/>
                  <a:pt x="20" y="4"/>
                </a:cubicBezTo>
                <a:close/>
                <a:moveTo>
                  <a:pt x="46" y="4"/>
                </a:moveTo>
                <a:cubicBezTo>
                  <a:pt x="46" y="4"/>
                  <a:pt x="46" y="4"/>
                  <a:pt x="46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20"/>
                  <a:pt x="30" y="20"/>
                  <a:pt x="30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6" y="4"/>
                  <a:pt x="46" y="4"/>
                  <a:pt x="46" y="4"/>
                </a:cubicBezTo>
                <a:close/>
                <a:moveTo>
                  <a:pt x="28" y="0"/>
                </a:moveTo>
                <a:cubicBezTo>
                  <a:pt x="28" y="0"/>
                  <a:pt x="28" y="0"/>
                  <a:pt x="2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3"/>
                  <a:pt x="49" y="24"/>
                  <a:pt x="48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7" y="24"/>
                  <a:pt x="26" y="23"/>
                  <a:pt x="26" y="22"/>
                </a:cubicBezTo>
                <a:cubicBezTo>
                  <a:pt x="26" y="2"/>
                  <a:pt x="26" y="2"/>
                  <a:pt x="26" y="2"/>
                </a:cubicBezTo>
                <a:cubicBezTo>
                  <a:pt x="26" y="2"/>
                  <a:pt x="26" y="2"/>
                  <a:pt x="26" y="2"/>
                </a:cubicBezTo>
                <a:cubicBezTo>
                  <a:pt x="26" y="1"/>
                  <a:pt x="27" y="0"/>
                  <a:pt x="28" y="0"/>
                </a:cubicBezTo>
                <a:close/>
                <a:moveTo>
                  <a:pt x="4" y="46"/>
                </a:moveTo>
                <a:cubicBezTo>
                  <a:pt x="4" y="46"/>
                  <a:pt x="4" y="46"/>
                  <a:pt x="4" y="46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30"/>
                  <a:pt x="20" y="30"/>
                  <a:pt x="20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4" y="46"/>
                  <a:pt x="4" y="46"/>
                  <a:pt x="4" y="46"/>
                </a:cubicBezTo>
                <a:close/>
                <a:moveTo>
                  <a:pt x="22" y="50"/>
                </a:moveTo>
                <a:cubicBezTo>
                  <a:pt x="22" y="50"/>
                  <a:pt x="22" y="50"/>
                  <a:pt x="22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1" y="26"/>
                  <a:pt x="2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3" y="26"/>
                  <a:pt x="24" y="27"/>
                  <a:pt x="24" y="2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9"/>
                  <a:pt x="23" y="50"/>
                  <a:pt x="22" y="50"/>
                </a:cubicBezTo>
                <a:close/>
                <a:moveTo>
                  <a:pt x="48" y="50"/>
                </a:moveTo>
                <a:cubicBezTo>
                  <a:pt x="48" y="50"/>
                  <a:pt x="48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28" y="50"/>
                  <a:pt x="28" y="50"/>
                  <a:pt x="28" y="50"/>
                </a:cubicBezTo>
                <a:cubicBezTo>
                  <a:pt x="27" y="50"/>
                  <a:pt x="26" y="49"/>
                  <a:pt x="26" y="48"/>
                </a:cubicBezTo>
                <a:cubicBezTo>
                  <a:pt x="26" y="48"/>
                  <a:pt x="26" y="48"/>
                  <a:pt x="26" y="4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7"/>
                  <a:pt x="27" y="26"/>
                  <a:pt x="28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9" y="26"/>
                  <a:pt x="50" y="27"/>
                  <a:pt x="50" y="28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49" y="50"/>
                  <a:pt x="48" y="50"/>
                </a:cubicBezTo>
                <a:close/>
                <a:moveTo>
                  <a:pt x="30" y="46"/>
                </a:moveTo>
                <a:cubicBezTo>
                  <a:pt x="30" y="46"/>
                  <a:pt x="30" y="46"/>
                  <a:pt x="30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30"/>
                  <a:pt x="46" y="30"/>
                  <a:pt x="46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46"/>
                  <a:pt x="30" y="46"/>
                  <a:pt x="30" y="4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9" name="Freeform 63">
            <a:extLst>
              <a:ext uri="{FF2B5EF4-FFF2-40B4-BE49-F238E27FC236}">
                <a16:creationId xmlns:a16="http://schemas.microsoft.com/office/drawing/2014/main" id="{934D6B6E-266D-A290-5DCE-776115FD8510}"/>
              </a:ext>
            </a:extLst>
          </p:cNvPr>
          <p:cNvSpPr>
            <a:spLocks noEditPoints="1"/>
          </p:cNvSpPr>
          <p:nvPr/>
        </p:nvSpPr>
        <p:spPr bwMode="auto">
          <a:xfrm>
            <a:off x="8063901" y="1336065"/>
            <a:ext cx="177800" cy="211667"/>
          </a:xfrm>
          <a:custGeom>
            <a:avLst/>
            <a:gdLst>
              <a:gd name="T0" fmla="*/ 0 w 42"/>
              <a:gd name="T1" fmla="*/ 44450 h 50"/>
              <a:gd name="T2" fmla="*/ 111125 w 42"/>
              <a:gd name="T3" fmla="*/ 38100 h 50"/>
              <a:gd name="T4" fmla="*/ 85725 w 42"/>
              <a:gd name="T5" fmla="*/ 3175 h 50"/>
              <a:gd name="T6" fmla="*/ 130175 w 42"/>
              <a:gd name="T7" fmla="*/ 41275 h 50"/>
              <a:gd name="T8" fmla="*/ 133350 w 42"/>
              <a:gd name="T9" fmla="*/ 41275 h 50"/>
              <a:gd name="T10" fmla="*/ 133350 w 42"/>
              <a:gd name="T11" fmla="*/ 41275 h 50"/>
              <a:gd name="T12" fmla="*/ 133350 w 42"/>
              <a:gd name="T13" fmla="*/ 41275 h 50"/>
              <a:gd name="T14" fmla="*/ 133350 w 42"/>
              <a:gd name="T15" fmla="*/ 41275 h 50"/>
              <a:gd name="T16" fmla="*/ 133350 w 42"/>
              <a:gd name="T17" fmla="*/ 44450 h 50"/>
              <a:gd name="T18" fmla="*/ 133350 w 42"/>
              <a:gd name="T19" fmla="*/ 44450 h 50"/>
              <a:gd name="T20" fmla="*/ 133350 w 42"/>
              <a:gd name="T21" fmla="*/ 44450 h 50"/>
              <a:gd name="T22" fmla="*/ 133350 w 42"/>
              <a:gd name="T23" fmla="*/ 44450 h 50"/>
              <a:gd name="T24" fmla="*/ 133350 w 42"/>
              <a:gd name="T25" fmla="*/ 44450 h 50"/>
              <a:gd name="T26" fmla="*/ 133350 w 42"/>
              <a:gd name="T27" fmla="*/ 47625 h 50"/>
              <a:gd name="T28" fmla="*/ 133350 w 42"/>
              <a:gd name="T29" fmla="*/ 47625 h 50"/>
              <a:gd name="T30" fmla="*/ 133350 w 42"/>
              <a:gd name="T31" fmla="*/ 47625 h 50"/>
              <a:gd name="T32" fmla="*/ 133350 w 42"/>
              <a:gd name="T33" fmla="*/ 47625 h 50"/>
              <a:gd name="T34" fmla="*/ 133350 w 42"/>
              <a:gd name="T35" fmla="*/ 47625 h 50"/>
              <a:gd name="T36" fmla="*/ 92075 w 42"/>
              <a:gd name="T37" fmla="*/ 88900 h 50"/>
              <a:gd name="T38" fmla="*/ 85725 w 42"/>
              <a:gd name="T39" fmla="*/ 79375 h 50"/>
              <a:gd name="T40" fmla="*/ 3175 w 42"/>
              <a:gd name="T41" fmla="*/ 50800 h 50"/>
              <a:gd name="T42" fmla="*/ 133350 w 42"/>
              <a:gd name="T43" fmla="*/ 44450 h 50"/>
              <a:gd name="T44" fmla="*/ 133350 w 42"/>
              <a:gd name="T45" fmla="*/ 44450 h 50"/>
              <a:gd name="T46" fmla="*/ 127000 w 42"/>
              <a:gd name="T47" fmla="*/ 107950 h 50"/>
              <a:gd name="T48" fmla="*/ 19050 w 42"/>
              <a:gd name="T49" fmla="*/ 107950 h 50"/>
              <a:gd name="T50" fmla="*/ 47625 w 42"/>
              <a:gd name="T51" fmla="*/ 73025 h 50"/>
              <a:gd name="T52" fmla="*/ 0 w 42"/>
              <a:gd name="T53" fmla="*/ 111125 h 50"/>
              <a:gd name="T54" fmla="*/ 0 w 42"/>
              <a:gd name="T55" fmla="*/ 111125 h 50"/>
              <a:gd name="T56" fmla="*/ 0 w 42"/>
              <a:gd name="T57" fmla="*/ 111125 h 50"/>
              <a:gd name="T58" fmla="*/ 0 w 42"/>
              <a:gd name="T59" fmla="*/ 111125 h 50"/>
              <a:gd name="T60" fmla="*/ 0 w 42"/>
              <a:gd name="T61" fmla="*/ 111125 h 50"/>
              <a:gd name="T62" fmla="*/ 0 w 42"/>
              <a:gd name="T63" fmla="*/ 114300 h 50"/>
              <a:gd name="T64" fmla="*/ 0 w 42"/>
              <a:gd name="T65" fmla="*/ 114300 h 50"/>
              <a:gd name="T66" fmla="*/ 0 w 42"/>
              <a:gd name="T67" fmla="*/ 114300 h 50"/>
              <a:gd name="T68" fmla="*/ 0 w 42"/>
              <a:gd name="T69" fmla="*/ 114300 h 50"/>
              <a:gd name="T70" fmla="*/ 0 w 42"/>
              <a:gd name="T71" fmla="*/ 117475 h 50"/>
              <a:gd name="T72" fmla="*/ 0 w 42"/>
              <a:gd name="T73" fmla="*/ 117475 h 50"/>
              <a:gd name="T74" fmla="*/ 0 w 42"/>
              <a:gd name="T75" fmla="*/ 117475 h 50"/>
              <a:gd name="T76" fmla="*/ 0 w 42"/>
              <a:gd name="T77" fmla="*/ 117475 h 50"/>
              <a:gd name="T78" fmla="*/ 0 w 42"/>
              <a:gd name="T79" fmla="*/ 117475 h 50"/>
              <a:gd name="T80" fmla="*/ 0 w 42"/>
              <a:gd name="T81" fmla="*/ 117475 h 50"/>
              <a:gd name="T82" fmla="*/ 38100 w 42"/>
              <a:gd name="T83" fmla="*/ 158750 h 50"/>
              <a:gd name="T84" fmla="*/ 47625 w 42"/>
              <a:gd name="T85" fmla="*/ 149225 h 50"/>
              <a:gd name="T86" fmla="*/ 127000 w 42"/>
              <a:gd name="T87" fmla="*/ 120650 h 50"/>
              <a:gd name="T88" fmla="*/ 127000 w 42"/>
              <a:gd name="T89" fmla="*/ 107950 h 50"/>
              <a:gd name="T90" fmla="*/ 0 w 42"/>
              <a:gd name="T91" fmla="*/ 114300 h 50"/>
              <a:gd name="T92" fmla="*/ 0 w 42"/>
              <a:gd name="T93" fmla="*/ 114300 h 50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2" h="50">
                <a:moveTo>
                  <a:pt x="1" y="16"/>
                </a:moveTo>
                <a:cubicBezTo>
                  <a:pt x="0" y="16"/>
                  <a:pt x="0" y="15"/>
                  <a:pt x="0" y="14"/>
                </a:cubicBezTo>
                <a:cubicBezTo>
                  <a:pt x="0" y="13"/>
                  <a:pt x="0" y="12"/>
                  <a:pt x="1" y="12"/>
                </a:cubicBezTo>
                <a:cubicBezTo>
                  <a:pt x="35" y="12"/>
                  <a:pt x="35" y="12"/>
                  <a:pt x="35" y="12"/>
                </a:cubicBezTo>
                <a:cubicBezTo>
                  <a:pt x="27" y="3"/>
                  <a:pt x="27" y="3"/>
                  <a:pt x="27" y="3"/>
                </a:cubicBezTo>
                <a:cubicBezTo>
                  <a:pt x="26" y="3"/>
                  <a:pt x="26" y="1"/>
                  <a:pt x="27" y="1"/>
                </a:cubicBezTo>
                <a:cubicBezTo>
                  <a:pt x="27" y="0"/>
                  <a:pt x="29" y="0"/>
                  <a:pt x="29" y="1"/>
                </a:cubicBezTo>
                <a:cubicBezTo>
                  <a:pt x="41" y="13"/>
                  <a:pt x="41" y="13"/>
                  <a:pt x="41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8"/>
                  <a:pt x="27" y="28"/>
                  <a:pt x="27" y="28"/>
                </a:cubicBezTo>
                <a:cubicBezTo>
                  <a:pt x="26" y="27"/>
                  <a:pt x="26" y="26"/>
                  <a:pt x="27" y="25"/>
                </a:cubicBezTo>
                <a:cubicBezTo>
                  <a:pt x="35" y="16"/>
                  <a:pt x="35" y="16"/>
                  <a:pt x="35" y="16"/>
                </a:cubicBezTo>
                <a:cubicBezTo>
                  <a:pt x="1" y="16"/>
                  <a:pt x="1" y="16"/>
                  <a:pt x="1" y="16"/>
                </a:cubicBezTo>
                <a:close/>
                <a:moveTo>
                  <a:pt x="42" y="14"/>
                </a:move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lose/>
                <a:moveTo>
                  <a:pt x="40" y="34"/>
                </a:moveTo>
                <a:cubicBezTo>
                  <a:pt x="40" y="34"/>
                  <a:pt x="40" y="34"/>
                  <a:pt x="40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15" y="25"/>
                  <a:pt x="15" y="25"/>
                  <a:pt x="15" y="25"/>
                </a:cubicBezTo>
                <a:cubicBezTo>
                  <a:pt x="16" y="25"/>
                  <a:pt x="16" y="23"/>
                  <a:pt x="15" y="23"/>
                </a:cubicBezTo>
                <a:cubicBezTo>
                  <a:pt x="14" y="22"/>
                  <a:pt x="13" y="22"/>
                  <a:pt x="12" y="23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0" y="38"/>
                  <a:pt x="0" y="38"/>
                </a:cubicBezTo>
                <a:cubicBezTo>
                  <a:pt x="12" y="50"/>
                  <a:pt x="12" y="50"/>
                  <a:pt x="12" y="50"/>
                </a:cubicBezTo>
                <a:cubicBezTo>
                  <a:pt x="13" y="50"/>
                  <a:pt x="14" y="50"/>
                  <a:pt x="15" y="50"/>
                </a:cubicBezTo>
                <a:cubicBezTo>
                  <a:pt x="16" y="49"/>
                  <a:pt x="16" y="48"/>
                  <a:pt x="15" y="47"/>
                </a:cubicBezTo>
                <a:cubicBezTo>
                  <a:pt x="6" y="38"/>
                  <a:pt x="6" y="38"/>
                  <a:pt x="6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1" y="38"/>
                  <a:pt x="42" y="37"/>
                  <a:pt x="42" y="36"/>
                </a:cubicBezTo>
                <a:cubicBezTo>
                  <a:pt x="42" y="35"/>
                  <a:pt x="41" y="34"/>
                  <a:pt x="40" y="34"/>
                </a:cubicBezTo>
                <a:close/>
                <a:moveTo>
                  <a:pt x="0" y="36"/>
                </a:move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0" name="Freeform 64">
            <a:extLst>
              <a:ext uri="{FF2B5EF4-FFF2-40B4-BE49-F238E27FC236}">
                <a16:creationId xmlns:a16="http://schemas.microsoft.com/office/drawing/2014/main" id="{99E8F07F-1FF5-0F28-92AE-CB42D2DBDC6A}"/>
              </a:ext>
            </a:extLst>
          </p:cNvPr>
          <p:cNvSpPr>
            <a:spLocks noEditPoints="1"/>
          </p:cNvSpPr>
          <p:nvPr/>
        </p:nvSpPr>
        <p:spPr bwMode="auto">
          <a:xfrm>
            <a:off x="6558952" y="1746698"/>
            <a:ext cx="215900" cy="218016"/>
          </a:xfrm>
          <a:custGeom>
            <a:avLst/>
            <a:gdLst>
              <a:gd name="T0" fmla="*/ 76200 w 51"/>
              <a:gd name="T1" fmla="*/ 44886 h 51"/>
              <a:gd name="T2" fmla="*/ 66675 w 51"/>
              <a:gd name="T3" fmla="*/ 44886 h 51"/>
              <a:gd name="T4" fmla="*/ 66675 w 51"/>
              <a:gd name="T5" fmla="*/ 38473 h 51"/>
              <a:gd name="T6" fmla="*/ 95250 w 51"/>
              <a:gd name="T7" fmla="*/ 9618 h 51"/>
              <a:gd name="T8" fmla="*/ 120650 w 51"/>
              <a:gd name="T9" fmla="*/ 0 h 51"/>
              <a:gd name="T10" fmla="*/ 161925 w 51"/>
              <a:gd name="T11" fmla="*/ 38473 h 51"/>
              <a:gd name="T12" fmla="*/ 149225 w 51"/>
              <a:gd name="T13" fmla="*/ 67328 h 51"/>
              <a:gd name="T14" fmla="*/ 120650 w 51"/>
              <a:gd name="T15" fmla="*/ 96184 h 51"/>
              <a:gd name="T16" fmla="*/ 120650 w 51"/>
              <a:gd name="T17" fmla="*/ 96184 h 51"/>
              <a:gd name="T18" fmla="*/ 95250 w 51"/>
              <a:gd name="T19" fmla="*/ 105802 h 51"/>
              <a:gd name="T20" fmla="*/ 60325 w 51"/>
              <a:gd name="T21" fmla="*/ 86565 h 51"/>
              <a:gd name="T22" fmla="*/ 60325 w 51"/>
              <a:gd name="T23" fmla="*/ 86565 h 51"/>
              <a:gd name="T24" fmla="*/ 57150 w 51"/>
              <a:gd name="T25" fmla="*/ 80153 h 51"/>
              <a:gd name="T26" fmla="*/ 60325 w 51"/>
              <a:gd name="T27" fmla="*/ 70535 h 51"/>
              <a:gd name="T28" fmla="*/ 66675 w 51"/>
              <a:gd name="T29" fmla="*/ 73741 h 51"/>
              <a:gd name="T30" fmla="*/ 69850 w 51"/>
              <a:gd name="T31" fmla="*/ 80153 h 51"/>
              <a:gd name="T32" fmla="*/ 95250 w 51"/>
              <a:gd name="T33" fmla="*/ 96184 h 51"/>
              <a:gd name="T34" fmla="*/ 114300 w 51"/>
              <a:gd name="T35" fmla="*/ 86565 h 51"/>
              <a:gd name="T36" fmla="*/ 114300 w 51"/>
              <a:gd name="T37" fmla="*/ 86565 h 51"/>
              <a:gd name="T38" fmla="*/ 114300 w 51"/>
              <a:gd name="T39" fmla="*/ 86565 h 51"/>
              <a:gd name="T40" fmla="*/ 142875 w 51"/>
              <a:gd name="T41" fmla="*/ 57710 h 51"/>
              <a:gd name="T42" fmla="*/ 149225 w 51"/>
              <a:gd name="T43" fmla="*/ 38473 h 51"/>
              <a:gd name="T44" fmla="*/ 120650 w 51"/>
              <a:gd name="T45" fmla="*/ 12824 h 51"/>
              <a:gd name="T46" fmla="*/ 101600 w 51"/>
              <a:gd name="T47" fmla="*/ 19237 h 51"/>
              <a:gd name="T48" fmla="*/ 101600 w 51"/>
              <a:gd name="T49" fmla="*/ 19237 h 51"/>
              <a:gd name="T50" fmla="*/ 76200 w 51"/>
              <a:gd name="T51" fmla="*/ 44886 h 51"/>
              <a:gd name="T52" fmla="*/ 85725 w 51"/>
              <a:gd name="T53" fmla="*/ 112214 h 51"/>
              <a:gd name="T54" fmla="*/ 85725 w 51"/>
              <a:gd name="T55" fmla="*/ 112214 h 51"/>
              <a:gd name="T56" fmla="*/ 60325 w 51"/>
              <a:gd name="T57" fmla="*/ 141069 h 51"/>
              <a:gd name="T58" fmla="*/ 22225 w 51"/>
              <a:gd name="T59" fmla="*/ 141069 h 51"/>
              <a:gd name="T60" fmla="*/ 22225 w 51"/>
              <a:gd name="T61" fmla="*/ 141069 h 51"/>
              <a:gd name="T62" fmla="*/ 22225 w 51"/>
              <a:gd name="T63" fmla="*/ 99390 h 51"/>
              <a:gd name="T64" fmla="*/ 50800 w 51"/>
              <a:gd name="T65" fmla="*/ 73741 h 51"/>
              <a:gd name="T66" fmla="*/ 69850 w 51"/>
              <a:gd name="T67" fmla="*/ 64122 h 51"/>
              <a:gd name="T68" fmla="*/ 88900 w 51"/>
              <a:gd name="T69" fmla="*/ 73741 h 51"/>
              <a:gd name="T70" fmla="*/ 92075 w 51"/>
              <a:gd name="T71" fmla="*/ 76947 h 51"/>
              <a:gd name="T72" fmla="*/ 95250 w 51"/>
              <a:gd name="T73" fmla="*/ 83359 h 51"/>
              <a:gd name="T74" fmla="*/ 104775 w 51"/>
              <a:gd name="T75" fmla="*/ 89771 h 51"/>
              <a:gd name="T76" fmla="*/ 107950 w 51"/>
              <a:gd name="T77" fmla="*/ 80153 h 51"/>
              <a:gd name="T78" fmla="*/ 104775 w 51"/>
              <a:gd name="T79" fmla="*/ 70535 h 51"/>
              <a:gd name="T80" fmla="*/ 98425 w 51"/>
              <a:gd name="T81" fmla="*/ 64122 h 51"/>
              <a:gd name="T82" fmla="*/ 98425 w 51"/>
              <a:gd name="T83" fmla="*/ 64122 h 51"/>
              <a:gd name="T84" fmla="*/ 69850 w 51"/>
              <a:gd name="T85" fmla="*/ 51298 h 51"/>
              <a:gd name="T86" fmla="*/ 41275 w 51"/>
              <a:gd name="T87" fmla="*/ 64122 h 51"/>
              <a:gd name="T88" fmla="*/ 12700 w 51"/>
              <a:gd name="T89" fmla="*/ 92977 h 51"/>
              <a:gd name="T90" fmla="*/ 12700 w 51"/>
              <a:gd name="T91" fmla="*/ 147481 h 51"/>
              <a:gd name="T92" fmla="*/ 12700 w 51"/>
              <a:gd name="T93" fmla="*/ 147481 h 51"/>
              <a:gd name="T94" fmla="*/ 69850 w 51"/>
              <a:gd name="T95" fmla="*/ 147481 h 51"/>
              <a:gd name="T96" fmla="*/ 69850 w 51"/>
              <a:gd name="T97" fmla="*/ 147481 h 51"/>
              <a:gd name="T98" fmla="*/ 69850 w 51"/>
              <a:gd name="T99" fmla="*/ 147481 h 51"/>
              <a:gd name="T100" fmla="*/ 95250 w 51"/>
              <a:gd name="T101" fmla="*/ 121832 h 51"/>
              <a:gd name="T102" fmla="*/ 95250 w 51"/>
              <a:gd name="T103" fmla="*/ 112214 h 51"/>
              <a:gd name="T104" fmla="*/ 85725 w 51"/>
              <a:gd name="T105" fmla="*/ 112214 h 5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51" h="51">
                <a:moveTo>
                  <a:pt x="24" y="14"/>
                </a:moveTo>
                <a:cubicBezTo>
                  <a:pt x="23" y="15"/>
                  <a:pt x="22" y="15"/>
                  <a:pt x="21" y="14"/>
                </a:cubicBezTo>
                <a:cubicBezTo>
                  <a:pt x="21" y="14"/>
                  <a:pt x="21" y="12"/>
                  <a:pt x="21" y="12"/>
                </a:cubicBezTo>
                <a:cubicBezTo>
                  <a:pt x="30" y="3"/>
                  <a:pt x="30" y="3"/>
                  <a:pt x="30" y="3"/>
                </a:cubicBezTo>
                <a:cubicBezTo>
                  <a:pt x="32" y="1"/>
                  <a:pt x="35" y="0"/>
                  <a:pt x="38" y="0"/>
                </a:cubicBezTo>
                <a:cubicBezTo>
                  <a:pt x="45" y="0"/>
                  <a:pt x="51" y="5"/>
                  <a:pt x="51" y="12"/>
                </a:cubicBezTo>
                <a:cubicBezTo>
                  <a:pt x="51" y="15"/>
                  <a:pt x="50" y="19"/>
                  <a:pt x="47" y="21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6" y="32"/>
                  <a:pt x="33" y="33"/>
                  <a:pt x="30" y="33"/>
                </a:cubicBezTo>
                <a:cubicBezTo>
                  <a:pt x="25" y="33"/>
                  <a:pt x="21" y="31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8" y="27"/>
                  <a:pt x="18" y="26"/>
                  <a:pt x="18" y="25"/>
                </a:cubicBezTo>
                <a:cubicBezTo>
                  <a:pt x="17" y="24"/>
                  <a:pt x="18" y="22"/>
                  <a:pt x="19" y="22"/>
                </a:cubicBezTo>
                <a:cubicBezTo>
                  <a:pt x="20" y="22"/>
                  <a:pt x="21" y="22"/>
                  <a:pt x="21" y="23"/>
                </a:cubicBezTo>
                <a:cubicBezTo>
                  <a:pt x="22" y="24"/>
                  <a:pt x="22" y="25"/>
                  <a:pt x="22" y="25"/>
                </a:cubicBezTo>
                <a:cubicBezTo>
                  <a:pt x="24" y="28"/>
                  <a:pt x="27" y="30"/>
                  <a:pt x="30" y="30"/>
                </a:cubicBezTo>
                <a:cubicBezTo>
                  <a:pt x="32" y="30"/>
                  <a:pt x="34" y="29"/>
                  <a:pt x="36" y="27"/>
                </a:cubicBezTo>
                <a:cubicBezTo>
                  <a:pt x="36" y="27"/>
                  <a:pt x="36" y="27"/>
                  <a:pt x="36" y="27"/>
                </a:cubicBezTo>
                <a:cubicBezTo>
                  <a:pt x="36" y="27"/>
                  <a:pt x="36" y="27"/>
                  <a:pt x="36" y="27"/>
                </a:cubicBezTo>
                <a:cubicBezTo>
                  <a:pt x="45" y="18"/>
                  <a:pt x="45" y="18"/>
                  <a:pt x="45" y="18"/>
                </a:cubicBezTo>
                <a:cubicBezTo>
                  <a:pt x="46" y="17"/>
                  <a:pt x="47" y="14"/>
                  <a:pt x="47" y="12"/>
                </a:cubicBezTo>
                <a:cubicBezTo>
                  <a:pt x="47" y="7"/>
                  <a:pt x="43" y="4"/>
                  <a:pt x="38" y="4"/>
                </a:cubicBezTo>
                <a:cubicBezTo>
                  <a:pt x="36" y="4"/>
                  <a:pt x="34" y="4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24" y="14"/>
                  <a:pt x="24" y="14"/>
                  <a:pt x="24" y="14"/>
                </a:cubicBezTo>
                <a:close/>
                <a:moveTo>
                  <a:pt x="27" y="35"/>
                </a:moveTo>
                <a:cubicBezTo>
                  <a:pt x="27" y="35"/>
                  <a:pt x="27" y="35"/>
                  <a:pt x="27" y="35"/>
                </a:cubicBezTo>
                <a:cubicBezTo>
                  <a:pt x="19" y="44"/>
                  <a:pt x="19" y="44"/>
                  <a:pt x="19" y="44"/>
                </a:cubicBezTo>
                <a:cubicBezTo>
                  <a:pt x="16" y="47"/>
                  <a:pt x="10" y="47"/>
                  <a:pt x="7" y="44"/>
                </a:cubicBezTo>
                <a:cubicBezTo>
                  <a:pt x="7" y="44"/>
                  <a:pt x="7" y="44"/>
                  <a:pt x="7" y="44"/>
                </a:cubicBezTo>
                <a:cubicBezTo>
                  <a:pt x="4" y="40"/>
                  <a:pt x="4" y="35"/>
                  <a:pt x="7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8" y="21"/>
                  <a:pt x="20" y="20"/>
                  <a:pt x="22" y="20"/>
                </a:cubicBezTo>
                <a:cubicBezTo>
                  <a:pt x="24" y="20"/>
                  <a:pt x="26" y="21"/>
                  <a:pt x="28" y="23"/>
                </a:cubicBezTo>
                <a:cubicBezTo>
                  <a:pt x="29" y="23"/>
                  <a:pt x="29" y="24"/>
                  <a:pt x="29" y="24"/>
                </a:cubicBezTo>
                <a:cubicBezTo>
                  <a:pt x="30" y="25"/>
                  <a:pt x="30" y="26"/>
                  <a:pt x="30" y="26"/>
                </a:cubicBezTo>
                <a:cubicBezTo>
                  <a:pt x="31" y="27"/>
                  <a:pt x="32" y="28"/>
                  <a:pt x="33" y="28"/>
                </a:cubicBezTo>
                <a:cubicBezTo>
                  <a:pt x="34" y="27"/>
                  <a:pt x="34" y="26"/>
                  <a:pt x="34" y="25"/>
                </a:cubicBezTo>
                <a:cubicBezTo>
                  <a:pt x="34" y="24"/>
                  <a:pt x="33" y="23"/>
                  <a:pt x="33" y="22"/>
                </a:cubicBezTo>
                <a:cubicBezTo>
                  <a:pt x="32" y="21"/>
                  <a:pt x="32" y="21"/>
                  <a:pt x="31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28" y="17"/>
                  <a:pt x="25" y="16"/>
                  <a:pt x="22" y="16"/>
                </a:cubicBezTo>
                <a:cubicBezTo>
                  <a:pt x="19" y="16"/>
                  <a:pt x="16" y="17"/>
                  <a:pt x="13" y="20"/>
                </a:cubicBezTo>
                <a:cubicBezTo>
                  <a:pt x="4" y="29"/>
                  <a:pt x="4" y="29"/>
                  <a:pt x="4" y="29"/>
                </a:cubicBezTo>
                <a:cubicBezTo>
                  <a:pt x="0" y="34"/>
                  <a:pt x="0" y="41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9" y="51"/>
                  <a:pt x="17" y="51"/>
                  <a:pt x="22" y="46"/>
                </a:cubicBezTo>
                <a:cubicBezTo>
                  <a:pt x="22" y="46"/>
                  <a:pt x="22" y="46"/>
                  <a:pt x="22" y="46"/>
                </a:cubicBezTo>
                <a:cubicBezTo>
                  <a:pt x="22" y="46"/>
                  <a:pt x="22" y="46"/>
                  <a:pt x="22" y="46"/>
                </a:cubicBezTo>
                <a:cubicBezTo>
                  <a:pt x="30" y="38"/>
                  <a:pt x="30" y="38"/>
                  <a:pt x="30" y="38"/>
                </a:cubicBezTo>
                <a:cubicBezTo>
                  <a:pt x="31" y="37"/>
                  <a:pt x="31" y="36"/>
                  <a:pt x="30" y="35"/>
                </a:cubicBezTo>
                <a:cubicBezTo>
                  <a:pt x="29" y="35"/>
                  <a:pt x="28" y="35"/>
                  <a:pt x="27" y="3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1" name="Freeform 65">
            <a:extLst>
              <a:ext uri="{FF2B5EF4-FFF2-40B4-BE49-F238E27FC236}">
                <a16:creationId xmlns:a16="http://schemas.microsoft.com/office/drawing/2014/main" id="{C100A584-3C45-744D-EF8A-3FCA38FF28C5}"/>
              </a:ext>
            </a:extLst>
          </p:cNvPr>
          <p:cNvSpPr>
            <a:spLocks noEditPoints="1"/>
          </p:cNvSpPr>
          <p:nvPr/>
        </p:nvSpPr>
        <p:spPr bwMode="auto">
          <a:xfrm>
            <a:off x="8785685" y="1344532"/>
            <a:ext cx="215900" cy="194733"/>
          </a:xfrm>
          <a:custGeom>
            <a:avLst/>
            <a:gdLst>
              <a:gd name="T0" fmla="*/ 76200 w 51"/>
              <a:gd name="T1" fmla="*/ 142875 h 46"/>
              <a:gd name="T2" fmla="*/ 15875 w 51"/>
              <a:gd name="T3" fmla="*/ 82550 h 46"/>
              <a:gd name="T4" fmla="*/ 3175 w 51"/>
              <a:gd name="T5" fmla="*/ 60325 h 46"/>
              <a:gd name="T6" fmla="*/ 3175 w 51"/>
              <a:gd name="T7" fmla="*/ 34925 h 46"/>
              <a:gd name="T8" fmla="*/ 15875 w 51"/>
              <a:gd name="T9" fmla="*/ 15875 h 46"/>
              <a:gd name="T10" fmla="*/ 34925 w 51"/>
              <a:gd name="T11" fmla="*/ 3175 h 46"/>
              <a:gd name="T12" fmla="*/ 60325 w 51"/>
              <a:gd name="T13" fmla="*/ 3175 h 46"/>
              <a:gd name="T14" fmla="*/ 82550 w 51"/>
              <a:gd name="T15" fmla="*/ 12700 h 46"/>
              <a:gd name="T16" fmla="*/ 101600 w 51"/>
              <a:gd name="T17" fmla="*/ 3175 h 46"/>
              <a:gd name="T18" fmla="*/ 127000 w 51"/>
              <a:gd name="T19" fmla="*/ 3175 h 46"/>
              <a:gd name="T20" fmla="*/ 146050 w 51"/>
              <a:gd name="T21" fmla="*/ 15875 h 46"/>
              <a:gd name="T22" fmla="*/ 158750 w 51"/>
              <a:gd name="T23" fmla="*/ 34925 h 46"/>
              <a:gd name="T24" fmla="*/ 158750 w 51"/>
              <a:gd name="T25" fmla="*/ 34925 h 46"/>
              <a:gd name="T26" fmla="*/ 158750 w 51"/>
              <a:gd name="T27" fmla="*/ 60325 h 46"/>
              <a:gd name="T28" fmla="*/ 146050 w 51"/>
              <a:gd name="T29" fmla="*/ 82550 h 46"/>
              <a:gd name="T30" fmla="*/ 146050 w 51"/>
              <a:gd name="T31" fmla="*/ 82550 h 46"/>
              <a:gd name="T32" fmla="*/ 85725 w 51"/>
              <a:gd name="T33" fmla="*/ 142875 h 46"/>
              <a:gd name="T34" fmla="*/ 76200 w 51"/>
              <a:gd name="T35" fmla="*/ 142875 h 46"/>
              <a:gd name="T36" fmla="*/ 76200 w 51"/>
              <a:gd name="T37" fmla="*/ 142875 h 46"/>
              <a:gd name="T38" fmla="*/ 88900 w 51"/>
              <a:gd name="T39" fmla="*/ 25400 h 46"/>
              <a:gd name="T40" fmla="*/ 88900 w 51"/>
              <a:gd name="T41" fmla="*/ 25400 h 46"/>
              <a:gd name="T42" fmla="*/ 69850 w 51"/>
              <a:gd name="T43" fmla="*/ 44450 h 46"/>
              <a:gd name="T44" fmla="*/ 63500 w 51"/>
              <a:gd name="T45" fmla="*/ 44450 h 46"/>
              <a:gd name="T46" fmla="*/ 63500 w 51"/>
              <a:gd name="T47" fmla="*/ 38100 h 46"/>
              <a:gd name="T48" fmla="*/ 76200 w 51"/>
              <a:gd name="T49" fmla="*/ 25400 h 46"/>
              <a:gd name="T50" fmla="*/ 76200 w 51"/>
              <a:gd name="T51" fmla="*/ 25400 h 46"/>
              <a:gd name="T52" fmla="*/ 57150 w 51"/>
              <a:gd name="T53" fmla="*/ 15875 h 46"/>
              <a:gd name="T54" fmla="*/ 41275 w 51"/>
              <a:gd name="T55" fmla="*/ 15875 h 46"/>
              <a:gd name="T56" fmla="*/ 25400 w 51"/>
              <a:gd name="T57" fmla="*/ 25400 h 46"/>
              <a:gd name="T58" fmla="*/ 15875 w 51"/>
              <a:gd name="T59" fmla="*/ 38100 h 46"/>
              <a:gd name="T60" fmla="*/ 15875 w 51"/>
              <a:gd name="T61" fmla="*/ 57150 h 46"/>
              <a:gd name="T62" fmla="*/ 25400 w 51"/>
              <a:gd name="T63" fmla="*/ 73025 h 46"/>
              <a:gd name="T64" fmla="*/ 82550 w 51"/>
              <a:gd name="T65" fmla="*/ 130175 h 46"/>
              <a:gd name="T66" fmla="*/ 136525 w 51"/>
              <a:gd name="T67" fmla="*/ 73025 h 46"/>
              <a:gd name="T68" fmla="*/ 136525 w 51"/>
              <a:gd name="T69" fmla="*/ 73025 h 46"/>
              <a:gd name="T70" fmla="*/ 149225 w 51"/>
              <a:gd name="T71" fmla="*/ 57150 h 46"/>
              <a:gd name="T72" fmla="*/ 146050 w 51"/>
              <a:gd name="T73" fmla="*/ 38100 h 46"/>
              <a:gd name="T74" fmla="*/ 146050 w 51"/>
              <a:gd name="T75" fmla="*/ 38100 h 46"/>
              <a:gd name="T76" fmla="*/ 136525 w 51"/>
              <a:gd name="T77" fmla="*/ 25400 h 46"/>
              <a:gd name="T78" fmla="*/ 123825 w 51"/>
              <a:gd name="T79" fmla="*/ 15875 h 46"/>
              <a:gd name="T80" fmla="*/ 104775 w 51"/>
              <a:gd name="T81" fmla="*/ 15875 h 46"/>
              <a:gd name="T82" fmla="*/ 88900 w 51"/>
              <a:gd name="T83" fmla="*/ 25400 h 4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1" h="46">
                <a:moveTo>
                  <a:pt x="24" y="45"/>
                </a:moveTo>
                <a:cubicBezTo>
                  <a:pt x="5" y="26"/>
                  <a:pt x="5" y="26"/>
                  <a:pt x="5" y="26"/>
                </a:cubicBezTo>
                <a:cubicBezTo>
                  <a:pt x="3" y="24"/>
                  <a:pt x="2" y="22"/>
                  <a:pt x="1" y="19"/>
                </a:cubicBezTo>
                <a:cubicBezTo>
                  <a:pt x="0" y="17"/>
                  <a:pt x="0" y="14"/>
                  <a:pt x="1" y="11"/>
                </a:cubicBezTo>
                <a:cubicBezTo>
                  <a:pt x="2" y="9"/>
                  <a:pt x="3" y="7"/>
                  <a:pt x="5" y="5"/>
                </a:cubicBezTo>
                <a:cubicBezTo>
                  <a:pt x="7" y="3"/>
                  <a:pt x="9" y="2"/>
                  <a:pt x="11" y="1"/>
                </a:cubicBezTo>
                <a:cubicBezTo>
                  <a:pt x="14" y="0"/>
                  <a:pt x="17" y="0"/>
                  <a:pt x="19" y="1"/>
                </a:cubicBezTo>
                <a:cubicBezTo>
                  <a:pt x="22" y="2"/>
                  <a:pt x="24" y="3"/>
                  <a:pt x="26" y="4"/>
                </a:cubicBezTo>
                <a:cubicBezTo>
                  <a:pt x="28" y="3"/>
                  <a:pt x="30" y="2"/>
                  <a:pt x="32" y="1"/>
                </a:cubicBezTo>
                <a:cubicBezTo>
                  <a:pt x="34" y="0"/>
                  <a:pt x="37" y="0"/>
                  <a:pt x="40" y="1"/>
                </a:cubicBezTo>
                <a:cubicBezTo>
                  <a:pt x="42" y="2"/>
                  <a:pt x="44" y="3"/>
                  <a:pt x="46" y="5"/>
                </a:cubicBezTo>
                <a:cubicBezTo>
                  <a:pt x="48" y="7"/>
                  <a:pt x="49" y="9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51" y="14"/>
                  <a:pt x="51" y="17"/>
                  <a:pt x="50" y="19"/>
                </a:cubicBezTo>
                <a:cubicBezTo>
                  <a:pt x="50" y="22"/>
                  <a:pt x="48" y="24"/>
                  <a:pt x="46" y="26"/>
                </a:cubicBezTo>
                <a:cubicBezTo>
                  <a:pt x="46" y="26"/>
                  <a:pt x="46" y="26"/>
                  <a:pt x="46" y="26"/>
                </a:cubicBezTo>
                <a:cubicBezTo>
                  <a:pt x="27" y="45"/>
                  <a:pt x="27" y="45"/>
                  <a:pt x="27" y="45"/>
                </a:cubicBezTo>
                <a:cubicBezTo>
                  <a:pt x="26" y="46"/>
                  <a:pt x="25" y="46"/>
                  <a:pt x="24" y="45"/>
                </a:cubicBezTo>
                <a:cubicBezTo>
                  <a:pt x="24" y="45"/>
                  <a:pt x="24" y="45"/>
                  <a:pt x="24" y="45"/>
                </a:cubicBezTo>
                <a:close/>
                <a:moveTo>
                  <a:pt x="28" y="8"/>
                </a:moveTo>
                <a:cubicBezTo>
                  <a:pt x="28" y="8"/>
                  <a:pt x="28" y="8"/>
                  <a:pt x="28" y="8"/>
                </a:cubicBezTo>
                <a:cubicBezTo>
                  <a:pt x="22" y="14"/>
                  <a:pt x="22" y="14"/>
                  <a:pt x="22" y="14"/>
                </a:cubicBezTo>
                <a:cubicBezTo>
                  <a:pt x="21" y="14"/>
                  <a:pt x="21" y="14"/>
                  <a:pt x="20" y="14"/>
                </a:cubicBezTo>
                <a:cubicBezTo>
                  <a:pt x="20" y="13"/>
                  <a:pt x="20" y="13"/>
                  <a:pt x="20" y="12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2" y="6"/>
                  <a:pt x="20" y="5"/>
                  <a:pt x="18" y="5"/>
                </a:cubicBezTo>
                <a:cubicBezTo>
                  <a:pt x="17" y="4"/>
                  <a:pt x="15" y="4"/>
                  <a:pt x="13" y="5"/>
                </a:cubicBezTo>
                <a:cubicBezTo>
                  <a:pt x="11" y="6"/>
                  <a:pt x="9" y="7"/>
                  <a:pt x="8" y="8"/>
                </a:cubicBezTo>
                <a:cubicBezTo>
                  <a:pt x="7" y="9"/>
                  <a:pt x="5" y="11"/>
                  <a:pt x="5" y="12"/>
                </a:cubicBezTo>
                <a:cubicBezTo>
                  <a:pt x="4" y="14"/>
                  <a:pt x="4" y="16"/>
                  <a:pt x="5" y="18"/>
                </a:cubicBezTo>
                <a:cubicBezTo>
                  <a:pt x="5" y="20"/>
                  <a:pt x="6" y="22"/>
                  <a:pt x="8" y="23"/>
                </a:cubicBezTo>
                <a:cubicBezTo>
                  <a:pt x="26" y="41"/>
                  <a:pt x="26" y="41"/>
                  <a:pt x="26" y="41"/>
                </a:cubicBezTo>
                <a:cubicBezTo>
                  <a:pt x="43" y="23"/>
                  <a:pt x="43" y="23"/>
                  <a:pt x="43" y="23"/>
                </a:cubicBezTo>
                <a:cubicBezTo>
                  <a:pt x="43" y="23"/>
                  <a:pt x="43" y="23"/>
                  <a:pt x="43" y="23"/>
                </a:cubicBezTo>
                <a:cubicBezTo>
                  <a:pt x="45" y="22"/>
                  <a:pt x="46" y="20"/>
                  <a:pt x="47" y="18"/>
                </a:cubicBezTo>
                <a:cubicBezTo>
                  <a:pt x="47" y="16"/>
                  <a:pt x="47" y="14"/>
                  <a:pt x="46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11"/>
                  <a:pt x="45" y="9"/>
                  <a:pt x="43" y="8"/>
                </a:cubicBezTo>
                <a:cubicBezTo>
                  <a:pt x="42" y="7"/>
                  <a:pt x="40" y="6"/>
                  <a:pt x="39" y="5"/>
                </a:cubicBezTo>
                <a:cubicBezTo>
                  <a:pt x="37" y="4"/>
                  <a:pt x="35" y="4"/>
                  <a:pt x="33" y="5"/>
                </a:cubicBezTo>
                <a:cubicBezTo>
                  <a:pt x="31" y="5"/>
                  <a:pt x="29" y="6"/>
                  <a:pt x="28" y="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2" name="Freeform 66">
            <a:extLst>
              <a:ext uri="{FF2B5EF4-FFF2-40B4-BE49-F238E27FC236}">
                <a16:creationId xmlns:a16="http://schemas.microsoft.com/office/drawing/2014/main" id="{7AE071A2-C715-FEA9-C528-2B2930EECBA4}"/>
              </a:ext>
            </a:extLst>
          </p:cNvPr>
          <p:cNvSpPr>
            <a:spLocks noEditPoints="1"/>
          </p:cNvSpPr>
          <p:nvPr/>
        </p:nvSpPr>
        <p:spPr bwMode="auto">
          <a:xfrm>
            <a:off x="8430085" y="1746699"/>
            <a:ext cx="177800" cy="213783"/>
          </a:xfrm>
          <a:custGeom>
            <a:avLst/>
            <a:gdLst>
              <a:gd name="T0" fmla="*/ 120650 w 42"/>
              <a:gd name="T1" fmla="*/ 25654 h 50"/>
              <a:gd name="T2" fmla="*/ 60325 w 42"/>
              <a:gd name="T3" fmla="*/ 28861 h 50"/>
              <a:gd name="T4" fmla="*/ 31750 w 42"/>
              <a:gd name="T5" fmla="*/ 109029 h 50"/>
              <a:gd name="T6" fmla="*/ 47625 w 42"/>
              <a:gd name="T7" fmla="*/ 112236 h 50"/>
              <a:gd name="T8" fmla="*/ 47625 w 42"/>
              <a:gd name="T9" fmla="*/ 22447 h 50"/>
              <a:gd name="T10" fmla="*/ 47625 w 42"/>
              <a:gd name="T11" fmla="*/ 22447 h 50"/>
              <a:gd name="T12" fmla="*/ 47625 w 42"/>
              <a:gd name="T13" fmla="*/ 22447 h 50"/>
              <a:gd name="T14" fmla="*/ 47625 w 42"/>
              <a:gd name="T15" fmla="*/ 22447 h 50"/>
              <a:gd name="T16" fmla="*/ 47625 w 42"/>
              <a:gd name="T17" fmla="*/ 22447 h 50"/>
              <a:gd name="T18" fmla="*/ 47625 w 42"/>
              <a:gd name="T19" fmla="*/ 22447 h 50"/>
              <a:gd name="T20" fmla="*/ 47625 w 42"/>
              <a:gd name="T21" fmla="*/ 22447 h 50"/>
              <a:gd name="T22" fmla="*/ 47625 w 42"/>
              <a:gd name="T23" fmla="*/ 22447 h 50"/>
              <a:gd name="T24" fmla="*/ 47625 w 42"/>
              <a:gd name="T25" fmla="*/ 22447 h 50"/>
              <a:gd name="T26" fmla="*/ 47625 w 42"/>
              <a:gd name="T27" fmla="*/ 22447 h 50"/>
              <a:gd name="T28" fmla="*/ 47625 w 42"/>
              <a:gd name="T29" fmla="*/ 22447 h 50"/>
              <a:gd name="T30" fmla="*/ 50800 w 42"/>
              <a:gd name="T31" fmla="*/ 22447 h 50"/>
              <a:gd name="T32" fmla="*/ 50800 w 42"/>
              <a:gd name="T33" fmla="*/ 19240 h 50"/>
              <a:gd name="T34" fmla="*/ 50800 w 42"/>
              <a:gd name="T35" fmla="*/ 19240 h 50"/>
              <a:gd name="T36" fmla="*/ 50800 w 42"/>
              <a:gd name="T37" fmla="*/ 19240 h 50"/>
              <a:gd name="T38" fmla="*/ 50800 w 42"/>
              <a:gd name="T39" fmla="*/ 19240 h 50"/>
              <a:gd name="T40" fmla="*/ 50800 w 42"/>
              <a:gd name="T41" fmla="*/ 19240 h 50"/>
              <a:gd name="T42" fmla="*/ 50800 w 42"/>
              <a:gd name="T43" fmla="*/ 19240 h 50"/>
              <a:gd name="T44" fmla="*/ 50800 w 42"/>
              <a:gd name="T45" fmla="*/ 19240 h 50"/>
              <a:gd name="T46" fmla="*/ 50800 w 42"/>
              <a:gd name="T47" fmla="*/ 19240 h 50"/>
              <a:gd name="T48" fmla="*/ 50800 w 42"/>
              <a:gd name="T49" fmla="*/ 19240 h 50"/>
              <a:gd name="T50" fmla="*/ 50800 w 42"/>
              <a:gd name="T51" fmla="*/ 19240 h 50"/>
              <a:gd name="T52" fmla="*/ 50800 w 42"/>
              <a:gd name="T53" fmla="*/ 19240 h 50"/>
              <a:gd name="T54" fmla="*/ 50800 w 42"/>
              <a:gd name="T55" fmla="*/ 19240 h 50"/>
              <a:gd name="T56" fmla="*/ 50800 w 42"/>
              <a:gd name="T57" fmla="*/ 19240 h 50"/>
              <a:gd name="T58" fmla="*/ 50800 w 42"/>
              <a:gd name="T59" fmla="*/ 19240 h 50"/>
              <a:gd name="T60" fmla="*/ 50800 w 42"/>
              <a:gd name="T61" fmla="*/ 19240 h 50"/>
              <a:gd name="T62" fmla="*/ 53975 w 42"/>
              <a:gd name="T63" fmla="*/ 19240 h 50"/>
              <a:gd name="T64" fmla="*/ 53975 w 42"/>
              <a:gd name="T65" fmla="*/ 19240 h 50"/>
              <a:gd name="T66" fmla="*/ 133350 w 42"/>
              <a:gd name="T67" fmla="*/ 6413 h 50"/>
              <a:gd name="T68" fmla="*/ 133350 w 42"/>
              <a:gd name="T69" fmla="*/ 6413 h 50"/>
              <a:gd name="T70" fmla="*/ 133350 w 42"/>
              <a:gd name="T71" fmla="*/ 118649 h 50"/>
              <a:gd name="T72" fmla="*/ 104775 w 42"/>
              <a:gd name="T73" fmla="*/ 141097 h 50"/>
              <a:gd name="T74" fmla="*/ 82550 w 42"/>
              <a:gd name="T75" fmla="*/ 134683 h 50"/>
              <a:gd name="T76" fmla="*/ 82550 w 42"/>
              <a:gd name="T77" fmla="*/ 99409 h 50"/>
              <a:gd name="T78" fmla="*/ 120650 w 42"/>
              <a:gd name="T79" fmla="*/ 96202 h 50"/>
              <a:gd name="T80" fmla="*/ 60325 w 42"/>
              <a:gd name="T81" fmla="*/ 48101 h 50"/>
              <a:gd name="T82" fmla="*/ 60325 w 42"/>
              <a:gd name="T83" fmla="*/ 134683 h 50"/>
              <a:gd name="T84" fmla="*/ 50800 w 42"/>
              <a:gd name="T85" fmla="*/ 150717 h 50"/>
              <a:gd name="T86" fmla="*/ 9525 w 42"/>
              <a:gd name="T87" fmla="*/ 150717 h 50"/>
              <a:gd name="T88" fmla="*/ 9525 w 42"/>
              <a:gd name="T89" fmla="*/ 115443 h 50"/>
              <a:gd name="T90" fmla="*/ 44450 w 42"/>
              <a:gd name="T91" fmla="*/ 125063 h 50"/>
              <a:gd name="T92" fmla="*/ 31750 w 42"/>
              <a:gd name="T93" fmla="*/ 121856 h 50"/>
              <a:gd name="T94" fmla="*/ 12700 w 42"/>
              <a:gd name="T95" fmla="*/ 134683 h 50"/>
              <a:gd name="T96" fmla="*/ 31750 w 42"/>
              <a:gd name="T97" fmla="*/ 147510 h 50"/>
              <a:gd name="T98" fmla="*/ 47625 w 42"/>
              <a:gd name="T99" fmla="*/ 134683 h 50"/>
              <a:gd name="T100" fmla="*/ 117475 w 42"/>
              <a:gd name="T101" fmla="*/ 109029 h 50"/>
              <a:gd name="T102" fmla="*/ 104775 w 42"/>
              <a:gd name="T103" fmla="*/ 105822 h 50"/>
              <a:gd name="T104" fmla="*/ 85725 w 42"/>
              <a:gd name="T105" fmla="*/ 115443 h 50"/>
              <a:gd name="T106" fmla="*/ 92075 w 42"/>
              <a:gd name="T107" fmla="*/ 125063 h 50"/>
              <a:gd name="T108" fmla="*/ 104775 w 42"/>
              <a:gd name="T109" fmla="*/ 128270 h 50"/>
              <a:gd name="T110" fmla="*/ 120650 w 42"/>
              <a:gd name="T111" fmla="*/ 118649 h 50"/>
              <a:gd name="T112" fmla="*/ 120650 w 42"/>
              <a:gd name="T113" fmla="*/ 115443 h 50"/>
              <a:gd name="T114" fmla="*/ 117475 w 42"/>
              <a:gd name="T115" fmla="*/ 109029 h 5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42" h="50">
                <a:moveTo>
                  <a:pt x="19" y="12"/>
                </a:moveTo>
                <a:cubicBezTo>
                  <a:pt x="38" y="8"/>
                  <a:pt x="38" y="8"/>
                  <a:pt x="38" y="8"/>
                </a:cubicBezTo>
                <a:cubicBezTo>
                  <a:pt x="38" y="4"/>
                  <a:pt x="38" y="4"/>
                  <a:pt x="38" y="4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12"/>
                  <a:pt x="19" y="12"/>
                  <a:pt x="19" y="12"/>
                </a:cubicBezTo>
                <a:close/>
                <a:moveTo>
                  <a:pt x="10" y="34"/>
                </a:moveTo>
                <a:cubicBezTo>
                  <a:pt x="10" y="34"/>
                  <a:pt x="10" y="34"/>
                  <a:pt x="10" y="34"/>
                </a:cubicBezTo>
                <a:cubicBezTo>
                  <a:pt x="12" y="34"/>
                  <a:pt x="14" y="35"/>
                  <a:pt x="15" y="35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7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40" y="0"/>
                  <a:pt x="40" y="0"/>
                  <a:pt x="40" y="0"/>
                </a:cubicBezTo>
                <a:cubicBezTo>
                  <a:pt x="41" y="0"/>
                  <a:pt x="42" y="1"/>
                  <a:pt x="42" y="2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9"/>
                  <a:pt x="41" y="41"/>
                  <a:pt x="39" y="42"/>
                </a:cubicBezTo>
                <a:cubicBezTo>
                  <a:pt x="38" y="43"/>
                  <a:pt x="35" y="44"/>
                  <a:pt x="33" y="44"/>
                </a:cubicBezTo>
                <a:cubicBezTo>
                  <a:pt x="30" y="44"/>
                  <a:pt x="28" y="43"/>
                  <a:pt x="26" y="42"/>
                </a:cubicBezTo>
                <a:cubicBezTo>
                  <a:pt x="26" y="42"/>
                  <a:pt x="26" y="42"/>
                  <a:pt x="26" y="42"/>
                </a:cubicBezTo>
                <a:cubicBezTo>
                  <a:pt x="24" y="41"/>
                  <a:pt x="23" y="39"/>
                  <a:pt x="23" y="36"/>
                </a:cubicBezTo>
                <a:cubicBezTo>
                  <a:pt x="23" y="34"/>
                  <a:pt x="24" y="32"/>
                  <a:pt x="26" y="31"/>
                </a:cubicBezTo>
                <a:cubicBezTo>
                  <a:pt x="28" y="29"/>
                  <a:pt x="30" y="29"/>
                  <a:pt x="33" y="29"/>
                </a:cubicBezTo>
                <a:cubicBezTo>
                  <a:pt x="35" y="29"/>
                  <a:pt x="37" y="29"/>
                  <a:pt x="38" y="30"/>
                </a:cubicBezTo>
                <a:cubicBezTo>
                  <a:pt x="38" y="10"/>
                  <a:pt x="38" y="10"/>
                  <a:pt x="38" y="10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4"/>
                  <a:pt x="18" y="46"/>
                  <a:pt x="16" y="47"/>
                </a:cubicBezTo>
                <a:cubicBezTo>
                  <a:pt x="15" y="49"/>
                  <a:pt x="12" y="50"/>
                  <a:pt x="10" y="50"/>
                </a:cubicBezTo>
                <a:cubicBezTo>
                  <a:pt x="7" y="50"/>
                  <a:pt x="5" y="49"/>
                  <a:pt x="3" y="47"/>
                </a:cubicBezTo>
                <a:cubicBezTo>
                  <a:pt x="1" y="46"/>
                  <a:pt x="0" y="44"/>
                  <a:pt x="0" y="42"/>
                </a:cubicBezTo>
                <a:cubicBezTo>
                  <a:pt x="0" y="40"/>
                  <a:pt x="1" y="38"/>
                  <a:pt x="3" y="36"/>
                </a:cubicBezTo>
                <a:cubicBezTo>
                  <a:pt x="5" y="35"/>
                  <a:pt x="7" y="34"/>
                  <a:pt x="10" y="34"/>
                </a:cubicBezTo>
                <a:close/>
                <a:moveTo>
                  <a:pt x="14" y="39"/>
                </a:moveTo>
                <a:cubicBezTo>
                  <a:pt x="14" y="39"/>
                  <a:pt x="14" y="39"/>
                  <a:pt x="14" y="39"/>
                </a:cubicBezTo>
                <a:cubicBezTo>
                  <a:pt x="13" y="38"/>
                  <a:pt x="11" y="38"/>
                  <a:pt x="10" y="38"/>
                </a:cubicBezTo>
                <a:cubicBezTo>
                  <a:pt x="8" y="38"/>
                  <a:pt x="7" y="38"/>
                  <a:pt x="6" y="39"/>
                </a:cubicBezTo>
                <a:cubicBezTo>
                  <a:pt x="5" y="40"/>
                  <a:pt x="4" y="41"/>
                  <a:pt x="4" y="42"/>
                </a:cubicBezTo>
                <a:cubicBezTo>
                  <a:pt x="4" y="43"/>
                  <a:pt x="5" y="44"/>
                  <a:pt x="6" y="44"/>
                </a:cubicBezTo>
                <a:cubicBezTo>
                  <a:pt x="7" y="45"/>
                  <a:pt x="8" y="46"/>
                  <a:pt x="10" y="46"/>
                </a:cubicBezTo>
                <a:cubicBezTo>
                  <a:pt x="11" y="46"/>
                  <a:pt x="13" y="45"/>
                  <a:pt x="14" y="44"/>
                </a:cubicBezTo>
                <a:cubicBezTo>
                  <a:pt x="15" y="44"/>
                  <a:pt x="15" y="43"/>
                  <a:pt x="15" y="42"/>
                </a:cubicBezTo>
                <a:cubicBezTo>
                  <a:pt x="15" y="41"/>
                  <a:pt x="15" y="40"/>
                  <a:pt x="14" y="39"/>
                </a:cubicBezTo>
                <a:close/>
                <a:moveTo>
                  <a:pt x="37" y="34"/>
                </a:moveTo>
                <a:cubicBezTo>
                  <a:pt x="37" y="34"/>
                  <a:pt x="37" y="34"/>
                  <a:pt x="37" y="34"/>
                </a:cubicBezTo>
                <a:cubicBezTo>
                  <a:pt x="36" y="33"/>
                  <a:pt x="34" y="33"/>
                  <a:pt x="33" y="33"/>
                </a:cubicBezTo>
                <a:cubicBezTo>
                  <a:pt x="31" y="33"/>
                  <a:pt x="30" y="33"/>
                  <a:pt x="29" y="34"/>
                </a:cubicBezTo>
                <a:cubicBezTo>
                  <a:pt x="28" y="35"/>
                  <a:pt x="27" y="35"/>
                  <a:pt x="27" y="36"/>
                </a:cubicBezTo>
                <a:cubicBezTo>
                  <a:pt x="27" y="37"/>
                  <a:pt x="28" y="38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30" y="40"/>
                  <a:pt x="31" y="40"/>
                  <a:pt x="33" y="40"/>
                </a:cubicBezTo>
                <a:cubicBezTo>
                  <a:pt x="34" y="40"/>
                  <a:pt x="36" y="40"/>
                  <a:pt x="37" y="39"/>
                </a:cubicBezTo>
                <a:cubicBezTo>
                  <a:pt x="38" y="38"/>
                  <a:pt x="38" y="37"/>
                  <a:pt x="38" y="37"/>
                </a:cubicBezTo>
                <a:cubicBezTo>
                  <a:pt x="38" y="36"/>
                  <a:pt x="38" y="36"/>
                  <a:pt x="38" y="36"/>
                </a:cubicBezTo>
                <a:cubicBezTo>
                  <a:pt x="38" y="36"/>
                  <a:pt x="38" y="36"/>
                  <a:pt x="38" y="36"/>
                </a:cubicBezTo>
                <a:cubicBezTo>
                  <a:pt x="38" y="35"/>
                  <a:pt x="38" y="35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3" name="Freeform 67">
            <a:extLst>
              <a:ext uri="{FF2B5EF4-FFF2-40B4-BE49-F238E27FC236}">
                <a16:creationId xmlns:a16="http://schemas.microsoft.com/office/drawing/2014/main" id="{0F019FA4-28D5-F5CA-FF7E-7B90C58C98C5}"/>
              </a:ext>
            </a:extLst>
          </p:cNvPr>
          <p:cNvSpPr>
            <a:spLocks noEditPoints="1"/>
          </p:cNvSpPr>
          <p:nvPr/>
        </p:nvSpPr>
        <p:spPr bwMode="auto">
          <a:xfrm>
            <a:off x="8789919" y="1757281"/>
            <a:ext cx="207433" cy="190500"/>
          </a:xfrm>
          <a:custGeom>
            <a:avLst/>
            <a:gdLst>
              <a:gd name="T0" fmla="*/ 95250 w 49"/>
              <a:gd name="T1" fmla="*/ 3175 h 45"/>
              <a:gd name="T2" fmla="*/ 95250 w 49"/>
              <a:gd name="T3" fmla="*/ 3175 h 45"/>
              <a:gd name="T4" fmla="*/ 146050 w 49"/>
              <a:gd name="T5" fmla="*/ 53975 h 45"/>
              <a:gd name="T6" fmla="*/ 146050 w 49"/>
              <a:gd name="T7" fmla="*/ 63500 h 45"/>
              <a:gd name="T8" fmla="*/ 146050 w 49"/>
              <a:gd name="T9" fmla="*/ 63500 h 45"/>
              <a:gd name="T10" fmla="*/ 69850 w 49"/>
              <a:gd name="T11" fmla="*/ 139700 h 45"/>
              <a:gd name="T12" fmla="*/ 60325 w 49"/>
              <a:gd name="T13" fmla="*/ 139700 h 45"/>
              <a:gd name="T14" fmla="*/ 60325 w 49"/>
              <a:gd name="T15" fmla="*/ 139700 h 45"/>
              <a:gd name="T16" fmla="*/ 9525 w 49"/>
              <a:gd name="T17" fmla="*/ 92075 h 45"/>
              <a:gd name="T18" fmla="*/ 9525 w 49"/>
              <a:gd name="T19" fmla="*/ 82550 h 45"/>
              <a:gd name="T20" fmla="*/ 9525 w 49"/>
              <a:gd name="T21" fmla="*/ 82550 h 45"/>
              <a:gd name="T22" fmla="*/ 88900 w 49"/>
              <a:gd name="T23" fmla="*/ 3175 h 45"/>
              <a:gd name="T24" fmla="*/ 95250 w 49"/>
              <a:gd name="T25" fmla="*/ 3175 h 45"/>
              <a:gd name="T26" fmla="*/ 149225 w 49"/>
              <a:gd name="T27" fmla="*/ 69850 h 45"/>
              <a:gd name="T28" fmla="*/ 149225 w 49"/>
              <a:gd name="T29" fmla="*/ 69850 h 45"/>
              <a:gd name="T30" fmla="*/ 107950 w 49"/>
              <a:gd name="T31" fmla="*/ 111125 h 45"/>
              <a:gd name="T32" fmla="*/ 107950 w 49"/>
              <a:gd name="T33" fmla="*/ 117475 h 45"/>
              <a:gd name="T34" fmla="*/ 111125 w 49"/>
              <a:gd name="T35" fmla="*/ 117475 h 45"/>
              <a:gd name="T36" fmla="*/ 152400 w 49"/>
              <a:gd name="T37" fmla="*/ 76200 h 45"/>
              <a:gd name="T38" fmla="*/ 152400 w 49"/>
              <a:gd name="T39" fmla="*/ 69850 h 45"/>
              <a:gd name="T40" fmla="*/ 149225 w 49"/>
              <a:gd name="T41" fmla="*/ 69850 h 45"/>
              <a:gd name="T42" fmla="*/ 149225 w 49"/>
              <a:gd name="T43" fmla="*/ 85725 h 45"/>
              <a:gd name="T44" fmla="*/ 149225 w 49"/>
              <a:gd name="T45" fmla="*/ 85725 h 45"/>
              <a:gd name="T46" fmla="*/ 120650 w 49"/>
              <a:gd name="T47" fmla="*/ 114300 h 45"/>
              <a:gd name="T48" fmla="*/ 120650 w 49"/>
              <a:gd name="T49" fmla="*/ 117475 h 45"/>
              <a:gd name="T50" fmla="*/ 127000 w 49"/>
              <a:gd name="T51" fmla="*/ 117475 h 45"/>
              <a:gd name="T52" fmla="*/ 155575 w 49"/>
              <a:gd name="T53" fmla="*/ 88900 h 45"/>
              <a:gd name="T54" fmla="*/ 155575 w 49"/>
              <a:gd name="T55" fmla="*/ 85725 h 45"/>
              <a:gd name="T56" fmla="*/ 149225 w 49"/>
              <a:gd name="T57" fmla="*/ 85725 h 45"/>
              <a:gd name="T58" fmla="*/ 44450 w 49"/>
              <a:gd name="T59" fmla="*/ 28575 h 45"/>
              <a:gd name="T60" fmla="*/ 44450 w 49"/>
              <a:gd name="T61" fmla="*/ 28575 h 45"/>
              <a:gd name="T62" fmla="*/ 3175 w 49"/>
              <a:gd name="T63" fmla="*/ 69850 h 45"/>
              <a:gd name="T64" fmla="*/ 3175 w 49"/>
              <a:gd name="T65" fmla="*/ 73025 h 45"/>
              <a:gd name="T66" fmla="*/ 9525 w 49"/>
              <a:gd name="T67" fmla="*/ 73025 h 45"/>
              <a:gd name="T68" fmla="*/ 50800 w 49"/>
              <a:gd name="T69" fmla="*/ 34925 h 45"/>
              <a:gd name="T70" fmla="*/ 50800 w 49"/>
              <a:gd name="T71" fmla="*/ 28575 h 45"/>
              <a:gd name="T72" fmla="*/ 44450 w 49"/>
              <a:gd name="T73" fmla="*/ 28575 h 45"/>
              <a:gd name="T74" fmla="*/ 28575 w 49"/>
              <a:gd name="T75" fmla="*/ 25400 h 45"/>
              <a:gd name="T76" fmla="*/ 28575 w 49"/>
              <a:gd name="T77" fmla="*/ 25400 h 45"/>
              <a:gd name="T78" fmla="*/ 3175 w 49"/>
              <a:gd name="T79" fmla="*/ 53975 h 45"/>
              <a:gd name="T80" fmla="*/ 3175 w 49"/>
              <a:gd name="T81" fmla="*/ 60325 h 45"/>
              <a:gd name="T82" fmla="*/ 6350 w 49"/>
              <a:gd name="T83" fmla="*/ 60325 h 45"/>
              <a:gd name="T84" fmla="*/ 34925 w 49"/>
              <a:gd name="T85" fmla="*/ 31750 h 45"/>
              <a:gd name="T86" fmla="*/ 34925 w 49"/>
              <a:gd name="T87" fmla="*/ 25400 h 45"/>
              <a:gd name="T88" fmla="*/ 28575 w 49"/>
              <a:gd name="T89" fmla="*/ 25400 h 45"/>
              <a:gd name="T90" fmla="*/ 38100 w 49"/>
              <a:gd name="T91" fmla="*/ 95250 h 45"/>
              <a:gd name="T92" fmla="*/ 38100 w 49"/>
              <a:gd name="T93" fmla="*/ 95250 h 45"/>
              <a:gd name="T94" fmla="*/ 53975 w 49"/>
              <a:gd name="T95" fmla="*/ 111125 h 45"/>
              <a:gd name="T96" fmla="*/ 57150 w 49"/>
              <a:gd name="T97" fmla="*/ 111125 h 45"/>
              <a:gd name="T98" fmla="*/ 57150 w 49"/>
              <a:gd name="T99" fmla="*/ 107950 h 45"/>
              <a:gd name="T100" fmla="*/ 41275 w 49"/>
              <a:gd name="T101" fmla="*/ 92075 h 45"/>
              <a:gd name="T102" fmla="*/ 38100 w 49"/>
              <a:gd name="T103" fmla="*/ 92075 h 45"/>
              <a:gd name="T104" fmla="*/ 38100 w 49"/>
              <a:gd name="T105" fmla="*/ 95250 h 45"/>
              <a:gd name="T106" fmla="*/ 133350 w 49"/>
              <a:gd name="T107" fmla="*/ 57150 h 45"/>
              <a:gd name="T108" fmla="*/ 133350 w 49"/>
              <a:gd name="T109" fmla="*/ 57150 h 45"/>
              <a:gd name="T110" fmla="*/ 92075 w 49"/>
              <a:gd name="T111" fmla="*/ 15875 h 45"/>
              <a:gd name="T112" fmla="*/ 22225 w 49"/>
              <a:gd name="T113" fmla="*/ 85725 h 45"/>
              <a:gd name="T114" fmla="*/ 63500 w 49"/>
              <a:gd name="T115" fmla="*/ 127000 h 45"/>
              <a:gd name="T116" fmla="*/ 133350 w 49"/>
              <a:gd name="T117" fmla="*/ 57150 h 45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49" h="45">
                <a:moveTo>
                  <a:pt x="30" y="1"/>
                </a:moveTo>
                <a:cubicBezTo>
                  <a:pt x="30" y="1"/>
                  <a:pt x="30" y="1"/>
                  <a:pt x="30" y="1"/>
                </a:cubicBezTo>
                <a:cubicBezTo>
                  <a:pt x="46" y="17"/>
                  <a:pt x="46" y="17"/>
                  <a:pt x="46" y="17"/>
                </a:cubicBezTo>
                <a:cubicBezTo>
                  <a:pt x="47" y="18"/>
                  <a:pt x="47" y="19"/>
                  <a:pt x="4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22" y="44"/>
                  <a:pt x="22" y="44"/>
                  <a:pt x="22" y="44"/>
                </a:cubicBezTo>
                <a:cubicBezTo>
                  <a:pt x="21" y="45"/>
                  <a:pt x="20" y="45"/>
                  <a:pt x="19" y="44"/>
                </a:cubicBezTo>
                <a:cubicBezTo>
                  <a:pt x="19" y="44"/>
                  <a:pt x="19" y="44"/>
                  <a:pt x="19" y="44"/>
                </a:cubicBezTo>
                <a:cubicBezTo>
                  <a:pt x="3" y="29"/>
                  <a:pt x="3" y="29"/>
                  <a:pt x="3" y="29"/>
                </a:cubicBezTo>
                <a:cubicBezTo>
                  <a:pt x="2" y="28"/>
                  <a:pt x="2" y="27"/>
                  <a:pt x="3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0"/>
                  <a:pt x="30" y="0"/>
                  <a:pt x="30" y="1"/>
                </a:cubicBezTo>
                <a:close/>
                <a:moveTo>
                  <a:pt x="47" y="22"/>
                </a:moveTo>
                <a:cubicBezTo>
                  <a:pt x="47" y="22"/>
                  <a:pt x="47" y="22"/>
                  <a:pt x="47" y="22"/>
                </a:cubicBezTo>
                <a:cubicBezTo>
                  <a:pt x="34" y="35"/>
                  <a:pt x="34" y="35"/>
                  <a:pt x="34" y="35"/>
                </a:cubicBezTo>
                <a:cubicBezTo>
                  <a:pt x="33" y="36"/>
                  <a:pt x="33" y="36"/>
                  <a:pt x="34" y="37"/>
                </a:cubicBezTo>
                <a:cubicBezTo>
                  <a:pt x="34" y="37"/>
                  <a:pt x="35" y="37"/>
                  <a:pt x="35" y="37"/>
                </a:cubicBezTo>
                <a:cubicBezTo>
                  <a:pt x="48" y="24"/>
                  <a:pt x="48" y="24"/>
                  <a:pt x="48" y="24"/>
                </a:cubicBezTo>
                <a:cubicBezTo>
                  <a:pt x="49" y="24"/>
                  <a:pt x="49" y="23"/>
                  <a:pt x="48" y="22"/>
                </a:cubicBezTo>
                <a:cubicBezTo>
                  <a:pt x="48" y="22"/>
                  <a:pt x="47" y="22"/>
                  <a:pt x="47" y="22"/>
                </a:cubicBezTo>
                <a:close/>
                <a:moveTo>
                  <a:pt x="47" y="27"/>
                </a:moveTo>
                <a:cubicBezTo>
                  <a:pt x="47" y="27"/>
                  <a:pt x="47" y="27"/>
                  <a:pt x="47" y="27"/>
                </a:cubicBezTo>
                <a:cubicBezTo>
                  <a:pt x="38" y="36"/>
                  <a:pt x="38" y="36"/>
                  <a:pt x="38" y="36"/>
                </a:cubicBezTo>
                <a:cubicBezTo>
                  <a:pt x="38" y="36"/>
                  <a:pt x="38" y="37"/>
                  <a:pt x="38" y="37"/>
                </a:cubicBezTo>
                <a:cubicBezTo>
                  <a:pt x="39" y="38"/>
                  <a:pt x="39" y="38"/>
                  <a:pt x="40" y="37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28"/>
                  <a:pt x="49" y="27"/>
                  <a:pt x="49" y="27"/>
                </a:cubicBezTo>
                <a:cubicBezTo>
                  <a:pt x="48" y="26"/>
                  <a:pt x="47" y="26"/>
                  <a:pt x="47" y="27"/>
                </a:cubicBezTo>
                <a:close/>
                <a:moveTo>
                  <a:pt x="14" y="9"/>
                </a:moveTo>
                <a:cubicBezTo>
                  <a:pt x="14" y="9"/>
                  <a:pt x="14" y="9"/>
                  <a:pt x="14" y="9"/>
                </a:cubicBezTo>
                <a:cubicBezTo>
                  <a:pt x="1" y="22"/>
                  <a:pt x="1" y="22"/>
                  <a:pt x="1" y="22"/>
                </a:cubicBezTo>
                <a:cubicBezTo>
                  <a:pt x="1" y="22"/>
                  <a:pt x="1" y="23"/>
                  <a:pt x="1" y="23"/>
                </a:cubicBezTo>
                <a:cubicBezTo>
                  <a:pt x="2" y="24"/>
                  <a:pt x="2" y="24"/>
                  <a:pt x="3" y="23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0"/>
                  <a:pt x="16" y="9"/>
                  <a:pt x="16" y="9"/>
                </a:cubicBezTo>
                <a:cubicBezTo>
                  <a:pt x="15" y="8"/>
                  <a:pt x="14" y="8"/>
                  <a:pt x="14" y="9"/>
                </a:cubicBezTo>
                <a:close/>
                <a:moveTo>
                  <a:pt x="9" y="8"/>
                </a:moveTo>
                <a:cubicBezTo>
                  <a:pt x="9" y="8"/>
                  <a:pt x="9" y="8"/>
                  <a:pt x="9" y="8"/>
                </a:cubicBezTo>
                <a:cubicBezTo>
                  <a:pt x="1" y="17"/>
                  <a:pt x="1" y="17"/>
                  <a:pt x="1" y="17"/>
                </a:cubicBezTo>
                <a:cubicBezTo>
                  <a:pt x="0" y="18"/>
                  <a:pt x="0" y="18"/>
                  <a:pt x="1" y="19"/>
                </a:cubicBezTo>
                <a:cubicBezTo>
                  <a:pt x="1" y="19"/>
                  <a:pt x="2" y="19"/>
                  <a:pt x="2" y="19"/>
                </a:cubicBezTo>
                <a:cubicBezTo>
                  <a:pt x="11" y="10"/>
                  <a:pt x="11" y="10"/>
                  <a:pt x="11" y="10"/>
                </a:cubicBezTo>
                <a:cubicBezTo>
                  <a:pt x="12" y="10"/>
                  <a:pt x="12" y="9"/>
                  <a:pt x="11" y="8"/>
                </a:cubicBezTo>
                <a:cubicBezTo>
                  <a:pt x="11" y="8"/>
                  <a:pt x="10" y="8"/>
                  <a:pt x="9" y="8"/>
                </a:cubicBezTo>
                <a:close/>
                <a:moveTo>
                  <a:pt x="12" y="30"/>
                </a:moveTo>
                <a:cubicBezTo>
                  <a:pt x="12" y="30"/>
                  <a:pt x="12" y="30"/>
                  <a:pt x="12" y="30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6"/>
                  <a:pt x="18" y="36"/>
                  <a:pt x="18" y="35"/>
                </a:cubicBezTo>
                <a:cubicBezTo>
                  <a:pt x="19" y="35"/>
                  <a:pt x="19" y="34"/>
                  <a:pt x="18" y="34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8"/>
                  <a:pt x="12" y="28"/>
                  <a:pt x="12" y="29"/>
                </a:cubicBezTo>
                <a:cubicBezTo>
                  <a:pt x="11" y="29"/>
                  <a:pt x="11" y="30"/>
                  <a:pt x="12" y="30"/>
                </a:cubicBezTo>
                <a:close/>
                <a:moveTo>
                  <a:pt x="42" y="18"/>
                </a:moveTo>
                <a:cubicBezTo>
                  <a:pt x="42" y="18"/>
                  <a:pt x="42" y="18"/>
                  <a:pt x="42" y="18"/>
                </a:cubicBezTo>
                <a:cubicBezTo>
                  <a:pt x="29" y="5"/>
                  <a:pt x="29" y="5"/>
                  <a:pt x="29" y="5"/>
                </a:cubicBezTo>
                <a:cubicBezTo>
                  <a:pt x="7" y="27"/>
                  <a:pt x="7" y="27"/>
                  <a:pt x="7" y="27"/>
                </a:cubicBezTo>
                <a:cubicBezTo>
                  <a:pt x="20" y="40"/>
                  <a:pt x="20" y="40"/>
                  <a:pt x="20" y="40"/>
                </a:cubicBezTo>
                <a:cubicBezTo>
                  <a:pt x="42" y="18"/>
                  <a:pt x="42" y="18"/>
                  <a:pt x="42" y="1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4" name="Freeform 68">
            <a:extLst>
              <a:ext uri="{FF2B5EF4-FFF2-40B4-BE49-F238E27FC236}">
                <a16:creationId xmlns:a16="http://schemas.microsoft.com/office/drawing/2014/main" id="{A64DB6C1-BA83-60A2-9179-AB667BFA207F}"/>
              </a:ext>
            </a:extLst>
          </p:cNvPr>
          <p:cNvSpPr>
            <a:spLocks/>
          </p:cNvSpPr>
          <p:nvPr/>
        </p:nvSpPr>
        <p:spPr bwMode="auto">
          <a:xfrm>
            <a:off x="9196319" y="1382632"/>
            <a:ext cx="114300" cy="118533"/>
          </a:xfrm>
          <a:custGeom>
            <a:avLst/>
            <a:gdLst>
              <a:gd name="T0" fmla="*/ 3175 w 27"/>
              <a:gd name="T1" fmla="*/ 50800 h 28"/>
              <a:gd name="T2" fmla="*/ 0 w 27"/>
              <a:gd name="T3" fmla="*/ 44450 h 28"/>
              <a:gd name="T4" fmla="*/ 3175 w 27"/>
              <a:gd name="T5" fmla="*/ 38100 h 28"/>
              <a:gd name="T6" fmla="*/ 63500 w 27"/>
              <a:gd name="T7" fmla="*/ 38100 h 28"/>
              <a:gd name="T8" fmla="*/ 34925 w 27"/>
              <a:gd name="T9" fmla="*/ 9525 h 28"/>
              <a:gd name="T10" fmla="*/ 34925 w 27"/>
              <a:gd name="T11" fmla="*/ 3175 h 28"/>
              <a:gd name="T12" fmla="*/ 44450 w 27"/>
              <a:gd name="T13" fmla="*/ 3175 h 28"/>
              <a:gd name="T14" fmla="*/ 82550 w 27"/>
              <a:gd name="T15" fmla="*/ 41275 h 28"/>
              <a:gd name="T16" fmla="*/ 82550 w 27"/>
              <a:gd name="T17" fmla="*/ 41275 h 28"/>
              <a:gd name="T18" fmla="*/ 82550 w 27"/>
              <a:gd name="T19" fmla="*/ 41275 h 28"/>
              <a:gd name="T20" fmla="*/ 82550 w 27"/>
              <a:gd name="T21" fmla="*/ 41275 h 28"/>
              <a:gd name="T22" fmla="*/ 82550 w 27"/>
              <a:gd name="T23" fmla="*/ 41275 h 28"/>
              <a:gd name="T24" fmla="*/ 82550 w 27"/>
              <a:gd name="T25" fmla="*/ 41275 h 28"/>
              <a:gd name="T26" fmla="*/ 82550 w 27"/>
              <a:gd name="T27" fmla="*/ 41275 h 28"/>
              <a:gd name="T28" fmla="*/ 82550 w 27"/>
              <a:gd name="T29" fmla="*/ 41275 h 28"/>
              <a:gd name="T30" fmla="*/ 82550 w 27"/>
              <a:gd name="T31" fmla="*/ 41275 h 28"/>
              <a:gd name="T32" fmla="*/ 82550 w 27"/>
              <a:gd name="T33" fmla="*/ 44450 h 28"/>
              <a:gd name="T34" fmla="*/ 82550 w 27"/>
              <a:gd name="T35" fmla="*/ 44450 h 28"/>
              <a:gd name="T36" fmla="*/ 82550 w 27"/>
              <a:gd name="T37" fmla="*/ 44450 h 28"/>
              <a:gd name="T38" fmla="*/ 85725 w 27"/>
              <a:gd name="T39" fmla="*/ 44450 h 28"/>
              <a:gd name="T40" fmla="*/ 85725 w 27"/>
              <a:gd name="T41" fmla="*/ 44450 h 28"/>
              <a:gd name="T42" fmla="*/ 85725 w 27"/>
              <a:gd name="T43" fmla="*/ 44450 h 28"/>
              <a:gd name="T44" fmla="*/ 85725 w 27"/>
              <a:gd name="T45" fmla="*/ 44450 h 28"/>
              <a:gd name="T46" fmla="*/ 85725 w 27"/>
              <a:gd name="T47" fmla="*/ 44450 h 28"/>
              <a:gd name="T48" fmla="*/ 85725 w 27"/>
              <a:gd name="T49" fmla="*/ 44450 h 28"/>
              <a:gd name="T50" fmla="*/ 82550 w 27"/>
              <a:gd name="T51" fmla="*/ 44450 h 28"/>
              <a:gd name="T52" fmla="*/ 82550 w 27"/>
              <a:gd name="T53" fmla="*/ 47625 h 28"/>
              <a:gd name="T54" fmla="*/ 82550 w 27"/>
              <a:gd name="T55" fmla="*/ 47625 h 28"/>
              <a:gd name="T56" fmla="*/ 82550 w 27"/>
              <a:gd name="T57" fmla="*/ 47625 h 28"/>
              <a:gd name="T58" fmla="*/ 82550 w 27"/>
              <a:gd name="T59" fmla="*/ 47625 h 28"/>
              <a:gd name="T60" fmla="*/ 82550 w 27"/>
              <a:gd name="T61" fmla="*/ 47625 h 28"/>
              <a:gd name="T62" fmla="*/ 82550 w 27"/>
              <a:gd name="T63" fmla="*/ 47625 h 28"/>
              <a:gd name="T64" fmla="*/ 82550 w 27"/>
              <a:gd name="T65" fmla="*/ 47625 h 28"/>
              <a:gd name="T66" fmla="*/ 82550 w 27"/>
              <a:gd name="T67" fmla="*/ 47625 h 28"/>
              <a:gd name="T68" fmla="*/ 82550 w 27"/>
              <a:gd name="T69" fmla="*/ 47625 h 28"/>
              <a:gd name="T70" fmla="*/ 82550 w 27"/>
              <a:gd name="T71" fmla="*/ 47625 h 28"/>
              <a:gd name="T72" fmla="*/ 82550 w 27"/>
              <a:gd name="T73" fmla="*/ 50800 h 28"/>
              <a:gd name="T74" fmla="*/ 44450 w 27"/>
              <a:gd name="T75" fmla="*/ 88900 h 28"/>
              <a:gd name="T76" fmla="*/ 34925 w 27"/>
              <a:gd name="T77" fmla="*/ 88900 h 28"/>
              <a:gd name="T78" fmla="*/ 34925 w 27"/>
              <a:gd name="T79" fmla="*/ 79375 h 28"/>
              <a:gd name="T80" fmla="*/ 63500 w 27"/>
              <a:gd name="T81" fmla="*/ 50800 h 28"/>
              <a:gd name="T82" fmla="*/ 3175 w 27"/>
              <a:gd name="T83" fmla="*/ 50800 h 28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7" h="28">
                <a:moveTo>
                  <a:pt x="1" y="16"/>
                </a:moveTo>
                <a:cubicBezTo>
                  <a:pt x="0" y="16"/>
                  <a:pt x="0" y="15"/>
                  <a:pt x="0" y="14"/>
                </a:cubicBezTo>
                <a:cubicBezTo>
                  <a:pt x="0" y="13"/>
                  <a:pt x="0" y="12"/>
                  <a:pt x="1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3"/>
                  <a:pt x="10" y="1"/>
                  <a:pt x="11" y="1"/>
                </a:cubicBezTo>
                <a:cubicBezTo>
                  <a:pt x="12" y="0"/>
                  <a:pt x="13" y="0"/>
                  <a:pt x="14" y="1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6"/>
                  <a:pt x="26" y="16"/>
                  <a:pt x="26" y="16"/>
                </a:cubicBezTo>
                <a:cubicBezTo>
                  <a:pt x="14" y="28"/>
                  <a:pt x="14" y="28"/>
                  <a:pt x="14" y="28"/>
                </a:cubicBezTo>
                <a:cubicBezTo>
                  <a:pt x="13" y="28"/>
                  <a:pt x="12" y="28"/>
                  <a:pt x="11" y="28"/>
                </a:cubicBezTo>
                <a:cubicBezTo>
                  <a:pt x="10" y="27"/>
                  <a:pt x="10" y="26"/>
                  <a:pt x="11" y="25"/>
                </a:cubicBezTo>
                <a:cubicBezTo>
                  <a:pt x="20" y="16"/>
                  <a:pt x="20" y="16"/>
                  <a:pt x="20" y="16"/>
                </a:cubicBezTo>
                <a:cubicBezTo>
                  <a:pt x="1" y="16"/>
                  <a:pt x="1" y="16"/>
                  <a:pt x="1" y="1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5" name="Freeform 69">
            <a:extLst>
              <a:ext uri="{FF2B5EF4-FFF2-40B4-BE49-F238E27FC236}">
                <a16:creationId xmlns:a16="http://schemas.microsoft.com/office/drawing/2014/main" id="{435069EB-9109-FA47-0F9B-47D35F36E2FA}"/>
              </a:ext>
            </a:extLst>
          </p:cNvPr>
          <p:cNvSpPr>
            <a:spLocks/>
          </p:cNvSpPr>
          <p:nvPr/>
        </p:nvSpPr>
        <p:spPr bwMode="auto">
          <a:xfrm>
            <a:off x="9575201" y="1382632"/>
            <a:ext cx="114300" cy="118533"/>
          </a:xfrm>
          <a:custGeom>
            <a:avLst/>
            <a:gdLst>
              <a:gd name="T0" fmla="*/ 79375 w 27"/>
              <a:gd name="T1" fmla="*/ 50800 h 28"/>
              <a:gd name="T2" fmla="*/ 85725 w 27"/>
              <a:gd name="T3" fmla="*/ 44450 h 28"/>
              <a:gd name="T4" fmla="*/ 79375 w 27"/>
              <a:gd name="T5" fmla="*/ 38100 h 28"/>
              <a:gd name="T6" fmla="*/ 22225 w 27"/>
              <a:gd name="T7" fmla="*/ 38100 h 28"/>
              <a:gd name="T8" fmla="*/ 50800 w 27"/>
              <a:gd name="T9" fmla="*/ 9525 h 28"/>
              <a:gd name="T10" fmla="*/ 50800 w 27"/>
              <a:gd name="T11" fmla="*/ 3175 h 28"/>
              <a:gd name="T12" fmla="*/ 41275 w 27"/>
              <a:gd name="T13" fmla="*/ 3175 h 28"/>
              <a:gd name="T14" fmla="*/ 3175 w 27"/>
              <a:gd name="T15" fmla="*/ 41275 h 28"/>
              <a:gd name="T16" fmla="*/ 3175 w 27"/>
              <a:gd name="T17" fmla="*/ 41275 h 28"/>
              <a:gd name="T18" fmla="*/ 3175 w 27"/>
              <a:gd name="T19" fmla="*/ 41275 h 28"/>
              <a:gd name="T20" fmla="*/ 3175 w 27"/>
              <a:gd name="T21" fmla="*/ 41275 h 28"/>
              <a:gd name="T22" fmla="*/ 3175 w 27"/>
              <a:gd name="T23" fmla="*/ 41275 h 28"/>
              <a:gd name="T24" fmla="*/ 0 w 27"/>
              <a:gd name="T25" fmla="*/ 41275 h 28"/>
              <a:gd name="T26" fmla="*/ 0 w 27"/>
              <a:gd name="T27" fmla="*/ 41275 h 28"/>
              <a:gd name="T28" fmla="*/ 0 w 27"/>
              <a:gd name="T29" fmla="*/ 41275 h 28"/>
              <a:gd name="T30" fmla="*/ 0 w 27"/>
              <a:gd name="T31" fmla="*/ 41275 h 28"/>
              <a:gd name="T32" fmla="*/ 0 w 27"/>
              <a:gd name="T33" fmla="*/ 44450 h 28"/>
              <a:gd name="T34" fmla="*/ 0 w 27"/>
              <a:gd name="T35" fmla="*/ 44450 h 28"/>
              <a:gd name="T36" fmla="*/ 0 w 27"/>
              <a:gd name="T37" fmla="*/ 44450 h 28"/>
              <a:gd name="T38" fmla="*/ 0 w 27"/>
              <a:gd name="T39" fmla="*/ 44450 h 28"/>
              <a:gd name="T40" fmla="*/ 0 w 27"/>
              <a:gd name="T41" fmla="*/ 44450 h 28"/>
              <a:gd name="T42" fmla="*/ 0 w 27"/>
              <a:gd name="T43" fmla="*/ 44450 h 28"/>
              <a:gd name="T44" fmla="*/ 0 w 27"/>
              <a:gd name="T45" fmla="*/ 44450 h 28"/>
              <a:gd name="T46" fmla="*/ 0 w 27"/>
              <a:gd name="T47" fmla="*/ 44450 h 28"/>
              <a:gd name="T48" fmla="*/ 0 w 27"/>
              <a:gd name="T49" fmla="*/ 44450 h 28"/>
              <a:gd name="T50" fmla="*/ 0 w 27"/>
              <a:gd name="T51" fmla="*/ 44450 h 28"/>
              <a:gd name="T52" fmla="*/ 0 w 27"/>
              <a:gd name="T53" fmla="*/ 47625 h 28"/>
              <a:gd name="T54" fmla="*/ 0 w 27"/>
              <a:gd name="T55" fmla="*/ 47625 h 28"/>
              <a:gd name="T56" fmla="*/ 0 w 27"/>
              <a:gd name="T57" fmla="*/ 47625 h 28"/>
              <a:gd name="T58" fmla="*/ 0 w 27"/>
              <a:gd name="T59" fmla="*/ 47625 h 28"/>
              <a:gd name="T60" fmla="*/ 0 w 27"/>
              <a:gd name="T61" fmla="*/ 47625 h 28"/>
              <a:gd name="T62" fmla="*/ 0 w 27"/>
              <a:gd name="T63" fmla="*/ 47625 h 28"/>
              <a:gd name="T64" fmla="*/ 3175 w 27"/>
              <a:gd name="T65" fmla="*/ 47625 h 28"/>
              <a:gd name="T66" fmla="*/ 3175 w 27"/>
              <a:gd name="T67" fmla="*/ 47625 h 28"/>
              <a:gd name="T68" fmla="*/ 3175 w 27"/>
              <a:gd name="T69" fmla="*/ 47625 h 28"/>
              <a:gd name="T70" fmla="*/ 3175 w 27"/>
              <a:gd name="T71" fmla="*/ 47625 h 28"/>
              <a:gd name="T72" fmla="*/ 3175 w 27"/>
              <a:gd name="T73" fmla="*/ 50800 h 28"/>
              <a:gd name="T74" fmla="*/ 41275 w 27"/>
              <a:gd name="T75" fmla="*/ 88900 h 28"/>
              <a:gd name="T76" fmla="*/ 50800 w 27"/>
              <a:gd name="T77" fmla="*/ 88900 h 28"/>
              <a:gd name="T78" fmla="*/ 50800 w 27"/>
              <a:gd name="T79" fmla="*/ 79375 h 28"/>
              <a:gd name="T80" fmla="*/ 22225 w 27"/>
              <a:gd name="T81" fmla="*/ 50800 h 28"/>
              <a:gd name="T82" fmla="*/ 79375 w 27"/>
              <a:gd name="T83" fmla="*/ 50800 h 28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7" h="28">
                <a:moveTo>
                  <a:pt x="25" y="16"/>
                </a:moveTo>
                <a:cubicBezTo>
                  <a:pt x="26" y="16"/>
                  <a:pt x="27" y="15"/>
                  <a:pt x="27" y="14"/>
                </a:cubicBezTo>
                <a:cubicBezTo>
                  <a:pt x="27" y="13"/>
                  <a:pt x="26" y="12"/>
                  <a:pt x="25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3"/>
                  <a:pt x="16" y="1"/>
                  <a:pt x="16" y="1"/>
                </a:cubicBezTo>
                <a:cubicBezTo>
                  <a:pt x="15" y="0"/>
                  <a:pt x="14" y="0"/>
                  <a:pt x="13" y="1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0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3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1" y="15"/>
                  <a:pt x="1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6"/>
                  <a:pt x="1" y="16"/>
                  <a:pt x="1" y="16"/>
                </a:cubicBezTo>
                <a:cubicBezTo>
                  <a:pt x="13" y="28"/>
                  <a:pt x="13" y="28"/>
                  <a:pt x="13" y="28"/>
                </a:cubicBezTo>
                <a:cubicBezTo>
                  <a:pt x="14" y="28"/>
                  <a:pt x="15" y="28"/>
                  <a:pt x="16" y="28"/>
                </a:cubicBezTo>
                <a:cubicBezTo>
                  <a:pt x="16" y="27"/>
                  <a:pt x="16" y="26"/>
                  <a:pt x="16" y="25"/>
                </a:cubicBezTo>
                <a:cubicBezTo>
                  <a:pt x="7" y="16"/>
                  <a:pt x="7" y="16"/>
                  <a:pt x="7" y="16"/>
                </a:cubicBezTo>
                <a:cubicBezTo>
                  <a:pt x="25" y="16"/>
                  <a:pt x="25" y="16"/>
                  <a:pt x="25" y="1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6" name="Freeform 70">
            <a:extLst>
              <a:ext uri="{FF2B5EF4-FFF2-40B4-BE49-F238E27FC236}">
                <a16:creationId xmlns:a16="http://schemas.microsoft.com/office/drawing/2014/main" id="{C059B7D7-BCCC-E6B4-66AB-CD684D525865}"/>
              </a:ext>
            </a:extLst>
          </p:cNvPr>
          <p:cNvSpPr>
            <a:spLocks noEditPoints="1"/>
          </p:cNvSpPr>
          <p:nvPr/>
        </p:nvSpPr>
        <p:spPr bwMode="auto">
          <a:xfrm>
            <a:off x="9939267" y="1374165"/>
            <a:ext cx="135467" cy="135467"/>
          </a:xfrm>
          <a:custGeom>
            <a:avLst/>
            <a:gdLst>
              <a:gd name="T0" fmla="*/ 50800 w 32"/>
              <a:gd name="T1" fmla="*/ 0 h 32"/>
              <a:gd name="T2" fmla="*/ 85725 w 32"/>
              <a:gd name="T3" fmla="*/ 15875 h 32"/>
              <a:gd name="T4" fmla="*/ 85725 w 32"/>
              <a:gd name="T5" fmla="*/ 15875 h 32"/>
              <a:gd name="T6" fmla="*/ 101600 w 32"/>
              <a:gd name="T7" fmla="*/ 50800 h 32"/>
              <a:gd name="T8" fmla="*/ 85725 w 32"/>
              <a:gd name="T9" fmla="*/ 85725 h 32"/>
              <a:gd name="T10" fmla="*/ 85725 w 32"/>
              <a:gd name="T11" fmla="*/ 85725 h 32"/>
              <a:gd name="T12" fmla="*/ 50800 w 32"/>
              <a:gd name="T13" fmla="*/ 101600 h 32"/>
              <a:gd name="T14" fmla="*/ 15875 w 32"/>
              <a:gd name="T15" fmla="*/ 85725 h 32"/>
              <a:gd name="T16" fmla="*/ 15875 w 32"/>
              <a:gd name="T17" fmla="*/ 85725 h 32"/>
              <a:gd name="T18" fmla="*/ 0 w 32"/>
              <a:gd name="T19" fmla="*/ 50800 h 32"/>
              <a:gd name="T20" fmla="*/ 15875 w 32"/>
              <a:gd name="T21" fmla="*/ 15875 h 32"/>
              <a:gd name="T22" fmla="*/ 15875 w 32"/>
              <a:gd name="T23" fmla="*/ 15875 h 32"/>
              <a:gd name="T24" fmla="*/ 50800 w 32"/>
              <a:gd name="T25" fmla="*/ 0 h 32"/>
              <a:gd name="T26" fmla="*/ 79375 w 32"/>
              <a:gd name="T27" fmla="*/ 28575 h 32"/>
              <a:gd name="T28" fmla="*/ 79375 w 32"/>
              <a:gd name="T29" fmla="*/ 28575 h 32"/>
              <a:gd name="T30" fmla="*/ 25400 w 32"/>
              <a:gd name="T31" fmla="*/ 79375 h 32"/>
              <a:gd name="T32" fmla="*/ 50800 w 32"/>
              <a:gd name="T33" fmla="*/ 88900 h 32"/>
              <a:gd name="T34" fmla="*/ 76200 w 32"/>
              <a:gd name="T35" fmla="*/ 79375 h 32"/>
              <a:gd name="T36" fmla="*/ 88900 w 32"/>
              <a:gd name="T37" fmla="*/ 50800 h 32"/>
              <a:gd name="T38" fmla="*/ 79375 w 32"/>
              <a:gd name="T39" fmla="*/ 28575 h 32"/>
              <a:gd name="T40" fmla="*/ 22225 w 32"/>
              <a:gd name="T41" fmla="*/ 76200 h 32"/>
              <a:gd name="T42" fmla="*/ 22225 w 32"/>
              <a:gd name="T43" fmla="*/ 76200 h 32"/>
              <a:gd name="T44" fmla="*/ 76200 w 32"/>
              <a:gd name="T45" fmla="*/ 22225 h 32"/>
              <a:gd name="T46" fmla="*/ 50800 w 32"/>
              <a:gd name="T47" fmla="*/ 12700 h 32"/>
              <a:gd name="T48" fmla="*/ 25400 w 32"/>
              <a:gd name="T49" fmla="*/ 25400 h 32"/>
              <a:gd name="T50" fmla="*/ 25400 w 32"/>
              <a:gd name="T51" fmla="*/ 25400 h 32"/>
              <a:gd name="T52" fmla="*/ 12700 w 32"/>
              <a:gd name="T53" fmla="*/ 50800 h 32"/>
              <a:gd name="T54" fmla="*/ 22225 w 32"/>
              <a:gd name="T55" fmla="*/ 76200 h 3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2" h="32">
                <a:moveTo>
                  <a:pt x="16" y="0"/>
                </a:moveTo>
                <a:cubicBezTo>
                  <a:pt x="20" y="0"/>
                  <a:pt x="24" y="2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30" y="8"/>
                  <a:pt x="32" y="12"/>
                  <a:pt x="32" y="16"/>
                </a:cubicBezTo>
                <a:cubicBezTo>
                  <a:pt x="32" y="20"/>
                  <a:pt x="30" y="24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4" y="30"/>
                  <a:pt x="20" y="32"/>
                  <a:pt x="16" y="32"/>
                </a:cubicBezTo>
                <a:cubicBezTo>
                  <a:pt x="12" y="32"/>
                  <a:pt x="8" y="30"/>
                  <a:pt x="5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2" y="24"/>
                  <a:pt x="0" y="20"/>
                  <a:pt x="0" y="16"/>
                </a:cubicBezTo>
                <a:cubicBezTo>
                  <a:pt x="0" y="12"/>
                  <a:pt x="2" y="8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8" y="2"/>
                  <a:pt x="12" y="0"/>
                  <a:pt x="16" y="0"/>
                </a:cubicBezTo>
                <a:close/>
                <a:moveTo>
                  <a:pt x="25" y="9"/>
                </a:moveTo>
                <a:cubicBezTo>
                  <a:pt x="25" y="9"/>
                  <a:pt x="25" y="9"/>
                  <a:pt x="25" y="9"/>
                </a:cubicBezTo>
                <a:cubicBezTo>
                  <a:pt x="8" y="25"/>
                  <a:pt x="8" y="25"/>
                  <a:pt x="8" y="25"/>
                </a:cubicBezTo>
                <a:cubicBezTo>
                  <a:pt x="10" y="27"/>
                  <a:pt x="13" y="28"/>
                  <a:pt x="16" y="28"/>
                </a:cubicBezTo>
                <a:cubicBezTo>
                  <a:pt x="19" y="28"/>
                  <a:pt x="22" y="27"/>
                  <a:pt x="24" y="25"/>
                </a:cubicBezTo>
                <a:cubicBezTo>
                  <a:pt x="27" y="22"/>
                  <a:pt x="28" y="19"/>
                  <a:pt x="28" y="16"/>
                </a:cubicBezTo>
                <a:cubicBezTo>
                  <a:pt x="28" y="13"/>
                  <a:pt x="27" y="11"/>
                  <a:pt x="25" y="9"/>
                </a:cubicBezTo>
                <a:close/>
                <a:moveTo>
                  <a:pt x="7" y="24"/>
                </a:moveTo>
                <a:cubicBezTo>
                  <a:pt x="7" y="24"/>
                  <a:pt x="7" y="24"/>
                  <a:pt x="7" y="24"/>
                </a:cubicBezTo>
                <a:cubicBezTo>
                  <a:pt x="24" y="7"/>
                  <a:pt x="24" y="7"/>
                  <a:pt x="24" y="7"/>
                </a:cubicBezTo>
                <a:cubicBezTo>
                  <a:pt x="21" y="5"/>
                  <a:pt x="19" y="4"/>
                  <a:pt x="16" y="4"/>
                </a:cubicBezTo>
                <a:cubicBezTo>
                  <a:pt x="13" y="4"/>
                  <a:pt x="10" y="6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5" y="10"/>
                  <a:pt x="4" y="13"/>
                  <a:pt x="4" y="16"/>
                </a:cubicBezTo>
                <a:cubicBezTo>
                  <a:pt x="4" y="19"/>
                  <a:pt x="5" y="22"/>
                  <a:pt x="7" y="2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7" name="Freeform 71">
            <a:extLst>
              <a:ext uri="{FF2B5EF4-FFF2-40B4-BE49-F238E27FC236}">
                <a16:creationId xmlns:a16="http://schemas.microsoft.com/office/drawing/2014/main" id="{1A8BDA22-197E-19AD-2413-088D3210D074}"/>
              </a:ext>
            </a:extLst>
          </p:cNvPr>
          <p:cNvSpPr>
            <a:spLocks noEditPoints="1"/>
          </p:cNvSpPr>
          <p:nvPr/>
        </p:nvSpPr>
        <p:spPr bwMode="auto">
          <a:xfrm>
            <a:off x="10263118" y="1331831"/>
            <a:ext cx="220133" cy="211667"/>
          </a:xfrm>
          <a:custGeom>
            <a:avLst/>
            <a:gdLst>
              <a:gd name="T0" fmla="*/ 12700 w 52"/>
              <a:gd name="T1" fmla="*/ 120650 h 50"/>
              <a:gd name="T2" fmla="*/ 19050 w 52"/>
              <a:gd name="T3" fmla="*/ 50800 h 50"/>
              <a:gd name="T4" fmla="*/ 25400 w 52"/>
              <a:gd name="T5" fmla="*/ 47625 h 50"/>
              <a:gd name="T6" fmla="*/ 28575 w 52"/>
              <a:gd name="T7" fmla="*/ 50800 h 50"/>
              <a:gd name="T8" fmla="*/ 28575 w 52"/>
              <a:gd name="T9" fmla="*/ 50800 h 50"/>
              <a:gd name="T10" fmla="*/ 28575 w 52"/>
              <a:gd name="T11" fmla="*/ 53975 h 50"/>
              <a:gd name="T12" fmla="*/ 34925 w 52"/>
              <a:gd name="T13" fmla="*/ 41275 h 50"/>
              <a:gd name="T14" fmla="*/ 66675 w 52"/>
              <a:gd name="T15" fmla="*/ 15875 h 50"/>
              <a:gd name="T16" fmla="*/ 73025 w 52"/>
              <a:gd name="T17" fmla="*/ 19050 h 50"/>
              <a:gd name="T18" fmla="*/ 73025 w 52"/>
              <a:gd name="T19" fmla="*/ 22225 h 50"/>
              <a:gd name="T20" fmla="*/ 69850 w 52"/>
              <a:gd name="T21" fmla="*/ 31750 h 50"/>
              <a:gd name="T22" fmla="*/ 101600 w 52"/>
              <a:gd name="T23" fmla="*/ 12700 h 50"/>
              <a:gd name="T24" fmla="*/ 165100 w 52"/>
              <a:gd name="T25" fmla="*/ 31750 h 50"/>
              <a:gd name="T26" fmla="*/ 161925 w 52"/>
              <a:gd name="T27" fmla="*/ 41275 h 50"/>
              <a:gd name="T28" fmla="*/ 158750 w 52"/>
              <a:gd name="T29" fmla="*/ 41275 h 50"/>
              <a:gd name="T30" fmla="*/ 123825 w 52"/>
              <a:gd name="T31" fmla="*/ 73025 h 50"/>
              <a:gd name="T32" fmla="*/ 73025 w 52"/>
              <a:gd name="T33" fmla="*/ 104775 h 50"/>
              <a:gd name="T34" fmla="*/ 79375 w 52"/>
              <a:gd name="T35" fmla="*/ 107950 h 50"/>
              <a:gd name="T36" fmla="*/ 85725 w 52"/>
              <a:gd name="T37" fmla="*/ 117475 h 50"/>
              <a:gd name="T38" fmla="*/ 82550 w 52"/>
              <a:gd name="T39" fmla="*/ 120650 h 50"/>
              <a:gd name="T40" fmla="*/ 22225 w 52"/>
              <a:gd name="T41" fmla="*/ 127000 h 50"/>
              <a:gd name="T42" fmla="*/ 19050 w 52"/>
              <a:gd name="T43" fmla="*/ 152400 h 50"/>
              <a:gd name="T44" fmla="*/ 19050 w 52"/>
              <a:gd name="T45" fmla="*/ 152400 h 50"/>
              <a:gd name="T46" fmla="*/ 34925 w 52"/>
              <a:gd name="T47" fmla="*/ 152400 h 50"/>
              <a:gd name="T48" fmla="*/ 38100 w 52"/>
              <a:gd name="T49" fmla="*/ 155575 h 50"/>
              <a:gd name="T50" fmla="*/ 34925 w 52"/>
              <a:gd name="T51" fmla="*/ 158750 h 50"/>
              <a:gd name="T52" fmla="*/ 15875 w 52"/>
              <a:gd name="T53" fmla="*/ 158750 h 50"/>
              <a:gd name="T54" fmla="*/ 12700 w 52"/>
              <a:gd name="T55" fmla="*/ 158750 h 50"/>
              <a:gd name="T56" fmla="*/ 12700 w 52"/>
              <a:gd name="T57" fmla="*/ 158750 h 50"/>
              <a:gd name="T58" fmla="*/ 6350 w 52"/>
              <a:gd name="T59" fmla="*/ 155575 h 50"/>
              <a:gd name="T60" fmla="*/ 12700 w 52"/>
              <a:gd name="T61" fmla="*/ 120650 h 50"/>
              <a:gd name="T62" fmla="*/ 57150 w 52"/>
              <a:gd name="T63" fmla="*/ 158750 h 50"/>
              <a:gd name="T64" fmla="*/ 57150 w 52"/>
              <a:gd name="T65" fmla="*/ 158750 h 50"/>
              <a:gd name="T66" fmla="*/ 120650 w 52"/>
              <a:gd name="T67" fmla="*/ 158750 h 50"/>
              <a:gd name="T68" fmla="*/ 123825 w 52"/>
              <a:gd name="T69" fmla="*/ 155575 h 50"/>
              <a:gd name="T70" fmla="*/ 120650 w 52"/>
              <a:gd name="T71" fmla="*/ 152400 h 50"/>
              <a:gd name="T72" fmla="*/ 57150 w 52"/>
              <a:gd name="T73" fmla="*/ 152400 h 50"/>
              <a:gd name="T74" fmla="*/ 53975 w 52"/>
              <a:gd name="T75" fmla="*/ 155575 h 50"/>
              <a:gd name="T76" fmla="*/ 57150 w 52"/>
              <a:gd name="T77" fmla="*/ 158750 h 50"/>
              <a:gd name="T78" fmla="*/ 22225 w 52"/>
              <a:gd name="T79" fmla="*/ 114300 h 50"/>
              <a:gd name="T80" fmla="*/ 22225 w 52"/>
              <a:gd name="T81" fmla="*/ 114300 h 50"/>
              <a:gd name="T82" fmla="*/ 63500 w 52"/>
              <a:gd name="T83" fmla="*/ 114300 h 50"/>
              <a:gd name="T84" fmla="*/ 53975 w 52"/>
              <a:gd name="T85" fmla="*/ 104775 h 50"/>
              <a:gd name="T86" fmla="*/ 60325 w 52"/>
              <a:gd name="T87" fmla="*/ 92075 h 50"/>
              <a:gd name="T88" fmla="*/ 114300 w 52"/>
              <a:gd name="T89" fmla="*/ 66675 h 50"/>
              <a:gd name="T90" fmla="*/ 149225 w 52"/>
              <a:gd name="T91" fmla="*/ 31750 h 50"/>
              <a:gd name="T92" fmla="*/ 66675 w 52"/>
              <a:gd name="T93" fmla="*/ 57150 h 50"/>
              <a:gd name="T94" fmla="*/ 60325 w 52"/>
              <a:gd name="T95" fmla="*/ 60325 h 50"/>
              <a:gd name="T96" fmla="*/ 53975 w 52"/>
              <a:gd name="T97" fmla="*/ 53975 h 50"/>
              <a:gd name="T98" fmla="*/ 57150 w 52"/>
              <a:gd name="T99" fmla="*/ 34925 h 50"/>
              <a:gd name="T100" fmla="*/ 44450 w 52"/>
              <a:gd name="T101" fmla="*/ 47625 h 50"/>
              <a:gd name="T102" fmla="*/ 41275 w 52"/>
              <a:gd name="T103" fmla="*/ 76200 h 50"/>
              <a:gd name="T104" fmla="*/ 38100 w 52"/>
              <a:gd name="T105" fmla="*/ 82550 h 50"/>
              <a:gd name="T106" fmla="*/ 31750 w 52"/>
              <a:gd name="T107" fmla="*/ 82550 h 50"/>
              <a:gd name="T108" fmla="*/ 22225 w 52"/>
              <a:gd name="T109" fmla="*/ 69850 h 50"/>
              <a:gd name="T110" fmla="*/ 22225 w 52"/>
              <a:gd name="T111" fmla="*/ 114300 h 5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2" h="50">
                <a:moveTo>
                  <a:pt x="4" y="38"/>
                </a:moveTo>
                <a:cubicBezTo>
                  <a:pt x="0" y="32"/>
                  <a:pt x="2" y="22"/>
                  <a:pt x="6" y="16"/>
                </a:cubicBezTo>
                <a:cubicBezTo>
                  <a:pt x="6" y="15"/>
                  <a:pt x="7" y="15"/>
                  <a:pt x="8" y="15"/>
                </a:cubicBezTo>
                <a:cubicBezTo>
                  <a:pt x="9" y="15"/>
                  <a:pt x="9" y="16"/>
                  <a:pt x="9" y="16"/>
                </a:cubicBezTo>
                <a:cubicBezTo>
                  <a:pt x="9" y="16"/>
                  <a:pt x="9" y="16"/>
                  <a:pt x="9" y="16"/>
                </a:cubicBezTo>
                <a:cubicBezTo>
                  <a:pt x="9" y="17"/>
                  <a:pt x="9" y="17"/>
                  <a:pt x="9" y="17"/>
                </a:cubicBezTo>
                <a:cubicBezTo>
                  <a:pt x="10" y="16"/>
                  <a:pt x="10" y="15"/>
                  <a:pt x="11" y="13"/>
                </a:cubicBezTo>
                <a:cubicBezTo>
                  <a:pt x="13" y="9"/>
                  <a:pt x="17" y="6"/>
                  <a:pt x="21" y="5"/>
                </a:cubicBezTo>
                <a:cubicBezTo>
                  <a:pt x="22" y="4"/>
                  <a:pt x="23" y="5"/>
                  <a:pt x="23" y="6"/>
                </a:cubicBezTo>
                <a:cubicBezTo>
                  <a:pt x="23" y="6"/>
                  <a:pt x="23" y="7"/>
                  <a:pt x="23" y="7"/>
                </a:cubicBezTo>
                <a:cubicBezTo>
                  <a:pt x="23" y="8"/>
                  <a:pt x="22" y="9"/>
                  <a:pt x="22" y="10"/>
                </a:cubicBezTo>
                <a:cubicBezTo>
                  <a:pt x="25" y="7"/>
                  <a:pt x="29" y="5"/>
                  <a:pt x="32" y="4"/>
                </a:cubicBezTo>
                <a:cubicBezTo>
                  <a:pt x="40" y="1"/>
                  <a:pt x="49" y="2"/>
                  <a:pt x="52" y="10"/>
                </a:cubicBezTo>
                <a:cubicBezTo>
                  <a:pt x="52" y="11"/>
                  <a:pt x="52" y="12"/>
                  <a:pt x="51" y="13"/>
                </a:cubicBezTo>
                <a:cubicBezTo>
                  <a:pt x="50" y="13"/>
                  <a:pt x="50" y="13"/>
                  <a:pt x="50" y="13"/>
                </a:cubicBezTo>
                <a:cubicBezTo>
                  <a:pt x="44" y="15"/>
                  <a:pt x="42" y="19"/>
                  <a:pt x="39" y="23"/>
                </a:cubicBezTo>
                <a:cubicBezTo>
                  <a:pt x="36" y="28"/>
                  <a:pt x="33" y="34"/>
                  <a:pt x="23" y="33"/>
                </a:cubicBezTo>
                <a:cubicBezTo>
                  <a:pt x="23" y="34"/>
                  <a:pt x="24" y="34"/>
                  <a:pt x="25" y="34"/>
                </a:cubicBezTo>
                <a:cubicBezTo>
                  <a:pt x="26" y="35"/>
                  <a:pt x="27" y="36"/>
                  <a:pt x="27" y="37"/>
                </a:cubicBezTo>
                <a:cubicBezTo>
                  <a:pt x="27" y="37"/>
                  <a:pt x="26" y="38"/>
                  <a:pt x="26" y="38"/>
                </a:cubicBezTo>
                <a:cubicBezTo>
                  <a:pt x="21" y="41"/>
                  <a:pt x="12" y="43"/>
                  <a:pt x="7" y="40"/>
                </a:cubicBezTo>
                <a:cubicBezTo>
                  <a:pt x="6" y="42"/>
                  <a:pt x="5" y="44"/>
                  <a:pt x="6" y="48"/>
                </a:cubicBezTo>
                <a:cubicBezTo>
                  <a:pt x="6" y="48"/>
                  <a:pt x="6" y="48"/>
                  <a:pt x="6" y="48"/>
                </a:cubicBezTo>
                <a:cubicBezTo>
                  <a:pt x="11" y="48"/>
                  <a:pt x="11" y="48"/>
                  <a:pt x="11" y="48"/>
                </a:cubicBezTo>
                <a:cubicBezTo>
                  <a:pt x="12" y="48"/>
                  <a:pt x="12" y="48"/>
                  <a:pt x="12" y="49"/>
                </a:cubicBezTo>
                <a:cubicBezTo>
                  <a:pt x="12" y="50"/>
                  <a:pt x="12" y="50"/>
                  <a:pt x="11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3" y="50"/>
                  <a:pt x="2" y="49"/>
                  <a:pt x="2" y="49"/>
                </a:cubicBezTo>
                <a:cubicBezTo>
                  <a:pt x="1" y="43"/>
                  <a:pt x="3" y="40"/>
                  <a:pt x="4" y="38"/>
                </a:cubicBezTo>
                <a:close/>
                <a:moveTo>
                  <a:pt x="18" y="50"/>
                </a:moveTo>
                <a:cubicBezTo>
                  <a:pt x="18" y="50"/>
                  <a:pt x="18" y="50"/>
                  <a:pt x="18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39" y="50"/>
                  <a:pt x="39" y="50"/>
                  <a:pt x="39" y="49"/>
                </a:cubicBezTo>
                <a:cubicBezTo>
                  <a:pt x="39" y="48"/>
                  <a:pt x="39" y="48"/>
                  <a:pt x="38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7" y="48"/>
                  <a:pt x="17" y="48"/>
                  <a:pt x="17" y="49"/>
                </a:cubicBezTo>
                <a:cubicBezTo>
                  <a:pt x="17" y="50"/>
                  <a:pt x="17" y="50"/>
                  <a:pt x="18" y="50"/>
                </a:cubicBezTo>
                <a:close/>
                <a:moveTo>
                  <a:pt x="7" y="36"/>
                </a:moveTo>
                <a:cubicBezTo>
                  <a:pt x="7" y="36"/>
                  <a:pt x="7" y="36"/>
                  <a:pt x="7" y="36"/>
                </a:cubicBezTo>
                <a:cubicBezTo>
                  <a:pt x="10" y="39"/>
                  <a:pt x="17" y="37"/>
                  <a:pt x="20" y="36"/>
                </a:cubicBezTo>
                <a:cubicBezTo>
                  <a:pt x="18" y="35"/>
                  <a:pt x="17" y="34"/>
                  <a:pt x="17" y="33"/>
                </a:cubicBezTo>
                <a:cubicBezTo>
                  <a:pt x="16" y="32"/>
                  <a:pt x="16" y="29"/>
                  <a:pt x="19" y="29"/>
                </a:cubicBezTo>
                <a:cubicBezTo>
                  <a:pt x="30" y="31"/>
                  <a:pt x="33" y="26"/>
                  <a:pt x="36" y="21"/>
                </a:cubicBezTo>
                <a:cubicBezTo>
                  <a:pt x="38" y="17"/>
                  <a:pt x="41" y="12"/>
                  <a:pt x="47" y="10"/>
                </a:cubicBezTo>
                <a:cubicBezTo>
                  <a:pt x="41" y="0"/>
                  <a:pt x="24" y="11"/>
                  <a:pt x="21" y="18"/>
                </a:cubicBezTo>
                <a:cubicBezTo>
                  <a:pt x="20" y="19"/>
                  <a:pt x="20" y="19"/>
                  <a:pt x="19" y="19"/>
                </a:cubicBezTo>
                <a:cubicBezTo>
                  <a:pt x="18" y="19"/>
                  <a:pt x="17" y="18"/>
                  <a:pt x="17" y="17"/>
                </a:cubicBezTo>
                <a:cubicBezTo>
                  <a:pt x="17" y="17"/>
                  <a:pt x="17" y="15"/>
                  <a:pt x="18" y="11"/>
                </a:cubicBezTo>
                <a:cubicBezTo>
                  <a:pt x="17" y="12"/>
                  <a:pt x="15" y="14"/>
                  <a:pt x="14" y="15"/>
                </a:cubicBezTo>
                <a:cubicBezTo>
                  <a:pt x="13" y="18"/>
                  <a:pt x="12" y="21"/>
                  <a:pt x="13" y="24"/>
                </a:cubicBezTo>
                <a:cubicBezTo>
                  <a:pt x="13" y="25"/>
                  <a:pt x="13" y="26"/>
                  <a:pt x="12" y="26"/>
                </a:cubicBezTo>
                <a:cubicBezTo>
                  <a:pt x="11" y="27"/>
                  <a:pt x="10" y="27"/>
                  <a:pt x="10" y="26"/>
                </a:cubicBezTo>
                <a:cubicBezTo>
                  <a:pt x="9" y="24"/>
                  <a:pt x="8" y="23"/>
                  <a:pt x="7" y="22"/>
                </a:cubicBezTo>
                <a:cubicBezTo>
                  <a:pt x="5" y="26"/>
                  <a:pt x="5" y="32"/>
                  <a:pt x="7" y="3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8" name="Freeform 72">
            <a:extLst>
              <a:ext uri="{FF2B5EF4-FFF2-40B4-BE49-F238E27FC236}">
                <a16:creationId xmlns:a16="http://schemas.microsoft.com/office/drawing/2014/main" id="{9025C4A0-3954-409B-299C-DAC277700D87}"/>
              </a:ext>
            </a:extLst>
          </p:cNvPr>
          <p:cNvSpPr>
            <a:spLocks noEditPoints="1"/>
          </p:cNvSpPr>
          <p:nvPr/>
        </p:nvSpPr>
        <p:spPr bwMode="auto">
          <a:xfrm>
            <a:off x="9537101" y="1746699"/>
            <a:ext cx="194733" cy="213783"/>
          </a:xfrm>
          <a:custGeom>
            <a:avLst/>
            <a:gdLst>
              <a:gd name="T0" fmla="*/ 98425 w 46"/>
              <a:gd name="T1" fmla="*/ 9620 h 50"/>
              <a:gd name="T2" fmla="*/ 95250 w 46"/>
              <a:gd name="T3" fmla="*/ 28861 h 50"/>
              <a:gd name="T4" fmla="*/ 73025 w 46"/>
              <a:gd name="T5" fmla="*/ 12827 h 50"/>
              <a:gd name="T6" fmla="*/ 44450 w 46"/>
              <a:gd name="T7" fmla="*/ 38481 h 50"/>
              <a:gd name="T8" fmla="*/ 76200 w 46"/>
              <a:gd name="T9" fmla="*/ 51308 h 50"/>
              <a:gd name="T10" fmla="*/ 44450 w 46"/>
              <a:gd name="T11" fmla="*/ 60928 h 50"/>
              <a:gd name="T12" fmla="*/ 47625 w 46"/>
              <a:gd name="T13" fmla="*/ 83375 h 50"/>
              <a:gd name="T14" fmla="*/ 38100 w 46"/>
              <a:gd name="T15" fmla="*/ 89789 h 50"/>
              <a:gd name="T16" fmla="*/ 34925 w 46"/>
              <a:gd name="T17" fmla="*/ 38481 h 50"/>
              <a:gd name="T18" fmla="*/ 73025 w 46"/>
              <a:gd name="T19" fmla="*/ 0 h 50"/>
              <a:gd name="T20" fmla="*/ 139700 w 46"/>
              <a:gd name="T21" fmla="*/ 6413 h 50"/>
              <a:gd name="T22" fmla="*/ 0 w 46"/>
              <a:gd name="T23" fmla="*/ 150717 h 50"/>
              <a:gd name="T24" fmla="*/ 142875 w 46"/>
              <a:gd name="T25" fmla="*/ 12827 h 50"/>
              <a:gd name="T26" fmla="*/ 139700 w 46"/>
              <a:gd name="T27" fmla="*/ 6413 h 50"/>
              <a:gd name="T28" fmla="*/ 111125 w 46"/>
              <a:gd name="T29" fmla="*/ 70548 h 50"/>
              <a:gd name="T30" fmla="*/ 98425 w 46"/>
              <a:gd name="T31" fmla="*/ 73755 h 50"/>
              <a:gd name="T32" fmla="*/ 92075 w 46"/>
              <a:gd name="T33" fmla="*/ 92995 h 50"/>
              <a:gd name="T34" fmla="*/ 79375 w 46"/>
              <a:gd name="T35" fmla="*/ 99409 h 50"/>
              <a:gd name="T36" fmla="*/ 66675 w 46"/>
              <a:gd name="T37" fmla="*/ 112236 h 50"/>
              <a:gd name="T38" fmla="*/ 98425 w 46"/>
              <a:gd name="T39" fmla="*/ 102616 h 50"/>
              <a:gd name="T40" fmla="*/ 111125 w 46"/>
              <a:gd name="T41" fmla="*/ 73755 h 50"/>
              <a:gd name="T42" fmla="*/ 34925 w 46"/>
              <a:gd name="T43" fmla="*/ 160337 h 50"/>
              <a:gd name="T44" fmla="*/ 73025 w 46"/>
              <a:gd name="T45" fmla="*/ 160337 h 50"/>
              <a:gd name="T46" fmla="*/ 73025 w 46"/>
              <a:gd name="T47" fmla="*/ 160337 h 50"/>
              <a:gd name="T48" fmla="*/ 114300 w 46"/>
              <a:gd name="T49" fmla="*/ 153924 h 50"/>
              <a:gd name="T50" fmla="*/ 79375 w 46"/>
              <a:gd name="T51" fmla="*/ 147510 h 50"/>
              <a:gd name="T52" fmla="*/ 114300 w 46"/>
              <a:gd name="T53" fmla="*/ 115443 h 50"/>
              <a:gd name="T54" fmla="*/ 130175 w 46"/>
              <a:gd name="T55" fmla="*/ 73755 h 50"/>
              <a:gd name="T56" fmla="*/ 123825 w 46"/>
              <a:gd name="T57" fmla="*/ 51308 h 50"/>
              <a:gd name="T58" fmla="*/ 117475 w 46"/>
              <a:gd name="T59" fmla="*/ 73755 h 50"/>
              <a:gd name="T60" fmla="*/ 104775 w 46"/>
              <a:gd name="T61" fmla="*/ 105822 h 50"/>
              <a:gd name="T62" fmla="*/ 53975 w 46"/>
              <a:gd name="T63" fmla="*/ 118649 h 50"/>
              <a:gd name="T64" fmla="*/ 66675 w 46"/>
              <a:gd name="T65" fmla="*/ 131476 h 50"/>
              <a:gd name="T66" fmla="*/ 34925 w 46"/>
              <a:gd name="T67" fmla="*/ 147510 h 50"/>
              <a:gd name="T68" fmla="*/ 34925 w 46"/>
              <a:gd name="T69" fmla="*/ 160337 h 50"/>
              <a:gd name="T70" fmla="*/ 22225 w 46"/>
              <a:gd name="T71" fmla="*/ 105822 h 50"/>
              <a:gd name="T72" fmla="*/ 31750 w 46"/>
              <a:gd name="T73" fmla="*/ 99409 h 50"/>
              <a:gd name="T74" fmla="*/ 25400 w 46"/>
              <a:gd name="T75" fmla="*/ 73755 h 50"/>
              <a:gd name="T76" fmla="*/ 19050 w 46"/>
              <a:gd name="T77" fmla="*/ 51308 h 50"/>
              <a:gd name="T78" fmla="*/ 12700 w 46"/>
              <a:gd name="T79" fmla="*/ 73755 h 50"/>
              <a:gd name="T80" fmla="*/ 22225 w 46"/>
              <a:gd name="T81" fmla="*/ 105822 h 5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6" h="50">
                <a:moveTo>
                  <a:pt x="23" y="0"/>
                </a:moveTo>
                <a:cubicBezTo>
                  <a:pt x="26" y="0"/>
                  <a:pt x="29" y="1"/>
                  <a:pt x="31" y="3"/>
                </a:cubicBezTo>
                <a:cubicBezTo>
                  <a:pt x="32" y="5"/>
                  <a:pt x="33" y="6"/>
                  <a:pt x="34" y="8"/>
                </a:cubicBezTo>
                <a:cubicBezTo>
                  <a:pt x="35" y="10"/>
                  <a:pt x="31" y="11"/>
                  <a:pt x="30" y="9"/>
                </a:cubicBezTo>
                <a:cubicBezTo>
                  <a:pt x="30" y="8"/>
                  <a:pt x="29" y="7"/>
                  <a:pt x="29" y="6"/>
                </a:cubicBezTo>
                <a:cubicBezTo>
                  <a:pt x="27" y="5"/>
                  <a:pt x="25" y="4"/>
                  <a:pt x="23" y="4"/>
                </a:cubicBezTo>
                <a:cubicBezTo>
                  <a:pt x="20" y="4"/>
                  <a:pt x="18" y="5"/>
                  <a:pt x="17" y="6"/>
                </a:cubicBezTo>
                <a:cubicBezTo>
                  <a:pt x="15" y="8"/>
                  <a:pt x="14" y="10"/>
                  <a:pt x="14" y="12"/>
                </a:cubicBezTo>
                <a:cubicBezTo>
                  <a:pt x="14" y="16"/>
                  <a:pt x="14" y="16"/>
                  <a:pt x="14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6" y="16"/>
                  <a:pt x="26" y="19"/>
                  <a:pt x="24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4"/>
                  <a:pt x="15" y="25"/>
                  <a:pt x="15" y="26"/>
                </a:cubicBezTo>
                <a:cubicBezTo>
                  <a:pt x="16" y="28"/>
                  <a:pt x="14" y="29"/>
                  <a:pt x="13" y="29"/>
                </a:cubicBezTo>
                <a:cubicBezTo>
                  <a:pt x="12" y="29"/>
                  <a:pt x="12" y="29"/>
                  <a:pt x="12" y="28"/>
                </a:cubicBezTo>
                <a:cubicBezTo>
                  <a:pt x="11" y="26"/>
                  <a:pt x="11" y="25"/>
                  <a:pt x="11" y="23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9"/>
                  <a:pt x="12" y="6"/>
                  <a:pt x="14" y="3"/>
                </a:cubicBezTo>
                <a:cubicBezTo>
                  <a:pt x="16" y="1"/>
                  <a:pt x="19" y="0"/>
                  <a:pt x="23" y="0"/>
                </a:cubicBezTo>
                <a:close/>
                <a:moveTo>
                  <a:pt x="44" y="2"/>
                </a:moveTo>
                <a:cubicBezTo>
                  <a:pt x="44" y="2"/>
                  <a:pt x="44" y="2"/>
                  <a:pt x="44" y="2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6"/>
                  <a:pt x="0" y="47"/>
                  <a:pt x="0" y="47"/>
                </a:cubicBezTo>
                <a:cubicBezTo>
                  <a:pt x="1" y="48"/>
                  <a:pt x="1" y="48"/>
                  <a:pt x="2" y="47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4"/>
                  <a:pt x="46" y="3"/>
                  <a:pt x="45" y="2"/>
                </a:cubicBezTo>
                <a:cubicBezTo>
                  <a:pt x="45" y="2"/>
                  <a:pt x="44" y="2"/>
                  <a:pt x="44" y="2"/>
                </a:cubicBezTo>
                <a:close/>
                <a:moveTo>
                  <a:pt x="35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5" y="19"/>
                  <a:pt x="31" y="19"/>
                  <a:pt x="31" y="22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5"/>
                  <a:pt x="30" y="27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8" y="30"/>
                  <a:pt x="27" y="30"/>
                  <a:pt x="25" y="31"/>
                </a:cubicBezTo>
                <a:cubicBezTo>
                  <a:pt x="24" y="31"/>
                  <a:pt x="23" y="31"/>
                  <a:pt x="22" y="31"/>
                </a:cubicBezTo>
                <a:cubicBezTo>
                  <a:pt x="19" y="31"/>
                  <a:pt x="19" y="35"/>
                  <a:pt x="21" y="35"/>
                </a:cubicBezTo>
                <a:cubicBezTo>
                  <a:pt x="22" y="35"/>
                  <a:pt x="22" y="35"/>
                  <a:pt x="23" y="35"/>
                </a:cubicBezTo>
                <a:cubicBezTo>
                  <a:pt x="26" y="35"/>
                  <a:pt x="29" y="34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33" y="29"/>
                  <a:pt x="35" y="26"/>
                  <a:pt x="35" y="23"/>
                </a:cubicBezTo>
                <a:cubicBezTo>
                  <a:pt x="35" y="22"/>
                  <a:pt x="35" y="22"/>
                  <a:pt x="35" y="22"/>
                </a:cubicBezTo>
                <a:close/>
                <a:moveTo>
                  <a:pt x="11" y="50"/>
                </a:moveTo>
                <a:cubicBezTo>
                  <a:pt x="11" y="50"/>
                  <a:pt x="11" y="50"/>
                  <a:pt x="11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34" y="50"/>
                  <a:pt x="34" y="50"/>
                  <a:pt x="34" y="50"/>
                </a:cubicBezTo>
                <a:cubicBezTo>
                  <a:pt x="35" y="50"/>
                  <a:pt x="36" y="49"/>
                  <a:pt x="36" y="48"/>
                </a:cubicBezTo>
                <a:cubicBezTo>
                  <a:pt x="36" y="47"/>
                  <a:pt x="35" y="46"/>
                  <a:pt x="34" y="46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1"/>
                  <a:pt x="25" y="41"/>
                  <a:pt x="25" y="41"/>
                </a:cubicBezTo>
                <a:cubicBezTo>
                  <a:pt x="29" y="41"/>
                  <a:pt x="33" y="39"/>
                  <a:pt x="36" y="36"/>
                </a:cubicBezTo>
                <a:cubicBezTo>
                  <a:pt x="38" y="34"/>
                  <a:pt x="39" y="32"/>
                  <a:pt x="40" y="30"/>
                </a:cubicBezTo>
                <a:cubicBezTo>
                  <a:pt x="41" y="28"/>
                  <a:pt x="41" y="25"/>
                  <a:pt x="41" y="23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16"/>
                  <a:pt x="40" y="16"/>
                  <a:pt x="39" y="16"/>
                </a:cubicBezTo>
                <a:cubicBezTo>
                  <a:pt x="38" y="16"/>
                  <a:pt x="37" y="16"/>
                  <a:pt x="37" y="17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5"/>
                  <a:pt x="37" y="27"/>
                  <a:pt x="36" y="29"/>
                </a:cubicBezTo>
                <a:cubicBezTo>
                  <a:pt x="36" y="30"/>
                  <a:pt x="34" y="32"/>
                  <a:pt x="33" y="33"/>
                </a:cubicBezTo>
                <a:cubicBezTo>
                  <a:pt x="30" y="36"/>
                  <a:pt x="27" y="38"/>
                  <a:pt x="23" y="38"/>
                </a:cubicBezTo>
                <a:cubicBezTo>
                  <a:pt x="21" y="38"/>
                  <a:pt x="19" y="37"/>
                  <a:pt x="17" y="37"/>
                </a:cubicBezTo>
                <a:cubicBezTo>
                  <a:pt x="15" y="36"/>
                  <a:pt x="13" y="39"/>
                  <a:pt x="15" y="40"/>
                </a:cubicBezTo>
                <a:cubicBezTo>
                  <a:pt x="17" y="41"/>
                  <a:pt x="19" y="41"/>
                  <a:pt x="21" y="41"/>
                </a:cubicBezTo>
                <a:cubicBezTo>
                  <a:pt x="21" y="46"/>
                  <a:pt x="21" y="46"/>
                  <a:pt x="21" y="46"/>
                </a:cubicBezTo>
                <a:cubicBezTo>
                  <a:pt x="11" y="46"/>
                  <a:pt x="11" y="46"/>
                  <a:pt x="11" y="46"/>
                </a:cubicBezTo>
                <a:cubicBezTo>
                  <a:pt x="10" y="46"/>
                  <a:pt x="9" y="47"/>
                  <a:pt x="9" y="48"/>
                </a:cubicBezTo>
                <a:cubicBezTo>
                  <a:pt x="9" y="49"/>
                  <a:pt x="10" y="50"/>
                  <a:pt x="11" y="50"/>
                </a:cubicBezTo>
                <a:close/>
                <a:moveTo>
                  <a:pt x="7" y="33"/>
                </a:moveTo>
                <a:cubicBezTo>
                  <a:pt x="7" y="33"/>
                  <a:pt x="7" y="33"/>
                  <a:pt x="7" y="33"/>
                </a:cubicBezTo>
                <a:cubicBezTo>
                  <a:pt x="7" y="33"/>
                  <a:pt x="8" y="34"/>
                  <a:pt x="8" y="34"/>
                </a:cubicBezTo>
                <a:cubicBezTo>
                  <a:pt x="10" y="34"/>
                  <a:pt x="11" y="32"/>
                  <a:pt x="10" y="31"/>
                </a:cubicBezTo>
                <a:cubicBezTo>
                  <a:pt x="10" y="30"/>
                  <a:pt x="9" y="29"/>
                  <a:pt x="9" y="29"/>
                </a:cubicBezTo>
                <a:cubicBezTo>
                  <a:pt x="8" y="27"/>
                  <a:pt x="8" y="25"/>
                  <a:pt x="8" y="23"/>
                </a:cubicBezTo>
                <a:cubicBezTo>
                  <a:pt x="8" y="17"/>
                  <a:pt x="8" y="17"/>
                  <a:pt x="8" y="17"/>
                </a:cubicBezTo>
                <a:cubicBezTo>
                  <a:pt x="8" y="16"/>
                  <a:pt x="7" y="16"/>
                  <a:pt x="6" y="16"/>
                </a:cubicBezTo>
                <a:cubicBezTo>
                  <a:pt x="5" y="16"/>
                  <a:pt x="4" y="16"/>
                  <a:pt x="4" y="17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25"/>
                  <a:pt x="5" y="28"/>
                  <a:pt x="6" y="30"/>
                </a:cubicBezTo>
                <a:cubicBezTo>
                  <a:pt x="6" y="31"/>
                  <a:pt x="6" y="32"/>
                  <a:pt x="7" y="3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9" name="Freeform 73">
            <a:extLst>
              <a:ext uri="{FF2B5EF4-FFF2-40B4-BE49-F238E27FC236}">
                <a16:creationId xmlns:a16="http://schemas.microsoft.com/office/drawing/2014/main" id="{EE51FDBF-E67F-196F-8967-4BA1F56BF559}"/>
              </a:ext>
            </a:extLst>
          </p:cNvPr>
          <p:cNvSpPr>
            <a:spLocks noEditPoints="1"/>
          </p:cNvSpPr>
          <p:nvPr/>
        </p:nvSpPr>
        <p:spPr bwMode="auto">
          <a:xfrm>
            <a:off x="9170919" y="1746699"/>
            <a:ext cx="162983" cy="213783"/>
          </a:xfrm>
          <a:custGeom>
            <a:avLst/>
            <a:gdLst>
              <a:gd name="T0" fmla="*/ 90069 w 38"/>
              <a:gd name="T1" fmla="*/ 9620 h 50"/>
              <a:gd name="T2" fmla="*/ 99720 w 38"/>
              <a:gd name="T3" fmla="*/ 73755 h 50"/>
              <a:gd name="T4" fmla="*/ 90069 w 38"/>
              <a:gd name="T5" fmla="*/ 102616 h 50"/>
              <a:gd name="T6" fmla="*/ 32168 w 38"/>
              <a:gd name="T7" fmla="*/ 102616 h 50"/>
              <a:gd name="T8" fmla="*/ 22517 w 38"/>
              <a:gd name="T9" fmla="*/ 73755 h 50"/>
              <a:gd name="T10" fmla="*/ 32168 w 38"/>
              <a:gd name="T11" fmla="*/ 9620 h 50"/>
              <a:gd name="T12" fmla="*/ 35384 w 38"/>
              <a:gd name="T13" fmla="*/ 51308 h 50"/>
              <a:gd name="T14" fmla="*/ 86853 w 38"/>
              <a:gd name="T15" fmla="*/ 51308 h 50"/>
              <a:gd name="T16" fmla="*/ 80419 w 38"/>
              <a:gd name="T17" fmla="*/ 19240 h 50"/>
              <a:gd name="T18" fmla="*/ 41818 w 38"/>
              <a:gd name="T19" fmla="*/ 19240 h 50"/>
              <a:gd name="T20" fmla="*/ 35384 w 38"/>
              <a:gd name="T21" fmla="*/ 51308 h 50"/>
              <a:gd name="T22" fmla="*/ 86853 w 38"/>
              <a:gd name="T23" fmla="*/ 60928 h 50"/>
              <a:gd name="T24" fmla="*/ 35384 w 38"/>
              <a:gd name="T25" fmla="*/ 73755 h 50"/>
              <a:gd name="T26" fmla="*/ 41818 w 38"/>
              <a:gd name="T27" fmla="*/ 92995 h 50"/>
              <a:gd name="T28" fmla="*/ 80419 w 38"/>
              <a:gd name="T29" fmla="*/ 92995 h 50"/>
              <a:gd name="T30" fmla="*/ 80419 w 38"/>
              <a:gd name="T31" fmla="*/ 92995 h 50"/>
              <a:gd name="T32" fmla="*/ 86853 w 38"/>
              <a:gd name="T33" fmla="*/ 60928 h 50"/>
              <a:gd name="T34" fmla="*/ 25734 w 38"/>
              <a:gd name="T35" fmla="*/ 160337 h 50"/>
              <a:gd name="T36" fmla="*/ 61119 w 38"/>
              <a:gd name="T37" fmla="*/ 160337 h 50"/>
              <a:gd name="T38" fmla="*/ 96503 w 38"/>
              <a:gd name="T39" fmla="*/ 160337 h 50"/>
              <a:gd name="T40" fmla="*/ 96503 w 38"/>
              <a:gd name="T41" fmla="*/ 147510 h 50"/>
              <a:gd name="T42" fmla="*/ 67552 w 38"/>
              <a:gd name="T43" fmla="*/ 131476 h 50"/>
              <a:gd name="T44" fmla="*/ 115803 w 38"/>
              <a:gd name="T45" fmla="*/ 96202 h 50"/>
              <a:gd name="T46" fmla="*/ 122237 w 38"/>
              <a:gd name="T47" fmla="*/ 54515 h 50"/>
              <a:gd name="T48" fmla="*/ 109370 w 38"/>
              <a:gd name="T49" fmla="*/ 54515 h 50"/>
              <a:gd name="T50" fmla="*/ 106153 w 38"/>
              <a:gd name="T51" fmla="*/ 92995 h 50"/>
              <a:gd name="T52" fmla="*/ 61119 w 38"/>
              <a:gd name="T53" fmla="*/ 121856 h 50"/>
              <a:gd name="T54" fmla="*/ 28951 w 38"/>
              <a:gd name="T55" fmla="*/ 105822 h 50"/>
              <a:gd name="T56" fmla="*/ 12867 w 38"/>
              <a:gd name="T57" fmla="*/ 73755 h 50"/>
              <a:gd name="T58" fmla="*/ 6434 w 38"/>
              <a:gd name="T59" fmla="*/ 48101 h 50"/>
              <a:gd name="T60" fmla="*/ 0 w 38"/>
              <a:gd name="T61" fmla="*/ 73755 h 50"/>
              <a:gd name="T62" fmla="*/ 19301 w 38"/>
              <a:gd name="T63" fmla="*/ 115443 h 50"/>
              <a:gd name="T64" fmla="*/ 54685 w 38"/>
              <a:gd name="T65" fmla="*/ 131476 h 50"/>
              <a:gd name="T66" fmla="*/ 25734 w 38"/>
              <a:gd name="T67" fmla="*/ 147510 h 50"/>
              <a:gd name="T68" fmla="*/ 25734 w 38"/>
              <a:gd name="T69" fmla="*/ 160337 h 5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38" h="50">
                <a:moveTo>
                  <a:pt x="19" y="0"/>
                </a:moveTo>
                <a:cubicBezTo>
                  <a:pt x="22" y="0"/>
                  <a:pt x="25" y="1"/>
                  <a:pt x="28" y="3"/>
                </a:cubicBezTo>
                <a:cubicBezTo>
                  <a:pt x="30" y="6"/>
                  <a:pt x="31" y="9"/>
                  <a:pt x="31" y="12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6"/>
                  <a:pt x="30" y="29"/>
                  <a:pt x="28" y="32"/>
                </a:cubicBezTo>
                <a:cubicBezTo>
                  <a:pt x="28" y="32"/>
                  <a:pt x="28" y="32"/>
                  <a:pt x="28" y="32"/>
                </a:cubicBezTo>
                <a:cubicBezTo>
                  <a:pt x="25" y="34"/>
                  <a:pt x="22" y="35"/>
                  <a:pt x="19" y="35"/>
                </a:cubicBezTo>
                <a:cubicBezTo>
                  <a:pt x="16" y="35"/>
                  <a:pt x="13" y="34"/>
                  <a:pt x="10" y="32"/>
                </a:cubicBezTo>
                <a:cubicBezTo>
                  <a:pt x="10" y="31"/>
                  <a:pt x="10" y="31"/>
                  <a:pt x="10" y="31"/>
                </a:cubicBezTo>
                <a:cubicBezTo>
                  <a:pt x="8" y="29"/>
                  <a:pt x="7" y="26"/>
                  <a:pt x="7" y="23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9"/>
                  <a:pt x="8" y="6"/>
                  <a:pt x="10" y="3"/>
                </a:cubicBezTo>
                <a:cubicBezTo>
                  <a:pt x="13" y="1"/>
                  <a:pt x="16" y="0"/>
                  <a:pt x="19" y="0"/>
                </a:cubicBezTo>
                <a:close/>
                <a:moveTo>
                  <a:pt x="11" y="16"/>
                </a:moveTo>
                <a:cubicBezTo>
                  <a:pt x="11" y="16"/>
                  <a:pt x="11" y="16"/>
                  <a:pt x="11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0"/>
                  <a:pt x="26" y="8"/>
                  <a:pt x="25" y="6"/>
                </a:cubicBezTo>
                <a:cubicBezTo>
                  <a:pt x="23" y="5"/>
                  <a:pt x="21" y="4"/>
                  <a:pt x="19" y="4"/>
                </a:cubicBezTo>
                <a:cubicBezTo>
                  <a:pt x="17" y="4"/>
                  <a:pt x="15" y="5"/>
                  <a:pt x="13" y="6"/>
                </a:cubicBezTo>
                <a:cubicBezTo>
                  <a:pt x="12" y="8"/>
                  <a:pt x="11" y="10"/>
                  <a:pt x="11" y="12"/>
                </a:cubicBezTo>
                <a:cubicBezTo>
                  <a:pt x="11" y="16"/>
                  <a:pt x="11" y="16"/>
                  <a:pt x="11" y="16"/>
                </a:cubicBezTo>
                <a:close/>
                <a:moveTo>
                  <a:pt x="27" y="19"/>
                </a:moveTo>
                <a:cubicBezTo>
                  <a:pt x="27" y="19"/>
                  <a:pt x="27" y="19"/>
                  <a:pt x="27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5"/>
                  <a:pt x="12" y="27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5" y="30"/>
                  <a:pt x="17" y="31"/>
                  <a:pt x="19" y="31"/>
                </a:cubicBezTo>
                <a:cubicBezTo>
                  <a:pt x="21" y="31"/>
                  <a:pt x="23" y="30"/>
                  <a:pt x="25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6" y="27"/>
                  <a:pt x="27" y="25"/>
                  <a:pt x="27" y="23"/>
                </a:cubicBezTo>
                <a:cubicBezTo>
                  <a:pt x="27" y="19"/>
                  <a:pt x="27" y="19"/>
                  <a:pt x="27" y="19"/>
                </a:cubicBezTo>
                <a:close/>
                <a:moveTo>
                  <a:pt x="8" y="50"/>
                </a:moveTo>
                <a:cubicBezTo>
                  <a:pt x="8" y="50"/>
                  <a:pt x="8" y="50"/>
                  <a:pt x="8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30" y="50"/>
                  <a:pt x="30" y="50"/>
                  <a:pt x="30" y="50"/>
                </a:cubicBezTo>
                <a:cubicBezTo>
                  <a:pt x="32" y="50"/>
                  <a:pt x="32" y="49"/>
                  <a:pt x="32" y="48"/>
                </a:cubicBezTo>
                <a:cubicBezTo>
                  <a:pt x="32" y="47"/>
                  <a:pt x="32" y="46"/>
                  <a:pt x="30" y="46"/>
                </a:cubicBezTo>
                <a:cubicBezTo>
                  <a:pt x="21" y="46"/>
                  <a:pt x="21" y="46"/>
                  <a:pt x="21" y="46"/>
                </a:cubicBezTo>
                <a:cubicBezTo>
                  <a:pt x="21" y="41"/>
                  <a:pt x="21" y="41"/>
                  <a:pt x="21" y="41"/>
                </a:cubicBezTo>
                <a:cubicBezTo>
                  <a:pt x="25" y="41"/>
                  <a:pt x="29" y="39"/>
                  <a:pt x="32" y="36"/>
                </a:cubicBezTo>
                <a:cubicBezTo>
                  <a:pt x="34" y="34"/>
                  <a:pt x="35" y="32"/>
                  <a:pt x="36" y="30"/>
                </a:cubicBezTo>
                <a:cubicBezTo>
                  <a:pt x="37" y="28"/>
                  <a:pt x="38" y="25"/>
                  <a:pt x="38" y="23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6"/>
                  <a:pt x="37" y="15"/>
                  <a:pt x="36" y="15"/>
                </a:cubicBezTo>
                <a:cubicBezTo>
                  <a:pt x="35" y="15"/>
                  <a:pt x="34" y="16"/>
                  <a:pt x="34" y="17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5"/>
                  <a:pt x="33" y="27"/>
                  <a:pt x="33" y="29"/>
                </a:cubicBezTo>
                <a:cubicBezTo>
                  <a:pt x="32" y="30"/>
                  <a:pt x="31" y="32"/>
                  <a:pt x="29" y="33"/>
                </a:cubicBezTo>
                <a:cubicBezTo>
                  <a:pt x="27" y="36"/>
                  <a:pt x="23" y="38"/>
                  <a:pt x="19" y="38"/>
                </a:cubicBezTo>
                <a:cubicBezTo>
                  <a:pt x="17" y="38"/>
                  <a:pt x="15" y="37"/>
                  <a:pt x="13" y="37"/>
                </a:cubicBezTo>
                <a:cubicBezTo>
                  <a:pt x="12" y="36"/>
                  <a:pt x="10" y="35"/>
                  <a:pt x="9" y="33"/>
                </a:cubicBezTo>
                <a:cubicBezTo>
                  <a:pt x="7" y="32"/>
                  <a:pt x="6" y="30"/>
                  <a:pt x="5" y="29"/>
                </a:cubicBezTo>
                <a:cubicBezTo>
                  <a:pt x="5" y="27"/>
                  <a:pt x="4" y="25"/>
                  <a:pt x="4" y="23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6"/>
                  <a:pt x="3" y="15"/>
                  <a:pt x="2" y="15"/>
                </a:cubicBezTo>
                <a:cubicBezTo>
                  <a:pt x="1" y="15"/>
                  <a:pt x="0" y="16"/>
                  <a:pt x="0" y="1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5"/>
                  <a:pt x="1" y="28"/>
                  <a:pt x="2" y="30"/>
                </a:cubicBezTo>
                <a:cubicBezTo>
                  <a:pt x="3" y="32"/>
                  <a:pt x="4" y="34"/>
                  <a:pt x="6" y="36"/>
                </a:cubicBezTo>
                <a:cubicBezTo>
                  <a:pt x="8" y="38"/>
                  <a:pt x="10" y="39"/>
                  <a:pt x="12" y="40"/>
                </a:cubicBezTo>
                <a:cubicBezTo>
                  <a:pt x="14" y="41"/>
                  <a:pt x="15" y="41"/>
                  <a:pt x="17" y="41"/>
                </a:cubicBezTo>
                <a:cubicBezTo>
                  <a:pt x="17" y="46"/>
                  <a:pt x="17" y="46"/>
                  <a:pt x="17" y="46"/>
                </a:cubicBezTo>
                <a:cubicBezTo>
                  <a:pt x="8" y="46"/>
                  <a:pt x="8" y="46"/>
                  <a:pt x="8" y="46"/>
                </a:cubicBezTo>
                <a:cubicBezTo>
                  <a:pt x="7" y="46"/>
                  <a:pt x="6" y="47"/>
                  <a:pt x="6" y="48"/>
                </a:cubicBezTo>
                <a:cubicBezTo>
                  <a:pt x="6" y="49"/>
                  <a:pt x="7" y="50"/>
                  <a:pt x="8" y="5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40" name="Freeform 74">
            <a:extLst>
              <a:ext uri="{FF2B5EF4-FFF2-40B4-BE49-F238E27FC236}">
                <a16:creationId xmlns:a16="http://schemas.microsoft.com/office/drawing/2014/main" id="{950F0569-323B-9C65-DB45-23FE407CDDE1}"/>
              </a:ext>
            </a:extLst>
          </p:cNvPr>
          <p:cNvSpPr>
            <a:spLocks noEditPoints="1"/>
          </p:cNvSpPr>
          <p:nvPr/>
        </p:nvSpPr>
        <p:spPr bwMode="auto">
          <a:xfrm>
            <a:off x="7308251" y="1746699"/>
            <a:ext cx="218016" cy="213783"/>
          </a:xfrm>
          <a:custGeom>
            <a:avLst/>
            <a:gdLst>
              <a:gd name="T0" fmla="*/ 109008 w 51"/>
              <a:gd name="T1" fmla="*/ 0 h 50"/>
              <a:gd name="T2" fmla="*/ 102596 w 51"/>
              <a:gd name="T3" fmla="*/ 0 h 50"/>
              <a:gd name="T4" fmla="*/ 3206 w 51"/>
              <a:gd name="T5" fmla="*/ 99409 h 50"/>
              <a:gd name="T6" fmla="*/ 3206 w 51"/>
              <a:gd name="T7" fmla="*/ 99409 h 50"/>
              <a:gd name="T8" fmla="*/ 3206 w 51"/>
              <a:gd name="T9" fmla="*/ 99409 h 50"/>
              <a:gd name="T10" fmla="*/ 3206 w 51"/>
              <a:gd name="T11" fmla="*/ 99409 h 50"/>
              <a:gd name="T12" fmla="*/ 3206 w 51"/>
              <a:gd name="T13" fmla="*/ 99409 h 50"/>
              <a:gd name="T14" fmla="*/ 3206 w 51"/>
              <a:gd name="T15" fmla="*/ 99409 h 50"/>
              <a:gd name="T16" fmla="*/ 3206 w 51"/>
              <a:gd name="T17" fmla="*/ 102616 h 50"/>
              <a:gd name="T18" fmla="*/ 0 w 51"/>
              <a:gd name="T19" fmla="*/ 102616 h 50"/>
              <a:gd name="T20" fmla="*/ 0 w 51"/>
              <a:gd name="T21" fmla="*/ 102616 h 50"/>
              <a:gd name="T22" fmla="*/ 0 w 51"/>
              <a:gd name="T23" fmla="*/ 102616 h 50"/>
              <a:gd name="T24" fmla="*/ 0 w 51"/>
              <a:gd name="T25" fmla="*/ 102616 h 50"/>
              <a:gd name="T26" fmla="*/ 0 w 51"/>
              <a:gd name="T27" fmla="*/ 102616 h 50"/>
              <a:gd name="T28" fmla="*/ 0 w 51"/>
              <a:gd name="T29" fmla="*/ 102616 h 50"/>
              <a:gd name="T30" fmla="*/ 0 w 51"/>
              <a:gd name="T31" fmla="*/ 102616 h 50"/>
              <a:gd name="T32" fmla="*/ 0 w 51"/>
              <a:gd name="T33" fmla="*/ 102616 h 50"/>
              <a:gd name="T34" fmla="*/ 0 w 51"/>
              <a:gd name="T35" fmla="*/ 102616 h 50"/>
              <a:gd name="T36" fmla="*/ 0 w 51"/>
              <a:gd name="T37" fmla="*/ 102616 h 50"/>
              <a:gd name="T38" fmla="*/ 0 w 51"/>
              <a:gd name="T39" fmla="*/ 102616 h 50"/>
              <a:gd name="T40" fmla="*/ 0 w 51"/>
              <a:gd name="T41" fmla="*/ 102616 h 50"/>
              <a:gd name="T42" fmla="*/ 0 w 51"/>
              <a:gd name="T43" fmla="*/ 102616 h 50"/>
              <a:gd name="T44" fmla="*/ 0 w 51"/>
              <a:gd name="T45" fmla="*/ 102616 h 50"/>
              <a:gd name="T46" fmla="*/ 0 w 51"/>
              <a:gd name="T47" fmla="*/ 102616 h 50"/>
              <a:gd name="T48" fmla="*/ 0 w 51"/>
              <a:gd name="T49" fmla="*/ 102616 h 50"/>
              <a:gd name="T50" fmla="*/ 0 w 51"/>
              <a:gd name="T51" fmla="*/ 102616 h 50"/>
              <a:gd name="T52" fmla="*/ 0 w 51"/>
              <a:gd name="T53" fmla="*/ 102616 h 50"/>
              <a:gd name="T54" fmla="*/ 0 w 51"/>
              <a:gd name="T55" fmla="*/ 102616 h 50"/>
              <a:gd name="T56" fmla="*/ 0 w 51"/>
              <a:gd name="T57" fmla="*/ 102616 h 50"/>
              <a:gd name="T58" fmla="*/ 0 w 51"/>
              <a:gd name="T59" fmla="*/ 102616 h 50"/>
              <a:gd name="T60" fmla="*/ 0 w 51"/>
              <a:gd name="T61" fmla="*/ 102616 h 50"/>
              <a:gd name="T62" fmla="*/ 6412 w 51"/>
              <a:gd name="T63" fmla="*/ 160337 h 50"/>
              <a:gd name="T64" fmla="*/ 57710 w 51"/>
              <a:gd name="T65" fmla="*/ 160337 h 50"/>
              <a:gd name="T66" fmla="*/ 57710 w 51"/>
              <a:gd name="T67" fmla="*/ 160337 h 50"/>
              <a:gd name="T68" fmla="*/ 57710 w 51"/>
              <a:gd name="T69" fmla="*/ 160337 h 50"/>
              <a:gd name="T70" fmla="*/ 57710 w 51"/>
              <a:gd name="T71" fmla="*/ 160337 h 50"/>
              <a:gd name="T72" fmla="*/ 57710 w 51"/>
              <a:gd name="T73" fmla="*/ 160337 h 50"/>
              <a:gd name="T74" fmla="*/ 57710 w 51"/>
              <a:gd name="T75" fmla="*/ 160337 h 50"/>
              <a:gd name="T76" fmla="*/ 57710 w 51"/>
              <a:gd name="T77" fmla="*/ 160337 h 50"/>
              <a:gd name="T78" fmla="*/ 57710 w 51"/>
              <a:gd name="T79" fmla="*/ 160337 h 50"/>
              <a:gd name="T80" fmla="*/ 57710 w 51"/>
              <a:gd name="T81" fmla="*/ 160337 h 50"/>
              <a:gd name="T82" fmla="*/ 60916 w 51"/>
              <a:gd name="T83" fmla="*/ 160337 h 50"/>
              <a:gd name="T84" fmla="*/ 60916 w 51"/>
              <a:gd name="T85" fmla="*/ 160337 h 50"/>
              <a:gd name="T86" fmla="*/ 60916 w 51"/>
              <a:gd name="T87" fmla="*/ 160337 h 50"/>
              <a:gd name="T88" fmla="*/ 60916 w 51"/>
              <a:gd name="T89" fmla="*/ 160337 h 50"/>
              <a:gd name="T90" fmla="*/ 60916 w 51"/>
              <a:gd name="T91" fmla="*/ 157130 h 50"/>
              <a:gd name="T92" fmla="*/ 60916 w 51"/>
              <a:gd name="T93" fmla="*/ 157130 h 50"/>
              <a:gd name="T94" fmla="*/ 160306 w 51"/>
              <a:gd name="T95" fmla="*/ 51308 h 50"/>
              <a:gd name="T96" fmla="*/ 105802 w 51"/>
              <a:gd name="T97" fmla="*/ 12827 h 50"/>
              <a:gd name="T98" fmla="*/ 22443 w 51"/>
              <a:gd name="T99" fmla="*/ 112236 h 50"/>
              <a:gd name="T100" fmla="*/ 105802 w 51"/>
              <a:gd name="T101" fmla="*/ 12827 h 50"/>
              <a:gd name="T102" fmla="*/ 12824 w 51"/>
              <a:gd name="T103" fmla="*/ 147510 h 50"/>
              <a:gd name="T104" fmla="*/ 41680 w 51"/>
              <a:gd name="T105" fmla="*/ 147510 h 50"/>
              <a:gd name="T106" fmla="*/ 28855 w 51"/>
              <a:gd name="T107" fmla="*/ 118649 h 50"/>
              <a:gd name="T108" fmla="*/ 118626 w 51"/>
              <a:gd name="T109" fmla="*/ 25654 h 50"/>
              <a:gd name="T110" fmla="*/ 44886 w 51"/>
              <a:gd name="T111" fmla="*/ 131476 h 50"/>
              <a:gd name="T112" fmla="*/ 57710 w 51"/>
              <a:gd name="T113" fmla="*/ 144303 h 50"/>
              <a:gd name="T114" fmla="*/ 48092 w 51"/>
              <a:gd name="T115" fmla="*/ 137890 h 50"/>
              <a:gd name="T116" fmla="*/ 147481 w 51"/>
              <a:gd name="T117" fmla="*/ 54515 h 5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1" h="50">
                <a:moveTo>
                  <a:pt x="50" y="16"/>
                </a:move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2" y="0"/>
                  <a:pt x="32" y="0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1" y="50"/>
                  <a:pt x="2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49"/>
                  <a:pt x="19" y="49"/>
                </a:cubicBezTo>
                <a:cubicBezTo>
                  <a:pt x="50" y="18"/>
                  <a:pt x="50" y="18"/>
                  <a:pt x="50" y="18"/>
                </a:cubicBezTo>
                <a:cubicBezTo>
                  <a:pt x="51" y="18"/>
                  <a:pt x="51" y="17"/>
                  <a:pt x="50" y="16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35" y="7"/>
                  <a:pt x="35" y="7"/>
                  <a:pt x="35" y="7"/>
                </a:cubicBezTo>
                <a:cubicBezTo>
                  <a:pt x="7" y="35"/>
                  <a:pt x="7" y="35"/>
                  <a:pt x="7" y="35"/>
                </a:cubicBezTo>
                <a:cubicBezTo>
                  <a:pt x="5" y="33"/>
                  <a:pt x="5" y="33"/>
                  <a:pt x="5" y="33"/>
                </a:cubicBezTo>
                <a:cubicBezTo>
                  <a:pt x="33" y="4"/>
                  <a:pt x="33" y="4"/>
                  <a:pt x="33" y="4"/>
                </a:cubicBezTo>
                <a:close/>
                <a:moveTo>
                  <a:pt x="4" y="46"/>
                </a:moveTo>
                <a:cubicBezTo>
                  <a:pt x="4" y="46"/>
                  <a:pt x="4" y="46"/>
                  <a:pt x="4" y="46"/>
                </a:cubicBezTo>
                <a:cubicBezTo>
                  <a:pt x="4" y="37"/>
                  <a:pt x="4" y="37"/>
                  <a:pt x="4" y="37"/>
                </a:cubicBezTo>
                <a:cubicBezTo>
                  <a:pt x="13" y="46"/>
                  <a:pt x="13" y="46"/>
                  <a:pt x="13" y="46"/>
                </a:cubicBezTo>
                <a:cubicBezTo>
                  <a:pt x="4" y="46"/>
                  <a:pt x="4" y="46"/>
                  <a:pt x="4" y="46"/>
                </a:cubicBezTo>
                <a:close/>
                <a:moveTo>
                  <a:pt x="9" y="37"/>
                </a:moveTo>
                <a:cubicBezTo>
                  <a:pt x="9" y="37"/>
                  <a:pt x="9" y="37"/>
                  <a:pt x="9" y="37"/>
                </a:cubicBezTo>
                <a:cubicBezTo>
                  <a:pt x="37" y="8"/>
                  <a:pt x="37" y="8"/>
                  <a:pt x="37" y="8"/>
                </a:cubicBezTo>
                <a:cubicBezTo>
                  <a:pt x="42" y="13"/>
                  <a:pt x="42" y="13"/>
                  <a:pt x="42" y="13"/>
                </a:cubicBezTo>
                <a:cubicBezTo>
                  <a:pt x="14" y="41"/>
                  <a:pt x="14" y="41"/>
                  <a:pt x="14" y="41"/>
                </a:cubicBezTo>
                <a:cubicBezTo>
                  <a:pt x="9" y="37"/>
                  <a:pt x="9" y="37"/>
                  <a:pt x="9" y="37"/>
                </a:cubicBezTo>
                <a:close/>
                <a:moveTo>
                  <a:pt x="18" y="45"/>
                </a:moveTo>
                <a:cubicBezTo>
                  <a:pt x="18" y="45"/>
                  <a:pt x="18" y="45"/>
                  <a:pt x="18" y="45"/>
                </a:cubicBezTo>
                <a:cubicBezTo>
                  <a:pt x="15" y="43"/>
                  <a:pt x="15" y="43"/>
                  <a:pt x="15" y="43"/>
                </a:cubicBezTo>
                <a:cubicBezTo>
                  <a:pt x="43" y="15"/>
                  <a:pt x="43" y="15"/>
                  <a:pt x="43" y="15"/>
                </a:cubicBezTo>
                <a:cubicBezTo>
                  <a:pt x="46" y="17"/>
                  <a:pt x="46" y="17"/>
                  <a:pt x="46" y="17"/>
                </a:cubicBezTo>
                <a:cubicBezTo>
                  <a:pt x="18" y="45"/>
                  <a:pt x="18" y="45"/>
                  <a:pt x="18" y="4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41" name="Freeform 75">
            <a:extLst>
              <a:ext uri="{FF2B5EF4-FFF2-40B4-BE49-F238E27FC236}">
                <a16:creationId xmlns:a16="http://schemas.microsoft.com/office/drawing/2014/main" id="{71EC9E02-44C9-7852-F664-DF4586B807CC}"/>
              </a:ext>
            </a:extLst>
          </p:cNvPr>
          <p:cNvSpPr>
            <a:spLocks noEditPoints="1"/>
          </p:cNvSpPr>
          <p:nvPr/>
        </p:nvSpPr>
        <p:spPr bwMode="auto">
          <a:xfrm>
            <a:off x="4668768" y="3008231"/>
            <a:ext cx="179917" cy="211667"/>
          </a:xfrm>
          <a:custGeom>
            <a:avLst/>
            <a:gdLst>
              <a:gd name="T0" fmla="*/ 125300 w 42"/>
              <a:gd name="T1" fmla="*/ 25400 h 50"/>
              <a:gd name="T2" fmla="*/ 61043 w 42"/>
              <a:gd name="T3" fmla="*/ 28575 h 50"/>
              <a:gd name="T4" fmla="*/ 32128 w 42"/>
              <a:gd name="T5" fmla="*/ 107950 h 50"/>
              <a:gd name="T6" fmla="*/ 51405 w 42"/>
              <a:gd name="T7" fmla="*/ 114300 h 50"/>
              <a:gd name="T8" fmla="*/ 51405 w 42"/>
              <a:gd name="T9" fmla="*/ 25400 h 50"/>
              <a:gd name="T10" fmla="*/ 51405 w 42"/>
              <a:gd name="T11" fmla="*/ 25400 h 50"/>
              <a:gd name="T12" fmla="*/ 51405 w 42"/>
              <a:gd name="T13" fmla="*/ 25400 h 50"/>
              <a:gd name="T14" fmla="*/ 51405 w 42"/>
              <a:gd name="T15" fmla="*/ 25400 h 50"/>
              <a:gd name="T16" fmla="*/ 51405 w 42"/>
              <a:gd name="T17" fmla="*/ 25400 h 50"/>
              <a:gd name="T18" fmla="*/ 51405 w 42"/>
              <a:gd name="T19" fmla="*/ 22225 h 50"/>
              <a:gd name="T20" fmla="*/ 51405 w 42"/>
              <a:gd name="T21" fmla="*/ 22225 h 50"/>
              <a:gd name="T22" fmla="*/ 51405 w 42"/>
              <a:gd name="T23" fmla="*/ 22225 h 50"/>
              <a:gd name="T24" fmla="*/ 51405 w 42"/>
              <a:gd name="T25" fmla="*/ 22225 h 50"/>
              <a:gd name="T26" fmla="*/ 51405 w 42"/>
              <a:gd name="T27" fmla="*/ 22225 h 50"/>
              <a:gd name="T28" fmla="*/ 51405 w 42"/>
              <a:gd name="T29" fmla="*/ 22225 h 50"/>
              <a:gd name="T30" fmla="*/ 51405 w 42"/>
              <a:gd name="T31" fmla="*/ 22225 h 50"/>
              <a:gd name="T32" fmla="*/ 51405 w 42"/>
              <a:gd name="T33" fmla="*/ 22225 h 50"/>
              <a:gd name="T34" fmla="*/ 51405 w 42"/>
              <a:gd name="T35" fmla="*/ 22225 h 50"/>
              <a:gd name="T36" fmla="*/ 51405 w 42"/>
              <a:gd name="T37" fmla="*/ 22225 h 50"/>
              <a:gd name="T38" fmla="*/ 51405 w 42"/>
              <a:gd name="T39" fmla="*/ 22225 h 50"/>
              <a:gd name="T40" fmla="*/ 51405 w 42"/>
              <a:gd name="T41" fmla="*/ 22225 h 50"/>
              <a:gd name="T42" fmla="*/ 51405 w 42"/>
              <a:gd name="T43" fmla="*/ 22225 h 50"/>
              <a:gd name="T44" fmla="*/ 51405 w 42"/>
              <a:gd name="T45" fmla="*/ 19050 h 50"/>
              <a:gd name="T46" fmla="*/ 51405 w 42"/>
              <a:gd name="T47" fmla="*/ 19050 h 50"/>
              <a:gd name="T48" fmla="*/ 51405 w 42"/>
              <a:gd name="T49" fmla="*/ 19050 h 50"/>
              <a:gd name="T50" fmla="*/ 51405 w 42"/>
              <a:gd name="T51" fmla="*/ 19050 h 50"/>
              <a:gd name="T52" fmla="*/ 51405 w 42"/>
              <a:gd name="T53" fmla="*/ 19050 h 50"/>
              <a:gd name="T54" fmla="*/ 51405 w 42"/>
              <a:gd name="T55" fmla="*/ 19050 h 50"/>
              <a:gd name="T56" fmla="*/ 54618 w 42"/>
              <a:gd name="T57" fmla="*/ 19050 h 50"/>
              <a:gd name="T58" fmla="*/ 54618 w 42"/>
              <a:gd name="T59" fmla="*/ 19050 h 50"/>
              <a:gd name="T60" fmla="*/ 54618 w 42"/>
              <a:gd name="T61" fmla="*/ 19050 h 50"/>
              <a:gd name="T62" fmla="*/ 134938 w 42"/>
              <a:gd name="T63" fmla="*/ 6350 h 50"/>
              <a:gd name="T64" fmla="*/ 134938 w 42"/>
              <a:gd name="T65" fmla="*/ 9525 h 50"/>
              <a:gd name="T66" fmla="*/ 134938 w 42"/>
              <a:gd name="T67" fmla="*/ 117475 h 50"/>
              <a:gd name="T68" fmla="*/ 106023 w 42"/>
              <a:gd name="T69" fmla="*/ 142875 h 50"/>
              <a:gd name="T70" fmla="*/ 73895 w 42"/>
              <a:gd name="T71" fmla="*/ 117475 h 50"/>
              <a:gd name="T72" fmla="*/ 106023 w 42"/>
              <a:gd name="T73" fmla="*/ 92075 h 50"/>
              <a:gd name="T74" fmla="*/ 125300 w 42"/>
              <a:gd name="T75" fmla="*/ 31750 h 50"/>
              <a:gd name="T76" fmla="*/ 61043 w 42"/>
              <a:gd name="T77" fmla="*/ 133350 h 50"/>
              <a:gd name="T78" fmla="*/ 51405 w 42"/>
              <a:gd name="T79" fmla="*/ 152400 h 50"/>
              <a:gd name="T80" fmla="*/ 9638 w 42"/>
              <a:gd name="T81" fmla="*/ 152400 h 50"/>
              <a:gd name="T82" fmla="*/ 9638 w 42"/>
              <a:gd name="T83" fmla="*/ 117475 h 50"/>
              <a:gd name="T84" fmla="*/ 44979 w 42"/>
              <a:gd name="T85" fmla="*/ 127000 h 50"/>
              <a:gd name="T86" fmla="*/ 32128 w 42"/>
              <a:gd name="T87" fmla="*/ 120650 h 50"/>
              <a:gd name="T88" fmla="*/ 12851 w 42"/>
              <a:gd name="T89" fmla="*/ 133350 h 50"/>
              <a:gd name="T90" fmla="*/ 32128 w 42"/>
              <a:gd name="T91" fmla="*/ 146050 h 50"/>
              <a:gd name="T92" fmla="*/ 51405 w 42"/>
              <a:gd name="T93" fmla="*/ 133350 h 50"/>
              <a:gd name="T94" fmla="*/ 118874 w 42"/>
              <a:gd name="T95" fmla="*/ 107950 h 50"/>
              <a:gd name="T96" fmla="*/ 106023 w 42"/>
              <a:gd name="T97" fmla="*/ 104775 h 50"/>
              <a:gd name="T98" fmla="*/ 86746 w 42"/>
              <a:gd name="T99" fmla="*/ 117475 h 50"/>
              <a:gd name="T100" fmla="*/ 93171 w 42"/>
              <a:gd name="T101" fmla="*/ 127000 h 50"/>
              <a:gd name="T102" fmla="*/ 118874 w 42"/>
              <a:gd name="T103" fmla="*/ 127000 h 50"/>
              <a:gd name="T104" fmla="*/ 125300 w 42"/>
              <a:gd name="T105" fmla="*/ 117475 h 50"/>
              <a:gd name="T106" fmla="*/ 118874 w 42"/>
              <a:gd name="T107" fmla="*/ 107950 h 50"/>
              <a:gd name="T108" fmla="*/ 118874 w 42"/>
              <a:gd name="T109" fmla="*/ 107950 h 5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42" h="50">
                <a:moveTo>
                  <a:pt x="19" y="13"/>
                </a:moveTo>
                <a:cubicBezTo>
                  <a:pt x="39" y="8"/>
                  <a:pt x="39" y="8"/>
                  <a:pt x="39" y="8"/>
                </a:cubicBezTo>
                <a:cubicBezTo>
                  <a:pt x="39" y="5"/>
                  <a:pt x="39" y="5"/>
                  <a:pt x="39" y="5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13"/>
                  <a:pt x="19" y="13"/>
                  <a:pt x="19" y="13"/>
                </a:cubicBezTo>
                <a:close/>
                <a:moveTo>
                  <a:pt x="10" y="34"/>
                </a:moveTo>
                <a:cubicBezTo>
                  <a:pt x="10" y="34"/>
                  <a:pt x="10" y="34"/>
                  <a:pt x="10" y="34"/>
                </a:cubicBezTo>
                <a:cubicBezTo>
                  <a:pt x="12" y="34"/>
                  <a:pt x="14" y="35"/>
                  <a:pt x="16" y="36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40" y="1"/>
                  <a:pt x="40" y="1"/>
                  <a:pt x="40" y="1"/>
                </a:cubicBezTo>
                <a:cubicBezTo>
                  <a:pt x="41" y="0"/>
                  <a:pt x="42" y="1"/>
                  <a:pt x="42" y="2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2"/>
                  <a:pt x="42" y="2"/>
                  <a:pt x="42" y="3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9"/>
                  <a:pt x="41" y="41"/>
                  <a:pt x="39" y="43"/>
                </a:cubicBezTo>
                <a:cubicBezTo>
                  <a:pt x="38" y="44"/>
                  <a:pt x="35" y="45"/>
                  <a:pt x="33" y="45"/>
                </a:cubicBezTo>
                <a:cubicBezTo>
                  <a:pt x="30" y="45"/>
                  <a:pt x="28" y="44"/>
                  <a:pt x="26" y="43"/>
                </a:cubicBezTo>
                <a:cubicBezTo>
                  <a:pt x="25" y="41"/>
                  <a:pt x="23" y="39"/>
                  <a:pt x="23" y="37"/>
                </a:cubicBezTo>
                <a:cubicBezTo>
                  <a:pt x="23" y="35"/>
                  <a:pt x="25" y="33"/>
                  <a:pt x="26" y="31"/>
                </a:cubicBezTo>
                <a:cubicBezTo>
                  <a:pt x="28" y="30"/>
                  <a:pt x="30" y="29"/>
                  <a:pt x="33" y="29"/>
                </a:cubicBezTo>
                <a:cubicBezTo>
                  <a:pt x="35" y="29"/>
                  <a:pt x="37" y="30"/>
                  <a:pt x="39" y="31"/>
                </a:cubicBezTo>
                <a:cubicBezTo>
                  <a:pt x="39" y="10"/>
                  <a:pt x="39" y="10"/>
                  <a:pt x="39" y="10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5"/>
                  <a:pt x="18" y="46"/>
                  <a:pt x="16" y="48"/>
                </a:cubicBezTo>
                <a:cubicBezTo>
                  <a:pt x="15" y="49"/>
                  <a:pt x="12" y="50"/>
                  <a:pt x="10" y="50"/>
                </a:cubicBezTo>
                <a:cubicBezTo>
                  <a:pt x="7" y="50"/>
                  <a:pt x="5" y="49"/>
                  <a:pt x="3" y="48"/>
                </a:cubicBezTo>
                <a:cubicBezTo>
                  <a:pt x="2" y="46"/>
                  <a:pt x="0" y="44"/>
                  <a:pt x="0" y="42"/>
                </a:cubicBezTo>
                <a:cubicBezTo>
                  <a:pt x="0" y="40"/>
                  <a:pt x="2" y="38"/>
                  <a:pt x="3" y="37"/>
                </a:cubicBezTo>
                <a:cubicBezTo>
                  <a:pt x="5" y="35"/>
                  <a:pt x="7" y="34"/>
                  <a:pt x="10" y="34"/>
                </a:cubicBezTo>
                <a:close/>
                <a:moveTo>
                  <a:pt x="14" y="40"/>
                </a:moveTo>
                <a:cubicBezTo>
                  <a:pt x="14" y="40"/>
                  <a:pt x="14" y="40"/>
                  <a:pt x="14" y="40"/>
                </a:cubicBezTo>
                <a:cubicBezTo>
                  <a:pt x="13" y="39"/>
                  <a:pt x="12" y="38"/>
                  <a:pt x="10" y="38"/>
                </a:cubicBezTo>
                <a:cubicBezTo>
                  <a:pt x="8" y="38"/>
                  <a:pt x="7" y="39"/>
                  <a:pt x="6" y="40"/>
                </a:cubicBezTo>
                <a:cubicBezTo>
                  <a:pt x="5" y="40"/>
                  <a:pt x="4" y="41"/>
                  <a:pt x="4" y="42"/>
                </a:cubicBezTo>
                <a:cubicBezTo>
                  <a:pt x="4" y="43"/>
                  <a:pt x="5" y="44"/>
                  <a:pt x="6" y="45"/>
                </a:cubicBezTo>
                <a:cubicBezTo>
                  <a:pt x="7" y="46"/>
                  <a:pt x="8" y="46"/>
                  <a:pt x="10" y="46"/>
                </a:cubicBezTo>
                <a:cubicBezTo>
                  <a:pt x="12" y="46"/>
                  <a:pt x="13" y="46"/>
                  <a:pt x="14" y="45"/>
                </a:cubicBezTo>
                <a:cubicBezTo>
                  <a:pt x="15" y="44"/>
                  <a:pt x="16" y="43"/>
                  <a:pt x="16" y="42"/>
                </a:cubicBezTo>
                <a:cubicBezTo>
                  <a:pt x="16" y="41"/>
                  <a:pt x="15" y="40"/>
                  <a:pt x="14" y="40"/>
                </a:cubicBezTo>
                <a:close/>
                <a:moveTo>
                  <a:pt x="37" y="34"/>
                </a:moveTo>
                <a:cubicBezTo>
                  <a:pt x="37" y="34"/>
                  <a:pt x="37" y="34"/>
                  <a:pt x="37" y="34"/>
                </a:cubicBezTo>
                <a:cubicBezTo>
                  <a:pt x="36" y="33"/>
                  <a:pt x="35" y="33"/>
                  <a:pt x="33" y="33"/>
                </a:cubicBezTo>
                <a:cubicBezTo>
                  <a:pt x="31" y="33"/>
                  <a:pt x="30" y="33"/>
                  <a:pt x="29" y="34"/>
                </a:cubicBezTo>
                <a:cubicBezTo>
                  <a:pt x="28" y="35"/>
                  <a:pt x="27" y="36"/>
                  <a:pt x="27" y="37"/>
                </a:cubicBezTo>
                <a:cubicBezTo>
                  <a:pt x="27" y="38"/>
                  <a:pt x="28" y="39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30" y="40"/>
                  <a:pt x="31" y="41"/>
                  <a:pt x="33" y="41"/>
                </a:cubicBezTo>
                <a:cubicBezTo>
                  <a:pt x="35" y="41"/>
                  <a:pt x="36" y="40"/>
                  <a:pt x="37" y="40"/>
                </a:cubicBezTo>
                <a:cubicBezTo>
                  <a:pt x="38" y="39"/>
                  <a:pt x="39" y="38"/>
                  <a:pt x="39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6"/>
                  <a:pt x="38" y="35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42" name="Freeform 76">
            <a:extLst>
              <a:ext uri="{FF2B5EF4-FFF2-40B4-BE49-F238E27FC236}">
                <a16:creationId xmlns:a16="http://schemas.microsoft.com/office/drawing/2014/main" id="{0FC74014-B928-F1EF-86D6-11126E794578}"/>
              </a:ext>
            </a:extLst>
          </p:cNvPr>
          <p:cNvSpPr>
            <a:spLocks noEditPoints="1"/>
          </p:cNvSpPr>
          <p:nvPr/>
        </p:nvSpPr>
        <p:spPr bwMode="auto">
          <a:xfrm>
            <a:off x="5056119" y="3037866"/>
            <a:ext cx="190500" cy="156633"/>
          </a:xfrm>
          <a:custGeom>
            <a:avLst/>
            <a:gdLst>
              <a:gd name="T0" fmla="*/ 0 w 45"/>
              <a:gd name="T1" fmla="*/ 92075 h 37"/>
              <a:gd name="T2" fmla="*/ 15875 w 45"/>
              <a:gd name="T3" fmla="*/ 85725 h 37"/>
              <a:gd name="T4" fmla="*/ 50800 w 45"/>
              <a:gd name="T5" fmla="*/ 63500 h 37"/>
              <a:gd name="T6" fmla="*/ 57150 w 45"/>
              <a:gd name="T7" fmla="*/ 73025 h 37"/>
              <a:gd name="T8" fmla="*/ 15875 w 45"/>
              <a:gd name="T9" fmla="*/ 98425 h 37"/>
              <a:gd name="T10" fmla="*/ 142875 w 45"/>
              <a:gd name="T11" fmla="*/ 25400 h 37"/>
              <a:gd name="T12" fmla="*/ 133350 w 45"/>
              <a:gd name="T13" fmla="*/ 34925 h 37"/>
              <a:gd name="T14" fmla="*/ 117475 w 45"/>
              <a:gd name="T15" fmla="*/ 47625 h 37"/>
              <a:gd name="T16" fmla="*/ 117475 w 45"/>
              <a:gd name="T17" fmla="*/ 28575 h 37"/>
              <a:gd name="T18" fmla="*/ 101600 w 45"/>
              <a:gd name="T19" fmla="*/ 28575 h 37"/>
              <a:gd name="T20" fmla="*/ 73025 w 45"/>
              <a:gd name="T21" fmla="*/ 50800 h 37"/>
              <a:gd name="T22" fmla="*/ 101600 w 45"/>
              <a:gd name="T23" fmla="*/ 15875 h 37"/>
              <a:gd name="T24" fmla="*/ 117475 w 45"/>
              <a:gd name="T25" fmla="*/ 15875 h 37"/>
              <a:gd name="T26" fmla="*/ 120650 w 45"/>
              <a:gd name="T27" fmla="*/ 0 h 37"/>
              <a:gd name="T28" fmla="*/ 133350 w 45"/>
              <a:gd name="T29" fmla="*/ 9525 h 37"/>
              <a:gd name="T30" fmla="*/ 142875 w 45"/>
              <a:gd name="T31" fmla="*/ 25400 h 37"/>
              <a:gd name="T32" fmla="*/ 136525 w 45"/>
              <a:gd name="T33" fmla="*/ 22225 h 37"/>
              <a:gd name="T34" fmla="*/ 123825 w 45"/>
              <a:gd name="T35" fmla="*/ 12700 h 37"/>
              <a:gd name="T36" fmla="*/ 136525 w 45"/>
              <a:gd name="T37" fmla="*/ 22225 h 37"/>
              <a:gd name="T38" fmla="*/ 142875 w 45"/>
              <a:gd name="T39" fmla="*/ 95250 h 37"/>
              <a:gd name="T40" fmla="*/ 123825 w 45"/>
              <a:gd name="T41" fmla="*/ 114300 h 37"/>
              <a:gd name="T42" fmla="*/ 117475 w 45"/>
              <a:gd name="T43" fmla="*/ 114300 h 37"/>
              <a:gd name="T44" fmla="*/ 107950 w 45"/>
              <a:gd name="T45" fmla="*/ 98425 h 37"/>
              <a:gd name="T46" fmla="*/ 57150 w 45"/>
              <a:gd name="T47" fmla="*/ 60325 h 37"/>
              <a:gd name="T48" fmla="*/ 15875 w 45"/>
              <a:gd name="T49" fmla="*/ 28575 h 37"/>
              <a:gd name="T50" fmla="*/ 0 w 45"/>
              <a:gd name="T51" fmla="*/ 22225 h 37"/>
              <a:gd name="T52" fmla="*/ 15875 w 45"/>
              <a:gd name="T53" fmla="*/ 15875 h 37"/>
              <a:gd name="T54" fmla="*/ 66675 w 45"/>
              <a:gd name="T55" fmla="*/ 53975 h 37"/>
              <a:gd name="T56" fmla="*/ 107950 w 45"/>
              <a:gd name="T57" fmla="*/ 85725 h 37"/>
              <a:gd name="T58" fmla="*/ 117475 w 45"/>
              <a:gd name="T59" fmla="*/ 73025 h 37"/>
              <a:gd name="T60" fmla="*/ 123825 w 45"/>
              <a:gd name="T61" fmla="*/ 69850 h 37"/>
              <a:gd name="T62" fmla="*/ 142875 w 45"/>
              <a:gd name="T63" fmla="*/ 88900 h 37"/>
              <a:gd name="T64" fmla="*/ 142875 w 45"/>
              <a:gd name="T65" fmla="*/ 95250 h 37"/>
              <a:gd name="T66" fmla="*/ 136525 w 45"/>
              <a:gd name="T67" fmla="*/ 92075 h 37"/>
              <a:gd name="T68" fmla="*/ 123825 w 45"/>
              <a:gd name="T69" fmla="*/ 82550 h 37"/>
              <a:gd name="T70" fmla="*/ 136525 w 45"/>
              <a:gd name="T71" fmla="*/ 92075 h 3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5" h="37">
                <a:moveTo>
                  <a:pt x="2" y="31"/>
                </a:moveTo>
                <a:cubicBezTo>
                  <a:pt x="1" y="31"/>
                  <a:pt x="0" y="30"/>
                  <a:pt x="0" y="29"/>
                </a:cubicBezTo>
                <a:cubicBezTo>
                  <a:pt x="0" y="28"/>
                  <a:pt x="1" y="27"/>
                  <a:pt x="2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10" y="27"/>
                  <a:pt x="13" y="24"/>
                  <a:pt x="16" y="20"/>
                </a:cubicBezTo>
                <a:cubicBezTo>
                  <a:pt x="16" y="21"/>
                  <a:pt x="16" y="21"/>
                  <a:pt x="16" y="21"/>
                </a:cubicBezTo>
                <a:cubicBezTo>
                  <a:pt x="17" y="21"/>
                  <a:pt x="18" y="22"/>
                  <a:pt x="18" y="23"/>
                </a:cubicBezTo>
                <a:cubicBezTo>
                  <a:pt x="15" y="27"/>
                  <a:pt x="11" y="31"/>
                  <a:pt x="7" y="31"/>
                </a:cubicBezTo>
                <a:cubicBezTo>
                  <a:pt x="5" y="31"/>
                  <a:pt x="5" y="31"/>
                  <a:pt x="5" y="31"/>
                </a:cubicBezTo>
                <a:cubicBezTo>
                  <a:pt x="2" y="31"/>
                  <a:pt x="2" y="31"/>
                  <a:pt x="2" y="31"/>
                </a:cubicBezTo>
                <a:close/>
                <a:moveTo>
                  <a:pt x="45" y="8"/>
                </a:moveTo>
                <a:cubicBezTo>
                  <a:pt x="45" y="8"/>
                  <a:pt x="45" y="8"/>
                  <a:pt x="45" y="8"/>
                </a:cubicBezTo>
                <a:cubicBezTo>
                  <a:pt x="42" y="11"/>
                  <a:pt x="42" y="11"/>
                  <a:pt x="42" y="11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5"/>
                  <a:pt x="38" y="15"/>
                  <a:pt x="37" y="15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9"/>
                  <a:pt x="37" y="9"/>
                  <a:pt x="37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2" y="9"/>
                  <a:pt x="32" y="9"/>
                  <a:pt x="32" y="9"/>
                </a:cubicBezTo>
                <a:cubicBezTo>
                  <a:pt x="29" y="9"/>
                  <a:pt x="26" y="13"/>
                  <a:pt x="23" y="17"/>
                </a:cubicBezTo>
                <a:cubicBezTo>
                  <a:pt x="23" y="16"/>
                  <a:pt x="23" y="16"/>
                  <a:pt x="23" y="16"/>
                </a:cubicBezTo>
                <a:cubicBezTo>
                  <a:pt x="22" y="15"/>
                  <a:pt x="21" y="14"/>
                  <a:pt x="21" y="14"/>
                </a:cubicBezTo>
                <a:cubicBezTo>
                  <a:pt x="24" y="9"/>
                  <a:pt x="28" y="5"/>
                  <a:pt x="32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7" y="5"/>
                  <a:pt x="37" y="5"/>
                  <a:pt x="37" y="5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0"/>
                  <a:pt x="37" y="0"/>
                  <a:pt x="38" y="0"/>
                </a:cubicBezTo>
                <a:cubicBezTo>
                  <a:pt x="38" y="0"/>
                  <a:pt x="38" y="0"/>
                  <a:pt x="39" y="0"/>
                </a:cubicBezTo>
                <a:cubicBezTo>
                  <a:pt x="42" y="3"/>
                  <a:pt x="42" y="3"/>
                  <a:pt x="42" y="3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8"/>
                  <a:pt x="45" y="8"/>
                </a:cubicBezTo>
                <a:cubicBezTo>
                  <a:pt x="45" y="8"/>
                  <a:pt x="45" y="8"/>
                  <a:pt x="45" y="8"/>
                </a:cubicBezTo>
                <a:close/>
                <a:moveTo>
                  <a:pt x="43" y="7"/>
                </a:moveTo>
                <a:cubicBezTo>
                  <a:pt x="43" y="7"/>
                  <a:pt x="43" y="7"/>
                  <a:pt x="43" y="7"/>
                </a:cubicBezTo>
                <a:cubicBezTo>
                  <a:pt x="41" y="6"/>
                  <a:pt x="40" y="5"/>
                  <a:pt x="39" y="4"/>
                </a:cubicBezTo>
                <a:cubicBezTo>
                  <a:pt x="39" y="11"/>
                  <a:pt x="39" y="11"/>
                  <a:pt x="39" y="11"/>
                </a:cubicBezTo>
                <a:cubicBezTo>
                  <a:pt x="40" y="10"/>
                  <a:pt x="41" y="9"/>
                  <a:pt x="43" y="7"/>
                </a:cubicBezTo>
                <a:close/>
                <a:moveTo>
                  <a:pt x="45" y="30"/>
                </a:moveTo>
                <a:cubicBezTo>
                  <a:pt x="45" y="30"/>
                  <a:pt x="45" y="30"/>
                  <a:pt x="45" y="30"/>
                </a:cubicBezTo>
                <a:cubicBezTo>
                  <a:pt x="42" y="33"/>
                  <a:pt x="42" y="33"/>
                  <a:pt x="42" y="33"/>
                </a:cubicBezTo>
                <a:cubicBezTo>
                  <a:pt x="39" y="36"/>
                  <a:pt x="39" y="36"/>
                  <a:pt x="39" y="36"/>
                </a:cubicBezTo>
                <a:cubicBezTo>
                  <a:pt x="38" y="37"/>
                  <a:pt x="38" y="37"/>
                  <a:pt x="37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31"/>
                  <a:pt x="37" y="31"/>
                  <a:pt x="37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27" y="31"/>
                  <a:pt x="22" y="25"/>
                  <a:pt x="18" y="19"/>
                </a:cubicBezTo>
                <a:cubicBezTo>
                  <a:pt x="14" y="14"/>
                  <a:pt x="10" y="9"/>
                  <a:pt x="7" y="9"/>
                </a:cubicBezTo>
                <a:cubicBezTo>
                  <a:pt x="5" y="9"/>
                  <a:pt x="5" y="9"/>
                  <a:pt x="5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8"/>
                  <a:pt x="0" y="7"/>
                </a:cubicBezTo>
                <a:cubicBezTo>
                  <a:pt x="0" y="6"/>
                  <a:pt x="1" y="5"/>
                  <a:pt x="2" y="5"/>
                </a:cubicBezTo>
                <a:cubicBezTo>
                  <a:pt x="5" y="5"/>
                  <a:pt x="5" y="5"/>
                  <a:pt x="5" y="5"/>
                </a:cubicBezTo>
                <a:cubicBezTo>
                  <a:pt x="7" y="5"/>
                  <a:pt x="7" y="5"/>
                  <a:pt x="7" y="5"/>
                </a:cubicBezTo>
                <a:cubicBezTo>
                  <a:pt x="12" y="5"/>
                  <a:pt x="17" y="11"/>
                  <a:pt x="21" y="17"/>
                </a:cubicBezTo>
                <a:cubicBezTo>
                  <a:pt x="25" y="22"/>
                  <a:pt x="29" y="27"/>
                  <a:pt x="32" y="27"/>
                </a:cubicBezTo>
                <a:cubicBezTo>
                  <a:pt x="34" y="27"/>
                  <a:pt x="34" y="27"/>
                  <a:pt x="34" y="27"/>
                </a:cubicBezTo>
                <a:cubicBezTo>
                  <a:pt x="37" y="27"/>
                  <a:pt x="37" y="27"/>
                  <a:pt x="37" y="27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2"/>
                  <a:pt x="37" y="22"/>
                  <a:pt x="38" y="22"/>
                </a:cubicBezTo>
                <a:cubicBezTo>
                  <a:pt x="38" y="22"/>
                  <a:pt x="38" y="22"/>
                  <a:pt x="39" y="22"/>
                </a:cubicBezTo>
                <a:cubicBezTo>
                  <a:pt x="42" y="25"/>
                  <a:pt x="42" y="25"/>
                  <a:pt x="42" y="25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9"/>
                  <a:pt x="45" y="30"/>
                  <a:pt x="45" y="30"/>
                </a:cubicBezTo>
                <a:cubicBezTo>
                  <a:pt x="45" y="30"/>
                  <a:pt x="45" y="30"/>
                  <a:pt x="45" y="30"/>
                </a:cubicBezTo>
                <a:close/>
                <a:moveTo>
                  <a:pt x="43" y="29"/>
                </a:moveTo>
                <a:cubicBezTo>
                  <a:pt x="43" y="29"/>
                  <a:pt x="43" y="29"/>
                  <a:pt x="43" y="29"/>
                </a:cubicBezTo>
                <a:cubicBezTo>
                  <a:pt x="40" y="27"/>
                  <a:pt x="40" y="27"/>
                  <a:pt x="40" y="27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33"/>
                  <a:pt x="39" y="33"/>
                  <a:pt x="39" y="33"/>
                </a:cubicBezTo>
                <a:cubicBezTo>
                  <a:pt x="40" y="32"/>
                  <a:pt x="41" y="30"/>
                  <a:pt x="43" y="2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43" name="Freeform 77">
            <a:extLst>
              <a:ext uri="{FF2B5EF4-FFF2-40B4-BE49-F238E27FC236}">
                <a16:creationId xmlns:a16="http://schemas.microsoft.com/office/drawing/2014/main" id="{7848782E-B844-1894-6E65-73D06B98101F}"/>
              </a:ext>
            </a:extLst>
          </p:cNvPr>
          <p:cNvSpPr>
            <a:spLocks noEditPoints="1"/>
          </p:cNvSpPr>
          <p:nvPr/>
        </p:nvSpPr>
        <p:spPr bwMode="auto">
          <a:xfrm>
            <a:off x="3898301" y="2570081"/>
            <a:ext cx="211667" cy="230717"/>
          </a:xfrm>
          <a:custGeom>
            <a:avLst/>
            <a:gdLst>
              <a:gd name="T0" fmla="*/ 6350 w 50"/>
              <a:gd name="T1" fmla="*/ 44862 h 54"/>
              <a:gd name="T2" fmla="*/ 66675 w 50"/>
              <a:gd name="T3" fmla="*/ 19226 h 54"/>
              <a:gd name="T4" fmla="*/ 69850 w 50"/>
              <a:gd name="T5" fmla="*/ 3204 h 54"/>
              <a:gd name="T6" fmla="*/ 88900 w 50"/>
              <a:gd name="T7" fmla="*/ 3204 h 54"/>
              <a:gd name="T8" fmla="*/ 95250 w 50"/>
              <a:gd name="T9" fmla="*/ 19226 h 54"/>
              <a:gd name="T10" fmla="*/ 152400 w 50"/>
              <a:gd name="T11" fmla="*/ 44862 h 54"/>
              <a:gd name="T12" fmla="*/ 158750 w 50"/>
              <a:gd name="T13" fmla="*/ 51271 h 54"/>
              <a:gd name="T14" fmla="*/ 152400 w 50"/>
              <a:gd name="T15" fmla="*/ 173038 h 54"/>
              <a:gd name="T16" fmla="*/ 6350 w 50"/>
              <a:gd name="T17" fmla="*/ 173038 h 54"/>
              <a:gd name="T18" fmla="*/ 0 w 50"/>
              <a:gd name="T19" fmla="*/ 166629 h 54"/>
              <a:gd name="T20" fmla="*/ 6350 w 50"/>
              <a:gd name="T21" fmla="*/ 44862 h 54"/>
              <a:gd name="T22" fmla="*/ 53975 w 50"/>
              <a:gd name="T23" fmla="*/ 64088 h 54"/>
              <a:gd name="T24" fmla="*/ 53975 w 50"/>
              <a:gd name="T25" fmla="*/ 105745 h 54"/>
              <a:gd name="T26" fmla="*/ 53975 w 50"/>
              <a:gd name="T27" fmla="*/ 64088 h 54"/>
              <a:gd name="T28" fmla="*/ 149225 w 50"/>
              <a:gd name="T29" fmla="*/ 153812 h 54"/>
              <a:gd name="T30" fmla="*/ 73025 w 50"/>
              <a:gd name="T31" fmla="*/ 140994 h 54"/>
              <a:gd name="T32" fmla="*/ 79375 w 50"/>
              <a:gd name="T33" fmla="*/ 150607 h 54"/>
              <a:gd name="T34" fmla="*/ 66675 w 50"/>
              <a:gd name="T35" fmla="*/ 144198 h 54"/>
              <a:gd name="T36" fmla="*/ 66675 w 50"/>
              <a:gd name="T37" fmla="*/ 140994 h 54"/>
              <a:gd name="T38" fmla="*/ 66675 w 50"/>
              <a:gd name="T39" fmla="*/ 140994 h 54"/>
              <a:gd name="T40" fmla="*/ 66675 w 50"/>
              <a:gd name="T41" fmla="*/ 140994 h 54"/>
              <a:gd name="T42" fmla="*/ 12700 w 50"/>
              <a:gd name="T43" fmla="*/ 153812 h 54"/>
              <a:gd name="T44" fmla="*/ 149225 w 50"/>
              <a:gd name="T45" fmla="*/ 160220 h 54"/>
              <a:gd name="T46" fmla="*/ 12700 w 50"/>
              <a:gd name="T47" fmla="*/ 140994 h 54"/>
              <a:gd name="T48" fmla="*/ 41275 w 50"/>
              <a:gd name="T49" fmla="*/ 112154 h 54"/>
              <a:gd name="T50" fmla="*/ 69850 w 50"/>
              <a:gd name="T51" fmla="*/ 134585 h 54"/>
              <a:gd name="T52" fmla="*/ 107950 w 50"/>
              <a:gd name="T53" fmla="*/ 102541 h 54"/>
              <a:gd name="T54" fmla="*/ 149225 w 50"/>
              <a:gd name="T55" fmla="*/ 57679 h 54"/>
              <a:gd name="T56" fmla="*/ 12700 w 50"/>
              <a:gd name="T57" fmla="*/ 140994 h 54"/>
              <a:gd name="T58" fmla="*/ 53975 w 50"/>
              <a:gd name="T59" fmla="*/ 70497 h 54"/>
              <a:gd name="T60" fmla="*/ 53975 w 50"/>
              <a:gd name="T61" fmla="*/ 99337 h 54"/>
              <a:gd name="T62" fmla="*/ 53975 w 50"/>
              <a:gd name="T63" fmla="*/ 70497 h 54"/>
              <a:gd name="T64" fmla="*/ 44450 w 50"/>
              <a:gd name="T65" fmla="*/ 44862 h 54"/>
              <a:gd name="T66" fmla="*/ 88900 w 50"/>
              <a:gd name="T67" fmla="*/ 25635 h 54"/>
              <a:gd name="T68" fmla="*/ 69850 w 50"/>
              <a:gd name="T69" fmla="*/ 25635 h 54"/>
              <a:gd name="T70" fmla="*/ 85725 w 50"/>
              <a:gd name="T71" fmla="*/ 9613 h 54"/>
              <a:gd name="T72" fmla="*/ 85725 w 50"/>
              <a:gd name="T73" fmla="*/ 9613 h 54"/>
              <a:gd name="T74" fmla="*/ 76200 w 50"/>
              <a:gd name="T75" fmla="*/ 9613 h 54"/>
              <a:gd name="T76" fmla="*/ 76200 w 50"/>
              <a:gd name="T77" fmla="*/ 16022 h 54"/>
              <a:gd name="T78" fmla="*/ 76200 w 50"/>
              <a:gd name="T79" fmla="*/ 16022 h 54"/>
              <a:gd name="T80" fmla="*/ 76200 w 50"/>
              <a:gd name="T81" fmla="*/ 16022 h 54"/>
              <a:gd name="T82" fmla="*/ 79375 w 50"/>
              <a:gd name="T83" fmla="*/ 19226 h 54"/>
              <a:gd name="T84" fmla="*/ 85725 w 50"/>
              <a:gd name="T85" fmla="*/ 19226 h 54"/>
              <a:gd name="T86" fmla="*/ 85725 w 50"/>
              <a:gd name="T87" fmla="*/ 16022 h 54"/>
              <a:gd name="T88" fmla="*/ 85725 w 50"/>
              <a:gd name="T89" fmla="*/ 16022 h 54"/>
              <a:gd name="T90" fmla="*/ 85725 w 50"/>
              <a:gd name="T91" fmla="*/ 12818 h 5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" h="54">
                <a:moveTo>
                  <a:pt x="2" y="14"/>
                </a:moveTo>
                <a:cubicBezTo>
                  <a:pt x="2" y="14"/>
                  <a:pt x="2" y="14"/>
                  <a:pt x="2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5"/>
                  <a:pt x="21" y="5"/>
                  <a:pt x="21" y="4"/>
                </a:cubicBezTo>
                <a:cubicBezTo>
                  <a:pt x="21" y="3"/>
                  <a:pt x="21" y="2"/>
                  <a:pt x="22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27" y="0"/>
                  <a:pt x="28" y="0"/>
                  <a:pt x="28" y="1"/>
                </a:cubicBezTo>
                <a:cubicBezTo>
                  <a:pt x="29" y="2"/>
                  <a:pt x="30" y="3"/>
                  <a:pt x="30" y="4"/>
                </a:cubicBezTo>
                <a:cubicBezTo>
                  <a:pt x="30" y="5"/>
                  <a:pt x="30" y="5"/>
                  <a:pt x="30" y="6"/>
                </a:cubicBezTo>
                <a:cubicBezTo>
                  <a:pt x="41" y="14"/>
                  <a:pt x="41" y="14"/>
                  <a:pt x="41" y="14"/>
                </a:cubicBezTo>
                <a:cubicBezTo>
                  <a:pt x="48" y="14"/>
                  <a:pt x="48" y="14"/>
                  <a:pt x="48" y="14"/>
                </a:cubicBezTo>
                <a:cubicBezTo>
                  <a:pt x="50" y="14"/>
                  <a:pt x="50" y="15"/>
                  <a:pt x="50" y="16"/>
                </a:cubicBezTo>
                <a:cubicBezTo>
                  <a:pt x="50" y="16"/>
                  <a:pt x="50" y="16"/>
                  <a:pt x="50" y="16"/>
                </a:cubicBezTo>
                <a:cubicBezTo>
                  <a:pt x="50" y="52"/>
                  <a:pt x="50" y="52"/>
                  <a:pt x="50" y="52"/>
                </a:cubicBezTo>
                <a:cubicBezTo>
                  <a:pt x="50" y="53"/>
                  <a:pt x="50" y="54"/>
                  <a:pt x="48" y="54"/>
                </a:cubicBezTo>
                <a:cubicBezTo>
                  <a:pt x="48" y="54"/>
                  <a:pt x="48" y="54"/>
                  <a:pt x="48" y="54"/>
                </a:cubicBezTo>
                <a:cubicBezTo>
                  <a:pt x="2" y="54"/>
                  <a:pt x="2" y="54"/>
                  <a:pt x="2" y="54"/>
                </a:cubicBezTo>
                <a:cubicBezTo>
                  <a:pt x="1" y="54"/>
                  <a:pt x="0" y="53"/>
                  <a:pt x="0" y="5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5"/>
                  <a:pt x="1" y="14"/>
                  <a:pt x="2" y="14"/>
                </a:cubicBezTo>
                <a:close/>
                <a:moveTo>
                  <a:pt x="17" y="20"/>
                </a:moveTo>
                <a:cubicBezTo>
                  <a:pt x="17" y="20"/>
                  <a:pt x="17" y="20"/>
                  <a:pt x="17" y="20"/>
                </a:cubicBezTo>
                <a:cubicBezTo>
                  <a:pt x="21" y="20"/>
                  <a:pt x="24" y="23"/>
                  <a:pt x="24" y="26"/>
                </a:cubicBezTo>
                <a:cubicBezTo>
                  <a:pt x="24" y="30"/>
                  <a:pt x="21" y="33"/>
                  <a:pt x="17" y="33"/>
                </a:cubicBezTo>
                <a:cubicBezTo>
                  <a:pt x="13" y="33"/>
                  <a:pt x="10" y="30"/>
                  <a:pt x="10" y="26"/>
                </a:cubicBezTo>
                <a:cubicBezTo>
                  <a:pt x="10" y="23"/>
                  <a:pt x="13" y="20"/>
                  <a:pt x="17" y="20"/>
                </a:cubicBezTo>
                <a:close/>
                <a:moveTo>
                  <a:pt x="47" y="48"/>
                </a:moveTo>
                <a:cubicBezTo>
                  <a:pt x="47" y="48"/>
                  <a:pt x="47" y="48"/>
                  <a:pt x="47" y="48"/>
                </a:cubicBezTo>
                <a:cubicBezTo>
                  <a:pt x="33" y="34"/>
                  <a:pt x="33" y="34"/>
                  <a:pt x="33" y="34"/>
                </a:cubicBezTo>
                <a:cubicBezTo>
                  <a:pt x="23" y="44"/>
                  <a:pt x="23" y="44"/>
                  <a:pt x="23" y="44"/>
                </a:cubicBezTo>
                <a:cubicBezTo>
                  <a:pt x="25" y="46"/>
                  <a:pt x="25" y="46"/>
                  <a:pt x="25" y="46"/>
                </a:cubicBezTo>
                <a:cubicBezTo>
                  <a:pt x="26" y="46"/>
                  <a:pt x="26" y="47"/>
                  <a:pt x="25" y="47"/>
                </a:cubicBezTo>
                <a:cubicBezTo>
                  <a:pt x="25" y="48"/>
                  <a:pt x="24" y="48"/>
                  <a:pt x="24" y="47"/>
                </a:cubicBezTo>
                <a:cubicBezTo>
                  <a:pt x="21" y="45"/>
                  <a:pt x="21" y="45"/>
                  <a:pt x="21" y="45"/>
                </a:cubicBezTo>
                <a:cubicBezTo>
                  <a:pt x="21" y="45"/>
                  <a:pt x="21" y="45"/>
                  <a:pt x="21" y="45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14" y="38"/>
                  <a:pt x="14" y="38"/>
                  <a:pt x="14" y="38"/>
                </a:cubicBezTo>
                <a:cubicBezTo>
                  <a:pt x="4" y="48"/>
                  <a:pt x="4" y="48"/>
                  <a:pt x="4" y="48"/>
                </a:cubicBezTo>
                <a:cubicBezTo>
                  <a:pt x="4" y="50"/>
                  <a:pt x="4" y="50"/>
                  <a:pt x="4" y="50"/>
                </a:cubicBezTo>
                <a:cubicBezTo>
                  <a:pt x="18" y="50"/>
                  <a:pt x="32" y="50"/>
                  <a:pt x="47" y="50"/>
                </a:cubicBezTo>
                <a:cubicBezTo>
                  <a:pt x="47" y="48"/>
                  <a:pt x="47" y="48"/>
                  <a:pt x="47" y="48"/>
                </a:cubicBezTo>
                <a:close/>
                <a:moveTo>
                  <a:pt x="4" y="44"/>
                </a:moveTo>
                <a:cubicBezTo>
                  <a:pt x="4" y="44"/>
                  <a:pt x="4" y="44"/>
                  <a:pt x="4" y="44"/>
                </a:cubicBezTo>
                <a:cubicBezTo>
                  <a:pt x="13" y="35"/>
                  <a:pt x="13" y="35"/>
                  <a:pt x="13" y="35"/>
                </a:cubicBezTo>
                <a:cubicBezTo>
                  <a:pt x="14" y="35"/>
                  <a:pt x="14" y="35"/>
                  <a:pt x="15" y="35"/>
                </a:cubicBezTo>
                <a:cubicBezTo>
                  <a:pt x="22" y="42"/>
                  <a:pt x="22" y="42"/>
                  <a:pt x="22" y="4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1"/>
                  <a:pt x="33" y="31"/>
                  <a:pt x="34" y="32"/>
                </a:cubicBezTo>
                <a:cubicBezTo>
                  <a:pt x="47" y="45"/>
                  <a:pt x="47" y="45"/>
                  <a:pt x="47" y="45"/>
                </a:cubicBezTo>
                <a:cubicBezTo>
                  <a:pt x="47" y="18"/>
                  <a:pt x="47" y="18"/>
                  <a:pt x="47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44"/>
                  <a:pt x="4" y="44"/>
                  <a:pt x="4" y="44"/>
                </a:cubicBezTo>
                <a:close/>
                <a:moveTo>
                  <a:pt x="17" y="22"/>
                </a:moveTo>
                <a:cubicBezTo>
                  <a:pt x="17" y="22"/>
                  <a:pt x="17" y="22"/>
                  <a:pt x="17" y="22"/>
                </a:cubicBezTo>
                <a:cubicBezTo>
                  <a:pt x="15" y="22"/>
                  <a:pt x="13" y="24"/>
                  <a:pt x="13" y="26"/>
                </a:cubicBezTo>
                <a:cubicBezTo>
                  <a:pt x="13" y="29"/>
                  <a:pt x="15" y="31"/>
                  <a:pt x="17" y="31"/>
                </a:cubicBezTo>
                <a:cubicBezTo>
                  <a:pt x="19" y="31"/>
                  <a:pt x="21" y="29"/>
                  <a:pt x="21" y="26"/>
                </a:cubicBezTo>
                <a:cubicBezTo>
                  <a:pt x="21" y="24"/>
                  <a:pt x="19" y="22"/>
                  <a:pt x="17" y="22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6" y="9"/>
                  <a:pt x="25" y="9"/>
                </a:cubicBezTo>
                <a:cubicBezTo>
                  <a:pt x="24" y="9"/>
                  <a:pt x="23" y="8"/>
                  <a:pt x="22" y="8"/>
                </a:cubicBezTo>
                <a:cubicBezTo>
                  <a:pt x="14" y="14"/>
                  <a:pt x="14" y="14"/>
                  <a:pt x="14" y="14"/>
                </a:cubicBezTo>
                <a:close/>
                <a:moveTo>
                  <a:pt x="27" y="3"/>
                </a:moveTo>
                <a:cubicBezTo>
                  <a:pt x="27" y="3"/>
                  <a:pt x="27" y="3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26" y="3"/>
                  <a:pt x="26" y="2"/>
                  <a:pt x="25" y="2"/>
                </a:cubicBezTo>
                <a:cubicBezTo>
                  <a:pt x="25" y="2"/>
                  <a:pt x="24" y="3"/>
                  <a:pt x="24" y="3"/>
                </a:cubicBezTo>
                <a:cubicBezTo>
                  <a:pt x="23" y="3"/>
                  <a:pt x="23" y="4"/>
                  <a:pt x="23" y="4"/>
                </a:cubicBezTo>
                <a:cubicBezTo>
                  <a:pt x="23" y="5"/>
                  <a:pt x="23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5" y="6"/>
                  <a:pt x="25" y="6"/>
                </a:cubicBezTo>
                <a:cubicBezTo>
                  <a:pt x="26" y="6"/>
                  <a:pt x="26" y="6"/>
                  <a:pt x="27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6"/>
                  <a:pt x="27" y="6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4"/>
                </a:cubicBezTo>
                <a:cubicBezTo>
                  <a:pt x="27" y="4"/>
                  <a:pt x="27" y="3"/>
                  <a:pt x="27" y="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44" name="Freeform 78">
            <a:extLst>
              <a:ext uri="{FF2B5EF4-FFF2-40B4-BE49-F238E27FC236}">
                <a16:creationId xmlns:a16="http://schemas.microsoft.com/office/drawing/2014/main" id="{6E867774-BD54-CF6B-C493-8F922037656B}"/>
              </a:ext>
            </a:extLst>
          </p:cNvPr>
          <p:cNvSpPr>
            <a:spLocks noEditPoints="1"/>
          </p:cNvSpPr>
          <p:nvPr/>
        </p:nvSpPr>
        <p:spPr bwMode="auto">
          <a:xfrm>
            <a:off x="1318085" y="2167914"/>
            <a:ext cx="194733" cy="194733"/>
          </a:xfrm>
          <a:custGeom>
            <a:avLst/>
            <a:gdLst>
              <a:gd name="T0" fmla="*/ 104775 w 46"/>
              <a:gd name="T1" fmla="*/ 111125 h 46"/>
              <a:gd name="T2" fmla="*/ 101600 w 46"/>
              <a:gd name="T3" fmla="*/ 123825 h 46"/>
              <a:gd name="T4" fmla="*/ 95250 w 46"/>
              <a:gd name="T5" fmla="*/ 146050 h 46"/>
              <a:gd name="T6" fmla="*/ 85725 w 46"/>
              <a:gd name="T7" fmla="*/ 146050 h 46"/>
              <a:gd name="T8" fmla="*/ 69850 w 46"/>
              <a:gd name="T9" fmla="*/ 146050 h 46"/>
              <a:gd name="T10" fmla="*/ 47625 w 46"/>
              <a:gd name="T11" fmla="*/ 123825 h 46"/>
              <a:gd name="T12" fmla="*/ 3175 w 46"/>
              <a:gd name="T13" fmla="*/ 60325 h 46"/>
              <a:gd name="T14" fmla="*/ 3175 w 46"/>
              <a:gd name="T15" fmla="*/ 53975 h 46"/>
              <a:gd name="T16" fmla="*/ 34925 w 46"/>
              <a:gd name="T17" fmla="*/ 44450 h 46"/>
              <a:gd name="T18" fmla="*/ 57150 w 46"/>
              <a:gd name="T19" fmla="*/ 31750 h 46"/>
              <a:gd name="T20" fmla="*/ 101600 w 46"/>
              <a:gd name="T21" fmla="*/ 15875 h 46"/>
              <a:gd name="T22" fmla="*/ 111125 w 46"/>
              <a:gd name="T23" fmla="*/ 15875 h 46"/>
              <a:gd name="T24" fmla="*/ 130175 w 46"/>
              <a:gd name="T25" fmla="*/ 0 h 46"/>
              <a:gd name="T26" fmla="*/ 146050 w 46"/>
              <a:gd name="T27" fmla="*/ 15875 h 46"/>
              <a:gd name="T28" fmla="*/ 130175 w 46"/>
              <a:gd name="T29" fmla="*/ 34925 h 46"/>
              <a:gd name="T30" fmla="*/ 133350 w 46"/>
              <a:gd name="T31" fmla="*/ 44450 h 46"/>
              <a:gd name="T32" fmla="*/ 139700 w 46"/>
              <a:gd name="T33" fmla="*/ 15875 h 46"/>
              <a:gd name="T34" fmla="*/ 136525 w 46"/>
              <a:gd name="T35" fmla="*/ 9525 h 46"/>
              <a:gd name="T36" fmla="*/ 123825 w 46"/>
              <a:gd name="T37" fmla="*/ 9525 h 46"/>
              <a:gd name="T38" fmla="*/ 123825 w 46"/>
              <a:gd name="T39" fmla="*/ 25400 h 46"/>
              <a:gd name="T40" fmla="*/ 136525 w 46"/>
              <a:gd name="T41" fmla="*/ 25400 h 46"/>
              <a:gd name="T42" fmla="*/ 107950 w 46"/>
              <a:gd name="T43" fmla="*/ 85725 h 46"/>
              <a:gd name="T44" fmla="*/ 120650 w 46"/>
              <a:gd name="T45" fmla="*/ 47625 h 46"/>
              <a:gd name="T46" fmla="*/ 101600 w 46"/>
              <a:gd name="T47" fmla="*/ 25400 h 46"/>
              <a:gd name="T48" fmla="*/ 63500 w 46"/>
              <a:gd name="T49" fmla="*/ 41275 h 46"/>
              <a:gd name="T50" fmla="*/ 41275 w 46"/>
              <a:gd name="T51" fmla="*/ 53975 h 46"/>
              <a:gd name="T52" fmla="*/ 15875 w 46"/>
              <a:gd name="T53" fmla="*/ 57150 h 46"/>
              <a:gd name="T54" fmla="*/ 88900 w 46"/>
              <a:gd name="T55" fmla="*/ 123825 h 46"/>
              <a:gd name="T56" fmla="*/ 92075 w 46"/>
              <a:gd name="T57" fmla="*/ 104775 h 46"/>
              <a:gd name="T58" fmla="*/ 73025 w 46"/>
              <a:gd name="T59" fmla="*/ 130175 h 46"/>
              <a:gd name="T60" fmla="*/ 63500 w 46"/>
              <a:gd name="T61" fmla="*/ 120650 h 46"/>
              <a:gd name="T62" fmla="*/ 63500 w 46"/>
              <a:gd name="T63" fmla="*/ 130175 h 46"/>
              <a:gd name="T64" fmla="*/ 73025 w 46"/>
              <a:gd name="T65" fmla="*/ 130175 h 4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6" h="46">
                <a:moveTo>
                  <a:pt x="37" y="29"/>
                </a:moveTo>
                <a:cubicBezTo>
                  <a:pt x="35" y="31"/>
                  <a:pt x="34" y="33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2" y="37"/>
                  <a:pt x="32" y="38"/>
                  <a:pt x="32" y="39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41"/>
                  <a:pt x="32" y="44"/>
                  <a:pt x="30" y="46"/>
                </a:cubicBezTo>
                <a:cubicBezTo>
                  <a:pt x="29" y="46"/>
                  <a:pt x="28" y="46"/>
                  <a:pt x="27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6" y="44"/>
                  <a:pt x="26" y="44"/>
                  <a:pt x="26" y="44"/>
                </a:cubicBezTo>
                <a:cubicBezTo>
                  <a:pt x="25" y="45"/>
                  <a:pt x="23" y="46"/>
                  <a:pt x="22" y="46"/>
                </a:cubicBezTo>
                <a:cubicBezTo>
                  <a:pt x="20" y="46"/>
                  <a:pt x="18" y="45"/>
                  <a:pt x="17" y="44"/>
                </a:cubicBezTo>
                <a:cubicBezTo>
                  <a:pt x="16" y="43"/>
                  <a:pt x="15" y="41"/>
                  <a:pt x="15" y="39"/>
                </a:cubicBezTo>
                <a:cubicBezTo>
                  <a:pt x="15" y="38"/>
                  <a:pt x="16" y="37"/>
                  <a:pt x="17" y="35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19"/>
                  <a:pt x="0" y="17"/>
                  <a:pt x="1" y="17"/>
                </a:cubicBezTo>
                <a:cubicBezTo>
                  <a:pt x="1" y="17"/>
                  <a:pt x="1" y="17"/>
                  <a:pt x="1" y="17"/>
                </a:cubicBezTo>
                <a:cubicBezTo>
                  <a:pt x="3" y="14"/>
                  <a:pt x="5" y="14"/>
                  <a:pt x="8" y="15"/>
                </a:cubicBezTo>
                <a:cubicBezTo>
                  <a:pt x="9" y="15"/>
                  <a:pt x="10" y="15"/>
                  <a:pt x="11" y="14"/>
                </a:cubicBezTo>
                <a:cubicBezTo>
                  <a:pt x="14" y="13"/>
                  <a:pt x="16" y="11"/>
                  <a:pt x="17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9" y="9"/>
                  <a:pt x="20" y="8"/>
                  <a:pt x="21" y="8"/>
                </a:cubicBezTo>
                <a:cubicBezTo>
                  <a:pt x="24" y="5"/>
                  <a:pt x="28" y="4"/>
                  <a:pt x="32" y="5"/>
                </a:cubicBezTo>
                <a:cubicBezTo>
                  <a:pt x="33" y="5"/>
                  <a:pt x="34" y="5"/>
                  <a:pt x="35" y="6"/>
                </a:cubicBezTo>
                <a:cubicBezTo>
                  <a:pt x="35" y="5"/>
                  <a:pt x="35" y="5"/>
                  <a:pt x="35" y="5"/>
                </a:cubicBezTo>
                <a:cubicBezTo>
                  <a:pt x="35" y="4"/>
                  <a:pt x="36" y="3"/>
                  <a:pt x="37" y="2"/>
                </a:cubicBezTo>
                <a:cubicBezTo>
                  <a:pt x="38" y="0"/>
                  <a:pt x="40" y="0"/>
                  <a:pt x="41" y="0"/>
                </a:cubicBezTo>
                <a:cubicBezTo>
                  <a:pt x="42" y="0"/>
                  <a:pt x="44" y="0"/>
                  <a:pt x="45" y="2"/>
                </a:cubicBezTo>
                <a:cubicBezTo>
                  <a:pt x="46" y="3"/>
                  <a:pt x="46" y="4"/>
                  <a:pt x="46" y="5"/>
                </a:cubicBezTo>
                <a:cubicBezTo>
                  <a:pt x="46" y="7"/>
                  <a:pt x="46" y="8"/>
                  <a:pt x="45" y="9"/>
                </a:cubicBezTo>
                <a:cubicBezTo>
                  <a:pt x="44" y="10"/>
                  <a:pt x="42" y="11"/>
                  <a:pt x="41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2" y="12"/>
                  <a:pt x="42" y="13"/>
                  <a:pt x="42" y="14"/>
                </a:cubicBezTo>
                <a:cubicBezTo>
                  <a:pt x="43" y="20"/>
                  <a:pt x="40" y="25"/>
                  <a:pt x="37" y="29"/>
                </a:cubicBezTo>
                <a:close/>
                <a:moveTo>
                  <a:pt x="44" y="5"/>
                </a:moveTo>
                <a:cubicBezTo>
                  <a:pt x="44" y="5"/>
                  <a:pt x="44" y="5"/>
                  <a:pt x="44" y="5"/>
                </a:cubicBezTo>
                <a:cubicBezTo>
                  <a:pt x="44" y="5"/>
                  <a:pt x="44" y="4"/>
                  <a:pt x="43" y="3"/>
                </a:cubicBezTo>
                <a:cubicBezTo>
                  <a:pt x="43" y="3"/>
                  <a:pt x="42" y="2"/>
                  <a:pt x="41" y="2"/>
                </a:cubicBezTo>
                <a:cubicBezTo>
                  <a:pt x="40" y="2"/>
                  <a:pt x="39" y="3"/>
                  <a:pt x="39" y="3"/>
                </a:cubicBezTo>
                <a:cubicBezTo>
                  <a:pt x="38" y="4"/>
                  <a:pt x="38" y="5"/>
                  <a:pt x="38" y="5"/>
                </a:cubicBezTo>
                <a:cubicBezTo>
                  <a:pt x="38" y="6"/>
                  <a:pt x="38" y="7"/>
                  <a:pt x="39" y="8"/>
                </a:cubicBezTo>
                <a:cubicBezTo>
                  <a:pt x="39" y="8"/>
                  <a:pt x="40" y="9"/>
                  <a:pt x="41" y="9"/>
                </a:cubicBezTo>
                <a:cubicBezTo>
                  <a:pt x="42" y="9"/>
                  <a:pt x="43" y="8"/>
                  <a:pt x="43" y="8"/>
                </a:cubicBezTo>
                <a:cubicBezTo>
                  <a:pt x="44" y="7"/>
                  <a:pt x="44" y="6"/>
                  <a:pt x="44" y="5"/>
                </a:cubicBezTo>
                <a:close/>
                <a:moveTo>
                  <a:pt x="34" y="27"/>
                </a:moveTo>
                <a:cubicBezTo>
                  <a:pt x="34" y="27"/>
                  <a:pt x="34" y="27"/>
                  <a:pt x="34" y="27"/>
                </a:cubicBezTo>
                <a:cubicBezTo>
                  <a:pt x="36" y="24"/>
                  <a:pt x="39" y="20"/>
                  <a:pt x="38" y="15"/>
                </a:cubicBezTo>
                <a:cubicBezTo>
                  <a:pt x="38" y="14"/>
                  <a:pt x="37" y="12"/>
                  <a:pt x="36" y="11"/>
                </a:cubicBezTo>
                <a:cubicBezTo>
                  <a:pt x="35" y="10"/>
                  <a:pt x="33" y="9"/>
                  <a:pt x="32" y="8"/>
                </a:cubicBezTo>
                <a:cubicBezTo>
                  <a:pt x="28" y="8"/>
                  <a:pt x="26" y="9"/>
                  <a:pt x="23" y="11"/>
                </a:cubicBezTo>
                <a:cubicBezTo>
                  <a:pt x="22" y="11"/>
                  <a:pt x="21" y="12"/>
                  <a:pt x="20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18" y="15"/>
                  <a:pt x="16" y="16"/>
                  <a:pt x="13" y="17"/>
                </a:cubicBezTo>
                <a:cubicBezTo>
                  <a:pt x="11" y="19"/>
                  <a:pt x="9" y="19"/>
                  <a:pt x="7" y="18"/>
                </a:cubicBezTo>
                <a:cubicBezTo>
                  <a:pt x="7" y="18"/>
                  <a:pt x="6" y="18"/>
                  <a:pt x="5" y="18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0"/>
                  <a:pt x="28" y="40"/>
                  <a:pt x="28" y="39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37"/>
                  <a:pt x="28" y="35"/>
                  <a:pt x="29" y="33"/>
                </a:cubicBezTo>
                <a:cubicBezTo>
                  <a:pt x="31" y="31"/>
                  <a:pt x="32" y="29"/>
                  <a:pt x="34" y="27"/>
                </a:cubicBezTo>
                <a:close/>
                <a:moveTo>
                  <a:pt x="23" y="41"/>
                </a:moveTo>
                <a:cubicBezTo>
                  <a:pt x="23" y="41"/>
                  <a:pt x="23" y="41"/>
                  <a:pt x="23" y="41"/>
                </a:cubicBezTo>
                <a:cubicBezTo>
                  <a:pt x="20" y="38"/>
                  <a:pt x="20" y="38"/>
                  <a:pt x="20" y="38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40"/>
                  <a:pt x="19" y="41"/>
                  <a:pt x="20" y="41"/>
                </a:cubicBezTo>
                <a:cubicBezTo>
                  <a:pt x="20" y="42"/>
                  <a:pt x="21" y="42"/>
                  <a:pt x="22" y="42"/>
                </a:cubicBezTo>
                <a:cubicBezTo>
                  <a:pt x="22" y="42"/>
                  <a:pt x="23" y="42"/>
                  <a:pt x="23" y="4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45" name="Freeform 79">
            <a:extLst>
              <a:ext uri="{FF2B5EF4-FFF2-40B4-BE49-F238E27FC236}">
                <a16:creationId xmlns:a16="http://schemas.microsoft.com/office/drawing/2014/main" id="{863F6E00-8F14-8925-036B-5D683D7A8F95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2580665"/>
            <a:ext cx="211667" cy="215900"/>
          </a:xfrm>
          <a:custGeom>
            <a:avLst/>
            <a:gdLst>
              <a:gd name="T0" fmla="*/ 79375 w 50"/>
              <a:gd name="T1" fmla="*/ 41275 h 51"/>
              <a:gd name="T2" fmla="*/ 117475 w 50"/>
              <a:gd name="T3" fmla="*/ 79375 h 51"/>
              <a:gd name="T4" fmla="*/ 123825 w 50"/>
              <a:gd name="T5" fmla="*/ 69850 h 51"/>
              <a:gd name="T6" fmla="*/ 88900 w 50"/>
              <a:gd name="T7" fmla="*/ 31750 h 51"/>
              <a:gd name="T8" fmla="*/ 79375 w 50"/>
              <a:gd name="T9" fmla="*/ 41275 h 51"/>
              <a:gd name="T10" fmla="*/ 111125 w 50"/>
              <a:gd name="T11" fmla="*/ 82550 h 51"/>
              <a:gd name="T12" fmla="*/ 111125 w 50"/>
              <a:gd name="T13" fmla="*/ 82550 h 51"/>
              <a:gd name="T14" fmla="*/ 76200 w 50"/>
              <a:gd name="T15" fmla="*/ 47625 h 51"/>
              <a:gd name="T16" fmla="*/ 28575 w 50"/>
              <a:gd name="T17" fmla="*/ 95250 h 51"/>
              <a:gd name="T18" fmla="*/ 63500 w 50"/>
              <a:gd name="T19" fmla="*/ 130175 h 51"/>
              <a:gd name="T20" fmla="*/ 111125 w 50"/>
              <a:gd name="T21" fmla="*/ 82550 h 51"/>
              <a:gd name="T22" fmla="*/ 95250 w 50"/>
              <a:gd name="T23" fmla="*/ 9525 h 51"/>
              <a:gd name="T24" fmla="*/ 95250 w 50"/>
              <a:gd name="T25" fmla="*/ 9525 h 51"/>
              <a:gd name="T26" fmla="*/ 120650 w 50"/>
              <a:gd name="T27" fmla="*/ 0 h 51"/>
              <a:gd name="T28" fmla="*/ 158750 w 50"/>
              <a:gd name="T29" fmla="*/ 38100 h 51"/>
              <a:gd name="T30" fmla="*/ 146050 w 50"/>
              <a:gd name="T31" fmla="*/ 66675 h 51"/>
              <a:gd name="T32" fmla="*/ 69850 w 50"/>
              <a:gd name="T33" fmla="*/ 142875 h 51"/>
              <a:gd name="T34" fmla="*/ 47625 w 50"/>
              <a:gd name="T35" fmla="*/ 152400 h 51"/>
              <a:gd name="T36" fmla="*/ 28575 w 50"/>
              <a:gd name="T37" fmla="*/ 149225 h 51"/>
              <a:gd name="T38" fmla="*/ 28575 w 50"/>
              <a:gd name="T39" fmla="*/ 152400 h 51"/>
              <a:gd name="T40" fmla="*/ 28575 w 50"/>
              <a:gd name="T41" fmla="*/ 152400 h 51"/>
              <a:gd name="T42" fmla="*/ 3175 w 50"/>
              <a:gd name="T43" fmla="*/ 146050 h 51"/>
              <a:gd name="T44" fmla="*/ 6350 w 50"/>
              <a:gd name="T45" fmla="*/ 130175 h 51"/>
              <a:gd name="T46" fmla="*/ 6350 w 50"/>
              <a:gd name="T47" fmla="*/ 130175 h 51"/>
              <a:gd name="T48" fmla="*/ 9525 w 50"/>
              <a:gd name="T49" fmla="*/ 130175 h 51"/>
              <a:gd name="T50" fmla="*/ 6350 w 50"/>
              <a:gd name="T51" fmla="*/ 111125 h 51"/>
              <a:gd name="T52" fmla="*/ 15875 w 50"/>
              <a:gd name="T53" fmla="*/ 88900 h 51"/>
              <a:gd name="T54" fmla="*/ 88900 w 50"/>
              <a:gd name="T55" fmla="*/ 15875 h 51"/>
              <a:gd name="T56" fmla="*/ 85725 w 50"/>
              <a:gd name="T57" fmla="*/ 9525 h 51"/>
              <a:gd name="T58" fmla="*/ 44450 w 50"/>
              <a:gd name="T59" fmla="*/ 50800 h 51"/>
              <a:gd name="T60" fmla="*/ 38100 w 50"/>
              <a:gd name="T61" fmla="*/ 50800 h 51"/>
              <a:gd name="T62" fmla="*/ 38100 w 50"/>
              <a:gd name="T63" fmla="*/ 44450 h 51"/>
              <a:gd name="T64" fmla="*/ 82550 w 50"/>
              <a:gd name="T65" fmla="*/ 0 h 51"/>
              <a:gd name="T66" fmla="*/ 85725 w 50"/>
              <a:gd name="T67" fmla="*/ 0 h 51"/>
              <a:gd name="T68" fmla="*/ 95250 w 50"/>
              <a:gd name="T69" fmla="*/ 9525 h 51"/>
              <a:gd name="T70" fmla="*/ 120650 w 50"/>
              <a:gd name="T71" fmla="*/ 12700 h 51"/>
              <a:gd name="T72" fmla="*/ 120650 w 50"/>
              <a:gd name="T73" fmla="*/ 12700 h 51"/>
              <a:gd name="T74" fmla="*/ 101600 w 50"/>
              <a:gd name="T75" fmla="*/ 19050 h 51"/>
              <a:gd name="T76" fmla="*/ 101600 w 50"/>
              <a:gd name="T77" fmla="*/ 22225 h 51"/>
              <a:gd name="T78" fmla="*/ 95250 w 50"/>
              <a:gd name="T79" fmla="*/ 28575 h 51"/>
              <a:gd name="T80" fmla="*/ 130175 w 50"/>
              <a:gd name="T81" fmla="*/ 63500 h 51"/>
              <a:gd name="T82" fmla="*/ 136525 w 50"/>
              <a:gd name="T83" fmla="*/ 57150 h 51"/>
              <a:gd name="T84" fmla="*/ 146050 w 50"/>
              <a:gd name="T85" fmla="*/ 38100 h 51"/>
              <a:gd name="T86" fmla="*/ 120650 w 50"/>
              <a:gd name="T87" fmla="*/ 12700 h 51"/>
              <a:gd name="T88" fmla="*/ 22225 w 50"/>
              <a:gd name="T89" fmla="*/ 98425 h 51"/>
              <a:gd name="T90" fmla="*/ 22225 w 50"/>
              <a:gd name="T91" fmla="*/ 98425 h 51"/>
              <a:gd name="T92" fmla="*/ 19050 w 50"/>
              <a:gd name="T93" fmla="*/ 111125 h 51"/>
              <a:gd name="T94" fmla="*/ 19050 w 50"/>
              <a:gd name="T95" fmla="*/ 127000 h 51"/>
              <a:gd name="T96" fmla="*/ 19050 w 50"/>
              <a:gd name="T97" fmla="*/ 133350 h 51"/>
              <a:gd name="T98" fmla="*/ 15875 w 50"/>
              <a:gd name="T99" fmla="*/ 139700 h 51"/>
              <a:gd name="T100" fmla="*/ 19050 w 50"/>
              <a:gd name="T101" fmla="*/ 142875 h 51"/>
              <a:gd name="T102" fmla="*/ 22225 w 50"/>
              <a:gd name="T103" fmla="*/ 139700 h 51"/>
              <a:gd name="T104" fmla="*/ 31750 w 50"/>
              <a:gd name="T105" fmla="*/ 136525 h 51"/>
              <a:gd name="T106" fmla="*/ 47625 w 50"/>
              <a:gd name="T107" fmla="*/ 139700 h 51"/>
              <a:gd name="T108" fmla="*/ 57150 w 50"/>
              <a:gd name="T109" fmla="*/ 136525 h 51"/>
              <a:gd name="T110" fmla="*/ 22225 w 50"/>
              <a:gd name="T111" fmla="*/ 98425 h 5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0" h="51">
                <a:moveTo>
                  <a:pt x="25" y="13"/>
                </a:moveTo>
                <a:cubicBezTo>
                  <a:pt x="37" y="25"/>
                  <a:pt x="37" y="25"/>
                  <a:pt x="37" y="25"/>
                </a:cubicBezTo>
                <a:cubicBezTo>
                  <a:pt x="39" y="22"/>
                  <a:pt x="39" y="22"/>
                  <a:pt x="39" y="22"/>
                </a:cubicBezTo>
                <a:cubicBezTo>
                  <a:pt x="28" y="10"/>
                  <a:pt x="28" y="10"/>
                  <a:pt x="28" y="10"/>
                </a:cubicBezTo>
                <a:cubicBezTo>
                  <a:pt x="25" y="13"/>
                  <a:pt x="25" y="13"/>
                  <a:pt x="25" y="13"/>
                </a:cubicBezTo>
                <a:close/>
                <a:moveTo>
                  <a:pt x="35" y="26"/>
                </a:moveTo>
                <a:cubicBezTo>
                  <a:pt x="35" y="26"/>
                  <a:pt x="35" y="26"/>
                  <a:pt x="35" y="26"/>
                </a:cubicBezTo>
                <a:cubicBezTo>
                  <a:pt x="24" y="15"/>
                  <a:pt x="24" y="15"/>
                  <a:pt x="24" y="15"/>
                </a:cubicBezTo>
                <a:cubicBezTo>
                  <a:pt x="9" y="30"/>
                  <a:pt x="9" y="30"/>
                  <a:pt x="9" y="30"/>
                </a:cubicBezTo>
                <a:cubicBezTo>
                  <a:pt x="20" y="41"/>
                  <a:pt x="20" y="41"/>
                  <a:pt x="20" y="41"/>
                </a:cubicBezTo>
                <a:cubicBezTo>
                  <a:pt x="35" y="26"/>
                  <a:pt x="35" y="26"/>
                  <a:pt x="35" y="26"/>
                </a:cubicBezTo>
                <a:close/>
                <a:moveTo>
                  <a:pt x="30" y="3"/>
                </a:moveTo>
                <a:cubicBezTo>
                  <a:pt x="30" y="3"/>
                  <a:pt x="30" y="3"/>
                  <a:pt x="30" y="3"/>
                </a:cubicBezTo>
                <a:cubicBezTo>
                  <a:pt x="32" y="1"/>
                  <a:pt x="35" y="0"/>
                  <a:pt x="38" y="0"/>
                </a:cubicBezTo>
                <a:cubicBezTo>
                  <a:pt x="44" y="0"/>
                  <a:pt x="50" y="6"/>
                  <a:pt x="50" y="12"/>
                </a:cubicBezTo>
                <a:cubicBezTo>
                  <a:pt x="50" y="15"/>
                  <a:pt x="48" y="18"/>
                  <a:pt x="46" y="21"/>
                </a:cubicBezTo>
                <a:cubicBezTo>
                  <a:pt x="22" y="45"/>
                  <a:pt x="22" y="45"/>
                  <a:pt x="22" y="45"/>
                </a:cubicBezTo>
                <a:cubicBezTo>
                  <a:pt x="20" y="47"/>
                  <a:pt x="18" y="48"/>
                  <a:pt x="15" y="48"/>
                </a:cubicBezTo>
                <a:cubicBezTo>
                  <a:pt x="13" y="48"/>
                  <a:pt x="11" y="48"/>
                  <a:pt x="9" y="47"/>
                </a:cubicBezTo>
                <a:cubicBezTo>
                  <a:pt x="9" y="48"/>
                  <a:pt x="9" y="48"/>
                  <a:pt x="9" y="48"/>
                </a:cubicBezTo>
                <a:cubicBezTo>
                  <a:pt x="9" y="48"/>
                  <a:pt x="9" y="48"/>
                  <a:pt x="9" y="48"/>
                </a:cubicBezTo>
                <a:cubicBezTo>
                  <a:pt x="6" y="51"/>
                  <a:pt x="2" y="49"/>
                  <a:pt x="1" y="46"/>
                </a:cubicBezTo>
                <a:cubicBezTo>
                  <a:pt x="0" y="45"/>
                  <a:pt x="0" y="43"/>
                  <a:pt x="2" y="41"/>
                </a:cubicBezTo>
                <a:cubicBezTo>
                  <a:pt x="2" y="41"/>
                  <a:pt x="2" y="41"/>
                  <a:pt x="2" y="41"/>
                </a:cubicBezTo>
                <a:cubicBezTo>
                  <a:pt x="3" y="41"/>
                  <a:pt x="3" y="41"/>
                  <a:pt x="3" y="41"/>
                </a:cubicBezTo>
                <a:cubicBezTo>
                  <a:pt x="2" y="39"/>
                  <a:pt x="2" y="37"/>
                  <a:pt x="2" y="35"/>
                </a:cubicBezTo>
                <a:cubicBezTo>
                  <a:pt x="2" y="32"/>
                  <a:pt x="3" y="30"/>
                  <a:pt x="5" y="28"/>
                </a:cubicBezTo>
                <a:cubicBezTo>
                  <a:pt x="28" y="5"/>
                  <a:pt x="28" y="5"/>
                  <a:pt x="28" y="5"/>
                </a:cubicBezTo>
                <a:cubicBezTo>
                  <a:pt x="27" y="3"/>
                  <a:pt x="27" y="3"/>
                  <a:pt x="27" y="3"/>
                </a:cubicBezTo>
                <a:cubicBezTo>
                  <a:pt x="14" y="16"/>
                  <a:pt x="14" y="16"/>
                  <a:pt x="14" y="16"/>
                </a:cubicBezTo>
                <a:cubicBezTo>
                  <a:pt x="13" y="16"/>
                  <a:pt x="12" y="16"/>
                  <a:pt x="12" y="16"/>
                </a:cubicBezTo>
                <a:cubicBezTo>
                  <a:pt x="12" y="15"/>
                  <a:pt x="12" y="15"/>
                  <a:pt x="12" y="14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7" y="0"/>
                  <a:pt x="27" y="0"/>
                </a:cubicBezTo>
                <a:cubicBezTo>
                  <a:pt x="30" y="3"/>
                  <a:pt x="30" y="3"/>
                  <a:pt x="30" y="3"/>
                </a:cubicBezTo>
                <a:close/>
                <a:moveTo>
                  <a:pt x="38" y="4"/>
                </a:moveTo>
                <a:cubicBezTo>
                  <a:pt x="38" y="4"/>
                  <a:pt x="38" y="4"/>
                  <a:pt x="38" y="4"/>
                </a:cubicBezTo>
                <a:cubicBezTo>
                  <a:pt x="36" y="4"/>
                  <a:pt x="34" y="5"/>
                  <a:pt x="32" y="6"/>
                </a:cubicBezTo>
                <a:cubicBezTo>
                  <a:pt x="32" y="7"/>
                  <a:pt x="32" y="7"/>
                  <a:pt x="32" y="7"/>
                </a:cubicBezTo>
                <a:cubicBezTo>
                  <a:pt x="30" y="9"/>
                  <a:pt x="30" y="9"/>
                  <a:pt x="30" y="9"/>
                </a:cubicBezTo>
                <a:cubicBezTo>
                  <a:pt x="41" y="20"/>
                  <a:pt x="41" y="20"/>
                  <a:pt x="41" y="20"/>
                </a:cubicBezTo>
                <a:cubicBezTo>
                  <a:pt x="43" y="18"/>
                  <a:pt x="43" y="18"/>
                  <a:pt x="43" y="18"/>
                </a:cubicBezTo>
                <a:cubicBezTo>
                  <a:pt x="45" y="16"/>
                  <a:pt x="46" y="14"/>
                  <a:pt x="46" y="12"/>
                </a:cubicBezTo>
                <a:cubicBezTo>
                  <a:pt x="46" y="8"/>
                  <a:pt x="42" y="4"/>
                  <a:pt x="38" y="4"/>
                </a:cubicBezTo>
                <a:close/>
                <a:moveTo>
                  <a:pt x="7" y="31"/>
                </a:moveTo>
                <a:cubicBezTo>
                  <a:pt x="7" y="31"/>
                  <a:pt x="7" y="31"/>
                  <a:pt x="7" y="31"/>
                </a:cubicBezTo>
                <a:cubicBezTo>
                  <a:pt x="6" y="33"/>
                  <a:pt x="6" y="34"/>
                  <a:pt x="6" y="35"/>
                </a:cubicBezTo>
                <a:cubicBezTo>
                  <a:pt x="5" y="37"/>
                  <a:pt x="6" y="38"/>
                  <a:pt x="6" y="40"/>
                </a:cubicBezTo>
                <a:cubicBezTo>
                  <a:pt x="7" y="41"/>
                  <a:pt x="7" y="42"/>
                  <a:pt x="6" y="42"/>
                </a:cubicBezTo>
                <a:cubicBezTo>
                  <a:pt x="5" y="44"/>
                  <a:pt x="5" y="44"/>
                  <a:pt x="5" y="44"/>
                </a:cubicBezTo>
                <a:cubicBezTo>
                  <a:pt x="4" y="45"/>
                  <a:pt x="5" y="46"/>
                  <a:pt x="6" y="45"/>
                </a:cubicBezTo>
                <a:cubicBezTo>
                  <a:pt x="7" y="44"/>
                  <a:pt x="7" y="44"/>
                  <a:pt x="7" y="44"/>
                </a:cubicBezTo>
                <a:cubicBezTo>
                  <a:pt x="8" y="43"/>
                  <a:pt x="9" y="43"/>
                  <a:pt x="10" y="43"/>
                </a:cubicBezTo>
                <a:cubicBezTo>
                  <a:pt x="11" y="44"/>
                  <a:pt x="13" y="45"/>
                  <a:pt x="15" y="44"/>
                </a:cubicBezTo>
                <a:cubicBezTo>
                  <a:pt x="16" y="44"/>
                  <a:pt x="17" y="44"/>
                  <a:pt x="18" y="43"/>
                </a:cubicBezTo>
                <a:cubicBezTo>
                  <a:pt x="7" y="31"/>
                  <a:pt x="7" y="31"/>
                  <a:pt x="7" y="3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46" name="Freeform 80">
            <a:extLst>
              <a:ext uri="{FF2B5EF4-FFF2-40B4-BE49-F238E27FC236}">
                <a16:creationId xmlns:a16="http://schemas.microsoft.com/office/drawing/2014/main" id="{C61253CB-5130-B1FE-201B-C563DCE8FF51}"/>
              </a:ext>
            </a:extLst>
          </p:cNvPr>
          <p:cNvSpPr>
            <a:spLocks noEditPoints="1"/>
          </p:cNvSpPr>
          <p:nvPr/>
        </p:nvSpPr>
        <p:spPr bwMode="auto">
          <a:xfrm>
            <a:off x="3527885" y="2574315"/>
            <a:ext cx="198967" cy="218017"/>
          </a:xfrm>
          <a:custGeom>
            <a:avLst/>
            <a:gdLst>
              <a:gd name="T0" fmla="*/ 6350 w 47"/>
              <a:gd name="T1" fmla="*/ 51298 h 51"/>
              <a:gd name="T2" fmla="*/ 149225 w 47"/>
              <a:gd name="T3" fmla="*/ 57710 h 51"/>
              <a:gd name="T4" fmla="*/ 149225 w 47"/>
              <a:gd name="T5" fmla="*/ 83360 h 51"/>
              <a:gd name="T6" fmla="*/ 142875 w 47"/>
              <a:gd name="T7" fmla="*/ 89772 h 51"/>
              <a:gd name="T8" fmla="*/ 142875 w 47"/>
              <a:gd name="T9" fmla="*/ 160307 h 51"/>
              <a:gd name="T10" fmla="*/ 136525 w 47"/>
              <a:gd name="T11" fmla="*/ 163513 h 51"/>
              <a:gd name="T12" fmla="*/ 6350 w 47"/>
              <a:gd name="T13" fmla="*/ 160307 h 51"/>
              <a:gd name="T14" fmla="*/ 6350 w 47"/>
              <a:gd name="T15" fmla="*/ 89772 h 51"/>
              <a:gd name="T16" fmla="*/ 0 w 47"/>
              <a:gd name="T17" fmla="*/ 83360 h 51"/>
              <a:gd name="T18" fmla="*/ 0 w 47"/>
              <a:gd name="T19" fmla="*/ 57710 h 51"/>
              <a:gd name="T20" fmla="*/ 85725 w 47"/>
              <a:gd name="T21" fmla="*/ 153895 h 51"/>
              <a:gd name="T22" fmla="*/ 85725 w 47"/>
              <a:gd name="T23" fmla="*/ 89772 h 51"/>
              <a:gd name="T24" fmla="*/ 63500 w 47"/>
              <a:gd name="T25" fmla="*/ 153895 h 51"/>
              <a:gd name="T26" fmla="*/ 53975 w 47"/>
              <a:gd name="T27" fmla="*/ 153895 h 51"/>
              <a:gd name="T28" fmla="*/ 53975 w 47"/>
              <a:gd name="T29" fmla="*/ 89772 h 51"/>
              <a:gd name="T30" fmla="*/ 19050 w 47"/>
              <a:gd name="T31" fmla="*/ 153895 h 51"/>
              <a:gd name="T32" fmla="*/ 92075 w 47"/>
              <a:gd name="T33" fmla="*/ 89772 h 51"/>
              <a:gd name="T34" fmla="*/ 92075 w 47"/>
              <a:gd name="T35" fmla="*/ 153895 h 51"/>
              <a:gd name="T36" fmla="*/ 130175 w 47"/>
              <a:gd name="T37" fmla="*/ 89772 h 51"/>
              <a:gd name="T38" fmla="*/ 76200 w 47"/>
              <a:gd name="T39" fmla="*/ 12825 h 51"/>
              <a:gd name="T40" fmla="*/ 82550 w 47"/>
              <a:gd name="T41" fmla="*/ 16031 h 51"/>
              <a:gd name="T42" fmla="*/ 104775 w 47"/>
              <a:gd name="T43" fmla="*/ 0 h 51"/>
              <a:gd name="T44" fmla="*/ 123825 w 47"/>
              <a:gd name="T45" fmla="*/ 22443 h 51"/>
              <a:gd name="T46" fmla="*/ 104775 w 47"/>
              <a:gd name="T47" fmla="*/ 44886 h 51"/>
              <a:gd name="T48" fmla="*/ 28575 w 47"/>
              <a:gd name="T49" fmla="*/ 38474 h 51"/>
              <a:gd name="T50" fmla="*/ 28575 w 47"/>
              <a:gd name="T51" fmla="*/ 6412 h 51"/>
              <a:gd name="T52" fmla="*/ 60325 w 47"/>
              <a:gd name="T53" fmla="*/ 6412 h 51"/>
              <a:gd name="T54" fmla="*/ 76200 w 47"/>
              <a:gd name="T55" fmla="*/ 12825 h 51"/>
              <a:gd name="T56" fmla="*/ 79375 w 47"/>
              <a:gd name="T57" fmla="*/ 22443 h 51"/>
              <a:gd name="T58" fmla="*/ 69850 w 47"/>
              <a:gd name="T59" fmla="*/ 22443 h 51"/>
              <a:gd name="T60" fmla="*/ 69850 w 47"/>
              <a:gd name="T61" fmla="*/ 35268 h 51"/>
              <a:gd name="T62" fmla="*/ 79375 w 47"/>
              <a:gd name="T63" fmla="*/ 35268 h 51"/>
              <a:gd name="T64" fmla="*/ 82550 w 47"/>
              <a:gd name="T65" fmla="*/ 28855 h 51"/>
              <a:gd name="T66" fmla="*/ 88900 w 47"/>
              <a:gd name="T67" fmla="*/ 22443 h 51"/>
              <a:gd name="T68" fmla="*/ 88900 w 47"/>
              <a:gd name="T69" fmla="*/ 28855 h 51"/>
              <a:gd name="T70" fmla="*/ 104775 w 47"/>
              <a:gd name="T71" fmla="*/ 38474 h 51"/>
              <a:gd name="T72" fmla="*/ 114300 w 47"/>
              <a:gd name="T73" fmla="*/ 32061 h 51"/>
              <a:gd name="T74" fmla="*/ 114300 w 47"/>
              <a:gd name="T75" fmla="*/ 12825 h 51"/>
              <a:gd name="T76" fmla="*/ 92075 w 47"/>
              <a:gd name="T77" fmla="*/ 12825 h 51"/>
              <a:gd name="T78" fmla="*/ 88900 w 47"/>
              <a:gd name="T79" fmla="*/ 22443 h 51"/>
              <a:gd name="T80" fmla="*/ 60325 w 47"/>
              <a:gd name="T81" fmla="*/ 38474 h 51"/>
              <a:gd name="T82" fmla="*/ 60325 w 47"/>
              <a:gd name="T83" fmla="*/ 22443 h 51"/>
              <a:gd name="T84" fmla="*/ 53975 w 47"/>
              <a:gd name="T85" fmla="*/ 12825 h 51"/>
              <a:gd name="T86" fmla="*/ 34925 w 47"/>
              <a:gd name="T87" fmla="*/ 12825 h 51"/>
              <a:gd name="T88" fmla="*/ 34925 w 47"/>
              <a:gd name="T89" fmla="*/ 32061 h 51"/>
              <a:gd name="T90" fmla="*/ 44450 w 47"/>
              <a:gd name="T91" fmla="*/ 38474 h 51"/>
              <a:gd name="T92" fmla="*/ 136525 w 47"/>
              <a:gd name="T93" fmla="*/ 64123 h 51"/>
              <a:gd name="T94" fmla="*/ 12700 w 47"/>
              <a:gd name="T95" fmla="*/ 64123 h 51"/>
              <a:gd name="T96" fmla="*/ 136525 w 47"/>
              <a:gd name="T97" fmla="*/ 76947 h 5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47" h="51">
                <a:moveTo>
                  <a:pt x="2" y="16"/>
                </a:moveTo>
                <a:cubicBezTo>
                  <a:pt x="2" y="16"/>
                  <a:pt x="2" y="16"/>
                  <a:pt x="2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6" y="16"/>
                  <a:pt x="47" y="17"/>
                  <a:pt x="47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26"/>
                  <a:pt x="47" y="26"/>
                  <a:pt x="47" y="26"/>
                </a:cubicBezTo>
                <a:cubicBezTo>
                  <a:pt x="47" y="27"/>
                  <a:pt x="46" y="28"/>
                  <a:pt x="45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50"/>
                  <a:pt x="45" y="50"/>
                  <a:pt x="45" y="50"/>
                </a:cubicBezTo>
                <a:cubicBezTo>
                  <a:pt x="45" y="51"/>
                  <a:pt x="44" y="51"/>
                  <a:pt x="43" y="51"/>
                </a:cubicBezTo>
                <a:cubicBezTo>
                  <a:pt x="43" y="51"/>
                  <a:pt x="43" y="51"/>
                  <a:pt x="43" y="51"/>
                </a:cubicBezTo>
                <a:cubicBezTo>
                  <a:pt x="4" y="51"/>
                  <a:pt x="4" y="51"/>
                  <a:pt x="4" y="51"/>
                </a:cubicBezTo>
                <a:cubicBezTo>
                  <a:pt x="3" y="51"/>
                  <a:pt x="2" y="51"/>
                  <a:pt x="2" y="50"/>
                </a:cubicBezTo>
                <a:cubicBezTo>
                  <a:pt x="2" y="49"/>
                  <a:pt x="2" y="49"/>
                  <a:pt x="2" y="49"/>
                </a:cubicBezTo>
                <a:cubicBezTo>
                  <a:pt x="2" y="28"/>
                  <a:pt x="2" y="28"/>
                  <a:pt x="2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8"/>
                  <a:pt x="0" y="27"/>
                  <a:pt x="0" y="26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7"/>
                  <a:pt x="1" y="16"/>
                  <a:pt x="2" y="16"/>
                </a:cubicBezTo>
                <a:close/>
                <a:moveTo>
                  <a:pt x="27" y="48"/>
                </a:moveTo>
                <a:cubicBezTo>
                  <a:pt x="27" y="48"/>
                  <a:pt x="27" y="48"/>
                  <a:pt x="27" y="48"/>
                </a:cubicBezTo>
                <a:cubicBezTo>
                  <a:pt x="27" y="28"/>
                  <a:pt x="27" y="28"/>
                  <a:pt x="27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48"/>
                  <a:pt x="20" y="48"/>
                  <a:pt x="20" y="48"/>
                </a:cubicBezTo>
                <a:cubicBezTo>
                  <a:pt x="27" y="48"/>
                  <a:pt x="27" y="48"/>
                  <a:pt x="27" y="48"/>
                </a:cubicBezTo>
                <a:close/>
                <a:moveTo>
                  <a:pt x="17" y="48"/>
                </a:moveTo>
                <a:cubicBezTo>
                  <a:pt x="17" y="48"/>
                  <a:pt x="17" y="48"/>
                  <a:pt x="17" y="48"/>
                </a:cubicBezTo>
                <a:cubicBezTo>
                  <a:pt x="17" y="28"/>
                  <a:pt x="17" y="28"/>
                  <a:pt x="17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48"/>
                  <a:pt x="6" y="48"/>
                  <a:pt x="6" y="48"/>
                </a:cubicBezTo>
                <a:cubicBezTo>
                  <a:pt x="17" y="48"/>
                  <a:pt x="17" y="48"/>
                  <a:pt x="17" y="48"/>
                </a:cubicBezTo>
                <a:close/>
                <a:moveTo>
                  <a:pt x="29" y="28"/>
                </a:moveTo>
                <a:cubicBezTo>
                  <a:pt x="29" y="28"/>
                  <a:pt x="29" y="28"/>
                  <a:pt x="29" y="28"/>
                </a:cubicBezTo>
                <a:cubicBezTo>
                  <a:pt x="29" y="48"/>
                  <a:pt x="29" y="48"/>
                  <a:pt x="29" y="48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28"/>
                  <a:pt x="41" y="28"/>
                  <a:pt x="41" y="28"/>
                </a:cubicBezTo>
                <a:cubicBezTo>
                  <a:pt x="29" y="28"/>
                  <a:pt x="29" y="28"/>
                  <a:pt x="29" y="28"/>
                </a:cubicBezTo>
                <a:close/>
                <a:moveTo>
                  <a:pt x="24" y="4"/>
                </a:move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5" y="4"/>
                  <a:pt x="26" y="5"/>
                </a:cubicBezTo>
                <a:cubicBezTo>
                  <a:pt x="26" y="4"/>
                  <a:pt x="27" y="3"/>
                  <a:pt x="28" y="2"/>
                </a:cubicBezTo>
                <a:cubicBezTo>
                  <a:pt x="29" y="1"/>
                  <a:pt x="31" y="0"/>
                  <a:pt x="33" y="0"/>
                </a:cubicBezTo>
                <a:cubicBezTo>
                  <a:pt x="35" y="0"/>
                  <a:pt x="36" y="1"/>
                  <a:pt x="37" y="2"/>
                </a:cubicBezTo>
                <a:cubicBezTo>
                  <a:pt x="39" y="3"/>
                  <a:pt x="39" y="5"/>
                  <a:pt x="39" y="7"/>
                </a:cubicBezTo>
                <a:cubicBezTo>
                  <a:pt x="39" y="9"/>
                  <a:pt x="39" y="11"/>
                  <a:pt x="37" y="12"/>
                </a:cubicBezTo>
                <a:cubicBezTo>
                  <a:pt x="36" y="13"/>
                  <a:pt x="35" y="14"/>
                  <a:pt x="33" y="14"/>
                </a:cubicBezTo>
                <a:cubicBezTo>
                  <a:pt x="26" y="14"/>
                  <a:pt x="20" y="14"/>
                  <a:pt x="14" y="14"/>
                </a:cubicBezTo>
                <a:cubicBezTo>
                  <a:pt x="12" y="14"/>
                  <a:pt x="11" y="13"/>
                  <a:pt x="9" y="12"/>
                </a:cubicBezTo>
                <a:cubicBezTo>
                  <a:pt x="8" y="11"/>
                  <a:pt x="7" y="9"/>
                  <a:pt x="7" y="7"/>
                </a:cubicBezTo>
                <a:cubicBezTo>
                  <a:pt x="7" y="5"/>
                  <a:pt x="8" y="3"/>
                  <a:pt x="9" y="2"/>
                </a:cubicBezTo>
                <a:cubicBezTo>
                  <a:pt x="11" y="1"/>
                  <a:pt x="12" y="0"/>
                  <a:pt x="14" y="0"/>
                </a:cubicBezTo>
                <a:cubicBezTo>
                  <a:pt x="16" y="0"/>
                  <a:pt x="18" y="1"/>
                  <a:pt x="19" y="2"/>
                </a:cubicBezTo>
                <a:cubicBezTo>
                  <a:pt x="20" y="3"/>
                  <a:pt x="20" y="4"/>
                  <a:pt x="21" y="5"/>
                </a:cubicBezTo>
                <a:cubicBezTo>
                  <a:pt x="22" y="4"/>
                  <a:pt x="22" y="4"/>
                  <a:pt x="24" y="4"/>
                </a:cubicBezTo>
                <a:close/>
                <a:moveTo>
                  <a:pt x="25" y="7"/>
                </a:move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4" y="6"/>
                  <a:pt x="24" y="6"/>
                </a:cubicBezTo>
                <a:cubicBezTo>
                  <a:pt x="23" y="6"/>
                  <a:pt x="22" y="7"/>
                  <a:pt x="22" y="7"/>
                </a:cubicBezTo>
                <a:cubicBezTo>
                  <a:pt x="21" y="8"/>
                  <a:pt x="21" y="8"/>
                  <a:pt x="21" y="9"/>
                </a:cubicBezTo>
                <a:cubicBezTo>
                  <a:pt x="21" y="10"/>
                  <a:pt x="21" y="10"/>
                  <a:pt x="22" y="11"/>
                </a:cubicBezTo>
                <a:cubicBezTo>
                  <a:pt x="22" y="11"/>
                  <a:pt x="23" y="12"/>
                  <a:pt x="24" y="12"/>
                </a:cubicBezTo>
                <a:cubicBezTo>
                  <a:pt x="24" y="12"/>
                  <a:pt x="25" y="11"/>
                  <a:pt x="25" y="11"/>
                </a:cubicBezTo>
                <a:cubicBezTo>
                  <a:pt x="25" y="11"/>
                  <a:pt x="25" y="11"/>
                  <a:pt x="25" y="11"/>
                </a:cubicBezTo>
                <a:cubicBezTo>
                  <a:pt x="26" y="10"/>
                  <a:pt x="26" y="10"/>
                  <a:pt x="26" y="9"/>
                </a:cubicBezTo>
                <a:cubicBezTo>
                  <a:pt x="26" y="8"/>
                  <a:pt x="26" y="8"/>
                  <a:pt x="25" y="7"/>
                </a:cubicBezTo>
                <a:close/>
                <a:moveTo>
                  <a:pt x="28" y="7"/>
                </a:moveTo>
                <a:cubicBezTo>
                  <a:pt x="28" y="7"/>
                  <a:pt x="28" y="7"/>
                  <a:pt x="28" y="7"/>
                </a:cubicBezTo>
                <a:cubicBezTo>
                  <a:pt x="28" y="8"/>
                  <a:pt x="28" y="8"/>
                  <a:pt x="28" y="9"/>
                </a:cubicBezTo>
                <a:cubicBezTo>
                  <a:pt x="28" y="10"/>
                  <a:pt x="28" y="11"/>
                  <a:pt x="28" y="12"/>
                </a:cubicBezTo>
                <a:cubicBezTo>
                  <a:pt x="33" y="12"/>
                  <a:pt x="33" y="12"/>
                  <a:pt x="33" y="12"/>
                </a:cubicBezTo>
                <a:cubicBezTo>
                  <a:pt x="33" y="12"/>
                  <a:pt x="33" y="12"/>
                  <a:pt x="33" y="12"/>
                </a:cubicBezTo>
                <a:cubicBezTo>
                  <a:pt x="34" y="12"/>
                  <a:pt x="35" y="11"/>
                  <a:pt x="36" y="10"/>
                </a:cubicBezTo>
                <a:cubicBezTo>
                  <a:pt x="37" y="9"/>
                  <a:pt x="37" y="8"/>
                  <a:pt x="37" y="7"/>
                </a:cubicBezTo>
                <a:cubicBezTo>
                  <a:pt x="37" y="6"/>
                  <a:pt x="37" y="5"/>
                  <a:pt x="36" y="4"/>
                </a:cubicBezTo>
                <a:cubicBezTo>
                  <a:pt x="35" y="3"/>
                  <a:pt x="34" y="2"/>
                  <a:pt x="33" y="2"/>
                </a:cubicBezTo>
                <a:cubicBezTo>
                  <a:pt x="31" y="2"/>
                  <a:pt x="30" y="3"/>
                  <a:pt x="29" y="4"/>
                </a:cubicBezTo>
                <a:cubicBezTo>
                  <a:pt x="29" y="5"/>
                  <a:pt x="28" y="6"/>
                  <a:pt x="28" y="7"/>
                </a:cubicBezTo>
                <a:cubicBezTo>
                  <a:pt x="28" y="7"/>
                  <a:pt x="28" y="7"/>
                  <a:pt x="28" y="7"/>
                </a:cubicBezTo>
                <a:close/>
                <a:moveTo>
                  <a:pt x="19" y="12"/>
                </a:moveTo>
                <a:cubicBezTo>
                  <a:pt x="19" y="12"/>
                  <a:pt x="19" y="12"/>
                  <a:pt x="19" y="12"/>
                </a:cubicBezTo>
                <a:cubicBezTo>
                  <a:pt x="19" y="11"/>
                  <a:pt x="19" y="10"/>
                  <a:pt x="19" y="9"/>
                </a:cubicBezTo>
                <a:cubicBezTo>
                  <a:pt x="19" y="8"/>
                  <a:pt x="19" y="8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6"/>
                  <a:pt x="18" y="5"/>
                  <a:pt x="17" y="4"/>
                </a:cubicBezTo>
                <a:cubicBezTo>
                  <a:pt x="17" y="3"/>
                  <a:pt x="15" y="2"/>
                  <a:pt x="14" y="2"/>
                </a:cubicBezTo>
                <a:cubicBezTo>
                  <a:pt x="13" y="2"/>
                  <a:pt x="12" y="3"/>
                  <a:pt x="11" y="4"/>
                </a:cubicBezTo>
                <a:cubicBezTo>
                  <a:pt x="10" y="5"/>
                  <a:pt x="10" y="6"/>
                  <a:pt x="10" y="7"/>
                </a:cubicBezTo>
                <a:cubicBezTo>
                  <a:pt x="10" y="8"/>
                  <a:pt x="10" y="9"/>
                  <a:pt x="11" y="10"/>
                </a:cubicBezTo>
                <a:cubicBezTo>
                  <a:pt x="12" y="11"/>
                  <a:pt x="13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9" y="12"/>
                  <a:pt x="19" y="12"/>
                  <a:pt x="19" y="12"/>
                </a:cubicBezTo>
                <a:close/>
                <a:moveTo>
                  <a:pt x="43" y="20"/>
                </a:moveTo>
                <a:cubicBezTo>
                  <a:pt x="43" y="20"/>
                  <a:pt x="43" y="20"/>
                  <a:pt x="43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4"/>
                  <a:pt x="4" y="24"/>
                  <a:pt x="4" y="24"/>
                </a:cubicBezTo>
                <a:cubicBezTo>
                  <a:pt x="18" y="24"/>
                  <a:pt x="29" y="24"/>
                  <a:pt x="43" y="24"/>
                </a:cubicBezTo>
                <a:cubicBezTo>
                  <a:pt x="43" y="20"/>
                  <a:pt x="43" y="20"/>
                  <a:pt x="43" y="2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47" name="Freeform 81">
            <a:extLst>
              <a:ext uri="{FF2B5EF4-FFF2-40B4-BE49-F238E27FC236}">
                <a16:creationId xmlns:a16="http://schemas.microsoft.com/office/drawing/2014/main" id="{330A9023-527B-03CC-2DD5-11C4DFE3AD4A}"/>
              </a:ext>
            </a:extLst>
          </p:cNvPr>
          <p:cNvSpPr>
            <a:spLocks noEditPoints="1"/>
          </p:cNvSpPr>
          <p:nvPr/>
        </p:nvSpPr>
        <p:spPr bwMode="auto">
          <a:xfrm>
            <a:off x="537034" y="2159447"/>
            <a:ext cx="203200" cy="211667"/>
          </a:xfrm>
          <a:custGeom>
            <a:avLst/>
            <a:gdLst>
              <a:gd name="T0" fmla="*/ 123825 w 48"/>
              <a:gd name="T1" fmla="*/ 104775 h 50"/>
              <a:gd name="T2" fmla="*/ 142875 w 48"/>
              <a:gd name="T3" fmla="*/ 111125 h 50"/>
              <a:gd name="T4" fmla="*/ 142875 w 48"/>
              <a:gd name="T5" fmla="*/ 111125 h 50"/>
              <a:gd name="T6" fmla="*/ 152400 w 48"/>
              <a:gd name="T7" fmla="*/ 130175 h 50"/>
              <a:gd name="T8" fmla="*/ 123825 w 48"/>
              <a:gd name="T9" fmla="*/ 158750 h 50"/>
              <a:gd name="T10" fmla="*/ 95250 w 48"/>
              <a:gd name="T11" fmla="*/ 130175 h 50"/>
              <a:gd name="T12" fmla="*/ 95250 w 48"/>
              <a:gd name="T13" fmla="*/ 123825 h 50"/>
              <a:gd name="T14" fmla="*/ 66675 w 48"/>
              <a:gd name="T15" fmla="*/ 104775 h 50"/>
              <a:gd name="T16" fmla="*/ 66675 w 48"/>
              <a:gd name="T17" fmla="*/ 104775 h 50"/>
              <a:gd name="T18" fmla="*/ 66675 w 48"/>
              <a:gd name="T19" fmla="*/ 107950 h 50"/>
              <a:gd name="T20" fmla="*/ 38100 w 48"/>
              <a:gd name="T21" fmla="*/ 117475 h 50"/>
              <a:gd name="T22" fmla="*/ 0 w 48"/>
              <a:gd name="T23" fmla="*/ 79375 h 50"/>
              <a:gd name="T24" fmla="*/ 38100 w 48"/>
              <a:gd name="T25" fmla="*/ 41275 h 50"/>
              <a:gd name="T26" fmla="*/ 66675 w 48"/>
              <a:gd name="T27" fmla="*/ 53975 h 50"/>
              <a:gd name="T28" fmla="*/ 66675 w 48"/>
              <a:gd name="T29" fmla="*/ 53975 h 50"/>
              <a:gd name="T30" fmla="*/ 66675 w 48"/>
              <a:gd name="T31" fmla="*/ 53975 h 50"/>
              <a:gd name="T32" fmla="*/ 66675 w 48"/>
              <a:gd name="T33" fmla="*/ 53975 h 50"/>
              <a:gd name="T34" fmla="*/ 95250 w 48"/>
              <a:gd name="T35" fmla="*/ 38100 h 50"/>
              <a:gd name="T36" fmla="*/ 95250 w 48"/>
              <a:gd name="T37" fmla="*/ 28575 h 50"/>
              <a:gd name="T38" fmla="*/ 123825 w 48"/>
              <a:gd name="T39" fmla="*/ 0 h 50"/>
              <a:gd name="T40" fmla="*/ 152400 w 48"/>
              <a:gd name="T41" fmla="*/ 28575 h 50"/>
              <a:gd name="T42" fmla="*/ 123825 w 48"/>
              <a:gd name="T43" fmla="*/ 53975 h 50"/>
              <a:gd name="T44" fmla="*/ 104775 w 48"/>
              <a:gd name="T45" fmla="*/ 47625 h 50"/>
              <a:gd name="T46" fmla="*/ 104775 w 48"/>
              <a:gd name="T47" fmla="*/ 47625 h 50"/>
              <a:gd name="T48" fmla="*/ 73025 w 48"/>
              <a:gd name="T49" fmla="*/ 63500 h 50"/>
              <a:gd name="T50" fmla="*/ 76200 w 48"/>
              <a:gd name="T51" fmla="*/ 79375 h 50"/>
              <a:gd name="T52" fmla="*/ 73025 w 48"/>
              <a:gd name="T53" fmla="*/ 95250 h 50"/>
              <a:gd name="T54" fmla="*/ 104775 w 48"/>
              <a:gd name="T55" fmla="*/ 111125 h 50"/>
              <a:gd name="T56" fmla="*/ 104775 w 48"/>
              <a:gd name="T57" fmla="*/ 111125 h 50"/>
              <a:gd name="T58" fmla="*/ 104775 w 48"/>
              <a:gd name="T59" fmla="*/ 111125 h 50"/>
              <a:gd name="T60" fmla="*/ 104775 w 48"/>
              <a:gd name="T61" fmla="*/ 111125 h 50"/>
              <a:gd name="T62" fmla="*/ 123825 w 48"/>
              <a:gd name="T63" fmla="*/ 104775 h 50"/>
              <a:gd name="T64" fmla="*/ 133350 w 48"/>
              <a:gd name="T65" fmla="*/ 120650 h 50"/>
              <a:gd name="T66" fmla="*/ 133350 w 48"/>
              <a:gd name="T67" fmla="*/ 120650 h 50"/>
              <a:gd name="T68" fmla="*/ 123825 w 48"/>
              <a:gd name="T69" fmla="*/ 117475 h 50"/>
              <a:gd name="T70" fmla="*/ 111125 w 48"/>
              <a:gd name="T71" fmla="*/ 120650 h 50"/>
              <a:gd name="T72" fmla="*/ 111125 w 48"/>
              <a:gd name="T73" fmla="*/ 120650 h 50"/>
              <a:gd name="T74" fmla="*/ 107950 w 48"/>
              <a:gd name="T75" fmla="*/ 130175 h 50"/>
              <a:gd name="T76" fmla="*/ 123825 w 48"/>
              <a:gd name="T77" fmla="*/ 146050 h 50"/>
              <a:gd name="T78" fmla="*/ 139700 w 48"/>
              <a:gd name="T79" fmla="*/ 130175 h 50"/>
              <a:gd name="T80" fmla="*/ 133350 w 48"/>
              <a:gd name="T81" fmla="*/ 120650 h 50"/>
              <a:gd name="T82" fmla="*/ 133350 w 48"/>
              <a:gd name="T83" fmla="*/ 120650 h 50"/>
              <a:gd name="T84" fmla="*/ 57150 w 48"/>
              <a:gd name="T85" fmla="*/ 60325 h 50"/>
              <a:gd name="T86" fmla="*/ 57150 w 48"/>
              <a:gd name="T87" fmla="*/ 60325 h 50"/>
              <a:gd name="T88" fmla="*/ 38100 w 48"/>
              <a:gd name="T89" fmla="*/ 53975 h 50"/>
              <a:gd name="T90" fmla="*/ 12700 w 48"/>
              <a:gd name="T91" fmla="*/ 79375 h 50"/>
              <a:gd name="T92" fmla="*/ 38100 w 48"/>
              <a:gd name="T93" fmla="*/ 104775 h 50"/>
              <a:gd name="T94" fmla="*/ 57150 w 48"/>
              <a:gd name="T95" fmla="*/ 98425 h 50"/>
              <a:gd name="T96" fmla="*/ 57150 w 48"/>
              <a:gd name="T97" fmla="*/ 98425 h 50"/>
              <a:gd name="T98" fmla="*/ 63500 w 48"/>
              <a:gd name="T99" fmla="*/ 79375 h 50"/>
              <a:gd name="T100" fmla="*/ 57150 w 48"/>
              <a:gd name="T101" fmla="*/ 60325 h 50"/>
              <a:gd name="T102" fmla="*/ 57150 w 48"/>
              <a:gd name="T103" fmla="*/ 60325 h 50"/>
              <a:gd name="T104" fmla="*/ 123825 w 48"/>
              <a:gd name="T105" fmla="*/ 12700 h 50"/>
              <a:gd name="T106" fmla="*/ 123825 w 48"/>
              <a:gd name="T107" fmla="*/ 12700 h 50"/>
              <a:gd name="T108" fmla="*/ 107950 w 48"/>
              <a:gd name="T109" fmla="*/ 28575 h 50"/>
              <a:gd name="T110" fmla="*/ 111125 w 48"/>
              <a:gd name="T111" fmla="*/ 34925 h 50"/>
              <a:gd name="T112" fmla="*/ 111125 w 48"/>
              <a:gd name="T113" fmla="*/ 34925 h 50"/>
              <a:gd name="T114" fmla="*/ 111125 w 48"/>
              <a:gd name="T115" fmla="*/ 34925 h 50"/>
              <a:gd name="T116" fmla="*/ 111125 w 48"/>
              <a:gd name="T117" fmla="*/ 38100 h 50"/>
              <a:gd name="T118" fmla="*/ 111125 w 48"/>
              <a:gd name="T119" fmla="*/ 38100 h 50"/>
              <a:gd name="T120" fmla="*/ 123825 w 48"/>
              <a:gd name="T121" fmla="*/ 44450 h 50"/>
              <a:gd name="T122" fmla="*/ 139700 w 48"/>
              <a:gd name="T123" fmla="*/ 28575 h 50"/>
              <a:gd name="T124" fmla="*/ 123825 w 48"/>
              <a:gd name="T125" fmla="*/ 12700 h 50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48" h="50">
                <a:moveTo>
                  <a:pt x="39" y="33"/>
                </a:moveTo>
                <a:cubicBezTo>
                  <a:pt x="41" y="33"/>
                  <a:pt x="43" y="34"/>
                  <a:pt x="45" y="35"/>
                </a:cubicBezTo>
                <a:cubicBezTo>
                  <a:pt x="45" y="35"/>
                  <a:pt x="45" y="35"/>
                  <a:pt x="45" y="35"/>
                </a:cubicBezTo>
                <a:cubicBezTo>
                  <a:pt x="47" y="37"/>
                  <a:pt x="48" y="39"/>
                  <a:pt x="48" y="41"/>
                </a:cubicBezTo>
                <a:cubicBezTo>
                  <a:pt x="48" y="46"/>
                  <a:pt x="44" y="50"/>
                  <a:pt x="39" y="50"/>
                </a:cubicBezTo>
                <a:cubicBezTo>
                  <a:pt x="34" y="50"/>
                  <a:pt x="30" y="46"/>
                  <a:pt x="30" y="41"/>
                </a:cubicBezTo>
                <a:cubicBezTo>
                  <a:pt x="30" y="40"/>
                  <a:pt x="30" y="39"/>
                  <a:pt x="30" y="39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4"/>
                  <a:pt x="21" y="34"/>
                  <a:pt x="21" y="34"/>
                </a:cubicBezTo>
                <a:cubicBezTo>
                  <a:pt x="19" y="36"/>
                  <a:pt x="16" y="37"/>
                  <a:pt x="12" y="37"/>
                </a:cubicBezTo>
                <a:cubicBezTo>
                  <a:pt x="6" y="37"/>
                  <a:pt x="0" y="32"/>
                  <a:pt x="0" y="25"/>
                </a:cubicBezTo>
                <a:cubicBezTo>
                  <a:pt x="0" y="18"/>
                  <a:pt x="6" y="13"/>
                  <a:pt x="12" y="13"/>
                </a:cubicBezTo>
                <a:cubicBezTo>
                  <a:pt x="16" y="13"/>
                  <a:pt x="19" y="14"/>
                  <a:pt x="21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1"/>
                  <a:pt x="30" y="10"/>
                  <a:pt x="30" y="9"/>
                </a:cubicBezTo>
                <a:cubicBezTo>
                  <a:pt x="30" y="4"/>
                  <a:pt x="34" y="0"/>
                  <a:pt x="39" y="0"/>
                </a:cubicBezTo>
                <a:cubicBezTo>
                  <a:pt x="44" y="0"/>
                  <a:pt x="48" y="4"/>
                  <a:pt x="48" y="9"/>
                </a:cubicBezTo>
                <a:cubicBezTo>
                  <a:pt x="48" y="13"/>
                  <a:pt x="44" y="17"/>
                  <a:pt x="39" y="17"/>
                </a:cubicBezTo>
                <a:cubicBezTo>
                  <a:pt x="36" y="17"/>
                  <a:pt x="34" y="16"/>
                  <a:pt x="33" y="15"/>
                </a:cubicBezTo>
                <a:cubicBezTo>
                  <a:pt x="33" y="15"/>
                  <a:pt x="33" y="15"/>
                  <a:pt x="33" y="15"/>
                </a:cubicBezTo>
                <a:cubicBezTo>
                  <a:pt x="23" y="20"/>
                  <a:pt x="23" y="20"/>
                  <a:pt x="23" y="20"/>
                </a:cubicBezTo>
                <a:cubicBezTo>
                  <a:pt x="24" y="22"/>
                  <a:pt x="24" y="23"/>
                  <a:pt x="24" y="25"/>
                </a:cubicBezTo>
                <a:cubicBezTo>
                  <a:pt x="24" y="27"/>
                  <a:pt x="24" y="28"/>
                  <a:pt x="23" y="30"/>
                </a:cubicBezTo>
                <a:cubicBezTo>
                  <a:pt x="33" y="35"/>
                  <a:pt x="33" y="35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4" y="34"/>
                  <a:pt x="36" y="33"/>
                  <a:pt x="39" y="33"/>
                </a:cubicBezTo>
                <a:close/>
                <a:moveTo>
                  <a:pt x="42" y="38"/>
                </a:moveTo>
                <a:cubicBezTo>
                  <a:pt x="42" y="38"/>
                  <a:pt x="42" y="38"/>
                  <a:pt x="42" y="38"/>
                </a:cubicBezTo>
                <a:cubicBezTo>
                  <a:pt x="41" y="37"/>
                  <a:pt x="40" y="37"/>
                  <a:pt x="39" y="37"/>
                </a:cubicBezTo>
                <a:cubicBezTo>
                  <a:pt x="37" y="37"/>
                  <a:pt x="36" y="37"/>
                  <a:pt x="35" y="38"/>
                </a:cubicBezTo>
                <a:cubicBezTo>
                  <a:pt x="35" y="38"/>
                  <a:pt x="35" y="38"/>
                  <a:pt x="35" y="38"/>
                </a:cubicBezTo>
                <a:cubicBezTo>
                  <a:pt x="34" y="39"/>
                  <a:pt x="34" y="40"/>
                  <a:pt x="34" y="41"/>
                </a:cubicBezTo>
                <a:cubicBezTo>
                  <a:pt x="34" y="44"/>
                  <a:pt x="36" y="46"/>
                  <a:pt x="39" y="46"/>
                </a:cubicBezTo>
                <a:cubicBezTo>
                  <a:pt x="41" y="46"/>
                  <a:pt x="44" y="44"/>
                  <a:pt x="44" y="41"/>
                </a:cubicBezTo>
                <a:cubicBezTo>
                  <a:pt x="44" y="40"/>
                  <a:pt x="43" y="39"/>
                  <a:pt x="42" y="38"/>
                </a:cubicBezTo>
                <a:cubicBezTo>
                  <a:pt x="42" y="38"/>
                  <a:pt x="42" y="38"/>
                  <a:pt x="42" y="38"/>
                </a:cubicBezTo>
                <a:close/>
                <a:moveTo>
                  <a:pt x="18" y="19"/>
                </a:moveTo>
                <a:cubicBezTo>
                  <a:pt x="18" y="19"/>
                  <a:pt x="18" y="19"/>
                  <a:pt x="18" y="19"/>
                </a:cubicBezTo>
                <a:cubicBezTo>
                  <a:pt x="17" y="18"/>
                  <a:pt x="15" y="17"/>
                  <a:pt x="12" y="17"/>
                </a:cubicBezTo>
                <a:cubicBezTo>
                  <a:pt x="8" y="17"/>
                  <a:pt x="4" y="21"/>
                  <a:pt x="4" y="25"/>
                </a:cubicBezTo>
                <a:cubicBezTo>
                  <a:pt x="4" y="29"/>
                  <a:pt x="8" y="33"/>
                  <a:pt x="12" y="33"/>
                </a:cubicBezTo>
                <a:cubicBezTo>
                  <a:pt x="15" y="33"/>
                  <a:pt x="17" y="32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9" y="29"/>
                  <a:pt x="20" y="27"/>
                  <a:pt x="20" y="25"/>
                </a:cubicBezTo>
                <a:cubicBezTo>
                  <a:pt x="20" y="23"/>
                  <a:pt x="19" y="21"/>
                  <a:pt x="18" y="19"/>
                </a:cubicBezTo>
                <a:cubicBezTo>
                  <a:pt x="18" y="19"/>
                  <a:pt x="18" y="19"/>
                  <a:pt x="18" y="19"/>
                </a:cubicBezTo>
                <a:close/>
                <a:moveTo>
                  <a:pt x="39" y="4"/>
                </a:moveTo>
                <a:cubicBezTo>
                  <a:pt x="39" y="4"/>
                  <a:pt x="39" y="4"/>
                  <a:pt x="39" y="4"/>
                </a:cubicBezTo>
                <a:cubicBezTo>
                  <a:pt x="36" y="4"/>
                  <a:pt x="34" y="6"/>
                  <a:pt x="34" y="9"/>
                </a:cubicBezTo>
                <a:cubicBezTo>
                  <a:pt x="34" y="10"/>
                  <a:pt x="34" y="10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2"/>
                  <a:pt x="35" y="12"/>
                  <a:pt x="35" y="12"/>
                </a:cubicBezTo>
                <a:cubicBezTo>
                  <a:pt x="35" y="12"/>
                  <a:pt x="35" y="12"/>
                  <a:pt x="35" y="12"/>
                </a:cubicBezTo>
                <a:cubicBezTo>
                  <a:pt x="36" y="13"/>
                  <a:pt x="37" y="14"/>
                  <a:pt x="39" y="14"/>
                </a:cubicBezTo>
                <a:cubicBezTo>
                  <a:pt x="41" y="14"/>
                  <a:pt x="44" y="11"/>
                  <a:pt x="44" y="9"/>
                </a:cubicBezTo>
                <a:cubicBezTo>
                  <a:pt x="44" y="6"/>
                  <a:pt x="41" y="4"/>
                  <a:pt x="39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48" name="Freeform 82">
            <a:extLst>
              <a:ext uri="{FF2B5EF4-FFF2-40B4-BE49-F238E27FC236}">
                <a16:creationId xmlns:a16="http://schemas.microsoft.com/office/drawing/2014/main" id="{8826C529-2E45-9B39-D8C8-4548A294D896}"/>
              </a:ext>
            </a:extLst>
          </p:cNvPr>
          <p:cNvSpPr>
            <a:spLocks noEditPoints="1"/>
          </p:cNvSpPr>
          <p:nvPr/>
        </p:nvSpPr>
        <p:spPr bwMode="auto">
          <a:xfrm>
            <a:off x="2780701" y="2580666"/>
            <a:ext cx="213784" cy="207433"/>
          </a:xfrm>
          <a:custGeom>
            <a:avLst/>
            <a:gdLst>
              <a:gd name="T0" fmla="*/ 147511 w 50"/>
              <a:gd name="T1" fmla="*/ 146050 h 49"/>
              <a:gd name="T2" fmla="*/ 160338 w 50"/>
              <a:gd name="T3" fmla="*/ 152400 h 49"/>
              <a:gd name="T4" fmla="*/ 9620 w 50"/>
              <a:gd name="T5" fmla="*/ 155575 h 49"/>
              <a:gd name="T6" fmla="*/ 9620 w 50"/>
              <a:gd name="T7" fmla="*/ 146050 h 49"/>
              <a:gd name="T8" fmla="*/ 16034 w 50"/>
              <a:gd name="T9" fmla="*/ 117475 h 49"/>
              <a:gd name="T10" fmla="*/ 0 w 50"/>
              <a:gd name="T11" fmla="*/ 98425 h 49"/>
              <a:gd name="T12" fmla="*/ 22447 w 50"/>
              <a:gd name="T13" fmla="*/ 69850 h 49"/>
              <a:gd name="T14" fmla="*/ 60928 w 50"/>
              <a:gd name="T15" fmla="*/ 44450 h 49"/>
              <a:gd name="T16" fmla="*/ 64135 w 50"/>
              <a:gd name="T17" fmla="*/ 41275 h 49"/>
              <a:gd name="T18" fmla="*/ 76962 w 50"/>
              <a:gd name="T19" fmla="*/ 38100 h 49"/>
              <a:gd name="T20" fmla="*/ 80169 w 50"/>
              <a:gd name="T21" fmla="*/ 0 h 49"/>
              <a:gd name="T22" fmla="*/ 83376 w 50"/>
              <a:gd name="T23" fmla="*/ 0 h 49"/>
              <a:gd name="T24" fmla="*/ 92996 w 50"/>
              <a:gd name="T25" fmla="*/ 22225 h 49"/>
              <a:gd name="T26" fmla="*/ 83376 w 50"/>
              <a:gd name="T27" fmla="*/ 41275 h 49"/>
              <a:gd name="T28" fmla="*/ 99410 w 50"/>
              <a:gd name="T29" fmla="*/ 44450 h 49"/>
              <a:gd name="T30" fmla="*/ 99410 w 50"/>
              <a:gd name="T31" fmla="*/ 69850 h 49"/>
              <a:gd name="T32" fmla="*/ 160338 w 50"/>
              <a:gd name="T33" fmla="*/ 88900 h 49"/>
              <a:gd name="T34" fmla="*/ 157131 w 50"/>
              <a:gd name="T35" fmla="*/ 114300 h 49"/>
              <a:gd name="T36" fmla="*/ 76962 w 50"/>
              <a:gd name="T37" fmla="*/ 25400 h 49"/>
              <a:gd name="T38" fmla="*/ 80169 w 50"/>
              <a:gd name="T39" fmla="*/ 19050 h 49"/>
              <a:gd name="T40" fmla="*/ 83376 w 50"/>
              <a:gd name="T41" fmla="*/ 28575 h 49"/>
              <a:gd name="T42" fmla="*/ 86583 w 50"/>
              <a:gd name="T43" fmla="*/ 22225 h 49"/>
              <a:gd name="T44" fmla="*/ 76962 w 50"/>
              <a:gd name="T45" fmla="*/ 22225 h 49"/>
              <a:gd name="T46" fmla="*/ 76962 w 50"/>
              <a:gd name="T47" fmla="*/ 28575 h 49"/>
              <a:gd name="T48" fmla="*/ 70549 w 50"/>
              <a:gd name="T49" fmla="*/ 69850 h 49"/>
              <a:gd name="T50" fmla="*/ 92996 w 50"/>
              <a:gd name="T51" fmla="*/ 69850 h 49"/>
              <a:gd name="T52" fmla="*/ 70549 w 50"/>
              <a:gd name="T53" fmla="*/ 47625 h 49"/>
              <a:gd name="T54" fmla="*/ 28861 w 50"/>
              <a:gd name="T55" fmla="*/ 104775 h 49"/>
              <a:gd name="T56" fmla="*/ 35274 w 50"/>
              <a:gd name="T57" fmla="*/ 98425 h 49"/>
              <a:gd name="T58" fmla="*/ 80169 w 50"/>
              <a:gd name="T59" fmla="*/ 107950 h 49"/>
              <a:gd name="T60" fmla="*/ 96203 w 50"/>
              <a:gd name="T61" fmla="*/ 101600 h 49"/>
              <a:gd name="T62" fmla="*/ 112237 w 50"/>
              <a:gd name="T63" fmla="*/ 95250 h 49"/>
              <a:gd name="T64" fmla="*/ 125064 w 50"/>
              <a:gd name="T65" fmla="*/ 101600 h 49"/>
              <a:gd name="T66" fmla="*/ 147511 w 50"/>
              <a:gd name="T67" fmla="*/ 104775 h 49"/>
              <a:gd name="T68" fmla="*/ 150718 w 50"/>
              <a:gd name="T69" fmla="*/ 88900 h 49"/>
              <a:gd name="T70" fmla="*/ 22447 w 50"/>
              <a:gd name="T71" fmla="*/ 79375 h 49"/>
              <a:gd name="T72" fmla="*/ 12827 w 50"/>
              <a:gd name="T73" fmla="*/ 98425 h 49"/>
              <a:gd name="T74" fmla="*/ 28861 w 50"/>
              <a:gd name="T75" fmla="*/ 104775 h 49"/>
              <a:gd name="T76" fmla="*/ 28861 w 50"/>
              <a:gd name="T77" fmla="*/ 117475 h 49"/>
              <a:gd name="T78" fmla="*/ 134684 w 50"/>
              <a:gd name="T79" fmla="*/ 146050 h 49"/>
              <a:gd name="T80" fmla="*/ 134684 w 50"/>
              <a:gd name="T81" fmla="*/ 117475 h 49"/>
              <a:gd name="T82" fmla="*/ 115443 w 50"/>
              <a:gd name="T83" fmla="*/ 107950 h 49"/>
              <a:gd name="T84" fmla="*/ 105823 w 50"/>
              <a:gd name="T85" fmla="*/ 111125 h 49"/>
              <a:gd name="T86" fmla="*/ 92996 w 50"/>
              <a:gd name="T87" fmla="*/ 117475 h 49"/>
              <a:gd name="T88" fmla="*/ 57722 w 50"/>
              <a:gd name="T89" fmla="*/ 107950 h 49"/>
              <a:gd name="T90" fmla="*/ 35274 w 50"/>
              <a:gd name="T91" fmla="*/ 117475 h 4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" h="49">
                <a:moveTo>
                  <a:pt x="46" y="37"/>
                </a:moveTo>
                <a:cubicBezTo>
                  <a:pt x="46" y="46"/>
                  <a:pt x="46" y="46"/>
                  <a:pt x="46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49" y="46"/>
                  <a:pt x="50" y="46"/>
                  <a:pt x="50" y="48"/>
                </a:cubicBezTo>
                <a:cubicBezTo>
                  <a:pt x="50" y="49"/>
                  <a:pt x="49" y="49"/>
                  <a:pt x="48" y="49"/>
                </a:cubicBezTo>
                <a:cubicBezTo>
                  <a:pt x="33" y="49"/>
                  <a:pt x="18" y="49"/>
                  <a:pt x="3" y="49"/>
                </a:cubicBezTo>
                <a:cubicBezTo>
                  <a:pt x="2" y="49"/>
                  <a:pt x="1" y="49"/>
                  <a:pt x="1" y="48"/>
                </a:cubicBezTo>
                <a:cubicBezTo>
                  <a:pt x="1" y="46"/>
                  <a:pt x="2" y="46"/>
                  <a:pt x="3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37"/>
                  <a:pt x="5" y="37"/>
                  <a:pt x="5" y="37"/>
                </a:cubicBezTo>
                <a:cubicBezTo>
                  <a:pt x="4" y="37"/>
                  <a:pt x="3" y="37"/>
                  <a:pt x="2" y="36"/>
                </a:cubicBezTo>
                <a:cubicBezTo>
                  <a:pt x="1" y="35"/>
                  <a:pt x="0" y="33"/>
                  <a:pt x="0" y="3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4"/>
                  <a:pt x="3" y="22"/>
                  <a:pt x="7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20" y="13"/>
                  <a:pt x="20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2"/>
                  <a:pt x="24" y="12"/>
                  <a:pt x="24" y="12"/>
                </a:cubicBezTo>
                <a:cubicBezTo>
                  <a:pt x="22" y="11"/>
                  <a:pt x="21" y="9"/>
                  <a:pt x="21" y="7"/>
                </a:cubicBezTo>
                <a:cubicBezTo>
                  <a:pt x="21" y="4"/>
                  <a:pt x="23" y="2"/>
                  <a:pt x="25" y="0"/>
                </a:cubicBezTo>
                <a:cubicBezTo>
                  <a:pt x="25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8" y="2"/>
                  <a:pt x="29" y="4"/>
                  <a:pt x="29" y="7"/>
                </a:cubicBezTo>
                <a:cubicBezTo>
                  <a:pt x="29" y="9"/>
                  <a:pt x="28" y="11"/>
                  <a:pt x="26" y="12"/>
                </a:cubicBezTo>
                <a:cubicBezTo>
                  <a:pt x="26" y="13"/>
                  <a:pt x="26" y="13"/>
                  <a:pt x="26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1" y="13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22"/>
                  <a:pt x="31" y="22"/>
                  <a:pt x="31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7" y="22"/>
                  <a:pt x="50" y="24"/>
                  <a:pt x="50" y="28"/>
                </a:cubicBezTo>
                <a:cubicBezTo>
                  <a:pt x="50" y="31"/>
                  <a:pt x="50" y="31"/>
                  <a:pt x="50" y="31"/>
                </a:cubicBezTo>
                <a:cubicBezTo>
                  <a:pt x="50" y="33"/>
                  <a:pt x="50" y="35"/>
                  <a:pt x="49" y="36"/>
                </a:cubicBezTo>
                <a:cubicBezTo>
                  <a:pt x="48" y="37"/>
                  <a:pt x="47" y="37"/>
                  <a:pt x="46" y="37"/>
                </a:cubicBezTo>
                <a:close/>
                <a:moveTo>
                  <a:pt x="24" y="8"/>
                </a:moveTo>
                <a:cubicBezTo>
                  <a:pt x="24" y="8"/>
                  <a:pt x="24" y="8"/>
                  <a:pt x="24" y="8"/>
                </a:cubicBezTo>
                <a:cubicBezTo>
                  <a:pt x="24" y="7"/>
                  <a:pt x="25" y="6"/>
                  <a:pt x="25" y="6"/>
                </a:cubicBezTo>
                <a:cubicBezTo>
                  <a:pt x="26" y="6"/>
                  <a:pt x="26" y="7"/>
                  <a:pt x="26" y="8"/>
                </a:cubicBezTo>
                <a:cubicBezTo>
                  <a:pt x="26" y="9"/>
                  <a:pt x="26" y="9"/>
                  <a:pt x="26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8"/>
                  <a:pt x="27" y="7"/>
                  <a:pt x="27" y="7"/>
                </a:cubicBezTo>
                <a:cubicBezTo>
                  <a:pt x="27" y="5"/>
                  <a:pt x="26" y="4"/>
                  <a:pt x="25" y="3"/>
                </a:cubicBezTo>
                <a:cubicBezTo>
                  <a:pt x="24" y="4"/>
                  <a:pt x="24" y="5"/>
                  <a:pt x="24" y="7"/>
                </a:cubicBezTo>
                <a:cubicBezTo>
                  <a:pt x="24" y="7"/>
                  <a:pt x="24" y="8"/>
                  <a:pt x="24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8"/>
                  <a:pt x="24" y="8"/>
                  <a:pt x="24" y="8"/>
                </a:cubicBezTo>
                <a:close/>
                <a:moveTo>
                  <a:pt x="22" y="22"/>
                </a:moveTo>
                <a:cubicBezTo>
                  <a:pt x="22" y="22"/>
                  <a:pt x="22" y="22"/>
                  <a:pt x="22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15"/>
                  <a:pt x="29" y="15"/>
                  <a:pt x="29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22"/>
                  <a:pt x="22" y="22"/>
                  <a:pt x="22" y="22"/>
                </a:cubicBezTo>
                <a:close/>
                <a:moveTo>
                  <a:pt x="9" y="33"/>
                </a:moveTo>
                <a:cubicBezTo>
                  <a:pt x="9" y="33"/>
                  <a:pt x="9" y="33"/>
                  <a:pt x="9" y="33"/>
                </a:cubicBezTo>
                <a:cubicBezTo>
                  <a:pt x="10" y="33"/>
                  <a:pt x="11" y="32"/>
                  <a:pt x="11" y="31"/>
                </a:cubicBezTo>
                <a:cubicBezTo>
                  <a:pt x="16" y="27"/>
                  <a:pt x="18" y="29"/>
                  <a:pt x="21" y="31"/>
                </a:cubicBezTo>
                <a:cubicBezTo>
                  <a:pt x="22" y="33"/>
                  <a:pt x="24" y="34"/>
                  <a:pt x="25" y="34"/>
                </a:cubicBezTo>
                <a:cubicBezTo>
                  <a:pt x="26" y="34"/>
                  <a:pt x="27" y="34"/>
                  <a:pt x="28" y="33"/>
                </a:cubicBezTo>
                <a:cubicBezTo>
                  <a:pt x="29" y="33"/>
                  <a:pt x="29" y="32"/>
                  <a:pt x="30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31" y="31"/>
                  <a:pt x="33" y="30"/>
                  <a:pt x="35" y="30"/>
                </a:cubicBezTo>
                <a:cubicBezTo>
                  <a:pt x="36" y="30"/>
                  <a:pt x="38" y="30"/>
                  <a:pt x="39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40" y="33"/>
                  <a:pt x="41" y="33"/>
                  <a:pt x="42" y="34"/>
                </a:cubicBezTo>
                <a:cubicBezTo>
                  <a:pt x="44" y="34"/>
                  <a:pt x="45" y="34"/>
                  <a:pt x="46" y="33"/>
                </a:cubicBezTo>
                <a:cubicBezTo>
                  <a:pt x="46" y="33"/>
                  <a:pt x="47" y="32"/>
                  <a:pt x="47" y="31"/>
                </a:cubicBezTo>
                <a:cubicBezTo>
                  <a:pt x="47" y="28"/>
                  <a:pt x="47" y="28"/>
                  <a:pt x="47" y="28"/>
                </a:cubicBezTo>
                <a:cubicBezTo>
                  <a:pt x="47" y="27"/>
                  <a:pt x="45" y="25"/>
                  <a:pt x="44" y="25"/>
                </a:cubicBezTo>
                <a:cubicBezTo>
                  <a:pt x="32" y="25"/>
                  <a:pt x="19" y="25"/>
                  <a:pt x="7" y="25"/>
                </a:cubicBezTo>
                <a:cubicBezTo>
                  <a:pt x="5" y="25"/>
                  <a:pt x="4" y="27"/>
                  <a:pt x="4" y="28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2"/>
                  <a:pt x="4" y="33"/>
                  <a:pt x="5" y="33"/>
                </a:cubicBezTo>
                <a:cubicBezTo>
                  <a:pt x="6" y="34"/>
                  <a:pt x="8" y="34"/>
                  <a:pt x="9" y="33"/>
                </a:cubicBezTo>
                <a:close/>
                <a:moveTo>
                  <a:pt x="9" y="37"/>
                </a:moveTo>
                <a:cubicBezTo>
                  <a:pt x="9" y="37"/>
                  <a:pt x="9" y="37"/>
                  <a:pt x="9" y="37"/>
                </a:cubicBezTo>
                <a:cubicBezTo>
                  <a:pt x="9" y="46"/>
                  <a:pt x="9" y="46"/>
                  <a:pt x="9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0" y="37"/>
                  <a:pt x="38" y="36"/>
                  <a:pt x="37" y="35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5" y="34"/>
                  <a:pt x="35" y="34"/>
                </a:cubicBezTo>
                <a:cubicBezTo>
                  <a:pt x="34" y="34"/>
                  <a:pt x="33" y="34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2" y="36"/>
                  <a:pt x="31" y="36"/>
                  <a:pt x="29" y="37"/>
                </a:cubicBezTo>
                <a:cubicBezTo>
                  <a:pt x="28" y="37"/>
                  <a:pt x="27" y="38"/>
                  <a:pt x="25" y="38"/>
                </a:cubicBezTo>
                <a:cubicBezTo>
                  <a:pt x="22" y="38"/>
                  <a:pt x="20" y="36"/>
                  <a:pt x="18" y="34"/>
                </a:cubicBezTo>
                <a:cubicBezTo>
                  <a:pt x="17" y="33"/>
                  <a:pt x="16" y="32"/>
                  <a:pt x="14" y="34"/>
                </a:cubicBezTo>
                <a:cubicBezTo>
                  <a:pt x="13" y="35"/>
                  <a:pt x="12" y="36"/>
                  <a:pt x="11" y="37"/>
                </a:cubicBezTo>
                <a:cubicBezTo>
                  <a:pt x="10" y="37"/>
                  <a:pt x="9" y="37"/>
                  <a:pt x="9" y="3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49" name="Freeform 83">
            <a:extLst>
              <a:ext uri="{FF2B5EF4-FFF2-40B4-BE49-F238E27FC236}">
                <a16:creationId xmlns:a16="http://schemas.microsoft.com/office/drawing/2014/main" id="{08182092-9AF8-CC46-AE33-459BC4F95573}"/>
              </a:ext>
            </a:extLst>
          </p:cNvPr>
          <p:cNvSpPr>
            <a:spLocks noEditPoints="1"/>
          </p:cNvSpPr>
          <p:nvPr/>
        </p:nvSpPr>
        <p:spPr bwMode="auto">
          <a:xfrm>
            <a:off x="4279302" y="3008232"/>
            <a:ext cx="207433" cy="215900"/>
          </a:xfrm>
          <a:custGeom>
            <a:avLst/>
            <a:gdLst>
              <a:gd name="T0" fmla="*/ 79375 w 49"/>
              <a:gd name="T1" fmla="*/ 0 h 51"/>
              <a:gd name="T2" fmla="*/ 127000 w 49"/>
              <a:gd name="T3" fmla="*/ 22225 h 51"/>
              <a:gd name="T4" fmla="*/ 136525 w 49"/>
              <a:gd name="T5" fmla="*/ 111125 h 51"/>
              <a:gd name="T6" fmla="*/ 104775 w 49"/>
              <a:gd name="T7" fmla="*/ 136525 h 51"/>
              <a:gd name="T8" fmla="*/ 82550 w 49"/>
              <a:gd name="T9" fmla="*/ 158750 h 51"/>
              <a:gd name="T10" fmla="*/ 73025 w 49"/>
              <a:gd name="T11" fmla="*/ 158750 h 51"/>
              <a:gd name="T12" fmla="*/ 73025 w 49"/>
              <a:gd name="T13" fmla="*/ 158750 h 51"/>
              <a:gd name="T14" fmla="*/ 73025 w 49"/>
              <a:gd name="T15" fmla="*/ 158750 h 51"/>
              <a:gd name="T16" fmla="*/ 50800 w 49"/>
              <a:gd name="T17" fmla="*/ 136525 h 51"/>
              <a:gd name="T18" fmla="*/ 19050 w 49"/>
              <a:gd name="T19" fmla="*/ 111125 h 51"/>
              <a:gd name="T20" fmla="*/ 28575 w 49"/>
              <a:gd name="T21" fmla="*/ 22225 h 51"/>
              <a:gd name="T22" fmla="*/ 79375 w 49"/>
              <a:gd name="T23" fmla="*/ 0 h 51"/>
              <a:gd name="T24" fmla="*/ 79375 w 49"/>
              <a:gd name="T25" fmla="*/ 34925 h 51"/>
              <a:gd name="T26" fmla="*/ 79375 w 49"/>
              <a:gd name="T27" fmla="*/ 34925 h 51"/>
              <a:gd name="T28" fmla="*/ 101600 w 49"/>
              <a:gd name="T29" fmla="*/ 44450 h 51"/>
              <a:gd name="T30" fmla="*/ 114300 w 49"/>
              <a:gd name="T31" fmla="*/ 69850 h 51"/>
              <a:gd name="T32" fmla="*/ 101600 w 49"/>
              <a:gd name="T33" fmla="*/ 95250 h 51"/>
              <a:gd name="T34" fmla="*/ 79375 w 49"/>
              <a:gd name="T35" fmla="*/ 104775 h 51"/>
              <a:gd name="T36" fmla="*/ 53975 w 49"/>
              <a:gd name="T37" fmla="*/ 95250 h 51"/>
              <a:gd name="T38" fmla="*/ 41275 w 49"/>
              <a:gd name="T39" fmla="*/ 69850 h 51"/>
              <a:gd name="T40" fmla="*/ 53975 w 49"/>
              <a:gd name="T41" fmla="*/ 44450 h 51"/>
              <a:gd name="T42" fmla="*/ 79375 w 49"/>
              <a:gd name="T43" fmla="*/ 34925 h 51"/>
              <a:gd name="T44" fmla="*/ 98425 w 49"/>
              <a:gd name="T45" fmla="*/ 50800 h 51"/>
              <a:gd name="T46" fmla="*/ 98425 w 49"/>
              <a:gd name="T47" fmla="*/ 50800 h 51"/>
              <a:gd name="T48" fmla="*/ 79375 w 49"/>
              <a:gd name="T49" fmla="*/ 41275 h 51"/>
              <a:gd name="T50" fmla="*/ 57150 w 49"/>
              <a:gd name="T51" fmla="*/ 50800 h 51"/>
              <a:gd name="T52" fmla="*/ 50800 w 49"/>
              <a:gd name="T53" fmla="*/ 69850 h 51"/>
              <a:gd name="T54" fmla="*/ 57150 w 49"/>
              <a:gd name="T55" fmla="*/ 88900 h 51"/>
              <a:gd name="T56" fmla="*/ 79375 w 49"/>
              <a:gd name="T57" fmla="*/ 98425 h 51"/>
              <a:gd name="T58" fmla="*/ 98425 w 49"/>
              <a:gd name="T59" fmla="*/ 88900 h 51"/>
              <a:gd name="T60" fmla="*/ 104775 w 49"/>
              <a:gd name="T61" fmla="*/ 69850 h 51"/>
              <a:gd name="T62" fmla="*/ 98425 w 49"/>
              <a:gd name="T63" fmla="*/ 50800 h 51"/>
              <a:gd name="T64" fmla="*/ 117475 w 49"/>
              <a:gd name="T65" fmla="*/ 28575 h 51"/>
              <a:gd name="T66" fmla="*/ 117475 w 49"/>
              <a:gd name="T67" fmla="*/ 28575 h 51"/>
              <a:gd name="T68" fmla="*/ 79375 w 49"/>
              <a:gd name="T69" fmla="*/ 12700 h 51"/>
              <a:gd name="T70" fmla="*/ 38100 w 49"/>
              <a:gd name="T71" fmla="*/ 28575 h 51"/>
              <a:gd name="T72" fmla="*/ 28575 w 49"/>
              <a:gd name="T73" fmla="*/ 104775 h 51"/>
              <a:gd name="T74" fmla="*/ 57150 w 49"/>
              <a:gd name="T75" fmla="*/ 123825 h 51"/>
              <a:gd name="T76" fmla="*/ 60325 w 49"/>
              <a:gd name="T77" fmla="*/ 127000 h 51"/>
              <a:gd name="T78" fmla="*/ 79375 w 49"/>
              <a:gd name="T79" fmla="*/ 146050 h 51"/>
              <a:gd name="T80" fmla="*/ 95250 w 49"/>
              <a:gd name="T81" fmla="*/ 127000 h 51"/>
              <a:gd name="T82" fmla="*/ 98425 w 49"/>
              <a:gd name="T83" fmla="*/ 123825 h 51"/>
              <a:gd name="T84" fmla="*/ 127000 w 49"/>
              <a:gd name="T85" fmla="*/ 104775 h 51"/>
              <a:gd name="T86" fmla="*/ 117475 w 49"/>
              <a:gd name="T87" fmla="*/ 28575 h 5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9" h="51">
                <a:moveTo>
                  <a:pt x="25" y="0"/>
                </a:moveTo>
                <a:cubicBezTo>
                  <a:pt x="31" y="0"/>
                  <a:pt x="36" y="3"/>
                  <a:pt x="40" y="7"/>
                </a:cubicBezTo>
                <a:cubicBezTo>
                  <a:pt x="48" y="14"/>
                  <a:pt x="49" y="26"/>
                  <a:pt x="43" y="35"/>
                </a:cubicBezTo>
                <a:cubicBezTo>
                  <a:pt x="40" y="38"/>
                  <a:pt x="37" y="41"/>
                  <a:pt x="33" y="43"/>
                </a:cubicBezTo>
                <a:cubicBezTo>
                  <a:pt x="26" y="50"/>
                  <a:pt x="26" y="50"/>
                  <a:pt x="26" y="50"/>
                </a:cubicBezTo>
                <a:cubicBezTo>
                  <a:pt x="25" y="51"/>
                  <a:pt x="24" y="51"/>
                  <a:pt x="23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16" y="43"/>
                  <a:pt x="16" y="43"/>
                  <a:pt x="16" y="43"/>
                </a:cubicBezTo>
                <a:cubicBezTo>
                  <a:pt x="12" y="41"/>
                  <a:pt x="9" y="38"/>
                  <a:pt x="6" y="35"/>
                </a:cubicBezTo>
                <a:cubicBezTo>
                  <a:pt x="0" y="26"/>
                  <a:pt x="1" y="14"/>
                  <a:pt x="9" y="7"/>
                </a:cubicBezTo>
                <a:cubicBezTo>
                  <a:pt x="13" y="3"/>
                  <a:pt x="18" y="0"/>
                  <a:pt x="25" y="0"/>
                </a:cubicBezTo>
                <a:close/>
                <a:moveTo>
                  <a:pt x="25" y="11"/>
                </a:moveTo>
                <a:cubicBezTo>
                  <a:pt x="25" y="11"/>
                  <a:pt x="25" y="11"/>
                  <a:pt x="25" y="11"/>
                </a:cubicBezTo>
                <a:cubicBezTo>
                  <a:pt x="28" y="11"/>
                  <a:pt x="30" y="12"/>
                  <a:pt x="32" y="14"/>
                </a:cubicBezTo>
                <a:cubicBezTo>
                  <a:pt x="34" y="16"/>
                  <a:pt x="36" y="19"/>
                  <a:pt x="36" y="22"/>
                </a:cubicBezTo>
                <a:cubicBezTo>
                  <a:pt x="36" y="25"/>
                  <a:pt x="34" y="28"/>
                  <a:pt x="32" y="30"/>
                </a:cubicBezTo>
                <a:cubicBezTo>
                  <a:pt x="30" y="32"/>
                  <a:pt x="28" y="33"/>
                  <a:pt x="25" y="33"/>
                </a:cubicBezTo>
                <a:cubicBezTo>
                  <a:pt x="21" y="33"/>
                  <a:pt x="19" y="32"/>
                  <a:pt x="17" y="30"/>
                </a:cubicBezTo>
                <a:cubicBezTo>
                  <a:pt x="15" y="28"/>
                  <a:pt x="13" y="25"/>
                  <a:pt x="13" y="22"/>
                </a:cubicBezTo>
                <a:cubicBezTo>
                  <a:pt x="13" y="19"/>
                  <a:pt x="15" y="16"/>
                  <a:pt x="17" y="14"/>
                </a:cubicBezTo>
                <a:cubicBezTo>
                  <a:pt x="19" y="12"/>
                  <a:pt x="21" y="11"/>
                  <a:pt x="25" y="11"/>
                </a:cubicBezTo>
                <a:close/>
                <a:moveTo>
                  <a:pt x="31" y="16"/>
                </a:moveTo>
                <a:cubicBezTo>
                  <a:pt x="31" y="16"/>
                  <a:pt x="31" y="16"/>
                  <a:pt x="31" y="16"/>
                </a:cubicBezTo>
                <a:cubicBezTo>
                  <a:pt x="29" y="14"/>
                  <a:pt x="27" y="13"/>
                  <a:pt x="25" y="13"/>
                </a:cubicBezTo>
                <a:cubicBezTo>
                  <a:pt x="22" y="13"/>
                  <a:pt x="20" y="14"/>
                  <a:pt x="18" y="16"/>
                </a:cubicBezTo>
                <a:cubicBezTo>
                  <a:pt x="17" y="18"/>
                  <a:pt x="16" y="20"/>
                  <a:pt x="16" y="22"/>
                </a:cubicBezTo>
                <a:cubicBezTo>
                  <a:pt x="16" y="25"/>
                  <a:pt x="17" y="27"/>
                  <a:pt x="18" y="28"/>
                </a:cubicBezTo>
                <a:cubicBezTo>
                  <a:pt x="20" y="30"/>
                  <a:pt x="22" y="31"/>
                  <a:pt x="25" y="31"/>
                </a:cubicBezTo>
                <a:cubicBezTo>
                  <a:pt x="27" y="31"/>
                  <a:pt x="29" y="30"/>
                  <a:pt x="31" y="28"/>
                </a:cubicBezTo>
                <a:cubicBezTo>
                  <a:pt x="32" y="27"/>
                  <a:pt x="33" y="25"/>
                  <a:pt x="33" y="22"/>
                </a:cubicBezTo>
                <a:cubicBezTo>
                  <a:pt x="33" y="20"/>
                  <a:pt x="32" y="18"/>
                  <a:pt x="31" y="16"/>
                </a:cubicBezTo>
                <a:close/>
                <a:moveTo>
                  <a:pt x="37" y="9"/>
                </a:moveTo>
                <a:cubicBezTo>
                  <a:pt x="37" y="9"/>
                  <a:pt x="37" y="9"/>
                  <a:pt x="37" y="9"/>
                </a:cubicBezTo>
                <a:cubicBezTo>
                  <a:pt x="34" y="6"/>
                  <a:pt x="30" y="4"/>
                  <a:pt x="25" y="4"/>
                </a:cubicBezTo>
                <a:cubicBezTo>
                  <a:pt x="19" y="4"/>
                  <a:pt x="15" y="6"/>
                  <a:pt x="12" y="9"/>
                </a:cubicBezTo>
                <a:cubicBezTo>
                  <a:pt x="5" y="16"/>
                  <a:pt x="5" y="25"/>
                  <a:pt x="9" y="33"/>
                </a:cubicBezTo>
                <a:cubicBezTo>
                  <a:pt x="12" y="36"/>
                  <a:pt x="14" y="38"/>
                  <a:pt x="18" y="39"/>
                </a:cubicBezTo>
                <a:cubicBezTo>
                  <a:pt x="18" y="39"/>
                  <a:pt x="18" y="39"/>
                  <a:pt x="19" y="40"/>
                </a:cubicBezTo>
                <a:cubicBezTo>
                  <a:pt x="25" y="46"/>
                  <a:pt x="25" y="46"/>
                  <a:pt x="25" y="46"/>
                </a:cubicBezTo>
                <a:cubicBezTo>
                  <a:pt x="30" y="40"/>
                  <a:pt x="30" y="40"/>
                  <a:pt x="30" y="40"/>
                </a:cubicBezTo>
                <a:cubicBezTo>
                  <a:pt x="31" y="39"/>
                  <a:pt x="31" y="39"/>
                  <a:pt x="31" y="39"/>
                </a:cubicBezTo>
                <a:cubicBezTo>
                  <a:pt x="35" y="38"/>
                  <a:pt x="37" y="36"/>
                  <a:pt x="40" y="33"/>
                </a:cubicBezTo>
                <a:cubicBezTo>
                  <a:pt x="44" y="25"/>
                  <a:pt x="44" y="16"/>
                  <a:pt x="37" y="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50" name="Freeform 84">
            <a:extLst>
              <a:ext uri="{FF2B5EF4-FFF2-40B4-BE49-F238E27FC236}">
                <a16:creationId xmlns:a16="http://schemas.microsoft.com/office/drawing/2014/main" id="{600E9211-3DFF-FD14-2518-8FA6133D8869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3020931"/>
            <a:ext cx="215900" cy="186267"/>
          </a:xfrm>
          <a:custGeom>
            <a:avLst/>
            <a:gdLst>
              <a:gd name="T0" fmla="*/ 66675 w 51"/>
              <a:gd name="T1" fmla="*/ 57150 h 44"/>
              <a:gd name="T2" fmla="*/ 60325 w 51"/>
              <a:gd name="T3" fmla="*/ 22225 h 44"/>
              <a:gd name="T4" fmla="*/ 41275 w 51"/>
              <a:gd name="T5" fmla="*/ 12700 h 44"/>
              <a:gd name="T6" fmla="*/ 12700 w 51"/>
              <a:gd name="T7" fmla="*/ 41275 h 44"/>
              <a:gd name="T8" fmla="*/ 6350 w 51"/>
              <a:gd name="T9" fmla="*/ 69850 h 44"/>
              <a:gd name="T10" fmla="*/ 0 w 51"/>
              <a:gd name="T11" fmla="*/ 41275 h 44"/>
              <a:gd name="T12" fmla="*/ 12700 w 51"/>
              <a:gd name="T13" fmla="*/ 12700 h 44"/>
              <a:gd name="T14" fmla="*/ 66675 w 51"/>
              <a:gd name="T15" fmla="*/ 12700 h 44"/>
              <a:gd name="T16" fmla="*/ 79375 w 51"/>
              <a:gd name="T17" fmla="*/ 41275 h 44"/>
              <a:gd name="T18" fmla="*/ 146050 w 51"/>
              <a:gd name="T19" fmla="*/ 57150 h 44"/>
              <a:gd name="T20" fmla="*/ 161925 w 51"/>
              <a:gd name="T21" fmla="*/ 69850 h 44"/>
              <a:gd name="T22" fmla="*/ 155575 w 51"/>
              <a:gd name="T23" fmla="*/ 136525 h 44"/>
              <a:gd name="T24" fmla="*/ 146050 w 51"/>
              <a:gd name="T25" fmla="*/ 139700 h 44"/>
              <a:gd name="T26" fmla="*/ 57150 w 51"/>
              <a:gd name="T27" fmla="*/ 136525 h 44"/>
              <a:gd name="T28" fmla="*/ 50800 w 51"/>
              <a:gd name="T29" fmla="*/ 69850 h 44"/>
              <a:gd name="T30" fmla="*/ 57150 w 51"/>
              <a:gd name="T31" fmla="*/ 60325 h 44"/>
              <a:gd name="T32" fmla="*/ 104775 w 51"/>
              <a:gd name="T33" fmla="*/ 101600 h 44"/>
              <a:gd name="T34" fmla="*/ 104775 w 51"/>
              <a:gd name="T35" fmla="*/ 101600 h 44"/>
              <a:gd name="T36" fmla="*/ 111125 w 51"/>
              <a:gd name="T37" fmla="*/ 98425 h 44"/>
              <a:gd name="T38" fmla="*/ 111125 w 51"/>
              <a:gd name="T39" fmla="*/ 88900 h 44"/>
              <a:gd name="T40" fmla="*/ 101600 w 51"/>
              <a:gd name="T41" fmla="*/ 88900 h 44"/>
              <a:gd name="T42" fmla="*/ 101600 w 51"/>
              <a:gd name="T43" fmla="*/ 98425 h 44"/>
              <a:gd name="T44" fmla="*/ 111125 w 51"/>
              <a:gd name="T45" fmla="*/ 107950 h 44"/>
              <a:gd name="T46" fmla="*/ 111125 w 51"/>
              <a:gd name="T47" fmla="*/ 114300 h 44"/>
              <a:gd name="T48" fmla="*/ 101600 w 51"/>
              <a:gd name="T49" fmla="*/ 114300 h 44"/>
              <a:gd name="T50" fmla="*/ 95250 w 51"/>
              <a:gd name="T51" fmla="*/ 104775 h 44"/>
              <a:gd name="T52" fmla="*/ 95250 w 51"/>
              <a:gd name="T53" fmla="*/ 82550 h 44"/>
              <a:gd name="T54" fmla="*/ 117475 w 51"/>
              <a:gd name="T55" fmla="*/ 82550 h 44"/>
              <a:gd name="T56" fmla="*/ 117475 w 51"/>
              <a:gd name="T57" fmla="*/ 104775 h 44"/>
              <a:gd name="T58" fmla="*/ 146050 w 51"/>
              <a:gd name="T59" fmla="*/ 69850 h 44"/>
              <a:gd name="T60" fmla="*/ 73025 w 51"/>
              <a:gd name="T61" fmla="*/ 69850 h 44"/>
              <a:gd name="T62" fmla="*/ 73025 w 51"/>
              <a:gd name="T63" fmla="*/ 69850 h 44"/>
              <a:gd name="T64" fmla="*/ 63500 w 51"/>
              <a:gd name="T65" fmla="*/ 69850 h 44"/>
              <a:gd name="T66" fmla="*/ 63500 w 51"/>
              <a:gd name="T67" fmla="*/ 69850 h 44"/>
              <a:gd name="T68" fmla="*/ 63500 w 51"/>
              <a:gd name="T69" fmla="*/ 127000 h 44"/>
              <a:gd name="T70" fmla="*/ 146050 w 51"/>
              <a:gd name="T71" fmla="*/ 127000 h 44"/>
              <a:gd name="T72" fmla="*/ 149225 w 51"/>
              <a:gd name="T73" fmla="*/ 127000 h 44"/>
              <a:gd name="T74" fmla="*/ 149225 w 51"/>
              <a:gd name="T75" fmla="*/ 69850 h 44"/>
              <a:gd name="T76" fmla="*/ 146050 w 51"/>
              <a:gd name="T77" fmla="*/ 69850 h 44"/>
              <a:gd name="T78" fmla="*/ 155575 w 51"/>
              <a:gd name="T79" fmla="*/ 136525 h 44"/>
              <a:gd name="T80" fmla="*/ 155575 w 51"/>
              <a:gd name="T81" fmla="*/ 136525 h 4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1" h="44">
                <a:moveTo>
                  <a:pt x="21" y="18"/>
                </a:moveTo>
                <a:cubicBezTo>
                  <a:pt x="21" y="18"/>
                  <a:pt x="21" y="18"/>
                  <a:pt x="21" y="18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10"/>
                  <a:pt x="20" y="8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7" y="5"/>
                  <a:pt x="15" y="4"/>
                  <a:pt x="13" y="4"/>
                </a:cubicBezTo>
                <a:cubicBezTo>
                  <a:pt x="10" y="4"/>
                  <a:pt x="8" y="5"/>
                  <a:pt x="7" y="7"/>
                </a:cubicBezTo>
                <a:cubicBezTo>
                  <a:pt x="5" y="8"/>
                  <a:pt x="4" y="10"/>
                  <a:pt x="4" y="13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1"/>
                  <a:pt x="3" y="22"/>
                  <a:pt x="2" y="22"/>
                </a:cubicBezTo>
                <a:cubicBezTo>
                  <a:pt x="1" y="22"/>
                  <a:pt x="0" y="21"/>
                  <a:pt x="0" y="20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9"/>
                  <a:pt x="2" y="6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6" y="2"/>
                  <a:pt x="9" y="0"/>
                  <a:pt x="13" y="0"/>
                </a:cubicBezTo>
                <a:cubicBezTo>
                  <a:pt x="16" y="0"/>
                  <a:pt x="19" y="2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4" y="6"/>
                  <a:pt x="25" y="9"/>
                  <a:pt x="25" y="13"/>
                </a:cubicBezTo>
                <a:cubicBezTo>
                  <a:pt x="25" y="18"/>
                  <a:pt x="25" y="18"/>
                  <a:pt x="25" y="18"/>
                </a:cubicBezTo>
                <a:cubicBezTo>
                  <a:pt x="46" y="18"/>
                  <a:pt x="46" y="18"/>
                  <a:pt x="46" y="18"/>
                </a:cubicBezTo>
                <a:cubicBezTo>
                  <a:pt x="47" y="18"/>
                  <a:pt x="48" y="18"/>
                  <a:pt x="49" y="19"/>
                </a:cubicBezTo>
                <a:cubicBezTo>
                  <a:pt x="50" y="20"/>
                  <a:pt x="51" y="21"/>
                  <a:pt x="51" y="22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41"/>
                  <a:pt x="50" y="42"/>
                  <a:pt x="49" y="43"/>
                </a:cubicBezTo>
                <a:cubicBezTo>
                  <a:pt x="49" y="43"/>
                  <a:pt x="49" y="43"/>
                  <a:pt x="49" y="43"/>
                </a:cubicBezTo>
                <a:cubicBezTo>
                  <a:pt x="48" y="44"/>
                  <a:pt x="47" y="44"/>
                  <a:pt x="46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19" y="44"/>
                  <a:pt x="18" y="44"/>
                  <a:pt x="18" y="43"/>
                </a:cubicBezTo>
                <a:cubicBezTo>
                  <a:pt x="17" y="42"/>
                  <a:pt x="16" y="41"/>
                  <a:pt x="16" y="39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1"/>
                  <a:pt x="17" y="20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9" y="18"/>
                  <a:pt x="21" y="18"/>
                </a:cubicBezTo>
                <a:close/>
                <a:moveTo>
                  <a:pt x="33" y="32"/>
                </a:move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4" y="32"/>
                  <a:pt x="35" y="31"/>
                  <a:pt x="35" y="31"/>
                </a:cubicBezTo>
                <a:cubicBezTo>
                  <a:pt x="35" y="30"/>
                  <a:pt x="36" y="30"/>
                  <a:pt x="36" y="29"/>
                </a:cubicBezTo>
                <a:cubicBezTo>
                  <a:pt x="36" y="29"/>
                  <a:pt x="35" y="28"/>
                  <a:pt x="35" y="28"/>
                </a:cubicBezTo>
                <a:cubicBezTo>
                  <a:pt x="35" y="27"/>
                  <a:pt x="34" y="27"/>
                  <a:pt x="33" y="27"/>
                </a:cubicBezTo>
                <a:cubicBezTo>
                  <a:pt x="33" y="27"/>
                  <a:pt x="32" y="27"/>
                  <a:pt x="32" y="28"/>
                </a:cubicBezTo>
                <a:cubicBezTo>
                  <a:pt x="31" y="28"/>
                  <a:pt x="31" y="29"/>
                  <a:pt x="31" y="29"/>
                </a:cubicBezTo>
                <a:cubicBezTo>
                  <a:pt x="31" y="30"/>
                  <a:pt x="31" y="30"/>
                  <a:pt x="32" y="31"/>
                </a:cubicBezTo>
                <a:cubicBezTo>
                  <a:pt x="32" y="31"/>
                  <a:pt x="33" y="32"/>
                  <a:pt x="33" y="32"/>
                </a:cubicBezTo>
                <a:close/>
                <a:moveTo>
                  <a:pt x="35" y="34"/>
                </a:moveTo>
                <a:cubicBezTo>
                  <a:pt x="35" y="34"/>
                  <a:pt x="35" y="34"/>
                  <a:pt x="35" y="34"/>
                </a:cubicBezTo>
                <a:cubicBezTo>
                  <a:pt x="35" y="36"/>
                  <a:pt x="35" y="36"/>
                  <a:pt x="35" y="36"/>
                </a:cubicBezTo>
                <a:cubicBezTo>
                  <a:pt x="35" y="37"/>
                  <a:pt x="34" y="37"/>
                  <a:pt x="33" y="37"/>
                </a:cubicBezTo>
                <a:cubicBezTo>
                  <a:pt x="33" y="37"/>
                  <a:pt x="32" y="37"/>
                  <a:pt x="32" y="36"/>
                </a:cubicBezTo>
                <a:cubicBezTo>
                  <a:pt x="32" y="34"/>
                  <a:pt x="32" y="34"/>
                  <a:pt x="32" y="34"/>
                </a:cubicBezTo>
                <a:cubicBezTo>
                  <a:pt x="31" y="34"/>
                  <a:pt x="31" y="33"/>
                  <a:pt x="30" y="33"/>
                </a:cubicBezTo>
                <a:cubicBezTo>
                  <a:pt x="29" y="32"/>
                  <a:pt x="29" y="31"/>
                  <a:pt x="29" y="29"/>
                </a:cubicBezTo>
                <a:cubicBezTo>
                  <a:pt x="29" y="28"/>
                  <a:pt x="29" y="27"/>
                  <a:pt x="30" y="26"/>
                </a:cubicBezTo>
                <a:cubicBezTo>
                  <a:pt x="31" y="25"/>
                  <a:pt x="32" y="25"/>
                  <a:pt x="33" y="25"/>
                </a:cubicBezTo>
                <a:cubicBezTo>
                  <a:pt x="35" y="25"/>
                  <a:pt x="36" y="25"/>
                  <a:pt x="37" y="26"/>
                </a:cubicBezTo>
                <a:cubicBezTo>
                  <a:pt x="38" y="27"/>
                  <a:pt x="38" y="28"/>
                  <a:pt x="38" y="29"/>
                </a:cubicBezTo>
                <a:cubicBezTo>
                  <a:pt x="38" y="31"/>
                  <a:pt x="38" y="32"/>
                  <a:pt x="37" y="33"/>
                </a:cubicBezTo>
                <a:cubicBezTo>
                  <a:pt x="36" y="33"/>
                  <a:pt x="35" y="34"/>
                  <a:pt x="35" y="34"/>
                </a:cubicBezTo>
                <a:close/>
                <a:moveTo>
                  <a:pt x="46" y="22"/>
                </a:moveTo>
                <a:cubicBezTo>
                  <a:pt x="46" y="22"/>
                  <a:pt x="46" y="22"/>
                  <a:pt x="46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1" y="22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40"/>
                  <a:pt x="21" y="40"/>
                  <a:pt x="21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47" y="40"/>
                  <a:pt x="47" y="40"/>
                  <a:pt x="47" y="39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6" y="22"/>
                  <a:pt x="46" y="22"/>
                  <a:pt x="46" y="22"/>
                </a:cubicBezTo>
                <a:close/>
                <a:moveTo>
                  <a:pt x="49" y="43"/>
                </a:moveTo>
                <a:cubicBezTo>
                  <a:pt x="49" y="43"/>
                  <a:pt x="49" y="43"/>
                  <a:pt x="49" y="43"/>
                </a:cubicBezTo>
                <a:cubicBezTo>
                  <a:pt x="48" y="44"/>
                  <a:pt x="47" y="43"/>
                  <a:pt x="47" y="43"/>
                </a:cubicBezTo>
                <a:cubicBezTo>
                  <a:pt x="49" y="43"/>
                  <a:pt x="49" y="43"/>
                  <a:pt x="49" y="4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51" name="Freeform 85">
            <a:extLst>
              <a:ext uri="{FF2B5EF4-FFF2-40B4-BE49-F238E27FC236}">
                <a16:creationId xmlns:a16="http://schemas.microsoft.com/office/drawing/2014/main" id="{CE5310E5-D797-B063-20A1-9C1F4AD75C93}"/>
              </a:ext>
            </a:extLst>
          </p:cNvPr>
          <p:cNvSpPr>
            <a:spLocks noEditPoints="1"/>
          </p:cNvSpPr>
          <p:nvPr/>
        </p:nvSpPr>
        <p:spPr bwMode="auto">
          <a:xfrm>
            <a:off x="1707552" y="3020931"/>
            <a:ext cx="148167" cy="186267"/>
          </a:xfrm>
          <a:custGeom>
            <a:avLst/>
            <a:gdLst>
              <a:gd name="T0" fmla="*/ 15875 w 35"/>
              <a:gd name="T1" fmla="*/ 57150 h 44"/>
              <a:gd name="T2" fmla="*/ 28575 w 35"/>
              <a:gd name="T3" fmla="*/ 12700 h 44"/>
              <a:gd name="T4" fmla="*/ 57150 w 35"/>
              <a:gd name="T5" fmla="*/ 0 h 44"/>
              <a:gd name="T6" fmla="*/ 95250 w 35"/>
              <a:gd name="T7" fmla="*/ 41275 h 44"/>
              <a:gd name="T8" fmla="*/ 95250 w 35"/>
              <a:gd name="T9" fmla="*/ 57150 h 44"/>
              <a:gd name="T10" fmla="*/ 111125 w 35"/>
              <a:gd name="T11" fmla="*/ 69850 h 44"/>
              <a:gd name="T12" fmla="*/ 107950 w 35"/>
              <a:gd name="T13" fmla="*/ 136525 h 44"/>
              <a:gd name="T14" fmla="*/ 95250 w 35"/>
              <a:gd name="T15" fmla="*/ 139700 h 44"/>
              <a:gd name="T16" fmla="*/ 6350 w 35"/>
              <a:gd name="T17" fmla="*/ 136525 h 44"/>
              <a:gd name="T18" fmla="*/ 0 w 35"/>
              <a:gd name="T19" fmla="*/ 69850 h 44"/>
              <a:gd name="T20" fmla="*/ 6350 w 35"/>
              <a:gd name="T21" fmla="*/ 60325 h 44"/>
              <a:gd name="T22" fmla="*/ 57150 w 35"/>
              <a:gd name="T23" fmla="*/ 101600 h 44"/>
              <a:gd name="T24" fmla="*/ 57150 w 35"/>
              <a:gd name="T25" fmla="*/ 101600 h 44"/>
              <a:gd name="T26" fmla="*/ 60325 w 35"/>
              <a:gd name="T27" fmla="*/ 98425 h 44"/>
              <a:gd name="T28" fmla="*/ 60325 w 35"/>
              <a:gd name="T29" fmla="*/ 88900 h 44"/>
              <a:gd name="T30" fmla="*/ 50800 w 35"/>
              <a:gd name="T31" fmla="*/ 88900 h 44"/>
              <a:gd name="T32" fmla="*/ 50800 w 35"/>
              <a:gd name="T33" fmla="*/ 98425 h 44"/>
              <a:gd name="T34" fmla="*/ 60325 w 35"/>
              <a:gd name="T35" fmla="*/ 107950 h 44"/>
              <a:gd name="T36" fmla="*/ 60325 w 35"/>
              <a:gd name="T37" fmla="*/ 114300 h 44"/>
              <a:gd name="T38" fmla="*/ 53975 w 35"/>
              <a:gd name="T39" fmla="*/ 114300 h 44"/>
              <a:gd name="T40" fmla="*/ 44450 w 35"/>
              <a:gd name="T41" fmla="*/ 104775 h 44"/>
              <a:gd name="T42" fmla="*/ 44450 w 35"/>
              <a:gd name="T43" fmla="*/ 82550 h 44"/>
              <a:gd name="T44" fmla="*/ 66675 w 35"/>
              <a:gd name="T45" fmla="*/ 82550 h 44"/>
              <a:gd name="T46" fmla="*/ 66675 w 35"/>
              <a:gd name="T47" fmla="*/ 104775 h 44"/>
              <a:gd name="T48" fmla="*/ 28575 w 35"/>
              <a:gd name="T49" fmla="*/ 57150 h 44"/>
              <a:gd name="T50" fmla="*/ 82550 w 35"/>
              <a:gd name="T51" fmla="*/ 57150 h 44"/>
              <a:gd name="T52" fmla="*/ 76200 w 35"/>
              <a:gd name="T53" fmla="*/ 22225 h 44"/>
              <a:gd name="T54" fmla="*/ 38100 w 35"/>
              <a:gd name="T55" fmla="*/ 22225 h 44"/>
              <a:gd name="T56" fmla="*/ 28575 w 35"/>
              <a:gd name="T57" fmla="*/ 41275 h 44"/>
              <a:gd name="T58" fmla="*/ 95250 w 35"/>
              <a:gd name="T59" fmla="*/ 69850 h 44"/>
              <a:gd name="T60" fmla="*/ 88900 w 35"/>
              <a:gd name="T61" fmla="*/ 69850 h 44"/>
              <a:gd name="T62" fmla="*/ 88900 w 35"/>
              <a:gd name="T63" fmla="*/ 69850 h 44"/>
              <a:gd name="T64" fmla="*/ 22225 w 35"/>
              <a:gd name="T65" fmla="*/ 69850 h 44"/>
              <a:gd name="T66" fmla="*/ 15875 w 35"/>
              <a:gd name="T67" fmla="*/ 69850 h 44"/>
              <a:gd name="T68" fmla="*/ 15875 w 35"/>
              <a:gd name="T69" fmla="*/ 69850 h 44"/>
              <a:gd name="T70" fmla="*/ 12700 w 35"/>
              <a:gd name="T71" fmla="*/ 123825 h 44"/>
              <a:gd name="T72" fmla="*/ 15875 w 35"/>
              <a:gd name="T73" fmla="*/ 127000 h 44"/>
              <a:gd name="T74" fmla="*/ 98425 w 35"/>
              <a:gd name="T75" fmla="*/ 127000 h 44"/>
              <a:gd name="T76" fmla="*/ 98425 w 35"/>
              <a:gd name="T77" fmla="*/ 123825 h 44"/>
              <a:gd name="T78" fmla="*/ 98425 w 35"/>
              <a:gd name="T79" fmla="*/ 69850 h 44"/>
              <a:gd name="T80" fmla="*/ 104775 w 35"/>
              <a:gd name="T81" fmla="*/ 136525 h 44"/>
              <a:gd name="T82" fmla="*/ 98425 w 35"/>
              <a:gd name="T83" fmla="*/ 136525 h 4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5" h="44">
                <a:moveTo>
                  <a:pt x="5" y="18"/>
                </a:moveTo>
                <a:cubicBezTo>
                  <a:pt x="5" y="18"/>
                  <a:pt x="5" y="18"/>
                  <a:pt x="5" y="18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9"/>
                  <a:pt x="7" y="6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11" y="2"/>
                  <a:pt x="14" y="0"/>
                  <a:pt x="18" y="0"/>
                </a:cubicBezTo>
                <a:cubicBezTo>
                  <a:pt x="21" y="0"/>
                  <a:pt x="24" y="2"/>
                  <a:pt x="26" y="4"/>
                </a:cubicBezTo>
                <a:cubicBezTo>
                  <a:pt x="29" y="6"/>
                  <a:pt x="30" y="9"/>
                  <a:pt x="30" y="13"/>
                </a:cubicBezTo>
                <a:cubicBezTo>
                  <a:pt x="30" y="18"/>
                  <a:pt x="30" y="18"/>
                  <a:pt x="30" y="18"/>
                </a:cubicBezTo>
                <a:cubicBezTo>
                  <a:pt x="30" y="18"/>
                  <a:pt x="30" y="18"/>
                  <a:pt x="30" y="18"/>
                </a:cubicBezTo>
                <a:cubicBezTo>
                  <a:pt x="32" y="18"/>
                  <a:pt x="33" y="18"/>
                  <a:pt x="34" y="19"/>
                </a:cubicBezTo>
                <a:cubicBezTo>
                  <a:pt x="34" y="20"/>
                  <a:pt x="35" y="21"/>
                  <a:pt x="35" y="22"/>
                </a:cubicBezTo>
                <a:cubicBezTo>
                  <a:pt x="35" y="39"/>
                  <a:pt x="35" y="39"/>
                  <a:pt x="35" y="39"/>
                </a:cubicBezTo>
                <a:cubicBezTo>
                  <a:pt x="35" y="41"/>
                  <a:pt x="34" y="42"/>
                  <a:pt x="34" y="43"/>
                </a:cubicBezTo>
                <a:cubicBezTo>
                  <a:pt x="33" y="43"/>
                  <a:pt x="33" y="43"/>
                  <a:pt x="33" y="43"/>
                </a:cubicBezTo>
                <a:cubicBezTo>
                  <a:pt x="33" y="44"/>
                  <a:pt x="32" y="44"/>
                  <a:pt x="30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4" y="44"/>
                  <a:pt x="3" y="44"/>
                  <a:pt x="2" y="43"/>
                </a:cubicBezTo>
                <a:cubicBezTo>
                  <a:pt x="1" y="42"/>
                  <a:pt x="0" y="41"/>
                  <a:pt x="0" y="39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1"/>
                  <a:pt x="1" y="20"/>
                  <a:pt x="2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3" y="18"/>
                  <a:pt x="4" y="18"/>
                  <a:pt x="5" y="18"/>
                </a:cubicBezTo>
                <a:close/>
                <a:moveTo>
                  <a:pt x="18" y="32"/>
                </a:move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9" y="31"/>
                  <a:pt x="19" y="31"/>
                </a:cubicBezTo>
                <a:cubicBezTo>
                  <a:pt x="20" y="30"/>
                  <a:pt x="20" y="30"/>
                  <a:pt x="20" y="29"/>
                </a:cubicBezTo>
                <a:cubicBezTo>
                  <a:pt x="20" y="29"/>
                  <a:pt x="20" y="28"/>
                  <a:pt x="19" y="28"/>
                </a:cubicBezTo>
                <a:cubicBezTo>
                  <a:pt x="19" y="27"/>
                  <a:pt x="18" y="27"/>
                  <a:pt x="18" y="27"/>
                </a:cubicBezTo>
                <a:cubicBezTo>
                  <a:pt x="17" y="27"/>
                  <a:pt x="17" y="27"/>
                  <a:pt x="16" y="28"/>
                </a:cubicBezTo>
                <a:cubicBezTo>
                  <a:pt x="16" y="28"/>
                  <a:pt x="15" y="29"/>
                  <a:pt x="15" y="29"/>
                </a:cubicBezTo>
                <a:cubicBezTo>
                  <a:pt x="15" y="30"/>
                  <a:pt x="16" y="30"/>
                  <a:pt x="16" y="31"/>
                </a:cubicBezTo>
                <a:cubicBezTo>
                  <a:pt x="16" y="31"/>
                  <a:pt x="17" y="32"/>
                  <a:pt x="18" y="32"/>
                </a:cubicBezTo>
                <a:close/>
                <a:moveTo>
                  <a:pt x="19" y="34"/>
                </a:moveTo>
                <a:cubicBezTo>
                  <a:pt x="19" y="34"/>
                  <a:pt x="19" y="34"/>
                  <a:pt x="19" y="34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7"/>
                  <a:pt x="18" y="37"/>
                  <a:pt x="18" y="37"/>
                </a:cubicBezTo>
                <a:cubicBezTo>
                  <a:pt x="17" y="37"/>
                  <a:pt x="17" y="37"/>
                  <a:pt x="17" y="36"/>
                </a:cubicBezTo>
                <a:cubicBezTo>
                  <a:pt x="17" y="34"/>
                  <a:pt x="17" y="34"/>
                  <a:pt x="17" y="34"/>
                </a:cubicBezTo>
                <a:cubicBezTo>
                  <a:pt x="16" y="34"/>
                  <a:pt x="15" y="33"/>
                  <a:pt x="14" y="33"/>
                </a:cubicBezTo>
                <a:cubicBezTo>
                  <a:pt x="14" y="32"/>
                  <a:pt x="13" y="31"/>
                  <a:pt x="13" y="29"/>
                </a:cubicBezTo>
                <a:cubicBezTo>
                  <a:pt x="13" y="28"/>
                  <a:pt x="14" y="27"/>
                  <a:pt x="14" y="26"/>
                </a:cubicBezTo>
                <a:cubicBezTo>
                  <a:pt x="15" y="25"/>
                  <a:pt x="16" y="25"/>
                  <a:pt x="18" y="25"/>
                </a:cubicBezTo>
                <a:cubicBezTo>
                  <a:pt x="19" y="25"/>
                  <a:pt x="20" y="25"/>
                  <a:pt x="21" y="26"/>
                </a:cubicBezTo>
                <a:cubicBezTo>
                  <a:pt x="22" y="27"/>
                  <a:pt x="22" y="28"/>
                  <a:pt x="22" y="29"/>
                </a:cubicBezTo>
                <a:cubicBezTo>
                  <a:pt x="22" y="31"/>
                  <a:pt x="22" y="32"/>
                  <a:pt x="21" y="33"/>
                </a:cubicBezTo>
                <a:cubicBezTo>
                  <a:pt x="20" y="33"/>
                  <a:pt x="20" y="34"/>
                  <a:pt x="19" y="34"/>
                </a:cubicBezTo>
                <a:close/>
                <a:moveTo>
                  <a:pt x="9" y="18"/>
                </a:moveTo>
                <a:cubicBezTo>
                  <a:pt x="9" y="18"/>
                  <a:pt x="9" y="18"/>
                  <a:pt x="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0"/>
                  <a:pt x="25" y="8"/>
                  <a:pt x="24" y="7"/>
                </a:cubicBezTo>
                <a:cubicBezTo>
                  <a:pt x="22" y="5"/>
                  <a:pt x="20" y="4"/>
                  <a:pt x="18" y="4"/>
                </a:cubicBezTo>
                <a:cubicBezTo>
                  <a:pt x="15" y="4"/>
                  <a:pt x="13" y="5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0" y="8"/>
                  <a:pt x="9" y="10"/>
                  <a:pt x="9" y="13"/>
                </a:cubicBezTo>
                <a:cubicBezTo>
                  <a:pt x="9" y="18"/>
                  <a:pt x="9" y="18"/>
                  <a:pt x="9" y="18"/>
                </a:cubicBezTo>
                <a:close/>
                <a:moveTo>
                  <a:pt x="30" y="22"/>
                </a:moveTo>
                <a:cubicBezTo>
                  <a:pt x="30" y="22"/>
                  <a:pt x="30" y="22"/>
                  <a:pt x="30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39"/>
                  <a:pt x="4" y="39"/>
                  <a:pt x="4" y="39"/>
                </a:cubicBezTo>
                <a:cubicBezTo>
                  <a:pt x="4" y="40"/>
                  <a:pt x="4" y="40"/>
                  <a:pt x="5" y="40"/>
                </a:cubicBezTo>
                <a:cubicBezTo>
                  <a:pt x="5" y="40"/>
                  <a:pt x="5" y="40"/>
                  <a:pt x="5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0"/>
                  <a:pt x="31" y="40"/>
                  <a:pt x="31" y="39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0" y="22"/>
                </a:cubicBezTo>
                <a:close/>
                <a:moveTo>
                  <a:pt x="33" y="43"/>
                </a:moveTo>
                <a:cubicBezTo>
                  <a:pt x="33" y="43"/>
                  <a:pt x="33" y="43"/>
                  <a:pt x="33" y="43"/>
                </a:cubicBezTo>
                <a:cubicBezTo>
                  <a:pt x="33" y="44"/>
                  <a:pt x="32" y="43"/>
                  <a:pt x="31" y="43"/>
                </a:cubicBezTo>
                <a:cubicBezTo>
                  <a:pt x="33" y="43"/>
                  <a:pt x="33" y="43"/>
                  <a:pt x="33" y="4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52" name="Freeform 86">
            <a:extLst>
              <a:ext uri="{FF2B5EF4-FFF2-40B4-BE49-F238E27FC236}">
                <a16:creationId xmlns:a16="http://schemas.microsoft.com/office/drawing/2014/main" id="{E6E24D7E-4A97-1D31-0FAC-5A678D0B1246}"/>
              </a:ext>
            </a:extLst>
          </p:cNvPr>
          <p:cNvSpPr>
            <a:spLocks noEditPoints="1"/>
          </p:cNvSpPr>
          <p:nvPr/>
        </p:nvSpPr>
        <p:spPr bwMode="auto">
          <a:xfrm>
            <a:off x="4651834" y="2167914"/>
            <a:ext cx="213784" cy="194733"/>
          </a:xfrm>
          <a:custGeom>
            <a:avLst/>
            <a:gdLst>
              <a:gd name="T0" fmla="*/ 54515 w 50"/>
              <a:gd name="T1" fmla="*/ 57150 h 46"/>
              <a:gd name="T2" fmla="*/ 51308 w 50"/>
              <a:gd name="T3" fmla="*/ 73025 h 46"/>
              <a:gd name="T4" fmla="*/ 32068 w 50"/>
              <a:gd name="T5" fmla="*/ 69850 h 46"/>
              <a:gd name="T6" fmla="*/ 32068 w 50"/>
              <a:gd name="T7" fmla="*/ 57150 h 46"/>
              <a:gd name="T8" fmla="*/ 38481 w 50"/>
              <a:gd name="T9" fmla="*/ 41275 h 46"/>
              <a:gd name="T10" fmla="*/ 48101 w 50"/>
              <a:gd name="T11" fmla="*/ 44450 h 46"/>
              <a:gd name="T12" fmla="*/ 44895 w 50"/>
              <a:gd name="T13" fmla="*/ 47625 h 46"/>
              <a:gd name="T14" fmla="*/ 80169 w 50"/>
              <a:gd name="T15" fmla="*/ 0 h 46"/>
              <a:gd name="T16" fmla="*/ 160338 w 50"/>
              <a:gd name="T17" fmla="*/ 69850 h 46"/>
              <a:gd name="T18" fmla="*/ 60928 w 50"/>
              <a:gd name="T19" fmla="*/ 136525 h 46"/>
              <a:gd name="T20" fmla="*/ 22447 w 50"/>
              <a:gd name="T21" fmla="*/ 146050 h 46"/>
              <a:gd name="T22" fmla="*/ 12827 w 50"/>
              <a:gd name="T23" fmla="*/ 136525 h 46"/>
              <a:gd name="T24" fmla="*/ 6414 w 50"/>
              <a:gd name="T25" fmla="*/ 95250 h 46"/>
              <a:gd name="T26" fmla="*/ 80169 w 50"/>
              <a:gd name="T27" fmla="*/ 0 h 46"/>
              <a:gd name="T28" fmla="*/ 80169 w 50"/>
              <a:gd name="T29" fmla="*/ 12700 h 46"/>
              <a:gd name="T30" fmla="*/ 16034 w 50"/>
              <a:gd name="T31" fmla="*/ 88900 h 46"/>
              <a:gd name="T32" fmla="*/ 25654 w 50"/>
              <a:gd name="T33" fmla="*/ 130175 h 46"/>
              <a:gd name="T34" fmla="*/ 64135 w 50"/>
              <a:gd name="T35" fmla="*/ 127000 h 46"/>
              <a:gd name="T36" fmla="*/ 150718 w 50"/>
              <a:gd name="T37" fmla="*/ 69850 h 46"/>
              <a:gd name="T38" fmla="*/ 105823 w 50"/>
              <a:gd name="T39" fmla="*/ 85725 h 46"/>
              <a:gd name="T40" fmla="*/ 102616 w 50"/>
              <a:gd name="T41" fmla="*/ 95250 h 46"/>
              <a:gd name="T42" fmla="*/ 89789 w 50"/>
              <a:gd name="T43" fmla="*/ 101600 h 46"/>
              <a:gd name="T44" fmla="*/ 96203 w 50"/>
              <a:gd name="T45" fmla="*/ 95250 h 46"/>
              <a:gd name="T46" fmla="*/ 96203 w 50"/>
              <a:gd name="T47" fmla="*/ 88900 h 46"/>
              <a:gd name="T48" fmla="*/ 83376 w 50"/>
              <a:gd name="T49" fmla="*/ 85725 h 46"/>
              <a:gd name="T50" fmla="*/ 86583 w 50"/>
              <a:gd name="T51" fmla="*/ 66675 h 46"/>
              <a:gd name="T52" fmla="*/ 105823 w 50"/>
              <a:gd name="T53" fmla="*/ 69850 h 46"/>
              <a:gd name="T54" fmla="*/ 105823 w 50"/>
              <a:gd name="T55" fmla="*/ 85725 h 46"/>
              <a:gd name="T56" fmla="*/ 128270 w 50"/>
              <a:gd name="T57" fmla="*/ 85725 h 46"/>
              <a:gd name="T58" fmla="*/ 125064 w 50"/>
              <a:gd name="T59" fmla="*/ 101600 h 46"/>
              <a:gd name="T60" fmla="*/ 115443 w 50"/>
              <a:gd name="T61" fmla="*/ 95250 h 46"/>
              <a:gd name="T62" fmla="*/ 118650 w 50"/>
              <a:gd name="T63" fmla="*/ 95250 h 46"/>
              <a:gd name="T64" fmla="*/ 121857 w 50"/>
              <a:gd name="T65" fmla="*/ 88900 h 46"/>
              <a:gd name="T66" fmla="*/ 109030 w 50"/>
              <a:gd name="T67" fmla="*/ 85725 h 46"/>
              <a:gd name="T68" fmla="*/ 112237 w 50"/>
              <a:gd name="T69" fmla="*/ 66675 h 46"/>
              <a:gd name="T70" fmla="*/ 128270 w 50"/>
              <a:gd name="T71" fmla="*/ 69850 h 46"/>
              <a:gd name="T72" fmla="*/ 57722 w 50"/>
              <a:gd name="T73" fmla="*/ 57150 h 46"/>
              <a:gd name="T74" fmla="*/ 60928 w 50"/>
              <a:gd name="T75" fmla="*/ 44450 h 46"/>
              <a:gd name="T76" fmla="*/ 67342 w 50"/>
              <a:gd name="T77" fmla="*/ 38100 h 46"/>
              <a:gd name="T78" fmla="*/ 67342 w 50"/>
              <a:gd name="T79" fmla="*/ 47625 h 46"/>
              <a:gd name="T80" fmla="*/ 64135 w 50"/>
              <a:gd name="T81" fmla="*/ 53975 h 46"/>
              <a:gd name="T82" fmla="*/ 80169 w 50"/>
              <a:gd name="T83" fmla="*/ 57150 h 46"/>
              <a:gd name="T84" fmla="*/ 73755 w 50"/>
              <a:gd name="T85" fmla="*/ 73025 h 46"/>
              <a:gd name="T86" fmla="*/ 57722 w 50"/>
              <a:gd name="T87" fmla="*/ 69850 h 4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0" h="46">
                <a:moveTo>
                  <a:pt x="13" y="17"/>
                </a:moveTo>
                <a:cubicBezTo>
                  <a:pt x="16" y="17"/>
                  <a:pt x="16" y="17"/>
                  <a:pt x="16" y="17"/>
                </a:cubicBezTo>
                <a:cubicBezTo>
                  <a:pt x="16" y="17"/>
                  <a:pt x="17" y="17"/>
                  <a:pt x="17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3"/>
                  <a:pt x="16" y="23"/>
                  <a:pt x="16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1" y="23"/>
                  <a:pt x="10" y="23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1"/>
                  <a:pt x="10" y="19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6"/>
                  <a:pt x="11" y="15"/>
                  <a:pt x="11" y="14"/>
                </a:cubicBezTo>
                <a:cubicBezTo>
                  <a:pt x="11" y="14"/>
                  <a:pt x="12" y="13"/>
                  <a:pt x="12" y="13"/>
                </a:cubicBezTo>
                <a:cubicBezTo>
                  <a:pt x="13" y="13"/>
                  <a:pt x="13" y="12"/>
                  <a:pt x="14" y="12"/>
                </a:cubicBezTo>
                <a:cubicBezTo>
                  <a:pt x="14" y="12"/>
                  <a:pt x="15" y="12"/>
                  <a:pt x="15" y="13"/>
                </a:cubicBezTo>
                <a:cubicBezTo>
                  <a:pt x="15" y="13"/>
                  <a:pt x="15" y="14"/>
                  <a:pt x="15" y="14"/>
                </a:cubicBezTo>
                <a:cubicBezTo>
                  <a:pt x="14" y="14"/>
                  <a:pt x="14" y="14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6"/>
                  <a:pt x="13" y="16"/>
                  <a:pt x="13" y="17"/>
                </a:cubicBezTo>
                <a:close/>
                <a:moveTo>
                  <a:pt x="25" y="0"/>
                </a:moveTo>
                <a:cubicBezTo>
                  <a:pt x="25" y="0"/>
                  <a:pt x="25" y="0"/>
                  <a:pt x="25" y="0"/>
                </a:cubicBezTo>
                <a:cubicBezTo>
                  <a:pt x="32" y="0"/>
                  <a:pt x="39" y="3"/>
                  <a:pt x="43" y="7"/>
                </a:cubicBezTo>
                <a:cubicBezTo>
                  <a:pt x="48" y="11"/>
                  <a:pt x="50" y="16"/>
                  <a:pt x="50" y="22"/>
                </a:cubicBezTo>
                <a:cubicBezTo>
                  <a:pt x="50" y="28"/>
                  <a:pt x="48" y="34"/>
                  <a:pt x="43" y="38"/>
                </a:cubicBezTo>
                <a:cubicBezTo>
                  <a:pt x="39" y="42"/>
                  <a:pt x="32" y="44"/>
                  <a:pt x="25" y="44"/>
                </a:cubicBezTo>
                <a:cubicBezTo>
                  <a:pt x="23" y="44"/>
                  <a:pt x="21" y="44"/>
                  <a:pt x="19" y="43"/>
                </a:cubicBezTo>
                <a:cubicBezTo>
                  <a:pt x="18" y="43"/>
                  <a:pt x="16" y="43"/>
                  <a:pt x="15" y="42"/>
                </a:cubicBezTo>
                <a:cubicBezTo>
                  <a:pt x="9" y="45"/>
                  <a:pt x="9" y="45"/>
                  <a:pt x="9" y="45"/>
                </a:cubicBezTo>
                <a:cubicBezTo>
                  <a:pt x="8" y="46"/>
                  <a:pt x="7" y="46"/>
                  <a:pt x="7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6" y="46"/>
                  <a:pt x="6" y="45"/>
                  <a:pt x="5" y="45"/>
                </a:cubicBezTo>
                <a:cubicBezTo>
                  <a:pt x="4" y="45"/>
                  <a:pt x="4" y="44"/>
                  <a:pt x="4" y="43"/>
                </a:cubicBezTo>
                <a:cubicBezTo>
                  <a:pt x="4" y="43"/>
                  <a:pt x="4" y="42"/>
                  <a:pt x="4" y="42"/>
                </a:cubicBezTo>
                <a:cubicBezTo>
                  <a:pt x="5" y="35"/>
                  <a:pt x="5" y="35"/>
                  <a:pt x="5" y="35"/>
                </a:cubicBezTo>
                <a:cubicBezTo>
                  <a:pt x="4" y="33"/>
                  <a:pt x="3" y="32"/>
                  <a:pt x="2" y="30"/>
                </a:cubicBezTo>
                <a:cubicBezTo>
                  <a:pt x="1" y="27"/>
                  <a:pt x="0" y="25"/>
                  <a:pt x="0" y="22"/>
                </a:cubicBezTo>
                <a:cubicBezTo>
                  <a:pt x="0" y="16"/>
                  <a:pt x="3" y="11"/>
                  <a:pt x="8" y="7"/>
                </a:cubicBezTo>
                <a:cubicBezTo>
                  <a:pt x="12" y="3"/>
                  <a:pt x="19" y="0"/>
                  <a:pt x="25" y="0"/>
                </a:cubicBezTo>
                <a:close/>
                <a:moveTo>
                  <a:pt x="41" y="10"/>
                </a:moveTo>
                <a:cubicBezTo>
                  <a:pt x="41" y="10"/>
                  <a:pt x="41" y="10"/>
                  <a:pt x="41" y="10"/>
                </a:cubicBezTo>
                <a:cubicBezTo>
                  <a:pt x="37" y="6"/>
                  <a:pt x="31" y="4"/>
                  <a:pt x="25" y="4"/>
                </a:cubicBezTo>
                <a:cubicBezTo>
                  <a:pt x="19" y="4"/>
                  <a:pt x="14" y="6"/>
                  <a:pt x="10" y="10"/>
                </a:cubicBezTo>
                <a:cubicBezTo>
                  <a:pt x="7" y="13"/>
                  <a:pt x="4" y="17"/>
                  <a:pt x="4" y="22"/>
                </a:cubicBezTo>
                <a:cubicBezTo>
                  <a:pt x="4" y="24"/>
                  <a:pt x="5" y="26"/>
                  <a:pt x="5" y="28"/>
                </a:cubicBezTo>
                <a:cubicBezTo>
                  <a:pt x="6" y="30"/>
                  <a:pt x="7" y="32"/>
                  <a:pt x="9" y="33"/>
                </a:cubicBezTo>
                <a:cubicBezTo>
                  <a:pt x="9" y="34"/>
                  <a:pt x="9" y="34"/>
                  <a:pt x="9" y="35"/>
                </a:cubicBezTo>
                <a:cubicBezTo>
                  <a:pt x="8" y="41"/>
                  <a:pt x="8" y="41"/>
                  <a:pt x="8" y="41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38"/>
                  <a:pt x="15" y="38"/>
                  <a:pt x="15" y="38"/>
                </a:cubicBezTo>
                <a:cubicBezTo>
                  <a:pt x="17" y="39"/>
                  <a:pt x="18" y="39"/>
                  <a:pt x="20" y="40"/>
                </a:cubicBezTo>
                <a:cubicBezTo>
                  <a:pt x="22" y="40"/>
                  <a:pt x="24" y="40"/>
                  <a:pt x="25" y="40"/>
                </a:cubicBezTo>
                <a:cubicBezTo>
                  <a:pt x="31" y="40"/>
                  <a:pt x="37" y="38"/>
                  <a:pt x="41" y="35"/>
                </a:cubicBezTo>
                <a:cubicBezTo>
                  <a:pt x="44" y="32"/>
                  <a:pt x="47" y="27"/>
                  <a:pt x="47" y="22"/>
                </a:cubicBezTo>
                <a:cubicBezTo>
                  <a:pt x="47" y="17"/>
                  <a:pt x="44" y="13"/>
                  <a:pt x="41" y="10"/>
                </a:cubicBezTo>
                <a:close/>
                <a:moveTo>
                  <a:pt x="33" y="27"/>
                </a:move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8"/>
                  <a:pt x="33" y="29"/>
                </a:cubicBezTo>
                <a:cubicBezTo>
                  <a:pt x="33" y="29"/>
                  <a:pt x="32" y="30"/>
                  <a:pt x="32" y="30"/>
                </a:cubicBezTo>
                <a:cubicBezTo>
                  <a:pt x="32" y="31"/>
                  <a:pt x="32" y="31"/>
                  <a:pt x="31" y="32"/>
                </a:cubicBezTo>
                <a:cubicBezTo>
                  <a:pt x="31" y="32"/>
                  <a:pt x="30" y="32"/>
                  <a:pt x="30" y="33"/>
                </a:cubicBezTo>
                <a:cubicBezTo>
                  <a:pt x="29" y="33"/>
                  <a:pt x="28" y="33"/>
                  <a:pt x="28" y="32"/>
                </a:cubicBezTo>
                <a:cubicBezTo>
                  <a:pt x="28" y="31"/>
                  <a:pt x="28" y="31"/>
                  <a:pt x="29" y="30"/>
                </a:cubicBezTo>
                <a:cubicBezTo>
                  <a:pt x="29" y="30"/>
                  <a:pt x="29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29"/>
                  <a:pt x="30" y="29"/>
                </a:cubicBezTo>
                <a:cubicBezTo>
                  <a:pt x="30" y="29"/>
                  <a:pt x="30" y="29"/>
                  <a:pt x="30" y="28"/>
                </a:cubicBezTo>
                <a:cubicBezTo>
                  <a:pt x="30" y="28"/>
                  <a:pt x="30" y="28"/>
                  <a:pt x="31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6" y="27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7" y="21"/>
                  <a:pt x="27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4"/>
                  <a:pt x="33" y="25"/>
                  <a:pt x="33" y="27"/>
                </a:cubicBezTo>
                <a:cubicBezTo>
                  <a:pt x="33" y="27"/>
                  <a:pt x="33" y="27"/>
                  <a:pt x="33" y="27"/>
                </a:cubicBezTo>
                <a:close/>
                <a:moveTo>
                  <a:pt x="40" y="27"/>
                </a:moveTo>
                <a:cubicBezTo>
                  <a:pt x="40" y="27"/>
                  <a:pt x="40" y="27"/>
                  <a:pt x="40" y="27"/>
                </a:cubicBezTo>
                <a:cubicBezTo>
                  <a:pt x="40" y="27"/>
                  <a:pt x="40" y="27"/>
                  <a:pt x="40" y="27"/>
                </a:cubicBezTo>
                <a:cubicBezTo>
                  <a:pt x="40" y="27"/>
                  <a:pt x="40" y="28"/>
                  <a:pt x="40" y="29"/>
                </a:cubicBezTo>
                <a:cubicBezTo>
                  <a:pt x="40" y="29"/>
                  <a:pt x="40" y="30"/>
                  <a:pt x="40" y="30"/>
                </a:cubicBezTo>
                <a:cubicBezTo>
                  <a:pt x="40" y="31"/>
                  <a:pt x="39" y="31"/>
                  <a:pt x="39" y="32"/>
                </a:cubicBezTo>
                <a:cubicBezTo>
                  <a:pt x="38" y="32"/>
                  <a:pt x="38" y="32"/>
                  <a:pt x="37" y="33"/>
                </a:cubicBezTo>
                <a:cubicBezTo>
                  <a:pt x="37" y="33"/>
                  <a:pt x="36" y="33"/>
                  <a:pt x="36" y="32"/>
                </a:cubicBezTo>
                <a:cubicBezTo>
                  <a:pt x="35" y="31"/>
                  <a:pt x="36" y="31"/>
                  <a:pt x="36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0"/>
                  <a:pt x="38" y="29"/>
                  <a:pt x="38" y="29"/>
                </a:cubicBezTo>
                <a:cubicBezTo>
                  <a:pt x="38" y="29"/>
                  <a:pt x="38" y="29"/>
                  <a:pt x="38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4" y="28"/>
                  <a:pt x="34" y="27"/>
                  <a:pt x="34" y="27"/>
                </a:cubicBezTo>
                <a:cubicBezTo>
                  <a:pt x="34" y="27"/>
                  <a:pt x="34" y="27"/>
                  <a:pt x="34" y="27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9" y="21"/>
                  <a:pt x="39" y="21"/>
                  <a:pt x="39" y="21"/>
                </a:cubicBezTo>
                <a:cubicBezTo>
                  <a:pt x="40" y="21"/>
                  <a:pt x="40" y="22"/>
                  <a:pt x="40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40" y="24"/>
                  <a:pt x="40" y="25"/>
                  <a:pt x="40" y="27"/>
                </a:cubicBezTo>
                <a:cubicBezTo>
                  <a:pt x="40" y="27"/>
                  <a:pt x="40" y="27"/>
                  <a:pt x="40" y="27"/>
                </a:cubicBezTo>
                <a:close/>
                <a:moveTo>
                  <a:pt x="18" y="18"/>
                </a:moveTo>
                <a:cubicBezTo>
                  <a:pt x="18" y="18"/>
                  <a:pt x="18" y="18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6"/>
                  <a:pt x="18" y="15"/>
                  <a:pt x="19" y="14"/>
                </a:cubicBezTo>
                <a:cubicBezTo>
                  <a:pt x="19" y="14"/>
                  <a:pt x="19" y="13"/>
                  <a:pt x="20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2"/>
                  <a:pt x="21" y="12"/>
                  <a:pt x="21" y="12"/>
                </a:cubicBezTo>
                <a:cubicBezTo>
                  <a:pt x="22" y="12"/>
                  <a:pt x="22" y="12"/>
                  <a:pt x="23" y="13"/>
                </a:cubicBezTo>
                <a:cubicBezTo>
                  <a:pt x="23" y="13"/>
                  <a:pt x="23" y="14"/>
                  <a:pt x="22" y="14"/>
                </a:cubicBezTo>
                <a:cubicBezTo>
                  <a:pt x="22" y="14"/>
                  <a:pt x="22" y="14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0" y="16"/>
                  <a:pt x="20" y="16"/>
                  <a:pt x="20" y="17"/>
                </a:cubicBezTo>
                <a:cubicBezTo>
                  <a:pt x="23" y="17"/>
                  <a:pt x="23" y="17"/>
                  <a:pt x="23" y="17"/>
                </a:cubicBezTo>
                <a:cubicBezTo>
                  <a:pt x="24" y="17"/>
                  <a:pt x="25" y="17"/>
                  <a:pt x="25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3"/>
                  <a:pt x="24" y="23"/>
                  <a:pt x="23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8" y="23"/>
                  <a:pt x="18" y="23"/>
                  <a:pt x="18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21"/>
                  <a:pt x="18" y="19"/>
                  <a:pt x="18" y="18"/>
                </a:cubicBezTo>
                <a:cubicBezTo>
                  <a:pt x="18" y="18"/>
                  <a:pt x="18" y="18"/>
                  <a:pt x="18" y="1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53" name="Freeform 87">
            <a:extLst>
              <a:ext uri="{FF2B5EF4-FFF2-40B4-BE49-F238E27FC236}">
                <a16:creationId xmlns:a16="http://schemas.microsoft.com/office/drawing/2014/main" id="{8A79A4C6-B981-CED3-D22F-7159ECF0AE3F}"/>
              </a:ext>
            </a:extLst>
          </p:cNvPr>
          <p:cNvSpPr>
            <a:spLocks noEditPoints="1"/>
          </p:cNvSpPr>
          <p:nvPr/>
        </p:nvSpPr>
        <p:spPr bwMode="auto">
          <a:xfrm>
            <a:off x="5060352" y="2580665"/>
            <a:ext cx="182033" cy="211667"/>
          </a:xfrm>
          <a:custGeom>
            <a:avLst/>
            <a:gdLst>
              <a:gd name="T0" fmla="*/ 136525 w 43"/>
              <a:gd name="T1" fmla="*/ 22225 h 50"/>
              <a:gd name="T2" fmla="*/ 136525 w 43"/>
              <a:gd name="T3" fmla="*/ 152400 h 50"/>
              <a:gd name="T4" fmla="*/ 130175 w 43"/>
              <a:gd name="T5" fmla="*/ 158750 h 50"/>
              <a:gd name="T6" fmla="*/ 25400 w 43"/>
              <a:gd name="T7" fmla="*/ 158750 h 50"/>
              <a:gd name="T8" fmla="*/ 0 w 43"/>
              <a:gd name="T9" fmla="*/ 142875 h 50"/>
              <a:gd name="T10" fmla="*/ 0 w 43"/>
              <a:gd name="T11" fmla="*/ 15875 h 50"/>
              <a:gd name="T12" fmla="*/ 9525 w 43"/>
              <a:gd name="T13" fmla="*/ 3175 h 50"/>
              <a:gd name="T14" fmla="*/ 130175 w 43"/>
              <a:gd name="T15" fmla="*/ 0 h 50"/>
              <a:gd name="T16" fmla="*/ 130175 w 43"/>
              <a:gd name="T17" fmla="*/ 12700 h 50"/>
              <a:gd name="T18" fmla="*/ 15875 w 43"/>
              <a:gd name="T19" fmla="*/ 12700 h 50"/>
              <a:gd name="T20" fmla="*/ 15875 w 43"/>
              <a:gd name="T21" fmla="*/ 15875 h 50"/>
              <a:gd name="T22" fmla="*/ 130175 w 43"/>
              <a:gd name="T23" fmla="*/ 15875 h 50"/>
              <a:gd name="T24" fmla="*/ 41275 w 43"/>
              <a:gd name="T25" fmla="*/ 123825 h 50"/>
              <a:gd name="T26" fmla="*/ 38100 w 43"/>
              <a:gd name="T27" fmla="*/ 127000 h 50"/>
              <a:gd name="T28" fmla="*/ 41275 w 43"/>
              <a:gd name="T29" fmla="*/ 111125 h 50"/>
              <a:gd name="T30" fmla="*/ 53975 w 43"/>
              <a:gd name="T31" fmla="*/ 104775 h 50"/>
              <a:gd name="T32" fmla="*/ 57150 w 43"/>
              <a:gd name="T33" fmla="*/ 104775 h 50"/>
              <a:gd name="T34" fmla="*/ 50800 w 43"/>
              <a:gd name="T35" fmla="*/ 95250 h 50"/>
              <a:gd name="T36" fmla="*/ 44450 w 43"/>
              <a:gd name="T37" fmla="*/ 88900 h 50"/>
              <a:gd name="T38" fmla="*/ 44450 w 43"/>
              <a:gd name="T39" fmla="*/ 73025 h 50"/>
              <a:gd name="T40" fmla="*/ 53975 w 43"/>
              <a:gd name="T41" fmla="*/ 53975 h 50"/>
              <a:gd name="T42" fmla="*/ 73025 w 43"/>
              <a:gd name="T43" fmla="*/ 50800 h 50"/>
              <a:gd name="T44" fmla="*/ 88900 w 43"/>
              <a:gd name="T45" fmla="*/ 57150 h 50"/>
              <a:gd name="T46" fmla="*/ 92075 w 43"/>
              <a:gd name="T47" fmla="*/ 76200 h 50"/>
              <a:gd name="T48" fmla="*/ 92075 w 43"/>
              <a:gd name="T49" fmla="*/ 88900 h 50"/>
              <a:gd name="T50" fmla="*/ 88900 w 43"/>
              <a:gd name="T51" fmla="*/ 95250 h 50"/>
              <a:gd name="T52" fmla="*/ 85725 w 43"/>
              <a:gd name="T53" fmla="*/ 95250 h 50"/>
              <a:gd name="T54" fmla="*/ 82550 w 43"/>
              <a:gd name="T55" fmla="*/ 104775 h 50"/>
              <a:gd name="T56" fmla="*/ 82550 w 43"/>
              <a:gd name="T57" fmla="*/ 104775 h 50"/>
              <a:gd name="T58" fmla="*/ 101600 w 43"/>
              <a:gd name="T59" fmla="*/ 123825 h 50"/>
              <a:gd name="T60" fmla="*/ 95250 w 43"/>
              <a:gd name="T61" fmla="*/ 123825 h 50"/>
              <a:gd name="T62" fmla="*/ 82550 w 43"/>
              <a:gd name="T63" fmla="*/ 111125 h 50"/>
              <a:gd name="T64" fmla="*/ 76200 w 43"/>
              <a:gd name="T65" fmla="*/ 111125 h 50"/>
              <a:gd name="T66" fmla="*/ 73025 w 43"/>
              <a:gd name="T67" fmla="*/ 104775 h 50"/>
              <a:gd name="T68" fmla="*/ 76200 w 43"/>
              <a:gd name="T69" fmla="*/ 98425 h 50"/>
              <a:gd name="T70" fmla="*/ 82550 w 43"/>
              <a:gd name="T71" fmla="*/ 88900 h 50"/>
              <a:gd name="T72" fmla="*/ 85725 w 43"/>
              <a:gd name="T73" fmla="*/ 85725 h 50"/>
              <a:gd name="T74" fmla="*/ 85725 w 43"/>
              <a:gd name="T75" fmla="*/ 82550 h 50"/>
              <a:gd name="T76" fmla="*/ 85725 w 43"/>
              <a:gd name="T77" fmla="*/ 79375 h 50"/>
              <a:gd name="T78" fmla="*/ 85725 w 43"/>
              <a:gd name="T79" fmla="*/ 73025 h 50"/>
              <a:gd name="T80" fmla="*/ 82550 w 43"/>
              <a:gd name="T81" fmla="*/ 63500 h 50"/>
              <a:gd name="T82" fmla="*/ 76200 w 43"/>
              <a:gd name="T83" fmla="*/ 60325 h 50"/>
              <a:gd name="T84" fmla="*/ 73025 w 43"/>
              <a:gd name="T85" fmla="*/ 57150 h 50"/>
              <a:gd name="T86" fmla="*/ 66675 w 43"/>
              <a:gd name="T87" fmla="*/ 57150 h 50"/>
              <a:gd name="T88" fmla="*/ 53975 w 43"/>
              <a:gd name="T89" fmla="*/ 66675 h 50"/>
              <a:gd name="T90" fmla="*/ 53975 w 43"/>
              <a:gd name="T91" fmla="*/ 79375 h 50"/>
              <a:gd name="T92" fmla="*/ 53975 w 43"/>
              <a:gd name="T93" fmla="*/ 85725 h 50"/>
              <a:gd name="T94" fmla="*/ 53975 w 43"/>
              <a:gd name="T95" fmla="*/ 88900 h 50"/>
              <a:gd name="T96" fmla="*/ 60325 w 43"/>
              <a:gd name="T97" fmla="*/ 98425 h 50"/>
              <a:gd name="T98" fmla="*/ 63500 w 43"/>
              <a:gd name="T99" fmla="*/ 101600 h 50"/>
              <a:gd name="T100" fmla="*/ 63500 w 43"/>
              <a:gd name="T101" fmla="*/ 104775 h 50"/>
              <a:gd name="T102" fmla="*/ 53975 w 43"/>
              <a:gd name="T103" fmla="*/ 111125 h 50"/>
              <a:gd name="T104" fmla="*/ 41275 w 43"/>
              <a:gd name="T105" fmla="*/ 123825 h 50"/>
              <a:gd name="T106" fmla="*/ 25400 w 43"/>
              <a:gd name="T107" fmla="*/ 28575 h 50"/>
              <a:gd name="T108" fmla="*/ 12700 w 43"/>
              <a:gd name="T109" fmla="*/ 142875 h 50"/>
              <a:gd name="T110" fmla="*/ 25400 w 43"/>
              <a:gd name="T111" fmla="*/ 146050 h 50"/>
              <a:gd name="T112" fmla="*/ 123825 w 43"/>
              <a:gd name="T113" fmla="*/ 28575 h 5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43" h="50">
                <a:moveTo>
                  <a:pt x="41" y="5"/>
                </a:moveTo>
                <a:cubicBezTo>
                  <a:pt x="42" y="5"/>
                  <a:pt x="43" y="6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48"/>
                  <a:pt x="43" y="48"/>
                  <a:pt x="4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3" y="49"/>
                  <a:pt x="42" y="50"/>
                  <a:pt x="41" y="50"/>
                </a:cubicBezTo>
                <a:cubicBezTo>
                  <a:pt x="41" y="50"/>
                  <a:pt x="41" y="50"/>
                  <a:pt x="41" y="50"/>
                </a:cubicBezTo>
                <a:cubicBezTo>
                  <a:pt x="8" y="50"/>
                  <a:pt x="8" y="50"/>
                  <a:pt x="8" y="50"/>
                </a:cubicBezTo>
                <a:cubicBezTo>
                  <a:pt x="6" y="50"/>
                  <a:pt x="4" y="49"/>
                  <a:pt x="3" y="49"/>
                </a:cubicBezTo>
                <a:cubicBezTo>
                  <a:pt x="1" y="48"/>
                  <a:pt x="0" y="47"/>
                  <a:pt x="0" y="45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1" y="2"/>
                  <a:pt x="3" y="1"/>
                </a:cubicBezTo>
                <a:cubicBezTo>
                  <a:pt x="4" y="0"/>
                  <a:pt x="6" y="0"/>
                  <a:pt x="8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2" y="0"/>
                  <a:pt x="43" y="1"/>
                  <a:pt x="43" y="2"/>
                </a:cubicBezTo>
                <a:cubicBezTo>
                  <a:pt x="43" y="3"/>
                  <a:pt x="42" y="4"/>
                  <a:pt x="41" y="4"/>
                </a:cubicBezTo>
                <a:cubicBezTo>
                  <a:pt x="8" y="4"/>
                  <a:pt x="8" y="4"/>
                  <a:pt x="8" y="4"/>
                </a:cubicBezTo>
                <a:cubicBezTo>
                  <a:pt x="7" y="4"/>
                  <a:pt x="5" y="4"/>
                  <a:pt x="5" y="4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5" y="5"/>
                </a:cubicBezTo>
                <a:cubicBezTo>
                  <a:pt x="5" y="5"/>
                  <a:pt x="7" y="5"/>
                  <a:pt x="8" y="5"/>
                </a:cubicBezTo>
                <a:cubicBezTo>
                  <a:pt x="41" y="5"/>
                  <a:pt x="41" y="5"/>
                  <a:pt x="41" y="5"/>
                </a:cubicBezTo>
                <a:cubicBezTo>
                  <a:pt x="41" y="5"/>
                  <a:pt x="41" y="5"/>
                  <a:pt x="41" y="5"/>
                </a:cubicBezTo>
                <a:close/>
                <a:moveTo>
                  <a:pt x="13" y="39"/>
                </a:moveTo>
                <a:cubicBezTo>
                  <a:pt x="13" y="39"/>
                  <a:pt x="13" y="39"/>
                  <a:pt x="13" y="39"/>
                </a:cubicBezTo>
                <a:cubicBezTo>
                  <a:pt x="13" y="40"/>
                  <a:pt x="13" y="40"/>
                  <a:pt x="12" y="40"/>
                </a:cubicBezTo>
                <a:cubicBezTo>
                  <a:pt x="11" y="40"/>
                  <a:pt x="11" y="40"/>
                  <a:pt x="11" y="39"/>
                </a:cubicBezTo>
                <a:cubicBezTo>
                  <a:pt x="11" y="37"/>
                  <a:pt x="12" y="36"/>
                  <a:pt x="13" y="35"/>
                </a:cubicBezTo>
                <a:cubicBezTo>
                  <a:pt x="14" y="34"/>
                  <a:pt x="16" y="33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33"/>
                  <a:pt x="17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7" y="32"/>
                  <a:pt x="16" y="31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5" y="29"/>
                  <a:pt x="15" y="29"/>
                  <a:pt x="14" y="28"/>
                </a:cubicBezTo>
                <a:cubicBezTo>
                  <a:pt x="14" y="27"/>
                  <a:pt x="14" y="26"/>
                  <a:pt x="14" y="25"/>
                </a:cubicBezTo>
                <a:cubicBezTo>
                  <a:pt x="14" y="25"/>
                  <a:pt x="14" y="24"/>
                  <a:pt x="14" y="23"/>
                </a:cubicBezTo>
                <a:cubicBezTo>
                  <a:pt x="14" y="22"/>
                  <a:pt x="14" y="21"/>
                  <a:pt x="15" y="20"/>
                </a:cubicBezTo>
                <a:cubicBezTo>
                  <a:pt x="15" y="19"/>
                  <a:pt x="16" y="17"/>
                  <a:pt x="17" y="17"/>
                </a:cubicBezTo>
                <a:cubicBezTo>
                  <a:pt x="18" y="16"/>
                  <a:pt x="19" y="16"/>
                  <a:pt x="21" y="16"/>
                </a:cubicBezTo>
                <a:cubicBezTo>
                  <a:pt x="21" y="16"/>
                  <a:pt x="22" y="16"/>
                  <a:pt x="23" y="16"/>
                </a:cubicBezTo>
                <a:cubicBezTo>
                  <a:pt x="24" y="16"/>
                  <a:pt x="25" y="16"/>
                  <a:pt x="25" y="17"/>
                </a:cubicBezTo>
                <a:cubicBezTo>
                  <a:pt x="26" y="17"/>
                  <a:pt x="27" y="17"/>
                  <a:pt x="28" y="18"/>
                </a:cubicBezTo>
                <a:cubicBezTo>
                  <a:pt x="28" y="19"/>
                  <a:pt x="29" y="21"/>
                  <a:pt x="29" y="22"/>
                </a:cubicBezTo>
                <a:cubicBezTo>
                  <a:pt x="29" y="22"/>
                  <a:pt x="29" y="23"/>
                  <a:pt x="29" y="24"/>
                </a:cubicBezTo>
                <a:cubicBezTo>
                  <a:pt x="29" y="24"/>
                  <a:pt x="29" y="25"/>
                  <a:pt x="29" y="25"/>
                </a:cubicBezTo>
                <a:cubicBezTo>
                  <a:pt x="29" y="26"/>
                  <a:pt x="29" y="27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9"/>
                  <a:pt x="28" y="29"/>
                  <a:pt x="28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7" y="30"/>
                  <a:pt x="27" y="30"/>
                </a:cubicBezTo>
                <a:cubicBezTo>
                  <a:pt x="27" y="31"/>
                  <a:pt x="27" y="32"/>
                  <a:pt x="26" y="33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3"/>
                  <a:pt x="26" y="33"/>
                  <a:pt x="26" y="33"/>
                </a:cubicBezTo>
                <a:cubicBezTo>
                  <a:pt x="27" y="33"/>
                  <a:pt x="29" y="34"/>
                  <a:pt x="31" y="35"/>
                </a:cubicBezTo>
                <a:cubicBezTo>
                  <a:pt x="32" y="36"/>
                  <a:pt x="32" y="37"/>
                  <a:pt x="32" y="39"/>
                </a:cubicBezTo>
                <a:cubicBezTo>
                  <a:pt x="33" y="40"/>
                  <a:pt x="32" y="40"/>
                  <a:pt x="31" y="40"/>
                </a:cubicBezTo>
                <a:cubicBezTo>
                  <a:pt x="31" y="40"/>
                  <a:pt x="30" y="40"/>
                  <a:pt x="30" y="39"/>
                </a:cubicBezTo>
                <a:cubicBezTo>
                  <a:pt x="30" y="38"/>
                  <a:pt x="30" y="37"/>
                  <a:pt x="29" y="37"/>
                </a:cubicBezTo>
                <a:cubicBezTo>
                  <a:pt x="28" y="36"/>
                  <a:pt x="27" y="36"/>
                  <a:pt x="26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5" y="35"/>
                  <a:pt x="25" y="35"/>
                  <a:pt x="24" y="35"/>
                </a:cubicBezTo>
                <a:cubicBezTo>
                  <a:pt x="24" y="35"/>
                  <a:pt x="24" y="35"/>
                  <a:pt x="24" y="35"/>
                </a:cubicBezTo>
                <a:cubicBezTo>
                  <a:pt x="24" y="34"/>
                  <a:pt x="23" y="34"/>
                  <a:pt x="23" y="33"/>
                </a:cubicBezTo>
                <a:cubicBezTo>
                  <a:pt x="23" y="32"/>
                  <a:pt x="23" y="32"/>
                  <a:pt x="23" y="32"/>
                </a:cubicBezTo>
                <a:cubicBezTo>
                  <a:pt x="23" y="32"/>
                  <a:pt x="24" y="32"/>
                  <a:pt x="24" y="31"/>
                </a:cubicBezTo>
                <a:cubicBezTo>
                  <a:pt x="25" y="31"/>
                  <a:pt x="25" y="30"/>
                  <a:pt x="25" y="30"/>
                </a:cubicBezTo>
                <a:cubicBezTo>
                  <a:pt x="25" y="29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6"/>
                  <a:pt x="27" y="26"/>
                </a:cubicBezTo>
                <a:cubicBezTo>
                  <a:pt x="27" y="26"/>
                  <a:pt x="27" y="26"/>
                  <a:pt x="27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5"/>
                  <a:pt x="27" y="25"/>
                  <a:pt x="27" y="25"/>
                </a:cubicBezTo>
                <a:cubicBezTo>
                  <a:pt x="27" y="24"/>
                  <a:pt x="27" y="24"/>
                  <a:pt x="27" y="23"/>
                </a:cubicBezTo>
                <a:cubicBezTo>
                  <a:pt x="27" y="23"/>
                  <a:pt x="27" y="22"/>
                  <a:pt x="27" y="22"/>
                </a:cubicBezTo>
                <a:cubicBezTo>
                  <a:pt x="27" y="21"/>
                  <a:pt x="26" y="20"/>
                  <a:pt x="26" y="20"/>
                </a:cubicBezTo>
                <a:cubicBezTo>
                  <a:pt x="26" y="19"/>
                  <a:pt x="25" y="19"/>
                  <a:pt x="25" y="19"/>
                </a:cubicBezTo>
                <a:cubicBezTo>
                  <a:pt x="25" y="19"/>
                  <a:pt x="24" y="19"/>
                  <a:pt x="24" y="19"/>
                </a:cubicBezTo>
                <a:cubicBezTo>
                  <a:pt x="24" y="19"/>
                  <a:pt x="23" y="19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2" y="18"/>
                </a:cubicBezTo>
                <a:cubicBezTo>
                  <a:pt x="22" y="18"/>
                  <a:pt x="21" y="18"/>
                  <a:pt x="21" y="18"/>
                </a:cubicBezTo>
                <a:cubicBezTo>
                  <a:pt x="20" y="18"/>
                  <a:pt x="19" y="18"/>
                  <a:pt x="18" y="19"/>
                </a:cubicBezTo>
                <a:cubicBezTo>
                  <a:pt x="18" y="19"/>
                  <a:pt x="17" y="20"/>
                  <a:pt x="17" y="21"/>
                </a:cubicBezTo>
                <a:cubicBezTo>
                  <a:pt x="17" y="21"/>
                  <a:pt x="16" y="22"/>
                  <a:pt x="16" y="23"/>
                </a:cubicBezTo>
                <a:cubicBezTo>
                  <a:pt x="16" y="24"/>
                  <a:pt x="17" y="24"/>
                  <a:pt x="17" y="25"/>
                </a:cubicBezTo>
                <a:cubicBezTo>
                  <a:pt x="17" y="25"/>
                  <a:pt x="17" y="26"/>
                  <a:pt x="17" y="26"/>
                </a:cubicBezTo>
                <a:cubicBezTo>
                  <a:pt x="16" y="26"/>
                  <a:pt x="16" y="27"/>
                  <a:pt x="17" y="27"/>
                </a:cubicBezTo>
                <a:cubicBezTo>
                  <a:pt x="17" y="27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8" y="28"/>
                  <a:pt x="18" y="29"/>
                  <a:pt x="18" y="30"/>
                </a:cubicBezTo>
                <a:cubicBezTo>
                  <a:pt x="18" y="30"/>
                  <a:pt x="19" y="31"/>
                  <a:pt x="19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4"/>
                  <a:pt x="20" y="34"/>
                  <a:pt x="19" y="35"/>
                </a:cubicBezTo>
                <a:cubicBezTo>
                  <a:pt x="19" y="35"/>
                  <a:pt x="18" y="35"/>
                  <a:pt x="17" y="35"/>
                </a:cubicBezTo>
                <a:cubicBezTo>
                  <a:pt x="17" y="36"/>
                  <a:pt x="15" y="36"/>
                  <a:pt x="14" y="37"/>
                </a:cubicBezTo>
                <a:cubicBezTo>
                  <a:pt x="14" y="37"/>
                  <a:pt x="13" y="38"/>
                  <a:pt x="13" y="39"/>
                </a:cubicBezTo>
                <a:close/>
                <a:moveTo>
                  <a:pt x="8" y="9"/>
                </a:moveTo>
                <a:cubicBezTo>
                  <a:pt x="8" y="9"/>
                  <a:pt x="8" y="9"/>
                  <a:pt x="8" y="9"/>
                </a:cubicBezTo>
                <a:cubicBezTo>
                  <a:pt x="6" y="9"/>
                  <a:pt x="5" y="9"/>
                  <a:pt x="4" y="9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4" y="45"/>
                  <a:pt x="5" y="45"/>
                </a:cubicBezTo>
                <a:cubicBezTo>
                  <a:pt x="5" y="46"/>
                  <a:pt x="7" y="46"/>
                  <a:pt x="8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9"/>
                  <a:pt x="39" y="9"/>
                  <a:pt x="39" y="9"/>
                </a:cubicBezTo>
                <a:cubicBezTo>
                  <a:pt x="8" y="9"/>
                  <a:pt x="8" y="9"/>
                  <a:pt x="8" y="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54" name="Freeform 88">
            <a:extLst>
              <a:ext uri="{FF2B5EF4-FFF2-40B4-BE49-F238E27FC236}">
                <a16:creationId xmlns:a16="http://schemas.microsoft.com/office/drawing/2014/main" id="{7DBAC3EA-B2DE-22AD-203F-8F02E11F9C2C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2589132"/>
            <a:ext cx="215900" cy="194733"/>
          </a:xfrm>
          <a:custGeom>
            <a:avLst/>
            <a:gdLst>
              <a:gd name="T0" fmla="*/ 142875 w 51"/>
              <a:gd name="T1" fmla="*/ 92075 h 46"/>
              <a:gd name="T2" fmla="*/ 149225 w 51"/>
              <a:gd name="T3" fmla="*/ 79375 h 46"/>
              <a:gd name="T4" fmla="*/ 133350 w 51"/>
              <a:gd name="T5" fmla="*/ 60325 h 46"/>
              <a:gd name="T6" fmla="*/ 127000 w 51"/>
              <a:gd name="T7" fmla="*/ 53975 h 46"/>
              <a:gd name="T8" fmla="*/ 85725 w 51"/>
              <a:gd name="T9" fmla="*/ 12700 h 46"/>
              <a:gd name="T10" fmla="*/ 47625 w 51"/>
              <a:gd name="T11" fmla="*/ 38100 h 46"/>
              <a:gd name="T12" fmla="*/ 22225 w 51"/>
              <a:gd name="T13" fmla="*/ 50800 h 46"/>
              <a:gd name="T14" fmla="*/ 22225 w 51"/>
              <a:gd name="T15" fmla="*/ 88900 h 46"/>
              <a:gd name="T16" fmla="*/ 41275 w 51"/>
              <a:gd name="T17" fmla="*/ 98425 h 46"/>
              <a:gd name="T18" fmla="*/ 44450 w 51"/>
              <a:gd name="T19" fmla="*/ 98425 h 46"/>
              <a:gd name="T20" fmla="*/ 63500 w 51"/>
              <a:gd name="T21" fmla="*/ 98425 h 46"/>
              <a:gd name="T22" fmla="*/ 63500 w 51"/>
              <a:gd name="T23" fmla="*/ 111125 h 46"/>
              <a:gd name="T24" fmla="*/ 44450 w 51"/>
              <a:gd name="T25" fmla="*/ 111125 h 46"/>
              <a:gd name="T26" fmla="*/ 41275 w 51"/>
              <a:gd name="T27" fmla="*/ 111125 h 46"/>
              <a:gd name="T28" fmla="*/ 12700 w 51"/>
              <a:gd name="T29" fmla="*/ 98425 h 46"/>
              <a:gd name="T30" fmla="*/ 12700 w 51"/>
              <a:gd name="T31" fmla="*/ 41275 h 46"/>
              <a:gd name="T32" fmla="*/ 53975 w 51"/>
              <a:gd name="T33" fmla="*/ 9525 h 46"/>
              <a:gd name="T34" fmla="*/ 123825 w 51"/>
              <a:gd name="T35" fmla="*/ 15875 h 46"/>
              <a:gd name="T36" fmla="*/ 152400 w 51"/>
              <a:gd name="T37" fmla="*/ 60325 h 46"/>
              <a:gd name="T38" fmla="*/ 152400 w 51"/>
              <a:gd name="T39" fmla="*/ 101600 h 46"/>
              <a:gd name="T40" fmla="*/ 133350 w 51"/>
              <a:gd name="T41" fmla="*/ 111125 h 46"/>
              <a:gd name="T42" fmla="*/ 130175 w 51"/>
              <a:gd name="T43" fmla="*/ 111125 h 46"/>
              <a:gd name="T44" fmla="*/ 101600 w 51"/>
              <a:gd name="T45" fmla="*/ 111125 h 46"/>
              <a:gd name="T46" fmla="*/ 95250 w 51"/>
              <a:gd name="T47" fmla="*/ 104775 h 46"/>
              <a:gd name="T48" fmla="*/ 101600 w 51"/>
              <a:gd name="T49" fmla="*/ 98425 h 46"/>
              <a:gd name="T50" fmla="*/ 79375 w 51"/>
              <a:gd name="T51" fmla="*/ 44450 h 46"/>
              <a:gd name="T52" fmla="*/ 79375 w 51"/>
              <a:gd name="T53" fmla="*/ 44450 h 46"/>
              <a:gd name="T54" fmla="*/ 79375 w 51"/>
              <a:gd name="T55" fmla="*/ 44450 h 46"/>
              <a:gd name="T56" fmla="*/ 79375 w 51"/>
              <a:gd name="T57" fmla="*/ 44450 h 46"/>
              <a:gd name="T58" fmla="*/ 79375 w 51"/>
              <a:gd name="T59" fmla="*/ 44450 h 46"/>
              <a:gd name="T60" fmla="*/ 79375 w 51"/>
              <a:gd name="T61" fmla="*/ 44450 h 46"/>
              <a:gd name="T62" fmla="*/ 79375 w 51"/>
              <a:gd name="T63" fmla="*/ 44450 h 46"/>
              <a:gd name="T64" fmla="*/ 82550 w 51"/>
              <a:gd name="T65" fmla="*/ 44450 h 46"/>
              <a:gd name="T66" fmla="*/ 82550 w 51"/>
              <a:gd name="T67" fmla="*/ 44450 h 46"/>
              <a:gd name="T68" fmla="*/ 82550 w 51"/>
              <a:gd name="T69" fmla="*/ 44450 h 46"/>
              <a:gd name="T70" fmla="*/ 82550 w 51"/>
              <a:gd name="T71" fmla="*/ 44450 h 46"/>
              <a:gd name="T72" fmla="*/ 82550 w 51"/>
              <a:gd name="T73" fmla="*/ 44450 h 46"/>
              <a:gd name="T74" fmla="*/ 82550 w 51"/>
              <a:gd name="T75" fmla="*/ 44450 h 46"/>
              <a:gd name="T76" fmla="*/ 82550 w 51"/>
              <a:gd name="T77" fmla="*/ 44450 h 46"/>
              <a:gd name="T78" fmla="*/ 82550 w 51"/>
              <a:gd name="T79" fmla="*/ 44450 h 46"/>
              <a:gd name="T80" fmla="*/ 114300 w 51"/>
              <a:gd name="T81" fmla="*/ 79375 h 46"/>
              <a:gd name="T82" fmla="*/ 85725 w 51"/>
              <a:gd name="T83" fmla="*/ 57150 h 46"/>
              <a:gd name="T84" fmla="*/ 82550 w 51"/>
              <a:gd name="T85" fmla="*/ 146050 h 46"/>
              <a:gd name="T86" fmla="*/ 76200 w 51"/>
              <a:gd name="T87" fmla="*/ 57150 h 46"/>
              <a:gd name="T88" fmla="*/ 47625 w 51"/>
              <a:gd name="T89" fmla="*/ 79375 h 46"/>
              <a:gd name="T90" fmla="*/ 79375 w 51"/>
              <a:gd name="T91" fmla="*/ 47625 h 46"/>
              <a:gd name="T92" fmla="*/ 82550 w 51"/>
              <a:gd name="T93" fmla="*/ 44450 h 46"/>
              <a:gd name="T94" fmla="*/ 82550 w 51"/>
              <a:gd name="T95" fmla="*/ 44450 h 46"/>
              <a:gd name="T96" fmla="*/ 82550 w 51"/>
              <a:gd name="T97" fmla="*/ 44450 h 4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" h="46">
                <a:moveTo>
                  <a:pt x="41" y="31"/>
                </a:moveTo>
                <a:cubicBezTo>
                  <a:pt x="42" y="31"/>
                  <a:pt x="44" y="30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6" y="28"/>
                  <a:pt x="47" y="27"/>
                  <a:pt x="47" y="25"/>
                </a:cubicBezTo>
                <a:cubicBezTo>
                  <a:pt x="47" y="23"/>
                  <a:pt x="46" y="22"/>
                  <a:pt x="45" y="21"/>
                </a:cubicBezTo>
                <a:cubicBezTo>
                  <a:pt x="44" y="20"/>
                  <a:pt x="43" y="19"/>
                  <a:pt x="42" y="19"/>
                </a:cubicBezTo>
                <a:cubicBezTo>
                  <a:pt x="41" y="19"/>
                  <a:pt x="40" y="18"/>
                  <a:pt x="40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3"/>
                  <a:pt x="39" y="10"/>
                  <a:pt x="36" y="8"/>
                </a:cubicBezTo>
                <a:cubicBezTo>
                  <a:pt x="34" y="5"/>
                  <a:pt x="30" y="4"/>
                  <a:pt x="27" y="4"/>
                </a:cubicBezTo>
                <a:cubicBezTo>
                  <a:pt x="24" y="4"/>
                  <a:pt x="22" y="4"/>
                  <a:pt x="19" y="6"/>
                </a:cubicBezTo>
                <a:cubicBezTo>
                  <a:pt x="17" y="7"/>
                  <a:pt x="16" y="9"/>
                  <a:pt x="15" y="12"/>
                </a:cubicBezTo>
                <a:cubicBezTo>
                  <a:pt x="14" y="12"/>
                  <a:pt x="14" y="13"/>
                  <a:pt x="13" y="13"/>
                </a:cubicBezTo>
                <a:cubicBezTo>
                  <a:pt x="10" y="13"/>
                  <a:pt x="8" y="14"/>
                  <a:pt x="7" y="16"/>
                </a:cubicBezTo>
                <a:cubicBezTo>
                  <a:pt x="5" y="17"/>
                  <a:pt x="4" y="20"/>
                  <a:pt x="4" y="22"/>
                </a:cubicBezTo>
                <a:cubicBezTo>
                  <a:pt x="4" y="24"/>
                  <a:pt x="5" y="27"/>
                  <a:pt x="7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1" y="31"/>
                  <a:pt x="22" y="32"/>
                  <a:pt x="22" y="33"/>
                </a:cubicBezTo>
                <a:cubicBezTo>
                  <a:pt x="22" y="34"/>
                  <a:pt x="21" y="35"/>
                  <a:pt x="20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0" y="35"/>
                  <a:pt x="7" y="34"/>
                  <a:pt x="4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2" y="29"/>
                  <a:pt x="0" y="26"/>
                  <a:pt x="0" y="22"/>
                </a:cubicBezTo>
                <a:cubicBezTo>
                  <a:pt x="0" y="19"/>
                  <a:pt x="2" y="15"/>
                  <a:pt x="4" y="13"/>
                </a:cubicBezTo>
                <a:cubicBezTo>
                  <a:pt x="6" y="11"/>
                  <a:pt x="9" y="10"/>
                  <a:pt x="12" y="9"/>
                </a:cubicBezTo>
                <a:cubicBezTo>
                  <a:pt x="13" y="7"/>
                  <a:pt x="15" y="4"/>
                  <a:pt x="17" y="3"/>
                </a:cubicBezTo>
                <a:cubicBezTo>
                  <a:pt x="20" y="1"/>
                  <a:pt x="23" y="0"/>
                  <a:pt x="27" y="0"/>
                </a:cubicBezTo>
                <a:cubicBezTo>
                  <a:pt x="32" y="0"/>
                  <a:pt x="36" y="2"/>
                  <a:pt x="39" y="5"/>
                </a:cubicBezTo>
                <a:cubicBezTo>
                  <a:pt x="42" y="8"/>
                  <a:pt x="44" y="11"/>
                  <a:pt x="44" y="15"/>
                </a:cubicBezTo>
                <a:cubicBezTo>
                  <a:pt x="46" y="16"/>
                  <a:pt x="47" y="17"/>
                  <a:pt x="48" y="19"/>
                </a:cubicBezTo>
                <a:cubicBezTo>
                  <a:pt x="50" y="20"/>
                  <a:pt x="51" y="23"/>
                  <a:pt x="51" y="25"/>
                </a:cubicBezTo>
                <a:cubicBezTo>
                  <a:pt x="51" y="28"/>
                  <a:pt x="50" y="30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6" y="34"/>
                  <a:pt x="44" y="35"/>
                  <a:pt x="42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1" y="35"/>
                  <a:pt x="30" y="34"/>
                  <a:pt x="30" y="33"/>
                </a:cubicBezTo>
                <a:cubicBezTo>
                  <a:pt x="30" y="32"/>
                  <a:pt x="31" y="31"/>
                  <a:pt x="32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41" y="31"/>
                  <a:pt x="41" y="31"/>
                  <a:pt x="41" y="31"/>
                </a:cubicBezTo>
                <a:close/>
                <a:moveTo>
                  <a:pt x="25" y="14"/>
                </a:move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5"/>
                  <a:pt x="36" y="25"/>
                </a:cubicBezTo>
                <a:cubicBezTo>
                  <a:pt x="35" y="26"/>
                  <a:pt x="34" y="26"/>
                  <a:pt x="34" y="25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6" y="46"/>
                  <a:pt x="26" y="46"/>
                </a:cubicBezTo>
                <a:cubicBezTo>
                  <a:pt x="25" y="46"/>
                  <a:pt x="24" y="45"/>
                  <a:pt x="24" y="45"/>
                </a:cubicBezTo>
                <a:cubicBezTo>
                  <a:pt x="24" y="18"/>
                  <a:pt x="24" y="18"/>
                  <a:pt x="24" y="18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26"/>
                  <a:pt x="16" y="26"/>
                  <a:pt x="15" y="25"/>
                </a:cubicBezTo>
                <a:cubicBezTo>
                  <a:pt x="15" y="25"/>
                  <a:pt x="15" y="24"/>
                  <a:pt x="15" y="24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4"/>
                  <a:pt x="25" y="14"/>
                  <a:pt x="25" y="14"/>
                </a:cubicBezTo>
                <a:close/>
                <a:moveTo>
                  <a:pt x="26" y="14"/>
                </a:move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55" name="Freeform 89">
            <a:extLst>
              <a:ext uri="{FF2B5EF4-FFF2-40B4-BE49-F238E27FC236}">
                <a16:creationId xmlns:a16="http://schemas.microsoft.com/office/drawing/2014/main" id="{6F3DDE15-9119-6332-62AE-69FE241E3C6A}"/>
              </a:ext>
            </a:extLst>
          </p:cNvPr>
          <p:cNvSpPr>
            <a:spLocks noEditPoints="1"/>
          </p:cNvSpPr>
          <p:nvPr/>
        </p:nvSpPr>
        <p:spPr bwMode="auto">
          <a:xfrm>
            <a:off x="918035" y="2167914"/>
            <a:ext cx="218017" cy="194733"/>
          </a:xfrm>
          <a:custGeom>
            <a:avLst/>
            <a:gdLst>
              <a:gd name="T0" fmla="*/ 76947 w 51"/>
              <a:gd name="T1" fmla="*/ 142875 h 46"/>
              <a:gd name="T2" fmla="*/ 16031 w 51"/>
              <a:gd name="T3" fmla="*/ 82550 h 46"/>
              <a:gd name="T4" fmla="*/ 3206 w 51"/>
              <a:gd name="T5" fmla="*/ 60325 h 46"/>
              <a:gd name="T6" fmla="*/ 3206 w 51"/>
              <a:gd name="T7" fmla="*/ 34925 h 46"/>
              <a:gd name="T8" fmla="*/ 16031 w 51"/>
              <a:gd name="T9" fmla="*/ 15875 h 46"/>
              <a:gd name="T10" fmla="*/ 35268 w 51"/>
              <a:gd name="T11" fmla="*/ 3175 h 46"/>
              <a:gd name="T12" fmla="*/ 60917 w 51"/>
              <a:gd name="T13" fmla="*/ 3175 h 46"/>
              <a:gd name="T14" fmla="*/ 83360 w 51"/>
              <a:gd name="T15" fmla="*/ 12700 h 46"/>
              <a:gd name="T16" fmla="*/ 102596 w 51"/>
              <a:gd name="T17" fmla="*/ 3175 h 46"/>
              <a:gd name="T18" fmla="*/ 128245 w 51"/>
              <a:gd name="T19" fmla="*/ 3175 h 46"/>
              <a:gd name="T20" fmla="*/ 147482 w 51"/>
              <a:gd name="T21" fmla="*/ 15875 h 46"/>
              <a:gd name="T22" fmla="*/ 160307 w 51"/>
              <a:gd name="T23" fmla="*/ 34925 h 46"/>
              <a:gd name="T24" fmla="*/ 160307 w 51"/>
              <a:gd name="T25" fmla="*/ 34925 h 46"/>
              <a:gd name="T26" fmla="*/ 160307 w 51"/>
              <a:gd name="T27" fmla="*/ 60325 h 46"/>
              <a:gd name="T28" fmla="*/ 147482 w 51"/>
              <a:gd name="T29" fmla="*/ 82550 h 46"/>
              <a:gd name="T30" fmla="*/ 147482 w 51"/>
              <a:gd name="T31" fmla="*/ 82550 h 46"/>
              <a:gd name="T32" fmla="*/ 86566 w 51"/>
              <a:gd name="T33" fmla="*/ 142875 h 46"/>
              <a:gd name="T34" fmla="*/ 76947 w 51"/>
              <a:gd name="T35" fmla="*/ 142875 h 46"/>
              <a:gd name="T36" fmla="*/ 76947 w 51"/>
              <a:gd name="T37" fmla="*/ 142875 h 46"/>
              <a:gd name="T38" fmla="*/ 89772 w 51"/>
              <a:gd name="T39" fmla="*/ 22225 h 46"/>
              <a:gd name="T40" fmla="*/ 89772 w 51"/>
              <a:gd name="T41" fmla="*/ 22225 h 46"/>
              <a:gd name="T42" fmla="*/ 89772 w 51"/>
              <a:gd name="T43" fmla="*/ 22225 h 46"/>
              <a:gd name="T44" fmla="*/ 70535 w 51"/>
              <a:gd name="T45" fmla="*/ 44450 h 46"/>
              <a:gd name="T46" fmla="*/ 64123 w 51"/>
              <a:gd name="T47" fmla="*/ 44450 h 46"/>
              <a:gd name="T48" fmla="*/ 64123 w 51"/>
              <a:gd name="T49" fmla="*/ 38100 h 46"/>
              <a:gd name="T50" fmla="*/ 76947 w 51"/>
              <a:gd name="T51" fmla="*/ 25400 h 46"/>
              <a:gd name="T52" fmla="*/ 76947 w 51"/>
              <a:gd name="T53" fmla="*/ 25400 h 46"/>
              <a:gd name="T54" fmla="*/ 57710 w 51"/>
              <a:gd name="T55" fmla="*/ 15875 h 46"/>
              <a:gd name="T56" fmla="*/ 41680 w 51"/>
              <a:gd name="T57" fmla="*/ 15875 h 46"/>
              <a:gd name="T58" fmla="*/ 25649 w 51"/>
              <a:gd name="T59" fmla="*/ 25400 h 46"/>
              <a:gd name="T60" fmla="*/ 16031 w 51"/>
              <a:gd name="T61" fmla="*/ 38100 h 46"/>
              <a:gd name="T62" fmla="*/ 16031 w 51"/>
              <a:gd name="T63" fmla="*/ 57150 h 46"/>
              <a:gd name="T64" fmla="*/ 25649 w 51"/>
              <a:gd name="T65" fmla="*/ 73025 h 46"/>
              <a:gd name="T66" fmla="*/ 83360 w 51"/>
              <a:gd name="T67" fmla="*/ 130175 h 46"/>
              <a:gd name="T68" fmla="*/ 137864 w 51"/>
              <a:gd name="T69" fmla="*/ 73025 h 46"/>
              <a:gd name="T70" fmla="*/ 137864 w 51"/>
              <a:gd name="T71" fmla="*/ 73025 h 46"/>
              <a:gd name="T72" fmla="*/ 150688 w 51"/>
              <a:gd name="T73" fmla="*/ 57150 h 46"/>
              <a:gd name="T74" fmla="*/ 147482 w 51"/>
              <a:gd name="T75" fmla="*/ 38100 h 46"/>
              <a:gd name="T76" fmla="*/ 147482 w 51"/>
              <a:gd name="T77" fmla="*/ 38100 h 46"/>
              <a:gd name="T78" fmla="*/ 141070 w 51"/>
              <a:gd name="T79" fmla="*/ 25400 h 46"/>
              <a:gd name="T80" fmla="*/ 125039 w 51"/>
              <a:gd name="T81" fmla="*/ 15875 h 46"/>
              <a:gd name="T82" fmla="*/ 105803 w 51"/>
              <a:gd name="T83" fmla="*/ 15875 h 46"/>
              <a:gd name="T84" fmla="*/ 89772 w 51"/>
              <a:gd name="T85" fmla="*/ 22225 h 4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1" h="46">
                <a:moveTo>
                  <a:pt x="24" y="45"/>
                </a:moveTo>
                <a:cubicBezTo>
                  <a:pt x="5" y="26"/>
                  <a:pt x="5" y="26"/>
                  <a:pt x="5" y="26"/>
                </a:cubicBezTo>
                <a:cubicBezTo>
                  <a:pt x="3" y="24"/>
                  <a:pt x="2" y="21"/>
                  <a:pt x="1" y="19"/>
                </a:cubicBezTo>
                <a:cubicBezTo>
                  <a:pt x="0" y="16"/>
                  <a:pt x="0" y="14"/>
                  <a:pt x="1" y="11"/>
                </a:cubicBezTo>
                <a:cubicBezTo>
                  <a:pt x="2" y="9"/>
                  <a:pt x="3" y="7"/>
                  <a:pt x="5" y="5"/>
                </a:cubicBezTo>
                <a:cubicBezTo>
                  <a:pt x="7" y="3"/>
                  <a:pt x="9" y="2"/>
                  <a:pt x="11" y="1"/>
                </a:cubicBezTo>
                <a:cubicBezTo>
                  <a:pt x="14" y="0"/>
                  <a:pt x="17" y="0"/>
                  <a:pt x="19" y="1"/>
                </a:cubicBezTo>
                <a:cubicBezTo>
                  <a:pt x="22" y="2"/>
                  <a:pt x="24" y="3"/>
                  <a:pt x="26" y="4"/>
                </a:cubicBezTo>
                <a:cubicBezTo>
                  <a:pt x="28" y="3"/>
                  <a:pt x="30" y="2"/>
                  <a:pt x="32" y="1"/>
                </a:cubicBezTo>
                <a:cubicBezTo>
                  <a:pt x="35" y="0"/>
                  <a:pt x="37" y="0"/>
                  <a:pt x="40" y="1"/>
                </a:cubicBezTo>
                <a:cubicBezTo>
                  <a:pt x="42" y="2"/>
                  <a:pt x="44" y="3"/>
                  <a:pt x="46" y="5"/>
                </a:cubicBezTo>
                <a:cubicBezTo>
                  <a:pt x="48" y="7"/>
                  <a:pt x="49" y="9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51" y="14"/>
                  <a:pt x="51" y="16"/>
                  <a:pt x="50" y="19"/>
                </a:cubicBezTo>
                <a:cubicBezTo>
                  <a:pt x="50" y="21"/>
                  <a:pt x="48" y="24"/>
                  <a:pt x="46" y="26"/>
                </a:cubicBezTo>
                <a:cubicBezTo>
                  <a:pt x="46" y="26"/>
                  <a:pt x="46" y="26"/>
                  <a:pt x="46" y="26"/>
                </a:cubicBezTo>
                <a:cubicBezTo>
                  <a:pt x="27" y="45"/>
                  <a:pt x="27" y="45"/>
                  <a:pt x="27" y="45"/>
                </a:cubicBezTo>
                <a:cubicBezTo>
                  <a:pt x="26" y="46"/>
                  <a:pt x="25" y="46"/>
                  <a:pt x="24" y="45"/>
                </a:cubicBezTo>
                <a:cubicBezTo>
                  <a:pt x="24" y="45"/>
                  <a:pt x="24" y="45"/>
                  <a:pt x="24" y="45"/>
                </a:cubicBezTo>
                <a:close/>
                <a:moveTo>
                  <a:pt x="28" y="7"/>
                </a:move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2" y="14"/>
                  <a:pt x="22" y="14"/>
                  <a:pt x="22" y="14"/>
                </a:cubicBezTo>
                <a:cubicBezTo>
                  <a:pt x="21" y="14"/>
                  <a:pt x="21" y="14"/>
                  <a:pt x="20" y="14"/>
                </a:cubicBezTo>
                <a:cubicBezTo>
                  <a:pt x="20" y="13"/>
                  <a:pt x="20" y="12"/>
                  <a:pt x="20" y="12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2" y="6"/>
                  <a:pt x="20" y="5"/>
                  <a:pt x="18" y="5"/>
                </a:cubicBezTo>
                <a:cubicBezTo>
                  <a:pt x="17" y="4"/>
                  <a:pt x="15" y="4"/>
                  <a:pt x="13" y="5"/>
                </a:cubicBezTo>
                <a:cubicBezTo>
                  <a:pt x="11" y="5"/>
                  <a:pt x="9" y="6"/>
                  <a:pt x="8" y="8"/>
                </a:cubicBezTo>
                <a:cubicBezTo>
                  <a:pt x="7" y="9"/>
                  <a:pt x="6" y="11"/>
                  <a:pt x="5" y="12"/>
                </a:cubicBezTo>
                <a:cubicBezTo>
                  <a:pt x="4" y="14"/>
                  <a:pt x="4" y="16"/>
                  <a:pt x="5" y="18"/>
                </a:cubicBezTo>
                <a:cubicBezTo>
                  <a:pt x="5" y="20"/>
                  <a:pt x="6" y="22"/>
                  <a:pt x="8" y="23"/>
                </a:cubicBezTo>
                <a:cubicBezTo>
                  <a:pt x="26" y="41"/>
                  <a:pt x="26" y="41"/>
                  <a:pt x="26" y="41"/>
                </a:cubicBezTo>
                <a:cubicBezTo>
                  <a:pt x="43" y="23"/>
                  <a:pt x="43" y="23"/>
                  <a:pt x="43" y="23"/>
                </a:cubicBezTo>
                <a:cubicBezTo>
                  <a:pt x="43" y="23"/>
                  <a:pt x="43" y="23"/>
                  <a:pt x="43" y="23"/>
                </a:cubicBezTo>
                <a:cubicBezTo>
                  <a:pt x="45" y="22"/>
                  <a:pt x="46" y="20"/>
                  <a:pt x="47" y="18"/>
                </a:cubicBezTo>
                <a:cubicBezTo>
                  <a:pt x="47" y="16"/>
                  <a:pt x="47" y="14"/>
                  <a:pt x="46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11"/>
                  <a:pt x="45" y="9"/>
                  <a:pt x="44" y="8"/>
                </a:cubicBezTo>
                <a:cubicBezTo>
                  <a:pt x="42" y="6"/>
                  <a:pt x="41" y="5"/>
                  <a:pt x="39" y="5"/>
                </a:cubicBezTo>
                <a:cubicBezTo>
                  <a:pt x="37" y="4"/>
                  <a:pt x="35" y="4"/>
                  <a:pt x="33" y="5"/>
                </a:cubicBezTo>
                <a:cubicBezTo>
                  <a:pt x="31" y="5"/>
                  <a:pt x="30" y="6"/>
                  <a:pt x="28" y="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56" name="Freeform 90">
            <a:extLst>
              <a:ext uri="{FF2B5EF4-FFF2-40B4-BE49-F238E27FC236}">
                <a16:creationId xmlns:a16="http://schemas.microsoft.com/office/drawing/2014/main" id="{8C774EAC-CCC7-C4FA-214D-E61922FD8C61}"/>
              </a:ext>
            </a:extLst>
          </p:cNvPr>
          <p:cNvSpPr>
            <a:spLocks noEditPoints="1"/>
          </p:cNvSpPr>
          <p:nvPr/>
        </p:nvSpPr>
        <p:spPr bwMode="auto">
          <a:xfrm>
            <a:off x="1309618" y="2580665"/>
            <a:ext cx="211667" cy="211667"/>
          </a:xfrm>
          <a:custGeom>
            <a:avLst/>
            <a:gdLst>
              <a:gd name="T0" fmla="*/ 136525 w 50"/>
              <a:gd name="T1" fmla="*/ 22225 h 50"/>
              <a:gd name="T2" fmla="*/ 136525 w 50"/>
              <a:gd name="T3" fmla="*/ 136525 h 50"/>
              <a:gd name="T4" fmla="*/ 79375 w 50"/>
              <a:gd name="T5" fmla="*/ 158750 h 50"/>
              <a:gd name="T6" fmla="*/ 0 w 50"/>
              <a:gd name="T7" fmla="*/ 79375 h 50"/>
              <a:gd name="T8" fmla="*/ 25400 w 50"/>
              <a:gd name="T9" fmla="*/ 22225 h 50"/>
              <a:gd name="T10" fmla="*/ 69850 w 50"/>
              <a:gd name="T11" fmla="*/ 12700 h 50"/>
              <a:gd name="T12" fmla="*/ 69850 w 50"/>
              <a:gd name="T13" fmla="*/ 15875 h 50"/>
              <a:gd name="T14" fmla="*/ 50800 w 50"/>
              <a:gd name="T15" fmla="*/ 47625 h 50"/>
              <a:gd name="T16" fmla="*/ 60325 w 50"/>
              <a:gd name="T17" fmla="*/ 50800 h 50"/>
              <a:gd name="T18" fmla="*/ 85725 w 50"/>
              <a:gd name="T19" fmla="*/ 60325 h 50"/>
              <a:gd name="T20" fmla="*/ 85725 w 50"/>
              <a:gd name="T21" fmla="*/ 73025 h 50"/>
              <a:gd name="T22" fmla="*/ 73025 w 50"/>
              <a:gd name="T23" fmla="*/ 98425 h 50"/>
              <a:gd name="T24" fmla="*/ 76200 w 50"/>
              <a:gd name="T25" fmla="*/ 111125 h 50"/>
              <a:gd name="T26" fmla="*/ 73025 w 50"/>
              <a:gd name="T27" fmla="*/ 123825 h 50"/>
              <a:gd name="T28" fmla="*/ 38100 w 50"/>
              <a:gd name="T29" fmla="*/ 104775 h 50"/>
              <a:gd name="T30" fmla="*/ 19050 w 50"/>
              <a:gd name="T31" fmla="*/ 85725 h 50"/>
              <a:gd name="T32" fmla="*/ 22225 w 50"/>
              <a:gd name="T33" fmla="*/ 66675 h 50"/>
              <a:gd name="T34" fmla="*/ 12700 w 50"/>
              <a:gd name="T35" fmla="*/ 69850 h 50"/>
              <a:gd name="T36" fmla="*/ 31750 w 50"/>
              <a:gd name="T37" fmla="*/ 127000 h 50"/>
              <a:gd name="T38" fmla="*/ 57150 w 50"/>
              <a:gd name="T39" fmla="*/ 142875 h 50"/>
              <a:gd name="T40" fmla="*/ 114300 w 50"/>
              <a:gd name="T41" fmla="*/ 136525 h 50"/>
              <a:gd name="T42" fmla="*/ 127000 w 50"/>
              <a:gd name="T43" fmla="*/ 127000 h 50"/>
              <a:gd name="T44" fmla="*/ 130175 w 50"/>
              <a:gd name="T45" fmla="*/ 120650 h 50"/>
              <a:gd name="T46" fmla="*/ 120650 w 50"/>
              <a:gd name="T47" fmla="*/ 120650 h 50"/>
              <a:gd name="T48" fmla="*/ 120650 w 50"/>
              <a:gd name="T49" fmla="*/ 95250 h 50"/>
              <a:gd name="T50" fmla="*/ 107950 w 50"/>
              <a:gd name="T51" fmla="*/ 69850 h 50"/>
              <a:gd name="T52" fmla="*/ 101600 w 50"/>
              <a:gd name="T53" fmla="*/ 41275 h 50"/>
              <a:gd name="T54" fmla="*/ 92075 w 50"/>
              <a:gd name="T55" fmla="*/ 28575 h 50"/>
              <a:gd name="T56" fmla="*/ 92075 w 50"/>
              <a:gd name="T57" fmla="*/ 28575 h 50"/>
              <a:gd name="T58" fmla="*/ 88900 w 50"/>
              <a:gd name="T59" fmla="*/ 25400 h 50"/>
              <a:gd name="T60" fmla="*/ 79375 w 50"/>
              <a:gd name="T61" fmla="*/ 12700 h 50"/>
              <a:gd name="T62" fmla="*/ 15875 w 50"/>
              <a:gd name="T63" fmla="*/ 60325 h 50"/>
              <a:gd name="T64" fmla="*/ 15875 w 50"/>
              <a:gd name="T65" fmla="*/ 60325 h 50"/>
              <a:gd name="T66" fmla="*/ 28575 w 50"/>
              <a:gd name="T67" fmla="*/ 69850 h 50"/>
              <a:gd name="T68" fmla="*/ 34925 w 50"/>
              <a:gd name="T69" fmla="*/ 95250 h 50"/>
              <a:gd name="T70" fmla="*/ 57150 w 50"/>
              <a:gd name="T71" fmla="*/ 117475 h 50"/>
              <a:gd name="T72" fmla="*/ 66675 w 50"/>
              <a:gd name="T73" fmla="*/ 114300 h 50"/>
              <a:gd name="T74" fmla="*/ 66675 w 50"/>
              <a:gd name="T75" fmla="*/ 98425 h 50"/>
              <a:gd name="T76" fmla="*/ 79375 w 50"/>
              <a:gd name="T77" fmla="*/ 73025 h 50"/>
              <a:gd name="T78" fmla="*/ 79375 w 50"/>
              <a:gd name="T79" fmla="*/ 66675 h 50"/>
              <a:gd name="T80" fmla="*/ 60325 w 50"/>
              <a:gd name="T81" fmla="*/ 57150 h 50"/>
              <a:gd name="T82" fmla="*/ 41275 w 50"/>
              <a:gd name="T83" fmla="*/ 47625 h 50"/>
              <a:gd name="T84" fmla="*/ 60325 w 50"/>
              <a:gd name="T85" fmla="*/ 15875 h 50"/>
              <a:gd name="T86" fmla="*/ 31750 w 50"/>
              <a:gd name="T87" fmla="*/ 31750 h 50"/>
              <a:gd name="T88" fmla="*/ 15875 w 50"/>
              <a:gd name="T89" fmla="*/ 60325 h 50"/>
              <a:gd name="T90" fmla="*/ 101600 w 50"/>
              <a:gd name="T91" fmla="*/ 142875 h 50"/>
              <a:gd name="T92" fmla="*/ 73025 w 50"/>
              <a:gd name="T93" fmla="*/ 146050 h 50"/>
              <a:gd name="T94" fmla="*/ 101600 w 50"/>
              <a:gd name="T95" fmla="*/ 142875 h 50"/>
              <a:gd name="T96" fmla="*/ 146050 w 50"/>
              <a:gd name="T97" fmla="*/ 92075 h 50"/>
              <a:gd name="T98" fmla="*/ 149225 w 50"/>
              <a:gd name="T99" fmla="*/ 79375 h 50"/>
              <a:gd name="T100" fmla="*/ 127000 w 50"/>
              <a:gd name="T101" fmla="*/ 31750 h 50"/>
              <a:gd name="T102" fmla="*/ 98425 w 50"/>
              <a:gd name="T103" fmla="*/ 25400 h 50"/>
              <a:gd name="T104" fmla="*/ 98425 w 50"/>
              <a:gd name="T105" fmla="*/ 28575 h 50"/>
              <a:gd name="T106" fmla="*/ 114300 w 50"/>
              <a:gd name="T107" fmla="*/ 34925 h 50"/>
              <a:gd name="T108" fmla="*/ 104775 w 50"/>
              <a:gd name="T109" fmla="*/ 57150 h 50"/>
              <a:gd name="T110" fmla="*/ 117475 w 50"/>
              <a:gd name="T111" fmla="*/ 66675 h 50"/>
              <a:gd name="T112" fmla="*/ 123825 w 50"/>
              <a:gd name="T113" fmla="*/ 114300 h 50"/>
              <a:gd name="T114" fmla="*/ 133350 w 50"/>
              <a:gd name="T115" fmla="*/ 107950 h 50"/>
              <a:gd name="T116" fmla="*/ 104775 w 50"/>
              <a:gd name="T117" fmla="*/ 38100 h 50"/>
              <a:gd name="T118" fmla="*/ 104775 w 50"/>
              <a:gd name="T119" fmla="*/ 34925 h 5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50">
                <a:moveTo>
                  <a:pt x="25" y="0"/>
                </a:moveTo>
                <a:cubicBezTo>
                  <a:pt x="32" y="0"/>
                  <a:pt x="39" y="2"/>
                  <a:pt x="43" y="7"/>
                </a:cubicBezTo>
                <a:cubicBezTo>
                  <a:pt x="48" y="12"/>
                  <a:pt x="50" y="18"/>
                  <a:pt x="50" y="25"/>
                </a:cubicBezTo>
                <a:cubicBezTo>
                  <a:pt x="50" y="32"/>
                  <a:pt x="48" y="38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38" y="47"/>
                  <a:pt x="32" y="50"/>
                  <a:pt x="25" y="50"/>
                </a:cubicBezTo>
                <a:cubicBezTo>
                  <a:pt x="18" y="50"/>
                  <a:pt x="12" y="47"/>
                  <a:pt x="8" y="43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12" y="2"/>
                  <a:pt x="19" y="0"/>
                  <a:pt x="25" y="0"/>
                </a:cubicBezTo>
                <a:close/>
                <a:moveTo>
                  <a:pt x="22" y="4"/>
                </a:move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5"/>
                  <a:pt x="22" y="5"/>
                </a:cubicBezTo>
                <a:cubicBezTo>
                  <a:pt x="21" y="8"/>
                  <a:pt x="21" y="10"/>
                  <a:pt x="19" y="12"/>
                </a:cubicBezTo>
                <a:cubicBezTo>
                  <a:pt x="19" y="12"/>
                  <a:pt x="16" y="15"/>
                  <a:pt x="16" y="15"/>
                </a:cubicBezTo>
                <a:cubicBezTo>
                  <a:pt x="16" y="16"/>
                  <a:pt x="16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20" y="16"/>
                  <a:pt x="22" y="16"/>
                  <a:pt x="24" y="17"/>
                </a:cubicBezTo>
                <a:cubicBezTo>
                  <a:pt x="25" y="17"/>
                  <a:pt x="26" y="18"/>
                  <a:pt x="27" y="19"/>
                </a:cubicBezTo>
                <a:cubicBezTo>
                  <a:pt x="27" y="20"/>
                  <a:pt x="28" y="22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4"/>
                  <a:pt x="27" y="25"/>
                  <a:pt x="26" y="26"/>
                </a:cubicBezTo>
                <a:cubicBezTo>
                  <a:pt x="23" y="29"/>
                  <a:pt x="23" y="29"/>
                  <a:pt x="23" y="31"/>
                </a:cubicBezTo>
                <a:cubicBezTo>
                  <a:pt x="23" y="32"/>
                  <a:pt x="23" y="32"/>
                  <a:pt x="23" y="34"/>
                </a:cubicBezTo>
                <a:cubicBezTo>
                  <a:pt x="23" y="34"/>
                  <a:pt x="24" y="35"/>
                  <a:pt x="24" y="35"/>
                </a:cubicBezTo>
                <a:cubicBezTo>
                  <a:pt x="24" y="37"/>
                  <a:pt x="24" y="38"/>
                  <a:pt x="23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45"/>
                  <a:pt x="18" y="41"/>
                  <a:pt x="16" y="39"/>
                </a:cubicBezTo>
                <a:cubicBezTo>
                  <a:pt x="14" y="37"/>
                  <a:pt x="13" y="34"/>
                  <a:pt x="12" y="33"/>
                </a:cubicBezTo>
                <a:cubicBezTo>
                  <a:pt x="12" y="32"/>
                  <a:pt x="11" y="32"/>
                  <a:pt x="10" y="32"/>
                </a:cubicBezTo>
                <a:cubicBezTo>
                  <a:pt x="9" y="31"/>
                  <a:pt x="6" y="30"/>
                  <a:pt x="6" y="27"/>
                </a:cubicBezTo>
                <a:cubicBezTo>
                  <a:pt x="6" y="25"/>
                  <a:pt x="7" y="23"/>
                  <a:pt x="7" y="22"/>
                </a:cubicBezTo>
                <a:cubicBezTo>
                  <a:pt x="7" y="21"/>
                  <a:pt x="8" y="21"/>
                  <a:pt x="7" y="21"/>
                </a:cubicBezTo>
                <a:cubicBezTo>
                  <a:pt x="7" y="21"/>
                  <a:pt x="6" y="21"/>
                  <a:pt x="6" y="21"/>
                </a:cubicBezTo>
                <a:cubicBezTo>
                  <a:pt x="5" y="21"/>
                  <a:pt x="5" y="21"/>
                  <a:pt x="4" y="22"/>
                </a:cubicBezTo>
                <a:cubicBezTo>
                  <a:pt x="4" y="23"/>
                  <a:pt x="4" y="24"/>
                  <a:pt x="4" y="25"/>
                </a:cubicBezTo>
                <a:cubicBezTo>
                  <a:pt x="4" y="31"/>
                  <a:pt x="7" y="36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3" y="42"/>
                  <a:pt x="15" y="44"/>
                  <a:pt x="18" y="45"/>
                </a:cubicBezTo>
                <a:cubicBezTo>
                  <a:pt x="20" y="45"/>
                  <a:pt x="22" y="44"/>
                  <a:pt x="24" y="43"/>
                </a:cubicBezTo>
                <a:cubicBezTo>
                  <a:pt x="28" y="43"/>
                  <a:pt x="32" y="42"/>
                  <a:pt x="36" y="43"/>
                </a:cubicBezTo>
                <a:cubicBezTo>
                  <a:pt x="37" y="42"/>
                  <a:pt x="39" y="41"/>
                  <a:pt x="40" y="40"/>
                </a:cubicBezTo>
                <a:cubicBezTo>
                  <a:pt x="40" y="40"/>
                  <a:pt x="40" y="40"/>
                  <a:pt x="40" y="40"/>
                </a:cubicBezTo>
                <a:cubicBezTo>
                  <a:pt x="41" y="39"/>
                  <a:pt x="42" y="38"/>
                  <a:pt x="43" y="36"/>
                </a:cubicBezTo>
                <a:cubicBezTo>
                  <a:pt x="42" y="37"/>
                  <a:pt x="42" y="38"/>
                  <a:pt x="41" y="38"/>
                </a:cubicBezTo>
                <a:cubicBezTo>
                  <a:pt x="40" y="38"/>
                  <a:pt x="39" y="38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6" y="36"/>
                  <a:pt x="37" y="33"/>
                  <a:pt x="38" y="30"/>
                </a:cubicBezTo>
                <a:cubicBezTo>
                  <a:pt x="39" y="27"/>
                  <a:pt x="40" y="24"/>
                  <a:pt x="36" y="23"/>
                </a:cubicBezTo>
                <a:cubicBezTo>
                  <a:pt x="35" y="23"/>
                  <a:pt x="35" y="23"/>
                  <a:pt x="34" y="22"/>
                </a:cubicBezTo>
                <a:cubicBezTo>
                  <a:pt x="33" y="22"/>
                  <a:pt x="32" y="20"/>
                  <a:pt x="31" y="19"/>
                </a:cubicBezTo>
                <a:cubicBezTo>
                  <a:pt x="29" y="16"/>
                  <a:pt x="30" y="15"/>
                  <a:pt x="32" y="13"/>
                </a:cubicBezTo>
                <a:cubicBezTo>
                  <a:pt x="33" y="12"/>
                  <a:pt x="33" y="12"/>
                  <a:pt x="33" y="12"/>
                </a:cubicBezTo>
                <a:cubicBezTo>
                  <a:pt x="32" y="12"/>
                  <a:pt x="30" y="12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28" y="9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6"/>
                  <a:pt x="27" y="5"/>
                  <a:pt x="26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4" y="4"/>
                  <a:pt x="23" y="4"/>
                  <a:pt x="22" y="4"/>
                </a:cubicBezTo>
                <a:close/>
                <a:moveTo>
                  <a:pt x="5" y="19"/>
                </a:move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6" y="19"/>
                  <a:pt x="7" y="19"/>
                  <a:pt x="8" y="19"/>
                </a:cubicBezTo>
                <a:cubicBezTo>
                  <a:pt x="10" y="20"/>
                  <a:pt x="10" y="21"/>
                  <a:pt x="9" y="22"/>
                </a:cubicBezTo>
                <a:cubicBezTo>
                  <a:pt x="9" y="23"/>
                  <a:pt x="9" y="25"/>
                  <a:pt x="9" y="27"/>
                </a:cubicBezTo>
                <a:cubicBezTo>
                  <a:pt x="9" y="28"/>
                  <a:pt x="10" y="29"/>
                  <a:pt x="11" y="30"/>
                </a:cubicBezTo>
                <a:cubicBezTo>
                  <a:pt x="13" y="30"/>
                  <a:pt x="14" y="31"/>
                  <a:pt x="14" y="32"/>
                </a:cubicBezTo>
                <a:cubicBezTo>
                  <a:pt x="15" y="33"/>
                  <a:pt x="16" y="35"/>
                  <a:pt x="18" y="37"/>
                </a:cubicBezTo>
                <a:cubicBezTo>
                  <a:pt x="18" y="38"/>
                  <a:pt x="21" y="41"/>
                  <a:pt x="21" y="39"/>
                </a:cubicBezTo>
                <a:cubicBezTo>
                  <a:pt x="21" y="38"/>
                  <a:pt x="21" y="37"/>
                  <a:pt x="21" y="36"/>
                </a:cubicBezTo>
                <a:cubicBezTo>
                  <a:pt x="21" y="35"/>
                  <a:pt x="21" y="34"/>
                  <a:pt x="21" y="34"/>
                </a:cubicBezTo>
                <a:cubicBezTo>
                  <a:pt x="21" y="33"/>
                  <a:pt x="21" y="32"/>
                  <a:pt x="21" y="31"/>
                </a:cubicBezTo>
                <a:cubicBezTo>
                  <a:pt x="21" y="29"/>
                  <a:pt x="21" y="28"/>
                  <a:pt x="24" y="24"/>
                </a:cubicBezTo>
                <a:cubicBezTo>
                  <a:pt x="25" y="24"/>
                  <a:pt x="25" y="23"/>
                  <a:pt x="25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2"/>
                  <a:pt x="25" y="21"/>
                  <a:pt x="25" y="21"/>
                </a:cubicBezTo>
                <a:cubicBezTo>
                  <a:pt x="24" y="20"/>
                  <a:pt x="23" y="19"/>
                  <a:pt x="23" y="19"/>
                </a:cubicBezTo>
                <a:cubicBezTo>
                  <a:pt x="21" y="18"/>
                  <a:pt x="20" y="18"/>
                  <a:pt x="19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5" y="18"/>
                  <a:pt x="13" y="18"/>
                  <a:pt x="13" y="15"/>
                </a:cubicBezTo>
                <a:cubicBezTo>
                  <a:pt x="13" y="13"/>
                  <a:pt x="16" y="12"/>
                  <a:pt x="18" y="10"/>
                </a:cubicBezTo>
                <a:cubicBezTo>
                  <a:pt x="19" y="9"/>
                  <a:pt x="19" y="7"/>
                  <a:pt x="19" y="5"/>
                </a:cubicBezTo>
                <a:cubicBezTo>
                  <a:pt x="20" y="4"/>
                  <a:pt x="20" y="4"/>
                  <a:pt x="20" y="4"/>
                </a:cubicBezTo>
                <a:cubicBezTo>
                  <a:pt x="16" y="5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8" y="12"/>
                  <a:pt x="6" y="16"/>
                  <a:pt x="5" y="19"/>
                </a:cubicBezTo>
                <a:close/>
                <a:moveTo>
                  <a:pt x="32" y="45"/>
                </a:moveTo>
                <a:cubicBezTo>
                  <a:pt x="32" y="45"/>
                  <a:pt x="32" y="45"/>
                  <a:pt x="32" y="45"/>
                </a:cubicBezTo>
                <a:cubicBezTo>
                  <a:pt x="29" y="45"/>
                  <a:pt x="27" y="45"/>
                  <a:pt x="24" y="46"/>
                </a:cubicBezTo>
                <a:cubicBezTo>
                  <a:pt x="24" y="46"/>
                  <a:pt x="23" y="46"/>
                  <a:pt x="23" y="46"/>
                </a:cubicBezTo>
                <a:cubicBezTo>
                  <a:pt x="24" y="46"/>
                  <a:pt x="25" y="46"/>
                  <a:pt x="25" y="46"/>
                </a:cubicBezTo>
                <a:cubicBezTo>
                  <a:pt x="28" y="46"/>
                  <a:pt x="30" y="46"/>
                  <a:pt x="32" y="45"/>
                </a:cubicBezTo>
                <a:close/>
                <a:moveTo>
                  <a:pt x="46" y="29"/>
                </a:move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8"/>
                  <a:pt x="47" y="26"/>
                  <a:pt x="47" y="25"/>
                </a:cubicBezTo>
                <a:cubicBezTo>
                  <a:pt x="47" y="19"/>
                  <a:pt x="44" y="14"/>
                  <a:pt x="40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37" y="7"/>
                  <a:pt x="33" y="5"/>
                  <a:pt x="29" y="4"/>
                </a:cubicBezTo>
                <a:cubicBezTo>
                  <a:pt x="30" y="5"/>
                  <a:pt x="31" y="6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1" y="8"/>
                  <a:pt x="31" y="8"/>
                  <a:pt x="31" y="9"/>
                </a:cubicBezTo>
                <a:cubicBezTo>
                  <a:pt x="31" y="9"/>
                  <a:pt x="32" y="9"/>
                  <a:pt x="33" y="9"/>
                </a:cubicBezTo>
                <a:cubicBezTo>
                  <a:pt x="34" y="9"/>
                  <a:pt x="35" y="9"/>
                  <a:pt x="36" y="11"/>
                </a:cubicBezTo>
                <a:cubicBezTo>
                  <a:pt x="36" y="12"/>
                  <a:pt x="35" y="13"/>
                  <a:pt x="34" y="14"/>
                </a:cubicBezTo>
                <a:cubicBezTo>
                  <a:pt x="33" y="16"/>
                  <a:pt x="32" y="16"/>
                  <a:pt x="33" y="18"/>
                </a:cubicBezTo>
                <a:cubicBezTo>
                  <a:pt x="33" y="19"/>
                  <a:pt x="34" y="20"/>
                  <a:pt x="35" y="20"/>
                </a:cubicBezTo>
                <a:cubicBezTo>
                  <a:pt x="36" y="21"/>
                  <a:pt x="36" y="21"/>
                  <a:pt x="37" y="21"/>
                </a:cubicBezTo>
                <a:cubicBezTo>
                  <a:pt x="43" y="23"/>
                  <a:pt x="41" y="27"/>
                  <a:pt x="40" y="31"/>
                </a:cubicBezTo>
                <a:cubicBezTo>
                  <a:pt x="39" y="33"/>
                  <a:pt x="39" y="35"/>
                  <a:pt x="39" y="36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5"/>
                  <a:pt x="41" y="35"/>
                  <a:pt x="42" y="34"/>
                </a:cubicBezTo>
                <a:cubicBezTo>
                  <a:pt x="43" y="33"/>
                  <a:pt x="45" y="31"/>
                  <a:pt x="46" y="29"/>
                </a:cubicBezTo>
                <a:close/>
                <a:moveTo>
                  <a:pt x="33" y="12"/>
                </a:moveTo>
                <a:cubicBezTo>
                  <a:pt x="33" y="12"/>
                  <a:pt x="33" y="12"/>
                  <a:pt x="33" y="12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57" name="Freeform 91">
            <a:extLst>
              <a:ext uri="{FF2B5EF4-FFF2-40B4-BE49-F238E27FC236}">
                <a16:creationId xmlns:a16="http://schemas.microsoft.com/office/drawing/2014/main" id="{46180329-413F-A2E2-881E-B99FD0F2D320}"/>
              </a:ext>
            </a:extLst>
          </p:cNvPr>
          <p:cNvSpPr>
            <a:spLocks noEditPoints="1"/>
          </p:cNvSpPr>
          <p:nvPr/>
        </p:nvSpPr>
        <p:spPr bwMode="auto">
          <a:xfrm>
            <a:off x="5816001" y="2163681"/>
            <a:ext cx="203200" cy="203200"/>
          </a:xfrm>
          <a:custGeom>
            <a:avLst/>
            <a:gdLst>
              <a:gd name="T0" fmla="*/ 152400 w 48"/>
              <a:gd name="T1" fmla="*/ 9525 h 48"/>
              <a:gd name="T2" fmla="*/ 104775 w 48"/>
              <a:gd name="T3" fmla="*/ 149225 h 48"/>
              <a:gd name="T4" fmla="*/ 95250 w 48"/>
              <a:gd name="T5" fmla="*/ 152400 h 48"/>
              <a:gd name="T6" fmla="*/ 92075 w 48"/>
              <a:gd name="T7" fmla="*/ 149225 h 48"/>
              <a:gd name="T8" fmla="*/ 3175 w 48"/>
              <a:gd name="T9" fmla="*/ 60325 h 48"/>
              <a:gd name="T10" fmla="*/ 3175 w 48"/>
              <a:gd name="T11" fmla="*/ 50800 h 48"/>
              <a:gd name="T12" fmla="*/ 6350 w 48"/>
              <a:gd name="T13" fmla="*/ 50800 h 48"/>
              <a:gd name="T14" fmla="*/ 146050 w 48"/>
              <a:gd name="T15" fmla="*/ 0 h 48"/>
              <a:gd name="T16" fmla="*/ 152400 w 48"/>
              <a:gd name="T17" fmla="*/ 3175 h 48"/>
              <a:gd name="T18" fmla="*/ 152400 w 48"/>
              <a:gd name="T19" fmla="*/ 9525 h 48"/>
              <a:gd name="T20" fmla="*/ 19050 w 48"/>
              <a:gd name="T21" fmla="*/ 57150 h 48"/>
              <a:gd name="T22" fmla="*/ 19050 w 48"/>
              <a:gd name="T23" fmla="*/ 57150 h 48"/>
              <a:gd name="T24" fmla="*/ 69850 w 48"/>
              <a:gd name="T25" fmla="*/ 79375 h 48"/>
              <a:gd name="T26" fmla="*/ 127000 w 48"/>
              <a:gd name="T27" fmla="*/ 19050 h 48"/>
              <a:gd name="T28" fmla="*/ 19050 w 48"/>
              <a:gd name="T29" fmla="*/ 57150 h 48"/>
              <a:gd name="T30" fmla="*/ 73025 w 48"/>
              <a:gd name="T31" fmla="*/ 82550 h 48"/>
              <a:gd name="T32" fmla="*/ 73025 w 48"/>
              <a:gd name="T33" fmla="*/ 82550 h 48"/>
              <a:gd name="T34" fmla="*/ 95250 w 48"/>
              <a:gd name="T35" fmla="*/ 133350 h 48"/>
              <a:gd name="T36" fmla="*/ 133350 w 48"/>
              <a:gd name="T37" fmla="*/ 25400 h 48"/>
              <a:gd name="T38" fmla="*/ 73025 w 48"/>
              <a:gd name="T39" fmla="*/ 82550 h 48"/>
              <a:gd name="T40" fmla="*/ 82550 w 48"/>
              <a:gd name="T41" fmla="*/ 123825 h 48"/>
              <a:gd name="T42" fmla="*/ 82550 w 48"/>
              <a:gd name="T43" fmla="*/ 123825 h 48"/>
              <a:gd name="T44" fmla="*/ 66675 w 48"/>
              <a:gd name="T45" fmla="*/ 85725 h 48"/>
              <a:gd name="T46" fmla="*/ 31750 w 48"/>
              <a:gd name="T47" fmla="*/ 69850 h 48"/>
              <a:gd name="T48" fmla="*/ 53975 w 48"/>
              <a:gd name="T49" fmla="*/ 95250 h 48"/>
              <a:gd name="T50" fmla="*/ 53975 w 48"/>
              <a:gd name="T51" fmla="*/ 95250 h 48"/>
              <a:gd name="T52" fmla="*/ 60325 w 48"/>
              <a:gd name="T53" fmla="*/ 98425 h 48"/>
              <a:gd name="T54" fmla="*/ 60325 w 48"/>
              <a:gd name="T55" fmla="*/ 101600 h 48"/>
              <a:gd name="T56" fmla="*/ 82550 w 48"/>
              <a:gd name="T57" fmla="*/ 123825 h 4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8" h="48">
                <a:moveTo>
                  <a:pt x="48" y="3"/>
                </a:moveTo>
                <a:cubicBezTo>
                  <a:pt x="33" y="47"/>
                  <a:pt x="33" y="47"/>
                  <a:pt x="33" y="47"/>
                </a:cubicBezTo>
                <a:cubicBezTo>
                  <a:pt x="32" y="48"/>
                  <a:pt x="31" y="48"/>
                  <a:pt x="30" y="48"/>
                </a:cubicBezTo>
                <a:cubicBezTo>
                  <a:pt x="30" y="48"/>
                  <a:pt x="30" y="47"/>
                  <a:pt x="29" y="47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18"/>
                  <a:pt x="0" y="17"/>
                  <a:pt x="1" y="16"/>
                </a:cubicBezTo>
                <a:cubicBezTo>
                  <a:pt x="1" y="16"/>
                  <a:pt x="1" y="16"/>
                  <a:pt x="2" y="16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0"/>
                  <a:pt x="48" y="0"/>
                  <a:pt x="48" y="1"/>
                </a:cubicBezTo>
                <a:cubicBezTo>
                  <a:pt x="48" y="2"/>
                  <a:pt x="48" y="2"/>
                  <a:pt x="48" y="3"/>
                </a:cubicBezTo>
                <a:close/>
                <a:moveTo>
                  <a:pt x="6" y="18"/>
                </a:moveTo>
                <a:cubicBezTo>
                  <a:pt x="6" y="18"/>
                  <a:pt x="6" y="18"/>
                  <a:pt x="6" y="18"/>
                </a:cubicBezTo>
                <a:cubicBezTo>
                  <a:pt x="22" y="25"/>
                  <a:pt x="22" y="25"/>
                  <a:pt x="22" y="25"/>
                </a:cubicBezTo>
                <a:cubicBezTo>
                  <a:pt x="40" y="6"/>
                  <a:pt x="40" y="6"/>
                  <a:pt x="40" y="6"/>
                </a:cubicBezTo>
                <a:cubicBezTo>
                  <a:pt x="6" y="18"/>
                  <a:pt x="6" y="18"/>
                  <a:pt x="6" y="18"/>
                </a:cubicBezTo>
                <a:close/>
                <a:moveTo>
                  <a:pt x="23" y="26"/>
                </a:moveTo>
                <a:cubicBezTo>
                  <a:pt x="23" y="26"/>
                  <a:pt x="23" y="26"/>
                  <a:pt x="23" y="26"/>
                </a:cubicBezTo>
                <a:cubicBezTo>
                  <a:pt x="30" y="42"/>
                  <a:pt x="30" y="42"/>
                  <a:pt x="30" y="42"/>
                </a:cubicBezTo>
                <a:cubicBezTo>
                  <a:pt x="42" y="8"/>
                  <a:pt x="42" y="8"/>
                  <a:pt x="42" y="8"/>
                </a:cubicBezTo>
                <a:cubicBezTo>
                  <a:pt x="23" y="26"/>
                  <a:pt x="23" y="26"/>
                  <a:pt x="23" y="26"/>
                </a:cubicBezTo>
                <a:close/>
                <a:moveTo>
                  <a:pt x="26" y="39"/>
                </a:moveTo>
                <a:cubicBezTo>
                  <a:pt x="26" y="39"/>
                  <a:pt x="26" y="39"/>
                  <a:pt x="26" y="39"/>
                </a:cubicBezTo>
                <a:cubicBezTo>
                  <a:pt x="21" y="27"/>
                  <a:pt x="21" y="27"/>
                  <a:pt x="21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32"/>
                  <a:pt x="19" y="32"/>
                  <a:pt x="19" y="32"/>
                </a:cubicBezTo>
                <a:cubicBezTo>
                  <a:pt x="26" y="39"/>
                  <a:pt x="26" y="39"/>
                  <a:pt x="26" y="3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58" name="Freeform 92">
            <a:extLst>
              <a:ext uri="{FF2B5EF4-FFF2-40B4-BE49-F238E27FC236}">
                <a16:creationId xmlns:a16="http://schemas.microsoft.com/office/drawing/2014/main" id="{D017A3DD-E97F-6E82-99C0-0C9C20DAFAAD}"/>
              </a:ext>
            </a:extLst>
          </p:cNvPr>
          <p:cNvSpPr>
            <a:spLocks noEditPoints="1"/>
          </p:cNvSpPr>
          <p:nvPr/>
        </p:nvSpPr>
        <p:spPr bwMode="auto">
          <a:xfrm>
            <a:off x="5841402" y="2580665"/>
            <a:ext cx="156633" cy="211667"/>
          </a:xfrm>
          <a:custGeom>
            <a:avLst/>
            <a:gdLst>
              <a:gd name="T0" fmla="*/ 6350 w 37"/>
              <a:gd name="T1" fmla="*/ 0 h 50"/>
              <a:gd name="T2" fmla="*/ 117475 w 37"/>
              <a:gd name="T3" fmla="*/ 6350 h 50"/>
              <a:gd name="T4" fmla="*/ 117475 w 37"/>
              <a:gd name="T5" fmla="*/ 152400 h 50"/>
              <a:gd name="T6" fmla="*/ 111125 w 37"/>
              <a:gd name="T7" fmla="*/ 158750 h 50"/>
              <a:gd name="T8" fmla="*/ 0 w 37"/>
              <a:gd name="T9" fmla="*/ 152400 h 50"/>
              <a:gd name="T10" fmla="*/ 0 w 37"/>
              <a:gd name="T11" fmla="*/ 6350 h 50"/>
              <a:gd name="T12" fmla="*/ 47625 w 37"/>
              <a:gd name="T13" fmla="*/ 47625 h 50"/>
              <a:gd name="T14" fmla="*/ 57150 w 37"/>
              <a:gd name="T15" fmla="*/ 53975 h 50"/>
              <a:gd name="T16" fmla="*/ 63500 w 37"/>
              <a:gd name="T17" fmla="*/ 47625 h 50"/>
              <a:gd name="T18" fmla="*/ 66675 w 37"/>
              <a:gd name="T19" fmla="*/ 38100 h 50"/>
              <a:gd name="T20" fmla="*/ 82550 w 37"/>
              <a:gd name="T21" fmla="*/ 38100 h 50"/>
              <a:gd name="T22" fmla="*/ 73025 w 37"/>
              <a:gd name="T23" fmla="*/ 57150 h 50"/>
              <a:gd name="T24" fmla="*/ 63500 w 37"/>
              <a:gd name="T25" fmla="*/ 60325 h 50"/>
              <a:gd name="T26" fmla="*/ 63500 w 37"/>
              <a:gd name="T27" fmla="*/ 73025 h 50"/>
              <a:gd name="T28" fmla="*/ 73025 w 37"/>
              <a:gd name="T29" fmla="*/ 73025 h 50"/>
              <a:gd name="T30" fmla="*/ 85725 w 37"/>
              <a:gd name="T31" fmla="*/ 85725 h 50"/>
              <a:gd name="T32" fmla="*/ 73025 w 37"/>
              <a:gd name="T33" fmla="*/ 98425 h 50"/>
              <a:gd name="T34" fmla="*/ 66675 w 37"/>
              <a:gd name="T35" fmla="*/ 92075 h 50"/>
              <a:gd name="T36" fmla="*/ 63500 w 37"/>
              <a:gd name="T37" fmla="*/ 82550 h 50"/>
              <a:gd name="T38" fmla="*/ 47625 w 37"/>
              <a:gd name="T39" fmla="*/ 82550 h 50"/>
              <a:gd name="T40" fmla="*/ 28575 w 37"/>
              <a:gd name="T41" fmla="*/ 66675 h 50"/>
              <a:gd name="T42" fmla="*/ 47625 w 37"/>
              <a:gd name="T43" fmla="*/ 47625 h 50"/>
              <a:gd name="T44" fmla="*/ 47625 w 37"/>
              <a:gd name="T45" fmla="*/ 57150 h 50"/>
              <a:gd name="T46" fmla="*/ 34925 w 37"/>
              <a:gd name="T47" fmla="*/ 66675 h 50"/>
              <a:gd name="T48" fmla="*/ 57150 w 37"/>
              <a:gd name="T49" fmla="*/ 66675 h 50"/>
              <a:gd name="T50" fmla="*/ 79375 w 37"/>
              <a:gd name="T51" fmla="*/ 44450 h 50"/>
              <a:gd name="T52" fmla="*/ 73025 w 37"/>
              <a:gd name="T53" fmla="*/ 41275 h 50"/>
              <a:gd name="T54" fmla="*/ 69850 w 37"/>
              <a:gd name="T55" fmla="*/ 44450 h 50"/>
              <a:gd name="T56" fmla="*/ 73025 w 37"/>
              <a:gd name="T57" fmla="*/ 50800 h 50"/>
              <a:gd name="T58" fmla="*/ 79375 w 37"/>
              <a:gd name="T59" fmla="*/ 44450 h 50"/>
              <a:gd name="T60" fmla="*/ 79375 w 37"/>
              <a:gd name="T61" fmla="*/ 82550 h 50"/>
              <a:gd name="T62" fmla="*/ 69850 w 37"/>
              <a:gd name="T63" fmla="*/ 82550 h 50"/>
              <a:gd name="T64" fmla="*/ 69850 w 37"/>
              <a:gd name="T65" fmla="*/ 85725 h 50"/>
              <a:gd name="T66" fmla="*/ 73025 w 37"/>
              <a:gd name="T67" fmla="*/ 88900 h 50"/>
              <a:gd name="T68" fmla="*/ 79375 w 37"/>
              <a:gd name="T69" fmla="*/ 85725 h 50"/>
              <a:gd name="T70" fmla="*/ 38100 w 37"/>
              <a:gd name="T71" fmla="*/ 136525 h 50"/>
              <a:gd name="T72" fmla="*/ 34925 w 37"/>
              <a:gd name="T73" fmla="*/ 133350 h 50"/>
              <a:gd name="T74" fmla="*/ 79375 w 37"/>
              <a:gd name="T75" fmla="*/ 127000 h 50"/>
              <a:gd name="T76" fmla="*/ 79375 w 37"/>
              <a:gd name="T77" fmla="*/ 136525 h 50"/>
              <a:gd name="T78" fmla="*/ 104775 w 37"/>
              <a:gd name="T79" fmla="*/ 12700 h 50"/>
              <a:gd name="T80" fmla="*/ 9525 w 37"/>
              <a:gd name="T81" fmla="*/ 12700 h 50"/>
              <a:gd name="T82" fmla="*/ 104775 w 37"/>
              <a:gd name="T83" fmla="*/ 146050 h 5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7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6" y="0"/>
                  <a:pt x="37" y="1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49"/>
                  <a:pt x="36" y="50"/>
                  <a:pt x="35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0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2" y="0"/>
                </a:cubicBezTo>
                <a:close/>
                <a:moveTo>
                  <a:pt x="15" y="15"/>
                </a:moveTo>
                <a:cubicBezTo>
                  <a:pt x="15" y="15"/>
                  <a:pt x="15" y="15"/>
                  <a:pt x="15" y="15"/>
                </a:cubicBezTo>
                <a:cubicBezTo>
                  <a:pt x="16" y="15"/>
                  <a:pt x="17" y="16"/>
                  <a:pt x="18" y="17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5"/>
                  <a:pt x="20" y="15"/>
                  <a:pt x="20" y="15"/>
                </a:cubicBezTo>
                <a:cubicBezTo>
                  <a:pt x="20" y="14"/>
                  <a:pt x="20" y="13"/>
                  <a:pt x="21" y="12"/>
                </a:cubicBezTo>
                <a:cubicBezTo>
                  <a:pt x="21" y="12"/>
                  <a:pt x="21" y="12"/>
                  <a:pt x="21" y="12"/>
                </a:cubicBezTo>
                <a:cubicBezTo>
                  <a:pt x="22" y="11"/>
                  <a:pt x="22" y="11"/>
                  <a:pt x="23" y="11"/>
                </a:cubicBezTo>
                <a:cubicBezTo>
                  <a:pt x="25" y="11"/>
                  <a:pt x="25" y="11"/>
                  <a:pt x="26" y="12"/>
                </a:cubicBezTo>
                <a:cubicBezTo>
                  <a:pt x="27" y="13"/>
                  <a:pt x="27" y="14"/>
                  <a:pt x="27" y="15"/>
                </a:cubicBezTo>
                <a:cubicBezTo>
                  <a:pt x="27" y="17"/>
                  <a:pt x="26" y="18"/>
                  <a:pt x="23" y="18"/>
                </a:cubicBezTo>
                <a:cubicBezTo>
                  <a:pt x="23" y="18"/>
                  <a:pt x="22" y="18"/>
                  <a:pt x="21" y="18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19"/>
                  <a:pt x="20" y="20"/>
                  <a:pt x="20" y="21"/>
                </a:cubicBezTo>
                <a:cubicBezTo>
                  <a:pt x="20" y="21"/>
                  <a:pt x="20" y="22"/>
                  <a:pt x="20" y="23"/>
                </a:cubicBezTo>
                <a:cubicBezTo>
                  <a:pt x="21" y="24"/>
                  <a:pt x="21" y="24"/>
                  <a:pt x="21" y="24"/>
                </a:cubicBezTo>
                <a:cubicBezTo>
                  <a:pt x="22" y="23"/>
                  <a:pt x="23" y="23"/>
                  <a:pt x="23" y="23"/>
                </a:cubicBezTo>
                <a:cubicBezTo>
                  <a:pt x="25" y="23"/>
                  <a:pt x="25" y="23"/>
                  <a:pt x="26" y="24"/>
                </a:cubicBezTo>
                <a:cubicBezTo>
                  <a:pt x="27" y="25"/>
                  <a:pt x="27" y="26"/>
                  <a:pt x="27" y="27"/>
                </a:cubicBezTo>
                <a:cubicBezTo>
                  <a:pt x="27" y="28"/>
                  <a:pt x="27" y="29"/>
                  <a:pt x="26" y="29"/>
                </a:cubicBezTo>
                <a:cubicBezTo>
                  <a:pt x="25" y="30"/>
                  <a:pt x="25" y="31"/>
                  <a:pt x="23" y="31"/>
                </a:cubicBezTo>
                <a:cubicBezTo>
                  <a:pt x="22" y="31"/>
                  <a:pt x="21" y="30"/>
                  <a:pt x="21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0" y="29"/>
                  <a:pt x="20" y="28"/>
                  <a:pt x="20" y="27"/>
                </a:cubicBezTo>
                <a:cubicBezTo>
                  <a:pt x="20" y="26"/>
                  <a:pt x="20" y="26"/>
                  <a:pt x="20" y="26"/>
                </a:cubicBezTo>
                <a:cubicBezTo>
                  <a:pt x="18" y="25"/>
                  <a:pt x="18" y="25"/>
                  <a:pt x="18" y="25"/>
                </a:cubicBezTo>
                <a:cubicBezTo>
                  <a:pt x="17" y="25"/>
                  <a:pt x="16" y="26"/>
                  <a:pt x="15" y="26"/>
                </a:cubicBezTo>
                <a:cubicBezTo>
                  <a:pt x="13" y="26"/>
                  <a:pt x="12" y="25"/>
                  <a:pt x="11" y="24"/>
                </a:cubicBezTo>
                <a:cubicBezTo>
                  <a:pt x="10" y="23"/>
                  <a:pt x="9" y="22"/>
                  <a:pt x="9" y="21"/>
                </a:cubicBezTo>
                <a:cubicBezTo>
                  <a:pt x="9" y="19"/>
                  <a:pt x="10" y="18"/>
                  <a:pt x="11" y="17"/>
                </a:cubicBezTo>
                <a:cubicBezTo>
                  <a:pt x="12" y="16"/>
                  <a:pt x="13" y="15"/>
                  <a:pt x="15" y="15"/>
                </a:cubicBezTo>
                <a:close/>
                <a:moveTo>
                  <a:pt x="15" y="18"/>
                </a:moveTo>
                <a:cubicBezTo>
                  <a:pt x="15" y="18"/>
                  <a:pt x="15" y="18"/>
                  <a:pt x="15" y="18"/>
                </a:cubicBezTo>
                <a:cubicBezTo>
                  <a:pt x="14" y="18"/>
                  <a:pt x="13" y="18"/>
                  <a:pt x="12" y="18"/>
                </a:cubicBezTo>
                <a:cubicBezTo>
                  <a:pt x="12" y="19"/>
                  <a:pt x="11" y="20"/>
                  <a:pt x="11" y="21"/>
                </a:cubicBezTo>
                <a:cubicBezTo>
                  <a:pt x="11" y="22"/>
                  <a:pt x="13" y="24"/>
                  <a:pt x="15" y="24"/>
                </a:cubicBezTo>
                <a:cubicBezTo>
                  <a:pt x="16" y="24"/>
                  <a:pt x="18" y="22"/>
                  <a:pt x="18" y="21"/>
                </a:cubicBezTo>
                <a:cubicBezTo>
                  <a:pt x="18" y="19"/>
                  <a:pt x="16" y="18"/>
                  <a:pt x="15" y="18"/>
                </a:cubicBezTo>
                <a:close/>
                <a:moveTo>
                  <a:pt x="25" y="14"/>
                </a:moveTo>
                <a:cubicBezTo>
                  <a:pt x="25" y="14"/>
                  <a:pt x="25" y="14"/>
                  <a:pt x="25" y="14"/>
                </a:cubicBezTo>
                <a:cubicBezTo>
                  <a:pt x="24" y="13"/>
                  <a:pt x="24" y="13"/>
                  <a:pt x="23" y="13"/>
                </a:cubicBezTo>
                <a:cubicBezTo>
                  <a:pt x="23" y="13"/>
                  <a:pt x="23" y="13"/>
                  <a:pt x="22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2" y="14"/>
                  <a:pt x="22" y="15"/>
                </a:cubicBezTo>
                <a:cubicBezTo>
                  <a:pt x="22" y="15"/>
                  <a:pt x="23" y="16"/>
                  <a:pt x="23" y="16"/>
                </a:cubicBezTo>
                <a:cubicBezTo>
                  <a:pt x="24" y="16"/>
                  <a:pt x="25" y="15"/>
                  <a:pt x="25" y="15"/>
                </a:cubicBezTo>
                <a:cubicBezTo>
                  <a:pt x="25" y="14"/>
                  <a:pt x="25" y="14"/>
                  <a:pt x="25" y="14"/>
                </a:cubicBezTo>
                <a:close/>
                <a:moveTo>
                  <a:pt x="25" y="26"/>
                </a:moveTo>
                <a:cubicBezTo>
                  <a:pt x="25" y="26"/>
                  <a:pt x="25" y="26"/>
                  <a:pt x="25" y="26"/>
                </a:cubicBezTo>
                <a:cubicBezTo>
                  <a:pt x="24" y="25"/>
                  <a:pt x="24" y="25"/>
                  <a:pt x="23" y="25"/>
                </a:cubicBezTo>
                <a:cubicBezTo>
                  <a:pt x="23" y="25"/>
                  <a:pt x="23" y="25"/>
                  <a:pt x="22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6"/>
                  <a:pt x="22" y="26"/>
                  <a:pt x="22" y="27"/>
                </a:cubicBezTo>
                <a:cubicBezTo>
                  <a:pt x="22" y="27"/>
                  <a:pt x="22" y="27"/>
                  <a:pt x="22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4" y="28"/>
                  <a:pt x="24" y="28"/>
                  <a:pt x="25" y="28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26"/>
                  <a:pt x="25" y="26"/>
                  <a:pt x="25" y="26"/>
                </a:cubicBezTo>
                <a:close/>
                <a:moveTo>
                  <a:pt x="12" y="43"/>
                </a:moveTo>
                <a:cubicBezTo>
                  <a:pt x="12" y="43"/>
                  <a:pt x="12" y="43"/>
                  <a:pt x="12" y="43"/>
                </a:cubicBezTo>
                <a:cubicBezTo>
                  <a:pt x="11" y="43"/>
                  <a:pt x="11" y="42"/>
                  <a:pt x="11" y="42"/>
                </a:cubicBezTo>
                <a:cubicBezTo>
                  <a:pt x="11" y="41"/>
                  <a:pt x="11" y="40"/>
                  <a:pt x="12" y="40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40"/>
                  <a:pt x="26" y="41"/>
                  <a:pt x="26" y="42"/>
                </a:cubicBezTo>
                <a:cubicBezTo>
                  <a:pt x="26" y="42"/>
                  <a:pt x="25" y="43"/>
                  <a:pt x="25" y="43"/>
                </a:cubicBezTo>
                <a:cubicBezTo>
                  <a:pt x="12" y="43"/>
                  <a:pt x="12" y="43"/>
                  <a:pt x="12" y="43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6"/>
                  <a:pt x="3" y="46"/>
                  <a:pt x="3" y="46"/>
                </a:cubicBezTo>
                <a:cubicBezTo>
                  <a:pt x="33" y="46"/>
                  <a:pt x="33" y="46"/>
                  <a:pt x="33" y="46"/>
                </a:cubicBezTo>
                <a:cubicBezTo>
                  <a:pt x="33" y="4"/>
                  <a:pt x="33" y="4"/>
                  <a:pt x="33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59" name="Freeform 93">
            <a:extLst>
              <a:ext uri="{FF2B5EF4-FFF2-40B4-BE49-F238E27FC236}">
                <a16:creationId xmlns:a16="http://schemas.microsoft.com/office/drawing/2014/main" id="{DF6E355C-CFA0-3F5E-0A95-11F5C9E886B8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3008231"/>
            <a:ext cx="211667" cy="211667"/>
          </a:xfrm>
          <a:custGeom>
            <a:avLst/>
            <a:gdLst>
              <a:gd name="T0" fmla="*/ 6350 w 50"/>
              <a:gd name="T1" fmla="*/ 0 h 50"/>
              <a:gd name="T2" fmla="*/ 117475 w 50"/>
              <a:gd name="T3" fmla="*/ 6350 h 50"/>
              <a:gd name="T4" fmla="*/ 117475 w 50"/>
              <a:gd name="T5" fmla="*/ 22225 h 50"/>
              <a:gd name="T6" fmla="*/ 152400 w 50"/>
              <a:gd name="T7" fmla="*/ 25400 h 50"/>
              <a:gd name="T8" fmla="*/ 158750 w 50"/>
              <a:gd name="T9" fmla="*/ 85725 h 50"/>
              <a:gd name="T10" fmla="*/ 142875 w 50"/>
              <a:gd name="T11" fmla="*/ 101600 h 50"/>
              <a:gd name="T12" fmla="*/ 95250 w 50"/>
              <a:gd name="T13" fmla="*/ 114300 h 50"/>
              <a:gd name="T14" fmla="*/ 88900 w 50"/>
              <a:gd name="T15" fmla="*/ 114300 h 50"/>
              <a:gd name="T16" fmla="*/ 69850 w 50"/>
              <a:gd name="T17" fmla="*/ 98425 h 50"/>
              <a:gd name="T18" fmla="*/ 66675 w 50"/>
              <a:gd name="T19" fmla="*/ 38100 h 50"/>
              <a:gd name="T20" fmla="*/ 82550 w 50"/>
              <a:gd name="T21" fmla="*/ 22225 h 50"/>
              <a:gd name="T22" fmla="*/ 104775 w 50"/>
              <a:gd name="T23" fmla="*/ 12700 h 50"/>
              <a:gd name="T24" fmla="*/ 12700 w 50"/>
              <a:gd name="T25" fmla="*/ 149225 h 50"/>
              <a:gd name="T26" fmla="*/ 104775 w 50"/>
              <a:gd name="T27" fmla="*/ 120650 h 50"/>
              <a:gd name="T28" fmla="*/ 117475 w 50"/>
              <a:gd name="T29" fmla="*/ 120650 h 50"/>
              <a:gd name="T30" fmla="*/ 111125 w 50"/>
              <a:gd name="T31" fmla="*/ 158750 h 50"/>
              <a:gd name="T32" fmla="*/ 6350 w 50"/>
              <a:gd name="T33" fmla="*/ 158750 h 50"/>
              <a:gd name="T34" fmla="*/ 0 w 50"/>
              <a:gd name="T35" fmla="*/ 152400 h 50"/>
              <a:gd name="T36" fmla="*/ 6350 w 50"/>
              <a:gd name="T37" fmla="*/ 0 h 50"/>
              <a:gd name="T38" fmla="*/ 142875 w 50"/>
              <a:gd name="T39" fmla="*/ 28575 h 50"/>
              <a:gd name="T40" fmla="*/ 76200 w 50"/>
              <a:gd name="T41" fmla="*/ 31750 h 50"/>
              <a:gd name="T42" fmla="*/ 73025 w 50"/>
              <a:gd name="T43" fmla="*/ 85725 h 50"/>
              <a:gd name="T44" fmla="*/ 82550 w 50"/>
              <a:gd name="T45" fmla="*/ 95250 h 50"/>
              <a:gd name="T46" fmla="*/ 82550 w 50"/>
              <a:gd name="T47" fmla="*/ 95250 h 50"/>
              <a:gd name="T48" fmla="*/ 92075 w 50"/>
              <a:gd name="T49" fmla="*/ 104775 h 50"/>
              <a:gd name="T50" fmla="*/ 101600 w 50"/>
              <a:gd name="T51" fmla="*/ 95250 h 50"/>
              <a:gd name="T52" fmla="*/ 149225 w 50"/>
              <a:gd name="T53" fmla="*/ 92075 h 50"/>
              <a:gd name="T54" fmla="*/ 152400 w 50"/>
              <a:gd name="T55" fmla="*/ 38100 h 50"/>
              <a:gd name="T56" fmla="*/ 142875 w 50"/>
              <a:gd name="T57" fmla="*/ 28575 h 50"/>
              <a:gd name="T58" fmla="*/ 88900 w 50"/>
              <a:gd name="T59" fmla="*/ 66675 h 50"/>
              <a:gd name="T60" fmla="*/ 88900 w 50"/>
              <a:gd name="T61" fmla="*/ 44450 h 50"/>
              <a:gd name="T62" fmla="*/ 136525 w 50"/>
              <a:gd name="T63" fmla="*/ 44450 h 50"/>
              <a:gd name="T64" fmla="*/ 133350 w 50"/>
              <a:gd name="T65" fmla="*/ 66675 h 50"/>
              <a:gd name="T66" fmla="*/ 107950 w 50"/>
              <a:gd name="T67" fmla="*/ 85725 h 50"/>
              <a:gd name="T68" fmla="*/ 95250 w 50"/>
              <a:gd name="T69" fmla="*/ 60325 h 50"/>
              <a:gd name="T70" fmla="*/ 111125 w 50"/>
              <a:gd name="T71" fmla="*/ 76200 h 50"/>
              <a:gd name="T72" fmla="*/ 130175 w 50"/>
              <a:gd name="T73" fmla="*/ 60325 h 50"/>
              <a:gd name="T74" fmla="*/ 130175 w 50"/>
              <a:gd name="T75" fmla="*/ 47625 h 50"/>
              <a:gd name="T76" fmla="*/ 114300 w 50"/>
              <a:gd name="T77" fmla="*/ 47625 h 50"/>
              <a:gd name="T78" fmla="*/ 107950 w 50"/>
              <a:gd name="T79" fmla="*/ 47625 h 50"/>
              <a:gd name="T80" fmla="*/ 95250 w 50"/>
              <a:gd name="T81" fmla="*/ 60325 h 50"/>
              <a:gd name="T82" fmla="*/ 38100 w 50"/>
              <a:gd name="T83" fmla="*/ 136525 h 50"/>
              <a:gd name="T84" fmla="*/ 34925 w 50"/>
              <a:gd name="T85" fmla="*/ 133350 h 50"/>
              <a:gd name="T86" fmla="*/ 79375 w 50"/>
              <a:gd name="T87" fmla="*/ 130175 h 50"/>
              <a:gd name="T88" fmla="*/ 79375 w 50"/>
              <a:gd name="T89" fmla="*/ 136525 h 5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0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6" y="0"/>
                  <a:pt x="37" y="1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7"/>
                  <a:pt x="37" y="7"/>
                  <a:pt x="37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6" y="7"/>
                  <a:pt x="47" y="7"/>
                  <a:pt x="48" y="8"/>
                </a:cubicBezTo>
                <a:cubicBezTo>
                  <a:pt x="49" y="9"/>
                  <a:pt x="50" y="11"/>
                  <a:pt x="50" y="12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8"/>
                  <a:pt x="49" y="30"/>
                  <a:pt x="48" y="31"/>
                </a:cubicBezTo>
                <a:cubicBezTo>
                  <a:pt x="47" y="32"/>
                  <a:pt x="46" y="32"/>
                  <a:pt x="45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29" y="37"/>
                  <a:pt x="28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6" y="32"/>
                  <a:pt x="26" y="32"/>
                  <a:pt x="26" y="32"/>
                </a:cubicBezTo>
                <a:cubicBezTo>
                  <a:pt x="24" y="32"/>
                  <a:pt x="23" y="32"/>
                  <a:pt x="22" y="31"/>
                </a:cubicBezTo>
                <a:cubicBezTo>
                  <a:pt x="21" y="30"/>
                  <a:pt x="21" y="28"/>
                  <a:pt x="21" y="27"/>
                </a:cubicBezTo>
                <a:cubicBezTo>
                  <a:pt x="21" y="12"/>
                  <a:pt x="21" y="12"/>
                  <a:pt x="21" y="12"/>
                </a:cubicBezTo>
                <a:cubicBezTo>
                  <a:pt x="21" y="11"/>
                  <a:pt x="21" y="9"/>
                  <a:pt x="22" y="8"/>
                </a:cubicBezTo>
                <a:cubicBezTo>
                  <a:pt x="23" y="7"/>
                  <a:pt x="25" y="7"/>
                  <a:pt x="26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4"/>
                  <a:pt x="33" y="4"/>
                  <a:pt x="33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7"/>
                  <a:pt x="4" y="47"/>
                  <a:pt x="4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7"/>
                  <a:pt x="34" y="36"/>
                  <a:pt x="35" y="36"/>
                </a:cubicBezTo>
                <a:cubicBezTo>
                  <a:pt x="36" y="36"/>
                  <a:pt x="37" y="37"/>
                  <a:pt x="37" y="38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50"/>
                  <a:pt x="36" y="50"/>
                  <a:pt x="35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50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5" y="9"/>
                </a:moveTo>
                <a:cubicBezTo>
                  <a:pt x="45" y="9"/>
                  <a:pt x="45" y="9"/>
                  <a:pt x="45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5" y="9"/>
                  <a:pt x="24" y="9"/>
                  <a:pt x="24" y="10"/>
                </a:cubicBezTo>
                <a:cubicBezTo>
                  <a:pt x="23" y="10"/>
                  <a:pt x="23" y="11"/>
                  <a:pt x="23" y="12"/>
                </a:cubicBezTo>
                <a:cubicBezTo>
                  <a:pt x="23" y="27"/>
                  <a:pt x="23" y="27"/>
                  <a:pt x="23" y="27"/>
                </a:cubicBezTo>
                <a:cubicBezTo>
                  <a:pt x="23" y="28"/>
                  <a:pt x="23" y="28"/>
                  <a:pt x="24" y="29"/>
                </a:cubicBezTo>
                <a:cubicBezTo>
                  <a:pt x="24" y="30"/>
                  <a:pt x="25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7" y="30"/>
                  <a:pt x="27" y="30"/>
                  <a:pt x="27" y="30"/>
                </a:cubicBezTo>
                <a:cubicBezTo>
                  <a:pt x="29" y="33"/>
                  <a:pt x="29" y="33"/>
                  <a:pt x="29" y="33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0"/>
                  <a:pt x="31" y="30"/>
                  <a:pt x="32" y="30"/>
                </a:cubicBezTo>
                <a:cubicBezTo>
                  <a:pt x="45" y="30"/>
                  <a:pt x="45" y="30"/>
                  <a:pt x="45" y="30"/>
                </a:cubicBezTo>
                <a:cubicBezTo>
                  <a:pt x="45" y="30"/>
                  <a:pt x="46" y="30"/>
                  <a:pt x="47" y="29"/>
                </a:cubicBezTo>
                <a:cubicBezTo>
                  <a:pt x="47" y="28"/>
                  <a:pt x="48" y="28"/>
                  <a:pt x="48" y="27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11"/>
                  <a:pt x="47" y="10"/>
                  <a:pt x="47" y="10"/>
                </a:cubicBezTo>
                <a:cubicBezTo>
                  <a:pt x="46" y="9"/>
                  <a:pt x="45" y="9"/>
                  <a:pt x="45" y="9"/>
                </a:cubicBezTo>
                <a:close/>
                <a:moveTo>
                  <a:pt x="28" y="21"/>
                </a:move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6" y="19"/>
                  <a:pt x="26" y="16"/>
                  <a:pt x="28" y="14"/>
                </a:cubicBezTo>
                <a:cubicBezTo>
                  <a:pt x="30" y="12"/>
                  <a:pt x="33" y="11"/>
                  <a:pt x="35" y="13"/>
                </a:cubicBezTo>
                <a:cubicBezTo>
                  <a:pt x="38" y="11"/>
                  <a:pt x="41" y="12"/>
                  <a:pt x="43" y="14"/>
                </a:cubicBezTo>
                <a:cubicBezTo>
                  <a:pt x="44" y="16"/>
                  <a:pt x="44" y="19"/>
                  <a:pt x="4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36" y="27"/>
                  <a:pt x="36" y="27"/>
                  <a:pt x="36" y="27"/>
                </a:cubicBezTo>
                <a:cubicBezTo>
                  <a:pt x="36" y="27"/>
                  <a:pt x="35" y="27"/>
                  <a:pt x="34" y="27"/>
                </a:cubicBezTo>
                <a:cubicBezTo>
                  <a:pt x="28" y="21"/>
                  <a:pt x="28" y="21"/>
                  <a:pt x="28" y="21"/>
                </a:cubicBezTo>
                <a:close/>
                <a:moveTo>
                  <a:pt x="30" y="19"/>
                </a:moveTo>
                <a:cubicBezTo>
                  <a:pt x="30" y="19"/>
                  <a:pt x="30" y="19"/>
                  <a:pt x="30" y="19"/>
                </a:cubicBezTo>
                <a:cubicBezTo>
                  <a:pt x="35" y="24"/>
                  <a:pt x="35" y="24"/>
                  <a:pt x="35" y="24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19"/>
                  <a:pt x="41" y="19"/>
                  <a:pt x="41" y="19"/>
                </a:cubicBezTo>
                <a:cubicBezTo>
                  <a:pt x="42" y="18"/>
                  <a:pt x="42" y="16"/>
                  <a:pt x="41" y="15"/>
                </a:cubicBezTo>
                <a:cubicBezTo>
                  <a:pt x="40" y="14"/>
                  <a:pt x="38" y="14"/>
                  <a:pt x="37" y="15"/>
                </a:cubicBezTo>
                <a:cubicBezTo>
                  <a:pt x="36" y="15"/>
                  <a:pt x="36" y="15"/>
                  <a:pt x="36" y="15"/>
                </a:cubicBezTo>
                <a:cubicBezTo>
                  <a:pt x="36" y="16"/>
                  <a:pt x="35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3" y="14"/>
                  <a:pt x="31" y="14"/>
                  <a:pt x="30" y="15"/>
                </a:cubicBezTo>
                <a:cubicBezTo>
                  <a:pt x="29" y="16"/>
                  <a:pt x="29" y="18"/>
                  <a:pt x="30" y="19"/>
                </a:cubicBezTo>
                <a:cubicBezTo>
                  <a:pt x="30" y="19"/>
                  <a:pt x="30" y="19"/>
                  <a:pt x="30" y="19"/>
                </a:cubicBezTo>
                <a:close/>
                <a:moveTo>
                  <a:pt x="12" y="43"/>
                </a:moveTo>
                <a:cubicBezTo>
                  <a:pt x="12" y="43"/>
                  <a:pt x="12" y="43"/>
                  <a:pt x="12" y="43"/>
                </a:cubicBezTo>
                <a:cubicBezTo>
                  <a:pt x="12" y="43"/>
                  <a:pt x="11" y="43"/>
                  <a:pt x="11" y="42"/>
                </a:cubicBezTo>
                <a:cubicBezTo>
                  <a:pt x="11" y="41"/>
                  <a:pt x="12" y="41"/>
                  <a:pt x="12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6" y="41"/>
                  <a:pt x="26" y="41"/>
                  <a:pt x="26" y="42"/>
                </a:cubicBezTo>
                <a:cubicBezTo>
                  <a:pt x="26" y="43"/>
                  <a:pt x="26" y="43"/>
                  <a:pt x="25" y="43"/>
                </a:cubicBezTo>
                <a:cubicBezTo>
                  <a:pt x="12" y="43"/>
                  <a:pt x="12" y="43"/>
                  <a:pt x="12" y="4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60" name="Freeform 94">
            <a:extLst>
              <a:ext uri="{FF2B5EF4-FFF2-40B4-BE49-F238E27FC236}">
                <a16:creationId xmlns:a16="http://schemas.microsoft.com/office/drawing/2014/main" id="{B203F37E-ADF4-AD9E-8A11-0AA34A4BA6BA}"/>
              </a:ext>
            </a:extLst>
          </p:cNvPr>
          <p:cNvSpPr>
            <a:spLocks noEditPoints="1"/>
          </p:cNvSpPr>
          <p:nvPr/>
        </p:nvSpPr>
        <p:spPr bwMode="auto">
          <a:xfrm>
            <a:off x="5437119" y="2597598"/>
            <a:ext cx="213783" cy="177800"/>
          </a:xfrm>
          <a:custGeom>
            <a:avLst/>
            <a:gdLst>
              <a:gd name="T0" fmla="*/ 6413 w 50"/>
              <a:gd name="T1" fmla="*/ 0 h 42"/>
              <a:gd name="T2" fmla="*/ 160337 w 50"/>
              <a:gd name="T3" fmla="*/ 6350 h 42"/>
              <a:gd name="T4" fmla="*/ 160337 w 50"/>
              <a:gd name="T5" fmla="*/ 111125 h 42"/>
              <a:gd name="T6" fmla="*/ 153924 w 50"/>
              <a:gd name="T7" fmla="*/ 117475 h 42"/>
              <a:gd name="T8" fmla="*/ 86582 w 50"/>
              <a:gd name="T9" fmla="*/ 123825 h 42"/>
              <a:gd name="T10" fmla="*/ 118649 w 50"/>
              <a:gd name="T11" fmla="*/ 123825 h 42"/>
              <a:gd name="T12" fmla="*/ 118649 w 50"/>
              <a:gd name="T13" fmla="*/ 133350 h 42"/>
              <a:gd name="T14" fmla="*/ 35274 w 50"/>
              <a:gd name="T15" fmla="*/ 130175 h 42"/>
              <a:gd name="T16" fmla="*/ 73755 w 50"/>
              <a:gd name="T17" fmla="*/ 123825 h 42"/>
              <a:gd name="T18" fmla="*/ 73755 w 50"/>
              <a:gd name="T19" fmla="*/ 117475 h 42"/>
              <a:gd name="T20" fmla="*/ 0 w 50"/>
              <a:gd name="T21" fmla="*/ 111125 h 42"/>
              <a:gd name="T22" fmla="*/ 0 w 50"/>
              <a:gd name="T23" fmla="*/ 6350 h 42"/>
              <a:gd name="T24" fmla="*/ 67342 w 50"/>
              <a:gd name="T25" fmla="*/ 41275 h 42"/>
              <a:gd name="T26" fmla="*/ 80169 w 50"/>
              <a:gd name="T27" fmla="*/ 47625 h 42"/>
              <a:gd name="T28" fmla="*/ 83375 w 50"/>
              <a:gd name="T29" fmla="*/ 38100 h 42"/>
              <a:gd name="T30" fmla="*/ 86582 w 50"/>
              <a:gd name="T31" fmla="*/ 31750 h 42"/>
              <a:gd name="T32" fmla="*/ 105822 w 50"/>
              <a:gd name="T33" fmla="*/ 31750 h 42"/>
              <a:gd name="T34" fmla="*/ 105822 w 50"/>
              <a:gd name="T35" fmla="*/ 47625 h 42"/>
              <a:gd name="T36" fmla="*/ 89789 w 50"/>
              <a:gd name="T37" fmla="*/ 47625 h 42"/>
              <a:gd name="T38" fmla="*/ 86582 w 50"/>
              <a:gd name="T39" fmla="*/ 57150 h 42"/>
              <a:gd name="T40" fmla="*/ 89789 w 50"/>
              <a:gd name="T41" fmla="*/ 66675 h 42"/>
              <a:gd name="T42" fmla="*/ 105822 w 50"/>
              <a:gd name="T43" fmla="*/ 69850 h 42"/>
              <a:gd name="T44" fmla="*/ 105822 w 50"/>
              <a:gd name="T45" fmla="*/ 85725 h 42"/>
              <a:gd name="T46" fmla="*/ 86582 w 50"/>
              <a:gd name="T47" fmla="*/ 85725 h 42"/>
              <a:gd name="T48" fmla="*/ 83375 w 50"/>
              <a:gd name="T49" fmla="*/ 73025 h 42"/>
              <a:gd name="T50" fmla="*/ 67342 w 50"/>
              <a:gd name="T51" fmla="*/ 76200 h 42"/>
              <a:gd name="T52" fmla="*/ 54515 w 50"/>
              <a:gd name="T53" fmla="*/ 69850 h 42"/>
              <a:gd name="T54" fmla="*/ 54515 w 50"/>
              <a:gd name="T55" fmla="*/ 47625 h 42"/>
              <a:gd name="T56" fmla="*/ 67342 w 50"/>
              <a:gd name="T57" fmla="*/ 47625 h 42"/>
              <a:gd name="T58" fmla="*/ 60928 w 50"/>
              <a:gd name="T59" fmla="*/ 50800 h 42"/>
              <a:gd name="T60" fmla="*/ 60928 w 50"/>
              <a:gd name="T61" fmla="*/ 66675 h 42"/>
              <a:gd name="T62" fmla="*/ 60928 w 50"/>
              <a:gd name="T63" fmla="*/ 66675 h 42"/>
              <a:gd name="T64" fmla="*/ 76962 w 50"/>
              <a:gd name="T65" fmla="*/ 57150 h 42"/>
              <a:gd name="T66" fmla="*/ 99409 w 50"/>
              <a:gd name="T67" fmla="*/ 34925 h 42"/>
              <a:gd name="T68" fmla="*/ 96202 w 50"/>
              <a:gd name="T69" fmla="*/ 34925 h 42"/>
              <a:gd name="T70" fmla="*/ 92995 w 50"/>
              <a:gd name="T71" fmla="*/ 34925 h 42"/>
              <a:gd name="T72" fmla="*/ 96202 w 50"/>
              <a:gd name="T73" fmla="*/ 44450 h 42"/>
              <a:gd name="T74" fmla="*/ 102616 w 50"/>
              <a:gd name="T75" fmla="*/ 38100 h 42"/>
              <a:gd name="T76" fmla="*/ 99409 w 50"/>
              <a:gd name="T77" fmla="*/ 73025 h 42"/>
              <a:gd name="T78" fmla="*/ 96202 w 50"/>
              <a:gd name="T79" fmla="*/ 73025 h 42"/>
              <a:gd name="T80" fmla="*/ 92995 w 50"/>
              <a:gd name="T81" fmla="*/ 73025 h 42"/>
              <a:gd name="T82" fmla="*/ 96202 w 50"/>
              <a:gd name="T83" fmla="*/ 82550 h 42"/>
              <a:gd name="T84" fmla="*/ 102616 w 50"/>
              <a:gd name="T85" fmla="*/ 76200 h 42"/>
              <a:gd name="T86" fmla="*/ 137890 w 50"/>
              <a:gd name="T87" fmla="*/ 88900 h 42"/>
              <a:gd name="T88" fmla="*/ 141097 w 50"/>
              <a:gd name="T89" fmla="*/ 95250 h 42"/>
              <a:gd name="T90" fmla="*/ 131476 w 50"/>
              <a:gd name="T91" fmla="*/ 95250 h 42"/>
              <a:gd name="T92" fmla="*/ 147510 w 50"/>
              <a:gd name="T93" fmla="*/ 12700 h 42"/>
              <a:gd name="T94" fmla="*/ 12827 w 50"/>
              <a:gd name="T95" fmla="*/ 12700 h 42"/>
              <a:gd name="T96" fmla="*/ 147510 w 50"/>
              <a:gd name="T97" fmla="*/ 104775 h 4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0" h="42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6"/>
                  <a:pt x="49" y="37"/>
                  <a:pt x="48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8" y="39"/>
                  <a:pt x="39" y="40"/>
                  <a:pt x="39" y="41"/>
                </a:cubicBezTo>
                <a:cubicBezTo>
                  <a:pt x="39" y="41"/>
                  <a:pt x="38" y="42"/>
                  <a:pt x="37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1" y="42"/>
                  <a:pt x="11" y="41"/>
                  <a:pt x="11" y="41"/>
                </a:cubicBezTo>
                <a:cubicBezTo>
                  <a:pt x="11" y="40"/>
                  <a:pt x="11" y="39"/>
                  <a:pt x="12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37"/>
                  <a:pt x="23" y="37"/>
                  <a:pt x="23" y="37"/>
                </a:cubicBezTo>
                <a:cubicBezTo>
                  <a:pt x="2" y="37"/>
                  <a:pt x="2" y="37"/>
                  <a:pt x="2" y="37"/>
                </a:cubicBezTo>
                <a:cubicBezTo>
                  <a:pt x="1" y="37"/>
                  <a:pt x="0" y="36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1" y="13"/>
                </a:moveTo>
                <a:cubicBezTo>
                  <a:pt x="21" y="13"/>
                  <a:pt x="21" y="13"/>
                  <a:pt x="21" y="13"/>
                </a:cubicBezTo>
                <a:cubicBezTo>
                  <a:pt x="23" y="13"/>
                  <a:pt x="24" y="14"/>
                  <a:pt x="25" y="15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3"/>
                  <a:pt x="26" y="13"/>
                  <a:pt x="26" y="12"/>
                </a:cubicBezTo>
                <a:cubicBezTo>
                  <a:pt x="26" y="11"/>
                  <a:pt x="27" y="10"/>
                  <a:pt x="27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8" y="9"/>
                  <a:pt x="29" y="9"/>
                  <a:pt x="30" y="9"/>
                </a:cubicBezTo>
                <a:cubicBezTo>
                  <a:pt x="31" y="9"/>
                  <a:pt x="32" y="9"/>
                  <a:pt x="33" y="10"/>
                </a:cubicBezTo>
                <a:cubicBezTo>
                  <a:pt x="33" y="10"/>
                  <a:pt x="34" y="11"/>
                  <a:pt x="34" y="12"/>
                </a:cubicBezTo>
                <a:cubicBezTo>
                  <a:pt x="34" y="14"/>
                  <a:pt x="33" y="14"/>
                  <a:pt x="33" y="15"/>
                </a:cubicBezTo>
                <a:cubicBezTo>
                  <a:pt x="32" y="16"/>
                  <a:pt x="31" y="16"/>
                  <a:pt x="30" y="16"/>
                </a:cubicBezTo>
                <a:cubicBezTo>
                  <a:pt x="29" y="16"/>
                  <a:pt x="28" y="16"/>
                  <a:pt x="28" y="15"/>
                </a:cubicBezTo>
                <a:cubicBezTo>
                  <a:pt x="26" y="16"/>
                  <a:pt x="26" y="16"/>
                  <a:pt x="26" y="16"/>
                </a:cubicBezTo>
                <a:cubicBezTo>
                  <a:pt x="26" y="17"/>
                  <a:pt x="27" y="18"/>
                  <a:pt x="27" y="18"/>
                </a:cubicBezTo>
                <a:cubicBezTo>
                  <a:pt x="27" y="19"/>
                  <a:pt x="26" y="20"/>
                  <a:pt x="26" y="20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9" y="21"/>
                  <a:pt x="30" y="21"/>
                </a:cubicBezTo>
                <a:cubicBezTo>
                  <a:pt x="31" y="21"/>
                  <a:pt x="32" y="21"/>
                  <a:pt x="33" y="22"/>
                </a:cubicBezTo>
                <a:cubicBezTo>
                  <a:pt x="33" y="22"/>
                  <a:pt x="34" y="23"/>
                  <a:pt x="34" y="24"/>
                </a:cubicBezTo>
                <a:cubicBezTo>
                  <a:pt x="34" y="26"/>
                  <a:pt x="33" y="27"/>
                  <a:pt x="33" y="27"/>
                </a:cubicBezTo>
                <a:cubicBezTo>
                  <a:pt x="32" y="28"/>
                  <a:pt x="31" y="28"/>
                  <a:pt x="30" y="28"/>
                </a:cubicBezTo>
                <a:cubicBezTo>
                  <a:pt x="29" y="28"/>
                  <a:pt x="28" y="28"/>
                  <a:pt x="27" y="27"/>
                </a:cubicBezTo>
                <a:cubicBezTo>
                  <a:pt x="27" y="27"/>
                  <a:pt x="26" y="26"/>
                  <a:pt x="26" y="24"/>
                </a:cubicBezTo>
                <a:cubicBezTo>
                  <a:pt x="26" y="24"/>
                  <a:pt x="26" y="24"/>
                  <a:pt x="26" y="23"/>
                </a:cubicBezTo>
                <a:cubicBezTo>
                  <a:pt x="25" y="22"/>
                  <a:pt x="25" y="22"/>
                  <a:pt x="25" y="22"/>
                </a:cubicBezTo>
                <a:cubicBezTo>
                  <a:pt x="24" y="23"/>
                  <a:pt x="23" y="24"/>
                  <a:pt x="21" y="24"/>
                </a:cubicBezTo>
                <a:cubicBezTo>
                  <a:pt x="20" y="24"/>
                  <a:pt x="18" y="23"/>
                  <a:pt x="17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6" y="21"/>
                  <a:pt x="16" y="20"/>
                  <a:pt x="16" y="18"/>
                </a:cubicBezTo>
                <a:cubicBezTo>
                  <a:pt x="16" y="17"/>
                  <a:pt x="16" y="16"/>
                  <a:pt x="17" y="15"/>
                </a:cubicBezTo>
                <a:cubicBezTo>
                  <a:pt x="18" y="14"/>
                  <a:pt x="20" y="13"/>
                  <a:pt x="21" y="13"/>
                </a:cubicBezTo>
                <a:close/>
                <a:moveTo>
                  <a:pt x="21" y="15"/>
                </a:moveTo>
                <a:cubicBezTo>
                  <a:pt x="21" y="15"/>
                  <a:pt x="21" y="15"/>
                  <a:pt x="21" y="15"/>
                </a:cubicBezTo>
                <a:cubicBezTo>
                  <a:pt x="20" y="15"/>
                  <a:pt x="19" y="16"/>
                  <a:pt x="19" y="16"/>
                </a:cubicBezTo>
                <a:cubicBezTo>
                  <a:pt x="18" y="17"/>
                  <a:pt x="18" y="18"/>
                  <a:pt x="18" y="18"/>
                </a:cubicBezTo>
                <a:cubicBezTo>
                  <a:pt x="18" y="19"/>
                  <a:pt x="18" y="20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20" y="22"/>
                  <a:pt x="21" y="22"/>
                </a:cubicBezTo>
                <a:cubicBezTo>
                  <a:pt x="23" y="22"/>
                  <a:pt x="24" y="20"/>
                  <a:pt x="24" y="18"/>
                </a:cubicBezTo>
                <a:cubicBezTo>
                  <a:pt x="24" y="17"/>
                  <a:pt x="23" y="15"/>
                  <a:pt x="21" y="15"/>
                </a:cubicBezTo>
                <a:close/>
                <a:moveTo>
                  <a:pt x="31" y="11"/>
                </a:move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0" y="11"/>
                  <a:pt x="30" y="11"/>
                </a:cubicBezTo>
                <a:cubicBezTo>
                  <a:pt x="30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2"/>
                  <a:pt x="28" y="12"/>
                  <a:pt x="28" y="12"/>
                </a:cubicBezTo>
                <a:cubicBezTo>
                  <a:pt x="28" y="13"/>
                  <a:pt x="29" y="14"/>
                  <a:pt x="30" y="14"/>
                </a:cubicBezTo>
                <a:cubicBezTo>
                  <a:pt x="30" y="14"/>
                  <a:pt x="31" y="14"/>
                  <a:pt x="31" y="14"/>
                </a:cubicBezTo>
                <a:cubicBezTo>
                  <a:pt x="31" y="13"/>
                  <a:pt x="32" y="13"/>
                  <a:pt x="32" y="12"/>
                </a:cubicBezTo>
                <a:cubicBezTo>
                  <a:pt x="32" y="12"/>
                  <a:pt x="31" y="12"/>
                  <a:pt x="31" y="11"/>
                </a:cubicBezTo>
                <a:close/>
                <a:moveTo>
                  <a:pt x="31" y="23"/>
                </a:moveTo>
                <a:cubicBezTo>
                  <a:pt x="31" y="23"/>
                  <a:pt x="31" y="23"/>
                  <a:pt x="31" y="23"/>
                </a:cubicBezTo>
                <a:cubicBezTo>
                  <a:pt x="31" y="23"/>
                  <a:pt x="30" y="23"/>
                  <a:pt x="30" y="23"/>
                </a:cubicBezTo>
                <a:cubicBezTo>
                  <a:pt x="30" y="23"/>
                  <a:pt x="29" y="23"/>
                  <a:pt x="29" y="23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4"/>
                  <a:pt x="28" y="24"/>
                  <a:pt x="28" y="24"/>
                </a:cubicBezTo>
                <a:cubicBezTo>
                  <a:pt x="28" y="25"/>
                  <a:pt x="29" y="26"/>
                  <a:pt x="30" y="26"/>
                </a:cubicBezTo>
                <a:cubicBezTo>
                  <a:pt x="30" y="26"/>
                  <a:pt x="31" y="26"/>
                  <a:pt x="31" y="26"/>
                </a:cubicBezTo>
                <a:cubicBezTo>
                  <a:pt x="31" y="25"/>
                  <a:pt x="32" y="25"/>
                  <a:pt x="32" y="24"/>
                </a:cubicBezTo>
                <a:cubicBezTo>
                  <a:pt x="32" y="24"/>
                  <a:pt x="31" y="24"/>
                  <a:pt x="31" y="23"/>
                </a:cubicBezTo>
                <a:close/>
                <a:moveTo>
                  <a:pt x="43" y="28"/>
                </a:moveTo>
                <a:cubicBezTo>
                  <a:pt x="43" y="28"/>
                  <a:pt x="43" y="28"/>
                  <a:pt x="43" y="28"/>
                </a:cubicBezTo>
                <a:cubicBezTo>
                  <a:pt x="44" y="28"/>
                  <a:pt x="44" y="29"/>
                  <a:pt x="44" y="30"/>
                </a:cubicBezTo>
                <a:cubicBezTo>
                  <a:pt x="44" y="31"/>
                  <a:pt x="44" y="32"/>
                  <a:pt x="43" y="32"/>
                </a:cubicBezTo>
                <a:cubicBezTo>
                  <a:pt x="41" y="32"/>
                  <a:pt x="41" y="31"/>
                  <a:pt x="41" y="30"/>
                </a:cubicBezTo>
                <a:cubicBezTo>
                  <a:pt x="41" y="29"/>
                  <a:pt x="41" y="28"/>
                  <a:pt x="43" y="28"/>
                </a:cubicBezTo>
                <a:close/>
                <a:moveTo>
                  <a:pt x="46" y="4"/>
                </a:move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4"/>
                  <a:pt x="4" y="23"/>
                  <a:pt x="4" y="33"/>
                </a:cubicBezTo>
                <a:cubicBezTo>
                  <a:pt x="18" y="33"/>
                  <a:pt x="32" y="33"/>
                  <a:pt x="46" y="33"/>
                </a:cubicBezTo>
                <a:cubicBezTo>
                  <a:pt x="46" y="23"/>
                  <a:pt x="46" y="14"/>
                  <a:pt x="46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61" name="Freeform 95">
            <a:extLst>
              <a:ext uri="{FF2B5EF4-FFF2-40B4-BE49-F238E27FC236}">
                <a16:creationId xmlns:a16="http://schemas.microsoft.com/office/drawing/2014/main" id="{5BBB586A-217D-6C0E-B45D-97F845305FA9}"/>
              </a:ext>
            </a:extLst>
          </p:cNvPr>
          <p:cNvSpPr>
            <a:spLocks noEditPoints="1"/>
          </p:cNvSpPr>
          <p:nvPr/>
        </p:nvSpPr>
        <p:spPr bwMode="auto">
          <a:xfrm>
            <a:off x="2780701" y="3008231"/>
            <a:ext cx="213784" cy="211667"/>
          </a:xfrm>
          <a:custGeom>
            <a:avLst/>
            <a:gdLst>
              <a:gd name="T0" fmla="*/ 153924 w 50"/>
              <a:gd name="T1" fmla="*/ 19050 h 50"/>
              <a:gd name="T2" fmla="*/ 160338 w 50"/>
              <a:gd name="T3" fmla="*/ 38100 h 50"/>
              <a:gd name="T4" fmla="*/ 153924 w 50"/>
              <a:gd name="T5" fmla="*/ 60325 h 50"/>
              <a:gd name="T6" fmla="*/ 131477 w 50"/>
              <a:gd name="T7" fmla="*/ 82550 h 50"/>
              <a:gd name="T8" fmla="*/ 109030 w 50"/>
              <a:gd name="T9" fmla="*/ 88900 h 50"/>
              <a:gd name="T10" fmla="*/ 89789 w 50"/>
              <a:gd name="T11" fmla="*/ 82550 h 50"/>
              <a:gd name="T12" fmla="*/ 83376 w 50"/>
              <a:gd name="T13" fmla="*/ 88900 h 50"/>
              <a:gd name="T14" fmla="*/ 89789 w 50"/>
              <a:gd name="T15" fmla="*/ 107950 h 50"/>
              <a:gd name="T16" fmla="*/ 83376 w 50"/>
              <a:gd name="T17" fmla="*/ 130175 h 50"/>
              <a:gd name="T18" fmla="*/ 38481 w 50"/>
              <a:gd name="T19" fmla="*/ 158750 h 50"/>
              <a:gd name="T20" fmla="*/ 9620 w 50"/>
              <a:gd name="T21" fmla="*/ 139700 h 50"/>
              <a:gd name="T22" fmla="*/ 0 w 50"/>
              <a:gd name="T23" fmla="*/ 120650 h 50"/>
              <a:gd name="T24" fmla="*/ 9620 w 50"/>
              <a:gd name="T25" fmla="*/ 101600 h 50"/>
              <a:gd name="T26" fmla="*/ 9620 w 50"/>
              <a:gd name="T27" fmla="*/ 101600 h 50"/>
              <a:gd name="T28" fmla="*/ 51308 w 50"/>
              <a:gd name="T29" fmla="*/ 69850 h 50"/>
              <a:gd name="T30" fmla="*/ 70549 w 50"/>
              <a:gd name="T31" fmla="*/ 79375 h 50"/>
              <a:gd name="T32" fmla="*/ 73755 w 50"/>
              <a:gd name="T33" fmla="*/ 79375 h 50"/>
              <a:gd name="T34" fmla="*/ 80169 w 50"/>
              <a:gd name="T35" fmla="*/ 69850 h 50"/>
              <a:gd name="T36" fmla="*/ 70549 w 50"/>
              <a:gd name="T37" fmla="*/ 50800 h 50"/>
              <a:gd name="T38" fmla="*/ 80169 w 50"/>
              <a:gd name="T39" fmla="*/ 31750 h 50"/>
              <a:gd name="T40" fmla="*/ 102616 w 50"/>
              <a:gd name="T41" fmla="*/ 9525 h 50"/>
              <a:gd name="T42" fmla="*/ 144304 w 50"/>
              <a:gd name="T43" fmla="*/ 9525 h 50"/>
              <a:gd name="T44" fmla="*/ 144304 w 50"/>
              <a:gd name="T45" fmla="*/ 28575 h 50"/>
              <a:gd name="T46" fmla="*/ 134684 w 50"/>
              <a:gd name="T47" fmla="*/ 19050 h 50"/>
              <a:gd name="T48" fmla="*/ 121857 w 50"/>
              <a:gd name="T49" fmla="*/ 12700 h 50"/>
              <a:gd name="T50" fmla="*/ 112237 w 50"/>
              <a:gd name="T51" fmla="*/ 19050 h 50"/>
              <a:gd name="T52" fmla="*/ 83376 w 50"/>
              <a:gd name="T53" fmla="*/ 50800 h 50"/>
              <a:gd name="T54" fmla="*/ 89789 w 50"/>
              <a:gd name="T55" fmla="*/ 63500 h 50"/>
              <a:gd name="T56" fmla="*/ 89789 w 50"/>
              <a:gd name="T57" fmla="*/ 63500 h 50"/>
              <a:gd name="T58" fmla="*/ 109030 w 50"/>
              <a:gd name="T59" fmla="*/ 53975 h 50"/>
              <a:gd name="T60" fmla="*/ 99410 w 50"/>
              <a:gd name="T61" fmla="*/ 73025 h 50"/>
              <a:gd name="T62" fmla="*/ 99410 w 50"/>
              <a:gd name="T63" fmla="*/ 73025 h 50"/>
              <a:gd name="T64" fmla="*/ 121857 w 50"/>
              <a:gd name="T65" fmla="*/ 73025 h 50"/>
              <a:gd name="T66" fmla="*/ 144304 w 50"/>
              <a:gd name="T67" fmla="*/ 50800 h 50"/>
              <a:gd name="T68" fmla="*/ 150718 w 50"/>
              <a:gd name="T69" fmla="*/ 38100 h 50"/>
              <a:gd name="T70" fmla="*/ 144304 w 50"/>
              <a:gd name="T71" fmla="*/ 28575 h 50"/>
              <a:gd name="T72" fmla="*/ 73755 w 50"/>
              <a:gd name="T73" fmla="*/ 98425 h 50"/>
              <a:gd name="T74" fmla="*/ 60928 w 50"/>
              <a:gd name="T75" fmla="*/ 107950 h 50"/>
              <a:gd name="T76" fmla="*/ 54515 w 50"/>
              <a:gd name="T77" fmla="*/ 98425 h 50"/>
              <a:gd name="T78" fmla="*/ 64135 w 50"/>
              <a:gd name="T79" fmla="*/ 88900 h 50"/>
              <a:gd name="T80" fmla="*/ 64135 w 50"/>
              <a:gd name="T81" fmla="*/ 88900 h 50"/>
              <a:gd name="T82" fmla="*/ 41688 w 50"/>
              <a:gd name="T83" fmla="*/ 88900 h 50"/>
              <a:gd name="T84" fmla="*/ 19241 w 50"/>
              <a:gd name="T85" fmla="*/ 111125 h 50"/>
              <a:gd name="T86" fmla="*/ 12827 w 50"/>
              <a:gd name="T87" fmla="*/ 120650 h 50"/>
              <a:gd name="T88" fmla="*/ 28861 w 50"/>
              <a:gd name="T89" fmla="*/ 142875 h 50"/>
              <a:gd name="T90" fmla="*/ 51308 w 50"/>
              <a:gd name="T91" fmla="*/ 142875 h 50"/>
              <a:gd name="T92" fmla="*/ 73755 w 50"/>
              <a:gd name="T93" fmla="*/ 120650 h 50"/>
              <a:gd name="T94" fmla="*/ 80169 w 50"/>
              <a:gd name="T95" fmla="*/ 107950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0">
                <a:moveTo>
                  <a:pt x="45" y="3"/>
                </a:moveTo>
                <a:cubicBezTo>
                  <a:pt x="48" y="6"/>
                  <a:pt x="48" y="6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50" y="8"/>
                  <a:pt x="50" y="10"/>
                  <a:pt x="50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15"/>
                  <a:pt x="50" y="17"/>
                  <a:pt x="48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39" y="27"/>
                  <a:pt x="37" y="28"/>
                  <a:pt x="34" y="28"/>
                </a:cubicBezTo>
                <a:cubicBezTo>
                  <a:pt x="32" y="28"/>
                  <a:pt x="30" y="27"/>
                  <a:pt x="28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25"/>
                  <a:pt x="28" y="25"/>
                  <a:pt x="28" y="25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8" y="30"/>
                  <a:pt x="28" y="32"/>
                  <a:pt x="28" y="34"/>
                </a:cubicBezTo>
                <a:cubicBezTo>
                  <a:pt x="28" y="37"/>
                  <a:pt x="28" y="39"/>
                  <a:pt x="26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19" y="48"/>
                  <a:pt x="19" y="48"/>
                  <a:pt x="19" y="48"/>
                </a:cubicBezTo>
                <a:cubicBezTo>
                  <a:pt x="17" y="50"/>
                  <a:pt x="15" y="50"/>
                  <a:pt x="12" y="50"/>
                </a:cubicBezTo>
                <a:cubicBezTo>
                  <a:pt x="10" y="50"/>
                  <a:pt x="8" y="50"/>
                  <a:pt x="6" y="48"/>
                </a:cubicBezTo>
                <a:cubicBezTo>
                  <a:pt x="3" y="44"/>
                  <a:pt x="3" y="44"/>
                  <a:pt x="3" y="44"/>
                </a:cubicBezTo>
                <a:cubicBezTo>
                  <a:pt x="3" y="44"/>
                  <a:pt x="3" y="44"/>
                  <a:pt x="3" y="44"/>
                </a:cubicBezTo>
                <a:cubicBezTo>
                  <a:pt x="1" y="43"/>
                  <a:pt x="0" y="40"/>
                  <a:pt x="0" y="38"/>
                </a:cubicBezTo>
                <a:cubicBezTo>
                  <a:pt x="0" y="36"/>
                  <a:pt x="1" y="34"/>
                  <a:pt x="3" y="32"/>
                </a:cubicBezTo>
                <a:cubicBezTo>
                  <a:pt x="3" y="32"/>
                  <a:pt x="3" y="32"/>
                  <a:pt x="3" y="32"/>
                </a:cubicBezTo>
                <a:cubicBezTo>
                  <a:pt x="3" y="32"/>
                  <a:pt x="3" y="32"/>
                  <a:pt x="3" y="32"/>
                </a:cubicBezTo>
                <a:cubicBezTo>
                  <a:pt x="3" y="32"/>
                  <a:pt x="3" y="32"/>
                  <a:pt x="3" y="32"/>
                </a:cubicBezTo>
                <a:cubicBezTo>
                  <a:pt x="10" y="25"/>
                  <a:pt x="10" y="25"/>
                  <a:pt x="10" y="25"/>
                </a:cubicBezTo>
                <a:cubicBezTo>
                  <a:pt x="12" y="23"/>
                  <a:pt x="14" y="22"/>
                  <a:pt x="16" y="22"/>
                </a:cubicBezTo>
                <a:cubicBezTo>
                  <a:pt x="18" y="22"/>
                  <a:pt x="21" y="23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3" y="25"/>
                  <a:pt x="23" y="25"/>
                  <a:pt x="23" y="25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2"/>
                  <a:pt x="25" y="22"/>
                  <a:pt x="25" y="22"/>
                </a:cubicBezTo>
                <a:cubicBezTo>
                  <a:pt x="23" y="21"/>
                  <a:pt x="22" y="19"/>
                  <a:pt x="22" y="16"/>
                </a:cubicBezTo>
                <a:cubicBezTo>
                  <a:pt x="22" y="16"/>
                  <a:pt x="22" y="16"/>
                  <a:pt x="22" y="16"/>
                </a:cubicBezTo>
                <a:cubicBezTo>
                  <a:pt x="22" y="14"/>
                  <a:pt x="23" y="12"/>
                  <a:pt x="25" y="10"/>
                </a:cubicBezTo>
                <a:cubicBezTo>
                  <a:pt x="25" y="10"/>
                  <a:pt x="25" y="10"/>
                  <a:pt x="25" y="10"/>
                </a:cubicBezTo>
                <a:cubicBezTo>
                  <a:pt x="25" y="10"/>
                  <a:pt x="25" y="10"/>
                  <a:pt x="25" y="10"/>
                </a:cubicBezTo>
                <a:cubicBezTo>
                  <a:pt x="32" y="3"/>
                  <a:pt x="32" y="3"/>
                  <a:pt x="32" y="3"/>
                </a:cubicBezTo>
                <a:cubicBezTo>
                  <a:pt x="34" y="1"/>
                  <a:pt x="36" y="0"/>
                  <a:pt x="38" y="0"/>
                </a:cubicBezTo>
                <a:cubicBezTo>
                  <a:pt x="41" y="0"/>
                  <a:pt x="43" y="1"/>
                  <a:pt x="45" y="3"/>
                </a:cubicBezTo>
                <a:cubicBezTo>
                  <a:pt x="45" y="3"/>
                  <a:pt x="45" y="3"/>
                  <a:pt x="45" y="3"/>
                </a:cubicBezTo>
                <a:close/>
                <a:moveTo>
                  <a:pt x="45" y="9"/>
                </a:moveTo>
                <a:cubicBezTo>
                  <a:pt x="45" y="9"/>
                  <a:pt x="45" y="9"/>
                  <a:pt x="45" y="9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1" y="5"/>
                  <a:pt x="40" y="4"/>
                  <a:pt x="38" y="4"/>
                </a:cubicBezTo>
                <a:cubicBezTo>
                  <a:pt x="37" y="4"/>
                  <a:pt x="36" y="5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28" y="13"/>
                  <a:pt x="28" y="13"/>
                  <a:pt x="28" y="13"/>
                </a:cubicBezTo>
                <a:cubicBezTo>
                  <a:pt x="27" y="14"/>
                  <a:pt x="26" y="15"/>
                  <a:pt x="26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26" y="17"/>
                  <a:pt x="27" y="19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31" y="17"/>
                  <a:pt x="31" y="17"/>
                  <a:pt x="31" y="17"/>
                </a:cubicBezTo>
                <a:cubicBezTo>
                  <a:pt x="32" y="16"/>
                  <a:pt x="33" y="16"/>
                  <a:pt x="34" y="17"/>
                </a:cubicBezTo>
                <a:cubicBezTo>
                  <a:pt x="35" y="17"/>
                  <a:pt x="35" y="19"/>
                  <a:pt x="34" y="19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3"/>
                  <a:pt x="31" y="23"/>
                  <a:pt x="31" y="23"/>
                </a:cubicBezTo>
                <a:cubicBezTo>
                  <a:pt x="32" y="24"/>
                  <a:pt x="33" y="24"/>
                  <a:pt x="34" y="24"/>
                </a:cubicBezTo>
                <a:cubicBezTo>
                  <a:pt x="36" y="24"/>
                  <a:pt x="37" y="24"/>
                  <a:pt x="38" y="23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6" y="15"/>
                  <a:pt x="47" y="14"/>
                  <a:pt x="47" y="12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1"/>
                  <a:pt x="46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lose/>
                <a:moveTo>
                  <a:pt x="23" y="31"/>
                </a:move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5"/>
                  <a:pt x="17" y="35"/>
                  <a:pt x="17" y="34"/>
                </a:cubicBezTo>
                <a:cubicBezTo>
                  <a:pt x="16" y="33"/>
                  <a:pt x="16" y="32"/>
                  <a:pt x="17" y="31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19" y="27"/>
                  <a:pt x="17" y="26"/>
                  <a:pt x="16" y="26"/>
                </a:cubicBezTo>
                <a:cubicBezTo>
                  <a:pt x="15" y="26"/>
                  <a:pt x="14" y="27"/>
                  <a:pt x="13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6" y="35"/>
                  <a:pt x="6" y="35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5" y="36"/>
                  <a:pt x="4" y="37"/>
                  <a:pt x="4" y="38"/>
                </a:cubicBezTo>
                <a:cubicBezTo>
                  <a:pt x="4" y="39"/>
                  <a:pt x="5" y="41"/>
                  <a:pt x="6" y="42"/>
                </a:cubicBezTo>
                <a:cubicBezTo>
                  <a:pt x="9" y="45"/>
                  <a:pt x="9" y="45"/>
                  <a:pt x="9" y="45"/>
                </a:cubicBezTo>
                <a:cubicBezTo>
                  <a:pt x="10" y="46"/>
                  <a:pt x="11" y="47"/>
                  <a:pt x="12" y="47"/>
                </a:cubicBezTo>
                <a:cubicBezTo>
                  <a:pt x="14" y="47"/>
                  <a:pt x="15" y="46"/>
                  <a:pt x="16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24" y="37"/>
                  <a:pt x="25" y="36"/>
                  <a:pt x="25" y="34"/>
                </a:cubicBezTo>
                <a:cubicBezTo>
                  <a:pt x="25" y="33"/>
                  <a:pt x="24" y="32"/>
                  <a:pt x="23" y="3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62" name="Freeform 96">
            <a:extLst>
              <a:ext uri="{FF2B5EF4-FFF2-40B4-BE49-F238E27FC236}">
                <a16:creationId xmlns:a16="http://schemas.microsoft.com/office/drawing/2014/main" id="{F5030BEE-9390-BF01-5780-71435D086DF6}"/>
              </a:ext>
            </a:extLst>
          </p:cNvPr>
          <p:cNvSpPr>
            <a:spLocks noEditPoints="1"/>
          </p:cNvSpPr>
          <p:nvPr/>
        </p:nvSpPr>
        <p:spPr bwMode="auto">
          <a:xfrm>
            <a:off x="1677919" y="2593365"/>
            <a:ext cx="213783" cy="186267"/>
          </a:xfrm>
          <a:custGeom>
            <a:avLst/>
            <a:gdLst>
              <a:gd name="T0" fmla="*/ 6413 w 50"/>
              <a:gd name="T1" fmla="*/ 0 h 44"/>
              <a:gd name="T2" fmla="*/ 160337 w 50"/>
              <a:gd name="T3" fmla="*/ 6350 h 44"/>
              <a:gd name="T4" fmla="*/ 160337 w 50"/>
              <a:gd name="T5" fmla="*/ 133350 h 44"/>
              <a:gd name="T6" fmla="*/ 153924 w 50"/>
              <a:gd name="T7" fmla="*/ 139700 h 44"/>
              <a:gd name="T8" fmla="*/ 0 w 50"/>
              <a:gd name="T9" fmla="*/ 133350 h 44"/>
              <a:gd name="T10" fmla="*/ 0 w 50"/>
              <a:gd name="T11" fmla="*/ 6350 h 44"/>
              <a:gd name="T12" fmla="*/ 89789 w 50"/>
              <a:gd name="T13" fmla="*/ 57150 h 44"/>
              <a:gd name="T14" fmla="*/ 89789 w 50"/>
              <a:gd name="T15" fmla="*/ 57150 h 44"/>
              <a:gd name="T16" fmla="*/ 125063 w 50"/>
              <a:gd name="T17" fmla="*/ 60325 h 44"/>
              <a:gd name="T18" fmla="*/ 125063 w 50"/>
              <a:gd name="T19" fmla="*/ 92075 h 44"/>
              <a:gd name="T20" fmla="*/ 121856 w 50"/>
              <a:gd name="T21" fmla="*/ 98425 h 44"/>
              <a:gd name="T22" fmla="*/ 83375 w 50"/>
              <a:gd name="T23" fmla="*/ 92075 h 44"/>
              <a:gd name="T24" fmla="*/ 83375 w 50"/>
              <a:gd name="T25" fmla="*/ 60325 h 44"/>
              <a:gd name="T26" fmla="*/ 118649 w 50"/>
              <a:gd name="T27" fmla="*/ 63500 h 44"/>
              <a:gd name="T28" fmla="*/ 92995 w 50"/>
              <a:gd name="T29" fmla="*/ 63500 h 44"/>
              <a:gd name="T30" fmla="*/ 118649 w 50"/>
              <a:gd name="T31" fmla="*/ 88900 h 44"/>
              <a:gd name="T32" fmla="*/ 76962 w 50"/>
              <a:gd name="T33" fmla="*/ 57150 h 44"/>
              <a:gd name="T34" fmla="*/ 80169 w 50"/>
              <a:gd name="T35" fmla="*/ 60325 h 44"/>
              <a:gd name="T36" fmla="*/ 38481 w 50"/>
              <a:gd name="T37" fmla="*/ 63500 h 44"/>
              <a:gd name="T38" fmla="*/ 38481 w 50"/>
              <a:gd name="T39" fmla="*/ 57150 h 44"/>
              <a:gd name="T40" fmla="*/ 76962 w 50"/>
              <a:gd name="T41" fmla="*/ 73025 h 44"/>
              <a:gd name="T42" fmla="*/ 80169 w 50"/>
              <a:gd name="T43" fmla="*/ 76200 h 44"/>
              <a:gd name="T44" fmla="*/ 38481 w 50"/>
              <a:gd name="T45" fmla="*/ 82550 h 44"/>
              <a:gd name="T46" fmla="*/ 38481 w 50"/>
              <a:gd name="T47" fmla="*/ 73025 h 44"/>
              <a:gd name="T48" fmla="*/ 76962 w 50"/>
              <a:gd name="T49" fmla="*/ 88900 h 44"/>
              <a:gd name="T50" fmla="*/ 80169 w 50"/>
              <a:gd name="T51" fmla="*/ 92075 h 44"/>
              <a:gd name="T52" fmla="*/ 38481 w 50"/>
              <a:gd name="T53" fmla="*/ 98425 h 44"/>
              <a:gd name="T54" fmla="*/ 38481 w 50"/>
              <a:gd name="T55" fmla="*/ 88900 h 44"/>
              <a:gd name="T56" fmla="*/ 121856 w 50"/>
              <a:gd name="T57" fmla="*/ 104775 h 44"/>
              <a:gd name="T58" fmla="*/ 125063 w 50"/>
              <a:gd name="T59" fmla="*/ 111125 h 44"/>
              <a:gd name="T60" fmla="*/ 38481 w 50"/>
              <a:gd name="T61" fmla="*/ 114300 h 44"/>
              <a:gd name="T62" fmla="*/ 38481 w 50"/>
              <a:gd name="T63" fmla="*/ 104775 h 44"/>
              <a:gd name="T64" fmla="*/ 137890 w 50"/>
              <a:gd name="T65" fmla="*/ 19050 h 44"/>
              <a:gd name="T66" fmla="*/ 144303 w 50"/>
              <a:gd name="T67" fmla="*/ 22225 h 44"/>
              <a:gd name="T68" fmla="*/ 131476 w 50"/>
              <a:gd name="T69" fmla="*/ 22225 h 44"/>
              <a:gd name="T70" fmla="*/ 121856 w 50"/>
              <a:gd name="T71" fmla="*/ 19050 h 44"/>
              <a:gd name="T72" fmla="*/ 128270 w 50"/>
              <a:gd name="T73" fmla="*/ 22225 h 44"/>
              <a:gd name="T74" fmla="*/ 115443 w 50"/>
              <a:gd name="T75" fmla="*/ 22225 h 44"/>
              <a:gd name="T76" fmla="*/ 105822 w 50"/>
              <a:gd name="T77" fmla="*/ 19050 h 44"/>
              <a:gd name="T78" fmla="*/ 112236 w 50"/>
              <a:gd name="T79" fmla="*/ 22225 h 44"/>
              <a:gd name="T80" fmla="*/ 102616 w 50"/>
              <a:gd name="T81" fmla="*/ 22225 h 44"/>
              <a:gd name="T82" fmla="*/ 9620 w 50"/>
              <a:gd name="T83" fmla="*/ 34925 h 44"/>
              <a:gd name="T84" fmla="*/ 147510 w 50"/>
              <a:gd name="T85" fmla="*/ 34925 h 44"/>
              <a:gd name="T86" fmla="*/ 9620 w 50"/>
              <a:gd name="T87" fmla="*/ 9525 h 44"/>
              <a:gd name="T88" fmla="*/ 147510 w 50"/>
              <a:gd name="T89" fmla="*/ 44450 h 44"/>
              <a:gd name="T90" fmla="*/ 9620 w 50"/>
              <a:gd name="T91" fmla="*/ 44450 h 44"/>
              <a:gd name="T92" fmla="*/ 147510 w 50"/>
              <a:gd name="T93" fmla="*/ 127000 h 4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44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0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49" y="44"/>
                  <a:pt x="48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0"/>
                  <a:pt x="1" y="0"/>
                  <a:pt x="2" y="0"/>
                </a:cubicBezTo>
                <a:close/>
                <a:moveTo>
                  <a:pt x="28" y="18"/>
                </a:move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8" y="18"/>
                  <a:pt x="39" y="19"/>
                  <a:pt x="39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30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28" y="31"/>
                  <a:pt x="28" y="31"/>
                  <a:pt x="28" y="31"/>
                </a:cubicBezTo>
                <a:cubicBezTo>
                  <a:pt x="27" y="31"/>
                  <a:pt x="26" y="30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19"/>
                  <a:pt x="26" y="19"/>
                  <a:pt x="26" y="19"/>
                </a:cubicBezTo>
                <a:cubicBezTo>
                  <a:pt x="26" y="19"/>
                  <a:pt x="27" y="18"/>
                  <a:pt x="28" y="18"/>
                </a:cubicBezTo>
                <a:close/>
                <a:moveTo>
                  <a:pt x="37" y="20"/>
                </a:moveTo>
                <a:cubicBezTo>
                  <a:pt x="37" y="20"/>
                  <a:pt x="37" y="20"/>
                  <a:pt x="37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8"/>
                  <a:pt x="29" y="28"/>
                  <a:pt x="29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0"/>
                  <a:pt x="37" y="20"/>
                  <a:pt x="37" y="20"/>
                </a:cubicBezTo>
                <a:close/>
                <a:moveTo>
                  <a:pt x="24" y="18"/>
                </a:move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5" y="19"/>
                  <a:pt x="25" y="19"/>
                </a:cubicBezTo>
                <a:cubicBezTo>
                  <a:pt x="25" y="20"/>
                  <a:pt x="24" y="20"/>
                  <a:pt x="24" y="20"/>
                </a:cubicBezTo>
                <a:cubicBezTo>
                  <a:pt x="12" y="20"/>
                  <a:pt x="12" y="20"/>
                  <a:pt x="12" y="20"/>
                </a:cubicBezTo>
                <a:cubicBezTo>
                  <a:pt x="11" y="20"/>
                  <a:pt x="11" y="20"/>
                  <a:pt x="11" y="19"/>
                </a:cubicBezTo>
                <a:cubicBezTo>
                  <a:pt x="11" y="19"/>
                  <a:pt x="11" y="18"/>
                  <a:pt x="12" y="18"/>
                </a:cubicBezTo>
                <a:cubicBezTo>
                  <a:pt x="24" y="18"/>
                  <a:pt x="24" y="18"/>
                  <a:pt x="24" y="18"/>
                </a:cubicBezTo>
                <a:close/>
                <a:moveTo>
                  <a:pt x="24" y="23"/>
                </a:move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5" y="24"/>
                  <a:pt x="25" y="24"/>
                </a:cubicBezTo>
                <a:cubicBezTo>
                  <a:pt x="25" y="25"/>
                  <a:pt x="24" y="26"/>
                  <a:pt x="24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1" y="26"/>
                  <a:pt x="11" y="25"/>
                  <a:pt x="11" y="24"/>
                </a:cubicBezTo>
                <a:cubicBezTo>
                  <a:pt x="11" y="24"/>
                  <a:pt x="11" y="23"/>
                  <a:pt x="12" y="23"/>
                </a:cubicBezTo>
                <a:cubicBezTo>
                  <a:pt x="24" y="23"/>
                  <a:pt x="24" y="23"/>
                  <a:pt x="24" y="23"/>
                </a:cubicBezTo>
                <a:close/>
                <a:moveTo>
                  <a:pt x="24" y="28"/>
                </a:moveTo>
                <a:cubicBezTo>
                  <a:pt x="24" y="28"/>
                  <a:pt x="24" y="28"/>
                  <a:pt x="24" y="28"/>
                </a:cubicBezTo>
                <a:cubicBezTo>
                  <a:pt x="24" y="28"/>
                  <a:pt x="25" y="29"/>
                  <a:pt x="25" y="29"/>
                </a:cubicBezTo>
                <a:cubicBezTo>
                  <a:pt x="25" y="30"/>
                  <a:pt x="24" y="31"/>
                  <a:pt x="24" y="31"/>
                </a:cubicBezTo>
                <a:cubicBezTo>
                  <a:pt x="12" y="31"/>
                  <a:pt x="12" y="31"/>
                  <a:pt x="12" y="31"/>
                </a:cubicBezTo>
                <a:cubicBezTo>
                  <a:pt x="11" y="31"/>
                  <a:pt x="11" y="30"/>
                  <a:pt x="11" y="29"/>
                </a:cubicBezTo>
                <a:cubicBezTo>
                  <a:pt x="11" y="29"/>
                  <a:pt x="11" y="28"/>
                  <a:pt x="12" y="28"/>
                </a:cubicBezTo>
                <a:cubicBezTo>
                  <a:pt x="24" y="28"/>
                  <a:pt x="24" y="28"/>
                  <a:pt x="24" y="28"/>
                </a:cubicBezTo>
                <a:close/>
                <a:moveTo>
                  <a:pt x="38" y="33"/>
                </a:moveTo>
                <a:cubicBezTo>
                  <a:pt x="38" y="33"/>
                  <a:pt x="38" y="33"/>
                  <a:pt x="38" y="33"/>
                </a:cubicBezTo>
                <a:cubicBezTo>
                  <a:pt x="38" y="33"/>
                  <a:pt x="39" y="34"/>
                  <a:pt x="39" y="35"/>
                </a:cubicBezTo>
                <a:cubicBezTo>
                  <a:pt x="39" y="35"/>
                  <a:pt x="38" y="36"/>
                  <a:pt x="38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1" y="36"/>
                  <a:pt x="11" y="35"/>
                  <a:pt x="11" y="35"/>
                </a:cubicBezTo>
                <a:cubicBezTo>
                  <a:pt x="11" y="34"/>
                  <a:pt x="11" y="33"/>
                  <a:pt x="12" y="33"/>
                </a:cubicBezTo>
                <a:cubicBezTo>
                  <a:pt x="38" y="33"/>
                  <a:pt x="38" y="33"/>
                  <a:pt x="38" y="33"/>
                </a:cubicBezTo>
                <a:close/>
                <a:moveTo>
                  <a:pt x="43" y="6"/>
                </a:move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5" y="6"/>
                  <a:pt x="45" y="7"/>
                </a:cubicBezTo>
                <a:cubicBezTo>
                  <a:pt x="45" y="9"/>
                  <a:pt x="44" y="9"/>
                  <a:pt x="43" y="9"/>
                </a:cubicBezTo>
                <a:cubicBezTo>
                  <a:pt x="42" y="9"/>
                  <a:pt x="41" y="9"/>
                  <a:pt x="41" y="7"/>
                </a:cubicBezTo>
                <a:cubicBezTo>
                  <a:pt x="41" y="6"/>
                  <a:pt x="42" y="6"/>
                  <a:pt x="43" y="6"/>
                </a:cubicBezTo>
                <a:close/>
                <a:moveTo>
                  <a:pt x="38" y="6"/>
                </a:moveTo>
                <a:cubicBezTo>
                  <a:pt x="38" y="6"/>
                  <a:pt x="38" y="6"/>
                  <a:pt x="38" y="6"/>
                </a:cubicBezTo>
                <a:cubicBezTo>
                  <a:pt x="39" y="6"/>
                  <a:pt x="40" y="6"/>
                  <a:pt x="40" y="7"/>
                </a:cubicBezTo>
                <a:cubicBezTo>
                  <a:pt x="40" y="9"/>
                  <a:pt x="39" y="9"/>
                  <a:pt x="38" y="9"/>
                </a:cubicBezTo>
                <a:cubicBezTo>
                  <a:pt x="37" y="9"/>
                  <a:pt x="36" y="9"/>
                  <a:pt x="36" y="7"/>
                </a:cubicBezTo>
                <a:cubicBezTo>
                  <a:pt x="36" y="6"/>
                  <a:pt x="37" y="6"/>
                  <a:pt x="38" y="6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5" y="6"/>
                  <a:pt x="35" y="6"/>
                  <a:pt x="35" y="7"/>
                </a:cubicBezTo>
                <a:cubicBezTo>
                  <a:pt x="35" y="9"/>
                  <a:pt x="35" y="9"/>
                  <a:pt x="33" y="9"/>
                </a:cubicBezTo>
                <a:cubicBezTo>
                  <a:pt x="32" y="9"/>
                  <a:pt x="32" y="9"/>
                  <a:pt x="32" y="7"/>
                </a:cubicBezTo>
                <a:cubicBezTo>
                  <a:pt x="32" y="6"/>
                  <a:pt x="32" y="6"/>
                  <a:pt x="33" y="6"/>
                </a:cubicBezTo>
                <a:close/>
                <a:moveTo>
                  <a:pt x="3" y="11"/>
                </a:moveTo>
                <a:cubicBezTo>
                  <a:pt x="3" y="11"/>
                  <a:pt x="3" y="11"/>
                  <a:pt x="3" y="11"/>
                </a:cubicBezTo>
                <a:cubicBezTo>
                  <a:pt x="46" y="11"/>
                  <a:pt x="46" y="11"/>
                  <a:pt x="46" y="11"/>
                </a:cubicBezTo>
                <a:cubicBezTo>
                  <a:pt x="46" y="3"/>
                  <a:pt x="46" y="3"/>
                  <a:pt x="46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11"/>
                  <a:pt x="3" y="11"/>
                  <a:pt x="3" y="11"/>
                </a:cubicBezTo>
                <a:close/>
                <a:moveTo>
                  <a:pt x="46" y="14"/>
                </a:moveTo>
                <a:cubicBezTo>
                  <a:pt x="46" y="14"/>
                  <a:pt x="46" y="14"/>
                  <a:pt x="46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3" y="40"/>
                  <a:pt x="3" y="40"/>
                  <a:pt x="3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14"/>
                  <a:pt x="46" y="14"/>
                  <a:pt x="46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63" name="Freeform 97">
            <a:extLst>
              <a:ext uri="{FF2B5EF4-FFF2-40B4-BE49-F238E27FC236}">
                <a16:creationId xmlns:a16="http://schemas.microsoft.com/office/drawing/2014/main" id="{F522DF7C-2742-F475-646B-08BDD54D193E}"/>
              </a:ext>
            </a:extLst>
          </p:cNvPr>
          <p:cNvSpPr>
            <a:spLocks noEditPoints="1"/>
          </p:cNvSpPr>
          <p:nvPr/>
        </p:nvSpPr>
        <p:spPr bwMode="auto">
          <a:xfrm>
            <a:off x="3519419" y="3020931"/>
            <a:ext cx="215900" cy="186267"/>
          </a:xfrm>
          <a:custGeom>
            <a:avLst/>
            <a:gdLst>
              <a:gd name="T0" fmla="*/ 6350 w 51"/>
              <a:gd name="T1" fmla="*/ 0 h 44"/>
              <a:gd name="T2" fmla="*/ 161925 w 51"/>
              <a:gd name="T3" fmla="*/ 6350 h 44"/>
              <a:gd name="T4" fmla="*/ 161925 w 51"/>
              <a:gd name="T5" fmla="*/ 136525 h 44"/>
              <a:gd name="T6" fmla="*/ 155575 w 51"/>
              <a:gd name="T7" fmla="*/ 139700 h 44"/>
              <a:gd name="T8" fmla="*/ 0 w 51"/>
              <a:gd name="T9" fmla="*/ 136525 h 44"/>
              <a:gd name="T10" fmla="*/ 0 w 51"/>
              <a:gd name="T11" fmla="*/ 101600 h 44"/>
              <a:gd name="T12" fmla="*/ 3175 w 51"/>
              <a:gd name="T13" fmla="*/ 98425 h 44"/>
              <a:gd name="T14" fmla="*/ 34925 w 51"/>
              <a:gd name="T15" fmla="*/ 98425 h 44"/>
              <a:gd name="T16" fmla="*/ 38100 w 51"/>
              <a:gd name="T17" fmla="*/ 111125 h 44"/>
              <a:gd name="T18" fmla="*/ 38100 w 51"/>
              <a:gd name="T19" fmla="*/ 63500 h 44"/>
              <a:gd name="T20" fmla="*/ 38100 w 51"/>
              <a:gd name="T21" fmla="*/ 73025 h 44"/>
              <a:gd name="T22" fmla="*/ 3175 w 51"/>
              <a:gd name="T23" fmla="*/ 76200 h 44"/>
              <a:gd name="T24" fmla="*/ 0 w 51"/>
              <a:gd name="T25" fmla="*/ 73025 h 44"/>
              <a:gd name="T26" fmla="*/ 6350 w 51"/>
              <a:gd name="T27" fmla="*/ 0 h 44"/>
              <a:gd name="T28" fmla="*/ 12700 w 51"/>
              <a:gd name="T29" fmla="*/ 104775 h 44"/>
              <a:gd name="T30" fmla="*/ 149225 w 51"/>
              <a:gd name="T31" fmla="*/ 130175 h 44"/>
              <a:gd name="T32" fmla="*/ 12700 w 51"/>
              <a:gd name="T33" fmla="*/ 44450 h 44"/>
              <a:gd name="T34" fmla="*/ 31750 w 51"/>
              <a:gd name="T35" fmla="*/ 69850 h 44"/>
              <a:gd name="T36" fmla="*/ 34925 w 51"/>
              <a:gd name="T37" fmla="*/ 50800 h 44"/>
              <a:gd name="T38" fmla="*/ 38100 w 51"/>
              <a:gd name="T39" fmla="*/ 53975 h 44"/>
              <a:gd name="T40" fmla="*/ 66675 w 51"/>
              <a:gd name="T41" fmla="*/ 88900 h 44"/>
              <a:gd name="T42" fmla="*/ 31750 w 51"/>
              <a:gd name="T43" fmla="*/ 120650 h 44"/>
              <a:gd name="T44" fmla="*/ 31750 w 51"/>
              <a:gd name="T45" fmla="*/ 104775 h 44"/>
              <a:gd name="T46" fmla="*/ 133350 w 51"/>
              <a:gd name="T47" fmla="*/ 60325 h 44"/>
              <a:gd name="T48" fmla="*/ 139700 w 51"/>
              <a:gd name="T49" fmla="*/ 63500 h 44"/>
              <a:gd name="T50" fmla="*/ 82550 w 51"/>
              <a:gd name="T51" fmla="*/ 66675 h 44"/>
              <a:gd name="T52" fmla="*/ 82550 w 51"/>
              <a:gd name="T53" fmla="*/ 60325 h 44"/>
              <a:gd name="T54" fmla="*/ 120650 w 51"/>
              <a:gd name="T55" fmla="*/ 107950 h 44"/>
              <a:gd name="T56" fmla="*/ 123825 w 51"/>
              <a:gd name="T57" fmla="*/ 111125 h 44"/>
              <a:gd name="T58" fmla="*/ 82550 w 51"/>
              <a:gd name="T59" fmla="*/ 114300 h 44"/>
              <a:gd name="T60" fmla="*/ 82550 w 51"/>
              <a:gd name="T61" fmla="*/ 107950 h 44"/>
              <a:gd name="T62" fmla="*/ 133350 w 51"/>
              <a:gd name="T63" fmla="*/ 76200 h 44"/>
              <a:gd name="T64" fmla="*/ 139700 w 51"/>
              <a:gd name="T65" fmla="*/ 79375 h 44"/>
              <a:gd name="T66" fmla="*/ 82550 w 51"/>
              <a:gd name="T67" fmla="*/ 82550 h 44"/>
              <a:gd name="T68" fmla="*/ 82550 w 51"/>
              <a:gd name="T69" fmla="*/ 76200 h 44"/>
              <a:gd name="T70" fmla="*/ 133350 w 51"/>
              <a:gd name="T71" fmla="*/ 92075 h 44"/>
              <a:gd name="T72" fmla="*/ 139700 w 51"/>
              <a:gd name="T73" fmla="*/ 95250 h 44"/>
              <a:gd name="T74" fmla="*/ 82550 w 51"/>
              <a:gd name="T75" fmla="*/ 98425 h 44"/>
              <a:gd name="T76" fmla="*/ 82550 w 51"/>
              <a:gd name="T77" fmla="*/ 92075 h 44"/>
              <a:gd name="T78" fmla="*/ 139700 w 51"/>
              <a:gd name="T79" fmla="*/ 19050 h 44"/>
              <a:gd name="T80" fmla="*/ 146050 w 51"/>
              <a:gd name="T81" fmla="*/ 25400 h 44"/>
              <a:gd name="T82" fmla="*/ 133350 w 51"/>
              <a:gd name="T83" fmla="*/ 25400 h 44"/>
              <a:gd name="T84" fmla="*/ 123825 w 51"/>
              <a:gd name="T85" fmla="*/ 19050 h 44"/>
              <a:gd name="T86" fmla="*/ 130175 w 51"/>
              <a:gd name="T87" fmla="*/ 25400 h 44"/>
              <a:gd name="T88" fmla="*/ 117475 w 51"/>
              <a:gd name="T89" fmla="*/ 25400 h 44"/>
              <a:gd name="T90" fmla="*/ 107950 w 51"/>
              <a:gd name="T91" fmla="*/ 19050 h 44"/>
              <a:gd name="T92" fmla="*/ 114300 w 51"/>
              <a:gd name="T93" fmla="*/ 25400 h 44"/>
              <a:gd name="T94" fmla="*/ 101600 w 51"/>
              <a:gd name="T95" fmla="*/ 25400 h 44"/>
              <a:gd name="T96" fmla="*/ 12700 w 51"/>
              <a:gd name="T97" fmla="*/ 38100 h 44"/>
              <a:gd name="T98" fmla="*/ 149225 w 51"/>
              <a:gd name="T99" fmla="*/ 38100 h 44"/>
              <a:gd name="T100" fmla="*/ 12700 w 51"/>
              <a:gd name="T101" fmla="*/ 12700 h 4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1" h="44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50" y="0"/>
                  <a:pt x="51" y="1"/>
                  <a:pt x="51" y="2"/>
                </a:cubicBezTo>
                <a:cubicBezTo>
                  <a:pt x="51" y="2"/>
                  <a:pt x="51" y="2"/>
                  <a:pt x="51" y="2"/>
                </a:cubicBezTo>
                <a:cubicBezTo>
                  <a:pt x="51" y="43"/>
                  <a:pt x="51" y="43"/>
                  <a:pt x="51" y="43"/>
                </a:cubicBezTo>
                <a:cubicBezTo>
                  <a:pt x="51" y="44"/>
                  <a:pt x="50" y="44"/>
                  <a:pt x="49" y="44"/>
                </a:cubicBezTo>
                <a:cubicBezTo>
                  <a:pt x="49" y="44"/>
                  <a:pt x="49" y="44"/>
                  <a:pt x="49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4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1"/>
                  <a:pt x="1" y="31"/>
                  <a:pt x="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2" y="31"/>
                  <a:pt x="12" y="32"/>
                </a:cubicBezTo>
                <a:cubicBezTo>
                  <a:pt x="12" y="35"/>
                  <a:pt x="12" y="35"/>
                  <a:pt x="12" y="35"/>
                </a:cubicBezTo>
                <a:cubicBezTo>
                  <a:pt x="19" y="27"/>
                  <a:pt x="19" y="27"/>
                  <a:pt x="19" y="27"/>
                </a:cubicBezTo>
                <a:cubicBezTo>
                  <a:pt x="12" y="20"/>
                  <a:pt x="12" y="20"/>
                  <a:pt x="12" y="20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4"/>
                  <a:pt x="11" y="24"/>
                  <a:pt x="11" y="24"/>
                </a:cubicBezTo>
                <a:cubicBezTo>
                  <a:pt x="1" y="24"/>
                  <a:pt x="1" y="24"/>
                  <a:pt x="1" y="24"/>
                </a:cubicBezTo>
                <a:cubicBezTo>
                  <a:pt x="1" y="24"/>
                  <a:pt x="0" y="24"/>
                  <a:pt x="0" y="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" y="33"/>
                </a:moveTo>
                <a:cubicBezTo>
                  <a:pt x="4" y="33"/>
                  <a:pt x="4" y="33"/>
                  <a:pt x="4" y="33"/>
                </a:cubicBezTo>
                <a:cubicBezTo>
                  <a:pt x="4" y="41"/>
                  <a:pt x="4" y="41"/>
                  <a:pt x="4" y="41"/>
                </a:cubicBezTo>
                <a:cubicBezTo>
                  <a:pt x="47" y="41"/>
                  <a:pt x="47" y="41"/>
                  <a:pt x="47" y="41"/>
                </a:cubicBezTo>
                <a:cubicBezTo>
                  <a:pt x="47" y="14"/>
                  <a:pt x="47" y="14"/>
                  <a:pt x="47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22"/>
                  <a:pt x="4" y="22"/>
                  <a:pt x="4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7"/>
                  <a:pt x="10" y="16"/>
                  <a:pt x="11" y="16"/>
                </a:cubicBezTo>
                <a:cubicBezTo>
                  <a:pt x="11" y="16"/>
                  <a:pt x="11" y="17"/>
                  <a:pt x="11" y="17"/>
                </a:cubicBezTo>
                <a:cubicBezTo>
                  <a:pt x="12" y="17"/>
                  <a:pt x="12" y="17"/>
                  <a:pt x="12" y="17"/>
                </a:cubicBez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2" y="28"/>
                  <a:pt x="21" y="2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9"/>
                  <a:pt x="10" y="39"/>
                  <a:pt x="10" y="38"/>
                </a:cubicBezTo>
                <a:cubicBezTo>
                  <a:pt x="10" y="38"/>
                  <a:pt x="10" y="38"/>
                  <a:pt x="10" y="37"/>
                </a:cubicBezTo>
                <a:cubicBezTo>
                  <a:pt x="10" y="33"/>
                  <a:pt x="10" y="33"/>
                  <a:pt x="10" y="33"/>
                </a:cubicBezTo>
                <a:cubicBezTo>
                  <a:pt x="4" y="33"/>
                  <a:pt x="4" y="33"/>
                  <a:pt x="4" y="33"/>
                </a:cubicBezTo>
                <a:close/>
                <a:moveTo>
                  <a:pt x="42" y="19"/>
                </a:moveTo>
                <a:cubicBezTo>
                  <a:pt x="42" y="19"/>
                  <a:pt x="42" y="19"/>
                  <a:pt x="42" y="19"/>
                </a:cubicBezTo>
                <a:cubicBezTo>
                  <a:pt x="43" y="19"/>
                  <a:pt x="44" y="19"/>
                  <a:pt x="44" y="20"/>
                </a:cubicBezTo>
                <a:cubicBezTo>
                  <a:pt x="44" y="20"/>
                  <a:pt x="43" y="21"/>
                  <a:pt x="42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5" y="21"/>
                  <a:pt x="25" y="20"/>
                  <a:pt x="25" y="20"/>
                </a:cubicBezTo>
                <a:cubicBezTo>
                  <a:pt x="25" y="19"/>
                  <a:pt x="25" y="19"/>
                  <a:pt x="26" y="19"/>
                </a:cubicBezTo>
                <a:cubicBezTo>
                  <a:pt x="42" y="19"/>
                  <a:pt x="42" y="19"/>
                  <a:pt x="42" y="19"/>
                </a:cubicBezTo>
                <a:close/>
                <a:moveTo>
                  <a:pt x="38" y="34"/>
                </a:moveTo>
                <a:cubicBezTo>
                  <a:pt x="38" y="34"/>
                  <a:pt x="38" y="34"/>
                  <a:pt x="38" y="34"/>
                </a:cubicBezTo>
                <a:cubicBezTo>
                  <a:pt x="38" y="34"/>
                  <a:pt x="39" y="34"/>
                  <a:pt x="39" y="35"/>
                </a:cubicBezTo>
                <a:cubicBezTo>
                  <a:pt x="39" y="36"/>
                  <a:pt x="38" y="36"/>
                  <a:pt x="38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5" y="36"/>
                  <a:pt x="25" y="36"/>
                  <a:pt x="25" y="35"/>
                </a:cubicBezTo>
                <a:cubicBezTo>
                  <a:pt x="25" y="34"/>
                  <a:pt x="25" y="34"/>
                  <a:pt x="26" y="34"/>
                </a:cubicBezTo>
                <a:cubicBezTo>
                  <a:pt x="38" y="34"/>
                  <a:pt x="38" y="34"/>
                  <a:pt x="38" y="34"/>
                </a:cubicBezTo>
                <a:close/>
                <a:moveTo>
                  <a:pt x="42" y="24"/>
                </a:moveTo>
                <a:cubicBezTo>
                  <a:pt x="42" y="24"/>
                  <a:pt x="42" y="24"/>
                  <a:pt x="42" y="24"/>
                </a:cubicBezTo>
                <a:cubicBezTo>
                  <a:pt x="43" y="24"/>
                  <a:pt x="44" y="24"/>
                  <a:pt x="44" y="25"/>
                </a:cubicBezTo>
                <a:cubicBezTo>
                  <a:pt x="44" y="26"/>
                  <a:pt x="43" y="26"/>
                  <a:pt x="42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5" y="26"/>
                  <a:pt x="25" y="26"/>
                  <a:pt x="25" y="25"/>
                </a:cubicBezTo>
                <a:cubicBezTo>
                  <a:pt x="25" y="24"/>
                  <a:pt x="25" y="24"/>
                  <a:pt x="26" y="24"/>
                </a:cubicBezTo>
                <a:cubicBezTo>
                  <a:pt x="42" y="24"/>
                  <a:pt x="42" y="24"/>
                  <a:pt x="42" y="24"/>
                </a:cubicBezTo>
                <a:close/>
                <a:moveTo>
                  <a:pt x="42" y="29"/>
                </a:moveTo>
                <a:cubicBezTo>
                  <a:pt x="42" y="29"/>
                  <a:pt x="42" y="29"/>
                  <a:pt x="42" y="29"/>
                </a:cubicBezTo>
                <a:cubicBezTo>
                  <a:pt x="43" y="29"/>
                  <a:pt x="44" y="29"/>
                  <a:pt x="44" y="30"/>
                </a:cubicBezTo>
                <a:cubicBezTo>
                  <a:pt x="44" y="31"/>
                  <a:pt x="43" y="31"/>
                  <a:pt x="42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5" y="31"/>
                  <a:pt x="25" y="31"/>
                  <a:pt x="25" y="30"/>
                </a:cubicBezTo>
                <a:cubicBezTo>
                  <a:pt x="25" y="29"/>
                  <a:pt x="25" y="29"/>
                  <a:pt x="26" y="29"/>
                </a:cubicBezTo>
                <a:cubicBezTo>
                  <a:pt x="42" y="29"/>
                  <a:pt x="42" y="29"/>
                  <a:pt x="42" y="29"/>
                </a:cubicBezTo>
                <a:close/>
                <a:moveTo>
                  <a:pt x="44" y="6"/>
                </a:move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6" y="7"/>
                  <a:pt x="46" y="8"/>
                </a:cubicBezTo>
                <a:cubicBezTo>
                  <a:pt x="46" y="9"/>
                  <a:pt x="45" y="10"/>
                  <a:pt x="44" y="10"/>
                </a:cubicBezTo>
                <a:cubicBezTo>
                  <a:pt x="43" y="10"/>
                  <a:pt x="42" y="9"/>
                  <a:pt x="42" y="8"/>
                </a:cubicBezTo>
                <a:cubicBezTo>
                  <a:pt x="42" y="7"/>
                  <a:pt x="43" y="6"/>
                  <a:pt x="44" y="6"/>
                </a:cubicBezTo>
                <a:close/>
                <a:moveTo>
                  <a:pt x="39" y="6"/>
                </a:moveTo>
                <a:cubicBezTo>
                  <a:pt x="39" y="6"/>
                  <a:pt x="39" y="6"/>
                  <a:pt x="39" y="6"/>
                </a:cubicBezTo>
                <a:cubicBezTo>
                  <a:pt x="40" y="6"/>
                  <a:pt x="41" y="7"/>
                  <a:pt x="41" y="8"/>
                </a:cubicBezTo>
                <a:cubicBezTo>
                  <a:pt x="41" y="9"/>
                  <a:pt x="40" y="10"/>
                  <a:pt x="39" y="10"/>
                </a:cubicBezTo>
                <a:cubicBezTo>
                  <a:pt x="38" y="10"/>
                  <a:pt x="37" y="9"/>
                  <a:pt x="37" y="8"/>
                </a:cubicBezTo>
                <a:cubicBezTo>
                  <a:pt x="37" y="7"/>
                  <a:pt x="38" y="6"/>
                  <a:pt x="39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7"/>
                  <a:pt x="36" y="8"/>
                </a:cubicBezTo>
                <a:cubicBezTo>
                  <a:pt x="36" y="9"/>
                  <a:pt x="35" y="10"/>
                  <a:pt x="34" y="10"/>
                </a:cubicBezTo>
                <a:cubicBezTo>
                  <a:pt x="33" y="10"/>
                  <a:pt x="32" y="9"/>
                  <a:pt x="32" y="8"/>
                </a:cubicBezTo>
                <a:cubicBezTo>
                  <a:pt x="32" y="7"/>
                  <a:pt x="33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4"/>
                  <a:pt x="47" y="4"/>
                  <a:pt x="4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64" name="Freeform 98">
            <a:extLst>
              <a:ext uri="{FF2B5EF4-FFF2-40B4-BE49-F238E27FC236}">
                <a16:creationId xmlns:a16="http://schemas.microsoft.com/office/drawing/2014/main" id="{1A4F75BB-7D8A-10D1-7EB9-4537669F8BC7}"/>
              </a:ext>
            </a:extLst>
          </p:cNvPr>
          <p:cNvSpPr>
            <a:spLocks noEditPoints="1"/>
          </p:cNvSpPr>
          <p:nvPr/>
        </p:nvSpPr>
        <p:spPr bwMode="auto">
          <a:xfrm>
            <a:off x="1673686" y="2172147"/>
            <a:ext cx="222249" cy="186267"/>
          </a:xfrm>
          <a:custGeom>
            <a:avLst/>
            <a:gdLst>
              <a:gd name="T0" fmla="*/ 137837 w 52"/>
              <a:gd name="T1" fmla="*/ 31750 h 44"/>
              <a:gd name="T2" fmla="*/ 150659 w 52"/>
              <a:gd name="T3" fmla="*/ 38100 h 44"/>
              <a:gd name="T4" fmla="*/ 166687 w 52"/>
              <a:gd name="T5" fmla="*/ 44450 h 44"/>
              <a:gd name="T6" fmla="*/ 160276 w 52"/>
              <a:gd name="T7" fmla="*/ 66675 h 44"/>
              <a:gd name="T8" fmla="*/ 150659 w 52"/>
              <a:gd name="T9" fmla="*/ 123825 h 44"/>
              <a:gd name="T10" fmla="*/ 134632 w 52"/>
              <a:gd name="T11" fmla="*/ 139700 h 44"/>
              <a:gd name="T12" fmla="*/ 16028 w 52"/>
              <a:gd name="T13" fmla="*/ 133350 h 44"/>
              <a:gd name="T14" fmla="*/ 3206 w 52"/>
              <a:gd name="T15" fmla="*/ 66675 h 44"/>
              <a:gd name="T16" fmla="*/ 0 w 52"/>
              <a:gd name="T17" fmla="*/ 44450 h 44"/>
              <a:gd name="T18" fmla="*/ 12822 w 52"/>
              <a:gd name="T19" fmla="*/ 41275 h 44"/>
              <a:gd name="T20" fmla="*/ 19233 w 52"/>
              <a:gd name="T21" fmla="*/ 31750 h 44"/>
              <a:gd name="T22" fmla="*/ 28850 w 52"/>
              <a:gd name="T23" fmla="*/ 44450 h 44"/>
              <a:gd name="T24" fmla="*/ 25644 w 52"/>
              <a:gd name="T25" fmla="*/ 123825 h 44"/>
              <a:gd name="T26" fmla="*/ 134632 w 52"/>
              <a:gd name="T27" fmla="*/ 127000 h 44"/>
              <a:gd name="T28" fmla="*/ 137837 w 52"/>
              <a:gd name="T29" fmla="*/ 127000 h 44"/>
              <a:gd name="T30" fmla="*/ 137837 w 52"/>
              <a:gd name="T31" fmla="*/ 44450 h 44"/>
              <a:gd name="T32" fmla="*/ 99371 w 52"/>
              <a:gd name="T33" fmla="*/ 3175 h 44"/>
              <a:gd name="T34" fmla="*/ 118604 w 52"/>
              <a:gd name="T35" fmla="*/ 22225 h 44"/>
              <a:gd name="T36" fmla="*/ 118604 w 52"/>
              <a:gd name="T37" fmla="*/ 22225 h 44"/>
              <a:gd name="T38" fmla="*/ 118604 w 52"/>
              <a:gd name="T39" fmla="*/ 41275 h 44"/>
              <a:gd name="T40" fmla="*/ 44877 w 52"/>
              <a:gd name="T41" fmla="*/ 41275 h 44"/>
              <a:gd name="T42" fmla="*/ 51288 w 52"/>
              <a:gd name="T43" fmla="*/ 0 h 44"/>
              <a:gd name="T44" fmla="*/ 99371 w 52"/>
              <a:gd name="T45" fmla="*/ 3175 h 44"/>
              <a:gd name="T46" fmla="*/ 118604 w 52"/>
              <a:gd name="T47" fmla="*/ 50800 h 44"/>
              <a:gd name="T48" fmla="*/ 96166 w 52"/>
              <a:gd name="T49" fmla="*/ 28575 h 44"/>
              <a:gd name="T50" fmla="*/ 92960 w 52"/>
              <a:gd name="T51" fmla="*/ 9525 h 44"/>
              <a:gd name="T52" fmla="*/ 44877 w 52"/>
              <a:gd name="T53" fmla="*/ 50800 h 44"/>
              <a:gd name="T54" fmla="*/ 115399 w 52"/>
              <a:gd name="T55" fmla="*/ 60325 h 44"/>
              <a:gd name="T56" fmla="*/ 105782 w 52"/>
              <a:gd name="T57" fmla="*/ 19050 h 44"/>
              <a:gd name="T58" fmla="*/ 105782 w 52"/>
              <a:gd name="T59" fmla="*/ 19050 h 44"/>
              <a:gd name="T60" fmla="*/ 150659 w 52"/>
              <a:gd name="T61" fmla="*/ 60325 h 44"/>
              <a:gd name="T62" fmla="*/ 150659 w 52"/>
              <a:gd name="T63" fmla="*/ 47625 h 44"/>
              <a:gd name="T64" fmla="*/ 12822 w 52"/>
              <a:gd name="T65" fmla="*/ 47625 h 44"/>
              <a:gd name="T66" fmla="*/ 12822 w 52"/>
              <a:gd name="T67" fmla="*/ 60325 h 44"/>
              <a:gd name="T68" fmla="*/ 57699 w 52"/>
              <a:gd name="T69" fmla="*/ 104775 h 44"/>
              <a:gd name="T70" fmla="*/ 51288 w 52"/>
              <a:gd name="T71" fmla="*/ 98425 h 44"/>
              <a:gd name="T72" fmla="*/ 80138 w 52"/>
              <a:gd name="T73" fmla="*/ 104775 h 44"/>
              <a:gd name="T74" fmla="*/ 73727 w 52"/>
              <a:gd name="T75" fmla="*/ 98425 h 44"/>
              <a:gd name="T76" fmla="*/ 99371 w 52"/>
              <a:gd name="T77" fmla="*/ 104775 h 44"/>
              <a:gd name="T78" fmla="*/ 92960 w 52"/>
              <a:gd name="T79" fmla="*/ 98425 h 44"/>
              <a:gd name="T80" fmla="*/ 118604 w 52"/>
              <a:gd name="T81" fmla="*/ 104775 h 44"/>
              <a:gd name="T82" fmla="*/ 112193 w 52"/>
              <a:gd name="T83" fmla="*/ 98425 h 44"/>
              <a:gd name="T84" fmla="*/ 48083 w 52"/>
              <a:gd name="T85" fmla="*/ 88900 h 44"/>
              <a:gd name="T86" fmla="*/ 41672 w 52"/>
              <a:gd name="T87" fmla="*/ 82550 h 44"/>
              <a:gd name="T88" fmla="*/ 67316 w 52"/>
              <a:gd name="T89" fmla="*/ 88900 h 44"/>
              <a:gd name="T90" fmla="*/ 64110 w 52"/>
              <a:gd name="T91" fmla="*/ 82550 h 44"/>
              <a:gd name="T92" fmla="*/ 89755 w 52"/>
              <a:gd name="T93" fmla="*/ 88900 h 44"/>
              <a:gd name="T94" fmla="*/ 83344 w 52"/>
              <a:gd name="T95" fmla="*/ 82550 h 44"/>
              <a:gd name="T96" fmla="*/ 108988 w 52"/>
              <a:gd name="T97" fmla="*/ 88900 h 44"/>
              <a:gd name="T98" fmla="*/ 102577 w 52"/>
              <a:gd name="T99" fmla="*/ 82550 h 44"/>
              <a:gd name="T100" fmla="*/ 128221 w 52"/>
              <a:gd name="T101" fmla="*/ 88900 h 44"/>
              <a:gd name="T102" fmla="*/ 121810 w 52"/>
              <a:gd name="T103" fmla="*/ 82550 h 4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2" h="44">
                <a:moveTo>
                  <a:pt x="43" y="14"/>
                </a:moveTo>
                <a:cubicBezTo>
                  <a:pt x="42" y="14"/>
                  <a:pt x="41" y="13"/>
                  <a:pt x="41" y="12"/>
                </a:cubicBezTo>
                <a:cubicBezTo>
                  <a:pt x="41" y="11"/>
                  <a:pt x="42" y="10"/>
                  <a:pt x="43" y="10"/>
                </a:cubicBezTo>
                <a:cubicBezTo>
                  <a:pt x="45" y="10"/>
                  <a:pt x="45" y="10"/>
                  <a:pt x="45" y="10"/>
                </a:cubicBezTo>
                <a:cubicBezTo>
                  <a:pt x="46" y="10"/>
                  <a:pt x="47" y="11"/>
                  <a:pt x="47" y="12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3"/>
                  <a:pt x="47" y="13"/>
                  <a:pt x="47" y="13"/>
                </a:cubicBezTo>
                <a:cubicBezTo>
                  <a:pt x="50" y="13"/>
                  <a:pt x="50" y="13"/>
                  <a:pt x="50" y="13"/>
                </a:cubicBezTo>
                <a:cubicBezTo>
                  <a:pt x="51" y="13"/>
                  <a:pt x="52" y="14"/>
                  <a:pt x="52" y="14"/>
                </a:cubicBezTo>
                <a:cubicBezTo>
                  <a:pt x="52" y="14"/>
                  <a:pt x="52" y="14"/>
                  <a:pt x="52" y="14"/>
                </a:cubicBezTo>
                <a:cubicBezTo>
                  <a:pt x="52" y="20"/>
                  <a:pt x="52" y="20"/>
                  <a:pt x="52" y="20"/>
                </a:cubicBezTo>
                <a:cubicBezTo>
                  <a:pt x="52" y="21"/>
                  <a:pt x="51" y="21"/>
                  <a:pt x="50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47" y="21"/>
                  <a:pt x="47" y="21"/>
                  <a:pt x="47" y="21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40"/>
                  <a:pt x="47" y="41"/>
                  <a:pt x="46" y="42"/>
                </a:cubicBezTo>
                <a:cubicBezTo>
                  <a:pt x="46" y="42"/>
                  <a:pt x="46" y="42"/>
                  <a:pt x="46" y="42"/>
                </a:cubicBezTo>
                <a:cubicBezTo>
                  <a:pt x="45" y="43"/>
                  <a:pt x="44" y="44"/>
                  <a:pt x="42" y="44"/>
                </a:cubicBezTo>
                <a:cubicBezTo>
                  <a:pt x="9" y="44"/>
                  <a:pt x="9" y="44"/>
                  <a:pt x="9" y="44"/>
                </a:cubicBezTo>
                <a:cubicBezTo>
                  <a:pt x="8" y="44"/>
                  <a:pt x="7" y="43"/>
                  <a:pt x="6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1"/>
                  <a:pt x="4" y="40"/>
                  <a:pt x="4" y="39"/>
                </a:cubicBezTo>
                <a:cubicBezTo>
                  <a:pt x="4" y="21"/>
                  <a:pt x="4" y="21"/>
                  <a:pt x="4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1"/>
                  <a:pt x="0" y="21"/>
                  <a:pt x="0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1"/>
                  <a:pt x="5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10" y="10"/>
                  <a:pt x="12" y="11"/>
                  <a:pt x="12" y="12"/>
                </a:cubicBezTo>
                <a:cubicBezTo>
                  <a:pt x="12" y="13"/>
                  <a:pt x="10" y="14"/>
                  <a:pt x="9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39"/>
                  <a:pt x="8" y="39"/>
                  <a:pt x="8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8" y="40"/>
                  <a:pt x="8" y="40"/>
                  <a:pt x="8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42" y="40"/>
                  <a:pt x="43" y="40"/>
                  <a:pt x="43" y="40"/>
                </a:cubicBezTo>
                <a:cubicBezTo>
                  <a:pt x="43" y="40"/>
                  <a:pt x="43" y="40"/>
                  <a:pt x="43" y="40"/>
                </a:cubicBezTo>
                <a:cubicBezTo>
                  <a:pt x="43" y="40"/>
                  <a:pt x="43" y="40"/>
                  <a:pt x="43" y="40"/>
                </a:cubicBezTo>
                <a:cubicBezTo>
                  <a:pt x="43" y="39"/>
                  <a:pt x="44" y="39"/>
                  <a:pt x="44" y="39"/>
                </a:cubicBezTo>
                <a:cubicBezTo>
                  <a:pt x="44" y="14"/>
                  <a:pt x="44" y="14"/>
                  <a:pt x="44" y="14"/>
                </a:cubicBezTo>
                <a:cubicBezTo>
                  <a:pt x="43" y="14"/>
                  <a:pt x="43" y="14"/>
                  <a:pt x="43" y="14"/>
                </a:cubicBezTo>
                <a:close/>
                <a:moveTo>
                  <a:pt x="31" y="1"/>
                </a:moveTo>
                <a:cubicBezTo>
                  <a:pt x="31" y="1"/>
                  <a:pt x="31" y="1"/>
                  <a:pt x="31" y="1"/>
                </a:cubicBezTo>
                <a:cubicBezTo>
                  <a:pt x="31" y="1"/>
                  <a:pt x="31" y="1"/>
                  <a:pt x="31" y="1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13"/>
                  <a:pt x="37" y="13"/>
                  <a:pt x="37" y="13"/>
                </a:cubicBezTo>
                <a:cubicBezTo>
                  <a:pt x="42" y="14"/>
                  <a:pt x="42" y="22"/>
                  <a:pt x="36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10" y="22"/>
                  <a:pt x="9" y="14"/>
                  <a:pt x="14" y="13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5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1" y="0"/>
                  <a:pt x="31" y="1"/>
                </a:cubicBezTo>
                <a:close/>
                <a:moveTo>
                  <a:pt x="37" y="15"/>
                </a:moveTo>
                <a:cubicBezTo>
                  <a:pt x="37" y="15"/>
                  <a:pt x="37" y="15"/>
                  <a:pt x="37" y="15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7"/>
                  <a:pt x="35" y="17"/>
                  <a:pt x="35" y="16"/>
                </a:cubicBezTo>
                <a:cubicBezTo>
                  <a:pt x="35" y="13"/>
                  <a:pt x="35" y="11"/>
                  <a:pt x="35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29" y="9"/>
                  <a:pt x="29" y="8"/>
                  <a:pt x="29" y="7"/>
                </a:cubicBezTo>
                <a:cubicBezTo>
                  <a:pt x="29" y="7"/>
                  <a:pt x="29" y="7"/>
                  <a:pt x="29" y="7"/>
                </a:cubicBezTo>
                <a:cubicBezTo>
                  <a:pt x="29" y="3"/>
                  <a:pt x="29" y="3"/>
                  <a:pt x="29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7"/>
                  <a:pt x="14" y="17"/>
                  <a:pt x="14" y="16"/>
                </a:cubicBezTo>
                <a:cubicBezTo>
                  <a:pt x="14" y="15"/>
                  <a:pt x="14" y="15"/>
                  <a:pt x="14" y="15"/>
                </a:cubicBezTo>
                <a:cubicBezTo>
                  <a:pt x="12" y="16"/>
                  <a:pt x="13" y="19"/>
                  <a:pt x="15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9" y="19"/>
                  <a:pt x="39" y="16"/>
                  <a:pt x="37" y="15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1" y="4"/>
                  <a:pt x="31" y="4"/>
                  <a:pt x="31" y="4"/>
                </a:cubicBezTo>
                <a:cubicBezTo>
                  <a:pt x="31" y="6"/>
                  <a:pt x="31" y="6"/>
                  <a:pt x="31" y="6"/>
                </a:cubicBezTo>
                <a:cubicBezTo>
                  <a:pt x="33" y="6"/>
                  <a:pt x="33" y="6"/>
                  <a:pt x="33" y="6"/>
                </a:cubicBezTo>
                <a:close/>
                <a:moveTo>
                  <a:pt x="47" y="15"/>
                </a:moveTo>
                <a:cubicBezTo>
                  <a:pt x="47" y="15"/>
                  <a:pt x="47" y="15"/>
                  <a:pt x="47" y="15"/>
                </a:cubicBezTo>
                <a:cubicBezTo>
                  <a:pt x="47" y="19"/>
                  <a:pt x="47" y="19"/>
                  <a:pt x="47" y="19"/>
                </a:cubicBezTo>
                <a:cubicBezTo>
                  <a:pt x="49" y="19"/>
                  <a:pt x="49" y="19"/>
                  <a:pt x="49" y="19"/>
                </a:cubicBezTo>
                <a:cubicBezTo>
                  <a:pt x="49" y="15"/>
                  <a:pt x="49" y="15"/>
                  <a:pt x="49" y="15"/>
                </a:cubicBezTo>
                <a:cubicBezTo>
                  <a:pt x="47" y="15"/>
                  <a:pt x="47" y="15"/>
                  <a:pt x="47" y="15"/>
                </a:cubicBezTo>
                <a:close/>
                <a:moveTo>
                  <a:pt x="4" y="19"/>
                </a:moveTo>
                <a:cubicBezTo>
                  <a:pt x="4" y="19"/>
                  <a:pt x="4" y="19"/>
                  <a:pt x="4" y="19"/>
                </a:cubicBezTo>
                <a:cubicBezTo>
                  <a:pt x="4" y="15"/>
                  <a:pt x="4" y="15"/>
                  <a:pt x="4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9"/>
                  <a:pt x="2" y="19"/>
                  <a:pt x="2" y="19"/>
                </a:cubicBezTo>
                <a:cubicBezTo>
                  <a:pt x="4" y="19"/>
                  <a:pt x="4" y="19"/>
                  <a:pt x="4" y="19"/>
                </a:cubicBezTo>
                <a:close/>
                <a:moveTo>
                  <a:pt x="16" y="31"/>
                </a:moveTo>
                <a:cubicBezTo>
                  <a:pt x="16" y="31"/>
                  <a:pt x="16" y="31"/>
                  <a:pt x="16" y="31"/>
                </a:cubicBezTo>
                <a:cubicBezTo>
                  <a:pt x="18" y="31"/>
                  <a:pt x="18" y="32"/>
                  <a:pt x="18" y="33"/>
                </a:cubicBezTo>
                <a:cubicBezTo>
                  <a:pt x="18" y="34"/>
                  <a:pt x="18" y="35"/>
                  <a:pt x="16" y="35"/>
                </a:cubicBezTo>
                <a:cubicBezTo>
                  <a:pt x="15" y="35"/>
                  <a:pt x="15" y="34"/>
                  <a:pt x="15" y="33"/>
                </a:cubicBezTo>
                <a:cubicBezTo>
                  <a:pt x="15" y="32"/>
                  <a:pt x="15" y="31"/>
                  <a:pt x="16" y="31"/>
                </a:cubicBezTo>
                <a:close/>
                <a:moveTo>
                  <a:pt x="23" y="31"/>
                </a:moveTo>
                <a:cubicBezTo>
                  <a:pt x="23" y="31"/>
                  <a:pt x="23" y="31"/>
                  <a:pt x="23" y="31"/>
                </a:cubicBezTo>
                <a:cubicBezTo>
                  <a:pt x="24" y="31"/>
                  <a:pt x="25" y="32"/>
                  <a:pt x="25" y="33"/>
                </a:cubicBezTo>
                <a:cubicBezTo>
                  <a:pt x="25" y="34"/>
                  <a:pt x="24" y="35"/>
                  <a:pt x="23" y="35"/>
                </a:cubicBezTo>
                <a:cubicBezTo>
                  <a:pt x="22" y="35"/>
                  <a:pt x="21" y="34"/>
                  <a:pt x="21" y="33"/>
                </a:cubicBezTo>
                <a:cubicBezTo>
                  <a:pt x="21" y="32"/>
                  <a:pt x="22" y="31"/>
                  <a:pt x="23" y="31"/>
                </a:cubicBezTo>
                <a:close/>
                <a:moveTo>
                  <a:pt x="29" y="31"/>
                </a:moveTo>
                <a:cubicBezTo>
                  <a:pt x="29" y="31"/>
                  <a:pt x="29" y="31"/>
                  <a:pt x="29" y="31"/>
                </a:cubicBezTo>
                <a:cubicBezTo>
                  <a:pt x="30" y="31"/>
                  <a:pt x="31" y="32"/>
                  <a:pt x="31" y="33"/>
                </a:cubicBezTo>
                <a:cubicBezTo>
                  <a:pt x="31" y="34"/>
                  <a:pt x="30" y="35"/>
                  <a:pt x="29" y="35"/>
                </a:cubicBezTo>
                <a:cubicBezTo>
                  <a:pt x="28" y="35"/>
                  <a:pt x="27" y="34"/>
                  <a:pt x="27" y="33"/>
                </a:cubicBezTo>
                <a:cubicBezTo>
                  <a:pt x="27" y="32"/>
                  <a:pt x="28" y="31"/>
                  <a:pt x="29" y="31"/>
                </a:cubicBezTo>
                <a:close/>
                <a:moveTo>
                  <a:pt x="35" y="31"/>
                </a:moveTo>
                <a:cubicBezTo>
                  <a:pt x="35" y="31"/>
                  <a:pt x="35" y="31"/>
                  <a:pt x="35" y="31"/>
                </a:cubicBezTo>
                <a:cubicBezTo>
                  <a:pt x="36" y="31"/>
                  <a:pt x="37" y="32"/>
                  <a:pt x="37" y="33"/>
                </a:cubicBezTo>
                <a:cubicBezTo>
                  <a:pt x="37" y="34"/>
                  <a:pt x="36" y="35"/>
                  <a:pt x="35" y="35"/>
                </a:cubicBezTo>
                <a:cubicBezTo>
                  <a:pt x="34" y="35"/>
                  <a:pt x="33" y="34"/>
                  <a:pt x="33" y="33"/>
                </a:cubicBezTo>
                <a:cubicBezTo>
                  <a:pt x="33" y="32"/>
                  <a:pt x="34" y="31"/>
                  <a:pt x="35" y="31"/>
                </a:cubicBezTo>
                <a:close/>
                <a:moveTo>
                  <a:pt x="13" y="26"/>
                </a:moveTo>
                <a:cubicBezTo>
                  <a:pt x="13" y="26"/>
                  <a:pt x="13" y="26"/>
                  <a:pt x="13" y="26"/>
                </a:cubicBezTo>
                <a:cubicBezTo>
                  <a:pt x="14" y="26"/>
                  <a:pt x="15" y="27"/>
                  <a:pt x="15" y="28"/>
                </a:cubicBezTo>
                <a:cubicBezTo>
                  <a:pt x="15" y="29"/>
                  <a:pt x="14" y="30"/>
                  <a:pt x="13" y="30"/>
                </a:cubicBezTo>
                <a:cubicBezTo>
                  <a:pt x="12" y="30"/>
                  <a:pt x="11" y="29"/>
                  <a:pt x="11" y="28"/>
                </a:cubicBezTo>
                <a:cubicBezTo>
                  <a:pt x="11" y="27"/>
                  <a:pt x="12" y="26"/>
                  <a:pt x="13" y="26"/>
                </a:cubicBezTo>
                <a:close/>
                <a:moveTo>
                  <a:pt x="20" y="26"/>
                </a:moveTo>
                <a:cubicBezTo>
                  <a:pt x="20" y="26"/>
                  <a:pt x="20" y="26"/>
                  <a:pt x="20" y="26"/>
                </a:cubicBezTo>
                <a:cubicBezTo>
                  <a:pt x="21" y="26"/>
                  <a:pt x="21" y="27"/>
                  <a:pt x="21" y="28"/>
                </a:cubicBezTo>
                <a:cubicBezTo>
                  <a:pt x="21" y="29"/>
                  <a:pt x="21" y="30"/>
                  <a:pt x="20" y="30"/>
                </a:cubicBezTo>
                <a:cubicBezTo>
                  <a:pt x="18" y="30"/>
                  <a:pt x="18" y="29"/>
                  <a:pt x="18" y="28"/>
                </a:cubicBezTo>
                <a:cubicBezTo>
                  <a:pt x="18" y="27"/>
                  <a:pt x="18" y="26"/>
                  <a:pt x="20" y="26"/>
                </a:cubicBezTo>
                <a:close/>
                <a:moveTo>
                  <a:pt x="26" y="26"/>
                </a:moveTo>
                <a:cubicBezTo>
                  <a:pt x="26" y="26"/>
                  <a:pt x="26" y="26"/>
                  <a:pt x="26" y="26"/>
                </a:cubicBezTo>
                <a:cubicBezTo>
                  <a:pt x="27" y="26"/>
                  <a:pt x="28" y="27"/>
                  <a:pt x="28" y="28"/>
                </a:cubicBezTo>
                <a:cubicBezTo>
                  <a:pt x="28" y="29"/>
                  <a:pt x="27" y="30"/>
                  <a:pt x="26" y="30"/>
                </a:cubicBezTo>
                <a:cubicBezTo>
                  <a:pt x="25" y="30"/>
                  <a:pt x="24" y="29"/>
                  <a:pt x="24" y="28"/>
                </a:cubicBezTo>
                <a:cubicBezTo>
                  <a:pt x="24" y="27"/>
                  <a:pt x="25" y="26"/>
                  <a:pt x="26" y="26"/>
                </a:cubicBezTo>
                <a:close/>
                <a:moveTo>
                  <a:pt x="32" y="26"/>
                </a:moveTo>
                <a:cubicBezTo>
                  <a:pt x="32" y="26"/>
                  <a:pt x="32" y="26"/>
                  <a:pt x="32" y="26"/>
                </a:cubicBezTo>
                <a:cubicBezTo>
                  <a:pt x="33" y="26"/>
                  <a:pt x="34" y="27"/>
                  <a:pt x="34" y="28"/>
                </a:cubicBezTo>
                <a:cubicBezTo>
                  <a:pt x="34" y="29"/>
                  <a:pt x="33" y="30"/>
                  <a:pt x="32" y="30"/>
                </a:cubicBezTo>
                <a:cubicBezTo>
                  <a:pt x="31" y="30"/>
                  <a:pt x="30" y="29"/>
                  <a:pt x="30" y="28"/>
                </a:cubicBezTo>
                <a:cubicBezTo>
                  <a:pt x="30" y="27"/>
                  <a:pt x="31" y="26"/>
                  <a:pt x="32" y="26"/>
                </a:cubicBezTo>
                <a:close/>
                <a:moveTo>
                  <a:pt x="38" y="26"/>
                </a:moveTo>
                <a:cubicBezTo>
                  <a:pt x="38" y="26"/>
                  <a:pt x="38" y="26"/>
                  <a:pt x="38" y="26"/>
                </a:cubicBezTo>
                <a:cubicBezTo>
                  <a:pt x="39" y="26"/>
                  <a:pt x="40" y="27"/>
                  <a:pt x="40" y="28"/>
                </a:cubicBezTo>
                <a:cubicBezTo>
                  <a:pt x="40" y="29"/>
                  <a:pt x="39" y="30"/>
                  <a:pt x="38" y="30"/>
                </a:cubicBezTo>
                <a:cubicBezTo>
                  <a:pt x="37" y="30"/>
                  <a:pt x="36" y="29"/>
                  <a:pt x="36" y="28"/>
                </a:cubicBezTo>
                <a:cubicBezTo>
                  <a:pt x="36" y="27"/>
                  <a:pt x="37" y="26"/>
                  <a:pt x="38" y="2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65" name="Freeform 99">
            <a:extLst>
              <a:ext uri="{FF2B5EF4-FFF2-40B4-BE49-F238E27FC236}">
                <a16:creationId xmlns:a16="http://schemas.microsoft.com/office/drawing/2014/main" id="{D5BF106B-80AA-7A42-9199-4130423CC986}"/>
              </a:ext>
            </a:extLst>
          </p:cNvPr>
          <p:cNvSpPr>
            <a:spLocks noEditPoints="1"/>
          </p:cNvSpPr>
          <p:nvPr/>
        </p:nvSpPr>
        <p:spPr bwMode="auto">
          <a:xfrm>
            <a:off x="5437119" y="2150981"/>
            <a:ext cx="213783" cy="228600"/>
          </a:xfrm>
          <a:custGeom>
            <a:avLst/>
            <a:gdLst>
              <a:gd name="T0" fmla="*/ 160337 w 50"/>
              <a:gd name="T1" fmla="*/ 44450 h 54"/>
              <a:gd name="T2" fmla="*/ 160337 w 50"/>
              <a:gd name="T3" fmla="*/ 50800 h 54"/>
              <a:gd name="T4" fmla="*/ 153924 w 50"/>
              <a:gd name="T5" fmla="*/ 165100 h 54"/>
              <a:gd name="T6" fmla="*/ 22447 w 50"/>
              <a:gd name="T7" fmla="*/ 171450 h 54"/>
              <a:gd name="T8" fmla="*/ 0 w 50"/>
              <a:gd name="T9" fmla="*/ 149225 h 54"/>
              <a:gd name="T10" fmla="*/ 6413 w 50"/>
              <a:gd name="T11" fmla="*/ 34925 h 54"/>
              <a:gd name="T12" fmla="*/ 76962 w 50"/>
              <a:gd name="T13" fmla="*/ 28575 h 54"/>
              <a:gd name="T14" fmla="*/ 86582 w 50"/>
              <a:gd name="T15" fmla="*/ 12700 h 54"/>
              <a:gd name="T16" fmla="*/ 144303 w 50"/>
              <a:gd name="T17" fmla="*/ 12700 h 54"/>
              <a:gd name="T18" fmla="*/ 157130 w 50"/>
              <a:gd name="T19" fmla="*/ 41275 h 54"/>
              <a:gd name="T20" fmla="*/ 115443 w 50"/>
              <a:gd name="T21" fmla="*/ 22225 h 54"/>
              <a:gd name="T22" fmla="*/ 137890 w 50"/>
              <a:gd name="T23" fmla="*/ 41275 h 54"/>
              <a:gd name="T24" fmla="*/ 115443 w 50"/>
              <a:gd name="T25" fmla="*/ 60325 h 54"/>
              <a:gd name="T26" fmla="*/ 96202 w 50"/>
              <a:gd name="T27" fmla="*/ 41275 h 54"/>
              <a:gd name="T28" fmla="*/ 115443 w 50"/>
              <a:gd name="T29" fmla="*/ 22225 h 54"/>
              <a:gd name="T30" fmla="*/ 125063 w 50"/>
              <a:gd name="T31" fmla="*/ 31750 h 54"/>
              <a:gd name="T32" fmla="*/ 109029 w 50"/>
              <a:gd name="T33" fmla="*/ 31750 h 54"/>
              <a:gd name="T34" fmla="*/ 109029 w 50"/>
              <a:gd name="T35" fmla="*/ 50800 h 54"/>
              <a:gd name="T36" fmla="*/ 125063 w 50"/>
              <a:gd name="T37" fmla="*/ 50800 h 54"/>
              <a:gd name="T38" fmla="*/ 125063 w 50"/>
              <a:gd name="T39" fmla="*/ 31750 h 54"/>
              <a:gd name="T40" fmla="*/ 76962 w 50"/>
              <a:gd name="T41" fmla="*/ 41275 h 54"/>
              <a:gd name="T42" fmla="*/ 16034 w 50"/>
              <a:gd name="T43" fmla="*/ 44450 h 54"/>
              <a:gd name="T44" fmla="*/ 12827 w 50"/>
              <a:gd name="T45" fmla="*/ 149225 h 54"/>
              <a:gd name="T46" fmla="*/ 22447 w 50"/>
              <a:gd name="T47" fmla="*/ 158750 h 54"/>
              <a:gd name="T48" fmla="*/ 144303 w 50"/>
              <a:gd name="T49" fmla="*/ 155575 h 54"/>
              <a:gd name="T50" fmla="*/ 147510 w 50"/>
              <a:gd name="T51" fmla="*/ 66675 h 54"/>
              <a:gd name="T52" fmla="*/ 118649 w 50"/>
              <a:gd name="T53" fmla="*/ 92075 h 54"/>
              <a:gd name="T54" fmla="*/ 112236 w 50"/>
              <a:gd name="T55" fmla="*/ 92075 h 54"/>
              <a:gd name="T56" fmla="*/ 112236 w 50"/>
              <a:gd name="T57" fmla="*/ 92075 h 54"/>
              <a:gd name="T58" fmla="*/ 83375 w 50"/>
              <a:gd name="T59" fmla="*/ 63500 h 54"/>
              <a:gd name="T60" fmla="*/ 141097 w 50"/>
              <a:gd name="T61" fmla="*/ 15875 h 54"/>
              <a:gd name="T62" fmla="*/ 115443 w 50"/>
              <a:gd name="T63" fmla="*/ 6350 h 54"/>
              <a:gd name="T64" fmla="*/ 92995 w 50"/>
              <a:gd name="T65" fmla="*/ 15875 h 54"/>
              <a:gd name="T66" fmla="*/ 89789 w 50"/>
              <a:gd name="T67" fmla="*/ 60325 h 54"/>
              <a:gd name="T68" fmla="*/ 105822 w 50"/>
              <a:gd name="T69" fmla="*/ 73025 h 54"/>
              <a:gd name="T70" fmla="*/ 128270 w 50"/>
              <a:gd name="T71" fmla="*/ 73025 h 54"/>
              <a:gd name="T72" fmla="*/ 144303 w 50"/>
              <a:gd name="T73" fmla="*/ 60325 h 54"/>
              <a:gd name="T74" fmla="*/ 141097 w 50"/>
              <a:gd name="T75" fmla="*/ 15875 h 54"/>
              <a:gd name="T76" fmla="*/ 141097 w 50"/>
              <a:gd name="T77" fmla="*/ 15875 h 54"/>
              <a:gd name="T78" fmla="*/ 92995 w 50"/>
              <a:gd name="T79" fmla="*/ 85725 h 54"/>
              <a:gd name="T80" fmla="*/ 96202 w 50"/>
              <a:gd name="T81" fmla="*/ 92075 h 54"/>
              <a:gd name="T82" fmla="*/ 109029 w 50"/>
              <a:gd name="T83" fmla="*/ 123825 h 54"/>
              <a:gd name="T84" fmla="*/ 137890 w 50"/>
              <a:gd name="T85" fmla="*/ 98425 h 54"/>
              <a:gd name="T86" fmla="*/ 112236 w 50"/>
              <a:gd name="T87" fmla="*/ 127000 h 54"/>
              <a:gd name="T88" fmla="*/ 121856 w 50"/>
              <a:gd name="T89" fmla="*/ 142875 h 54"/>
              <a:gd name="T90" fmla="*/ 105822 w 50"/>
              <a:gd name="T91" fmla="*/ 130175 h 54"/>
              <a:gd name="T92" fmla="*/ 105822 w 50"/>
              <a:gd name="T93" fmla="*/ 130175 h 54"/>
              <a:gd name="T94" fmla="*/ 105822 w 50"/>
              <a:gd name="T95" fmla="*/ 130175 h 54"/>
              <a:gd name="T96" fmla="*/ 105822 w 50"/>
              <a:gd name="T97" fmla="*/ 130175 h 54"/>
              <a:gd name="T98" fmla="*/ 38481 w 50"/>
              <a:gd name="T99" fmla="*/ 149225 h 54"/>
              <a:gd name="T100" fmla="*/ 32067 w 50"/>
              <a:gd name="T101" fmla="*/ 142875 h 54"/>
              <a:gd name="T102" fmla="*/ 57721 w 50"/>
              <a:gd name="T103" fmla="*/ 85725 h 54"/>
              <a:gd name="T104" fmla="*/ 25654 w 50"/>
              <a:gd name="T105" fmla="*/ 114300 h 54"/>
              <a:gd name="T106" fmla="*/ 54515 w 50"/>
              <a:gd name="T107" fmla="*/ 79375 h 54"/>
              <a:gd name="T108" fmla="*/ 35274 w 50"/>
              <a:gd name="T109" fmla="*/ 57150 h 54"/>
              <a:gd name="T110" fmla="*/ 60928 w 50"/>
              <a:gd name="T111" fmla="*/ 76200 h 54"/>
              <a:gd name="T112" fmla="*/ 60928 w 50"/>
              <a:gd name="T113" fmla="*/ 76200 h 54"/>
              <a:gd name="T114" fmla="*/ 60928 w 50"/>
              <a:gd name="T115" fmla="*/ 76200 h 54"/>
              <a:gd name="T116" fmla="*/ 92995 w 50"/>
              <a:gd name="T117" fmla="*/ 85725 h 5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0" h="54">
                <a:moveTo>
                  <a:pt x="49" y="13"/>
                </a:moveTo>
                <a:cubicBezTo>
                  <a:pt x="49" y="13"/>
                  <a:pt x="49" y="14"/>
                  <a:pt x="50" y="14"/>
                </a:cubicBezTo>
                <a:cubicBezTo>
                  <a:pt x="50" y="14"/>
                  <a:pt x="50" y="14"/>
                  <a:pt x="50" y="14"/>
                </a:cubicBezTo>
                <a:cubicBezTo>
                  <a:pt x="50" y="15"/>
                  <a:pt x="50" y="15"/>
                  <a:pt x="50" y="16"/>
                </a:cubicBezTo>
                <a:cubicBezTo>
                  <a:pt x="50" y="47"/>
                  <a:pt x="50" y="47"/>
                  <a:pt x="50" y="47"/>
                </a:cubicBezTo>
                <a:cubicBezTo>
                  <a:pt x="50" y="49"/>
                  <a:pt x="49" y="51"/>
                  <a:pt x="48" y="52"/>
                </a:cubicBezTo>
                <a:cubicBezTo>
                  <a:pt x="46" y="53"/>
                  <a:pt x="45" y="54"/>
                  <a:pt x="43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5" y="54"/>
                  <a:pt x="3" y="53"/>
                  <a:pt x="2" y="52"/>
                </a:cubicBezTo>
                <a:cubicBezTo>
                  <a:pt x="0" y="51"/>
                  <a:pt x="0" y="49"/>
                  <a:pt x="0" y="47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4"/>
                  <a:pt x="0" y="12"/>
                  <a:pt x="2" y="11"/>
                </a:cubicBezTo>
                <a:cubicBezTo>
                  <a:pt x="3" y="10"/>
                  <a:pt x="5" y="9"/>
                  <a:pt x="7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5" y="7"/>
                  <a:pt x="26" y="5"/>
                  <a:pt x="27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30" y="1"/>
                  <a:pt x="33" y="0"/>
                  <a:pt x="36" y="0"/>
                </a:cubicBezTo>
                <a:cubicBezTo>
                  <a:pt x="40" y="0"/>
                  <a:pt x="43" y="1"/>
                  <a:pt x="45" y="4"/>
                </a:cubicBezTo>
                <a:cubicBezTo>
                  <a:pt x="48" y="6"/>
                  <a:pt x="49" y="9"/>
                  <a:pt x="49" y="13"/>
                </a:cubicBezTo>
                <a:cubicBezTo>
                  <a:pt x="49" y="13"/>
                  <a:pt x="49" y="13"/>
                  <a:pt x="49" y="13"/>
                </a:cubicBezTo>
                <a:close/>
                <a:moveTo>
                  <a:pt x="36" y="7"/>
                </a:moveTo>
                <a:cubicBezTo>
                  <a:pt x="36" y="7"/>
                  <a:pt x="36" y="7"/>
                  <a:pt x="36" y="7"/>
                </a:cubicBezTo>
                <a:cubicBezTo>
                  <a:pt x="38" y="7"/>
                  <a:pt x="40" y="7"/>
                  <a:pt x="41" y="8"/>
                </a:cubicBezTo>
                <a:cubicBezTo>
                  <a:pt x="42" y="9"/>
                  <a:pt x="43" y="11"/>
                  <a:pt x="43" y="13"/>
                </a:cubicBezTo>
                <a:cubicBezTo>
                  <a:pt x="43" y="14"/>
                  <a:pt x="42" y="16"/>
                  <a:pt x="41" y="17"/>
                </a:cubicBezTo>
                <a:cubicBezTo>
                  <a:pt x="40" y="18"/>
                  <a:pt x="38" y="19"/>
                  <a:pt x="36" y="19"/>
                </a:cubicBezTo>
                <a:cubicBezTo>
                  <a:pt x="35" y="19"/>
                  <a:pt x="33" y="18"/>
                  <a:pt x="32" y="17"/>
                </a:cubicBezTo>
                <a:cubicBezTo>
                  <a:pt x="31" y="16"/>
                  <a:pt x="30" y="14"/>
                  <a:pt x="30" y="13"/>
                </a:cubicBezTo>
                <a:cubicBezTo>
                  <a:pt x="30" y="11"/>
                  <a:pt x="31" y="9"/>
                  <a:pt x="32" y="8"/>
                </a:cubicBezTo>
                <a:cubicBezTo>
                  <a:pt x="33" y="7"/>
                  <a:pt x="35" y="7"/>
                  <a:pt x="36" y="7"/>
                </a:cubicBezTo>
                <a:close/>
                <a:moveTo>
                  <a:pt x="39" y="10"/>
                </a:moveTo>
                <a:cubicBezTo>
                  <a:pt x="39" y="10"/>
                  <a:pt x="39" y="10"/>
                  <a:pt x="39" y="10"/>
                </a:cubicBezTo>
                <a:cubicBezTo>
                  <a:pt x="38" y="9"/>
                  <a:pt x="37" y="9"/>
                  <a:pt x="36" y="9"/>
                </a:cubicBezTo>
                <a:cubicBezTo>
                  <a:pt x="35" y="9"/>
                  <a:pt x="34" y="9"/>
                  <a:pt x="34" y="10"/>
                </a:cubicBezTo>
                <a:cubicBezTo>
                  <a:pt x="33" y="11"/>
                  <a:pt x="32" y="12"/>
                  <a:pt x="32" y="13"/>
                </a:cubicBezTo>
                <a:cubicBezTo>
                  <a:pt x="32" y="14"/>
                  <a:pt x="33" y="15"/>
                  <a:pt x="34" y="16"/>
                </a:cubicBezTo>
                <a:cubicBezTo>
                  <a:pt x="34" y="16"/>
                  <a:pt x="35" y="17"/>
                  <a:pt x="36" y="17"/>
                </a:cubicBezTo>
                <a:cubicBezTo>
                  <a:pt x="37" y="17"/>
                  <a:pt x="38" y="16"/>
                  <a:pt x="39" y="16"/>
                </a:cubicBezTo>
                <a:cubicBezTo>
                  <a:pt x="40" y="15"/>
                  <a:pt x="40" y="14"/>
                  <a:pt x="40" y="13"/>
                </a:cubicBezTo>
                <a:cubicBezTo>
                  <a:pt x="40" y="12"/>
                  <a:pt x="40" y="11"/>
                  <a:pt x="39" y="10"/>
                </a:cubicBezTo>
                <a:close/>
                <a:moveTo>
                  <a:pt x="24" y="13"/>
                </a:moveTo>
                <a:cubicBezTo>
                  <a:pt x="24" y="13"/>
                  <a:pt x="24" y="13"/>
                  <a:pt x="24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6" y="13"/>
                  <a:pt x="5" y="13"/>
                  <a:pt x="5" y="14"/>
                </a:cubicBezTo>
                <a:cubicBezTo>
                  <a:pt x="4" y="14"/>
                  <a:pt x="4" y="15"/>
                  <a:pt x="4" y="16"/>
                </a:cubicBezTo>
                <a:cubicBezTo>
                  <a:pt x="4" y="47"/>
                  <a:pt x="4" y="47"/>
                  <a:pt x="4" y="47"/>
                </a:cubicBezTo>
                <a:cubicBezTo>
                  <a:pt x="4" y="48"/>
                  <a:pt x="4" y="49"/>
                  <a:pt x="5" y="49"/>
                </a:cubicBezTo>
                <a:cubicBezTo>
                  <a:pt x="5" y="50"/>
                  <a:pt x="6" y="50"/>
                  <a:pt x="7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44" y="50"/>
                  <a:pt x="44" y="50"/>
                  <a:pt x="45" y="49"/>
                </a:cubicBezTo>
                <a:cubicBezTo>
                  <a:pt x="46" y="49"/>
                  <a:pt x="46" y="48"/>
                  <a:pt x="46" y="47"/>
                </a:cubicBezTo>
                <a:cubicBezTo>
                  <a:pt x="46" y="21"/>
                  <a:pt x="46" y="21"/>
                  <a:pt x="46" y="21"/>
                </a:cubicBezTo>
                <a:cubicBezTo>
                  <a:pt x="45" y="23"/>
                  <a:pt x="43" y="24"/>
                  <a:pt x="41" y="24"/>
                </a:cubicBezTo>
                <a:cubicBezTo>
                  <a:pt x="37" y="29"/>
                  <a:pt x="37" y="29"/>
                  <a:pt x="37" y="29"/>
                </a:cubicBezTo>
                <a:cubicBezTo>
                  <a:pt x="37" y="30"/>
                  <a:pt x="36" y="30"/>
                  <a:pt x="36" y="29"/>
                </a:cubicBezTo>
                <a:cubicBezTo>
                  <a:pt x="36" y="29"/>
                  <a:pt x="36" y="29"/>
                  <a:pt x="35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2" y="24"/>
                  <a:pt x="32" y="24"/>
                  <a:pt x="32" y="24"/>
                </a:cubicBezTo>
                <a:cubicBezTo>
                  <a:pt x="29" y="24"/>
                  <a:pt x="27" y="22"/>
                  <a:pt x="26" y="20"/>
                </a:cubicBezTo>
                <a:cubicBezTo>
                  <a:pt x="25" y="18"/>
                  <a:pt x="24" y="15"/>
                  <a:pt x="24" y="13"/>
                </a:cubicBezTo>
                <a:close/>
                <a:moveTo>
                  <a:pt x="44" y="5"/>
                </a:moveTo>
                <a:cubicBezTo>
                  <a:pt x="44" y="5"/>
                  <a:pt x="44" y="5"/>
                  <a:pt x="44" y="5"/>
                </a:cubicBezTo>
                <a:cubicBezTo>
                  <a:pt x="42" y="3"/>
                  <a:pt x="39" y="2"/>
                  <a:pt x="36" y="2"/>
                </a:cubicBezTo>
                <a:cubicBezTo>
                  <a:pt x="34" y="2"/>
                  <a:pt x="31" y="3"/>
                  <a:pt x="29" y="5"/>
                </a:cubicBezTo>
                <a:cubicBezTo>
                  <a:pt x="29" y="5"/>
                  <a:pt x="29" y="5"/>
                  <a:pt x="29" y="5"/>
                </a:cubicBezTo>
                <a:cubicBezTo>
                  <a:pt x="27" y="7"/>
                  <a:pt x="26" y="10"/>
                  <a:pt x="26" y="13"/>
                </a:cubicBezTo>
                <a:cubicBezTo>
                  <a:pt x="26" y="15"/>
                  <a:pt x="27" y="17"/>
                  <a:pt x="28" y="19"/>
                </a:cubicBezTo>
                <a:cubicBezTo>
                  <a:pt x="29" y="20"/>
                  <a:pt x="31" y="22"/>
                  <a:pt x="33" y="22"/>
                </a:cubicBezTo>
                <a:cubicBezTo>
                  <a:pt x="33" y="22"/>
                  <a:pt x="33" y="23"/>
                  <a:pt x="33" y="23"/>
                </a:cubicBezTo>
                <a:cubicBezTo>
                  <a:pt x="36" y="27"/>
                  <a:pt x="36" y="27"/>
                  <a:pt x="36" y="27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40" y="22"/>
                  <a:pt x="40" y="22"/>
                </a:cubicBezTo>
                <a:cubicBezTo>
                  <a:pt x="42" y="22"/>
                  <a:pt x="44" y="20"/>
                  <a:pt x="45" y="19"/>
                </a:cubicBezTo>
                <a:cubicBezTo>
                  <a:pt x="46" y="17"/>
                  <a:pt x="47" y="15"/>
                  <a:pt x="47" y="13"/>
                </a:cubicBezTo>
                <a:cubicBezTo>
                  <a:pt x="47" y="10"/>
                  <a:pt x="46" y="7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5"/>
                  <a:pt x="44" y="5"/>
                  <a:pt x="44" y="5"/>
                </a:cubicBezTo>
                <a:close/>
                <a:moveTo>
                  <a:pt x="29" y="27"/>
                </a:move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30" y="27"/>
                  <a:pt x="30" y="27"/>
                </a:cubicBezTo>
                <a:cubicBezTo>
                  <a:pt x="31" y="28"/>
                  <a:pt x="31" y="28"/>
                  <a:pt x="30" y="29"/>
                </a:cubicBezTo>
                <a:cubicBezTo>
                  <a:pt x="27" y="32"/>
                  <a:pt x="27" y="32"/>
                  <a:pt x="27" y="32"/>
                </a:cubicBezTo>
                <a:cubicBezTo>
                  <a:pt x="34" y="39"/>
                  <a:pt x="34" y="39"/>
                  <a:pt x="34" y="39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31"/>
                  <a:pt x="42" y="31"/>
                  <a:pt x="43" y="31"/>
                </a:cubicBezTo>
                <a:cubicBezTo>
                  <a:pt x="43" y="32"/>
                  <a:pt x="43" y="33"/>
                  <a:pt x="43" y="33"/>
                </a:cubicBezTo>
                <a:cubicBezTo>
                  <a:pt x="35" y="40"/>
                  <a:pt x="35" y="40"/>
                  <a:pt x="35" y="40"/>
                </a:cubicBezTo>
                <a:cubicBezTo>
                  <a:pt x="38" y="43"/>
                  <a:pt x="38" y="43"/>
                  <a:pt x="38" y="43"/>
                </a:cubicBezTo>
                <a:cubicBezTo>
                  <a:pt x="38" y="43"/>
                  <a:pt x="38" y="44"/>
                  <a:pt x="38" y="45"/>
                </a:cubicBezTo>
                <a:cubicBezTo>
                  <a:pt x="37" y="45"/>
                  <a:pt x="37" y="45"/>
                  <a:pt x="36" y="45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25" y="34"/>
                  <a:pt x="25" y="34"/>
                  <a:pt x="25" y="34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8"/>
                  <a:pt x="11" y="48"/>
                  <a:pt x="10" y="47"/>
                </a:cubicBezTo>
                <a:cubicBezTo>
                  <a:pt x="10" y="47"/>
                  <a:pt x="10" y="46"/>
                  <a:pt x="10" y="45"/>
                </a:cubicBezTo>
                <a:cubicBezTo>
                  <a:pt x="24" y="32"/>
                  <a:pt x="24" y="32"/>
                  <a:pt x="24" y="32"/>
                </a:cubicBezTo>
                <a:cubicBezTo>
                  <a:pt x="18" y="27"/>
                  <a:pt x="18" y="27"/>
                  <a:pt x="18" y="27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8" y="36"/>
                  <a:pt x="8" y="36"/>
                </a:cubicBezTo>
                <a:cubicBezTo>
                  <a:pt x="7" y="35"/>
                  <a:pt x="7" y="34"/>
                  <a:pt x="8" y="34"/>
                </a:cubicBezTo>
                <a:cubicBezTo>
                  <a:pt x="17" y="25"/>
                  <a:pt x="17" y="25"/>
                  <a:pt x="17" y="25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9"/>
                  <a:pt x="11" y="18"/>
                  <a:pt x="11" y="18"/>
                </a:cubicBezTo>
                <a:cubicBezTo>
                  <a:pt x="11" y="17"/>
                  <a:pt x="12" y="17"/>
                  <a:pt x="13" y="18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25" y="30"/>
                  <a:pt x="25" y="30"/>
                  <a:pt x="25" y="30"/>
                </a:cubicBezTo>
                <a:cubicBezTo>
                  <a:pt x="29" y="27"/>
                  <a:pt x="29" y="27"/>
                  <a:pt x="29" y="2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66" name="Freeform 100">
            <a:extLst>
              <a:ext uri="{FF2B5EF4-FFF2-40B4-BE49-F238E27FC236}">
                <a16:creationId xmlns:a16="http://schemas.microsoft.com/office/drawing/2014/main" id="{BB7EFCAF-ED54-0004-63FB-329B477F12AC}"/>
              </a:ext>
            </a:extLst>
          </p:cNvPr>
          <p:cNvSpPr>
            <a:spLocks noEditPoints="1"/>
          </p:cNvSpPr>
          <p:nvPr/>
        </p:nvSpPr>
        <p:spPr bwMode="auto">
          <a:xfrm>
            <a:off x="922267" y="2574314"/>
            <a:ext cx="213784" cy="222251"/>
          </a:xfrm>
          <a:custGeom>
            <a:avLst/>
            <a:gdLst>
              <a:gd name="T0" fmla="*/ 38481 w 50"/>
              <a:gd name="T1" fmla="*/ 80138 h 52"/>
              <a:gd name="T2" fmla="*/ 44895 w 50"/>
              <a:gd name="T3" fmla="*/ 80138 h 52"/>
              <a:gd name="T4" fmla="*/ 48101 w 50"/>
              <a:gd name="T5" fmla="*/ 83344 h 52"/>
              <a:gd name="T6" fmla="*/ 67342 w 50"/>
              <a:gd name="T7" fmla="*/ 57700 h 52"/>
              <a:gd name="T8" fmla="*/ 73755 w 50"/>
              <a:gd name="T9" fmla="*/ 64111 h 52"/>
              <a:gd name="T10" fmla="*/ 89789 w 50"/>
              <a:gd name="T11" fmla="*/ 57700 h 52"/>
              <a:gd name="T12" fmla="*/ 125064 w 50"/>
              <a:gd name="T13" fmla="*/ 73727 h 52"/>
              <a:gd name="T14" fmla="*/ 105823 w 50"/>
              <a:gd name="T15" fmla="*/ 92961 h 52"/>
              <a:gd name="T16" fmla="*/ 76962 w 50"/>
              <a:gd name="T17" fmla="*/ 115399 h 52"/>
              <a:gd name="T18" fmla="*/ 76962 w 50"/>
              <a:gd name="T19" fmla="*/ 121810 h 52"/>
              <a:gd name="T20" fmla="*/ 38481 w 50"/>
              <a:gd name="T21" fmla="*/ 137838 h 52"/>
              <a:gd name="T22" fmla="*/ 112237 w 50"/>
              <a:gd name="T23" fmla="*/ 144249 h 52"/>
              <a:gd name="T24" fmla="*/ 32068 w 50"/>
              <a:gd name="T25" fmla="*/ 147455 h 52"/>
              <a:gd name="T26" fmla="*/ 128270 w 50"/>
              <a:gd name="T27" fmla="*/ 32055 h 52"/>
              <a:gd name="T28" fmla="*/ 131477 w 50"/>
              <a:gd name="T29" fmla="*/ 28850 h 52"/>
              <a:gd name="T30" fmla="*/ 131477 w 50"/>
              <a:gd name="T31" fmla="*/ 41672 h 52"/>
              <a:gd name="T32" fmla="*/ 109030 w 50"/>
              <a:gd name="T33" fmla="*/ 41672 h 52"/>
              <a:gd name="T34" fmla="*/ 105823 w 50"/>
              <a:gd name="T35" fmla="*/ 28850 h 52"/>
              <a:gd name="T36" fmla="*/ 112237 w 50"/>
              <a:gd name="T37" fmla="*/ 38466 h 52"/>
              <a:gd name="T38" fmla="*/ 125064 w 50"/>
              <a:gd name="T39" fmla="*/ 38466 h 52"/>
              <a:gd name="T40" fmla="*/ 125064 w 50"/>
              <a:gd name="T41" fmla="*/ 32055 h 52"/>
              <a:gd name="T42" fmla="*/ 118650 w 50"/>
              <a:gd name="T43" fmla="*/ 38466 h 52"/>
              <a:gd name="T44" fmla="*/ 112237 w 50"/>
              <a:gd name="T45" fmla="*/ 19233 h 52"/>
              <a:gd name="T46" fmla="*/ 44895 w 50"/>
              <a:gd name="T47" fmla="*/ 32055 h 52"/>
              <a:gd name="T48" fmla="*/ 32068 w 50"/>
              <a:gd name="T49" fmla="*/ 32055 h 52"/>
              <a:gd name="T50" fmla="*/ 32068 w 50"/>
              <a:gd name="T51" fmla="*/ 19233 h 52"/>
              <a:gd name="T52" fmla="*/ 9620 w 50"/>
              <a:gd name="T53" fmla="*/ 38466 h 52"/>
              <a:gd name="T54" fmla="*/ 16034 w 50"/>
              <a:gd name="T55" fmla="*/ 147455 h 52"/>
              <a:gd name="T56" fmla="*/ 128270 w 50"/>
              <a:gd name="T57" fmla="*/ 153866 h 52"/>
              <a:gd name="T58" fmla="*/ 147511 w 50"/>
              <a:gd name="T59" fmla="*/ 134633 h 52"/>
              <a:gd name="T60" fmla="*/ 141097 w 50"/>
              <a:gd name="T61" fmla="*/ 25644 h 52"/>
              <a:gd name="T62" fmla="*/ 125064 w 50"/>
              <a:gd name="T63" fmla="*/ 19233 h 52"/>
              <a:gd name="T64" fmla="*/ 112237 w 50"/>
              <a:gd name="T65" fmla="*/ 6411 h 52"/>
              <a:gd name="T66" fmla="*/ 112237 w 50"/>
              <a:gd name="T67" fmla="*/ 6411 h 52"/>
              <a:gd name="T68" fmla="*/ 125064 w 50"/>
              <a:gd name="T69" fmla="*/ 6411 h 52"/>
              <a:gd name="T70" fmla="*/ 128270 w 50"/>
              <a:gd name="T71" fmla="*/ 6411 h 52"/>
              <a:gd name="T72" fmla="*/ 160338 w 50"/>
              <a:gd name="T73" fmla="*/ 38466 h 52"/>
              <a:gd name="T74" fmla="*/ 150718 w 50"/>
              <a:gd name="T75" fmla="*/ 157071 h 52"/>
              <a:gd name="T76" fmla="*/ 32068 w 50"/>
              <a:gd name="T77" fmla="*/ 166688 h 52"/>
              <a:gd name="T78" fmla="*/ 0 w 50"/>
              <a:gd name="T79" fmla="*/ 134633 h 52"/>
              <a:gd name="T80" fmla="*/ 9620 w 50"/>
              <a:gd name="T81" fmla="*/ 16028 h 52"/>
              <a:gd name="T82" fmla="*/ 32068 w 50"/>
              <a:gd name="T83" fmla="*/ 6411 h 52"/>
              <a:gd name="T84" fmla="*/ 38481 w 50"/>
              <a:gd name="T85" fmla="*/ 0 h 52"/>
              <a:gd name="T86" fmla="*/ 44895 w 50"/>
              <a:gd name="T87" fmla="*/ 6411 h 52"/>
              <a:gd name="T88" fmla="*/ 48101 w 50"/>
              <a:gd name="T89" fmla="*/ 32055 h 52"/>
              <a:gd name="T90" fmla="*/ 51308 w 50"/>
              <a:gd name="T91" fmla="*/ 28850 h 52"/>
              <a:gd name="T92" fmla="*/ 51308 w 50"/>
              <a:gd name="T93" fmla="*/ 41672 h 52"/>
              <a:gd name="T94" fmla="*/ 28861 w 50"/>
              <a:gd name="T95" fmla="*/ 41672 h 52"/>
              <a:gd name="T96" fmla="*/ 25654 w 50"/>
              <a:gd name="T97" fmla="*/ 28850 h 52"/>
              <a:gd name="T98" fmla="*/ 32068 w 50"/>
              <a:gd name="T99" fmla="*/ 38466 h 52"/>
              <a:gd name="T100" fmla="*/ 44895 w 50"/>
              <a:gd name="T101" fmla="*/ 38466 h 52"/>
              <a:gd name="T102" fmla="*/ 41688 w 50"/>
              <a:gd name="T103" fmla="*/ 118605 h 52"/>
              <a:gd name="T104" fmla="*/ 67342 w 50"/>
              <a:gd name="T105" fmla="*/ 118605 h 52"/>
              <a:gd name="T106" fmla="*/ 64135 w 50"/>
              <a:gd name="T107" fmla="*/ 105783 h 52"/>
              <a:gd name="T108" fmla="*/ 118650 w 50"/>
              <a:gd name="T109" fmla="*/ 67316 h 52"/>
              <a:gd name="T110" fmla="*/ 64135 w 50"/>
              <a:gd name="T111" fmla="*/ 86550 h 52"/>
              <a:gd name="T112" fmla="*/ 64135 w 50"/>
              <a:gd name="T113" fmla="*/ 70522 h 52"/>
              <a:gd name="T114" fmla="*/ 54515 w 50"/>
              <a:gd name="T115" fmla="*/ 96166 h 52"/>
              <a:gd name="T116" fmla="*/ 48101 w 50"/>
              <a:gd name="T117" fmla="*/ 99372 h 52"/>
              <a:gd name="T118" fmla="*/ 41688 w 50"/>
              <a:gd name="T119" fmla="*/ 118605 h 5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52">
                <a:moveTo>
                  <a:pt x="11" y="38"/>
                </a:moveTo>
                <a:cubicBezTo>
                  <a:pt x="9" y="34"/>
                  <a:pt x="10" y="28"/>
                  <a:pt x="12" y="25"/>
                </a:cubicBezTo>
                <a:cubicBezTo>
                  <a:pt x="13" y="24"/>
                  <a:pt x="13" y="24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5" y="26"/>
                  <a:pt x="15" y="26"/>
                </a:cubicBezTo>
                <a:cubicBezTo>
                  <a:pt x="15" y="25"/>
                  <a:pt x="15" y="24"/>
                  <a:pt x="16" y="23"/>
                </a:cubicBezTo>
                <a:cubicBezTo>
                  <a:pt x="17" y="21"/>
                  <a:pt x="19" y="19"/>
                  <a:pt x="21" y="18"/>
                </a:cubicBezTo>
                <a:cubicBezTo>
                  <a:pt x="22" y="18"/>
                  <a:pt x="23" y="18"/>
                  <a:pt x="23" y="19"/>
                </a:cubicBezTo>
                <a:cubicBezTo>
                  <a:pt x="23" y="19"/>
                  <a:pt x="23" y="20"/>
                  <a:pt x="23" y="20"/>
                </a:cubicBezTo>
                <a:cubicBezTo>
                  <a:pt x="23" y="20"/>
                  <a:pt x="22" y="21"/>
                  <a:pt x="22" y="21"/>
                </a:cubicBezTo>
                <a:cubicBezTo>
                  <a:pt x="24" y="20"/>
                  <a:pt x="26" y="18"/>
                  <a:pt x="28" y="18"/>
                </a:cubicBezTo>
                <a:cubicBezTo>
                  <a:pt x="33" y="16"/>
                  <a:pt x="38" y="16"/>
                  <a:pt x="40" y="22"/>
                </a:cubicBezTo>
                <a:cubicBezTo>
                  <a:pt x="40" y="22"/>
                  <a:pt x="40" y="23"/>
                  <a:pt x="39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5" y="24"/>
                  <a:pt x="34" y="27"/>
                  <a:pt x="33" y="29"/>
                </a:cubicBezTo>
                <a:cubicBezTo>
                  <a:pt x="31" y="32"/>
                  <a:pt x="29" y="36"/>
                  <a:pt x="22" y="35"/>
                </a:cubicBezTo>
                <a:cubicBezTo>
                  <a:pt x="23" y="36"/>
                  <a:pt x="23" y="36"/>
                  <a:pt x="24" y="36"/>
                </a:cubicBezTo>
                <a:cubicBezTo>
                  <a:pt x="25" y="36"/>
                  <a:pt x="25" y="37"/>
                  <a:pt x="25" y="37"/>
                </a:cubicBezTo>
                <a:cubicBezTo>
                  <a:pt x="25" y="38"/>
                  <a:pt x="25" y="38"/>
                  <a:pt x="24" y="38"/>
                </a:cubicBezTo>
                <a:cubicBezTo>
                  <a:pt x="21" y="40"/>
                  <a:pt x="16" y="41"/>
                  <a:pt x="13" y="40"/>
                </a:cubicBezTo>
                <a:cubicBezTo>
                  <a:pt x="13" y="40"/>
                  <a:pt x="12" y="43"/>
                  <a:pt x="12" y="43"/>
                </a:cubicBezTo>
                <a:cubicBezTo>
                  <a:pt x="34" y="43"/>
                  <a:pt x="34" y="43"/>
                  <a:pt x="34" y="43"/>
                </a:cubicBezTo>
                <a:cubicBezTo>
                  <a:pt x="34" y="43"/>
                  <a:pt x="35" y="44"/>
                  <a:pt x="35" y="45"/>
                </a:cubicBezTo>
                <a:cubicBezTo>
                  <a:pt x="35" y="45"/>
                  <a:pt x="34" y="46"/>
                  <a:pt x="34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8" y="46"/>
                  <a:pt x="11" y="39"/>
                  <a:pt x="11" y="38"/>
                </a:cubicBezTo>
                <a:close/>
                <a:moveTo>
                  <a:pt x="40" y="10"/>
                </a:moveTo>
                <a:cubicBezTo>
                  <a:pt x="40" y="10"/>
                  <a:pt x="40" y="10"/>
                  <a:pt x="40" y="10"/>
                </a:cubicBezTo>
                <a:cubicBezTo>
                  <a:pt x="40" y="9"/>
                  <a:pt x="41" y="9"/>
                  <a:pt x="41" y="9"/>
                </a:cubicBezTo>
                <a:cubicBezTo>
                  <a:pt x="42" y="9"/>
                  <a:pt x="42" y="9"/>
                  <a:pt x="42" y="10"/>
                </a:cubicBezTo>
                <a:cubicBezTo>
                  <a:pt x="42" y="11"/>
                  <a:pt x="42" y="12"/>
                  <a:pt x="41" y="13"/>
                </a:cubicBezTo>
                <a:cubicBezTo>
                  <a:pt x="40" y="14"/>
                  <a:pt x="39" y="15"/>
                  <a:pt x="37" y="15"/>
                </a:cubicBezTo>
                <a:cubicBezTo>
                  <a:pt x="36" y="15"/>
                  <a:pt x="35" y="14"/>
                  <a:pt x="34" y="13"/>
                </a:cubicBezTo>
                <a:cubicBezTo>
                  <a:pt x="33" y="12"/>
                  <a:pt x="32" y="11"/>
                  <a:pt x="32" y="10"/>
                </a:cubicBezTo>
                <a:cubicBezTo>
                  <a:pt x="32" y="9"/>
                  <a:pt x="33" y="9"/>
                  <a:pt x="33" y="9"/>
                </a:cubicBezTo>
                <a:cubicBezTo>
                  <a:pt x="34" y="9"/>
                  <a:pt x="34" y="9"/>
                  <a:pt x="34" y="10"/>
                </a:cubicBezTo>
                <a:cubicBezTo>
                  <a:pt x="34" y="10"/>
                  <a:pt x="35" y="11"/>
                  <a:pt x="35" y="12"/>
                </a:cubicBezTo>
                <a:cubicBezTo>
                  <a:pt x="36" y="12"/>
                  <a:pt x="36" y="12"/>
                  <a:pt x="37" y="12"/>
                </a:cubicBezTo>
                <a:cubicBezTo>
                  <a:pt x="38" y="12"/>
                  <a:pt x="39" y="12"/>
                  <a:pt x="39" y="12"/>
                </a:cubicBezTo>
                <a:cubicBezTo>
                  <a:pt x="40" y="11"/>
                  <a:pt x="40" y="10"/>
                  <a:pt x="40" y="10"/>
                </a:cubicBezTo>
                <a:close/>
                <a:moveTo>
                  <a:pt x="39" y="10"/>
                </a:moveTo>
                <a:cubicBezTo>
                  <a:pt x="39" y="10"/>
                  <a:pt x="39" y="10"/>
                  <a:pt x="39" y="10"/>
                </a:cubicBezTo>
                <a:cubicBezTo>
                  <a:pt x="39" y="11"/>
                  <a:pt x="38" y="12"/>
                  <a:pt x="37" y="12"/>
                </a:cubicBezTo>
                <a:cubicBezTo>
                  <a:pt x="36" y="12"/>
                  <a:pt x="35" y="11"/>
                  <a:pt x="35" y="10"/>
                </a:cubicBezTo>
                <a:cubicBezTo>
                  <a:pt x="35" y="6"/>
                  <a:pt x="35" y="6"/>
                  <a:pt x="35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10"/>
                  <a:pt x="14" y="10"/>
                  <a:pt x="14" y="10"/>
                </a:cubicBezTo>
                <a:cubicBezTo>
                  <a:pt x="14" y="11"/>
                  <a:pt x="13" y="12"/>
                  <a:pt x="12" y="12"/>
                </a:cubicBezTo>
                <a:cubicBezTo>
                  <a:pt x="11" y="12"/>
                  <a:pt x="10" y="11"/>
                  <a:pt x="10" y="10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8" y="6"/>
                  <a:pt x="6" y="6"/>
                  <a:pt x="5" y="8"/>
                </a:cubicBezTo>
                <a:cubicBezTo>
                  <a:pt x="4" y="9"/>
                  <a:pt x="3" y="10"/>
                  <a:pt x="3" y="12"/>
                </a:cubicBezTo>
                <a:cubicBezTo>
                  <a:pt x="3" y="42"/>
                  <a:pt x="3" y="42"/>
                  <a:pt x="3" y="42"/>
                </a:cubicBezTo>
                <a:cubicBezTo>
                  <a:pt x="3" y="44"/>
                  <a:pt x="4" y="45"/>
                  <a:pt x="5" y="46"/>
                </a:cubicBezTo>
                <a:cubicBezTo>
                  <a:pt x="6" y="47"/>
                  <a:pt x="8" y="48"/>
                  <a:pt x="10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1" y="48"/>
                  <a:pt x="43" y="47"/>
                  <a:pt x="44" y="46"/>
                </a:cubicBezTo>
                <a:cubicBezTo>
                  <a:pt x="45" y="45"/>
                  <a:pt x="46" y="44"/>
                  <a:pt x="46" y="4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10"/>
                  <a:pt x="45" y="9"/>
                  <a:pt x="44" y="8"/>
                </a:cubicBezTo>
                <a:cubicBezTo>
                  <a:pt x="43" y="6"/>
                  <a:pt x="41" y="6"/>
                  <a:pt x="40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9" y="10"/>
                  <a:pt x="39" y="10"/>
                  <a:pt x="39" y="10"/>
                </a:cubicBezTo>
                <a:close/>
                <a:moveTo>
                  <a:pt x="35" y="2"/>
                </a:moveTo>
                <a:cubicBezTo>
                  <a:pt x="35" y="2"/>
                  <a:pt x="35" y="2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0"/>
                  <a:pt x="36" y="0"/>
                  <a:pt x="37" y="0"/>
                </a:cubicBezTo>
                <a:cubicBezTo>
                  <a:pt x="38" y="0"/>
                  <a:pt x="39" y="0"/>
                  <a:pt x="39" y="2"/>
                </a:cubicBezTo>
                <a:cubicBezTo>
                  <a:pt x="39" y="2"/>
                  <a:pt x="39" y="2"/>
                  <a:pt x="39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42" y="2"/>
                  <a:pt x="45" y="3"/>
                  <a:pt x="47" y="5"/>
                </a:cubicBezTo>
                <a:cubicBezTo>
                  <a:pt x="49" y="7"/>
                  <a:pt x="50" y="9"/>
                  <a:pt x="50" y="1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5"/>
                  <a:pt x="49" y="47"/>
                  <a:pt x="47" y="49"/>
                </a:cubicBezTo>
                <a:cubicBezTo>
                  <a:pt x="45" y="51"/>
                  <a:pt x="42" y="52"/>
                  <a:pt x="40" y="52"/>
                </a:cubicBezTo>
                <a:cubicBezTo>
                  <a:pt x="10" y="52"/>
                  <a:pt x="10" y="52"/>
                  <a:pt x="10" y="52"/>
                </a:cubicBezTo>
                <a:cubicBezTo>
                  <a:pt x="7" y="52"/>
                  <a:pt x="4" y="51"/>
                  <a:pt x="3" y="49"/>
                </a:cubicBezTo>
                <a:cubicBezTo>
                  <a:pt x="1" y="47"/>
                  <a:pt x="0" y="45"/>
                  <a:pt x="0" y="4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7"/>
                  <a:pt x="3" y="5"/>
                </a:cubicBezTo>
                <a:cubicBezTo>
                  <a:pt x="4" y="3"/>
                  <a:pt x="7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0"/>
                  <a:pt x="11" y="0"/>
                  <a:pt x="12" y="0"/>
                </a:cubicBezTo>
                <a:cubicBezTo>
                  <a:pt x="13" y="0"/>
                  <a:pt x="14" y="0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35" y="2"/>
                  <a:pt x="35" y="2"/>
                  <a:pt x="35" y="2"/>
                </a:cubicBezTo>
                <a:close/>
                <a:moveTo>
                  <a:pt x="15" y="10"/>
                </a:moveTo>
                <a:cubicBezTo>
                  <a:pt x="15" y="10"/>
                  <a:pt x="15" y="10"/>
                  <a:pt x="15" y="10"/>
                </a:cubicBezTo>
                <a:cubicBezTo>
                  <a:pt x="15" y="9"/>
                  <a:pt x="16" y="9"/>
                  <a:pt x="16" y="9"/>
                </a:cubicBezTo>
                <a:cubicBezTo>
                  <a:pt x="17" y="9"/>
                  <a:pt x="17" y="9"/>
                  <a:pt x="17" y="10"/>
                </a:cubicBezTo>
                <a:cubicBezTo>
                  <a:pt x="17" y="11"/>
                  <a:pt x="17" y="12"/>
                  <a:pt x="16" y="13"/>
                </a:cubicBezTo>
                <a:cubicBezTo>
                  <a:pt x="15" y="14"/>
                  <a:pt x="14" y="15"/>
                  <a:pt x="12" y="15"/>
                </a:cubicBezTo>
                <a:cubicBezTo>
                  <a:pt x="11" y="15"/>
                  <a:pt x="10" y="14"/>
                  <a:pt x="9" y="13"/>
                </a:cubicBezTo>
                <a:cubicBezTo>
                  <a:pt x="8" y="12"/>
                  <a:pt x="7" y="11"/>
                  <a:pt x="7" y="10"/>
                </a:cubicBezTo>
                <a:cubicBezTo>
                  <a:pt x="7" y="9"/>
                  <a:pt x="8" y="9"/>
                  <a:pt x="8" y="9"/>
                </a:cubicBezTo>
                <a:cubicBezTo>
                  <a:pt x="9" y="9"/>
                  <a:pt x="9" y="9"/>
                  <a:pt x="9" y="10"/>
                </a:cubicBezTo>
                <a:cubicBezTo>
                  <a:pt x="9" y="10"/>
                  <a:pt x="10" y="11"/>
                  <a:pt x="10" y="12"/>
                </a:cubicBezTo>
                <a:cubicBezTo>
                  <a:pt x="11" y="12"/>
                  <a:pt x="11" y="12"/>
                  <a:pt x="12" y="12"/>
                </a:cubicBezTo>
                <a:cubicBezTo>
                  <a:pt x="13" y="12"/>
                  <a:pt x="14" y="12"/>
                  <a:pt x="14" y="12"/>
                </a:cubicBezTo>
                <a:cubicBezTo>
                  <a:pt x="15" y="11"/>
                  <a:pt x="15" y="10"/>
                  <a:pt x="15" y="10"/>
                </a:cubicBezTo>
                <a:close/>
                <a:moveTo>
                  <a:pt x="13" y="37"/>
                </a:moveTo>
                <a:cubicBezTo>
                  <a:pt x="13" y="37"/>
                  <a:pt x="13" y="37"/>
                  <a:pt x="13" y="37"/>
                </a:cubicBezTo>
                <a:cubicBezTo>
                  <a:pt x="15" y="39"/>
                  <a:pt x="19" y="38"/>
                  <a:pt x="21" y="37"/>
                </a:cubicBezTo>
                <a:cubicBezTo>
                  <a:pt x="20" y="36"/>
                  <a:pt x="19" y="36"/>
                  <a:pt x="19" y="35"/>
                </a:cubicBezTo>
                <a:cubicBezTo>
                  <a:pt x="19" y="34"/>
                  <a:pt x="18" y="33"/>
                  <a:pt x="20" y="33"/>
                </a:cubicBezTo>
                <a:cubicBezTo>
                  <a:pt x="27" y="34"/>
                  <a:pt x="29" y="31"/>
                  <a:pt x="31" y="28"/>
                </a:cubicBezTo>
                <a:cubicBezTo>
                  <a:pt x="32" y="25"/>
                  <a:pt x="33" y="23"/>
                  <a:pt x="37" y="21"/>
                </a:cubicBezTo>
                <a:cubicBezTo>
                  <a:pt x="34" y="15"/>
                  <a:pt x="23" y="22"/>
                  <a:pt x="21" y="26"/>
                </a:cubicBezTo>
                <a:cubicBezTo>
                  <a:pt x="21" y="27"/>
                  <a:pt x="21" y="27"/>
                  <a:pt x="20" y="27"/>
                </a:cubicBezTo>
                <a:cubicBezTo>
                  <a:pt x="20" y="27"/>
                  <a:pt x="19" y="26"/>
                  <a:pt x="19" y="26"/>
                </a:cubicBezTo>
                <a:cubicBezTo>
                  <a:pt x="19" y="26"/>
                  <a:pt x="19" y="24"/>
                  <a:pt x="20" y="22"/>
                </a:cubicBezTo>
                <a:cubicBezTo>
                  <a:pt x="19" y="23"/>
                  <a:pt x="18" y="24"/>
                  <a:pt x="18" y="25"/>
                </a:cubicBezTo>
                <a:cubicBezTo>
                  <a:pt x="17" y="26"/>
                  <a:pt x="16" y="28"/>
                  <a:pt x="17" y="30"/>
                </a:cubicBezTo>
                <a:cubicBezTo>
                  <a:pt x="17" y="30"/>
                  <a:pt x="17" y="31"/>
                  <a:pt x="16" y="31"/>
                </a:cubicBezTo>
                <a:cubicBezTo>
                  <a:pt x="16" y="31"/>
                  <a:pt x="15" y="31"/>
                  <a:pt x="15" y="31"/>
                </a:cubicBezTo>
                <a:cubicBezTo>
                  <a:pt x="14" y="30"/>
                  <a:pt x="14" y="29"/>
                  <a:pt x="13" y="28"/>
                </a:cubicBezTo>
                <a:cubicBezTo>
                  <a:pt x="12" y="31"/>
                  <a:pt x="12" y="35"/>
                  <a:pt x="13" y="3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67" name="Freeform 101">
            <a:extLst>
              <a:ext uri="{FF2B5EF4-FFF2-40B4-BE49-F238E27FC236}">
                <a16:creationId xmlns:a16="http://schemas.microsoft.com/office/drawing/2014/main" id="{A9F3E7BA-EABF-F936-9121-2B29F5F3352F}"/>
              </a:ext>
            </a:extLst>
          </p:cNvPr>
          <p:cNvSpPr>
            <a:spLocks noEditPoints="1"/>
          </p:cNvSpPr>
          <p:nvPr/>
        </p:nvSpPr>
        <p:spPr bwMode="auto">
          <a:xfrm>
            <a:off x="922267" y="3020931"/>
            <a:ext cx="213784" cy="186267"/>
          </a:xfrm>
          <a:custGeom>
            <a:avLst/>
            <a:gdLst>
              <a:gd name="T0" fmla="*/ 32068 w 50"/>
              <a:gd name="T1" fmla="*/ 0 h 44"/>
              <a:gd name="T2" fmla="*/ 128270 w 50"/>
              <a:gd name="T3" fmla="*/ 0 h 44"/>
              <a:gd name="T4" fmla="*/ 160338 w 50"/>
              <a:gd name="T5" fmla="*/ 31750 h 44"/>
              <a:gd name="T6" fmla="*/ 160338 w 50"/>
              <a:gd name="T7" fmla="*/ 107950 h 44"/>
              <a:gd name="T8" fmla="*/ 128270 w 50"/>
              <a:gd name="T9" fmla="*/ 139700 h 44"/>
              <a:gd name="T10" fmla="*/ 32068 w 50"/>
              <a:gd name="T11" fmla="*/ 139700 h 44"/>
              <a:gd name="T12" fmla="*/ 0 w 50"/>
              <a:gd name="T13" fmla="*/ 107950 h 44"/>
              <a:gd name="T14" fmla="*/ 0 w 50"/>
              <a:gd name="T15" fmla="*/ 31750 h 44"/>
              <a:gd name="T16" fmla="*/ 32068 w 50"/>
              <a:gd name="T17" fmla="*/ 0 h 44"/>
              <a:gd name="T18" fmla="*/ 60928 w 50"/>
              <a:gd name="T19" fmla="*/ 41275 h 44"/>
              <a:gd name="T20" fmla="*/ 60928 w 50"/>
              <a:gd name="T21" fmla="*/ 41275 h 44"/>
              <a:gd name="T22" fmla="*/ 109030 w 50"/>
              <a:gd name="T23" fmla="*/ 66675 h 44"/>
              <a:gd name="T24" fmla="*/ 109030 w 50"/>
              <a:gd name="T25" fmla="*/ 73025 h 44"/>
              <a:gd name="T26" fmla="*/ 109030 w 50"/>
              <a:gd name="T27" fmla="*/ 73025 h 44"/>
              <a:gd name="T28" fmla="*/ 60928 w 50"/>
              <a:gd name="T29" fmla="*/ 101600 h 44"/>
              <a:gd name="T30" fmla="*/ 54515 w 50"/>
              <a:gd name="T31" fmla="*/ 98425 h 44"/>
              <a:gd name="T32" fmla="*/ 54515 w 50"/>
              <a:gd name="T33" fmla="*/ 98425 h 44"/>
              <a:gd name="T34" fmla="*/ 54515 w 50"/>
              <a:gd name="T35" fmla="*/ 98425 h 44"/>
              <a:gd name="T36" fmla="*/ 54515 w 50"/>
              <a:gd name="T37" fmla="*/ 44450 h 44"/>
              <a:gd name="T38" fmla="*/ 57722 w 50"/>
              <a:gd name="T39" fmla="*/ 41275 h 44"/>
              <a:gd name="T40" fmla="*/ 60928 w 50"/>
              <a:gd name="T41" fmla="*/ 41275 h 44"/>
              <a:gd name="T42" fmla="*/ 64135 w 50"/>
              <a:gd name="T43" fmla="*/ 50800 h 44"/>
              <a:gd name="T44" fmla="*/ 64135 w 50"/>
              <a:gd name="T45" fmla="*/ 50800 h 44"/>
              <a:gd name="T46" fmla="*/ 64135 w 50"/>
              <a:gd name="T47" fmla="*/ 92075 h 44"/>
              <a:gd name="T48" fmla="*/ 99410 w 50"/>
              <a:gd name="T49" fmla="*/ 69850 h 44"/>
              <a:gd name="T50" fmla="*/ 64135 w 50"/>
              <a:gd name="T51" fmla="*/ 50800 h 44"/>
              <a:gd name="T52" fmla="*/ 128270 w 50"/>
              <a:gd name="T53" fmla="*/ 12700 h 44"/>
              <a:gd name="T54" fmla="*/ 128270 w 50"/>
              <a:gd name="T55" fmla="*/ 12700 h 44"/>
              <a:gd name="T56" fmla="*/ 32068 w 50"/>
              <a:gd name="T57" fmla="*/ 12700 h 44"/>
              <a:gd name="T58" fmla="*/ 9620 w 50"/>
              <a:gd name="T59" fmla="*/ 31750 h 44"/>
              <a:gd name="T60" fmla="*/ 9620 w 50"/>
              <a:gd name="T61" fmla="*/ 107950 h 44"/>
              <a:gd name="T62" fmla="*/ 32068 w 50"/>
              <a:gd name="T63" fmla="*/ 127000 h 44"/>
              <a:gd name="T64" fmla="*/ 128270 w 50"/>
              <a:gd name="T65" fmla="*/ 127000 h 44"/>
              <a:gd name="T66" fmla="*/ 147511 w 50"/>
              <a:gd name="T67" fmla="*/ 107950 h 44"/>
              <a:gd name="T68" fmla="*/ 147511 w 50"/>
              <a:gd name="T69" fmla="*/ 31750 h 44"/>
              <a:gd name="T70" fmla="*/ 128270 w 50"/>
              <a:gd name="T71" fmla="*/ 12700 h 4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" h="44">
                <a:moveTo>
                  <a:pt x="10" y="0"/>
                </a:moveTo>
                <a:cubicBezTo>
                  <a:pt x="40" y="0"/>
                  <a:pt x="40" y="0"/>
                  <a:pt x="40" y="0"/>
                </a:cubicBezTo>
                <a:cubicBezTo>
                  <a:pt x="45" y="0"/>
                  <a:pt x="50" y="5"/>
                  <a:pt x="50" y="10"/>
                </a:cubicBezTo>
                <a:cubicBezTo>
                  <a:pt x="50" y="34"/>
                  <a:pt x="50" y="34"/>
                  <a:pt x="50" y="34"/>
                </a:cubicBezTo>
                <a:cubicBezTo>
                  <a:pt x="50" y="40"/>
                  <a:pt x="45" y="44"/>
                  <a:pt x="40" y="44"/>
                </a:cubicBezTo>
                <a:cubicBezTo>
                  <a:pt x="10" y="44"/>
                  <a:pt x="10" y="44"/>
                  <a:pt x="10" y="44"/>
                </a:cubicBezTo>
                <a:cubicBezTo>
                  <a:pt x="4" y="44"/>
                  <a:pt x="0" y="40"/>
                  <a:pt x="0" y="3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lose/>
                <a:moveTo>
                  <a:pt x="19" y="13"/>
                </a:moveTo>
                <a:cubicBezTo>
                  <a:pt x="19" y="13"/>
                  <a:pt x="19" y="13"/>
                  <a:pt x="19" y="13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2"/>
                  <a:pt x="34" y="22"/>
                  <a:pt x="34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19" y="32"/>
                  <a:pt x="19" y="32"/>
                  <a:pt x="19" y="32"/>
                </a:cubicBezTo>
                <a:cubicBezTo>
                  <a:pt x="18" y="32"/>
                  <a:pt x="18" y="32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3"/>
                  <a:pt x="18" y="13"/>
                  <a:pt x="18" y="13"/>
                </a:cubicBezTo>
                <a:cubicBezTo>
                  <a:pt x="19" y="13"/>
                  <a:pt x="19" y="13"/>
                  <a:pt x="19" y="13"/>
                </a:cubicBezTo>
                <a:close/>
                <a:moveTo>
                  <a:pt x="20" y="16"/>
                </a:moveTo>
                <a:cubicBezTo>
                  <a:pt x="20" y="16"/>
                  <a:pt x="20" y="16"/>
                  <a:pt x="20" y="16"/>
                </a:cubicBezTo>
                <a:cubicBezTo>
                  <a:pt x="20" y="29"/>
                  <a:pt x="20" y="29"/>
                  <a:pt x="20" y="29"/>
                </a:cubicBezTo>
                <a:cubicBezTo>
                  <a:pt x="31" y="22"/>
                  <a:pt x="31" y="22"/>
                  <a:pt x="31" y="22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40" y="4"/>
                </a:moveTo>
                <a:cubicBezTo>
                  <a:pt x="40" y="4"/>
                  <a:pt x="40" y="4"/>
                  <a:pt x="4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6" y="4"/>
                  <a:pt x="3" y="7"/>
                  <a:pt x="3" y="10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8"/>
                  <a:pt x="6" y="40"/>
                  <a:pt x="10" y="40"/>
                </a:cubicBezTo>
                <a:cubicBezTo>
                  <a:pt x="40" y="40"/>
                  <a:pt x="40" y="40"/>
                  <a:pt x="40" y="40"/>
                </a:cubicBezTo>
                <a:cubicBezTo>
                  <a:pt x="43" y="40"/>
                  <a:pt x="46" y="38"/>
                  <a:pt x="46" y="34"/>
                </a:cubicBezTo>
                <a:cubicBezTo>
                  <a:pt x="46" y="10"/>
                  <a:pt x="46" y="10"/>
                  <a:pt x="46" y="10"/>
                </a:cubicBezTo>
                <a:cubicBezTo>
                  <a:pt x="46" y="7"/>
                  <a:pt x="43" y="4"/>
                  <a:pt x="40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68" name="Freeform 102">
            <a:extLst>
              <a:ext uri="{FF2B5EF4-FFF2-40B4-BE49-F238E27FC236}">
                <a16:creationId xmlns:a16="http://schemas.microsoft.com/office/drawing/2014/main" id="{49EBE995-8904-0826-8829-D940F8B040F3}"/>
              </a:ext>
            </a:extLst>
          </p:cNvPr>
          <p:cNvSpPr>
            <a:spLocks noEditPoints="1"/>
          </p:cNvSpPr>
          <p:nvPr/>
        </p:nvSpPr>
        <p:spPr bwMode="auto">
          <a:xfrm>
            <a:off x="4275068" y="2580665"/>
            <a:ext cx="215900" cy="211667"/>
          </a:xfrm>
          <a:custGeom>
            <a:avLst/>
            <a:gdLst>
              <a:gd name="T0" fmla="*/ 130175 w 51"/>
              <a:gd name="T1" fmla="*/ 19050 h 50"/>
              <a:gd name="T2" fmla="*/ 139700 w 51"/>
              <a:gd name="T3" fmla="*/ 28575 h 50"/>
              <a:gd name="T4" fmla="*/ 136525 w 51"/>
              <a:gd name="T5" fmla="*/ 41275 h 50"/>
              <a:gd name="T6" fmla="*/ 130175 w 51"/>
              <a:gd name="T7" fmla="*/ 44450 h 50"/>
              <a:gd name="T8" fmla="*/ 111125 w 51"/>
              <a:gd name="T9" fmla="*/ 41275 h 50"/>
              <a:gd name="T10" fmla="*/ 107950 w 51"/>
              <a:gd name="T11" fmla="*/ 34925 h 50"/>
              <a:gd name="T12" fmla="*/ 111125 w 51"/>
              <a:gd name="T13" fmla="*/ 22225 h 50"/>
              <a:gd name="T14" fmla="*/ 117475 w 51"/>
              <a:gd name="T15" fmla="*/ 19050 h 50"/>
              <a:gd name="T16" fmla="*/ 82550 w 51"/>
              <a:gd name="T17" fmla="*/ 47625 h 50"/>
              <a:gd name="T18" fmla="*/ 149225 w 51"/>
              <a:gd name="T19" fmla="*/ 57150 h 50"/>
              <a:gd name="T20" fmla="*/ 142875 w 51"/>
              <a:gd name="T21" fmla="*/ 15875 h 50"/>
              <a:gd name="T22" fmla="*/ 34925 w 51"/>
              <a:gd name="T23" fmla="*/ 12700 h 50"/>
              <a:gd name="T24" fmla="*/ 19050 w 51"/>
              <a:gd name="T25" fmla="*/ 15875 h 50"/>
              <a:gd name="T26" fmla="*/ 12700 w 51"/>
              <a:gd name="T27" fmla="*/ 57150 h 50"/>
              <a:gd name="T28" fmla="*/ 82550 w 51"/>
              <a:gd name="T29" fmla="*/ 47625 h 50"/>
              <a:gd name="T30" fmla="*/ 114300 w 51"/>
              <a:gd name="T31" fmla="*/ 63500 h 50"/>
              <a:gd name="T32" fmla="*/ 111125 w 51"/>
              <a:gd name="T33" fmla="*/ 120650 h 50"/>
              <a:gd name="T34" fmla="*/ 50800 w 51"/>
              <a:gd name="T35" fmla="*/ 120650 h 50"/>
              <a:gd name="T36" fmla="*/ 47625 w 51"/>
              <a:gd name="T37" fmla="*/ 63500 h 50"/>
              <a:gd name="T38" fmla="*/ 12700 w 51"/>
              <a:gd name="T39" fmla="*/ 127000 h 50"/>
              <a:gd name="T40" fmla="*/ 34925 w 51"/>
              <a:gd name="T41" fmla="*/ 146050 h 50"/>
              <a:gd name="T42" fmla="*/ 142875 w 51"/>
              <a:gd name="T43" fmla="*/ 139700 h 50"/>
              <a:gd name="T44" fmla="*/ 149225 w 51"/>
              <a:gd name="T45" fmla="*/ 63500 h 50"/>
              <a:gd name="T46" fmla="*/ 101600 w 51"/>
              <a:gd name="T47" fmla="*/ 69850 h 50"/>
              <a:gd name="T48" fmla="*/ 82550 w 51"/>
              <a:gd name="T49" fmla="*/ 60325 h 50"/>
              <a:gd name="T50" fmla="*/ 50800 w 51"/>
              <a:gd name="T51" fmla="*/ 92075 h 50"/>
              <a:gd name="T52" fmla="*/ 82550 w 51"/>
              <a:gd name="T53" fmla="*/ 120650 h 50"/>
              <a:gd name="T54" fmla="*/ 111125 w 51"/>
              <a:gd name="T55" fmla="*/ 92075 h 50"/>
              <a:gd name="T56" fmla="*/ 98425 w 51"/>
              <a:gd name="T57" fmla="*/ 92075 h 50"/>
              <a:gd name="T58" fmla="*/ 101600 w 51"/>
              <a:gd name="T59" fmla="*/ 85725 h 50"/>
              <a:gd name="T60" fmla="*/ 98425 w 51"/>
              <a:gd name="T61" fmla="*/ 107950 h 50"/>
              <a:gd name="T62" fmla="*/ 76200 w 51"/>
              <a:gd name="T63" fmla="*/ 111125 h 50"/>
              <a:gd name="T64" fmla="*/ 92075 w 51"/>
              <a:gd name="T65" fmla="*/ 101600 h 50"/>
              <a:gd name="T66" fmla="*/ 66675 w 51"/>
              <a:gd name="T67" fmla="*/ 82550 h 50"/>
              <a:gd name="T68" fmla="*/ 60325 w 51"/>
              <a:gd name="T69" fmla="*/ 85725 h 50"/>
              <a:gd name="T70" fmla="*/ 63500 w 51"/>
              <a:gd name="T71" fmla="*/ 73025 h 50"/>
              <a:gd name="T72" fmla="*/ 76200 w 51"/>
              <a:gd name="T73" fmla="*/ 69850 h 50"/>
              <a:gd name="T74" fmla="*/ 69850 w 51"/>
              <a:gd name="T75" fmla="*/ 79375 h 50"/>
              <a:gd name="T76" fmla="*/ 34925 w 51"/>
              <a:gd name="T77" fmla="*/ 0 h 50"/>
              <a:gd name="T78" fmla="*/ 127000 w 51"/>
              <a:gd name="T79" fmla="*/ 0 h 50"/>
              <a:gd name="T80" fmla="*/ 161925 w 51"/>
              <a:gd name="T81" fmla="*/ 31750 h 50"/>
              <a:gd name="T82" fmla="*/ 152400 w 51"/>
              <a:gd name="T83" fmla="*/ 149225 h 50"/>
              <a:gd name="T84" fmla="*/ 34925 w 51"/>
              <a:gd name="T85" fmla="*/ 158750 h 50"/>
              <a:gd name="T86" fmla="*/ 0 w 51"/>
              <a:gd name="T87" fmla="*/ 127000 h 50"/>
              <a:gd name="T88" fmla="*/ 9525 w 51"/>
              <a:gd name="T89" fmla="*/ 9525 h 50"/>
              <a:gd name="T90" fmla="*/ 34925 w 51"/>
              <a:gd name="T91" fmla="*/ 0 h 50"/>
              <a:gd name="T92" fmla="*/ 130175 w 51"/>
              <a:gd name="T93" fmla="*/ 28575 h 50"/>
              <a:gd name="T94" fmla="*/ 114300 w 51"/>
              <a:gd name="T95" fmla="*/ 28575 h 50"/>
              <a:gd name="T96" fmla="*/ 114300 w 51"/>
              <a:gd name="T97" fmla="*/ 34925 h 50"/>
              <a:gd name="T98" fmla="*/ 114300 w 51"/>
              <a:gd name="T99" fmla="*/ 38100 h 50"/>
              <a:gd name="T100" fmla="*/ 130175 w 51"/>
              <a:gd name="T101" fmla="*/ 38100 h 50"/>
              <a:gd name="T102" fmla="*/ 130175 w 51"/>
              <a:gd name="T103" fmla="*/ 38100 h 50"/>
              <a:gd name="T104" fmla="*/ 130175 w 51"/>
              <a:gd name="T105" fmla="*/ 28575 h 50"/>
              <a:gd name="T106" fmla="*/ 130175 w 51"/>
              <a:gd name="T107" fmla="*/ 28575 h 5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1" h="50">
                <a:moveTo>
                  <a:pt x="37" y="6"/>
                </a:moveTo>
                <a:cubicBezTo>
                  <a:pt x="41" y="6"/>
                  <a:pt x="41" y="6"/>
                  <a:pt x="41" y="6"/>
                </a:cubicBezTo>
                <a:cubicBezTo>
                  <a:pt x="42" y="6"/>
                  <a:pt x="42" y="7"/>
                  <a:pt x="43" y="7"/>
                </a:cubicBezTo>
                <a:cubicBezTo>
                  <a:pt x="43" y="8"/>
                  <a:pt x="44" y="8"/>
                  <a:pt x="44" y="9"/>
                </a:cubicBezTo>
                <a:cubicBezTo>
                  <a:pt x="44" y="11"/>
                  <a:pt x="44" y="11"/>
                  <a:pt x="44" y="11"/>
                </a:cubicBezTo>
                <a:cubicBezTo>
                  <a:pt x="44" y="12"/>
                  <a:pt x="43" y="13"/>
                  <a:pt x="43" y="13"/>
                </a:cubicBezTo>
                <a:cubicBezTo>
                  <a:pt x="43" y="13"/>
                  <a:pt x="43" y="13"/>
                  <a:pt x="43" y="13"/>
                </a:cubicBezTo>
                <a:cubicBezTo>
                  <a:pt x="42" y="14"/>
                  <a:pt x="42" y="14"/>
                  <a:pt x="41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6" y="14"/>
                  <a:pt x="35" y="14"/>
                  <a:pt x="35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4" y="13"/>
                  <a:pt x="34" y="12"/>
                  <a:pt x="34" y="11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8"/>
                  <a:pt x="34" y="8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7"/>
                  <a:pt x="36" y="6"/>
                  <a:pt x="37" y="6"/>
                </a:cubicBezTo>
                <a:close/>
                <a:moveTo>
                  <a:pt x="26" y="15"/>
                </a:moveTo>
                <a:cubicBezTo>
                  <a:pt x="26" y="15"/>
                  <a:pt x="26" y="15"/>
                  <a:pt x="26" y="15"/>
                </a:cubicBezTo>
                <a:cubicBezTo>
                  <a:pt x="29" y="15"/>
                  <a:pt x="32" y="16"/>
                  <a:pt x="34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10"/>
                  <a:pt x="47" y="10"/>
                  <a:pt x="47" y="10"/>
                </a:cubicBezTo>
                <a:cubicBezTo>
                  <a:pt x="47" y="8"/>
                  <a:pt x="46" y="7"/>
                  <a:pt x="45" y="5"/>
                </a:cubicBezTo>
                <a:cubicBezTo>
                  <a:pt x="44" y="4"/>
                  <a:pt x="42" y="4"/>
                  <a:pt x="40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9" y="4"/>
                  <a:pt x="7" y="4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5" y="7"/>
                  <a:pt x="4" y="8"/>
                  <a:pt x="4" y="10"/>
                </a:cubicBezTo>
                <a:cubicBezTo>
                  <a:pt x="4" y="18"/>
                  <a:pt x="4" y="18"/>
                  <a:pt x="4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9" y="16"/>
                  <a:pt x="22" y="15"/>
                  <a:pt x="26" y="15"/>
                </a:cubicBezTo>
                <a:close/>
                <a:moveTo>
                  <a:pt x="36" y="20"/>
                </a:moveTo>
                <a:cubicBezTo>
                  <a:pt x="36" y="20"/>
                  <a:pt x="36" y="20"/>
                  <a:pt x="36" y="20"/>
                </a:cubicBezTo>
                <a:cubicBezTo>
                  <a:pt x="38" y="23"/>
                  <a:pt x="39" y="25"/>
                  <a:pt x="39" y="29"/>
                </a:cubicBezTo>
                <a:cubicBezTo>
                  <a:pt x="39" y="32"/>
                  <a:pt x="38" y="36"/>
                  <a:pt x="35" y="38"/>
                </a:cubicBezTo>
                <a:cubicBezTo>
                  <a:pt x="33" y="41"/>
                  <a:pt x="29" y="42"/>
                  <a:pt x="26" y="42"/>
                </a:cubicBezTo>
                <a:cubicBezTo>
                  <a:pt x="22" y="42"/>
                  <a:pt x="18" y="41"/>
                  <a:pt x="16" y="38"/>
                </a:cubicBezTo>
                <a:cubicBezTo>
                  <a:pt x="13" y="36"/>
                  <a:pt x="12" y="32"/>
                  <a:pt x="12" y="29"/>
                </a:cubicBezTo>
                <a:cubicBezTo>
                  <a:pt x="12" y="25"/>
                  <a:pt x="13" y="23"/>
                  <a:pt x="15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1"/>
                  <a:pt x="5" y="43"/>
                  <a:pt x="6" y="44"/>
                </a:cubicBezTo>
                <a:cubicBezTo>
                  <a:pt x="7" y="45"/>
                  <a:pt x="9" y="46"/>
                  <a:pt x="11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2" y="46"/>
                  <a:pt x="44" y="45"/>
                  <a:pt x="45" y="44"/>
                </a:cubicBezTo>
                <a:cubicBezTo>
                  <a:pt x="46" y="43"/>
                  <a:pt x="47" y="41"/>
                  <a:pt x="47" y="40"/>
                </a:cubicBezTo>
                <a:cubicBezTo>
                  <a:pt x="47" y="20"/>
                  <a:pt x="47" y="20"/>
                  <a:pt x="47" y="20"/>
                </a:cubicBezTo>
                <a:cubicBezTo>
                  <a:pt x="36" y="20"/>
                  <a:pt x="36" y="20"/>
                  <a:pt x="36" y="20"/>
                </a:cubicBezTo>
                <a:close/>
                <a:moveTo>
                  <a:pt x="32" y="22"/>
                </a:moveTo>
                <a:cubicBezTo>
                  <a:pt x="32" y="22"/>
                  <a:pt x="32" y="22"/>
                  <a:pt x="32" y="22"/>
                </a:cubicBezTo>
                <a:cubicBezTo>
                  <a:pt x="31" y="20"/>
                  <a:pt x="28" y="19"/>
                  <a:pt x="26" y="19"/>
                </a:cubicBezTo>
                <a:cubicBezTo>
                  <a:pt x="23" y="19"/>
                  <a:pt x="20" y="20"/>
                  <a:pt x="19" y="22"/>
                </a:cubicBezTo>
                <a:cubicBezTo>
                  <a:pt x="17" y="23"/>
                  <a:pt x="16" y="26"/>
                  <a:pt x="16" y="29"/>
                </a:cubicBezTo>
                <a:cubicBezTo>
                  <a:pt x="16" y="31"/>
                  <a:pt x="17" y="34"/>
                  <a:pt x="19" y="35"/>
                </a:cubicBezTo>
                <a:cubicBezTo>
                  <a:pt x="20" y="37"/>
                  <a:pt x="23" y="38"/>
                  <a:pt x="26" y="38"/>
                </a:cubicBezTo>
                <a:cubicBezTo>
                  <a:pt x="28" y="38"/>
                  <a:pt x="31" y="37"/>
                  <a:pt x="32" y="35"/>
                </a:cubicBezTo>
                <a:cubicBezTo>
                  <a:pt x="34" y="34"/>
                  <a:pt x="35" y="31"/>
                  <a:pt x="35" y="29"/>
                </a:cubicBezTo>
                <a:cubicBezTo>
                  <a:pt x="35" y="26"/>
                  <a:pt x="34" y="23"/>
                  <a:pt x="32" y="22"/>
                </a:cubicBezTo>
                <a:close/>
                <a:moveTo>
                  <a:pt x="31" y="29"/>
                </a:moveTo>
                <a:cubicBezTo>
                  <a:pt x="31" y="29"/>
                  <a:pt x="31" y="29"/>
                  <a:pt x="31" y="29"/>
                </a:cubicBezTo>
                <a:cubicBezTo>
                  <a:pt x="31" y="28"/>
                  <a:pt x="31" y="27"/>
                  <a:pt x="32" y="27"/>
                </a:cubicBezTo>
                <a:cubicBezTo>
                  <a:pt x="33" y="27"/>
                  <a:pt x="33" y="28"/>
                  <a:pt x="33" y="29"/>
                </a:cubicBezTo>
                <a:cubicBezTo>
                  <a:pt x="33" y="31"/>
                  <a:pt x="32" y="33"/>
                  <a:pt x="31" y="34"/>
                </a:cubicBezTo>
                <a:cubicBezTo>
                  <a:pt x="30" y="35"/>
                  <a:pt x="28" y="36"/>
                  <a:pt x="26" y="36"/>
                </a:cubicBezTo>
                <a:cubicBezTo>
                  <a:pt x="25" y="36"/>
                  <a:pt x="24" y="36"/>
                  <a:pt x="24" y="35"/>
                </a:cubicBezTo>
                <a:cubicBezTo>
                  <a:pt x="24" y="34"/>
                  <a:pt x="25" y="34"/>
                  <a:pt x="26" y="34"/>
                </a:cubicBezTo>
                <a:cubicBezTo>
                  <a:pt x="27" y="34"/>
                  <a:pt x="28" y="33"/>
                  <a:pt x="29" y="32"/>
                </a:cubicBezTo>
                <a:cubicBezTo>
                  <a:pt x="30" y="31"/>
                  <a:pt x="31" y="30"/>
                  <a:pt x="31" y="29"/>
                </a:cubicBezTo>
                <a:close/>
                <a:moveTo>
                  <a:pt x="21" y="26"/>
                </a:moveTo>
                <a:cubicBezTo>
                  <a:pt x="21" y="26"/>
                  <a:pt x="21" y="26"/>
                  <a:pt x="21" y="26"/>
                </a:cubicBezTo>
                <a:cubicBezTo>
                  <a:pt x="20" y="27"/>
                  <a:pt x="20" y="27"/>
                  <a:pt x="19" y="27"/>
                </a:cubicBezTo>
                <a:cubicBezTo>
                  <a:pt x="18" y="27"/>
                  <a:pt x="18" y="26"/>
                  <a:pt x="18" y="26"/>
                </a:cubicBezTo>
                <a:cubicBezTo>
                  <a:pt x="19" y="25"/>
                  <a:pt x="19" y="24"/>
                  <a:pt x="20" y="23"/>
                </a:cubicBezTo>
                <a:cubicBezTo>
                  <a:pt x="21" y="22"/>
                  <a:pt x="22" y="22"/>
                  <a:pt x="23" y="22"/>
                </a:cubicBezTo>
                <a:cubicBezTo>
                  <a:pt x="23" y="21"/>
                  <a:pt x="24" y="22"/>
                  <a:pt x="24" y="22"/>
                </a:cubicBezTo>
                <a:cubicBezTo>
                  <a:pt x="24" y="23"/>
                  <a:pt x="24" y="23"/>
                  <a:pt x="23" y="24"/>
                </a:cubicBezTo>
                <a:cubicBezTo>
                  <a:pt x="23" y="24"/>
                  <a:pt x="22" y="24"/>
                  <a:pt x="22" y="25"/>
                </a:cubicBezTo>
                <a:cubicBezTo>
                  <a:pt x="21" y="25"/>
                  <a:pt x="21" y="26"/>
                  <a:pt x="21" y="26"/>
                </a:cubicBezTo>
                <a:close/>
                <a:moveTo>
                  <a:pt x="11" y="0"/>
                </a:moveTo>
                <a:cubicBezTo>
                  <a:pt x="11" y="0"/>
                  <a:pt x="11" y="0"/>
                  <a:pt x="11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3" y="0"/>
                  <a:pt x="46" y="1"/>
                  <a:pt x="48" y="3"/>
                </a:cubicBezTo>
                <a:cubicBezTo>
                  <a:pt x="49" y="5"/>
                  <a:pt x="51" y="7"/>
                  <a:pt x="51" y="10"/>
                </a:cubicBezTo>
                <a:cubicBezTo>
                  <a:pt x="51" y="40"/>
                  <a:pt x="51" y="40"/>
                  <a:pt x="51" y="40"/>
                </a:cubicBezTo>
                <a:cubicBezTo>
                  <a:pt x="51" y="43"/>
                  <a:pt x="49" y="45"/>
                  <a:pt x="48" y="47"/>
                </a:cubicBezTo>
                <a:cubicBezTo>
                  <a:pt x="46" y="49"/>
                  <a:pt x="43" y="50"/>
                  <a:pt x="40" y="50"/>
                </a:cubicBezTo>
                <a:cubicBezTo>
                  <a:pt x="11" y="50"/>
                  <a:pt x="11" y="50"/>
                  <a:pt x="11" y="50"/>
                </a:cubicBezTo>
                <a:cubicBezTo>
                  <a:pt x="8" y="50"/>
                  <a:pt x="5" y="49"/>
                  <a:pt x="3" y="47"/>
                </a:cubicBezTo>
                <a:cubicBezTo>
                  <a:pt x="2" y="45"/>
                  <a:pt x="0" y="43"/>
                  <a:pt x="0" y="4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7"/>
                  <a:pt x="2" y="5"/>
                  <a:pt x="3" y="3"/>
                </a:cubicBezTo>
                <a:cubicBezTo>
                  <a:pt x="4" y="3"/>
                  <a:pt x="4" y="3"/>
                  <a:pt x="4" y="3"/>
                </a:cubicBezTo>
                <a:cubicBezTo>
                  <a:pt x="5" y="1"/>
                  <a:pt x="8" y="0"/>
                  <a:pt x="11" y="0"/>
                </a:cubicBezTo>
                <a:close/>
                <a:moveTo>
                  <a:pt x="41" y="9"/>
                </a:moveTo>
                <a:cubicBezTo>
                  <a:pt x="41" y="9"/>
                  <a:pt x="41" y="9"/>
                  <a:pt x="41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11"/>
                  <a:pt x="36" y="11"/>
                  <a:pt x="36" y="11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7" y="12"/>
                </a:cubicBezTo>
                <a:cubicBezTo>
                  <a:pt x="41" y="12"/>
                  <a:pt x="41" y="12"/>
                  <a:pt x="41" y="12"/>
                </a:cubicBezTo>
                <a:cubicBezTo>
                  <a:pt x="41" y="12"/>
                  <a:pt x="41" y="12"/>
                  <a:pt x="41" y="12"/>
                </a:cubicBezTo>
                <a:cubicBezTo>
                  <a:pt x="41" y="12"/>
                  <a:pt x="41" y="12"/>
                  <a:pt x="41" y="12"/>
                </a:cubicBezTo>
                <a:cubicBezTo>
                  <a:pt x="41" y="12"/>
                  <a:pt x="41" y="12"/>
                  <a:pt x="41" y="11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69" name="Freeform 103">
            <a:extLst>
              <a:ext uri="{FF2B5EF4-FFF2-40B4-BE49-F238E27FC236}">
                <a16:creationId xmlns:a16="http://schemas.microsoft.com/office/drawing/2014/main" id="{9F464CCB-2E9C-A85A-3E2E-DBB921AFA08F}"/>
              </a:ext>
            </a:extLst>
          </p:cNvPr>
          <p:cNvSpPr>
            <a:spLocks/>
          </p:cNvSpPr>
          <p:nvPr/>
        </p:nvSpPr>
        <p:spPr bwMode="auto">
          <a:xfrm>
            <a:off x="2416635" y="2159447"/>
            <a:ext cx="182033" cy="211667"/>
          </a:xfrm>
          <a:custGeom>
            <a:avLst/>
            <a:gdLst>
              <a:gd name="T0" fmla="*/ 6350 w 43"/>
              <a:gd name="T1" fmla="*/ 158750 h 50"/>
              <a:gd name="T2" fmla="*/ 9525 w 43"/>
              <a:gd name="T3" fmla="*/ 127000 h 50"/>
              <a:gd name="T4" fmla="*/ 41275 w 43"/>
              <a:gd name="T5" fmla="*/ 114300 h 50"/>
              <a:gd name="T6" fmla="*/ 31750 w 43"/>
              <a:gd name="T7" fmla="*/ 95250 h 50"/>
              <a:gd name="T8" fmla="*/ 28575 w 43"/>
              <a:gd name="T9" fmla="*/ 88900 h 50"/>
              <a:gd name="T10" fmla="*/ 28575 w 43"/>
              <a:gd name="T11" fmla="*/ 88900 h 50"/>
              <a:gd name="T12" fmla="*/ 22225 w 43"/>
              <a:gd name="T13" fmla="*/ 76200 h 50"/>
              <a:gd name="T14" fmla="*/ 19050 w 43"/>
              <a:gd name="T15" fmla="*/ 47625 h 50"/>
              <a:gd name="T16" fmla="*/ 22225 w 43"/>
              <a:gd name="T17" fmla="*/ 25400 h 50"/>
              <a:gd name="T18" fmla="*/ 63500 w 43"/>
              <a:gd name="T19" fmla="*/ 0 h 50"/>
              <a:gd name="T20" fmla="*/ 88900 w 43"/>
              <a:gd name="T21" fmla="*/ 9525 h 50"/>
              <a:gd name="T22" fmla="*/ 117475 w 43"/>
              <a:gd name="T23" fmla="*/ 38100 h 50"/>
              <a:gd name="T24" fmla="*/ 114300 w 43"/>
              <a:gd name="T25" fmla="*/ 60325 h 50"/>
              <a:gd name="T26" fmla="*/ 107950 w 43"/>
              <a:gd name="T27" fmla="*/ 88900 h 50"/>
              <a:gd name="T28" fmla="*/ 107950 w 43"/>
              <a:gd name="T29" fmla="*/ 88900 h 50"/>
              <a:gd name="T30" fmla="*/ 104775 w 43"/>
              <a:gd name="T31" fmla="*/ 95250 h 50"/>
              <a:gd name="T32" fmla="*/ 95250 w 43"/>
              <a:gd name="T33" fmla="*/ 114300 h 50"/>
              <a:gd name="T34" fmla="*/ 127000 w 43"/>
              <a:gd name="T35" fmla="*/ 127000 h 50"/>
              <a:gd name="T36" fmla="*/ 130175 w 43"/>
              <a:gd name="T37" fmla="*/ 158750 h 50"/>
              <a:gd name="T38" fmla="*/ 117475 w 43"/>
              <a:gd name="T39" fmla="*/ 136525 h 50"/>
              <a:gd name="T40" fmla="*/ 85725 w 43"/>
              <a:gd name="T41" fmla="*/ 120650 h 50"/>
              <a:gd name="T42" fmla="*/ 92075 w 43"/>
              <a:gd name="T43" fmla="*/ 88900 h 50"/>
              <a:gd name="T44" fmla="*/ 98425 w 43"/>
              <a:gd name="T45" fmla="*/ 79375 h 50"/>
              <a:gd name="T46" fmla="*/ 104775 w 43"/>
              <a:gd name="T47" fmla="*/ 73025 h 50"/>
              <a:gd name="T48" fmla="*/ 101600 w 43"/>
              <a:gd name="T49" fmla="*/ 66675 h 50"/>
              <a:gd name="T50" fmla="*/ 104775 w 43"/>
              <a:gd name="T51" fmla="*/ 47625 h 50"/>
              <a:gd name="T52" fmla="*/ 98425 w 43"/>
              <a:gd name="T53" fmla="*/ 25400 h 50"/>
              <a:gd name="T54" fmla="*/ 85725 w 43"/>
              <a:gd name="T55" fmla="*/ 19050 h 50"/>
              <a:gd name="T56" fmla="*/ 79375 w 43"/>
              <a:gd name="T57" fmla="*/ 15875 h 50"/>
              <a:gd name="T58" fmla="*/ 63500 w 43"/>
              <a:gd name="T59" fmla="*/ 12700 h 50"/>
              <a:gd name="T60" fmla="*/ 34925 w 43"/>
              <a:gd name="T61" fmla="*/ 31750 h 50"/>
              <a:gd name="T62" fmla="*/ 31750 w 43"/>
              <a:gd name="T63" fmla="*/ 47625 h 50"/>
              <a:gd name="T64" fmla="*/ 34925 w 43"/>
              <a:gd name="T65" fmla="*/ 60325 h 50"/>
              <a:gd name="T66" fmla="*/ 34925 w 43"/>
              <a:gd name="T67" fmla="*/ 73025 h 50"/>
              <a:gd name="T68" fmla="*/ 38100 w 43"/>
              <a:gd name="T69" fmla="*/ 79375 h 50"/>
              <a:gd name="T70" fmla="*/ 44450 w 43"/>
              <a:gd name="T71" fmla="*/ 88900 h 50"/>
              <a:gd name="T72" fmla="*/ 57150 w 43"/>
              <a:gd name="T73" fmla="*/ 107950 h 50"/>
              <a:gd name="T74" fmla="*/ 38100 w 43"/>
              <a:gd name="T75" fmla="*/ 127000 h 50"/>
              <a:gd name="T76" fmla="*/ 12700 w 43"/>
              <a:gd name="T77" fmla="*/ 152400 h 5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3" h="50">
                <a:moveTo>
                  <a:pt x="4" y="48"/>
                </a:moveTo>
                <a:cubicBezTo>
                  <a:pt x="4" y="49"/>
                  <a:pt x="3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5"/>
                  <a:pt x="1" y="42"/>
                  <a:pt x="3" y="40"/>
                </a:cubicBezTo>
                <a:cubicBezTo>
                  <a:pt x="6" y="37"/>
                  <a:pt x="10" y="36"/>
                  <a:pt x="12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4" y="35"/>
                  <a:pt x="14" y="35"/>
                  <a:pt x="14" y="35"/>
                </a:cubicBezTo>
                <a:cubicBezTo>
                  <a:pt x="12" y="33"/>
                  <a:pt x="11" y="31"/>
                  <a:pt x="10" y="30"/>
                </a:cubicBezTo>
                <a:cubicBezTo>
                  <a:pt x="10" y="29"/>
                  <a:pt x="10" y="28"/>
                  <a:pt x="10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7"/>
                  <a:pt x="8" y="26"/>
                  <a:pt x="7" y="24"/>
                </a:cubicBezTo>
                <a:cubicBezTo>
                  <a:pt x="6" y="23"/>
                  <a:pt x="6" y="21"/>
                  <a:pt x="7" y="19"/>
                </a:cubicBezTo>
                <a:cubicBezTo>
                  <a:pt x="7" y="18"/>
                  <a:pt x="6" y="16"/>
                  <a:pt x="6" y="15"/>
                </a:cubicBezTo>
                <a:cubicBezTo>
                  <a:pt x="6" y="12"/>
                  <a:pt x="7" y="10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8" y="6"/>
                  <a:pt x="10" y="4"/>
                  <a:pt x="12" y="2"/>
                </a:cubicBezTo>
                <a:cubicBezTo>
                  <a:pt x="14" y="1"/>
                  <a:pt x="17" y="0"/>
                  <a:pt x="20" y="0"/>
                </a:cubicBezTo>
                <a:cubicBezTo>
                  <a:pt x="21" y="0"/>
                  <a:pt x="22" y="0"/>
                  <a:pt x="24" y="0"/>
                </a:cubicBezTo>
                <a:cubicBezTo>
                  <a:pt x="26" y="1"/>
                  <a:pt x="27" y="1"/>
                  <a:pt x="28" y="3"/>
                </a:cubicBezTo>
                <a:cubicBezTo>
                  <a:pt x="30" y="2"/>
                  <a:pt x="32" y="3"/>
                  <a:pt x="33" y="5"/>
                </a:cubicBezTo>
                <a:cubicBezTo>
                  <a:pt x="35" y="7"/>
                  <a:pt x="36" y="10"/>
                  <a:pt x="37" y="12"/>
                </a:cubicBezTo>
                <a:cubicBezTo>
                  <a:pt x="37" y="13"/>
                  <a:pt x="37" y="14"/>
                  <a:pt x="37" y="16"/>
                </a:cubicBezTo>
                <a:cubicBezTo>
                  <a:pt x="36" y="17"/>
                  <a:pt x="36" y="18"/>
                  <a:pt x="36" y="19"/>
                </a:cubicBezTo>
                <a:cubicBezTo>
                  <a:pt x="37" y="21"/>
                  <a:pt x="37" y="23"/>
                  <a:pt x="36" y="24"/>
                </a:cubicBezTo>
                <a:cubicBezTo>
                  <a:pt x="36" y="26"/>
                  <a:pt x="34" y="27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3" y="28"/>
                  <a:pt x="33" y="29"/>
                  <a:pt x="33" y="30"/>
                </a:cubicBezTo>
                <a:cubicBezTo>
                  <a:pt x="32" y="31"/>
                  <a:pt x="31" y="33"/>
                  <a:pt x="30" y="35"/>
                </a:cubicBezTo>
                <a:cubicBezTo>
                  <a:pt x="30" y="35"/>
                  <a:pt x="30" y="35"/>
                  <a:pt x="30" y="36"/>
                </a:cubicBezTo>
                <a:cubicBezTo>
                  <a:pt x="30" y="36"/>
                  <a:pt x="31" y="36"/>
                  <a:pt x="31" y="36"/>
                </a:cubicBezTo>
                <a:cubicBezTo>
                  <a:pt x="33" y="36"/>
                  <a:pt x="37" y="37"/>
                  <a:pt x="40" y="40"/>
                </a:cubicBezTo>
                <a:cubicBezTo>
                  <a:pt x="42" y="42"/>
                  <a:pt x="43" y="45"/>
                  <a:pt x="43" y="48"/>
                </a:cubicBezTo>
                <a:cubicBezTo>
                  <a:pt x="43" y="49"/>
                  <a:pt x="43" y="50"/>
                  <a:pt x="41" y="50"/>
                </a:cubicBezTo>
                <a:cubicBezTo>
                  <a:pt x="40" y="50"/>
                  <a:pt x="40" y="49"/>
                  <a:pt x="40" y="48"/>
                </a:cubicBezTo>
                <a:cubicBezTo>
                  <a:pt x="40" y="46"/>
                  <a:pt x="39" y="44"/>
                  <a:pt x="37" y="43"/>
                </a:cubicBezTo>
                <a:cubicBezTo>
                  <a:pt x="35" y="41"/>
                  <a:pt x="32" y="40"/>
                  <a:pt x="31" y="40"/>
                </a:cubicBezTo>
                <a:cubicBezTo>
                  <a:pt x="29" y="40"/>
                  <a:pt x="28" y="39"/>
                  <a:pt x="27" y="38"/>
                </a:cubicBezTo>
                <a:cubicBezTo>
                  <a:pt x="26" y="37"/>
                  <a:pt x="25" y="33"/>
                  <a:pt x="27" y="32"/>
                </a:cubicBezTo>
                <a:cubicBezTo>
                  <a:pt x="28" y="31"/>
                  <a:pt x="29" y="30"/>
                  <a:pt x="29" y="28"/>
                </a:cubicBezTo>
                <a:cubicBezTo>
                  <a:pt x="30" y="27"/>
                  <a:pt x="30" y="26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5"/>
                  <a:pt x="32" y="24"/>
                  <a:pt x="33" y="23"/>
                </a:cubicBezTo>
                <a:cubicBezTo>
                  <a:pt x="33" y="22"/>
                  <a:pt x="33" y="21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2" y="19"/>
                  <a:pt x="32" y="19"/>
                </a:cubicBezTo>
                <a:cubicBezTo>
                  <a:pt x="32" y="17"/>
                  <a:pt x="33" y="16"/>
                  <a:pt x="33" y="15"/>
                </a:cubicBezTo>
                <a:cubicBezTo>
                  <a:pt x="33" y="14"/>
                  <a:pt x="33" y="13"/>
                  <a:pt x="33" y="12"/>
                </a:cubicBezTo>
                <a:cubicBezTo>
                  <a:pt x="33" y="11"/>
                  <a:pt x="32" y="9"/>
                  <a:pt x="31" y="8"/>
                </a:cubicBezTo>
                <a:cubicBezTo>
                  <a:pt x="30" y="7"/>
                  <a:pt x="29" y="6"/>
                  <a:pt x="29" y="6"/>
                </a:cubicBezTo>
                <a:cubicBezTo>
                  <a:pt x="28" y="6"/>
                  <a:pt x="27" y="6"/>
                  <a:pt x="27" y="6"/>
                </a:cubicBezTo>
                <a:cubicBezTo>
                  <a:pt x="26" y="6"/>
                  <a:pt x="26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4"/>
                  <a:pt x="24" y="4"/>
                  <a:pt x="23" y="4"/>
                </a:cubicBezTo>
                <a:cubicBezTo>
                  <a:pt x="22" y="4"/>
                  <a:pt x="21" y="4"/>
                  <a:pt x="20" y="4"/>
                </a:cubicBezTo>
                <a:cubicBezTo>
                  <a:pt x="18" y="4"/>
                  <a:pt x="16" y="4"/>
                  <a:pt x="14" y="5"/>
                </a:cubicBezTo>
                <a:cubicBezTo>
                  <a:pt x="13" y="6"/>
                  <a:pt x="12" y="8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0" y="11"/>
                  <a:pt x="10" y="13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6"/>
                  <a:pt x="10" y="17"/>
                  <a:pt x="11" y="19"/>
                </a:cubicBezTo>
                <a:cubicBezTo>
                  <a:pt x="11" y="19"/>
                  <a:pt x="11" y="19"/>
                  <a:pt x="11" y="20"/>
                </a:cubicBezTo>
                <a:cubicBezTo>
                  <a:pt x="11" y="21"/>
                  <a:pt x="10" y="21"/>
                  <a:pt x="11" y="23"/>
                </a:cubicBezTo>
                <a:cubicBezTo>
                  <a:pt x="11" y="24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3" y="26"/>
                  <a:pt x="13" y="27"/>
                  <a:pt x="14" y="28"/>
                </a:cubicBezTo>
                <a:cubicBezTo>
                  <a:pt x="14" y="30"/>
                  <a:pt x="15" y="31"/>
                  <a:pt x="17" y="32"/>
                </a:cubicBezTo>
                <a:cubicBezTo>
                  <a:pt x="17" y="33"/>
                  <a:pt x="18" y="33"/>
                  <a:pt x="18" y="34"/>
                </a:cubicBezTo>
                <a:cubicBezTo>
                  <a:pt x="18" y="36"/>
                  <a:pt x="17" y="37"/>
                  <a:pt x="16" y="38"/>
                </a:cubicBezTo>
                <a:cubicBezTo>
                  <a:pt x="15" y="39"/>
                  <a:pt x="14" y="40"/>
                  <a:pt x="12" y="40"/>
                </a:cubicBezTo>
                <a:cubicBezTo>
                  <a:pt x="11" y="40"/>
                  <a:pt x="8" y="41"/>
                  <a:pt x="6" y="43"/>
                </a:cubicBezTo>
                <a:cubicBezTo>
                  <a:pt x="5" y="44"/>
                  <a:pt x="4" y="46"/>
                  <a:pt x="4" y="4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70" name="Freeform 104">
            <a:extLst>
              <a:ext uri="{FF2B5EF4-FFF2-40B4-BE49-F238E27FC236}">
                <a16:creationId xmlns:a16="http://schemas.microsoft.com/office/drawing/2014/main" id="{3AD93C49-57BD-838A-13DA-6A216F8CB24A}"/>
              </a:ext>
            </a:extLst>
          </p:cNvPr>
          <p:cNvSpPr>
            <a:spLocks noEditPoints="1"/>
          </p:cNvSpPr>
          <p:nvPr/>
        </p:nvSpPr>
        <p:spPr bwMode="auto">
          <a:xfrm>
            <a:off x="3515185" y="2159447"/>
            <a:ext cx="224367" cy="211667"/>
          </a:xfrm>
          <a:custGeom>
            <a:avLst/>
            <a:gdLst>
              <a:gd name="T0" fmla="*/ 6350 w 53"/>
              <a:gd name="T1" fmla="*/ 158750 h 50"/>
              <a:gd name="T2" fmla="*/ 9525 w 53"/>
              <a:gd name="T3" fmla="*/ 127000 h 50"/>
              <a:gd name="T4" fmla="*/ 41275 w 53"/>
              <a:gd name="T5" fmla="*/ 114300 h 50"/>
              <a:gd name="T6" fmla="*/ 31750 w 53"/>
              <a:gd name="T7" fmla="*/ 95250 h 50"/>
              <a:gd name="T8" fmla="*/ 28575 w 53"/>
              <a:gd name="T9" fmla="*/ 88900 h 50"/>
              <a:gd name="T10" fmla="*/ 28575 w 53"/>
              <a:gd name="T11" fmla="*/ 88900 h 50"/>
              <a:gd name="T12" fmla="*/ 28575 w 53"/>
              <a:gd name="T13" fmla="*/ 88900 h 50"/>
              <a:gd name="T14" fmla="*/ 22225 w 53"/>
              <a:gd name="T15" fmla="*/ 60325 h 50"/>
              <a:gd name="T16" fmla="*/ 19050 w 53"/>
              <a:gd name="T17" fmla="*/ 47625 h 50"/>
              <a:gd name="T18" fmla="*/ 22225 w 53"/>
              <a:gd name="T19" fmla="*/ 25400 h 50"/>
              <a:gd name="T20" fmla="*/ 63500 w 53"/>
              <a:gd name="T21" fmla="*/ 0 h 50"/>
              <a:gd name="T22" fmla="*/ 88900 w 53"/>
              <a:gd name="T23" fmla="*/ 9525 h 50"/>
              <a:gd name="T24" fmla="*/ 111125 w 53"/>
              <a:gd name="T25" fmla="*/ 22225 h 50"/>
              <a:gd name="T26" fmla="*/ 155575 w 53"/>
              <a:gd name="T27" fmla="*/ 31750 h 50"/>
              <a:gd name="T28" fmla="*/ 155575 w 53"/>
              <a:gd name="T29" fmla="*/ 82550 h 50"/>
              <a:gd name="T30" fmla="*/ 117475 w 53"/>
              <a:gd name="T31" fmla="*/ 92075 h 50"/>
              <a:gd name="T32" fmla="*/ 101600 w 53"/>
              <a:gd name="T33" fmla="*/ 98425 h 50"/>
              <a:gd name="T34" fmla="*/ 95250 w 53"/>
              <a:gd name="T35" fmla="*/ 114300 h 50"/>
              <a:gd name="T36" fmla="*/ 127000 w 53"/>
              <a:gd name="T37" fmla="*/ 127000 h 50"/>
              <a:gd name="T38" fmla="*/ 130175 w 53"/>
              <a:gd name="T39" fmla="*/ 158750 h 50"/>
              <a:gd name="T40" fmla="*/ 117475 w 53"/>
              <a:gd name="T41" fmla="*/ 136525 h 50"/>
              <a:gd name="T42" fmla="*/ 85725 w 53"/>
              <a:gd name="T43" fmla="*/ 120650 h 50"/>
              <a:gd name="T44" fmla="*/ 92075 w 53"/>
              <a:gd name="T45" fmla="*/ 88900 h 50"/>
              <a:gd name="T46" fmla="*/ 95250 w 53"/>
              <a:gd name="T47" fmla="*/ 82550 h 50"/>
              <a:gd name="T48" fmla="*/ 82550 w 53"/>
              <a:gd name="T49" fmla="*/ 57150 h 50"/>
              <a:gd name="T50" fmla="*/ 98425 w 53"/>
              <a:gd name="T51" fmla="*/ 28575 h 50"/>
              <a:gd name="T52" fmla="*/ 88900 w 53"/>
              <a:gd name="T53" fmla="*/ 19050 h 50"/>
              <a:gd name="T54" fmla="*/ 79375 w 53"/>
              <a:gd name="T55" fmla="*/ 15875 h 50"/>
              <a:gd name="T56" fmla="*/ 73025 w 53"/>
              <a:gd name="T57" fmla="*/ 12700 h 50"/>
              <a:gd name="T58" fmla="*/ 44450 w 53"/>
              <a:gd name="T59" fmla="*/ 15875 h 50"/>
              <a:gd name="T60" fmla="*/ 34925 w 53"/>
              <a:gd name="T61" fmla="*/ 31750 h 50"/>
              <a:gd name="T62" fmla="*/ 31750 w 53"/>
              <a:gd name="T63" fmla="*/ 47625 h 50"/>
              <a:gd name="T64" fmla="*/ 34925 w 53"/>
              <a:gd name="T65" fmla="*/ 60325 h 50"/>
              <a:gd name="T66" fmla="*/ 31750 w 53"/>
              <a:gd name="T67" fmla="*/ 73025 h 50"/>
              <a:gd name="T68" fmla="*/ 38100 w 53"/>
              <a:gd name="T69" fmla="*/ 79375 h 50"/>
              <a:gd name="T70" fmla="*/ 44450 w 53"/>
              <a:gd name="T71" fmla="*/ 88900 h 50"/>
              <a:gd name="T72" fmla="*/ 53975 w 53"/>
              <a:gd name="T73" fmla="*/ 107950 h 50"/>
              <a:gd name="T74" fmla="*/ 38100 w 53"/>
              <a:gd name="T75" fmla="*/ 127000 h 50"/>
              <a:gd name="T76" fmla="*/ 12700 w 53"/>
              <a:gd name="T77" fmla="*/ 152400 h 50"/>
              <a:gd name="T78" fmla="*/ 152400 w 53"/>
              <a:gd name="T79" fmla="*/ 38100 h 50"/>
              <a:gd name="T80" fmla="*/ 101600 w 53"/>
              <a:gd name="T81" fmla="*/ 38100 h 50"/>
              <a:gd name="T82" fmla="*/ 95250 w 53"/>
              <a:gd name="T83" fmla="*/ 69850 h 50"/>
              <a:gd name="T84" fmla="*/ 101600 w 53"/>
              <a:gd name="T85" fmla="*/ 82550 h 50"/>
              <a:gd name="T86" fmla="*/ 107950 w 53"/>
              <a:gd name="T87" fmla="*/ 85725 h 50"/>
              <a:gd name="T88" fmla="*/ 120650 w 53"/>
              <a:gd name="T89" fmla="*/ 85725 h 50"/>
              <a:gd name="T90" fmla="*/ 152400 w 53"/>
              <a:gd name="T91" fmla="*/ 76200 h 50"/>
              <a:gd name="T92" fmla="*/ 152400 w 53"/>
              <a:gd name="T93" fmla="*/ 38100 h 50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3" h="50">
                <a:moveTo>
                  <a:pt x="4" y="48"/>
                </a:moveTo>
                <a:cubicBezTo>
                  <a:pt x="4" y="49"/>
                  <a:pt x="3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5"/>
                  <a:pt x="1" y="42"/>
                  <a:pt x="3" y="40"/>
                </a:cubicBezTo>
                <a:cubicBezTo>
                  <a:pt x="6" y="37"/>
                  <a:pt x="10" y="36"/>
                  <a:pt x="12" y="36"/>
                </a:cubicBezTo>
                <a:cubicBezTo>
                  <a:pt x="12" y="36"/>
                  <a:pt x="13" y="36"/>
                  <a:pt x="13" y="36"/>
                </a:cubicBezTo>
                <a:cubicBezTo>
                  <a:pt x="13" y="35"/>
                  <a:pt x="13" y="35"/>
                  <a:pt x="14" y="35"/>
                </a:cubicBezTo>
                <a:cubicBezTo>
                  <a:pt x="12" y="33"/>
                  <a:pt x="11" y="31"/>
                  <a:pt x="10" y="30"/>
                </a:cubicBezTo>
                <a:cubicBezTo>
                  <a:pt x="10" y="29"/>
                  <a:pt x="10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8" y="27"/>
                  <a:pt x="7" y="26"/>
                  <a:pt x="7" y="24"/>
                </a:cubicBezTo>
                <a:cubicBezTo>
                  <a:pt x="6" y="23"/>
                  <a:pt x="6" y="21"/>
                  <a:pt x="7" y="19"/>
                </a:cubicBezTo>
                <a:cubicBezTo>
                  <a:pt x="6" y="18"/>
                  <a:pt x="6" y="16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2"/>
                  <a:pt x="6" y="10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8" y="6"/>
                  <a:pt x="10" y="4"/>
                  <a:pt x="12" y="2"/>
                </a:cubicBezTo>
                <a:cubicBezTo>
                  <a:pt x="14" y="1"/>
                  <a:pt x="17" y="0"/>
                  <a:pt x="20" y="0"/>
                </a:cubicBezTo>
                <a:cubicBezTo>
                  <a:pt x="21" y="0"/>
                  <a:pt x="22" y="0"/>
                  <a:pt x="24" y="0"/>
                </a:cubicBezTo>
                <a:cubicBezTo>
                  <a:pt x="25" y="1"/>
                  <a:pt x="27" y="1"/>
                  <a:pt x="28" y="3"/>
                </a:cubicBezTo>
                <a:cubicBezTo>
                  <a:pt x="30" y="2"/>
                  <a:pt x="32" y="3"/>
                  <a:pt x="33" y="5"/>
                </a:cubicBezTo>
                <a:cubicBezTo>
                  <a:pt x="34" y="6"/>
                  <a:pt x="34" y="7"/>
                  <a:pt x="35" y="7"/>
                </a:cubicBezTo>
                <a:cubicBezTo>
                  <a:pt x="36" y="7"/>
                  <a:pt x="38" y="6"/>
                  <a:pt x="40" y="6"/>
                </a:cubicBezTo>
                <a:cubicBezTo>
                  <a:pt x="43" y="6"/>
                  <a:pt x="47" y="8"/>
                  <a:pt x="49" y="10"/>
                </a:cubicBezTo>
                <a:cubicBezTo>
                  <a:pt x="52" y="12"/>
                  <a:pt x="53" y="15"/>
                  <a:pt x="53" y="18"/>
                </a:cubicBezTo>
                <a:cubicBezTo>
                  <a:pt x="53" y="21"/>
                  <a:pt x="52" y="24"/>
                  <a:pt x="49" y="26"/>
                </a:cubicBezTo>
                <a:cubicBezTo>
                  <a:pt x="47" y="28"/>
                  <a:pt x="43" y="30"/>
                  <a:pt x="40" y="30"/>
                </a:cubicBezTo>
                <a:cubicBezTo>
                  <a:pt x="39" y="30"/>
                  <a:pt x="38" y="29"/>
                  <a:pt x="37" y="29"/>
                </a:cubicBezTo>
                <a:cubicBezTo>
                  <a:pt x="36" y="29"/>
                  <a:pt x="36" y="29"/>
                  <a:pt x="35" y="29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32"/>
                  <a:pt x="31" y="34"/>
                  <a:pt x="29" y="35"/>
                </a:cubicBezTo>
                <a:cubicBezTo>
                  <a:pt x="29" y="35"/>
                  <a:pt x="30" y="35"/>
                  <a:pt x="30" y="36"/>
                </a:cubicBezTo>
                <a:cubicBezTo>
                  <a:pt x="30" y="36"/>
                  <a:pt x="30" y="36"/>
                  <a:pt x="31" y="36"/>
                </a:cubicBezTo>
                <a:cubicBezTo>
                  <a:pt x="33" y="36"/>
                  <a:pt x="37" y="37"/>
                  <a:pt x="40" y="40"/>
                </a:cubicBezTo>
                <a:cubicBezTo>
                  <a:pt x="42" y="42"/>
                  <a:pt x="43" y="45"/>
                  <a:pt x="43" y="48"/>
                </a:cubicBezTo>
                <a:cubicBezTo>
                  <a:pt x="43" y="49"/>
                  <a:pt x="42" y="50"/>
                  <a:pt x="41" y="50"/>
                </a:cubicBezTo>
                <a:cubicBezTo>
                  <a:pt x="40" y="50"/>
                  <a:pt x="39" y="49"/>
                  <a:pt x="39" y="48"/>
                </a:cubicBezTo>
                <a:cubicBezTo>
                  <a:pt x="39" y="46"/>
                  <a:pt x="38" y="44"/>
                  <a:pt x="37" y="43"/>
                </a:cubicBezTo>
                <a:cubicBezTo>
                  <a:pt x="35" y="41"/>
                  <a:pt x="32" y="40"/>
                  <a:pt x="31" y="40"/>
                </a:cubicBezTo>
                <a:cubicBezTo>
                  <a:pt x="29" y="40"/>
                  <a:pt x="28" y="39"/>
                  <a:pt x="27" y="38"/>
                </a:cubicBezTo>
                <a:cubicBezTo>
                  <a:pt x="26" y="37"/>
                  <a:pt x="24" y="33"/>
                  <a:pt x="26" y="32"/>
                </a:cubicBezTo>
                <a:cubicBezTo>
                  <a:pt x="28" y="31"/>
                  <a:pt x="28" y="30"/>
                  <a:pt x="29" y="28"/>
                </a:cubicBezTo>
                <a:cubicBezTo>
                  <a:pt x="29" y="27"/>
                  <a:pt x="30" y="27"/>
                  <a:pt x="30" y="26"/>
                </a:cubicBezTo>
                <a:cubicBezTo>
                  <a:pt x="30" y="26"/>
                  <a:pt x="30" y="26"/>
                  <a:pt x="30" y="26"/>
                </a:cubicBezTo>
                <a:cubicBezTo>
                  <a:pt x="29" y="25"/>
                  <a:pt x="28" y="24"/>
                  <a:pt x="28" y="23"/>
                </a:cubicBezTo>
                <a:cubicBezTo>
                  <a:pt x="27" y="21"/>
                  <a:pt x="26" y="20"/>
                  <a:pt x="26" y="18"/>
                </a:cubicBezTo>
                <a:cubicBezTo>
                  <a:pt x="26" y="15"/>
                  <a:pt x="28" y="12"/>
                  <a:pt x="30" y="10"/>
                </a:cubicBezTo>
                <a:cubicBezTo>
                  <a:pt x="31" y="10"/>
                  <a:pt x="31" y="9"/>
                  <a:pt x="31" y="9"/>
                </a:cubicBezTo>
                <a:cubicBezTo>
                  <a:pt x="31" y="9"/>
                  <a:pt x="31" y="8"/>
                  <a:pt x="30" y="8"/>
                </a:cubicBezTo>
                <a:cubicBezTo>
                  <a:pt x="30" y="7"/>
                  <a:pt x="29" y="6"/>
                  <a:pt x="28" y="6"/>
                </a:cubicBezTo>
                <a:cubicBezTo>
                  <a:pt x="28" y="6"/>
                  <a:pt x="27" y="6"/>
                  <a:pt x="26" y="6"/>
                </a:cubicBezTo>
                <a:cubicBezTo>
                  <a:pt x="26" y="6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4"/>
                  <a:pt x="24" y="4"/>
                  <a:pt x="23" y="4"/>
                </a:cubicBezTo>
                <a:cubicBezTo>
                  <a:pt x="22" y="4"/>
                  <a:pt x="21" y="4"/>
                  <a:pt x="20" y="4"/>
                </a:cubicBezTo>
                <a:cubicBezTo>
                  <a:pt x="17" y="4"/>
                  <a:pt x="15" y="4"/>
                  <a:pt x="14" y="5"/>
                </a:cubicBezTo>
                <a:cubicBezTo>
                  <a:pt x="13" y="6"/>
                  <a:pt x="11" y="8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0" y="11"/>
                  <a:pt x="10" y="13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6"/>
                  <a:pt x="10" y="17"/>
                  <a:pt x="11" y="19"/>
                </a:cubicBezTo>
                <a:cubicBezTo>
                  <a:pt x="11" y="19"/>
                  <a:pt x="11" y="19"/>
                  <a:pt x="11" y="20"/>
                </a:cubicBezTo>
                <a:cubicBezTo>
                  <a:pt x="11" y="21"/>
                  <a:pt x="10" y="21"/>
                  <a:pt x="10" y="23"/>
                </a:cubicBezTo>
                <a:cubicBezTo>
                  <a:pt x="11" y="24"/>
                  <a:pt x="11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3" y="26"/>
                  <a:pt x="13" y="27"/>
                  <a:pt x="14" y="28"/>
                </a:cubicBezTo>
                <a:cubicBezTo>
                  <a:pt x="14" y="30"/>
                  <a:pt x="15" y="31"/>
                  <a:pt x="16" y="32"/>
                </a:cubicBezTo>
                <a:cubicBezTo>
                  <a:pt x="17" y="33"/>
                  <a:pt x="17" y="33"/>
                  <a:pt x="17" y="34"/>
                </a:cubicBezTo>
                <a:cubicBezTo>
                  <a:pt x="17" y="36"/>
                  <a:pt x="17" y="37"/>
                  <a:pt x="16" y="38"/>
                </a:cubicBezTo>
                <a:cubicBezTo>
                  <a:pt x="15" y="39"/>
                  <a:pt x="14" y="40"/>
                  <a:pt x="12" y="40"/>
                </a:cubicBezTo>
                <a:cubicBezTo>
                  <a:pt x="11" y="40"/>
                  <a:pt x="8" y="41"/>
                  <a:pt x="6" y="43"/>
                </a:cubicBezTo>
                <a:cubicBezTo>
                  <a:pt x="4" y="44"/>
                  <a:pt x="4" y="46"/>
                  <a:pt x="4" y="48"/>
                </a:cubicBezTo>
                <a:close/>
                <a:moveTo>
                  <a:pt x="48" y="12"/>
                </a:moveTo>
                <a:cubicBezTo>
                  <a:pt x="48" y="12"/>
                  <a:pt x="48" y="12"/>
                  <a:pt x="48" y="12"/>
                </a:cubicBezTo>
                <a:cubicBezTo>
                  <a:pt x="46" y="10"/>
                  <a:pt x="43" y="9"/>
                  <a:pt x="40" y="9"/>
                </a:cubicBezTo>
                <a:cubicBezTo>
                  <a:pt x="37" y="9"/>
                  <a:pt x="34" y="10"/>
                  <a:pt x="32" y="12"/>
                </a:cubicBezTo>
                <a:cubicBezTo>
                  <a:pt x="30" y="13"/>
                  <a:pt x="29" y="15"/>
                  <a:pt x="29" y="18"/>
                </a:cubicBezTo>
                <a:cubicBezTo>
                  <a:pt x="29" y="19"/>
                  <a:pt x="29" y="20"/>
                  <a:pt x="30" y="22"/>
                </a:cubicBezTo>
                <a:cubicBezTo>
                  <a:pt x="30" y="23"/>
                  <a:pt x="31" y="24"/>
                  <a:pt x="32" y="25"/>
                </a:cubicBezTo>
                <a:cubicBezTo>
                  <a:pt x="32" y="25"/>
                  <a:pt x="33" y="25"/>
                  <a:pt x="32" y="26"/>
                </a:cubicBezTo>
                <a:cubicBezTo>
                  <a:pt x="32" y="28"/>
                  <a:pt x="32" y="28"/>
                  <a:pt x="32" y="28"/>
                </a:cubicBezTo>
                <a:cubicBezTo>
                  <a:pt x="34" y="27"/>
                  <a:pt x="34" y="27"/>
                  <a:pt x="34" y="27"/>
                </a:cubicBezTo>
                <a:cubicBezTo>
                  <a:pt x="35" y="26"/>
                  <a:pt x="35" y="26"/>
                  <a:pt x="35" y="26"/>
                </a:cubicBezTo>
                <a:cubicBezTo>
                  <a:pt x="36" y="27"/>
                  <a:pt x="37" y="27"/>
                  <a:pt x="38" y="27"/>
                </a:cubicBezTo>
                <a:cubicBezTo>
                  <a:pt x="38" y="27"/>
                  <a:pt x="39" y="27"/>
                  <a:pt x="40" y="27"/>
                </a:cubicBezTo>
                <a:cubicBezTo>
                  <a:pt x="43" y="27"/>
                  <a:pt x="46" y="26"/>
                  <a:pt x="48" y="24"/>
                </a:cubicBezTo>
                <a:cubicBezTo>
                  <a:pt x="50" y="23"/>
                  <a:pt x="51" y="21"/>
                  <a:pt x="51" y="18"/>
                </a:cubicBezTo>
                <a:cubicBezTo>
                  <a:pt x="51" y="15"/>
                  <a:pt x="50" y="13"/>
                  <a:pt x="48" y="1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71" name="Freeform 105">
            <a:extLst>
              <a:ext uri="{FF2B5EF4-FFF2-40B4-BE49-F238E27FC236}">
                <a16:creationId xmlns:a16="http://schemas.microsoft.com/office/drawing/2014/main" id="{D7D7F701-479F-19CA-F4B8-1DEF5184733D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2159447"/>
            <a:ext cx="215900" cy="211667"/>
          </a:xfrm>
          <a:custGeom>
            <a:avLst/>
            <a:gdLst>
              <a:gd name="T0" fmla="*/ 6350 w 51"/>
              <a:gd name="T1" fmla="*/ 158750 h 50"/>
              <a:gd name="T2" fmla="*/ 12700 w 51"/>
              <a:gd name="T3" fmla="*/ 127000 h 50"/>
              <a:gd name="T4" fmla="*/ 44450 w 51"/>
              <a:gd name="T5" fmla="*/ 114300 h 50"/>
              <a:gd name="T6" fmla="*/ 44450 w 51"/>
              <a:gd name="T7" fmla="*/ 114300 h 50"/>
              <a:gd name="T8" fmla="*/ 34925 w 51"/>
              <a:gd name="T9" fmla="*/ 95250 h 50"/>
              <a:gd name="T10" fmla="*/ 31750 w 51"/>
              <a:gd name="T11" fmla="*/ 88900 h 50"/>
              <a:gd name="T12" fmla="*/ 25400 w 51"/>
              <a:gd name="T13" fmla="*/ 76200 h 50"/>
              <a:gd name="T14" fmla="*/ 22225 w 51"/>
              <a:gd name="T15" fmla="*/ 47625 h 50"/>
              <a:gd name="T16" fmla="*/ 63500 w 51"/>
              <a:gd name="T17" fmla="*/ 0 h 50"/>
              <a:gd name="T18" fmla="*/ 92075 w 51"/>
              <a:gd name="T19" fmla="*/ 9525 h 50"/>
              <a:gd name="T20" fmla="*/ 117475 w 51"/>
              <a:gd name="T21" fmla="*/ 38100 h 50"/>
              <a:gd name="T22" fmla="*/ 117475 w 51"/>
              <a:gd name="T23" fmla="*/ 60325 h 50"/>
              <a:gd name="T24" fmla="*/ 117475 w 51"/>
              <a:gd name="T25" fmla="*/ 73025 h 50"/>
              <a:gd name="T26" fmla="*/ 117475 w 51"/>
              <a:gd name="T27" fmla="*/ 158750 h 50"/>
              <a:gd name="T28" fmla="*/ 104775 w 51"/>
              <a:gd name="T29" fmla="*/ 76200 h 50"/>
              <a:gd name="T30" fmla="*/ 104775 w 51"/>
              <a:gd name="T31" fmla="*/ 60325 h 50"/>
              <a:gd name="T32" fmla="*/ 104775 w 51"/>
              <a:gd name="T33" fmla="*/ 38100 h 50"/>
              <a:gd name="T34" fmla="*/ 92075 w 51"/>
              <a:gd name="T35" fmla="*/ 19050 h 50"/>
              <a:gd name="T36" fmla="*/ 85725 w 51"/>
              <a:gd name="T37" fmla="*/ 19050 h 50"/>
              <a:gd name="T38" fmla="*/ 76200 w 51"/>
              <a:gd name="T39" fmla="*/ 12700 h 50"/>
              <a:gd name="T40" fmla="*/ 47625 w 51"/>
              <a:gd name="T41" fmla="*/ 15875 h 50"/>
              <a:gd name="T42" fmla="*/ 38100 w 51"/>
              <a:gd name="T43" fmla="*/ 31750 h 50"/>
              <a:gd name="T44" fmla="*/ 38100 w 51"/>
              <a:gd name="T45" fmla="*/ 60325 h 50"/>
              <a:gd name="T46" fmla="*/ 38100 w 51"/>
              <a:gd name="T47" fmla="*/ 63500 h 50"/>
              <a:gd name="T48" fmla="*/ 34925 w 51"/>
              <a:gd name="T49" fmla="*/ 73025 h 50"/>
              <a:gd name="T50" fmla="*/ 34925 w 51"/>
              <a:gd name="T51" fmla="*/ 73025 h 50"/>
              <a:gd name="T52" fmla="*/ 41275 w 51"/>
              <a:gd name="T53" fmla="*/ 79375 h 50"/>
              <a:gd name="T54" fmla="*/ 41275 w 51"/>
              <a:gd name="T55" fmla="*/ 79375 h 50"/>
              <a:gd name="T56" fmla="*/ 53975 w 51"/>
              <a:gd name="T57" fmla="*/ 101600 h 50"/>
              <a:gd name="T58" fmla="*/ 57150 w 51"/>
              <a:gd name="T59" fmla="*/ 111125 h 50"/>
              <a:gd name="T60" fmla="*/ 53975 w 51"/>
              <a:gd name="T61" fmla="*/ 120650 h 50"/>
              <a:gd name="T62" fmla="*/ 22225 w 51"/>
              <a:gd name="T63" fmla="*/ 136525 h 50"/>
              <a:gd name="T64" fmla="*/ 133350 w 51"/>
              <a:gd name="T65" fmla="*/ 111125 h 50"/>
              <a:gd name="T66" fmla="*/ 136525 w 51"/>
              <a:gd name="T67" fmla="*/ 117475 h 50"/>
              <a:gd name="T68" fmla="*/ 120650 w 51"/>
              <a:gd name="T69" fmla="*/ 120650 h 50"/>
              <a:gd name="T70" fmla="*/ 117475 w 51"/>
              <a:gd name="T71" fmla="*/ 136525 h 50"/>
              <a:gd name="T72" fmla="*/ 114300 w 51"/>
              <a:gd name="T73" fmla="*/ 120650 h 50"/>
              <a:gd name="T74" fmla="*/ 98425 w 51"/>
              <a:gd name="T75" fmla="*/ 117475 h 50"/>
              <a:gd name="T76" fmla="*/ 114300 w 51"/>
              <a:gd name="T77" fmla="*/ 111125 h 50"/>
              <a:gd name="T78" fmla="*/ 117475 w 51"/>
              <a:gd name="T79" fmla="*/ 95250 h 50"/>
              <a:gd name="T80" fmla="*/ 120650 w 51"/>
              <a:gd name="T81" fmla="*/ 111125 h 50"/>
              <a:gd name="T82" fmla="*/ 117475 w 51"/>
              <a:gd name="T83" fmla="*/ 85725 h 50"/>
              <a:gd name="T84" fmla="*/ 85725 w 51"/>
              <a:gd name="T85" fmla="*/ 117475 h 50"/>
              <a:gd name="T86" fmla="*/ 149225 w 51"/>
              <a:gd name="T87" fmla="*/ 117475 h 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1" h="50">
                <a:moveTo>
                  <a:pt x="4" y="48"/>
                </a:moveTo>
                <a:cubicBezTo>
                  <a:pt x="4" y="49"/>
                  <a:pt x="3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5"/>
                  <a:pt x="2" y="42"/>
                  <a:pt x="4" y="40"/>
                </a:cubicBezTo>
                <a:cubicBezTo>
                  <a:pt x="7" y="37"/>
                  <a:pt x="11" y="36"/>
                  <a:pt x="13" y="36"/>
                </a:cubicBezTo>
                <a:cubicBezTo>
                  <a:pt x="13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5"/>
                  <a:pt x="14" y="35"/>
                  <a:pt x="14" y="35"/>
                </a:cubicBezTo>
                <a:cubicBezTo>
                  <a:pt x="13" y="34"/>
                  <a:pt x="12" y="31"/>
                  <a:pt x="11" y="30"/>
                </a:cubicBezTo>
                <a:cubicBezTo>
                  <a:pt x="11" y="29"/>
                  <a:pt x="10" y="28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9" y="27"/>
                  <a:pt x="8" y="26"/>
                  <a:pt x="8" y="24"/>
                </a:cubicBezTo>
                <a:cubicBezTo>
                  <a:pt x="7" y="23"/>
                  <a:pt x="7" y="21"/>
                  <a:pt x="8" y="19"/>
                </a:cubicBezTo>
                <a:cubicBezTo>
                  <a:pt x="7" y="18"/>
                  <a:pt x="7" y="16"/>
                  <a:pt x="7" y="15"/>
                </a:cubicBezTo>
                <a:cubicBezTo>
                  <a:pt x="7" y="10"/>
                  <a:pt x="9" y="5"/>
                  <a:pt x="13" y="2"/>
                </a:cubicBezTo>
                <a:cubicBezTo>
                  <a:pt x="15" y="1"/>
                  <a:pt x="17" y="0"/>
                  <a:pt x="20" y="0"/>
                </a:cubicBezTo>
                <a:cubicBezTo>
                  <a:pt x="22" y="0"/>
                  <a:pt x="23" y="0"/>
                  <a:pt x="25" y="0"/>
                </a:cubicBezTo>
                <a:cubicBezTo>
                  <a:pt x="26" y="1"/>
                  <a:pt x="28" y="1"/>
                  <a:pt x="29" y="3"/>
                </a:cubicBezTo>
                <a:cubicBezTo>
                  <a:pt x="31" y="2"/>
                  <a:pt x="33" y="4"/>
                  <a:pt x="34" y="5"/>
                </a:cubicBezTo>
                <a:cubicBezTo>
                  <a:pt x="36" y="7"/>
                  <a:pt x="37" y="10"/>
                  <a:pt x="37" y="12"/>
                </a:cubicBezTo>
                <a:cubicBezTo>
                  <a:pt x="37" y="13"/>
                  <a:pt x="37" y="14"/>
                  <a:pt x="37" y="16"/>
                </a:cubicBezTo>
                <a:cubicBezTo>
                  <a:pt x="37" y="17"/>
                  <a:pt x="37" y="18"/>
                  <a:pt x="37" y="19"/>
                </a:cubicBezTo>
                <a:cubicBezTo>
                  <a:pt x="37" y="20"/>
                  <a:pt x="37" y="21"/>
                  <a:pt x="37" y="22"/>
                </a:cubicBezTo>
                <a:cubicBezTo>
                  <a:pt x="37" y="22"/>
                  <a:pt x="37" y="23"/>
                  <a:pt x="37" y="23"/>
                </a:cubicBezTo>
                <a:cubicBezTo>
                  <a:pt x="45" y="23"/>
                  <a:pt x="51" y="29"/>
                  <a:pt x="51" y="37"/>
                </a:cubicBezTo>
                <a:cubicBezTo>
                  <a:pt x="51" y="44"/>
                  <a:pt x="45" y="50"/>
                  <a:pt x="37" y="50"/>
                </a:cubicBezTo>
                <a:cubicBezTo>
                  <a:pt x="30" y="50"/>
                  <a:pt x="24" y="44"/>
                  <a:pt x="24" y="37"/>
                </a:cubicBezTo>
                <a:cubicBezTo>
                  <a:pt x="24" y="31"/>
                  <a:pt x="27" y="26"/>
                  <a:pt x="33" y="24"/>
                </a:cubicBezTo>
                <a:cubicBezTo>
                  <a:pt x="34" y="23"/>
                  <a:pt x="34" y="22"/>
                  <a:pt x="33" y="20"/>
                </a:cubicBezTo>
                <a:cubicBezTo>
                  <a:pt x="33" y="20"/>
                  <a:pt x="32" y="19"/>
                  <a:pt x="33" y="19"/>
                </a:cubicBezTo>
                <a:cubicBezTo>
                  <a:pt x="33" y="17"/>
                  <a:pt x="33" y="16"/>
                  <a:pt x="33" y="15"/>
                </a:cubicBezTo>
                <a:cubicBezTo>
                  <a:pt x="34" y="14"/>
                  <a:pt x="34" y="13"/>
                  <a:pt x="33" y="12"/>
                </a:cubicBezTo>
                <a:cubicBezTo>
                  <a:pt x="33" y="11"/>
                  <a:pt x="32" y="9"/>
                  <a:pt x="31" y="8"/>
                </a:cubicBezTo>
                <a:cubicBezTo>
                  <a:pt x="31" y="7"/>
                  <a:pt x="30" y="6"/>
                  <a:pt x="29" y="6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6"/>
                  <a:pt x="28" y="6"/>
                  <a:pt x="27" y="6"/>
                </a:cubicBezTo>
                <a:cubicBezTo>
                  <a:pt x="27" y="6"/>
                  <a:pt x="26" y="5"/>
                  <a:pt x="26" y="5"/>
                </a:cubicBezTo>
                <a:cubicBezTo>
                  <a:pt x="25" y="4"/>
                  <a:pt x="25" y="4"/>
                  <a:pt x="24" y="4"/>
                </a:cubicBezTo>
                <a:cubicBezTo>
                  <a:pt x="23" y="4"/>
                  <a:pt x="21" y="4"/>
                  <a:pt x="21" y="4"/>
                </a:cubicBezTo>
                <a:cubicBezTo>
                  <a:pt x="18" y="4"/>
                  <a:pt x="16" y="4"/>
                  <a:pt x="15" y="5"/>
                </a:cubicBezTo>
                <a:cubicBezTo>
                  <a:pt x="13" y="6"/>
                  <a:pt x="12" y="8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1" y="11"/>
                  <a:pt x="11" y="13"/>
                  <a:pt x="11" y="15"/>
                </a:cubicBezTo>
                <a:cubicBezTo>
                  <a:pt x="11" y="16"/>
                  <a:pt x="11" y="17"/>
                  <a:pt x="12" y="19"/>
                </a:cubicBezTo>
                <a:cubicBezTo>
                  <a:pt x="12" y="19"/>
                  <a:pt x="12" y="19"/>
                  <a:pt x="12" y="20"/>
                </a:cubicBezTo>
                <a:cubicBezTo>
                  <a:pt x="12" y="20"/>
                  <a:pt x="12" y="20"/>
                  <a:pt x="12" y="20"/>
                </a:cubicBezTo>
                <a:cubicBezTo>
                  <a:pt x="12" y="20"/>
                  <a:pt x="12" y="20"/>
                  <a:pt x="12" y="20"/>
                </a:cubicBezTo>
                <a:cubicBezTo>
                  <a:pt x="12" y="21"/>
                  <a:pt x="10" y="21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2" y="24"/>
                  <a:pt x="12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4" y="26"/>
                  <a:pt x="14" y="27"/>
                  <a:pt x="15" y="28"/>
                </a:cubicBezTo>
                <a:cubicBezTo>
                  <a:pt x="15" y="30"/>
                  <a:pt x="16" y="31"/>
                  <a:pt x="17" y="32"/>
                </a:cubicBezTo>
                <a:cubicBezTo>
                  <a:pt x="18" y="33"/>
                  <a:pt x="18" y="33"/>
                  <a:pt x="18" y="34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6"/>
                  <a:pt x="18" y="37"/>
                  <a:pt x="17" y="38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39"/>
                  <a:pt x="15" y="40"/>
                  <a:pt x="13" y="40"/>
                </a:cubicBezTo>
                <a:cubicBezTo>
                  <a:pt x="11" y="40"/>
                  <a:pt x="9" y="41"/>
                  <a:pt x="7" y="43"/>
                </a:cubicBezTo>
                <a:cubicBezTo>
                  <a:pt x="5" y="44"/>
                  <a:pt x="4" y="46"/>
                  <a:pt x="4" y="48"/>
                </a:cubicBezTo>
                <a:close/>
                <a:moveTo>
                  <a:pt x="42" y="35"/>
                </a:moveTo>
                <a:cubicBezTo>
                  <a:pt x="42" y="35"/>
                  <a:pt x="42" y="35"/>
                  <a:pt x="42" y="35"/>
                </a:cubicBezTo>
                <a:cubicBezTo>
                  <a:pt x="43" y="35"/>
                  <a:pt x="43" y="36"/>
                  <a:pt x="43" y="37"/>
                </a:cubicBezTo>
                <a:cubicBezTo>
                  <a:pt x="43" y="37"/>
                  <a:pt x="43" y="38"/>
                  <a:pt x="42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2"/>
                  <a:pt x="38" y="43"/>
                  <a:pt x="37" y="43"/>
                </a:cubicBezTo>
                <a:cubicBezTo>
                  <a:pt x="37" y="43"/>
                  <a:pt x="36" y="42"/>
                  <a:pt x="36" y="42"/>
                </a:cubicBezTo>
                <a:cubicBezTo>
                  <a:pt x="36" y="38"/>
                  <a:pt x="36" y="38"/>
                  <a:pt x="36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31" y="38"/>
                  <a:pt x="31" y="37"/>
                  <a:pt x="31" y="37"/>
                </a:cubicBezTo>
                <a:cubicBezTo>
                  <a:pt x="31" y="36"/>
                  <a:pt x="31" y="35"/>
                  <a:pt x="32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1"/>
                  <a:pt x="36" y="31"/>
                  <a:pt x="36" y="31"/>
                </a:cubicBezTo>
                <a:cubicBezTo>
                  <a:pt x="36" y="31"/>
                  <a:pt x="37" y="30"/>
                  <a:pt x="37" y="30"/>
                </a:cubicBezTo>
                <a:cubicBezTo>
                  <a:pt x="38" y="30"/>
                  <a:pt x="38" y="31"/>
                  <a:pt x="38" y="31"/>
                </a:cubicBezTo>
                <a:cubicBezTo>
                  <a:pt x="38" y="35"/>
                  <a:pt x="38" y="35"/>
                  <a:pt x="38" y="35"/>
                </a:cubicBezTo>
                <a:cubicBezTo>
                  <a:pt x="42" y="35"/>
                  <a:pt x="42" y="35"/>
                  <a:pt x="42" y="35"/>
                </a:cubicBezTo>
                <a:close/>
                <a:moveTo>
                  <a:pt x="37" y="27"/>
                </a:moveTo>
                <a:cubicBezTo>
                  <a:pt x="37" y="27"/>
                  <a:pt x="37" y="27"/>
                  <a:pt x="37" y="27"/>
                </a:cubicBezTo>
                <a:cubicBezTo>
                  <a:pt x="32" y="27"/>
                  <a:pt x="27" y="31"/>
                  <a:pt x="27" y="37"/>
                </a:cubicBezTo>
                <a:cubicBezTo>
                  <a:pt x="27" y="42"/>
                  <a:pt x="32" y="46"/>
                  <a:pt x="37" y="46"/>
                </a:cubicBezTo>
                <a:cubicBezTo>
                  <a:pt x="42" y="46"/>
                  <a:pt x="47" y="42"/>
                  <a:pt x="47" y="37"/>
                </a:cubicBezTo>
                <a:cubicBezTo>
                  <a:pt x="47" y="31"/>
                  <a:pt x="42" y="27"/>
                  <a:pt x="37" y="2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72" name="Freeform 106">
            <a:extLst>
              <a:ext uri="{FF2B5EF4-FFF2-40B4-BE49-F238E27FC236}">
                <a16:creationId xmlns:a16="http://schemas.microsoft.com/office/drawing/2014/main" id="{FC6FC322-0A2D-28DC-24F0-404D68748709}"/>
              </a:ext>
            </a:extLst>
          </p:cNvPr>
          <p:cNvSpPr>
            <a:spLocks noEditPoints="1"/>
          </p:cNvSpPr>
          <p:nvPr/>
        </p:nvSpPr>
        <p:spPr bwMode="auto">
          <a:xfrm>
            <a:off x="2780702" y="2159447"/>
            <a:ext cx="218017" cy="211667"/>
          </a:xfrm>
          <a:custGeom>
            <a:avLst/>
            <a:gdLst>
              <a:gd name="T0" fmla="*/ 6412 w 51"/>
              <a:gd name="T1" fmla="*/ 158750 h 50"/>
              <a:gd name="T2" fmla="*/ 12825 w 51"/>
              <a:gd name="T3" fmla="*/ 127000 h 50"/>
              <a:gd name="T4" fmla="*/ 44886 w 51"/>
              <a:gd name="T5" fmla="*/ 114300 h 50"/>
              <a:gd name="T6" fmla="*/ 44886 w 51"/>
              <a:gd name="T7" fmla="*/ 114300 h 50"/>
              <a:gd name="T8" fmla="*/ 35268 w 51"/>
              <a:gd name="T9" fmla="*/ 95250 h 50"/>
              <a:gd name="T10" fmla="*/ 32061 w 51"/>
              <a:gd name="T11" fmla="*/ 88900 h 50"/>
              <a:gd name="T12" fmla="*/ 22443 w 51"/>
              <a:gd name="T13" fmla="*/ 76200 h 50"/>
              <a:gd name="T14" fmla="*/ 22443 w 51"/>
              <a:gd name="T15" fmla="*/ 60325 h 50"/>
              <a:gd name="T16" fmla="*/ 38474 w 51"/>
              <a:gd name="T17" fmla="*/ 6350 h 50"/>
              <a:gd name="T18" fmla="*/ 76947 w 51"/>
              <a:gd name="T19" fmla="*/ 0 h 50"/>
              <a:gd name="T20" fmla="*/ 109009 w 51"/>
              <a:gd name="T21" fmla="*/ 15875 h 50"/>
              <a:gd name="T22" fmla="*/ 118627 w 51"/>
              <a:gd name="T23" fmla="*/ 50800 h 50"/>
              <a:gd name="T24" fmla="*/ 118627 w 51"/>
              <a:gd name="T25" fmla="*/ 66675 h 50"/>
              <a:gd name="T26" fmla="*/ 118627 w 51"/>
              <a:gd name="T27" fmla="*/ 73025 h 50"/>
              <a:gd name="T28" fmla="*/ 153895 w 51"/>
              <a:gd name="T29" fmla="*/ 142875 h 50"/>
              <a:gd name="T30" fmla="*/ 160307 w 51"/>
              <a:gd name="T31" fmla="*/ 149225 h 50"/>
              <a:gd name="T32" fmla="*/ 150688 w 51"/>
              <a:gd name="T33" fmla="*/ 158750 h 50"/>
              <a:gd name="T34" fmla="*/ 144276 w 51"/>
              <a:gd name="T35" fmla="*/ 149225 h 50"/>
              <a:gd name="T36" fmla="*/ 73741 w 51"/>
              <a:gd name="T37" fmla="*/ 117475 h 50"/>
              <a:gd name="T38" fmla="*/ 105803 w 51"/>
              <a:gd name="T39" fmla="*/ 63500 h 50"/>
              <a:gd name="T40" fmla="*/ 105803 w 51"/>
              <a:gd name="T41" fmla="*/ 47625 h 50"/>
              <a:gd name="T42" fmla="*/ 99390 w 51"/>
              <a:gd name="T43" fmla="*/ 25400 h 50"/>
              <a:gd name="T44" fmla="*/ 92978 w 51"/>
              <a:gd name="T45" fmla="*/ 19050 h 50"/>
              <a:gd name="T46" fmla="*/ 80153 w 51"/>
              <a:gd name="T47" fmla="*/ 15875 h 50"/>
              <a:gd name="T48" fmla="*/ 64123 w 51"/>
              <a:gd name="T49" fmla="*/ 12700 h 50"/>
              <a:gd name="T50" fmla="*/ 35268 w 51"/>
              <a:gd name="T51" fmla="*/ 31750 h 50"/>
              <a:gd name="T52" fmla="*/ 35268 w 51"/>
              <a:gd name="T53" fmla="*/ 44450 h 50"/>
              <a:gd name="T54" fmla="*/ 35268 w 51"/>
              <a:gd name="T55" fmla="*/ 63500 h 50"/>
              <a:gd name="T56" fmla="*/ 35268 w 51"/>
              <a:gd name="T57" fmla="*/ 63500 h 50"/>
              <a:gd name="T58" fmla="*/ 38474 w 51"/>
              <a:gd name="T59" fmla="*/ 79375 h 50"/>
              <a:gd name="T60" fmla="*/ 38474 w 51"/>
              <a:gd name="T61" fmla="*/ 79375 h 50"/>
              <a:gd name="T62" fmla="*/ 38474 w 51"/>
              <a:gd name="T63" fmla="*/ 79375 h 50"/>
              <a:gd name="T64" fmla="*/ 54504 w 51"/>
              <a:gd name="T65" fmla="*/ 101600 h 50"/>
              <a:gd name="T66" fmla="*/ 57710 w 51"/>
              <a:gd name="T67" fmla="*/ 111125 h 50"/>
              <a:gd name="T68" fmla="*/ 51298 w 51"/>
              <a:gd name="T69" fmla="*/ 120650 h 50"/>
              <a:gd name="T70" fmla="*/ 19237 w 51"/>
              <a:gd name="T71" fmla="*/ 136525 h 50"/>
              <a:gd name="T72" fmla="*/ 102596 w 51"/>
              <a:gd name="T73" fmla="*/ 107950 h 50"/>
              <a:gd name="T74" fmla="*/ 96184 w 51"/>
              <a:gd name="T75" fmla="*/ 111125 h 50"/>
              <a:gd name="T76" fmla="*/ 109009 w 51"/>
              <a:gd name="T77" fmla="*/ 92075 h 50"/>
              <a:gd name="T78" fmla="*/ 112215 w 51"/>
              <a:gd name="T79" fmla="*/ 98425 h 50"/>
              <a:gd name="T80" fmla="*/ 134658 w 51"/>
              <a:gd name="T81" fmla="*/ 107950 h 50"/>
              <a:gd name="T82" fmla="*/ 137864 w 51"/>
              <a:gd name="T83" fmla="*/ 104775 h 50"/>
              <a:gd name="T84" fmla="*/ 144276 w 51"/>
              <a:gd name="T85" fmla="*/ 117475 h 50"/>
              <a:gd name="T86" fmla="*/ 128245 w 51"/>
              <a:gd name="T87" fmla="*/ 139700 h 50"/>
              <a:gd name="T88" fmla="*/ 115421 w 51"/>
              <a:gd name="T89" fmla="*/ 136525 h 50"/>
              <a:gd name="T90" fmla="*/ 125039 w 51"/>
              <a:gd name="T91" fmla="*/ 133350 h 50"/>
              <a:gd name="T92" fmla="*/ 134658 w 51"/>
              <a:gd name="T93" fmla="*/ 117475 h 50"/>
              <a:gd name="T94" fmla="*/ 118627 w 51"/>
              <a:gd name="T95" fmla="*/ 85725 h 50"/>
              <a:gd name="T96" fmla="*/ 86566 w 51"/>
              <a:gd name="T97" fmla="*/ 117475 h 50"/>
              <a:gd name="T98" fmla="*/ 147482 w 51"/>
              <a:gd name="T99" fmla="*/ 117475 h 50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1" h="50">
                <a:moveTo>
                  <a:pt x="4" y="48"/>
                </a:moveTo>
                <a:cubicBezTo>
                  <a:pt x="4" y="49"/>
                  <a:pt x="3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5"/>
                  <a:pt x="2" y="42"/>
                  <a:pt x="4" y="40"/>
                </a:cubicBezTo>
                <a:cubicBezTo>
                  <a:pt x="6" y="37"/>
                  <a:pt x="10" y="36"/>
                  <a:pt x="12" y="36"/>
                </a:cubicBezTo>
                <a:cubicBezTo>
                  <a:pt x="13" y="36"/>
                  <a:pt x="13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5"/>
                  <a:pt x="14" y="35"/>
                  <a:pt x="14" y="35"/>
                </a:cubicBezTo>
                <a:cubicBezTo>
                  <a:pt x="12" y="33"/>
                  <a:pt x="11" y="31"/>
                  <a:pt x="11" y="30"/>
                </a:cubicBezTo>
                <a:cubicBezTo>
                  <a:pt x="10" y="29"/>
                  <a:pt x="10" y="28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9" y="27"/>
                  <a:pt x="8" y="26"/>
                  <a:pt x="7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3"/>
                  <a:pt x="6" y="21"/>
                  <a:pt x="7" y="19"/>
                </a:cubicBezTo>
                <a:cubicBezTo>
                  <a:pt x="7" y="18"/>
                  <a:pt x="7" y="16"/>
                  <a:pt x="7" y="14"/>
                </a:cubicBezTo>
                <a:cubicBezTo>
                  <a:pt x="7" y="10"/>
                  <a:pt x="8" y="5"/>
                  <a:pt x="12" y="2"/>
                </a:cubicBezTo>
                <a:cubicBezTo>
                  <a:pt x="14" y="1"/>
                  <a:pt x="17" y="0"/>
                  <a:pt x="20" y="0"/>
                </a:cubicBezTo>
                <a:cubicBezTo>
                  <a:pt x="21" y="0"/>
                  <a:pt x="23" y="0"/>
                  <a:pt x="24" y="0"/>
                </a:cubicBezTo>
                <a:cubicBezTo>
                  <a:pt x="26" y="0"/>
                  <a:pt x="28" y="1"/>
                  <a:pt x="29" y="2"/>
                </a:cubicBezTo>
                <a:cubicBezTo>
                  <a:pt x="31" y="2"/>
                  <a:pt x="32" y="3"/>
                  <a:pt x="34" y="5"/>
                </a:cubicBezTo>
                <a:cubicBezTo>
                  <a:pt x="35" y="7"/>
                  <a:pt x="37" y="10"/>
                  <a:pt x="37" y="12"/>
                </a:cubicBezTo>
                <a:cubicBezTo>
                  <a:pt x="37" y="13"/>
                  <a:pt x="37" y="14"/>
                  <a:pt x="37" y="16"/>
                </a:cubicBezTo>
                <a:cubicBezTo>
                  <a:pt x="37" y="17"/>
                  <a:pt x="37" y="18"/>
                  <a:pt x="36" y="19"/>
                </a:cubicBezTo>
                <a:cubicBezTo>
                  <a:pt x="37" y="20"/>
                  <a:pt x="37" y="20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2"/>
                  <a:pt x="37" y="22"/>
                  <a:pt x="37" y="23"/>
                </a:cubicBezTo>
                <a:cubicBezTo>
                  <a:pt x="44" y="23"/>
                  <a:pt x="50" y="29"/>
                  <a:pt x="50" y="37"/>
                </a:cubicBezTo>
                <a:cubicBezTo>
                  <a:pt x="50" y="40"/>
                  <a:pt x="49" y="42"/>
                  <a:pt x="48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50" y="47"/>
                  <a:pt x="50" y="47"/>
                  <a:pt x="50" y="47"/>
                </a:cubicBezTo>
                <a:cubicBezTo>
                  <a:pt x="51" y="48"/>
                  <a:pt x="51" y="49"/>
                  <a:pt x="50" y="50"/>
                </a:cubicBezTo>
                <a:cubicBezTo>
                  <a:pt x="49" y="50"/>
                  <a:pt x="48" y="50"/>
                  <a:pt x="47" y="50"/>
                </a:cubicBezTo>
                <a:cubicBezTo>
                  <a:pt x="45" y="47"/>
                  <a:pt x="45" y="47"/>
                  <a:pt x="45" y="47"/>
                </a:cubicBezTo>
                <a:cubicBezTo>
                  <a:pt x="45" y="47"/>
                  <a:pt x="45" y="47"/>
                  <a:pt x="45" y="47"/>
                </a:cubicBezTo>
                <a:cubicBezTo>
                  <a:pt x="43" y="49"/>
                  <a:pt x="40" y="50"/>
                  <a:pt x="37" y="50"/>
                </a:cubicBezTo>
                <a:cubicBezTo>
                  <a:pt x="29" y="50"/>
                  <a:pt x="23" y="44"/>
                  <a:pt x="23" y="37"/>
                </a:cubicBezTo>
                <a:cubicBezTo>
                  <a:pt x="23" y="31"/>
                  <a:pt x="27" y="26"/>
                  <a:pt x="32" y="24"/>
                </a:cubicBezTo>
                <a:cubicBezTo>
                  <a:pt x="33" y="22"/>
                  <a:pt x="34" y="22"/>
                  <a:pt x="33" y="20"/>
                </a:cubicBezTo>
                <a:cubicBezTo>
                  <a:pt x="32" y="20"/>
                  <a:pt x="32" y="19"/>
                  <a:pt x="32" y="19"/>
                </a:cubicBezTo>
                <a:cubicBezTo>
                  <a:pt x="33" y="17"/>
                  <a:pt x="33" y="16"/>
                  <a:pt x="33" y="15"/>
                </a:cubicBezTo>
                <a:cubicBezTo>
                  <a:pt x="33" y="14"/>
                  <a:pt x="33" y="13"/>
                  <a:pt x="33" y="12"/>
                </a:cubicBezTo>
                <a:cubicBezTo>
                  <a:pt x="33" y="11"/>
                  <a:pt x="32" y="9"/>
                  <a:pt x="31" y="8"/>
                </a:cubicBezTo>
                <a:cubicBezTo>
                  <a:pt x="30" y="7"/>
                  <a:pt x="29" y="6"/>
                  <a:pt x="29" y="6"/>
                </a:cubicBezTo>
                <a:cubicBezTo>
                  <a:pt x="29" y="6"/>
                  <a:pt x="29" y="6"/>
                  <a:pt x="29" y="6"/>
                </a:cubicBezTo>
                <a:cubicBezTo>
                  <a:pt x="28" y="6"/>
                  <a:pt x="28" y="6"/>
                  <a:pt x="27" y="6"/>
                </a:cubicBezTo>
                <a:cubicBezTo>
                  <a:pt x="26" y="6"/>
                  <a:pt x="26" y="5"/>
                  <a:pt x="25" y="5"/>
                </a:cubicBezTo>
                <a:cubicBezTo>
                  <a:pt x="25" y="4"/>
                  <a:pt x="24" y="4"/>
                  <a:pt x="24" y="4"/>
                </a:cubicBezTo>
                <a:cubicBezTo>
                  <a:pt x="22" y="4"/>
                  <a:pt x="21" y="4"/>
                  <a:pt x="20" y="4"/>
                </a:cubicBezTo>
                <a:cubicBezTo>
                  <a:pt x="18" y="4"/>
                  <a:pt x="16" y="4"/>
                  <a:pt x="14" y="5"/>
                </a:cubicBezTo>
                <a:cubicBezTo>
                  <a:pt x="13" y="6"/>
                  <a:pt x="12" y="8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1"/>
                  <a:pt x="10" y="13"/>
                  <a:pt x="11" y="14"/>
                </a:cubicBezTo>
                <a:cubicBezTo>
                  <a:pt x="11" y="16"/>
                  <a:pt x="11" y="17"/>
                  <a:pt x="11" y="19"/>
                </a:cubicBezTo>
                <a:cubicBezTo>
                  <a:pt x="11" y="19"/>
                  <a:pt x="12" y="19"/>
                  <a:pt x="11" y="20"/>
                </a:cubicBezTo>
                <a:cubicBezTo>
                  <a:pt x="11" y="20"/>
                  <a:pt x="11" y="20"/>
                  <a:pt x="11" y="20"/>
                </a:cubicBezTo>
                <a:cubicBezTo>
                  <a:pt x="11" y="20"/>
                  <a:pt x="11" y="20"/>
                  <a:pt x="11" y="20"/>
                </a:cubicBezTo>
                <a:cubicBezTo>
                  <a:pt x="11" y="21"/>
                  <a:pt x="10" y="21"/>
                  <a:pt x="11" y="23"/>
                </a:cubicBezTo>
                <a:cubicBezTo>
                  <a:pt x="11" y="24"/>
                  <a:pt x="12" y="24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3" y="26"/>
                  <a:pt x="14" y="27"/>
                  <a:pt x="14" y="28"/>
                </a:cubicBezTo>
                <a:cubicBezTo>
                  <a:pt x="15" y="30"/>
                  <a:pt x="16" y="31"/>
                  <a:pt x="17" y="32"/>
                </a:cubicBezTo>
                <a:cubicBezTo>
                  <a:pt x="17" y="33"/>
                  <a:pt x="18" y="33"/>
                  <a:pt x="18" y="34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6"/>
                  <a:pt x="17" y="37"/>
                  <a:pt x="16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5" y="39"/>
                  <a:pt x="14" y="40"/>
                  <a:pt x="13" y="40"/>
                </a:cubicBezTo>
                <a:cubicBezTo>
                  <a:pt x="11" y="40"/>
                  <a:pt x="8" y="41"/>
                  <a:pt x="6" y="43"/>
                </a:cubicBezTo>
                <a:cubicBezTo>
                  <a:pt x="5" y="44"/>
                  <a:pt x="4" y="46"/>
                  <a:pt x="4" y="48"/>
                </a:cubicBezTo>
                <a:close/>
                <a:moveTo>
                  <a:pt x="32" y="34"/>
                </a:moveTo>
                <a:cubicBezTo>
                  <a:pt x="32" y="34"/>
                  <a:pt x="32" y="34"/>
                  <a:pt x="32" y="34"/>
                </a:cubicBezTo>
                <a:cubicBezTo>
                  <a:pt x="31" y="35"/>
                  <a:pt x="31" y="35"/>
                  <a:pt x="30" y="35"/>
                </a:cubicBezTo>
                <a:cubicBezTo>
                  <a:pt x="30" y="35"/>
                  <a:pt x="29" y="34"/>
                  <a:pt x="30" y="33"/>
                </a:cubicBezTo>
                <a:cubicBezTo>
                  <a:pt x="30" y="32"/>
                  <a:pt x="32" y="30"/>
                  <a:pt x="34" y="29"/>
                </a:cubicBezTo>
                <a:cubicBezTo>
                  <a:pt x="34" y="29"/>
                  <a:pt x="35" y="29"/>
                  <a:pt x="35" y="30"/>
                </a:cubicBezTo>
                <a:cubicBezTo>
                  <a:pt x="35" y="30"/>
                  <a:pt x="35" y="31"/>
                  <a:pt x="35" y="31"/>
                </a:cubicBezTo>
                <a:cubicBezTo>
                  <a:pt x="33" y="32"/>
                  <a:pt x="32" y="33"/>
                  <a:pt x="32" y="34"/>
                </a:cubicBezTo>
                <a:close/>
                <a:moveTo>
                  <a:pt x="42" y="34"/>
                </a:move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3"/>
                  <a:pt x="43" y="33"/>
                </a:cubicBezTo>
                <a:cubicBezTo>
                  <a:pt x="43" y="33"/>
                  <a:pt x="44" y="33"/>
                  <a:pt x="44" y="33"/>
                </a:cubicBezTo>
                <a:cubicBezTo>
                  <a:pt x="45" y="34"/>
                  <a:pt x="45" y="36"/>
                  <a:pt x="45" y="37"/>
                </a:cubicBezTo>
                <a:cubicBezTo>
                  <a:pt x="45" y="38"/>
                  <a:pt x="44" y="40"/>
                  <a:pt x="43" y="41"/>
                </a:cubicBezTo>
                <a:cubicBezTo>
                  <a:pt x="43" y="42"/>
                  <a:pt x="41" y="43"/>
                  <a:pt x="40" y="44"/>
                </a:cubicBezTo>
                <a:cubicBezTo>
                  <a:pt x="39" y="44"/>
                  <a:pt x="38" y="44"/>
                  <a:pt x="37" y="44"/>
                </a:cubicBezTo>
                <a:cubicBezTo>
                  <a:pt x="36" y="44"/>
                  <a:pt x="36" y="44"/>
                  <a:pt x="36" y="43"/>
                </a:cubicBezTo>
                <a:cubicBezTo>
                  <a:pt x="36" y="43"/>
                  <a:pt x="36" y="42"/>
                  <a:pt x="37" y="42"/>
                </a:cubicBezTo>
                <a:cubicBezTo>
                  <a:pt x="38" y="42"/>
                  <a:pt x="38" y="42"/>
                  <a:pt x="39" y="42"/>
                </a:cubicBezTo>
                <a:cubicBezTo>
                  <a:pt x="40" y="41"/>
                  <a:pt x="41" y="41"/>
                  <a:pt x="42" y="40"/>
                </a:cubicBezTo>
                <a:cubicBezTo>
                  <a:pt x="42" y="39"/>
                  <a:pt x="42" y="38"/>
                  <a:pt x="42" y="37"/>
                </a:cubicBezTo>
                <a:cubicBezTo>
                  <a:pt x="42" y="36"/>
                  <a:pt x="42" y="35"/>
                  <a:pt x="42" y="34"/>
                </a:cubicBezTo>
                <a:close/>
                <a:moveTo>
                  <a:pt x="37" y="27"/>
                </a:moveTo>
                <a:cubicBezTo>
                  <a:pt x="37" y="27"/>
                  <a:pt x="37" y="27"/>
                  <a:pt x="37" y="27"/>
                </a:cubicBezTo>
                <a:cubicBezTo>
                  <a:pt x="32" y="27"/>
                  <a:pt x="27" y="31"/>
                  <a:pt x="27" y="37"/>
                </a:cubicBezTo>
                <a:cubicBezTo>
                  <a:pt x="27" y="42"/>
                  <a:pt x="32" y="46"/>
                  <a:pt x="37" y="46"/>
                </a:cubicBezTo>
                <a:cubicBezTo>
                  <a:pt x="42" y="46"/>
                  <a:pt x="46" y="42"/>
                  <a:pt x="46" y="37"/>
                </a:cubicBezTo>
                <a:cubicBezTo>
                  <a:pt x="46" y="31"/>
                  <a:pt x="42" y="27"/>
                  <a:pt x="37" y="2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73" name="Freeform 107">
            <a:extLst>
              <a:ext uri="{FF2B5EF4-FFF2-40B4-BE49-F238E27FC236}">
                <a16:creationId xmlns:a16="http://schemas.microsoft.com/office/drawing/2014/main" id="{29CACB18-A9D7-F443-5AF3-664CC1E0A3C0}"/>
              </a:ext>
            </a:extLst>
          </p:cNvPr>
          <p:cNvSpPr>
            <a:spLocks/>
          </p:cNvSpPr>
          <p:nvPr/>
        </p:nvSpPr>
        <p:spPr bwMode="auto">
          <a:xfrm>
            <a:off x="3142652" y="2159447"/>
            <a:ext cx="241300" cy="211667"/>
          </a:xfrm>
          <a:custGeom>
            <a:avLst/>
            <a:gdLst>
              <a:gd name="T0" fmla="*/ 123825 w 57"/>
              <a:gd name="T1" fmla="*/ 152400 h 50"/>
              <a:gd name="T2" fmla="*/ 85725 w 57"/>
              <a:gd name="T3" fmla="*/ 120650 h 50"/>
              <a:gd name="T4" fmla="*/ 82550 w 57"/>
              <a:gd name="T5" fmla="*/ 107950 h 50"/>
              <a:gd name="T6" fmla="*/ 98425 w 57"/>
              <a:gd name="T7" fmla="*/ 79375 h 50"/>
              <a:gd name="T8" fmla="*/ 98425 w 57"/>
              <a:gd name="T9" fmla="*/ 79375 h 50"/>
              <a:gd name="T10" fmla="*/ 101600 w 57"/>
              <a:gd name="T11" fmla="*/ 66675 h 50"/>
              <a:gd name="T12" fmla="*/ 101600 w 57"/>
              <a:gd name="T13" fmla="*/ 60325 h 50"/>
              <a:gd name="T14" fmla="*/ 104775 w 57"/>
              <a:gd name="T15" fmla="*/ 38100 h 50"/>
              <a:gd name="T16" fmla="*/ 85725 w 57"/>
              <a:gd name="T17" fmla="*/ 19050 h 50"/>
              <a:gd name="T18" fmla="*/ 63500 w 57"/>
              <a:gd name="T19" fmla="*/ 12700 h 50"/>
              <a:gd name="T20" fmla="*/ 34925 w 57"/>
              <a:gd name="T21" fmla="*/ 31750 h 50"/>
              <a:gd name="T22" fmla="*/ 34925 w 57"/>
              <a:gd name="T23" fmla="*/ 60325 h 50"/>
              <a:gd name="T24" fmla="*/ 34925 w 57"/>
              <a:gd name="T25" fmla="*/ 66675 h 50"/>
              <a:gd name="T26" fmla="*/ 31750 w 57"/>
              <a:gd name="T27" fmla="*/ 73025 h 50"/>
              <a:gd name="T28" fmla="*/ 38100 w 57"/>
              <a:gd name="T29" fmla="*/ 79375 h 50"/>
              <a:gd name="T30" fmla="*/ 53975 w 57"/>
              <a:gd name="T31" fmla="*/ 101600 h 50"/>
              <a:gd name="T32" fmla="*/ 57150 w 57"/>
              <a:gd name="T33" fmla="*/ 111125 h 50"/>
              <a:gd name="T34" fmla="*/ 19050 w 57"/>
              <a:gd name="T35" fmla="*/ 136525 h 50"/>
              <a:gd name="T36" fmla="*/ 0 w 57"/>
              <a:gd name="T37" fmla="*/ 152400 h 50"/>
              <a:gd name="T38" fmla="*/ 41275 w 57"/>
              <a:gd name="T39" fmla="*/ 114300 h 50"/>
              <a:gd name="T40" fmla="*/ 28575 w 57"/>
              <a:gd name="T41" fmla="*/ 88900 h 50"/>
              <a:gd name="T42" fmla="*/ 28575 w 57"/>
              <a:gd name="T43" fmla="*/ 88900 h 50"/>
              <a:gd name="T44" fmla="*/ 19050 w 57"/>
              <a:gd name="T45" fmla="*/ 47625 h 50"/>
              <a:gd name="T46" fmla="*/ 63500 w 57"/>
              <a:gd name="T47" fmla="*/ 0 h 50"/>
              <a:gd name="T48" fmla="*/ 104775 w 57"/>
              <a:gd name="T49" fmla="*/ 15875 h 50"/>
              <a:gd name="T50" fmla="*/ 123825 w 57"/>
              <a:gd name="T51" fmla="*/ 25400 h 50"/>
              <a:gd name="T52" fmla="*/ 161925 w 57"/>
              <a:gd name="T53" fmla="*/ 57150 h 50"/>
              <a:gd name="T54" fmla="*/ 161925 w 57"/>
              <a:gd name="T55" fmla="*/ 92075 h 50"/>
              <a:gd name="T56" fmla="*/ 142875 w 57"/>
              <a:gd name="T57" fmla="*/ 117475 h 50"/>
              <a:gd name="T58" fmla="*/ 171450 w 57"/>
              <a:gd name="T59" fmla="*/ 130175 h 50"/>
              <a:gd name="T60" fmla="*/ 168275 w 57"/>
              <a:gd name="T61" fmla="*/ 152400 h 50"/>
              <a:gd name="T62" fmla="*/ 146050 w 57"/>
              <a:gd name="T63" fmla="*/ 133350 h 50"/>
              <a:gd name="T64" fmla="*/ 133350 w 57"/>
              <a:gd name="T65" fmla="*/ 111125 h 50"/>
              <a:gd name="T66" fmla="*/ 146050 w 57"/>
              <a:gd name="T67" fmla="*/ 92075 h 50"/>
              <a:gd name="T68" fmla="*/ 149225 w 57"/>
              <a:gd name="T69" fmla="*/ 85725 h 50"/>
              <a:gd name="T70" fmla="*/ 149225 w 57"/>
              <a:gd name="T71" fmla="*/ 66675 h 50"/>
              <a:gd name="T72" fmla="*/ 139700 w 57"/>
              <a:gd name="T73" fmla="*/ 44450 h 50"/>
              <a:gd name="T74" fmla="*/ 130175 w 57"/>
              <a:gd name="T75" fmla="*/ 41275 h 50"/>
              <a:gd name="T76" fmla="*/ 120650 w 57"/>
              <a:gd name="T77" fmla="*/ 38100 h 50"/>
              <a:gd name="T78" fmla="*/ 117475 w 57"/>
              <a:gd name="T79" fmla="*/ 38100 h 50"/>
              <a:gd name="T80" fmla="*/ 107950 w 57"/>
              <a:gd name="T81" fmla="*/ 88900 h 50"/>
              <a:gd name="T82" fmla="*/ 107950 w 57"/>
              <a:gd name="T83" fmla="*/ 88900 h 50"/>
              <a:gd name="T84" fmla="*/ 92075 w 57"/>
              <a:gd name="T85" fmla="*/ 111125 h 50"/>
              <a:gd name="T86" fmla="*/ 95250 w 57"/>
              <a:gd name="T87" fmla="*/ 114300 h 50"/>
              <a:gd name="T88" fmla="*/ 136525 w 57"/>
              <a:gd name="T89" fmla="*/ 152400 h 5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7" h="50">
                <a:moveTo>
                  <a:pt x="43" y="48"/>
                </a:moveTo>
                <a:cubicBezTo>
                  <a:pt x="43" y="49"/>
                  <a:pt x="42" y="50"/>
                  <a:pt x="41" y="50"/>
                </a:cubicBezTo>
                <a:cubicBezTo>
                  <a:pt x="40" y="50"/>
                  <a:pt x="39" y="49"/>
                  <a:pt x="39" y="48"/>
                </a:cubicBezTo>
                <a:cubicBezTo>
                  <a:pt x="39" y="46"/>
                  <a:pt x="39" y="44"/>
                  <a:pt x="37" y="43"/>
                </a:cubicBezTo>
                <a:cubicBezTo>
                  <a:pt x="35" y="41"/>
                  <a:pt x="32" y="40"/>
                  <a:pt x="31" y="40"/>
                </a:cubicBezTo>
                <a:cubicBezTo>
                  <a:pt x="29" y="40"/>
                  <a:pt x="28" y="39"/>
                  <a:pt x="27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6" y="37"/>
                  <a:pt x="26" y="36"/>
                  <a:pt x="26" y="35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3"/>
                  <a:pt x="26" y="33"/>
                  <a:pt x="27" y="32"/>
                </a:cubicBezTo>
                <a:cubicBezTo>
                  <a:pt x="28" y="31"/>
                  <a:pt x="29" y="30"/>
                  <a:pt x="29" y="28"/>
                </a:cubicBezTo>
                <a:cubicBezTo>
                  <a:pt x="30" y="27"/>
                  <a:pt x="30" y="26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5"/>
                  <a:pt x="32" y="24"/>
                  <a:pt x="33" y="23"/>
                </a:cubicBezTo>
                <a:cubicBezTo>
                  <a:pt x="33" y="22"/>
                  <a:pt x="33" y="21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2" y="19"/>
                  <a:pt x="32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7"/>
                  <a:pt x="33" y="16"/>
                  <a:pt x="33" y="15"/>
                </a:cubicBezTo>
                <a:cubicBezTo>
                  <a:pt x="33" y="14"/>
                  <a:pt x="33" y="13"/>
                  <a:pt x="33" y="12"/>
                </a:cubicBezTo>
                <a:cubicBezTo>
                  <a:pt x="33" y="12"/>
                  <a:pt x="33" y="12"/>
                  <a:pt x="33" y="12"/>
                </a:cubicBezTo>
                <a:cubicBezTo>
                  <a:pt x="33" y="11"/>
                  <a:pt x="32" y="9"/>
                  <a:pt x="30" y="8"/>
                </a:cubicBezTo>
                <a:cubicBezTo>
                  <a:pt x="30" y="7"/>
                  <a:pt x="29" y="6"/>
                  <a:pt x="28" y="6"/>
                </a:cubicBezTo>
                <a:cubicBezTo>
                  <a:pt x="28" y="6"/>
                  <a:pt x="27" y="6"/>
                  <a:pt x="27" y="6"/>
                </a:cubicBezTo>
                <a:cubicBezTo>
                  <a:pt x="26" y="6"/>
                  <a:pt x="25" y="5"/>
                  <a:pt x="25" y="5"/>
                </a:cubicBezTo>
                <a:cubicBezTo>
                  <a:pt x="25" y="4"/>
                  <a:pt x="24" y="4"/>
                  <a:pt x="23" y="4"/>
                </a:cubicBezTo>
                <a:cubicBezTo>
                  <a:pt x="22" y="4"/>
                  <a:pt x="21" y="4"/>
                  <a:pt x="20" y="4"/>
                </a:cubicBezTo>
                <a:cubicBezTo>
                  <a:pt x="18" y="4"/>
                  <a:pt x="16" y="4"/>
                  <a:pt x="14" y="5"/>
                </a:cubicBezTo>
                <a:cubicBezTo>
                  <a:pt x="13" y="6"/>
                  <a:pt x="12" y="8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0" y="11"/>
                  <a:pt x="10" y="13"/>
                  <a:pt x="10" y="15"/>
                </a:cubicBezTo>
                <a:cubicBezTo>
                  <a:pt x="10" y="16"/>
                  <a:pt x="10" y="17"/>
                  <a:pt x="11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20"/>
                  <a:pt x="11" y="20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0" y="21"/>
                  <a:pt x="10" y="22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1" y="24"/>
                  <a:pt x="11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3" y="26"/>
                  <a:pt x="13" y="27"/>
                  <a:pt x="14" y="28"/>
                </a:cubicBezTo>
                <a:cubicBezTo>
                  <a:pt x="14" y="30"/>
                  <a:pt x="15" y="32"/>
                  <a:pt x="17" y="32"/>
                </a:cubicBezTo>
                <a:cubicBezTo>
                  <a:pt x="17" y="33"/>
                  <a:pt x="18" y="33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6"/>
                  <a:pt x="17" y="37"/>
                  <a:pt x="16" y="38"/>
                </a:cubicBezTo>
                <a:cubicBezTo>
                  <a:pt x="15" y="39"/>
                  <a:pt x="14" y="40"/>
                  <a:pt x="12" y="40"/>
                </a:cubicBezTo>
                <a:cubicBezTo>
                  <a:pt x="11" y="40"/>
                  <a:pt x="8" y="41"/>
                  <a:pt x="6" y="43"/>
                </a:cubicBezTo>
                <a:cubicBezTo>
                  <a:pt x="5" y="44"/>
                  <a:pt x="4" y="46"/>
                  <a:pt x="4" y="48"/>
                </a:cubicBezTo>
                <a:cubicBezTo>
                  <a:pt x="4" y="49"/>
                  <a:pt x="3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5"/>
                  <a:pt x="1" y="42"/>
                  <a:pt x="3" y="40"/>
                </a:cubicBezTo>
                <a:cubicBezTo>
                  <a:pt x="6" y="37"/>
                  <a:pt x="10" y="36"/>
                  <a:pt x="12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5"/>
                  <a:pt x="14" y="35"/>
                  <a:pt x="14" y="35"/>
                </a:cubicBezTo>
                <a:cubicBezTo>
                  <a:pt x="12" y="34"/>
                  <a:pt x="11" y="31"/>
                  <a:pt x="10" y="30"/>
                </a:cubicBezTo>
                <a:cubicBezTo>
                  <a:pt x="10" y="29"/>
                  <a:pt x="10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7" y="26"/>
                  <a:pt x="5" y="22"/>
                  <a:pt x="7" y="19"/>
                </a:cubicBezTo>
                <a:cubicBezTo>
                  <a:pt x="7" y="18"/>
                  <a:pt x="6" y="16"/>
                  <a:pt x="6" y="15"/>
                </a:cubicBezTo>
                <a:cubicBezTo>
                  <a:pt x="6" y="13"/>
                  <a:pt x="7" y="10"/>
                  <a:pt x="7" y="8"/>
                </a:cubicBezTo>
                <a:cubicBezTo>
                  <a:pt x="8" y="6"/>
                  <a:pt x="10" y="4"/>
                  <a:pt x="12" y="2"/>
                </a:cubicBezTo>
                <a:cubicBezTo>
                  <a:pt x="14" y="1"/>
                  <a:pt x="17" y="0"/>
                  <a:pt x="20" y="0"/>
                </a:cubicBezTo>
                <a:cubicBezTo>
                  <a:pt x="21" y="0"/>
                  <a:pt x="22" y="0"/>
                  <a:pt x="24" y="0"/>
                </a:cubicBezTo>
                <a:cubicBezTo>
                  <a:pt x="26" y="1"/>
                  <a:pt x="27" y="1"/>
                  <a:pt x="28" y="3"/>
                </a:cubicBezTo>
                <a:cubicBezTo>
                  <a:pt x="30" y="2"/>
                  <a:pt x="32" y="4"/>
                  <a:pt x="33" y="5"/>
                </a:cubicBezTo>
                <a:cubicBezTo>
                  <a:pt x="34" y="6"/>
                  <a:pt x="35" y="7"/>
                  <a:pt x="35" y="8"/>
                </a:cubicBezTo>
                <a:cubicBezTo>
                  <a:pt x="36" y="7"/>
                  <a:pt x="38" y="8"/>
                  <a:pt x="39" y="8"/>
                </a:cubicBezTo>
                <a:cubicBezTo>
                  <a:pt x="39" y="8"/>
                  <a:pt x="39" y="8"/>
                  <a:pt x="39" y="8"/>
                </a:cubicBezTo>
                <a:cubicBezTo>
                  <a:pt x="41" y="8"/>
                  <a:pt x="43" y="9"/>
                  <a:pt x="44" y="10"/>
                </a:cubicBezTo>
                <a:cubicBezTo>
                  <a:pt x="46" y="10"/>
                  <a:pt x="47" y="11"/>
                  <a:pt x="49" y="13"/>
                </a:cubicBezTo>
                <a:cubicBezTo>
                  <a:pt x="50" y="14"/>
                  <a:pt x="51" y="17"/>
                  <a:pt x="51" y="18"/>
                </a:cubicBezTo>
                <a:cubicBezTo>
                  <a:pt x="51" y="20"/>
                  <a:pt x="51" y="21"/>
                  <a:pt x="51" y="22"/>
                </a:cubicBezTo>
                <a:cubicBezTo>
                  <a:pt x="51" y="23"/>
                  <a:pt x="51" y="23"/>
                  <a:pt x="51" y="24"/>
                </a:cubicBezTo>
                <a:cubicBezTo>
                  <a:pt x="51" y="25"/>
                  <a:pt x="51" y="27"/>
                  <a:pt x="51" y="29"/>
                </a:cubicBezTo>
                <a:cubicBezTo>
                  <a:pt x="50" y="30"/>
                  <a:pt x="50" y="31"/>
                  <a:pt x="49" y="32"/>
                </a:cubicBezTo>
                <a:cubicBezTo>
                  <a:pt x="48" y="32"/>
                  <a:pt x="48" y="33"/>
                  <a:pt x="48" y="33"/>
                </a:cubicBezTo>
                <a:cubicBezTo>
                  <a:pt x="47" y="34"/>
                  <a:pt x="47" y="36"/>
                  <a:pt x="45" y="37"/>
                </a:cubicBezTo>
                <a:cubicBezTo>
                  <a:pt x="46" y="37"/>
                  <a:pt x="46" y="38"/>
                  <a:pt x="46" y="38"/>
                </a:cubicBezTo>
                <a:cubicBezTo>
                  <a:pt x="46" y="38"/>
                  <a:pt x="46" y="38"/>
                  <a:pt x="46" y="38"/>
                </a:cubicBezTo>
                <a:cubicBezTo>
                  <a:pt x="48" y="38"/>
                  <a:pt x="52" y="39"/>
                  <a:pt x="54" y="41"/>
                </a:cubicBezTo>
                <a:cubicBezTo>
                  <a:pt x="56" y="43"/>
                  <a:pt x="57" y="45"/>
                  <a:pt x="57" y="48"/>
                </a:cubicBezTo>
                <a:cubicBezTo>
                  <a:pt x="57" y="49"/>
                  <a:pt x="56" y="50"/>
                  <a:pt x="55" y="50"/>
                </a:cubicBezTo>
                <a:cubicBezTo>
                  <a:pt x="54" y="50"/>
                  <a:pt x="53" y="49"/>
                  <a:pt x="53" y="48"/>
                </a:cubicBezTo>
                <a:cubicBezTo>
                  <a:pt x="53" y="46"/>
                  <a:pt x="52" y="45"/>
                  <a:pt x="51" y="44"/>
                </a:cubicBezTo>
                <a:cubicBezTo>
                  <a:pt x="50" y="43"/>
                  <a:pt x="47" y="42"/>
                  <a:pt x="46" y="42"/>
                </a:cubicBezTo>
                <a:cubicBezTo>
                  <a:pt x="46" y="42"/>
                  <a:pt x="46" y="42"/>
                  <a:pt x="46" y="42"/>
                </a:cubicBezTo>
                <a:cubicBezTo>
                  <a:pt x="45" y="42"/>
                  <a:pt x="43" y="41"/>
                  <a:pt x="43" y="40"/>
                </a:cubicBezTo>
                <a:cubicBezTo>
                  <a:pt x="42" y="39"/>
                  <a:pt x="42" y="38"/>
                  <a:pt x="42" y="36"/>
                </a:cubicBezTo>
                <a:cubicBezTo>
                  <a:pt x="42" y="36"/>
                  <a:pt x="42" y="35"/>
                  <a:pt x="42" y="35"/>
                </a:cubicBezTo>
                <a:cubicBezTo>
                  <a:pt x="43" y="34"/>
                  <a:pt x="44" y="33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5" y="31"/>
                  <a:pt x="45" y="30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7" y="28"/>
                  <a:pt x="47" y="27"/>
                </a:cubicBezTo>
                <a:cubicBezTo>
                  <a:pt x="47" y="27"/>
                  <a:pt x="47" y="26"/>
                  <a:pt x="47" y="26"/>
                </a:cubicBezTo>
                <a:cubicBezTo>
                  <a:pt x="47" y="26"/>
                  <a:pt x="47" y="25"/>
                  <a:pt x="47" y="25"/>
                </a:cubicBezTo>
                <a:cubicBezTo>
                  <a:pt x="47" y="24"/>
                  <a:pt x="47" y="22"/>
                  <a:pt x="47" y="21"/>
                </a:cubicBezTo>
                <a:cubicBezTo>
                  <a:pt x="47" y="21"/>
                  <a:pt x="48" y="20"/>
                  <a:pt x="47" y="19"/>
                </a:cubicBezTo>
                <a:cubicBezTo>
                  <a:pt x="47" y="18"/>
                  <a:pt x="47" y="16"/>
                  <a:pt x="46" y="15"/>
                </a:cubicBezTo>
                <a:cubicBezTo>
                  <a:pt x="45" y="14"/>
                  <a:pt x="45" y="14"/>
                  <a:pt x="44" y="14"/>
                </a:cubicBezTo>
                <a:cubicBezTo>
                  <a:pt x="44" y="14"/>
                  <a:pt x="43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1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2"/>
                  <a:pt x="40" y="12"/>
                  <a:pt x="38" y="12"/>
                </a:cubicBezTo>
                <a:cubicBezTo>
                  <a:pt x="38" y="12"/>
                  <a:pt x="38" y="12"/>
                  <a:pt x="38" y="12"/>
                </a:cubicBezTo>
                <a:cubicBezTo>
                  <a:pt x="38" y="11"/>
                  <a:pt x="37" y="11"/>
                  <a:pt x="36" y="11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3"/>
                  <a:pt x="37" y="14"/>
                  <a:pt x="37" y="16"/>
                </a:cubicBezTo>
                <a:cubicBezTo>
                  <a:pt x="36" y="17"/>
                  <a:pt x="36" y="18"/>
                  <a:pt x="36" y="19"/>
                </a:cubicBezTo>
                <a:cubicBezTo>
                  <a:pt x="38" y="22"/>
                  <a:pt x="36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3" y="28"/>
                  <a:pt x="33" y="29"/>
                  <a:pt x="33" y="30"/>
                </a:cubicBezTo>
                <a:cubicBezTo>
                  <a:pt x="32" y="31"/>
                  <a:pt x="31" y="33"/>
                  <a:pt x="29" y="35"/>
                </a:cubicBezTo>
                <a:cubicBezTo>
                  <a:pt x="30" y="35"/>
                  <a:pt x="30" y="35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1" y="36"/>
                  <a:pt x="31" y="36"/>
                </a:cubicBezTo>
                <a:cubicBezTo>
                  <a:pt x="33" y="36"/>
                  <a:pt x="37" y="37"/>
                  <a:pt x="40" y="40"/>
                </a:cubicBezTo>
                <a:cubicBezTo>
                  <a:pt x="42" y="42"/>
                  <a:pt x="43" y="45"/>
                  <a:pt x="43" y="4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74" name="Freeform 108">
            <a:extLst>
              <a:ext uri="{FF2B5EF4-FFF2-40B4-BE49-F238E27FC236}">
                <a16:creationId xmlns:a16="http://schemas.microsoft.com/office/drawing/2014/main" id="{071FD26C-1B0D-4DE9-3828-F293B602E67E}"/>
              </a:ext>
            </a:extLst>
          </p:cNvPr>
          <p:cNvSpPr>
            <a:spLocks noEditPoints="1"/>
          </p:cNvSpPr>
          <p:nvPr/>
        </p:nvSpPr>
        <p:spPr bwMode="auto">
          <a:xfrm>
            <a:off x="2403934" y="2593365"/>
            <a:ext cx="211667" cy="186267"/>
          </a:xfrm>
          <a:custGeom>
            <a:avLst/>
            <a:gdLst>
              <a:gd name="T0" fmla="*/ 130175 w 50"/>
              <a:gd name="T1" fmla="*/ 22225 h 44"/>
              <a:gd name="T2" fmla="*/ 19050 w 50"/>
              <a:gd name="T3" fmla="*/ 63500 h 44"/>
              <a:gd name="T4" fmla="*/ 9525 w 50"/>
              <a:gd name="T5" fmla="*/ 76200 h 44"/>
              <a:gd name="T6" fmla="*/ 19050 w 50"/>
              <a:gd name="T7" fmla="*/ 76200 h 44"/>
              <a:gd name="T8" fmla="*/ 136525 w 50"/>
              <a:gd name="T9" fmla="*/ 123825 h 44"/>
              <a:gd name="T10" fmla="*/ 139700 w 50"/>
              <a:gd name="T11" fmla="*/ 127000 h 44"/>
              <a:gd name="T12" fmla="*/ 142875 w 50"/>
              <a:gd name="T13" fmla="*/ 127000 h 44"/>
              <a:gd name="T14" fmla="*/ 146050 w 50"/>
              <a:gd name="T15" fmla="*/ 127000 h 44"/>
              <a:gd name="T16" fmla="*/ 146050 w 50"/>
              <a:gd name="T17" fmla="*/ 123825 h 44"/>
              <a:gd name="T18" fmla="*/ 146050 w 50"/>
              <a:gd name="T19" fmla="*/ 12700 h 44"/>
              <a:gd name="T20" fmla="*/ 142875 w 50"/>
              <a:gd name="T21" fmla="*/ 12700 h 44"/>
              <a:gd name="T22" fmla="*/ 139700 w 50"/>
              <a:gd name="T23" fmla="*/ 12700 h 44"/>
              <a:gd name="T24" fmla="*/ 136525 w 50"/>
              <a:gd name="T25" fmla="*/ 12700 h 44"/>
              <a:gd name="T26" fmla="*/ 136525 w 50"/>
              <a:gd name="T27" fmla="*/ 12700 h 44"/>
              <a:gd name="T28" fmla="*/ 136525 w 50"/>
              <a:gd name="T29" fmla="*/ 123825 h 44"/>
              <a:gd name="T30" fmla="*/ 117475 w 50"/>
              <a:gd name="T31" fmla="*/ 31750 h 44"/>
              <a:gd name="T32" fmla="*/ 120650 w 50"/>
              <a:gd name="T33" fmla="*/ 38100 h 44"/>
              <a:gd name="T34" fmla="*/ 31750 w 50"/>
              <a:gd name="T35" fmla="*/ 66675 h 44"/>
              <a:gd name="T36" fmla="*/ 117475 w 50"/>
              <a:gd name="T37" fmla="*/ 31750 h 44"/>
              <a:gd name="T38" fmla="*/ 41275 w 50"/>
              <a:gd name="T39" fmla="*/ 98425 h 44"/>
              <a:gd name="T40" fmla="*/ 41275 w 50"/>
              <a:gd name="T41" fmla="*/ 107950 h 44"/>
              <a:gd name="T42" fmla="*/ 73025 w 50"/>
              <a:gd name="T43" fmla="*/ 120650 h 44"/>
              <a:gd name="T44" fmla="*/ 79375 w 50"/>
              <a:gd name="T45" fmla="*/ 120650 h 44"/>
              <a:gd name="T46" fmla="*/ 82550 w 50"/>
              <a:gd name="T47" fmla="*/ 117475 h 44"/>
              <a:gd name="T48" fmla="*/ 82550 w 50"/>
              <a:gd name="T49" fmla="*/ 114300 h 44"/>
              <a:gd name="T50" fmla="*/ 95250 w 50"/>
              <a:gd name="T51" fmla="*/ 117475 h 44"/>
              <a:gd name="T52" fmla="*/ 92075 w 50"/>
              <a:gd name="T53" fmla="*/ 123825 h 44"/>
              <a:gd name="T54" fmla="*/ 82550 w 50"/>
              <a:gd name="T55" fmla="*/ 133350 h 44"/>
              <a:gd name="T56" fmla="*/ 69850 w 50"/>
              <a:gd name="T57" fmla="*/ 133350 h 44"/>
              <a:gd name="T58" fmla="*/ 38100 w 50"/>
              <a:gd name="T59" fmla="*/ 120650 h 44"/>
              <a:gd name="T60" fmla="*/ 28575 w 50"/>
              <a:gd name="T61" fmla="*/ 98425 h 44"/>
              <a:gd name="T62" fmla="*/ 15875 w 50"/>
              <a:gd name="T63" fmla="*/ 88900 h 44"/>
              <a:gd name="T64" fmla="*/ 0 w 50"/>
              <a:gd name="T65" fmla="*/ 85725 h 44"/>
              <a:gd name="T66" fmla="*/ 0 w 50"/>
              <a:gd name="T67" fmla="*/ 76200 h 44"/>
              <a:gd name="T68" fmla="*/ 0 w 50"/>
              <a:gd name="T69" fmla="*/ 53975 h 44"/>
              <a:gd name="T70" fmla="*/ 9525 w 50"/>
              <a:gd name="T71" fmla="*/ 50800 h 44"/>
              <a:gd name="T72" fmla="*/ 127000 w 50"/>
              <a:gd name="T73" fmla="*/ 9525 h 44"/>
              <a:gd name="T74" fmla="*/ 130175 w 50"/>
              <a:gd name="T75" fmla="*/ 3175 h 44"/>
              <a:gd name="T76" fmla="*/ 142875 w 50"/>
              <a:gd name="T77" fmla="*/ 0 h 44"/>
              <a:gd name="T78" fmla="*/ 155575 w 50"/>
              <a:gd name="T79" fmla="*/ 3175 h 44"/>
              <a:gd name="T80" fmla="*/ 158750 w 50"/>
              <a:gd name="T81" fmla="*/ 123825 h 44"/>
              <a:gd name="T82" fmla="*/ 152400 w 50"/>
              <a:gd name="T83" fmla="*/ 136525 h 44"/>
              <a:gd name="T84" fmla="*/ 142875 w 50"/>
              <a:gd name="T85" fmla="*/ 139700 h 44"/>
              <a:gd name="T86" fmla="*/ 130175 w 50"/>
              <a:gd name="T87" fmla="*/ 133350 h 44"/>
              <a:gd name="T88" fmla="*/ 95250 w 50"/>
              <a:gd name="T89" fmla="*/ 117475 h 44"/>
              <a:gd name="T90" fmla="*/ 130175 w 50"/>
              <a:gd name="T91" fmla="*/ 3175 h 44"/>
              <a:gd name="T92" fmla="*/ 130175 w 50"/>
              <a:gd name="T93" fmla="*/ 3175 h 4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44">
                <a:moveTo>
                  <a:pt x="41" y="37"/>
                </a:moveTo>
                <a:cubicBezTo>
                  <a:pt x="41" y="7"/>
                  <a:pt x="41" y="7"/>
                  <a:pt x="41" y="7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20"/>
                  <a:pt x="6" y="20"/>
                  <a:pt x="6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4"/>
                  <a:pt x="3" y="24"/>
                  <a:pt x="3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18" y="28"/>
                  <a:pt x="29" y="33"/>
                  <a:pt x="41" y="37"/>
                </a:cubicBezTo>
                <a:close/>
                <a:moveTo>
                  <a:pt x="43" y="39"/>
                </a:moveTo>
                <a:cubicBezTo>
                  <a:pt x="43" y="39"/>
                  <a:pt x="43" y="39"/>
                  <a:pt x="43" y="39"/>
                </a:cubicBezTo>
                <a:cubicBezTo>
                  <a:pt x="43" y="40"/>
                  <a:pt x="43" y="40"/>
                  <a:pt x="44" y="40"/>
                </a:cubicBezTo>
                <a:cubicBezTo>
                  <a:pt x="44" y="40"/>
                  <a:pt x="44" y="40"/>
                  <a:pt x="44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6" y="40"/>
                  <a:pt x="46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40"/>
                  <a:pt x="46" y="40"/>
                  <a:pt x="46" y="39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5" y="4"/>
                  <a:pt x="45" y="4"/>
                </a:cubicBezTo>
                <a:cubicBezTo>
                  <a:pt x="44" y="4"/>
                  <a:pt x="44" y="4"/>
                  <a:pt x="44" y="4"/>
                </a:cubicBezTo>
                <a:cubicBezTo>
                  <a:pt x="44" y="4"/>
                  <a:pt x="44" y="4"/>
                  <a:pt x="44" y="4"/>
                </a:cubicBezTo>
                <a:cubicBezTo>
                  <a:pt x="44" y="4"/>
                  <a:pt x="44" y="4"/>
                  <a:pt x="44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5"/>
                  <a:pt x="43" y="5"/>
                  <a:pt x="43" y="5"/>
                </a:cubicBezTo>
                <a:cubicBezTo>
                  <a:pt x="43" y="16"/>
                  <a:pt x="43" y="28"/>
                  <a:pt x="43" y="39"/>
                </a:cubicBezTo>
                <a:close/>
                <a:moveTo>
                  <a:pt x="37" y="10"/>
                </a:move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9" y="10"/>
                  <a:pt x="39" y="11"/>
                </a:cubicBezTo>
                <a:cubicBezTo>
                  <a:pt x="39" y="11"/>
                  <a:pt x="39" y="12"/>
                  <a:pt x="38" y="12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0" y="22"/>
                  <a:pt x="10" y="21"/>
                </a:cubicBezTo>
                <a:cubicBezTo>
                  <a:pt x="10" y="21"/>
                  <a:pt x="10" y="20"/>
                  <a:pt x="11" y="20"/>
                </a:cubicBezTo>
                <a:cubicBezTo>
                  <a:pt x="37" y="10"/>
                  <a:pt x="37" y="10"/>
                  <a:pt x="37" y="10"/>
                </a:cubicBezTo>
                <a:close/>
                <a:moveTo>
                  <a:pt x="13" y="31"/>
                </a:moveTo>
                <a:cubicBezTo>
                  <a:pt x="13" y="31"/>
                  <a:pt x="13" y="31"/>
                  <a:pt x="13" y="31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3"/>
                  <a:pt x="13" y="33"/>
                  <a:pt x="13" y="34"/>
                </a:cubicBezTo>
                <a:cubicBezTo>
                  <a:pt x="13" y="34"/>
                  <a:pt x="13" y="35"/>
                  <a:pt x="14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38"/>
                  <a:pt x="24" y="38"/>
                  <a:pt x="24" y="38"/>
                </a:cubicBezTo>
                <a:cubicBezTo>
                  <a:pt x="24" y="39"/>
                  <a:pt x="24" y="39"/>
                  <a:pt x="25" y="38"/>
                </a:cubicBezTo>
                <a:cubicBezTo>
                  <a:pt x="25" y="38"/>
                  <a:pt x="25" y="38"/>
                  <a:pt x="25" y="38"/>
                </a:cubicBezTo>
                <a:cubicBezTo>
                  <a:pt x="25" y="38"/>
                  <a:pt x="26" y="38"/>
                  <a:pt x="26" y="37"/>
                </a:cubicBezTo>
                <a:cubicBezTo>
                  <a:pt x="26" y="37"/>
                  <a:pt x="26" y="37"/>
                  <a:pt x="26" y="37"/>
                </a:cubicBezTo>
                <a:cubicBezTo>
                  <a:pt x="26" y="36"/>
                  <a:pt x="26" y="36"/>
                  <a:pt x="26" y="36"/>
                </a:cubicBezTo>
                <a:cubicBezTo>
                  <a:pt x="13" y="31"/>
                  <a:pt x="13" y="31"/>
                  <a:pt x="13" y="31"/>
                </a:cubicBezTo>
                <a:close/>
                <a:moveTo>
                  <a:pt x="30" y="37"/>
                </a:moveTo>
                <a:cubicBezTo>
                  <a:pt x="30" y="37"/>
                  <a:pt x="30" y="37"/>
                  <a:pt x="30" y="37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40"/>
                  <a:pt x="28" y="41"/>
                  <a:pt x="26" y="42"/>
                </a:cubicBezTo>
                <a:cubicBezTo>
                  <a:pt x="26" y="42"/>
                  <a:pt x="26" y="42"/>
                  <a:pt x="26" y="42"/>
                </a:cubicBezTo>
                <a:cubicBezTo>
                  <a:pt x="25" y="42"/>
                  <a:pt x="24" y="43"/>
                  <a:pt x="22" y="42"/>
                </a:cubicBezTo>
                <a:cubicBezTo>
                  <a:pt x="22" y="42"/>
                  <a:pt x="22" y="42"/>
                  <a:pt x="22" y="42"/>
                </a:cubicBezTo>
                <a:cubicBezTo>
                  <a:pt x="12" y="38"/>
                  <a:pt x="12" y="38"/>
                  <a:pt x="12" y="38"/>
                </a:cubicBezTo>
                <a:cubicBezTo>
                  <a:pt x="11" y="38"/>
                  <a:pt x="10" y="37"/>
                  <a:pt x="9" y="36"/>
                </a:cubicBezTo>
                <a:cubicBezTo>
                  <a:pt x="9" y="34"/>
                  <a:pt x="9" y="33"/>
                  <a:pt x="9" y="31"/>
                </a:cubicBezTo>
                <a:cubicBezTo>
                  <a:pt x="10" y="29"/>
                  <a:pt x="10" y="29"/>
                  <a:pt x="10" y="29"/>
                </a:cubicBezTo>
                <a:cubicBezTo>
                  <a:pt x="5" y="28"/>
                  <a:pt x="5" y="28"/>
                  <a:pt x="5" y="28"/>
                </a:cubicBezTo>
                <a:cubicBezTo>
                  <a:pt x="3" y="28"/>
                  <a:pt x="3" y="28"/>
                  <a:pt x="3" y="28"/>
                </a:cubicBezTo>
                <a:cubicBezTo>
                  <a:pt x="2" y="28"/>
                  <a:pt x="1" y="27"/>
                  <a:pt x="0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6"/>
                  <a:pt x="0" y="25"/>
                  <a:pt x="0" y="24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8"/>
                  <a:pt x="0" y="17"/>
                  <a:pt x="0" y="17"/>
                </a:cubicBezTo>
                <a:cubicBezTo>
                  <a:pt x="1" y="17"/>
                  <a:pt x="1" y="17"/>
                  <a:pt x="1" y="17"/>
                </a:cubicBezTo>
                <a:cubicBezTo>
                  <a:pt x="1" y="16"/>
                  <a:pt x="2" y="16"/>
                  <a:pt x="3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40" y="3"/>
                  <a:pt x="40" y="3"/>
                  <a:pt x="40" y="3"/>
                </a:cubicBezTo>
                <a:cubicBezTo>
                  <a:pt x="40" y="2"/>
                  <a:pt x="40" y="2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2" y="0"/>
                  <a:pt x="43" y="0"/>
                  <a:pt x="4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8" y="0"/>
                  <a:pt x="48" y="1"/>
                </a:cubicBezTo>
                <a:cubicBezTo>
                  <a:pt x="49" y="1"/>
                  <a:pt x="49" y="1"/>
                  <a:pt x="49" y="1"/>
                </a:cubicBezTo>
                <a:cubicBezTo>
                  <a:pt x="49" y="2"/>
                  <a:pt x="50" y="3"/>
                  <a:pt x="50" y="4"/>
                </a:cubicBezTo>
                <a:cubicBezTo>
                  <a:pt x="50" y="39"/>
                  <a:pt x="50" y="39"/>
                  <a:pt x="50" y="39"/>
                </a:cubicBezTo>
                <a:cubicBezTo>
                  <a:pt x="50" y="41"/>
                  <a:pt x="49" y="42"/>
                  <a:pt x="48" y="42"/>
                </a:cubicBezTo>
                <a:cubicBezTo>
                  <a:pt x="48" y="43"/>
                  <a:pt x="48" y="43"/>
                  <a:pt x="48" y="43"/>
                </a:cubicBezTo>
                <a:cubicBezTo>
                  <a:pt x="48" y="43"/>
                  <a:pt x="46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3" y="44"/>
                  <a:pt x="42" y="43"/>
                  <a:pt x="41" y="42"/>
                </a:cubicBezTo>
                <a:cubicBezTo>
                  <a:pt x="40" y="42"/>
                  <a:pt x="40" y="41"/>
                  <a:pt x="40" y="40"/>
                </a:cubicBezTo>
                <a:cubicBezTo>
                  <a:pt x="30" y="37"/>
                  <a:pt x="30" y="37"/>
                  <a:pt x="30" y="37"/>
                </a:cubicBezTo>
                <a:close/>
                <a:moveTo>
                  <a:pt x="41" y="1"/>
                </a:moveTo>
                <a:cubicBezTo>
                  <a:pt x="41" y="1"/>
                  <a:pt x="41" y="1"/>
                  <a:pt x="41" y="1"/>
                </a:cubicBezTo>
                <a:cubicBezTo>
                  <a:pt x="42" y="0"/>
                  <a:pt x="43" y="0"/>
                  <a:pt x="44" y="1"/>
                </a:cubicBezTo>
                <a:cubicBezTo>
                  <a:pt x="41" y="1"/>
                  <a:pt x="41" y="1"/>
                  <a:pt x="41" y="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75" name="Freeform 109">
            <a:extLst>
              <a:ext uri="{FF2B5EF4-FFF2-40B4-BE49-F238E27FC236}">
                <a16:creationId xmlns:a16="http://schemas.microsoft.com/office/drawing/2014/main" id="{3611BCF4-7348-4366-82C7-B91D92B12E63}"/>
              </a:ext>
            </a:extLst>
          </p:cNvPr>
          <p:cNvSpPr>
            <a:spLocks noEditPoints="1"/>
          </p:cNvSpPr>
          <p:nvPr/>
        </p:nvSpPr>
        <p:spPr bwMode="auto">
          <a:xfrm>
            <a:off x="4275068" y="2167914"/>
            <a:ext cx="215900" cy="194733"/>
          </a:xfrm>
          <a:custGeom>
            <a:avLst/>
            <a:gdLst>
              <a:gd name="T0" fmla="*/ 60325 w 51"/>
              <a:gd name="T1" fmla="*/ 63500 h 46"/>
              <a:gd name="T2" fmla="*/ 60325 w 51"/>
              <a:gd name="T3" fmla="*/ 79375 h 46"/>
              <a:gd name="T4" fmla="*/ 44450 w 51"/>
              <a:gd name="T5" fmla="*/ 79375 h 46"/>
              <a:gd name="T6" fmla="*/ 44450 w 51"/>
              <a:gd name="T7" fmla="*/ 63500 h 46"/>
              <a:gd name="T8" fmla="*/ 82550 w 51"/>
              <a:gd name="T9" fmla="*/ 0 h 46"/>
              <a:gd name="T10" fmla="*/ 136525 w 51"/>
              <a:gd name="T11" fmla="*/ 22225 h 46"/>
              <a:gd name="T12" fmla="*/ 136525 w 51"/>
              <a:gd name="T13" fmla="*/ 120650 h 46"/>
              <a:gd name="T14" fmla="*/ 63500 w 51"/>
              <a:gd name="T15" fmla="*/ 136525 h 46"/>
              <a:gd name="T16" fmla="*/ 28575 w 51"/>
              <a:gd name="T17" fmla="*/ 142875 h 46"/>
              <a:gd name="T18" fmla="*/ 22225 w 51"/>
              <a:gd name="T19" fmla="*/ 146050 h 46"/>
              <a:gd name="T20" fmla="*/ 12700 w 51"/>
              <a:gd name="T21" fmla="*/ 136525 h 46"/>
              <a:gd name="T22" fmla="*/ 12700 w 51"/>
              <a:gd name="T23" fmla="*/ 133350 h 46"/>
              <a:gd name="T24" fmla="*/ 6350 w 51"/>
              <a:gd name="T25" fmla="*/ 95250 h 46"/>
              <a:gd name="T26" fmla="*/ 25400 w 51"/>
              <a:gd name="T27" fmla="*/ 22225 h 46"/>
              <a:gd name="T28" fmla="*/ 130175 w 51"/>
              <a:gd name="T29" fmla="*/ 31750 h 46"/>
              <a:gd name="T30" fmla="*/ 82550 w 51"/>
              <a:gd name="T31" fmla="*/ 12700 h 46"/>
              <a:gd name="T32" fmla="*/ 12700 w 51"/>
              <a:gd name="T33" fmla="*/ 69850 h 46"/>
              <a:gd name="T34" fmla="*/ 28575 w 51"/>
              <a:gd name="T35" fmla="*/ 104775 h 46"/>
              <a:gd name="T36" fmla="*/ 25400 w 51"/>
              <a:gd name="T37" fmla="*/ 130175 h 46"/>
              <a:gd name="T38" fmla="*/ 47625 w 51"/>
              <a:gd name="T39" fmla="*/ 120650 h 46"/>
              <a:gd name="T40" fmla="*/ 82550 w 51"/>
              <a:gd name="T41" fmla="*/ 127000 h 46"/>
              <a:gd name="T42" fmla="*/ 149225 w 51"/>
              <a:gd name="T43" fmla="*/ 69850 h 46"/>
              <a:gd name="T44" fmla="*/ 53975 w 51"/>
              <a:gd name="T45" fmla="*/ 66675 h 46"/>
              <a:gd name="T46" fmla="*/ 50800 w 51"/>
              <a:gd name="T47" fmla="*/ 66675 h 46"/>
              <a:gd name="T48" fmla="*/ 47625 w 51"/>
              <a:gd name="T49" fmla="*/ 69850 h 46"/>
              <a:gd name="T50" fmla="*/ 50800 w 51"/>
              <a:gd name="T51" fmla="*/ 76200 h 46"/>
              <a:gd name="T52" fmla="*/ 57150 w 51"/>
              <a:gd name="T53" fmla="*/ 69850 h 46"/>
              <a:gd name="T54" fmla="*/ 82550 w 51"/>
              <a:gd name="T55" fmla="*/ 60325 h 46"/>
              <a:gd name="T56" fmla="*/ 88900 w 51"/>
              <a:gd name="T57" fmla="*/ 63500 h 46"/>
              <a:gd name="T58" fmla="*/ 88900 w 51"/>
              <a:gd name="T59" fmla="*/ 79375 h 46"/>
              <a:gd name="T60" fmla="*/ 73025 w 51"/>
              <a:gd name="T61" fmla="*/ 79375 h 46"/>
              <a:gd name="T62" fmla="*/ 73025 w 51"/>
              <a:gd name="T63" fmla="*/ 63500 h 46"/>
              <a:gd name="T64" fmla="*/ 82550 w 51"/>
              <a:gd name="T65" fmla="*/ 66675 h 46"/>
              <a:gd name="T66" fmla="*/ 82550 w 51"/>
              <a:gd name="T67" fmla="*/ 66675 h 46"/>
              <a:gd name="T68" fmla="*/ 76200 w 51"/>
              <a:gd name="T69" fmla="*/ 69850 h 46"/>
              <a:gd name="T70" fmla="*/ 82550 w 51"/>
              <a:gd name="T71" fmla="*/ 76200 h 46"/>
              <a:gd name="T72" fmla="*/ 85725 w 51"/>
              <a:gd name="T73" fmla="*/ 69850 h 46"/>
              <a:gd name="T74" fmla="*/ 111125 w 51"/>
              <a:gd name="T75" fmla="*/ 60325 h 46"/>
              <a:gd name="T76" fmla="*/ 117475 w 51"/>
              <a:gd name="T77" fmla="*/ 63500 h 46"/>
              <a:gd name="T78" fmla="*/ 117475 w 51"/>
              <a:gd name="T79" fmla="*/ 79375 h 46"/>
              <a:gd name="T80" fmla="*/ 101600 w 51"/>
              <a:gd name="T81" fmla="*/ 79375 h 46"/>
              <a:gd name="T82" fmla="*/ 101600 w 51"/>
              <a:gd name="T83" fmla="*/ 63500 h 46"/>
              <a:gd name="T84" fmla="*/ 114300 w 51"/>
              <a:gd name="T85" fmla="*/ 66675 h 46"/>
              <a:gd name="T86" fmla="*/ 111125 w 51"/>
              <a:gd name="T87" fmla="*/ 66675 h 46"/>
              <a:gd name="T88" fmla="*/ 104775 w 51"/>
              <a:gd name="T89" fmla="*/ 69850 h 46"/>
              <a:gd name="T90" fmla="*/ 111125 w 51"/>
              <a:gd name="T91" fmla="*/ 76200 h 46"/>
              <a:gd name="T92" fmla="*/ 114300 w 51"/>
              <a:gd name="T93" fmla="*/ 69850 h 4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1" h="46">
                <a:moveTo>
                  <a:pt x="16" y="19"/>
                </a:moveTo>
                <a:cubicBezTo>
                  <a:pt x="17" y="19"/>
                  <a:pt x="18" y="19"/>
                  <a:pt x="19" y="20"/>
                </a:cubicBezTo>
                <a:cubicBezTo>
                  <a:pt x="19" y="20"/>
                  <a:pt x="20" y="21"/>
                  <a:pt x="20" y="22"/>
                </a:cubicBezTo>
                <a:cubicBezTo>
                  <a:pt x="20" y="23"/>
                  <a:pt x="19" y="24"/>
                  <a:pt x="19" y="25"/>
                </a:cubicBezTo>
                <a:cubicBezTo>
                  <a:pt x="18" y="26"/>
                  <a:pt x="17" y="26"/>
                  <a:pt x="16" y="26"/>
                </a:cubicBezTo>
                <a:cubicBezTo>
                  <a:pt x="15" y="26"/>
                  <a:pt x="14" y="26"/>
                  <a:pt x="14" y="25"/>
                </a:cubicBezTo>
                <a:cubicBezTo>
                  <a:pt x="13" y="24"/>
                  <a:pt x="13" y="23"/>
                  <a:pt x="13" y="22"/>
                </a:cubicBezTo>
                <a:cubicBezTo>
                  <a:pt x="13" y="21"/>
                  <a:pt x="13" y="20"/>
                  <a:pt x="14" y="20"/>
                </a:cubicBezTo>
                <a:cubicBezTo>
                  <a:pt x="14" y="19"/>
                  <a:pt x="15" y="19"/>
                  <a:pt x="16" y="19"/>
                </a:cubicBezTo>
                <a:close/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32" y="0"/>
                  <a:pt x="39" y="3"/>
                  <a:pt x="43" y="7"/>
                </a:cubicBezTo>
                <a:cubicBezTo>
                  <a:pt x="48" y="11"/>
                  <a:pt x="51" y="16"/>
                  <a:pt x="51" y="22"/>
                </a:cubicBezTo>
                <a:cubicBezTo>
                  <a:pt x="51" y="28"/>
                  <a:pt x="48" y="34"/>
                  <a:pt x="43" y="38"/>
                </a:cubicBezTo>
                <a:cubicBezTo>
                  <a:pt x="39" y="42"/>
                  <a:pt x="32" y="44"/>
                  <a:pt x="26" y="44"/>
                </a:cubicBezTo>
                <a:cubicBezTo>
                  <a:pt x="23" y="44"/>
                  <a:pt x="21" y="44"/>
                  <a:pt x="20" y="43"/>
                </a:cubicBezTo>
                <a:cubicBezTo>
                  <a:pt x="18" y="43"/>
                  <a:pt x="16" y="43"/>
                  <a:pt x="15" y="42"/>
                </a:cubicBezTo>
                <a:cubicBezTo>
                  <a:pt x="9" y="45"/>
                  <a:pt x="9" y="45"/>
                  <a:pt x="9" y="45"/>
                </a:cubicBezTo>
                <a:cubicBezTo>
                  <a:pt x="8" y="46"/>
                  <a:pt x="7" y="46"/>
                  <a:pt x="7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6" y="46"/>
                  <a:pt x="6" y="45"/>
                  <a:pt x="5" y="45"/>
                </a:cubicBezTo>
                <a:cubicBezTo>
                  <a:pt x="5" y="45"/>
                  <a:pt x="4" y="44"/>
                  <a:pt x="4" y="43"/>
                </a:cubicBezTo>
                <a:cubicBezTo>
                  <a:pt x="4" y="43"/>
                  <a:pt x="4" y="43"/>
                  <a:pt x="4" y="43"/>
                </a:cubicBezTo>
                <a:cubicBezTo>
                  <a:pt x="4" y="43"/>
                  <a:pt x="4" y="42"/>
                  <a:pt x="4" y="42"/>
                </a:cubicBezTo>
                <a:cubicBezTo>
                  <a:pt x="5" y="35"/>
                  <a:pt x="5" y="35"/>
                  <a:pt x="5" y="35"/>
                </a:cubicBezTo>
                <a:cubicBezTo>
                  <a:pt x="4" y="33"/>
                  <a:pt x="3" y="32"/>
                  <a:pt x="2" y="30"/>
                </a:cubicBezTo>
                <a:cubicBezTo>
                  <a:pt x="1" y="27"/>
                  <a:pt x="0" y="25"/>
                  <a:pt x="0" y="22"/>
                </a:cubicBezTo>
                <a:cubicBezTo>
                  <a:pt x="0" y="16"/>
                  <a:pt x="3" y="11"/>
                  <a:pt x="8" y="7"/>
                </a:cubicBezTo>
                <a:cubicBezTo>
                  <a:pt x="12" y="3"/>
                  <a:pt x="19" y="0"/>
                  <a:pt x="26" y="0"/>
                </a:cubicBezTo>
                <a:close/>
                <a:moveTo>
                  <a:pt x="41" y="10"/>
                </a:moveTo>
                <a:cubicBezTo>
                  <a:pt x="41" y="10"/>
                  <a:pt x="41" y="10"/>
                  <a:pt x="41" y="10"/>
                </a:cubicBezTo>
                <a:cubicBezTo>
                  <a:pt x="37" y="6"/>
                  <a:pt x="31" y="4"/>
                  <a:pt x="26" y="4"/>
                </a:cubicBezTo>
                <a:cubicBezTo>
                  <a:pt x="20" y="4"/>
                  <a:pt x="14" y="6"/>
                  <a:pt x="10" y="10"/>
                </a:cubicBezTo>
                <a:cubicBezTo>
                  <a:pt x="7" y="13"/>
                  <a:pt x="4" y="17"/>
                  <a:pt x="4" y="22"/>
                </a:cubicBezTo>
                <a:cubicBezTo>
                  <a:pt x="4" y="24"/>
                  <a:pt x="5" y="26"/>
                  <a:pt x="5" y="28"/>
                </a:cubicBezTo>
                <a:cubicBezTo>
                  <a:pt x="6" y="30"/>
                  <a:pt x="7" y="32"/>
                  <a:pt x="9" y="33"/>
                </a:cubicBezTo>
                <a:cubicBezTo>
                  <a:pt x="9" y="34"/>
                  <a:pt x="9" y="34"/>
                  <a:pt x="9" y="35"/>
                </a:cubicBezTo>
                <a:cubicBezTo>
                  <a:pt x="8" y="41"/>
                  <a:pt x="8" y="41"/>
                  <a:pt x="8" y="41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38"/>
                  <a:pt x="15" y="38"/>
                  <a:pt x="15" y="38"/>
                </a:cubicBezTo>
                <a:cubicBezTo>
                  <a:pt x="17" y="39"/>
                  <a:pt x="19" y="39"/>
                  <a:pt x="20" y="40"/>
                </a:cubicBezTo>
                <a:cubicBezTo>
                  <a:pt x="22" y="40"/>
                  <a:pt x="24" y="40"/>
                  <a:pt x="26" y="40"/>
                </a:cubicBezTo>
                <a:cubicBezTo>
                  <a:pt x="31" y="40"/>
                  <a:pt x="37" y="38"/>
                  <a:pt x="41" y="35"/>
                </a:cubicBezTo>
                <a:cubicBezTo>
                  <a:pt x="44" y="32"/>
                  <a:pt x="47" y="27"/>
                  <a:pt x="47" y="22"/>
                </a:cubicBezTo>
                <a:cubicBezTo>
                  <a:pt x="47" y="17"/>
                  <a:pt x="44" y="13"/>
                  <a:pt x="41" y="10"/>
                </a:cubicBezTo>
                <a:close/>
                <a:moveTo>
                  <a:pt x="17" y="21"/>
                </a:moveTo>
                <a:cubicBezTo>
                  <a:pt x="17" y="21"/>
                  <a:pt x="17" y="21"/>
                  <a:pt x="17" y="21"/>
                </a:cubicBezTo>
                <a:cubicBezTo>
                  <a:pt x="17" y="21"/>
                  <a:pt x="17" y="21"/>
                  <a:pt x="16" y="21"/>
                </a:cubicBezTo>
                <a:cubicBezTo>
                  <a:pt x="16" y="21"/>
                  <a:pt x="16" y="21"/>
                  <a:pt x="15" y="21"/>
                </a:cubicBezTo>
                <a:cubicBezTo>
                  <a:pt x="15" y="22"/>
                  <a:pt x="15" y="22"/>
                  <a:pt x="15" y="22"/>
                </a:cubicBezTo>
                <a:cubicBezTo>
                  <a:pt x="15" y="23"/>
                  <a:pt x="15" y="23"/>
                  <a:pt x="15" y="23"/>
                </a:cubicBezTo>
                <a:cubicBezTo>
                  <a:pt x="16" y="23"/>
                  <a:pt x="16" y="24"/>
                  <a:pt x="16" y="24"/>
                </a:cubicBezTo>
                <a:cubicBezTo>
                  <a:pt x="17" y="24"/>
                  <a:pt x="17" y="23"/>
                  <a:pt x="17" y="23"/>
                </a:cubicBezTo>
                <a:cubicBezTo>
                  <a:pt x="17" y="23"/>
                  <a:pt x="18" y="23"/>
                  <a:pt x="18" y="22"/>
                </a:cubicBezTo>
                <a:cubicBezTo>
                  <a:pt x="18" y="22"/>
                  <a:pt x="17" y="22"/>
                  <a:pt x="17" y="21"/>
                </a:cubicBezTo>
                <a:close/>
                <a:moveTo>
                  <a:pt x="26" y="19"/>
                </a:moveTo>
                <a:cubicBezTo>
                  <a:pt x="26" y="19"/>
                  <a:pt x="26" y="19"/>
                  <a:pt x="26" y="19"/>
                </a:cubicBezTo>
                <a:cubicBezTo>
                  <a:pt x="27" y="19"/>
                  <a:pt x="27" y="19"/>
                  <a:pt x="28" y="20"/>
                </a:cubicBezTo>
                <a:cubicBezTo>
                  <a:pt x="29" y="20"/>
                  <a:pt x="29" y="21"/>
                  <a:pt x="29" y="22"/>
                </a:cubicBezTo>
                <a:cubicBezTo>
                  <a:pt x="29" y="23"/>
                  <a:pt x="29" y="24"/>
                  <a:pt x="28" y="25"/>
                </a:cubicBezTo>
                <a:cubicBezTo>
                  <a:pt x="27" y="26"/>
                  <a:pt x="27" y="26"/>
                  <a:pt x="26" y="26"/>
                </a:cubicBezTo>
                <a:cubicBezTo>
                  <a:pt x="24" y="26"/>
                  <a:pt x="24" y="26"/>
                  <a:pt x="23" y="25"/>
                </a:cubicBezTo>
                <a:cubicBezTo>
                  <a:pt x="22" y="24"/>
                  <a:pt x="22" y="23"/>
                  <a:pt x="22" y="22"/>
                </a:cubicBezTo>
                <a:cubicBezTo>
                  <a:pt x="22" y="21"/>
                  <a:pt x="22" y="20"/>
                  <a:pt x="23" y="20"/>
                </a:cubicBezTo>
                <a:cubicBezTo>
                  <a:pt x="24" y="19"/>
                  <a:pt x="24" y="19"/>
                  <a:pt x="26" y="19"/>
                </a:cubicBezTo>
                <a:close/>
                <a:moveTo>
                  <a:pt x="26" y="21"/>
                </a:moveTo>
                <a:cubicBezTo>
                  <a:pt x="26" y="21"/>
                  <a:pt x="26" y="21"/>
                  <a:pt x="26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3"/>
                  <a:pt x="24" y="23"/>
                  <a:pt x="25" y="23"/>
                </a:cubicBezTo>
                <a:cubicBezTo>
                  <a:pt x="25" y="23"/>
                  <a:pt x="25" y="24"/>
                  <a:pt x="26" y="24"/>
                </a:cubicBezTo>
                <a:cubicBezTo>
                  <a:pt x="26" y="24"/>
                  <a:pt x="26" y="23"/>
                  <a:pt x="26" y="23"/>
                </a:cubicBezTo>
                <a:cubicBezTo>
                  <a:pt x="27" y="23"/>
                  <a:pt x="27" y="23"/>
                  <a:pt x="27" y="22"/>
                </a:cubicBezTo>
                <a:cubicBezTo>
                  <a:pt x="27" y="22"/>
                  <a:pt x="27" y="22"/>
                  <a:pt x="26" y="21"/>
                </a:cubicBezTo>
                <a:close/>
                <a:moveTo>
                  <a:pt x="35" y="19"/>
                </a:moveTo>
                <a:cubicBezTo>
                  <a:pt x="35" y="19"/>
                  <a:pt x="35" y="19"/>
                  <a:pt x="35" y="19"/>
                </a:cubicBezTo>
                <a:cubicBezTo>
                  <a:pt x="36" y="19"/>
                  <a:pt x="37" y="19"/>
                  <a:pt x="37" y="20"/>
                </a:cubicBezTo>
                <a:cubicBezTo>
                  <a:pt x="38" y="20"/>
                  <a:pt x="38" y="21"/>
                  <a:pt x="38" y="22"/>
                </a:cubicBezTo>
                <a:cubicBezTo>
                  <a:pt x="38" y="23"/>
                  <a:pt x="38" y="24"/>
                  <a:pt x="37" y="25"/>
                </a:cubicBezTo>
                <a:cubicBezTo>
                  <a:pt x="37" y="26"/>
                  <a:pt x="36" y="26"/>
                  <a:pt x="35" y="26"/>
                </a:cubicBezTo>
                <a:cubicBezTo>
                  <a:pt x="34" y="26"/>
                  <a:pt x="33" y="26"/>
                  <a:pt x="32" y="25"/>
                </a:cubicBezTo>
                <a:cubicBezTo>
                  <a:pt x="32" y="24"/>
                  <a:pt x="31" y="23"/>
                  <a:pt x="31" y="22"/>
                </a:cubicBezTo>
                <a:cubicBezTo>
                  <a:pt x="31" y="21"/>
                  <a:pt x="32" y="20"/>
                  <a:pt x="32" y="20"/>
                </a:cubicBezTo>
                <a:cubicBezTo>
                  <a:pt x="33" y="19"/>
                  <a:pt x="34" y="19"/>
                  <a:pt x="35" y="19"/>
                </a:cubicBezTo>
                <a:close/>
                <a:moveTo>
                  <a:pt x="36" y="21"/>
                </a:moveTo>
                <a:cubicBezTo>
                  <a:pt x="36" y="21"/>
                  <a:pt x="36" y="21"/>
                  <a:pt x="36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2"/>
                  <a:pt x="33" y="22"/>
                  <a:pt x="33" y="22"/>
                </a:cubicBezTo>
                <a:cubicBezTo>
                  <a:pt x="33" y="23"/>
                  <a:pt x="34" y="23"/>
                  <a:pt x="34" y="23"/>
                </a:cubicBezTo>
                <a:cubicBezTo>
                  <a:pt x="34" y="23"/>
                  <a:pt x="34" y="24"/>
                  <a:pt x="35" y="24"/>
                </a:cubicBezTo>
                <a:cubicBezTo>
                  <a:pt x="35" y="24"/>
                  <a:pt x="35" y="23"/>
                  <a:pt x="36" y="23"/>
                </a:cubicBezTo>
                <a:cubicBezTo>
                  <a:pt x="36" y="23"/>
                  <a:pt x="36" y="23"/>
                  <a:pt x="36" y="22"/>
                </a:cubicBezTo>
                <a:cubicBezTo>
                  <a:pt x="36" y="22"/>
                  <a:pt x="36" y="22"/>
                  <a:pt x="36" y="2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76" name="Freeform 110">
            <a:extLst>
              <a:ext uri="{FF2B5EF4-FFF2-40B4-BE49-F238E27FC236}">
                <a16:creationId xmlns:a16="http://schemas.microsoft.com/office/drawing/2014/main" id="{DBEEC404-5CDA-7CCD-20CA-39F332AF81BF}"/>
              </a:ext>
            </a:extLst>
          </p:cNvPr>
          <p:cNvSpPr>
            <a:spLocks noEditPoints="1"/>
          </p:cNvSpPr>
          <p:nvPr/>
        </p:nvSpPr>
        <p:spPr bwMode="auto">
          <a:xfrm>
            <a:off x="5056118" y="2159447"/>
            <a:ext cx="194733" cy="211667"/>
          </a:xfrm>
          <a:custGeom>
            <a:avLst/>
            <a:gdLst>
              <a:gd name="T0" fmla="*/ 22225 w 46"/>
              <a:gd name="T1" fmla="*/ 0 h 50"/>
              <a:gd name="T2" fmla="*/ 104775 w 46"/>
              <a:gd name="T3" fmla="*/ 0 h 50"/>
              <a:gd name="T4" fmla="*/ 130175 w 46"/>
              <a:gd name="T5" fmla="*/ 25400 h 50"/>
              <a:gd name="T6" fmla="*/ 130175 w 46"/>
              <a:gd name="T7" fmla="*/ 53975 h 50"/>
              <a:gd name="T8" fmla="*/ 104775 w 46"/>
              <a:gd name="T9" fmla="*/ 76200 h 50"/>
              <a:gd name="T10" fmla="*/ 50800 w 46"/>
              <a:gd name="T11" fmla="*/ 76200 h 50"/>
              <a:gd name="T12" fmla="*/ 44450 w 46"/>
              <a:gd name="T13" fmla="*/ 92075 h 50"/>
              <a:gd name="T14" fmla="*/ 44450 w 46"/>
              <a:gd name="T15" fmla="*/ 92075 h 50"/>
              <a:gd name="T16" fmla="*/ 44450 w 46"/>
              <a:gd name="T17" fmla="*/ 92075 h 50"/>
              <a:gd name="T18" fmla="*/ 28575 w 46"/>
              <a:gd name="T19" fmla="*/ 92075 h 50"/>
              <a:gd name="T20" fmla="*/ 22225 w 46"/>
              <a:gd name="T21" fmla="*/ 76200 h 50"/>
              <a:gd name="T22" fmla="*/ 0 w 46"/>
              <a:gd name="T23" fmla="*/ 53975 h 50"/>
              <a:gd name="T24" fmla="*/ 0 w 46"/>
              <a:gd name="T25" fmla="*/ 25400 h 50"/>
              <a:gd name="T26" fmla="*/ 22225 w 46"/>
              <a:gd name="T27" fmla="*/ 0 h 50"/>
              <a:gd name="T28" fmla="*/ 104775 w 46"/>
              <a:gd name="T29" fmla="*/ 12700 h 50"/>
              <a:gd name="T30" fmla="*/ 104775 w 46"/>
              <a:gd name="T31" fmla="*/ 12700 h 50"/>
              <a:gd name="T32" fmla="*/ 22225 w 46"/>
              <a:gd name="T33" fmla="*/ 12700 h 50"/>
              <a:gd name="T34" fmla="*/ 12700 w 46"/>
              <a:gd name="T35" fmla="*/ 25400 h 50"/>
              <a:gd name="T36" fmla="*/ 12700 w 46"/>
              <a:gd name="T37" fmla="*/ 53975 h 50"/>
              <a:gd name="T38" fmla="*/ 22225 w 46"/>
              <a:gd name="T39" fmla="*/ 63500 h 50"/>
              <a:gd name="T40" fmla="*/ 25400 w 46"/>
              <a:gd name="T41" fmla="*/ 63500 h 50"/>
              <a:gd name="T42" fmla="*/ 31750 w 46"/>
              <a:gd name="T43" fmla="*/ 69850 h 50"/>
              <a:gd name="T44" fmla="*/ 38100 w 46"/>
              <a:gd name="T45" fmla="*/ 79375 h 50"/>
              <a:gd name="T46" fmla="*/ 41275 w 46"/>
              <a:gd name="T47" fmla="*/ 69850 h 50"/>
              <a:gd name="T48" fmla="*/ 47625 w 46"/>
              <a:gd name="T49" fmla="*/ 63500 h 50"/>
              <a:gd name="T50" fmla="*/ 104775 w 46"/>
              <a:gd name="T51" fmla="*/ 63500 h 50"/>
              <a:gd name="T52" fmla="*/ 117475 w 46"/>
              <a:gd name="T53" fmla="*/ 53975 h 50"/>
              <a:gd name="T54" fmla="*/ 117475 w 46"/>
              <a:gd name="T55" fmla="*/ 25400 h 50"/>
              <a:gd name="T56" fmla="*/ 104775 w 46"/>
              <a:gd name="T57" fmla="*/ 12700 h 50"/>
              <a:gd name="T58" fmla="*/ 127000 w 46"/>
              <a:gd name="T59" fmla="*/ 98425 h 50"/>
              <a:gd name="T60" fmla="*/ 127000 w 46"/>
              <a:gd name="T61" fmla="*/ 98425 h 50"/>
              <a:gd name="T62" fmla="*/ 69850 w 46"/>
              <a:gd name="T63" fmla="*/ 98425 h 50"/>
              <a:gd name="T64" fmla="*/ 63500 w 46"/>
              <a:gd name="T65" fmla="*/ 104775 h 50"/>
              <a:gd name="T66" fmla="*/ 63500 w 46"/>
              <a:gd name="T67" fmla="*/ 123825 h 50"/>
              <a:gd name="T68" fmla="*/ 69850 w 46"/>
              <a:gd name="T69" fmla="*/ 133350 h 50"/>
              <a:gd name="T70" fmla="*/ 107950 w 46"/>
              <a:gd name="T71" fmla="*/ 133350 h 50"/>
              <a:gd name="T72" fmla="*/ 114300 w 46"/>
              <a:gd name="T73" fmla="*/ 136525 h 50"/>
              <a:gd name="T74" fmla="*/ 117475 w 46"/>
              <a:gd name="T75" fmla="*/ 139700 h 50"/>
              <a:gd name="T76" fmla="*/ 117475 w 46"/>
              <a:gd name="T77" fmla="*/ 136525 h 50"/>
              <a:gd name="T78" fmla="*/ 123825 w 46"/>
              <a:gd name="T79" fmla="*/ 133350 h 50"/>
              <a:gd name="T80" fmla="*/ 127000 w 46"/>
              <a:gd name="T81" fmla="*/ 133350 h 50"/>
              <a:gd name="T82" fmla="*/ 133350 w 46"/>
              <a:gd name="T83" fmla="*/ 123825 h 50"/>
              <a:gd name="T84" fmla="*/ 133350 w 46"/>
              <a:gd name="T85" fmla="*/ 104775 h 50"/>
              <a:gd name="T86" fmla="*/ 127000 w 46"/>
              <a:gd name="T87" fmla="*/ 98425 h 50"/>
              <a:gd name="T88" fmla="*/ 69850 w 46"/>
              <a:gd name="T89" fmla="*/ 85725 h 50"/>
              <a:gd name="T90" fmla="*/ 69850 w 46"/>
              <a:gd name="T91" fmla="*/ 85725 h 50"/>
              <a:gd name="T92" fmla="*/ 127000 w 46"/>
              <a:gd name="T93" fmla="*/ 85725 h 50"/>
              <a:gd name="T94" fmla="*/ 146050 w 46"/>
              <a:gd name="T95" fmla="*/ 104775 h 50"/>
              <a:gd name="T96" fmla="*/ 146050 w 46"/>
              <a:gd name="T97" fmla="*/ 123825 h 50"/>
              <a:gd name="T98" fmla="*/ 127000 w 46"/>
              <a:gd name="T99" fmla="*/ 142875 h 50"/>
              <a:gd name="T100" fmla="*/ 123825 w 46"/>
              <a:gd name="T101" fmla="*/ 155575 h 50"/>
              <a:gd name="T102" fmla="*/ 107950 w 46"/>
              <a:gd name="T103" fmla="*/ 155575 h 50"/>
              <a:gd name="T104" fmla="*/ 104775 w 46"/>
              <a:gd name="T105" fmla="*/ 142875 h 50"/>
              <a:gd name="T106" fmla="*/ 69850 w 46"/>
              <a:gd name="T107" fmla="*/ 142875 h 50"/>
              <a:gd name="T108" fmla="*/ 50800 w 46"/>
              <a:gd name="T109" fmla="*/ 123825 h 50"/>
              <a:gd name="T110" fmla="*/ 50800 w 46"/>
              <a:gd name="T111" fmla="*/ 104775 h 50"/>
              <a:gd name="T112" fmla="*/ 69850 w 46"/>
              <a:gd name="T113" fmla="*/ 85725 h 5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46" h="50">
                <a:moveTo>
                  <a:pt x="7" y="0"/>
                </a:moveTo>
                <a:cubicBezTo>
                  <a:pt x="33" y="0"/>
                  <a:pt x="33" y="0"/>
                  <a:pt x="33" y="0"/>
                </a:cubicBezTo>
                <a:cubicBezTo>
                  <a:pt x="37" y="0"/>
                  <a:pt x="41" y="4"/>
                  <a:pt x="41" y="8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21"/>
                  <a:pt x="37" y="24"/>
                  <a:pt x="33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3" y="31"/>
                  <a:pt x="10" y="31"/>
                  <a:pt x="9" y="29"/>
                </a:cubicBezTo>
                <a:cubicBezTo>
                  <a:pt x="7" y="24"/>
                  <a:pt x="7" y="24"/>
                  <a:pt x="7" y="24"/>
                </a:cubicBezTo>
                <a:cubicBezTo>
                  <a:pt x="3" y="24"/>
                  <a:pt x="0" y="21"/>
                  <a:pt x="0" y="17"/>
                </a:cubicBezTo>
                <a:cubicBezTo>
                  <a:pt x="0" y="8"/>
                  <a:pt x="0" y="8"/>
                  <a:pt x="0" y="8"/>
                </a:cubicBezTo>
                <a:cubicBezTo>
                  <a:pt x="0" y="4"/>
                  <a:pt x="3" y="0"/>
                  <a:pt x="7" y="0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7" y="4"/>
                  <a:pt x="7" y="4"/>
                  <a:pt x="7" y="4"/>
                </a:cubicBezTo>
                <a:cubicBezTo>
                  <a:pt x="5" y="4"/>
                  <a:pt x="4" y="6"/>
                  <a:pt x="4" y="8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9"/>
                  <a:pt x="5" y="20"/>
                  <a:pt x="7" y="20"/>
                </a:cubicBezTo>
                <a:cubicBezTo>
                  <a:pt x="8" y="20"/>
                  <a:pt x="8" y="20"/>
                  <a:pt x="8" y="20"/>
                </a:cubicBezTo>
                <a:cubicBezTo>
                  <a:pt x="9" y="20"/>
                  <a:pt x="10" y="21"/>
                  <a:pt x="10" y="22"/>
                </a:cubicBezTo>
                <a:cubicBezTo>
                  <a:pt x="12" y="25"/>
                  <a:pt x="12" y="25"/>
                  <a:pt x="12" y="25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21"/>
                  <a:pt x="14" y="20"/>
                  <a:pt x="15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5" y="20"/>
                  <a:pt x="37" y="19"/>
                  <a:pt x="37" y="17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6"/>
                  <a:pt x="35" y="4"/>
                  <a:pt x="33" y="4"/>
                </a:cubicBezTo>
                <a:close/>
                <a:moveTo>
                  <a:pt x="40" y="31"/>
                </a:moveTo>
                <a:cubicBezTo>
                  <a:pt x="40" y="31"/>
                  <a:pt x="40" y="31"/>
                  <a:pt x="40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1" y="31"/>
                  <a:pt x="20" y="32"/>
                  <a:pt x="20" y="33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41"/>
                  <a:pt x="21" y="42"/>
                  <a:pt x="22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5" y="42"/>
                  <a:pt x="36" y="42"/>
                  <a:pt x="36" y="43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3"/>
                  <a:pt x="37" y="43"/>
                  <a:pt x="37" y="43"/>
                </a:cubicBezTo>
                <a:cubicBezTo>
                  <a:pt x="38" y="42"/>
                  <a:pt x="38" y="42"/>
                  <a:pt x="39" y="42"/>
                </a:cubicBezTo>
                <a:cubicBezTo>
                  <a:pt x="40" y="42"/>
                  <a:pt x="40" y="42"/>
                  <a:pt x="40" y="42"/>
                </a:cubicBezTo>
                <a:cubicBezTo>
                  <a:pt x="41" y="42"/>
                  <a:pt x="42" y="41"/>
                  <a:pt x="42" y="39"/>
                </a:cubicBezTo>
                <a:cubicBezTo>
                  <a:pt x="42" y="33"/>
                  <a:pt x="42" y="33"/>
                  <a:pt x="42" y="33"/>
                </a:cubicBezTo>
                <a:cubicBezTo>
                  <a:pt x="42" y="32"/>
                  <a:pt x="41" y="31"/>
                  <a:pt x="40" y="31"/>
                </a:cubicBezTo>
                <a:close/>
                <a:moveTo>
                  <a:pt x="22" y="27"/>
                </a:moveTo>
                <a:cubicBezTo>
                  <a:pt x="22" y="27"/>
                  <a:pt x="22" y="27"/>
                  <a:pt x="22" y="27"/>
                </a:cubicBezTo>
                <a:cubicBezTo>
                  <a:pt x="40" y="27"/>
                  <a:pt x="40" y="27"/>
                  <a:pt x="40" y="27"/>
                </a:cubicBezTo>
                <a:cubicBezTo>
                  <a:pt x="43" y="27"/>
                  <a:pt x="46" y="30"/>
                  <a:pt x="46" y="33"/>
                </a:cubicBezTo>
                <a:cubicBezTo>
                  <a:pt x="46" y="39"/>
                  <a:pt x="46" y="39"/>
                  <a:pt x="46" y="39"/>
                </a:cubicBezTo>
                <a:cubicBezTo>
                  <a:pt x="46" y="43"/>
                  <a:pt x="43" y="45"/>
                  <a:pt x="40" y="45"/>
                </a:cubicBezTo>
                <a:cubicBezTo>
                  <a:pt x="39" y="49"/>
                  <a:pt x="39" y="49"/>
                  <a:pt x="39" y="49"/>
                </a:cubicBezTo>
                <a:cubicBezTo>
                  <a:pt x="38" y="50"/>
                  <a:pt x="35" y="50"/>
                  <a:pt x="34" y="49"/>
                </a:cubicBezTo>
                <a:cubicBezTo>
                  <a:pt x="33" y="45"/>
                  <a:pt x="33" y="45"/>
                  <a:pt x="33" y="45"/>
                </a:cubicBezTo>
                <a:cubicBezTo>
                  <a:pt x="22" y="45"/>
                  <a:pt x="22" y="45"/>
                  <a:pt x="22" y="45"/>
                </a:cubicBezTo>
                <a:cubicBezTo>
                  <a:pt x="19" y="45"/>
                  <a:pt x="16" y="43"/>
                  <a:pt x="16" y="39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30"/>
                  <a:pt x="19" y="27"/>
                  <a:pt x="22" y="2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77" name="Freeform 111">
            <a:extLst>
              <a:ext uri="{FF2B5EF4-FFF2-40B4-BE49-F238E27FC236}">
                <a16:creationId xmlns:a16="http://schemas.microsoft.com/office/drawing/2014/main" id="{1D12A2A9-0622-EED2-8142-6EE23B3A2104}"/>
              </a:ext>
            </a:extLst>
          </p:cNvPr>
          <p:cNvSpPr>
            <a:spLocks noEditPoints="1"/>
          </p:cNvSpPr>
          <p:nvPr/>
        </p:nvSpPr>
        <p:spPr bwMode="auto">
          <a:xfrm>
            <a:off x="3155351" y="2574314"/>
            <a:ext cx="211667" cy="222251"/>
          </a:xfrm>
          <a:custGeom>
            <a:avLst/>
            <a:gdLst>
              <a:gd name="T0" fmla="*/ 88900 w 50"/>
              <a:gd name="T1" fmla="*/ 118605 h 52"/>
              <a:gd name="T2" fmla="*/ 92075 w 50"/>
              <a:gd name="T3" fmla="*/ 137838 h 52"/>
              <a:gd name="T4" fmla="*/ 73025 w 50"/>
              <a:gd name="T5" fmla="*/ 144249 h 52"/>
              <a:gd name="T6" fmla="*/ 66675 w 50"/>
              <a:gd name="T7" fmla="*/ 121810 h 52"/>
              <a:gd name="T8" fmla="*/ 12700 w 50"/>
              <a:gd name="T9" fmla="*/ 57700 h 52"/>
              <a:gd name="T10" fmla="*/ 142875 w 50"/>
              <a:gd name="T11" fmla="*/ 25644 h 52"/>
              <a:gd name="T12" fmla="*/ 127000 w 50"/>
              <a:gd name="T13" fmla="*/ 32055 h 52"/>
              <a:gd name="T14" fmla="*/ 114300 w 50"/>
              <a:gd name="T15" fmla="*/ 19233 h 52"/>
              <a:gd name="T16" fmla="*/ 41275 w 50"/>
              <a:gd name="T17" fmla="*/ 38466 h 52"/>
              <a:gd name="T18" fmla="*/ 31750 w 50"/>
              <a:gd name="T19" fmla="*/ 19233 h 52"/>
              <a:gd name="T20" fmla="*/ 12700 w 50"/>
              <a:gd name="T21" fmla="*/ 57700 h 52"/>
              <a:gd name="T22" fmla="*/ 12700 w 50"/>
              <a:gd name="T23" fmla="*/ 70522 h 52"/>
              <a:gd name="T24" fmla="*/ 31750 w 50"/>
              <a:gd name="T25" fmla="*/ 153866 h 52"/>
              <a:gd name="T26" fmla="*/ 149225 w 50"/>
              <a:gd name="T27" fmla="*/ 134633 h 52"/>
              <a:gd name="T28" fmla="*/ 31750 w 50"/>
              <a:gd name="T29" fmla="*/ 6411 h 52"/>
              <a:gd name="T30" fmla="*/ 41275 w 50"/>
              <a:gd name="T31" fmla="*/ 0 h 52"/>
              <a:gd name="T32" fmla="*/ 114300 w 50"/>
              <a:gd name="T33" fmla="*/ 6411 h 52"/>
              <a:gd name="T34" fmla="*/ 127000 w 50"/>
              <a:gd name="T35" fmla="*/ 6411 h 52"/>
              <a:gd name="T36" fmla="*/ 149225 w 50"/>
              <a:gd name="T37" fmla="*/ 16028 h 52"/>
              <a:gd name="T38" fmla="*/ 149225 w 50"/>
              <a:gd name="T39" fmla="*/ 157071 h 52"/>
              <a:gd name="T40" fmla="*/ 9525 w 50"/>
              <a:gd name="T41" fmla="*/ 157071 h 52"/>
              <a:gd name="T42" fmla="*/ 9525 w 50"/>
              <a:gd name="T43" fmla="*/ 16028 h 52"/>
              <a:gd name="T44" fmla="*/ 50800 w 50"/>
              <a:gd name="T45" fmla="*/ 32055 h 52"/>
              <a:gd name="T46" fmla="*/ 50800 w 50"/>
              <a:gd name="T47" fmla="*/ 41672 h 52"/>
              <a:gd name="T48" fmla="*/ 25400 w 50"/>
              <a:gd name="T49" fmla="*/ 32055 h 52"/>
              <a:gd name="T50" fmla="*/ 34925 w 50"/>
              <a:gd name="T51" fmla="*/ 38466 h 52"/>
              <a:gd name="T52" fmla="*/ 50800 w 50"/>
              <a:gd name="T53" fmla="*/ 32055 h 52"/>
              <a:gd name="T54" fmla="*/ 133350 w 50"/>
              <a:gd name="T55" fmla="*/ 28850 h 52"/>
              <a:gd name="T56" fmla="*/ 120650 w 50"/>
              <a:gd name="T57" fmla="*/ 48083 h 52"/>
              <a:gd name="T58" fmla="*/ 107950 w 50"/>
              <a:gd name="T59" fmla="*/ 28850 h 52"/>
              <a:gd name="T60" fmla="*/ 120650 w 50"/>
              <a:gd name="T61" fmla="*/ 38466 h 52"/>
              <a:gd name="T62" fmla="*/ 31750 w 50"/>
              <a:gd name="T63" fmla="*/ 76933 h 52"/>
              <a:gd name="T64" fmla="*/ 50800 w 50"/>
              <a:gd name="T65" fmla="*/ 76933 h 52"/>
              <a:gd name="T66" fmla="*/ 53975 w 50"/>
              <a:gd name="T67" fmla="*/ 99372 h 52"/>
              <a:gd name="T68" fmla="*/ 31750 w 50"/>
              <a:gd name="T69" fmla="*/ 102577 h 52"/>
              <a:gd name="T70" fmla="*/ 28575 w 50"/>
              <a:gd name="T71" fmla="*/ 80138 h 52"/>
              <a:gd name="T72" fmla="*/ 47625 w 50"/>
              <a:gd name="T73" fmla="*/ 86550 h 52"/>
              <a:gd name="T74" fmla="*/ 47625 w 50"/>
              <a:gd name="T75" fmla="*/ 96166 h 52"/>
              <a:gd name="T76" fmla="*/ 73025 w 50"/>
              <a:gd name="T77" fmla="*/ 76933 h 52"/>
              <a:gd name="T78" fmla="*/ 92075 w 50"/>
              <a:gd name="T79" fmla="*/ 80138 h 52"/>
              <a:gd name="T80" fmla="*/ 88900 w 50"/>
              <a:gd name="T81" fmla="*/ 102577 h 52"/>
              <a:gd name="T82" fmla="*/ 66675 w 50"/>
              <a:gd name="T83" fmla="*/ 99372 h 52"/>
              <a:gd name="T84" fmla="*/ 73025 w 50"/>
              <a:gd name="T85" fmla="*/ 76933 h 52"/>
              <a:gd name="T86" fmla="*/ 76200 w 50"/>
              <a:gd name="T87" fmla="*/ 86550 h 52"/>
              <a:gd name="T88" fmla="*/ 85725 w 50"/>
              <a:gd name="T89" fmla="*/ 86550 h 52"/>
              <a:gd name="T90" fmla="*/ 111125 w 50"/>
              <a:gd name="T91" fmla="*/ 76933 h 52"/>
              <a:gd name="T92" fmla="*/ 133350 w 50"/>
              <a:gd name="T93" fmla="*/ 83344 h 52"/>
              <a:gd name="T94" fmla="*/ 127000 w 50"/>
              <a:gd name="T95" fmla="*/ 102577 h 52"/>
              <a:gd name="T96" fmla="*/ 107950 w 50"/>
              <a:gd name="T97" fmla="*/ 99372 h 52"/>
              <a:gd name="T98" fmla="*/ 123825 w 50"/>
              <a:gd name="T99" fmla="*/ 86550 h 52"/>
              <a:gd name="T100" fmla="*/ 114300 w 50"/>
              <a:gd name="T101" fmla="*/ 96166 h 52"/>
              <a:gd name="T102" fmla="*/ 31750 w 50"/>
              <a:gd name="T103" fmla="*/ 118605 h 52"/>
              <a:gd name="T104" fmla="*/ 50800 w 50"/>
              <a:gd name="T105" fmla="*/ 118605 h 52"/>
              <a:gd name="T106" fmla="*/ 53975 w 50"/>
              <a:gd name="T107" fmla="*/ 137838 h 52"/>
              <a:gd name="T108" fmla="*/ 31750 w 50"/>
              <a:gd name="T109" fmla="*/ 144249 h 52"/>
              <a:gd name="T110" fmla="*/ 28575 w 50"/>
              <a:gd name="T111" fmla="*/ 121810 h 52"/>
              <a:gd name="T112" fmla="*/ 47625 w 50"/>
              <a:gd name="T113" fmla="*/ 125016 h 52"/>
              <a:gd name="T114" fmla="*/ 47625 w 50"/>
              <a:gd name="T115" fmla="*/ 134633 h 52"/>
              <a:gd name="T116" fmla="*/ 85725 w 50"/>
              <a:gd name="T117" fmla="*/ 125016 h 52"/>
              <a:gd name="T118" fmla="*/ 85725 w 50"/>
              <a:gd name="T119" fmla="*/ 134633 h 5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52">
                <a:moveTo>
                  <a:pt x="23" y="37"/>
                </a:moveTo>
                <a:cubicBezTo>
                  <a:pt x="23" y="37"/>
                  <a:pt x="23" y="37"/>
                  <a:pt x="23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9" y="37"/>
                  <a:pt x="29" y="37"/>
                  <a:pt x="29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43"/>
                  <a:pt x="29" y="43"/>
                  <a:pt x="29" y="43"/>
                </a:cubicBezTo>
                <a:cubicBezTo>
                  <a:pt x="29" y="44"/>
                  <a:pt x="29" y="45"/>
                  <a:pt x="28" y="45"/>
                </a:cubicBezTo>
                <a:cubicBezTo>
                  <a:pt x="28" y="45"/>
                  <a:pt x="28" y="45"/>
                  <a:pt x="28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2" y="45"/>
                  <a:pt x="21" y="44"/>
                  <a:pt x="21" y="43"/>
                </a:cubicBezTo>
                <a:cubicBezTo>
                  <a:pt x="21" y="43"/>
                  <a:pt x="21" y="43"/>
                  <a:pt x="21" y="43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7"/>
                  <a:pt x="22" y="37"/>
                  <a:pt x="23" y="37"/>
                </a:cubicBezTo>
                <a:close/>
                <a:moveTo>
                  <a:pt x="4" y="18"/>
                </a:moveTo>
                <a:cubicBezTo>
                  <a:pt x="4" y="18"/>
                  <a:pt x="4" y="18"/>
                  <a:pt x="4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0"/>
                  <a:pt x="46" y="9"/>
                  <a:pt x="45" y="8"/>
                </a:cubicBezTo>
                <a:cubicBezTo>
                  <a:pt x="44" y="6"/>
                  <a:pt x="42" y="6"/>
                  <a:pt x="40" y="6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11"/>
                  <a:pt x="39" y="12"/>
                  <a:pt x="38" y="12"/>
                </a:cubicBezTo>
                <a:cubicBezTo>
                  <a:pt x="37" y="12"/>
                  <a:pt x="36" y="11"/>
                  <a:pt x="36" y="10"/>
                </a:cubicBezTo>
                <a:cubicBezTo>
                  <a:pt x="36" y="6"/>
                  <a:pt x="36" y="6"/>
                  <a:pt x="36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1"/>
                  <a:pt x="14" y="12"/>
                  <a:pt x="13" y="12"/>
                </a:cubicBezTo>
                <a:cubicBezTo>
                  <a:pt x="12" y="12"/>
                  <a:pt x="11" y="11"/>
                  <a:pt x="11" y="10"/>
                </a:cubicBezTo>
                <a:cubicBezTo>
                  <a:pt x="11" y="6"/>
                  <a:pt x="11" y="6"/>
                  <a:pt x="11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9" y="6"/>
                  <a:pt x="7" y="6"/>
                  <a:pt x="6" y="8"/>
                </a:cubicBezTo>
                <a:cubicBezTo>
                  <a:pt x="5" y="9"/>
                  <a:pt x="4" y="10"/>
                  <a:pt x="4" y="12"/>
                </a:cubicBezTo>
                <a:cubicBezTo>
                  <a:pt x="4" y="18"/>
                  <a:pt x="4" y="18"/>
                  <a:pt x="4" y="18"/>
                </a:cubicBezTo>
                <a:close/>
                <a:moveTo>
                  <a:pt x="47" y="22"/>
                </a:moveTo>
                <a:cubicBezTo>
                  <a:pt x="47" y="22"/>
                  <a:pt x="47" y="22"/>
                  <a:pt x="47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44"/>
                  <a:pt x="5" y="45"/>
                  <a:pt x="6" y="46"/>
                </a:cubicBezTo>
                <a:cubicBezTo>
                  <a:pt x="7" y="47"/>
                  <a:pt x="9" y="48"/>
                  <a:pt x="10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2" y="48"/>
                  <a:pt x="44" y="47"/>
                  <a:pt x="45" y="46"/>
                </a:cubicBezTo>
                <a:cubicBezTo>
                  <a:pt x="46" y="45"/>
                  <a:pt x="47" y="44"/>
                  <a:pt x="47" y="42"/>
                </a:cubicBezTo>
                <a:cubicBezTo>
                  <a:pt x="47" y="22"/>
                  <a:pt x="47" y="22"/>
                  <a:pt x="47" y="22"/>
                </a:cubicBezTo>
                <a:close/>
                <a:moveTo>
                  <a:pt x="10" y="2"/>
                </a:moveTo>
                <a:cubicBezTo>
                  <a:pt x="10" y="2"/>
                  <a:pt x="10" y="2"/>
                  <a:pt x="10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0"/>
                  <a:pt x="12" y="0"/>
                  <a:pt x="13" y="0"/>
                </a:cubicBezTo>
                <a:cubicBezTo>
                  <a:pt x="14" y="0"/>
                  <a:pt x="15" y="0"/>
                  <a:pt x="15" y="2"/>
                </a:cubicBezTo>
                <a:cubicBezTo>
                  <a:pt x="15" y="2"/>
                  <a:pt x="15" y="2"/>
                  <a:pt x="15" y="2"/>
                </a:cubicBezTo>
                <a:cubicBezTo>
                  <a:pt x="36" y="2"/>
                  <a:pt x="36" y="2"/>
                  <a:pt x="36" y="2"/>
                </a:cubicBezTo>
                <a:cubicBezTo>
                  <a:pt x="36" y="2"/>
                  <a:pt x="36" y="2"/>
                  <a:pt x="36" y="2"/>
                </a:cubicBezTo>
                <a:cubicBezTo>
                  <a:pt x="36" y="0"/>
                  <a:pt x="37" y="0"/>
                  <a:pt x="38" y="0"/>
                </a:cubicBezTo>
                <a:cubicBezTo>
                  <a:pt x="39" y="0"/>
                  <a:pt x="40" y="0"/>
                  <a:pt x="40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43" y="2"/>
                  <a:pt x="46" y="3"/>
                  <a:pt x="47" y="5"/>
                </a:cubicBezTo>
                <a:cubicBezTo>
                  <a:pt x="49" y="7"/>
                  <a:pt x="50" y="9"/>
                  <a:pt x="50" y="12"/>
                </a:cubicBezTo>
                <a:cubicBezTo>
                  <a:pt x="50" y="22"/>
                  <a:pt x="50" y="32"/>
                  <a:pt x="50" y="42"/>
                </a:cubicBezTo>
                <a:cubicBezTo>
                  <a:pt x="50" y="45"/>
                  <a:pt x="49" y="47"/>
                  <a:pt x="47" y="49"/>
                </a:cubicBezTo>
                <a:cubicBezTo>
                  <a:pt x="46" y="51"/>
                  <a:pt x="43" y="52"/>
                  <a:pt x="40" y="52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2"/>
                  <a:pt x="5" y="51"/>
                  <a:pt x="3" y="49"/>
                </a:cubicBezTo>
                <a:cubicBezTo>
                  <a:pt x="1" y="47"/>
                  <a:pt x="0" y="45"/>
                  <a:pt x="0" y="42"/>
                </a:cubicBezTo>
                <a:cubicBezTo>
                  <a:pt x="0" y="32"/>
                  <a:pt x="0" y="22"/>
                  <a:pt x="0" y="12"/>
                </a:cubicBezTo>
                <a:cubicBezTo>
                  <a:pt x="0" y="9"/>
                  <a:pt x="1" y="7"/>
                  <a:pt x="3" y="5"/>
                </a:cubicBezTo>
                <a:cubicBezTo>
                  <a:pt x="5" y="3"/>
                  <a:pt x="8" y="2"/>
                  <a:pt x="10" y="2"/>
                </a:cubicBezTo>
                <a:close/>
                <a:moveTo>
                  <a:pt x="16" y="10"/>
                </a:moveTo>
                <a:cubicBezTo>
                  <a:pt x="16" y="10"/>
                  <a:pt x="16" y="10"/>
                  <a:pt x="16" y="10"/>
                </a:cubicBezTo>
                <a:cubicBezTo>
                  <a:pt x="16" y="9"/>
                  <a:pt x="16" y="9"/>
                  <a:pt x="17" y="9"/>
                </a:cubicBezTo>
                <a:cubicBezTo>
                  <a:pt x="17" y="9"/>
                  <a:pt x="18" y="9"/>
                  <a:pt x="18" y="10"/>
                </a:cubicBezTo>
                <a:cubicBezTo>
                  <a:pt x="18" y="11"/>
                  <a:pt x="17" y="12"/>
                  <a:pt x="16" y="13"/>
                </a:cubicBezTo>
                <a:cubicBezTo>
                  <a:pt x="15" y="14"/>
                  <a:pt x="14" y="15"/>
                  <a:pt x="13" y="15"/>
                </a:cubicBezTo>
                <a:cubicBezTo>
                  <a:pt x="11" y="15"/>
                  <a:pt x="10" y="14"/>
                  <a:pt x="9" y="13"/>
                </a:cubicBezTo>
                <a:cubicBezTo>
                  <a:pt x="8" y="12"/>
                  <a:pt x="8" y="11"/>
                  <a:pt x="8" y="10"/>
                </a:cubicBezTo>
                <a:cubicBezTo>
                  <a:pt x="8" y="9"/>
                  <a:pt x="8" y="9"/>
                  <a:pt x="9" y="9"/>
                </a:cubicBezTo>
                <a:cubicBezTo>
                  <a:pt x="9" y="9"/>
                  <a:pt x="10" y="9"/>
                  <a:pt x="10" y="10"/>
                </a:cubicBezTo>
                <a:cubicBezTo>
                  <a:pt x="10" y="10"/>
                  <a:pt x="10" y="11"/>
                  <a:pt x="11" y="12"/>
                </a:cubicBezTo>
                <a:cubicBezTo>
                  <a:pt x="11" y="12"/>
                  <a:pt x="12" y="12"/>
                  <a:pt x="13" y="12"/>
                </a:cubicBezTo>
                <a:cubicBezTo>
                  <a:pt x="14" y="12"/>
                  <a:pt x="14" y="12"/>
                  <a:pt x="15" y="12"/>
                </a:cubicBezTo>
                <a:cubicBezTo>
                  <a:pt x="15" y="11"/>
                  <a:pt x="16" y="10"/>
                  <a:pt x="16" y="10"/>
                </a:cubicBezTo>
                <a:close/>
                <a:moveTo>
                  <a:pt x="41" y="10"/>
                </a:moveTo>
                <a:cubicBezTo>
                  <a:pt x="41" y="10"/>
                  <a:pt x="41" y="10"/>
                  <a:pt x="41" y="10"/>
                </a:cubicBezTo>
                <a:cubicBezTo>
                  <a:pt x="41" y="9"/>
                  <a:pt x="41" y="9"/>
                  <a:pt x="42" y="9"/>
                </a:cubicBezTo>
                <a:cubicBezTo>
                  <a:pt x="42" y="9"/>
                  <a:pt x="43" y="9"/>
                  <a:pt x="43" y="10"/>
                </a:cubicBezTo>
                <a:cubicBezTo>
                  <a:pt x="43" y="11"/>
                  <a:pt x="42" y="12"/>
                  <a:pt x="41" y="13"/>
                </a:cubicBezTo>
                <a:cubicBezTo>
                  <a:pt x="41" y="14"/>
                  <a:pt x="39" y="15"/>
                  <a:pt x="38" y="15"/>
                </a:cubicBezTo>
                <a:cubicBezTo>
                  <a:pt x="36" y="15"/>
                  <a:pt x="35" y="14"/>
                  <a:pt x="34" y="13"/>
                </a:cubicBezTo>
                <a:cubicBezTo>
                  <a:pt x="33" y="12"/>
                  <a:pt x="33" y="11"/>
                  <a:pt x="33" y="10"/>
                </a:cubicBezTo>
                <a:cubicBezTo>
                  <a:pt x="33" y="9"/>
                  <a:pt x="33" y="9"/>
                  <a:pt x="34" y="9"/>
                </a:cubicBezTo>
                <a:cubicBezTo>
                  <a:pt x="34" y="9"/>
                  <a:pt x="35" y="9"/>
                  <a:pt x="35" y="10"/>
                </a:cubicBezTo>
                <a:cubicBezTo>
                  <a:pt x="35" y="10"/>
                  <a:pt x="35" y="11"/>
                  <a:pt x="36" y="12"/>
                </a:cubicBezTo>
                <a:cubicBezTo>
                  <a:pt x="36" y="12"/>
                  <a:pt x="37" y="12"/>
                  <a:pt x="38" y="12"/>
                </a:cubicBezTo>
                <a:cubicBezTo>
                  <a:pt x="39" y="12"/>
                  <a:pt x="39" y="12"/>
                  <a:pt x="40" y="12"/>
                </a:cubicBezTo>
                <a:cubicBezTo>
                  <a:pt x="40" y="11"/>
                  <a:pt x="41" y="10"/>
                  <a:pt x="41" y="10"/>
                </a:cubicBezTo>
                <a:close/>
                <a:moveTo>
                  <a:pt x="10" y="24"/>
                </a:move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7" y="25"/>
                  <a:pt x="17" y="25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2"/>
                  <a:pt x="16" y="32"/>
                  <a:pt x="16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10" y="32"/>
                  <a:pt x="9" y="32"/>
                  <a:pt x="9" y="31"/>
                </a:cubicBezTo>
                <a:cubicBezTo>
                  <a:pt x="9" y="31"/>
                  <a:pt x="9" y="31"/>
                  <a:pt x="9" y="31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5"/>
                  <a:pt x="10" y="24"/>
                  <a:pt x="10" y="24"/>
                </a:cubicBezTo>
                <a:close/>
                <a:moveTo>
                  <a:pt x="15" y="27"/>
                </a:moveTo>
                <a:cubicBezTo>
                  <a:pt x="15" y="27"/>
                  <a:pt x="15" y="27"/>
                  <a:pt x="15" y="27"/>
                </a:cubicBezTo>
                <a:cubicBezTo>
                  <a:pt x="11" y="27"/>
                  <a:pt x="11" y="27"/>
                  <a:pt x="11" y="27"/>
                </a:cubicBezTo>
                <a:cubicBezTo>
                  <a:pt x="11" y="30"/>
                  <a:pt x="11" y="30"/>
                  <a:pt x="11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27"/>
                  <a:pt x="15" y="27"/>
                  <a:pt x="15" y="27"/>
                </a:cubicBezTo>
                <a:close/>
                <a:moveTo>
                  <a:pt x="23" y="24"/>
                </a:moveTo>
                <a:cubicBezTo>
                  <a:pt x="23" y="24"/>
                  <a:pt x="23" y="24"/>
                  <a:pt x="23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9" y="24"/>
                  <a:pt x="29" y="25"/>
                  <a:pt x="29" y="25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2"/>
                  <a:pt x="29" y="32"/>
                  <a:pt x="28" y="32"/>
                </a:cubicBezTo>
                <a:cubicBezTo>
                  <a:pt x="28" y="32"/>
                  <a:pt x="28" y="32"/>
                  <a:pt x="28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22" y="32"/>
                  <a:pt x="21" y="32"/>
                  <a:pt x="21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25"/>
                  <a:pt x="22" y="24"/>
                  <a:pt x="23" y="24"/>
                </a:cubicBezTo>
                <a:close/>
                <a:moveTo>
                  <a:pt x="27" y="27"/>
                </a:moveTo>
                <a:cubicBezTo>
                  <a:pt x="27" y="27"/>
                  <a:pt x="27" y="27"/>
                  <a:pt x="27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30"/>
                  <a:pt x="24" y="30"/>
                  <a:pt x="24" y="30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27"/>
                  <a:pt x="27" y="27"/>
                  <a:pt x="27" y="27"/>
                </a:cubicBezTo>
                <a:close/>
                <a:moveTo>
                  <a:pt x="35" y="24"/>
                </a:move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41" y="24"/>
                  <a:pt x="42" y="25"/>
                  <a:pt x="42" y="25"/>
                </a:cubicBezTo>
                <a:cubicBezTo>
                  <a:pt x="42" y="26"/>
                  <a:pt x="42" y="26"/>
                  <a:pt x="42" y="26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32"/>
                  <a:pt x="41" y="32"/>
                  <a:pt x="40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34" y="32"/>
                  <a:pt x="34" y="32"/>
                  <a:pt x="34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5"/>
                  <a:pt x="34" y="24"/>
                  <a:pt x="35" y="24"/>
                </a:cubicBezTo>
                <a:close/>
                <a:moveTo>
                  <a:pt x="39" y="27"/>
                </a:moveTo>
                <a:cubicBezTo>
                  <a:pt x="39" y="27"/>
                  <a:pt x="39" y="27"/>
                  <a:pt x="39" y="27"/>
                </a:cubicBezTo>
                <a:cubicBezTo>
                  <a:pt x="36" y="27"/>
                  <a:pt x="36" y="27"/>
                  <a:pt x="36" y="27"/>
                </a:cubicBezTo>
                <a:cubicBezTo>
                  <a:pt x="36" y="30"/>
                  <a:pt x="36" y="30"/>
                  <a:pt x="36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27"/>
                  <a:pt x="39" y="27"/>
                  <a:pt x="39" y="27"/>
                </a:cubicBezTo>
                <a:close/>
                <a:moveTo>
                  <a:pt x="10" y="37"/>
                </a:move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7" y="37"/>
                  <a:pt x="17" y="38"/>
                </a:cubicBezTo>
                <a:cubicBezTo>
                  <a:pt x="17" y="38"/>
                  <a:pt x="17" y="38"/>
                  <a:pt x="17" y="38"/>
                </a:cubicBezTo>
                <a:cubicBezTo>
                  <a:pt x="17" y="43"/>
                  <a:pt x="17" y="43"/>
                  <a:pt x="17" y="43"/>
                </a:cubicBezTo>
                <a:cubicBezTo>
                  <a:pt x="17" y="44"/>
                  <a:pt x="16" y="45"/>
                  <a:pt x="16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0" y="45"/>
                  <a:pt x="10" y="45"/>
                  <a:pt x="10" y="45"/>
                </a:cubicBezTo>
                <a:cubicBezTo>
                  <a:pt x="10" y="45"/>
                  <a:pt x="9" y="44"/>
                  <a:pt x="9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7"/>
                  <a:pt x="10" y="37"/>
                  <a:pt x="10" y="37"/>
                </a:cubicBezTo>
                <a:close/>
                <a:moveTo>
                  <a:pt x="15" y="39"/>
                </a:moveTo>
                <a:cubicBezTo>
                  <a:pt x="15" y="39"/>
                  <a:pt x="15" y="39"/>
                  <a:pt x="15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1" y="42"/>
                  <a:pt x="11" y="42"/>
                  <a:pt x="11" y="42"/>
                </a:cubicBezTo>
                <a:cubicBezTo>
                  <a:pt x="15" y="42"/>
                  <a:pt x="15" y="42"/>
                  <a:pt x="15" y="42"/>
                </a:cubicBezTo>
                <a:cubicBezTo>
                  <a:pt x="15" y="39"/>
                  <a:pt x="15" y="39"/>
                  <a:pt x="15" y="39"/>
                </a:cubicBezTo>
                <a:close/>
                <a:moveTo>
                  <a:pt x="27" y="39"/>
                </a:moveTo>
                <a:cubicBezTo>
                  <a:pt x="27" y="39"/>
                  <a:pt x="27" y="39"/>
                  <a:pt x="27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42"/>
                  <a:pt x="24" y="42"/>
                  <a:pt x="24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39"/>
                  <a:pt x="27" y="39"/>
                  <a:pt x="27" y="3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78" name="Freeform 112">
            <a:extLst>
              <a:ext uri="{FF2B5EF4-FFF2-40B4-BE49-F238E27FC236}">
                <a16:creationId xmlns:a16="http://schemas.microsoft.com/office/drawing/2014/main" id="{04D543E1-2F0C-9CF9-48D4-78BE5663940F}"/>
              </a:ext>
            </a:extLst>
          </p:cNvPr>
          <p:cNvSpPr>
            <a:spLocks noEditPoints="1"/>
          </p:cNvSpPr>
          <p:nvPr/>
        </p:nvSpPr>
        <p:spPr bwMode="auto">
          <a:xfrm>
            <a:off x="3885601" y="2176381"/>
            <a:ext cx="228600" cy="169333"/>
          </a:xfrm>
          <a:custGeom>
            <a:avLst/>
            <a:gdLst>
              <a:gd name="T0" fmla="*/ 76200 w 54"/>
              <a:gd name="T1" fmla="*/ 41275 h 40"/>
              <a:gd name="T2" fmla="*/ 79375 w 54"/>
              <a:gd name="T3" fmla="*/ 44450 h 40"/>
              <a:gd name="T4" fmla="*/ 85725 w 54"/>
              <a:gd name="T5" fmla="*/ 47625 h 40"/>
              <a:gd name="T6" fmla="*/ 95250 w 54"/>
              <a:gd name="T7" fmla="*/ 34925 h 40"/>
              <a:gd name="T8" fmla="*/ 142875 w 54"/>
              <a:gd name="T9" fmla="*/ 6350 h 40"/>
              <a:gd name="T10" fmla="*/ 149225 w 54"/>
              <a:gd name="T11" fmla="*/ 38100 h 40"/>
              <a:gd name="T12" fmla="*/ 142875 w 54"/>
              <a:gd name="T13" fmla="*/ 41275 h 40"/>
              <a:gd name="T14" fmla="*/ 165100 w 54"/>
              <a:gd name="T15" fmla="*/ 66675 h 40"/>
              <a:gd name="T16" fmla="*/ 165100 w 54"/>
              <a:gd name="T17" fmla="*/ 101600 h 40"/>
              <a:gd name="T18" fmla="*/ 139700 w 54"/>
              <a:gd name="T19" fmla="*/ 123825 h 40"/>
              <a:gd name="T20" fmla="*/ 123825 w 54"/>
              <a:gd name="T21" fmla="*/ 127000 h 40"/>
              <a:gd name="T22" fmla="*/ 107950 w 54"/>
              <a:gd name="T23" fmla="*/ 123825 h 40"/>
              <a:gd name="T24" fmla="*/ 88900 w 54"/>
              <a:gd name="T25" fmla="*/ 114300 h 40"/>
              <a:gd name="T26" fmla="*/ 57150 w 54"/>
              <a:gd name="T27" fmla="*/ 127000 h 40"/>
              <a:gd name="T28" fmla="*/ 25400 w 54"/>
              <a:gd name="T29" fmla="*/ 114300 h 40"/>
              <a:gd name="T30" fmla="*/ 22225 w 54"/>
              <a:gd name="T31" fmla="*/ 114300 h 40"/>
              <a:gd name="T32" fmla="*/ 22225 w 54"/>
              <a:gd name="T33" fmla="*/ 114300 h 40"/>
              <a:gd name="T34" fmla="*/ 28575 w 54"/>
              <a:gd name="T35" fmla="*/ 34925 h 40"/>
              <a:gd name="T36" fmla="*/ 73025 w 54"/>
              <a:gd name="T37" fmla="*/ 6350 h 40"/>
              <a:gd name="T38" fmla="*/ 82550 w 54"/>
              <a:gd name="T39" fmla="*/ 38100 h 40"/>
              <a:gd name="T40" fmla="*/ 76200 w 54"/>
              <a:gd name="T41" fmla="*/ 41275 h 40"/>
              <a:gd name="T42" fmla="*/ 82550 w 54"/>
              <a:gd name="T43" fmla="*/ 60325 h 40"/>
              <a:gd name="T44" fmla="*/ 82550 w 54"/>
              <a:gd name="T45" fmla="*/ 60325 h 40"/>
              <a:gd name="T46" fmla="*/ 79375 w 54"/>
              <a:gd name="T47" fmla="*/ 60325 h 40"/>
              <a:gd name="T48" fmla="*/ 73025 w 54"/>
              <a:gd name="T49" fmla="*/ 53975 h 40"/>
              <a:gd name="T50" fmla="*/ 66675 w 54"/>
              <a:gd name="T51" fmla="*/ 50800 h 40"/>
              <a:gd name="T52" fmla="*/ 63500 w 54"/>
              <a:gd name="T53" fmla="*/ 47625 h 40"/>
              <a:gd name="T54" fmla="*/ 63500 w 54"/>
              <a:gd name="T55" fmla="*/ 47625 h 40"/>
              <a:gd name="T56" fmla="*/ 60325 w 54"/>
              <a:gd name="T57" fmla="*/ 41275 h 40"/>
              <a:gd name="T58" fmla="*/ 63500 w 54"/>
              <a:gd name="T59" fmla="*/ 34925 h 40"/>
              <a:gd name="T60" fmla="*/ 66675 w 54"/>
              <a:gd name="T61" fmla="*/ 31750 h 40"/>
              <a:gd name="T62" fmla="*/ 66675 w 54"/>
              <a:gd name="T63" fmla="*/ 31750 h 40"/>
              <a:gd name="T64" fmla="*/ 79375 w 54"/>
              <a:gd name="T65" fmla="*/ 28575 h 40"/>
              <a:gd name="T66" fmla="*/ 76200 w 54"/>
              <a:gd name="T67" fmla="*/ 19050 h 40"/>
              <a:gd name="T68" fmla="*/ 38100 w 54"/>
              <a:gd name="T69" fmla="*/ 41275 h 40"/>
              <a:gd name="T70" fmla="*/ 31750 w 54"/>
              <a:gd name="T71" fmla="*/ 104775 h 40"/>
              <a:gd name="T72" fmla="*/ 31750 w 54"/>
              <a:gd name="T73" fmla="*/ 104775 h 40"/>
              <a:gd name="T74" fmla="*/ 57150 w 54"/>
              <a:gd name="T75" fmla="*/ 117475 h 40"/>
              <a:gd name="T76" fmla="*/ 82550 w 54"/>
              <a:gd name="T77" fmla="*/ 101600 h 40"/>
              <a:gd name="T78" fmla="*/ 82550 w 54"/>
              <a:gd name="T79" fmla="*/ 60325 h 40"/>
              <a:gd name="T80" fmla="*/ 142875 w 54"/>
              <a:gd name="T81" fmla="*/ 53975 h 40"/>
              <a:gd name="T82" fmla="*/ 142875 w 54"/>
              <a:gd name="T83" fmla="*/ 53975 h 40"/>
              <a:gd name="T84" fmla="*/ 130175 w 54"/>
              <a:gd name="T85" fmla="*/ 47625 h 40"/>
              <a:gd name="T86" fmla="*/ 130175 w 54"/>
              <a:gd name="T87" fmla="*/ 47625 h 40"/>
              <a:gd name="T88" fmla="*/ 130175 w 54"/>
              <a:gd name="T89" fmla="*/ 34925 h 40"/>
              <a:gd name="T90" fmla="*/ 136525 w 54"/>
              <a:gd name="T91" fmla="*/ 31750 h 40"/>
              <a:gd name="T92" fmla="*/ 136525 w 54"/>
              <a:gd name="T93" fmla="*/ 31750 h 40"/>
              <a:gd name="T94" fmla="*/ 146050 w 54"/>
              <a:gd name="T95" fmla="*/ 28575 h 40"/>
              <a:gd name="T96" fmla="*/ 146050 w 54"/>
              <a:gd name="T97" fmla="*/ 19050 h 40"/>
              <a:gd name="T98" fmla="*/ 104775 w 54"/>
              <a:gd name="T99" fmla="*/ 41275 h 40"/>
              <a:gd name="T100" fmla="*/ 101600 w 54"/>
              <a:gd name="T101" fmla="*/ 104775 h 40"/>
              <a:gd name="T102" fmla="*/ 101600 w 54"/>
              <a:gd name="T103" fmla="*/ 104775 h 40"/>
              <a:gd name="T104" fmla="*/ 111125 w 54"/>
              <a:gd name="T105" fmla="*/ 114300 h 40"/>
              <a:gd name="T106" fmla="*/ 123825 w 54"/>
              <a:gd name="T107" fmla="*/ 117475 h 40"/>
              <a:gd name="T108" fmla="*/ 136525 w 54"/>
              <a:gd name="T109" fmla="*/ 114300 h 40"/>
              <a:gd name="T110" fmla="*/ 155575 w 54"/>
              <a:gd name="T111" fmla="*/ 95250 h 40"/>
              <a:gd name="T112" fmla="*/ 142875 w 54"/>
              <a:gd name="T113" fmla="*/ 53975 h 4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4" h="40">
                <a:moveTo>
                  <a:pt x="24" y="13"/>
                </a:moveTo>
                <a:cubicBezTo>
                  <a:pt x="24" y="13"/>
                  <a:pt x="25" y="14"/>
                  <a:pt x="25" y="14"/>
                </a:cubicBezTo>
                <a:cubicBezTo>
                  <a:pt x="26" y="14"/>
                  <a:pt x="27" y="15"/>
                  <a:pt x="27" y="15"/>
                </a:cubicBezTo>
                <a:cubicBezTo>
                  <a:pt x="28" y="14"/>
                  <a:pt x="29" y="12"/>
                  <a:pt x="30" y="11"/>
                </a:cubicBezTo>
                <a:cubicBezTo>
                  <a:pt x="34" y="6"/>
                  <a:pt x="39" y="3"/>
                  <a:pt x="45" y="2"/>
                </a:cubicBezTo>
                <a:cubicBezTo>
                  <a:pt x="51" y="0"/>
                  <a:pt x="54" y="10"/>
                  <a:pt x="47" y="12"/>
                </a:cubicBezTo>
                <a:cubicBezTo>
                  <a:pt x="47" y="12"/>
                  <a:pt x="46" y="13"/>
                  <a:pt x="45" y="13"/>
                </a:cubicBezTo>
                <a:cubicBezTo>
                  <a:pt x="48" y="15"/>
                  <a:pt x="51" y="17"/>
                  <a:pt x="52" y="21"/>
                </a:cubicBezTo>
                <a:cubicBezTo>
                  <a:pt x="54" y="24"/>
                  <a:pt x="54" y="28"/>
                  <a:pt x="52" y="32"/>
                </a:cubicBezTo>
                <a:cubicBezTo>
                  <a:pt x="51" y="35"/>
                  <a:pt x="48" y="38"/>
                  <a:pt x="44" y="39"/>
                </a:cubicBezTo>
                <a:cubicBezTo>
                  <a:pt x="43" y="40"/>
                  <a:pt x="41" y="40"/>
                  <a:pt x="39" y="40"/>
                </a:cubicBezTo>
                <a:cubicBezTo>
                  <a:pt x="37" y="40"/>
                  <a:pt x="35" y="40"/>
                  <a:pt x="34" y="39"/>
                </a:cubicBezTo>
                <a:cubicBezTo>
                  <a:pt x="32" y="38"/>
                  <a:pt x="30" y="37"/>
                  <a:pt x="28" y="36"/>
                </a:cubicBezTo>
                <a:cubicBezTo>
                  <a:pt x="26" y="39"/>
                  <a:pt x="22" y="40"/>
                  <a:pt x="18" y="40"/>
                </a:cubicBezTo>
                <a:cubicBezTo>
                  <a:pt x="14" y="40"/>
                  <a:pt x="10" y="39"/>
                  <a:pt x="8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0" y="29"/>
                  <a:pt x="3" y="18"/>
                  <a:pt x="9" y="11"/>
                </a:cubicBezTo>
                <a:cubicBezTo>
                  <a:pt x="13" y="6"/>
                  <a:pt x="18" y="3"/>
                  <a:pt x="23" y="2"/>
                </a:cubicBezTo>
                <a:cubicBezTo>
                  <a:pt x="30" y="0"/>
                  <a:pt x="33" y="10"/>
                  <a:pt x="26" y="12"/>
                </a:cubicBezTo>
                <a:cubicBezTo>
                  <a:pt x="26" y="12"/>
                  <a:pt x="25" y="13"/>
                  <a:pt x="24" y="13"/>
                </a:cubicBezTo>
                <a:close/>
                <a:moveTo>
                  <a:pt x="26" y="19"/>
                </a:moveTo>
                <a:cubicBezTo>
                  <a:pt x="26" y="19"/>
                  <a:pt x="26" y="19"/>
                  <a:pt x="26" y="19"/>
                </a:cubicBezTo>
                <a:cubicBezTo>
                  <a:pt x="26" y="19"/>
                  <a:pt x="25" y="19"/>
                  <a:pt x="25" y="19"/>
                </a:cubicBezTo>
                <a:cubicBezTo>
                  <a:pt x="25" y="18"/>
                  <a:pt x="24" y="18"/>
                  <a:pt x="23" y="17"/>
                </a:cubicBezTo>
                <a:cubicBezTo>
                  <a:pt x="23" y="17"/>
                  <a:pt x="22" y="16"/>
                  <a:pt x="21" y="16"/>
                </a:cubicBezTo>
                <a:cubicBezTo>
                  <a:pt x="21" y="16"/>
                  <a:pt x="20" y="16"/>
                  <a:pt x="20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19" y="14"/>
                  <a:pt x="19" y="14"/>
                  <a:pt x="19" y="13"/>
                </a:cubicBezTo>
                <a:cubicBezTo>
                  <a:pt x="19" y="12"/>
                  <a:pt x="19" y="12"/>
                  <a:pt x="20" y="11"/>
                </a:cubicBezTo>
                <a:cubicBezTo>
                  <a:pt x="20" y="11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3" y="10"/>
                  <a:pt x="24" y="9"/>
                  <a:pt x="25" y="9"/>
                </a:cubicBezTo>
                <a:cubicBezTo>
                  <a:pt x="27" y="8"/>
                  <a:pt x="26" y="5"/>
                  <a:pt x="24" y="6"/>
                </a:cubicBezTo>
                <a:cubicBezTo>
                  <a:pt x="19" y="7"/>
                  <a:pt x="15" y="10"/>
                  <a:pt x="12" y="13"/>
                </a:cubicBezTo>
                <a:cubicBezTo>
                  <a:pt x="8" y="18"/>
                  <a:pt x="5" y="28"/>
                  <a:pt x="10" y="33"/>
                </a:cubicBezTo>
                <a:cubicBezTo>
                  <a:pt x="10" y="33"/>
                  <a:pt x="10" y="33"/>
                  <a:pt x="10" y="33"/>
                </a:cubicBezTo>
                <a:cubicBezTo>
                  <a:pt x="12" y="35"/>
                  <a:pt x="15" y="37"/>
                  <a:pt x="18" y="37"/>
                </a:cubicBezTo>
                <a:cubicBezTo>
                  <a:pt x="21" y="37"/>
                  <a:pt x="24" y="35"/>
                  <a:pt x="26" y="32"/>
                </a:cubicBezTo>
                <a:cubicBezTo>
                  <a:pt x="24" y="28"/>
                  <a:pt x="24" y="24"/>
                  <a:pt x="26" y="19"/>
                </a:cubicBezTo>
                <a:close/>
                <a:moveTo>
                  <a:pt x="45" y="17"/>
                </a:moveTo>
                <a:cubicBezTo>
                  <a:pt x="45" y="17"/>
                  <a:pt x="45" y="17"/>
                  <a:pt x="45" y="17"/>
                </a:cubicBezTo>
                <a:cubicBezTo>
                  <a:pt x="44" y="16"/>
                  <a:pt x="42" y="16"/>
                  <a:pt x="41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0" y="14"/>
                  <a:pt x="40" y="12"/>
                  <a:pt x="41" y="11"/>
                </a:cubicBezTo>
                <a:cubicBezTo>
                  <a:pt x="42" y="11"/>
                  <a:pt x="42" y="10"/>
                  <a:pt x="43" y="10"/>
                </a:cubicBezTo>
                <a:cubicBezTo>
                  <a:pt x="43" y="10"/>
                  <a:pt x="43" y="10"/>
                  <a:pt x="43" y="10"/>
                </a:cubicBezTo>
                <a:cubicBezTo>
                  <a:pt x="44" y="10"/>
                  <a:pt x="45" y="9"/>
                  <a:pt x="46" y="9"/>
                </a:cubicBezTo>
                <a:cubicBezTo>
                  <a:pt x="48" y="8"/>
                  <a:pt x="47" y="5"/>
                  <a:pt x="46" y="6"/>
                </a:cubicBezTo>
                <a:cubicBezTo>
                  <a:pt x="41" y="7"/>
                  <a:pt x="36" y="10"/>
                  <a:pt x="33" y="13"/>
                </a:cubicBezTo>
                <a:cubicBezTo>
                  <a:pt x="29" y="18"/>
                  <a:pt x="26" y="28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3" y="34"/>
                  <a:pt x="34" y="35"/>
                  <a:pt x="35" y="36"/>
                </a:cubicBezTo>
                <a:cubicBezTo>
                  <a:pt x="36" y="36"/>
                  <a:pt x="38" y="37"/>
                  <a:pt x="39" y="37"/>
                </a:cubicBezTo>
                <a:cubicBezTo>
                  <a:pt x="40" y="37"/>
                  <a:pt x="42" y="36"/>
                  <a:pt x="43" y="36"/>
                </a:cubicBezTo>
                <a:cubicBezTo>
                  <a:pt x="46" y="35"/>
                  <a:pt x="48" y="33"/>
                  <a:pt x="49" y="30"/>
                </a:cubicBezTo>
                <a:cubicBezTo>
                  <a:pt x="51" y="25"/>
                  <a:pt x="49" y="20"/>
                  <a:pt x="45" y="1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79" name="Freeform 113">
            <a:extLst>
              <a:ext uri="{FF2B5EF4-FFF2-40B4-BE49-F238E27FC236}">
                <a16:creationId xmlns:a16="http://schemas.microsoft.com/office/drawing/2014/main" id="{238A9B3F-CA1A-1436-52E7-AFD53595A6C4}"/>
              </a:ext>
            </a:extLst>
          </p:cNvPr>
          <p:cNvSpPr>
            <a:spLocks noEditPoints="1"/>
          </p:cNvSpPr>
          <p:nvPr/>
        </p:nvSpPr>
        <p:spPr bwMode="auto">
          <a:xfrm>
            <a:off x="4651835" y="2618765"/>
            <a:ext cx="218017" cy="135467"/>
          </a:xfrm>
          <a:custGeom>
            <a:avLst/>
            <a:gdLst>
              <a:gd name="T0" fmla="*/ 80153 w 51"/>
              <a:gd name="T1" fmla="*/ 0 h 32"/>
              <a:gd name="T2" fmla="*/ 160307 w 51"/>
              <a:gd name="T3" fmla="*/ 47625 h 32"/>
              <a:gd name="T4" fmla="*/ 160307 w 51"/>
              <a:gd name="T5" fmla="*/ 53975 h 32"/>
              <a:gd name="T6" fmla="*/ 160307 w 51"/>
              <a:gd name="T7" fmla="*/ 53975 h 32"/>
              <a:gd name="T8" fmla="*/ 80153 w 51"/>
              <a:gd name="T9" fmla="*/ 101600 h 32"/>
              <a:gd name="T10" fmla="*/ 3206 w 51"/>
              <a:gd name="T11" fmla="*/ 53975 h 32"/>
              <a:gd name="T12" fmla="*/ 3206 w 51"/>
              <a:gd name="T13" fmla="*/ 47625 h 32"/>
              <a:gd name="T14" fmla="*/ 80153 w 51"/>
              <a:gd name="T15" fmla="*/ 0 h 32"/>
              <a:gd name="T16" fmla="*/ 80153 w 51"/>
              <a:gd name="T17" fmla="*/ 12700 h 32"/>
              <a:gd name="T18" fmla="*/ 80153 w 51"/>
              <a:gd name="T19" fmla="*/ 12700 h 32"/>
              <a:gd name="T20" fmla="*/ 118627 w 51"/>
              <a:gd name="T21" fmla="*/ 50800 h 32"/>
              <a:gd name="T22" fmla="*/ 80153 w 51"/>
              <a:gd name="T23" fmla="*/ 85725 h 32"/>
              <a:gd name="T24" fmla="*/ 44886 w 51"/>
              <a:gd name="T25" fmla="*/ 50800 h 32"/>
              <a:gd name="T26" fmla="*/ 80153 w 51"/>
              <a:gd name="T27" fmla="*/ 12700 h 32"/>
              <a:gd name="T28" fmla="*/ 80153 w 51"/>
              <a:gd name="T29" fmla="*/ 25400 h 32"/>
              <a:gd name="T30" fmla="*/ 80153 w 51"/>
              <a:gd name="T31" fmla="*/ 25400 h 32"/>
              <a:gd name="T32" fmla="*/ 57710 w 51"/>
              <a:gd name="T33" fmla="*/ 50800 h 32"/>
              <a:gd name="T34" fmla="*/ 80153 w 51"/>
              <a:gd name="T35" fmla="*/ 73025 h 32"/>
              <a:gd name="T36" fmla="*/ 105803 w 51"/>
              <a:gd name="T37" fmla="*/ 50800 h 32"/>
              <a:gd name="T38" fmla="*/ 80153 w 51"/>
              <a:gd name="T39" fmla="*/ 25400 h 32"/>
              <a:gd name="T40" fmla="*/ 92978 w 51"/>
              <a:gd name="T41" fmla="*/ 50800 h 32"/>
              <a:gd name="T42" fmla="*/ 92978 w 51"/>
              <a:gd name="T43" fmla="*/ 50800 h 32"/>
              <a:gd name="T44" fmla="*/ 96184 w 51"/>
              <a:gd name="T45" fmla="*/ 47625 h 32"/>
              <a:gd name="T46" fmla="*/ 99390 w 51"/>
              <a:gd name="T47" fmla="*/ 50800 h 32"/>
              <a:gd name="T48" fmla="*/ 80153 w 51"/>
              <a:gd name="T49" fmla="*/ 69850 h 32"/>
              <a:gd name="T50" fmla="*/ 76947 w 51"/>
              <a:gd name="T51" fmla="*/ 66675 h 32"/>
              <a:gd name="T52" fmla="*/ 80153 w 51"/>
              <a:gd name="T53" fmla="*/ 60325 h 32"/>
              <a:gd name="T54" fmla="*/ 92978 w 51"/>
              <a:gd name="T55" fmla="*/ 53975 h 32"/>
              <a:gd name="T56" fmla="*/ 92978 w 51"/>
              <a:gd name="T57" fmla="*/ 53975 h 32"/>
              <a:gd name="T58" fmla="*/ 92978 w 51"/>
              <a:gd name="T59" fmla="*/ 50800 h 32"/>
              <a:gd name="T60" fmla="*/ 70535 w 51"/>
              <a:gd name="T61" fmla="*/ 44450 h 32"/>
              <a:gd name="T62" fmla="*/ 70535 w 51"/>
              <a:gd name="T63" fmla="*/ 44450 h 32"/>
              <a:gd name="T64" fmla="*/ 67329 w 51"/>
              <a:gd name="T65" fmla="*/ 47625 h 32"/>
              <a:gd name="T66" fmla="*/ 64123 w 51"/>
              <a:gd name="T67" fmla="*/ 44450 h 32"/>
              <a:gd name="T68" fmla="*/ 73741 w 51"/>
              <a:gd name="T69" fmla="*/ 31750 h 32"/>
              <a:gd name="T70" fmla="*/ 80153 w 51"/>
              <a:gd name="T71" fmla="*/ 34925 h 32"/>
              <a:gd name="T72" fmla="*/ 76947 w 51"/>
              <a:gd name="T73" fmla="*/ 41275 h 32"/>
              <a:gd name="T74" fmla="*/ 70535 w 51"/>
              <a:gd name="T75" fmla="*/ 44450 h 32"/>
              <a:gd name="T76" fmla="*/ 80153 w 51"/>
              <a:gd name="T77" fmla="*/ 12700 h 32"/>
              <a:gd name="T78" fmla="*/ 80153 w 51"/>
              <a:gd name="T79" fmla="*/ 12700 h 32"/>
              <a:gd name="T80" fmla="*/ 12825 w 51"/>
              <a:gd name="T81" fmla="*/ 50800 h 32"/>
              <a:gd name="T82" fmla="*/ 80153 w 51"/>
              <a:gd name="T83" fmla="*/ 88900 h 32"/>
              <a:gd name="T84" fmla="*/ 147482 w 51"/>
              <a:gd name="T85" fmla="*/ 50800 h 32"/>
              <a:gd name="T86" fmla="*/ 80153 w 51"/>
              <a:gd name="T87" fmla="*/ 12700 h 3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1" h="32">
                <a:moveTo>
                  <a:pt x="25" y="0"/>
                </a:moveTo>
                <a:cubicBezTo>
                  <a:pt x="36" y="0"/>
                  <a:pt x="45" y="6"/>
                  <a:pt x="50" y="15"/>
                </a:cubicBezTo>
                <a:cubicBezTo>
                  <a:pt x="51" y="15"/>
                  <a:pt x="51" y="16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45" y="26"/>
                  <a:pt x="36" y="32"/>
                  <a:pt x="25" y="32"/>
                </a:cubicBezTo>
                <a:cubicBezTo>
                  <a:pt x="15" y="32"/>
                  <a:pt x="5" y="26"/>
                  <a:pt x="1" y="17"/>
                </a:cubicBezTo>
                <a:cubicBezTo>
                  <a:pt x="0" y="16"/>
                  <a:pt x="0" y="15"/>
                  <a:pt x="1" y="15"/>
                </a:cubicBezTo>
                <a:cubicBezTo>
                  <a:pt x="5" y="6"/>
                  <a:pt x="15" y="0"/>
                  <a:pt x="25" y="0"/>
                </a:cubicBezTo>
                <a:close/>
                <a:moveTo>
                  <a:pt x="25" y="4"/>
                </a:moveTo>
                <a:cubicBezTo>
                  <a:pt x="25" y="4"/>
                  <a:pt x="25" y="4"/>
                  <a:pt x="25" y="4"/>
                </a:cubicBezTo>
                <a:cubicBezTo>
                  <a:pt x="32" y="4"/>
                  <a:pt x="37" y="10"/>
                  <a:pt x="37" y="16"/>
                </a:cubicBezTo>
                <a:cubicBezTo>
                  <a:pt x="37" y="22"/>
                  <a:pt x="32" y="27"/>
                  <a:pt x="25" y="27"/>
                </a:cubicBezTo>
                <a:cubicBezTo>
                  <a:pt x="19" y="27"/>
                  <a:pt x="14" y="22"/>
                  <a:pt x="14" y="16"/>
                </a:cubicBezTo>
                <a:cubicBezTo>
                  <a:pt x="14" y="10"/>
                  <a:pt x="19" y="4"/>
                  <a:pt x="25" y="4"/>
                </a:cubicBezTo>
                <a:close/>
                <a:moveTo>
                  <a:pt x="25" y="8"/>
                </a:moveTo>
                <a:cubicBezTo>
                  <a:pt x="25" y="8"/>
                  <a:pt x="25" y="8"/>
                  <a:pt x="25" y="8"/>
                </a:cubicBezTo>
                <a:cubicBezTo>
                  <a:pt x="21" y="8"/>
                  <a:pt x="18" y="12"/>
                  <a:pt x="18" y="16"/>
                </a:cubicBezTo>
                <a:cubicBezTo>
                  <a:pt x="18" y="20"/>
                  <a:pt x="21" y="23"/>
                  <a:pt x="25" y="23"/>
                </a:cubicBezTo>
                <a:cubicBezTo>
                  <a:pt x="30" y="23"/>
                  <a:pt x="33" y="20"/>
                  <a:pt x="33" y="16"/>
                </a:cubicBezTo>
                <a:cubicBezTo>
                  <a:pt x="33" y="12"/>
                  <a:pt x="30" y="8"/>
                  <a:pt x="25" y="8"/>
                </a:cubicBezTo>
                <a:close/>
                <a:moveTo>
                  <a:pt x="29" y="16"/>
                </a:moveTo>
                <a:cubicBezTo>
                  <a:pt x="29" y="16"/>
                  <a:pt x="29" y="16"/>
                  <a:pt x="29" y="16"/>
                </a:cubicBezTo>
                <a:cubicBezTo>
                  <a:pt x="29" y="15"/>
                  <a:pt x="29" y="15"/>
                  <a:pt x="30" y="15"/>
                </a:cubicBezTo>
                <a:cubicBezTo>
                  <a:pt x="31" y="15"/>
                  <a:pt x="31" y="15"/>
                  <a:pt x="31" y="16"/>
                </a:cubicBezTo>
                <a:cubicBezTo>
                  <a:pt x="31" y="19"/>
                  <a:pt x="29" y="22"/>
                  <a:pt x="25" y="22"/>
                </a:cubicBezTo>
                <a:cubicBezTo>
                  <a:pt x="25" y="22"/>
                  <a:pt x="24" y="21"/>
                  <a:pt x="24" y="21"/>
                </a:cubicBezTo>
                <a:cubicBezTo>
                  <a:pt x="24" y="20"/>
                  <a:pt x="25" y="19"/>
                  <a:pt x="25" y="19"/>
                </a:cubicBezTo>
                <a:cubicBezTo>
                  <a:pt x="27" y="19"/>
                  <a:pt x="28" y="18"/>
                  <a:pt x="29" y="17"/>
                </a:cubicBezTo>
                <a:cubicBezTo>
                  <a:pt x="29" y="17"/>
                  <a:pt x="29" y="17"/>
                  <a:pt x="29" y="17"/>
                </a:cubicBezTo>
                <a:cubicBezTo>
                  <a:pt x="29" y="16"/>
                  <a:pt x="29" y="16"/>
                  <a:pt x="29" y="16"/>
                </a:cubicBezTo>
                <a:close/>
                <a:moveTo>
                  <a:pt x="22" y="14"/>
                </a:moveTo>
                <a:cubicBezTo>
                  <a:pt x="22" y="14"/>
                  <a:pt x="22" y="14"/>
                  <a:pt x="22" y="14"/>
                </a:cubicBezTo>
                <a:cubicBezTo>
                  <a:pt x="22" y="15"/>
                  <a:pt x="21" y="15"/>
                  <a:pt x="21" y="15"/>
                </a:cubicBezTo>
                <a:cubicBezTo>
                  <a:pt x="20" y="15"/>
                  <a:pt x="20" y="14"/>
                  <a:pt x="20" y="14"/>
                </a:cubicBezTo>
                <a:cubicBezTo>
                  <a:pt x="21" y="12"/>
                  <a:pt x="22" y="11"/>
                  <a:pt x="23" y="10"/>
                </a:cubicBezTo>
                <a:cubicBezTo>
                  <a:pt x="24" y="10"/>
                  <a:pt x="24" y="10"/>
                  <a:pt x="25" y="11"/>
                </a:cubicBezTo>
                <a:cubicBezTo>
                  <a:pt x="25" y="12"/>
                  <a:pt x="25" y="12"/>
                  <a:pt x="24" y="13"/>
                </a:cubicBezTo>
                <a:cubicBezTo>
                  <a:pt x="23" y="13"/>
                  <a:pt x="22" y="14"/>
                  <a:pt x="22" y="14"/>
                </a:cubicBezTo>
                <a:close/>
                <a:moveTo>
                  <a:pt x="25" y="4"/>
                </a:moveTo>
                <a:cubicBezTo>
                  <a:pt x="25" y="4"/>
                  <a:pt x="25" y="4"/>
                  <a:pt x="25" y="4"/>
                </a:cubicBezTo>
                <a:cubicBezTo>
                  <a:pt x="17" y="4"/>
                  <a:pt x="9" y="8"/>
                  <a:pt x="4" y="16"/>
                </a:cubicBezTo>
                <a:cubicBezTo>
                  <a:pt x="9" y="23"/>
                  <a:pt x="17" y="28"/>
                  <a:pt x="25" y="28"/>
                </a:cubicBezTo>
                <a:cubicBezTo>
                  <a:pt x="34" y="28"/>
                  <a:pt x="42" y="23"/>
                  <a:pt x="46" y="16"/>
                </a:cubicBezTo>
                <a:cubicBezTo>
                  <a:pt x="42" y="8"/>
                  <a:pt x="34" y="4"/>
                  <a:pt x="25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80" name="Freeform 114">
            <a:extLst>
              <a:ext uri="{FF2B5EF4-FFF2-40B4-BE49-F238E27FC236}">
                <a16:creationId xmlns:a16="http://schemas.microsoft.com/office/drawing/2014/main" id="{FCF49DCC-2D5D-9E62-233D-A6EFBFFC127E}"/>
              </a:ext>
            </a:extLst>
          </p:cNvPr>
          <p:cNvSpPr>
            <a:spLocks noEditPoints="1"/>
          </p:cNvSpPr>
          <p:nvPr/>
        </p:nvSpPr>
        <p:spPr bwMode="auto">
          <a:xfrm>
            <a:off x="1326551" y="3003998"/>
            <a:ext cx="177800" cy="220133"/>
          </a:xfrm>
          <a:custGeom>
            <a:avLst/>
            <a:gdLst>
              <a:gd name="T0" fmla="*/ 98425 w 42"/>
              <a:gd name="T1" fmla="*/ 149225 h 52"/>
              <a:gd name="T2" fmla="*/ 101600 w 42"/>
              <a:gd name="T3" fmla="*/ 149225 h 52"/>
              <a:gd name="T4" fmla="*/ 117475 w 42"/>
              <a:gd name="T5" fmla="*/ 127000 h 52"/>
              <a:gd name="T6" fmla="*/ 111125 w 42"/>
              <a:gd name="T7" fmla="*/ 85725 h 52"/>
              <a:gd name="T8" fmla="*/ 98425 w 42"/>
              <a:gd name="T9" fmla="*/ 47625 h 52"/>
              <a:gd name="T10" fmla="*/ 92075 w 42"/>
              <a:gd name="T11" fmla="*/ 73025 h 52"/>
              <a:gd name="T12" fmla="*/ 76200 w 42"/>
              <a:gd name="T13" fmla="*/ 88900 h 52"/>
              <a:gd name="T14" fmla="*/ 66675 w 42"/>
              <a:gd name="T15" fmla="*/ 88900 h 52"/>
              <a:gd name="T16" fmla="*/ 57150 w 42"/>
              <a:gd name="T17" fmla="*/ 85725 h 52"/>
              <a:gd name="T18" fmla="*/ 50800 w 42"/>
              <a:gd name="T19" fmla="*/ 60325 h 52"/>
              <a:gd name="T20" fmla="*/ 44450 w 42"/>
              <a:gd name="T21" fmla="*/ 22225 h 52"/>
              <a:gd name="T22" fmla="*/ 28575 w 42"/>
              <a:gd name="T23" fmla="*/ 79375 h 52"/>
              <a:gd name="T24" fmla="*/ 19050 w 42"/>
              <a:gd name="T25" fmla="*/ 104775 h 52"/>
              <a:gd name="T26" fmla="*/ 31750 w 42"/>
              <a:gd name="T27" fmla="*/ 149225 h 52"/>
              <a:gd name="T28" fmla="*/ 34925 w 42"/>
              <a:gd name="T29" fmla="*/ 149225 h 52"/>
              <a:gd name="T30" fmla="*/ 38100 w 42"/>
              <a:gd name="T31" fmla="*/ 127000 h 52"/>
              <a:gd name="T32" fmla="*/ 50800 w 42"/>
              <a:gd name="T33" fmla="*/ 111125 h 52"/>
              <a:gd name="T34" fmla="*/ 66675 w 42"/>
              <a:gd name="T35" fmla="*/ 104775 h 52"/>
              <a:gd name="T36" fmla="*/ 73025 w 42"/>
              <a:gd name="T37" fmla="*/ 111125 h 52"/>
              <a:gd name="T38" fmla="*/ 69850 w 42"/>
              <a:gd name="T39" fmla="*/ 117475 h 52"/>
              <a:gd name="T40" fmla="*/ 66675 w 42"/>
              <a:gd name="T41" fmla="*/ 117475 h 52"/>
              <a:gd name="T42" fmla="*/ 66675 w 42"/>
              <a:gd name="T43" fmla="*/ 123825 h 52"/>
              <a:gd name="T44" fmla="*/ 79375 w 42"/>
              <a:gd name="T45" fmla="*/ 133350 h 52"/>
              <a:gd name="T46" fmla="*/ 98425 w 42"/>
              <a:gd name="T47" fmla="*/ 149225 h 52"/>
              <a:gd name="T48" fmla="*/ 107950 w 42"/>
              <a:gd name="T49" fmla="*/ 158750 h 52"/>
              <a:gd name="T50" fmla="*/ 107950 w 42"/>
              <a:gd name="T51" fmla="*/ 158750 h 52"/>
              <a:gd name="T52" fmla="*/ 92075 w 42"/>
              <a:gd name="T53" fmla="*/ 165100 h 52"/>
              <a:gd name="T54" fmla="*/ 88900 w 42"/>
              <a:gd name="T55" fmla="*/ 165100 h 52"/>
              <a:gd name="T56" fmla="*/ 85725 w 42"/>
              <a:gd name="T57" fmla="*/ 158750 h 52"/>
              <a:gd name="T58" fmla="*/ 76200 w 42"/>
              <a:gd name="T59" fmla="*/ 146050 h 52"/>
              <a:gd name="T60" fmla="*/ 53975 w 42"/>
              <a:gd name="T61" fmla="*/ 127000 h 52"/>
              <a:gd name="T62" fmla="*/ 53975 w 42"/>
              <a:gd name="T63" fmla="*/ 123825 h 52"/>
              <a:gd name="T64" fmla="*/ 50800 w 42"/>
              <a:gd name="T65" fmla="*/ 130175 h 52"/>
              <a:gd name="T66" fmla="*/ 50800 w 42"/>
              <a:gd name="T67" fmla="*/ 155575 h 52"/>
              <a:gd name="T68" fmla="*/ 50800 w 42"/>
              <a:gd name="T69" fmla="*/ 161925 h 52"/>
              <a:gd name="T70" fmla="*/ 44450 w 42"/>
              <a:gd name="T71" fmla="*/ 165100 h 52"/>
              <a:gd name="T72" fmla="*/ 25400 w 42"/>
              <a:gd name="T73" fmla="*/ 158750 h 52"/>
              <a:gd name="T74" fmla="*/ 6350 w 42"/>
              <a:gd name="T75" fmla="*/ 101600 h 52"/>
              <a:gd name="T76" fmla="*/ 15875 w 42"/>
              <a:gd name="T77" fmla="*/ 73025 h 52"/>
              <a:gd name="T78" fmla="*/ 28575 w 42"/>
              <a:gd name="T79" fmla="*/ 9525 h 52"/>
              <a:gd name="T80" fmla="*/ 28575 w 42"/>
              <a:gd name="T81" fmla="*/ 9525 h 52"/>
              <a:gd name="T82" fmla="*/ 28575 w 42"/>
              <a:gd name="T83" fmla="*/ 3175 h 52"/>
              <a:gd name="T84" fmla="*/ 38100 w 42"/>
              <a:gd name="T85" fmla="*/ 3175 h 52"/>
              <a:gd name="T86" fmla="*/ 63500 w 42"/>
              <a:gd name="T87" fmla="*/ 63500 h 52"/>
              <a:gd name="T88" fmla="*/ 63500 w 42"/>
              <a:gd name="T89" fmla="*/ 76200 h 52"/>
              <a:gd name="T90" fmla="*/ 69850 w 42"/>
              <a:gd name="T91" fmla="*/ 76200 h 52"/>
              <a:gd name="T92" fmla="*/ 73025 w 42"/>
              <a:gd name="T93" fmla="*/ 76200 h 52"/>
              <a:gd name="T94" fmla="*/ 79375 w 42"/>
              <a:gd name="T95" fmla="*/ 69850 h 52"/>
              <a:gd name="T96" fmla="*/ 104775 w 42"/>
              <a:gd name="T97" fmla="*/ 28575 h 52"/>
              <a:gd name="T98" fmla="*/ 107950 w 42"/>
              <a:gd name="T99" fmla="*/ 25400 h 52"/>
              <a:gd name="T100" fmla="*/ 111125 w 42"/>
              <a:gd name="T101" fmla="*/ 34925 h 52"/>
              <a:gd name="T102" fmla="*/ 120650 w 42"/>
              <a:gd name="T103" fmla="*/ 79375 h 52"/>
              <a:gd name="T104" fmla="*/ 130175 w 42"/>
              <a:gd name="T105" fmla="*/ 130175 h 52"/>
              <a:gd name="T106" fmla="*/ 107950 w 42"/>
              <a:gd name="T107" fmla="*/ 158750 h 5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2" h="52">
                <a:moveTo>
                  <a:pt x="31" y="47"/>
                </a:moveTo>
                <a:cubicBezTo>
                  <a:pt x="31" y="47"/>
                  <a:pt x="32" y="47"/>
                  <a:pt x="32" y="47"/>
                </a:cubicBezTo>
                <a:cubicBezTo>
                  <a:pt x="35" y="45"/>
                  <a:pt x="36" y="43"/>
                  <a:pt x="37" y="40"/>
                </a:cubicBezTo>
                <a:cubicBezTo>
                  <a:pt x="38" y="35"/>
                  <a:pt x="37" y="30"/>
                  <a:pt x="35" y="27"/>
                </a:cubicBezTo>
                <a:cubicBezTo>
                  <a:pt x="32" y="23"/>
                  <a:pt x="31" y="19"/>
                  <a:pt x="31" y="15"/>
                </a:cubicBezTo>
                <a:cubicBezTo>
                  <a:pt x="29" y="17"/>
                  <a:pt x="29" y="20"/>
                  <a:pt x="29" y="23"/>
                </a:cubicBezTo>
                <a:cubicBezTo>
                  <a:pt x="28" y="26"/>
                  <a:pt x="26" y="28"/>
                  <a:pt x="24" y="28"/>
                </a:cubicBezTo>
                <a:cubicBezTo>
                  <a:pt x="23" y="28"/>
                  <a:pt x="22" y="28"/>
                  <a:pt x="21" y="28"/>
                </a:cubicBezTo>
                <a:cubicBezTo>
                  <a:pt x="20" y="28"/>
                  <a:pt x="19" y="27"/>
                  <a:pt x="18" y="27"/>
                </a:cubicBezTo>
                <a:cubicBezTo>
                  <a:pt x="16" y="25"/>
                  <a:pt x="15" y="22"/>
                  <a:pt x="16" y="19"/>
                </a:cubicBezTo>
                <a:cubicBezTo>
                  <a:pt x="17" y="15"/>
                  <a:pt x="17" y="11"/>
                  <a:pt x="14" y="7"/>
                </a:cubicBezTo>
                <a:cubicBezTo>
                  <a:pt x="14" y="14"/>
                  <a:pt x="12" y="20"/>
                  <a:pt x="9" y="25"/>
                </a:cubicBezTo>
                <a:cubicBezTo>
                  <a:pt x="7" y="28"/>
                  <a:pt x="6" y="30"/>
                  <a:pt x="6" y="33"/>
                </a:cubicBezTo>
                <a:cubicBezTo>
                  <a:pt x="5" y="38"/>
                  <a:pt x="6" y="44"/>
                  <a:pt x="10" y="47"/>
                </a:cubicBezTo>
                <a:cubicBezTo>
                  <a:pt x="10" y="47"/>
                  <a:pt x="11" y="47"/>
                  <a:pt x="11" y="47"/>
                </a:cubicBezTo>
                <a:cubicBezTo>
                  <a:pt x="11" y="45"/>
                  <a:pt x="11" y="42"/>
                  <a:pt x="12" y="40"/>
                </a:cubicBezTo>
                <a:cubicBezTo>
                  <a:pt x="13" y="38"/>
                  <a:pt x="14" y="36"/>
                  <a:pt x="16" y="35"/>
                </a:cubicBezTo>
                <a:cubicBezTo>
                  <a:pt x="17" y="34"/>
                  <a:pt x="19" y="33"/>
                  <a:pt x="21" y="33"/>
                </a:cubicBezTo>
                <a:cubicBezTo>
                  <a:pt x="22" y="33"/>
                  <a:pt x="23" y="34"/>
                  <a:pt x="23" y="35"/>
                </a:cubicBezTo>
                <a:cubicBezTo>
                  <a:pt x="23" y="36"/>
                  <a:pt x="22" y="36"/>
                  <a:pt x="22" y="37"/>
                </a:cubicBezTo>
                <a:cubicBezTo>
                  <a:pt x="22" y="37"/>
                  <a:pt x="21" y="37"/>
                  <a:pt x="21" y="37"/>
                </a:cubicBezTo>
                <a:cubicBezTo>
                  <a:pt x="21" y="38"/>
                  <a:pt x="21" y="39"/>
                  <a:pt x="21" y="39"/>
                </a:cubicBezTo>
                <a:cubicBezTo>
                  <a:pt x="21" y="42"/>
                  <a:pt x="23" y="42"/>
                  <a:pt x="25" y="42"/>
                </a:cubicBezTo>
                <a:cubicBezTo>
                  <a:pt x="28" y="43"/>
                  <a:pt x="31" y="44"/>
                  <a:pt x="31" y="47"/>
                </a:cubicBezTo>
                <a:close/>
                <a:moveTo>
                  <a:pt x="34" y="50"/>
                </a:moveTo>
                <a:cubicBezTo>
                  <a:pt x="34" y="50"/>
                  <a:pt x="34" y="50"/>
                  <a:pt x="34" y="50"/>
                </a:cubicBezTo>
                <a:cubicBezTo>
                  <a:pt x="33" y="51"/>
                  <a:pt x="31" y="51"/>
                  <a:pt x="29" y="52"/>
                </a:cubicBezTo>
                <a:cubicBezTo>
                  <a:pt x="29" y="52"/>
                  <a:pt x="29" y="52"/>
                  <a:pt x="28" y="52"/>
                </a:cubicBezTo>
                <a:cubicBezTo>
                  <a:pt x="27" y="52"/>
                  <a:pt x="27" y="51"/>
                  <a:pt x="27" y="50"/>
                </a:cubicBezTo>
                <a:cubicBezTo>
                  <a:pt x="27" y="47"/>
                  <a:pt x="26" y="47"/>
                  <a:pt x="24" y="46"/>
                </a:cubicBezTo>
                <a:cubicBezTo>
                  <a:pt x="20" y="46"/>
                  <a:pt x="17" y="44"/>
                  <a:pt x="17" y="40"/>
                </a:cubicBezTo>
                <a:cubicBezTo>
                  <a:pt x="17" y="40"/>
                  <a:pt x="17" y="39"/>
                  <a:pt x="17" y="39"/>
                </a:cubicBezTo>
                <a:cubicBezTo>
                  <a:pt x="16" y="40"/>
                  <a:pt x="16" y="41"/>
                  <a:pt x="16" y="41"/>
                </a:cubicBezTo>
                <a:cubicBezTo>
                  <a:pt x="15" y="44"/>
                  <a:pt x="14" y="47"/>
                  <a:pt x="16" y="49"/>
                </a:cubicBezTo>
                <a:cubicBezTo>
                  <a:pt x="16" y="49"/>
                  <a:pt x="16" y="50"/>
                  <a:pt x="16" y="51"/>
                </a:cubicBezTo>
                <a:cubicBezTo>
                  <a:pt x="16" y="52"/>
                  <a:pt x="15" y="52"/>
                  <a:pt x="14" y="52"/>
                </a:cubicBezTo>
                <a:cubicBezTo>
                  <a:pt x="12" y="52"/>
                  <a:pt x="10" y="51"/>
                  <a:pt x="8" y="50"/>
                </a:cubicBezTo>
                <a:cubicBezTo>
                  <a:pt x="2" y="46"/>
                  <a:pt x="0" y="39"/>
                  <a:pt x="2" y="32"/>
                </a:cubicBezTo>
                <a:cubicBezTo>
                  <a:pt x="2" y="29"/>
                  <a:pt x="4" y="26"/>
                  <a:pt x="5" y="23"/>
                </a:cubicBezTo>
                <a:cubicBezTo>
                  <a:pt x="10" y="16"/>
                  <a:pt x="11" y="11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2"/>
                  <a:pt x="9" y="2"/>
                  <a:pt x="9" y="1"/>
                </a:cubicBezTo>
                <a:cubicBezTo>
                  <a:pt x="10" y="0"/>
                  <a:pt x="11" y="0"/>
                  <a:pt x="12" y="1"/>
                </a:cubicBezTo>
                <a:cubicBezTo>
                  <a:pt x="19" y="6"/>
                  <a:pt x="22" y="12"/>
                  <a:pt x="20" y="20"/>
                </a:cubicBezTo>
                <a:cubicBezTo>
                  <a:pt x="19" y="22"/>
                  <a:pt x="20" y="23"/>
                  <a:pt x="20" y="24"/>
                </a:cubicBezTo>
                <a:cubicBezTo>
                  <a:pt x="21" y="24"/>
                  <a:pt x="21" y="24"/>
                  <a:pt x="22" y="24"/>
                </a:cubicBezTo>
                <a:cubicBezTo>
                  <a:pt x="22" y="24"/>
                  <a:pt x="23" y="24"/>
                  <a:pt x="23" y="24"/>
                </a:cubicBezTo>
                <a:cubicBezTo>
                  <a:pt x="24" y="24"/>
                  <a:pt x="25" y="24"/>
                  <a:pt x="25" y="22"/>
                </a:cubicBezTo>
                <a:cubicBezTo>
                  <a:pt x="26" y="16"/>
                  <a:pt x="27" y="12"/>
                  <a:pt x="33" y="9"/>
                </a:cubicBezTo>
                <a:cubicBezTo>
                  <a:pt x="33" y="8"/>
                  <a:pt x="33" y="8"/>
                  <a:pt x="34" y="8"/>
                </a:cubicBezTo>
                <a:cubicBezTo>
                  <a:pt x="35" y="9"/>
                  <a:pt x="36" y="10"/>
                  <a:pt x="35" y="11"/>
                </a:cubicBezTo>
                <a:cubicBezTo>
                  <a:pt x="35" y="15"/>
                  <a:pt x="35" y="20"/>
                  <a:pt x="38" y="25"/>
                </a:cubicBezTo>
                <a:cubicBezTo>
                  <a:pt x="41" y="29"/>
                  <a:pt x="42" y="35"/>
                  <a:pt x="41" y="41"/>
                </a:cubicBezTo>
                <a:cubicBezTo>
                  <a:pt x="40" y="45"/>
                  <a:pt x="37" y="48"/>
                  <a:pt x="34" y="5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81" name="Freeform 115">
            <a:extLst>
              <a:ext uri="{FF2B5EF4-FFF2-40B4-BE49-F238E27FC236}">
                <a16:creationId xmlns:a16="http://schemas.microsoft.com/office/drawing/2014/main" id="{55B26992-0B7E-D55B-1D76-9363035B649E}"/>
              </a:ext>
            </a:extLst>
          </p:cNvPr>
          <p:cNvSpPr>
            <a:spLocks noEditPoints="1"/>
          </p:cNvSpPr>
          <p:nvPr/>
        </p:nvSpPr>
        <p:spPr bwMode="auto">
          <a:xfrm>
            <a:off x="3898301" y="3012466"/>
            <a:ext cx="215900" cy="207433"/>
          </a:xfrm>
          <a:custGeom>
            <a:avLst/>
            <a:gdLst>
              <a:gd name="T0" fmla="*/ 85725 w 51"/>
              <a:gd name="T1" fmla="*/ 6350 h 49"/>
              <a:gd name="T2" fmla="*/ 101600 w 51"/>
              <a:gd name="T3" fmla="*/ 53975 h 49"/>
              <a:gd name="T4" fmla="*/ 152400 w 51"/>
              <a:gd name="T5" fmla="*/ 53975 h 49"/>
              <a:gd name="T6" fmla="*/ 158750 w 51"/>
              <a:gd name="T7" fmla="*/ 66675 h 49"/>
              <a:gd name="T8" fmla="*/ 114300 w 51"/>
              <a:gd name="T9" fmla="*/ 95250 h 49"/>
              <a:gd name="T10" fmla="*/ 130175 w 51"/>
              <a:gd name="T11" fmla="*/ 146050 h 49"/>
              <a:gd name="T12" fmla="*/ 120650 w 51"/>
              <a:gd name="T13" fmla="*/ 152400 h 49"/>
              <a:gd name="T14" fmla="*/ 79375 w 51"/>
              <a:gd name="T15" fmla="*/ 120650 h 49"/>
              <a:gd name="T16" fmla="*/ 38100 w 51"/>
              <a:gd name="T17" fmla="*/ 152400 h 49"/>
              <a:gd name="T18" fmla="*/ 28575 w 51"/>
              <a:gd name="T19" fmla="*/ 146050 h 49"/>
              <a:gd name="T20" fmla="*/ 44450 w 51"/>
              <a:gd name="T21" fmla="*/ 95250 h 49"/>
              <a:gd name="T22" fmla="*/ 3175 w 51"/>
              <a:gd name="T23" fmla="*/ 66675 h 49"/>
              <a:gd name="T24" fmla="*/ 6350 w 51"/>
              <a:gd name="T25" fmla="*/ 53975 h 49"/>
              <a:gd name="T26" fmla="*/ 57150 w 51"/>
              <a:gd name="T27" fmla="*/ 53975 h 49"/>
              <a:gd name="T28" fmla="*/ 73025 w 51"/>
              <a:gd name="T29" fmla="*/ 6350 h 49"/>
              <a:gd name="T30" fmla="*/ 85725 w 51"/>
              <a:gd name="T31" fmla="*/ 6350 h 49"/>
              <a:gd name="T32" fmla="*/ 85725 w 51"/>
              <a:gd name="T33" fmla="*/ 6350 h 49"/>
              <a:gd name="T34" fmla="*/ 92075 w 51"/>
              <a:gd name="T35" fmla="*/ 63500 h 49"/>
              <a:gd name="T36" fmla="*/ 92075 w 51"/>
              <a:gd name="T37" fmla="*/ 63500 h 49"/>
              <a:gd name="T38" fmla="*/ 79375 w 51"/>
              <a:gd name="T39" fmla="*/ 28575 h 49"/>
              <a:gd name="T40" fmla="*/ 69850 w 51"/>
              <a:gd name="T41" fmla="*/ 63500 h 49"/>
              <a:gd name="T42" fmla="*/ 63500 w 51"/>
              <a:gd name="T43" fmla="*/ 66675 h 49"/>
              <a:gd name="T44" fmla="*/ 25400 w 51"/>
              <a:gd name="T45" fmla="*/ 66675 h 49"/>
              <a:gd name="T46" fmla="*/ 57150 w 51"/>
              <a:gd name="T47" fmla="*/ 88900 h 49"/>
              <a:gd name="T48" fmla="*/ 57150 w 51"/>
              <a:gd name="T49" fmla="*/ 95250 h 49"/>
              <a:gd name="T50" fmla="*/ 47625 w 51"/>
              <a:gd name="T51" fmla="*/ 130175 h 49"/>
              <a:gd name="T52" fmla="*/ 76200 w 51"/>
              <a:gd name="T53" fmla="*/ 107950 h 49"/>
              <a:gd name="T54" fmla="*/ 82550 w 51"/>
              <a:gd name="T55" fmla="*/ 107950 h 49"/>
              <a:gd name="T56" fmla="*/ 114300 w 51"/>
              <a:gd name="T57" fmla="*/ 130175 h 49"/>
              <a:gd name="T58" fmla="*/ 101600 w 51"/>
              <a:gd name="T59" fmla="*/ 95250 h 49"/>
              <a:gd name="T60" fmla="*/ 104775 w 51"/>
              <a:gd name="T61" fmla="*/ 88900 h 49"/>
              <a:gd name="T62" fmla="*/ 136525 w 51"/>
              <a:gd name="T63" fmla="*/ 66675 h 49"/>
              <a:gd name="T64" fmla="*/ 98425 w 51"/>
              <a:gd name="T65" fmla="*/ 66675 h 49"/>
              <a:gd name="T66" fmla="*/ 92075 w 51"/>
              <a:gd name="T67" fmla="*/ 63500 h 4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1" h="49">
                <a:moveTo>
                  <a:pt x="27" y="2"/>
                </a:moveTo>
                <a:cubicBezTo>
                  <a:pt x="32" y="17"/>
                  <a:pt x="32" y="17"/>
                  <a:pt x="32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50" y="17"/>
                  <a:pt x="51" y="20"/>
                  <a:pt x="50" y="21"/>
                </a:cubicBezTo>
                <a:cubicBezTo>
                  <a:pt x="36" y="30"/>
                  <a:pt x="36" y="30"/>
                  <a:pt x="36" y="30"/>
                </a:cubicBezTo>
                <a:cubicBezTo>
                  <a:pt x="41" y="46"/>
                  <a:pt x="41" y="46"/>
                  <a:pt x="41" y="46"/>
                </a:cubicBezTo>
                <a:cubicBezTo>
                  <a:pt x="42" y="48"/>
                  <a:pt x="40" y="49"/>
                  <a:pt x="38" y="48"/>
                </a:cubicBezTo>
                <a:cubicBezTo>
                  <a:pt x="25" y="38"/>
                  <a:pt x="25" y="38"/>
                  <a:pt x="25" y="38"/>
                </a:cubicBezTo>
                <a:cubicBezTo>
                  <a:pt x="12" y="48"/>
                  <a:pt x="12" y="48"/>
                  <a:pt x="12" y="48"/>
                </a:cubicBezTo>
                <a:cubicBezTo>
                  <a:pt x="11" y="49"/>
                  <a:pt x="9" y="47"/>
                  <a:pt x="9" y="46"/>
                </a:cubicBezTo>
                <a:cubicBezTo>
                  <a:pt x="14" y="30"/>
                  <a:pt x="14" y="30"/>
                  <a:pt x="14" y="30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0"/>
                  <a:pt x="0" y="17"/>
                  <a:pt x="2" y="17"/>
                </a:cubicBezTo>
                <a:cubicBezTo>
                  <a:pt x="18" y="17"/>
                  <a:pt x="18" y="17"/>
                  <a:pt x="18" y="17"/>
                </a:cubicBezTo>
                <a:cubicBezTo>
                  <a:pt x="23" y="2"/>
                  <a:pt x="23" y="2"/>
                  <a:pt x="23" y="2"/>
                </a:cubicBezTo>
                <a:cubicBezTo>
                  <a:pt x="24" y="0"/>
                  <a:pt x="27" y="0"/>
                  <a:pt x="27" y="2"/>
                </a:cubicBezTo>
                <a:cubicBezTo>
                  <a:pt x="27" y="2"/>
                  <a:pt x="27" y="2"/>
                  <a:pt x="27" y="2"/>
                </a:cubicBezTo>
                <a:close/>
                <a:moveTo>
                  <a:pt x="29" y="20"/>
                </a:moveTo>
                <a:cubicBezTo>
                  <a:pt x="29" y="20"/>
                  <a:pt x="29" y="20"/>
                  <a:pt x="29" y="20"/>
                </a:cubicBezTo>
                <a:cubicBezTo>
                  <a:pt x="25" y="9"/>
                  <a:pt x="25" y="9"/>
                  <a:pt x="25" y="9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1" y="21"/>
                  <a:pt x="20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9"/>
                  <a:pt x="18" y="30"/>
                </a:cubicBezTo>
                <a:cubicBezTo>
                  <a:pt x="15" y="41"/>
                  <a:pt x="15" y="41"/>
                  <a:pt x="15" y="41"/>
                </a:cubicBezTo>
                <a:cubicBezTo>
                  <a:pt x="24" y="34"/>
                  <a:pt x="24" y="34"/>
                  <a:pt x="24" y="34"/>
                </a:cubicBezTo>
                <a:cubicBezTo>
                  <a:pt x="25" y="34"/>
                  <a:pt x="26" y="34"/>
                  <a:pt x="26" y="34"/>
                </a:cubicBezTo>
                <a:cubicBezTo>
                  <a:pt x="36" y="41"/>
                  <a:pt x="36" y="41"/>
                  <a:pt x="36" y="41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29"/>
                  <a:pt x="32" y="28"/>
                  <a:pt x="33" y="28"/>
                </a:cubicBezTo>
                <a:cubicBezTo>
                  <a:pt x="43" y="21"/>
                  <a:pt x="43" y="21"/>
                  <a:pt x="43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0" y="21"/>
                  <a:pt x="29" y="21"/>
                  <a:pt x="29" y="2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82" name="Freeform 116">
            <a:extLst>
              <a:ext uri="{FF2B5EF4-FFF2-40B4-BE49-F238E27FC236}">
                <a16:creationId xmlns:a16="http://schemas.microsoft.com/office/drawing/2014/main" id="{861C24DB-9CF3-76D2-0040-662F75B95D91}"/>
              </a:ext>
            </a:extLst>
          </p:cNvPr>
          <p:cNvSpPr>
            <a:spLocks noEditPoints="1"/>
          </p:cNvSpPr>
          <p:nvPr/>
        </p:nvSpPr>
        <p:spPr bwMode="auto">
          <a:xfrm>
            <a:off x="6575885" y="2159447"/>
            <a:ext cx="186267" cy="211667"/>
          </a:xfrm>
          <a:custGeom>
            <a:avLst/>
            <a:gdLst>
              <a:gd name="T0" fmla="*/ 15875 w 44"/>
              <a:gd name="T1" fmla="*/ 0 h 50"/>
              <a:gd name="T2" fmla="*/ 88900 w 44"/>
              <a:gd name="T3" fmla="*/ 0 h 50"/>
              <a:gd name="T4" fmla="*/ 92075 w 44"/>
              <a:gd name="T5" fmla="*/ 3175 h 50"/>
              <a:gd name="T6" fmla="*/ 136525 w 44"/>
              <a:gd name="T7" fmla="*/ 44450 h 50"/>
              <a:gd name="T8" fmla="*/ 139700 w 44"/>
              <a:gd name="T9" fmla="*/ 50800 h 50"/>
              <a:gd name="T10" fmla="*/ 139700 w 44"/>
              <a:gd name="T11" fmla="*/ 50800 h 50"/>
              <a:gd name="T12" fmla="*/ 139700 w 44"/>
              <a:gd name="T13" fmla="*/ 142875 h 50"/>
              <a:gd name="T14" fmla="*/ 133350 w 44"/>
              <a:gd name="T15" fmla="*/ 155575 h 50"/>
              <a:gd name="T16" fmla="*/ 133350 w 44"/>
              <a:gd name="T17" fmla="*/ 155575 h 50"/>
              <a:gd name="T18" fmla="*/ 133350 w 44"/>
              <a:gd name="T19" fmla="*/ 155575 h 50"/>
              <a:gd name="T20" fmla="*/ 123825 w 44"/>
              <a:gd name="T21" fmla="*/ 158750 h 50"/>
              <a:gd name="T22" fmla="*/ 15875 w 44"/>
              <a:gd name="T23" fmla="*/ 158750 h 50"/>
              <a:gd name="T24" fmla="*/ 3175 w 44"/>
              <a:gd name="T25" fmla="*/ 155575 h 50"/>
              <a:gd name="T26" fmla="*/ 3175 w 44"/>
              <a:gd name="T27" fmla="*/ 155575 h 50"/>
              <a:gd name="T28" fmla="*/ 0 w 44"/>
              <a:gd name="T29" fmla="*/ 142875 h 50"/>
              <a:gd name="T30" fmla="*/ 0 w 44"/>
              <a:gd name="T31" fmla="*/ 15875 h 50"/>
              <a:gd name="T32" fmla="*/ 3175 w 44"/>
              <a:gd name="T33" fmla="*/ 3175 h 50"/>
              <a:gd name="T34" fmla="*/ 15875 w 44"/>
              <a:gd name="T35" fmla="*/ 0 h 50"/>
              <a:gd name="T36" fmla="*/ 127000 w 44"/>
              <a:gd name="T37" fmla="*/ 53975 h 50"/>
              <a:gd name="T38" fmla="*/ 127000 w 44"/>
              <a:gd name="T39" fmla="*/ 53975 h 50"/>
              <a:gd name="T40" fmla="*/ 98425 w 44"/>
              <a:gd name="T41" fmla="*/ 53975 h 50"/>
              <a:gd name="T42" fmla="*/ 88900 w 44"/>
              <a:gd name="T43" fmla="*/ 50800 h 50"/>
              <a:gd name="T44" fmla="*/ 88900 w 44"/>
              <a:gd name="T45" fmla="*/ 50800 h 50"/>
              <a:gd name="T46" fmla="*/ 85725 w 44"/>
              <a:gd name="T47" fmla="*/ 41275 h 50"/>
              <a:gd name="T48" fmla="*/ 85725 w 44"/>
              <a:gd name="T49" fmla="*/ 12700 h 50"/>
              <a:gd name="T50" fmla="*/ 15875 w 44"/>
              <a:gd name="T51" fmla="*/ 12700 h 50"/>
              <a:gd name="T52" fmla="*/ 12700 w 44"/>
              <a:gd name="T53" fmla="*/ 12700 h 50"/>
              <a:gd name="T54" fmla="*/ 12700 w 44"/>
              <a:gd name="T55" fmla="*/ 15875 h 50"/>
              <a:gd name="T56" fmla="*/ 12700 w 44"/>
              <a:gd name="T57" fmla="*/ 142875 h 50"/>
              <a:gd name="T58" fmla="*/ 12700 w 44"/>
              <a:gd name="T59" fmla="*/ 146050 h 50"/>
              <a:gd name="T60" fmla="*/ 12700 w 44"/>
              <a:gd name="T61" fmla="*/ 146050 h 50"/>
              <a:gd name="T62" fmla="*/ 15875 w 44"/>
              <a:gd name="T63" fmla="*/ 146050 h 50"/>
              <a:gd name="T64" fmla="*/ 123825 w 44"/>
              <a:gd name="T65" fmla="*/ 146050 h 50"/>
              <a:gd name="T66" fmla="*/ 127000 w 44"/>
              <a:gd name="T67" fmla="*/ 146050 h 50"/>
              <a:gd name="T68" fmla="*/ 127000 w 44"/>
              <a:gd name="T69" fmla="*/ 146050 h 50"/>
              <a:gd name="T70" fmla="*/ 127000 w 44"/>
              <a:gd name="T71" fmla="*/ 142875 h 50"/>
              <a:gd name="T72" fmla="*/ 127000 w 44"/>
              <a:gd name="T73" fmla="*/ 53975 h 50"/>
              <a:gd name="T74" fmla="*/ 120650 w 44"/>
              <a:gd name="T75" fmla="*/ 47625 h 50"/>
              <a:gd name="T76" fmla="*/ 120650 w 44"/>
              <a:gd name="T77" fmla="*/ 47625 h 50"/>
              <a:gd name="T78" fmla="*/ 92075 w 44"/>
              <a:gd name="T79" fmla="*/ 19050 h 50"/>
              <a:gd name="T80" fmla="*/ 92075 w 44"/>
              <a:gd name="T81" fmla="*/ 41275 h 50"/>
              <a:gd name="T82" fmla="*/ 95250 w 44"/>
              <a:gd name="T83" fmla="*/ 44450 h 50"/>
              <a:gd name="T84" fmla="*/ 95250 w 44"/>
              <a:gd name="T85" fmla="*/ 44450 h 50"/>
              <a:gd name="T86" fmla="*/ 98425 w 44"/>
              <a:gd name="T87" fmla="*/ 47625 h 50"/>
              <a:gd name="T88" fmla="*/ 120650 w 44"/>
              <a:gd name="T89" fmla="*/ 47625 h 5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4" h="50">
                <a:moveTo>
                  <a:pt x="5" y="0"/>
                </a:move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9" y="0"/>
                  <a:pt x="29" y="1"/>
                </a:cubicBezTo>
                <a:cubicBezTo>
                  <a:pt x="43" y="14"/>
                  <a:pt x="43" y="14"/>
                  <a:pt x="43" y="14"/>
                </a:cubicBezTo>
                <a:cubicBezTo>
                  <a:pt x="44" y="15"/>
                  <a:pt x="44" y="15"/>
                  <a:pt x="44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6"/>
                  <a:pt x="43" y="48"/>
                  <a:pt x="42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1" y="50"/>
                  <a:pt x="40" y="50"/>
                  <a:pt x="39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4" y="50"/>
                  <a:pt x="2" y="50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0" y="48"/>
                  <a:pt x="0" y="46"/>
                  <a:pt x="0" y="45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0" y="2"/>
                  <a:pt x="1" y="1"/>
                </a:cubicBezTo>
                <a:cubicBezTo>
                  <a:pt x="2" y="1"/>
                  <a:pt x="4" y="0"/>
                  <a:pt x="5" y="0"/>
                </a:cubicBezTo>
                <a:close/>
                <a:moveTo>
                  <a:pt x="40" y="17"/>
                </a:moveTo>
                <a:cubicBezTo>
                  <a:pt x="40" y="17"/>
                  <a:pt x="40" y="17"/>
                  <a:pt x="40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0" y="17"/>
                  <a:pt x="29" y="16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7" y="15"/>
                  <a:pt x="27" y="14"/>
                  <a:pt x="27" y="13"/>
                </a:cubicBezTo>
                <a:cubicBezTo>
                  <a:pt x="27" y="4"/>
                  <a:pt x="27" y="4"/>
                  <a:pt x="27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4" y="4"/>
                  <a:pt x="4" y="4"/>
                </a:cubicBezTo>
                <a:cubicBezTo>
                  <a:pt x="4" y="4"/>
                  <a:pt x="4" y="5"/>
                  <a:pt x="4" y="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5" y="46"/>
                  <a:pt x="5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0" y="45"/>
                  <a:pt x="40" y="45"/>
                </a:cubicBezTo>
                <a:cubicBezTo>
                  <a:pt x="40" y="17"/>
                  <a:pt x="40" y="17"/>
                  <a:pt x="40" y="17"/>
                </a:cubicBezTo>
                <a:close/>
                <a:moveTo>
                  <a:pt x="38" y="15"/>
                </a:moveTo>
                <a:cubicBezTo>
                  <a:pt x="38" y="15"/>
                  <a:pt x="38" y="15"/>
                  <a:pt x="38" y="15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3"/>
                  <a:pt x="29" y="14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4"/>
                  <a:pt x="31" y="15"/>
                  <a:pt x="31" y="15"/>
                </a:cubicBezTo>
                <a:cubicBezTo>
                  <a:pt x="38" y="15"/>
                  <a:pt x="38" y="15"/>
                  <a:pt x="38" y="1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83" name="Freeform 117">
            <a:extLst>
              <a:ext uri="{FF2B5EF4-FFF2-40B4-BE49-F238E27FC236}">
                <a16:creationId xmlns:a16="http://schemas.microsoft.com/office/drawing/2014/main" id="{3FC79E8D-74E4-15D0-89CA-441D2D2F0831}"/>
              </a:ext>
            </a:extLst>
          </p:cNvPr>
          <p:cNvSpPr>
            <a:spLocks noEditPoints="1"/>
          </p:cNvSpPr>
          <p:nvPr/>
        </p:nvSpPr>
        <p:spPr bwMode="auto">
          <a:xfrm>
            <a:off x="11033585" y="3008231"/>
            <a:ext cx="184149" cy="211667"/>
          </a:xfrm>
          <a:custGeom>
            <a:avLst/>
            <a:gdLst>
              <a:gd name="T0" fmla="*/ 54602 w 43"/>
              <a:gd name="T1" fmla="*/ 85725 h 50"/>
              <a:gd name="T2" fmla="*/ 28907 w 43"/>
              <a:gd name="T3" fmla="*/ 88900 h 50"/>
              <a:gd name="T4" fmla="*/ 48179 w 43"/>
              <a:gd name="T5" fmla="*/ 92075 h 50"/>
              <a:gd name="T6" fmla="*/ 28907 w 43"/>
              <a:gd name="T7" fmla="*/ 123825 h 50"/>
              <a:gd name="T8" fmla="*/ 54602 w 43"/>
              <a:gd name="T9" fmla="*/ 127000 h 50"/>
              <a:gd name="T10" fmla="*/ 54602 w 43"/>
              <a:gd name="T11" fmla="*/ 120650 h 50"/>
              <a:gd name="T12" fmla="*/ 57814 w 43"/>
              <a:gd name="T13" fmla="*/ 92075 h 50"/>
              <a:gd name="T14" fmla="*/ 138112 w 43"/>
              <a:gd name="T15" fmla="*/ 47625 h 50"/>
              <a:gd name="T16" fmla="*/ 93145 w 43"/>
              <a:gd name="T17" fmla="*/ 3175 h 50"/>
              <a:gd name="T18" fmla="*/ 16060 w 43"/>
              <a:gd name="T19" fmla="*/ 0 h 50"/>
              <a:gd name="T20" fmla="*/ 0 w 43"/>
              <a:gd name="T21" fmla="*/ 15875 h 50"/>
              <a:gd name="T22" fmla="*/ 3212 w 43"/>
              <a:gd name="T23" fmla="*/ 155575 h 50"/>
              <a:gd name="T24" fmla="*/ 3212 w 43"/>
              <a:gd name="T25" fmla="*/ 155575 h 50"/>
              <a:gd name="T26" fmla="*/ 122052 w 43"/>
              <a:gd name="T27" fmla="*/ 158750 h 50"/>
              <a:gd name="T28" fmla="*/ 134900 w 43"/>
              <a:gd name="T29" fmla="*/ 155575 h 50"/>
              <a:gd name="T30" fmla="*/ 138112 w 43"/>
              <a:gd name="T31" fmla="*/ 50800 h 50"/>
              <a:gd name="T32" fmla="*/ 93145 w 43"/>
              <a:gd name="T33" fmla="*/ 19050 h 50"/>
              <a:gd name="T34" fmla="*/ 122052 w 43"/>
              <a:gd name="T35" fmla="*/ 47625 h 50"/>
              <a:gd name="T36" fmla="*/ 93145 w 43"/>
              <a:gd name="T37" fmla="*/ 44450 h 50"/>
              <a:gd name="T38" fmla="*/ 93145 w 43"/>
              <a:gd name="T39" fmla="*/ 41275 h 50"/>
              <a:gd name="T40" fmla="*/ 128476 w 43"/>
              <a:gd name="T41" fmla="*/ 142875 h 50"/>
              <a:gd name="T42" fmla="*/ 125264 w 43"/>
              <a:gd name="T43" fmla="*/ 146050 h 50"/>
              <a:gd name="T44" fmla="*/ 122052 w 43"/>
              <a:gd name="T45" fmla="*/ 146050 h 50"/>
              <a:gd name="T46" fmla="*/ 12848 w 43"/>
              <a:gd name="T47" fmla="*/ 146050 h 50"/>
              <a:gd name="T48" fmla="*/ 9636 w 43"/>
              <a:gd name="T49" fmla="*/ 15875 h 50"/>
              <a:gd name="T50" fmla="*/ 16060 w 43"/>
              <a:gd name="T51" fmla="*/ 12700 h 50"/>
              <a:gd name="T52" fmla="*/ 83510 w 43"/>
              <a:gd name="T53" fmla="*/ 41275 h 50"/>
              <a:gd name="T54" fmla="*/ 89933 w 43"/>
              <a:gd name="T55" fmla="*/ 50800 h 50"/>
              <a:gd name="T56" fmla="*/ 128476 w 43"/>
              <a:gd name="T57" fmla="*/ 53975 h 50"/>
              <a:gd name="T58" fmla="*/ 44967 w 43"/>
              <a:gd name="T59" fmla="*/ 34925 h 50"/>
              <a:gd name="T60" fmla="*/ 38543 w 43"/>
              <a:gd name="T61" fmla="*/ 34925 h 50"/>
              <a:gd name="T62" fmla="*/ 28907 w 43"/>
              <a:gd name="T63" fmla="*/ 73025 h 50"/>
              <a:gd name="T64" fmla="*/ 38543 w 43"/>
              <a:gd name="T65" fmla="*/ 66675 h 50"/>
              <a:gd name="T66" fmla="*/ 51391 w 43"/>
              <a:gd name="T67" fmla="*/ 73025 h 50"/>
              <a:gd name="T68" fmla="*/ 57814 w 43"/>
              <a:gd name="T69" fmla="*/ 69850 h 50"/>
              <a:gd name="T70" fmla="*/ 44967 w 43"/>
              <a:gd name="T71" fmla="*/ 34925 h 50"/>
              <a:gd name="T72" fmla="*/ 38543 w 43"/>
              <a:gd name="T73" fmla="*/ 57150 h 50"/>
              <a:gd name="T74" fmla="*/ 48179 w 43"/>
              <a:gd name="T75" fmla="*/ 57150 h 50"/>
              <a:gd name="T76" fmla="*/ 96357 w 43"/>
              <a:gd name="T77" fmla="*/ 69850 h 50"/>
              <a:gd name="T78" fmla="*/ 93145 w 43"/>
              <a:gd name="T79" fmla="*/ 66675 h 50"/>
              <a:gd name="T80" fmla="*/ 89933 w 43"/>
              <a:gd name="T81" fmla="*/ 92075 h 50"/>
              <a:gd name="T82" fmla="*/ 73874 w 43"/>
              <a:gd name="T83" fmla="*/ 85725 h 50"/>
              <a:gd name="T84" fmla="*/ 89933 w 43"/>
              <a:gd name="T85" fmla="*/ 104775 h 50"/>
              <a:gd name="T86" fmla="*/ 96357 w 43"/>
              <a:gd name="T87" fmla="*/ 104775 h 50"/>
              <a:gd name="T88" fmla="*/ 109205 w 43"/>
              <a:gd name="T89" fmla="*/ 88900 h 50"/>
              <a:gd name="T90" fmla="*/ 102781 w 43"/>
              <a:gd name="T91" fmla="*/ 85725 h 50"/>
              <a:gd name="T92" fmla="*/ 96357 w 43"/>
              <a:gd name="T93" fmla="*/ 69850 h 50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3" h="50">
                <a:moveTo>
                  <a:pt x="18" y="28"/>
                </a:moveTo>
                <a:cubicBezTo>
                  <a:pt x="18" y="28"/>
                  <a:pt x="17" y="27"/>
                  <a:pt x="17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9" y="28"/>
                  <a:pt x="9" y="28"/>
                </a:cubicBezTo>
                <a:cubicBezTo>
                  <a:pt x="9" y="29"/>
                  <a:pt x="10" y="29"/>
                  <a:pt x="10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9"/>
                  <a:pt x="9" y="39"/>
                </a:cubicBezTo>
                <a:cubicBezTo>
                  <a:pt x="9" y="40"/>
                  <a:pt x="10" y="40"/>
                  <a:pt x="10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8" y="40"/>
                  <a:pt x="18" y="39"/>
                </a:cubicBezTo>
                <a:cubicBezTo>
                  <a:pt x="18" y="38"/>
                  <a:pt x="17" y="38"/>
                  <a:pt x="17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9"/>
                  <a:pt x="18" y="29"/>
                  <a:pt x="18" y="28"/>
                </a:cubicBezTo>
                <a:close/>
                <a:moveTo>
                  <a:pt x="43" y="15"/>
                </a:moveTo>
                <a:cubicBezTo>
                  <a:pt x="43" y="15"/>
                  <a:pt x="43" y="15"/>
                  <a:pt x="43" y="15"/>
                </a:cubicBezTo>
                <a:cubicBezTo>
                  <a:pt x="29" y="1"/>
                  <a:pt x="29" y="1"/>
                  <a:pt x="29" y="1"/>
                </a:cubicBezTo>
                <a:cubicBezTo>
                  <a:pt x="29" y="0"/>
                  <a:pt x="28" y="0"/>
                  <a:pt x="28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2" y="1"/>
                  <a:pt x="1" y="2"/>
                </a:cubicBezTo>
                <a:cubicBezTo>
                  <a:pt x="0" y="3"/>
                  <a:pt x="0" y="4"/>
                  <a:pt x="0" y="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7"/>
                  <a:pt x="0" y="48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2" y="50"/>
                  <a:pt x="3" y="50"/>
                  <a:pt x="5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40" y="50"/>
                  <a:pt x="41" y="50"/>
                  <a:pt x="42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3" y="48"/>
                  <a:pt x="43" y="47"/>
                  <a:pt x="43" y="45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5"/>
                  <a:pt x="43" y="15"/>
                </a:cubicBezTo>
                <a:close/>
                <a:moveTo>
                  <a:pt x="29" y="6"/>
                </a:moveTo>
                <a:cubicBezTo>
                  <a:pt x="29" y="6"/>
                  <a:pt x="29" y="6"/>
                  <a:pt x="29" y="6"/>
                </a:cubicBezTo>
                <a:cubicBezTo>
                  <a:pt x="38" y="15"/>
                  <a:pt x="38" y="15"/>
                  <a:pt x="38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0" y="15"/>
                  <a:pt x="30" y="15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3"/>
                  <a:pt x="29" y="13"/>
                </a:cubicBezTo>
                <a:cubicBezTo>
                  <a:pt x="29" y="6"/>
                  <a:pt x="29" y="6"/>
                  <a:pt x="29" y="6"/>
                </a:cubicBezTo>
                <a:close/>
                <a:moveTo>
                  <a:pt x="40" y="45"/>
                </a:moveTo>
                <a:cubicBezTo>
                  <a:pt x="40" y="45"/>
                  <a:pt x="40" y="45"/>
                  <a:pt x="40" y="45"/>
                </a:cubicBezTo>
                <a:cubicBezTo>
                  <a:pt x="40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8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3" y="46"/>
                  <a:pt x="3" y="4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4" y="5"/>
                  <a:pt x="4" y="4"/>
                </a:cubicBezTo>
                <a:cubicBezTo>
                  <a:pt x="4" y="4"/>
                  <a:pt x="4" y="4"/>
                  <a:pt x="5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4"/>
                  <a:pt x="27" y="15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7"/>
                  <a:pt x="30" y="17"/>
                  <a:pt x="31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45"/>
                  <a:pt x="40" y="45"/>
                  <a:pt x="40" y="45"/>
                </a:cubicBezTo>
                <a:close/>
                <a:moveTo>
                  <a:pt x="14" y="11"/>
                </a:moveTo>
                <a:cubicBezTo>
                  <a:pt x="14" y="11"/>
                  <a:pt x="14" y="11"/>
                  <a:pt x="14" y="11"/>
                </a:cubicBezTo>
                <a:cubicBezTo>
                  <a:pt x="13" y="10"/>
                  <a:pt x="13" y="11"/>
                  <a:pt x="12" y="11"/>
                </a:cubicBezTo>
                <a:cubicBezTo>
                  <a:pt x="9" y="22"/>
                  <a:pt x="9" y="22"/>
                  <a:pt x="9" y="22"/>
                </a:cubicBezTo>
                <a:cubicBezTo>
                  <a:pt x="8" y="23"/>
                  <a:pt x="9" y="23"/>
                  <a:pt x="9" y="23"/>
                </a:cubicBezTo>
                <a:cubicBezTo>
                  <a:pt x="10" y="24"/>
                  <a:pt x="11" y="23"/>
                  <a:pt x="11" y="23"/>
                </a:cubicBezTo>
                <a:cubicBezTo>
                  <a:pt x="12" y="21"/>
                  <a:pt x="12" y="21"/>
                  <a:pt x="12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16" y="23"/>
                  <a:pt x="16" y="23"/>
                  <a:pt x="16" y="23"/>
                </a:cubicBezTo>
                <a:cubicBezTo>
                  <a:pt x="16" y="23"/>
                  <a:pt x="17" y="24"/>
                  <a:pt x="18" y="23"/>
                </a:cubicBezTo>
                <a:cubicBezTo>
                  <a:pt x="18" y="23"/>
                  <a:pt x="19" y="23"/>
                  <a:pt x="18" y="22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4" y="11"/>
                  <a:pt x="14" y="11"/>
                </a:cubicBezTo>
                <a:close/>
                <a:moveTo>
                  <a:pt x="12" y="18"/>
                </a:moveTo>
                <a:cubicBezTo>
                  <a:pt x="12" y="18"/>
                  <a:pt x="12" y="18"/>
                  <a:pt x="12" y="18"/>
                </a:cubicBezTo>
                <a:cubicBezTo>
                  <a:pt x="14" y="15"/>
                  <a:pt x="14" y="15"/>
                  <a:pt x="14" y="15"/>
                </a:cubicBezTo>
                <a:cubicBezTo>
                  <a:pt x="15" y="18"/>
                  <a:pt x="15" y="18"/>
                  <a:pt x="15" y="18"/>
                </a:cubicBezTo>
                <a:cubicBezTo>
                  <a:pt x="12" y="18"/>
                  <a:pt x="12" y="18"/>
                  <a:pt x="12" y="18"/>
                </a:cubicBezTo>
                <a:close/>
                <a:moveTo>
                  <a:pt x="30" y="22"/>
                </a:moveTo>
                <a:cubicBezTo>
                  <a:pt x="30" y="22"/>
                  <a:pt x="30" y="22"/>
                  <a:pt x="30" y="22"/>
                </a:cubicBezTo>
                <a:cubicBezTo>
                  <a:pt x="30" y="21"/>
                  <a:pt x="29" y="21"/>
                  <a:pt x="29" y="21"/>
                </a:cubicBezTo>
                <a:cubicBezTo>
                  <a:pt x="28" y="21"/>
                  <a:pt x="28" y="21"/>
                  <a:pt x="28" y="22"/>
                </a:cubicBezTo>
                <a:cubicBezTo>
                  <a:pt x="28" y="29"/>
                  <a:pt x="28" y="29"/>
                  <a:pt x="28" y="29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26"/>
                  <a:pt x="24" y="26"/>
                  <a:pt x="23" y="27"/>
                </a:cubicBezTo>
                <a:cubicBezTo>
                  <a:pt x="23" y="27"/>
                  <a:pt x="23" y="28"/>
                  <a:pt x="23" y="28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3"/>
                  <a:pt x="28" y="33"/>
                  <a:pt x="29" y="33"/>
                </a:cubicBezTo>
                <a:cubicBezTo>
                  <a:pt x="29" y="33"/>
                  <a:pt x="29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8"/>
                  <a:pt x="34" y="27"/>
                  <a:pt x="34" y="27"/>
                </a:cubicBezTo>
                <a:cubicBezTo>
                  <a:pt x="34" y="26"/>
                  <a:pt x="33" y="26"/>
                  <a:pt x="32" y="27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2"/>
                  <a:pt x="30" y="22"/>
                  <a:pt x="30" y="2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84" name="Freeform 118">
            <a:extLst>
              <a:ext uri="{FF2B5EF4-FFF2-40B4-BE49-F238E27FC236}">
                <a16:creationId xmlns:a16="http://schemas.microsoft.com/office/drawing/2014/main" id="{4C67A263-76A7-B685-CA18-B04F42CB31E6}"/>
              </a:ext>
            </a:extLst>
          </p:cNvPr>
          <p:cNvSpPr>
            <a:spLocks noEditPoints="1"/>
          </p:cNvSpPr>
          <p:nvPr/>
        </p:nvSpPr>
        <p:spPr bwMode="auto">
          <a:xfrm>
            <a:off x="11404001" y="3008231"/>
            <a:ext cx="186267" cy="211667"/>
          </a:xfrm>
          <a:custGeom>
            <a:avLst/>
            <a:gdLst>
              <a:gd name="T0" fmla="*/ 34925 w 44"/>
              <a:gd name="T1" fmla="*/ 73025 h 50"/>
              <a:gd name="T2" fmla="*/ 60325 w 44"/>
              <a:gd name="T3" fmla="*/ 69850 h 50"/>
              <a:gd name="T4" fmla="*/ 41275 w 44"/>
              <a:gd name="T5" fmla="*/ 66675 h 50"/>
              <a:gd name="T6" fmla="*/ 60325 w 44"/>
              <a:gd name="T7" fmla="*/ 38100 h 50"/>
              <a:gd name="T8" fmla="*/ 34925 w 44"/>
              <a:gd name="T9" fmla="*/ 34925 h 50"/>
              <a:gd name="T10" fmla="*/ 34925 w 44"/>
              <a:gd name="T11" fmla="*/ 41275 h 50"/>
              <a:gd name="T12" fmla="*/ 31750 w 44"/>
              <a:gd name="T13" fmla="*/ 69850 h 50"/>
              <a:gd name="T14" fmla="*/ 98425 w 44"/>
              <a:gd name="T15" fmla="*/ 69850 h 50"/>
              <a:gd name="T16" fmla="*/ 92075 w 44"/>
              <a:gd name="T17" fmla="*/ 66675 h 50"/>
              <a:gd name="T18" fmla="*/ 88900 w 44"/>
              <a:gd name="T19" fmla="*/ 92075 h 50"/>
              <a:gd name="T20" fmla="*/ 76200 w 44"/>
              <a:gd name="T21" fmla="*/ 85725 h 50"/>
              <a:gd name="T22" fmla="*/ 92075 w 44"/>
              <a:gd name="T23" fmla="*/ 104775 h 50"/>
              <a:gd name="T24" fmla="*/ 92075 w 44"/>
              <a:gd name="T25" fmla="*/ 104775 h 50"/>
              <a:gd name="T26" fmla="*/ 95250 w 44"/>
              <a:gd name="T27" fmla="*/ 104775 h 50"/>
              <a:gd name="T28" fmla="*/ 111125 w 44"/>
              <a:gd name="T29" fmla="*/ 85725 h 50"/>
              <a:gd name="T30" fmla="*/ 98425 w 44"/>
              <a:gd name="T31" fmla="*/ 92075 h 50"/>
              <a:gd name="T32" fmla="*/ 139700 w 44"/>
              <a:gd name="T33" fmla="*/ 47625 h 50"/>
              <a:gd name="T34" fmla="*/ 95250 w 44"/>
              <a:gd name="T35" fmla="*/ 3175 h 50"/>
              <a:gd name="T36" fmla="*/ 15875 w 44"/>
              <a:gd name="T37" fmla="*/ 0 h 50"/>
              <a:gd name="T38" fmla="*/ 0 w 44"/>
              <a:gd name="T39" fmla="*/ 15875 h 50"/>
              <a:gd name="T40" fmla="*/ 6350 w 44"/>
              <a:gd name="T41" fmla="*/ 155575 h 50"/>
              <a:gd name="T42" fmla="*/ 6350 w 44"/>
              <a:gd name="T43" fmla="*/ 155575 h 50"/>
              <a:gd name="T44" fmla="*/ 123825 w 44"/>
              <a:gd name="T45" fmla="*/ 158750 h 50"/>
              <a:gd name="T46" fmla="*/ 136525 w 44"/>
              <a:gd name="T47" fmla="*/ 155575 h 50"/>
              <a:gd name="T48" fmla="*/ 139700 w 44"/>
              <a:gd name="T49" fmla="*/ 142875 h 50"/>
              <a:gd name="T50" fmla="*/ 139700 w 44"/>
              <a:gd name="T51" fmla="*/ 47625 h 50"/>
              <a:gd name="T52" fmla="*/ 92075 w 44"/>
              <a:gd name="T53" fmla="*/ 19050 h 50"/>
              <a:gd name="T54" fmla="*/ 101600 w 44"/>
              <a:gd name="T55" fmla="*/ 47625 h 50"/>
              <a:gd name="T56" fmla="*/ 95250 w 44"/>
              <a:gd name="T57" fmla="*/ 44450 h 50"/>
              <a:gd name="T58" fmla="*/ 92075 w 44"/>
              <a:gd name="T59" fmla="*/ 19050 h 50"/>
              <a:gd name="T60" fmla="*/ 127000 w 44"/>
              <a:gd name="T61" fmla="*/ 142875 h 50"/>
              <a:gd name="T62" fmla="*/ 127000 w 44"/>
              <a:gd name="T63" fmla="*/ 146050 h 50"/>
              <a:gd name="T64" fmla="*/ 15875 w 44"/>
              <a:gd name="T65" fmla="*/ 146050 h 50"/>
              <a:gd name="T66" fmla="*/ 12700 w 44"/>
              <a:gd name="T67" fmla="*/ 142875 h 50"/>
              <a:gd name="T68" fmla="*/ 15875 w 44"/>
              <a:gd name="T69" fmla="*/ 12700 h 50"/>
              <a:gd name="T70" fmla="*/ 85725 w 44"/>
              <a:gd name="T71" fmla="*/ 12700 h 50"/>
              <a:gd name="T72" fmla="*/ 88900 w 44"/>
              <a:gd name="T73" fmla="*/ 50800 h 50"/>
              <a:gd name="T74" fmla="*/ 101600 w 44"/>
              <a:gd name="T75" fmla="*/ 53975 h 50"/>
              <a:gd name="T76" fmla="*/ 127000 w 44"/>
              <a:gd name="T77" fmla="*/ 142875 h 50"/>
              <a:gd name="T78" fmla="*/ 47625 w 44"/>
              <a:gd name="T79" fmla="*/ 85725 h 50"/>
              <a:gd name="T80" fmla="*/ 28575 w 44"/>
              <a:gd name="T81" fmla="*/ 123825 h 50"/>
              <a:gd name="T82" fmla="*/ 38100 w 44"/>
              <a:gd name="T83" fmla="*/ 123825 h 50"/>
              <a:gd name="T84" fmla="*/ 50800 w 44"/>
              <a:gd name="T85" fmla="*/ 117475 h 50"/>
              <a:gd name="T86" fmla="*/ 57150 w 44"/>
              <a:gd name="T87" fmla="*/ 127000 h 50"/>
              <a:gd name="T88" fmla="*/ 47625 w 44"/>
              <a:gd name="T89" fmla="*/ 88900 h 50"/>
              <a:gd name="T90" fmla="*/ 41275 w 44"/>
              <a:gd name="T91" fmla="*/ 111125 h 50"/>
              <a:gd name="T92" fmla="*/ 44450 w 44"/>
              <a:gd name="T93" fmla="*/ 101600 h 50"/>
              <a:gd name="T94" fmla="*/ 41275 w 44"/>
              <a:gd name="T95" fmla="*/ 111125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4" h="50">
                <a:moveTo>
                  <a:pt x="10" y="22"/>
                </a:moveTo>
                <a:cubicBezTo>
                  <a:pt x="10" y="23"/>
                  <a:pt x="10" y="23"/>
                  <a:pt x="11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9" y="23"/>
                  <a:pt x="19" y="22"/>
                </a:cubicBezTo>
                <a:cubicBezTo>
                  <a:pt x="19" y="22"/>
                  <a:pt x="18" y="21"/>
                  <a:pt x="18" y="21"/>
                </a:cubicBezTo>
                <a:cubicBezTo>
                  <a:pt x="13" y="21"/>
                  <a:pt x="13" y="21"/>
                  <a:pt x="13" y="21"/>
                </a:cubicBezTo>
                <a:cubicBezTo>
                  <a:pt x="18" y="12"/>
                  <a:pt x="18" y="12"/>
                  <a:pt x="18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1"/>
                  <a:pt x="18" y="11"/>
                  <a:pt x="18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0" y="11"/>
                  <a:pt x="10" y="11"/>
                  <a:pt x="10" y="12"/>
                </a:cubicBezTo>
                <a:cubicBezTo>
                  <a:pt x="10" y="12"/>
                  <a:pt x="10" y="13"/>
                  <a:pt x="11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lose/>
                <a:moveTo>
                  <a:pt x="31" y="22"/>
                </a:moveTo>
                <a:cubicBezTo>
                  <a:pt x="31" y="22"/>
                  <a:pt x="31" y="22"/>
                  <a:pt x="31" y="22"/>
                </a:cubicBezTo>
                <a:cubicBezTo>
                  <a:pt x="31" y="21"/>
                  <a:pt x="30" y="21"/>
                  <a:pt x="29" y="21"/>
                </a:cubicBezTo>
                <a:cubicBezTo>
                  <a:pt x="29" y="21"/>
                  <a:pt x="28" y="21"/>
                  <a:pt x="28" y="22"/>
                </a:cubicBezTo>
                <a:cubicBezTo>
                  <a:pt x="28" y="29"/>
                  <a:pt x="28" y="29"/>
                  <a:pt x="28" y="29"/>
                </a:cubicBezTo>
                <a:cubicBezTo>
                  <a:pt x="26" y="27"/>
                  <a:pt x="26" y="27"/>
                  <a:pt x="26" y="27"/>
                </a:cubicBezTo>
                <a:cubicBezTo>
                  <a:pt x="25" y="26"/>
                  <a:pt x="25" y="26"/>
                  <a:pt x="24" y="27"/>
                </a:cubicBezTo>
                <a:cubicBezTo>
                  <a:pt x="24" y="27"/>
                  <a:pt x="24" y="28"/>
                  <a:pt x="24" y="28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5" y="28"/>
                  <a:pt x="35" y="28"/>
                  <a:pt x="35" y="28"/>
                </a:cubicBezTo>
                <a:cubicBezTo>
                  <a:pt x="35" y="28"/>
                  <a:pt x="35" y="27"/>
                  <a:pt x="35" y="27"/>
                </a:cubicBezTo>
                <a:cubicBezTo>
                  <a:pt x="34" y="26"/>
                  <a:pt x="34" y="26"/>
                  <a:pt x="33" y="27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2"/>
                  <a:pt x="31" y="22"/>
                  <a:pt x="31" y="22"/>
                </a:cubicBezTo>
                <a:close/>
                <a:moveTo>
                  <a:pt x="44" y="15"/>
                </a:moveTo>
                <a:cubicBezTo>
                  <a:pt x="44" y="15"/>
                  <a:pt x="44" y="15"/>
                  <a:pt x="44" y="15"/>
                </a:cubicBezTo>
                <a:cubicBezTo>
                  <a:pt x="30" y="1"/>
                  <a:pt x="30" y="1"/>
                  <a:pt x="30" y="1"/>
                </a:cubicBezTo>
                <a:cubicBezTo>
                  <a:pt x="29" y="0"/>
                  <a:pt x="29" y="0"/>
                  <a:pt x="28" y="0"/>
                </a:cubicBezTo>
                <a:cubicBezTo>
                  <a:pt x="5" y="0"/>
                  <a:pt x="5" y="0"/>
                  <a:pt x="5" y="0"/>
                </a:cubicBezTo>
                <a:cubicBezTo>
                  <a:pt x="4" y="0"/>
                  <a:pt x="3" y="1"/>
                  <a:pt x="2" y="2"/>
                </a:cubicBezTo>
                <a:cubicBezTo>
                  <a:pt x="1" y="3"/>
                  <a:pt x="0" y="4"/>
                  <a:pt x="0" y="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7"/>
                  <a:pt x="1" y="48"/>
                  <a:pt x="2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3" y="50"/>
                  <a:pt x="4" y="50"/>
                  <a:pt x="5" y="50"/>
                </a:cubicBezTo>
                <a:cubicBezTo>
                  <a:pt x="39" y="50"/>
                  <a:pt x="39" y="50"/>
                  <a:pt x="39" y="50"/>
                </a:cubicBezTo>
                <a:cubicBezTo>
                  <a:pt x="40" y="50"/>
                  <a:pt x="42" y="50"/>
                  <a:pt x="43" y="49"/>
                </a:cubicBezTo>
                <a:cubicBezTo>
                  <a:pt x="43" y="49"/>
                  <a:pt x="43" y="49"/>
                  <a:pt x="43" y="49"/>
                </a:cubicBezTo>
                <a:cubicBezTo>
                  <a:pt x="43" y="49"/>
                  <a:pt x="43" y="49"/>
                  <a:pt x="43" y="49"/>
                </a:cubicBezTo>
                <a:cubicBezTo>
                  <a:pt x="44" y="48"/>
                  <a:pt x="44" y="47"/>
                  <a:pt x="44" y="45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16"/>
                  <a:pt x="44" y="15"/>
                  <a:pt x="44" y="15"/>
                </a:cubicBezTo>
                <a:close/>
                <a:moveTo>
                  <a:pt x="29" y="6"/>
                </a:moveTo>
                <a:cubicBezTo>
                  <a:pt x="29" y="6"/>
                  <a:pt x="29" y="6"/>
                  <a:pt x="29" y="6"/>
                </a:cubicBezTo>
                <a:cubicBezTo>
                  <a:pt x="38" y="15"/>
                  <a:pt x="38" y="15"/>
                  <a:pt x="38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31" y="15"/>
                  <a:pt x="30" y="15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4"/>
                  <a:pt x="29" y="13"/>
                  <a:pt x="29" y="13"/>
                </a:cubicBezTo>
                <a:cubicBezTo>
                  <a:pt x="29" y="6"/>
                  <a:pt x="29" y="6"/>
                  <a:pt x="29" y="6"/>
                </a:cubicBezTo>
                <a:close/>
                <a:moveTo>
                  <a:pt x="40" y="45"/>
                </a:moveTo>
                <a:cubicBezTo>
                  <a:pt x="40" y="45"/>
                  <a:pt x="40" y="45"/>
                  <a:pt x="40" y="45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39" y="46"/>
                  <a:pt x="39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6"/>
                  <a:pt x="4" y="4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13"/>
                  <a:pt x="27" y="13"/>
                  <a:pt x="27" y="13"/>
                </a:cubicBezTo>
                <a:cubicBezTo>
                  <a:pt x="27" y="14"/>
                  <a:pt x="28" y="15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9" y="17"/>
                  <a:pt x="30" y="17"/>
                  <a:pt x="32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45"/>
                  <a:pt x="40" y="45"/>
                  <a:pt x="40" y="45"/>
                </a:cubicBezTo>
                <a:close/>
                <a:moveTo>
                  <a:pt x="15" y="27"/>
                </a:moveTo>
                <a:cubicBezTo>
                  <a:pt x="15" y="27"/>
                  <a:pt x="15" y="27"/>
                  <a:pt x="15" y="27"/>
                </a:cubicBezTo>
                <a:cubicBezTo>
                  <a:pt x="14" y="27"/>
                  <a:pt x="13" y="27"/>
                  <a:pt x="13" y="28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10" y="40"/>
                  <a:pt x="10" y="40"/>
                </a:cubicBezTo>
                <a:cubicBezTo>
                  <a:pt x="11" y="40"/>
                  <a:pt x="11" y="40"/>
                  <a:pt x="12" y="39"/>
                </a:cubicBezTo>
                <a:cubicBezTo>
                  <a:pt x="12" y="37"/>
                  <a:pt x="12" y="37"/>
                  <a:pt x="12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7" y="39"/>
                  <a:pt x="17" y="39"/>
                  <a:pt x="17" y="39"/>
                </a:cubicBezTo>
                <a:cubicBezTo>
                  <a:pt x="17" y="40"/>
                  <a:pt x="18" y="40"/>
                  <a:pt x="18" y="40"/>
                </a:cubicBezTo>
                <a:cubicBezTo>
                  <a:pt x="19" y="40"/>
                  <a:pt x="19" y="39"/>
                  <a:pt x="19" y="39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7"/>
                  <a:pt x="15" y="27"/>
                </a:cubicBezTo>
                <a:close/>
                <a:moveTo>
                  <a:pt x="13" y="35"/>
                </a:moveTo>
                <a:cubicBezTo>
                  <a:pt x="13" y="35"/>
                  <a:pt x="13" y="35"/>
                  <a:pt x="13" y="35"/>
                </a:cubicBezTo>
                <a:cubicBezTo>
                  <a:pt x="14" y="32"/>
                  <a:pt x="14" y="32"/>
                  <a:pt x="14" y="32"/>
                </a:cubicBezTo>
                <a:cubicBezTo>
                  <a:pt x="15" y="35"/>
                  <a:pt x="15" y="35"/>
                  <a:pt x="15" y="35"/>
                </a:cubicBezTo>
                <a:cubicBezTo>
                  <a:pt x="13" y="35"/>
                  <a:pt x="13" y="35"/>
                  <a:pt x="13" y="3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85" name="Freeform 119">
            <a:extLst>
              <a:ext uri="{FF2B5EF4-FFF2-40B4-BE49-F238E27FC236}">
                <a16:creationId xmlns:a16="http://schemas.microsoft.com/office/drawing/2014/main" id="{BF425271-9130-A520-2B6D-B68915F48634}"/>
              </a:ext>
            </a:extLst>
          </p:cNvPr>
          <p:cNvSpPr>
            <a:spLocks noEditPoints="1"/>
          </p:cNvSpPr>
          <p:nvPr/>
        </p:nvSpPr>
        <p:spPr bwMode="auto">
          <a:xfrm>
            <a:off x="6184301" y="2593365"/>
            <a:ext cx="215900" cy="186267"/>
          </a:xfrm>
          <a:custGeom>
            <a:avLst/>
            <a:gdLst>
              <a:gd name="T0" fmla="*/ 111125 w 51"/>
              <a:gd name="T1" fmla="*/ 6350 h 44"/>
              <a:gd name="T2" fmla="*/ 0 w 51"/>
              <a:gd name="T3" fmla="*/ 79375 h 44"/>
              <a:gd name="T4" fmla="*/ 31750 w 51"/>
              <a:gd name="T5" fmla="*/ 127000 h 44"/>
              <a:gd name="T6" fmla="*/ 31750 w 51"/>
              <a:gd name="T7" fmla="*/ 31750 h 44"/>
              <a:gd name="T8" fmla="*/ 142875 w 51"/>
              <a:gd name="T9" fmla="*/ 53975 h 44"/>
              <a:gd name="T10" fmla="*/ 127000 w 51"/>
              <a:gd name="T11" fmla="*/ 127000 h 44"/>
              <a:gd name="T12" fmla="*/ 161925 w 51"/>
              <a:gd name="T13" fmla="*/ 79375 h 44"/>
              <a:gd name="T14" fmla="*/ 117475 w 51"/>
              <a:gd name="T15" fmla="*/ 41275 h 44"/>
              <a:gd name="T16" fmla="*/ 114300 w 51"/>
              <a:gd name="T17" fmla="*/ 38100 h 44"/>
              <a:gd name="T18" fmla="*/ 111125 w 51"/>
              <a:gd name="T19" fmla="*/ 38100 h 44"/>
              <a:gd name="T20" fmla="*/ 107950 w 51"/>
              <a:gd name="T21" fmla="*/ 34925 h 44"/>
              <a:gd name="T22" fmla="*/ 104775 w 51"/>
              <a:gd name="T23" fmla="*/ 34925 h 44"/>
              <a:gd name="T24" fmla="*/ 101600 w 51"/>
              <a:gd name="T25" fmla="*/ 38100 h 44"/>
              <a:gd name="T26" fmla="*/ 63500 w 51"/>
              <a:gd name="T27" fmla="*/ 69850 h 44"/>
              <a:gd name="T28" fmla="*/ 57150 w 51"/>
              <a:gd name="T29" fmla="*/ 79375 h 44"/>
              <a:gd name="T30" fmla="*/ 53975 w 51"/>
              <a:gd name="T31" fmla="*/ 85725 h 44"/>
              <a:gd name="T32" fmla="*/ 53975 w 51"/>
              <a:gd name="T33" fmla="*/ 95250 h 44"/>
              <a:gd name="T34" fmla="*/ 57150 w 51"/>
              <a:gd name="T35" fmla="*/ 104775 h 44"/>
              <a:gd name="T36" fmla="*/ 60325 w 51"/>
              <a:gd name="T37" fmla="*/ 107950 h 44"/>
              <a:gd name="T38" fmla="*/ 69850 w 51"/>
              <a:gd name="T39" fmla="*/ 114300 h 44"/>
              <a:gd name="T40" fmla="*/ 79375 w 51"/>
              <a:gd name="T41" fmla="*/ 117475 h 44"/>
              <a:gd name="T42" fmla="*/ 85725 w 51"/>
              <a:gd name="T43" fmla="*/ 117475 h 44"/>
              <a:gd name="T44" fmla="*/ 95250 w 51"/>
              <a:gd name="T45" fmla="*/ 114300 h 44"/>
              <a:gd name="T46" fmla="*/ 98425 w 51"/>
              <a:gd name="T47" fmla="*/ 111125 h 44"/>
              <a:gd name="T48" fmla="*/ 104775 w 51"/>
              <a:gd name="T49" fmla="*/ 104775 h 44"/>
              <a:gd name="T50" fmla="*/ 107950 w 51"/>
              <a:gd name="T51" fmla="*/ 95250 h 44"/>
              <a:gd name="T52" fmla="*/ 117475 w 51"/>
              <a:gd name="T53" fmla="*/ 47625 h 44"/>
              <a:gd name="T54" fmla="*/ 117475 w 51"/>
              <a:gd name="T55" fmla="*/ 44450 h 44"/>
              <a:gd name="T56" fmla="*/ 101600 w 51"/>
              <a:gd name="T57" fmla="*/ 92075 h 44"/>
              <a:gd name="T58" fmla="*/ 101600 w 51"/>
              <a:gd name="T59" fmla="*/ 95250 h 44"/>
              <a:gd name="T60" fmla="*/ 98425 w 51"/>
              <a:gd name="T61" fmla="*/ 104775 h 44"/>
              <a:gd name="T62" fmla="*/ 95250 w 51"/>
              <a:gd name="T63" fmla="*/ 104775 h 44"/>
              <a:gd name="T64" fmla="*/ 88900 w 51"/>
              <a:gd name="T65" fmla="*/ 107950 h 44"/>
              <a:gd name="T66" fmla="*/ 82550 w 51"/>
              <a:gd name="T67" fmla="*/ 111125 h 44"/>
              <a:gd name="T68" fmla="*/ 76200 w 51"/>
              <a:gd name="T69" fmla="*/ 111125 h 44"/>
              <a:gd name="T70" fmla="*/ 69850 w 51"/>
              <a:gd name="T71" fmla="*/ 107950 h 44"/>
              <a:gd name="T72" fmla="*/ 63500 w 51"/>
              <a:gd name="T73" fmla="*/ 101600 h 44"/>
              <a:gd name="T74" fmla="*/ 60325 w 51"/>
              <a:gd name="T75" fmla="*/ 95250 h 44"/>
              <a:gd name="T76" fmla="*/ 60325 w 51"/>
              <a:gd name="T77" fmla="*/ 88900 h 44"/>
              <a:gd name="T78" fmla="*/ 60325 w 51"/>
              <a:gd name="T79" fmla="*/ 85725 h 44"/>
              <a:gd name="T80" fmla="*/ 63500 w 51"/>
              <a:gd name="T81" fmla="*/ 76200 h 44"/>
              <a:gd name="T82" fmla="*/ 69850 w 51"/>
              <a:gd name="T83" fmla="*/ 73025 h 44"/>
              <a:gd name="T84" fmla="*/ 104775 w 51"/>
              <a:gd name="T85" fmla="*/ 44450 h 44"/>
              <a:gd name="T86" fmla="*/ 107950 w 51"/>
              <a:gd name="T87" fmla="*/ 44450 h 44"/>
              <a:gd name="T88" fmla="*/ 107950 w 51"/>
              <a:gd name="T89" fmla="*/ 44450 h 44"/>
              <a:gd name="T90" fmla="*/ 95250 w 51"/>
              <a:gd name="T91" fmla="*/ 85725 h 44"/>
              <a:gd name="T92" fmla="*/ 69850 w 51"/>
              <a:gd name="T93" fmla="*/ 82550 h 44"/>
              <a:gd name="T94" fmla="*/ 92075 w 51"/>
              <a:gd name="T95" fmla="*/ 95250 h 44"/>
              <a:gd name="T96" fmla="*/ 85725 w 51"/>
              <a:gd name="T97" fmla="*/ 88900 h 44"/>
              <a:gd name="T98" fmla="*/ 79375 w 51"/>
              <a:gd name="T99" fmla="*/ 95250 h 44"/>
              <a:gd name="T100" fmla="*/ 79375 w 51"/>
              <a:gd name="T101" fmla="*/ 82550 h 4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1" h="44">
                <a:moveTo>
                  <a:pt x="49" y="16"/>
                </a:moveTo>
                <a:cubicBezTo>
                  <a:pt x="49" y="16"/>
                  <a:pt x="49" y="16"/>
                  <a:pt x="49" y="16"/>
                </a:cubicBezTo>
                <a:cubicBezTo>
                  <a:pt x="47" y="13"/>
                  <a:pt x="46" y="10"/>
                  <a:pt x="43" y="7"/>
                </a:cubicBezTo>
                <a:cubicBezTo>
                  <a:pt x="41" y="5"/>
                  <a:pt x="38" y="3"/>
                  <a:pt x="35" y="2"/>
                </a:cubicBezTo>
                <a:cubicBezTo>
                  <a:pt x="32" y="1"/>
                  <a:pt x="29" y="0"/>
                  <a:pt x="25" y="0"/>
                </a:cubicBezTo>
                <a:cubicBezTo>
                  <a:pt x="19" y="0"/>
                  <a:pt x="12" y="3"/>
                  <a:pt x="8" y="7"/>
                </a:cubicBezTo>
                <a:cubicBezTo>
                  <a:pt x="5" y="10"/>
                  <a:pt x="4" y="13"/>
                  <a:pt x="2" y="16"/>
                </a:cubicBezTo>
                <a:cubicBezTo>
                  <a:pt x="1" y="19"/>
                  <a:pt x="0" y="22"/>
                  <a:pt x="0" y="25"/>
                </a:cubicBezTo>
                <a:cubicBezTo>
                  <a:pt x="0" y="29"/>
                  <a:pt x="1" y="32"/>
                  <a:pt x="2" y="35"/>
                </a:cubicBezTo>
                <a:cubicBezTo>
                  <a:pt x="4" y="38"/>
                  <a:pt x="5" y="41"/>
                  <a:pt x="8" y="43"/>
                </a:cubicBezTo>
                <a:cubicBezTo>
                  <a:pt x="9" y="44"/>
                  <a:pt x="10" y="44"/>
                  <a:pt x="10" y="43"/>
                </a:cubicBezTo>
                <a:cubicBezTo>
                  <a:pt x="11" y="42"/>
                  <a:pt x="11" y="41"/>
                  <a:pt x="10" y="40"/>
                </a:cubicBezTo>
                <a:cubicBezTo>
                  <a:pt x="9" y="38"/>
                  <a:pt x="7" y="36"/>
                  <a:pt x="6" y="33"/>
                </a:cubicBezTo>
                <a:cubicBezTo>
                  <a:pt x="5" y="31"/>
                  <a:pt x="4" y="28"/>
                  <a:pt x="4" y="25"/>
                </a:cubicBezTo>
                <a:cubicBezTo>
                  <a:pt x="4" y="22"/>
                  <a:pt x="5" y="20"/>
                  <a:pt x="6" y="17"/>
                </a:cubicBezTo>
                <a:cubicBezTo>
                  <a:pt x="7" y="15"/>
                  <a:pt x="9" y="12"/>
                  <a:pt x="10" y="10"/>
                </a:cubicBezTo>
                <a:cubicBezTo>
                  <a:pt x="14" y="6"/>
                  <a:pt x="20" y="4"/>
                  <a:pt x="25" y="4"/>
                </a:cubicBezTo>
                <a:cubicBezTo>
                  <a:pt x="28" y="4"/>
                  <a:pt x="31" y="5"/>
                  <a:pt x="34" y="6"/>
                </a:cubicBezTo>
                <a:cubicBezTo>
                  <a:pt x="36" y="7"/>
                  <a:pt x="39" y="8"/>
                  <a:pt x="40" y="10"/>
                </a:cubicBezTo>
                <a:cubicBezTo>
                  <a:pt x="42" y="12"/>
                  <a:pt x="44" y="15"/>
                  <a:pt x="45" y="17"/>
                </a:cubicBezTo>
                <a:cubicBezTo>
                  <a:pt x="45" y="17"/>
                  <a:pt x="45" y="17"/>
                  <a:pt x="45" y="17"/>
                </a:cubicBezTo>
                <a:cubicBezTo>
                  <a:pt x="46" y="20"/>
                  <a:pt x="47" y="22"/>
                  <a:pt x="47" y="25"/>
                </a:cubicBezTo>
                <a:cubicBezTo>
                  <a:pt x="47" y="28"/>
                  <a:pt x="46" y="31"/>
                  <a:pt x="45" y="33"/>
                </a:cubicBezTo>
                <a:cubicBezTo>
                  <a:pt x="44" y="36"/>
                  <a:pt x="42" y="38"/>
                  <a:pt x="40" y="40"/>
                </a:cubicBezTo>
                <a:cubicBezTo>
                  <a:pt x="40" y="41"/>
                  <a:pt x="40" y="42"/>
                  <a:pt x="40" y="43"/>
                </a:cubicBezTo>
                <a:cubicBezTo>
                  <a:pt x="41" y="44"/>
                  <a:pt x="42" y="44"/>
                  <a:pt x="43" y="43"/>
                </a:cubicBezTo>
                <a:cubicBezTo>
                  <a:pt x="46" y="41"/>
                  <a:pt x="47" y="38"/>
                  <a:pt x="49" y="35"/>
                </a:cubicBezTo>
                <a:cubicBezTo>
                  <a:pt x="50" y="32"/>
                  <a:pt x="51" y="29"/>
                  <a:pt x="51" y="25"/>
                </a:cubicBezTo>
                <a:cubicBezTo>
                  <a:pt x="51" y="22"/>
                  <a:pt x="50" y="19"/>
                  <a:pt x="49" y="16"/>
                </a:cubicBezTo>
                <a:close/>
                <a:moveTo>
                  <a:pt x="37" y="14"/>
                </a:moveTo>
                <a:cubicBezTo>
                  <a:pt x="37" y="14"/>
                  <a:pt x="37" y="14"/>
                  <a:pt x="37" y="14"/>
                </a:cubicBezTo>
                <a:cubicBezTo>
                  <a:pt x="37" y="13"/>
                  <a:pt x="37" y="13"/>
                  <a:pt x="37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5" y="12"/>
                  <a:pt x="35" y="12"/>
                  <a:pt x="35" y="12"/>
                </a:cubicBezTo>
                <a:cubicBezTo>
                  <a:pt x="35" y="12"/>
                  <a:pt x="35" y="12"/>
                  <a:pt x="35" y="12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3"/>
                  <a:pt x="19" y="23"/>
                  <a:pt x="18" y="23"/>
                </a:cubicBezTo>
                <a:cubicBezTo>
                  <a:pt x="18" y="23"/>
                  <a:pt x="18" y="24"/>
                  <a:pt x="18" y="24"/>
                </a:cubicBezTo>
                <a:cubicBezTo>
                  <a:pt x="18" y="24"/>
                  <a:pt x="18" y="24"/>
                  <a:pt x="18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7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8"/>
                  <a:pt x="17" y="29"/>
                  <a:pt x="17" y="29"/>
                </a:cubicBezTo>
                <a:cubicBezTo>
                  <a:pt x="17" y="29"/>
                  <a:pt x="17" y="29"/>
                  <a:pt x="17" y="30"/>
                </a:cubicBezTo>
                <a:cubicBezTo>
                  <a:pt x="17" y="30"/>
                  <a:pt x="17" y="30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2"/>
                  <a:pt x="18" y="32"/>
                  <a:pt x="18" y="32"/>
                </a:cubicBezTo>
                <a:cubicBezTo>
                  <a:pt x="18" y="32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9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6"/>
                  <a:pt x="22" y="36"/>
                  <a:pt x="22" y="36"/>
                </a:cubicBezTo>
                <a:cubicBezTo>
                  <a:pt x="22" y="36"/>
                  <a:pt x="23" y="37"/>
                  <a:pt x="23" y="37"/>
                </a:cubicBezTo>
                <a:cubicBezTo>
                  <a:pt x="23" y="37"/>
                  <a:pt x="23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6" y="37"/>
                  <a:pt x="26" y="37"/>
                  <a:pt x="26" y="37"/>
                </a:cubicBezTo>
                <a:cubicBezTo>
                  <a:pt x="26" y="37"/>
                  <a:pt x="27" y="37"/>
                  <a:pt x="27" y="37"/>
                </a:cubicBezTo>
                <a:cubicBezTo>
                  <a:pt x="27" y="37"/>
                  <a:pt x="28" y="37"/>
                  <a:pt x="28" y="37"/>
                </a:cubicBezTo>
                <a:cubicBezTo>
                  <a:pt x="28" y="37"/>
                  <a:pt x="28" y="37"/>
                  <a:pt x="29" y="37"/>
                </a:cubicBezTo>
                <a:cubicBezTo>
                  <a:pt x="29" y="36"/>
                  <a:pt x="29" y="36"/>
                  <a:pt x="29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1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2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5"/>
                  <a:pt x="32" y="34"/>
                  <a:pt x="32" y="34"/>
                </a:cubicBezTo>
                <a:cubicBezTo>
                  <a:pt x="32" y="34"/>
                  <a:pt x="33" y="34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2"/>
                  <a:pt x="34" y="32"/>
                  <a:pt x="34" y="32"/>
                </a:cubicBezTo>
                <a:cubicBezTo>
                  <a:pt x="34" y="32"/>
                  <a:pt x="34" y="31"/>
                  <a:pt x="34" y="31"/>
                </a:cubicBezTo>
                <a:cubicBezTo>
                  <a:pt x="34" y="31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0"/>
                  <a:pt x="34" y="29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lose/>
                <a:moveTo>
                  <a:pt x="34" y="14"/>
                </a:moveTo>
                <a:cubicBezTo>
                  <a:pt x="34" y="14"/>
                  <a:pt x="34" y="14"/>
                  <a:pt x="34" y="14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30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30"/>
                  <a:pt x="32" y="31"/>
                  <a:pt x="32" y="31"/>
                </a:cubicBezTo>
                <a:cubicBezTo>
                  <a:pt x="32" y="31"/>
                  <a:pt x="31" y="31"/>
                  <a:pt x="31" y="31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4"/>
                  <a:pt x="29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8" y="34"/>
                  <a:pt x="27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4" y="35"/>
                  <a:pt x="24" y="35"/>
                </a:cubicBezTo>
                <a:cubicBezTo>
                  <a:pt x="24" y="35"/>
                  <a:pt x="24" y="34"/>
                  <a:pt x="24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23" y="34"/>
                  <a:pt x="23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1"/>
                  <a:pt x="19" y="30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30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6"/>
                  <a:pt x="19" y="26"/>
                </a:cubicBezTo>
                <a:cubicBezTo>
                  <a:pt x="19" y="26"/>
                  <a:pt x="20" y="26"/>
                  <a:pt x="20" y="26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20" y="25"/>
                  <a:pt x="20" y="24"/>
                </a:cubicBezTo>
                <a:cubicBezTo>
                  <a:pt x="20" y="24"/>
                  <a:pt x="21" y="24"/>
                  <a:pt x="21" y="24"/>
                </a:cubicBezTo>
                <a:cubicBezTo>
                  <a:pt x="21" y="24"/>
                  <a:pt x="21" y="24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2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lose/>
                <a:moveTo>
                  <a:pt x="30" y="27"/>
                </a:moveTo>
                <a:cubicBezTo>
                  <a:pt x="30" y="27"/>
                  <a:pt x="30" y="27"/>
                  <a:pt x="30" y="27"/>
                </a:cubicBezTo>
                <a:cubicBezTo>
                  <a:pt x="29" y="26"/>
                  <a:pt x="29" y="25"/>
                  <a:pt x="28" y="25"/>
                </a:cubicBezTo>
                <a:cubicBezTo>
                  <a:pt x="27" y="24"/>
                  <a:pt x="26" y="24"/>
                  <a:pt x="25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3" y="24"/>
                  <a:pt x="23" y="25"/>
                  <a:pt x="22" y="26"/>
                </a:cubicBezTo>
                <a:cubicBezTo>
                  <a:pt x="21" y="27"/>
                  <a:pt x="21" y="28"/>
                  <a:pt x="22" y="29"/>
                </a:cubicBezTo>
                <a:cubicBezTo>
                  <a:pt x="22" y="30"/>
                  <a:pt x="22" y="31"/>
                  <a:pt x="23" y="32"/>
                </a:cubicBezTo>
                <a:cubicBezTo>
                  <a:pt x="24" y="32"/>
                  <a:pt x="26" y="33"/>
                  <a:pt x="27" y="32"/>
                </a:cubicBezTo>
                <a:cubicBezTo>
                  <a:pt x="28" y="32"/>
                  <a:pt x="29" y="31"/>
                  <a:pt x="29" y="30"/>
                </a:cubicBezTo>
                <a:cubicBezTo>
                  <a:pt x="30" y="29"/>
                  <a:pt x="30" y="28"/>
                  <a:pt x="30" y="27"/>
                </a:cubicBezTo>
                <a:cubicBezTo>
                  <a:pt x="30" y="27"/>
                  <a:pt x="30" y="27"/>
                  <a:pt x="30" y="27"/>
                </a:cubicBezTo>
                <a:close/>
                <a:moveTo>
                  <a:pt x="27" y="28"/>
                </a:moveTo>
                <a:cubicBezTo>
                  <a:pt x="27" y="28"/>
                  <a:pt x="27" y="28"/>
                  <a:pt x="27" y="28"/>
                </a:cubicBezTo>
                <a:cubicBezTo>
                  <a:pt x="28" y="28"/>
                  <a:pt x="28" y="29"/>
                  <a:pt x="27" y="29"/>
                </a:cubicBezTo>
                <a:cubicBezTo>
                  <a:pt x="27" y="30"/>
                  <a:pt x="27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0"/>
                  <a:pt x="25" y="30"/>
                  <a:pt x="25" y="30"/>
                </a:cubicBezTo>
                <a:cubicBezTo>
                  <a:pt x="24" y="30"/>
                  <a:pt x="24" y="29"/>
                  <a:pt x="24" y="29"/>
                </a:cubicBezTo>
                <a:cubicBezTo>
                  <a:pt x="24" y="28"/>
                  <a:pt x="24" y="28"/>
                  <a:pt x="24" y="27"/>
                </a:cubicBezTo>
                <a:cubicBezTo>
                  <a:pt x="24" y="27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6"/>
                  <a:pt x="26" y="26"/>
                  <a:pt x="27" y="27"/>
                </a:cubicBezTo>
                <a:cubicBezTo>
                  <a:pt x="27" y="27"/>
                  <a:pt x="27" y="27"/>
                  <a:pt x="27" y="28"/>
                </a:cubicBezTo>
                <a:cubicBezTo>
                  <a:pt x="27" y="28"/>
                  <a:pt x="27" y="28"/>
                  <a:pt x="27" y="2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86" name="Freeform 120">
            <a:extLst>
              <a:ext uri="{FF2B5EF4-FFF2-40B4-BE49-F238E27FC236}">
                <a16:creationId xmlns:a16="http://schemas.microsoft.com/office/drawing/2014/main" id="{AF3D5E1D-8F0A-100F-8E7B-E6872ADCF99A}"/>
              </a:ext>
            </a:extLst>
          </p:cNvPr>
          <p:cNvSpPr>
            <a:spLocks noEditPoints="1"/>
          </p:cNvSpPr>
          <p:nvPr/>
        </p:nvSpPr>
        <p:spPr bwMode="auto">
          <a:xfrm>
            <a:off x="7320952" y="2155214"/>
            <a:ext cx="188383" cy="220133"/>
          </a:xfrm>
          <a:custGeom>
            <a:avLst/>
            <a:gdLst>
              <a:gd name="T0" fmla="*/ 28900 w 44"/>
              <a:gd name="T1" fmla="*/ 98425 h 52"/>
              <a:gd name="T2" fmla="*/ 41744 w 44"/>
              <a:gd name="T3" fmla="*/ 98425 h 52"/>
              <a:gd name="T4" fmla="*/ 35322 w 44"/>
              <a:gd name="T5" fmla="*/ 117475 h 52"/>
              <a:gd name="T6" fmla="*/ 28900 w 44"/>
              <a:gd name="T7" fmla="*/ 123825 h 52"/>
              <a:gd name="T8" fmla="*/ 41744 w 44"/>
              <a:gd name="T9" fmla="*/ 123825 h 52"/>
              <a:gd name="T10" fmla="*/ 35322 w 44"/>
              <a:gd name="T11" fmla="*/ 66675 h 52"/>
              <a:gd name="T12" fmla="*/ 28900 w 44"/>
              <a:gd name="T13" fmla="*/ 73025 h 52"/>
              <a:gd name="T14" fmla="*/ 41744 w 44"/>
              <a:gd name="T15" fmla="*/ 73025 h 52"/>
              <a:gd name="T16" fmla="*/ 105965 w 44"/>
              <a:gd name="T17" fmla="*/ 66675 h 52"/>
              <a:gd name="T18" fmla="*/ 54588 w 44"/>
              <a:gd name="T19" fmla="*/ 66675 h 52"/>
              <a:gd name="T20" fmla="*/ 54588 w 44"/>
              <a:gd name="T21" fmla="*/ 76200 h 52"/>
              <a:gd name="T22" fmla="*/ 112387 w 44"/>
              <a:gd name="T23" fmla="*/ 73025 h 52"/>
              <a:gd name="T24" fmla="*/ 134865 w 44"/>
              <a:gd name="T25" fmla="*/ 25400 h 52"/>
              <a:gd name="T26" fmla="*/ 118810 w 44"/>
              <a:gd name="T27" fmla="*/ 25400 h 52"/>
              <a:gd name="T28" fmla="*/ 115598 w 44"/>
              <a:gd name="T29" fmla="*/ 19050 h 52"/>
              <a:gd name="T30" fmla="*/ 89910 w 44"/>
              <a:gd name="T31" fmla="*/ 9525 h 52"/>
              <a:gd name="T32" fmla="*/ 70644 w 44"/>
              <a:gd name="T33" fmla="*/ 0 h 52"/>
              <a:gd name="T34" fmla="*/ 48166 w 44"/>
              <a:gd name="T35" fmla="*/ 19050 h 52"/>
              <a:gd name="T36" fmla="*/ 25689 w 44"/>
              <a:gd name="T37" fmla="*/ 22225 h 52"/>
              <a:gd name="T38" fmla="*/ 6422 w 44"/>
              <a:gd name="T39" fmla="*/ 25400 h 52"/>
              <a:gd name="T40" fmla="*/ 0 w 44"/>
              <a:gd name="T41" fmla="*/ 158750 h 52"/>
              <a:gd name="T42" fmla="*/ 134865 w 44"/>
              <a:gd name="T43" fmla="*/ 165100 h 52"/>
              <a:gd name="T44" fmla="*/ 141287 w 44"/>
              <a:gd name="T45" fmla="*/ 31750 h 52"/>
              <a:gd name="T46" fmla="*/ 61010 w 44"/>
              <a:gd name="T47" fmla="*/ 12700 h 52"/>
              <a:gd name="T48" fmla="*/ 70644 w 44"/>
              <a:gd name="T49" fmla="*/ 9525 h 52"/>
              <a:gd name="T50" fmla="*/ 83488 w 44"/>
              <a:gd name="T51" fmla="*/ 12700 h 52"/>
              <a:gd name="T52" fmla="*/ 54588 w 44"/>
              <a:gd name="T53" fmla="*/ 19050 h 52"/>
              <a:gd name="T54" fmla="*/ 32111 w 44"/>
              <a:gd name="T55" fmla="*/ 25400 h 52"/>
              <a:gd name="T56" fmla="*/ 112387 w 44"/>
              <a:gd name="T57" fmla="*/ 25400 h 52"/>
              <a:gd name="T58" fmla="*/ 32111 w 44"/>
              <a:gd name="T59" fmla="*/ 38100 h 52"/>
              <a:gd name="T60" fmla="*/ 128443 w 44"/>
              <a:gd name="T61" fmla="*/ 152400 h 52"/>
              <a:gd name="T62" fmla="*/ 12844 w 44"/>
              <a:gd name="T63" fmla="*/ 152400 h 52"/>
              <a:gd name="T64" fmla="*/ 25689 w 44"/>
              <a:gd name="T65" fmla="*/ 38100 h 52"/>
              <a:gd name="T66" fmla="*/ 28900 w 44"/>
              <a:gd name="T67" fmla="*/ 44450 h 52"/>
              <a:gd name="T68" fmla="*/ 118810 w 44"/>
              <a:gd name="T69" fmla="*/ 41275 h 52"/>
              <a:gd name="T70" fmla="*/ 128443 w 44"/>
              <a:gd name="T71" fmla="*/ 38100 h 52"/>
              <a:gd name="T72" fmla="*/ 105965 w 44"/>
              <a:gd name="T73" fmla="*/ 120650 h 52"/>
              <a:gd name="T74" fmla="*/ 54588 w 44"/>
              <a:gd name="T75" fmla="*/ 120650 h 52"/>
              <a:gd name="T76" fmla="*/ 54588 w 44"/>
              <a:gd name="T77" fmla="*/ 127000 h 52"/>
              <a:gd name="T78" fmla="*/ 112387 w 44"/>
              <a:gd name="T79" fmla="*/ 123825 h 52"/>
              <a:gd name="T80" fmla="*/ 105965 w 44"/>
              <a:gd name="T81" fmla="*/ 92075 h 52"/>
              <a:gd name="T82" fmla="*/ 54588 w 44"/>
              <a:gd name="T83" fmla="*/ 92075 h 52"/>
              <a:gd name="T84" fmla="*/ 54588 w 44"/>
              <a:gd name="T85" fmla="*/ 101600 h 52"/>
              <a:gd name="T86" fmla="*/ 112387 w 44"/>
              <a:gd name="T87" fmla="*/ 98425 h 5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" h="52">
                <a:moveTo>
                  <a:pt x="11" y="29"/>
                </a:moveTo>
                <a:cubicBezTo>
                  <a:pt x="10" y="29"/>
                  <a:pt x="9" y="30"/>
                  <a:pt x="9" y="31"/>
                </a:cubicBezTo>
                <a:cubicBezTo>
                  <a:pt x="9" y="32"/>
                  <a:pt x="10" y="33"/>
                  <a:pt x="11" y="33"/>
                </a:cubicBezTo>
                <a:cubicBezTo>
                  <a:pt x="12" y="33"/>
                  <a:pt x="13" y="32"/>
                  <a:pt x="13" y="31"/>
                </a:cubicBezTo>
                <a:cubicBezTo>
                  <a:pt x="13" y="30"/>
                  <a:pt x="12" y="29"/>
                  <a:pt x="11" y="29"/>
                </a:cubicBezTo>
                <a:close/>
                <a:moveTo>
                  <a:pt x="11" y="37"/>
                </a:moveTo>
                <a:cubicBezTo>
                  <a:pt x="11" y="37"/>
                  <a:pt x="11" y="37"/>
                  <a:pt x="11" y="37"/>
                </a:cubicBezTo>
                <a:cubicBezTo>
                  <a:pt x="10" y="37"/>
                  <a:pt x="9" y="38"/>
                  <a:pt x="9" y="39"/>
                </a:cubicBezTo>
                <a:cubicBezTo>
                  <a:pt x="9" y="40"/>
                  <a:pt x="10" y="41"/>
                  <a:pt x="11" y="41"/>
                </a:cubicBezTo>
                <a:cubicBezTo>
                  <a:pt x="12" y="41"/>
                  <a:pt x="13" y="40"/>
                  <a:pt x="13" y="39"/>
                </a:cubicBezTo>
                <a:cubicBezTo>
                  <a:pt x="13" y="38"/>
                  <a:pt x="12" y="37"/>
                  <a:pt x="11" y="37"/>
                </a:cubicBezTo>
                <a:close/>
                <a:moveTo>
                  <a:pt x="11" y="21"/>
                </a:moveTo>
                <a:cubicBezTo>
                  <a:pt x="11" y="21"/>
                  <a:pt x="11" y="21"/>
                  <a:pt x="11" y="21"/>
                </a:cubicBezTo>
                <a:cubicBezTo>
                  <a:pt x="10" y="21"/>
                  <a:pt x="9" y="21"/>
                  <a:pt x="9" y="23"/>
                </a:cubicBezTo>
                <a:cubicBezTo>
                  <a:pt x="9" y="24"/>
                  <a:pt x="10" y="24"/>
                  <a:pt x="11" y="24"/>
                </a:cubicBezTo>
                <a:cubicBezTo>
                  <a:pt x="12" y="24"/>
                  <a:pt x="13" y="24"/>
                  <a:pt x="13" y="23"/>
                </a:cubicBezTo>
                <a:cubicBezTo>
                  <a:pt x="13" y="21"/>
                  <a:pt x="12" y="21"/>
                  <a:pt x="11" y="21"/>
                </a:cubicBezTo>
                <a:close/>
                <a:moveTo>
                  <a:pt x="33" y="21"/>
                </a:moveTo>
                <a:cubicBezTo>
                  <a:pt x="33" y="21"/>
                  <a:pt x="33" y="21"/>
                  <a:pt x="33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6" y="21"/>
                  <a:pt x="16" y="22"/>
                  <a:pt x="16" y="23"/>
                </a:cubicBezTo>
                <a:cubicBezTo>
                  <a:pt x="16" y="23"/>
                  <a:pt x="16" y="24"/>
                  <a:pt x="17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5" y="23"/>
                  <a:pt x="35" y="23"/>
                </a:cubicBezTo>
                <a:cubicBezTo>
                  <a:pt x="35" y="22"/>
                  <a:pt x="34" y="21"/>
                  <a:pt x="33" y="21"/>
                </a:cubicBezTo>
                <a:close/>
                <a:moveTo>
                  <a:pt x="42" y="8"/>
                </a:moveTo>
                <a:cubicBezTo>
                  <a:pt x="42" y="8"/>
                  <a:pt x="42" y="8"/>
                  <a:pt x="42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6" y="6"/>
                  <a:pt x="36" y="6"/>
                </a:cubicBezTo>
                <a:cubicBezTo>
                  <a:pt x="30" y="6"/>
                  <a:pt x="30" y="6"/>
                  <a:pt x="30" y="6"/>
                </a:cubicBezTo>
                <a:cubicBezTo>
                  <a:pt x="29" y="5"/>
                  <a:pt x="29" y="4"/>
                  <a:pt x="28" y="3"/>
                </a:cubicBezTo>
                <a:cubicBezTo>
                  <a:pt x="26" y="1"/>
                  <a:pt x="24" y="0"/>
                  <a:pt x="22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3"/>
                </a:cubicBezTo>
                <a:cubicBezTo>
                  <a:pt x="16" y="4"/>
                  <a:pt x="15" y="5"/>
                  <a:pt x="15" y="6"/>
                </a:cubicBezTo>
                <a:cubicBezTo>
                  <a:pt x="9" y="6"/>
                  <a:pt x="9" y="6"/>
                  <a:pt x="9" y="6"/>
                </a:cubicBezTo>
                <a:cubicBezTo>
                  <a:pt x="8" y="6"/>
                  <a:pt x="8" y="7"/>
                  <a:pt x="8" y="7"/>
                </a:cubicBezTo>
                <a:cubicBezTo>
                  <a:pt x="8" y="8"/>
                  <a:pt x="8" y="8"/>
                  <a:pt x="8" y="8"/>
                </a:cubicBezTo>
                <a:cubicBezTo>
                  <a:pt x="2" y="8"/>
                  <a:pt x="2" y="8"/>
                  <a:pt x="2" y="8"/>
                </a:cubicBezTo>
                <a:cubicBezTo>
                  <a:pt x="1" y="8"/>
                  <a:pt x="0" y="9"/>
                  <a:pt x="0" y="1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1"/>
                  <a:pt x="1" y="52"/>
                  <a:pt x="2" y="52"/>
                </a:cubicBezTo>
                <a:cubicBezTo>
                  <a:pt x="42" y="52"/>
                  <a:pt x="42" y="52"/>
                  <a:pt x="42" y="52"/>
                </a:cubicBezTo>
                <a:cubicBezTo>
                  <a:pt x="43" y="52"/>
                  <a:pt x="44" y="51"/>
                  <a:pt x="44" y="50"/>
                </a:cubicBezTo>
                <a:cubicBezTo>
                  <a:pt x="44" y="10"/>
                  <a:pt x="44" y="10"/>
                  <a:pt x="44" y="10"/>
                </a:cubicBezTo>
                <a:cubicBezTo>
                  <a:pt x="44" y="9"/>
                  <a:pt x="43" y="8"/>
                  <a:pt x="42" y="8"/>
                </a:cubicBezTo>
                <a:close/>
                <a:moveTo>
                  <a:pt x="19" y="4"/>
                </a:moveTo>
                <a:cubicBezTo>
                  <a:pt x="19" y="4"/>
                  <a:pt x="19" y="4"/>
                  <a:pt x="19" y="4"/>
                </a:cubicBezTo>
                <a:cubicBezTo>
                  <a:pt x="19" y="3"/>
                  <a:pt x="21" y="3"/>
                  <a:pt x="22" y="3"/>
                </a:cubicBezTo>
                <a:cubicBezTo>
                  <a:pt x="22" y="3"/>
                  <a:pt x="22" y="3"/>
                  <a:pt x="22" y="3"/>
                </a:cubicBezTo>
                <a:cubicBezTo>
                  <a:pt x="24" y="3"/>
                  <a:pt x="25" y="3"/>
                  <a:pt x="26" y="4"/>
                </a:cubicBezTo>
                <a:cubicBezTo>
                  <a:pt x="27" y="5"/>
                  <a:pt x="27" y="5"/>
                  <a:pt x="2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8" y="5"/>
                  <a:pt x="18" y="5"/>
                  <a:pt x="19" y="4"/>
                </a:cubicBezTo>
                <a:close/>
                <a:moveTo>
                  <a:pt x="10" y="8"/>
                </a:moveTo>
                <a:cubicBezTo>
                  <a:pt x="10" y="8"/>
                  <a:pt x="10" y="8"/>
                  <a:pt x="10" y="8"/>
                </a:cubicBezTo>
                <a:cubicBezTo>
                  <a:pt x="35" y="8"/>
                  <a:pt x="35" y="8"/>
                  <a:pt x="35" y="8"/>
                </a:cubicBezTo>
                <a:cubicBezTo>
                  <a:pt x="35" y="12"/>
                  <a:pt x="35" y="12"/>
                  <a:pt x="35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8"/>
                  <a:pt x="10" y="8"/>
                  <a:pt x="10" y="8"/>
                </a:cubicBezTo>
                <a:close/>
                <a:moveTo>
                  <a:pt x="40" y="48"/>
                </a:moveTo>
                <a:cubicBezTo>
                  <a:pt x="40" y="48"/>
                  <a:pt x="40" y="48"/>
                  <a:pt x="40" y="48"/>
                </a:cubicBezTo>
                <a:cubicBezTo>
                  <a:pt x="4" y="48"/>
                  <a:pt x="4" y="48"/>
                  <a:pt x="4" y="48"/>
                </a:cubicBezTo>
                <a:cubicBezTo>
                  <a:pt x="4" y="12"/>
                  <a:pt x="4" y="12"/>
                  <a:pt x="4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4"/>
                  <a:pt x="8" y="14"/>
                  <a:pt x="9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4"/>
                  <a:pt x="37" y="14"/>
                  <a:pt x="37" y="13"/>
                </a:cubicBezTo>
                <a:cubicBezTo>
                  <a:pt x="37" y="12"/>
                  <a:pt x="37" y="12"/>
                  <a:pt x="37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0" y="48"/>
                  <a:pt x="40" y="48"/>
                  <a:pt x="40" y="48"/>
                </a:cubicBezTo>
                <a:close/>
                <a:moveTo>
                  <a:pt x="33" y="38"/>
                </a:moveTo>
                <a:cubicBezTo>
                  <a:pt x="33" y="38"/>
                  <a:pt x="33" y="38"/>
                  <a:pt x="33" y="38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38"/>
                  <a:pt x="16" y="38"/>
                  <a:pt x="16" y="39"/>
                </a:cubicBezTo>
                <a:cubicBezTo>
                  <a:pt x="16" y="39"/>
                  <a:pt x="16" y="40"/>
                  <a:pt x="17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4" y="40"/>
                  <a:pt x="35" y="39"/>
                  <a:pt x="35" y="39"/>
                </a:cubicBezTo>
                <a:cubicBezTo>
                  <a:pt x="35" y="38"/>
                  <a:pt x="34" y="38"/>
                  <a:pt x="33" y="38"/>
                </a:cubicBezTo>
                <a:close/>
                <a:moveTo>
                  <a:pt x="33" y="29"/>
                </a:moveTo>
                <a:cubicBezTo>
                  <a:pt x="33" y="29"/>
                  <a:pt x="33" y="29"/>
                  <a:pt x="33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6" y="29"/>
                  <a:pt x="16" y="30"/>
                  <a:pt x="16" y="31"/>
                </a:cubicBezTo>
                <a:cubicBezTo>
                  <a:pt x="16" y="31"/>
                  <a:pt x="16" y="32"/>
                  <a:pt x="17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4" y="32"/>
                  <a:pt x="35" y="31"/>
                  <a:pt x="35" y="31"/>
                </a:cubicBezTo>
                <a:cubicBezTo>
                  <a:pt x="35" y="30"/>
                  <a:pt x="34" y="29"/>
                  <a:pt x="33" y="2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87" name="Freeform 121">
            <a:extLst>
              <a:ext uri="{FF2B5EF4-FFF2-40B4-BE49-F238E27FC236}">
                <a16:creationId xmlns:a16="http://schemas.microsoft.com/office/drawing/2014/main" id="{B38B4F5E-9089-5BDF-13EB-E784B3C123FF}"/>
              </a:ext>
            </a:extLst>
          </p:cNvPr>
          <p:cNvSpPr>
            <a:spLocks noEditPoints="1"/>
          </p:cNvSpPr>
          <p:nvPr/>
        </p:nvSpPr>
        <p:spPr bwMode="auto">
          <a:xfrm>
            <a:off x="6961118" y="2159447"/>
            <a:ext cx="186267" cy="211667"/>
          </a:xfrm>
          <a:custGeom>
            <a:avLst/>
            <a:gdLst>
              <a:gd name="T0" fmla="*/ 31750 w 44"/>
              <a:gd name="T1" fmla="*/ 114300 h 50"/>
              <a:gd name="T2" fmla="*/ 31750 w 44"/>
              <a:gd name="T3" fmla="*/ 120650 h 50"/>
              <a:gd name="T4" fmla="*/ 107950 w 44"/>
              <a:gd name="T5" fmla="*/ 117475 h 50"/>
              <a:gd name="T6" fmla="*/ 28575 w 44"/>
              <a:gd name="T7" fmla="*/ 66675 h 50"/>
              <a:gd name="T8" fmla="*/ 31750 w 44"/>
              <a:gd name="T9" fmla="*/ 69850 h 50"/>
              <a:gd name="T10" fmla="*/ 107950 w 44"/>
              <a:gd name="T11" fmla="*/ 66675 h 50"/>
              <a:gd name="T12" fmla="*/ 31750 w 44"/>
              <a:gd name="T13" fmla="*/ 63500 h 50"/>
              <a:gd name="T14" fmla="*/ 136525 w 44"/>
              <a:gd name="T15" fmla="*/ 44450 h 50"/>
              <a:gd name="T16" fmla="*/ 92075 w 44"/>
              <a:gd name="T17" fmla="*/ 3175 h 50"/>
              <a:gd name="T18" fmla="*/ 15875 w 44"/>
              <a:gd name="T19" fmla="*/ 0 h 50"/>
              <a:gd name="T20" fmla="*/ 0 w 44"/>
              <a:gd name="T21" fmla="*/ 15875 h 50"/>
              <a:gd name="T22" fmla="*/ 3175 w 44"/>
              <a:gd name="T23" fmla="*/ 155575 h 50"/>
              <a:gd name="T24" fmla="*/ 15875 w 44"/>
              <a:gd name="T25" fmla="*/ 158750 h 50"/>
              <a:gd name="T26" fmla="*/ 133350 w 44"/>
              <a:gd name="T27" fmla="*/ 155575 h 50"/>
              <a:gd name="T28" fmla="*/ 139700 w 44"/>
              <a:gd name="T29" fmla="*/ 142875 h 50"/>
              <a:gd name="T30" fmla="*/ 136525 w 44"/>
              <a:gd name="T31" fmla="*/ 44450 h 50"/>
              <a:gd name="T32" fmla="*/ 92075 w 44"/>
              <a:gd name="T33" fmla="*/ 19050 h 50"/>
              <a:gd name="T34" fmla="*/ 98425 w 44"/>
              <a:gd name="T35" fmla="*/ 47625 h 50"/>
              <a:gd name="T36" fmla="*/ 92075 w 44"/>
              <a:gd name="T37" fmla="*/ 44450 h 50"/>
              <a:gd name="T38" fmla="*/ 92075 w 44"/>
              <a:gd name="T39" fmla="*/ 19050 h 50"/>
              <a:gd name="T40" fmla="*/ 127000 w 44"/>
              <a:gd name="T41" fmla="*/ 142875 h 50"/>
              <a:gd name="T42" fmla="*/ 123825 w 44"/>
              <a:gd name="T43" fmla="*/ 146050 h 50"/>
              <a:gd name="T44" fmla="*/ 15875 w 44"/>
              <a:gd name="T45" fmla="*/ 146050 h 50"/>
              <a:gd name="T46" fmla="*/ 12700 w 44"/>
              <a:gd name="T47" fmla="*/ 146050 h 50"/>
              <a:gd name="T48" fmla="*/ 12700 w 44"/>
              <a:gd name="T49" fmla="*/ 15875 h 50"/>
              <a:gd name="T50" fmla="*/ 15875 w 44"/>
              <a:gd name="T51" fmla="*/ 12700 h 50"/>
              <a:gd name="T52" fmla="*/ 85725 w 44"/>
              <a:gd name="T53" fmla="*/ 41275 h 50"/>
              <a:gd name="T54" fmla="*/ 88900 w 44"/>
              <a:gd name="T55" fmla="*/ 50800 h 50"/>
              <a:gd name="T56" fmla="*/ 127000 w 44"/>
              <a:gd name="T57" fmla="*/ 53975 h 50"/>
              <a:gd name="T58" fmla="*/ 104775 w 44"/>
              <a:gd name="T59" fmla="*/ 88900 h 50"/>
              <a:gd name="T60" fmla="*/ 31750 w 44"/>
              <a:gd name="T61" fmla="*/ 88900 h 50"/>
              <a:gd name="T62" fmla="*/ 31750 w 44"/>
              <a:gd name="T63" fmla="*/ 95250 h 50"/>
              <a:gd name="T64" fmla="*/ 107950 w 44"/>
              <a:gd name="T65" fmla="*/ 92075 h 5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4" h="50">
                <a:moveTo>
                  <a:pt x="33" y="36"/>
                </a:move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9" y="37"/>
                  <a:pt x="9" y="37"/>
                </a:cubicBezTo>
                <a:cubicBezTo>
                  <a:pt x="9" y="38"/>
                  <a:pt x="10" y="38"/>
                  <a:pt x="10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4" y="38"/>
                  <a:pt x="34" y="37"/>
                </a:cubicBezTo>
                <a:cubicBezTo>
                  <a:pt x="34" y="37"/>
                  <a:pt x="33" y="36"/>
                  <a:pt x="33" y="36"/>
                </a:cubicBezTo>
                <a:close/>
                <a:moveTo>
                  <a:pt x="9" y="21"/>
                </a:moveTo>
                <a:cubicBezTo>
                  <a:pt x="9" y="21"/>
                  <a:pt x="9" y="21"/>
                  <a:pt x="9" y="21"/>
                </a:cubicBezTo>
                <a:cubicBezTo>
                  <a:pt x="9" y="22"/>
                  <a:pt x="10" y="22"/>
                  <a:pt x="10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4" y="22"/>
                  <a:pt x="34" y="21"/>
                </a:cubicBezTo>
                <a:cubicBezTo>
                  <a:pt x="34" y="20"/>
                  <a:pt x="33" y="20"/>
                  <a:pt x="33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9" y="20"/>
                  <a:pt x="9" y="21"/>
                </a:cubicBezTo>
                <a:close/>
                <a:moveTo>
                  <a:pt x="43" y="14"/>
                </a:moveTo>
                <a:cubicBezTo>
                  <a:pt x="43" y="14"/>
                  <a:pt x="43" y="14"/>
                  <a:pt x="43" y="14"/>
                </a:cubicBezTo>
                <a:cubicBezTo>
                  <a:pt x="29" y="1"/>
                  <a:pt x="29" y="1"/>
                  <a:pt x="29" y="1"/>
                </a:cubicBezTo>
                <a:cubicBezTo>
                  <a:pt x="29" y="0"/>
                  <a:pt x="28" y="0"/>
                  <a:pt x="28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2" y="1"/>
                  <a:pt x="1" y="1"/>
                </a:cubicBezTo>
                <a:cubicBezTo>
                  <a:pt x="0" y="2"/>
                  <a:pt x="0" y="4"/>
                  <a:pt x="0" y="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6"/>
                  <a:pt x="0" y="48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2" y="50"/>
                  <a:pt x="3" y="50"/>
                  <a:pt x="5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40" y="50"/>
                  <a:pt x="41" y="50"/>
                  <a:pt x="42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3" y="48"/>
                  <a:pt x="44" y="46"/>
                  <a:pt x="44" y="45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15"/>
                  <a:pt x="43" y="15"/>
                  <a:pt x="43" y="14"/>
                </a:cubicBezTo>
                <a:close/>
                <a:moveTo>
                  <a:pt x="29" y="6"/>
                </a:moveTo>
                <a:cubicBezTo>
                  <a:pt x="29" y="6"/>
                  <a:pt x="29" y="6"/>
                  <a:pt x="29" y="6"/>
                </a:cubicBezTo>
                <a:cubicBezTo>
                  <a:pt x="38" y="15"/>
                  <a:pt x="38" y="15"/>
                  <a:pt x="38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0" y="15"/>
                  <a:pt x="30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3"/>
                  <a:pt x="29" y="13"/>
                </a:cubicBezTo>
                <a:cubicBezTo>
                  <a:pt x="29" y="6"/>
                  <a:pt x="29" y="6"/>
                  <a:pt x="29" y="6"/>
                </a:cubicBezTo>
                <a:close/>
                <a:moveTo>
                  <a:pt x="40" y="45"/>
                </a:move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40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8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5"/>
                  <a:pt x="4" y="4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4"/>
                  <a:pt x="4" y="4"/>
                </a:cubicBezTo>
                <a:cubicBezTo>
                  <a:pt x="4" y="4"/>
                  <a:pt x="5" y="4"/>
                  <a:pt x="5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13"/>
                  <a:pt x="27" y="13"/>
                  <a:pt x="27" y="13"/>
                </a:cubicBezTo>
                <a:cubicBezTo>
                  <a:pt x="27" y="14"/>
                  <a:pt x="27" y="15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9" y="16"/>
                  <a:pt x="30" y="17"/>
                  <a:pt x="31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45"/>
                  <a:pt x="40" y="45"/>
                  <a:pt x="40" y="45"/>
                </a:cubicBezTo>
                <a:close/>
                <a:moveTo>
                  <a:pt x="33" y="28"/>
                </a:moveTo>
                <a:cubicBezTo>
                  <a:pt x="33" y="28"/>
                  <a:pt x="33" y="28"/>
                  <a:pt x="33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28"/>
                  <a:pt x="9" y="28"/>
                  <a:pt x="9" y="29"/>
                </a:cubicBezTo>
                <a:cubicBezTo>
                  <a:pt x="9" y="30"/>
                  <a:pt x="10" y="30"/>
                  <a:pt x="10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3" y="30"/>
                  <a:pt x="34" y="30"/>
                  <a:pt x="34" y="29"/>
                </a:cubicBezTo>
                <a:cubicBezTo>
                  <a:pt x="34" y="28"/>
                  <a:pt x="33" y="28"/>
                  <a:pt x="33" y="2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88" name="Freeform 122">
            <a:extLst>
              <a:ext uri="{FF2B5EF4-FFF2-40B4-BE49-F238E27FC236}">
                <a16:creationId xmlns:a16="http://schemas.microsoft.com/office/drawing/2014/main" id="{99129EDD-2DF8-09F6-4196-44A47E1E6354}"/>
              </a:ext>
            </a:extLst>
          </p:cNvPr>
          <p:cNvSpPr>
            <a:spLocks noEditPoints="1"/>
          </p:cNvSpPr>
          <p:nvPr/>
        </p:nvSpPr>
        <p:spPr bwMode="auto">
          <a:xfrm>
            <a:off x="11016651" y="2172147"/>
            <a:ext cx="218016" cy="186267"/>
          </a:xfrm>
          <a:custGeom>
            <a:avLst/>
            <a:gdLst>
              <a:gd name="T0" fmla="*/ 6412 w 51"/>
              <a:gd name="T1" fmla="*/ 47625 h 44"/>
              <a:gd name="T2" fmla="*/ 12824 w 51"/>
              <a:gd name="T3" fmla="*/ 47625 h 44"/>
              <a:gd name="T4" fmla="*/ 12824 w 51"/>
              <a:gd name="T5" fmla="*/ 6350 h 44"/>
              <a:gd name="T6" fmla="*/ 19237 w 51"/>
              <a:gd name="T7" fmla="*/ 0 h 44"/>
              <a:gd name="T8" fmla="*/ 19237 w 51"/>
              <a:gd name="T9" fmla="*/ 0 h 44"/>
              <a:gd name="T10" fmla="*/ 64122 w 51"/>
              <a:gd name="T11" fmla="*/ 0 h 44"/>
              <a:gd name="T12" fmla="*/ 70535 w 51"/>
              <a:gd name="T13" fmla="*/ 3175 h 44"/>
              <a:gd name="T14" fmla="*/ 89771 w 51"/>
              <a:gd name="T15" fmla="*/ 25400 h 44"/>
              <a:gd name="T16" fmla="*/ 144275 w 51"/>
              <a:gd name="T17" fmla="*/ 25400 h 44"/>
              <a:gd name="T18" fmla="*/ 150688 w 51"/>
              <a:gd name="T19" fmla="*/ 31750 h 44"/>
              <a:gd name="T20" fmla="*/ 150688 w 51"/>
              <a:gd name="T21" fmla="*/ 31750 h 44"/>
              <a:gd name="T22" fmla="*/ 150688 w 51"/>
              <a:gd name="T23" fmla="*/ 47625 h 44"/>
              <a:gd name="T24" fmla="*/ 157100 w 51"/>
              <a:gd name="T25" fmla="*/ 47625 h 44"/>
              <a:gd name="T26" fmla="*/ 163512 w 51"/>
              <a:gd name="T27" fmla="*/ 53975 h 44"/>
              <a:gd name="T28" fmla="*/ 163512 w 51"/>
              <a:gd name="T29" fmla="*/ 53975 h 44"/>
              <a:gd name="T30" fmla="*/ 150688 w 51"/>
              <a:gd name="T31" fmla="*/ 133350 h 44"/>
              <a:gd name="T32" fmla="*/ 150688 w 51"/>
              <a:gd name="T33" fmla="*/ 136525 h 44"/>
              <a:gd name="T34" fmla="*/ 144275 w 51"/>
              <a:gd name="T35" fmla="*/ 139700 h 44"/>
              <a:gd name="T36" fmla="*/ 144275 w 51"/>
              <a:gd name="T37" fmla="*/ 139700 h 44"/>
              <a:gd name="T38" fmla="*/ 19237 w 51"/>
              <a:gd name="T39" fmla="*/ 139700 h 44"/>
              <a:gd name="T40" fmla="*/ 12824 w 51"/>
              <a:gd name="T41" fmla="*/ 136525 h 44"/>
              <a:gd name="T42" fmla="*/ 12824 w 51"/>
              <a:gd name="T43" fmla="*/ 133350 h 44"/>
              <a:gd name="T44" fmla="*/ 0 w 51"/>
              <a:gd name="T45" fmla="*/ 53975 h 44"/>
              <a:gd name="T46" fmla="*/ 6412 w 51"/>
              <a:gd name="T47" fmla="*/ 47625 h 44"/>
              <a:gd name="T48" fmla="*/ 6412 w 51"/>
              <a:gd name="T49" fmla="*/ 47625 h 44"/>
              <a:gd name="T50" fmla="*/ 25649 w 51"/>
              <a:gd name="T51" fmla="*/ 47625 h 44"/>
              <a:gd name="T52" fmla="*/ 25649 w 51"/>
              <a:gd name="T53" fmla="*/ 47625 h 44"/>
              <a:gd name="T54" fmla="*/ 137863 w 51"/>
              <a:gd name="T55" fmla="*/ 47625 h 44"/>
              <a:gd name="T56" fmla="*/ 137863 w 51"/>
              <a:gd name="T57" fmla="*/ 38100 h 44"/>
              <a:gd name="T58" fmla="*/ 89771 w 51"/>
              <a:gd name="T59" fmla="*/ 38100 h 44"/>
              <a:gd name="T60" fmla="*/ 83359 w 51"/>
              <a:gd name="T61" fmla="*/ 38100 h 44"/>
              <a:gd name="T62" fmla="*/ 60916 w 51"/>
              <a:gd name="T63" fmla="*/ 12700 h 44"/>
              <a:gd name="T64" fmla="*/ 25649 w 51"/>
              <a:gd name="T65" fmla="*/ 12700 h 44"/>
              <a:gd name="T66" fmla="*/ 25649 w 51"/>
              <a:gd name="T67" fmla="*/ 47625 h 44"/>
              <a:gd name="T68" fmla="*/ 147481 w 51"/>
              <a:gd name="T69" fmla="*/ 60325 h 44"/>
              <a:gd name="T70" fmla="*/ 147481 w 51"/>
              <a:gd name="T71" fmla="*/ 60325 h 44"/>
              <a:gd name="T72" fmla="*/ 144275 w 51"/>
              <a:gd name="T73" fmla="*/ 60325 h 44"/>
              <a:gd name="T74" fmla="*/ 144275 w 51"/>
              <a:gd name="T75" fmla="*/ 60325 h 44"/>
              <a:gd name="T76" fmla="*/ 144275 w 51"/>
              <a:gd name="T77" fmla="*/ 60325 h 44"/>
              <a:gd name="T78" fmla="*/ 19237 w 51"/>
              <a:gd name="T79" fmla="*/ 60325 h 44"/>
              <a:gd name="T80" fmla="*/ 19237 w 51"/>
              <a:gd name="T81" fmla="*/ 60325 h 44"/>
              <a:gd name="T82" fmla="*/ 16031 w 51"/>
              <a:gd name="T83" fmla="*/ 60325 h 44"/>
              <a:gd name="T84" fmla="*/ 22443 w 51"/>
              <a:gd name="T85" fmla="*/ 127000 h 44"/>
              <a:gd name="T86" fmla="*/ 141069 w 51"/>
              <a:gd name="T87" fmla="*/ 127000 h 44"/>
              <a:gd name="T88" fmla="*/ 147481 w 51"/>
              <a:gd name="T89" fmla="*/ 60325 h 4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1" h="44">
                <a:moveTo>
                  <a:pt x="2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5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1" y="1"/>
                  <a:pt x="22" y="1"/>
                </a:cubicBezTo>
                <a:cubicBezTo>
                  <a:pt x="28" y="8"/>
                  <a:pt x="28" y="8"/>
                  <a:pt x="28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6" y="8"/>
                  <a:pt x="47" y="9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7" y="15"/>
                  <a:pt x="47" y="15"/>
                  <a:pt x="47" y="15"/>
                </a:cubicBezTo>
                <a:cubicBezTo>
                  <a:pt x="49" y="15"/>
                  <a:pt x="49" y="15"/>
                  <a:pt x="49" y="15"/>
                </a:cubicBezTo>
                <a:cubicBezTo>
                  <a:pt x="50" y="15"/>
                  <a:pt x="51" y="16"/>
                  <a:pt x="51" y="17"/>
                </a:cubicBezTo>
                <a:cubicBezTo>
                  <a:pt x="51" y="17"/>
                  <a:pt x="51" y="17"/>
                  <a:pt x="51" y="17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3"/>
                  <a:pt x="47" y="43"/>
                </a:cubicBezTo>
                <a:cubicBezTo>
                  <a:pt x="46" y="44"/>
                  <a:pt x="46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5" y="44"/>
                  <a:pt x="4" y="43"/>
                </a:cubicBezTo>
                <a:cubicBezTo>
                  <a:pt x="4" y="43"/>
                  <a:pt x="4" y="42"/>
                  <a:pt x="4" y="4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6"/>
                  <a:pt x="1" y="15"/>
                  <a:pt x="2" y="15"/>
                </a:cubicBezTo>
                <a:cubicBezTo>
                  <a:pt x="2" y="15"/>
                  <a:pt x="2" y="15"/>
                  <a:pt x="2" y="15"/>
                </a:cubicBezTo>
                <a:close/>
                <a:moveTo>
                  <a:pt x="8" y="15"/>
                </a:moveTo>
                <a:cubicBezTo>
                  <a:pt x="8" y="15"/>
                  <a:pt x="8" y="15"/>
                  <a:pt x="8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2"/>
                  <a:pt x="43" y="12"/>
                  <a:pt x="43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7" y="12"/>
                  <a:pt x="26" y="12"/>
                  <a:pt x="26" y="12"/>
                </a:cubicBezTo>
                <a:cubicBezTo>
                  <a:pt x="19" y="4"/>
                  <a:pt x="19" y="4"/>
                  <a:pt x="19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15"/>
                  <a:pt x="8" y="15"/>
                  <a:pt x="8" y="15"/>
                </a:cubicBezTo>
                <a:close/>
                <a:moveTo>
                  <a:pt x="46" y="19"/>
                </a:moveTo>
                <a:cubicBezTo>
                  <a:pt x="46" y="19"/>
                  <a:pt x="46" y="19"/>
                  <a:pt x="46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7" y="40"/>
                  <a:pt x="7" y="40"/>
                  <a:pt x="7" y="40"/>
                </a:cubicBezTo>
                <a:cubicBezTo>
                  <a:pt x="44" y="40"/>
                  <a:pt x="44" y="40"/>
                  <a:pt x="44" y="40"/>
                </a:cubicBezTo>
                <a:cubicBezTo>
                  <a:pt x="46" y="19"/>
                  <a:pt x="46" y="19"/>
                  <a:pt x="46" y="1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89" name="Freeform 123">
            <a:extLst>
              <a:ext uri="{FF2B5EF4-FFF2-40B4-BE49-F238E27FC236}">
                <a16:creationId xmlns:a16="http://schemas.microsoft.com/office/drawing/2014/main" id="{2D4F0EAE-BC6A-4906-2419-89AD90D842DF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2159447"/>
            <a:ext cx="211667" cy="211667"/>
          </a:xfrm>
          <a:custGeom>
            <a:avLst/>
            <a:gdLst>
              <a:gd name="T0" fmla="*/ 6350 w 50"/>
              <a:gd name="T1" fmla="*/ 0 h 50"/>
              <a:gd name="T2" fmla="*/ 158750 w 50"/>
              <a:gd name="T3" fmla="*/ 6350 h 50"/>
              <a:gd name="T4" fmla="*/ 158750 w 50"/>
              <a:gd name="T5" fmla="*/ 152400 h 50"/>
              <a:gd name="T6" fmla="*/ 152400 w 50"/>
              <a:gd name="T7" fmla="*/ 158750 h 50"/>
              <a:gd name="T8" fmla="*/ 0 w 50"/>
              <a:gd name="T9" fmla="*/ 152400 h 50"/>
              <a:gd name="T10" fmla="*/ 0 w 50"/>
              <a:gd name="T11" fmla="*/ 6350 h 50"/>
              <a:gd name="T12" fmla="*/ 82550 w 50"/>
              <a:gd name="T13" fmla="*/ 12700 h 50"/>
              <a:gd name="T14" fmla="*/ 82550 w 50"/>
              <a:gd name="T15" fmla="*/ 76200 h 50"/>
              <a:gd name="T16" fmla="*/ 146050 w 50"/>
              <a:gd name="T17" fmla="*/ 12700 h 50"/>
              <a:gd name="T18" fmla="*/ 82550 w 50"/>
              <a:gd name="T19" fmla="*/ 82550 h 50"/>
              <a:gd name="T20" fmla="*/ 82550 w 50"/>
              <a:gd name="T21" fmla="*/ 146050 h 50"/>
              <a:gd name="T22" fmla="*/ 146050 w 50"/>
              <a:gd name="T23" fmla="*/ 82550 h 50"/>
              <a:gd name="T24" fmla="*/ 76200 w 50"/>
              <a:gd name="T25" fmla="*/ 146050 h 50"/>
              <a:gd name="T26" fmla="*/ 76200 w 50"/>
              <a:gd name="T27" fmla="*/ 82550 h 50"/>
              <a:gd name="T28" fmla="*/ 12700 w 50"/>
              <a:gd name="T29" fmla="*/ 146050 h 50"/>
              <a:gd name="T30" fmla="*/ 76200 w 50"/>
              <a:gd name="T31" fmla="*/ 76200 h 50"/>
              <a:gd name="T32" fmla="*/ 76200 w 50"/>
              <a:gd name="T33" fmla="*/ 12700 h 50"/>
              <a:gd name="T34" fmla="*/ 12700 w 50"/>
              <a:gd name="T35" fmla="*/ 76200 h 50"/>
              <a:gd name="T36" fmla="*/ 50800 w 50"/>
              <a:gd name="T37" fmla="*/ 101600 h 50"/>
              <a:gd name="T38" fmla="*/ 41275 w 50"/>
              <a:gd name="T39" fmla="*/ 111125 h 50"/>
              <a:gd name="T40" fmla="*/ 28575 w 50"/>
              <a:gd name="T41" fmla="*/ 101600 h 50"/>
              <a:gd name="T42" fmla="*/ 38100 w 50"/>
              <a:gd name="T43" fmla="*/ 117475 h 50"/>
              <a:gd name="T44" fmla="*/ 28575 w 50"/>
              <a:gd name="T45" fmla="*/ 130175 h 50"/>
              <a:gd name="T46" fmla="*/ 41275 w 50"/>
              <a:gd name="T47" fmla="*/ 120650 h 50"/>
              <a:gd name="T48" fmla="*/ 57150 w 50"/>
              <a:gd name="T49" fmla="*/ 130175 h 50"/>
              <a:gd name="T50" fmla="*/ 47625 w 50"/>
              <a:gd name="T51" fmla="*/ 117475 h 50"/>
              <a:gd name="T52" fmla="*/ 57150 w 50"/>
              <a:gd name="T53" fmla="*/ 101600 h 50"/>
              <a:gd name="T54" fmla="*/ 38100 w 50"/>
              <a:gd name="T55" fmla="*/ 25400 h 50"/>
              <a:gd name="T56" fmla="*/ 38100 w 50"/>
              <a:gd name="T57" fmla="*/ 38100 h 50"/>
              <a:gd name="T58" fmla="*/ 22225 w 50"/>
              <a:gd name="T59" fmla="*/ 41275 h 50"/>
              <a:gd name="T60" fmla="*/ 38100 w 50"/>
              <a:gd name="T61" fmla="*/ 47625 h 50"/>
              <a:gd name="T62" fmla="*/ 41275 w 50"/>
              <a:gd name="T63" fmla="*/ 63500 h 50"/>
              <a:gd name="T64" fmla="*/ 47625 w 50"/>
              <a:gd name="T65" fmla="*/ 47625 h 50"/>
              <a:gd name="T66" fmla="*/ 63500 w 50"/>
              <a:gd name="T67" fmla="*/ 41275 h 50"/>
              <a:gd name="T68" fmla="*/ 47625 w 50"/>
              <a:gd name="T69" fmla="*/ 38100 h 50"/>
              <a:gd name="T70" fmla="*/ 41275 w 50"/>
              <a:gd name="T71" fmla="*/ 22225 h 50"/>
              <a:gd name="T72" fmla="*/ 133350 w 50"/>
              <a:gd name="T73" fmla="*/ 120650 h 50"/>
              <a:gd name="T74" fmla="*/ 101600 w 50"/>
              <a:gd name="T75" fmla="*/ 120650 h 50"/>
              <a:gd name="T76" fmla="*/ 101600 w 50"/>
              <a:gd name="T77" fmla="*/ 127000 h 50"/>
              <a:gd name="T78" fmla="*/ 136525 w 50"/>
              <a:gd name="T79" fmla="*/ 123825 h 50"/>
              <a:gd name="T80" fmla="*/ 133350 w 50"/>
              <a:gd name="T81" fmla="*/ 104775 h 50"/>
              <a:gd name="T82" fmla="*/ 101600 w 50"/>
              <a:gd name="T83" fmla="*/ 104775 h 50"/>
              <a:gd name="T84" fmla="*/ 101600 w 50"/>
              <a:gd name="T85" fmla="*/ 111125 h 50"/>
              <a:gd name="T86" fmla="*/ 136525 w 50"/>
              <a:gd name="T87" fmla="*/ 107950 h 50"/>
              <a:gd name="T88" fmla="*/ 133350 w 50"/>
              <a:gd name="T89" fmla="*/ 38100 h 50"/>
              <a:gd name="T90" fmla="*/ 101600 w 50"/>
              <a:gd name="T91" fmla="*/ 38100 h 50"/>
              <a:gd name="T92" fmla="*/ 101600 w 50"/>
              <a:gd name="T93" fmla="*/ 47625 h 50"/>
              <a:gd name="T94" fmla="*/ 136525 w 50"/>
              <a:gd name="T95" fmla="*/ 41275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49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6" y="4"/>
                </a:moveTo>
                <a:cubicBezTo>
                  <a:pt x="26" y="4"/>
                  <a:pt x="26" y="4"/>
                  <a:pt x="26" y="4"/>
                </a:cubicBezTo>
                <a:cubicBezTo>
                  <a:pt x="26" y="24"/>
                  <a:pt x="26" y="24"/>
                  <a:pt x="26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4"/>
                  <a:pt x="46" y="4"/>
                  <a:pt x="46" y="4"/>
                </a:cubicBezTo>
                <a:cubicBezTo>
                  <a:pt x="26" y="4"/>
                  <a:pt x="26" y="4"/>
                  <a:pt x="26" y="4"/>
                </a:cubicBezTo>
                <a:close/>
                <a:moveTo>
                  <a:pt x="26" y="26"/>
                </a:moveTo>
                <a:cubicBezTo>
                  <a:pt x="26" y="26"/>
                  <a:pt x="26" y="26"/>
                  <a:pt x="26" y="26"/>
                </a:cubicBezTo>
                <a:cubicBezTo>
                  <a:pt x="26" y="46"/>
                  <a:pt x="26" y="46"/>
                  <a:pt x="26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26"/>
                  <a:pt x="46" y="26"/>
                  <a:pt x="46" y="26"/>
                </a:cubicBezTo>
                <a:cubicBezTo>
                  <a:pt x="26" y="26"/>
                  <a:pt x="26" y="26"/>
                  <a:pt x="26" y="26"/>
                </a:cubicBezTo>
                <a:close/>
                <a:moveTo>
                  <a:pt x="24" y="46"/>
                </a:moveTo>
                <a:cubicBezTo>
                  <a:pt x="24" y="46"/>
                  <a:pt x="24" y="46"/>
                  <a:pt x="24" y="46"/>
                </a:cubicBezTo>
                <a:cubicBezTo>
                  <a:pt x="24" y="26"/>
                  <a:pt x="24" y="26"/>
                  <a:pt x="24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46"/>
                  <a:pt x="4" y="46"/>
                  <a:pt x="4" y="46"/>
                </a:cubicBezTo>
                <a:cubicBezTo>
                  <a:pt x="24" y="46"/>
                  <a:pt x="24" y="46"/>
                  <a:pt x="24" y="46"/>
                </a:cubicBezTo>
                <a:close/>
                <a:moveTo>
                  <a:pt x="2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4"/>
                  <a:pt x="24" y="4"/>
                  <a:pt x="2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4"/>
                  <a:pt x="4" y="24"/>
                  <a:pt x="4" y="24"/>
                </a:cubicBezTo>
                <a:cubicBezTo>
                  <a:pt x="24" y="24"/>
                  <a:pt x="24" y="24"/>
                  <a:pt x="24" y="24"/>
                </a:cubicBezTo>
                <a:close/>
                <a:moveTo>
                  <a:pt x="16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13" y="35"/>
                  <a:pt x="13" y="35"/>
                  <a:pt x="13" y="35"/>
                </a:cubicBezTo>
                <a:cubicBezTo>
                  <a:pt x="11" y="32"/>
                  <a:pt x="11" y="32"/>
                  <a:pt x="11" y="32"/>
                </a:cubicBezTo>
                <a:cubicBezTo>
                  <a:pt x="10" y="32"/>
                  <a:pt x="10" y="32"/>
                  <a:pt x="9" y="32"/>
                </a:cubicBezTo>
                <a:cubicBezTo>
                  <a:pt x="9" y="33"/>
                  <a:pt x="9" y="33"/>
                  <a:pt x="9" y="34"/>
                </a:cubicBezTo>
                <a:cubicBezTo>
                  <a:pt x="12" y="37"/>
                  <a:pt x="12" y="37"/>
                  <a:pt x="12" y="37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40"/>
                  <a:pt x="9" y="41"/>
                  <a:pt x="9" y="41"/>
                </a:cubicBezTo>
                <a:cubicBezTo>
                  <a:pt x="10" y="41"/>
                  <a:pt x="10" y="41"/>
                  <a:pt x="11" y="41"/>
                </a:cubicBezTo>
                <a:cubicBezTo>
                  <a:pt x="13" y="38"/>
                  <a:pt x="13" y="38"/>
                  <a:pt x="13" y="38"/>
                </a:cubicBezTo>
                <a:cubicBezTo>
                  <a:pt x="16" y="41"/>
                  <a:pt x="16" y="41"/>
                  <a:pt x="16" y="41"/>
                </a:cubicBezTo>
                <a:cubicBezTo>
                  <a:pt x="17" y="41"/>
                  <a:pt x="17" y="41"/>
                  <a:pt x="18" y="41"/>
                </a:cubicBezTo>
                <a:cubicBezTo>
                  <a:pt x="18" y="41"/>
                  <a:pt x="18" y="40"/>
                  <a:pt x="18" y="39"/>
                </a:cubicBezTo>
                <a:cubicBezTo>
                  <a:pt x="15" y="37"/>
                  <a:pt x="15" y="37"/>
                  <a:pt x="15" y="37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3"/>
                  <a:pt x="18" y="33"/>
                  <a:pt x="18" y="32"/>
                </a:cubicBezTo>
                <a:cubicBezTo>
                  <a:pt x="17" y="32"/>
                  <a:pt x="17" y="32"/>
                  <a:pt x="16" y="32"/>
                </a:cubicBezTo>
                <a:close/>
                <a:moveTo>
                  <a:pt x="12" y="8"/>
                </a:moveTo>
                <a:cubicBezTo>
                  <a:pt x="12" y="8"/>
                  <a:pt x="12" y="8"/>
                  <a:pt x="12" y="8"/>
                </a:cubicBezTo>
                <a:cubicBezTo>
                  <a:pt x="12" y="12"/>
                  <a:pt x="12" y="12"/>
                  <a:pt x="12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7" y="13"/>
                  <a:pt x="7" y="13"/>
                </a:cubicBezTo>
                <a:cubicBezTo>
                  <a:pt x="7" y="14"/>
                  <a:pt x="8" y="15"/>
                  <a:pt x="8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9"/>
                  <a:pt x="13" y="20"/>
                  <a:pt x="13" y="20"/>
                </a:cubicBezTo>
                <a:cubicBezTo>
                  <a:pt x="14" y="20"/>
                  <a:pt x="15" y="19"/>
                  <a:pt x="15" y="18"/>
                </a:cubicBezTo>
                <a:cubicBezTo>
                  <a:pt x="15" y="15"/>
                  <a:pt x="15" y="15"/>
                  <a:pt x="15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9" y="15"/>
                  <a:pt x="20" y="14"/>
                  <a:pt x="20" y="13"/>
                </a:cubicBezTo>
                <a:cubicBezTo>
                  <a:pt x="20" y="13"/>
                  <a:pt x="19" y="12"/>
                  <a:pt x="18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4" y="7"/>
                  <a:pt x="13" y="7"/>
                </a:cubicBezTo>
                <a:cubicBezTo>
                  <a:pt x="13" y="7"/>
                  <a:pt x="12" y="8"/>
                  <a:pt x="12" y="8"/>
                </a:cubicBezTo>
                <a:close/>
                <a:moveTo>
                  <a:pt x="42" y="38"/>
                </a:moveTo>
                <a:cubicBezTo>
                  <a:pt x="42" y="38"/>
                  <a:pt x="42" y="38"/>
                  <a:pt x="42" y="38"/>
                </a:cubicBezTo>
                <a:cubicBezTo>
                  <a:pt x="33" y="38"/>
                  <a:pt x="40" y="38"/>
                  <a:pt x="32" y="38"/>
                </a:cubicBezTo>
                <a:cubicBezTo>
                  <a:pt x="31" y="38"/>
                  <a:pt x="30" y="38"/>
                  <a:pt x="30" y="39"/>
                </a:cubicBezTo>
                <a:cubicBezTo>
                  <a:pt x="30" y="40"/>
                  <a:pt x="31" y="40"/>
                  <a:pt x="32" y="40"/>
                </a:cubicBezTo>
                <a:cubicBezTo>
                  <a:pt x="40" y="40"/>
                  <a:pt x="33" y="40"/>
                  <a:pt x="42" y="40"/>
                </a:cubicBezTo>
                <a:cubicBezTo>
                  <a:pt x="42" y="40"/>
                  <a:pt x="43" y="40"/>
                  <a:pt x="43" y="39"/>
                </a:cubicBezTo>
                <a:cubicBezTo>
                  <a:pt x="43" y="38"/>
                  <a:pt x="42" y="38"/>
                  <a:pt x="42" y="38"/>
                </a:cubicBezTo>
                <a:close/>
                <a:moveTo>
                  <a:pt x="42" y="33"/>
                </a:moveTo>
                <a:cubicBezTo>
                  <a:pt x="42" y="33"/>
                  <a:pt x="42" y="33"/>
                  <a:pt x="42" y="33"/>
                </a:cubicBezTo>
                <a:cubicBezTo>
                  <a:pt x="33" y="33"/>
                  <a:pt x="40" y="33"/>
                  <a:pt x="32" y="33"/>
                </a:cubicBezTo>
                <a:cubicBezTo>
                  <a:pt x="31" y="33"/>
                  <a:pt x="30" y="34"/>
                  <a:pt x="30" y="34"/>
                </a:cubicBezTo>
                <a:cubicBezTo>
                  <a:pt x="30" y="35"/>
                  <a:pt x="31" y="35"/>
                  <a:pt x="32" y="35"/>
                </a:cubicBezTo>
                <a:cubicBezTo>
                  <a:pt x="40" y="35"/>
                  <a:pt x="33" y="35"/>
                  <a:pt x="42" y="35"/>
                </a:cubicBezTo>
                <a:cubicBezTo>
                  <a:pt x="42" y="35"/>
                  <a:pt x="43" y="35"/>
                  <a:pt x="43" y="34"/>
                </a:cubicBezTo>
                <a:cubicBezTo>
                  <a:pt x="43" y="34"/>
                  <a:pt x="42" y="33"/>
                  <a:pt x="42" y="33"/>
                </a:cubicBezTo>
                <a:close/>
                <a:moveTo>
                  <a:pt x="42" y="12"/>
                </a:moveTo>
                <a:cubicBezTo>
                  <a:pt x="42" y="12"/>
                  <a:pt x="42" y="12"/>
                  <a:pt x="42" y="12"/>
                </a:cubicBezTo>
                <a:cubicBezTo>
                  <a:pt x="33" y="12"/>
                  <a:pt x="40" y="12"/>
                  <a:pt x="32" y="12"/>
                </a:cubicBezTo>
                <a:cubicBezTo>
                  <a:pt x="31" y="12"/>
                  <a:pt x="30" y="13"/>
                  <a:pt x="30" y="13"/>
                </a:cubicBezTo>
                <a:cubicBezTo>
                  <a:pt x="30" y="14"/>
                  <a:pt x="31" y="15"/>
                  <a:pt x="32" y="15"/>
                </a:cubicBezTo>
                <a:cubicBezTo>
                  <a:pt x="40" y="15"/>
                  <a:pt x="33" y="15"/>
                  <a:pt x="42" y="15"/>
                </a:cubicBezTo>
                <a:cubicBezTo>
                  <a:pt x="42" y="15"/>
                  <a:pt x="43" y="14"/>
                  <a:pt x="43" y="13"/>
                </a:cubicBezTo>
                <a:cubicBezTo>
                  <a:pt x="43" y="13"/>
                  <a:pt x="42" y="12"/>
                  <a:pt x="42" y="1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90" name="Freeform 124">
            <a:extLst>
              <a:ext uri="{FF2B5EF4-FFF2-40B4-BE49-F238E27FC236}">
                <a16:creationId xmlns:a16="http://schemas.microsoft.com/office/drawing/2014/main" id="{F2FC0918-5BCD-7071-FD1D-5D5E92403DE7}"/>
              </a:ext>
            </a:extLst>
          </p:cNvPr>
          <p:cNvSpPr>
            <a:spLocks noEditPoints="1"/>
          </p:cNvSpPr>
          <p:nvPr/>
        </p:nvSpPr>
        <p:spPr bwMode="auto">
          <a:xfrm>
            <a:off x="6563185" y="2580665"/>
            <a:ext cx="211667" cy="211667"/>
          </a:xfrm>
          <a:custGeom>
            <a:avLst/>
            <a:gdLst>
              <a:gd name="T0" fmla="*/ 158750 w 50"/>
              <a:gd name="T1" fmla="*/ 79375 h 50"/>
              <a:gd name="T2" fmla="*/ 79375 w 50"/>
              <a:gd name="T3" fmla="*/ 158750 h 50"/>
              <a:gd name="T4" fmla="*/ 79375 w 50"/>
              <a:gd name="T5" fmla="*/ 0 h 50"/>
              <a:gd name="T6" fmla="*/ 146050 w 50"/>
              <a:gd name="T7" fmla="*/ 82550 h 50"/>
              <a:gd name="T8" fmla="*/ 127000 w 50"/>
              <a:gd name="T9" fmla="*/ 127000 h 50"/>
              <a:gd name="T10" fmla="*/ 146050 w 50"/>
              <a:gd name="T11" fmla="*/ 82550 h 50"/>
              <a:gd name="T12" fmla="*/ 82550 w 50"/>
              <a:gd name="T13" fmla="*/ 76200 h 50"/>
              <a:gd name="T14" fmla="*/ 82550 w 50"/>
              <a:gd name="T15" fmla="*/ 12700 h 50"/>
              <a:gd name="T16" fmla="*/ 120650 w 50"/>
              <a:gd name="T17" fmla="*/ 133350 h 50"/>
              <a:gd name="T18" fmla="*/ 76200 w 50"/>
              <a:gd name="T19" fmla="*/ 82550 h 50"/>
              <a:gd name="T20" fmla="*/ 76200 w 50"/>
              <a:gd name="T21" fmla="*/ 82550 h 50"/>
              <a:gd name="T22" fmla="*/ 76200 w 50"/>
              <a:gd name="T23" fmla="*/ 82550 h 50"/>
              <a:gd name="T24" fmla="*/ 76200 w 50"/>
              <a:gd name="T25" fmla="*/ 82550 h 50"/>
              <a:gd name="T26" fmla="*/ 76200 w 50"/>
              <a:gd name="T27" fmla="*/ 82550 h 50"/>
              <a:gd name="T28" fmla="*/ 76200 w 50"/>
              <a:gd name="T29" fmla="*/ 82550 h 50"/>
              <a:gd name="T30" fmla="*/ 76200 w 50"/>
              <a:gd name="T31" fmla="*/ 82550 h 50"/>
              <a:gd name="T32" fmla="*/ 76200 w 50"/>
              <a:gd name="T33" fmla="*/ 82550 h 50"/>
              <a:gd name="T34" fmla="*/ 76200 w 50"/>
              <a:gd name="T35" fmla="*/ 82550 h 50"/>
              <a:gd name="T36" fmla="*/ 76200 w 50"/>
              <a:gd name="T37" fmla="*/ 82550 h 50"/>
              <a:gd name="T38" fmla="*/ 76200 w 50"/>
              <a:gd name="T39" fmla="*/ 79375 h 50"/>
              <a:gd name="T40" fmla="*/ 76200 w 50"/>
              <a:gd name="T41" fmla="*/ 79375 h 50"/>
              <a:gd name="T42" fmla="*/ 76200 w 50"/>
              <a:gd name="T43" fmla="*/ 79375 h 50"/>
              <a:gd name="T44" fmla="*/ 76200 w 50"/>
              <a:gd name="T45" fmla="*/ 79375 h 50"/>
              <a:gd name="T46" fmla="*/ 76200 w 50"/>
              <a:gd name="T47" fmla="*/ 79375 h 50"/>
              <a:gd name="T48" fmla="*/ 76200 w 50"/>
              <a:gd name="T49" fmla="*/ 79375 h 50"/>
              <a:gd name="T50" fmla="*/ 76200 w 50"/>
              <a:gd name="T51" fmla="*/ 79375 h 50"/>
              <a:gd name="T52" fmla="*/ 76200 w 50"/>
              <a:gd name="T53" fmla="*/ 79375 h 50"/>
              <a:gd name="T54" fmla="*/ 76200 w 50"/>
              <a:gd name="T55" fmla="*/ 79375 h 50"/>
              <a:gd name="T56" fmla="*/ 76200 w 50"/>
              <a:gd name="T57" fmla="*/ 79375 h 50"/>
              <a:gd name="T58" fmla="*/ 76200 w 50"/>
              <a:gd name="T59" fmla="*/ 79375 h 50"/>
              <a:gd name="T60" fmla="*/ 76200 w 50"/>
              <a:gd name="T61" fmla="*/ 79375 h 50"/>
              <a:gd name="T62" fmla="*/ 76200 w 50"/>
              <a:gd name="T63" fmla="*/ 79375 h 50"/>
              <a:gd name="T64" fmla="*/ 76200 w 50"/>
              <a:gd name="T65" fmla="*/ 79375 h 50"/>
              <a:gd name="T66" fmla="*/ 76200 w 50"/>
              <a:gd name="T67" fmla="*/ 79375 h 50"/>
              <a:gd name="T68" fmla="*/ 76200 w 50"/>
              <a:gd name="T69" fmla="*/ 79375 h 50"/>
              <a:gd name="T70" fmla="*/ 76200 w 50"/>
              <a:gd name="T71" fmla="*/ 79375 h 50"/>
              <a:gd name="T72" fmla="*/ 76200 w 50"/>
              <a:gd name="T73" fmla="*/ 79375 h 50"/>
              <a:gd name="T74" fmla="*/ 76200 w 50"/>
              <a:gd name="T75" fmla="*/ 79375 h 50"/>
              <a:gd name="T76" fmla="*/ 76200 w 50"/>
              <a:gd name="T77" fmla="*/ 79375 h 50"/>
              <a:gd name="T78" fmla="*/ 76200 w 50"/>
              <a:gd name="T79" fmla="*/ 79375 h 50"/>
              <a:gd name="T80" fmla="*/ 76200 w 50"/>
              <a:gd name="T81" fmla="*/ 79375 h 50"/>
              <a:gd name="T82" fmla="*/ 76200 w 50"/>
              <a:gd name="T83" fmla="*/ 79375 h 50"/>
              <a:gd name="T84" fmla="*/ 76200 w 50"/>
              <a:gd name="T85" fmla="*/ 79375 h 50"/>
              <a:gd name="T86" fmla="*/ 76200 w 50"/>
              <a:gd name="T87" fmla="*/ 79375 h 50"/>
              <a:gd name="T88" fmla="*/ 76200 w 50"/>
              <a:gd name="T89" fmla="*/ 79375 h 50"/>
              <a:gd name="T90" fmla="*/ 76200 w 50"/>
              <a:gd name="T91" fmla="*/ 79375 h 50"/>
              <a:gd name="T92" fmla="*/ 76200 w 50"/>
              <a:gd name="T93" fmla="*/ 12700 h 50"/>
              <a:gd name="T94" fmla="*/ 79375 w 50"/>
              <a:gd name="T95" fmla="*/ 146050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0">
                <a:moveTo>
                  <a:pt x="25" y="0"/>
                </a:moveTo>
                <a:cubicBezTo>
                  <a:pt x="39" y="0"/>
                  <a:pt x="50" y="11"/>
                  <a:pt x="50" y="25"/>
                </a:cubicBezTo>
                <a:cubicBezTo>
                  <a:pt x="50" y="32"/>
                  <a:pt x="47" y="38"/>
                  <a:pt x="43" y="43"/>
                </a:cubicBezTo>
                <a:cubicBezTo>
                  <a:pt x="38" y="47"/>
                  <a:pt x="32" y="50"/>
                  <a:pt x="25" y="50"/>
                </a:cubicBezTo>
                <a:cubicBezTo>
                  <a:pt x="11" y="50"/>
                  <a:pt x="0" y="39"/>
                  <a:pt x="0" y="25"/>
                </a:cubicBezTo>
                <a:cubicBezTo>
                  <a:pt x="0" y="11"/>
                  <a:pt x="11" y="0"/>
                  <a:pt x="25" y="0"/>
                </a:cubicBezTo>
                <a:close/>
                <a:moveTo>
                  <a:pt x="46" y="26"/>
                </a:moveTo>
                <a:cubicBezTo>
                  <a:pt x="46" y="26"/>
                  <a:pt x="46" y="26"/>
                  <a:pt x="46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40" y="40"/>
                  <a:pt x="40" y="40"/>
                  <a:pt x="40" y="40"/>
                </a:cubicBezTo>
                <a:cubicBezTo>
                  <a:pt x="40" y="40"/>
                  <a:pt x="40" y="40"/>
                  <a:pt x="40" y="40"/>
                </a:cubicBezTo>
                <a:cubicBezTo>
                  <a:pt x="43" y="36"/>
                  <a:pt x="46" y="31"/>
                  <a:pt x="46" y="26"/>
                </a:cubicBezTo>
                <a:close/>
                <a:moveTo>
                  <a:pt x="26" y="24"/>
                </a:moveTo>
                <a:cubicBezTo>
                  <a:pt x="26" y="24"/>
                  <a:pt x="26" y="24"/>
                  <a:pt x="26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5" y="13"/>
                  <a:pt x="37" y="4"/>
                  <a:pt x="26" y="4"/>
                </a:cubicBezTo>
                <a:cubicBezTo>
                  <a:pt x="26" y="24"/>
                  <a:pt x="26" y="24"/>
                  <a:pt x="26" y="24"/>
                </a:cubicBezTo>
                <a:close/>
                <a:moveTo>
                  <a:pt x="38" y="42"/>
                </a:moveTo>
                <a:cubicBezTo>
                  <a:pt x="38" y="42"/>
                  <a:pt x="38" y="42"/>
                  <a:pt x="38" y="42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4"/>
                  <a:pt x="24" y="4"/>
                  <a:pt x="24" y="4"/>
                </a:cubicBezTo>
                <a:cubicBezTo>
                  <a:pt x="12" y="4"/>
                  <a:pt x="4" y="14"/>
                  <a:pt x="4" y="25"/>
                </a:cubicBezTo>
                <a:cubicBezTo>
                  <a:pt x="4" y="37"/>
                  <a:pt x="13" y="46"/>
                  <a:pt x="25" y="46"/>
                </a:cubicBezTo>
                <a:cubicBezTo>
                  <a:pt x="30" y="46"/>
                  <a:pt x="34" y="44"/>
                  <a:pt x="38" y="4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91" name="Freeform 125">
            <a:extLst>
              <a:ext uri="{FF2B5EF4-FFF2-40B4-BE49-F238E27FC236}">
                <a16:creationId xmlns:a16="http://schemas.microsoft.com/office/drawing/2014/main" id="{3CFE4BC9-9FA0-7C05-FA03-FB588EE3086A}"/>
              </a:ext>
            </a:extLst>
          </p:cNvPr>
          <p:cNvSpPr>
            <a:spLocks noEditPoints="1"/>
          </p:cNvSpPr>
          <p:nvPr/>
        </p:nvSpPr>
        <p:spPr bwMode="auto">
          <a:xfrm>
            <a:off x="7678667" y="2159447"/>
            <a:ext cx="211667" cy="211667"/>
          </a:xfrm>
          <a:custGeom>
            <a:avLst/>
            <a:gdLst>
              <a:gd name="T0" fmla="*/ 53975 w 50"/>
              <a:gd name="T1" fmla="*/ 50800 h 50"/>
              <a:gd name="T2" fmla="*/ 101600 w 50"/>
              <a:gd name="T3" fmla="*/ 47625 h 50"/>
              <a:gd name="T4" fmla="*/ 111125 w 50"/>
              <a:gd name="T5" fmla="*/ 53975 h 50"/>
              <a:gd name="T6" fmla="*/ 123825 w 50"/>
              <a:gd name="T7" fmla="*/ 41275 h 50"/>
              <a:gd name="T8" fmla="*/ 111125 w 50"/>
              <a:gd name="T9" fmla="*/ 31750 h 50"/>
              <a:gd name="T10" fmla="*/ 101600 w 50"/>
              <a:gd name="T11" fmla="*/ 38100 h 50"/>
              <a:gd name="T12" fmla="*/ 53975 w 50"/>
              <a:gd name="T13" fmla="*/ 34925 h 50"/>
              <a:gd name="T14" fmla="*/ 38100 w 50"/>
              <a:gd name="T15" fmla="*/ 34925 h 50"/>
              <a:gd name="T16" fmla="*/ 38100 w 50"/>
              <a:gd name="T17" fmla="*/ 50800 h 50"/>
              <a:gd name="T18" fmla="*/ 107950 w 50"/>
              <a:gd name="T19" fmla="*/ 41275 h 50"/>
              <a:gd name="T20" fmla="*/ 111125 w 50"/>
              <a:gd name="T21" fmla="*/ 38100 h 50"/>
              <a:gd name="T22" fmla="*/ 114300 w 50"/>
              <a:gd name="T23" fmla="*/ 41275 h 50"/>
              <a:gd name="T24" fmla="*/ 111125 w 50"/>
              <a:gd name="T25" fmla="*/ 47625 h 50"/>
              <a:gd name="T26" fmla="*/ 107950 w 50"/>
              <a:gd name="T27" fmla="*/ 41275 h 50"/>
              <a:gd name="T28" fmla="*/ 44450 w 50"/>
              <a:gd name="T29" fmla="*/ 41275 h 50"/>
              <a:gd name="T30" fmla="*/ 44450 w 50"/>
              <a:gd name="T31" fmla="*/ 38100 h 50"/>
              <a:gd name="T32" fmla="*/ 50800 w 50"/>
              <a:gd name="T33" fmla="*/ 41275 h 50"/>
              <a:gd name="T34" fmla="*/ 44450 w 50"/>
              <a:gd name="T35" fmla="*/ 47625 h 50"/>
              <a:gd name="T36" fmla="*/ 41275 w 50"/>
              <a:gd name="T37" fmla="*/ 41275 h 50"/>
              <a:gd name="T38" fmla="*/ 152400 w 50"/>
              <a:gd name="T39" fmla="*/ 0 h 50"/>
              <a:gd name="T40" fmla="*/ 6350 w 50"/>
              <a:gd name="T41" fmla="*/ 0 h 50"/>
              <a:gd name="T42" fmla="*/ 0 w 50"/>
              <a:gd name="T43" fmla="*/ 152400 h 50"/>
              <a:gd name="T44" fmla="*/ 152400 w 50"/>
              <a:gd name="T45" fmla="*/ 158750 h 50"/>
              <a:gd name="T46" fmla="*/ 158750 w 50"/>
              <a:gd name="T47" fmla="*/ 6350 h 50"/>
              <a:gd name="T48" fmla="*/ 146050 w 50"/>
              <a:gd name="T49" fmla="*/ 146050 h 50"/>
              <a:gd name="T50" fmla="*/ 12700 w 50"/>
              <a:gd name="T51" fmla="*/ 146050 h 50"/>
              <a:gd name="T52" fmla="*/ 146050 w 50"/>
              <a:gd name="T53" fmla="*/ 85725 h 50"/>
              <a:gd name="T54" fmla="*/ 146050 w 50"/>
              <a:gd name="T55" fmla="*/ 73025 h 50"/>
              <a:gd name="T56" fmla="*/ 12700 w 50"/>
              <a:gd name="T57" fmla="*/ 73025 h 50"/>
              <a:gd name="T58" fmla="*/ 146050 w 50"/>
              <a:gd name="T59" fmla="*/ 12700 h 50"/>
              <a:gd name="T60" fmla="*/ 44450 w 50"/>
              <a:gd name="T61" fmla="*/ 127000 h 50"/>
              <a:gd name="T62" fmla="*/ 53975 w 50"/>
              <a:gd name="T63" fmla="*/ 123825 h 50"/>
              <a:gd name="T64" fmla="*/ 57150 w 50"/>
              <a:gd name="T65" fmla="*/ 120650 h 50"/>
              <a:gd name="T66" fmla="*/ 104775 w 50"/>
              <a:gd name="T67" fmla="*/ 123825 h 50"/>
              <a:gd name="T68" fmla="*/ 117475 w 50"/>
              <a:gd name="T69" fmla="*/ 123825 h 50"/>
              <a:gd name="T70" fmla="*/ 123825 w 50"/>
              <a:gd name="T71" fmla="*/ 117475 h 50"/>
              <a:gd name="T72" fmla="*/ 111125 w 50"/>
              <a:gd name="T73" fmla="*/ 104775 h 50"/>
              <a:gd name="T74" fmla="*/ 101600 w 50"/>
              <a:gd name="T75" fmla="*/ 111125 h 50"/>
              <a:gd name="T76" fmla="*/ 53975 w 50"/>
              <a:gd name="T77" fmla="*/ 107950 h 50"/>
              <a:gd name="T78" fmla="*/ 44450 w 50"/>
              <a:gd name="T79" fmla="*/ 104775 h 50"/>
              <a:gd name="T80" fmla="*/ 34925 w 50"/>
              <a:gd name="T81" fmla="*/ 117475 h 50"/>
              <a:gd name="T82" fmla="*/ 44450 w 50"/>
              <a:gd name="T83" fmla="*/ 127000 h 50"/>
              <a:gd name="T84" fmla="*/ 107950 w 50"/>
              <a:gd name="T85" fmla="*/ 114300 h 50"/>
              <a:gd name="T86" fmla="*/ 114300 w 50"/>
              <a:gd name="T87" fmla="*/ 114300 h 50"/>
              <a:gd name="T88" fmla="*/ 114300 w 50"/>
              <a:gd name="T89" fmla="*/ 114300 h 50"/>
              <a:gd name="T90" fmla="*/ 114300 w 50"/>
              <a:gd name="T91" fmla="*/ 117475 h 50"/>
              <a:gd name="T92" fmla="*/ 111125 w 50"/>
              <a:gd name="T93" fmla="*/ 120650 h 50"/>
              <a:gd name="T94" fmla="*/ 107950 w 50"/>
              <a:gd name="T95" fmla="*/ 117475 h 50"/>
              <a:gd name="T96" fmla="*/ 44450 w 50"/>
              <a:gd name="T97" fmla="*/ 114300 h 50"/>
              <a:gd name="T98" fmla="*/ 44450 w 50"/>
              <a:gd name="T99" fmla="*/ 114300 h 50"/>
              <a:gd name="T100" fmla="*/ 50800 w 50"/>
              <a:gd name="T101" fmla="*/ 117475 h 50"/>
              <a:gd name="T102" fmla="*/ 47625 w 50"/>
              <a:gd name="T103" fmla="*/ 117475 h 50"/>
              <a:gd name="T104" fmla="*/ 44450 w 50"/>
              <a:gd name="T105" fmla="*/ 117475 h 50"/>
              <a:gd name="T106" fmla="*/ 44450 w 50"/>
              <a:gd name="T107" fmla="*/ 114300 h 5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0" h="50">
                <a:moveTo>
                  <a:pt x="14" y="17"/>
                </a:moveTo>
                <a:cubicBezTo>
                  <a:pt x="15" y="17"/>
                  <a:pt x="16" y="16"/>
                  <a:pt x="17" y="16"/>
                </a:cubicBezTo>
                <a:cubicBezTo>
                  <a:pt x="17" y="15"/>
                  <a:pt x="17" y="15"/>
                  <a:pt x="18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5"/>
                  <a:pt x="32" y="15"/>
                  <a:pt x="33" y="16"/>
                </a:cubicBezTo>
                <a:cubicBezTo>
                  <a:pt x="33" y="16"/>
                  <a:pt x="34" y="17"/>
                  <a:pt x="35" y="17"/>
                </a:cubicBezTo>
                <a:cubicBezTo>
                  <a:pt x="36" y="17"/>
                  <a:pt x="37" y="16"/>
                  <a:pt x="38" y="16"/>
                </a:cubicBezTo>
                <a:cubicBezTo>
                  <a:pt x="38" y="15"/>
                  <a:pt x="39" y="14"/>
                  <a:pt x="39" y="13"/>
                </a:cubicBezTo>
                <a:cubicBezTo>
                  <a:pt x="39" y="13"/>
                  <a:pt x="38" y="12"/>
                  <a:pt x="38" y="11"/>
                </a:cubicBezTo>
                <a:cubicBezTo>
                  <a:pt x="37" y="10"/>
                  <a:pt x="36" y="10"/>
                  <a:pt x="35" y="10"/>
                </a:cubicBezTo>
                <a:cubicBezTo>
                  <a:pt x="34" y="10"/>
                  <a:pt x="33" y="10"/>
                  <a:pt x="33" y="11"/>
                </a:cubicBezTo>
                <a:cubicBezTo>
                  <a:pt x="32" y="11"/>
                  <a:pt x="32" y="12"/>
                  <a:pt x="32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7" y="12"/>
                  <a:pt x="17" y="11"/>
                  <a:pt x="17" y="11"/>
                </a:cubicBezTo>
                <a:cubicBezTo>
                  <a:pt x="16" y="10"/>
                  <a:pt x="15" y="10"/>
                  <a:pt x="14" y="10"/>
                </a:cubicBezTo>
                <a:cubicBezTo>
                  <a:pt x="14" y="10"/>
                  <a:pt x="13" y="10"/>
                  <a:pt x="12" y="11"/>
                </a:cubicBezTo>
                <a:cubicBezTo>
                  <a:pt x="12" y="12"/>
                  <a:pt x="11" y="13"/>
                  <a:pt x="11" y="13"/>
                </a:cubicBezTo>
                <a:cubicBezTo>
                  <a:pt x="11" y="14"/>
                  <a:pt x="12" y="15"/>
                  <a:pt x="12" y="16"/>
                </a:cubicBezTo>
                <a:cubicBezTo>
                  <a:pt x="13" y="16"/>
                  <a:pt x="14" y="17"/>
                  <a:pt x="14" y="17"/>
                </a:cubicBezTo>
                <a:close/>
                <a:moveTo>
                  <a:pt x="34" y="13"/>
                </a:moveTo>
                <a:cubicBezTo>
                  <a:pt x="34" y="13"/>
                  <a:pt x="34" y="13"/>
                  <a:pt x="34" y="13"/>
                </a:cubicBezTo>
                <a:cubicBezTo>
                  <a:pt x="35" y="13"/>
                  <a:pt x="35" y="12"/>
                  <a:pt x="35" y="12"/>
                </a:cubicBezTo>
                <a:cubicBezTo>
                  <a:pt x="35" y="12"/>
                  <a:pt x="36" y="13"/>
                  <a:pt x="36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4"/>
                  <a:pt x="35" y="15"/>
                  <a:pt x="35" y="15"/>
                </a:cubicBezTo>
                <a:cubicBezTo>
                  <a:pt x="35" y="15"/>
                  <a:pt x="35" y="14"/>
                  <a:pt x="34" y="14"/>
                </a:cubicBezTo>
                <a:cubicBezTo>
                  <a:pt x="34" y="14"/>
                  <a:pt x="34" y="14"/>
                  <a:pt x="34" y="13"/>
                </a:cubicBezTo>
                <a:cubicBezTo>
                  <a:pt x="34" y="13"/>
                  <a:pt x="34" y="13"/>
                  <a:pt x="34" y="13"/>
                </a:cubicBezTo>
                <a:close/>
                <a:moveTo>
                  <a:pt x="14" y="13"/>
                </a:move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2"/>
                  <a:pt x="14" y="12"/>
                </a:cubicBezTo>
                <a:cubicBezTo>
                  <a:pt x="15" y="12"/>
                  <a:pt x="15" y="13"/>
                  <a:pt x="15" y="13"/>
                </a:cubicBezTo>
                <a:cubicBezTo>
                  <a:pt x="15" y="13"/>
                  <a:pt x="16" y="13"/>
                  <a:pt x="16" y="13"/>
                </a:cubicBezTo>
                <a:cubicBezTo>
                  <a:pt x="16" y="14"/>
                  <a:pt x="15" y="14"/>
                  <a:pt x="15" y="14"/>
                </a:cubicBezTo>
                <a:cubicBezTo>
                  <a:pt x="15" y="14"/>
                  <a:pt x="15" y="15"/>
                  <a:pt x="14" y="15"/>
                </a:cubicBezTo>
                <a:cubicBezTo>
                  <a:pt x="14" y="15"/>
                  <a:pt x="14" y="14"/>
                  <a:pt x="14" y="14"/>
                </a:cubicBezTo>
                <a:cubicBezTo>
                  <a:pt x="14" y="14"/>
                  <a:pt x="13" y="14"/>
                  <a:pt x="13" y="13"/>
                </a:cubicBezTo>
                <a:cubicBezTo>
                  <a:pt x="13" y="13"/>
                  <a:pt x="14" y="13"/>
                  <a:pt x="14" y="13"/>
                </a:cubicBezTo>
                <a:close/>
                <a:moveTo>
                  <a:pt x="48" y="0"/>
                </a:moveTo>
                <a:cubicBezTo>
                  <a:pt x="48" y="0"/>
                  <a:pt x="48" y="0"/>
                  <a:pt x="48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1" y="50"/>
                  <a:pt x="2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9" y="50"/>
                  <a:pt x="50" y="49"/>
                  <a:pt x="50" y="48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1"/>
                  <a:pt x="49" y="0"/>
                  <a:pt x="48" y="0"/>
                </a:cubicBezTo>
                <a:close/>
                <a:moveTo>
                  <a:pt x="46" y="46"/>
                </a:moveTo>
                <a:cubicBezTo>
                  <a:pt x="46" y="46"/>
                  <a:pt x="46" y="46"/>
                  <a:pt x="46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27"/>
                  <a:pt x="4" y="27"/>
                  <a:pt x="4" y="27"/>
                </a:cubicBezTo>
                <a:cubicBezTo>
                  <a:pt x="46" y="27"/>
                  <a:pt x="46" y="27"/>
                  <a:pt x="46" y="27"/>
                </a:cubicBezTo>
                <a:cubicBezTo>
                  <a:pt x="46" y="46"/>
                  <a:pt x="46" y="46"/>
                  <a:pt x="46" y="46"/>
                </a:cubicBezTo>
                <a:close/>
                <a:moveTo>
                  <a:pt x="46" y="23"/>
                </a:moveTo>
                <a:cubicBezTo>
                  <a:pt x="46" y="23"/>
                  <a:pt x="46" y="23"/>
                  <a:pt x="46" y="23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4"/>
                  <a:pt x="4" y="4"/>
                  <a:pt x="4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23"/>
                  <a:pt x="46" y="23"/>
                  <a:pt x="46" y="23"/>
                </a:cubicBezTo>
                <a:close/>
                <a:moveTo>
                  <a:pt x="14" y="40"/>
                </a:moveTo>
                <a:cubicBezTo>
                  <a:pt x="14" y="40"/>
                  <a:pt x="14" y="40"/>
                  <a:pt x="14" y="40"/>
                </a:cubicBezTo>
                <a:cubicBezTo>
                  <a:pt x="15" y="40"/>
                  <a:pt x="16" y="40"/>
                  <a:pt x="17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7" y="39"/>
                  <a:pt x="17" y="38"/>
                  <a:pt x="18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38"/>
                  <a:pt x="32" y="39"/>
                  <a:pt x="33" y="39"/>
                </a:cubicBezTo>
                <a:cubicBezTo>
                  <a:pt x="33" y="40"/>
                  <a:pt x="34" y="40"/>
                  <a:pt x="35" y="40"/>
                </a:cubicBezTo>
                <a:cubicBezTo>
                  <a:pt x="36" y="40"/>
                  <a:pt x="37" y="40"/>
                  <a:pt x="37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38" y="38"/>
                  <a:pt x="39" y="38"/>
                  <a:pt x="39" y="37"/>
                </a:cubicBezTo>
                <a:cubicBezTo>
                  <a:pt x="39" y="36"/>
                  <a:pt x="38" y="35"/>
                  <a:pt x="38" y="34"/>
                </a:cubicBezTo>
                <a:cubicBezTo>
                  <a:pt x="37" y="34"/>
                  <a:pt x="36" y="33"/>
                  <a:pt x="35" y="33"/>
                </a:cubicBezTo>
                <a:cubicBezTo>
                  <a:pt x="34" y="33"/>
                  <a:pt x="33" y="34"/>
                  <a:pt x="33" y="34"/>
                </a:cubicBezTo>
                <a:cubicBezTo>
                  <a:pt x="32" y="35"/>
                  <a:pt x="32" y="35"/>
                  <a:pt x="32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7" y="35"/>
                  <a:pt x="17" y="35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6" y="34"/>
                  <a:pt x="15" y="33"/>
                  <a:pt x="14" y="33"/>
                </a:cubicBezTo>
                <a:cubicBezTo>
                  <a:pt x="14" y="33"/>
                  <a:pt x="13" y="34"/>
                  <a:pt x="12" y="34"/>
                </a:cubicBezTo>
                <a:cubicBezTo>
                  <a:pt x="12" y="35"/>
                  <a:pt x="11" y="36"/>
                  <a:pt x="11" y="37"/>
                </a:cubicBezTo>
                <a:cubicBezTo>
                  <a:pt x="11" y="38"/>
                  <a:pt x="12" y="38"/>
                  <a:pt x="12" y="39"/>
                </a:cubicBezTo>
                <a:cubicBezTo>
                  <a:pt x="13" y="40"/>
                  <a:pt x="14" y="40"/>
                  <a:pt x="14" y="40"/>
                </a:cubicBezTo>
                <a:close/>
                <a:moveTo>
                  <a:pt x="34" y="36"/>
                </a:moveTo>
                <a:cubicBezTo>
                  <a:pt x="34" y="36"/>
                  <a:pt x="34" y="36"/>
                  <a:pt x="34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5" y="36"/>
                  <a:pt x="36" y="36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36"/>
                  <a:pt x="36" y="36"/>
                  <a:pt x="36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38"/>
                  <a:pt x="35" y="38"/>
                  <a:pt x="35" y="38"/>
                </a:cubicBezTo>
                <a:cubicBezTo>
                  <a:pt x="35" y="38"/>
                  <a:pt x="35" y="38"/>
                  <a:pt x="34" y="37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6"/>
                  <a:pt x="34" y="36"/>
                </a:cubicBezTo>
                <a:close/>
                <a:moveTo>
                  <a:pt x="14" y="36"/>
                </a:move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36"/>
                  <a:pt x="16" y="36"/>
                  <a:pt x="16" y="37"/>
                </a:cubicBezTo>
                <a:cubicBezTo>
                  <a:pt x="16" y="37"/>
                  <a:pt x="15" y="37"/>
                  <a:pt x="15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8"/>
                  <a:pt x="15" y="38"/>
                  <a:pt x="14" y="38"/>
                </a:cubicBezTo>
                <a:cubicBezTo>
                  <a:pt x="14" y="38"/>
                  <a:pt x="14" y="38"/>
                  <a:pt x="14" y="37"/>
                </a:cubicBezTo>
                <a:cubicBezTo>
                  <a:pt x="14" y="37"/>
                  <a:pt x="13" y="37"/>
                  <a:pt x="13" y="37"/>
                </a:cubicBezTo>
                <a:cubicBezTo>
                  <a:pt x="13" y="36"/>
                  <a:pt x="14" y="36"/>
                  <a:pt x="14" y="3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92" name="Freeform 126">
            <a:extLst>
              <a:ext uri="{FF2B5EF4-FFF2-40B4-BE49-F238E27FC236}">
                <a16:creationId xmlns:a16="http://schemas.microsoft.com/office/drawing/2014/main" id="{B597A867-033D-62BC-4002-CEE284D6B91B}"/>
              </a:ext>
            </a:extLst>
          </p:cNvPr>
          <p:cNvSpPr>
            <a:spLocks noEditPoints="1"/>
          </p:cNvSpPr>
          <p:nvPr/>
        </p:nvSpPr>
        <p:spPr bwMode="auto">
          <a:xfrm>
            <a:off x="6197001" y="3008231"/>
            <a:ext cx="190500" cy="211667"/>
          </a:xfrm>
          <a:custGeom>
            <a:avLst/>
            <a:gdLst>
              <a:gd name="T0" fmla="*/ 73025 w 45"/>
              <a:gd name="T1" fmla="*/ 0 h 50"/>
              <a:gd name="T2" fmla="*/ 139700 w 45"/>
              <a:gd name="T3" fmla="*/ 34925 h 50"/>
              <a:gd name="T4" fmla="*/ 142875 w 45"/>
              <a:gd name="T5" fmla="*/ 38100 h 50"/>
              <a:gd name="T6" fmla="*/ 142875 w 45"/>
              <a:gd name="T7" fmla="*/ 38100 h 50"/>
              <a:gd name="T8" fmla="*/ 142875 w 45"/>
              <a:gd name="T9" fmla="*/ 120650 h 50"/>
              <a:gd name="T10" fmla="*/ 139700 w 45"/>
              <a:gd name="T11" fmla="*/ 127000 h 50"/>
              <a:gd name="T12" fmla="*/ 73025 w 45"/>
              <a:gd name="T13" fmla="*/ 158750 h 50"/>
              <a:gd name="T14" fmla="*/ 69850 w 45"/>
              <a:gd name="T15" fmla="*/ 158750 h 50"/>
              <a:gd name="T16" fmla="*/ 3175 w 45"/>
              <a:gd name="T17" fmla="*/ 127000 h 50"/>
              <a:gd name="T18" fmla="*/ 0 w 45"/>
              <a:gd name="T19" fmla="*/ 120650 h 50"/>
              <a:gd name="T20" fmla="*/ 0 w 45"/>
              <a:gd name="T21" fmla="*/ 120650 h 50"/>
              <a:gd name="T22" fmla="*/ 0 w 45"/>
              <a:gd name="T23" fmla="*/ 38100 h 50"/>
              <a:gd name="T24" fmla="*/ 3175 w 45"/>
              <a:gd name="T25" fmla="*/ 34925 h 50"/>
              <a:gd name="T26" fmla="*/ 69850 w 45"/>
              <a:gd name="T27" fmla="*/ 0 h 50"/>
              <a:gd name="T28" fmla="*/ 73025 w 45"/>
              <a:gd name="T29" fmla="*/ 0 h 50"/>
              <a:gd name="T30" fmla="*/ 15875 w 45"/>
              <a:gd name="T31" fmla="*/ 41275 h 50"/>
              <a:gd name="T32" fmla="*/ 15875 w 45"/>
              <a:gd name="T33" fmla="*/ 41275 h 50"/>
              <a:gd name="T34" fmla="*/ 69850 w 45"/>
              <a:gd name="T35" fmla="*/ 66675 h 50"/>
              <a:gd name="T36" fmla="*/ 127000 w 45"/>
              <a:gd name="T37" fmla="*/ 41275 h 50"/>
              <a:gd name="T38" fmla="*/ 69850 w 45"/>
              <a:gd name="T39" fmla="*/ 12700 h 50"/>
              <a:gd name="T40" fmla="*/ 15875 w 45"/>
              <a:gd name="T41" fmla="*/ 41275 h 50"/>
              <a:gd name="T42" fmla="*/ 12700 w 45"/>
              <a:gd name="T43" fmla="*/ 47625 h 50"/>
              <a:gd name="T44" fmla="*/ 12700 w 45"/>
              <a:gd name="T45" fmla="*/ 47625 h 50"/>
              <a:gd name="T46" fmla="*/ 12700 w 45"/>
              <a:gd name="T47" fmla="*/ 117475 h 50"/>
              <a:gd name="T48" fmla="*/ 66675 w 45"/>
              <a:gd name="T49" fmla="*/ 146050 h 50"/>
              <a:gd name="T50" fmla="*/ 66675 w 45"/>
              <a:gd name="T51" fmla="*/ 73025 h 50"/>
              <a:gd name="T52" fmla="*/ 12700 w 45"/>
              <a:gd name="T53" fmla="*/ 47625 h 50"/>
              <a:gd name="T54" fmla="*/ 76200 w 45"/>
              <a:gd name="T55" fmla="*/ 146050 h 50"/>
              <a:gd name="T56" fmla="*/ 76200 w 45"/>
              <a:gd name="T57" fmla="*/ 146050 h 50"/>
              <a:gd name="T58" fmla="*/ 130175 w 45"/>
              <a:gd name="T59" fmla="*/ 117475 h 50"/>
              <a:gd name="T60" fmla="*/ 130175 w 45"/>
              <a:gd name="T61" fmla="*/ 47625 h 50"/>
              <a:gd name="T62" fmla="*/ 76200 w 45"/>
              <a:gd name="T63" fmla="*/ 73025 h 50"/>
              <a:gd name="T64" fmla="*/ 76200 w 45"/>
              <a:gd name="T65" fmla="*/ 146050 h 5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5" h="50">
                <a:moveTo>
                  <a:pt x="23" y="0"/>
                </a:moveTo>
                <a:cubicBezTo>
                  <a:pt x="44" y="11"/>
                  <a:pt x="44" y="11"/>
                  <a:pt x="44" y="11"/>
                </a:cubicBezTo>
                <a:cubicBezTo>
                  <a:pt x="45" y="11"/>
                  <a:pt x="45" y="12"/>
                  <a:pt x="45" y="12"/>
                </a:cubicBezTo>
                <a:cubicBezTo>
                  <a:pt x="45" y="12"/>
                  <a:pt x="45" y="12"/>
                  <a:pt x="45" y="12"/>
                </a:cubicBezTo>
                <a:cubicBezTo>
                  <a:pt x="45" y="38"/>
                  <a:pt x="45" y="38"/>
                  <a:pt x="45" y="38"/>
                </a:cubicBezTo>
                <a:cubicBezTo>
                  <a:pt x="45" y="39"/>
                  <a:pt x="44" y="40"/>
                  <a:pt x="44" y="4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50"/>
                  <a:pt x="22" y="50"/>
                  <a:pt x="22" y="50"/>
                </a:cubicBezTo>
                <a:cubicBezTo>
                  <a:pt x="1" y="40"/>
                  <a:pt x="1" y="40"/>
                  <a:pt x="1" y="40"/>
                </a:cubicBezTo>
                <a:cubicBezTo>
                  <a:pt x="0" y="40"/>
                  <a:pt x="0" y="39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1" y="11"/>
                  <a:pt x="1" y="11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3" y="0"/>
                  <a:pt x="23" y="0"/>
                </a:cubicBezTo>
                <a:close/>
                <a:moveTo>
                  <a:pt x="5" y="13"/>
                </a:moveTo>
                <a:cubicBezTo>
                  <a:pt x="5" y="13"/>
                  <a:pt x="5" y="13"/>
                  <a:pt x="5" y="13"/>
                </a:cubicBezTo>
                <a:cubicBezTo>
                  <a:pt x="22" y="21"/>
                  <a:pt x="22" y="21"/>
                  <a:pt x="22" y="21"/>
                </a:cubicBezTo>
                <a:cubicBezTo>
                  <a:pt x="35" y="15"/>
                  <a:pt x="22" y="21"/>
                  <a:pt x="40" y="13"/>
                </a:cubicBezTo>
                <a:cubicBezTo>
                  <a:pt x="22" y="4"/>
                  <a:pt x="22" y="4"/>
                  <a:pt x="22" y="4"/>
                </a:cubicBezTo>
                <a:cubicBezTo>
                  <a:pt x="11" y="10"/>
                  <a:pt x="26" y="3"/>
                  <a:pt x="5" y="13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37"/>
                  <a:pt x="4" y="37"/>
                  <a:pt x="4" y="37"/>
                </a:cubicBezTo>
                <a:cubicBezTo>
                  <a:pt x="21" y="46"/>
                  <a:pt x="21" y="46"/>
                  <a:pt x="21" y="46"/>
                </a:cubicBezTo>
                <a:cubicBezTo>
                  <a:pt x="21" y="23"/>
                  <a:pt x="21" y="23"/>
                  <a:pt x="21" y="23"/>
                </a:cubicBezTo>
                <a:cubicBezTo>
                  <a:pt x="4" y="15"/>
                  <a:pt x="4" y="15"/>
                  <a:pt x="4" y="15"/>
                </a:cubicBezTo>
                <a:close/>
                <a:moveTo>
                  <a:pt x="24" y="46"/>
                </a:moveTo>
                <a:cubicBezTo>
                  <a:pt x="24" y="46"/>
                  <a:pt x="24" y="46"/>
                  <a:pt x="24" y="46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15"/>
                  <a:pt x="41" y="15"/>
                  <a:pt x="41" y="15"/>
                </a:cubicBezTo>
                <a:cubicBezTo>
                  <a:pt x="35" y="18"/>
                  <a:pt x="29" y="21"/>
                  <a:pt x="24" y="23"/>
                </a:cubicBezTo>
                <a:cubicBezTo>
                  <a:pt x="24" y="46"/>
                  <a:pt x="24" y="46"/>
                  <a:pt x="24" y="4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93" name="Freeform 127">
            <a:extLst>
              <a:ext uri="{FF2B5EF4-FFF2-40B4-BE49-F238E27FC236}">
                <a16:creationId xmlns:a16="http://schemas.microsoft.com/office/drawing/2014/main" id="{D03205AD-7E49-E05D-5655-F090719FA55E}"/>
              </a:ext>
            </a:extLst>
          </p:cNvPr>
          <p:cNvSpPr>
            <a:spLocks noEditPoints="1"/>
          </p:cNvSpPr>
          <p:nvPr/>
        </p:nvSpPr>
        <p:spPr bwMode="auto">
          <a:xfrm>
            <a:off x="8417385" y="2163681"/>
            <a:ext cx="203200" cy="203200"/>
          </a:xfrm>
          <a:custGeom>
            <a:avLst/>
            <a:gdLst>
              <a:gd name="T0" fmla="*/ 6350 w 48"/>
              <a:gd name="T1" fmla="*/ 0 h 48"/>
              <a:gd name="T2" fmla="*/ 60325 w 48"/>
              <a:gd name="T3" fmla="*/ 6350 h 48"/>
              <a:gd name="T4" fmla="*/ 60325 w 48"/>
              <a:gd name="T5" fmla="*/ 92075 h 48"/>
              <a:gd name="T6" fmla="*/ 152400 w 48"/>
              <a:gd name="T7" fmla="*/ 98425 h 48"/>
              <a:gd name="T8" fmla="*/ 152400 w 48"/>
              <a:gd name="T9" fmla="*/ 146050 h 48"/>
              <a:gd name="T10" fmla="*/ 146050 w 48"/>
              <a:gd name="T11" fmla="*/ 152400 h 48"/>
              <a:gd name="T12" fmla="*/ 0 w 48"/>
              <a:gd name="T13" fmla="*/ 146050 h 48"/>
              <a:gd name="T14" fmla="*/ 0 w 48"/>
              <a:gd name="T15" fmla="*/ 6350 h 48"/>
              <a:gd name="T16" fmla="*/ 31750 w 48"/>
              <a:gd name="T17" fmla="*/ 88900 h 48"/>
              <a:gd name="T18" fmla="*/ 28575 w 48"/>
              <a:gd name="T19" fmla="*/ 85725 h 48"/>
              <a:gd name="T20" fmla="*/ 47625 w 48"/>
              <a:gd name="T21" fmla="*/ 82550 h 48"/>
              <a:gd name="T22" fmla="*/ 38100 w 48"/>
              <a:gd name="T23" fmla="*/ 76200 h 48"/>
              <a:gd name="T24" fmla="*/ 38100 w 48"/>
              <a:gd name="T25" fmla="*/ 66675 h 48"/>
              <a:gd name="T26" fmla="*/ 47625 w 48"/>
              <a:gd name="T27" fmla="*/ 60325 h 48"/>
              <a:gd name="T28" fmla="*/ 28575 w 48"/>
              <a:gd name="T29" fmla="*/ 57150 h 48"/>
              <a:gd name="T30" fmla="*/ 47625 w 48"/>
              <a:gd name="T31" fmla="*/ 50800 h 48"/>
              <a:gd name="T32" fmla="*/ 38100 w 48"/>
              <a:gd name="T33" fmla="*/ 44450 h 48"/>
              <a:gd name="T34" fmla="*/ 38100 w 48"/>
              <a:gd name="T35" fmla="*/ 38100 h 48"/>
              <a:gd name="T36" fmla="*/ 47625 w 48"/>
              <a:gd name="T37" fmla="*/ 28575 h 48"/>
              <a:gd name="T38" fmla="*/ 28575 w 48"/>
              <a:gd name="T39" fmla="*/ 25400 h 48"/>
              <a:gd name="T40" fmla="*/ 47625 w 48"/>
              <a:gd name="T41" fmla="*/ 22225 h 48"/>
              <a:gd name="T42" fmla="*/ 12700 w 48"/>
              <a:gd name="T43" fmla="*/ 12700 h 48"/>
              <a:gd name="T44" fmla="*/ 139700 w 48"/>
              <a:gd name="T45" fmla="*/ 139700 h 48"/>
              <a:gd name="T46" fmla="*/ 130175 w 48"/>
              <a:gd name="T47" fmla="*/ 104775 h 48"/>
              <a:gd name="T48" fmla="*/ 127000 w 48"/>
              <a:gd name="T49" fmla="*/ 123825 h 48"/>
              <a:gd name="T50" fmla="*/ 123825 w 48"/>
              <a:gd name="T51" fmla="*/ 104775 h 48"/>
              <a:gd name="T52" fmla="*/ 117475 w 48"/>
              <a:gd name="T53" fmla="*/ 114300 h 48"/>
              <a:gd name="T54" fmla="*/ 107950 w 48"/>
              <a:gd name="T55" fmla="*/ 114300 h 48"/>
              <a:gd name="T56" fmla="*/ 101600 w 48"/>
              <a:gd name="T57" fmla="*/ 104775 h 48"/>
              <a:gd name="T58" fmla="*/ 98425 w 48"/>
              <a:gd name="T59" fmla="*/ 123825 h 48"/>
              <a:gd name="T60" fmla="*/ 92075 w 48"/>
              <a:gd name="T61" fmla="*/ 104775 h 48"/>
              <a:gd name="T62" fmla="*/ 85725 w 48"/>
              <a:gd name="T63" fmla="*/ 114300 h 48"/>
              <a:gd name="T64" fmla="*/ 79375 w 48"/>
              <a:gd name="T65" fmla="*/ 114300 h 48"/>
              <a:gd name="T66" fmla="*/ 69850 w 48"/>
              <a:gd name="T67" fmla="*/ 104775 h 48"/>
              <a:gd name="T68" fmla="*/ 66675 w 48"/>
              <a:gd name="T69" fmla="*/ 123825 h 48"/>
              <a:gd name="T70" fmla="*/ 63500 w 48"/>
              <a:gd name="T71" fmla="*/ 104775 h 48"/>
              <a:gd name="T72" fmla="*/ 53975 w 48"/>
              <a:gd name="T73" fmla="*/ 104775 h 48"/>
              <a:gd name="T74" fmla="*/ 47625 w 48"/>
              <a:gd name="T75" fmla="*/ 88900 h 4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8" h="48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9" y="1"/>
                  <a:pt x="19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29"/>
                  <a:pt x="19" y="29"/>
                  <a:pt x="19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7" y="29"/>
                  <a:pt x="48" y="30"/>
                  <a:pt x="48" y="31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46"/>
                  <a:pt x="48" y="46"/>
                  <a:pt x="48" y="46"/>
                </a:cubicBezTo>
                <a:cubicBezTo>
                  <a:pt x="48" y="47"/>
                  <a:pt x="47" y="48"/>
                  <a:pt x="46" y="48"/>
                </a:cubicBezTo>
                <a:cubicBezTo>
                  <a:pt x="46" y="48"/>
                  <a:pt x="46" y="48"/>
                  <a:pt x="46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8"/>
                  <a:pt x="0" y="47"/>
                  <a:pt x="0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10" y="28"/>
                </a:moveTo>
                <a:cubicBezTo>
                  <a:pt x="10" y="28"/>
                  <a:pt x="10" y="28"/>
                  <a:pt x="10" y="28"/>
                </a:cubicBezTo>
                <a:cubicBezTo>
                  <a:pt x="9" y="28"/>
                  <a:pt x="9" y="28"/>
                  <a:pt x="9" y="27"/>
                </a:cubicBezTo>
                <a:cubicBezTo>
                  <a:pt x="9" y="27"/>
                  <a:pt x="9" y="26"/>
                  <a:pt x="10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4"/>
                  <a:pt x="15" y="24"/>
                  <a:pt x="15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4"/>
                  <a:pt x="11" y="23"/>
                  <a:pt x="11" y="22"/>
                </a:cubicBezTo>
                <a:cubicBezTo>
                  <a:pt x="11" y="22"/>
                  <a:pt x="12" y="21"/>
                  <a:pt x="12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15" y="19"/>
                  <a:pt x="15" y="19"/>
                  <a:pt x="15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9" y="19"/>
                  <a:pt x="9" y="18"/>
                  <a:pt x="9" y="18"/>
                </a:cubicBezTo>
                <a:cubicBezTo>
                  <a:pt x="9" y="17"/>
                  <a:pt x="9" y="16"/>
                  <a:pt x="10" y="16"/>
                </a:cubicBezTo>
                <a:cubicBezTo>
                  <a:pt x="15" y="16"/>
                  <a:pt x="15" y="16"/>
                  <a:pt x="15" y="16"/>
                </a:cubicBezTo>
                <a:cubicBezTo>
                  <a:pt x="15" y="14"/>
                  <a:pt x="15" y="14"/>
                  <a:pt x="15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1" y="13"/>
                  <a:pt x="11" y="13"/>
                </a:cubicBezTo>
                <a:cubicBezTo>
                  <a:pt x="11" y="12"/>
                  <a:pt x="12" y="12"/>
                  <a:pt x="12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9"/>
                  <a:pt x="15" y="9"/>
                  <a:pt x="15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9" y="9"/>
                  <a:pt x="9" y="9"/>
                  <a:pt x="9" y="8"/>
                </a:cubicBezTo>
                <a:cubicBezTo>
                  <a:pt x="9" y="7"/>
                  <a:pt x="9" y="7"/>
                  <a:pt x="10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4"/>
                  <a:pt x="15" y="4"/>
                  <a:pt x="15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4"/>
                  <a:pt x="4" y="44"/>
                  <a:pt x="4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4" y="33"/>
                  <a:pt x="44" y="33"/>
                  <a:pt x="44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1" y="38"/>
                  <a:pt x="41" y="38"/>
                  <a:pt x="41" y="38"/>
                </a:cubicBezTo>
                <a:cubicBezTo>
                  <a:pt x="41" y="39"/>
                  <a:pt x="41" y="39"/>
                  <a:pt x="40" y="39"/>
                </a:cubicBezTo>
                <a:cubicBezTo>
                  <a:pt x="40" y="39"/>
                  <a:pt x="39" y="39"/>
                  <a:pt x="39" y="38"/>
                </a:cubicBezTo>
                <a:cubicBezTo>
                  <a:pt x="39" y="33"/>
                  <a:pt x="39" y="33"/>
                  <a:pt x="39" y="33"/>
                </a:cubicBezTo>
                <a:cubicBezTo>
                  <a:pt x="37" y="33"/>
                  <a:pt x="37" y="33"/>
                  <a:pt x="37" y="33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36"/>
                  <a:pt x="36" y="37"/>
                  <a:pt x="35" y="37"/>
                </a:cubicBezTo>
                <a:cubicBezTo>
                  <a:pt x="35" y="37"/>
                  <a:pt x="34" y="36"/>
                  <a:pt x="34" y="36"/>
                </a:cubicBezTo>
                <a:cubicBezTo>
                  <a:pt x="34" y="33"/>
                  <a:pt x="34" y="33"/>
                  <a:pt x="34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39"/>
                  <a:pt x="31" y="39"/>
                  <a:pt x="31" y="39"/>
                </a:cubicBezTo>
                <a:cubicBezTo>
                  <a:pt x="30" y="39"/>
                  <a:pt x="29" y="39"/>
                  <a:pt x="29" y="38"/>
                </a:cubicBezTo>
                <a:cubicBezTo>
                  <a:pt x="29" y="33"/>
                  <a:pt x="29" y="33"/>
                  <a:pt x="29" y="33"/>
                </a:cubicBezTo>
                <a:cubicBezTo>
                  <a:pt x="27" y="33"/>
                  <a:pt x="27" y="33"/>
                  <a:pt x="27" y="33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6" y="37"/>
                  <a:pt x="26" y="37"/>
                </a:cubicBezTo>
                <a:cubicBezTo>
                  <a:pt x="25" y="37"/>
                  <a:pt x="25" y="36"/>
                  <a:pt x="25" y="36"/>
                </a:cubicBezTo>
                <a:cubicBezTo>
                  <a:pt x="25" y="33"/>
                  <a:pt x="25" y="33"/>
                  <a:pt x="25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8"/>
                  <a:pt x="22" y="38"/>
                  <a:pt x="22" y="38"/>
                </a:cubicBezTo>
                <a:cubicBezTo>
                  <a:pt x="22" y="39"/>
                  <a:pt x="22" y="39"/>
                  <a:pt x="21" y="39"/>
                </a:cubicBezTo>
                <a:cubicBezTo>
                  <a:pt x="20" y="39"/>
                  <a:pt x="20" y="39"/>
                  <a:pt x="20" y="38"/>
                </a:cubicBezTo>
                <a:cubicBezTo>
                  <a:pt x="20" y="33"/>
                  <a:pt x="20" y="33"/>
                  <a:pt x="20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6" y="33"/>
                  <a:pt x="15" y="32"/>
                  <a:pt x="15" y="31"/>
                </a:cubicBezTo>
                <a:cubicBezTo>
                  <a:pt x="15" y="28"/>
                  <a:pt x="15" y="28"/>
                  <a:pt x="15" y="28"/>
                </a:cubicBezTo>
                <a:cubicBezTo>
                  <a:pt x="10" y="28"/>
                  <a:pt x="10" y="28"/>
                  <a:pt x="10" y="2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94" name="Freeform 128">
            <a:extLst>
              <a:ext uri="{FF2B5EF4-FFF2-40B4-BE49-F238E27FC236}">
                <a16:creationId xmlns:a16="http://schemas.microsoft.com/office/drawing/2014/main" id="{06C97FCF-BB66-0FF1-DC25-121DA0602C6B}"/>
              </a:ext>
            </a:extLst>
          </p:cNvPr>
          <p:cNvSpPr>
            <a:spLocks noEditPoints="1"/>
          </p:cNvSpPr>
          <p:nvPr/>
        </p:nvSpPr>
        <p:spPr bwMode="auto">
          <a:xfrm>
            <a:off x="8789918" y="2189081"/>
            <a:ext cx="211667" cy="152400"/>
          </a:xfrm>
          <a:custGeom>
            <a:avLst/>
            <a:gdLst>
              <a:gd name="T0" fmla="*/ 149225 w 50"/>
              <a:gd name="T1" fmla="*/ 63500 h 36"/>
              <a:gd name="T2" fmla="*/ 9525 w 50"/>
              <a:gd name="T3" fmla="*/ 63500 h 36"/>
              <a:gd name="T4" fmla="*/ 0 w 50"/>
              <a:gd name="T5" fmla="*/ 69850 h 36"/>
              <a:gd name="T6" fmla="*/ 3175 w 50"/>
              <a:gd name="T7" fmla="*/ 114300 h 36"/>
              <a:gd name="T8" fmla="*/ 158750 w 50"/>
              <a:gd name="T9" fmla="*/ 107950 h 36"/>
              <a:gd name="T10" fmla="*/ 152400 w 50"/>
              <a:gd name="T11" fmla="*/ 63500 h 36"/>
              <a:gd name="T12" fmla="*/ 146050 w 50"/>
              <a:gd name="T13" fmla="*/ 101600 h 36"/>
              <a:gd name="T14" fmla="*/ 127000 w 50"/>
              <a:gd name="T15" fmla="*/ 95250 h 36"/>
              <a:gd name="T16" fmla="*/ 120650 w 50"/>
              <a:gd name="T17" fmla="*/ 95250 h 36"/>
              <a:gd name="T18" fmla="*/ 111125 w 50"/>
              <a:gd name="T19" fmla="*/ 101600 h 36"/>
              <a:gd name="T20" fmla="*/ 107950 w 50"/>
              <a:gd name="T21" fmla="*/ 85725 h 36"/>
              <a:gd name="T22" fmla="*/ 104775 w 50"/>
              <a:gd name="T23" fmla="*/ 101600 h 36"/>
              <a:gd name="T24" fmla="*/ 98425 w 50"/>
              <a:gd name="T25" fmla="*/ 95250 h 36"/>
              <a:gd name="T26" fmla="*/ 88900 w 50"/>
              <a:gd name="T27" fmla="*/ 95250 h 36"/>
              <a:gd name="T28" fmla="*/ 82550 w 50"/>
              <a:gd name="T29" fmla="*/ 101600 h 36"/>
              <a:gd name="T30" fmla="*/ 79375 w 50"/>
              <a:gd name="T31" fmla="*/ 85725 h 36"/>
              <a:gd name="T32" fmla="*/ 73025 w 50"/>
              <a:gd name="T33" fmla="*/ 101600 h 36"/>
              <a:gd name="T34" fmla="*/ 66675 w 50"/>
              <a:gd name="T35" fmla="*/ 95250 h 36"/>
              <a:gd name="T36" fmla="*/ 60325 w 50"/>
              <a:gd name="T37" fmla="*/ 95250 h 36"/>
              <a:gd name="T38" fmla="*/ 50800 w 50"/>
              <a:gd name="T39" fmla="*/ 101600 h 36"/>
              <a:gd name="T40" fmla="*/ 47625 w 50"/>
              <a:gd name="T41" fmla="*/ 85725 h 36"/>
              <a:gd name="T42" fmla="*/ 44450 w 50"/>
              <a:gd name="T43" fmla="*/ 101600 h 36"/>
              <a:gd name="T44" fmla="*/ 34925 w 50"/>
              <a:gd name="T45" fmla="*/ 95250 h 36"/>
              <a:gd name="T46" fmla="*/ 28575 w 50"/>
              <a:gd name="T47" fmla="*/ 95250 h 36"/>
              <a:gd name="T48" fmla="*/ 9525 w 50"/>
              <a:gd name="T49" fmla="*/ 101600 h 36"/>
              <a:gd name="T50" fmla="*/ 15875 w 50"/>
              <a:gd name="T51" fmla="*/ 76200 h 36"/>
              <a:gd name="T52" fmla="*/ 79375 w 50"/>
              <a:gd name="T53" fmla="*/ 12700 h 36"/>
              <a:gd name="T54" fmla="*/ 142875 w 50"/>
              <a:gd name="T55" fmla="*/ 76200 h 36"/>
              <a:gd name="T56" fmla="*/ 146050 w 50"/>
              <a:gd name="T57" fmla="*/ 101600 h 36"/>
              <a:gd name="T58" fmla="*/ 79375 w 50"/>
              <a:gd name="T59" fmla="*/ 38100 h 36"/>
              <a:gd name="T60" fmla="*/ 50800 w 50"/>
              <a:gd name="T61" fmla="*/ 76200 h 36"/>
              <a:gd name="T62" fmla="*/ 111125 w 50"/>
              <a:gd name="T63" fmla="*/ 69850 h 36"/>
              <a:gd name="T64" fmla="*/ 79375 w 50"/>
              <a:gd name="T65" fmla="*/ 38100 h 36"/>
              <a:gd name="T66" fmla="*/ 57150 w 50"/>
              <a:gd name="T67" fmla="*/ 63500 h 36"/>
              <a:gd name="T68" fmla="*/ 98425 w 50"/>
              <a:gd name="T69" fmla="*/ 63500 h 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0" h="36">
                <a:moveTo>
                  <a:pt x="48" y="20"/>
                </a:moveTo>
                <a:cubicBezTo>
                  <a:pt x="47" y="20"/>
                  <a:pt x="47" y="20"/>
                  <a:pt x="47" y="20"/>
                </a:cubicBezTo>
                <a:cubicBezTo>
                  <a:pt x="46" y="9"/>
                  <a:pt x="36" y="0"/>
                  <a:pt x="25" y="0"/>
                </a:cubicBezTo>
                <a:cubicBezTo>
                  <a:pt x="13" y="0"/>
                  <a:pt x="4" y="9"/>
                  <a:pt x="3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21"/>
                  <a:pt x="0" y="22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5"/>
                  <a:pt x="0" y="36"/>
                  <a:pt x="1" y="36"/>
                </a:cubicBezTo>
                <a:cubicBezTo>
                  <a:pt x="48" y="36"/>
                  <a:pt x="48" y="36"/>
                  <a:pt x="48" y="36"/>
                </a:cubicBezTo>
                <a:cubicBezTo>
                  <a:pt x="49" y="36"/>
                  <a:pt x="50" y="35"/>
                  <a:pt x="50" y="34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1"/>
                  <a:pt x="49" y="20"/>
                  <a:pt x="48" y="20"/>
                </a:cubicBezTo>
                <a:close/>
                <a:moveTo>
                  <a:pt x="46" y="32"/>
                </a:moveTo>
                <a:cubicBezTo>
                  <a:pt x="46" y="32"/>
                  <a:pt x="46" y="32"/>
                  <a:pt x="46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30"/>
                  <a:pt x="40" y="29"/>
                  <a:pt x="39" y="29"/>
                </a:cubicBezTo>
                <a:cubicBezTo>
                  <a:pt x="38" y="29"/>
                  <a:pt x="38" y="30"/>
                  <a:pt x="38" y="30"/>
                </a:cubicBezTo>
                <a:cubicBezTo>
                  <a:pt x="38" y="32"/>
                  <a:pt x="38" y="32"/>
                  <a:pt x="38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35" y="28"/>
                  <a:pt x="35" y="28"/>
                  <a:pt x="35" y="28"/>
                </a:cubicBezTo>
                <a:cubicBezTo>
                  <a:pt x="35" y="27"/>
                  <a:pt x="35" y="27"/>
                  <a:pt x="34" y="27"/>
                </a:cubicBezTo>
                <a:cubicBezTo>
                  <a:pt x="34" y="27"/>
                  <a:pt x="33" y="27"/>
                  <a:pt x="33" y="28"/>
                </a:cubicBezTo>
                <a:cubicBezTo>
                  <a:pt x="33" y="32"/>
                  <a:pt x="33" y="32"/>
                  <a:pt x="33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0" y="29"/>
                  <a:pt x="29" y="29"/>
                </a:cubicBezTo>
                <a:cubicBezTo>
                  <a:pt x="29" y="29"/>
                  <a:pt x="28" y="30"/>
                  <a:pt x="28" y="30"/>
                </a:cubicBezTo>
                <a:cubicBezTo>
                  <a:pt x="28" y="32"/>
                  <a:pt x="28" y="32"/>
                  <a:pt x="28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7"/>
                  <a:pt x="25" y="27"/>
                  <a:pt x="25" y="27"/>
                </a:cubicBezTo>
                <a:cubicBezTo>
                  <a:pt x="24" y="27"/>
                  <a:pt x="23" y="27"/>
                  <a:pt x="23" y="28"/>
                </a:cubicBezTo>
                <a:cubicBezTo>
                  <a:pt x="23" y="32"/>
                  <a:pt x="23" y="32"/>
                  <a:pt x="23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0" y="29"/>
                  <a:pt x="20" y="29"/>
                </a:cubicBezTo>
                <a:cubicBezTo>
                  <a:pt x="19" y="29"/>
                  <a:pt x="19" y="30"/>
                  <a:pt x="19" y="30"/>
                </a:cubicBezTo>
                <a:cubicBezTo>
                  <a:pt x="19" y="32"/>
                  <a:pt x="19" y="32"/>
                  <a:pt x="19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27"/>
                  <a:pt x="16" y="27"/>
                  <a:pt x="15" y="27"/>
                </a:cubicBezTo>
                <a:cubicBezTo>
                  <a:pt x="14" y="27"/>
                  <a:pt x="14" y="27"/>
                  <a:pt x="14" y="28"/>
                </a:cubicBezTo>
                <a:cubicBezTo>
                  <a:pt x="14" y="32"/>
                  <a:pt x="14" y="32"/>
                  <a:pt x="14" y="32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0"/>
                  <a:pt x="11" y="29"/>
                  <a:pt x="10" y="29"/>
                </a:cubicBezTo>
                <a:cubicBezTo>
                  <a:pt x="10" y="29"/>
                  <a:pt x="9" y="30"/>
                  <a:pt x="9" y="30"/>
                </a:cubicBezTo>
                <a:cubicBezTo>
                  <a:pt x="9" y="32"/>
                  <a:pt x="9" y="32"/>
                  <a:pt x="9" y="32"/>
                </a:cubicBezTo>
                <a:cubicBezTo>
                  <a:pt x="3" y="32"/>
                  <a:pt x="3" y="32"/>
                  <a:pt x="3" y="32"/>
                </a:cubicBezTo>
                <a:cubicBezTo>
                  <a:pt x="3" y="24"/>
                  <a:pt x="3" y="24"/>
                  <a:pt x="3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6" y="24"/>
                  <a:pt x="6" y="23"/>
                  <a:pt x="6" y="22"/>
                </a:cubicBezTo>
                <a:cubicBezTo>
                  <a:pt x="6" y="12"/>
                  <a:pt x="15" y="4"/>
                  <a:pt x="25" y="4"/>
                </a:cubicBezTo>
                <a:cubicBezTo>
                  <a:pt x="35" y="4"/>
                  <a:pt x="43" y="12"/>
                  <a:pt x="43" y="22"/>
                </a:cubicBezTo>
                <a:cubicBezTo>
                  <a:pt x="43" y="23"/>
                  <a:pt x="44" y="24"/>
                  <a:pt x="45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32"/>
                  <a:pt x="46" y="32"/>
                  <a:pt x="46" y="32"/>
                </a:cubicBezTo>
                <a:close/>
                <a:moveTo>
                  <a:pt x="25" y="12"/>
                </a:moveTo>
                <a:cubicBezTo>
                  <a:pt x="25" y="12"/>
                  <a:pt x="25" y="12"/>
                  <a:pt x="25" y="12"/>
                </a:cubicBezTo>
                <a:cubicBezTo>
                  <a:pt x="19" y="12"/>
                  <a:pt x="14" y="16"/>
                  <a:pt x="14" y="22"/>
                </a:cubicBezTo>
                <a:cubicBezTo>
                  <a:pt x="14" y="23"/>
                  <a:pt x="15" y="24"/>
                  <a:pt x="16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5" y="23"/>
                  <a:pt x="35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16"/>
                  <a:pt x="30" y="12"/>
                  <a:pt x="25" y="12"/>
                </a:cubicBezTo>
                <a:close/>
                <a:moveTo>
                  <a:pt x="18" y="20"/>
                </a:moveTo>
                <a:cubicBezTo>
                  <a:pt x="18" y="20"/>
                  <a:pt x="18" y="20"/>
                  <a:pt x="18" y="20"/>
                </a:cubicBezTo>
                <a:cubicBezTo>
                  <a:pt x="19" y="18"/>
                  <a:pt x="22" y="16"/>
                  <a:pt x="25" y="16"/>
                </a:cubicBezTo>
                <a:cubicBezTo>
                  <a:pt x="28" y="16"/>
                  <a:pt x="30" y="17"/>
                  <a:pt x="31" y="20"/>
                </a:cubicBezTo>
                <a:cubicBezTo>
                  <a:pt x="18" y="20"/>
                  <a:pt x="18" y="20"/>
                  <a:pt x="18" y="2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95" name="Freeform 129">
            <a:extLst>
              <a:ext uri="{FF2B5EF4-FFF2-40B4-BE49-F238E27FC236}">
                <a16:creationId xmlns:a16="http://schemas.microsoft.com/office/drawing/2014/main" id="{5727C25C-5985-CC34-AA1D-A14A0AA6A871}"/>
              </a:ext>
            </a:extLst>
          </p:cNvPr>
          <p:cNvSpPr>
            <a:spLocks noEditPoints="1"/>
          </p:cNvSpPr>
          <p:nvPr/>
        </p:nvSpPr>
        <p:spPr bwMode="auto">
          <a:xfrm>
            <a:off x="9528634" y="2167914"/>
            <a:ext cx="211667" cy="194733"/>
          </a:xfrm>
          <a:custGeom>
            <a:avLst/>
            <a:gdLst>
              <a:gd name="T0" fmla="*/ 6350 w 50"/>
              <a:gd name="T1" fmla="*/ 0 h 46"/>
              <a:gd name="T2" fmla="*/ 158750 w 50"/>
              <a:gd name="T3" fmla="*/ 6350 h 46"/>
              <a:gd name="T4" fmla="*/ 158750 w 50"/>
              <a:gd name="T5" fmla="*/ 139700 h 46"/>
              <a:gd name="T6" fmla="*/ 152400 w 50"/>
              <a:gd name="T7" fmla="*/ 146050 h 46"/>
              <a:gd name="T8" fmla="*/ 0 w 50"/>
              <a:gd name="T9" fmla="*/ 139700 h 46"/>
              <a:gd name="T10" fmla="*/ 0 w 50"/>
              <a:gd name="T11" fmla="*/ 6350 h 46"/>
              <a:gd name="T12" fmla="*/ 9525 w 50"/>
              <a:gd name="T13" fmla="*/ 47625 h 46"/>
              <a:gd name="T14" fmla="*/ 50800 w 50"/>
              <a:gd name="T15" fmla="*/ 47625 h 46"/>
              <a:gd name="T16" fmla="*/ 9525 w 50"/>
              <a:gd name="T17" fmla="*/ 12700 h 46"/>
              <a:gd name="T18" fmla="*/ 57150 w 50"/>
              <a:gd name="T19" fmla="*/ 47625 h 46"/>
              <a:gd name="T20" fmla="*/ 98425 w 50"/>
              <a:gd name="T21" fmla="*/ 47625 h 46"/>
              <a:gd name="T22" fmla="*/ 57150 w 50"/>
              <a:gd name="T23" fmla="*/ 12700 h 46"/>
              <a:gd name="T24" fmla="*/ 107950 w 50"/>
              <a:gd name="T25" fmla="*/ 47625 h 46"/>
              <a:gd name="T26" fmla="*/ 146050 w 50"/>
              <a:gd name="T27" fmla="*/ 47625 h 46"/>
              <a:gd name="T28" fmla="*/ 107950 w 50"/>
              <a:gd name="T29" fmla="*/ 12700 h 46"/>
              <a:gd name="T30" fmla="*/ 146050 w 50"/>
              <a:gd name="T31" fmla="*/ 53975 h 46"/>
              <a:gd name="T32" fmla="*/ 107950 w 50"/>
              <a:gd name="T33" fmla="*/ 53975 h 46"/>
              <a:gd name="T34" fmla="*/ 146050 w 50"/>
              <a:gd name="T35" fmla="*/ 92075 h 46"/>
              <a:gd name="T36" fmla="*/ 98425 w 50"/>
              <a:gd name="T37" fmla="*/ 53975 h 46"/>
              <a:gd name="T38" fmla="*/ 57150 w 50"/>
              <a:gd name="T39" fmla="*/ 53975 h 46"/>
              <a:gd name="T40" fmla="*/ 98425 w 50"/>
              <a:gd name="T41" fmla="*/ 92075 h 46"/>
              <a:gd name="T42" fmla="*/ 50800 w 50"/>
              <a:gd name="T43" fmla="*/ 53975 h 46"/>
              <a:gd name="T44" fmla="*/ 9525 w 50"/>
              <a:gd name="T45" fmla="*/ 53975 h 46"/>
              <a:gd name="T46" fmla="*/ 50800 w 50"/>
              <a:gd name="T47" fmla="*/ 92075 h 46"/>
              <a:gd name="T48" fmla="*/ 146050 w 50"/>
              <a:gd name="T49" fmla="*/ 98425 h 46"/>
              <a:gd name="T50" fmla="*/ 107950 w 50"/>
              <a:gd name="T51" fmla="*/ 98425 h 46"/>
              <a:gd name="T52" fmla="*/ 146050 w 50"/>
              <a:gd name="T53" fmla="*/ 133350 h 46"/>
              <a:gd name="T54" fmla="*/ 98425 w 50"/>
              <a:gd name="T55" fmla="*/ 98425 h 46"/>
              <a:gd name="T56" fmla="*/ 57150 w 50"/>
              <a:gd name="T57" fmla="*/ 98425 h 46"/>
              <a:gd name="T58" fmla="*/ 98425 w 50"/>
              <a:gd name="T59" fmla="*/ 133350 h 46"/>
              <a:gd name="T60" fmla="*/ 50800 w 50"/>
              <a:gd name="T61" fmla="*/ 98425 h 46"/>
              <a:gd name="T62" fmla="*/ 9525 w 50"/>
              <a:gd name="T63" fmla="*/ 98425 h 46"/>
              <a:gd name="T64" fmla="*/ 50800 w 50"/>
              <a:gd name="T65" fmla="*/ 133350 h 4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0" h="46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5"/>
                  <a:pt x="49" y="46"/>
                  <a:pt x="48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1" y="46"/>
                  <a:pt x="0" y="45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3" y="15"/>
                </a:moveTo>
                <a:cubicBezTo>
                  <a:pt x="3" y="15"/>
                  <a:pt x="3" y="15"/>
                  <a:pt x="3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4"/>
                  <a:pt x="16" y="4"/>
                  <a:pt x="16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15"/>
                  <a:pt x="3" y="15"/>
                  <a:pt x="3" y="15"/>
                </a:cubicBezTo>
                <a:close/>
                <a:moveTo>
                  <a:pt x="18" y="15"/>
                </a:moveTo>
                <a:cubicBezTo>
                  <a:pt x="18" y="15"/>
                  <a:pt x="18" y="15"/>
                  <a:pt x="18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1" y="4"/>
                  <a:pt x="31" y="4"/>
                  <a:pt x="31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15"/>
                  <a:pt x="18" y="15"/>
                  <a:pt x="18" y="15"/>
                </a:cubicBezTo>
                <a:close/>
                <a:moveTo>
                  <a:pt x="34" y="15"/>
                </a:moveTo>
                <a:cubicBezTo>
                  <a:pt x="34" y="15"/>
                  <a:pt x="34" y="15"/>
                  <a:pt x="34" y="15"/>
                </a:cubicBezTo>
                <a:cubicBezTo>
                  <a:pt x="46" y="15"/>
                  <a:pt x="46" y="15"/>
                  <a:pt x="46" y="15"/>
                </a:cubicBezTo>
                <a:cubicBezTo>
                  <a:pt x="46" y="4"/>
                  <a:pt x="46" y="4"/>
                  <a:pt x="46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15"/>
                  <a:pt x="34" y="15"/>
                  <a:pt x="34" y="15"/>
                </a:cubicBezTo>
                <a:close/>
                <a:moveTo>
                  <a:pt x="46" y="17"/>
                </a:moveTo>
                <a:cubicBezTo>
                  <a:pt x="46" y="17"/>
                  <a:pt x="46" y="17"/>
                  <a:pt x="46" y="17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29"/>
                  <a:pt x="34" y="29"/>
                  <a:pt x="34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17"/>
                  <a:pt x="46" y="17"/>
                  <a:pt x="46" y="17"/>
                </a:cubicBezTo>
                <a:close/>
                <a:moveTo>
                  <a:pt x="31" y="17"/>
                </a:moveTo>
                <a:cubicBezTo>
                  <a:pt x="31" y="17"/>
                  <a:pt x="31" y="17"/>
                  <a:pt x="31" y="17"/>
                </a:cubicBezTo>
                <a:cubicBezTo>
                  <a:pt x="18" y="17"/>
                  <a:pt x="18" y="17"/>
                  <a:pt x="18" y="17"/>
                </a:cubicBezTo>
                <a:cubicBezTo>
                  <a:pt x="18" y="29"/>
                  <a:pt x="18" y="29"/>
                  <a:pt x="18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17"/>
                  <a:pt x="31" y="17"/>
                  <a:pt x="31" y="17"/>
                </a:cubicBezTo>
                <a:close/>
                <a:moveTo>
                  <a:pt x="16" y="17"/>
                </a:moveTo>
                <a:cubicBezTo>
                  <a:pt x="16" y="17"/>
                  <a:pt x="16" y="17"/>
                  <a:pt x="16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29"/>
                  <a:pt x="3" y="29"/>
                  <a:pt x="3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17"/>
                  <a:pt x="16" y="17"/>
                  <a:pt x="16" y="17"/>
                </a:cubicBezTo>
                <a:close/>
                <a:moveTo>
                  <a:pt x="46" y="31"/>
                </a:moveTo>
                <a:cubicBezTo>
                  <a:pt x="46" y="31"/>
                  <a:pt x="46" y="31"/>
                  <a:pt x="46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4" y="42"/>
                  <a:pt x="34" y="42"/>
                  <a:pt x="34" y="42"/>
                </a:cubicBezTo>
                <a:cubicBezTo>
                  <a:pt x="46" y="42"/>
                  <a:pt x="46" y="42"/>
                  <a:pt x="46" y="42"/>
                </a:cubicBezTo>
                <a:cubicBezTo>
                  <a:pt x="46" y="31"/>
                  <a:pt x="46" y="31"/>
                  <a:pt x="46" y="31"/>
                </a:cubicBezTo>
                <a:close/>
                <a:moveTo>
                  <a:pt x="31" y="31"/>
                </a:moveTo>
                <a:cubicBezTo>
                  <a:pt x="31" y="31"/>
                  <a:pt x="31" y="31"/>
                  <a:pt x="31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42"/>
                  <a:pt x="18" y="42"/>
                  <a:pt x="18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31" y="31"/>
                  <a:pt x="31" y="31"/>
                  <a:pt x="31" y="31"/>
                </a:cubicBezTo>
                <a:close/>
                <a:moveTo>
                  <a:pt x="16" y="31"/>
                </a:moveTo>
                <a:cubicBezTo>
                  <a:pt x="16" y="31"/>
                  <a:pt x="16" y="31"/>
                  <a:pt x="16" y="31"/>
                </a:cubicBezTo>
                <a:cubicBezTo>
                  <a:pt x="3" y="31"/>
                  <a:pt x="3" y="31"/>
                  <a:pt x="3" y="31"/>
                </a:cubicBezTo>
                <a:cubicBezTo>
                  <a:pt x="3" y="42"/>
                  <a:pt x="3" y="42"/>
                  <a:pt x="3" y="42"/>
                </a:cubicBezTo>
                <a:cubicBezTo>
                  <a:pt x="16" y="42"/>
                  <a:pt x="16" y="42"/>
                  <a:pt x="16" y="42"/>
                </a:cubicBezTo>
                <a:cubicBezTo>
                  <a:pt x="16" y="31"/>
                  <a:pt x="16" y="31"/>
                  <a:pt x="16" y="3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96" name="Freeform 130">
            <a:extLst>
              <a:ext uri="{FF2B5EF4-FFF2-40B4-BE49-F238E27FC236}">
                <a16:creationId xmlns:a16="http://schemas.microsoft.com/office/drawing/2014/main" id="{465ECCD9-0994-B72F-67C7-390CF7169373}"/>
              </a:ext>
            </a:extLst>
          </p:cNvPr>
          <p:cNvSpPr>
            <a:spLocks noEditPoints="1"/>
          </p:cNvSpPr>
          <p:nvPr/>
        </p:nvSpPr>
        <p:spPr bwMode="auto">
          <a:xfrm>
            <a:off x="9901167" y="2167914"/>
            <a:ext cx="211667" cy="194733"/>
          </a:xfrm>
          <a:custGeom>
            <a:avLst/>
            <a:gdLst>
              <a:gd name="T0" fmla="*/ 6350 w 50"/>
              <a:gd name="T1" fmla="*/ 0 h 46"/>
              <a:gd name="T2" fmla="*/ 6350 w 50"/>
              <a:gd name="T3" fmla="*/ 0 h 46"/>
              <a:gd name="T4" fmla="*/ 152400 w 50"/>
              <a:gd name="T5" fmla="*/ 0 h 46"/>
              <a:gd name="T6" fmla="*/ 158750 w 50"/>
              <a:gd name="T7" fmla="*/ 6350 h 46"/>
              <a:gd name="T8" fmla="*/ 158750 w 50"/>
              <a:gd name="T9" fmla="*/ 6350 h 46"/>
              <a:gd name="T10" fmla="*/ 158750 w 50"/>
              <a:gd name="T11" fmla="*/ 139700 h 46"/>
              <a:gd name="T12" fmla="*/ 152400 w 50"/>
              <a:gd name="T13" fmla="*/ 146050 h 46"/>
              <a:gd name="T14" fmla="*/ 152400 w 50"/>
              <a:gd name="T15" fmla="*/ 146050 h 46"/>
              <a:gd name="T16" fmla="*/ 6350 w 50"/>
              <a:gd name="T17" fmla="*/ 146050 h 46"/>
              <a:gd name="T18" fmla="*/ 0 w 50"/>
              <a:gd name="T19" fmla="*/ 139700 h 46"/>
              <a:gd name="T20" fmla="*/ 0 w 50"/>
              <a:gd name="T21" fmla="*/ 139700 h 46"/>
              <a:gd name="T22" fmla="*/ 0 w 50"/>
              <a:gd name="T23" fmla="*/ 6350 h 46"/>
              <a:gd name="T24" fmla="*/ 6350 w 50"/>
              <a:gd name="T25" fmla="*/ 0 h 46"/>
              <a:gd name="T26" fmla="*/ 98425 w 50"/>
              <a:gd name="T27" fmla="*/ 53975 h 46"/>
              <a:gd name="T28" fmla="*/ 98425 w 50"/>
              <a:gd name="T29" fmla="*/ 53975 h 46"/>
              <a:gd name="T30" fmla="*/ 114300 w 50"/>
              <a:gd name="T31" fmla="*/ 53975 h 46"/>
              <a:gd name="T32" fmla="*/ 82550 w 50"/>
              <a:gd name="T33" fmla="*/ 82550 h 46"/>
              <a:gd name="T34" fmla="*/ 63500 w 50"/>
              <a:gd name="T35" fmla="*/ 66675 h 46"/>
              <a:gd name="T36" fmla="*/ 63500 w 50"/>
              <a:gd name="T37" fmla="*/ 66675 h 46"/>
              <a:gd name="T38" fmla="*/ 53975 w 50"/>
              <a:gd name="T39" fmla="*/ 66675 h 46"/>
              <a:gd name="T40" fmla="*/ 25400 w 50"/>
              <a:gd name="T41" fmla="*/ 95250 h 46"/>
              <a:gd name="T42" fmla="*/ 25400 w 50"/>
              <a:gd name="T43" fmla="*/ 104775 h 46"/>
              <a:gd name="T44" fmla="*/ 34925 w 50"/>
              <a:gd name="T45" fmla="*/ 104775 h 46"/>
              <a:gd name="T46" fmla="*/ 60325 w 50"/>
              <a:gd name="T47" fmla="*/ 79375 h 46"/>
              <a:gd name="T48" fmla="*/ 79375 w 50"/>
              <a:gd name="T49" fmla="*/ 98425 h 46"/>
              <a:gd name="T50" fmla="*/ 85725 w 50"/>
              <a:gd name="T51" fmla="*/ 98425 h 46"/>
              <a:gd name="T52" fmla="*/ 123825 w 50"/>
              <a:gd name="T53" fmla="*/ 60325 h 46"/>
              <a:gd name="T54" fmla="*/ 123825 w 50"/>
              <a:gd name="T55" fmla="*/ 76200 h 46"/>
              <a:gd name="T56" fmla="*/ 127000 w 50"/>
              <a:gd name="T57" fmla="*/ 82550 h 46"/>
              <a:gd name="T58" fmla="*/ 133350 w 50"/>
              <a:gd name="T59" fmla="*/ 76200 h 46"/>
              <a:gd name="T60" fmla="*/ 133350 w 50"/>
              <a:gd name="T61" fmla="*/ 47625 h 46"/>
              <a:gd name="T62" fmla="*/ 133350 w 50"/>
              <a:gd name="T63" fmla="*/ 47625 h 46"/>
              <a:gd name="T64" fmla="*/ 130175 w 50"/>
              <a:gd name="T65" fmla="*/ 41275 h 46"/>
              <a:gd name="T66" fmla="*/ 130175 w 50"/>
              <a:gd name="T67" fmla="*/ 41275 h 46"/>
              <a:gd name="T68" fmla="*/ 130175 w 50"/>
              <a:gd name="T69" fmla="*/ 41275 h 46"/>
              <a:gd name="T70" fmla="*/ 130175 w 50"/>
              <a:gd name="T71" fmla="*/ 41275 h 46"/>
              <a:gd name="T72" fmla="*/ 127000 w 50"/>
              <a:gd name="T73" fmla="*/ 41275 h 46"/>
              <a:gd name="T74" fmla="*/ 127000 w 50"/>
              <a:gd name="T75" fmla="*/ 41275 h 46"/>
              <a:gd name="T76" fmla="*/ 127000 w 50"/>
              <a:gd name="T77" fmla="*/ 41275 h 46"/>
              <a:gd name="T78" fmla="*/ 127000 w 50"/>
              <a:gd name="T79" fmla="*/ 41275 h 46"/>
              <a:gd name="T80" fmla="*/ 98425 w 50"/>
              <a:gd name="T81" fmla="*/ 41275 h 46"/>
              <a:gd name="T82" fmla="*/ 92075 w 50"/>
              <a:gd name="T83" fmla="*/ 47625 h 46"/>
              <a:gd name="T84" fmla="*/ 98425 w 50"/>
              <a:gd name="T85" fmla="*/ 53975 h 46"/>
              <a:gd name="T86" fmla="*/ 12700 w 50"/>
              <a:gd name="T87" fmla="*/ 133350 h 46"/>
              <a:gd name="T88" fmla="*/ 12700 w 50"/>
              <a:gd name="T89" fmla="*/ 133350 h 46"/>
              <a:gd name="T90" fmla="*/ 146050 w 50"/>
              <a:gd name="T91" fmla="*/ 133350 h 46"/>
              <a:gd name="T92" fmla="*/ 146050 w 50"/>
              <a:gd name="T93" fmla="*/ 12700 h 46"/>
              <a:gd name="T94" fmla="*/ 12700 w 50"/>
              <a:gd name="T95" fmla="*/ 12700 h 46"/>
              <a:gd name="T96" fmla="*/ 12700 w 50"/>
              <a:gd name="T97" fmla="*/ 133350 h 4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0" h="46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5"/>
                  <a:pt x="49" y="46"/>
                  <a:pt x="48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1" y="46"/>
                  <a:pt x="0" y="45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31" y="17"/>
                </a:moveTo>
                <a:cubicBezTo>
                  <a:pt x="31" y="17"/>
                  <a:pt x="31" y="17"/>
                  <a:pt x="31" y="17"/>
                </a:cubicBezTo>
                <a:cubicBezTo>
                  <a:pt x="36" y="17"/>
                  <a:pt x="36" y="17"/>
                  <a:pt x="36" y="17"/>
                </a:cubicBezTo>
                <a:cubicBezTo>
                  <a:pt x="26" y="26"/>
                  <a:pt x="26" y="26"/>
                  <a:pt x="26" y="26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19" y="20"/>
                  <a:pt x="18" y="20"/>
                  <a:pt x="17" y="21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31"/>
                  <a:pt x="7" y="32"/>
                  <a:pt x="8" y="33"/>
                </a:cubicBezTo>
                <a:cubicBezTo>
                  <a:pt x="9" y="34"/>
                  <a:pt x="10" y="34"/>
                  <a:pt x="11" y="33"/>
                </a:cubicBezTo>
                <a:cubicBezTo>
                  <a:pt x="19" y="25"/>
                  <a:pt x="19" y="25"/>
                  <a:pt x="19" y="25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1"/>
                  <a:pt x="27" y="31"/>
                  <a:pt x="27" y="31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5"/>
                  <a:pt x="39" y="26"/>
                  <a:pt x="40" y="26"/>
                </a:cubicBezTo>
                <a:cubicBezTo>
                  <a:pt x="42" y="26"/>
                  <a:pt x="42" y="25"/>
                  <a:pt x="42" y="24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4"/>
                  <a:pt x="42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0" y="13"/>
                  <a:pt x="40" y="13"/>
                  <a:pt x="40" y="13"/>
                </a:cubicBezTo>
                <a:cubicBezTo>
                  <a:pt x="40" y="13"/>
                  <a:pt x="40" y="13"/>
                  <a:pt x="40" y="13"/>
                </a:cubicBezTo>
                <a:cubicBezTo>
                  <a:pt x="40" y="13"/>
                  <a:pt x="40" y="13"/>
                  <a:pt x="40" y="13"/>
                </a:cubicBezTo>
                <a:cubicBezTo>
                  <a:pt x="40" y="13"/>
                  <a:pt x="40" y="13"/>
                  <a:pt x="40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3"/>
                  <a:pt x="29" y="14"/>
                  <a:pt x="29" y="15"/>
                </a:cubicBezTo>
                <a:cubicBezTo>
                  <a:pt x="29" y="16"/>
                  <a:pt x="30" y="17"/>
                  <a:pt x="31" y="17"/>
                </a:cubicBezTo>
                <a:close/>
                <a:moveTo>
                  <a:pt x="4" y="42"/>
                </a:moveTo>
                <a:cubicBezTo>
                  <a:pt x="4" y="42"/>
                  <a:pt x="4" y="42"/>
                  <a:pt x="4" y="42"/>
                </a:cubicBezTo>
                <a:cubicBezTo>
                  <a:pt x="22" y="42"/>
                  <a:pt x="28" y="42"/>
                  <a:pt x="46" y="42"/>
                </a:cubicBezTo>
                <a:cubicBezTo>
                  <a:pt x="46" y="25"/>
                  <a:pt x="46" y="21"/>
                  <a:pt x="46" y="4"/>
                </a:cubicBezTo>
                <a:cubicBezTo>
                  <a:pt x="28" y="4"/>
                  <a:pt x="22" y="4"/>
                  <a:pt x="4" y="4"/>
                </a:cubicBezTo>
                <a:cubicBezTo>
                  <a:pt x="4" y="21"/>
                  <a:pt x="4" y="25"/>
                  <a:pt x="4" y="4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97" name="Freeform 131">
            <a:extLst>
              <a:ext uri="{FF2B5EF4-FFF2-40B4-BE49-F238E27FC236}">
                <a16:creationId xmlns:a16="http://schemas.microsoft.com/office/drawing/2014/main" id="{C2CA0E92-1C7F-6EF9-39FC-0DE1608E33AB}"/>
              </a:ext>
            </a:extLst>
          </p:cNvPr>
          <p:cNvSpPr>
            <a:spLocks noEditPoints="1"/>
          </p:cNvSpPr>
          <p:nvPr/>
        </p:nvSpPr>
        <p:spPr bwMode="auto">
          <a:xfrm>
            <a:off x="10271585" y="2167914"/>
            <a:ext cx="211667" cy="194733"/>
          </a:xfrm>
          <a:custGeom>
            <a:avLst/>
            <a:gdLst>
              <a:gd name="T0" fmla="*/ 6350 w 50"/>
              <a:gd name="T1" fmla="*/ 146050 h 46"/>
              <a:gd name="T2" fmla="*/ 6350 w 50"/>
              <a:gd name="T3" fmla="*/ 146050 h 46"/>
              <a:gd name="T4" fmla="*/ 152400 w 50"/>
              <a:gd name="T5" fmla="*/ 146050 h 46"/>
              <a:gd name="T6" fmla="*/ 158750 w 50"/>
              <a:gd name="T7" fmla="*/ 139700 h 46"/>
              <a:gd name="T8" fmla="*/ 158750 w 50"/>
              <a:gd name="T9" fmla="*/ 139700 h 46"/>
              <a:gd name="T10" fmla="*/ 158750 w 50"/>
              <a:gd name="T11" fmla="*/ 6350 h 46"/>
              <a:gd name="T12" fmla="*/ 152400 w 50"/>
              <a:gd name="T13" fmla="*/ 0 h 46"/>
              <a:gd name="T14" fmla="*/ 152400 w 50"/>
              <a:gd name="T15" fmla="*/ 0 h 46"/>
              <a:gd name="T16" fmla="*/ 6350 w 50"/>
              <a:gd name="T17" fmla="*/ 0 h 46"/>
              <a:gd name="T18" fmla="*/ 0 w 50"/>
              <a:gd name="T19" fmla="*/ 6350 h 46"/>
              <a:gd name="T20" fmla="*/ 0 w 50"/>
              <a:gd name="T21" fmla="*/ 6350 h 46"/>
              <a:gd name="T22" fmla="*/ 0 w 50"/>
              <a:gd name="T23" fmla="*/ 139700 h 46"/>
              <a:gd name="T24" fmla="*/ 6350 w 50"/>
              <a:gd name="T25" fmla="*/ 146050 h 46"/>
              <a:gd name="T26" fmla="*/ 98425 w 50"/>
              <a:gd name="T27" fmla="*/ 95250 h 46"/>
              <a:gd name="T28" fmla="*/ 98425 w 50"/>
              <a:gd name="T29" fmla="*/ 95250 h 46"/>
              <a:gd name="T30" fmla="*/ 114300 w 50"/>
              <a:gd name="T31" fmla="*/ 95250 h 46"/>
              <a:gd name="T32" fmla="*/ 82550 w 50"/>
              <a:gd name="T33" fmla="*/ 63500 h 46"/>
              <a:gd name="T34" fmla="*/ 63500 w 50"/>
              <a:gd name="T35" fmla="*/ 79375 h 46"/>
              <a:gd name="T36" fmla="*/ 63500 w 50"/>
              <a:gd name="T37" fmla="*/ 79375 h 46"/>
              <a:gd name="T38" fmla="*/ 53975 w 50"/>
              <a:gd name="T39" fmla="*/ 79375 h 46"/>
              <a:gd name="T40" fmla="*/ 25400 w 50"/>
              <a:gd name="T41" fmla="*/ 50800 h 46"/>
              <a:gd name="T42" fmla="*/ 25400 w 50"/>
              <a:gd name="T43" fmla="*/ 41275 h 46"/>
              <a:gd name="T44" fmla="*/ 34925 w 50"/>
              <a:gd name="T45" fmla="*/ 41275 h 46"/>
              <a:gd name="T46" fmla="*/ 60325 w 50"/>
              <a:gd name="T47" fmla="*/ 66675 h 46"/>
              <a:gd name="T48" fmla="*/ 76200 w 50"/>
              <a:gd name="T49" fmla="*/ 50800 h 46"/>
              <a:gd name="T50" fmla="*/ 85725 w 50"/>
              <a:gd name="T51" fmla="*/ 50800 h 46"/>
              <a:gd name="T52" fmla="*/ 120650 w 50"/>
              <a:gd name="T53" fmla="*/ 85725 h 46"/>
              <a:gd name="T54" fmla="*/ 120650 w 50"/>
              <a:gd name="T55" fmla="*/ 69850 h 46"/>
              <a:gd name="T56" fmla="*/ 127000 w 50"/>
              <a:gd name="T57" fmla="*/ 63500 h 46"/>
              <a:gd name="T58" fmla="*/ 133350 w 50"/>
              <a:gd name="T59" fmla="*/ 69850 h 46"/>
              <a:gd name="T60" fmla="*/ 133350 w 50"/>
              <a:gd name="T61" fmla="*/ 98425 h 46"/>
              <a:gd name="T62" fmla="*/ 133350 w 50"/>
              <a:gd name="T63" fmla="*/ 98425 h 46"/>
              <a:gd name="T64" fmla="*/ 127000 w 50"/>
              <a:gd name="T65" fmla="*/ 104775 h 46"/>
              <a:gd name="T66" fmla="*/ 127000 w 50"/>
              <a:gd name="T67" fmla="*/ 104775 h 46"/>
              <a:gd name="T68" fmla="*/ 127000 w 50"/>
              <a:gd name="T69" fmla="*/ 104775 h 46"/>
              <a:gd name="T70" fmla="*/ 127000 w 50"/>
              <a:gd name="T71" fmla="*/ 104775 h 46"/>
              <a:gd name="T72" fmla="*/ 127000 w 50"/>
              <a:gd name="T73" fmla="*/ 104775 h 46"/>
              <a:gd name="T74" fmla="*/ 127000 w 50"/>
              <a:gd name="T75" fmla="*/ 104775 h 46"/>
              <a:gd name="T76" fmla="*/ 127000 w 50"/>
              <a:gd name="T77" fmla="*/ 104775 h 46"/>
              <a:gd name="T78" fmla="*/ 127000 w 50"/>
              <a:gd name="T79" fmla="*/ 104775 h 46"/>
              <a:gd name="T80" fmla="*/ 98425 w 50"/>
              <a:gd name="T81" fmla="*/ 104775 h 46"/>
              <a:gd name="T82" fmla="*/ 92075 w 50"/>
              <a:gd name="T83" fmla="*/ 98425 h 46"/>
              <a:gd name="T84" fmla="*/ 98425 w 50"/>
              <a:gd name="T85" fmla="*/ 95250 h 46"/>
              <a:gd name="T86" fmla="*/ 12700 w 50"/>
              <a:gd name="T87" fmla="*/ 12700 h 46"/>
              <a:gd name="T88" fmla="*/ 12700 w 50"/>
              <a:gd name="T89" fmla="*/ 12700 h 46"/>
              <a:gd name="T90" fmla="*/ 146050 w 50"/>
              <a:gd name="T91" fmla="*/ 12700 h 46"/>
              <a:gd name="T92" fmla="*/ 146050 w 50"/>
              <a:gd name="T93" fmla="*/ 133350 h 46"/>
              <a:gd name="T94" fmla="*/ 12700 w 50"/>
              <a:gd name="T95" fmla="*/ 133350 h 46"/>
              <a:gd name="T96" fmla="*/ 12700 w 50"/>
              <a:gd name="T97" fmla="*/ 12700 h 4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0" h="46">
                <a:moveTo>
                  <a:pt x="2" y="46"/>
                </a:moveTo>
                <a:cubicBezTo>
                  <a:pt x="2" y="46"/>
                  <a:pt x="2" y="46"/>
                  <a:pt x="2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49" y="46"/>
                  <a:pt x="50" y="45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1"/>
                  <a:pt x="49" y="0"/>
                  <a:pt x="4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5"/>
                  <a:pt x="1" y="46"/>
                  <a:pt x="2" y="46"/>
                </a:cubicBezTo>
                <a:close/>
                <a:moveTo>
                  <a:pt x="31" y="30"/>
                </a:moveTo>
                <a:cubicBezTo>
                  <a:pt x="31" y="30"/>
                  <a:pt x="31" y="30"/>
                  <a:pt x="31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26" y="20"/>
                  <a:pt x="26" y="20"/>
                  <a:pt x="26" y="20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19" y="26"/>
                  <a:pt x="18" y="26"/>
                  <a:pt x="17" y="25"/>
                </a:cubicBezTo>
                <a:cubicBezTo>
                  <a:pt x="8" y="16"/>
                  <a:pt x="8" y="16"/>
                  <a:pt x="8" y="16"/>
                </a:cubicBezTo>
                <a:cubicBezTo>
                  <a:pt x="7" y="15"/>
                  <a:pt x="7" y="14"/>
                  <a:pt x="8" y="13"/>
                </a:cubicBezTo>
                <a:cubicBezTo>
                  <a:pt x="9" y="13"/>
                  <a:pt x="10" y="13"/>
                  <a:pt x="11" y="13"/>
                </a:cubicBezTo>
                <a:cubicBezTo>
                  <a:pt x="19" y="21"/>
                  <a:pt x="19" y="21"/>
                  <a:pt x="19" y="21"/>
                </a:cubicBezTo>
                <a:cubicBezTo>
                  <a:pt x="24" y="16"/>
                  <a:pt x="24" y="16"/>
                  <a:pt x="24" y="16"/>
                </a:cubicBezTo>
                <a:cubicBezTo>
                  <a:pt x="25" y="15"/>
                  <a:pt x="26" y="15"/>
                  <a:pt x="27" y="16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1"/>
                  <a:pt x="39" y="20"/>
                  <a:pt x="40" y="20"/>
                </a:cubicBezTo>
                <a:cubicBezTo>
                  <a:pt x="41" y="20"/>
                  <a:pt x="42" y="21"/>
                  <a:pt x="42" y="22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32"/>
                  <a:pt x="41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0" y="33"/>
                  <a:pt x="29" y="32"/>
                  <a:pt x="29" y="31"/>
                </a:cubicBezTo>
                <a:cubicBezTo>
                  <a:pt x="29" y="30"/>
                  <a:pt x="30" y="30"/>
                  <a:pt x="31" y="30"/>
                </a:cubicBezTo>
                <a:close/>
                <a:moveTo>
                  <a:pt x="4" y="4"/>
                </a:moveTo>
                <a:cubicBezTo>
                  <a:pt x="4" y="4"/>
                  <a:pt x="4" y="4"/>
                  <a:pt x="4" y="4"/>
                </a:cubicBezTo>
                <a:cubicBezTo>
                  <a:pt x="22" y="4"/>
                  <a:pt x="28" y="4"/>
                  <a:pt x="46" y="4"/>
                </a:cubicBezTo>
                <a:cubicBezTo>
                  <a:pt x="46" y="21"/>
                  <a:pt x="46" y="25"/>
                  <a:pt x="46" y="42"/>
                </a:cubicBezTo>
                <a:cubicBezTo>
                  <a:pt x="28" y="42"/>
                  <a:pt x="22" y="42"/>
                  <a:pt x="4" y="42"/>
                </a:cubicBezTo>
                <a:cubicBezTo>
                  <a:pt x="4" y="25"/>
                  <a:pt x="4" y="21"/>
                  <a:pt x="4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98" name="Freeform 132">
            <a:extLst>
              <a:ext uri="{FF2B5EF4-FFF2-40B4-BE49-F238E27FC236}">
                <a16:creationId xmlns:a16="http://schemas.microsoft.com/office/drawing/2014/main" id="{E4C78FAC-E930-EC66-A32E-8353A1B7986D}"/>
              </a:ext>
            </a:extLst>
          </p:cNvPr>
          <p:cNvSpPr>
            <a:spLocks noEditPoints="1"/>
          </p:cNvSpPr>
          <p:nvPr/>
        </p:nvSpPr>
        <p:spPr bwMode="auto">
          <a:xfrm>
            <a:off x="6948419" y="2584899"/>
            <a:ext cx="207433" cy="198967"/>
          </a:xfrm>
          <a:custGeom>
            <a:avLst/>
            <a:gdLst>
              <a:gd name="T0" fmla="*/ 136525 w 49"/>
              <a:gd name="T1" fmla="*/ 22225 h 47"/>
              <a:gd name="T2" fmla="*/ 88900 w 49"/>
              <a:gd name="T3" fmla="*/ 0 h 47"/>
              <a:gd name="T4" fmla="*/ 82550 w 49"/>
              <a:gd name="T5" fmla="*/ 3175 h 47"/>
              <a:gd name="T6" fmla="*/ 82550 w 49"/>
              <a:gd name="T7" fmla="*/ 69850 h 47"/>
              <a:gd name="T8" fmla="*/ 85725 w 49"/>
              <a:gd name="T9" fmla="*/ 73025 h 47"/>
              <a:gd name="T10" fmla="*/ 142875 w 49"/>
              <a:gd name="T11" fmla="*/ 104775 h 47"/>
              <a:gd name="T12" fmla="*/ 146050 w 49"/>
              <a:gd name="T13" fmla="*/ 104775 h 47"/>
              <a:gd name="T14" fmla="*/ 155575 w 49"/>
              <a:gd name="T15" fmla="*/ 88900 h 47"/>
              <a:gd name="T16" fmla="*/ 155575 w 49"/>
              <a:gd name="T17" fmla="*/ 69850 h 47"/>
              <a:gd name="T18" fmla="*/ 136525 w 49"/>
              <a:gd name="T19" fmla="*/ 22225 h 47"/>
              <a:gd name="T20" fmla="*/ 146050 w 49"/>
              <a:gd name="T21" fmla="*/ 85725 h 47"/>
              <a:gd name="T22" fmla="*/ 146050 w 49"/>
              <a:gd name="T23" fmla="*/ 85725 h 47"/>
              <a:gd name="T24" fmla="*/ 142875 w 49"/>
              <a:gd name="T25" fmla="*/ 98425 h 47"/>
              <a:gd name="T26" fmla="*/ 92075 w 49"/>
              <a:gd name="T27" fmla="*/ 66675 h 47"/>
              <a:gd name="T28" fmla="*/ 92075 w 49"/>
              <a:gd name="T29" fmla="*/ 9525 h 47"/>
              <a:gd name="T30" fmla="*/ 130175 w 49"/>
              <a:gd name="T31" fmla="*/ 25400 h 47"/>
              <a:gd name="T32" fmla="*/ 149225 w 49"/>
              <a:gd name="T33" fmla="*/ 69850 h 47"/>
              <a:gd name="T34" fmla="*/ 146050 w 49"/>
              <a:gd name="T35" fmla="*/ 85725 h 47"/>
              <a:gd name="T36" fmla="*/ 76200 w 49"/>
              <a:gd name="T37" fmla="*/ 76200 h 47"/>
              <a:gd name="T38" fmla="*/ 76200 w 49"/>
              <a:gd name="T39" fmla="*/ 76200 h 47"/>
              <a:gd name="T40" fmla="*/ 76200 w 49"/>
              <a:gd name="T41" fmla="*/ 12700 h 47"/>
              <a:gd name="T42" fmla="*/ 69850 w 49"/>
              <a:gd name="T43" fmla="*/ 6350 h 47"/>
              <a:gd name="T44" fmla="*/ 22225 w 49"/>
              <a:gd name="T45" fmla="*/ 28575 h 47"/>
              <a:gd name="T46" fmla="*/ 22225 w 49"/>
              <a:gd name="T47" fmla="*/ 28575 h 47"/>
              <a:gd name="T48" fmla="*/ 22225 w 49"/>
              <a:gd name="T49" fmla="*/ 28575 h 47"/>
              <a:gd name="T50" fmla="*/ 0 w 49"/>
              <a:gd name="T51" fmla="*/ 79375 h 47"/>
              <a:gd name="T52" fmla="*/ 22225 w 49"/>
              <a:gd name="T53" fmla="*/ 130175 h 47"/>
              <a:gd name="T54" fmla="*/ 22225 w 49"/>
              <a:gd name="T55" fmla="*/ 130175 h 47"/>
              <a:gd name="T56" fmla="*/ 69850 w 49"/>
              <a:gd name="T57" fmla="*/ 149225 h 47"/>
              <a:gd name="T58" fmla="*/ 107950 w 49"/>
              <a:gd name="T59" fmla="*/ 139700 h 47"/>
              <a:gd name="T60" fmla="*/ 107950 w 49"/>
              <a:gd name="T61" fmla="*/ 139700 h 47"/>
              <a:gd name="T62" fmla="*/ 133350 w 49"/>
              <a:gd name="T63" fmla="*/ 114300 h 47"/>
              <a:gd name="T64" fmla="*/ 133350 w 49"/>
              <a:gd name="T65" fmla="*/ 114300 h 47"/>
              <a:gd name="T66" fmla="*/ 130175 w 49"/>
              <a:gd name="T67" fmla="*/ 107950 h 47"/>
              <a:gd name="T68" fmla="*/ 76200 w 49"/>
              <a:gd name="T69" fmla="*/ 76200 h 47"/>
              <a:gd name="T70" fmla="*/ 101600 w 49"/>
              <a:gd name="T71" fmla="*/ 130175 h 47"/>
              <a:gd name="T72" fmla="*/ 101600 w 49"/>
              <a:gd name="T73" fmla="*/ 130175 h 47"/>
              <a:gd name="T74" fmla="*/ 101600 w 49"/>
              <a:gd name="T75" fmla="*/ 130175 h 47"/>
              <a:gd name="T76" fmla="*/ 69850 w 49"/>
              <a:gd name="T77" fmla="*/ 139700 h 47"/>
              <a:gd name="T78" fmla="*/ 28575 w 49"/>
              <a:gd name="T79" fmla="*/ 120650 h 47"/>
              <a:gd name="T80" fmla="*/ 28575 w 49"/>
              <a:gd name="T81" fmla="*/ 120650 h 47"/>
              <a:gd name="T82" fmla="*/ 12700 w 49"/>
              <a:gd name="T83" fmla="*/ 79375 h 47"/>
              <a:gd name="T84" fmla="*/ 28575 w 49"/>
              <a:gd name="T85" fmla="*/ 38100 h 47"/>
              <a:gd name="T86" fmla="*/ 66675 w 49"/>
              <a:gd name="T87" fmla="*/ 19050 h 47"/>
              <a:gd name="T88" fmla="*/ 66675 w 49"/>
              <a:gd name="T89" fmla="*/ 79375 h 47"/>
              <a:gd name="T90" fmla="*/ 69850 w 49"/>
              <a:gd name="T91" fmla="*/ 85725 h 47"/>
              <a:gd name="T92" fmla="*/ 120650 w 49"/>
              <a:gd name="T93" fmla="*/ 114300 h 47"/>
              <a:gd name="T94" fmla="*/ 101600 w 49"/>
              <a:gd name="T95" fmla="*/ 130175 h 4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9" h="47">
                <a:moveTo>
                  <a:pt x="43" y="7"/>
                </a:moveTo>
                <a:cubicBezTo>
                  <a:pt x="39" y="3"/>
                  <a:pt x="34" y="0"/>
                  <a:pt x="28" y="0"/>
                </a:cubicBezTo>
                <a:cubicBezTo>
                  <a:pt x="27" y="0"/>
                  <a:pt x="26" y="1"/>
                  <a:pt x="26" y="1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7" y="23"/>
                  <a:pt x="27" y="23"/>
                </a:cubicBezTo>
                <a:cubicBezTo>
                  <a:pt x="45" y="33"/>
                  <a:pt x="45" y="33"/>
                  <a:pt x="45" y="33"/>
                </a:cubicBezTo>
                <a:cubicBezTo>
                  <a:pt x="45" y="34"/>
                  <a:pt x="46" y="33"/>
                  <a:pt x="46" y="33"/>
                </a:cubicBezTo>
                <a:cubicBezTo>
                  <a:pt x="47" y="31"/>
                  <a:pt x="48" y="29"/>
                  <a:pt x="49" y="28"/>
                </a:cubicBezTo>
                <a:cubicBezTo>
                  <a:pt x="49" y="26"/>
                  <a:pt x="49" y="24"/>
                  <a:pt x="49" y="22"/>
                </a:cubicBezTo>
                <a:cubicBezTo>
                  <a:pt x="49" y="16"/>
                  <a:pt x="47" y="10"/>
                  <a:pt x="43" y="7"/>
                </a:cubicBezTo>
                <a:close/>
                <a:moveTo>
                  <a:pt x="46" y="27"/>
                </a:moveTo>
                <a:cubicBezTo>
                  <a:pt x="46" y="27"/>
                  <a:pt x="46" y="27"/>
                  <a:pt x="46" y="27"/>
                </a:cubicBezTo>
                <a:cubicBezTo>
                  <a:pt x="46" y="28"/>
                  <a:pt x="46" y="29"/>
                  <a:pt x="45" y="3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3"/>
                  <a:pt x="29" y="3"/>
                  <a:pt x="29" y="3"/>
                </a:cubicBezTo>
                <a:cubicBezTo>
                  <a:pt x="34" y="3"/>
                  <a:pt x="38" y="5"/>
                  <a:pt x="41" y="8"/>
                </a:cubicBezTo>
                <a:cubicBezTo>
                  <a:pt x="45" y="12"/>
                  <a:pt x="47" y="17"/>
                  <a:pt x="47" y="22"/>
                </a:cubicBezTo>
                <a:cubicBezTo>
                  <a:pt x="47" y="24"/>
                  <a:pt x="47" y="25"/>
                  <a:pt x="46" y="27"/>
                </a:cubicBezTo>
                <a:close/>
                <a:moveTo>
                  <a:pt x="2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3"/>
                  <a:pt x="24" y="2"/>
                  <a:pt x="22" y="2"/>
                </a:cubicBezTo>
                <a:cubicBezTo>
                  <a:pt x="16" y="2"/>
                  <a:pt x="11" y="5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2" y="13"/>
                  <a:pt x="0" y="19"/>
                  <a:pt x="0" y="25"/>
                </a:cubicBezTo>
                <a:cubicBezTo>
                  <a:pt x="0" y="31"/>
                  <a:pt x="2" y="37"/>
                  <a:pt x="7" y="41"/>
                </a:cubicBezTo>
                <a:cubicBezTo>
                  <a:pt x="7" y="41"/>
                  <a:pt x="7" y="41"/>
                  <a:pt x="7" y="41"/>
                </a:cubicBezTo>
                <a:cubicBezTo>
                  <a:pt x="11" y="45"/>
                  <a:pt x="16" y="47"/>
                  <a:pt x="22" y="47"/>
                </a:cubicBezTo>
                <a:cubicBezTo>
                  <a:pt x="26" y="47"/>
                  <a:pt x="30" y="46"/>
                  <a:pt x="34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7" y="42"/>
                  <a:pt x="40" y="40"/>
                  <a:pt x="42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3" y="35"/>
                  <a:pt x="42" y="34"/>
                  <a:pt x="41" y="34"/>
                </a:cubicBezTo>
                <a:cubicBezTo>
                  <a:pt x="24" y="24"/>
                  <a:pt x="24" y="24"/>
                  <a:pt x="24" y="24"/>
                </a:cubicBezTo>
                <a:close/>
                <a:moveTo>
                  <a:pt x="32" y="41"/>
                </a:moveTo>
                <a:cubicBezTo>
                  <a:pt x="32" y="41"/>
                  <a:pt x="32" y="41"/>
                  <a:pt x="32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29" y="43"/>
                  <a:pt x="26" y="44"/>
                  <a:pt x="22" y="44"/>
                </a:cubicBezTo>
                <a:cubicBezTo>
                  <a:pt x="17" y="44"/>
                  <a:pt x="13" y="41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6" y="35"/>
                  <a:pt x="4" y="30"/>
                  <a:pt x="4" y="25"/>
                </a:cubicBezTo>
                <a:cubicBezTo>
                  <a:pt x="4" y="20"/>
                  <a:pt x="6" y="15"/>
                  <a:pt x="9" y="12"/>
                </a:cubicBezTo>
                <a:cubicBezTo>
                  <a:pt x="12" y="9"/>
                  <a:pt x="16" y="7"/>
                  <a:pt x="21" y="6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26"/>
                  <a:pt x="21" y="26"/>
                  <a:pt x="22" y="27"/>
                </a:cubicBezTo>
                <a:cubicBezTo>
                  <a:pt x="38" y="36"/>
                  <a:pt x="38" y="36"/>
                  <a:pt x="38" y="36"/>
                </a:cubicBezTo>
                <a:cubicBezTo>
                  <a:pt x="36" y="38"/>
                  <a:pt x="34" y="40"/>
                  <a:pt x="32" y="4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99" name="Freeform 133">
            <a:extLst>
              <a:ext uri="{FF2B5EF4-FFF2-40B4-BE49-F238E27FC236}">
                <a16:creationId xmlns:a16="http://schemas.microsoft.com/office/drawing/2014/main" id="{9C760779-1104-1A28-F2A9-8024769288E2}"/>
              </a:ext>
            </a:extLst>
          </p:cNvPr>
          <p:cNvSpPr>
            <a:spLocks noEditPoints="1"/>
          </p:cNvSpPr>
          <p:nvPr/>
        </p:nvSpPr>
        <p:spPr bwMode="auto">
          <a:xfrm>
            <a:off x="10271586" y="2580666"/>
            <a:ext cx="207433" cy="207433"/>
          </a:xfrm>
          <a:custGeom>
            <a:avLst/>
            <a:gdLst>
              <a:gd name="T0" fmla="*/ 19050 w 49"/>
              <a:gd name="T1" fmla="*/ 123825 h 49"/>
              <a:gd name="T2" fmla="*/ 53975 w 49"/>
              <a:gd name="T3" fmla="*/ 73025 h 49"/>
              <a:gd name="T4" fmla="*/ 60325 w 49"/>
              <a:gd name="T5" fmla="*/ 69850 h 49"/>
              <a:gd name="T6" fmla="*/ 63500 w 49"/>
              <a:gd name="T7" fmla="*/ 73025 h 49"/>
              <a:gd name="T8" fmla="*/ 69850 w 49"/>
              <a:gd name="T9" fmla="*/ 82550 h 49"/>
              <a:gd name="T10" fmla="*/ 92075 w 49"/>
              <a:gd name="T11" fmla="*/ 47625 h 49"/>
              <a:gd name="T12" fmla="*/ 101600 w 49"/>
              <a:gd name="T13" fmla="*/ 44450 h 49"/>
              <a:gd name="T14" fmla="*/ 104775 w 49"/>
              <a:gd name="T15" fmla="*/ 47625 h 49"/>
              <a:gd name="T16" fmla="*/ 111125 w 49"/>
              <a:gd name="T17" fmla="*/ 57150 h 49"/>
              <a:gd name="T18" fmla="*/ 139700 w 49"/>
              <a:gd name="T19" fmla="*/ 19050 h 49"/>
              <a:gd name="T20" fmla="*/ 146050 w 49"/>
              <a:gd name="T21" fmla="*/ 15875 h 49"/>
              <a:gd name="T22" fmla="*/ 149225 w 49"/>
              <a:gd name="T23" fmla="*/ 22225 h 49"/>
              <a:gd name="T24" fmla="*/ 149225 w 49"/>
              <a:gd name="T25" fmla="*/ 130175 h 49"/>
              <a:gd name="T26" fmla="*/ 142875 w 49"/>
              <a:gd name="T27" fmla="*/ 133350 h 49"/>
              <a:gd name="T28" fmla="*/ 142875 w 49"/>
              <a:gd name="T29" fmla="*/ 133350 h 49"/>
              <a:gd name="T30" fmla="*/ 22225 w 49"/>
              <a:gd name="T31" fmla="*/ 133350 h 49"/>
              <a:gd name="T32" fmla="*/ 15875 w 49"/>
              <a:gd name="T33" fmla="*/ 130175 h 49"/>
              <a:gd name="T34" fmla="*/ 19050 w 49"/>
              <a:gd name="T35" fmla="*/ 123825 h 49"/>
              <a:gd name="T36" fmla="*/ 6350 w 49"/>
              <a:gd name="T37" fmla="*/ 155575 h 49"/>
              <a:gd name="T38" fmla="*/ 6350 w 49"/>
              <a:gd name="T39" fmla="*/ 155575 h 49"/>
              <a:gd name="T40" fmla="*/ 152400 w 49"/>
              <a:gd name="T41" fmla="*/ 155575 h 49"/>
              <a:gd name="T42" fmla="*/ 155575 w 49"/>
              <a:gd name="T43" fmla="*/ 152400 h 49"/>
              <a:gd name="T44" fmla="*/ 152400 w 49"/>
              <a:gd name="T45" fmla="*/ 149225 h 49"/>
              <a:gd name="T46" fmla="*/ 9525 w 49"/>
              <a:gd name="T47" fmla="*/ 149225 h 49"/>
              <a:gd name="T48" fmla="*/ 9525 w 49"/>
              <a:gd name="T49" fmla="*/ 6350 h 49"/>
              <a:gd name="T50" fmla="*/ 6350 w 49"/>
              <a:gd name="T51" fmla="*/ 0 h 49"/>
              <a:gd name="T52" fmla="*/ 0 w 49"/>
              <a:gd name="T53" fmla="*/ 6350 h 49"/>
              <a:gd name="T54" fmla="*/ 0 w 49"/>
              <a:gd name="T55" fmla="*/ 152400 h 49"/>
              <a:gd name="T56" fmla="*/ 0 w 49"/>
              <a:gd name="T57" fmla="*/ 152400 h 49"/>
              <a:gd name="T58" fmla="*/ 6350 w 49"/>
              <a:gd name="T59" fmla="*/ 155575 h 49"/>
              <a:gd name="T60" fmla="*/ 6350 w 49"/>
              <a:gd name="T61" fmla="*/ 155575 h 49"/>
              <a:gd name="T62" fmla="*/ 57150 w 49"/>
              <a:gd name="T63" fmla="*/ 85725 h 49"/>
              <a:gd name="T64" fmla="*/ 57150 w 49"/>
              <a:gd name="T65" fmla="*/ 85725 h 49"/>
              <a:gd name="T66" fmla="*/ 34925 w 49"/>
              <a:gd name="T67" fmla="*/ 123825 h 49"/>
              <a:gd name="T68" fmla="*/ 136525 w 49"/>
              <a:gd name="T69" fmla="*/ 123825 h 49"/>
              <a:gd name="T70" fmla="*/ 136525 w 49"/>
              <a:gd name="T71" fmla="*/ 41275 h 49"/>
              <a:gd name="T72" fmla="*/ 117475 w 49"/>
              <a:gd name="T73" fmla="*/ 73025 h 49"/>
              <a:gd name="T74" fmla="*/ 114300 w 49"/>
              <a:gd name="T75" fmla="*/ 73025 h 49"/>
              <a:gd name="T76" fmla="*/ 104775 w 49"/>
              <a:gd name="T77" fmla="*/ 73025 h 49"/>
              <a:gd name="T78" fmla="*/ 98425 w 49"/>
              <a:gd name="T79" fmla="*/ 60325 h 49"/>
              <a:gd name="T80" fmla="*/ 76200 w 49"/>
              <a:gd name="T81" fmla="*/ 95250 h 49"/>
              <a:gd name="T82" fmla="*/ 73025 w 49"/>
              <a:gd name="T83" fmla="*/ 98425 h 49"/>
              <a:gd name="T84" fmla="*/ 63500 w 49"/>
              <a:gd name="T85" fmla="*/ 95250 h 49"/>
              <a:gd name="T86" fmla="*/ 57150 w 49"/>
              <a:gd name="T87" fmla="*/ 85725 h 49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9" h="49">
                <a:moveTo>
                  <a:pt x="6" y="39"/>
                </a:moveTo>
                <a:cubicBezTo>
                  <a:pt x="17" y="23"/>
                  <a:pt x="17" y="23"/>
                  <a:pt x="17" y="23"/>
                </a:cubicBezTo>
                <a:cubicBezTo>
                  <a:pt x="17" y="22"/>
                  <a:pt x="19" y="22"/>
                  <a:pt x="19" y="22"/>
                </a:cubicBezTo>
                <a:cubicBezTo>
                  <a:pt x="20" y="23"/>
                  <a:pt x="20" y="23"/>
                  <a:pt x="20" y="23"/>
                </a:cubicBezTo>
                <a:cubicBezTo>
                  <a:pt x="22" y="26"/>
                  <a:pt x="22" y="26"/>
                  <a:pt x="22" y="26"/>
                </a:cubicBezTo>
                <a:cubicBezTo>
                  <a:pt x="29" y="15"/>
                  <a:pt x="29" y="15"/>
                  <a:pt x="29" y="15"/>
                </a:cubicBezTo>
                <a:cubicBezTo>
                  <a:pt x="30" y="14"/>
                  <a:pt x="31" y="14"/>
                  <a:pt x="32" y="14"/>
                </a:cubicBezTo>
                <a:cubicBezTo>
                  <a:pt x="32" y="15"/>
                  <a:pt x="33" y="15"/>
                  <a:pt x="33" y="15"/>
                </a:cubicBezTo>
                <a:cubicBezTo>
                  <a:pt x="35" y="18"/>
                  <a:pt x="35" y="18"/>
                  <a:pt x="35" y="18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5"/>
                  <a:pt x="45" y="4"/>
                  <a:pt x="46" y="5"/>
                </a:cubicBezTo>
                <a:cubicBezTo>
                  <a:pt x="47" y="5"/>
                  <a:pt x="47" y="6"/>
                  <a:pt x="47" y="7"/>
                </a:cubicBezTo>
                <a:cubicBezTo>
                  <a:pt x="47" y="41"/>
                  <a:pt x="47" y="41"/>
                  <a:pt x="47" y="41"/>
                </a:cubicBezTo>
                <a:cubicBezTo>
                  <a:pt x="47" y="42"/>
                  <a:pt x="46" y="42"/>
                  <a:pt x="45" y="42"/>
                </a:cubicBezTo>
                <a:cubicBezTo>
                  <a:pt x="45" y="42"/>
                  <a:pt x="45" y="42"/>
                  <a:pt x="45" y="42"/>
                </a:cubicBezTo>
                <a:cubicBezTo>
                  <a:pt x="7" y="42"/>
                  <a:pt x="7" y="42"/>
                  <a:pt x="7" y="42"/>
                </a:cubicBezTo>
                <a:cubicBezTo>
                  <a:pt x="6" y="42"/>
                  <a:pt x="5" y="42"/>
                  <a:pt x="5" y="41"/>
                </a:cubicBezTo>
                <a:cubicBezTo>
                  <a:pt x="5" y="40"/>
                  <a:pt x="5" y="40"/>
                  <a:pt x="6" y="39"/>
                </a:cubicBezTo>
                <a:close/>
                <a:moveTo>
                  <a:pt x="2" y="49"/>
                </a:moveTo>
                <a:cubicBezTo>
                  <a:pt x="2" y="49"/>
                  <a:pt x="2" y="49"/>
                  <a:pt x="2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9" y="49"/>
                  <a:pt x="49" y="49"/>
                  <a:pt x="49" y="48"/>
                </a:cubicBezTo>
                <a:cubicBezTo>
                  <a:pt x="49" y="47"/>
                  <a:pt x="49" y="47"/>
                  <a:pt x="48" y="47"/>
                </a:cubicBezTo>
                <a:cubicBezTo>
                  <a:pt x="3" y="47"/>
                  <a:pt x="3" y="47"/>
                  <a:pt x="3" y="47"/>
                </a:cubicBezTo>
                <a:cubicBezTo>
                  <a:pt x="3" y="2"/>
                  <a:pt x="3" y="2"/>
                  <a:pt x="3" y="2"/>
                </a:cubicBezTo>
                <a:cubicBezTo>
                  <a:pt x="3" y="1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1" y="49"/>
                  <a:pt x="2" y="49"/>
                </a:cubicBezTo>
                <a:cubicBezTo>
                  <a:pt x="2" y="49"/>
                  <a:pt x="2" y="49"/>
                  <a:pt x="2" y="49"/>
                </a:cubicBezTo>
                <a:close/>
                <a:moveTo>
                  <a:pt x="18" y="27"/>
                </a:moveTo>
                <a:cubicBezTo>
                  <a:pt x="18" y="27"/>
                  <a:pt x="18" y="27"/>
                  <a:pt x="18" y="27"/>
                </a:cubicBezTo>
                <a:cubicBezTo>
                  <a:pt x="11" y="39"/>
                  <a:pt x="11" y="39"/>
                  <a:pt x="11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3" y="13"/>
                  <a:pt x="43" y="13"/>
                  <a:pt x="43" y="1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5" y="24"/>
                  <a:pt x="34" y="24"/>
                  <a:pt x="33" y="23"/>
                </a:cubicBezTo>
                <a:cubicBezTo>
                  <a:pt x="31" y="19"/>
                  <a:pt x="31" y="19"/>
                  <a:pt x="31" y="19"/>
                </a:cubicBezTo>
                <a:cubicBezTo>
                  <a:pt x="24" y="30"/>
                  <a:pt x="24" y="30"/>
                  <a:pt x="24" y="30"/>
                </a:cubicBezTo>
                <a:cubicBezTo>
                  <a:pt x="23" y="31"/>
                  <a:pt x="23" y="31"/>
                  <a:pt x="23" y="31"/>
                </a:cubicBezTo>
                <a:cubicBezTo>
                  <a:pt x="22" y="32"/>
                  <a:pt x="21" y="31"/>
                  <a:pt x="20" y="30"/>
                </a:cubicBezTo>
                <a:cubicBezTo>
                  <a:pt x="18" y="27"/>
                  <a:pt x="18" y="27"/>
                  <a:pt x="18" y="2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00" name="Freeform 134">
            <a:extLst>
              <a:ext uri="{FF2B5EF4-FFF2-40B4-BE49-F238E27FC236}">
                <a16:creationId xmlns:a16="http://schemas.microsoft.com/office/drawing/2014/main" id="{DD8DA5FD-B05A-DB39-618C-D18588BF9966}"/>
              </a:ext>
            </a:extLst>
          </p:cNvPr>
          <p:cNvSpPr>
            <a:spLocks noEditPoints="1"/>
          </p:cNvSpPr>
          <p:nvPr/>
        </p:nvSpPr>
        <p:spPr bwMode="auto">
          <a:xfrm>
            <a:off x="10652585" y="2580666"/>
            <a:ext cx="203200" cy="207433"/>
          </a:xfrm>
          <a:custGeom>
            <a:avLst/>
            <a:gdLst>
              <a:gd name="T0" fmla="*/ 6350 w 48"/>
              <a:gd name="T1" fmla="*/ 149225 h 49"/>
              <a:gd name="T2" fmla="*/ 3175 w 48"/>
              <a:gd name="T3" fmla="*/ 0 h 49"/>
              <a:gd name="T4" fmla="*/ 0 w 48"/>
              <a:gd name="T5" fmla="*/ 152400 h 49"/>
              <a:gd name="T6" fmla="*/ 3175 w 48"/>
              <a:gd name="T7" fmla="*/ 155575 h 49"/>
              <a:gd name="T8" fmla="*/ 149225 w 48"/>
              <a:gd name="T9" fmla="*/ 155575 h 49"/>
              <a:gd name="T10" fmla="*/ 149225 w 48"/>
              <a:gd name="T11" fmla="*/ 149225 h 49"/>
              <a:gd name="T12" fmla="*/ 19050 w 48"/>
              <a:gd name="T13" fmla="*/ 31750 h 49"/>
              <a:gd name="T14" fmla="*/ 136525 w 48"/>
              <a:gd name="T15" fmla="*/ 28575 h 49"/>
              <a:gd name="T16" fmla="*/ 133350 w 48"/>
              <a:gd name="T17" fmla="*/ 9525 h 49"/>
              <a:gd name="T18" fmla="*/ 15875 w 48"/>
              <a:gd name="T19" fmla="*/ 12700 h 49"/>
              <a:gd name="T20" fmla="*/ 19050 w 48"/>
              <a:gd name="T21" fmla="*/ 31750 h 49"/>
              <a:gd name="T22" fmla="*/ 25400 w 48"/>
              <a:gd name="T23" fmla="*/ 15875 h 49"/>
              <a:gd name="T24" fmla="*/ 127000 w 48"/>
              <a:gd name="T25" fmla="*/ 25400 h 49"/>
              <a:gd name="T26" fmla="*/ 25400 w 48"/>
              <a:gd name="T27" fmla="*/ 15875 h 49"/>
              <a:gd name="T28" fmla="*/ 19050 w 48"/>
              <a:gd name="T29" fmla="*/ 104775 h 49"/>
              <a:gd name="T30" fmla="*/ 114300 w 48"/>
              <a:gd name="T31" fmla="*/ 101600 h 49"/>
              <a:gd name="T32" fmla="*/ 111125 w 48"/>
              <a:gd name="T33" fmla="*/ 82550 h 49"/>
              <a:gd name="T34" fmla="*/ 15875 w 48"/>
              <a:gd name="T35" fmla="*/ 85725 h 49"/>
              <a:gd name="T36" fmla="*/ 19050 w 48"/>
              <a:gd name="T37" fmla="*/ 104775 h 49"/>
              <a:gd name="T38" fmla="*/ 25400 w 48"/>
              <a:gd name="T39" fmla="*/ 88900 h 49"/>
              <a:gd name="T40" fmla="*/ 107950 w 48"/>
              <a:gd name="T41" fmla="*/ 98425 h 49"/>
              <a:gd name="T42" fmla="*/ 25400 w 48"/>
              <a:gd name="T43" fmla="*/ 88900 h 49"/>
              <a:gd name="T44" fmla="*/ 19050 w 48"/>
              <a:gd name="T45" fmla="*/ 66675 h 49"/>
              <a:gd name="T46" fmla="*/ 69850 w 48"/>
              <a:gd name="T47" fmla="*/ 60325 h 49"/>
              <a:gd name="T48" fmla="*/ 66675 w 48"/>
              <a:gd name="T49" fmla="*/ 41275 h 49"/>
              <a:gd name="T50" fmla="*/ 15875 w 48"/>
              <a:gd name="T51" fmla="*/ 44450 h 49"/>
              <a:gd name="T52" fmla="*/ 19050 w 48"/>
              <a:gd name="T53" fmla="*/ 66675 h 49"/>
              <a:gd name="T54" fmla="*/ 25400 w 48"/>
              <a:gd name="T55" fmla="*/ 47625 h 49"/>
              <a:gd name="T56" fmla="*/ 63500 w 48"/>
              <a:gd name="T57" fmla="*/ 57150 h 49"/>
              <a:gd name="T58" fmla="*/ 25400 w 48"/>
              <a:gd name="T59" fmla="*/ 47625 h 49"/>
              <a:gd name="T60" fmla="*/ 19050 w 48"/>
              <a:gd name="T61" fmla="*/ 139700 h 49"/>
              <a:gd name="T62" fmla="*/ 47625 w 48"/>
              <a:gd name="T63" fmla="*/ 133350 h 49"/>
              <a:gd name="T64" fmla="*/ 44450 w 48"/>
              <a:gd name="T65" fmla="*/ 114300 h 49"/>
              <a:gd name="T66" fmla="*/ 15875 w 48"/>
              <a:gd name="T67" fmla="*/ 117475 h 49"/>
              <a:gd name="T68" fmla="*/ 19050 w 48"/>
              <a:gd name="T69" fmla="*/ 139700 h 49"/>
              <a:gd name="T70" fmla="*/ 25400 w 48"/>
              <a:gd name="T71" fmla="*/ 120650 h 49"/>
              <a:gd name="T72" fmla="*/ 41275 w 48"/>
              <a:gd name="T73" fmla="*/ 130175 h 49"/>
              <a:gd name="T74" fmla="*/ 25400 w 48"/>
              <a:gd name="T75" fmla="*/ 120650 h 4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8" h="49">
                <a:moveTo>
                  <a:pt x="47" y="47"/>
                </a:moveTo>
                <a:cubicBezTo>
                  <a:pt x="2" y="47"/>
                  <a:pt x="2" y="47"/>
                  <a:pt x="2" y="47"/>
                </a:cubicBezTo>
                <a:cubicBezTo>
                  <a:pt x="2" y="2"/>
                  <a:pt x="2" y="2"/>
                  <a:pt x="2" y="2"/>
                </a:cubicBezTo>
                <a:cubicBezTo>
                  <a:pt x="2" y="1"/>
                  <a:pt x="2" y="0"/>
                  <a:pt x="1" y="0"/>
                </a:cubicBezTo>
                <a:cubicBezTo>
                  <a:pt x="0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0" y="49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47" y="49"/>
                  <a:pt x="47" y="49"/>
                  <a:pt x="47" y="49"/>
                </a:cubicBezTo>
                <a:cubicBezTo>
                  <a:pt x="48" y="49"/>
                  <a:pt x="48" y="49"/>
                  <a:pt x="48" y="48"/>
                </a:cubicBezTo>
                <a:cubicBezTo>
                  <a:pt x="48" y="47"/>
                  <a:pt x="48" y="47"/>
                  <a:pt x="47" y="47"/>
                </a:cubicBezTo>
                <a:close/>
                <a:moveTo>
                  <a:pt x="6" y="10"/>
                </a:moveTo>
                <a:cubicBezTo>
                  <a:pt x="6" y="10"/>
                  <a:pt x="6" y="10"/>
                  <a:pt x="6" y="10"/>
                </a:cubicBezTo>
                <a:cubicBezTo>
                  <a:pt x="42" y="10"/>
                  <a:pt x="42" y="10"/>
                  <a:pt x="42" y="10"/>
                </a:cubicBezTo>
                <a:cubicBezTo>
                  <a:pt x="42" y="10"/>
                  <a:pt x="43" y="10"/>
                  <a:pt x="43" y="9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3"/>
                  <a:pt x="42" y="3"/>
                  <a:pt x="42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5" y="3"/>
                  <a:pt x="5" y="4"/>
                </a:cubicBezTo>
                <a:cubicBezTo>
                  <a:pt x="5" y="9"/>
                  <a:pt x="5" y="9"/>
                  <a:pt x="5" y="9"/>
                </a:cubicBezTo>
                <a:cubicBezTo>
                  <a:pt x="5" y="10"/>
                  <a:pt x="6" y="10"/>
                  <a:pt x="6" y="10"/>
                </a:cubicBezTo>
                <a:close/>
                <a:moveTo>
                  <a:pt x="8" y="5"/>
                </a:moveTo>
                <a:cubicBezTo>
                  <a:pt x="8" y="5"/>
                  <a:pt x="8" y="5"/>
                  <a:pt x="8" y="5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8"/>
                  <a:pt x="40" y="8"/>
                  <a:pt x="40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5"/>
                  <a:pt x="8" y="5"/>
                  <a:pt x="8" y="5"/>
                </a:cubicBezTo>
                <a:close/>
                <a:moveTo>
                  <a:pt x="6" y="33"/>
                </a:moveTo>
                <a:cubicBezTo>
                  <a:pt x="6" y="33"/>
                  <a:pt x="6" y="33"/>
                  <a:pt x="6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6" y="33"/>
                  <a:pt x="36" y="33"/>
                  <a:pt x="36" y="32"/>
                </a:cubicBezTo>
                <a:cubicBezTo>
                  <a:pt x="36" y="27"/>
                  <a:pt x="36" y="27"/>
                  <a:pt x="36" y="27"/>
                </a:cubicBezTo>
                <a:cubicBezTo>
                  <a:pt x="36" y="26"/>
                  <a:pt x="36" y="26"/>
                  <a:pt x="35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5" y="26"/>
                  <a:pt x="5" y="27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33"/>
                  <a:pt x="6" y="33"/>
                  <a:pt x="6" y="33"/>
                </a:cubicBezTo>
                <a:close/>
                <a:moveTo>
                  <a:pt x="8" y="28"/>
                </a:moveTo>
                <a:cubicBezTo>
                  <a:pt x="8" y="28"/>
                  <a:pt x="8" y="28"/>
                  <a:pt x="8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31"/>
                  <a:pt x="34" y="31"/>
                  <a:pt x="34" y="31"/>
                </a:cubicBezTo>
                <a:cubicBezTo>
                  <a:pt x="8" y="31"/>
                  <a:pt x="8" y="31"/>
                  <a:pt x="8" y="31"/>
                </a:cubicBezTo>
                <a:cubicBezTo>
                  <a:pt x="8" y="28"/>
                  <a:pt x="8" y="28"/>
                  <a:pt x="8" y="28"/>
                </a:cubicBezTo>
                <a:close/>
                <a:moveTo>
                  <a:pt x="6" y="21"/>
                </a:moveTo>
                <a:cubicBezTo>
                  <a:pt x="6" y="21"/>
                  <a:pt x="6" y="21"/>
                  <a:pt x="6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2" y="21"/>
                  <a:pt x="22" y="20"/>
                  <a:pt x="22" y="19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3"/>
                  <a:pt x="22" y="13"/>
                  <a:pt x="21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5" y="13"/>
                  <a:pt x="5" y="14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20"/>
                  <a:pt x="6" y="21"/>
                  <a:pt x="6" y="21"/>
                </a:cubicBezTo>
                <a:close/>
                <a:moveTo>
                  <a:pt x="8" y="15"/>
                </a:moveTo>
                <a:cubicBezTo>
                  <a:pt x="8" y="15"/>
                  <a:pt x="8" y="15"/>
                  <a:pt x="8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20" y="18"/>
                  <a:pt x="20" y="18"/>
                  <a:pt x="20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8" y="15"/>
                  <a:pt x="8" y="15"/>
                  <a:pt x="8" y="15"/>
                </a:cubicBezTo>
                <a:close/>
                <a:moveTo>
                  <a:pt x="6" y="44"/>
                </a:moveTo>
                <a:cubicBezTo>
                  <a:pt x="6" y="44"/>
                  <a:pt x="6" y="44"/>
                  <a:pt x="6" y="44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5" y="43"/>
                  <a:pt x="15" y="42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6"/>
                  <a:pt x="14" y="36"/>
                  <a:pt x="14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6" y="36"/>
                  <a:pt x="5" y="36"/>
                  <a:pt x="5" y="37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3"/>
                  <a:pt x="6" y="44"/>
                  <a:pt x="6" y="44"/>
                </a:cubicBezTo>
                <a:close/>
                <a:moveTo>
                  <a:pt x="8" y="38"/>
                </a:moveTo>
                <a:cubicBezTo>
                  <a:pt x="8" y="38"/>
                  <a:pt x="8" y="38"/>
                  <a:pt x="8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13" y="41"/>
                  <a:pt x="13" y="41"/>
                  <a:pt x="13" y="41"/>
                </a:cubicBezTo>
                <a:cubicBezTo>
                  <a:pt x="8" y="41"/>
                  <a:pt x="8" y="41"/>
                  <a:pt x="8" y="41"/>
                </a:cubicBezTo>
                <a:cubicBezTo>
                  <a:pt x="8" y="38"/>
                  <a:pt x="8" y="38"/>
                  <a:pt x="8" y="3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01" name="Freeform 135">
            <a:extLst>
              <a:ext uri="{FF2B5EF4-FFF2-40B4-BE49-F238E27FC236}">
                <a16:creationId xmlns:a16="http://schemas.microsoft.com/office/drawing/2014/main" id="{DD492A81-950D-789F-60D8-DC6793F6BCED}"/>
              </a:ext>
            </a:extLst>
          </p:cNvPr>
          <p:cNvSpPr>
            <a:spLocks noEditPoints="1"/>
          </p:cNvSpPr>
          <p:nvPr/>
        </p:nvSpPr>
        <p:spPr bwMode="auto">
          <a:xfrm>
            <a:off x="11020885" y="2580666"/>
            <a:ext cx="209549" cy="207433"/>
          </a:xfrm>
          <a:custGeom>
            <a:avLst/>
            <a:gdLst>
              <a:gd name="T0" fmla="*/ 9622 w 49"/>
              <a:gd name="T1" fmla="*/ 149225 h 49"/>
              <a:gd name="T2" fmla="*/ 3207 w 49"/>
              <a:gd name="T3" fmla="*/ 0 h 49"/>
              <a:gd name="T4" fmla="*/ 0 w 49"/>
              <a:gd name="T5" fmla="*/ 152400 h 49"/>
              <a:gd name="T6" fmla="*/ 3207 w 49"/>
              <a:gd name="T7" fmla="*/ 155575 h 49"/>
              <a:gd name="T8" fmla="*/ 153955 w 49"/>
              <a:gd name="T9" fmla="*/ 155575 h 49"/>
              <a:gd name="T10" fmla="*/ 153955 w 49"/>
              <a:gd name="T11" fmla="*/ 149225 h 49"/>
              <a:gd name="T12" fmla="*/ 128296 w 49"/>
              <a:gd name="T13" fmla="*/ 139700 h 49"/>
              <a:gd name="T14" fmla="*/ 150747 w 49"/>
              <a:gd name="T15" fmla="*/ 133350 h 49"/>
              <a:gd name="T16" fmla="*/ 147540 w 49"/>
              <a:gd name="T17" fmla="*/ 107950 h 49"/>
              <a:gd name="T18" fmla="*/ 125088 w 49"/>
              <a:gd name="T19" fmla="*/ 111125 h 49"/>
              <a:gd name="T20" fmla="*/ 128296 w 49"/>
              <a:gd name="T21" fmla="*/ 139700 h 49"/>
              <a:gd name="T22" fmla="*/ 131503 w 49"/>
              <a:gd name="T23" fmla="*/ 114300 h 49"/>
              <a:gd name="T24" fmla="*/ 141125 w 49"/>
              <a:gd name="T25" fmla="*/ 130175 h 49"/>
              <a:gd name="T26" fmla="*/ 131503 w 49"/>
              <a:gd name="T27" fmla="*/ 114300 h 49"/>
              <a:gd name="T28" fmla="*/ 96222 w 49"/>
              <a:gd name="T29" fmla="*/ 139700 h 49"/>
              <a:gd name="T30" fmla="*/ 118673 w 49"/>
              <a:gd name="T31" fmla="*/ 133350 h 49"/>
              <a:gd name="T32" fmla="*/ 112259 w 49"/>
              <a:gd name="T33" fmla="*/ 38100 h 49"/>
              <a:gd name="T34" fmla="*/ 93014 w 49"/>
              <a:gd name="T35" fmla="*/ 44450 h 49"/>
              <a:gd name="T36" fmla="*/ 96222 w 49"/>
              <a:gd name="T37" fmla="*/ 139700 h 49"/>
              <a:gd name="T38" fmla="*/ 99429 w 49"/>
              <a:gd name="T39" fmla="*/ 47625 h 49"/>
              <a:gd name="T40" fmla="*/ 109051 w 49"/>
              <a:gd name="T41" fmla="*/ 130175 h 49"/>
              <a:gd name="T42" fmla="*/ 99429 w 49"/>
              <a:gd name="T43" fmla="*/ 47625 h 49"/>
              <a:gd name="T44" fmla="*/ 22452 w 49"/>
              <a:gd name="T45" fmla="*/ 139700 h 49"/>
              <a:gd name="T46" fmla="*/ 41696 w 49"/>
              <a:gd name="T47" fmla="*/ 133350 h 49"/>
              <a:gd name="T48" fmla="*/ 38489 w 49"/>
              <a:gd name="T49" fmla="*/ 19050 h 49"/>
              <a:gd name="T50" fmla="*/ 19244 w 49"/>
              <a:gd name="T51" fmla="*/ 22225 h 49"/>
              <a:gd name="T52" fmla="*/ 22452 w 49"/>
              <a:gd name="T53" fmla="*/ 139700 h 49"/>
              <a:gd name="T54" fmla="*/ 25659 w 49"/>
              <a:gd name="T55" fmla="*/ 25400 h 49"/>
              <a:gd name="T56" fmla="*/ 35281 w 49"/>
              <a:gd name="T57" fmla="*/ 130175 h 49"/>
              <a:gd name="T58" fmla="*/ 25659 w 49"/>
              <a:gd name="T59" fmla="*/ 25400 h 49"/>
              <a:gd name="T60" fmla="*/ 54526 w 49"/>
              <a:gd name="T61" fmla="*/ 139700 h 49"/>
              <a:gd name="T62" fmla="*/ 76977 w 49"/>
              <a:gd name="T63" fmla="*/ 133350 h 49"/>
              <a:gd name="T64" fmla="*/ 70563 w 49"/>
              <a:gd name="T65" fmla="*/ 85725 h 49"/>
              <a:gd name="T66" fmla="*/ 51318 w 49"/>
              <a:gd name="T67" fmla="*/ 88900 h 49"/>
              <a:gd name="T68" fmla="*/ 54526 w 49"/>
              <a:gd name="T69" fmla="*/ 139700 h 49"/>
              <a:gd name="T70" fmla="*/ 57733 w 49"/>
              <a:gd name="T71" fmla="*/ 92075 h 49"/>
              <a:gd name="T72" fmla="*/ 67355 w 49"/>
              <a:gd name="T73" fmla="*/ 130175 h 49"/>
              <a:gd name="T74" fmla="*/ 57733 w 49"/>
              <a:gd name="T75" fmla="*/ 92075 h 4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9" h="49">
                <a:moveTo>
                  <a:pt x="48" y="47"/>
                </a:moveTo>
                <a:cubicBezTo>
                  <a:pt x="3" y="47"/>
                  <a:pt x="3" y="47"/>
                  <a:pt x="3" y="47"/>
                </a:cubicBezTo>
                <a:cubicBezTo>
                  <a:pt x="3" y="2"/>
                  <a:pt x="3" y="2"/>
                  <a:pt x="3" y="2"/>
                </a:cubicBezTo>
                <a:cubicBezTo>
                  <a:pt x="3" y="1"/>
                  <a:pt x="2" y="0"/>
                  <a:pt x="1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1" y="49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49"/>
                  <a:pt x="49" y="49"/>
                  <a:pt x="49" y="48"/>
                </a:cubicBezTo>
                <a:cubicBezTo>
                  <a:pt x="49" y="47"/>
                  <a:pt x="48" y="47"/>
                  <a:pt x="48" y="47"/>
                </a:cubicBezTo>
                <a:close/>
                <a:moveTo>
                  <a:pt x="40" y="44"/>
                </a:moveTo>
                <a:cubicBezTo>
                  <a:pt x="40" y="44"/>
                  <a:pt x="40" y="44"/>
                  <a:pt x="40" y="44"/>
                </a:cubicBezTo>
                <a:cubicBezTo>
                  <a:pt x="46" y="44"/>
                  <a:pt x="46" y="44"/>
                  <a:pt x="46" y="44"/>
                </a:cubicBezTo>
                <a:cubicBezTo>
                  <a:pt x="46" y="44"/>
                  <a:pt x="47" y="43"/>
                  <a:pt x="47" y="42"/>
                </a:cubicBezTo>
                <a:cubicBezTo>
                  <a:pt x="47" y="35"/>
                  <a:pt x="47" y="35"/>
                  <a:pt x="47" y="35"/>
                </a:cubicBezTo>
                <a:cubicBezTo>
                  <a:pt x="47" y="35"/>
                  <a:pt x="46" y="34"/>
                  <a:pt x="46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39" y="34"/>
                  <a:pt x="39" y="35"/>
                  <a:pt x="39" y="35"/>
                </a:cubicBezTo>
                <a:cubicBezTo>
                  <a:pt x="39" y="42"/>
                  <a:pt x="39" y="42"/>
                  <a:pt x="39" y="42"/>
                </a:cubicBezTo>
                <a:cubicBezTo>
                  <a:pt x="39" y="43"/>
                  <a:pt x="39" y="44"/>
                  <a:pt x="40" y="44"/>
                </a:cubicBezTo>
                <a:close/>
                <a:moveTo>
                  <a:pt x="41" y="36"/>
                </a:moveTo>
                <a:cubicBezTo>
                  <a:pt x="41" y="36"/>
                  <a:pt x="41" y="36"/>
                  <a:pt x="41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44" y="41"/>
                  <a:pt x="44" y="41"/>
                  <a:pt x="44" y="41"/>
                </a:cubicBezTo>
                <a:cubicBezTo>
                  <a:pt x="41" y="41"/>
                  <a:pt x="41" y="41"/>
                  <a:pt x="41" y="41"/>
                </a:cubicBezTo>
                <a:cubicBezTo>
                  <a:pt x="41" y="36"/>
                  <a:pt x="41" y="36"/>
                  <a:pt x="41" y="36"/>
                </a:cubicBezTo>
                <a:close/>
                <a:moveTo>
                  <a:pt x="30" y="44"/>
                </a:moveTo>
                <a:cubicBezTo>
                  <a:pt x="30" y="44"/>
                  <a:pt x="30" y="44"/>
                  <a:pt x="30" y="44"/>
                </a:cubicBezTo>
                <a:cubicBezTo>
                  <a:pt x="35" y="44"/>
                  <a:pt x="35" y="44"/>
                  <a:pt x="35" y="44"/>
                </a:cubicBezTo>
                <a:cubicBezTo>
                  <a:pt x="36" y="44"/>
                  <a:pt x="37" y="43"/>
                  <a:pt x="37" y="42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3"/>
                  <a:pt x="36" y="12"/>
                  <a:pt x="35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29" y="12"/>
                  <a:pt x="29" y="13"/>
                  <a:pt x="29" y="14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43"/>
                  <a:pt x="29" y="44"/>
                  <a:pt x="30" y="44"/>
                </a:cubicBezTo>
                <a:close/>
                <a:moveTo>
                  <a:pt x="31" y="15"/>
                </a:moveTo>
                <a:cubicBezTo>
                  <a:pt x="31" y="15"/>
                  <a:pt x="31" y="15"/>
                  <a:pt x="31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41"/>
                  <a:pt x="34" y="41"/>
                  <a:pt x="34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31" y="15"/>
                  <a:pt x="31" y="15"/>
                  <a:pt x="31" y="15"/>
                </a:cubicBezTo>
                <a:close/>
                <a:moveTo>
                  <a:pt x="7" y="44"/>
                </a:moveTo>
                <a:cubicBezTo>
                  <a:pt x="7" y="44"/>
                  <a:pt x="7" y="44"/>
                  <a:pt x="7" y="44"/>
                </a:cubicBezTo>
                <a:cubicBezTo>
                  <a:pt x="12" y="44"/>
                  <a:pt x="12" y="44"/>
                  <a:pt x="12" y="44"/>
                </a:cubicBezTo>
                <a:cubicBezTo>
                  <a:pt x="13" y="44"/>
                  <a:pt x="13" y="43"/>
                  <a:pt x="13" y="42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6"/>
                  <a:pt x="12" y="6"/>
                </a:cubicBezTo>
                <a:cubicBezTo>
                  <a:pt x="7" y="6"/>
                  <a:pt x="7" y="6"/>
                  <a:pt x="7" y="6"/>
                </a:cubicBezTo>
                <a:cubicBezTo>
                  <a:pt x="6" y="6"/>
                  <a:pt x="6" y="7"/>
                  <a:pt x="6" y="7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3"/>
                  <a:pt x="6" y="44"/>
                  <a:pt x="7" y="44"/>
                </a:cubicBezTo>
                <a:close/>
                <a:moveTo>
                  <a:pt x="8" y="8"/>
                </a:moveTo>
                <a:cubicBezTo>
                  <a:pt x="8" y="8"/>
                  <a:pt x="8" y="8"/>
                  <a:pt x="8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41"/>
                  <a:pt x="11" y="41"/>
                  <a:pt x="11" y="41"/>
                </a:cubicBezTo>
                <a:cubicBezTo>
                  <a:pt x="8" y="41"/>
                  <a:pt x="8" y="41"/>
                  <a:pt x="8" y="41"/>
                </a:cubicBezTo>
                <a:cubicBezTo>
                  <a:pt x="8" y="8"/>
                  <a:pt x="8" y="8"/>
                  <a:pt x="8" y="8"/>
                </a:cubicBezTo>
                <a:close/>
                <a:moveTo>
                  <a:pt x="17" y="44"/>
                </a:moveTo>
                <a:cubicBezTo>
                  <a:pt x="17" y="44"/>
                  <a:pt x="17" y="44"/>
                  <a:pt x="17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3" y="44"/>
                  <a:pt x="24" y="43"/>
                  <a:pt x="24" y="42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27"/>
                  <a:pt x="23" y="27"/>
                  <a:pt x="22" y="27"/>
                </a:cubicBezTo>
                <a:cubicBezTo>
                  <a:pt x="17" y="27"/>
                  <a:pt x="17" y="27"/>
                  <a:pt x="17" y="27"/>
                </a:cubicBezTo>
                <a:cubicBezTo>
                  <a:pt x="16" y="27"/>
                  <a:pt x="16" y="27"/>
                  <a:pt x="16" y="28"/>
                </a:cubicBezTo>
                <a:cubicBezTo>
                  <a:pt x="16" y="42"/>
                  <a:pt x="16" y="42"/>
                  <a:pt x="16" y="42"/>
                </a:cubicBezTo>
                <a:cubicBezTo>
                  <a:pt x="16" y="43"/>
                  <a:pt x="16" y="44"/>
                  <a:pt x="17" y="44"/>
                </a:cubicBezTo>
                <a:close/>
                <a:moveTo>
                  <a:pt x="18" y="29"/>
                </a:moveTo>
                <a:cubicBezTo>
                  <a:pt x="18" y="29"/>
                  <a:pt x="18" y="29"/>
                  <a:pt x="18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41"/>
                  <a:pt x="21" y="41"/>
                  <a:pt x="21" y="41"/>
                </a:cubicBezTo>
                <a:cubicBezTo>
                  <a:pt x="18" y="41"/>
                  <a:pt x="18" y="41"/>
                  <a:pt x="18" y="41"/>
                </a:cubicBezTo>
                <a:cubicBezTo>
                  <a:pt x="18" y="29"/>
                  <a:pt x="18" y="29"/>
                  <a:pt x="18" y="2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02" name="Freeform 136">
            <a:extLst>
              <a:ext uri="{FF2B5EF4-FFF2-40B4-BE49-F238E27FC236}">
                <a16:creationId xmlns:a16="http://schemas.microsoft.com/office/drawing/2014/main" id="{ED65358F-9A13-05D7-3563-42471496A3CA}"/>
              </a:ext>
            </a:extLst>
          </p:cNvPr>
          <p:cNvSpPr>
            <a:spLocks noEditPoints="1"/>
          </p:cNvSpPr>
          <p:nvPr/>
        </p:nvSpPr>
        <p:spPr bwMode="auto">
          <a:xfrm>
            <a:off x="7312485" y="2580666"/>
            <a:ext cx="209549" cy="207433"/>
          </a:xfrm>
          <a:custGeom>
            <a:avLst/>
            <a:gdLst>
              <a:gd name="T0" fmla="*/ 150747 w 49"/>
              <a:gd name="T1" fmla="*/ 149225 h 49"/>
              <a:gd name="T2" fmla="*/ 6415 w 49"/>
              <a:gd name="T3" fmla="*/ 149225 h 49"/>
              <a:gd name="T4" fmla="*/ 6415 w 49"/>
              <a:gd name="T5" fmla="*/ 6350 h 49"/>
              <a:gd name="T6" fmla="*/ 3207 w 49"/>
              <a:gd name="T7" fmla="*/ 0 h 49"/>
              <a:gd name="T8" fmla="*/ 0 w 49"/>
              <a:gd name="T9" fmla="*/ 6350 h 49"/>
              <a:gd name="T10" fmla="*/ 0 w 49"/>
              <a:gd name="T11" fmla="*/ 152400 h 49"/>
              <a:gd name="T12" fmla="*/ 0 w 49"/>
              <a:gd name="T13" fmla="*/ 152400 h 49"/>
              <a:gd name="T14" fmla="*/ 3207 w 49"/>
              <a:gd name="T15" fmla="*/ 155575 h 49"/>
              <a:gd name="T16" fmla="*/ 3207 w 49"/>
              <a:gd name="T17" fmla="*/ 155575 h 49"/>
              <a:gd name="T18" fmla="*/ 150747 w 49"/>
              <a:gd name="T19" fmla="*/ 155575 h 49"/>
              <a:gd name="T20" fmla="*/ 157162 w 49"/>
              <a:gd name="T21" fmla="*/ 152400 h 49"/>
              <a:gd name="T22" fmla="*/ 150747 w 49"/>
              <a:gd name="T23" fmla="*/ 149225 h 49"/>
              <a:gd name="T24" fmla="*/ 22452 w 49"/>
              <a:gd name="T25" fmla="*/ 133350 h 49"/>
              <a:gd name="T26" fmla="*/ 22452 w 49"/>
              <a:gd name="T27" fmla="*/ 133350 h 49"/>
              <a:gd name="T28" fmla="*/ 141125 w 49"/>
              <a:gd name="T29" fmla="*/ 133350 h 49"/>
              <a:gd name="T30" fmla="*/ 147540 w 49"/>
              <a:gd name="T31" fmla="*/ 127000 h 49"/>
              <a:gd name="T32" fmla="*/ 147540 w 49"/>
              <a:gd name="T33" fmla="*/ 25400 h 49"/>
              <a:gd name="T34" fmla="*/ 147540 w 49"/>
              <a:gd name="T35" fmla="*/ 19050 h 49"/>
              <a:gd name="T36" fmla="*/ 137918 w 49"/>
              <a:gd name="T37" fmla="*/ 19050 h 49"/>
              <a:gd name="T38" fmla="*/ 109051 w 49"/>
              <a:gd name="T39" fmla="*/ 53975 h 49"/>
              <a:gd name="T40" fmla="*/ 102636 w 49"/>
              <a:gd name="T41" fmla="*/ 44450 h 49"/>
              <a:gd name="T42" fmla="*/ 102636 w 49"/>
              <a:gd name="T43" fmla="*/ 44450 h 49"/>
              <a:gd name="T44" fmla="*/ 93014 w 49"/>
              <a:gd name="T45" fmla="*/ 44450 h 49"/>
              <a:gd name="T46" fmla="*/ 67355 w 49"/>
              <a:gd name="T47" fmla="*/ 73025 h 49"/>
              <a:gd name="T48" fmla="*/ 60940 w 49"/>
              <a:gd name="T49" fmla="*/ 66675 h 49"/>
              <a:gd name="T50" fmla="*/ 60940 w 49"/>
              <a:gd name="T51" fmla="*/ 66675 h 49"/>
              <a:gd name="T52" fmla="*/ 51318 w 49"/>
              <a:gd name="T53" fmla="*/ 66675 h 49"/>
              <a:gd name="T54" fmla="*/ 16037 w 49"/>
              <a:gd name="T55" fmla="*/ 104775 h 49"/>
              <a:gd name="T56" fmla="*/ 16037 w 49"/>
              <a:gd name="T57" fmla="*/ 107950 h 49"/>
              <a:gd name="T58" fmla="*/ 16037 w 49"/>
              <a:gd name="T59" fmla="*/ 127000 h 49"/>
              <a:gd name="T60" fmla="*/ 22452 w 49"/>
              <a:gd name="T61" fmla="*/ 133350 h 49"/>
              <a:gd name="T62" fmla="*/ 137918 w 49"/>
              <a:gd name="T63" fmla="*/ 123825 h 49"/>
              <a:gd name="T64" fmla="*/ 137918 w 49"/>
              <a:gd name="T65" fmla="*/ 123825 h 49"/>
              <a:gd name="T66" fmla="*/ 32074 w 49"/>
              <a:gd name="T67" fmla="*/ 123825 h 49"/>
              <a:gd name="T68" fmla="*/ 57733 w 49"/>
              <a:gd name="T69" fmla="*/ 111125 h 49"/>
              <a:gd name="T70" fmla="*/ 67355 w 49"/>
              <a:gd name="T71" fmla="*/ 117475 h 49"/>
              <a:gd name="T72" fmla="*/ 70563 w 49"/>
              <a:gd name="T73" fmla="*/ 117475 h 49"/>
              <a:gd name="T74" fmla="*/ 99429 w 49"/>
              <a:gd name="T75" fmla="*/ 101600 h 49"/>
              <a:gd name="T76" fmla="*/ 109051 w 49"/>
              <a:gd name="T77" fmla="*/ 104775 h 49"/>
              <a:gd name="T78" fmla="*/ 112259 w 49"/>
              <a:gd name="T79" fmla="*/ 104775 h 49"/>
              <a:gd name="T80" fmla="*/ 137918 w 49"/>
              <a:gd name="T81" fmla="*/ 92075 h 49"/>
              <a:gd name="T82" fmla="*/ 137918 w 49"/>
              <a:gd name="T83" fmla="*/ 123825 h 49"/>
              <a:gd name="T84" fmla="*/ 28866 w 49"/>
              <a:gd name="T85" fmla="*/ 111125 h 49"/>
              <a:gd name="T86" fmla="*/ 28866 w 49"/>
              <a:gd name="T87" fmla="*/ 111125 h 49"/>
              <a:gd name="T88" fmla="*/ 57733 w 49"/>
              <a:gd name="T89" fmla="*/ 79375 h 49"/>
              <a:gd name="T90" fmla="*/ 64148 w 49"/>
              <a:gd name="T91" fmla="*/ 88900 h 49"/>
              <a:gd name="T92" fmla="*/ 73770 w 49"/>
              <a:gd name="T93" fmla="*/ 88900 h 49"/>
              <a:gd name="T94" fmla="*/ 73770 w 49"/>
              <a:gd name="T95" fmla="*/ 88900 h 49"/>
              <a:gd name="T96" fmla="*/ 99429 w 49"/>
              <a:gd name="T97" fmla="*/ 57150 h 49"/>
              <a:gd name="T98" fmla="*/ 105844 w 49"/>
              <a:gd name="T99" fmla="*/ 66675 h 49"/>
              <a:gd name="T100" fmla="*/ 115466 w 49"/>
              <a:gd name="T101" fmla="*/ 66675 h 49"/>
              <a:gd name="T102" fmla="*/ 115466 w 49"/>
              <a:gd name="T103" fmla="*/ 66675 h 49"/>
              <a:gd name="T104" fmla="*/ 137918 w 49"/>
              <a:gd name="T105" fmla="*/ 41275 h 49"/>
              <a:gd name="T106" fmla="*/ 137918 w 49"/>
              <a:gd name="T107" fmla="*/ 82550 h 49"/>
              <a:gd name="T108" fmla="*/ 109051 w 49"/>
              <a:gd name="T109" fmla="*/ 98425 h 49"/>
              <a:gd name="T110" fmla="*/ 99429 w 49"/>
              <a:gd name="T111" fmla="*/ 92075 h 49"/>
              <a:gd name="T112" fmla="*/ 96222 w 49"/>
              <a:gd name="T113" fmla="*/ 92075 h 49"/>
              <a:gd name="T114" fmla="*/ 67355 w 49"/>
              <a:gd name="T115" fmla="*/ 107950 h 49"/>
              <a:gd name="T116" fmla="*/ 57733 w 49"/>
              <a:gd name="T117" fmla="*/ 101600 h 49"/>
              <a:gd name="T118" fmla="*/ 54526 w 49"/>
              <a:gd name="T119" fmla="*/ 101600 h 49"/>
              <a:gd name="T120" fmla="*/ 28866 w 49"/>
              <a:gd name="T121" fmla="*/ 117475 h 49"/>
              <a:gd name="T122" fmla="*/ 28866 w 49"/>
              <a:gd name="T123" fmla="*/ 111125 h 49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9" h="49">
                <a:moveTo>
                  <a:pt x="47" y="47"/>
                </a:moveTo>
                <a:cubicBezTo>
                  <a:pt x="2" y="47"/>
                  <a:pt x="2" y="47"/>
                  <a:pt x="2" y="47"/>
                </a:cubicBezTo>
                <a:cubicBezTo>
                  <a:pt x="2" y="2"/>
                  <a:pt x="2" y="2"/>
                  <a:pt x="2" y="2"/>
                </a:cubicBezTo>
                <a:cubicBezTo>
                  <a:pt x="2" y="1"/>
                  <a:pt x="2" y="0"/>
                  <a:pt x="1" y="0"/>
                </a:cubicBezTo>
                <a:cubicBezTo>
                  <a:pt x="0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0" y="49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47" y="49"/>
                  <a:pt x="47" y="49"/>
                  <a:pt x="47" y="49"/>
                </a:cubicBezTo>
                <a:cubicBezTo>
                  <a:pt x="48" y="49"/>
                  <a:pt x="49" y="49"/>
                  <a:pt x="49" y="48"/>
                </a:cubicBezTo>
                <a:cubicBezTo>
                  <a:pt x="49" y="47"/>
                  <a:pt x="48" y="47"/>
                  <a:pt x="47" y="47"/>
                </a:cubicBezTo>
                <a:close/>
                <a:moveTo>
                  <a:pt x="7" y="42"/>
                </a:moveTo>
                <a:cubicBezTo>
                  <a:pt x="7" y="42"/>
                  <a:pt x="7" y="42"/>
                  <a:pt x="7" y="42"/>
                </a:cubicBezTo>
                <a:cubicBezTo>
                  <a:pt x="44" y="42"/>
                  <a:pt x="44" y="42"/>
                  <a:pt x="44" y="42"/>
                </a:cubicBezTo>
                <a:cubicBezTo>
                  <a:pt x="46" y="42"/>
                  <a:pt x="46" y="42"/>
                  <a:pt x="46" y="40"/>
                </a:cubicBezTo>
                <a:cubicBezTo>
                  <a:pt x="46" y="8"/>
                  <a:pt x="46" y="8"/>
                  <a:pt x="46" y="8"/>
                </a:cubicBezTo>
                <a:cubicBezTo>
                  <a:pt x="46" y="7"/>
                  <a:pt x="46" y="7"/>
                  <a:pt x="46" y="6"/>
                </a:cubicBezTo>
                <a:cubicBezTo>
                  <a:pt x="45" y="6"/>
                  <a:pt x="44" y="6"/>
                  <a:pt x="43" y="6"/>
                </a:cubicBezTo>
                <a:cubicBezTo>
                  <a:pt x="34" y="17"/>
                  <a:pt x="34" y="17"/>
                  <a:pt x="34" y="17"/>
                </a:cubicBezTo>
                <a:cubicBezTo>
                  <a:pt x="32" y="14"/>
                  <a:pt x="32" y="14"/>
                  <a:pt x="32" y="14"/>
                </a:cubicBezTo>
                <a:cubicBezTo>
                  <a:pt x="32" y="14"/>
                  <a:pt x="32" y="14"/>
                  <a:pt x="32" y="14"/>
                </a:cubicBezTo>
                <a:cubicBezTo>
                  <a:pt x="31" y="13"/>
                  <a:pt x="30" y="13"/>
                  <a:pt x="29" y="14"/>
                </a:cubicBezTo>
                <a:cubicBezTo>
                  <a:pt x="21" y="23"/>
                  <a:pt x="21" y="23"/>
                  <a:pt x="21" y="23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8" y="20"/>
                  <a:pt x="17" y="20"/>
                  <a:pt x="16" y="21"/>
                </a:cubicBezTo>
                <a:cubicBezTo>
                  <a:pt x="5" y="33"/>
                  <a:pt x="5" y="33"/>
                  <a:pt x="5" y="33"/>
                </a:cubicBezTo>
                <a:cubicBezTo>
                  <a:pt x="5" y="33"/>
                  <a:pt x="5" y="34"/>
                  <a:pt x="5" y="34"/>
                </a:cubicBezTo>
                <a:cubicBezTo>
                  <a:pt x="5" y="40"/>
                  <a:pt x="5" y="40"/>
                  <a:pt x="5" y="40"/>
                </a:cubicBezTo>
                <a:cubicBezTo>
                  <a:pt x="5" y="42"/>
                  <a:pt x="6" y="42"/>
                  <a:pt x="7" y="42"/>
                </a:cubicBezTo>
                <a:close/>
                <a:moveTo>
                  <a:pt x="43" y="39"/>
                </a:moveTo>
                <a:cubicBezTo>
                  <a:pt x="43" y="39"/>
                  <a:pt x="43" y="39"/>
                  <a:pt x="43" y="39"/>
                </a:cubicBezTo>
                <a:cubicBezTo>
                  <a:pt x="10" y="39"/>
                  <a:pt x="10" y="39"/>
                  <a:pt x="10" y="39"/>
                </a:cubicBezTo>
                <a:cubicBezTo>
                  <a:pt x="18" y="35"/>
                  <a:pt x="18" y="35"/>
                  <a:pt x="18" y="35"/>
                </a:cubicBezTo>
                <a:cubicBezTo>
                  <a:pt x="21" y="37"/>
                  <a:pt x="21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31" y="32"/>
                  <a:pt x="31" y="32"/>
                  <a:pt x="31" y="32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4"/>
                  <a:pt x="35" y="34"/>
                  <a:pt x="35" y="33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39"/>
                  <a:pt x="43" y="39"/>
                  <a:pt x="43" y="39"/>
                </a:cubicBezTo>
                <a:close/>
                <a:moveTo>
                  <a:pt x="9" y="35"/>
                </a:moveTo>
                <a:cubicBezTo>
                  <a:pt x="9" y="35"/>
                  <a:pt x="9" y="35"/>
                  <a:pt x="9" y="35"/>
                </a:cubicBezTo>
                <a:cubicBezTo>
                  <a:pt x="18" y="25"/>
                  <a:pt x="18" y="25"/>
                  <a:pt x="18" y="25"/>
                </a:cubicBezTo>
                <a:cubicBezTo>
                  <a:pt x="20" y="28"/>
                  <a:pt x="20" y="28"/>
                  <a:pt x="20" y="28"/>
                </a:cubicBezTo>
                <a:cubicBezTo>
                  <a:pt x="21" y="28"/>
                  <a:pt x="22" y="29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31" y="18"/>
                  <a:pt x="31" y="18"/>
                  <a:pt x="31" y="18"/>
                </a:cubicBezTo>
                <a:cubicBezTo>
                  <a:pt x="33" y="21"/>
                  <a:pt x="33" y="21"/>
                  <a:pt x="33" y="21"/>
                </a:cubicBezTo>
                <a:cubicBezTo>
                  <a:pt x="34" y="22"/>
                  <a:pt x="35" y="22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43" y="13"/>
                  <a:pt x="43" y="13"/>
                  <a:pt x="43" y="13"/>
                </a:cubicBezTo>
                <a:cubicBezTo>
                  <a:pt x="43" y="26"/>
                  <a:pt x="43" y="26"/>
                  <a:pt x="43" y="26"/>
                </a:cubicBezTo>
                <a:cubicBezTo>
                  <a:pt x="34" y="31"/>
                  <a:pt x="34" y="31"/>
                  <a:pt x="34" y="31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9"/>
                  <a:pt x="30" y="29"/>
                  <a:pt x="30" y="29"/>
                </a:cubicBezTo>
                <a:cubicBezTo>
                  <a:pt x="21" y="34"/>
                  <a:pt x="21" y="34"/>
                  <a:pt x="21" y="34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7" y="32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5"/>
                  <a:pt x="9" y="35"/>
                  <a:pt x="9" y="3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03" name="Freeform 137">
            <a:extLst>
              <a:ext uri="{FF2B5EF4-FFF2-40B4-BE49-F238E27FC236}">
                <a16:creationId xmlns:a16="http://schemas.microsoft.com/office/drawing/2014/main" id="{47326F88-FE29-C559-345F-89E26B2AE9EB}"/>
              </a:ext>
            </a:extLst>
          </p:cNvPr>
          <p:cNvSpPr>
            <a:spLocks noEditPoints="1"/>
          </p:cNvSpPr>
          <p:nvPr/>
        </p:nvSpPr>
        <p:spPr bwMode="auto">
          <a:xfrm>
            <a:off x="7682901" y="2580666"/>
            <a:ext cx="203200" cy="207433"/>
          </a:xfrm>
          <a:custGeom>
            <a:avLst/>
            <a:gdLst>
              <a:gd name="T0" fmla="*/ 28575 w 48"/>
              <a:gd name="T1" fmla="*/ 57150 h 49"/>
              <a:gd name="T2" fmla="*/ 41275 w 48"/>
              <a:gd name="T3" fmla="*/ 66675 h 49"/>
              <a:gd name="T4" fmla="*/ 53975 w 48"/>
              <a:gd name="T5" fmla="*/ 69850 h 49"/>
              <a:gd name="T6" fmla="*/ 66675 w 48"/>
              <a:gd name="T7" fmla="*/ 47625 h 49"/>
              <a:gd name="T8" fmla="*/ 76200 w 48"/>
              <a:gd name="T9" fmla="*/ 47625 h 49"/>
              <a:gd name="T10" fmla="*/ 76200 w 48"/>
              <a:gd name="T11" fmla="*/ 47625 h 49"/>
              <a:gd name="T12" fmla="*/ 98425 w 48"/>
              <a:gd name="T13" fmla="*/ 63500 h 49"/>
              <a:gd name="T14" fmla="*/ 117475 w 48"/>
              <a:gd name="T15" fmla="*/ 31750 h 49"/>
              <a:gd name="T16" fmla="*/ 117475 w 48"/>
              <a:gd name="T17" fmla="*/ 25400 h 49"/>
              <a:gd name="T18" fmla="*/ 120650 w 48"/>
              <a:gd name="T19" fmla="*/ 15875 h 49"/>
              <a:gd name="T20" fmla="*/ 127000 w 48"/>
              <a:gd name="T21" fmla="*/ 12700 h 49"/>
              <a:gd name="T22" fmla="*/ 139700 w 48"/>
              <a:gd name="T23" fmla="*/ 25400 h 49"/>
              <a:gd name="T24" fmla="*/ 136525 w 48"/>
              <a:gd name="T25" fmla="*/ 31750 h 49"/>
              <a:gd name="T26" fmla="*/ 127000 w 48"/>
              <a:gd name="T27" fmla="*/ 34925 h 49"/>
              <a:gd name="T28" fmla="*/ 107950 w 48"/>
              <a:gd name="T29" fmla="*/ 73025 h 49"/>
              <a:gd name="T30" fmla="*/ 107950 w 48"/>
              <a:gd name="T31" fmla="*/ 73025 h 49"/>
              <a:gd name="T32" fmla="*/ 98425 w 48"/>
              <a:gd name="T33" fmla="*/ 76200 h 49"/>
              <a:gd name="T34" fmla="*/ 76200 w 48"/>
              <a:gd name="T35" fmla="*/ 60325 h 49"/>
              <a:gd name="T36" fmla="*/ 66675 w 48"/>
              <a:gd name="T37" fmla="*/ 73025 h 49"/>
              <a:gd name="T38" fmla="*/ 76200 w 48"/>
              <a:gd name="T39" fmla="*/ 76200 h 49"/>
              <a:gd name="T40" fmla="*/ 76200 w 48"/>
              <a:gd name="T41" fmla="*/ 76200 h 49"/>
              <a:gd name="T42" fmla="*/ 101600 w 48"/>
              <a:gd name="T43" fmla="*/ 95250 h 49"/>
              <a:gd name="T44" fmla="*/ 117475 w 48"/>
              <a:gd name="T45" fmla="*/ 95250 h 49"/>
              <a:gd name="T46" fmla="*/ 127000 w 48"/>
              <a:gd name="T47" fmla="*/ 85725 h 49"/>
              <a:gd name="T48" fmla="*/ 136525 w 48"/>
              <a:gd name="T49" fmla="*/ 88900 h 49"/>
              <a:gd name="T50" fmla="*/ 139700 w 48"/>
              <a:gd name="T51" fmla="*/ 98425 h 49"/>
              <a:gd name="T52" fmla="*/ 127000 w 48"/>
              <a:gd name="T53" fmla="*/ 111125 h 49"/>
              <a:gd name="T54" fmla="*/ 120650 w 48"/>
              <a:gd name="T55" fmla="*/ 107950 h 49"/>
              <a:gd name="T56" fmla="*/ 117475 w 48"/>
              <a:gd name="T57" fmla="*/ 104775 h 49"/>
              <a:gd name="T58" fmla="*/ 101600 w 48"/>
              <a:gd name="T59" fmla="*/ 107950 h 49"/>
              <a:gd name="T60" fmla="*/ 98425 w 48"/>
              <a:gd name="T61" fmla="*/ 107950 h 49"/>
              <a:gd name="T62" fmla="*/ 69850 w 48"/>
              <a:gd name="T63" fmla="*/ 85725 h 49"/>
              <a:gd name="T64" fmla="*/ 60325 w 48"/>
              <a:gd name="T65" fmla="*/ 85725 h 49"/>
              <a:gd name="T66" fmla="*/ 41275 w 48"/>
              <a:gd name="T67" fmla="*/ 117475 h 49"/>
              <a:gd name="T68" fmla="*/ 41275 w 48"/>
              <a:gd name="T69" fmla="*/ 123825 h 49"/>
              <a:gd name="T70" fmla="*/ 38100 w 48"/>
              <a:gd name="T71" fmla="*/ 130175 h 49"/>
              <a:gd name="T72" fmla="*/ 28575 w 48"/>
              <a:gd name="T73" fmla="*/ 133350 h 49"/>
              <a:gd name="T74" fmla="*/ 19050 w 48"/>
              <a:gd name="T75" fmla="*/ 123825 h 49"/>
              <a:gd name="T76" fmla="*/ 28575 w 48"/>
              <a:gd name="T77" fmla="*/ 111125 h 49"/>
              <a:gd name="T78" fmla="*/ 28575 w 48"/>
              <a:gd name="T79" fmla="*/ 111125 h 49"/>
              <a:gd name="T80" fmla="*/ 47625 w 48"/>
              <a:gd name="T81" fmla="*/ 79375 h 49"/>
              <a:gd name="T82" fmla="*/ 38100 w 48"/>
              <a:gd name="T83" fmla="*/ 76200 h 49"/>
              <a:gd name="T84" fmla="*/ 28575 w 48"/>
              <a:gd name="T85" fmla="*/ 79375 h 49"/>
              <a:gd name="T86" fmla="*/ 19050 w 48"/>
              <a:gd name="T87" fmla="*/ 69850 h 49"/>
              <a:gd name="T88" fmla="*/ 28575 w 48"/>
              <a:gd name="T89" fmla="*/ 57150 h 49"/>
              <a:gd name="T90" fmla="*/ 3175 w 48"/>
              <a:gd name="T91" fmla="*/ 155575 h 49"/>
              <a:gd name="T92" fmla="*/ 3175 w 48"/>
              <a:gd name="T93" fmla="*/ 155575 h 49"/>
              <a:gd name="T94" fmla="*/ 149225 w 48"/>
              <a:gd name="T95" fmla="*/ 155575 h 49"/>
              <a:gd name="T96" fmla="*/ 152400 w 48"/>
              <a:gd name="T97" fmla="*/ 152400 h 49"/>
              <a:gd name="T98" fmla="*/ 149225 w 48"/>
              <a:gd name="T99" fmla="*/ 149225 h 49"/>
              <a:gd name="T100" fmla="*/ 6350 w 48"/>
              <a:gd name="T101" fmla="*/ 149225 h 49"/>
              <a:gd name="T102" fmla="*/ 6350 w 48"/>
              <a:gd name="T103" fmla="*/ 6350 h 49"/>
              <a:gd name="T104" fmla="*/ 3175 w 48"/>
              <a:gd name="T105" fmla="*/ 0 h 49"/>
              <a:gd name="T106" fmla="*/ 0 w 48"/>
              <a:gd name="T107" fmla="*/ 6350 h 49"/>
              <a:gd name="T108" fmla="*/ 0 w 48"/>
              <a:gd name="T109" fmla="*/ 152400 h 49"/>
              <a:gd name="T110" fmla="*/ 3175 w 48"/>
              <a:gd name="T111" fmla="*/ 155575 h 4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48" h="49">
                <a:moveTo>
                  <a:pt x="9" y="18"/>
                </a:moveTo>
                <a:cubicBezTo>
                  <a:pt x="11" y="18"/>
                  <a:pt x="12" y="19"/>
                  <a:pt x="13" y="21"/>
                </a:cubicBezTo>
                <a:cubicBezTo>
                  <a:pt x="17" y="22"/>
                  <a:pt x="17" y="22"/>
                  <a:pt x="17" y="22"/>
                </a:cubicBezTo>
                <a:cubicBezTo>
                  <a:pt x="21" y="15"/>
                  <a:pt x="21" y="15"/>
                  <a:pt x="21" y="15"/>
                </a:cubicBezTo>
                <a:cubicBezTo>
                  <a:pt x="22" y="14"/>
                  <a:pt x="23" y="14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31" y="20"/>
                  <a:pt x="31" y="20"/>
                  <a:pt x="31" y="20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9"/>
                  <a:pt x="37" y="8"/>
                  <a:pt x="37" y="8"/>
                </a:cubicBezTo>
                <a:cubicBezTo>
                  <a:pt x="37" y="7"/>
                  <a:pt x="37" y="6"/>
                  <a:pt x="38" y="5"/>
                </a:cubicBezTo>
                <a:cubicBezTo>
                  <a:pt x="38" y="4"/>
                  <a:pt x="39" y="4"/>
                  <a:pt x="40" y="4"/>
                </a:cubicBezTo>
                <a:cubicBezTo>
                  <a:pt x="42" y="4"/>
                  <a:pt x="44" y="6"/>
                  <a:pt x="44" y="8"/>
                </a:cubicBezTo>
                <a:cubicBezTo>
                  <a:pt x="44" y="9"/>
                  <a:pt x="43" y="10"/>
                  <a:pt x="43" y="10"/>
                </a:cubicBezTo>
                <a:cubicBezTo>
                  <a:pt x="42" y="11"/>
                  <a:pt x="41" y="11"/>
                  <a:pt x="40" y="11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3" y="24"/>
                  <a:pt x="32" y="25"/>
                  <a:pt x="31" y="24"/>
                </a:cubicBezTo>
                <a:cubicBezTo>
                  <a:pt x="24" y="19"/>
                  <a:pt x="24" y="19"/>
                  <a:pt x="24" y="19"/>
                </a:cubicBezTo>
                <a:cubicBezTo>
                  <a:pt x="21" y="23"/>
                  <a:pt x="21" y="23"/>
                  <a:pt x="21" y="23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32" y="30"/>
                  <a:pt x="32" y="30"/>
                  <a:pt x="32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28"/>
                  <a:pt x="39" y="27"/>
                  <a:pt x="40" y="27"/>
                </a:cubicBezTo>
                <a:cubicBezTo>
                  <a:pt x="41" y="27"/>
                  <a:pt x="42" y="28"/>
                  <a:pt x="43" y="28"/>
                </a:cubicBezTo>
                <a:cubicBezTo>
                  <a:pt x="43" y="29"/>
                  <a:pt x="44" y="30"/>
                  <a:pt x="44" y="31"/>
                </a:cubicBezTo>
                <a:cubicBezTo>
                  <a:pt x="44" y="33"/>
                  <a:pt x="42" y="35"/>
                  <a:pt x="40" y="35"/>
                </a:cubicBezTo>
                <a:cubicBezTo>
                  <a:pt x="39" y="35"/>
                  <a:pt x="38" y="34"/>
                  <a:pt x="38" y="34"/>
                </a:cubicBezTo>
                <a:cubicBezTo>
                  <a:pt x="37" y="33"/>
                  <a:pt x="37" y="33"/>
                  <a:pt x="37" y="33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1" y="34"/>
                  <a:pt x="31" y="34"/>
                </a:cubicBezTo>
                <a:cubicBezTo>
                  <a:pt x="22" y="27"/>
                  <a:pt x="22" y="27"/>
                  <a:pt x="22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8"/>
                  <a:pt x="13" y="38"/>
                  <a:pt x="13" y="39"/>
                </a:cubicBezTo>
                <a:cubicBezTo>
                  <a:pt x="13" y="40"/>
                  <a:pt x="13" y="41"/>
                  <a:pt x="12" y="41"/>
                </a:cubicBezTo>
                <a:cubicBezTo>
                  <a:pt x="11" y="42"/>
                  <a:pt x="10" y="42"/>
                  <a:pt x="9" y="42"/>
                </a:cubicBezTo>
                <a:cubicBezTo>
                  <a:pt x="7" y="42"/>
                  <a:pt x="6" y="41"/>
                  <a:pt x="6" y="39"/>
                </a:cubicBezTo>
                <a:cubicBezTo>
                  <a:pt x="6" y="37"/>
                  <a:pt x="7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15" y="25"/>
                  <a:pt x="15" y="25"/>
                  <a:pt x="15" y="25"/>
                </a:cubicBezTo>
                <a:cubicBezTo>
                  <a:pt x="12" y="24"/>
                  <a:pt x="12" y="24"/>
                  <a:pt x="12" y="24"/>
                </a:cubicBezTo>
                <a:cubicBezTo>
                  <a:pt x="11" y="25"/>
                  <a:pt x="10" y="25"/>
                  <a:pt x="9" y="25"/>
                </a:cubicBezTo>
                <a:cubicBezTo>
                  <a:pt x="7" y="25"/>
                  <a:pt x="6" y="24"/>
                  <a:pt x="6" y="22"/>
                </a:cubicBezTo>
                <a:cubicBezTo>
                  <a:pt x="6" y="20"/>
                  <a:pt x="7" y="18"/>
                  <a:pt x="9" y="18"/>
                </a:cubicBezTo>
                <a:close/>
                <a:moveTo>
                  <a:pt x="1" y="49"/>
                </a:moveTo>
                <a:cubicBezTo>
                  <a:pt x="1" y="49"/>
                  <a:pt x="1" y="49"/>
                  <a:pt x="1" y="49"/>
                </a:cubicBezTo>
                <a:cubicBezTo>
                  <a:pt x="47" y="49"/>
                  <a:pt x="47" y="49"/>
                  <a:pt x="47" y="49"/>
                </a:cubicBezTo>
                <a:cubicBezTo>
                  <a:pt x="48" y="49"/>
                  <a:pt x="48" y="49"/>
                  <a:pt x="48" y="48"/>
                </a:cubicBezTo>
                <a:cubicBezTo>
                  <a:pt x="48" y="47"/>
                  <a:pt x="48" y="47"/>
                  <a:pt x="47" y="47"/>
                </a:cubicBezTo>
                <a:cubicBezTo>
                  <a:pt x="2" y="47"/>
                  <a:pt x="2" y="47"/>
                  <a:pt x="2" y="47"/>
                </a:cubicBezTo>
                <a:cubicBezTo>
                  <a:pt x="2" y="2"/>
                  <a:pt x="2" y="2"/>
                  <a:pt x="2" y="2"/>
                </a:cubicBezTo>
                <a:cubicBezTo>
                  <a:pt x="2" y="1"/>
                  <a:pt x="1" y="0"/>
                  <a:pt x="1" y="0"/>
                </a:cubicBezTo>
                <a:cubicBezTo>
                  <a:pt x="0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0" y="49"/>
                  <a:pt x="1" y="4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04" name="Freeform 138">
            <a:extLst>
              <a:ext uri="{FF2B5EF4-FFF2-40B4-BE49-F238E27FC236}">
                <a16:creationId xmlns:a16="http://schemas.microsoft.com/office/drawing/2014/main" id="{EB1D04F8-BAEF-F624-6DB5-DAED8A71E13D}"/>
              </a:ext>
            </a:extLst>
          </p:cNvPr>
          <p:cNvSpPr>
            <a:spLocks noEditPoints="1"/>
          </p:cNvSpPr>
          <p:nvPr/>
        </p:nvSpPr>
        <p:spPr bwMode="auto">
          <a:xfrm>
            <a:off x="8789919" y="2580666"/>
            <a:ext cx="207433" cy="207433"/>
          </a:xfrm>
          <a:custGeom>
            <a:avLst/>
            <a:gdLst>
              <a:gd name="T0" fmla="*/ 152400 w 49"/>
              <a:gd name="T1" fmla="*/ 149225 h 49"/>
              <a:gd name="T2" fmla="*/ 9525 w 49"/>
              <a:gd name="T3" fmla="*/ 149225 h 49"/>
              <a:gd name="T4" fmla="*/ 9525 w 49"/>
              <a:gd name="T5" fmla="*/ 6350 h 49"/>
              <a:gd name="T6" fmla="*/ 3175 w 49"/>
              <a:gd name="T7" fmla="*/ 0 h 49"/>
              <a:gd name="T8" fmla="*/ 0 w 49"/>
              <a:gd name="T9" fmla="*/ 6350 h 49"/>
              <a:gd name="T10" fmla="*/ 0 w 49"/>
              <a:gd name="T11" fmla="*/ 152400 h 49"/>
              <a:gd name="T12" fmla="*/ 3175 w 49"/>
              <a:gd name="T13" fmla="*/ 155575 h 49"/>
              <a:gd name="T14" fmla="*/ 152400 w 49"/>
              <a:gd name="T15" fmla="*/ 155575 h 49"/>
              <a:gd name="T16" fmla="*/ 155575 w 49"/>
              <a:gd name="T17" fmla="*/ 152400 h 49"/>
              <a:gd name="T18" fmla="*/ 152400 w 49"/>
              <a:gd name="T19" fmla="*/ 149225 h 49"/>
              <a:gd name="T20" fmla="*/ 69850 w 49"/>
              <a:gd name="T21" fmla="*/ 142875 h 49"/>
              <a:gd name="T22" fmla="*/ 69850 w 49"/>
              <a:gd name="T23" fmla="*/ 142875 h 49"/>
              <a:gd name="T24" fmla="*/ 95250 w 49"/>
              <a:gd name="T25" fmla="*/ 142875 h 49"/>
              <a:gd name="T26" fmla="*/ 101600 w 49"/>
              <a:gd name="T27" fmla="*/ 136525 h 49"/>
              <a:gd name="T28" fmla="*/ 101600 w 49"/>
              <a:gd name="T29" fmla="*/ 15875 h 49"/>
              <a:gd name="T30" fmla="*/ 95250 w 49"/>
              <a:gd name="T31" fmla="*/ 9525 h 49"/>
              <a:gd name="T32" fmla="*/ 69850 w 49"/>
              <a:gd name="T33" fmla="*/ 9525 h 49"/>
              <a:gd name="T34" fmla="*/ 63500 w 49"/>
              <a:gd name="T35" fmla="*/ 15875 h 49"/>
              <a:gd name="T36" fmla="*/ 63500 w 49"/>
              <a:gd name="T37" fmla="*/ 136525 h 49"/>
              <a:gd name="T38" fmla="*/ 69850 w 49"/>
              <a:gd name="T39" fmla="*/ 142875 h 49"/>
              <a:gd name="T40" fmla="*/ 76200 w 49"/>
              <a:gd name="T41" fmla="*/ 22225 h 49"/>
              <a:gd name="T42" fmla="*/ 76200 w 49"/>
              <a:gd name="T43" fmla="*/ 22225 h 49"/>
              <a:gd name="T44" fmla="*/ 88900 w 49"/>
              <a:gd name="T45" fmla="*/ 22225 h 49"/>
              <a:gd name="T46" fmla="*/ 88900 w 49"/>
              <a:gd name="T47" fmla="*/ 130175 h 49"/>
              <a:gd name="T48" fmla="*/ 76200 w 49"/>
              <a:gd name="T49" fmla="*/ 130175 h 49"/>
              <a:gd name="T50" fmla="*/ 76200 w 49"/>
              <a:gd name="T51" fmla="*/ 22225 h 49"/>
              <a:gd name="T52" fmla="*/ 22225 w 49"/>
              <a:gd name="T53" fmla="*/ 142875 h 49"/>
              <a:gd name="T54" fmla="*/ 22225 w 49"/>
              <a:gd name="T55" fmla="*/ 142875 h 49"/>
              <a:gd name="T56" fmla="*/ 50800 w 49"/>
              <a:gd name="T57" fmla="*/ 142875 h 49"/>
              <a:gd name="T58" fmla="*/ 53975 w 49"/>
              <a:gd name="T59" fmla="*/ 136525 h 49"/>
              <a:gd name="T60" fmla="*/ 53975 w 49"/>
              <a:gd name="T61" fmla="*/ 95250 h 49"/>
              <a:gd name="T62" fmla="*/ 50800 w 49"/>
              <a:gd name="T63" fmla="*/ 88900 h 49"/>
              <a:gd name="T64" fmla="*/ 22225 w 49"/>
              <a:gd name="T65" fmla="*/ 88900 h 49"/>
              <a:gd name="T66" fmla="*/ 15875 w 49"/>
              <a:gd name="T67" fmla="*/ 95250 h 49"/>
              <a:gd name="T68" fmla="*/ 15875 w 49"/>
              <a:gd name="T69" fmla="*/ 136525 h 49"/>
              <a:gd name="T70" fmla="*/ 22225 w 49"/>
              <a:gd name="T71" fmla="*/ 142875 h 49"/>
              <a:gd name="T72" fmla="*/ 28575 w 49"/>
              <a:gd name="T73" fmla="*/ 98425 h 49"/>
              <a:gd name="T74" fmla="*/ 28575 w 49"/>
              <a:gd name="T75" fmla="*/ 98425 h 49"/>
              <a:gd name="T76" fmla="*/ 44450 w 49"/>
              <a:gd name="T77" fmla="*/ 98425 h 49"/>
              <a:gd name="T78" fmla="*/ 44450 w 49"/>
              <a:gd name="T79" fmla="*/ 130175 h 49"/>
              <a:gd name="T80" fmla="*/ 28575 w 49"/>
              <a:gd name="T81" fmla="*/ 130175 h 49"/>
              <a:gd name="T82" fmla="*/ 28575 w 49"/>
              <a:gd name="T83" fmla="*/ 98425 h 49"/>
              <a:gd name="T84" fmla="*/ 117475 w 49"/>
              <a:gd name="T85" fmla="*/ 142875 h 49"/>
              <a:gd name="T86" fmla="*/ 117475 w 49"/>
              <a:gd name="T87" fmla="*/ 142875 h 49"/>
              <a:gd name="T88" fmla="*/ 142875 w 49"/>
              <a:gd name="T89" fmla="*/ 142875 h 49"/>
              <a:gd name="T90" fmla="*/ 149225 w 49"/>
              <a:gd name="T91" fmla="*/ 136525 h 49"/>
              <a:gd name="T92" fmla="*/ 149225 w 49"/>
              <a:gd name="T93" fmla="*/ 47625 h 49"/>
              <a:gd name="T94" fmla="*/ 142875 w 49"/>
              <a:gd name="T95" fmla="*/ 41275 h 49"/>
              <a:gd name="T96" fmla="*/ 117475 w 49"/>
              <a:gd name="T97" fmla="*/ 41275 h 49"/>
              <a:gd name="T98" fmla="*/ 111125 w 49"/>
              <a:gd name="T99" fmla="*/ 47625 h 49"/>
              <a:gd name="T100" fmla="*/ 111125 w 49"/>
              <a:gd name="T101" fmla="*/ 136525 h 49"/>
              <a:gd name="T102" fmla="*/ 117475 w 49"/>
              <a:gd name="T103" fmla="*/ 142875 h 49"/>
              <a:gd name="T104" fmla="*/ 120650 w 49"/>
              <a:gd name="T105" fmla="*/ 53975 h 49"/>
              <a:gd name="T106" fmla="*/ 120650 w 49"/>
              <a:gd name="T107" fmla="*/ 53975 h 49"/>
              <a:gd name="T108" fmla="*/ 136525 w 49"/>
              <a:gd name="T109" fmla="*/ 53975 h 49"/>
              <a:gd name="T110" fmla="*/ 136525 w 49"/>
              <a:gd name="T111" fmla="*/ 130175 h 49"/>
              <a:gd name="T112" fmla="*/ 120650 w 49"/>
              <a:gd name="T113" fmla="*/ 130175 h 49"/>
              <a:gd name="T114" fmla="*/ 120650 w 49"/>
              <a:gd name="T115" fmla="*/ 53975 h 49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49" h="49">
                <a:moveTo>
                  <a:pt x="48" y="47"/>
                </a:moveTo>
                <a:cubicBezTo>
                  <a:pt x="3" y="47"/>
                  <a:pt x="3" y="47"/>
                  <a:pt x="3" y="47"/>
                </a:cubicBezTo>
                <a:cubicBezTo>
                  <a:pt x="3" y="2"/>
                  <a:pt x="3" y="2"/>
                  <a:pt x="3" y="2"/>
                </a:cubicBezTo>
                <a:cubicBezTo>
                  <a:pt x="3" y="1"/>
                  <a:pt x="2" y="0"/>
                  <a:pt x="1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1" y="49"/>
                  <a:pt x="1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49"/>
                  <a:pt x="49" y="49"/>
                  <a:pt x="49" y="48"/>
                </a:cubicBezTo>
                <a:cubicBezTo>
                  <a:pt x="49" y="47"/>
                  <a:pt x="48" y="47"/>
                  <a:pt x="48" y="47"/>
                </a:cubicBezTo>
                <a:close/>
                <a:moveTo>
                  <a:pt x="22" y="45"/>
                </a:moveTo>
                <a:cubicBezTo>
                  <a:pt x="22" y="45"/>
                  <a:pt x="22" y="45"/>
                  <a:pt x="22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1" y="45"/>
                  <a:pt x="32" y="44"/>
                  <a:pt x="32" y="43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4"/>
                  <a:pt x="31" y="3"/>
                  <a:pt x="30" y="3"/>
                </a:cubicBezTo>
                <a:cubicBezTo>
                  <a:pt x="22" y="3"/>
                  <a:pt x="22" y="3"/>
                  <a:pt x="22" y="3"/>
                </a:cubicBezTo>
                <a:cubicBezTo>
                  <a:pt x="21" y="3"/>
                  <a:pt x="20" y="4"/>
                  <a:pt x="20" y="5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4"/>
                  <a:pt x="21" y="45"/>
                  <a:pt x="22" y="45"/>
                </a:cubicBezTo>
                <a:close/>
                <a:moveTo>
                  <a:pt x="24" y="7"/>
                </a:moveTo>
                <a:cubicBezTo>
                  <a:pt x="24" y="7"/>
                  <a:pt x="24" y="7"/>
                  <a:pt x="24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41"/>
                  <a:pt x="28" y="41"/>
                  <a:pt x="28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7"/>
                  <a:pt x="24" y="7"/>
                  <a:pt x="24" y="7"/>
                </a:cubicBezTo>
                <a:close/>
                <a:moveTo>
                  <a:pt x="7" y="45"/>
                </a:moveTo>
                <a:cubicBezTo>
                  <a:pt x="7" y="45"/>
                  <a:pt x="7" y="45"/>
                  <a:pt x="7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7" y="45"/>
                  <a:pt x="17" y="44"/>
                  <a:pt x="17" y="43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28"/>
                  <a:pt x="17" y="28"/>
                  <a:pt x="16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6" y="28"/>
                  <a:pt x="5" y="28"/>
                  <a:pt x="5" y="30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44"/>
                  <a:pt x="6" y="45"/>
                  <a:pt x="7" y="45"/>
                </a:cubicBezTo>
                <a:close/>
                <a:moveTo>
                  <a:pt x="9" y="31"/>
                </a:moveTo>
                <a:cubicBezTo>
                  <a:pt x="9" y="31"/>
                  <a:pt x="9" y="31"/>
                  <a:pt x="9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41"/>
                  <a:pt x="14" y="41"/>
                  <a:pt x="14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31"/>
                  <a:pt x="9" y="31"/>
                  <a:pt x="9" y="31"/>
                </a:cubicBezTo>
                <a:close/>
                <a:moveTo>
                  <a:pt x="37" y="45"/>
                </a:moveTo>
                <a:cubicBezTo>
                  <a:pt x="37" y="45"/>
                  <a:pt x="37" y="45"/>
                  <a:pt x="37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46" y="45"/>
                  <a:pt x="47" y="44"/>
                  <a:pt x="47" y="43"/>
                </a:cubicBezTo>
                <a:cubicBezTo>
                  <a:pt x="47" y="15"/>
                  <a:pt x="47" y="15"/>
                  <a:pt x="47" y="15"/>
                </a:cubicBezTo>
                <a:cubicBezTo>
                  <a:pt x="47" y="14"/>
                  <a:pt x="46" y="13"/>
                  <a:pt x="45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5" y="13"/>
                  <a:pt x="35" y="14"/>
                  <a:pt x="35" y="15"/>
                </a:cubicBezTo>
                <a:cubicBezTo>
                  <a:pt x="35" y="43"/>
                  <a:pt x="35" y="43"/>
                  <a:pt x="35" y="43"/>
                </a:cubicBezTo>
                <a:cubicBezTo>
                  <a:pt x="35" y="44"/>
                  <a:pt x="35" y="45"/>
                  <a:pt x="37" y="45"/>
                </a:cubicBezTo>
                <a:close/>
                <a:moveTo>
                  <a:pt x="38" y="17"/>
                </a:moveTo>
                <a:cubicBezTo>
                  <a:pt x="38" y="17"/>
                  <a:pt x="38" y="17"/>
                  <a:pt x="38" y="17"/>
                </a:cubicBezTo>
                <a:cubicBezTo>
                  <a:pt x="43" y="17"/>
                  <a:pt x="43" y="17"/>
                  <a:pt x="43" y="17"/>
                </a:cubicBezTo>
                <a:cubicBezTo>
                  <a:pt x="43" y="41"/>
                  <a:pt x="43" y="41"/>
                  <a:pt x="43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17"/>
                  <a:pt x="38" y="17"/>
                  <a:pt x="38" y="1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05" name="Freeform 139">
            <a:extLst>
              <a:ext uri="{FF2B5EF4-FFF2-40B4-BE49-F238E27FC236}">
                <a16:creationId xmlns:a16="http://schemas.microsoft.com/office/drawing/2014/main" id="{AF189891-1166-C6CE-D7A3-BAF9AC906FD2}"/>
              </a:ext>
            </a:extLst>
          </p:cNvPr>
          <p:cNvSpPr>
            <a:spLocks noEditPoints="1"/>
          </p:cNvSpPr>
          <p:nvPr/>
        </p:nvSpPr>
        <p:spPr bwMode="auto">
          <a:xfrm>
            <a:off x="8059668" y="2580665"/>
            <a:ext cx="182033" cy="211667"/>
          </a:xfrm>
          <a:custGeom>
            <a:avLst/>
            <a:gdLst>
              <a:gd name="T0" fmla="*/ 57150 w 43"/>
              <a:gd name="T1" fmla="*/ 101600 h 50"/>
              <a:gd name="T2" fmla="*/ 57150 w 43"/>
              <a:gd name="T3" fmla="*/ 57150 h 50"/>
              <a:gd name="T4" fmla="*/ 85725 w 43"/>
              <a:gd name="T5" fmla="*/ 44450 h 50"/>
              <a:gd name="T6" fmla="*/ 53975 w 43"/>
              <a:gd name="T7" fmla="*/ 50800 h 50"/>
              <a:gd name="T8" fmla="*/ 53975 w 43"/>
              <a:gd name="T9" fmla="*/ 104775 h 50"/>
              <a:gd name="T10" fmla="*/ 107950 w 43"/>
              <a:gd name="T11" fmla="*/ 104775 h 50"/>
              <a:gd name="T12" fmla="*/ 117475 w 43"/>
              <a:gd name="T13" fmla="*/ 69850 h 50"/>
              <a:gd name="T14" fmla="*/ 111125 w 43"/>
              <a:gd name="T15" fmla="*/ 57150 h 50"/>
              <a:gd name="T16" fmla="*/ 111125 w 43"/>
              <a:gd name="T17" fmla="*/ 69850 h 50"/>
              <a:gd name="T18" fmla="*/ 104775 w 43"/>
              <a:gd name="T19" fmla="*/ 101600 h 50"/>
              <a:gd name="T20" fmla="*/ 79375 w 43"/>
              <a:gd name="T21" fmla="*/ 130175 h 50"/>
              <a:gd name="T22" fmla="*/ 44450 w 43"/>
              <a:gd name="T23" fmla="*/ 114300 h 50"/>
              <a:gd name="T24" fmla="*/ 44450 w 43"/>
              <a:gd name="T25" fmla="*/ 44450 h 50"/>
              <a:gd name="T26" fmla="*/ 85725 w 43"/>
              <a:gd name="T27" fmla="*/ 25400 h 50"/>
              <a:gd name="T28" fmla="*/ 41275 w 43"/>
              <a:gd name="T29" fmla="*/ 38100 h 50"/>
              <a:gd name="T30" fmla="*/ 41275 w 43"/>
              <a:gd name="T31" fmla="*/ 120650 h 50"/>
              <a:gd name="T32" fmla="*/ 117475 w 43"/>
              <a:gd name="T33" fmla="*/ 123825 h 50"/>
              <a:gd name="T34" fmla="*/ 133350 w 43"/>
              <a:gd name="T35" fmla="*/ 88900 h 50"/>
              <a:gd name="T36" fmla="*/ 111125 w 43"/>
              <a:gd name="T37" fmla="*/ 117475 h 50"/>
              <a:gd name="T38" fmla="*/ 114300 w 43"/>
              <a:gd name="T39" fmla="*/ 136525 h 50"/>
              <a:gd name="T40" fmla="*/ 98425 w 43"/>
              <a:gd name="T41" fmla="*/ 142875 h 50"/>
              <a:gd name="T42" fmla="*/ 31750 w 43"/>
              <a:gd name="T43" fmla="*/ 127000 h 50"/>
              <a:gd name="T44" fmla="*/ 31750 w 43"/>
              <a:gd name="T45" fmla="*/ 31750 h 50"/>
              <a:gd name="T46" fmla="*/ 85725 w 43"/>
              <a:gd name="T47" fmla="*/ 6350 h 50"/>
              <a:gd name="T48" fmla="*/ 25400 w 43"/>
              <a:gd name="T49" fmla="*/ 22225 h 50"/>
              <a:gd name="T50" fmla="*/ 25400 w 43"/>
              <a:gd name="T51" fmla="*/ 136525 h 50"/>
              <a:gd name="T52" fmla="*/ 101600 w 43"/>
              <a:gd name="T53" fmla="*/ 155575 h 50"/>
              <a:gd name="T54" fmla="*/ 123825 w 43"/>
              <a:gd name="T55" fmla="*/ 139700 h 50"/>
              <a:gd name="T56" fmla="*/ 79375 w 43"/>
              <a:gd name="T57" fmla="*/ 60325 h 50"/>
              <a:gd name="T58" fmla="*/ 66675 w 43"/>
              <a:gd name="T59" fmla="*/ 63500 h 50"/>
              <a:gd name="T60" fmla="*/ 66675 w 43"/>
              <a:gd name="T61" fmla="*/ 63500 h 50"/>
              <a:gd name="T62" fmla="*/ 66675 w 43"/>
              <a:gd name="T63" fmla="*/ 92075 h 50"/>
              <a:gd name="T64" fmla="*/ 66675 w 43"/>
              <a:gd name="T65" fmla="*/ 92075 h 50"/>
              <a:gd name="T66" fmla="*/ 95250 w 43"/>
              <a:gd name="T67" fmla="*/ 92075 h 50"/>
              <a:gd name="T68" fmla="*/ 101600 w 43"/>
              <a:gd name="T69" fmla="*/ 79375 h 50"/>
              <a:gd name="T70" fmla="*/ 95250 w 43"/>
              <a:gd name="T71" fmla="*/ 63500 h 50"/>
              <a:gd name="T72" fmla="*/ 79375 w 43"/>
              <a:gd name="T73" fmla="*/ 60325 h 50"/>
              <a:gd name="T74" fmla="*/ 88900 w 43"/>
              <a:gd name="T75" fmla="*/ 88900 h 50"/>
              <a:gd name="T76" fmla="*/ 79375 w 43"/>
              <a:gd name="T77" fmla="*/ 92075 h 50"/>
              <a:gd name="T78" fmla="*/ 73025 w 43"/>
              <a:gd name="T79" fmla="*/ 88900 h 50"/>
              <a:gd name="T80" fmla="*/ 73025 w 43"/>
              <a:gd name="T81" fmla="*/ 69850 h 50"/>
              <a:gd name="T82" fmla="*/ 79375 w 43"/>
              <a:gd name="T83" fmla="*/ 66675 h 50"/>
              <a:gd name="T84" fmla="*/ 88900 w 43"/>
              <a:gd name="T85" fmla="*/ 69850 h 50"/>
              <a:gd name="T86" fmla="*/ 88900 w 43"/>
              <a:gd name="T87" fmla="*/ 88900 h 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3" h="50">
                <a:moveTo>
                  <a:pt x="25" y="35"/>
                </a:moveTo>
                <a:cubicBezTo>
                  <a:pt x="23" y="35"/>
                  <a:pt x="20" y="34"/>
                  <a:pt x="18" y="32"/>
                </a:cubicBezTo>
                <a:cubicBezTo>
                  <a:pt x="17" y="30"/>
                  <a:pt x="16" y="28"/>
                  <a:pt x="16" y="25"/>
                </a:cubicBezTo>
                <a:cubicBezTo>
                  <a:pt x="16" y="22"/>
                  <a:pt x="17" y="20"/>
                  <a:pt x="18" y="18"/>
                </a:cubicBezTo>
                <a:cubicBezTo>
                  <a:pt x="20" y="16"/>
                  <a:pt x="23" y="15"/>
                  <a:pt x="25" y="15"/>
                </a:cubicBezTo>
                <a:cubicBezTo>
                  <a:pt x="26" y="15"/>
                  <a:pt x="27" y="14"/>
                  <a:pt x="27" y="14"/>
                </a:cubicBezTo>
                <a:cubicBezTo>
                  <a:pt x="27" y="13"/>
                  <a:pt x="26" y="13"/>
                  <a:pt x="25" y="13"/>
                </a:cubicBezTo>
                <a:cubicBezTo>
                  <a:pt x="22" y="13"/>
                  <a:pt x="19" y="14"/>
                  <a:pt x="17" y="16"/>
                </a:cubicBezTo>
                <a:cubicBezTo>
                  <a:pt x="15" y="18"/>
                  <a:pt x="13" y="21"/>
                  <a:pt x="13" y="25"/>
                </a:cubicBezTo>
                <a:cubicBezTo>
                  <a:pt x="13" y="28"/>
                  <a:pt x="15" y="31"/>
                  <a:pt x="17" y="33"/>
                </a:cubicBezTo>
                <a:cubicBezTo>
                  <a:pt x="19" y="36"/>
                  <a:pt x="22" y="37"/>
                  <a:pt x="25" y="37"/>
                </a:cubicBezTo>
                <a:cubicBezTo>
                  <a:pt x="29" y="37"/>
                  <a:pt x="32" y="36"/>
                  <a:pt x="34" y="33"/>
                </a:cubicBezTo>
                <a:cubicBezTo>
                  <a:pt x="36" y="31"/>
                  <a:pt x="38" y="28"/>
                  <a:pt x="38" y="25"/>
                </a:cubicBezTo>
                <a:cubicBezTo>
                  <a:pt x="38" y="24"/>
                  <a:pt x="38" y="23"/>
                  <a:pt x="37" y="22"/>
                </a:cubicBezTo>
                <a:cubicBezTo>
                  <a:pt x="37" y="21"/>
                  <a:pt x="37" y="20"/>
                  <a:pt x="36" y="19"/>
                </a:cubicBezTo>
                <a:cubicBezTo>
                  <a:pt x="36" y="18"/>
                  <a:pt x="35" y="18"/>
                  <a:pt x="35" y="18"/>
                </a:cubicBezTo>
                <a:cubicBezTo>
                  <a:pt x="34" y="19"/>
                  <a:pt x="34" y="19"/>
                  <a:pt x="34" y="20"/>
                </a:cubicBezTo>
                <a:cubicBezTo>
                  <a:pt x="35" y="21"/>
                  <a:pt x="35" y="21"/>
                  <a:pt x="35" y="22"/>
                </a:cubicBezTo>
                <a:cubicBezTo>
                  <a:pt x="35" y="23"/>
                  <a:pt x="35" y="24"/>
                  <a:pt x="35" y="25"/>
                </a:cubicBezTo>
                <a:cubicBezTo>
                  <a:pt x="35" y="28"/>
                  <a:pt x="34" y="30"/>
                  <a:pt x="33" y="32"/>
                </a:cubicBezTo>
                <a:cubicBezTo>
                  <a:pt x="31" y="34"/>
                  <a:pt x="28" y="35"/>
                  <a:pt x="25" y="35"/>
                </a:cubicBezTo>
                <a:close/>
                <a:moveTo>
                  <a:pt x="25" y="41"/>
                </a:moveTo>
                <a:cubicBezTo>
                  <a:pt x="25" y="41"/>
                  <a:pt x="25" y="41"/>
                  <a:pt x="25" y="41"/>
                </a:cubicBezTo>
                <a:cubicBezTo>
                  <a:pt x="21" y="41"/>
                  <a:pt x="17" y="39"/>
                  <a:pt x="14" y="36"/>
                </a:cubicBezTo>
                <a:cubicBezTo>
                  <a:pt x="11" y="33"/>
                  <a:pt x="10" y="29"/>
                  <a:pt x="10" y="25"/>
                </a:cubicBezTo>
                <a:cubicBezTo>
                  <a:pt x="10" y="20"/>
                  <a:pt x="11" y="16"/>
                  <a:pt x="14" y="14"/>
                </a:cubicBezTo>
                <a:cubicBezTo>
                  <a:pt x="17" y="11"/>
                  <a:pt x="21" y="9"/>
                  <a:pt x="25" y="9"/>
                </a:cubicBezTo>
                <a:cubicBezTo>
                  <a:pt x="26" y="9"/>
                  <a:pt x="27" y="8"/>
                  <a:pt x="27" y="8"/>
                </a:cubicBezTo>
                <a:cubicBezTo>
                  <a:pt x="27" y="7"/>
                  <a:pt x="26" y="7"/>
                  <a:pt x="25" y="7"/>
                </a:cubicBezTo>
                <a:cubicBezTo>
                  <a:pt x="20" y="7"/>
                  <a:pt x="16" y="9"/>
                  <a:pt x="13" y="12"/>
                </a:cubicBezTo>
                <a:cubicBezTo>
                  <a:pt x="9" y="15"/>
                  <a:pt x="7" y="20"/>
                  <a:pt x="7" y="25"/>
                </a:cubicBezTo>
                <a:cubicBezTo>
                  <a:pt x="7" y="30"/>
                  <a:pt x="9" y="34"/>
                  <a:pt x="13" y="38"/>
                </a:cubicBezTo>
                <a:cubicBezTo>
                  <a:pt x="16" y="41"/>
                  <a:pt x="20" y="43"/>
                  <a:pt x="25" y="43"/>
                </a:cubicBezTo>
                <a:cubicBezTo>
                  <a:pt x="30" y="43"/>
                  <a:pt x="33" y="42"/>
                  <a:pt x="37" y="39"/>
                </a:cubicBezTo>
                <a:cubicBezTo>
                  <a:pt x="40" y="37"/>
                  <a:pt x="42" y="34"/>
                  <a:pt x="43" y="30"/>
                </a:cubicBezTo>
                <a:cubicBezTo>
                  <a:pt x="43" y="29"/>
                  <a:pt x="43" y="28"/>
                  <a:pt x="42" y="28"/>
                </a:cubicBezTo>
                <a:cubicBezTo>
                  <a:pt x="42" y="28"/>
                  <a:pt x="41" y="28"/>
                  <a:pt x="41" y="29"/>
                </a:cubicBezTo>
                <a:cubicBezTo>
                  <a:pt x="40" y="32"/>
                  <a:pt x="38" y="35"/>
                  <a:pt x="35" y="37"/>
                </a:cubicBezTo>
                <a:cubicBezTo>
                  <a:pt x="32" y="40"/>
                  <a:pt x="29" y="41"/>
                  <a:pt x="25" y="41"/>
                </a:cubicBezTo>
                <a:close/>
                <a:moveTo>
                  <a:pt x="36" y="43"/>
                </a:moveTo>
                <a:cubicBezTo>
                  <a:pt x="36" y="43"/>
                  <a:pt x="36" y="43"/>
                  <a:pt x="36" y="43"/>
                </a:cubicBezTo>
                <a:cubicBezTo>
                  <a:pt x="34" y="44"/>
                  <a:pt x="33" y="45"/>
                  <a:pt x="31" y="45"/>
                </a:cubicBezTo>
                <a:cubicBezTo>
                  <a:pt x="29" y="46"/>
                  <a:pt x="27" y="46"/>
                  <a:pt x="25" y="46"/>
                </a:cubicBezTo>
                <a:cubicBezTo>
                  <a:pt x="20" y="46"/>
                  <a:pt x="14" y="44"/>
                  <a:pt x="10" y="40"/>
                </a:cubicBezTo>
                <a:cubicBezTo>
                  <a:pt x="7" y="36"/>
                  <a:pt x="4" y="31"/>
                  <a:pt x="4" y="25"/>
                </a:cubicBezTo>
                <a:cubicBezTo>
                  <a:pt x="4" y="19"/>
                  <a:pt x="7" y="14"/>
                  <a:pt x="10" y="10"/>
                </a:cubicBezTo>
                <a:cubicBezTo>
                  <a:pt x="14" y="6"/>
                  <a:pt x="20" y="4"/>
                  <a:pt x="25" y="4"/>
                </a:cubicBezTo>
                <a:cubicBezTo>
                  <a:pt x="27" y="4"/>
                  <a:pt x="27" y="3"/>
                  <a:pt x="27" y="2"/>
                </a:cubicBezTo>
                <a:cubicBezTo>
                  <a:pt x="27" y="1"/>
                  <a:pt x="27" y="0"/>
                  <a:pt x="25" y="0"/>
                </a:cubicBezTo>
                <a:cubicBezTo>
                  <a:pt x="19" y="0"/>
                  <a:pt x="12" y="3"/>
                  <a:pt x="8" y="7"/>
                </a:cubicBezTo>
                <a:cubicBezTo>
                  <a:pt x="3" y="12"/>
                  <a:pt x="0" y="18"/>
                  <a:pt x="0" y="25"/>
                </a:cubicBezTo>
                <a:cubicBezTo>
                  <a:pt x="0" y="32"/>
                  <a:pt x="3" y="38"/>
                  <a:pt x="8" y="43"/>
                </a:cubicBezTo>
                <a:cubicBezTo>
                  <a:pt x="12" y="47"/>
                  <a:pt x="19" y="50"/>
                  <a:pt x="25" y="50"/>
                </a:cubicBezTo>
                <a:cubicBezTo>
                  <a:pt x="28" y="50"/>
                  <a:pt x="30" y="50"/>
                  <a:pt x="32" y="49"/>
                </a:cubicBezTo>
                <a:cubicBezTo>
                  <a:pt x="34" y="48"/>
                  <a:pt x="36" y="48"/>
                  <a:pt x="38" y="47"/>
                </a:cubicBezTo>
                <a:cubicBezTo>
                  <a:pt x="39" y="46"/>
                  <a:pt x="39" y="45"/>
                  <a:pt x="39" y="44"/>
                </a:cubicBezTo>
                <a:cubicBezTo>
                  <a:pt x="38" y="43"/>
                  <a:pt x="37" y="43"/>
                  <a:pt x="36" y="43"/>
                </a:cubicBezTo>
                <a:close/>
                <a:moveTo>
                  <a:pt x="25" y="19"/>
                </a:moveTo>
                <a:cubicBezTo>
                  <a:pt x="25" y="19"/>
                  <a:pt x="25" y="19"/>
                  <a:pt x="25" y="19"/>
                </a:cubicBezTo>
                <a:cubicBezTo>
                  <a:pt x="24" y="19"/>
                  <a:pt x="22" y="19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0" y="22"/>
                  <a:pt x="19" y="23"/>
                  <a:pt x="19" y="25"/>
                </a:cubicBezTo>
                <a:cubicBezTo>
                  <a:pt x="19" y="27"/>
                  <a:pt x="20" y="28"/>
                  <a:pt x="21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2" y="30"/>
                  <a:pt x="24" y="31"/>
                  <a:pt x="25" y="31"/>
                </a:cubicBezTo>
                <a:cubicBezTo>
                  <a:pt x="27" y="31"/>
                  <a:pt x="29" y="30"/>
                  <a:pt x="30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1" y="28"/>
                  <a:pt x="32" y="27"/>
                  <a:pt x="32" y="25"/>
                </a:cubicBezTo>
                <a:cubicBezTo>
                  <a:pt x="32" y="23"/>
                  <a:pt x="31" y="22"/>
                  <a:pt x="3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29" y="19"/>
                  <a:pt x="27" y="19"/>
                  <a:pt x="25" y="19"/>
                </a:cubicBezTo>
                <a:close/>
                <a:moveTo>
                  <a:pt x="28" y="28"/>
                </a:move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7" y="29"/>
                  <a:pt x="25" y="29"/>
                </a:cubicBezTo>
                <a:cubicBezTo>
                  <a:pt x="24" y="29"/>
                  <a:pt x="23" y="28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2" y="27"/>
                  <a:pt x="22" y="26"/>
                  <a:pt x="22" y="25"/>
                </a:cubicBezTo>
                <a:cubicBezTo>
                  <a:pt x="22" y="24"/>
                  <a:pt x="22" y="23"/>
                  <a:pt x="23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1"/>
                  <a:pt x="24" y="21"/>
                  <a:pt x="25" y="21"/>
                </a:cubicBezTo>
                <a:cubicBezTo>
                  <a:pt x="27" y="21"/>
                  <a:pt x="28" y="21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9" y="23"/>
                  <a:pt x="29" y="24"/>
                  <a:pt x="29" y="25"/>
                </a:cubicBezTo>
                <a:cubicBezTo>
                  <a:pt x="29" y="26"/>
                  <a:pt x="29" y="27"/>
                  <a:pt x="28" y="2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06" name="Freeform 140">
            <a:extLst>
              <a:ext uri="{FF2B5EF4-FFF2-40B4-BE49-F238E27FC236}">
                <a16:creationId xmlns:a16="http://schemas.microsoft.com/office/drawing/2014/main" id="{97950C7C-A494-880B-E824-B037C9933FDE}"/>
              </a:ext>
            </a:extLst>
          </p:cNvPr>
          <p:cNvSpPr>
            <a:spLocks noEditPoints="1"/>
          </p:cNvSpPr>
          <p:nvPr/>
        </p:nvSpPr>
        <p:spPr bwMode="auto">
          <a:xfrm>
            <a:off x="11391301" y="2159447"/>
            <a:ext cx="211667" cy="211667"/>
          </a:xfrm>
          <a:custGeom>
            <a:avLst/>
            <a:gdLst>
              <a:gd name="T0" fmla="*/ 117475 w 50"/>
              <a:gd name="T1" fmla="*/ 9525 h 50"/>
              <a:gd name="T2" fmla="*/ 92075 w 50"/>
              <a:gd name="T3" fmla="*/ 0 h 50"/>
              <a:gd name="T4" fmla="*/ 85725 w 50"/>
              <a:gd name="T5" fmla="*/ 38100 h 50"/>
              <a:gd name="T6" fmla="*/ 92075 w 50"/>
              <a:gd name="T7" fmla="*/ 44450 h 50"/>
              <a:gd name="T8" fmla="*/ 114300 w 50"/>
              <a:gd name="T9" fmla="*/ 63500 h 50"/>
              <a:gd name="T10" fmla="*/ 117475 w 50"/>
              <a:gd name="T11" fmla="*/ 88900 h 50"/>
              <a:gd name="T12" fmla="*/ 114300 w 50"/>
              <a:gd name="T13" fmla="*/ 104775 h 50"/>
              <a:gd name="T14" fmla="*/ 136525 w 50"/>
              <a:gd name="T15" fmla="*/ 127000 h 50"/>
              <a:gd name="T16" fmla="*/ 155575 w 50"/>
              <a:gd name="T17" fmla="*/ 104775 h 50"/>
              <a:gd name="T18" fmla="*/ 152400 w 50"/>
              <a:gd name="T19" fmla="*/ 47625 h 50"/>
              <a:gd name="T20" fmla="*/ 142875 w 50"/>
              <a:gd name="T21" fmla="*/ 98425 h 50"/>
              <a:gd name="T22" fmla="*/ 127000 w 50"/>
              <a:gd name="T23" fmla="*/ 98425 h 50"/>
              <a:gd name="T24" fmla="*/ 130175 w 50"/>
              <a:gd name="T25" fmla="*/ 79375 h 50"/>
              <a:gd name="T26" fmla="*/ 104775 w 50"/>
              <a:gd name="T27" fmla="*/ 34925 h 50"/>
              <a:gd name="T28" fmla="*/ 98425 w 50"/>
              <a:gd name="T29" fmla="*/ 12700 h 50"/>
              <a:gd name="T30" fmla="*/ 142875 w 50"/>
              <a:gd name="T31" fmla="*/ 53975 h 50"/>
              <a:gd name="T32" fmla="*/ 142875 w 50"/>
              <a:gd name="T33" fmla="*/ 98425 h 50"/>
              <a:gd name="T34" fmla="*/ 104775 w 50"/>
              <a:gd name="T35" fmla="*/ 114300 h 50"/>
              <a:gd name="T36" fmla="*/ 66675 w 50"/>
              <a:gd name="T37" fmla="*/ 114300 h 50"/>
              <a:gd name="T38" fmla="*/ 41275 w 50"/>
              <a:gd name="T39" fmla="*/ 79375 h 50"/>
              <a:gd name="T40" fmla="*/ 60325 w 50"/>
              <a:gd name="T41" fmla="*/ 47625 h 50"/>
              <a:gd name="T42" fmla="*/ 73025 w 50"/>
              <a:gd name="T43" fmla="*/ 38100 h 50"/>
              <a:gd name="T44" fmla="*/ 73025 w 50"/>
              <a:gd name="T45" fmla="*/ 6350 h 50"/>
              <a:gd name="T46" fmla="*/ 44450 w 50"/>
              <a:gd name="T47" fmla="*/ 9525 h 50"/>
              <a:gd name="T48" fmla="*/ 0 w 50"/>
              <a:gd name="T49" fmla="*/ 79375 h 50"/>
              <a:gd name="T50" fmla="*/ 79375 w 50"/>
              <a:gd name="T51" fmla="*/ 158750 h 50"/>
              <a:gd name="T52" fmla="*/ 127000 w 50"/>
              <a:gd name="T53" fmla="*/ 142875 h 50"/>
              <a:gd name="T54" fmla="*/ 127000 w 50"/>
              <a:gd name="T55" fmla="*/ 133350 h 50"/>
              <a:gd name="T56" fmla="*/ 79375 w 50"/>
              <a:gd name="T57" fmla="*/ 146050 h 50"/>
              <a:gd name="T58" fmla="*/ 12700 w 50"/>
              <a:gd name="T59" fmla="*/ 79375 h 50"/>
              <a:gd name="T60" fmla="*/ 60325 w 50"/>
              <a:gd name="T61" fmla="*/ 12700 h 50"/>
              <a:gd name="T62" fmla="*/ 34925 w 50"/>
              <a:gd name="T63" fmla="*/ 60325 h 50"/>
              <a:gd name="T64" fmla="*/ 34925 w 50"/>
              <a:gd name="T65" fmla="*/ 98425 h 50"/>
              <a:gd name="T66" fmla="*/ 98425 w 50"/>
              <a:gd name="T67" fmla="*/ 123825 h 50"/>
              <a:gd name="T68" fmla="*/ 79375 w 50"/>
              <a:gd name="T69" fmla="*/ 146050 h 5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0" h="50">
                <a:moveTo>
                  <a:pt x="48" y="15"/>
                </a:moveTo>
                <a:cubicBezTo>
                  <a:pt x="46" y="10"/>
                  <a:pt x="42" y="5"/>
                  <a:pt x="37" y="3"/>
                </a:cubicBezTo>
                <a:cubicBezTo>
                  <a:pt x="34" y="1"/>
                  <a:pt x="32" y="1"/>
                  <a:pt x="30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8" y="0"/>
                  <a:pt x="27" y="1"/>
                  <a:pt x="27" y="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3"/>
                  <a:pt x="28" y="13"/>
                  <a:pt x="29" y="14"/>
                </a:cubicBezTo>
                <a:cubicBezTo>
                  <a:pt x="29" y="14"/>
                  <a:pt x="30" y="14"/>
                  <a:pt x="31" y="15"/>
                </a:cubicBezTo>
                <a:cubicBezTo>
                  <a:pt x="33" y="16"/>
                  <a:pt x="35" y="18"/>
                  <a:pt x="36" y="20"/>
                </a:cubicBezTo>
                <a:cubicBezTo>
                  <a:pt x="37" y="22"/>
                  <a:pt x="37" y="23"/>
                  <a:pt x="37" y="25"/>
                </a:cubicBezTo>
                <a:cubicBezTo>
                  <a:pt x="37" y="26"/>
                  <a:pt x="37" y="27"/>
                  <a:pt x="37" y="28"/>
                </a:cubicBezTo>
                <a:cubicBezTo>
                  <a:pt x="36" y="29"/>
                  <a:pt x="36" y="30"/>
                  <a:pt x="36" y="30"/>
                </a:cubicBezTo>
                <a:cubicBezTo>
                  <a:pt x="35" y="31"/>
                  <a:pt x="35" y="32"/>
                  <a:pt x="36" y="33"/>
                </a:cubicBezTo>
                <a:cubicBezTo>
                  <a:pt x="43" y="40"/>
                  <a:pt x="43" y="40"/>
                  <a:pt x="43" y="40"/>
                </a:cubicBezTo>
                <a:cubicBezTo>
                  <a:pt x="43" y="40"/>
                  <a:pt x="43" y="40"/>
                  <a:pt x="43" y="40"/>
                </a:cubicBezTo>
                <a:cubicBezTo>
                  <a:pt x="44" y="40"/>
                  <a:pt x="45" y="40"/>
                  <a:pt x="46" y="39"/>
                </a:cubicBezTo>
                <a:cubicBezTo>
                  <a:pt x="47" y="37"/>
                  <a:pt x="48" y="35"/>
                  <a:pt x="49" y="33"/>
                </a:cubicBezTo>
                <a:cubicBezTo>
                  <a:pt x="50" y="30"/>
                  <a:pt x="50" y="28"/>
                  <a:pt x="50" y="25"/>
                </a:cubicBezTo>
                <a:cubicBezTo>
                  <a:pt x="50" y="21"/>
                  <a:pt x="50" y="18"/>
                  <a:pt x="48" y="15"/>
                </a:cubicBezTo>
                <a:close/>
                <a:moveTo>
                  <a:pt x="45" y="31"/>
                </a:moveTo>
                <a:cubicBezTo>
                  <a:pt x="45" y="31"/>
                  <a:pt x="45" y="31"/>
                  <a:pt x="45" y="31"/>
                </a:cubicBezTo>
                <a:cubicBezTo>
                  <a:pt x="45" y="33"/>
                  <a:pt x="44" y="34"/>
                  <a:pt x="44" y="35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0"/>
                  <a:pt x="40" y="30"/>
                  <a:pt x="40" y="29"/>
                </a:cubicBezTo>
                <a:cubicBezTo>
                  <a:pt x="41" y="27"/>
                  <a:pt x="41" y="26"/>
                  <a:pt x="41" y="25"/>
                </a:cubicBezTo>
                <a:cubicBezTo>
                  <a:pt x="41" y="23"/>
                  <a:pt x="40" y="21"/>
                  <a:pt x="40" y="19"/>
                </a:cubicBezTo>
                <a:cubicBezTo>
                  <a:pt x="38" y="16"/>
                  <a:pt x="36" y="13"/>
                  <a:pt x="33" y="11"/>
                </a:cubicBezTo>
                <a:cubicBezTo>
                  <a:pt x="32" y="11"/>
                  <a:pt x="32" y="11"/>
                  <a:pt x="31" y="10"/>
                </a:cubicBezTo>
                <a:cubicBezTo>
                  <a:pt x="31" y="4"/>
                  <a:pt x="31" y="4"/>
                  <a:pt x="31" y="4"/>
                </a:cubicBezTo>
                <a:cubicBezTo>
                  <a:pt x="32" y="5"/>
                  <a:pt x="34" y="5"/>
                  <a:pt x="35" y="6"/>
                </a:cubicBezTo>
                <a:cubicBezTo>
                  <a:pt x="39" y="8"/>
                  <a:pt x="43" y="12"/>
                  <a:pt x="45" y="17"/>
                </a:cubicBezTo>
                <a:cubicBezTo>
                  <a:pt x="46" y="19"/>
                  <a:pt x="46" y="22"/>
                  <a:pt x="46" y="25"/>
                </a:cubicBezTo>
                <a:cubicBezTo>
                  <a:pt x="46" y="27"/>
                  <a:pt x="46" y="29"/>
                  <a:pt x="45" y="31"/>
                </a:cubicBezTo>
                <a:close/>
                <a:moveTo>
                  <a:pt x="33" y="36"/>
                </a:moveTo>
                <a:cubicBezTo>
                  <a:pt x="33" y="36"/>
                  <a:pt x="33" y="36"/>
                  <a:pt x="33" y="36"/>
                </a:cubicBezTo>
                <a:cubicBezTo>
                  <a:pt x="33" y="35"/>
                  <a:pt x="32" y="35"/>
                  <a:pt x="31" y="35"/>
                </a:cubicBezTo>
                <a:cubicBezTo>
                  <a:pt x="28" y="37"/>
                  <a:pt x="24" y="37"/>
                  <a:pt x="21" y="36"/>
                </a:cubicBezTo>
                <a:cubicBezTo>
                  <a:pt x="18" y="35"/>
                  <a:pt x="16" y="32"/>
                  <a:pt x="14" y="29"/>
                </a:cubicBezTo>
                <a:cubicBezTo>
                  <a:pt x="14" y="28"/>
                  <a:pt x="13" y="26"/>
                  <a:pt x="13" y="25"/>
                </a:cubicBezTo>
                <a:cubicBezTo>
                  <a:pt x="13" y="23"/>
                  <a:pt x="14" y="22"/>
                  <a:pt x="14" y="20"/>
                </a:cubicBezTo>
                <a:cubicBezTo>
                  <a:pt x="15" y="18"/>
                  <a:pt x="17" y="16"/>
                  <a:pt x="19" y="15"/>
                </a:cubicBezTo>
                <a:cubicBezTo>
                  <a:pt x="20" y="14"/>
                  <a:pt x="21" y="14"/>
                  <a:pt x="22" y="14"/>
                </a:cubicBezTo>
                <a:cubicBezTo>
                  <a:pt x="23" y="13"/>
                  <a:pt x="23" y="13"/>
                  <a:pt x="23" y="12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1"/>
                  <a:pt x="22" y="0"/>
                  <a:pt x="21" y="0"/>
                </a:cubicBezTo>
                <a:cubicBezTo>
                  <a:pt x="18" y="1"/>
                  <a:pt x="16" y="1"/>
                  <a:pt x="14" y="3"/>
                </a:cubicBezTo>
                <a:cubicBezTo>
                  <a:pt x="8" y="5"/>
                  <a:pt x="4" y="10"/>
                  <a:pt x="2" y="15"/>
                </a:cubicBezTo>
                <a:cubicBezTo>
                  <a:pt x="1" y="18"/>
                  <a:pt x="0" y="21"/>
                  <a:pt x="0" y="25"/>
                </a:cubicBezTo>
                <a:cubicBezTo>
                  <a:pt x="0" y="35"/>
                  <a:pt x="6" y="44"/>
                  <a:pt x="16" y="48"/>
                </a:cubicBezTo>
                <a:cubicBezTo>
                  <a:pt x="19" y="49"/>
                  <a:pt x="22" y="50"/>
                  <a:pt x="25" y="50"/>
                </a:cubicBezTo>
                <a:cubicBezTo>
                  <a:pt x="30" y="50"/>
                  <a:pt x="35" y="48"/>
                  <a:pt x="40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1" y="44"/>
                  <a:pt x="41" y="43"/>
                  <a:pt x="40" y="42"/>
                </a:cubicBezTo>
                <a:cubicBezTo>
                  <a:pt x="33" y="36"/>
                  <a:pt x="33" y="36"/>
                  <a:pt x="33" y="36"/>
                </a:cubicBezTo>
                <a:close/>
                <a:moveTo>
                  <a:pt x="25" y="46"/>
                </a:moveTo>
                <a:cubicBezTo>
                  <a:pt x="25" y="46"/>
                  <a:pt x="25" y="46"/>
                  <a:pt x="25" y="46"/>
                </a:cubicBezTo>
                <a:cubicBezTo>
                  <a:pt x="14" y="46"/>
                  <a:pt x="4" y="37"/>
                  <a:pt x="4" y="25"/>
                </a:cubicBezTo>
                <a:cubicBezTo>
                  <a:pt x="4" y="22"/>
                  <a:pt x="5" y="19"/>
                  <a:pt x="6" y="17"/>
                </a:cubicBezTo>
                <a:cubicBezTo>
                  <a:pt x="8" y="11"/>
                  <a:pt x="13" y="6"/>
                  <a:pt x="19" y="4"/>
                </a:cubicBezTo>
                <a:cubicBezTo>
                  <a:pt x="19" y="10"/>
                  <a:pt x="19" y="10"/>
                  <a:pt x="19" y="10"/>
                </a:cubicBezTo>
                <a:cubicBezTo>
                  <a:pt x="16" y="12"/>
                  <a:pt x="12" y="15"/>
                  <a:pt x="11" y="19"/>
                </a:cubicBezTo>
                <a:cubicBezTo>
                  <a:pt x="10" y="21"/>
                  <a:pt x="10" y="23"/>
                  <a:pt x="10" y="25"/>
                </a:cubicBezTo>
                <a:cubicBezTo>
                  <a:pt x="10" y="27"/>
                  <a:pt x="10" y="29"/>
                  <a:pt x="11" y="31"/>
                </a:cubicBezTo>
                <a:cubicBezTo>
                  <a:pt x="12" y="35"/>
                  <a:pt x="15" y="38"/>
                  <a:pt x="19" y="39"/>
                </a:cubicBezTo>
                <a:cubicBezTo>
                  <a:pt x="23" y="41"/>
                  <a:pt x="28" y="41"/>
                  <a:pt x="31" y="39"/>
                </a:cubicBezTo>
                <a:cubicBezTo>
                  <a:pt x="36" y="43"/>
                  <a:pt x="36" y="43"/>
                  <a:pt x="36" y="43"/>
                </a:cubicBezTo>
                <a:cubicBezTo>
                  <a:pt x="32" y="45"/>
                  <a:pt x="29" y="46"/>
                  <a:pt x="25" y="4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07" name="Freeform 141">
            <a:extLst>
              <a:ext uri="{FF2B5EF4-FFF2-40B4-BE49-F238E27FC236}">
                <a16:creationId xmlns:a16="http://schemas.microsoft.com/office/drawing/2014/main" id="{71AAE7F9-9E5B-3911-71CE-F299B80FE870}"/>
              </a:ext>
            </a:extLst>
          </p:cNvPr>
          <p:cNvSpPr>
            <a:spLocks noEditPoints="1"/>
          </p:cNvSpPr>
          <p:nvPr/>
        </p:nvSpPr>
        <p:spPr bwMode="auto">
          <a:xfrm>
            <a:off x="9901167" y="2584899"/>
            <a:ext cx="211667" cy="198967"/>
          </a:xfrm>
          <a:custGeom>
            <a:avLst/>
            <a:gdLst>
              <a:gd name="T0" fmla="*/ 117475 w 50"/>
              <a:gd name="T1" fmla="*/ 0 h 47"/>
              <a:gd name="T2" fmla="*/ 158750 w 50"/>
              <a:gd name="T3" fmla="*/ 6350 h 47"/>
              <a:gd name="T4" fmla="*/ 158750 w 50"/>
              <a:gd name="T5" fmla="*/ 142875 h 47"/>
              <a:gd name="T6" fmla="*/ 152400 w 50"/>
              <a:gd name="T7" fmla="*/ 149225 h 47"/>
              <a:gd name="T8" fmla="*/ 111125 w 50"/>
              <a:gd name="T9" fmla="*/ 142875 h 47"/>
              <a:gd name="T10" fmla="*/ 111125 w 50"/>
              <a:gd name="T11" fmla="*/ 6350 h 47"/>
              <a:gd name="T12" fmla="*/ 123825 w 50"/>
              <a:gd name="T13" fmla="*/ 85725 h 47"/>
              <a:gd name="T14" fmla="*/ 146050 w 50"/>
              <a:gd name="T15" fmla="*/ 85725 h 47"/>
              <a:gd name="T16" fmla="*/ 123825 w 50"/>
              <a:gd name="T17" fmla="*/ 38100 h 47"/>
              <a:gd name="T18" fmla="*/ 146050 w 50"/>
              <a:gd name="T19" fmla="*/ 95250 h 47"/>
              <a:gd name="T20" fmla="*/ 123825 w 50"/>
              <a:gd name="T21" fmla="*/ 95250 h 47"/>
              <a:gd name="T22" fmla="*/ 146050 w 50"/>
              <a:gd name="T23" fmla="*/ 139700 h 47"/>
              <a:gd name="T24" fmla="*/ 146050 w 50"/>
              <a:gd name="T25" fmla="*/ 12700 h 47"/>
              <a:gd name="T26" fmla="*/ 123825 w 50"/>
              <a:gd name="T27" fmla="*/ 12700 h 47"/>
              <a:gd name="T28" fmla="*/ 146050 w 50"/>
              <a:gd name="T29" fmla="*/ 31750 h 47"/>
              <a:gd name="T30" fmla="*/ 63500 w 50"/>
              <a:gd name="T31" fmla="*/ 0 h 47"/>
              <a:gd name="T32" fmla="*/ 63500 w 50"/>
              <a:gd name="T33" fmla="*/ 0 h 47"/>
              <a:gd name="T34" fmla="*/ 101600 w 50"/>
              <a:gd name="T35" fmla="*/ 6350 h 47"/>
              <a:gd name="T36" fmla="*/ 101600 w 50"/>
              <a:gd name="T37" fmla="*/ 142875 h 47"/>
              <a:gd name="T38" fmla="*/ 95250 w 50"/>
              <a:gd name="T39" fmla="*/ 149225 h 47"/>
              <a:gd name="T40" fmla="*/ 57150 w 50"/>
              <a:gd name="T41" fmla="*/ 142875 h 47"/>
              <a:gd name="T42" fmla="*/ 57150 w 50"/>
              <a:gd name="T43" fmla="*/ 6350 h 47"/>
              <a:gd name="T44" fmla="*/ 92075 w 50"/>
              <a:gd name="T45" fmla="*/ 12700 h 47"/>
              <a:gd name="T46" fmla="*/ 66675 w 50"/>
              <a:gd name="T47" fmla="*/ 12700 h 47"/>
              <a:gd name="T48" fmla="*/ 92075 w 50"/>
              <a:gd name="T49" fmla="*/ 31750 h 47"/>
              <a:gd name="T50" fmla="*/ 66675 w 50"/>
              <a:gd name="T51" fmla="*/ 38100 h 47"/>
              <a:gd name="T52" fmla="*/ 66675 w 50"/>
              <a:gd name="T53" fmla="*/ 114300 h 47"/>
              <a:gd name="T54" fmla="*/ 92075 w 50"/>
              <a:gd name="T55" fmla="*/ 38100 h 47"/>
              <a:gd name="T56" fmla="*/ 66675 w 50"/>
              <a:gd name="T57" fmla="*/ 120650 h 47"/>
              <a:gd name="T58" fmla="*/ 66675 w 50"/>
              <a:gd name="T59" fmla="*/ 139700 h 47"/>
              <a:gd name="T60" fmla="*/ 92075 w 50"/>
              <a:gd name="T61" fmla="*/ 120650 h 47"/>
              <a:gd name="T62" fmla="*/ 6350 w 50"/>
              <a:gd name="T63" fmla="*/ 0 h 47"/>
              <a:gd name="T64" fmla="*/ 6350 w 50"/>
              <a:gd name="T65" fmla="*/ 0 h 47"/>
              <a:gd name="T66" fmla="*/ 47625 w 50"/>
              <a:gd name="T67" fmla="*/ 6350 h 47"/>
              <a:gd name="T68" fmla="*/ 47625 w 50"/>
              <a:gd name="T69" fmla="*/ 142875 h 47"/>
              <a:gd name="T70" fmla="*/ 41275 w 50"/>
              <a:gd name="T71" fmla="*/ 149225 h 47"/>
              <a:gd name="T72" fmla="*/ 0 w 50"/>
              <a:gd name="T73" fmla="*/ 142875 h 47"/>
              <a:gd name="T74" fmla="*/ 0 w 50"/>
              <a:gd name="T75" fmla="*/ 6350 h 47"/>
              <a:gd name="T76" fmla="*/ 34925 w 50"/>
              <a:gd name="T77" fmla="*/ 12700 h 47"/>
              <a:gd name="T78" fmla="*/ 12700 w 50"/>
              <a:gd name="T79" fmla="*/ 12700 h 47"/>
              <a:gd name="T80" fmla="*/ 34925 w 50"/>
              <a:gd name="T81" fmla="*/ 57150 h 47"/>
              <a:gd name="T82" fmla="*/ 12700 w 50"/>
              <a:gd name="T83" fmla="*/ 63500 h 47"/>
              <a:gd name="T84" fmla="*/ 12700 w 50"/>
              <a:gd name="T85" fmla="*/ 92075 h 47"/>
              <a:gd name="T86" fmla="*/ 34925 w 50"/>
              <a:gd name="T87" fmla="*/ 63500 h 47"/>
              <a:gd name="T88" fmla="*/ 12700 w 50"/>
              <a:gd name="T89" fmla="*/ 101600 h 47"/>
              <a:gd name="T90" fmla="*/ 12700 w 50"/>
              <a:gd name="T91" fmla="*/ 139700 h 47"/>
              <a:gd name="T92" fmla="*/ 34925 w 50"/>
              <a:gd name="T93" fmla="*/ 101600 h 47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47">
                <a:moveTo>
                  <a:pt x="37" y="0"/>
                </a:moveTo>
                <a:cubicBezTo>
                  <a:pt x="37" y="0"/>
                  <a:pt x="37" y="0"/>
                  <a:pt x="37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5"/>
                  <a:pt x="50" y="45"/>
                  <a:pt x="50" y="45"/>
                </a:cubicBezTo>
                <a:cubicBezTo>
                  <a:pt x="50" y="47"/>
                  <a:pt x="49" y="47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37" y="47"/>
                  <a:pt x="37" y="47"/>
                  <a:pt x="37" y="47"/>
                </a:cubicBezTo>
                <a:cubicBezTo>
                  <a:pt x="36" y="47"/>
                  <a:pt x="35" y="47"/>
                  <a:pt x="35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1"/>
                  <a:pt x="36" y="0"/>
                  <a:pt x="37" y="0"/>
                </a:cubicBezTo>
                <a:close/>
                <a:moveTo>
                  <a:pt x="39" y="27"/>
                </a:moveTo>
                <a:cubicBezTo>
                  <a:pt x="39" y="27"/>
                  <a:pt x="39" y="27"/>
                  <a:pt x="39" y="27"/>
                </a:cubicBezTo>
                <a:cubicBezTo>
                  <a:pt x="46" y="27"/>
                  <a:pt x="46" y="27"/>
                  <a:pt x="46" y="27"/>
                </a:cubicBezTo>
                <a:cubicBezTo>
                  <a:pt x="46" y="12"/>
                  <a:pt x="46" y="12"/>
                  <a:pt x="46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39" y="27"/>
                  <a:pt x="39" y="27"/>
                  <a:pt x="39" y="27"/>
                </a:cubicBezTo>
                <a:close/>
                <a:moveTo>
                  <a:pt x="46" y="30"/>
                </a:moveTo>
                <a:cubicBezTo>
                  <a:pt x="46" y="30"/>
                  <a:pt x="46" y="30"/>
                  <a:pt x="46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44"/>
                  <a:pt x="39" y="44"/>
                  <a:pt x="39" y="44"/>
                </a:cubicBezTo>
                <a:cubicBezTo>
                  <a:pt x="46" y="44"/>
                  <a:pt x="46" y="44"/>
                  <a:pt x="46" y="44"/>
                </a:cubicBezTo>
                <a:cubicBezTo>
                  <a:pt x="46" y="30"/>
                  <a:pt x="46" y="30"/>
                  <a:pt x="46" y="30"/>
                </a:cubicBezTo>
                <a:close/>
                <a:moveTo>
                  <a:pt x="46" y="4"/>
                </a:moveTo>
                <a:cubicBezTo>
                  <a:pt x="46" y="4"/>
                  <a:pt x="46" y="4"/>
                  <a:pt x="46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10"/>
                  <a:pt x="39" y="10"/>
                  <a:pt x="39" y="10"/>
                </a:cubicBezTo>
                <a:cubicBezTo>
                  <a:pt x="46" y="10"/>
                  <a:pt x="46" y="10"/>
                  <a:pt x="46" y="10"/>
                </a:cubicBezTo>
                <a:cubicBezTo>
                  <a:pt x="46" y="4"/>
                  <a:pt x="46" y="4"/>
                  <a:pt x="46" y="4"/>
                </a:cubicBezTo>
                <a:close/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2" y="0"/>
                  <a:pt x="32" y="1"/>
                  <a:pt x="32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32" y="45"/>
                  <a:pt x="32" y="45"/>
                  <a:pt x="32" y="45"/>
                </a:cubicBezTo>
                <a:cubicBezTo>
                  <a:pt x="32" y="47"/>
                  <a:pt x="32" y="47"/>
                  <a:pt x="30" y="47"/>
                </a:cubicBezTo>
                <a:cubicBezTo>
                  <a:pt x="30" y="47"/>
                  <a:pt x="30" y="47"/>
                  <a:pt x="30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18" y="47"/>
                  <a:pt x="18" y="47"/>
                  <a:pt x="18" y="45"/>
                </a:cubicBezTo>
                <a:cubicBezTo>
                  <a:pt x="18" y="45"/>
                  <a:pt x="18" y="45"/>
                  <a:pt x="18" y="45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1"/>
                  <a:pt x="18" y="0"/>
                  <a:pt x="20" y="0"/>
                </a:cubicBezTo>
                <a:close/>
                <a:moveTo>
                  <a:pt x="29" y="4"/>
                </a:moveTo>
                <a:cubicBezTo>
                  <a:pt x="29" y="4"/>
                  <a:pt x="29" y="4"/>
                  <a:pt x="29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10"/>
                  <a:pt x="21" y="10"/>
                  <a:pt x="21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4"/>
                  <a:pt x="29" y="4"/>
                  <a:pt x="29" y="4"/>
                </a:cubicBezTo>
                <a:close/>
                <a:moveTo>
                  <a:pt x="21" y="12"/>
                </a:moveTo>
                <a:cubicBezTo>
                  <a:pt x="21" y="12"/>
                  <a:pt x="21" y="12"/>
                  <a:pt x="21" y="12"/>
                </a:cubicBezTo>
                <a:cubicBezTo>
                  <a:pt x="21" y="36"/>
                  <a:pt x="21" y="36"/>
                  <a:pt x="21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29" y="12"/>
                  <a:pt x="29" y="12"/>
                  <a:pt x="29" y="12"/>
                </a:cubicBezTo>
                <a:cubicBezTo>
                  <a:pt x="21" y="12"/>
                  <a:pt x="21" y="12"/>
                  <a:pt x="21" y="12"/>
                </a:cubicBezTo>
                <a:close/>
                <a:moveTo>
                  <a:pt x="21" y="38"/>
                </a:moveTo>
                <a:cubicBezTo>
                  <a:pt x="21" y="38"/>
                  <a:pt x="21" y="38"/>
                  <a:pt x="21" y="38"/>
                </a:cubicBezTo>
                <a:cubicBezTo>
                  <a:pt x="21" y="44"/>
                  <a:pt x="21" y="44"/>
                  <a:pt x="21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29" y="38"/>
                  <a:pt x="29" y="38"/>
                  <a:pt x="29" y="38"/>
                </a:cubicBezTo>
                <a:cubicBezTo>
                  <a:pt x="21" y="38"/>
                  <a:pt x="21" y="38"/>
                  <a:pt x="21" y="38"/>
                </a:cubicBezTo>
                <a:close/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4" y="0"/>
                  <a:pt x="15" y="1"/>
                  <a:pt x="15" y="2"/>
                </a:cubicBezTo>
                <a:cubicBezTo>
                  <a:pt x="15" y="2"/>
                  <a:pt x="15" y="2"/>
                  <a:pt x="15" y="2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7"/>
                  <a:pt x="14" y="47"/>
                  <a:pt x="13" y="47"/>
                </a:cubicBezTo>
                <a:cubicBezTo>
                  <a:pt x="13" y="47"/>
                  <a:pt x="13" y="47"/>
                  <a:pt x="13" y="47"/>
                </a:cubicBezTo>
                <a:cubicBezTo>
                  <a:pt x="2" y="47"/>
                  <a:pt x="2" y="47"/>
                  <a:pt x="2" y="47"/>
                </a:cubicBezTo>
                <a:cubicBezTo>
                  <a:pt x="1" y="47"/>
                  <a:pt x="0" y="47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8"/>
                  <a:pt x="4" y="18"/>
                  <a:pt x="4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4" y="20"/>
                </a:moveTo>
                <a:cubicBezTo>
                  <a:pt x="4" y="20"/>
                  <a:pt x="4" y="20"/>
                  <a:pt x="4" y="20"/>
                </a:cubicBezTo>
                <a:cubicBezTo>
                  <a:pt x="4" y="29"/>
                  <a:pt x="4" y="29"/>
                  <a:pt x="4" y="29"/>
                </a:cubicBezTo>
                <a:cubicBezTo>
                  <a:pt x="11" y="29"/>
                  <a:pt x="11" y="29"/>
                  <a:pt x="11" y="29"/>
                </a:cubicBezTo>
                <a:cubicBezTo>
                  <a:pt x="11" y="20"/>
                  <a:pt x="11" y="20"/>
                  <a:pt x="11" y="20"/>
                </a:cubicBezTo>
                <a:cubicBezTo>
                  <a:pt x="4" y="20"/>
                  <a:pt x="4" y="20"/>
                  <a:pt x="4" y="20"/>
                </a:cubicBezTo>
                <a:close/>
                <a:moveTo>
                  <a:pt x="4" y="32"/>
                </a:moveTo>
                <a:cubicBezTo>
                  <a:pt x="4" y="32"/>
                  <a:pt x="4" y="32"/>
                  <a:pt x="4" y="32"/>
                </a:cubicBezTo>
                <a:cubicBezTo>
                  <a:pt x="4" y="44"/>
                  <a:pt x="4" y="44"/>
                  <a:pt x="4" y="44"/>
                </a:cubicBezTo>
                <a:cubicBezTo>
                  <a:pt x="11" y="44"/>
                  <a:pt x="11" y="44"/>
                  <a:pt x="11" y="44"/>
                </a:cubicBezTo>
                <a:cubicBezTo>
                  <a:pt x="11" y="32"/>
                  <a:pt x="11" y="32"/>
                  <a:pt x="11" y="32"/>
                </a:cubicBezTo>
                <a:cubicBezTo>
                  <a:pt x="4" y="32"/>
                  <a:pt x="4" y="32"/>
                  <a:pt x="4" y="3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08" name="Freeform 142">
            <a:extLst>
              <a:ext uri="{FF2B5EF4-FFF2-40B4-BE49-F238E27FC236}">
                <a16:creationId xmlns:a16="http://schemas.microsoft.com/office/drawing/2014/main" id="{05F18F92-A77C-F974-90BC-F4F8DF6F9F11}"/>
              </a:ext>
            </a:extLst>
          </p:cNvPr>
          <p:cNvSpPr>
            <a:spLocks noEditPoints="1"/>
          </p:cNvSpPr>
          <p:nvPr/>
        </p:nvSpPr>
        <p:spPr bwMode="auto">
          <a:xfrm>
            <a:off x="8046968" y="3012466"/>
            <a:ext cx="207433" cy="207433"/>
          </a:xfrm>
          <a:custGeom>
            <a:avLst/>
            <a:gdLst>
              <a:gd name="T0" fmla="*/ 6350 w 49"/>
              <a:gd name="T1" fmla="*/ 41275 h 49"/>
              <a:gd name="T2" fmla="*/ 117475 w 49"/>
              <a:gd name="T3" fmla="*/ 44450 h 49"/>
              <a:gd name="T4" fmla="*/ 117475 w 49"/>
              <a:gd name="T5" fmla="*/ 69850 h 49"/>
              <a:gd name="T6" fmla="*/ 114300 w 49"/>
              <a:gd name="T7" fmla="*/ 73025 h 49"/>
              <a:gd name="T8" fmla="*/ 0 w 49"/>
              <a:gd name="T9" fmla="*/ 69850 h 49"/>
              <a:gd name="T10" fmla="*/ 0 w 49"/>
              <a:gd name="T11" fmla="*/ 44450 h 49"/>
              <a:gd name="T12" fmla="*/ 111125 w 49"/>
              <a:gd name="T13" fmla="*/ 47625 h 49"/>
              <a:gd name="T14" fmla="*/ 9525 w 49"/>
              <a:gd name="T15" fmla="*/ 47625 h 49"/>
              <a:gd name="T16" fmla="*/ 111125 w 49"/>
              <a:gd name="T17" fmla="*/ 66675 h 49"/>
              <a:gd name="T18" fmla="*/ 6350 w 49"/>
              <a:gd name="T19" fmla="*/ 79375 h 49"/>
              <a:gd name="T20" fmla="*/ 6350 w 49"/>
              <a:gd name="T21" fmla="*/ 79375 h 49"/>
              <a:gd name="T22" fmla="*/ 79375 w 49"/>
              <a:gd name="T23" fmla="*/ 85725 h 49"/>
              <a:gd name="T24" fmla="*/ 79375 w 49"/>
              <a:gd name="T25" fmla="*/ 111125 h 49"/>
              <a:gd name="T26" fmla="*/ 76200 w 49"/>
              <a:gd name="T27" fmla="*/ 114300 h 49"/>
              <a:gd name="T28" fmla="*/ 0 w 49"/>
              <a:gd name="T29" fmla="*/ 111125 h 49"/>
              <a:gd name="T30" fmla="*/ 0 w 49"/>
              <a:gd name="T31" fmla="*/ 85725 h 49"/>
              <a:gd name="T32" fmla="*/ 73025 w 49"/>
              <a:gd name="T33" fmla="*/ 88900 h 49"/>
              <a:gd name="T34" fmla="*/ 9525 w 49"/>
              <a:gd name="T35" fmla="*/ 88900 h 49"/>
              <a:gd name="T36" fmla="*/ 73025 w 49"/>
              <a:gd name="T37" fmla="*/ 107950 h 49"/>
              <a:gd name="T38" fmla="*/ 6350 w 49"/>
              <a:gd name="T39" fmla="*/ 120650 h 49"/>
              <a:gd name="T40" fmla="*/ 6350 w 49"/>
              <a:gd name="T41" fmla="*/ 120650 h 49"/>
              <a:gd name="T42" fmla="*/ 41275 w 49"/>
              <a:gd name="T43" fmla="*/ 123825 h 49"/>
              <a:gd name="T44" fmla="*/ 41275 w 49"/>
              <a:gd name="T45" fmla="*/ 149225 h 49"/>
              <a:gd name="T46" fmla="*/ 38100 w 49"/>
              <a:gd name="T47" fmla="*/ 155575 h 49"/>
              <a:gd name="T48" fmla="*/ 0 w 49"/>
              <a:gd name="T49" fmla="*/ 149225 h 49"/>
              <a:gd name="T50" fmla="*/ 0 w 49"/>
              <a:gd name="T51" fmla="*/ 123825 h 49"/>
              <a:gd name="T52" fmla="*/ 34925 w 49"/>
              <a:gd name="T53" fmla="*/ 130175 h 49"/>
              <a:gd name="T54" fmla="*/ 9525 w 49"/>
              <a:gd name="T55" fmla="*/ 130175 h 49"/>
              <a:gd name="T56" fmla="*/ 34925 w 49"/>
              <a:gd name="T57" fmla="*/ 146050 h 49"/>
              <a:gd name="T58" fmla="*/ 6350 w 49"/>
              <a:gd name="T59" fmla="*/ 0 h 49"/>
              <a:gd name="T60" fmla="*/ 6350 w 49"/>
              <a:gd name="T61" fmla="*/ 0 h 49"/>
              <a:gd name="T62" fmla="*/ 155575 w 49"/>
              <a:gd name="T63" fmla="*/ 3175 h 49"/>
              <a:gd name="T64" fmla="*/ 155575 w 49"/>
              <a:gd name="T65" fmla="*/ 28575 h 49"/>
              <a:gd name="T66" fmla="*/ 152400 w 49"/>
              <a:gd name="T67" fmla="*/ 31750 h 49"/>
              <a:gd name="T68" fmla="*/ 0 w 49"/>
              <a:gd name="T69" fmla="*/ 28575 h 49"/>
              <a:gd name="T70" fmla="*/ 0 w 49"/>
              <a:gd name="T71" fmla="*/ 3175 h 49"/>
              <a:gd name="T72" fmla="*/ 149225 w 49"/>
              <a:gd name="T73" fmla="*/ 6350 h 49"/>
              <a:gd name="T74" fmla="*/ 9525 w 49"/>
              <a:gd name="T75" fmla="*/ 6350 h 49"/>
              <a:gd name="T76" fmla="*/ 149225 w 49"/>
              <a:gd name="T77" fmla="*/ 25400 h 49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9" h="49">
                <a:moveTo>
                  <a:pt x="2" y="13"/>
                </a:moveTo>
                <a:cubicBezTo>
                  <a:pt x="2" y="13"/>
                  <a:pt x="2" y="13"/>
                  <a:pt x="2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7" y="13"/>
                  <a:pt x="37" y="13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22"/>
                  <a:pt x="37" y="22"/>
                  <a:pt x="37" y="22"/>
                </a:cubicBezTo>
                <a:cubicBezTo>
                  <a:pt x="37" y="23"/>
                  <a:pt x="37" y="23"/>
                  <a:pt x="36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3"/>
                  <a:pt x="0" y="23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1" y="13"/>
                  <a:pt x="2" y="13"/>
                </a:cubicBezTo>
                <a:close/>
                <a:moveTo>
                  <a:pt x="35" y="15"/>
                </a:moveTo>
                <a:cubicBezTo>
                  <a:pt x="35" y="15"/>
                  <a:pt x="35" y="15"/>
                  <a:pt x="35" y="15"/>
                </a:cubicBezTo>
                <a:cubicBezTo>
                  <a:pt x="3" y="15"/>
                  <a:pt x="3" y="15"/>
                  <a:pt x="3" y="15"/>
                </a:cubicBezTo>
                <a:cubicBezTo>
                  <a:pt x="3" y="21"/>
                  <a:pt x="3" y="21"/>
                  <a:pt x="3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15"/>
                  <a:pt x="35" y="15"/>
                  <a:pt x="35" y="15"/>
                </a:cubicBezTo>
                <a:close/>
                <a:moveTo>
                  <a:pt x="2" y="25"/>
                </a:moveTo>
                <a:cubicBezTo>
                  <a:pt x="2" y="25"/>
                  <a:pt x="2" y="25"/>
                  <a:pt x="2" y="25"/>
                </a:cubicBezTo>
                <a:cubicBezTo>
                  <a:pt x="2" y="25"/>
                  <a:pt x="2" y="25"/>
                  <a:pt x="2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5" y="25"/>
                  <a:pt x="25" y="26"/>
                  <a:pt x="25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5" y="36"/>
                  <a:pt x="24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6"/>
                  <a:pt x="1" y="25"/>
                  <a:pt x="2" y="25"/>
                </a:cubicBezTo>
                <a:close/>
                <a:moveTo>
                  <a:pt x="23" y="28"/>
                </a:moveTo>
                <a:cubicBezTo>
                  <a:pt x="23" y="28"/>
                  <a:pt x="23" y="28"/>
                  <a:pt x="23" y="28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34"/>
                  <a:pt x="3" y="34"/>
                  <a:pt x="3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23" y="28"/>
                  <a:pt x="23" y="28"/>
                  <a:pt x="23" y="28"/>
                </a:cubicBezTo>
                <a:close/>
                <a:moveTo>
                  <a:pt x="2" y="38"/>
                </a:moveTo>
                <a:cubicBezTo>
                  <a:pt x="2" y="38"/>
                  <a:pt x="2" y="38"/>
                  <a:pt x="2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3" y="38"/>
                  <a:pt x="13" y="39"/>
                  <a:pt x="13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48"/>
                  <a:pt x="13" y="49"/>
                  <a:pt x="12" y="49"/>
                </a:cubicBezTo>
                <a:cubicBezTo>
                  <a:pt x="12" y="49"/>
                  <a:pt x="12" y="49"/>
                  <a:pt x="12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1" y="49"/>
                  <a:pt x="0" y="48"/>
                  <a:pt x="0" y="47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9"/>
                  <a:pt x="1" y="38"/>
                  <a:pt x="2" y="38"/>
                </a:cubicBezTo>
                <a:close/>
                <a:moveTo>
                  <a:pt x="11" y="41"/>
                </a:moveTo>
                <a:cubicBezTo>
                  <a:pt x="11" y="41"/>
                  <a:pt x="11" y="41"/>
                  <a:pt x="11" y="41"/>
                </a:cubicBezTo>
                <a:cubicBezTo>
                  <a:pt x="3" y="41"/>
                  <a:pt x="3" y="41"/>
                  <a:pt x="3" y="41"/>
                </a:cubicBezTo>
                <a:cubicBezTo>
                  <a:pt x="3" y="46"/>
                  <a:pt x="3" y="46"/>
                  <a:pt x="3" y="46"/>
                </a:cubicBezTo>
                <a:cubicBezTo>
                  <a:pt x="11" y="46"/>
                  <a:pt x="11" y="46"/>
                  <a:pt x="11" y="46"/>
                </a:cubicBezTo>
                <a:cubicBezTo>
                  <a:pt x="11" y="41"/>
                  <a:pt x="11" y="41"/>
                  <a:pt x="11" y="41"/>
                </a:cubicBezTo>
                <a:close/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49" y="1"/>
                  <a:pt x="49" y="1"/>
                </a:cubicBezTo>
                <a:cubicBezTo>
                  <a:pt x="49" y="1"/>
                  <a:pt x="49" y="1"/>
                  <a:pt x="49" y="1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10"/>
                  <a:pt x="49" y="10"/>
                  <a:pt x="48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10"/>
                  <a:pt x="0" y="10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7" y="2"/>
                </a:moveTo>
                <a:cubicBezTo>
                  <a:pt x="47" y="2"/>
                  <a:pt x="47" y="2"/>
                  <a:pt x="47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8"/>
                  <a:pt x="3" y="8"/>
                  <a:pt x="3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47" y="2"/>
                  <a:pt x="47" y="2"/>
                  <a:pt x="47" y="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09" name="Freeform 143">
            <a:extLst>
              <a:ext uri="{FF2B5EF4-FFF2-40B4-BE49-F238E27FC236}">
                <a16:creationId xmlns:a16="http://schemas.microsoft.com/office/drawing/2014/main" id="{BC43582A-7B68-3EC4-CB1F-798E9CCC2301}"/>
              </a:ext>
            </a:extLst>
          </p:cNvPr>
          <p:cNvSpPr>
            <a:spLocks noEditPoints="1"/>
          </p:cNvSpPr>
          <p:nvPr/>
        </p:nvSpPr>
        <p:spPr bwMode="auto">
          <a:xfrm>
            <a:off x="8417386" y="3012466"/>
            <a:ext cx="207433" cy="207433"/>
          </a:xfrm>
          <a:custGeom>
            <a:avLst/>
            <a:gdLst>
              <a:gd name="T0" fmla="*/ 3175 w 49"/>
              <a:gd name="T1" fmla="*/ 114300 h 49"/>
              <a:gd name="T2" fmla="*/ 117475 w 49"/>
              <a:gd name="T3" fmla="*/ 111125 h 49"/>
              <a:gd name="T4" fmla="*/ 117475 w 49"/>
              <a:gd name="T5" fmla="*/ 85725 h 49"/>
              <a:gd name="T6" fmla="*/ 111125 w 49"/>
              <a:gd name="T7" fmla="*/ 79375 h 49"/>
              <a:gd name="T8" fmla="*/ 0 w 49"/>
              <a:gd name="T9" fmla="*/ 85725 h 49"/>
              <a:gd name="T10" fmla="*/ 0 w 49"/>
              <a:gd name="T11" fmla="*/ 111125 h 49"/>
              <a:gd name="T12" fmla="*/ 107950 w 49"/>
              <a:gd name="T13" fmla="*/ 107950 h 49"/>
              <a:gd name="T14" fmla="*/ 6350 w 49"/>
              <a:gd name="T15" fmla="*/ 107950 h 49"/>
              <a:gd name="T16" fmla="*/ 107950 w 49"/>
              <a:gd name="T17" fmla="*/ 88900 h 49"/>
              <a:gd name="T18" fmla="*/ 3175 w 49"/>
              <a:gd name="T19" fmla="*/ 73025 h 49"/>
              <a:gd name="T20" fmla="*/ 3175 w 49"/>
              <a:gd name="T21" fmla="*/ 73025 h 49"/>
              <a:gd name="T22" fmla="*/ 79375 w 49"/>
              <a:gd name="T23" fmla="*/ 69850 h 49"/>
              <a:gd name="T24" fmla="*/ 79375 w 49"/>
              <a:gd name="T25" fmla="*/ 44450 h 49"/>
              <a:gd name="T26" fmla="*/ 76200 w 49"/>
              <a:gd name="T27" fmla="*/ 41275 h 49"/>
              <a:gd name="T28" fmla="*/ 0 w 49"/>
              <a:gd name="T29" fmla="*/ 44450 h 49"/>
              <a:gd name="T30" fmla="*/ 0 w 49"/>
              <a:gd name="T31" fmla="*/ 69850 h 49"/>
              <a:gd name="T32" fmla="*/ 69850 w 49"/>
              <a:gd name="T33" fmla="*/ 66675 h 49"/>
              <a:gd name="T34" fmla="*/ 6350 w 49"/>
              <a:gd name="T35" fmla="*/ 66675 h 49"/>
              <a:gd name="T36" fmla="*/ 69850 w 49"/>
              <a:gd name="T37" fmla="*/ 47625 h 49"/>
              <a:gd name="T38" fmla="*/ 3175 w 49"/>
              <a:gd name="T39" fmla="*/ 31750 h 49"/>
              <a:gd name="T40" fmla="*/ 3175 w 49"/>
              <a:gd name="T41" fmla="*/ 31750 h 49"/>
              <a:gd name="T42" fmla="*/ 41275 w 49"/>
              <a:gd name="T43" fmla="*/ 28575 h 49"/>
              <a:gd name="T44" fmla="*/ 41275 w 49"/>
              <a:gd name="T45" fmla="*/ 3175 h 49"/>
              <a:gd name="T46" fmla="*/ 38100 w 49"/>
              <a:gd name="T47" fmla="*/ 0 h 49"/>
              <a:gd name="T48" fmla="*/ 0 w 49"/>
              <a:gd name="T49" fmla="*/ 3175 h 49"/>
              <a:gd name="T50" fmla="*/ 0 w 49"/>
              <a:gd name="T51" fmla="*/ 28575 h 49"/>
              <a:gd name="T52" fmla="*/ 34925 w 49"/>
              <a:gd name="T53" fmla="*/ 25400 h 49"/>
              <a:gd name="T54" fmla="*/ 6350 w 49"/>
              <a:gd name="T55" fmla="*/ 25400 h 49"/>
              <a:gd name="T56" fmla="*/ 34925 w 49"/>
              <a:gd name="T57" fmla="*/ 6350 h 49"/>
              <a:gd name="T58" fmla="*/ 3175 w 49"/>
              <a:gd name="T59" fmla="*/ 155575 h 49"/>
              <a:gd name="T60" fmla="*/ 3175 w 49"/>
              <a:gd name="T61" fmla="*/ 155575 h 49"/>
              <a:gd name="T62" fmla="*/ 155575 w 49"/>
              <a:gd name="T63" fmla="*/ 149225 h 49"/>
              <a:gd name="T64" fmla="*/ 155575 w 49"/>
              <a:gd name="T65" fmla="*/ 123825 h 49"/>
              <a:gd name="T66" fmla="*/ 149225 w 49"/>
              <a:gd name="T67" fmla="*/ 120650 h 49"/>
              <a:gd name="T68" fmla="*/ 0 w 49"/>
              <a:gd name="T69" fmla="*/ 123825 h 49"/>
              <a:gd name="T70" fmla="*/ 0 w 49"/>
              <a:gd name="T71" fmla="*/ 149225 h 49"/>
              <a:gd name="T72" fmla="*/ 146050 w 49"/>
              <a:gd name="T73" fmla="*/ 146050 h 49"/>
              <a:gd name="T74" fmla="*/ 6350 w 49"/>
              <a:gd name="T75" fmla="*/ 146050 h 49"/>
              <a:gd name="T76" fmla="*/ 146050 w 49"/>
              <a:gd name="T77" fmla="*/ 130175 h 49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9" h="49">
                <a:moveTo>
                  <a:pt x="1" y="36"/>
                </a:moveTo>
                <a:cubicBezTo>
                  <a:pt x="1" y="36"/>
                  <a:pt x="1" y="36"/>
                  <a:pt x="1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6" y="36"/>
                  <a:pt x="37" y="35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27"/>
                  <a:pt x="37" y="27"/>
                  <a:pt x="37" y="27"/>
                </a:cubicBezTo>
                <a:cubicBezTo>
                  <a:pt x="37" y="26"/>
                  <a:pt x="36" y="25"/>
                  <a:pt x="35" y="25"/>
                </a:cubicBezTo>
                <a:cubicBezTo>
                  <a:pt x="35" y="25"/>
                  <a:pt x="35" y="25"/>
                  <a:pt x="35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5"/>
                  <a:pt x="0" y="26"/>
                  <a:pt x="0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6"/>
                  <a:pt x="1" y="36"/>
                </a:cubicBezTo>
                <a:close/>
                <a:moveTo>
                  <a:pt x="34" y="34"/>
                </a:moveTo>
                <a:cubicBezTo>
                  <a:pt x="34" y="34"/>
                  <a:pt x="34" y="34"/>
                  <a:pt x="34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28"/>
                  <a:pt x="2" y="28"/>
                  <a:pt x="2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34"/>
                  <a:pt x="34" y="34"/>
                  <a:pt x="34" y="34"/>
                </a:cubicBezTo>
                <a:close/>
                <a:moveTo>
                  <a:pt x="1" y="23"/>
                </a:moveTo>
                <a:cubicBezTo>
                  <a:pt x="1" y="23"/>
                  <a:pt x="1" y="23"/>
                  <a:pt x="1" y="23"/>
                </a:cubicBezTo>
                <a:cubicBezTo>
                  <a:pt x="1" y="23"/>
                  <a:pt x="1" y="23"/>
                  <a:pt x="1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5" y="23"/>
                  <a:pt x="25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3"/>
                  <a:pt x="24" y="13"/>
                  <a:pt x="24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0" y="13"/>
                  <a:pt x="0" y="13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3"/>
                  <a:pt x="0" y="23"/>
                  <a:pt x="1" y="23"/>
                </a:cubicBezTo>
                <a:close/>
                <a:moveTo>
                  <a:pt x="22" y="21"/>
                </a:moveTo>
                <a:cubicBezTo>
                  <a:pt x="22" y="21"/>
                  <a:pt x="22" y="21"/>
                  <a:pt x="22" y="21"/>
                </a:cubicBezTo>
                <a:cubicBezTo>
                  <a:pt x="2" y="21"/>
                  <a:pt x="2" y="21"/>
                  <a:pt x="2" y="21"/>
                </a:cubicBezTo>
                <a:cubicBezTo>
                  <a:pt x="2" y="15"/>
                  <a:pt x="2" y="15"/>
                  <a:pt x="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21"/>
                  <a:pt x="22" y="21"/>
                  <a:pt x="22" y="21"/>
                </a:cubicBezTo>
                <a:close/>
                <a:moveTo>
                  <a:pt x="1" y="10"/>
                </a:move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3" y="10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9"/>
                  <a:pt x="0" y="9"/>
                  <a:pt x="0" y="9"/>
                </a:cubicBezTo>
                <a:cubicBezTo>
                  <a:pt x="0" y="10"/>
                  <a:pt x="0" y="10"/>
                  <a:pt x="1" y="10"/>
                </a:cubicBezTo>
                <a:close/>
                <a:moveTo>
                  <a:pt x="11" y="8"/>
                </a:moveTo>
                <a:cubicBezTo>
                  <a:pt x="11" y="8"/>
                  <a:pt x="11" y="8"/>
                  <a:pt x="1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2"/>
                  <a:pt x="2" y="2"/>
                  <a:pt x="2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8"/>
                  <a:pt x="11" y="8"/>
                  <a:pt x="11" y="8"/>
                </a:cubicBezTo>
                <a:close/>
                <a:moveTo>
                  <a:pt x="1" y="49"/>
                </a:move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47" y="49"/>
                  <a:pt x="47" y="49"/>
                  <a:pt x="47" y="49"/>
                </a:cubicBezTo>
                <a:cubicBezTo>
                  <a:pt x="48" y="49"/>
                  <a:pt x="49" y="48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39"/>
                  <a:pt x="48" y="38"/>
                  <a:pt x="47" y="38"/>
                </a:cubicBezTo>
                <a:cubicBezTo>
                  <a:pt x="47" y="38"/>
                  <a:pt x="47" y="38"/>
                  <a:pt x="47" y="38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9"/>
                  <a:pt x="0" y="39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8"/>
                  <a:pt x="0" y="49"/>
                  <a:pt x="1" y="49"/>
                </a:cubicBezTo>
                <a:close/>
                <a:moveTo>
                  <a:pt x="46" y="46"/>
                </a:moveTo>
                <a:cubicBezTo>
                  <a:pt x="46" y="46"/>
                  <a:pt x="46" y="46"/>
                  <a:pt x="46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2" y="41"/>
                  <a:pt x="2" y="41"/>
                  <a:pt x="2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6"/>
                  <a:pt x="46" y="46"/>
                  <a:pt x="46" y="4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10" name="Freeform 144">
            <a:extLst>
              <a:ext uri="{FF2B5EF4-FFF2-40B4-BE49-F238E27FC236}">
                <a16:creationId xmlns:a16="http://schemas.microsoft.com/office/drawing/2014/main" id="{D42DC6C5-6F7C-890C-653B-F4BAFB055088}"/>
              </a:ext>
            </a:extLst>
          </p:cNvPr>
          <p:cNvSpPr>
            <a:spLocks noEditPoints="1"/>
          </p:cNvSpPr>
          <p:nvPr/>
        </p:nvSpPr>
        <p:spPr bwMode="auto">
          <a:xfrm>
            <a:off x="9528634" y="3016698"/>
            <a:ext cx="211667" cy="194733"/>
          </a:xfrm>
          <a:custGeom>
            <a:avLst/>
            <a:gdLst>
              <a:gd name="T0" fmla="*/ 9525 w 50"/>
              <a:gd name="T1" fmla="*/ 92075 h 46"/>
              <a:gd name="T2" fmla="*/ 85725 w 50"/>
              <a:gd name="T3" fmla="*/ 92075 h 46"/>
              <a:gd name="T4" fmla="*/ 92075 w 50"/>
              <a:gd name="T5" fmla="*/ 98425 h 46"/>
              <a:gd name="T6" fmla="*/ 92075 w 50"/>
              <a:gd name="T7" fmla="*/ 98425 h 46"/>
              <a:gd name="T8" fmla="*/ 92075 w 50"/>
              <a:gd name="T9" fmla="*/ 127000 h 46"/>
              <a:gd name="T10" fmla="*/ 142875 w 50"/>
              <a:gd name="T11" fmla="*/ 73025 h 46"/>
              <a:gd name="T12" fmla="*/ 92075 w 50"/>
              <a:gd name="T13" fmla="*/ 22225 h 46"/>
              <a:gd name="T14" fmla="*/ 92075 w 50"/>
              <a:gd name="T15" fmla="*/ 50800 h 46"/>
              <a:gd name="T16" fmla="*/ 85725 w 50"/>
              <a:gd name="T17" fmla="*/ 57150 h 46"/>
              <a:gd name="T18" fmla="*/ 85725 w 50"/>
              <a:gd name="T19" fmla="*/ 57150 h 46"/>
              <a:gd name="T20" fmla="*/ 9525 w 50"/>
              <a:gd name="T21" fmla="*/ 57150 h 46"/>
              <a:gd name="T22" fmla="*/ 9525 w 50"/>
              <a:gd name="T23" fmla="*/ 92075 h 46"/>
              <a:gd name="T24" fmla="*/ 79375 w 50"/>
              <a:gd name="T25" fmla="*/ 101600 h 46"/>
              <a:gd name="T26" fmla="*/ 79375 w 50"/>
              <a:gd name="T27" fmla="*/ 101600 h 46"/>
              <a:gd name="T28" fmla="*/ 6350 w 50"/>
              <a:gd name="T29" fmla="*/ 101600 h 46"/>
              <a:gd name="T30" fmla="*/ 0 w 50"/>
              <a:gd name="T31" fmla="*/ 98425 h 46"/>
              <a:gd name="T32" fmla="*/ 0 w 50"/>
              <a:gd name="T33" fmla="*/ 50800 h 46"/>
              <a:gd name="T34" fmla="*/ 0 w 50"/>
              <a:gd name="T35" fmla="*/ 50800 h 46"/>
              <a:gd name="T36" fmla="*/ 6350 w 50"/>
              <a:gd name="T37" fmla="*/ 44450 h 46"/>
              <a:gd name="T38" fmla="*/ 79375 w 50"/>
              <a:gd name="T39" fmla="*/ 44450 h 46"/>
              <a:gd name="T40" fmla="*/ 79375 w 50"/>
              <a:gd name="T41" fmla="*/ 6350 h 46"/>
              <a:gd name="T42" fmla="*/ 79375 w 50"/>
              <a:gd name="T43" fmla="*/ 3175 h 46"/>
              <a:gd name="T44" fmla="*/ 88900 w 50"/>
              <a:gd name="T45" fmla="*/ 3175 h 46"/>
              <a:gd name="T46" fmla="*/ 155575 w 50"/>
              <a:gd name="T47" fmla="*/ 69850 h 46"/>
              <a:gd name="T48" fmla="*/ 155575 w 50"/>
              <a:gd name="T49" fmla="*/ 69850 h 46"/>
              <a:gd name="T50" fmla="*/ 155575 w 50"/>
              <a:gd name="T51" fmla="*/ 69850 h 46"/>
              <a:gd name="T52" fmla="*/ 155575 w 50"/>
              <a:gd name="T53" fmla="*/ 79375 h 46"/>
              <a:gd name="T54" fmla="*/ 88900 w 50"/>
              <a:gd name="T55" fmla="*/ 146050 h 46"/>
              <a:gd name="T56" fmla="*/ 85725 w 50"/>
              <a:gd name="T57" fmla="*/ 146050 h 46"/>
              <a:gd name="T58" fmla="*/ 79375 w 50"/>
              <a:gd name="T59" fmla="*/ 139700 h 46"/>
              <a:gd name="T60" fmla="*/ 79375 w 50"/>
              <a:gd name="T61" fmla="*/ 101600 h 4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50" h="46">
                <a:moveTo>
                  <a:pt x="3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9" y="30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40"/>
                  <a:pt x="29" y="40"/>
                  <a:pt x="29" y="40"/>
                </a:cubicBezTo>
                <a:cubicBezTo>
                  <a:pt x="45" y="23"/>
                  <a:pt x="45" y="23"/>
                  <a:pt x="45" y="23"/>
                </a:cubicBezTo>
                <a:cubicBezTo>
                  <a:pt x="29" y="7"/>
                  <a:pt x="29" y="7"/>
                  <a:pt x="29" y="7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7"/>
                  <a:pt x="28" y="18"/>
                  <a:pt x="27" y="18"/>
                </a:cubicBezTo>
                <a:cubicBezTo>
                  <a:pt x="27" y="18"/>
                  <a:pt x="27" y="18"/>
                  <a:pt x="27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29"/>
                  <a:pt x="3" y="29"/>
                  <a:pt x="3" y="29"/>
                </a:cubicBezTo>
                <a:close/>
                <a:moveTo>
                  <a:pt x="25" y="32"/>
                </a:moveTo>
                <a:cubicBezTo>
                  <a:pt x="25" y="32"/>
                  <a:pt x="25" y="32"/>
                  <a:pt x="25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1" y="32"/>
                  <a:pt x="0" y="32"/>
                  <a:pt x="0" y="31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5"/>
                  <a:pt x="1" y="14"/>
                  <a:pt x="2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2"/>
                  <a:pt x="25" y="2"/>
                  <a:pt x="25" y="2"/>
                </a:cubicBezTo>
                <a:cubicBezTo>
                  <a:pt x="25" y="2"/>
                  <a:pt x="25" y="1"/>
                  <a:pt x="25" y="1"/>
                </a:cubicBezTo>
                <a:cubicBezTo>
                  <a:pt x="26" y="0"/>
                  <a:pt x="27" y="0"/>
                  <a:pt x="28" y="1"/>
                </a:cubicBezTo>
                <a:cubicBezTo>
                  <a:pt x="49" y="22"/>
                  <a:pt x="49" y="22"/>
                  <a:pt x="49" y="22"/>
                </a:cubicBezTo>
                <a:cubicBezTo>
                  <a:pt x="49" y="22"/>
                  <a:pt x="49" y="22"/>
                  <a:pt x="49" y="22"/>
                </a:cubicBezTo>
                <a:cubicBezTo>
                  <a:pt x="49" y="22"/>
                  <a:pt x="49" y="22"/>
                  <a:pt x="49" y="22"/>
                </a:cubicBezTo>
                <a:cubicBezTo>
                  <a:pt x="50" y="23"/>
                  <a:pt x="50" y="24"/>
                  <a:pt x="49" y="25"/>
                </a:cubicBezTo>
                <a:cubicBezTo>
                  <a:pt x="28" y="46"/>
                  <a:pt x="28" y="46"/>
                  <a:pt x="28" y="46"/>
                </a:cubicBezTo>
                <a:cubicBezTo>
                  <a:pt x="28" y="46"/>
                  <a:pt x="27" y="46"/>
                  <a:pt x="27" y="46"/>
                </a:cubicBezTo>
                <a:cubicBezTo>
                  <a:pt x="26" y="46"/>
                  <a:pt x="25" y="45"/>
                  <a:pt x="25" y="44"/>
                </a:cubicBezTo>
                <a:cubicBezTo>
                  <a:pt x="25" y="32"/>
                  <a:pt x="25" y="32"/>
                  <a:pt x="25" y="3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11" name="Freeform 145">
            <a:extLst>
              <a:ext uri="{FF2B5EF4-FFF2-40B4-BE49-F238E27FC236}">
                <a16:creationId xmlns:a16="http://schemas.microsoft.com/office/drawing/2014/main" id="{AABC1F3C-D426-0D0A-ED99-C5D7AE74E859}"/>
              </a:ext>
            </a:extLst>
          </p:cNvPr>
          <p:cNvSpPr>
            <a:spLocks noEditPoints="1"/>
          </p:cNvSpPr>
          <p:nvPr/>
        </p:nvSpPr>
        <p:spPr bwMode="auto">
          <a:xfrm>
            <a:off x="8806852" y="3025165"/>
            <a:ext cx="173567" cy="177800"/>
          </a:xfrm>
          <a:custGeom>
            <a:avLst/>
            <a:gdLst>
              <a:gd name="T0" fmla="*/ 12700 w 41"/>
              <a:gd name="T1" fmla="*/ 41275 h 42"/>
              <a:gd name="T2" fmla="*/ 66675 w 41"/>
              <a:gd name="T3" fmla="*/ 92075 h 42"/>
              <a:gd name="T4" fmla="*/ 66675 w 41"/>
              <a:gd name="T5" fmla="*/ 101600 h 42"/>
              <a:gd name="T6" fmla="*/ 66675 w 41"/>
              <a:gd name="T7" fmla="*/ 101600 h 42"/>
              <a:gd name="T8" fmla="*/ 44450 w 41"/>
              <a:gd name="T9" fmla="*/ 120650 h 42"/>
              <a:gd name="T10" fmla="*/ 120650 w 41"/>
              <a:gd name="T11" fmla="*/ 120650 h 42"/>
              <a:gd name="T12" fmla="*/ 120650 w 41"/>
              <a:gd name="T13" fmla="*/ 47625 h 42"/>
              <a:gd name="T14" fmla="*/ 98425 w 41"/>
              <a:gd name="T15" fmla="*/ 69850 h 42"/>
              <a:gd name="T16" fmla="*/ 88900 w 41"/>
              <a:gd name="T17" fmla="*/ 69850 h 42"/>
              <a:gd name="T18" fmla="*/ 88900 w 41"/>
              <a:gd name="T19" fmla="*/ 66675 h 42"/>
              <a:gd name="T20" fmla="*/ 38100 w 41"/>
              <a:gd name="T21" fmla="*/ 15875 h 42"/>
              <a:gd name="T22" fmla="*/ 12700 w 41"/>
              <a:gd name="T23" fmla="*/ 41275 h 42"/>
              <a:gd name="T24" fmla="*/ 53975 w 41"/>
              <a:gd name="T25" fmla="*/ 95250 h 42"/>
              <a:gd name="T26" fmla="*/ 53975 w 41"/>
              <a:gd name="T27" fmla="*/ 95250 h 42"/>
              <a:gd name="T28" fmla="*/ 0 w 41"/>
              <a:gd name="T29" fmla="*/ 44450 h 42"/>
              <a:gd name="T30" fmla="*/ 0 w 41"/>
              <a:gd name="T31" fmla="*/ 44450 h 42"/>
              <a:gd name="T32" fmla="*/ 0 w 41"/>
              <a:gd name="T33" fmla="*/ 34925 h 42"/>
              <a:gd name="T34" fmla="*/ 34925 w 41"/>
              <a:gd name="T35" fmla="*/ 3175 h 42"/>
              <a:gd name="T36" fmla="*/ 34925 w 41"/>
              <a:gd name="T37" fmla="*/ 3175 h 42"/>
              <a:gd name="T38" fmla="*/ 41275 w 41"/>
              <a:gd name="T39" fmla="*/ 3175 h 42"/>
              <a:gd name="T40" fmla="*/ 95250 w 41"/>
              <a:gd name="T41" fmla="*/ 53975 h 42"/>
              <a:gd name="T42" fmla="*/ 120650 w 41"/>
              <a:gd name="T43" fmla="*/ 28575 h 42"/>
              <a:gd name="T44" fmla="*/ 120650 w 41"/>
              <a:gd name="T45" fmla="*/ 28575 h 42"/>
              <a:gd name="T46" fmla="*/ 127000 w 41"/>
              <a:gd name="T47" fmla="*/ 28575 h 42"/>
              <a:gd name="T48" fmla="*/ 130175 w 41"/>
              <a:gd name="T49" fmla="*/ 31750 h 42"/>
              <a:gd name="T50" fmla="*/ 130175 w 41"/>
              <a:gd name="T51" fmla="*/ 127000 h 42"/>
              <a:gd name="T52" fmla="*/ 130175 w 41"/>
              <a:gd name="T53" fmla="*/ 127000 h 42"/>
              <a:gd name="T54" fmla="*/ 127000 w 41"/>
              <a:gd name="T55" fmla="*/ 133350 h 42"/>
              <a:gd name="T56" fmla="*/ 31750 w 41"/>
              <a:gd name="T57" fmla="*/ 133350 h 42"/>
              <a:gd name="T58" fmla="*/ 25400 w 41"/>
              <a:gd name="T59" fmla="*/ 133350 h 42"/>
              <a:gd name="T60" fmla="*/ 25400 w 41"/>
              <a:gd name="T61" fmla="*/ 123825 h 42"/>
              <a:gd name="T62" fmla="*/ 53975 w 41"/>
              <a:gd name="T63" fmla="*/ 95250 h 4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1" h="42">
                <a:moveTo>
                  <a:pt x="4" y="13"/>
                </a:moveTo>
                <a:cubicBezTo>
                  <a:pt x="21" y="29"/>
                  <a:pt x="21" y="29"/>
                  <a:pt x="21" y="29"/>
                </a:cubicBezTo>
                <a:cubicBezTo>
                  <a:pt x="22" y="30"/>
                  <a:pt x="22" y="31"/>
                  <a:pt x="21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14" y="38"/>
                  <a:pt x="14" y="38"/>
                  <a:pt x="14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8" y="15"/>
                  <a:pt x="38" y="15"/>
                  <a:pt x="38" y="15"/>
                </a:cubicBezTo>
                <a:cubicBezTo>
                  <a:pt x="31" y="22"/>
                  <a:pt x="31" y="22"/>
                  <a:pt x="31" y="22"/>
                </a:cubicBezTo>
                <a:cubicBezTo>
                  <a:pt x="30" y="22"/>
                  <a:pt x="29" y="22"/>
                  <a:pt x="28" y="22"/>
                </a:cubicBezTo>
                <a:cubicBezTo>
                  <a:pt x="28" y="21"/>
                  <a:pt x="28" y="21"/>
                  <a:pt x="28" y="21"/>
                </a:cubicBezTo>
                <a:cubicBezTo>
                  <a:pt x="12" y="5"/>
                  <a:pt x="12" y="5"/>
                  <a:pt x="12" y="5"/>
                </a:cubicBezTo>
                <a:cubicBezTo>
                  <a:pt x="4" y="13"/>
                  <a:pt x="4" y="13"/>
                  <a:pt x="4" y="13"/>
                </a:cubicBezTo>
                <a:close/>
                <a:moveTo>
                  <a:pt x="17" y="30"/>
                </a:moveTo>
                <a:cubicBezTo>
                  <a:pt x="17" y="30"/>
                  <a:pt x="17" y="30"/>
                  <a:pt x="17" y="30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0" y="12"/>
                  <a:pt x="0" y="11"/>
                </a:cubicBezTo>
                <a:cubicBezTo>
                  <a:pt x="11" y="1"/>
                  <a:pt x="11" y="1"/>
                  <a:pt x="11" y="1"/>
                </a:cubicBezTo>
                <a:cubicBezTo>
                  <a:pt x="11" y="1"/>
                  <a:pt x="11" y="1"/>
                  <a:pt x="11" y="1"/>
                </a:cubicBezTo>
                <a:cubicBezTo>
                  <a:pt x="11" y="0"/>
                  <a:pt x="13" y="0"/>
                  <a:pt x="13" y="1"/>
                </a:cubicBezTo>
                <a:cubicBezTo>
                  <a:pt x="30" y="17"/>
                  <a:pt x="30" y="17"/>
                  <a:pt x="30" y="17"/>
                </a:cubicBezTo>
                <a:cubicBezTo>
                  <a:pt x="38" y="9"/>
                  <a:pt x="38" y="9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39" y="9"/>
                  <a:pt x="39" y="9"/>
                  <a:pt x="40" y="9"/>
                </a:cubicBezTo>
                <a:cubicBezTo>
                  <a:pt x="41" y="9"/>
                  <a:pt x="41" y="9"/>
                  <a:pt x="41" y="10"/>
                </a:cubicBezTo>
                <a:cubicBezTo>
                  <a:pt x="41" y="40"/>
                  <a:pt x="41" y="40"/>
                  <a:pt x="41" y="40"/>
                </a:cubicBezTo>
                <a:cubicBezTo>
                  <a:pt x="41" y="40"/>
                  <a:pt x="41" y="40"/>
                  <a:pt x="41" y="40"/>
                </a:cubicBezTo>
                <a:cubicBezTo>
                  <a:pt x="41" y="41"/>
                  <a:pt x="41" y="42"/>
                  <a:pt x="40" y="42"/>
                </a:cubicBezTo>
                <a:cubicBezTo>
                  <a:pt x="10" y="42"/>
                  <a:pt x="10" y="42"/>
                  <a:pt x="10" y="42"/>
                </a:cubicBezTo>
                <a:cubicBezTo>
                  <a:pt x="9" y="42"/>
                  <a:pt x="9" y="42"/>
                  <a:pt x="8" y="42"/>
                </a:cubicBezTo>
                <a:cubicBezTo>
                  <a:pt x="8" y="41"/>
                  <a:pt x="8" y="40"/>
                  <a:pt x="8" y="39"/>
                </a:cubicBezTo>
                <a:cubicBezTo>
                  <a:pt x="17" y="30"/>
                  <a:pt x="17" y="30"/>
                  <a:pt x="17" y="3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12" name="Freeform 146">
            <a:extLst>
              <a:ext uri="{FF2B5EF4-FFF2-40B4-BE49-F238E27FC236}">
                <a16:creationId xmlns:a16="http://schemas.microsoft.com/office/drawing/2014/main" id="{84832543-0FB8-6999-3957-D023EE12C61F}"/>
              </a:ext>
            </a:extLst>
          </p:cNvPr>
          <p:cNvSpPr>
            <a:spLocks noEditPoints="1"/>
          </p:cNvSpPr>
          <p:nvPr/>
        </p:nvSpPr>
        <p:spPr bwMode="auto">
          <a:xfrm>
            <a:off x="9162452" y="3025165"/>
            <a:ext cx="179916" cy="177800"/>
          </a:xfrm>
          <a:custGeom>
            <a:avLst/>
            <a:gdLst>
              <a:gd name="T0" fmla="*/ 3213 w 42"/>
              <a:gd name="T1" fmla="*/ 92075 h 42"/>
              <a:gd name="T2" fmla="*/ 54617 w 42"/>
              <a:gd name="T3" fmla="*/ 38100 h 42"/>
              <a:gd name="T4" fmla="*/ 28915 w 42"/>
              <a:gd name="T5" fmla="*/ 12700 h 42"/>
              <a:gd name="T6" fmla="*/ 28915 w 42"/>
              <a:gd name="T7" fmla="*/ 3175 h 42"/>
              <a:gd name="T8" fmla="*/ 32128 w 42"/>
              <a:gd name="T9" fmla="*/ 0 h 42"/>
              <a:gd name="T10" fmla="*/ 128511 w 42"/>
              <a:gd name="T11" fmla="*/ 0 h 42"/>
              <a:gd name="T12" fmla="*/ 134937 w 42"/>
              <a:gd name="T13" fmla="*/ 6350 h 42"/>
              <a:gd name="T14" fmla="*/ 134937 w 42"/>
              <a:gd name="T15" fmla="*/ 6350 h 42"/>
              <a:gd name="T16" fmla="*/ 134937 w 42"/>
              <a:gd name="T17" fmla="*/ 101600 h 42"/>
              <a:gd name="T18" fmla="*/ 128511 w 42"/>
              <a:gd name="T19" fmla="*/ 107950 h 42"/>
              <a:gd name="T20" fmla="*/ 125299 w 42"/>
              <a:gd name="T21" fmla="*/ 104775 h 42"/>
              <a:gd name="T22" fmla="*/ 125299 w 42"/>
              <a:gd name="T23" fmla="*/ 104775 h 42"/>
              <a:gd name="T24" fmla="*/ 96384 w 42"/>
              <a:gd name="T25" fmla="*/ 79375 h 42"/>
              <a:gd name="T26" fmla="*/ 44979 w 42"/>
              <a:gd name="T27" fmla="*/ 133350 h 42"/>
              <a:gd name="T28" fmla="*/ 35341 w 42"/>
              <a:gd name="T29" fmla="*/ 133350 h 42"/>
              <a:gd name="T30" fmla="*/ 35341 w 42"/>
              <a:gd name="T31" fmla="*/ 130175 h 42"/>
              <a:gd name="T32" fmla="*/ 3213 w 42"/>
              <a:gd name="T33" fmla="*/ 98425 h 42"/>
              <a:gd name="T34" fmla="*/ 3213 w 42"/>
              <a:gd name="T35" fmla="*/ 92075 h 42"/>
              <a:gd name="T36" fmla="*/ 3213 w 42"/>
              <a:gd name="T37" fmla="*/ 92075 h 42"/>
              <a:gd name="T38" fmla="*/ 67469 w 42"/>
              <a:gd name="T39" fmla="*/ 41275 h 42"/>
              <a:gd name="T40" fmla="*/ 67469 w 42"/>
              <a:gd name="T41" fmla="*/ 41275 h 42"/>
              <a:gd name="T42" fmla="*/ 16064 w 42"/>
              <a:gd name="T43" fmla="*/ 95250 h 42"/>
              <a:gd name="T44" fmla="*/ 38553 w 42"/>
              <a:gd name="T45" fmla="*/ 120650 h 42"/>
              <a:gd name="T46" fmla="*/ 93171 w 42"/>
              <a:gd name="T47" fmla="*/ 66675 h 42"/>
              <a:gd name="T48" fmla="*/ 93171 w 42"/>
              <a:gd name="T49" fmla="*/ 66675 h 42"/>
              <a:gd name="T50" fmla="*/ 102809 w 42"/>
              <a:gd name="T51" fmla="*/ 66675 h 42"/>
              <a:gd name="T52" fmla="*/ 122086 w 42"/>
              <a:gd name="T53" fmla="*/ 85725 h 42"/>
              <a:gd name="T54" fmla="*/ 122086 w 42"/>
              <a:gd name="T55" fmla="*/ 12700 h 42"/>
              <a:gd name="T56" fmla="*/ 48192 w 42"/>
              <a:gd name="T57" fmla="*/ 12700 h 42"/>
              <a:gd name="T58" fmla="*/ 67469 w 42"/>
              <a:gd name="T59" fmla="*/ 34925 h 42"/>
              <a:gd name="T60" fmla="*/ 67469 w 42"/>
              <a:gd name="T61" fmla="*/ 34925 h 42"/>
              <a:gd name="T62" fmla="*/ 67469 w 42"/>
              <a:gd name="T63" fmla="*/ 41275 h 4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2" h="42">
                <a:moveTo>
                  <a:pt x="1" y="29"/>
                </a:moveTo>
                <a:cubicBezTo>
                  <a:pt x="17" y="12"/>
                  <a:pt x="17" y="12"/>
                  <a:pt x="17" y="12"/>
                </a:cubicBezTo>
                <a:cubicBezTo>
                  <a:pt x="9" y="4"/>
                  <a:pt x="9" y="4"/>
                  <a:pt x="9" y="4"/>
                </a:cubicBezTo>
                <a:cubicBezTo>
                  <a:pt x="8" y="3"/>
                  <a:pt x="8" y="2"/>
                  <a:pt x="9" y="1"/>
                </a:cubicBezTo>
                <a:cubicBezTo>
                  <a:pt x="9" y="1"/>
                  <a:pt x="10" y="0"/>
                  <a:pt x="1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1" y="0"/>
                  <a:pt x="42" y="1"/>
                  <a:pt x="42" y="2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3"/>
                  <a:pt x="41" y="34"/>
                  <a:pt x="40" y="34"/>
                </a:cubicBezTo>
                <a:cubicBezTo>
                  <a:pt x="39" y="34"/>
                  <a:pt x="39" y="34"/>
                  <a:pt x="39" y="33"/>
                </a:cubicBezTo>
                <a:cubicBezTo>
                  <a:pt x="39" y="33"/>
                  <a:pt x="39" y="33"/>
                  <a:pt x="39" y="33"/>
                </a:cubicBezTo>
                <a:cubicBezTo>
                  <a:pt x="30" y="25"/>
                  <a:pt x="30" y="25"/>
                  <a:pt x="30" y="25"/>
                </a:cubicBezTo>
                <a:cubicBezTo>
                  <a:pt x="14" y="42"/>
                  <a:pt x="14" y="42"/>
                  <a:pt x="14" y="42"/>
                </a:cubicBezTo>
                <a:cubicBezTo>
                  <a:pt x="13" y="42"/>
                  <a:pt x="12" y="42"/>
                  <a:pt x="11" y="42"/>
                </a:cubicBezTo>
                <a:cubicBezTo>
                  <a:pt x="11" y="41"/>
                  <a:pt x="11" y="41"/>
                  <a:pt x="11" y="41"/>
                </a:cubicBezTo>
                <a:cubicBezTo>
                  <a:pt x="1" y="31"/>
                  <a:pt x="1" y="31"/>
                  <a:pt x="1" y="31"/>
                </a:cubicBezTo>
                <a:cubicBezTo>
                  <a:pt x="0" y="31"/>
                  <a:pt x="0" y="29"/>
                  <a:pt x="1" y="29"/>
                </a:cubicBezTo>
                <a:cubicBezTo>
                  <a:pt x="1" y="29"/>
                  <a:pt x="1" y="29"/>
                  <a:pt x="1" y="29"/>
                </a:cubicBezTo>
                <a:close/>
                <a:moveTo>
                  <a:pt x="21" y="13"/>
                </a:moveTo>
                <a:cubicBezTo>
                  <a:pt x="21" y="13"/>
                  <a:pt x="21" y="13"/>
                  <a:pt x="21" y="13"/>
                </a:cubicBezTo>
                <a:cubicBezTo>
                  <a:pt x="5" y="30"/>
                  <a:pt x="5" y="30"/>
                  <a:pt x="5" y="30"/>
                </a:cubicBezTo>
                <a:cubicBezTo>
                  <a:pt x="12" y="38"/>
                  <a:pt x="12" y="38"/>
                  <a:pt x="12" y="38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30" y="20"/>
                  <a:pt x="31" y="20"/>
                  <a:pt x="32" y="21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4"/>
                  <a:pt x="38" y="4"/>
                  <a:pt x="38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2" y="11"/>
                  <a:pt x="22" y="13"/>
                  <a:pt x="21" y="1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13" name="Freeform 147">
            <a:extLst>
              <a:ext uri="{FF2B5EF4-FFF2-40B4-BE49-F238E27FC236}">
                <a16:creationId xmlns:a16="http://schemas.microsoft.com/office/drawing/2014/main" id="{BB9E93E6-A8DF-D1F4-5493-C2B3BF02D678}"/>
              </a:ext>
            </a:extLst>
          </p:cNvPr>
          <p:cNvSpPr>
            <a:spLocks noEditPoints="1"/>
          </p:cNvSpPr>
          <p:nvPr/>
        </p:nvSpPr>
        <p:spPr bwMode="auto">
          <a:xfrm>
            <a:off x="11395535" y="2589132"/>
            <a:ext cx="207433" cy="194733"/>
          </a:xfrm>
          <a:custGeom>
            <a:avLst/>
            <a:gdLst>
              <a:gd name="T0" fmla="*/ 139700 w 49"/>
              <a:gd name="T1" fmla="*/ 63500 h 46"/>
              <a:gd name="T2" fmla="*/ 139700 w 49"/>
              <a:gd name="T3" fmla="*/ 63500 h 46"/>
              <a:gd name="T4" fmla="*/ 139700 w 49"/>
              <a:gd name="T5" fmla="*/ 63500 h 46"/>
              <a:gd name="T6" fmla="*/ 139700 w 49"/>
              <a:gd name="T7" fmla="*/ 63500 h 46"/>
              <a:gd name="T8" fmla="*/ 114300 w 49"/>
              <a:gd name="T9" fmla="*/ 127000 h 46"/>
              <a:gd name="T10" fmla="*/ 123825 w 49"/>
              <a:gd name="T11" fmla="*/ 139700 h 46"/>
              <a:gd name="T12" fmla="*/ 123825 w 49"/>
              <a:gd name="T13" fmla="*/ 146050 h 46"/>
              <a:gd name="T14" fmla="*/ 120650 w 49"/>
              <a:gd name="T15" fmla="*/ 142875 h 46"/>
              <a:gd name="T16" fmla="*/ 107950 w 49"/>
              <a:gd name="T17" fmla="*/ 130175 h 46"/>
              <a:gd name="T18" fmla="*/ 44450 w 49"/>
              <a:gd name="T19" fmla="*/ 130175 h 46"/>
              <a:gd name="T20" fmla="*/ 34925 w 49"/>
              <a:gd name="T21" fmla="*/ 142875 h 46"/>
              <a:gd name="T22" fmla="*/ 28575 w 49"/>
              <a:gd name="T23" fmla="*/ 146050 h 46"/>
              <a:gd name="T24" fmla="*/ 28575 w 49"/>
              <a:gd name="T25" fmla="*/ 139700 h 46"/>
              <a:gd name="T26" fmla="*/ 38100 w 49"/>
              <a:gd name="T27" fmla="*/ 127000 h 46"/>
              <a:gd name="T28" fmla="*/ 38100 w 49"/>
              <a:gd name="T29" fmla="*/ 127000 h 46"/>
              <a:gd name="T30" fmla="*/ 15875 w 49"/>
              <a:gd name="T31" fmla="*/ 63500 h 46"/>
              <a:gd name="T32" fmla="*/ 15875 w 49"/>
              <a:gd name="T33" fmla="*/ 63500 h 46"/>
              <a:gd name="T34" fmla="*/ 3175 w 49"/>
              <a:gd name="T35" fmla="*/ 60325 h 46"/>
              <a:gd name="T36" fmla="*/ 0 w 49"/>
              <a:gd name="T37" fmla="*/ 53975 h 46"/>
              <a:gd name="T38" fmla="*/ 3175 w 49"/>
              <a:gd name="T39" fmla="*/ 53975 h 46"/>
              <a:gd name="T40" fmla="*/ 19050 w 49"/>
              <a:gd name="T41" fmla="*/ 57150 h 46"/>
              <a:gd name="T42" fmla="*/ 19050 w 49"/>
              <a:gd name="T43" fmla="*/ 57150 h 46"/>
              <a:gd name="T44" fmla="*/ 73025 w 49"/>
              <a:gd name="T45" fmla="*/ 15875 h 46"/>
              <a:gd name="T46" fmla="*/ 73025 w 49"/>
              <a:gd name="T47" fmla="*/ 15875 h 46"/>
              <a:gd name="T48" fmla="*/ 73025 w 49"/>
              <a:gd name="T49" fmla="*/ 3175 h 46"/>
              <a:gd name="T50" fmla="*/ 76200 w 49"/>
              <a:gd name="T51" fmla="*/ 0 h 46"/>
              <a:gd name="T52" fmla="*/ 79375 w 49"/>
              <a:gd name="T53" fmla="*/ 3175 h 46"/>
              <a:gd name="T54" fmla="*/ 79375 w 49"/>
              <a:gd name="T55" fmla="*/ 15875 h 46"/>
              <a:gd name="T56" fmla="*/ 79375 w 49"/>
              <a:gd name="T57" fmla="*/ 15875 h 46"/>
              <a:gd name="T58" fmla="*/ 136525 w 49"/>
              <a:gd name="T59" fmla="*/ 57150 h 46"/>
              <a:gd name="T60" fmla="*/ 149225 w 49"/>
              <a:gd name="T61" fmla="*/ 53975 h 46"/>
              <a:gd name="T62" fmla="*/ 152400 w 49"/>
              <a:gd name="T63" fmla="*/ 53975 h 46"/>
              <a:gd name="T64" fmla="*/ 152400 w 49"/>
              <a:gd name="T65" fmla="*/ 60325 h 46"/>
              <a:gd name="T66" fmla="*/ 139700 w 49"/>
              <a:gd name="T67" fmla="*/ 63500 h 46"/>
              <a:gd name="T68" fmla="*/ 73025 w 49"/>
              <a:gd name="T69" fmla="*/ 76200 h 46"/>
              <a:gd name="T70" fmla="*/ 73025 w 49"/>
              <a:gd name="T71" fmla="*/ 76200 h 46"/>
              <a:gd name="T72" fmla="*/ 73025 w 49"/>
              <a:gd name="T73" fmla="*/ 31750 h 46"/>
              <a:gd name="T74" fmla="*/ 31750 w 49"/>
              <a:gd name="T75" fmla="*/ 60325 h 46"/>
              <a:gd name="T76" fmla="*/ 73025 w 49"/>
              <a:gd name="T77" fmla="*/ 76200 h 46"/>
              <a:gd name="T78" fmla="*/ 79375 w 49"/>
              <a:gd name="T79" fmla="*/ 31750 h 46"/>
              <a:gd name="T80" fmla="*/ 79375 w 49"/>
              <a:gd name="T81" fmla="*/ 31750 h 46"/>
              <a:gd name="T82" fmla="*/ 79375 w 49"/>
              <a:gd name="T83" fmla="*/ 76200 h 46"/>
              <a:gd name="T84" fmla="*/ 123825 w 49"/>
              <a:gd name="T85" fmla="*/ 60325 h 46"/>
              <a:gd name="T86" fmla="*/ 79375 w 49"/>
              <a:gd name="T87" fmla="*/ 31750 h 46"/>
              <a:gd name="T88" fmla="*/ 123825 w 49"/>
              <a:gd name="T89" fmla="*/ 69850 h 46"/>
              <a:gd name="T90" fmla="*/ 123825 w 49"/>
              <a:gd name="T91" fmla="*/ 69850 h 46"/>
              <a:gd name="T92" fmla="*/ 82550 w 49"/>
              <a:gd name="T93" fmla="*/ 82550 h 46"/>
              <a:gd name="T94" fmla="*/ 107950 w 49"/>
              <a:gd name="T95" fmla="*/ 114300 h 46"/>
              <a:gd name="T96" fmla="*/ 123825 w 49"/>
              <a:gd name="T97" fmla="*/ 69850 h 46"/>
              <a:gd name="T98" fmla="*/ 101600 w 49"/>
              <a:gd name="T99" fmla="*/ 117475 h 46"/>
              <a:gd name="T100" fmla="*/ 101600 w 49"/>
              <a:gd name="T101" fmla="*/ 117475 h 46"/>
              <a:gd name="T102" fmla="*/ 76200 w 49"/>
              <a:gd name="T103" fmla="*/ 85725 h 46"/>
              <a:gd name="T104" fmla="*/ 53975 w 49"/>
              <a:gd name="T105" fmla="*/ 117475 h 46"/>
              <a:gd name="T106" fmla="*/ 101600 w 49"/>
              <a:gd name="T107" fmla="*/ 117475 h 46"/>
              <a:gd name="T108" fmla="*/ 47625 w 49"/>
              <a:gd name="T109" fmla="*/ 114300 h 46"/>
              <a:gd name="T110" fmla="*/ 47625 w 49"/>
              <a:gd name="T111" fmla="*/ 114300 h 46"/>
              <a:gd name="T112" fmla="*/ 69850 w 49"/>
              <a:gd name="T113" fmla="*/ 82550 h 46"/>
              <a:gd name="T114" fmla="*/ 28575 w 49"/>
              <a:gd name="T115" fmla="*/ 69850 h 46"/>
              <a:gd name="T116" fmla="*/ 47625 w 49"/>
              <a:gd name="T117" fmla="*/ 114300 h 4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49" h="46">
                <a:moveTo>
                  <a:pt x="44" y="20"/>
                </a:moveTo>
                <a:cubicBezTo>
                  <a:pt x="44" y="20"/>
                  <a:pt x="44" y="20"/>
                  <a:pt x="44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36" y="40"/>
                  <a:pt x="36" y="40"/>
                  <a:pt x="36" y="40"/>
                </a:cubicBezTo>
                <a:cubicBezTo>
                  <a:pt x="39" y="44"/>
                  <a:pt x="39" y="44"/>
                  <a:pt x="39" y="44"/>
                </a:cubicBezTo>
                <a:cubicBezTo>
                  <a:pt x="40" y="45"/>
                  <a:pt x="40" y="45"/>
                  <a:pt x="39" y="46"/>
                </a:cubicBezTo>
                <a:cubicBezTo>
                  <a:pt x="39" y="46"/>
                  <a:pt x="38" y="46"/>
                  <a:pt x="38" y="45"/>
                </a:cubicBezTo>
                <a:cubicBezTo>
                  <a:pt x="34" y="41"/>
                  <a:pt x="34" y="41"/>
                  <a:pt x="34" y="41"/>
                </a:cubicBezTo>
                <a:cubicBezTo>
                  <a:pt x="14" y="41"/>
                  <a:pt x="14" y="41"/>
                  <a:pt x="14" y="41"/>
                </a:cubicBezTo>
                <a:cubicBezTo>
                  <a:pt x="11" y="45"/>
                  <a:pt x="11" y="45"/>
                  <a:pt x="11" y="45"/>
                </a:cubicBezTo>
                <a:cubicBezTo>
                  <a:pt x="10" y="46"/>
                  <a:pt x="10" y="46"/>
                  <a:pt x="9" y="46"/>
                </a:cubicBezTo>
                <a:cubicBezTo>
                  <a:pt x="9" y="45"/>
                  <a:pt x="9" y="45"/>
                  <a:pt x="9" y="44"/>
                </a:cubicBezTo>
                <a:cubicBezTo>
                  <a:pt x="12" y="40"/>
                  <a:pt x="12" y="40"/>
                  <a:pt x="12" y="40"/>
                </a:cubicBezTo>
                <a:cubicBezTo>
                  <a:pt x="12" y="40"/>
                  <a:pt x="12" y="40"/>
                  <a:pt x="12" y="40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20"/>
                  <a:pt x="5" y="20"/>
                  <a:pt x="5" y="20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19"/>
                  <a:pt x="0" y="18"/>
                  <a:pt x="0" y="17"/>
                </a:cubicBezTo>
                <a:cubicBezTo>
                  <a:pt x="0" y="17"/>
                  <a:pt x="1" y="16"/>
                  <a:pt x="1" y="17"/>
                </a:cubicBezTo>
                <a:cubicBezTo>
                  <a:pt x="6" y="18"/>
                  <a:pt x="6" y="18"/>
                  <a:pt x="6" y="18"/>
                </a:cubicBezTo>
                <a:cubicBezTo>
                  <a:pt x="6" y="18"/>
                  <a:pt x="6" y="18"/>
                  <a:pt x="6" y="18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1"/>
                  <a:pt x="23" y="1"/>
                  <a:pt x="23" y="1"/>
                </a:cubicBezTo>
                <a:cubicBezTo>
                  <a:pt x="23" y="0"/>
                  <a:pt x="24" y="0"/>
                  <a:pt x="24" y="0"/>
                </a:cubicBezTo>
                <a:cubicBezTo>
                  <a:pt x="25" y="0"/>
                  <a:pt x="25" y="0"/>
                  <a:pt x="25" y="1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43" y="18"/>
                  <a:pt x="43" y="18"/>
                  <a:pt x="43" y="18"/>
                </a:cubicBezTo>
                <a:cubicBezTo>
                  <a:pt x="47" y="17"/>
                  <a:pt x="47" y="17"/>
                  <a:pt x="47" y="17"/>
                </a:cubicBezTo>
                <a:cubicBezTo>
                  <a:pt x="48" y="16"/>
                  <a:pt x="48" y="17"/>
                  <a:pt x="48" y="17"/>
                </a:cubicBezTo>
                <a:cubicBezTo>
                  <a:pt x="49" y="18"/>
                  <a:pt x="48" y="19"/>
                  <a:pt x="48" y="19"/>
                </a:cubicBezTo>
                <a:cubicBezTo>
                  <a:pt x="44" y="20"/>
                  <a:pt x="44" y="20"/>
                  <a:pt x="44" y="20"/>
                </a:cubicBezTo>
                <a:close/>
                <a:moveTo>
                  <a:pt x="23" y="24"/>
                </a:moveTo>
                <a:cubicBezTo>
                  <a:pt x="23" y="24"/>
                  <a:pt x="23" y="24"/>
                  <a:pt x="23" y="24"/>
                </a:cubicBezTo>
                <a:cubicBezTo>
                  <a:pt x="23" y="10"/>
                  <a:pt x="23" y="10"/>
                  <a:pt x="23" y="10"/>
                </a:cubicBezTo>
                <a:cubicBezTo>
                  <a:pt x="10" y="19"/>
                  <a:pt x="10" y="19"/>
                  <a:pt x="10" y="19"/>
                </a:cubicBezTo>
                <a:cubicBezTo>
                  <a:pt x="23" y="24"/>
                  <a:pt x="23" y="24"/>
                  <a:pt x="23" y="24"/>
                </a:cubicBezTo>
                <a:close/>
                <a:moveTo>
                  <a:pt x="25" y="10"/>
                </a:moveTo>
                <a:cubicBezTo>
                  <a:pt x="25" y="10"/>
                  <a:pt x="25" y="10"/>
                  <a:pt x="25" y="10"/>
                </a:cubicBezTo>
                <a:cubicBezTo>
                  <a:pt x="25" y="24"/>
                  <a:pt x="25" y="24"/>
                  <a:pt x="25" y="24"/>
                </a:cubicBezTo>
                <a:cubicBezTo>
                  <a:pt x="39" y="19"/>
                  <a:pt x="39" y="19"/>
                  <a:pt x="39" y="19"/>
                </a:cubicBezTo>
                <a:cubicBezTo>
                  <a:pt x="25" y="10"/>
                  <a:pt x="25" y="10"/>
                  <a:pt x="25" y="10"/>
                </a:cubicBezTo>
                <a:close/>
                <a:moveTo>
                  <a:pt x="39" y="22"/>
                </a:moveTo>
                <a:cubicBezTo>
                  <a:pt x="39" y="22"/>
                  <a:pt x="39" y="22"/>
                  <a:pt x="39" y="22"/>
                </a:cubicBezTo>
                <a:cubicBezTo>
                  <a:pt x="26" y="26"/>
                  <a:pt x="26" y="26"/>
                  <a:pt x="26" y="26"/>
                </a:cubicBezTo>
                <a:cubicBezTo>
                  <a:pt x="34" y="36"/>
                  <a:pt x="34" y="36"/>
                  <a:pt x="34" y="36"/>
                </a:cubicBezTo>
                <a:cubicBezTo>
                  <a:pt x="39" y="22"/>
                  <a:pt x="39" y="22"/>
                  <a:pt x="39" y="22"/>
                </a:cubicBezTo>
                <a:close/>
                <a:moveTo>
                  <a:pt x="32" y="37"/>
                </a:moveTo>
                <a:cubicBezTo>
                  <a:pt x="32" y="37"/>
                  <a:pt x="32" y="37"/>
                  <a:pt x="32" y="37"/>
                </a:cubicBezTo>
                <a:cubicBezTo>
                  <a:pt x="24" y="27"/>
                  <a:pt x="24" y="27"/>
                  <a:pt x="24" y="27"/>
                </a:cubicBezTo>
                <a:cubicBezTo>
                  <a:pt x="17" y="37"/>
                  <a:pt x="17" y="37"/>
                  <a:pt x="17" y="37"/>
                </a:cubicBezTo>
                <a:cubicBezTo>
                  <a:pt x="32" y="37"/>
                  <a:pt x="32" y="37"/>
                  <a:pt x="32" y="37"/>
                </a:cubicBezTo>
                <a:close/>
                <a:moveTo>
                  <a:pt x="15" y="36"/>
                </a:moveTo>
                <a:cubicBezTo>
                  <a:pt x="15" y="36"/>
                  <a:pt x="15" y="36"/>
                  <a:pt x="15" y="36"/>
                </a:cubicBezTo>
                <a:cubicBezTo>
                  <a:pt x="22" y="26"/>
                  <a:pt x="22" y="26"/>
                  <a:pt x="22" y="26"/>
                </a:cubicBezTo>
                <a:cubicBezTo>
                  <a:pt x="9" y="22"/>
                  <a:pt x="9" y="22"/>
                  <a:pt x="9" y="22"/>
                </a:cubicBezTo>
                <a:cubicBezTo>
                  <a:pt x="15" y="36"/>
                  <a:pt x="15" y="36"/>
                  <a:pt x="15" y="3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14" name="Freeform 148">
            <a:extLst>
              <a:ext uri="{FF2B5EF4-FFF2-40B4-BE49-F238E27FC236}">
                <a16:creationId xmlns:a16="http://schemas.microsoft.com/office/drawing/2014/main" id="{8B01DD77-9BFF-E8A7-1050-70F429B67CC2}"/>
              </a:ext>
            </a:extLst>
          </p:cNvPr>
          <p:cNvSpPr>
            <a:spLocks noEditPoints="1"/>
          </p:cNvSpPr>
          <p:nvPr/>
        </p:nvSpPr>
        <p:spPr bwMode="auto">
          <a:xfrm>
            <a:off x="6948418" y="3008232"/>
            <a:ext cx="211667" cy="215900"/>
          </a:xfrm>
          <a:custGeom>
            <a:avLst/>
            <a:gdLst>
              <a:gd name="T0" fmla="*/ 82550 w 50"/>
              <a:gd name="T1" fmla="*/ 3175 h 51"/>
              <a:gd name="T2" fmla="*/ 155575 w 50"/>
              <a:gd name="T3" fmla="*/ 111125 h 51"/>
              <a:gd name="T4" fmla="*/ 158750 w 50"/>
              <a:gd name="T5" fmla="*/ 114300 h 51"/>
              <a:gd name="T6" fmla="*/ 158750 w 50"/>
              <a:gd name="T7" fmla="*/ 114300 h 51"/>
              <a:gd name="T8" fmla="*/ 133350 w 50"/>
              <a:gd name="T9" fmla="*/ 149225 h 51"/>
              <a:gd name="T10" fmla="*/ 79375 w 50"/>
              <a:gd name="T11" fmla="*/ 161925 h 51"/>
              <a:gd name="T12" fmla="*/ 22225 w 50"/>
              <a:gd name="T13" fmla="*/ 149225 h 51"/>
              <a:gd name="T14" fmla="*/ 0 w 50"/>
              <a:gd name="T15" fmla="*/ 114300 h 51"/>
              <a:gd name="T16" fmla="*/ 0 w 50"/>
              <a:gd name="T17" fmla="*/ 111125 h 51"/>
              <a:gd name="T18" fmla="*/ 73025 w 50"/>
              <a:gd name="T19" fmla="*/ 3175 h 51"/>
              <a:gd name="T20" fmla="*/ 82550 w 50"/>
              <a:gd name="T21" fmla="*/ 0 h 51"/>
              <a:gd name="T22" fmla="*/ 82550 w 50"/>
              <a:gd name="T23" fmla="*/ 3175 h 51"/>
              <a:gd name="T24" fmla="*/ 146050 w 50"/>
              <a:gd name="T25" fmla="*/ 117475 h 51"/>
              <a:gd name="T26" fmla="*/ 146050 w 50"/>
              <a:gd name="T27" fmla="*/ 117475 h 51"/>
              <a:gd name="T28" fmla="*/ 79375 w 50"/>
              <a:gd name="T29" fmla="*/ 15875 h 51"/>
              <a:gd name="T30" fmla="*/ 9525 w 50"/>
              <a:gd name="T31" fmla="*/ 117475 h 51"/>
              <a:gd name="T32" fmla="*/ 28575 w 50"/>
              <a:gd name="T33" fmla="*/ 136525 h 51"/>
              <a:gd name="T34" fmla="*/ 79375 w 50"/>
              <a:gd name="T35" fmla="*/ 149225 h 51"/>
              <a:gd name="T36" fmla="*/ 127000 w 50"/>
              <a:gd name="T37" fmla="*/ 136525 h 51"/>
              <a:gd name="T38" fmla="*/ 146050 w 50"/>
              <a:gd name="T39" fmla="*/ 117475 h 5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0" h="51">
                <a:moveTo>
                  <a:pt x="26" y="1"/>
                </a:moveTo>
                <a:cubicBezTo>
                  <a:pt x="49" y="35"/>
                  <a:pt x="49" y="35"/>
                  <a:pt x="49" y="35"/>
                </a:cubicBezTo>
                <a:cubicBezTo>
                  <a:pt x="50" y="35"/>
                  <a:pt x="50" y="36"/>
                  <a:pt x="50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50" y="40"/>
                  <a:pt x="47" y="44"/>
                  <a:pt x="42" y="47"/>
                </a:cubicBezTo>
                <a:cubicBezTo>
                  <a:pt x="37" y="49"/>
                  <a:pt x="31" y="51"/>
                  <a:pt x="25" y="51"/>
                </a:cubicBezTo>
                <a:cubicBezTo>
                  <a:pt x="18" y="51"/>
                  <a:pt x="12" y="49"/>
                  <a:pt x="7" y="47"/>
                </a:cubicBezTo>
                <a:cubicBezTo>
                  <a:pt x="3" y="44"/>
                  <a:pt x="0" y="40"/>
                  <a:pt x="0" y="36"/>
                </a:cubicBezTo>
                <a:cubicBezTo>
                  <a:pt x="0" y="36"/>
                  <a:pt x="0" y="35"/>
                  <a:pt x="0" y="35"/>
                </a:cubicBezTo>
                <a:cubicBezTo>
                  <a:pt x="23" y="1"/>
                  <a:pt x="23" y="1"/>
                  <a:pt x="23" y="1"/>
                </a:cubicBezTo>
                <a:cubicBezTo>
                  <a:pt x="24" y="0"/>
                  <a:pt x="25" y="0"/>
                  <a:pt x="26" y="0"/>
                </a:cubicBezTo>
                <a:cubicBezTo>
                  <a:pt x="26" y="0"/>
                  <a:pt x="26" y="1"/>
                  <a:pt x="26" y="1"/>
                </a:cubicBezTo>
                <a:close/>
                <a:moveTo>
                  <a:pt x="46" y="37"/>
                </a:moveTo>
                <a:cubicBezTo>
                  <a:pt x="46" y="37"/>
                  <a:pt x="46" y="37"/>
                  <a:pt x="46" y="37"/>
                </a:cubicBezTo>
                <a:cubicBezTo>
                  <a:pt x="25" y="5"/>
                  <a:pt x="25" y="5"/>
                  <a:pt x="25" y="5"/>
                </a:cubicBezTo>
                <a:cubicBezTo>
                  <a:pt x="3" y="37"/>
                  <a:pt x="3" y="37"/>
                  <a:pt x="3" y="37"/>
                </a:cubicBezTo>
                <a:cubicBezTo>
                  <a:pt x="4" y="39"/>
                  <a:pt x="6" y="42"/>
                  <a:pt x="9" y="43"/>
                </a:cubicBezTo>
                <a:cubicBezTo>
                  <a:pt x="13" y="46"/>
                  <a:pt x="19" y="47"/>
                  <a:pt x="25" y="47"/>
                </a:cubicBezTo>
                <a:cubicBezTo>
                  <a:pt x="31" y="47"/>
                  <a:pt x="36" y="46"/>
                  <a:pt x="40" y="43"/>
                </a:cubicBezTo>
                <a:cubicBezTo>
                  <a:pt x="43" y="42"/>
                  <a:pt x="46" y="39"/>
                  <a:pt x="46" y="3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15" name="Freeform 149">
            <a:extLst>
              <a:ext uri="{FF2B5EF4-FFF2-40B4-BE49-F238E27FC236}">
                <a16:creationId xmlns:a16="http://schemas.microsoft.com/office/drawing/2014/main" id="{110706BC-31A6-A2D2-3916-503AAB456391}"/>
              </a:ext>
            </a:extLst>
          </p:cNvPr>
          <p:cNvSpPr>
            <a:spLocks noEditPoints="1"/>
          </p:cNvSpPr>
          <p:nvPr/>
        </p:nvSpPr>
        <p:spPr bwMode="auto">
          <a:xfrm>
            <a:off x="6558952" y="3008231"/>
            <a:ext cx="215900" cy="211667"/>
          </a:xfrm>
          <a:custGeom>
            <a:avLst/>
            <a:gdLst>
              <a:gd name="T0" fmla="*/ 85725 w 51"/>
              <a:gd name="T1" fmla="*/ 3175 h 50"/>
              <a:gd name="T2" fmla="*/ 161925 w 51"/>
              <a:gd name="T3" fmla="*/ 114300 h 50"/>
              <a:gd name="T4" fmla="*/ 158750 w 51"/>
              <a:gd name="T5" fmla="*/ 120650 h 50"/>
              <a:gd name="T6" fmla="*/ 158750 w 51"/>
              <a:gd name="T7" fmla="*/ 120650 h 50"/>
              <a:gd name="T8" fmla="*/ 85725 w 51"/>
              <a:gd name="T9" fmla="*/ 158750 h 50"/>
              <a:gd name="T10" fmla="*/ 79375 w 51"/>
              <a:gd name="T11" fmla="*/ 158750 h 50"/>
              <a:gd name="T12" fmla="*/ 6350 w 51"/>
              <a:gd name="T13" fmla="*/ 120650 h 50"/>
              <a:gd name="T14" fmla="*/ 3175 w 51"/>
              <a:gd name="T15" fmla="*/ 114300 h 50"/>
              <a:gd name="T16" fmla="*/ 3175 w 51"/>
              <a:gd name="T17" fmla="*/ 114300 h 50"/>
              <a:gd name="T18" fmla="*/ 76200 w 51"/>
              <a:gd name="T19" fmla="*/ 3175 h 50"/>
              <a:gd name="T20" fmla="*/ 85725 w 51"/>
              <a:gd name="T21" fmla="*/ 3175 h 50"/>
              <a:gd name="T22" fmla="*/ 85725 w 51"/>
              <a:gd name="T23" fmla="*/ 3175 h 50"/>
              <a:gd name="T24" fmla="*/ 79375 w 51"/>
              <a:gd name="T25" fmla="*/ 142875 h 50"/>
              <a:gd name="T26" fmla="*/ 79375 w 51"/>
              <a:gd name="T27" fmla="*/ 142875 h 50"/>
              <a:gd name="T28" fmla="*/ 79375 w 51"/>
              <a:gd name="T29" fmla="*/ 25400 h 50"/>
              <a:gd name="T30" fmla="*/ 19050 w 51"/>
              <a:gd name="T31" fmla="*/ 114300 h 50"/>
              <a:gd name="T32" fmla="*/ 79375 w 51"/>
              <a:gd name="T33" fmla="*/ 142875 h 50"/>
              <a:gd name="T34" fmla="*/ 85725 w 51"/>
              <a:gd name="T35" fmla="*/ 25400 h 50"/>
              <a:gd name="T36" fmla="*/ 85725 w 51"/>
              <a:gd name="T37" fmla="*/ 25400 h 50"/>
              <a:gd name="T38" fmla="*/ 85725 w 51"/>
              <a:gd name="T39" fmla="*/ 142875 h 50"/>
              <a:gd name="T40" fmla="*/ 146050 w 51"/>
              <a:gd name="T41" fmla="*/ 114300 h 50"/>
              <a:gd name="T42" fmla="*/ 85725 w 51"/>
              <a:gd name="T43" fmla="*/ 25400 h 5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1" h="50">
                <a:moveTo>
                  <a:pt x="27" y="1"/>
                </a:moveTo>
                <a:cubicBezTo>
                  <a:pt x="51" y="36"/>
                  <a:pt x="51" y="36"/>
                  <a:pt x="51" y="36"/>
                </a:cubicBezTo>
                <a:cubicBezTo>
                  <a:pt x="51" y="37"/>
                  <a:pt x="51" y="38"/>
                  <a:pt x="50" y="38"/>
                </a:cubicBezTo>
                <a:cubicBezTo>
                  <a:pt x="50" y="38"/>
                  <a:pt x="50" y="38"/>
                  <a:pt x="50" y="38"/>
                </a:cubicBezTo>
                <a:cubicBezTo>
                  <a:pt x="27" y="50"/>
                  <a:pt x="27" y="50"/>
                  <a:pt x="27" y="50"/>
                </a:cubicBezTo>
                <a:cubicBezTo>
                  <a:pt x="26" y="50"/>
                  <a:pt x="25" y="50"/>
                  <a:pt x="25" y="50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7"/>
                  <a:pt x="1" y="36"/>
                </a:cubicBezTo>
                <a:cubicBezTo>
                  <a:pt x="1" y="36"/>
                  <a:pt x="1" y="36"/>
                  <a:pt x="1" y="36"/>
                </a:cubicBezTo>
                <a:cubicBezTo>
                  <a:pt x="24" y="1"/>
                  <a:pt x="24" y="1"/>
                  <a:pt x="24" y="1"/>
                </a:cubicBezTo>
                <a:cubicBezTo>
                  <a:pt x="25" y="0"/>
                  <a:pt x="26" y="0"/>
                  <a:pt x="27" y="1"/>
                </a:cubicBezTo>
                <a:cubicBezTo>
                  <a:pt x="27" y="1"/>
                  <a:pt x="27" y="1"/>
                  <a:pt x="27" y="1"/>
                </a:cubicBezTo>
                <a:close/>
                <a:moveTo>
                  <a:pt x="25" y="45"/>
                </a:moveTo>
                <a:cubicBezTo>
                  <a:pt x="25" y="45"/>
                  <a:pt x="25" y="45"/>
                  <a:pt x="25" y="45"/>
                </a:cubicBezTo>
                <a:cubicBezTo>
                  <a:pt x="25" y="8"/>
                  <a:pt x="25" y="8"/>
                  <a:pt x="25" y="8"/>
                </a:cubicBezTo>
                <a:cubicBezTo>
                  <a:pt x="6" y="36"/>
                  <a:pt x="6" y="36"/>
                  <a:pt x="6" y="36"/>
                </a:cubicBezTo>
                <a:cubicBezTo>
                  <a:pt x="25" y="45"/>
                  <a:pt x="25" y="45"/>
                  <a:pt x="25" y="45"/>
                </a:cubicBezTo>
                <a:close/>
                <a:moveTo>
                  <a:pt x="27" y="8"/>
                </a:moveTo>
                <a:cubicBezTo>
                  <a:pt x="27" y="8"/>
                  <a:pt x="27" y="8"/>
                  <a:pt x="27" y="8"/>
                </a:cubicBezTo>
                <a:cubicBezTo>
                  <a:pt x="27" y="45"/>
                  <a:pt x="27" y="45"/>
                  <a:pt x="27" y="45"/>
                </a:cubicBezTo>
                <a:cubicBezTo>
                  <a:pt x="46" y="36"/>
                  <a:pt x="46" y="36"/>
                  <a:pt x="46" y="36"/>
                </a:cubicBezTo>
                <a:cubicBezTo>
                  <a:pt x="27" y="8"/>
                  <a:pt x="27" y="8"/>
                  <a:pt x="27" y="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16" name="Freeform 150">
            <a:extLst>
              <a:ext uri="{FF2B5EF4-FFF2-40B4-BE49-F238E27FC236}">
                <a16:creationId xmlns:a16="http://schemas.microsoft.com/office/drawing/2014/main" id="{3F2323A1-D886-74AE-7DC6-F24C24F5DF49}"/>
              </a:ext>
            </a:extLst>
          </p:cNvPr>
          <p:cNvSpPr>
            <a:spLocks noEditPoints="1"/>
          </p:cNvSpPr>
          <p:nvPr/>
        </p:nvSpPr>
        <p:spPr bwMode="auto">
          <a:xfrm>
            <a:off x="6201235" y="2159447"/>
            <a:ext cx="182033" cy="211667"/>
          </a:xfrm>
          <a:custGeom>
            <a:avLst/>
            <a:gdLst>
              <a:gd name="T0" fmla="*/ 0 w 43"/>
              <a:gd name="T1" fmla="*/ 15875 h 50"/>
              <a:gd name="T2" fmla="*/ 133350 w 43"/>
              <a:gd name="T3" fmla="*/ 155575 h 50"/>
              <a:gd name="T4" fmla="*/ 120650 w 43"/>
              <a:gd name="T5" fmla="*/ 47625 h 50"/>
              <a:gd name="T6" fmla="*/ 127000 w 43"/>
              <a:gd name="T7" fmla="*/ 142875 h 50"/>
              <a:gd name="T8" fmla="*/ 12700 w 43"/>
              <a:gd name="T9" fmla="*/ 146050 h 50"/>
              <a:gd name="T10" fmla="*/ 82550 w 43"/>
              <a:gd name="T11" fmla="*/ 41275 h 50"/>
              <a:gd name="T12" fmla="*/ 31750 w 43"/>
              <a:gd name="T13" fmla="*/ 66675 h 50"/>
              <a:gd name="T14" fmla="*/ 31750 w 43"/>
              <a:gd name="T15" fmla="*/ 66675 h 50"/>
              <a:gd name="T16" fmla="*/ 31750 w 43"/>
              <a:gd name="T17" fmla="*/ 66675 h 50"/>
              <a:gd name="T18" fmla="*/ 31750 w 43"/>
              <a:gd name="T19" fmla="*/ 66675 h 50"/>
              <a:gd name="T20" fmla="*/ 28575 w 43"/>
              <a:gd name="T21" fmla="*/ 66675 h 50"/>
              <a:gd name="T22" fmla="*/ 28575 w 43"/>
              <a:gd name="T23" fmla="*/ 66675 h 50"/>
              <a:gd name="T24" fmla="*/ 28575 w 43"/>
              <a:gd name="T25" fmla="*/ 66675 h 50"/>
              <a:gd name="T26" fmla="*/ 28575 w 43"/>
              <a:gd name="T27" fmla="*/ 66675 h 50"/>
              <a:gd name="T28" fmla="*/ 28575 w 43"/>
              <a:gd name="T29" fmla="*/ 69850 h 50"/>
              <a:gd name="T30" fmla="*/ 28575 w 43"/>
              <a:gd name="T31" fmla="*/ 123825 h 50"/>
              <a:gd name="T32" fmla="*/ 28575 w 43"/>
              <a:gd name="T33" fmla="*/ 127000 h 50"/>
              <a:gd name="T34" fmla="*/ 28575 w 43"/>
              <a:gd name="T35" fmla="*/ 127000 h 50"/>
              <a:gd name="T36" fmla="*/ 28575 w 43"/>
              <a:gd name="T37" fmla="*/ 127000 h 50"/>
              <a:gd name="T38" fmla="*/ 28575 w 43"/>
              <a:gd name="T39" fmla="*/ 127000 h 50"/>
              <a:gd name="T40" fmla="*/ 31750 w 43"/>
              <a:gd name="T41" fmla="*/ 127000 h 50"/>
              <a:gd name="T42" fmla="*/ 31750 w 43"/>
              <a:gd name="T43" fmla="*/ 127000 h 50"/>
              <a:gd name="T44" fmla="*/ 31750 w 43"/>
              <a:gd name="T45" fmla="*/ 127000 h 50"/>
              <a:gd name="T46" fmla="*/ 104775 w 43"/>
              <a:gd name="T47" fmla="*/ 127000 h 50"/>
              <a:gd name="T48" fmla="*/ 104775 w 43"/>
              <a:gd name="T49" fmla="*/ 127000 h 50"/>
              <a:gd name="T50" fmla="*/ 104775 w 43"/>
              <a:gd name="T51" fmla="*/ 127000 h 50"/>
              <a:gd name="T52" fmla="*/ 104775 w 43"/>
              <a:gd name="T53" fmla="*/ 127000 h 50"/>
              <a:gd name="T54" fmla="*/ 104775 w 43"/>
              <a:gd name="T55" fmla="*/ 127000 h 50"/>
              <a:gd name="T56" fmla="*/ 107950 w 43"/>
              <a:gd name="T57" fmla="*/ 127000 h 50"/>
              <a:gd name="T58" fmla="*/ 107950 w 43"/>
              <a:gd name="T59" fmla="*/ 127000 h 50"/>
              <a:gd name="T60" fmla="*/ 107950 w 43"/>
              <a:gd name="T61" fmla="*/ 127000 h 50"/>
              <a:gd name="T62" fmla="*/ 107950 w 43"/>
              <a:gd name="T63" fmla="*/ 127000 h 50"/>
              <a:gd name="T64" fmla="*/ 107950 w 43"/>
              <a:gd name="T65" fmla="*/ 127000 h 50"/>
              <a:gd name="T66" fmla="*/ 107950 w 43"/>
              <a:gd name="T67" fmla="*/ 127000 h 50"/>
              <a:gd name="T68" fmla="*/ 107950 w 43"/>
              <a:gd name="T69" fmla="*/ 123825 h 50"/>
              <a:gd name="T70" fmla="*/ 107950 w 43"/>
              <a:gd name="T71" fmla="*/ 104775 h 50"/>
              <a:gd name="T72" fmla="*/ 107950 w 43"/>
              <a:gd name="T73" fmla="*/ 69850 h 50"/>
              <a:gd name="T74" fmla="*/ 107950 w 43"/>
              <a:gd name="T75" fmla="*/ 66675 h 50"/>
              <a:gd name="T76" fmla="*/ 107950 w 43"/>
              <a:gd name="T77" fmla="*/ 66675 h 50"/>
              <a:gd name="T78" fmla="*/ 107950 w 43"/>
              <a:gd name="T79" fmla="*/ 66675 h 50"/>
              <a:gd name="T80" fmla="*/ 107950 w 43"/>
              <a:gd name="T81" fmla="*/ 66675 h 50"/>
              <a:gd name="T82" fmla="*/ 104775 w 43"/>
              <a:gd name="T83" fmla="*/ 66675 h 50"/>
              <a:gd name="T84" fmla="*/ 104775 w 43"/>
              <a:gd name="T85" fmla="*/ 66675 h 50"/>
              <a:gd name="T86" fmla="*/ 104775 w 43"/>
              <a:gd name="T87" fmla="*/ 66675 h 50"/>
              <a:gd name="T88" fmla="*/ 34925 w 43"/>
              <a:gd name="T89" fmla="*/ 111125 h 50"/>
              <a:gd name="T90" fmla="*/ 34925 w 43"/>
              <a:gd name="T91" fmla="*/ 92075 h 50"/>
              <a:gd name="T92" fmla="*/ 34925 w 43"/>
              <a:gd name="T93" fmla="*/ 73025 h 50"/>
              <a:gd name="T94" fmla="*/ 60325 w 43"/>
              <a:gd name="T95" fmla="*/ 111125 h 50"/>
              <a:gd name="T96" fmla="*/ 60325 w 43"/>
              <a:gd name="T97" fmla="*/ 92075 h 50"/>
              <a:gd name="T98" fmla="*/ 60325 w 43"/>
              <a:gd name="T99" fmla="*/ 73025 h 50"/>
              <a:gd name="T100" fmla="*/ 82550 w 43"/>
              <a:gd name="T101" fmla="*/ 111125 h 50"/>
              <a:gd name="T102" fmla="*/ 82550 w 43"/>
              <a:gd name="T103" fmla="*/ 92075 h 50"/>
              <a:gd name="T104" fmla="*/ 82550 w 43"/>
              <a:gd name="T105" fmla="*/ 73025 h 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3" h="50">
                <a:moveTo>
                  <a:pt x="43" y="14"/>
                </a:moveTo>
                <a:cubicBezTo>
                  <a:pt x="29" y="1"/>
                  <a:pt x="29" y="1"/>
                  <a:pt x="29" y="1"/>
                </a:cubicBezTo>
                <a:cubicBezTo>
                  <a:pt x="29" y="0"/>
                  <a:pt x="28" y="0"/>
                  <a:pt x="28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2" y="1"/>
                  <a:pt x="1" y="1"/>
                </a:cubicBezTo>
                <a:cubicBezTo>
                  <a:pt x="0" y="2"/>
                  <a:pt x="0" y="4"/>
                  <a:pt x="0" y="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6"/>
                  <a:pt x="0" y="48"/>
                  <a:pt x="1" y="49"/>
                </a:cubicBezTo>
                <a:cubicBezTo>
                  <a:pt x="2" y="50"/>
                  <a:pt x="3" y="50"/>
                  <a:pt x="5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40" y="50"/>
                  <a:pt x="41" y="50"/>
                  <a:pt x="42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3" y="48"/>
                  <a:pt x="43" y="46"/>
                  <a:pt x="43" y="45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5"/>
                  <a:pt x="43" y="15"/>
                  <a:pt x="43" y="14"/>
                </a:cubicBezTo>
                <a:close/>
                <a:moveTo>
                  <a:pt x="29" y="6"/>
                </a:moveTo>
                <a:cubicBezTo>
                  <a:pt x="29" y="6"/>
                  <a:pt x="29" y="6"/>
                  <a:pt x="29" y="6"/>
                </a:cubicBezTo>
                <a:cubicBezTo>
                  <a:pt x="38" y="15"/>
                  <a:pt x="38" y="15"/>
                  <a:pt x="38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0" y="15"/>
                  <a:pt x="30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3"/>
                  <a:pt x="29" y="13"/>
                </a:cubicBezTo>
                <a:cubicBezTo>
                  <a:pt x="29" y="6"/>
                  <a:pt x="29" y="6"/>
                  <a:pt x="29" y="6"/>
                </a:cubicBezTo>
                <a:close/>
                <a:moveTo>
                  <a:pt x="40" y="45"/>
                </a:move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8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3" y="45"/>
                  <a:pt x="3" y="4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4" y="4"/>
                  <a:pt x="4" y="4"/>
                </a:cubicBezTo>
                <a:cubicBezTo>
                  <a:pt x="4" y="4"/>
                  <a:pt x="4" y="4"/>
                  <a:pt x="5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4"/>
                  <a:pt x="27" y="15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6"/>
                  <a:pt x="30" y="17"/>
                  <a:pt x="31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45"/>
                  <a:pt x="40" y="45"/>
                  <a:pt x="40" y="45"/>
                </a:cubicBezTo>
                <a:close/>
                <a:moveTo>
                  <a:pt x="10" y="21"/>
                </a:move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7"/>
                  <a:pt x="34" y="27"/>
                  <a:pt x="34" y="27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10" y="21"/>
                  <a:pt x="10" y="21"/>
                  <a:pt x="10" y="21"/>
                </a:cubicBezTo>
                <a:close/>
                <a:moveTo>
                  <a:pt x="17" y="38"/>
                </a:moveTo>
                <a:cubicBezTo>
                  <a:pt x="17" y="38"/>
                  <a:pt x="17" y="38"/>
                  <a:pt x="17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5"/>
                  <a:pt x="11" y="35"/>
                  <a:pt x="11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8"/>
                  <a:pt x="17" y="38"/>
                  <a:pt x="17" y="38"/>
                </a:cubicBezTo>
                <a:close/>
                <a:moveTo>
                  <a:pt x="17" y="32"/>
                </a:moveTo>
                <a:cubicBezTo>
                  <a:pt x="17" y="32"/>
                  <a:pt x="17" y="32"/>
                  <a:pt x="17" y="32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29"/>
                  <a:pt x="11" y="29"/>
                  <a:pt x="11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32"/>
                  <a:pt x="17" y="32"/>
                  <a:pt x="17" y="32"/>
                </a:cubicBezTo>
                <a:close/>
                <a:moveTo>
                  <a:pt x="17" y="26"/>
                </a:moveTo>
                <a:cubicBezTo>
                  <a:pt x="17" y="26"/>
                  <a:pt x="17" y="26"/>
                  <a:pt x="17" y="26"/>
                </a:cubicBezTo>
                <a:cubicBezTo>
                  <a:pt x="11" y="26"/>
                  <a:pt x="11" y="26"/>
                  <a:pt x="11" y="26"/>
                </a:cubicBezTo>
                <a:cubicBezTo>
                  <a:pt x="11" y="23"/>
                  <a:pt x="11" y="23"/>
                  <a:pt x="11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6"/>
                  <a:pt x="17" y="26"/>
                  <a:pt x="17" y="26"/>
                </a:cubicBezTo>
                <a:close/>
                <a:moveTo>
                  <a:pt x="24" y="38"/>
                </a:moveTo>
                <a:cubicBezTo>
                  <a:pt x="24" y="38"/>
                  <a:pt x="24" y="38"/>
                  <a:pt x="24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5"/>
                  <a:pt x="19" y="35"/>
                  <a:pt x="19" y="35"/>
                </a:cubicBezTo>
                <a:cubicBezTo>
                  <a:pt x="24" y="35"/>
                  <a:pt x="24" y="35"/>
                  <a:pt x="24" y="35"/>
                </a:cubicBezTo>
                <a:cubicBezTo>
                  <a:pt x="24" y="38"/>
                  <a:pt x="24" y="38"/>
                  <a:pt x="24" y="38"/>
                </a:cubicBezTo>
                <a:close/>
                <a:moveTo>
                  <a:pt x="24" y="32"/>
                </a:moveTo>
                <a:cubicBezTo>
                  <a:pt x="24" y="32"/>
                  <a:pt x="24" y="32"/>
                  <a:pt x="24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29"/>
                  <a:pt x="19" y="29"/>
                  <a:pt x="19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32"/>
                  <a:pt x="24" y="32"/>
                  <a:pt x="24" y="32"/>
                </a:cubicBezTo>
                <a:close/>
                <a:moveTo>
                  <a:pt x="24" y="26"/>
                </a:moveTo>
                <a:cubicBezTo>
                  <a:pt x="24" y="26"/>
                  <a:pt x="24" y="26"/>
                  <a:pt x="24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3"/>
                  <a:pt x="19" y="23"/>
                  <a:pt x="19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6"/>
                  <a:pt x="24" y="26"/>
                  <a:pt x="24" y="26"/>
                </a:cubicBezTo>
                <a:close/>
                <a:moveTo>
                  <a:pt x="32" y="38"/>
                </a:moveTo>
                <a:cubicBezTo>
                  <a:pt x="32" y="38"/>
                  <a:pt x="32" y="38"/>
                  <a:pt x="32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6" y="35"/>
                  <a:pt x="26" y="35"/>
                  <a:pt x="26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8"/>
                  <a:pt x="32" y="38"/>
                  <a:pt x="32" y="38"/>
                </a:cubicBezTo>
                <a:close/>
                <a:moveTo>
                  <a:pt x="32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29"/>
                  <a:pt x="26" y="29"/>
                  <a:pt x="26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32"/>
                  <a:pt x="32" y="32"/>
                  <a:pt x="32" y="32"/>
                </a:cubicBezTo>
                <a:close/>
                <a:moveTo>
                  <a:pt x="32" y="26"/>
                </a:moveTo>
                <a:cubicBezTo>
                  <a:pt x="32" y="26"/>
                  <a:pt x="32" y="26"/>
                  <a:pt x="32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3"/>
                  <a:pt x="26" y="23"/>
                  <a:pt x="26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26"/>
                  <a:pt x="32" y="26"/>
                  <a:pt x="32" y="2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17" name="Freeform 151">
            <a:extLst>
              <a:ext uri="{FF2B5EF4-FFF2-40B4-BE49-F238E27FC236}">
                <a16:creationId xmlns:a16="http://schemas.microsoft.com/office/drawing/2014/main" id="{821294C9-9F7D-D3DD-B201-72968415183A}"/>
              </a:ext>
            </a:extLst>
          </p:cNvPr>
          <p:cNvSpPr>
            <a:spLocks noEditPoints="1"/>
          </p:cNvSpPr>
          <p:nvPr/>
        </p:nvSpPr>
        <p:spPr bwMode="auto">
          <a:xfrm>
            <a:off x="8055434" y="2167914"/>
            <a:ext cx="194733" cy="194733"/>
          </a:xfrm>
          <a:custGeom>
            <a:avLst/>
            <a:gdLst>
              <a:gd name="T0" fmla="*/ 139700 w 46"/>
              <a:gd name="T1" fmla="*/ 31750 h 46"/>
              <a:gd name="T2" fmla="*/ 98425 w 46"/>
              <a:gd name="T3" fmla="*/ 0 h 46"/>
              <a:gd name="T4" fmla="*/ 98425 w 46"/>
              <a:gd name="T5" fmla="*/ 0 h 46"/>
              <a:gd name="T6" fmla="*/ 0 w 46"/>
              <a:gd name="T7" fmla="*/ 85725 h 46"/>
              <a:gd name="T8" fmla="*/ 0 w 46"/>
              <a:gd name="T9" fmla="*/ 85725 h 46"/>
              <a:gd name="T10" fmla="*/ 0 w 46"/>
              <a:gd name="T11" fmla="*/ 88900 h 46"/>
              <a:gd name="T12" fmla="*/ 0 w 46"/>
              <a:gd name="T13" fmla="*/ 88900 h 46"/>
              <a:gd name="T14" fmla="*/ 0 w 46"/>
              <a:gd name="T15" fmla="*/ 88900 h 46"/>
              <a:gd name="T16" fmla="*/ 0 w 46"/>
              <a:gd name="T17" fmla="*/ 88900 h 46"/>
              <a:gd name="T18" fmla="*/ 0 w 46"/>
              <a:gd name="T19" fmla="*/ 88900 h 46"/>
              <a:gd name="T20" fmla="*/ 0 w 46"/>
              <a:gd name="T21" fmla="*/ 88900 h 46"/>
              <a:gd name="T22" fmla="*/ 0 w 46"/>
              <a:gd name="T23" fmla="*/ 88900 h 46"/>
              <a:gd name="T24" fmla="*/ 0 w 46"/>
              <a:gd name="T25" fmla="*/ 88900 h 46"/>
              <a:gd name="T26" fmla="*/ 0 w 46"/>
              <a:gd name="T27" fmla="*/ 88900 h 46"/>
              <a:gd name="T28" fmla="*/ 0 w 46"/>
              <a:gd name="T29" fmla="*/ 88900 h 46"/>
              <a:gd name="T30" fmla="*/ 0 w 46"/>
              <a:gd name="T31" fmla="*/ 88900 h 46"/>
              <a:gd name="T32" fmla="*/ 0 w 46"/>
              <a:gd name="T33" fmla="*/ 88900 h 46"/>
              <a:gd name="T34" fmla="*/ 0 w 46"/>
              <a:gd name="T35" fmla="*/ 88900 h 46"/>
              <a:gd name="T36" fmla="*/ 0 w 46"/>
              <a:gd name="T37" fmla="*/ 88900 h 46"/>
              <a:gd name="T38" fmla="*/ 0 w 46"/>
              <a:gd name="T39" fmla="*/ 88900 h 46"/>
              <a:gd name="T40" fmla="*/ 0 w 46"/>
              <a:gd name="T41" fmla="*/ 88900 h 46"/>
              <a:gd name="T42" fmla="*/ 0 w 46"/>
              <a:gd name="T43" fmla="*/ 92075 h 46"/>
              <a:gd name="T44" fmla="*/ 0 w 46"/>
              <a:gd name="T45" fmla="*/ 92075 h 46"/>
              <a:gd name="T46" fmla="*/ 0 w 46"/>
              <a:gd name="T47" fmla="*/ 92075 h 46"/>
              <a:gd name="T48" fmla="*/ 6350 w 46"/>
              <a:gd name="T49" fmla="*/ 146050 h 46"/>
              <a:gd name="T50" fmla="*/ 53975 w 46"/>
              <a:gd name="T51" fmla="*/ 146050 h 46"/>
              <a:gd name="T52" fmla="*/ 53975 w 46"/>
              <a:gd name="T53" fmla="*/ 146050 h 46"/>
              <a:gd name="T54" fmla="*/ 53975 w 46"/>
              <a:gd name="T55" fmla="*/ 146050 h 46"/>
              <a:gd name="T56" fmla="*/ 53975 w 46"/>
              <a:gd name="T57" fmla="*/ 146050 h 46"/>
              <a:gd name="T58" fmla="*/ 57150 w 46"/>
              <a:gd name="T59" fmla="*/ 146050 h 46"/>
              <a:gd name="T60" fmla="*/ 57150 w 46"/>
              <a:gd name="T61" fmla="*/ 146050 h 46"/>
              <a:gd name="T62" fmla="*/ 57150 w 46"/>
              <a:gd name="T63" fmla="*/ 146050 h 46"/>
              <a:gd name="T64" fmla="*/ 57150 w 46"/>
              <a:gd name="T65" fmla="*/ 146050 h 46"/>
              <a:gd name="T66" fmla="*/ 57150 w 46"/>
              <a:gd name="T67" fmla="*/ 146050 h 46"/>
              <a:gd name="T68" fmla="*/ 57150 w 46"/>
              <a:gd name="T69" fmla="*/ 146050 h 46"/>
              <a:gd name="T70" fmla="*/ 57150 w 46"/>
              <a:gd name="T71" fmla="*/ 146050 h 46"/>
              <a:gd name="T72" fmla="*/ 57150 w 46"/>
              <a:gd name="T73" fmla="*/ 146050 h 46"/>
              <a:gd name="T74" fmla="*/ 57150 w 46"/>
              <a:gd name="T75" fmla="*/ 146050 h 46"/>
              <a:gd name="T76" fmla="*/ 146050 w 46"/>
              <a:gd name="T77" fmla="*/ 47625 h 46"/>
              <a:gd name="T78" fmla="*/ 69850 w 46"/>
              <a:gd name="T79" fmla="*/ 34925 h 46"/>
              <a:gd name="T80" fmla="*/ 79375 w 46"/>
              <a:gd name="T81" fmla="*/ 41275 h 46"/>
              <a:gd name="T82" fmla="*/ 12700 w 46"/>
              <a:gd name="T83" fmla="*/ 92075 h 46"/>
              <a:gd name="T84" fmla="*/ 12700 w 46"/>
              <a:gd name="T85" fmla="*/ 133350 h 46"/>
              <a:gd name="T86" fmla="*/ 12700 w 46"/>
              <a:gd name="T87" fmla="*/ 104775 h 46"/>
              <a:gd name="T88" fmla="*/ 12700 w 46"/>
              <a:gd name="T89" fmla="*/ 133350 h 46"/>
              <a:gd name="T90" fmla="*/ 25400 w 46"/>
              <a:gd name="T91" fmla="*/ 104775 h 46"/>
              <a:gd name="T92" fmla="*/ 98425 w 46"/>
              <a:gd name="T93" fmla="*/ 60325 h 46"/>
              <a:gd name="T94" fmla="*/ 25400 w 46"/>
              <a:gd name="T95" fmla="*/ 104775 h 46"/>
              <a:gd name="T96" fmla="*/ 53975 w 46"/>
              <a:gd name="T97" fmla="*/ 130175 h 46"/>
              <a:gd name="T98" fmla="*/ 104775 w 46"/>
              <a:gd name="T99" fmla="*/ 66675 h 46"/>
              <a:gd name="T100" fmla="*/ 53975 w 46"/>
              <a:gd name="T101" fmla="*/ 130175 h 46"/>
              <a:gd name="T102" fmla="*/ 133350 w 46"/>
              <a:gd name="T103" fmla="*/ 47625 h 46"/>
              <a:gd name="T104" fmla="*/ 130175 w 46"/>
              <a:gd name="T105" fmla="*/ 53975 h 46"/>
              <a:gd name="T106" fmla="*/ 79375 w 46"/>
              <a:gd name="T107" fmla="*/ 25400 h 46"/>
              <a:gd name="T108" fmla="*/ 88900 w 46"/>
              <a:gd name="T109" fmla="*/ 15875 h 46"/>
              <a:gd name="T110" fmla="*/ 98425 w 46"/>
              <a:gd name="T111" fmla="*/ 12700 h 46"/>
              <a:gd name="T112" fmla="*/ 130175 w 46"/>
              <a:gd name="T113" fmla="*/ 41275 h 4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46" h="46">
                <a:moveTo>
                  <a:pt x="46" y="15"/>
                </a:moveTo>
                <a:cubicBezTo>
                  <a:pt x="46" y="13"/>
                  <a:pt x="45" y="11"/>
                  <a:pt x="44" y="10"/>
                </a:cubicBezTo>
                <a:cubicBezTo>
                  <a:pt x="36" y="2"/>
                  <a:pt x="36" y="2"/>
                  <a:pt x="36" y="2"/>
                </a:cubicBezTo>
                <a:cubicBezTo>
                  <a:pt x="34" y="1"/>
                  <a:pt x="33" y="0"/>
                  <a:pt x="3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9" y="0"/>
                  <a:pt x="27" y="1"/>
                  <a:pt x="26" y="2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5"/>
                  <a:pt x="1" y="46"/>
                  <a:pt x="2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44" y="20"/>
                  <a:pt x="44" y="20"/>
                  <a:pt x="44" y="20"/>
                </a:cubicBezTo>
                <a:cubicBezTo>
                  <a:pt x="45" y="19"/>
                  <a:pt x="46" y="17"/>
                  <a:pt x="46" y="15"/>
                </a:cubicBezTo>
                <a:cubicBezTo>
                  <a:pt x="46" y="15"/>
                  <a:pt x="46" y="15"/>
                  <a:pt x="46" y="15"/>
                </a:cubicBezTo>
                <a:close/>
                <a:moveTo>
                  <a:pt x="22" y="11"/>
                </a:moveTo>
                <a:cubicBezTo>
                  <a:pt x="22" y="11"/>
                  <a:pt x="22" y="11"/>
                  <a:pt x="22" y="11"/>
                </a:cubicBezTo>
                <a:cubicBezTo>
                  <a:pt x="25" y="13"/>
                  <a:pt x="25" y="13"/>
                  <a:pt x="25" y="13"/>
                </a:cubicBezTo>
                <a:cubicBezTo>
                  <a:pt x="7" y="31"/>
                  <a:pt x="7" y="31"/>
                  <a:pt x="7" y="31"/>
                </a:cubicBezTo>
                <a:cubicBezTo>
                  <a:pt x="4" y="29"/>
                  <a:pt x="4" y="29"/>
                  <a:pt x="4" y="29"/>
                </a:cubicBezTo>
                <a:cubicBezTo>
                  <a:pt x="22" y="11"/>
                  <a:pt x="22" y="11"/>
                  <a:pt x="22" y="11"/>
                </a:cubicBezTo>
                <a:close/>
                <a:moveTo>
                  <a:pt x="4" y="42"/>
                </a:moveTo>
                <a:cubicBezTo>
                  <a:pt x="4" y="42"/>
                  <a:pt x="4" y="42"/>
                  <a:pt x="4" y="42"/>
                </a:cubicBezTo>
                <a:cubicBezTo>
                  <a:pt x="4" y="33"/>
                  <a:pt x="4" y="33"/>
                  <a:pt x="4" y="33"/>
                </a:cubicBezTo>
                <a:cubicBezTo>
                  <a:pt x="12" y="42"/>
                  <a:pt x="12" y="42"/>
                  <a:pt x="12" y="42"/>
                </a:cubicBezTo>
                <a:cubicBezTo>
                  <a:pt x="4" y="42"/>
                  <a:pt x="4" y="42"/>
                  <a:pt x="4" y="42"/>
                </a:cubicBezTo>
                <a:close/>
                <a:moveTo>
                  <a:pt x="8" y="33"/>
                </a:moveTo>
                <a:cubicBezTo>
                  <a:pt x="8" y="33"/>
                  <a:pt x="8" y="33"/>
                  <a:pt x="8" y="33"/>
                </a:cubicBezTo>
                <a:cubicBezTo>
                  <a:pt x="26" y="15"/>
                  <a:pt x="26" y="15"/>
                  <a:pt x="26" y="15"/>
                </a:cubicBezTo>
                <a:cubicBezTo>
                  <a:pt x="31" y="19"/>
                  <a:pt x="31" y="19"/>
                  <a:pt x="31" y="19"/>
                </a:cubicBezTo>
                <a:cubicBezTo>
                  <a:pt x="13" y="38"/>
                  <a:pt x="13" y="38"/>
                  <a:pt x="13" y="38"/>
                </a:cubicBezTo>
                <a:cubicBezTo>
                  <a:pt x="8" y="33"/>
                  <a:pt x="8" y="33"/>
                  <a:pt x="8" y="33"/>
                </a:cubicBezTo>
                <a:close/>
                <a:moveTo>
                  <a:pt x="17" y="41"/>
                </a:moveTo>
                <a:cubicBezTo>
                  <a:pt x="17" y="41"/>
                  <a:pt x="17" y="41"/>
                  <a:pt x="17" y="41"/>
                </a:cubicBezTo>
                <a:cubicBezTo>
                  <a:pt x="15" y="39"/>
                  <a:pt x="15" y="39"/>
                  <a:pt x="15" y="39"/>
                </a:cubicBezTo>
                <a:cubicBezTo>
                  <a:pt x="33" y="21"/>
                  <a:pt x="33" y="21"/>
                  <a:pt x="33" y="21"/>
                </a:cubicBezTo>
                <a:cubicBezTo>
                  <a:pt x="35" y="23"/>
                  <a:pt x="35" y="23"/>
                  <a:pt x="35" y="23"/>
                </a:cubicBezTo>
                <a:cubicBezTo>
                  <a:pt x="17" y="41"/>
                  <a:pt x="17" y="41"/>
                  <a:pt x="17" y="41"/>
                </a:cubicBezTo>
                <a:close/>
                <a:moveTo>
                  <a:pt x="42" y="15"/>
                </a:move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6"/>
                  <a:pt x="42" y="17"/>
                  <a:pt x="41" y="17"/>
                </a:cubicBezTo>
                <a:cubicBezTo>
                  <a:pt x="38" y="21"/>
                  <a:pt x="38" y="21"/>
                  <a:pt x="38" y="21"/>
                </a:cubicBezTo>
                <a:cubicBezTo>
                  <a:pt x="25" y="8"/>
                  <a:pt x="25" y="8"/>
                  <a:pt x="25" y="8"/>
                </a:cubicBezTo>
                <a:cubicBezTo>
                  <a:pt x="27" y="6"/>
                  <a:pt x="27" y="6"/>
                  <a:pt x="27" y="6"/>
                </a:cubicBezTo>
                <a:cubicBezTo>
                  <a:pt x="28" y="5"/>
                  <a:pt x="28" y="5"/>
                  <a:pt x="28" y="5"/>
                </a:cubicBezTo>
                <a:cubicBezTo>
                  <a:pt x="29" y="4"/>
                  <a:pt x="30" y="4"/>
                  <a:pt x="31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32" y="4"/>
                  <a:pt x="32" y="4"/>
                  <a:pt x="33" y="5"/>
                </a:cubicBezTo>
                <a:cubicBezTo>
                  <a:pt x="41" y="13"/>
                  <a:pt x="41" y="13"/>
                  <a:pt x="41" y="13"/>
                </a:cubicBezTo>
                <a:cubicBezTo>
                  <a:pt x="42" y="13"/>
                  <a:pt x="42" y="14"/>
                  <a:pt x="42" y="1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18" name="Freeform 152">
            <a:extLst>
              <a:ext uri="{FF2B5EF4-FFF2-40B4-BE49-F238E27FC236}">
                <a16:creationId xmlns:a16="http://schemas.microsoft.com/office/drawing/2014/main" id="{97BEBD0D-ABC8-6DBD-4485-96A3B3140CD1}"/>
              </a:ext>
            </a:extLst>
          </p:cNvPr>
          <p:cNvSpPr>
            <a:spLocks noEditPoints="1"/>
          </p:cNvSpPr>
          <p:nvPr/>
        </p:nvSpPr>
        <p:spPr bwMode="auto">
          <a:xfrm>
            <a:off x="9145519" y="2580665"/>
            <a:ext cx="213783" cy="211667"/>
          </a:xfrm>
          <a:custGeom>
            <a:avLst/>
            <a:gdLst>
              <a:gd name="T0" fmla="*/ 102616 w 50"/>
              <a:gd name="T1" fmla="*/ 60325 h 50"/>
              <a:gd name="T2" fmla="*/ 86582 w 50"/>
              <a:gd name="T3" fmla="*/ 76200 h 50"/>
              <a:gd name="T4" fmla="*/ 92995 w 50"/>
              <a:gd name="T5" fmla="*/ 66675 h 50"/>
              <a:gd name="T6" fmla="*/ 92995 w 50"/>
              <a:gd name="T7" fmla="*/ 69850 h 50"/>
              <a:gd name="T8" fmla="*/ 67342 w 50"/>
              <a:gd name="T9" fmla="*/ 79375 h 50"/>
              <a:gd name="T10" fmla="*/ 57721 w 50"/>
              <a:gd name="T11" fmla="*/ 60325 h 50"/>
              <a:gd name="T12" fmla="*/ 64135 w 50"/>
              <a:gd name="T13" fmla="*/ 66675 h 50"/>
              <a:gd name="T14" fmla="*/ 67342 w 50"/>
              <a:gd name="T15" fmla="*/ 69850 h 50"/>
              <a:gd name="T16" fmla="*/ 153924 w 50"/>
              <a:gd name="T17" fmla="*/ 0 h 50"/>
              <a:gd name="T18" fmla="*/ 6413 w 50"/>
              <a:gd name="T19" fmla="*/ 158750 h 50"/>
              <a:gd name="T20" fmla="*/ 147510 w 50"/>
              <a:gd name="T21" fmla="*/ 146050 h 50"/>
              <a:gd name="T22" fmla="*/ 147510 w 50"/>
              <a:gd name="T23" fmla="*/ 146050 h 50"/>
              <a:gd name="T24" fmla="*/ 25654 w 50"/>
              <a:gd name="T25" fmla="*/ 12700 h 50"/>
              <a:gd name="T26" fmla="*/ 57721 w 50"/>
              <a:gd name="T27" fmla="*/ 12700 h 50"/>
              <a:gd name="T28" fmla="*/ 89789 w 50"/>
              <a:gd name="T29" fmla="*/ 12700 h 50"/>
              <a:gd name="T30" fmla="*/ 125063 w 50"/>
              <a:gd name="T31" fmla="*/ 12700 h 50"/>
              <a:gd name="T32" fmla="*/ 147510 w 50"/>
              <a:gd name="T33" fmla="*/ 12700 h 50"/>
              <a:gd name="T34" fmla="*/ 131476 w 50"/>
              <a:gd name="T35" fmla="*/ 76200 h 50"/>
              <a:gd name="T36" fmla="*/ 115443 w 50"/>
              <a:gd name="T37" fmla="*/ 60325 h 50"/>
              <a:gd name="T38" fmla="*/ 121856 w 50"/>
              <a:gd name="T39" fmla="*/ 66675 h 50"/>
              <a:gd name="T40" fmla="*/ 125063 w 50"/>
              <a:gd name="T41" fmla="*/ 69850 h 50"/>
              <a:gd name="T42" fmla="*/ 115443 w 50"/>
              <a:gd name="T43" fmla="*/ 104775 h 50"/>
              <a:gd name="T44" fmla="*/ 131476 w 50"/>
              <a:gd name="T45" fmla="*/ 88900 h 50"/>
              <a:gd name="T46" fmla="*/ 115443 w 50"/>
              <a:gd name="T47" fmla="*/ 104775 h 50"/>
              <a:gd name="T48" fmla="*/ 121856 w 50"/>
              <a:gd name="T49" fmla="*/ 95250 h 50"/>
              <a:gd name="T50" fmla="*/ 121856 w 50"/>
              <a:gd name="T51" fmla="*/ 98425 h 50"/>
              <a:gd name="T52" fmla="*/ 57721 w 50"/>
              <a:gd name="T53" fmla="*/ 133350 h 50"/>
              <a:gd name="T54" fmla="*/ 73755 w 50"/>
              <a:gd name="T55" fmla="*/ 117475 h 50"/>
              <a:gd name="T56" fmla="*/ 64135 w 50"/>
              <a:gd name="T57" fmla="*/ 123825 h 50"/>
              <a:gd name="T58" fmla="*/ 70548 w 50"/>
              <a:gd name="T59" fmla="*/ 123825 h 50"/>
              <a:gd name="T60" fmla="*/ 64135 w 50"/>
              <a:gd name="T61" fmla="*/ 123825 h 50"/>
              <a:gd name="T62" fmla="*/ 44894 w 50"/>
              <a:gd name="T63" fmla="*/ 104775 h 50"/>
              <a:gd name="T64" fmla="*/ 25654 w 50"/>
              <a:gd name="T65" fmla="*/ 98425 h 50"/>
              <a:gd name="T66" fmla="*/ 38481 w 50"/>
              <a:gd name="T67" fmla="*/ 95250 h 50"/>
              <a:gd name="T68" fmla="*/ 38481 w 50"/>
              <a:gd name="T69" fmla="*/ 98425 h 50"/>
              <a:gd name="T70" fmla="*/ 28861 w 50"/>
              <a:gd name="T71" fmla="*/ 133350 h 50"/>
              <a:gd name="T72" fmla="*/ 44894 w 50"/>
              <a:gd name="T73" fmla="*/ 117475 h 50"/>
              <a:gd name="T74" fmla="*/ 35274 w 50"/>
              <a:gd name="T75" fmla="*/ 123825 h 50"/>
              <a:gd name="T76" fmla="*/ 41688 w 50"/>
              <a:gd name="T77" fmla="*/ 123825 h 50"/>
              <a:gd name="T78" fmla="*/ 35274 w 50"/>
              <a:gd name="T79" fmla="*/ 123825 h 50"/>
              <a:gd name="T80" fmla="*/ 102616 w 50"/>
              <a:gd name="T81" fmla="*/ 104775 h 50"/>
              <a:gd name="T82" fmla="*/ 86582 w 50"/>
              <a:gd name="T83" fmla="*/ 88900 h 50"/>
              <a:gd name="T84" fmla="*/ 92995 w 50"/>
              <a:gd name="T85" fmla="*/ 95250 h 50"/>
              <a:gd name="T86" fmla="*/ 96202 w 50"/>
              <a:gd name="T87" fmla="*/ 98425 h 50"/>
              <a:gd name="T88" fmla="*/ 89789 w 50"/>
              <a:gd name="T89" fmla="*/ 98425 h 50"/>
              <a:gd name="T90" fmla="*/ 102616 w 50"/>
              <a:gd name="T91" fmla="*/ 133350 h 50"/>
              <a:gd name="T92" fmla="*/ 86582 w 50"/>
              <a:gd name="T93" fmla="*/ 117475 h 50"/>
              <a:gd name="T94" fmla="*/ 92995 w 50"/>
              <a:gd name="T95" fmla="*/ 123825 h 50"/>
              <a:gd name="T96" fmla="*/ 96202 w 50"/>
              <a:gd name="T97" fmla="*/ 127000 h 50"/>
              <a:gd name="T98" fmla="*/ 92995 w 50"/>
              <a:gd name="T99" fmla="*/ 123825 h 50"/>
              <a:gd name="T100" fmla="*/ 76962 w 50"/>
              <a:gd name="T101" fmla="*/ 98425 h 50"/>
              <a:gd name="T102" fmla="*/ 57721 w 50"/>
              <a:gd name="T103" fmla="*/ 104775 h 50"/>
              <a:gd name="T104" fmla="*/ 67342 w 50"/>
              <a:gd name="T105" fmla="*/ 95250 h 50"/>
              <a:gd name="T106" fmla="*/ 64135 w 50"/>
              <a:gd name="T107" fmla="*/ 98425 h 5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0" h="50">
                <a:moveTo>
                  <a:pt x="27" y="24"/>
                </a:moveTo>
                <a:cubicBezTo>
                  <a:pt x="28" y="25"/>
                  <a:pt x="29" y="25"/>
                  <a:pt x="29" y="25"/>
                </a:cubicBezTo>
                <a:cubicBezTo>
                  <a:pt x="30" y="25"/>
                  <a:pt x="31" y="25"/>
                  <a:pt x="32" y="24"/>
                </a:cubicBezTo>
                <a:cubicBezTo>
                  <a:pt x="32" y="24"/>
                  <a:pt x="33" y="23"/>
                  <a:pt x="33" y="22"/>
                </a:cubicBezTo>
                <a:cubicBezTo>
                  <a:pt x="33" y="21"/>
                  <a:pt x="32" y="20"/>
                  <a:pt x="32" y="19"/>
                </a:cubicBezTo>
                <a:cubicBezTo>
                  <a:pt x="31" y="19"/>
                  <a:pt x="30" y="19"/>
                  <a:pt x="29" y="19"/>
                </a:cubicBezTo>
                <a:cubicBezTo>
                  <a:pt x="29" y="19"/>
                  <a:pt x="28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20"/>
                  <a:pt x="26" y="21"/>
                  <a:pt x="26" y="22"/>
                </a:cubicBezTo>
                <a:cubicBezTo>
                  <a:pt x="26" y="23"/>
                  <a:pt x="27" y="24"/>
                  <a:pt x="27" y="24"/>
                </a:cubicBezTo>
                <a:cubicBezTo>
                  <a:pt x="27" y="24"/>
                  <a:pt x="27" y="24"/>
                  <a:pt x="27" y="24"/>
                </a:cubicBezTo>
                <a:close/>
                <a:moveTo>
                  <a:pt x="29" y="21"/>
                </a:move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2"/>
                  <a:pt x="30" y="22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3"/>
                  <a:pt x="30" y="23"/>
                  <a:pt x="29" y="23"/>
                </a:cubicBezTo>
                <a:cubicBezTo>
                  <a:pt x="29" y="23"/>
                  <a:pt x="29" y="23"/>
                  <a:pt x="29" y="22"/>
                </a:cubicBezTo>
                <a:cubicBezTo>
                  <a:pt x="29" y="22"/>
                  <a:pt x="28" y="22"/>
                  <a:pt x="28" y="22"/>
                </a:cubicBezTo>
                <a:cubicBezTo>
                  <a:pt x="28" y="22"/>
                  <a:pt x="29" y="21"/>
                  <a:pt x="29" y="21"/>
                </a:cubicBezTo>
                <a:close/>
                <a:moveTo>
                  <a:pt x="18" y="24"/>
                </a:moveTo>
                <a:cubicBezTo>
                  <a:pt x="18" y="24"/>
                  <a:pt x="18" y="24"/>
                  <a:pt x="18" y="24"/>
                </a:cubicBezTo>
                <a:cubicBezTo>
                  <a:pt x="19" y="25"/>
                  <a:pt x="20" y="25"/>
                  <a:pt x="21" y="25"/>
                </a:cubicBezTo>
                <a:cubicBezTo>
                  <a:pt x="21" y="25"/>
                  <a:pt x="22" y="25"/>
                  <a:pt x="23" y="24"/>
                </a:cubicBezTo>
                <a:cubicBezTo>
                  <a:pt x="23" y="24"/>
                  <a:pt x="24" y="23"/>
                  <a:pt x="24" y="22"/>
                </a:cubicBezTo>
                <a:cubicBezTo>
                  <a:pt x="24" y="21"/>
                  <a:pt x="23" y="20"/>
                  <a:pt x="23" y="19"/>
                </a:cubicBezTo>
                <a:cubicBezTo>
                  <a:pt x="22" y="19"/>
                  <a:pt x="21" y="19"/>
                  <a:pt x="21" y="19"/>
                </a:cubicBezTo>
                <a:cubicBezTo>
                  <a:pt x="20" y="19"/>
                  <a:pt x="19" y="19"/>
                  <a:pt x="18" y="19"/>
                </a:cubicBezTo>
                <a:cubicBezTo>
                  <a:pt x="18" y="20"/>
                  <a:pt x="17" y="21"/>
                  <a:pt x="17" y="22"/>
                </a:cubicBezTo>
                <a:cubicBezTo>
                  <a:pt x="17" y="23"/>
                  <a:pt x="18" y="24"/>
                  <a:pt x="18" y="24"/>
                </a:cubicBezTo>
                <a:cubicBezTo>
                  <a:pt x="18" y="24"/>
                  <a:pt x="18" y="24"/>
                  <a:pt x="18" y="24"/>
                </a:cubicBezTo>
                <a:close/>
                <a:moveTo>
                  <a:pt x="20" y="21"/>
                </a:move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1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21"/>
                  <a:pt x="22" y="22"/>
                  <a:pt x="22" y="22"/>
                </a:cubicBezTo>
                <a:cubicBezTo>
                  <a:pt x="22" y="22"/>
                  <a:pt x="21" y="22"/>
                  <a:pt x="21" y="22"/>
                </a:cubicBezTo>
                <a:cubicBezTo>
                  <a:pt x="21" y="23"/>
                  <a:pt x="21" y="23"/>
                  <a:pt x="21" y="23"/>
                </a:cubicBezTo>
                <a:cubicBezTo>
                  <a:pt x="20" y="23"/>
                  <a:pt x="20" y="23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1"/>
                  <a:pt x="20" y="21"/>
                </a:cubicBezTo>
                <a:close/>
                <a:moveTo>
                  <a:pt x="48" y="0"/>
                </a:moveTo>
                <a:cubicBezTo>
                  <a:pt x="48" y="0"/>
                  <a:pt x="48" y="0"/>
                  <a:pt x="48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1" y="50"/>
                  <a:pt x="2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9" y="50"/>
                  <a:pt x="50" y="49"/>
                  <a:pt x="50" y="48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1"/>
                  <a:pt x="49" y="0"/>
                  <a:pt x="48" y="0"/>
                </a:cubicBezTo>
                <a:close/>
                <a:moveTo>
                  <a:pt x="46" y="46"/>
                </a:moveTo>
                <a:cubicBezTo>
                  <a:pt x="46" y="46"/>
                  <a:pt x="46" y="46"/>
                  <a:pt x="46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15"/>
                  <a:pt x="4" y="15"/>
                  <a:pt x="4" y="15"/>
                </a:cubicBezTo>
                <a:cubicBezTo>
                  <a:pt x="46" y="15"/>
                  <a:pt x="46" y="15"/>
                  <a:pt x="46" y="15"/>
                </a:cubicBezTo>
                <a:cubicBezTo>
                  <a:pt x="46" y="46"/>
                  <a:pt x="46" y="46"/>
                  <a:pt x="46" y="46"/>
                </a:cubicBezTo>
                <a:close/>
                <a:moveTo>
                  <a:pt x="46" y="13"/>
                </a:moveTo>
                <a:cubicBezTo>
                  <a:pt x="46" y="13"/>
                  <a:pt x="46" y="13"/>
                  <a:pt x="46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4"/>
                  <a:pt x="4" y="4"/>
                  <a:pt x="4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6"/>
                  <a:pt x="8" y="6"/>
                  <a:pt x="8" y="6"/>
                </a:cubicBezTo>
                <a:cubicBezTo>
                  <a:pt x="8" y="8"/>
                  <a:pt x="8" y="8"/>
                  <a:pt x="10" y="8"/>
                </a:cubicBezTo>
                <a:cubicBezTo>
                  <a:pt x="11" y="8"/>
                  <a:pt x="11" y="8"/>
                  <a:pt x="11" y="6"/>
                </a:cubicBezTo>
                <a:cubicBezTo>
                  <a:pt x="11" y="4"/>
                  <a:pt x="11" y="4"/>
                  <a:pt x="11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8"/>
                  <a:pt x="19" y="8"/>
                  <a:pt x="20" y="8"/>
                </a:cubicBezTo>
                <a:cubicBezTo>
                  <a:pt x="21" y="8"/>
                  <a:pt x="22" y="8"/>
                  <a:pt x="22" y="6"/>
                </a:cubicBezTo>
                <a:cubicBezTo>
                  <a:pt x="22" y="4"/>
                  <a:pt x="22" y="4"/>
                  <a:pt x="22" y="4"/>
                </a:cubicBezTo>
                <a:cubicBezTo>
                  <a:pt x="28" y="4"/>
                  <a:pt x="28" y="4"/>
                  <a:pt x="28" y="4"/>
                </a:cubicBezTo>
                <a:cubicBezTo>
                  <a:pt x="28" y="6"/>
                  <a:pt x="28" y="6"/>
                  <a:pt x="28" y="6"/>
                </a:cubicBezTo>
                <a:cubicBezTo>
                  <a:pt x="28" y="8"/>
                  <a:pt x="29" y="8"/>
                  <a:pt x="30" y="8"/>
                </a:cubicBezTo>
                <a:cubicBezTo>
                  <a:pt x="31" y="8"/>
                  <a:pt x="32" y="8"/>
                  <a:pt x="32" y="6"/>
                </a:cubicBezTo>
                <a:cubicBezTo>
                  <a:pt x="32" y="4"/>
                  <a:pt x="32" y="4"/>
                  <a:pt x="32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6"/>
                  <a:pt x="39" y="6"/>
                  <a:pt x="39" y="6"/>
                </a:cubicBezTo>
                <a:cubicBezTo>
                  <a:pt x="39" y="8"/>
                  <a:pt x="39" y="8"/>
                  <a:pt x="41" y="8"/>
                </a:cubicBezTo>
                <a:cubicBezTo>
                  <a:pt x="42" y="8"/>
                  <a:pt x="42" y="8"/>
                  <a:pt x="42" y="6"/>
                </a:cubicBezTo>
                <a:cubicBezTo>
                  <a:pt x="42" y="4"/>
                  <a:pt x="42" y="4"/>
                  <a:pt x="42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13"/>
                  <a:pt x="46" y="13"/>
                  <a:pt x="46" y="13"/>
                </a:cubicBezTo>
                <a:close/>
                <a:moveTo>
                  <a:pt x="36" y="24"/>
                </a:moveTo>
                <a:cubicBezTo>
                  <a:pt x="36" y="24"/>
                  <a:pt x="36" y="24"/>
                  <a:pt x="36" y="24"/>
                </a:cubicBezTo>
                <a:cubicBezTo>
                  <a:pt x="37" y="25"/>
                  <a:pt x="37" y="25"/>
                  <a:pt x="38" y="25"/>
                </a:cubicBezTo>
                <a:cubicBezTo>
                  <a:pt x="39" y="25"/>
                  <a:pt x="40" y="25"/>
                  <a:pt x="41" y="24"/>
                </a:cubicBezTo>
                <a:cubicBezTo>
                  <a:pt x="41" y="24"/>
                  <a:pt x="42" y="23"/>
                  <a:pt x="42" y="22"/>
                </a:cubicBezTo>
                <a:cubicBezTo>
                  <a:pt x="42" y="21"/>
                  <a:pt x="41" y="20"/>
                  <a:pt x="41" y="19"/>
                </a:cubicBezTo>
                <a:cubicBezTo>
                  <a:pt x="40" y="19"/>
                  <a:pt x="39" y="19"/>
                  <a:pt x="38" y="19"/>
                </a:cubicBezTo>
                <a:cubicBezTo>
                  <a:pt x="37" y="19"/>
                  <a:pt x="37" y="19"/>
                  <a:pt x="36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5" y="20"/>
                  <a:pt x="35" y="21"/>
                  <a:pt x="35" y="22"/>
                </a:cubicBezTo>
                <a:cubicBezTo>
                  <a:pt x="35" y="23"/>
                  <a:pt x="35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lose/>
                <a:moveTo>
                  <a:pt x="38" y="21"/>
                </a:moveTo>
                <a:cubicBezTo>
                  <a:pt x="38" y="21"/>
                  <a:pt x="38" y="21"/>
                  <a:pt x="38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9" y="21"/>
                  <a:pt x="39" y="21"/>
                  <a:pt x="39" y="21"/>
                </a:cubicBezTo>
                <a:cubicBezTo>
                  <a:pt x="39" y="21"/>
                  <a:pt x="39" y="22"/>
                  <a:pt x="39" y="22"/>
                </a:cubicBezTo>
                <a:cubicBezTo>
                  <a:pt x="39" y="22"/>
                  <a:pt x="39" y="22"/>
                  <a:pt x="39" y="22"/>
                </a:cubicBezTo>
                <a:cubicBezTo>
                  <a:pt x="39" y="23"/>
                  <a:pt x="39" y="23"/>
                  <a:pt x="38" y="23"/>
                </a:cubicBezTo>
                <a:cubicBezTo>
                  <a:pt x="38" y="23"/>
                  <a:pt x="38" y="23"/>
                  <a:pt x="38" y="22"/>
                </a:cubicBezTo>
                <a:cubicBezTo>
                  <a:pt x="37" y="22"/>
                  <a:pt x="37" y="22"/>
                  <a:pt x="37" y="22"/>
                </a:cubicBezTo>
                <a:cubicBezTo>
                  <a:pt x="37" y="22"/>
                  <a:pt x="37" y="21"/>
                  <a:pt x="38" y="21"/>
                </a:cubicBezTo>
                <a:close/>
                <a:moveTo>
                  <a:pt x="36" y="33"/>
                </a:moveTo>
                <a:cubicBezTo>
                  <a:pt x="36" y="33"/>
                  <a:pt x="36" y="33"/>
                  <a:pt x="36" y="33"/>
                </a:cubicBezTo>
                <a:cubicBezTo>
                  <a:pt x="37" y="33"/>
                  <a:pt x="37" y="34"/>
                  <a:pt x="38" y="34"/>
                </a:cubicBezTo>
                <a:cubicBezTo>
                  <a:pt x="39" y="34"/>
                  <a:pt x="40" y="33"/>
                  <a:pt x="41" y="33"/>
                </a:cubicBezTo>
                <a:cubicBezTo>
                  <a:pt x="41" y="32"/>
                  <a:pt x="42" y="31"/>
                  <a:pt x="42" y="31"/>
                </a:cubicBezTo>
                <a:cubicBezTo>
                  <a:pt x="42" y="30"/>
                  <a:pt x="41" y="29"/>
                  <a:pt x="41" y="28"/>
                </a:cubicBezTo>
                <a:cubicBezTo>
                  <a:pt x="40" y="28"/>
                  <a:pt x="39" y="27"/>
                  <a:pt x="38" y="27"/>
                </a:cubicBezTo>
                <a:cubicBezTo>
                  <a:pt x="37" y="27"/>
                  <a:pt x="37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5" y="29"/>
                  <a:pt x="35" y="30"/>
                  <a:pt x="35" y="31"/>
                </a:cubicBezTo>
                <a:cubicBezTo>
                  <a:pt x="35" y="31"/>
                  <a:pt x="35" y="32"/>
                  <a:pt x="36" y="33"/>
                </a:cubicBezTo>
                <a:cubicBezTo>
                  <a:pt x="36" y="33"/>
                  <a:pt x="36" y="33"/>
                  <a:pt x="36" y="33"/>
                </a:cubicBezTo>
                <a:close/>
                <a:moveTo>
                  <a:pt x="38" y="30"/>
                </a:move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30"/>
                  <a:pt x="39" y="30"/>
                  <a:pt x="39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0"/>
                  <a:pt x="37" y="30"/>
                  <a:pt x="38" y="30"/>
                </a:cubicBezTo>
                <a:close/>
                <a:moveTo>
                  <a:pt x="18" y="42"/>
                </a:moveTo>
                <a:cubicBezTo>
                  <a:pt x="18" y="42"/>
                  <a:pt x="18" y="42"/>
                  <a:pt x="18" y="42"/>
                </a:cubicBezTo>
                <a:cubicBezTo>
                  <a:pt x="19" y="42"/>
                  <a:pt x="20" y="43"/>
                  <a:pt x="21" y="43"/>
                </a:cubicBezTo>
                <a:cubicBezTo>
                  <a:pt x="21" y="43"/>
                  <a:pt x="22" y="42"/>
                  <a:pt x="23" y="42"/>
                </a:cubicBezTo>
                <a:cubicBezTo>
                  <a:pt x="23" y="41"/>
                  <a:pt x="24" y="40"/>
                  <a:pt x="24" y="39"/>
                </a:cubicBezTo>
                <a:cubicBezTo>
                  <a:pt x="24" y="38"/>
                  <a:pt x="23" y="38"/>
                  <a:pt x="23" y="37"/>
                </a:cubicBezTo>
                <a:cubicBezTo>
                  <a:pt x="22" y="36"/>
                  <a:pt x="21" y="36"/>
                  <a:pt x="21" y="36"/>
                </a:cubicBezTo>
                <a:cubicBezTo>
                  <a:pt x="20" y="36"/>
                  <a:pt x="19" y="36"/>
                  <a:pt x="18" y="37"/>
                </a:cubicBezTo>
                <a:cubicBezTo>
                  <a:pt x="18" y="38"/>
                  <a:pt x="17" y="38"/>
                  <a:pt x="17" y="39"/>
                </a:cubicBezTo>
                <a:cubicBezTo>
                  <a:pt x="17" y="40"/>
                  <a:pt x="18" y="41"/>
                  <a:pt x="18" y="42"/>
                </a:cubicBezTo>
                <a:close/>
                <a:moveTo>
                  <a:pt x="20" y="39"/>
                </a:moveTo>
                <a:cubicBezTo>
                  <a:pt x="20" y="39"/>
                  <a:pt x="20" y="39"/>
                  <a:pt x="20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38"/>
                  <a:pt x="20" y="38"/>
                  <a:pt x="21" y="38"/>
                </a:cubicBezTo>
                <a:cubicBezTo>
                  <a:pt x="21" y="38"/>
                  <a:pt x="21" y="38"/>
                  <a:pt x="21" y="39"/>
                </a:cubicBezTo>
                <a:cubicBezTo>
                  <a:pt x="21" y="39"/>
                  <a:pt x="22" y="39"/>
                  <a:pt x="22" y="39"/>
                </a:cubicBezTo>
                <a:cubicBezTo>
                  <a:pt x="22" y="40"/>
                  <a:pt x="21" y="40"/>
                  <a:pt x="21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40"/>
                  <a:pt x="20" y="40"/>
                  <a:pt x="20" y="39"/>
                </a:cubicBezTo>
                <a:cubicBezTo>
                  <a:pt x="20" y="39"/>
                  <a:pt x="20" y="39"/>
                  <a:pt x="20" y="39"/>
                </a:cubicBezTo>
                <a:close/>
                <a:moveTo>
                  <a:pt x="9" y="33"/>
                </a:moveTo>
                <a:cubicBezTo>
                  <a:pt x="9" y="33"/>
                  <a:pt x="9" y="33"/>
                  <a:pt x="9" y="33"/>
                </a:cubicBezTo>
                <a:cubicBezTo>
                  <a:pt x="10" y="33"/>
                  <a:pt x="11" y="34"/>
                  <a:pt x="12" y="34"/>
                </a:cubicBezTo>
                <a:cubicBezTo>
                  <a:pt x="13" y="34"/>
                  <a:pt x="13" y="33"/>
                  <a:pt x="14" y="33"/>
                </a:cubicBezTo>
                <a:cubicBezTo>
                  <a:pt x="15" y="32"/>
                  <a:pt x="15" y="31"/>
                  <a:pt x="15" y="31"/>
                </a:cubicBezTo>
                <a:cubicBezTo>
                  <a:pt x="15" y="30"/>
                  <a:pt x="15" y="29"/>
                  <a:pt x="14" y="28"/>
                </a:cubicBezTo>
                <a:cubicBezTo>
                  <a:pt x="13" y="28"/>
                  <a:pt x="13" y="27"/>
                  <a:pt x="12" y="27"/>
                </a:cubicBezTo>
                <a:cubicBezTo>
                  <a:pt x="11" y="27"/>
                  <a:pt x="10" y="28"/>
                  <a:pt x="9" y="28"/>
                </a:cubicBezTo>
                <a:cubicBezTo>
                  <a:pt x="9" y="29"/>
                  <a:pt x="8" y="30"/>
                  <a:pt x="8" y="31"/>
                </a:cubicBezTo>
                <a:cubicBezTo>
                  <a:pt x="8" y="31"/>
                  <a:pt x="9" y="32"/>
                  <a:pt x="9" y="33"/>
                </a:cubicBezTo>
                <a:close/>
                <a:moveTo>
                  <a:pt x="11" y="30"/>
                </a:moveTo>
                <a:cubicBezTo>
                  <a:pt x="11" y="30"/>
                  <a:pt x="11" y="30"/>
                  <a:pt x="11" y="30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0"/>
                  <a:pt x="11" y="30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3" y="30"/>
                  <a:pt x="13" y="31"/>
                </a:cubicBezTo>
                <a:cubicBezTo>
                  <a:pt x="13" y="31"/>
                  <a:pt x="12" y="31"/>
                  <a:pt x="12" y="31"/>
                </a:cubicBezTo>
                <a:cubicBezTo>
                  <a:pt x="12" y="31"/>
                  <a:pt x="12" y="31"/>
                  <a:pt x="12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0"/>
                  <a:pt x="11" y="30"/>
                  <a:pt x="11" y="30"/>
                </a:cubicBezTo>
                <a:close/>
                <a:moveTo>
                  <a:pt x="9" y="42"/>
                </a:moveTo>
                <a:cubicBezTo>
                  <a:pt x="9" y="42"/>
                  <a:pt x="9" y="42"/>
                  <a:pt x="9" y="42"/>
                </a:cubicBezTo>
                <a:cubicBezTo>
                  <a:pt x="10" y="42"/>
                  <a:pt x="11" y="43"/>
                  <a:pt x="12" y="43"/>
                </a:cubicBezTo>
                <a:cubicBezTo>
                  <a:pt x="13" y="43"/>
                  <a:pt x="13" y="42"/>
                  <a:pt x="14" y="42"/>
                </a:cubicBezTo>
                <a:cubicBezTo>
                  <a:pt x="15" y="41"/>
                  <a:pt x="15" y="40"/>
                  <a:pt x="15" y="39"/>
                </a:cubicBezTo>
                <a:cubicBezTo>
                  <a:pt x="15" y="38"/>
                  <a:pt x="15" y="38"/>
                  <a:pt x="14" y="37"/>
                </a:cubicBezTo>
                <a:cubicBezTo>
                  <a:pt x="13" y="36"/>
                  <a:pt x="13" y="36"/>
                  <a:pt x="12" y="36"/>
                </a:cubicBezTo>
                <a:cubicBezTo>
                  <a:pt x="11" y="36"/>
                  <a:pt x="10" y="36"/>
                  <a:pt x="9" y="37"/>
                </a:cubicBezTo>
                <a:cubicBezTo>
                  <a:pt x="9" y="38"/>
                  <a:pt x="8" y="38"/>
                  <a:pt x="8" y="39"/>
                </a:cubicBezTo>
                <a:cubicBezTo>
                  <a:pt x="8" y="40"/>
                  <a:pt x="9" y="41"/>
                  <a:pt x="9" y="42"/>
                </a:cubicBezTo>
                <a:close/>
                <a:moveTo>
                  <a:pt x="11" y="39"/>
                </a:moveTo>
                <a:cubicBezTo>
                  <a:pt x="11" y="39"/>
                  <a:pt x="11" y="39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1" y="38"/>
                  <a:pt x="11" y="38"/>
                  <a:pt x="12" y="38"/>
                </a:cubicBezTo>
                <a:cubicBezTo>
                  <a:pt x="12" y="38"/>
                  <a:pt x="12" y="38"/>
                  <a:pt x="12" y="39"/>
                </a:cubicBezTo>
                <a:cubicBezTo>
                  <a:pt x="12" y="39"/>
                  <a:pt x="13" y="39"/>
                  <a:pt x="13" y="39"/>
                </a:cubicBezTo>
                <a:cubicBezTo>
                  <a:pt x="13" y="40"/>
                  <a:pt x="12" y="40"/>
                  <a:pt x="12" y="40"/>
                </a:cubicBezTo>
                <a:cubicBezTo>
                  <a:pt x="12" y="40"/>
                  <a:pt x="12" y="40"/>
                  <a:pt x="12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0"/>
                  <a:pt x="11" y="40"/>
                  <a:pt x="11" y="39"/>
                </a:cubicBezTo>
                <a:cubicBezTo>
                  <a:pt x="11" y="39"/>
                  <a:pt x="11" y="39"/>
                  <a:pt x="11" y="39"/>
                </a:cubicBezTo>
                <a:close/>
                <a:moveTo>
                  <a:pt x="27" y="33"/>
                </a:moveTo>
                <a:cubicBezTo>
                  <a:pt x="27" y="33"/>
                  <a:pt x="27" y="33"/>
                  <a:pt x="27" y="33"/>
                </a:cubicBezTo>
                <a:cubicBezTo>
                  <a:pt x="28" y="33"/>
                  <a:pt x="29" y="34"/>
                  <a:pt x="29" y="34"/>
                </a:cubicBezTo>
                <a:cubicBezTo>
                  <a:pt x="30" y="34"/>
                  <a:pt x="31" y="33"/>
                  <a:pt x="32" y="33"/>
                </a:cubicBezTo>
                <a:cubicBezTo>
                  <a:pt x="32" y="32"/>
                  <a:pt x="33" y="31"/>
                  <a:pt x="33" y="31"/>
                </a:cubicBezTo>
                <a:cubicBezTo>
                  <a:pt x="33" y="30"/>
                  <a:pt x="32" y="29"/>
                  <a:pt x="32" y="28"/>
                </a:cubicBezTo>
                <a:cubicBezTo>
                  <a:pt x="31" y="28"/>
                  <a:pt x="30" y="27"/>
                  <a:pt x="29" y="27"/>
                </a:cubicBezTo>
                <a:cubicBezTo>
                  <a:pt x="29" y="27"/>
                  <a:pt x="28" y="28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9"/>
                  <a:pt x="26" y="30"/>
                  <a:pt x="26" y="31"/>
                </a:cubicBezTo>
                <a:cubicBezTo>
                  <a:pt x="26" y="31"/>
                  <a:pt x="27" y="32"/>
                  <a:pt x="27" y="33"/>
                </a:cubicBezTo>
                <a:cubicBezTo>
                  <a:pt x="27" y="33"/>
                  <a:pt x="27" y="33"/>
                  <a:pt x="27" y="33"/>
                </a:cubicBezTo>
                <a:close/>
                <a:moveTo>
                  <a:pt x="29" y="30"/>
                </a:moveTo>
                <a:cubicBezTo>
                  <a:pt x="29" y="30"/>
                  <a:pt x="29" y="30"/>
                  <a:pt x="29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31"/>
                  <a:pt x="30" y="31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8" y="31"/>
                  <a:pt x="28" y="31"/>
                </a:cubicBezTo>
                <a:cubicBezTo>
                  <a:pt x="28" y="30"/>
                  <a:pt x="29" y="30"/>
                  <a:pt x="29" y="30"/>
                </a:cubicBezTo>
                <a:close/>
                <a:moveTo>
                  <a:pt x="27" y="42"/>
                </a:moveTo>
                <a:cubicBezTo>
                  <a:pt x="27" y="42"/>
                  <a:pt x="27" y="42"/>
                  <a:pt x="27" y="42"/>
                </a:cubicBezTo>
                <a:cubicBezTo>
                  <a:pt x="28" y="42"/>
                  <a:pt x="29" y="43"/>
                  <a:pt x="29" y="43"/>
                </a:cubicBezTo>
                <a:cubicBezTo>
                  <a:pt x="30" y="43"/>
                  <a:pt x="31" y="42"/>
                  <a:pt x="32" y="42"/>
                </a:cubicBezTo>
                <a:cubicBezTo>
                  <a:pt x="32" y="41"/>
                  <a:pt x="33" y="40"/>
                  <a:pt x="33" y="39"/>
                </a:cubicBezTo>
                <a:cubicBezTo>
                  <a:pt x="33" y="38"/>
                  <a:pt x="32" y="38"/>
                  <a:pt x="32" y="37"/>
                </a:cubicBezTo>
                <a:cubicBezTo>
                  <a:pt x="31" y="36"/>
                  <a:pt x="30" y="36"/>
                  <a:pt x="29" y="36"/>
                </a:cubicBezTo>
                <a:cubicBezTo>
                  <a:pt x="29" y="36"/>
                  <a:pt x="28" y="36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8"/>
                  <a:pt x="26" y="38"/>
                  <a:pt x="26" y="39"/>
                </a:cubicBezTo>
                <a:cubicBezTo>
                  <a:pt x="26" y="40"/>
                  <a:pt x="27" y="41"/>
                  <a:pt x="27" y="42"/>
                </a:cubicBezTo>
                <a:cubicBezTo>
                  <a:pt x="27" y="42"/>
                  <a:pt x="27" y="42"/>
                  <a:pt x="27" y="42"/>
                </a:cubicBezTo>
                <a:close/>
                <a:moveTo>
                  <a:pt x="29" y="39"/>
                </a:moveTo>
                <a:cubicBezTo>
                  <a:pt x="29" y="39"/>
                  <a:pt x="29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38"/>
                  <a:pt x="29" y="38"/>
                  <a:pt x="29" y="38"/>
                </a:cubicBezTo>
                <a:cubicBezTo>
                  <a:pt x="30" y="38"/>
                  <a:pt x="30" y="38"/>
                  <a:pt x="30" y="39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40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0"/>
                  <a:pt x="28" y="40"/>
                  <a:pt x="28" y="39"/>
                </a:cubicBezTo>
                <a:cubicBezTo>
                  <a:pt x="28" y="39"/>
                  <a:pt x="29" y="39"/>
                  <a:pt x="29" y="39"/>
                </a:cubicBezTo>
                <a:close/>
                <a:moveTo>
                  <a:pt x="18" y="33"/>
                </a:moveTo>
                <a:cubicBezTo>
                  <a:pt x="18" y="33"/>
                  <a:pt x="18" y="33"/>
                  <a:pt x="18" y="33"/>
                </a:cubicBezTo>
                <a:cubicBezTo>
                  <a:pt x="19" y="33"/>
                  <a:pt x="20" y="34"/>
                  <a:pt x="21" y="34"/>
                </a:cubicBezTo>
                <a:cubicBezTo>
                  <a:pt x="21" y="34"/>
                  <a:pt x="22" y="33"/>
                  <a:pt x="23" y="33"/>
                </a:cubicBezTo>
                <a:cubicBezTo>
                  <a:pt x="23" y="32"/>
                  <a:pt x="24" y="31"/>
                  <a:pt x="24" y="31"/>
                </a:cubicBezTo>
                <a:cubicBezTo>
                  <a:pt x="24" y="30"/>
                  <a:pt x="23" y="29"/>
                  <a:pt x="23" y="28"/>
                </a:cubicBezTo>
                <a:cubicBezTo>
                  <a:pt x="22" y="28"/>
                  <a:pt x="21" y="27"/>
                  <a:pt x="21" y="27"/>
                </a:cubicBezTo>
                <a:cubicBezTo>
                  <a:pt x="20" y="27"/>
                  <a:pt x="19" y="28"/>
                  <a:pt x="18" y="28"/>
                </a:cubicBezTo>
                <a:cubicBezTo>
                  <a:pt x="18" y="29"/>
                  <a:pt x="17" y="30"/>
                  <a:pt x="17" y="31"/>
                </a:cubicBezTo>
                <a:cubicBezTo>
                  <a:pt x="17" y="31"/>
                  <a:pt x="18" y="32"/>
                  <a:pt x="18" y="33"/>
                </a:cubicBezTo>
                <a:close/>
                <a:moveTo>
                  <a:pt x="20" y="30"/>
                </a:moveTo>
                <a:cubicBezTo>
                  <a:pt x="20" y="30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30"/>
                  <a:pt x="20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2" y="30"/>
                  <a:pt x="22" y="31"/>
                </a:cubicBezTo>
                <a:cubicBezTo>
                  <a:pt x="22" y="31"/>
                  <a:pt x="21" y="31"/>
                  <a:pt x="21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0"/>
                  <a:pt x="20" y="30"/>
                  <a:pt x="20" y="3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19" name="Freeform 153">
            <a:extLst>
              <a:ext uri="{FF2B5EF4-FFF2-40B4-BE49-F238E27FC236}">
                <a16:creationId xmlns:a16="http://schemas.microsoft.com/office/drawing/2014/main" id="{191E7575-454B-76E8-0F50-DB99E4CB1283}"/>
              </a:ext>
            </a:extLst>
          </p:cNvPr>
          <p:cNvSpPr>
            <a:spLocks noEditPoints="1"/>
          </p:cNvSpPr>
          <p:nvPr/>
        </p:nvSpPr>
        <p:spPr bwMode="auto">
          <a:xfrm>
            <a:off x="4275068" y="4803165"/>
            <a:ext cx="215900" cy="211667"/>
          </a:xfrm>
          <a:custGeom>
            <a:avLst/>
            <a:gdLst>
              <a:gd name="T0" fmla="*/ 82550 w 51"/>
              <a:gd name="T1" fmla="*/ 0 h 50"/>
              <a:gd name="T2" fmla="*/ 136525 w 51"/>
              <a:gd name="T3" fmla="*/ 22225 h 50"/>
              <a:gd name="T4" fmla="*/ 136525 w 51"/>
              <a:gd name="T5" fmla="*/ 22225 h 50"/>
              <a:gd name="T6" fmla="*/ 161925 w 51"/>
              <a:gd name="T7" fmla="*/ 79375 h 50"/>
              <a:gd name="T8" fmla="*/ 155575 w 51"/>
              <a:gd name="T9" fmla="*/ 104775 h 50"/>
              <a:gd name="T10" fmla="*/ 146050 w 51"/>
              <a:gd name="T11" fmla="*/ 123825 h 50"/>
              <a:gd name="T12" fmla="*/ 146050 w 51"/>
              <a:gd name="T13" fmla="*/ 152400 h 50"/>
              <a:gd name="T14" fmla="*/ 139700 w 51"/>
              <a:gd name="T15" fmla="*/ 158750 h 50"/>
              <a:gd name="T16" fmla="*/ 139700 w 51"/>
              <a:gd name="T17" fmla="*/ 158750 h 50"/>
              <a:gd name="T18" fmla="*/ 82550 w 51"/>
              <a:gd name="T19" fmla="*/ 158750 h 50"/>
              <a:gd name="T20" fmla="*/ 25400 w 51"/>
              <a:gd name="T21" fmla="*/ 136525 h 50"/>
              <a:gd name="T22" fmla="*/ 25400 w 51"/>
              <a:gd name="T23" fmla="*/ 136525 h 50"/>
              <a:gd name="T24" fmla="*/ 25400 w 51"/>
              <a:gd name="T25" fmla="*/ 136525 h 50"/>
              <a:gd name="T26" fmla="*/ 0 w 51"/>
              <a:gd name="T27" fmla="*/ 79375 h 50"/>
              <a:gd name="T28" fmla="*/ 25400 w 51"/>
              <a:gd name="T29" fmla="*/ 22225 h 50"/>
              <a:gd name="T30" fmla="*/ 25400 w 51"/>
              <a:gd name="T31" fmla="*/ 22225 h 50"/>
              <a:gd name="T32" fmla="*/ 82550 w 51"/>
              <a:gd name="T33" fmla="*/ 0 h 50"/>
              <a:gd name="T34" fmla="*/ 41275 w 51"/>
              <a:gd name="T35" fmla="*/ 63500 h 50"/>
              <a:gd name="T36" fmla="*/ 41275 w 51"/>
              <a:gd name="T37" fmla="*/ 63500 h 50"/>
              <a:gd name="T38" fmla="*/ 38100 w 51"/>
              <a:gd name="T39" fmla="*/ 60325 h 50"/>
              <a:gd name="T40" fmla="*/ 41275 w 51"/>
              <a:gd name="T41" fmla="*/ 57150 h 50"/>
              <a:gd name="T42" fmla="*/ 120650 w 51"/>
              <a:gd name="T43" fmla="*/ 57150 h 50"/>
              <a:gd name="T44" fmla="*/ 123825 w 51"/>
              <a:gd name="T45" fmla="*/ 60325 h 50"/>
              <a:gd name="T46" fmla="*/ 120650 w 51"/>
              <a:gd name="T47" fmla="*/ 63500 h 50"/>
              <a:gd name="T48" fmla="*/ 41275 w 51"/>
              <a:gd name="T49" fmla="*/ 63500 h 50"/>
              <a:gd name="T50" fmla="*/ 41275 w 51"/>
              <a:gd name="T51" fmla="*/ 82550 h 50"/>
              <a:gd name="T52" fmla="*/ 41275 w 51"/>
              <a:gd name="T53" fmla="*/ 82550 h 50"/>
              <a:gd name="T54" fmla="*/ 38100 w 51"/>
              <a:gd name="T55" fmla="*/ 79375 h 50"/>
              <a:gd name="T56" fmla="*/ 41275 w 51"/>
              <a:gd name="T57" fmla="*/ 76200 h 50"/>
              <a:gd name="T58" fmla="*/ 120650 w 51"/>
              <a:gd name="T59" fmla="*/ 76200 h 50"/>
              <a:gd name="T60" fmla="*/ 123825 w 51"/>
              <a:gd name="T61" fmla="*/ 79375 h 50"/>
              <a:gd name="T62" fmla="*/ 120650 w 51"/>
              <a:gd name="T63" fmla="*/ 82550 h 50"/>
              <a:gd name="T64" fmla="*/ 41275 w 51"/>
              <a:gd name="T65" fmla="*/ 82550 h 50"/>
              <a:gd name="T66" fmla="*/ 41275 w 51"/>
              <a:gd name="T67" fmla="*/ 101600 h 50"/>
              <a:gd name="T68" fmla="*/ 41275 w 51"/>
              <a:gd name="T69" fmla="*/ 101600 h 50"/>
              <a:gd name="T70" fmla="*/ 38100 w 51"/>
              <a:gd name="T71" fmla="*/ 98425 h 50"/>
              <a:gd name="T72" fmla="*/ 41275 w 51"/>
              <a:gd name="T73" fmla="*/ 95250 h 50"/>
              <a:gd name="T74" fmla="*/ 120650 w 51"/>
              <a:gd name="T75" fmla="*/ 95250 h 50"/>
              <a:gd name="T76" fmla="*/ 123825 w 51"/>
              <a:gd name="T77" fmla="*/ 98425 h 50"/>
              <a:gd name="T78" fmla="*/ 120650 w 51"/>
              <a:gd name="T79" fmla="*/ 101600 h 50"/>
              <a:gd name="T80" fmla="*/ 41275 w 51"/>
              <a:gd name="T81" fmla="*/ 101600 h 50"/>
              <a:gd name="T82" fmla="*/ 130175 w 51"/>
              <a:gd name="T83" fmla="*/ 31750 h 50"/>
              <a:gd name="T84" fmla="*/ 130175 w 51"/>
              <a:gd name="T85" fmla="*/ 31750 h 50"/>
              <a:gd name="T86" fmla="*/ 82550 w 51"/>
              <a:gd name="T87" fmla="*/ 12700 h 50"/>
              <a:gd name="T88" fmla="*/ 31750 w 51"/>
              <a:gd name="T89" fmla="*/ 31750 h 50"/>
              <a:gd name="T90" fmla="*/ 31750 w 51"/>
              <a:gd name="T91" fmla="*/ 31750 h 50"/>
              <a:gd name="T92" fmla="*/ 31750 w 51"/>
              <a:gd name="T93" fmla="*/ 31750 h 50"/>
              <a:gd name="T94" fmla="*/ 12700 w 51"/>
              <a:gd name="T95" fmla="*/ 79375 h 50"/>
              <a:gd name="T96" fmla="*/ 31750 w 51"/>
              <a:gd name="T97" fmla="*/ 127000 h 50"/>
              <a:gd name="T98" fmla="*/ 82550 w 51"/>
              <a:gd name="T99" fmla="*/ 146050 h 50"/>
              <a:gd name="T100" fmla="*/ 133350 w 51"/>
              <a:gd name="T101" fmla="*/ 146050 h 50"/>
              <a:gd name="T102" fmla="*/ 133350 w 51"/>
              <a:gd name="T103" fmla="*/ 123825 h 50"/>
              <a:gd name="T104" fmla="*/ 133350 w 51"/>
              <a:gd name="T105" fmla="*/ 123825 h 50"/>
              <a:gd name="T106" fmla="*/ 136525 w 51"/>
              <a:gd name="T107" fmla="*/ 117475 h 50"/>
              <a:gd name="T108" fmla="*/ 146050 w 51"/>
              <a:gd name="T109" fmla="*/ 101600 h 50"/>
              <a:gd name="T110" fmla="*/ 149225 w 51"/>
              <a:gd name="T111" fmla="*/ 79375 h 50"/>
              <a:gd name="T112" fmla="*/ 130175 w 51"/>
              <a:gd name="T113" fmla="*/ 31750 h 50"/>
              <a:gd name="T114" fmla="*/ 130175 w 51"/>
              <a:gd name="T115" fmla="*/ 31750 h 5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1" h="50">
                <a:moveTo>
                  <a:pt x="26" y="0"/>
                </a:moveTo>
                <a:cubicBezTo>
                  <a:pt x="32" y="0"/>
                  <a:pt x="39" y="3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8" y="12"/>
                  <a:pt x="51" y="18"/>
                  <a:pt x="51" y="25"/>
                </a:cubicBezTo>
                <a:cubicBezTo>
                  <a:pt x="51" y="28"/>
                  <a:pt x="50" y="30"/>
                  <a:pt x="49" y="33"/>
                </a:cubicBezTo>
                <a:cubicBezTo>
                  <a:pt x="49" y="35"/>
                  <a:pt x="48" y="37"/>
                  <a:pt x="46" y="39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9"/>
                  <a:pt x="45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26" y="50"/>
                  <a:pt x="26" y="50"/>
                  <a:pt x="26" y="50"/>
                </a:cubicBezTo>
                <a:cubicBezTo>
                  <a:pt x="19" y="50"/>
                  <a:pt x="12" y="47"/>
                  <a:pt x="8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12" y="3"/>
                  <a:pt x="19" y="0"/>
                  <a:pt x="26" y="0"/>
                </a:cubicBezTo>
                <a:close/>
                <a:moveTo>
                  <a:pt x="13" y="20"/>
                </a:moveTo>
                <a:cubicBezTo>
                  <a:pt x="13" y="20"/>
                  <a:pt x="13" y="20"/>
                  <a:pt x="13" y="20"/>
                </a:cubicBezTo>
                <a:cubicBezTo>
                  <a:pt x="12" y="20"/>
                  <a:pt x="12" y="19"/>
                  <a:pt x="12" y="19"/>
                </a:cubicBezTo>
                <a:cubicBezTo>
                  <a:pt x="12" y="18"/>
                  <a:pt x="12" y="18"/>
                  <a:pt x="13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9" y="18"/>
                  <a:pt x="39" y="18"/>
                  <a:pt x="39" y="19"/>
                </a:cubicBezTo>
                <a:cubicBezTo>
                  <a:pt x="39" y="19"/>
                  <a:pt x="39" y="20"/>
                  <a:pt x="38" y="20"/>
                </a:cubicBezTo>
                <a:cubicBezTo>
                  <a:pt x="13" y="20"/>
                  <a:pt x="13" y="20"/>
                  <a:pt x="13" y="20"/>
                </a:cubicBezTo>
                <a:close/>
                <a:moveTo>
                  <a:pt x="13" y="26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5"/>
                </a:cubicBezTo>
                <a:cubicBezTo>
                  <a:pt x="12" y="24"/>
                  <a:pt x="12" y="24"/>
                  <a:pt x="13" y="24"/>
                </a:cubicBezTo>
                <a:cubicBezTo>
                  <a:pt x="38" y="24"/>
                  <a:pt x="38" y="24"/>
                  <a:pt x="38" y="24"/>
                </a:cubicBezTo>
                <a:cubicBezTo>
                  <a:pt x="39" y="24"/>
                  <a:pt x="39" y="24"/>
                  <a:pt x="39" y="25"/>
                </a:cubicBezTo>
                <a:cubicBezTo>
                  <a:pt x="39" y="26"/>
                  <a:pt x="39" y="26"/>
                  <a:pt x="38" y="26"/>
                </a:cubicBezTo>
                <a:cubicBezTo>
                  <a:pt x="13" y="26"/>
                  <a:pt x="13" y="26"/>
                  <a:pt x="13" y="26"/>
                </a:cubicBezTo>
                <a:close/>
                <a:moveTo>
                  <a:pt x="13" y="32"/>
                </a:moveTo>
                <a:cubicBezTo>
                  <a:pt x="13" y="32"/>
                  <a:pt x="13" y="32"/>
                  <a:pt x="13" y="32"/>
                </a:cubicBezTo>
                <a:cubicBezTo>
                  <a:pt x="12" y="32"/>
                  <a:pt x="12" y="32"/>
                  <a:pt x="12" y="31"/>
                </a:cubicBezTo>
                <a:cubicBezTo>
                  <a:pt x="12" y="30"/>
                  <a:pt x="12" y="30"/>
                  <a:pt x="13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9" y="30"/>
                  <a:pt x="39" y="30"/>
                  <a:pt x="39" y="31"/>
                </a:cubicBezTo>
                <a:cubicBezTo>
                  <a:pt x="39" y="32"/>
                  <a:pt x="39" y="32"/>
                  <a:pt x="38" y="32"/>
                </a:cubicBezTo>
                <a:cubicBezTo>
                  <a:pt x="13" y="32"/>
                  <a:pt x="13" y="32"/>
                  <a:pt x="13" y="32"/>
                </a:cubicBezTo>
                <a:close/>
                <a:moveTo>
                  <a:pt x="41" y="10"/>
                </a:moveTo>
                <a:cubicBezTo>
                  <a:pt x="41" y="10"/>
                  <a:pt x="41" y="10"/>
                  <a:pt x="41" y="10"/>
                </a:cubicBezTo>
                <a:cubicBezTo>
                  <a:pt x="37" y="6"/>
                  <a:pt x="31" y="4"/>
                  <a:pt x="26" y="4"/>
                </a:cubicBezTo>
                <a:cubicBezTo>
                  <a:pt x="20" y="4"/>
                  <a:pt x="14" y="6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7" y="14"/>
                  <a:pt x="4" y="19"/>
                  <a:pt x="4" y="25"/>
                </a:cubicBezTo>
                <a:cubicBezTo>
                  <a:pt x="4" y="31"/>
                  <a:pt x="7" y="36"/>
                  <a:pt x="10" y="40"/>
                </a:cubicBezTo>
                <a:cubicBezTo>
                  <a:pt x="14" y="44"/>
                  <a:pt x="20" y="46"/>
                  <a:pt x="26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8"/>
                  <a:pt x="42" y="38"/>
                  <a:pt x="43" y="37"/>
                </a:cubicBezTo>
                <a:cubicBezTo>
                  <a:pt x="44" y="36"/>
                  <a:pt x="45" y="34"/>
                  <a:pt x="46" y="32"/>
                </a:cubicBezTo>
                <a:cubicBezTo>
                  <a:pt x="46" y="29"/>
                  <a:pt x="47" y="27"/>
                  <a:pt x="47" y="25"/>
                </a:cubicBezTo>
                <a:cubicBezTo>
                  <a:pt x="47" y="19"/>
                  <a:pt x="44" y="14"/>
                  <a:pt x="41" y="10"/>
                </a:cubicBezTo>
                <a:cubicBezTo>
                  <a:pt x="41" y="10"/>
                  <a:pt x="41" y="10"/>
                  <a:pt x="41" y="1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20" name="Freeform 154">
            <a:extLst>
              <a:ext uri="{FF2B5EF4-FFF2-40B4-BE49-F238E27FC236}">
                <a16:creationId xmlns:a16="http://schemas.microsoft.com/office/drawing/2014/main" id="{A6F61380-F29F-24E3-AFCE-CFE1DAB4355F}"/>
              </a:ext>
            </a:extLst>
          </p:cNvPr>
          <p:cNvSpPr>
            <a:spLocks noEditPoints="1"/>
          </p:cNvSpPr>
          <p:nvPr/>
        </p:nvSpPr>
        <p:spPr bwMode="auto">
          <a:xfrm>
            <a:off x="5811767" y="4333265"/>
            <a:ext cx="211667" cy="211667"/>
          </a:xfrm>
          <a:custGeom>
            <a:avLst/>
            <a:gdLst>
              <a:gd name="T0" fmla="*/ 158750 w 50"/>
              <a:gd name="T1" fmla="*/ 79375 h 50"/>
              <a:gd name="T2" fmla="*/ 139700 w 50"/>
              <a:gd name="T3" fmla="*/ 158750 h 50"/>
              <a:gd name="T4" fmla="*/ 22225 w 50"/>
              <a:gd name="T5" fmla="*/ 136525 h 50"/>
              <a:gd name="T6" fmla="*/ 22225 w 50"/>
              <a:gd name="T7" fmla="*/ 22225 h 50"/>
              <a:gd name="T8" fmla="*/ 82550 w 50"/>
              <a:gd name="T9" fmla="*/ 79375 h 50"/>
              <a:gd name="T10" fmla="*/ 82550 w 50"/>
              <a:gd name="T11" fmla="*/ 82550 h 50"/>
              <a:gd name="T12" fmla="*/ 79375 w 50"/>
              <a:gd name="T13" fmla="*/ 82550 h 50"/>
              <a:gd name="T14" fmla="*/ 79375 w 50"/>
              <a:gd name="T15" fmla="*/ 82550 h 50"/>
              <a:gd name="T16" fmla="*/ 79375 w 50"/>
              <a:gd name="T17" fmla="*/ 82550 h 50"/>
              <a:gd name="T18" fmla="*/ 79375 w 50"/>
              <a:gd name="T19" fmla="*/ 79375 h 50"/>
              <a:gd name="T20" fmla="*/ 73025 w 50"/>
              <a:gd name="T21" fmla="*/ 73025 h 50"/>
              <a:gd name="T22" fmla="*/ 63500 w 50"/>
              <a:gd name="T23" fmla="*/ 63500 h 50"/>
              <a:gd name="T24" fmla="*/ 66675 w 50"/>
              <a:gd name="T25" fmla="*/ 60325 h 50"/>
              <a:gd name="T26" fmla="*/ 69850 w 50"/>
              <a:gd name="T27" fmla="*/ 60325 h 50"/>
              <a:gd name="T28" fmla="*/ 88900 w 50"/>
              <a:gd name="T29" fmla="*/ 60325 h 50"/>
              <a:gd name="T30" fmla="*/ 92075 w 50"/>
              <a:gd name="T31" fmla="*/ 60325 h 50"/>
              <a:gd name="T32" fmla="*/ 95250 w 50"/>
              <a:gd name="T33" fmla="*/ 63500 h 50"/>
              <a:gd name="T34" fmla="*/ 88900 w 50"/>
              <a:gd name="T35" fmla="*/ 73025 h 50"/>
              <a:gd name="T36" fmla="*/ 123825 w 50"/>
              <a:gd name="T37" fmla="*/ 69850 h 50"/>
              <a:gd name="T38" fmla="*/ 114300 w 50"/>
              <a:gd name="T39" fmla="*/ 66675 h 50"/>
              <a:gd name="T40" fmla="*/ 107950 w 50"/>
              <a:gd name="T41" fmla="*/ 69850 h 50"/>
              <a:gd name="T42" fmla="*/ 107950 w 50"/>
              <a:gd name="T43" fmla="*/ 73025 h 50"/>
              <a:gd name="T44" fmla="*/ 114300 w 50"/>
              <a:gd name="T45" fmla="*/ 76200 h 50"/>
              <a:gd name="T46" fmla="*/ 130175 w 50"/>
              <a:gd name="T47" fmla="*/ 82550 h 50"/>
              <a:gd name="T48" fmla="*/ 127000 w 50"/>
              <a:gd name="T49" fmla="*/ 95250 h 50"/>
              <a:gd name="T50" fmla="*/ 111125 w 50"/>
              <a:gd name="T51" fmla="*/ 98425 h 50"/>
              <a:gd name="T52" fmla="*/ 107950 w 50"/>
              <a:gd name="T53" fmla="*/ 88900 h 50"/>
              <a:gd name="T54" fmla="*/ 120650 w 50"/>
              <a:gd name="T55" fmla="*/ 92075 h 50"/>
              <a:gd name="T56" fmla="*/ 120650 w 50"/>
              <a:gd name="T57" fmla="*/ 88900 h 50"/>
              <a:gd name="T58" fmla="*/ 120650 w 50"/>
              <a:gd name="T59" fmla="*/ 82550 h 50"/>
              <a:gd name="T60" fmla="*/ 104775 w 50"/>
              <a:gd name="T61" fmla="*/ 79375 h 50"/>
              <a:gd name="T62" fmla="*/ 101600 w 50"/>
              <a:gd name="T63" fmla="*/ 73025 h 50"/>
              <a:gd name="T64" fmla="*/ 104775 w 50"/>
              <a:gd name="T65" fmla="*/ 60325 h 50"/>
              <a:gd name="T66" fmla="*/ 120650 w 50"/>
              <a:gd name="T67" fmla="*/ 60325 h 50"/>
              <a:gd name="T68" fmla="*/ 57150 w 50"/>
              <a:gd name="T69" fmla="*/ 66675 h 50"/>
              <a:gd name="T70" fmla="*/ 50800 w 50"/>
              <a:gd name="T71" fmla="*/ 66675 h 50"/>
              <a:gd name="T72" fmla="*/ 38100 w 50"/>
              <a:gd name="T73" fmla="*/ 66675 h 50"/>
              <a:gd name="T74" fmla="*/ 38100 w 50"/>
              <a:gd name="T75" fmla="*/ 73025 h 50"/>
              <a:gd name="T76" fmla="*/ 38100 w 50"/>
              <a:gd name="T77" fmla="*/ 76200 h 50"/>
              <a:gd name="T78" fmla="*/ 57150 w 50"/>
              <a:gd name="T79" fmla="*/ 76200 h 50"/>
              <a:gd name="T80" fmla="*/ 57150 w 50"/>
              <a:gd name="T81" fmla="*/ 85725 h 50"/>
              <a:gd name="T82" fmla="*/ 50800 w 50"/>
              <a:gd name="T83" fmla="*/ 98425 h 50"/>
              <a:gd name="T84" fmla="*/ 31750 w 50"/>
              <a:gd name="T85" fmla="*/ 88900 h 50"/>
              <a:gd name="T86" fmla="*/ 38100 w 50"/>
              <a:gd name="T87" fmla="*/ 92075 h 50"/>
              <a:gd name="T88" fmla="*/ 50800 w 50"/>
              <a:gd name="T89" fmla="*/ 88900 h 50"/>
              <a:gd name="T90" fmla="*/ 50800 w 50"/>
              <a:gd name="T91" fmla="*/ 82550 h 50"/>
              <a:gd name="T92" fmla="*/ 38100 w 50"/>
              <a:gd name="T93" fmla="*/ 82550 h 50"/>
              <a:gd name="T94" fmla="*/ 31750 w 50"/>
              <a:gd name="T95" fmla="*/ 73025 h 50"/>
              <a:gd name="T96" fmla="*/ 31750 w 50"/>
              <a:gd name="T97" fmla="*/ 69850 h 50"/>
              <a:gd name="T98" fmla="*/ 44450 w 50"/>
              <a:gd name="T99" fmla="*/ 60325 h 50"/>
              <a:gd name="T100" fmla="*/ 127000 w 50"/>
              <a:gd name="T101" fmla="*/ 31750 h 50"/>
              <a:gd name="T102" fmla="*/ 31750 w 50"/>
              <a:gd name="T103" fmla="*/ 31750 h 50"/>
              <a:gd name="T104" fmla="*/ 79375 w 50"/>
              <a:gd name="T105" fmla="*/ 146050 h 50"/>
              <a:gd name="T106" fmla="*/ 133350 w 50"/>
              <a:gd name="T107" fmla="*/ 117475 h 50"/>
              <a:gd name="T108" fmla="*/ 127000 w 50"/>
              <a:gd name="T109" fmla="*/ 31750 h 5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0" h="50">
                <a:moveTo>
                  <a:pt x="25" y="0"/>
                </a:moveTo>
                <a:cubicBezTo>
                  <a:pt x="32" y="0"/>
                  <a:pt x="38" y="3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8" y="12"/>
                  <a:pt x="50" y="18"/>
                  <a:pt x="50" y="25"/>
                </a:cubicBezTo>
                <a:cubicBezTo>
                  <a:pt x="50" y="28"/>
                  <a:pt x="50" y="30"/>
                  <a:pt x="49" y="33"/>
                </a:cubicBezTo>
                <a:cubicBezTo>
                  <a:pt x="48" y="35"/>
                  <a:pt x="47" y="37"/>
                  <a:pt x="46" y="39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9"/>
                  <a:pt x="45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18" y="50"/>
                  <a:pt x="12" y="47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12" y="3"/>
                  <a:pt x="18" y="0"/>
                  <a:pt x="25" y="0"/>
                </a:cubicBezTo>
                <a:close/>
                <a:moveTo>
                  <a:pt x="26" y="25"/>
                </a:move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6"/>
                  <a:pt x="26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5"/>
                  <a:pt x="25" y="25"/>
                  <a:pt x="25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2" y="31"/>
                  <a:pt x="21" y="31"/>
                </a:cubicBezTo>
                <a:cubicBezTo>
                  <a:pt x="21" y="31"/>
                  <a:pt x="20" y="30"/>
                  <a:pt x="20" y="3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0"/>
                  <a:pt x="20" y="19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19"/>
                  <a:pt x="20" y="19"/>
                  <a:pt x="2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5" y="23"/>
                  <a:pt x="25" y="23"/>
                  <a:pt x="25" y="23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30" y="19"/>
                  <a:pt x="30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9"/>
                  <a:pt x="30" y="20"/>
                  <a:pt x="30" y="2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1"/>
                  <a:pt x="29" y="31"/>
                </a:cubicBezTo>
                <a:cubicBezTo>
                  <a:pt x="28" y="31"/>
                  <a:pt x="28" y="30"/>
                  <a:pt x="28" y="30"/>
                </a:cubicBezTo>
                <a:cubicBezTo>
                  <a:pt x="28" y="23"/>
                  <a:pt x="28" y="23"/>
                  <a:pt x="28" y="23"/>
                </a:cubicBezTo>
                <a:cubicBezTo>
                  <a:pt x="26" y="25"/>
                  <a:pt x="26" y="25"/>
                  <a:pt x="26" y="25"/>
                </a:cubicBezTo>
                <a:close/>
                <a:moveTo>
                  <a:pt x="41" y="21"/>
                </a:moveTo>
                <a:cubicBezTo>
                  <a:pt x="41" y="21"/>
                  <a:pt x="41" y="21"/>
                  <a:pt x="41" y="21"/>
                </a:cubicBezTo>
                <a:cubicBezTo>
                  <a:pt x="41" y="22"/>
                  <a:pt x="40" y="22"/>
                  <a:pt x="39" y="22"/>
                </a:cubicBezTo>
                <a:cubicBezTo>
                  <a:pt x="39" y="22"/>
                  <a:pt x="38" y="22"/>
                  <a:pt x="38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1"/>
                  <a:pt x="34" y="21"/>
                  <a:pt x="34" y="21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8" y="24"/>
                  <a:pt x="38" y="24"/>
                  <a:pt x="38" y="24"/>
                </a:cubicBezTo>
                <a:cubicBezTo>
                  <a:pt x="38" y="24"/>
                  <a:pt x="38" y="24"/>
                  <a:pt x="38" y="24"/>
                </a:cubicBezTo>
                <a:cubicBezTo>
                  <a:pt x="39" y="24"/>
                  <a:pt x="39" y="24"/>
                  <a:pt x="40" y="24"/>
                </a:cubicBezTo>
                <a:cubicBezTo>
                  <a:pt x="40" y="25"/>
                  <a:pt x="41" y="26"/>
                  <a:pt x="41" y="26"/>
                </a:cubicBezTo>
                <a:cubicBezTo>
                  <a:pt x="41" y="27"/>
                  <a:pt x="41" y="27"/>
                  <a:pt x="41" y="27"/>
                </a:cubicBezTo>
                <a:cubicBezTo>
                  <a:pt x="41" y="27"/>
                  <a:pt x="41" y="27"/>
                  <a:pt x="41" y="27"/>
                </a:cubicBezTo>
                <a:cubicBezTo>
                  <a:pt x="41" y="28"/>
                  <a:pt x="41" y="28"/>
                  <a:pt x="41" y="28"/>
                </a:cubicBezTo>
                <a:cubicBezTo>
                  <a:pt x="41" y="29"/>
                  <a:pt x="40" y="30"/>
                  <a:pt x="40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39" y="31"/>
                  <a:pt x="39" y="31"/>
                  <a:pt x="38" y="31"/>
                </a:cubicBezTo>
                <a:cubicBezTo>
                  <a:pt x="36" y="31"/>
                  <a:pt x="36" y="31"/>
                  <a:pt x="36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4" y="31"/>
                  <a:pt x="33" y="31"/>
                  <a:pt x="33" y="30"/>
                </a:cubicBezTo>
                <a:cubicBezTo>
                  <a:pt x="32" y="30"/>
                  <a:pt x="32" y="29"/>
                  <a:pt x="32" y="28"/>
                </a:cubicBezTo>
                <a:cubicBezTo>
                  <a:pt x="32" y="28"/>
                  <a:pt x="33" y="27"/>
                  <a:pt x="33" y="27"/>
                </a:cubicBezTo>
                <a:cubicBezTo>
                  <a:pt x="34" y="27"/>
                  <a:pt x="34" y="28"/>
                  <a:pt x="34" y="28"/>
                </a:cubicBezTo>
                <a:cubicBezTo>
                  <a:pt x="34" y="28"/>
                  <a:pt x="35" y="28"/>
                  <a:pt x="35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4" y="26"/>
                  <a:pt x="33" y="26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2" y="25"/>
                  <a:pt x="32" y="24"/>
                  <a:pt x="32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2" y="20"/>
                  <a:pt x="33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4" y="19"/>
                  <a:pt x="35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39" y="19"/>
                  <a:pt x="39" y="19"/>
                  <a:pt x="40" y="19"/>
                </a:cubicBezTo>
                <a:cubicBezTo>
                  <a:pt x="40" y="20"/>
                  <a:pt x="41" y="21"/>
                  <a:pt x="41" y="21"/>
                </a:cubicBezTo>
                <a:close/>
                <a:moveTo>
                  <a:pt x="18" y="21"/>
                </a:moveTo>
                <a:cubicBezTo>
                  <a:pt x="18" y="21"/>
                  <a:pt x="18" y="21"/>
                  <a:pt x="18" y="21"/>
                </a:cubicBezTo>
                <a:cubicBezTo>
                  <a:pt x="18" y="22"/>
                  <a:pt x="18" y="22"/>
                  <a:pt x="17" y="22"/>
                </a:cubicBezTo>
                <a:cubicBezTo>
                  <a:pt x="16" y="22"/>
                  <a:pt x="16" y="22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2"/>
                  <a:pt x="12" y="22"/>
                  <a:pt x="12" y="22"/>
                </a:cubicBezTo>
                <a:cubicBezTo>
                  <a:pt x="12" y="22"/>
                  <a:pt x="12" y="22"/>
                  <a:pt x="12" y="22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7" y="24"/>
                  <a:pt x="18" y="24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5"/>
                  <a:pt x="18" y="26"/>
                  <a:pt x="18" y="26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9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7" y="31"/>
                  <a:pt x="16" y="31"/>
                  <a:pt x="16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1"/>
                  <a:pt x="11" y="31"/>
                  <a:pt x="11" y="30"/>
                </a:cubicBezTo>
                <a:cubicBezTo>
                  <a:pt x="10" y="30"/>
                  <a:pt x="10" y="29"/>
                  <a:pt x="10" y="28"/>
                </a:cubicBezTo>
                <a:cubicBezTo>
                  <a:pt x="10" y="28"/>
                  <a:pt x="10" y="27"/>
                  <a:pt x="11" y="27"/>
                </a:cubicBezTo>
                <a:cubicBezTo>
                  <a:pt x="12" y="27"/>
                  <a:pt x="12" y="28"/>
                  <a:pt x="12" y="28"/>
                </a:cubicBezTo>
                <a:cubicBezTo>
                  <a:pt x="12" y="28"/>
                  <a:pt x="12" y="28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26"/>
                  <a:pt x="16" y="26"/>
                  <a:pt x="16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1" y="26"/>
                  <a:pt x="11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0" y="25"/>
                  <a:pt x="10" y="24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0"/>
                  <a:pt x="11" y="19"/>
                </a:cubicBezTo>
                <a:cubicBezTo>
                  <a:pt x="11" y="19"/>
                  <a:pt x="12" y="19"/>
                  <a:pt x="12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16" y="19"/>
                  <a:pt x="17" y="19"/>
                  <a:pt x="18" y="19"/>
                </a:cubicBezTo>
                <a:cubicBezTo>
                  <a:pt x="18" y="20"/>
                  <a:pt x="18" y="21"/>
                  <a:pt x="18" y="21"/>
                </a:cubicBezTo>
                <a:close/>
                <a:moveTo>
                  <a:pt x="40" y="10"/>
                </a:moveTo>
                <a:cubicBezTo>
                  <a:pt x="40" y="10"/>
                  <a:pt x="40" y="10"/>
                  <a:pt x="40" y="10"/>
                </a:cubicBezTo>
                <a:cubicBezTo>
                  <a:pt x="36" y="6"/>
                  <a:pt x="31" y="4"/>
                  <a:pt x="25" y="4"/>
                </a:cubicBezTo>
                <a:cubicBezTo>
                  <a:pt x="19" y="4"/>
                  <a:pt x="14" y="6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4" y="19"/>
                  <a:pt x="4" y="25"/>
                </a:cubicBezTo>
                <a:cubicBezTo>
                  <a:pt x="4" y="31"/>
                  <a:pt x="6" y="36"/>
                  <a:pt x="10" y="40"/>
                </a:cubicBezTo>
                <a:cubicBezTo>
                  <a:pt x="14" y="44"/>
                  <a:pt x="19" y="46"/>
                  <a:pt x="25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38"/>
                  <a:pt x="42" y="38"/>
                  <a:pt x="42" y="37"/>
                </a:cubicBezTo>
                <a:cubicBezTo>
                  <a:pt x="44" y="36"/>
                  <a:pt x="45" y="34"/>
                  <a:pt x="45" y="31"/>
                </a:cubicBezTo>
                <a:cubicBezTo>
                  <a:pt x="46" y="29"/>
                  <a:pt x="46" y="27"/>
                  <a:pt x="46" y="25"/>
                </a:cubicBezTo>
                <a:cubicBezTo>
                  <a:pt x="46" y="19"/>
                  <a:pt x="44" y="14"/>
                  <a:pt x="40" y="10"/>
                </a:cubicBezTo>
                <a:cubicBezTo>
                  <a:pt x="40" y="10"/>
                  <a:pt x="40" y="10"/>
                  <a:pt x="40" y="1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21" name="Freeform 155">
            <a:extLst>
              <a:ext uri="{FF2B5EF4-FFF2-40B4-BE49-F238E27FC236}">
                <a16:creationId xmlns:a16="http://schemas.microsoft.com/office/drawing/2014/main" id="{4E8B8406-8629-7A00-D6E3-70989D1ACF30}"/>
              </a:ext>
            </a:extLst>
          </p:cNvPr>
          <p:cNvSpPr>
            <a:spLocks noEditPoints="1"/>
          </p:cNvSpPr>
          <p:nvPr/>
        </p:nvSpPr>
        <p:spPr bwMode="auto">
          <a:xfrm>
            <a:off x="3125719" y="3425215"/>
            <a:ext cx="275167" cy="232833"/>
          </a:xfrm>
          <a:custGeom>
            <a:avLst/>
            <a:gdLst>
              <a:gd name="T0" fmla="*/ 69850 w 65"/>
              <a:gd name="T1" fmla="*/ 41275 h 55"/>
              <a:gd name="T2" fmla="*/ 101600 w 65"/>
              <a:gd name="T3" fmla="*/ 19050 h 55"/>
              <a:gd name="T4" fmla="*/ 66675 w 65"/>
              <a:gd name="T5" fmla="*/ 34925 h 55"/>
              <a:gd name="T6" fmla="*/ 34925 w 65"/>
              <a:gd name="T7" fmla="*/ 50800 h 55"/>
              <a:gd name="T8" fmla="*/ 31750 w 65"/>
              <a:gd name="T9" fmla="*/ 50800 h 55"/>
              <a:gd name="T10" fmla="*/ 9525 w 65"/>
              <a:gd name="T11" fmla="*/ 60325 h 55"/>
              <a:gd name="T12" fmla="*/ 0 w 65"/>
              <a:gd name="T13" fmla="*/ 142875 h 55"/>
              <a:gd name="T14" fmla="*/ 9525 w 65"/>
              <a:gd name="T15" fmla="*/ 165100 h 55"/>
              <a:gd name="T16" fmla="*/ 31750 w 65"/>
              <a:gd name="T17" fmla="*/ 174625 h 55"/>
              <a:gd name="T18" fmla="*/ 149225 w 65"/>
              <a:gd name="T19" fmla="*/ 165100 h 55"/>
              <a:gd name="T20" fmla="*/ 158750 w 65"/>
              <a:gd name="T21" fmla="*/ 142875 h 55"/>
              <a:gd name="T22" fmla="*/ 152400 w 65"/>
              <a:gd name="T23" fmla="*/ 82550 h 55"/>
              <a:gd name="T24" fmla="*/ 146050 w 65"/>
              <a:gd name="T25" fmla="*/ 142875 h 55"/>
              <a:gd name="T26" fmla="*/ 139700 w 65"/>
              <a:gd name="T27" fmla="*/ 155575 h 55"/>
              <a:gd name="T28" fmla="*/ 31750 w 65"/>
              <a:gd name="T29" fmla="*/ 161925 h 55"/>
              <a:gd name="T30" fmla="*/ 19050 w 65"/>
              <a:gd name="T31" fmla="*/ 155575 h 55"/>
              <a:gd name="T32" fmla="*/ 12700 w 65"/>
              <a:gd name="T33" fmla="*/ 82550 h 55"/>
              <a:gd name="T34" fmla="*/ 19050 w 65"/>
              <a:gd name="T35" fmla="*/ 69850 h 55"/>
              <a:gd name="T36" fmla="*/ 120650 w 65"/>
              <a:gd name="T37" fmla="*/ 63500 h 55"/>
              <a:gd name="T38" fmla="*/ 120650 w 65"/>
              <a:gd name="T39" fmla="*/ 50800 h 55"/>
              <a:gd name="T40" fmla="*/ 66675 w 65"/>
              <a:gd name="T41" fmla="*/ 47625 h 55"/>
              <a:gd name="T42" fmla="*/ 146050 w 65"/>
              <a:gd name="T43" fmla="*/ 15875 h 55"/>
              <a:gd name="T44" fmla="*/ 142875 w 65"/>
              <a:gd name="T45" fmla="*/ 47625 h 55"/>
              <a:gd name="T46" fmla="*/ 146050 w 65"/>
              <a:gd name="T47" fmla="*/ 63500 h 55"/>
              <a:gd name="T48" fmla="*/ 158750 w 65"/>
              <a:gd name="T49" fmla="*/ 57150 h 55"/>
              <a:gd name="T50" fmla="*/ 196850 w 65"/>
              <a:gd name="T51" fmla="*/ 34925 h 55"/>
              <a:gd name="T52" fmla="*/ 146050 w 65"/>
              <a:gd name="T53" fmla="*/ 15875 h 55"/>
              <a:gd name="T54" fmla="*/ 142875 w 65"/>
              <a:gd name="T55" fmla="*/ 9525 h 55"/>
              <a:gd name="T56" fmla="*/ 206375 w 65"/>
              <a:gd name="T57" fmla="*/ 34925 h 55"/>
              <a:gd name="T58" fmla="*/ 158750 w 65"/>
              <a:gd name="T59" fmla="*/ 63500 h 55"/>
              <a:gd name="T60" fmla="*/ 142875 w 65"/>
              <a:gd name="T61" fmla="*/ 73025 h 55"/>
              <a:gd name="T62" fmla="*/ 136525 w 65"/>
              <a:gd name="T63" fmla="*/ 50800 h 55"/>
              <a:gd name="T64" fmla="*/ 142875 w 65"/>
              <a:gd name="T65" fmla="*/ 9525 h 55"/>
              <a:gd name="T66" fmla="*/ 130175 w 65"/>
              <a:gd name="T67" fmla="*/ 76200 h 55"/>
              <a:gd name="T68" fmla="*/ 28575 w 65"/>
              <a:gd name="T69" fmla="*/ 76200 h 55"/>
              <a:gd name="T70" fmla="*/ 25400 w 65"/>
              <a:gd name="T71" fmla="*/ 79375 h 55"/>
              <a:gd name="T72" fmla="*/ 28575 w 65"/>
              <a:gd name="T73" fmla="*/ 104775 h 55"/>
              <a:gd name="T74" fmla="*/ 130175 w 65"/>
              <a:gd name="T75" fmla="*/ 104775 h 55"/>
              <a:gd name="T76" fmla="*/ 133350 w 65"/>
              <a:gd name="T77" fmla="*/ 101600 h 55"/>
              <a:gd name="T78" fmla="*/ 130175 w 65"/>
              <a:gd name="T79" fmla="*/ 76200 h 55"/>
              <a:gd name="T80" fmla="*/ 31750 w 65"/>
              <a:gd name="T81" fmla="*/ 82550 h 55"/>
              <a:gd name="T82" fmla="*/ 92075 w 65"/>
              <a:gd name="T83" fmla="*/ 98425 h 55"/>
              <a:gd name="T84" fmla="*/ 31750 w 65"/>
              <a:gd name="T85" fmla="*/ 82550 h 55"/>
              <a:gd name="T86" fmla="*/ 104775 w 65"/>
              <a:gd name="T87" fmla="*/ 82550 h 55"/>
              <a:gd name="T88" fmla="*/ 127000 w 65"/>
              <a:gd name="T89" fmla="*/ 98425 h 55"/>
              <a:gd name="T90" fmla="*/ 104775 w 65"/>
              <a:gd name="T91" fmla="*/ 82550 h 55"/>
              <a:gd name="T92" fmla="*/ 47625 w 65"/>
              <a:gd name="T93" fmla="*/ 111125 h 55"/>
              <a:gd name="T94" fmla="*/ 31750 w 65"/>
              <a:gd name="T95" fmla="*/ 117475 h 55"/>
              <a:gd name="T96" fmla="*/ 31750 w 65"/>
              <a:gd name="T97" fmla="*/ 149225 h 55"/>
              <a:gd name="T98" fmla="*/ 47625 w 65"/>
              <a:gd name="T99" fmla="*/ 155575 h 55"/>
              <a:gd name="T100" fmla="*/ 63500 w 65"/>
              <a:gd name="T101" fmla="*/ 149225 h 55"/>
              <a:gd name="T102" fmla="*/ 63500 w 65"/>
              <a:gd name="T103" fmla="*/ 117475 h 55"/>
              <a:gd name="T104" fmla="*/ 47625 w 65"/>
              <a:gd name="T105" fmla="*/ 111125 h 55"/>
              <a:gd name="T106" fmla="*/ 38100 w 65"/>
              <a:gd name="T107" fmla="*/ 123825 h 55"/>
              <a:gd name="T108" fmla="*/ 57150 w 65"/>
              <a:gd name="T109" fmla="*/ 120650 h 55"/>
              <a:gd name="T110" fmla="*/ 63500 w 65"/>
              <a:gd name="T111" fmla="*/ 133350 h 55"/>
              <a:gd name="T112" fmla="*/ 57150 w 65"/>
              <a:gd name="T113" fmla="*/ 142875 h 55"/>
              <a:gd name="T114" fmla="*/ 38100 w 65"/>
              <a:gd name="T115" fmla="*/ 142875 h 55"/>
              <a:gd name="T116" fmla="*/ 31750 w 65"/>
              <a:gd name="T117" fmla="*/ 133350 h 55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5" h="55">
                <a:moveTo>
                  <a:pt x="21" y="15"/>
                </a:moveTo>
                <a:cubicBezTo>
                  <a:pt x="22" y="14"/>
                  <a:pt x="22" y="14"/>
                  <a:pt x="22" y="13"/>
                </a:cubicBezTo>
                <a:cubicBezTo>
                  <a:pt x="32" y="7"/>
                  <a:pt x="32" y="7"/>
                  <a:pt x="32" y="7"/>
                </a:cubicBezTo>
                <a:cubicBezTo>
                  <a:pt x="32" y="7"/>
                  <a:pt x="33" y="6"/>
                  <a:pt x="32" y="6"/>
                </a:cubicBezTo>
                <a:cubicBezTo>
                  <a:pt x="32" y="5"/>
                  <a:pt x="31" y="5"/>
                  <a:pt x="31" y="5"/>
                </a:cubicBezTo>
                <a:cubicBezTo>
                  <a:pt x="21" y="11"/>
                  <a:pt x="21" y="11"/>
                  <a:pt x="21" y="11"/>
                </a:cubicBezTo>
                <a:cubicBezTo>
                  <a:pt x="20" y="11"/>
                  <a:pt x="20" y="11"/>
                  <a:pt x="19" y="11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0" y="16"/>
                  <a:pt x="10" y="16"/>
                  <a:pt x="10" y="16"/>
                </a:cubicBezTo>
                <a:cubicBezTo>
                  <a:pt x="7" y="16"/>
                  <a:pt x="5" y="17"/>
                  <a:pt x="3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1" y="21"/>
                  <a:pt x="0" y="23"/>
                  <a:pt x="0" y="26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8"/>
                  <a:pt x="1" y="50"/>
                  <a:pt x="3" y="52"/>
                </a:cubicBezTo>
                <a:cubicBezTo>
                  <a:pt x="3" y="52"/>
                  <a:pt x="3" y="52"/>
                  <a:pt x="3" y="52"/>
                </a:cubicBezTo>
                <a:cubicBezTo>
                  <a:pt x="3" y="52"/>
                  <a:pt x="3" y="52"/>
                  <a:pt x="3" y="52"/>
                </a:cubicBezTo>
                <a:cubicBezTo>
                  <a:pt x="5" y="54"/>
                  <a:pt x="7" y="55"/>
                  <a:pt x="10" y="55"/>
                </a:cubicBezTo>
                <a:cubicBezTo>
                  <a:pt x="40" y="55"/>
                  <a:pt x="40" y="55"/>
                  <a:pt x="40" y="55"/>
                </a:cubicBezTo>
                <a:cubicBezTo>
                  <a:pt x="43" y="55"/>
                  <a:pt x="45" y="54"/>
                  <a:pt x="47" y="52"/>
                </a:cubicBezTo>
                <a:cubicBezTo>
                  <a:pt x="47" y="52"/>
                  <a:pt x="47" y="52"/>
                  <a:pt x="47" y="52"/>
                </a:cubicBezTo>
                <a:cubicBezTo>
                  <a:pt x="49" y="50"/>
                  <a:pt x="50" y="48"/>
                  <a:pt x="50" y="45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7"/>
                  <a:pt x="49" y="26"/>
                  <a:pt x="48" y="26"/>
                </a:cubicBezTo>
                <a:cubicBezTo>
                  <a:pt x="47" y="26"/>
                  <a:pt x="46" y="27"/>
                  <a:pt x="46" y="28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7"/>
                  <a:pt x="46" y="48"/>
                  <a:pt x="45" y="49"/>
                </a:cubicBezTo>
                <a:cubicBezTo>
                  <a:pt x="44" y="49"/>
                  <a:pt x="44" y="49"/>
                  <a:pt x="44" y="49"/>
                </a:cubicBezTo>
                <a:cubicBezTo>
                  <a:pt x="43" y="50"/>
                  <a:pt x="42" y="51"/>
                  <a:pt x="40" y="51"/>
                </a:cubicBezTo>
                <a:cubicBezTo>
                  <a:pt x="10" y="51"/>
                  <a:pt x="10" y="51"/>
                  <a:pt x="10" y="51"/>
                </a:cubicBezTo>
                <a:cubicBezTo>
                  <a:pt x="8" y="51"/>
                  <a:pt x="7" y="50"/>
                  <a:pt x="6" y="49"/>
                </a:cubicBezTo>
                <a:cubicBezTo>
                  <a:pt x="6" y="49"/>
                  <a:pt x="6" y="49"/>
                  <a:pt x="6" y="49"/>
                </a:cubicBezTo>
                <a:cubicBezTo>
                  <a:pt x="5" y="48"/>
                  <a:pt x="4" y="47"/>
                  <a:pt x="4" y="45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24"/>
                  <a:pt x="5" y="23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7" y="21"/>
                  <a:pt x="8" y="20"/>
                  <a:pt x="10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40" y="20"/>
                  <a:pt x="40" y="19"/>
                  <a:pt x="40" y="18"/>
                </a:cubicBezTo>
                <a:cubicBezTo>
                  <a:pt x="40" y="17"/>
                  <a:pt x="40" y="16"/>
                  <a:pt x="3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21" y="15"/>
                  <a:pt x="21" y="15"/>
                  <a:pt x="21" y="15"/>
                </a:cubicBezTo>
                <a:close/>
                <a:moveTo>
                  <a:pt x="46" y="5"/>
                </a:moveTo>
                <a:cubicBezTo>
                  <a:pt x="46" y="5"/>
                  <a:pt x="46" y="5"/>
                  <a:pt x="46" y="5"/>
                </a:cubicBezTo>
                <a:cubicBezTo>
                  <a:pt x="44" y="7"/>
                  <a:pt x="43" y="8"/>
                  <a:pt x="43" y="11"/>
                </a:cubicBezTo>
                <a:cubicBezTo>
                  <a:pt x="43" y="12"/>
                  <a:pt x="44" y="14"/>
                  <a:pt x="45" y="15"/>
                </a:cubicBezTo>
                <a:cubicBezTo>
                  <a:pt x="46" y="16"/>
                  <a:pt x="46" y="16"/>
                  <a:pt x="46" y="16"/>
                </a:cubicBezTo>
                <a:cubicBezTo>
                  <a:pt x="46" y="20"/>
                  <a:pt x="46" y="20"/>
                  <a:pt x="46" y="20"/>
                </a:cubicBezTo>
                <a:cubicBezTo>
                  <a:pt x="50" y="18"/>
                  <a:pt x="50" y="18"/>
                  <a:pt x="50" y="18"/>
                </a:cubicBezTo>
                <a:cubicBezTo>
                  <a:pt x="50" y="18"/>
                  <a:pt x="50" y="18"/>
                  <a:pt x="50" y="18"/>
                </a:cubicBezTo>
                <a:cubicBezTo>
                  <a:pt x="51" y="18"/>
                  <a:pt x="52" y="18"/>
                  <a:pt x="53" y="18"/>
                </a:cubicBezTo>
                <a:cubicBezTo>
                  <a:pt x="57" y="18"/>
                  <a:pt x="62" y="15"/>
                  <a:pt x="62" y="11"/>
                </a:cubicBezTo>
                <a:cubicBezTo>
                  <a:pt x="62" y="8"/>
                  <a:pt x="61" y="7"/>
                  <a:pt x="60" y="5"/>
                </a:cubicBezTo>
                <a:cubicBezTo>
                  <a:pt x="56" y="2"/>
                  <a:pt x="50" y="2"/>
                  <a:pt x="46" y="5"/>
                </a:cubicBezTo>
                <a:close/>
                <a:moveTo>
                  <a:pt x="45" y="3"/>
                </a:moveTo>
                <a:cubicBezTo>
                  <a:pt x="45" y="3"/>
                  <a:pt x="45" y="3"/>
                  <a:pt x="45" y="3"/>
                </a:cubicBezTo>
                <a:cubicBezTo>
                  <a:pt x="49" y="0"/>
                  <a:pt x="56" y="0"/>
                  <a:pt x="61" y="3"/>
                </a:cubicBezTo>
                <a:cubicBezTo>
                  <a:pt x="63" y="5"/>
                  <a:pt x="65" y="8"/>
                  <a:pt x="65" y="11"/>
                </a:cubicBezTo>
                <a:cubicBezTo>
                  <a:pt x="65" y="17"/>
                  <a:pt x="58" y="21"/>
                  <a:pt x="53" y="21"/>
                </a:cubicBezTo>
                <a:cubicBezTo>
                  <a:pt x="52" y="21"/>
                  <a:pt x="51" y="20"/>
                  <a:pt x="50" y="20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22"/>
                  <a:pt x="45" y="23"/>
                  <a:pt x="45" y="23"/>
                </a:cubicBezTo>
                <a:cubicBezTo>
                  <a:pt x="44" y="23"/>
                  <a:pt x="43" y="22"/>
                  <a:pt x="43" y="21"/>
                </a:cubicBezTo>
                <a:cubicBezTo>
                  <a:pt x="43" y="16"/>
                  <a:pt x="43" y="16"/>
                  <a:pt x="43" y="16"/>
                </a:cubicBezTo>
                <a:cubicBezTo>
                  <a:pt x="42" y="15"/>
                  <a:pt x="41" y="13"/>
                  <a:pt x="41" y="11"/>
                </a:cubicBezTo>
                <a:cubicBezTo>
                  <a:pt x="41" y="8"/>
                  <a:pt x="42" y="5"/>
                  <a:pt x="45" y="3"/>
                </a:cubicBezTo>
                <a:close/>
                <a:moveTo>
                  <a:pt x="41" y="24"/>
                </a:moveTo>
                <a:cubicBezTo>
                  <a:pt x="41" y="24"/>
                  <a:pt x="41" y="24"/>
                  <a:pt x="41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8" y="24"/>
                  <a:pt x="8" y="24"/>
                  <a:pt x="8" y="25"/>
                </a:cubicBezTo>
                <a:cubicBezTo>
                  <a:pt x="8" y="25"/>
                  <a:pt x="8" y="25"/>
                  <a:pt x="8" y="25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33"/>
                  <a:pt x="8" y="33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2" y="33"/>
                  <a:pt x="42" y="33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25"/>
                  <a:pt x="42" y="25"/>
                  <a:pt x="42" y="25"/>
                </a:cubicBezTo>
                <a:cubicBezTo>
                  <a:pt x="42" y="24"/>
                  <a:pt x="42" y="24"/>
                  <a:pt x="41" y="24"/>
                </a:cubicBezTo>
                <a:close/>
                <a:moveTo>
                  <a:pt x="10" y="26"/>
                </a:moveTo>
                <a:cubicBezTo>
                  <a:pt x="10" y="26"/>
                  <a:pt x="10" y="26"/>
                  <a:pt x="10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31"/>
                  <a:pt x="29" y="31"/>
                  <a:pt x="29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26"/>
                  <a:pt x="10" y="26"/>
                  <a:pt x="10" y="26"/>
                </a:cubicBezTo>
                <a:close/>
                <a:moveTo>
                  <a:pt x="33" y="26"/>
                </a:moveTo>
                <a:cubicBezTo>
                  <a:pt x="33" y="26"/>
                  <a:pt x="33" y="26"/>
                  <a:pt x="33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31"/>
                  <a:pt x="40" y="31"/>
                  <a:pt x="40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26"/>
                  <a:pt x="33" y="26"/>
                  <a:pt x="33" y="26"/>
                </a:cubicBezTo>
                <a:close/>
                <a:moveTo>
                  <a:pt x="15" y="35"/>
                </a:moveTo>
                <a:cubicBezTo>
                  <a:pt x="15" y="35"/>
                  <a:pt x="15" y="35"/>
                  <a:pt x="15" y="35"/>
                </a:cubicBezTo>
                <a:cubicBezTo>
                  <a:pt x="13" y="35"/>
                  <a:pt x="11" y="36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9" y="38"/>
                  <a:pt x="8" y="40"/>
                  <a:pt x="8" y="42"/>
                </a:cubicBezTo>
                <a:cubicBezTo>
                  <a:pt x="8" y="44"/>
                  <a:pt x="9" y="46"/>
                  <a:pt x="10" y="47"/>
                </a:cubicBezTo>
                <a:cubicBezTo>
                  <a:pt x="10" y="47"/>
                  <a:pt x="10" y="47"/>
                  <a:pt x="10" y="47"/>
                </a:cubicBezTo>
                <a:cubicBezTo>
                  <a:pt x="11" y="48"/>
                  <a:pt x="13" y="49"/>
                  <a:pt x="15" y="49"/>
                </a:cubicBezTo>
                <a:cubicBezTo>
                  <a:pt x="17" y="49"/>
                  <a:pt x="19" y="48"/>
                  <a:pt x="20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21" y="46"/>
                  <a:pt x="22" y="44"/>
                  <a:pt x="22" y="42"/>
                </a:cubicBezTo>
                <a:cubicBezTo>
                  <a:pt x="22" y="40"/>
                  <a:pt x="21" y="38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19" y="36"/>
                  <a:pt x="17" y="35"/>
                  <a:pt x="15" y="35"/>
                </a:cubicBezTo>
                <a:close/>
                <a:moveTo>
                  <a:pt x="12" y="39"/>
                </a:moveTo>
                <a:cubicBezTo>
                  <a:pt x="12" y="39"/>
                  <a:pt x="12" y="39"/>
                  <a:pt x="12" y="39"/>
                </a:cubicBezTo>
                <a:cubicBezTo>
                  <a:pt x="13" y="38"/>
                  <a:pt x="14" y="37"/>
                  <a:pt x="15" y="37"/>
                </a:cubicBezTo>
                <a:cubicBezTo>
                  <a:pt x="16" y="37"/>
                  <a:pt x="17" y="38"/>
                  <a:pt x="18" y="38"/>
                </a:cubicBezTo>
                <a:cubicBezTo>
                  <a:pt x="18" y="39"/>
                  <a:pt x="18" y="39"/>
                  <a:pt x="18" y="39"/>
                </a:cubicBezTo>
                <a:cubicBezTo>
                  <a:pt x="19" y="39"/>
                  <a:pt x="20" y="41"/>
                  <a:pt x="20" y="42"/>
                </a:cubicBezTo>
                <a:cubicBezTo>
                  <a:pt x="20" y="43"/>
                  <a:pt x="19" y="44"/>
                  <a:pt x="18" y="45"/>
                </a:cubicBezTo>
                <a:cubicBezTo>
                  <a:pt x="18" y="45"/>
                  <a:pt x="18" y="45"/>
                  <a:pt x="18" y="45"/>
                </a:cubicBezTo>
                <a:cubicBezTo>
                  <a:pt x="18" y="46"/>
                  <a:pt x="16" y="47"/>
                  <a:pt x="15" y="47"/>
                </a:cubicBezTo>
                <a:cubicBezTo>
                  <a:pt x="14" y="47"/>
                  <a:pt x="13" y="46"/>
                  <a:pt x="12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11" y="44"/>
                  <a:pt x="10" y="43"/>
                  <a:pt x="10" y="42"/>
                </a:cubicBezTo>
                <a:cubicBezTo>
                  <a:pt x="10" y="41"/>
                  <a:pt x="11" y="39"/>
                  <a:pt x="12" y="3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22" name="Freeform 156">
            <a:extLst>
              <a:ext uri="{FF2B5EF4-FFF2-40B4-BE49-F238E27FC236}">
                <a16:creationId xmlns:a16="http://schemas.microsoft.com/office/drawing/2014/main" id="{F1A8A736-607E-6408-C5DF-2C891B4FD224}"/>
              </a:ext>
            </a:extLst>
          </p:cNvPr>
          <p:cNvSpPr>
            <a:spLocks noEditPoints="1"/>
          </p:cNvSpPr>
          <p:nvPr/>
        </p:nvSpPr>
        <p:spPr bwMode="auto">
          <a:xfrm>
            <a:off x="3519418" y="4345965"/>
            <a:ext cx="211667" cy="186267"/>
          </a:xfrm>
          <a:custGeom>
            <a:avLst/>
            <a:gdLst>
              <a:gd name="T0" fmla="*/ 107950 w 50"/>
              <a:gd name="T1" fmla="*/ 44450 h 44"/>
              <a:gd name="T2" fmla="*/ 107950 w 50"/>
              <a:gd name="T3" fmla="*/ 44450 h 44"/>
              <a:gd name="T4" fmla="*/ 107950 w 50"/>
              <a:gd name="T5" fmla="*/ 44450 h 44"/>
              <a:gd name="T6" fmla="*/ 69850 w 50"/>
              <a:gd name="T7" fmla="*/ 73025 h 44"/>
              <a:gd name="T8" fmla="*/ 66675 w 50"/>
              <a:gd name="T9" fmla="*/ 76200 h 44"/>
              <a:gd name="T10" fmla="*/ 60325 w 50"/>
              <a:gd name="T11" fmla="*/ 82550 h 44"/>
              <a:gd name="T12" fmla="*/ 60325 w 50"/>
              <a:gd name="T13" fmla="*/ 88900 h 44"/>
              <a:gd name="T14" fmla="*/ 60325 w 50"/>
              <a:gd name="T15" fmla="*/ 95250 h 44"/>
              <a:gd name="T16" fmla="*/ 63500 w 50"/>
              <a:gd name="T17" fmla="*/ 101600 h 44"/>
              <a:gd name="T18" fmla="*/ 66675 w 50"/>
              <a:gd name="T19" fmla="*/ 104775 h 44"/>
              <a:gd name="T20" fmla="*/ 73025 w 50"/>
              <a:gd name="T21" fmla="*/ 107950 h 44"/>
              <a:gd name="T22" fmla="*/ 79375 w 50"/>
              <a:gd name="T23" fmla="*/ 111125 h 44"/>
              <a:gd name="T24" fmla="*/ 85725 w 50"/>
              <a:gd name="T25" fmla="*/ 111125 h 44"/>
              <a:gd name="T26" fmla="*/ 95250 w 50"/>
              <a:gd name="T27" fmla="*/ 104775 h 44"/>
              <a:gd name="T28" fmla="*/ 95250 w 50"/>
              <a:gd name="T29" fmla="*/ 104775 h 44"/>
              <a:gd name="T30" fmla="*/ 101600 w 50"/>
              <a:gd name="T31" fmla="*/ 95250 h 44"/>
              <a:gd name="T32" fmla="*/ 101600 w 50"/>
              <a:gd name="T33" fmla="*/ 92075 h 44"/>
              <a:gd name="T34" fmla="*/ 25400 w 50"/>
              <a:gd name="T35" fmla="*/ 136525 h 44"/>
              <a:gd name="T36" fmla="*/ 25400 w 50"/>
              <a:gd name="T37" fmla="*/ 22225 h 44"/>
              <a:gd name="T38" fmla="*/ 155575 w 50"/>
              <a:gd name="T39" fmla="*/ 50800 h 44"/>
              <a:gd name="T40" fmla="*/ 136525 w 50"/>
              <a:gd name="T41" fmla="*/ 136525 h 44"/>
              <a:gd name="T42" fmla="*/ 149225 w 50"/>
              <a:gd name="T43" fmla="*/ 79375 h 44"/>
              <a:gd name="T44" fmla="*/ 107950 w 50"/>
              <a:gd name="T45" fmla="*/ 19050 h 44"/>
              <a:gd name="T46" fmla="*/ 12700 w 50"/>
              <a:gd name="T47" fmla="*/ 79375 h 44"/>
              <a:gd name="T48" fmla="*/ 88900 w 50"/>
              <a:gd name="T49" fmla="*/ 79375 h 44"/>
              <a:gd name="T50" fmla="*/ 85725 w 50"/>
              <a:gd name="T51" fmla="*/ 101600 h 44"/>
              <a:gd name="T52" fmla="*/ 66675 w 50"/>
              <a:gd name="T53" fmla="*/ 92075 h 44"/>
              <a:gd name="T54" fmla="*/ 88900 w 50"/>
              <a:gd name="T55" fmla="*/ 79375 h 44"/>
              <a:gd name="T56" fmla="*/ 79375 w 50"/>
              <a:gd name="T57" fmla="*/ 82550 h 44"/>
              <a:gd name="T58" fmla="*/ 76200 w 50"/>
              <a:gd name="T59" fmla="*/ 92075 h 44"/>
              <a:gd name="T60" fmla="*/ 85725 w 50"/>
              <a:gd name="T61" fmla="*/ 92075 h 44"/>
              <a:gd name="T62" fmla="*/ 107950 w 50"/>
              <a:gd name="T63" fmla="*/ 92075 h 44"/>
              <a:gd name="T64" fmla="*/ 107950 w 50"/>
              <a:gd name="T65" fmla="*/ 98425 h 44"/>
              <a:gd name="T66" fmla="*/ 101600 w 50"/>
              <a:gd name="T67" fmla="*/ 107950 h 44"/>
              <a:gd name="T68" fmla="*/ 98425 w 50"/>
              <a:gd name="T69" fmla="*/ 111125 h 44"/>
              <a:gd name="T70" fmla="*/ 95250 w 50"/>
              <a:gd name="T71" fmla="*/ 114300 h 44"/>
              <a:gd name="T72" fmla="*/ 85725 w 50"/>
              <a:gd name="T73" fmla="*/ 117475 h 44"/>
              <a:gd name="T74" fmla="*/ 79375 w 50"/>
              <a:gd name="T75" fmla="*/ 117475 h 44"/>
              <a:gd name="T76" fmla="*/ 69850 w 50"/>
              <a:gd name="T77" fmla="*/ 114300 h 44"/>
              <a:gd name="T78" fmla="*/ 63500 w 50"/>
              <a:gd name="T79" fmla="*/ 111125 h 44"/>
              <a:gd name="T80" fmla="*/ 57150 w 50"/>
              <a:gd name="T81" fmla="*/ 104775 h 44"/>
              <a:gd name="T82" fmla="*/ 53975 w 50"/>
              <a:gd name="T83" fmla="*/ 95250 h 44"/>
              <a:gd name="T84" fmla="*/ 53975 w 50"/>
              <a:gd name="T85" fmla="*/ 85725 h 44"/>
              <a:gd name="T86" fmla="*/ 53975 w 50"/>
              <a:gd name="T87" fmla="*/ 79375 h 44"/>
              <a:gd name="T88" fmla="*/ 60325 w 50"/>
              <a:gd name="T89" fmla="*/ 69850 h 44"/>
              <a:gd name="T90" fmla="*/ 101600 w 50"/>
              <a:gd name="T91" fmla="*/ 38100 h 44"/>
              <a:gd name="T92" fmla="*/ 101600 w 50"/>
              <a:gd name="T93" fmla="*/ 34925 h 44"/>
              <a:gd name="T94" fmla="*/ 104775 w 50"/>
              <a:gd name="T95" fmla="*/ 34925 h 44"/>
              <a:gd name="T96" fmla="*/ 111125 w 50"/>
              <a:gd name="T97" fmla="*/ 34925 h 44"/>
              <a:gd name="T98" fmla="*/ 114300 w 50"/>
              <a:gd name="T99" fmla="*/ 38100 h 44"/>
              <a:gd name="T100" fmla="*/ 114300 w 50"/>
              <a:gd name="T101" fmla="*/ 41275 h 44"/>
              <a:gd name="T102" fmla="*/ 117475 w 50"/>
              <a:gd name="T103" fmla="*/ 44450 h 4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0" h="44">
                <a:moveTo>
                  <a:pt x="32" y="29"/>
                </a:moveTo>
                <a:cubicBezTo>
                  <a:pt x="32" y="29"/>
                  <a:pt x="32" y="29"/>
                  <a:pt x="32" y="29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4"/>
                  <a:pt x="21" y="24"/>
                  <a:pt x="21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20" y="25"/>
                  <a:pt x="20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30"/>
                  <a:pt x="19" y="30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31"/>
                  <a:pt x="20" y="31"/>
                  <a:pt x="20" y="31"/>
                </a:cubicBezTo>
                <a:cubicBezTo>
                  <a:pt x="20" y="31"/>
                  <a:pt x="20" y="31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3" y="34"/>
                  <a:pt x="23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24" y="35"/>
                  <a:pt x="24" y="35"/>
                  <a:pt x="24" y="35"/>
                </a:cubicBezTo>
                <a:cubicBezTo>
                  <a:pt x="24" y="35"/>
                  <a:pt x="25" y="35"/>
                  <a:pt x="25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35"/>
                  <a:pt x="26" y="35"/>
                  <a:pt x="27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8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4"/>
                  <a:pt x="29" y="34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1"/>
                </a:cubicBezTo>
                <a:cubicBezTo>
                  <a:pt x="31" y="31"/>
                  <a:pt x="31" y="31"/>
                  <a:pt x="32" y="31"/>
                </a:cubicBezTo>
                <a:cubicBezTo>
                  <a:pt x="32" y="31"/>
                  <a:pt x="32" y="30"/>
                  <a:pt x="32" y="30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29"/>
                </a:cubicBezTo>
                <a:close/>
                <a:moveTo>
                  <a:pt x="10" y="40"/>
                </a:moveTo>
                <a:cubicBezTo>
                  <a:pt x="10" y="40"/>
                  <a:pt x="10" y="40"/>
                  <a:pt x="10" y="40"/>
                </a:cubicBezTo>
                <a:cubicBezTo>
                  <a:pt x="11" y="41"/>
                  <a:pt x="11" y="42"/>
                  <a:pt x="10" y="43"/>
                </a:cubicBezTo>
                <a:cubicBezTo>
                  <a:pt x="10" y="44"/>
                  <a:pt x="8" y="44"/>
                  <a:pt x="8" y="43"/>
                </a:cubicBezTo>
                <a:cubicBezTo>
                  <a:pt x="5" y="41"/>
                  <a:pt x="3" y="38"/>
                  <a:pt x="2" y="35"/>
                </a:cubicBezTo>
                <a:cubicBezTo>
                  <a:pt x="1" y="32"/>
                  <a:pt x="0" y="29"/>
                  <a:pt x="0" y="25"/>
                </a:cubicBezTo>
                <a:cubicBezTo>
                  <a:pt x="0" y="22"/>
                  <a:pt x="1" y="19"/>
                  <a:pt x="2" y="16"/>
                </a:cubicBezTo>
                <a:cubicBezTo>
                  <a:pt x="3" y="13"/>
                  <a:pt x="5" y="10"/>
                  <a:pt x="8" y="7"/>
                </a:cubicBezTo>
                <a:cubicBezTo>
                  <a:pt x="12" y="3"/>
                  <a:pt x="18" y="0"/>
                  <a:pt x="25" y="0"/>
                </a:cubicBezTo>
                <a:cubicBezTo>
                  <a:pt x="29" y="0"/>
                  <a:pt x="32" y="1"/>
                  <a:pt x="35" y="2"/>
                </a:cubicBezTo>
                <a:cubicBezTo>
                  <a:pt x="38" y="3"/>
                  <a:pt x="41" y="5"/>
                  <a:pt x="43" y="7"/>
                </a:cubicBezTo>
                <a:cubicBezTo>
                  <a:pt x="45" y="10"/>
                  <a:pt x="47" y="13"/>
                  <a:pt x="49" y="16"/>
                </a:cubicBezTo>
                <a:cubicBezTo>
                  <a:pt x="49" y="16"/>
                  <a:pt x="49" y="16"/>
                  <a:pt x="49" y="16"/>
                </a:cubicBezTo>
                <a:cubicBezTo>
                  <a:pt x="50" y="19"/>
                  <a:pt x="50" y="22"/>
                  <a:pt x="50" y="25"/>
                </a:cubicBezTo>
                <a:cubicBezTo>
                  <a:pt x="50" y="29"/>
                  <a:pt x="50" y="32"/>
                  <a:pt x="49" y="35"/>
                </a:cubicBezTo>
                <a:cubicBezTo>
                  <a:pt x="47" y="38"/>
                  <a:pt x="45" y="41"/>
                  <a:pt x="43" y="43"/>
                </a:cubicBezTo>
                <a:cubicBezTo>
                  <a:pt x="42" y="44"/>
                  <a:pt x="41" y="44"/>
                  <a:pt x="40" y="43"/>
                </a:cubicBezTo>
                <a:cubicBezTo>
                  <a:pt x="40" y="42"/>
                  <a:pt x="40" y="41"/>
                  <a:pt x="40" y="40"/>
                </a:cubicBezTo>
                <a:cubicBezTo>
                  <a:pt x="42" y="38"/>
                  <a:pt x="44" y="36"/>
                  <a:pt x="45" y="33"/>
                </a:cubicBezTo>
                <a:cubicBezTo>
                  <a:pt x="46" y="31"/>
                  <a:pt x="47" y="28"/>
                  <a:pt x="47" y="25"/>
                </a:cubicBezTo>
                <a:cubicBezTo>
                  <a:pt x="47" y="22"/>
                  <a:pt x="46" y="20"/>
                  <a:pt x="45" y="17"/>
                </a:cubicBezTo>
                <a:cubicBezTo>
                  <a:pt x="45" y="17"/>
                  <a:pt x="45" y="17"/>
                  <a:pt x="45" y="17"/>
                </a:cubicBezTo>
                <a:cubicBezTo>
                  <a:pt x="44" y="14"/>
                  <a:pt x="42" y="12"/>
                  <a:pt x="40" y="10"/>
                </a:cubicBezTo>
                <a:cubicBezTo>
                  <a:pt x="38" y="8"/>
                  <a:pt x="36" y="7"/>
                  <a:pt x="34" y="6"/>
                </a:cubicBezTo>
                <a:cubicBezTo>
                  <a:pt x="31" y="5"/>
                  <a:pt x="28" y="4"/>
                  <a:pt x="25" y="4"/>
                </a:cubicBezTo>
                <a:cubicBezTo>
                  <a:pt x="20" y="4"/>
                  <a:pt x="14" y="6"/>
                  <a:pt x="10" y="10"/>
                </a:cubicBezTo>
                <a:cubicBezTo>
                  <a:pt x="8" y="12"/>
                  <a:pt x="7" y="14"/>
                  <a:pt x="6" y="17"/>
                </a:cubicBezTo>
                <a:cubicBezTo>
                  <a:pt x="5" y="20"/>
                  <a:pt x="4" y="22"/>
                  <a:pt x="4" y="25"/>
                </a:cubicBezTo>
                <a:cubicBezTo>
                  <a:pt x="4" y="28"/>
                  <a:pt x="5" y="31"/>
                  <a:pt x="6" y="33"/>
                </a:cubicBezTo>
                <a:cubicBezTo>
                  <a:pt x="7" y="36"/>
                  <a:pt x="8" y="38"/>
                  <a:pt x="10" y="40"/>
                </a:cubicBezTo>
                <a:close/>
                <a:moveTo>
                  <a:pt x="28" y="25"/>
                </a:moveTo>
                <a:cubicBezTo>
                  <a:pt x="28" y="25"/>
                  <a:pt x="28" y="25"/>
                  <a:pt x="28" y="25"/>
                </a:cubicBezTo>
                <a:cubicBezTo>
                  <a:pt x="29" y="25"/>
                  <a:pt x="29" y="26"/>
                  <a:pt x="30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30" y="28"/>
                  <a:pt x="30" y="29"/>
                  <a:pt x="29" y="30"/>
                </a:cubicBezTo>
                <a:cubicBezTo>
                  <a:pt x="29" y="31"/>
                  <a:pt x="28" y="32"/>
                  <a:pt x="27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6" y="33"/>
                  <a:pt x="24" y="32"/>
                  <a:pt x="23" y="32"/>
                </a:cubicBezTo>
                <a:cubicBezTo>
                  <a:pt x="22" y="31"/>
                  <a:pt x="22" y="30"/>
                  <a:pt x="21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8"/>
                  <a:pt x="21" y="27"/>
                  <a:pt x="22" y="26"/>
                </a:cubicBezTo>
                <a:cubicBezTo>
                  <a:pt x="22" y="25"/>
                  <a:pt x="23" y="24"/>
                  <a:pt x="2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5" y="24"/>
                  <a:pt x="27" y="24"/>
                  <a:pt x="28" y="25"/>
                </a:cubicBezTo>
                <a:close/>
                <a:moveTo>
                  <a:pt x="27" y="28"/>
                </a:moveTo>
                <a:cubicBezTo>
                  <a:pt x="27" y="28"/>
                  <a:pt x="27" y="28"/>
                  <a:pt x="27" y="28"/>
                </a:cubicBezTo>
                <a:cubicBezTo>
                  <a:pt x="27" y="27"/>
                  <a:pt x="27" y="27"/>
                  <a:pt x="26" y="27"/>
                </a:cubicBezTo>
                <a:cubicBezTo>
                  <a:pt x="26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4" y="27"/>
                  <a:pt x="24" y="27"/>
                </a:cubicBezTo>
                <a:cubicBezTo>
                  <a:pt x="24" y="28"/>
                  <a:pt x="24" y="28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30"/>
                  <a:pt x="25" y="30"/>
                </a:cubicBezTo>
                <a:cubicBezTo>
                  <a:pt x="25" y="30"/>
                  <a:pt x="26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0"/>
                  <a:pt x="27" y="30"/>
                  <a:pt x="27" y="29"/>
                </a:cubicBezTo>
                <a:cubicBezTo>
                  <a:pt x="27" y="29"/>
                  <a:pt x="28" y="28"/>
                  <a:pt x="27" y="28"/>
                </a:cubicBezTo>
                <a:close/>
                <a:moveTo>
                  <a:pt x="37" y="15"/>
                </a:moveTo>
                <a:cubicBezTo>
                  <a:pt x="37" y="15"/>
                  <a:pt x="37" y="15"/>
                  <a:pt x="37" y="15"/>
                </a:cubicBezTo>
                <a:cubicBezTo>
                  <a:pt x="34" y="29"/>
                  <a:pt x="34" y="29"/>
                  <a:pt x="34" y="29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1"/>
                  <a:pt x="34" y="31"/>
                </a:cubicBezTo>
                <a:cubicBezTo>
                  <a:pt x="34" y="31"/>
                  <a:pt x="34" y="32"/>
                  <a:pt x="34" y="32"/>
                </a:cubicBezTo>
                <a:cubicBezTo>
                  <a:pt x="34" y="32"/>
                  <a:pt x="33" y="32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4"/>
                  <a:pt x="32" y="34"/>
                  <a:pt x="32" y="34"/>
                </a:cubicBezTo>
                <a:cubicBezTo>
                  <a:pt x="32" y="34"/>
                  <a:pt x="32" y="35"/>
                  <a:pt x="32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29" y="36"/>
                </a:cubicBezTo>
                <a:cubicBezTo>
                  <a:pt x="29" y="36"/>
                  <a:pt x="29" y="36"/>
                  <a:pt x="29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7"/>
                  <a:pt x="27" y="37"/>
                  <a:pt x="27" y="37"/>
                </a:cubicBezTo>
                <a:cubicBezTo>
                  <a:pt x="27" y="37"/>
                  <a:pt x="26" y="37"/>
                  <a:pt x="26" y="37"/>
                </a:cubicBezTo>
                <a:cubicBezTo>
                  <a:pt x="26" y="37"/>
                  <a:pt x="26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2" y="37"/>
                  <a:pt x="22" y="36"/>
                  <a:pt x="22" y="36"/>
                </a:cubicBezTo>
                <a:cubicBezTo>
                  <a:pt x="22" y="36"/>
                  <a:pt x="21" y="36"/>
                  <a:pt x="21" y="36"/>
                </a:cubicBezTo>
                <a:cubicBezTo>
                  <a:pt x="21" y="36"/>
                  <a:pt x="21" y="36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19" y="35"/>
                  <a:pt x="19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9" y="34"/>
                  <a:pt x="18" y="34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2"/>
                  <a:pt x="18" y="32"/>
                </a:cubicBezTo>
                <a:cubicBezTo>
                  <a:pt x="17" y="32"/>
                  <a:pt x="17" y="32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29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8"/>
                  <a:pt x="17" y="27"/>
                  <a:pt x="17" y="27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7"/>
                  <a:pt x="17" y="27"/>
                  <a:pt x="17" y="26"/>
                </a:cubicBezTo>
                <a:cubicBezTo>
                  <a:pt x="17" y="26"/>
                  <a:pt x="17" y="26"/>
                  <a:pt x="17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4"/>
                  <a:pt x="18" y="23"/>
                  <a:pt x="18" y="23"/>
                </a:cubicBezTo>
                <a:cubicBezTo>
                  <a:pt x="18" y="23"/>
                  <a:pt x="19" y="23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2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1"/>
                  <a:pt x="32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2"/>
                  <a:pt x="35" y="12"/>
                  <a:pt x="35" y="12"/>
                </a:cubicBezTo>
                <a:cubicBezTo>
                  <a:pt x="35" y="12"/>
                  <a:pt x="35" y="12"/>
                  <a:pt x="35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3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23" name="Freeform 157">
            <a:extLst>
              <a:ext uri="{FF2B5EF4-FFF2-40B4-BE49-F238E27FC236}">
                <a16:creationId xmlns:a16="http://schemas.microsoft.com/office/drawing/2014/main" id="{0C907AAF-6A37-389C-AD06-EE8B2AF78DEA}"/>
              </a:ext>
            </a:extLst>
          </p:cNvPr>
          <p:cNvSpPr>
            <a:spLocks noEditPoints="1"/>
          </p:cNvSpPr>
          <p:nvPr/>
        </p:nvSpPr>
        <p:spPr bwMode="auto">
          <a:xfrm>
            <a:off x="918035" y="4803165"/>
            <a:ext cx="218017" cy="211667"/>
          </a:xfrm>
          <a:custGeom>
            <a:avLst/>
            <a:gdLst>
              <a:gd name="T0" fmla="*/ 118627 w 51"/>
              <a:gd name="T1" fmla="*/ 76200 h 50"/>
              <a:gd name="T2" fmla="*/ 64123 w 51"/>
              <a:gd name="T3" fmla="*/ 34925 h 50"/>
              <a:gd name="T4" fmla="*/ 38474 w 51"/>
              <a:gd name="T5" fmla="*/ 60325 h 50"/>
              <a:gd name="T6" fmla="*/ 80153 w 51"/>
              <a:gd name="T7" fmla="*/ 114300 h 50"/>
              <a:gd name="T8" fmla="*/ 118627 w 51"/>
              <a:gd name="T9" fmla="*/ 76200 h 50"/>
              <a:gd name="T10" fmla="*/ 64123 w 51"/>
              <a:gd name="T11" fmla="*/ 25400 h 50"/>
              <a:gd name="T12" fmla="*/ 64123 w 51"/>
              <a:gd name="T13" fmla="*/ 25400 h 50"/>
              <a:gd name="T14" fmla="*/ 67329 w 51"/>
              <a:gd name="T15" fmla="*/ 22225 h 50"/>
              <a:gd name="T16" fmla="*/ 70535 w 51"/>
              <a:gd name="T17" fmla="*/ 19050 h 50"/>
              <a:gd name="T18" fmla="*/ 64123 w 51"/>
              <a:gd name="T19" fmla="*/ 12700 h 50"/>
              <a:gd name="T20" fmla="*/ 16031 w 51"/>
              <a:gd name="T21" fmla="*/ 60325 h 50"/>
              <a:gd name="T22" fmla="*/ 22443 w 51"/>
              <a:gd name="T23" fmla="*/ 66675 h 50"/>
              <a:gd name="T24" fmla="*/ 28855 w 51"/>
              <a:gd name="T25" fmla="*/ 60325 h 50"/>
              <a:gd name="T26" fmla="*/ 28855 w 51"/>
              <a:gd name="T27" fmla="*/ 60325 h 50"/>
              <a:gd name="T28" fmla="*/ 64123 w 51"/>
              <a:gd name="T29" fmla="*/ 25400 h 50"/>
              <a:gd name="T30" fmla="*/ 80153 w 51"/>
              <a:gd name="T31" fmla="*/ 123825 h 50"/>
              <a:gd name="T32" fmla="*/ 80153 w 51"/>
              <a:gd name="T33" fmla="*/ 123825 h 50"/>
              <a:gd name="T34" fmla="*/ 80153 w 51"/>
              <a:gd name="T35" fmla="*/ 123825 h 50"/>
              <a:gd name="T36" fmla="*/ 76947 w 51"/>
              <a:gd name="T37" fmla="*/ 127000 h 50"/>
              <a:gd name="T38" fmla="*/ 83360 w 51"/>
              <a:gd name="T39" fmla="*/ 133350 h 50"/>
              <a:gd name="T40" fmla="*/ 137864 w 51"/>
              <a:gd name="T41" fmla="*/ 79375 h 50"/>
              <a:gd name="T42" fmla="*/ 131452 w 51"/>
              <a:gd name="T43" fmla="*/ 73025 h 50"/>
              <a:gd name="T44" fmla="*/ 128245 w 51"/>
              <a:gd name="T45" fmla="*/ 76200 h 50"/>
              <a:gd name="T46" fmla="*/ 128245 w 51"/>
              <a:gd name="T47" fmla="*/ 76200 h 50"/>
              <a:gd name="T48" fmla="*/ 128245 w 51"/>
              <a:gd name="T49" fmla="*/ 76200 h 50"/>
              <a:gd name="T50" fmla="*/ 128245 w 51"/>
              <a:gd name="T51" fmla="*/ 76200 h 50"/>
              <a:gd name="T52" fmla="*/ 128245 w 51"/>
              <a:gd name="T53" fmla="*/ 76200 h 50"/>
              <a:gd name="T54" fmla="*/ 80153 w 51"/>
              <a:gd name="T55" fmla="*/ 123825 h 50"/>
              <a:gd name="T56" fmla="*/ 76947 w 51"/>
              <a:gd name="T57" fmla="*/ 28575 h 50"/>
              <a:gd name="T58" fmla="*/ 76947 w 51"/>
              <a:gd name="T59" fmla="*/ 28575 h 50"/>
              <a:gd name="T60" fmla="*/ 121833 w 51"/>
              <a:gd name="T61" fmla="*/ 63500 h 50"/>
              <a:gd name="T62" fmla="*/ 125039 w 51"/>
              <a:gd name="T63" fmla="*/ 60325 h 50"/>
              <a:gd name="T64" fmla="*/ 128245 w 51"/>
              <a:gd name="T65" fmla="*/ 60325 h 50"/>
              <a:gd name="T66" fmla="*/ 134658 w 51"/>
              <a:gd name="T67" fmla="*/ 60325 h 50"/>
              <a:gd name="T68" fmla="*/ 150688 w 51"/>
              <a:gd name="T69" fmla="*/ 76200 h 50"/>
              <a:gd name="T70" fmla="*/ 150688 w 51"/>
              <a:gd name="T71" fmla="*/ 76200 h 50"/>
              <a:gd name="T72" fmla="*/ 150688 w 51"/>
              <a:gd name="T73" fmla="*/ 82550 h 50"/>
              <a:gd name="T74" fmla="*/ 121833 w 51"/>
              <a:gd name="T75" fmla="*/ 111125 h 50"/>
              <a:gd name="T76" fmla="*/ 160307 w 51"/>
              <a:gd name="T77" fmla="*/ 149225 h 50"/>
              <a:gd name="T78" fmla="*/ 160307 w 51"/>
              <a:gd name="T79" fmla="*/ 155575 h 50"/>
              <a:gd name="T80" fmla="*/ 153895 w 51"/>
              <a:gd name="T81" fmla="*/ 155575 h 50"/>
              <a:gd name="T82" fmla="*/ 115421 w 51"/>
              <a:gd name="T83" fmla="*/ 120650 h 50"/>
              <a:gd name="T84" fmla="*/ 86566 w 51"/>
              <a:gd name="T85" fmla="*/ 146050 h 50"/>
              <a:gd name="T86" fmla="*/ 86566 w 51"/>
              <a:gd name="T87" fmla="*/ 146050 h 50"/>
              <a:gd name="T88" fmla="*/ 76947 w 51"/>
              <a:gd name="T89" fmla="*/ 146050 h 50"/>
              <a:gd name="T90" fmla="*/ 64123 w 51"/>
              <a:gd name="T91" fmla="*/ 133350 h 50"/>
              <a:gd name="T92" fmla="*/ 64123 w 51"/>
              <a:gd name="T93" fmla="*/ 133350 h 50"/>
              <a:gd name="T94" fmla="*/ 64123 w 51"/>
              <a:gd name="T95" fmla="*/ 123825 h 50"/>
              <a:gd name="T96" fmla="*/ 67329 w 51"/>
              <a:gd name="T97" fmla="*/ 120650 h 50"/>
              <a:gd name="T98" fmla="*/ 32061 w 51"/>
              <a:gd name="T99" fmla="*/ 73025 h 50"/>
              <a:gd name="T100" fmla="*/ 25649 w 51"/>
              <a:gd name="T101" fmla="*/ 79375 h 50"/>
              <a:gd name="T102" fmla="*/ 25649 w 51"/>
              <a:gd name="T103" fmla="*/ 79375 h 50"/>
              <a:gd name="T104" fmla="*/ 25649 w 51"/>
              <a:gd name="T105" fmla="*/ 79375 h 50"/>
              <a:gd name="T106" fmla="*/ 19237 w 51"/>
              <a:gd name="T107" fmla="*/ 79375 h 50"/>
              <a:gd name="T108" fmla="*/ 3206 w 51"/>
              <a:gd name="T109" fmla="*/ 66675 h 50"/>
              <a:gd name="T110" fmla="*/ 3206 w 51"/>
              <a:gd name="T111" fmla="*/ 66675 h 50"/>
              <a:gd name="T112" fmla="*/ 3206 w 51"/>
              <a:gd name="T113" fmla="*/ 57150 h 50"/>
              <a:gd name="T114" fmla="*/ 60917 w 51"/>
              <a:gd name="T115" fmla="*/ 0 h 50"/>
              <a:gd name="T116" fmla="*/ 67329 w 51"/>
              <a:gd name="T117" fmla="*/ 0 h 50"/>
              <a:gd name="T118" fmla="*/ 83360 w 51"/>
              <a:gd name="T119" fmla="*/ 15875 h 50"/>
              <a:gd name="T120" fmla="*/ 83360 w 51"/>
              <a:gd name="T121" fmla="*/ 15875 h 50"/>
              <a:gd name="T122" fmla="*/ 83360 w 51"/>
              <a:gd name="T123" fmla="*/ 25400 h 50"/>
              <a:gd name="T124" fmla="*/ 76947 w 51"/>
              <a:gd name="T125" fmla="*/ 28575 h 50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51" h="50">
                <a:moveTo>
                  <a:pt x="37" y="24"/>
                </a:moveTo>
                <a:cubicBezTo>
                  <a:pt x="20" y="11"/>
                  <a:pt x="20" y="11"/>
                  <a:pt x="20" y="11"/>
                </a:cubicBezTo>
                <a:cubicBezTo>
                  <a:pt x="12" y="19"/>
                  <a:pt x="12" y="19"/>
                  <a:pt x="12" y="19"/>
                </a:cubicBezTo>
                <a:cubicBezTo>
                  <a:pt x="25" y="36"/>
                  <a:pt x="25" y="36"/>
                  <a:pt x="25" y="36"/>
                </a:cubicBezTo>
                <a:cubicBezTo>
                  <a:pt x="37" y="24"/>
                  <a:pt x="37" y="24"/>
                  <a:pt x="37" y="24"/>
                </a:cubicBezTo>
                <a:close/>
                <a:moveTo>
                  <a:pt x="20" y="8"/>
                </a:moveTo>
                <a:cubicBezTo>
                  <a:pt x="20" y="8"/>
                  <a:pt x="20" y="8"/>
                  <a:pt x="20" y="8"/>
                </a:cubicBezTo>
                <a:cubicBezTo>
                  <a:pt x="21" y="7"/>
                  <a:pt x="21" y="7"/>
                  <a:pt x="21" y="7"/>
                </a:cubicBezTo>
                <a:cubicBezTo>
                  <a:pt x="22" y="6"/>
                  <a:pt x="22" y="6"/>
                  <a:pt x="22" y="6"/>
                </a:cubicBezTo>
                <a:cubicBezTo>
                  <a:pt x="20" y="4"/>
                  <a:pt x="20" y="4"/>
                  <a:pt x="20" y="4"/>
                </a:cubicBezTo>
                <a:cubicBezTo>
                  <a:pt x="5" y="19"/>
                  <a:pt x="5" y="19"/>
                  <a:pt x="5" y="19"/>
                </a:cubicBezTo>
                <a:cubicBezTo>
                  <a:pt x="7" y="21"/>
                  <a:pt x="7" y="21"/>
                  <a:pt x="7" y="21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20" y="8"/>
                  <a:pt x="20" y="8"/>
                  <a:pt x="20" y="8"/>
                </a:cubicBezTo>
                <a:close/>
                <a:moveTo>
                  <a:pt x="25" y="39"/>
                </a:moveTo>
                <a:cubicBezTo>
                  <a:pt x="25" y="39"/>
                  <a:pt x="25" y="39"/>
                  <a:pt x="25" y="39"/>
                </a:cubicBezTo>
                <a:cubicBezTo>
                  <a:pt x="25" y="39"/>
                  <a:pt x="25" y="39"/>
                  <a:pt x="25" y="39"/>
                </a:cubicBezTo>
                <a:cubicBezTo>
                  <a:pt x="24" y="40"/>
                  <a:pt x="24" y="40"/>
                  <a:pt x="24" y="40"/>
                </a:cubicBezTo>
                <a:cubicBezTo>
                  <a:pt x="26" y="42"/>
                  <a:pt x="26" y="42"/>
                  <a:pt x="26" y="42"/>
                </a:cubicBezTo>
                <a:cubicBezTo>
                  <a:pt x="43" y="25"/>
                  <a:pt x="43" y="25"/>
                  <a:pt x="43" y="25"/>
                </a:cubicBezTo>
                <a:cubicBezTo>
                  <a:pt x="41" y="23"/>
                  <a:pt x="41" y="23"/>
                  <a:pt x="41" y="23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25" y="39"/>
                  <a:pt x="25" y="39"/>
                  <a:pt x="25" y="39"/>
                </a:cubicBezTo>
                <a:close/>
                <a:moveTo>
                  <a:pt x="24" y="9"/>
                </a:moveTo>
                <a:cubicBezTo>
                  <a:pt x="24" y="9"/>
                  <a:pt x="24" y="9"/>
                  <a:pt x="24" y="9"/>
                </a:cubicBezTo>
                <a:cubicBezTo>
                  <a:pt x="38" y="20"/>
                  <a:pt x="38" y="20"/>
                  <a:pt x="38" y="20"/>
                </a:cubicBezTo>
                <a:cubicBezTo>
                  <a:pt x="39" y="19"/>
                  <a:pt x="39" y="19"/>
                  <a:pt x="39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8"/>
                  <a:pt x="42" y="18"/>
                  <a:pt x="42" y="19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6"/>
                  <a:pt x="47" y="26"/>
                </a:cubicBezTo>
                <a:cubicBezTo>
                  <a:pt x="38" y="35"/>
                  <a:pt x="38" y="35"/>
                  <a:pt x="38" y="35"/>
                </a:cubicBezTo>
                <a:cubicBezTo>
                  <a:pt x="50" y="47"/>
                  <a:pt x="50" y="47"/>
                  <a:pt x="50" y="47"/>
                </a:cubicBezTo>
                <a:cubicBezTo>
                  <a:pt x="51" y="47"/>
                  <a:pt x="51" y="49"/>
                  <a:pt x="50" y="49"/>
                </a:cubicBezTo>
                <a:cubicBezTo>
                  <a:pt x="49" y="50"/>
                  <a:pt x="48" y="50"/>
                  <a:pt x="48" y="49"/>
                </a:cubicBezTo>
                <a:cubicBezTo>
                  <a:pt x="36" y="38"/>
                  <a:pt x="36" y="38"/>
                  <a:pt x="36" y="38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6" y="47"/>
                  <a:pt x="25" y="47"/>
                  <a:pt x="24" y="46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19" y="41"/>
                  <a:pt x="19" y="40"/>
                  <a:pt x="20" y="39"/>
                </a:cubicBezTo>
                <a:cubicBezTo>
                  <a:pt x="21" y="38"/>
                  <a:pt x="21" y="38"/>
                  <a:pt x="21" y="38"/>
                </a:cubicBezTo>
                <a:cubicBezTo>
                  <a:pt x="10" y="23"/>
                  <a:pt x="10" y="23"/>
                  <a:pt x="10" y="23"/>
                </a:cubicBezTo>
                <a:cubicBezTo>
                  <a:pt x="8" y="25"/>
                  <a:pt x="8" y="25"/>
                  <a:pt x="8" y="25"/>
                </a:cubicBezTo>
                <a:cubicBezTo>
                  <a:pt x="8" y="25"/>
                  <a:pt x="8" y="25"/>
                  <a:pt x="8" y="25"/>
                </a:cubicBezTo>
                <a:cubicBezTo>
                  <a:pt x="8" y="25"/>
                  <a:pt x="8" y="25"/>
                  <a:pt x="8" y="25"/>
                </a:cubicBezTo>
                <a:cubicBezTo>
                  <a:pt x="8" y="26"/>
                  <a:pt x="6" y="26"/>
                  <a:pt x="6" y="25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0"/>
                  <a:pt x="0" y="19"/>
                  <a:pt x="1" y="18"/>
                </a:cubicBezTo>
                <a:cubicBezTo>
                  <a:pt x="19" y="0"/>
                  <a:pt x="19" y="0"/>
                  <a:pt x="19" y="0"/>
                </a:cubicBezTo>
                <a:cubicBezTo>
                  <a:pt x="19" y="0"/>
                  <a:pt x="21" y="0"/>
                  <a:pt x="21" y="0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7" y="6"/>
                  <a:pt x="27" y="7"/>
                  <a:pt x="26" y="8"/>
                </a:cubicBezTo>
                <a:cubicBezTo>
                  <a:pt x="24" y="9"/>
                  <a:pt x="24" y="9"/>
                  <a:pt x="24" y="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24" name="Freeform 158">
            <a:extLst>
              <a:ext uri="{FF2B5EF4-FFF2-40B4-BE49-F238E27FC236}">
                <a16:creationId xmlns:a16="http://schemas.microsoft.com/office/drawing/2014/main" id="{CF51040F-677F-8C63-5C10-063B0D07238D}"/>
              </a:ext>
            </a:extLst>
          </p:cNvPr>
          <p:cNvSpPr>
            <a:spLocks noEditPoints="1"/>
          </p:cNvSpPr>
          <p:nvPr/>
        </p:nvSpPr>
        <p:spPr bwMode="auto">
          <a:xfrm>
            <a:off x="3494018" y="3425215"/>
            <a:ext cx="268816" cy="232833"/>
          </a:xfrm>
          <a:custGeom>
            <a:avLst/>
            <a:gdLst>
              <a:gd name="T0" fmla="*/ 6400 w 63"/>
              <a:gd name="T1" fmla="*/ 41275 h 55"/>
              <a:gd name="T2" fmla="*/ 6400 w 63"/>
              <a:gd name="T3" fmla="*/ 41275 h 55"/>
              <a:gd name="T4" fmla="*/ 112007 w 63"/>
              <a:gd name="T5" fmla="*/ 41275 h 55"/>
              <a:gd name="T6" fmla="*/ 118407 w 63"/>
              <a:gd name="T7" fmla="*/ 47625 h 55"/>
              <a:gd name="T8" fmla="*/ 112007 w 63"/>
              <a:gd name="T9" fmla="*/ 53975 h 55"/>
              <a:gd name="T10" fmla="*/ 12801 w 63"/>
              <a:gd name="T11" fmla="*/ 53975 h 55"/>
              <a:gd name="T12" fmla="*/ 12801 w 63"/>
              <a:gd name="T13" fmla="*/ 146050 h 55"/>
              <a:gd name="T14" fmla="*/ 147209 w 63"/>
              <a:gd name="T15" fmla="*/ 146050 h 55"/>
              <a:gd name="T16" fmla="*/ 147209 w 63"/>
              <a:gd name="T17" fmla="*/ 82550 h 55"/>
              <a:gd name="T18" fmla="*/ 153609 w 63"/>
              <a:gd name="T19" fmla="*/ 76200 h 55"/>
              <a:gd name="T20" fmla="*/ 160010 w 63"/>
              <a:gd name="T21" fmla="*/ 82550 h 55"/>
              <a:gd name="T22" fmla="*/ 160010 w 63"/>
              <a:gd name="T23" fmla="*/ 152400 h 55"/>
              <a:gd name="T24" fmla="*/ 153609 w 63"/>
              <a:gd name="T25" fmla="*/ 158750 h 55"/>
              <a:gd name="T26" fmla="*/ 153609 w 63"/>
              <a:gd name="T27" fmla="*/ 158750 h 55"/>
              <a:gd name="T28" fmla="*/ 86405 w 63"/>
              <a:gd name="T29" fmla="*/ 158750 h 55"/>
              <a:gd name="T30" fmla="*/ 86405 w 63"/>
              <a:gd name="T31" fmla="*/ 165100 h 55"/>
              <a:gd name="T32" fmla="*/ 86405 w 63"/>
              <a:gd name="T33" fmla="*/ 165100 h 55"/>
              <a:gd name="T34" fmla="*/ 118407 w 63"/>
              <a:gd name="T35" fmla="*/ 165100 h 55"/>
              <a:gd name="T36" fmla="*/ 124807 w 63"/>
              <a:gd name="T37" fmla="*/ 171450 h 55"/>
              <a:gd name="T38" fmla="*/ 118407 w 63"/>
              <a:gd name="T39" fmla="*/ 174625 h 55"/>
              <a:gd name="T40" fmla="*/ 38402 w 63"/>
              <a:gd name="T41" fmla="*/ 174625 h 55"/>
              <a:gd name="T42" fmla="*/ 35202 w 63"/>
              <a:gd name="T43" fmla="*/ 171450 h 55"/>
              <a:gd name="T44" fmla="*/ 38402 w 63"/>
              <a:gd name="T45" fmla="*/ 165100 h 55"/>
              <a:gd name="T46" fmla="*/ 73604 w 63"/>
              <a:gd name="T47" fmla="*/ 165100 h 55"/>
              <a:gd name="T48" fmla="*/ 73604 w 63"/>
              <a:gd name="T49" fmla="*/ 165100 h 55"/>
              <a:gd name="T50" fmla="*/ 73604 w 63"/>
              <a:gd name="T51" fmla="*/ 158750 h 55"/>
              <a:gd name="T52" fmla="*/ 6400 w 63"/>
              <a:gd name="T53" fmla="*/ 158750 h 55"/>
              <a:gd name="T54" fmla="*/ 0 w 63"/>
              <a:gd name="T55" fmla="*/ 152400 h 55"/>
              <a:gd name="T56" fmla="*/ 0 w 63"/>
              <a:gd name="T57" fmla="*/ 152400 h 55"/>
              <a:gd name="T58" fmla="*/ 0 w 63"/>
              <a:gd name="T59" fmla="*/ 47625 h 55"/>
              <a:gd name="T60" fmla="*/ 6400 w 63"/>
              <a:gd name="T61" fmla="*/ 41275 h 55"/>
              <a:gd name="T62" fmla="*/ 144009 w 63"/>
              <a:gd name="T63" fmla="*/ 15875 h 55"/>
              <a:gd name="T64" fmla="*/ 144009 w 63"/>
              <a:gd name="T65" fmla="*/ 15875 h 55"/>
              <a:gd name="T66" fmla="*/ 134408 w 63"/>
              <a:gd name="T67" fmla="*/ 34925 h 55"/>
              <a:gd name="T68" fmla="*/ 140808 w 63"/>
              <a:gd name="T69" fmla="*/ 47625 h 55"/>
              <a:gd name="T70" fmla="*/ 140808 w 63"/>
              <a:gd name="T71" fmla="*/ 50800 h 55"/>
              <a:gd name="T72" fmla="*/ 140808 w 63"/>
              <a:gd name="T73" fmla="*/ 63500 h 55"/>
              <a:gd name="T74" fmla="*/ 153609 w 63"/>
              <a:gd name="T75" fmla="*/ 57150 h 55"/>
              <a:gd name="T76" fmla="*/ 156809 w 63"/>
              <a:gd name="T77" fmla="*/ 57150 h 55"/>
              <a:gd name="T78" fmla="*/ 163210 w 63"/>
              <a:gd name="T79" fmla="*/ 57150 h 55"/>
              <a:gd name="T80" fmla="*/ 195212 w 63"/>
              <a:gd name="T81" fmla="*/ 34925 h 55"/>
              <a:gd name="T82" fmla="*/ 185611 w 63"/>
              <a:gd name="T83" fmla="*/ 15875 h 55"/>
              <a:gd name="T84" fmla="*/ 144009 w 63"/>
              <a:gd name="T85" fmla="*/ 15875 h 55"/>
              <a:gd name="T86" fmla="*/ 137608 w 63"/>
              <a:gd name="T87" fmla="*/ 9525 h 55"/>
              <a:gd name="T88" fmla="*/ 137608 w 63"/>
              <a:gd name="T89" fmla="*/ 9525 h 55"/>
              <a:gd name="T90" fmla="*/ 192011 w 63"/>
              <a:gd name="T91" fmla="*/ 9525 h 55"/>
              <a:gd name="T92" fmla="*/ 201612 w 63"/>
              <a:gd name="T93" fmla="*/ 34925 h 55"/>
              <a:gd name="T94" fmla="*/ 163210 w 63"/>
              <a:gd name="T95" fmla="*/ 66675 h 55"/>
              <a:gd name="T96" fmla="*/ 156809 w 63"/>
              <a:gd name="T97" fmla="*/ 63500 h 55"/>
              <a:gd name="T98" fmla="*/ 140808 w 63"/>
              <a:gd name="T99" fmla="*/ 69850 h 55"/>
              <a:gd name="T100" fmla="*/ 137608 w 63"/>
              <a:gd name="T101" fmla="*/ 73025 h 55"/>
              <a:gd name="T102" fmla="*/ 134408 w 63"/>
              <a:gd name="T103" fmla="*/ 66675 h 55"/>
              <a:gd name="T104" fmla="*/ 134408 w 63"/>
              <a:gd name="T105" fmla="*/ 50800 h 55"/>
              <a:gd name="T106" fmla="*/ 128008 w 63"/>
              <a:gd name="T107" fmla="*/ 34925 h 55"/>
              <a:gd name="T108" fmla="*/ 137608 w 63"/>
              <a:gd name="T109" fmla="*/ 9525 h 55"/>
              <a:gd name="T110" fmla="*/ 137608 w 63"/>
              <a:gd name="T111" fmla="*/ 130175 h 55"/>
              <a:gd name="T112" fmla="*/ 137608 w 63"/>
              <a:gd name="T113" fmla="*/ 130175 h 55"/>
              <a:gd name="T114" fmla="*/ 144009 w 63"/>
              <a:gd name="T115" fmla="*/ 136525 h 55"/>
              <a:gd name="T116" fmla="*/ 137608 w 63"/>
              <a:gd name="T117" fmla="*/ 142875 h 55"/>
              <a:gd name="T118" fmla="*/ 131208 w 63"/>
              <a:gd name="T119" fmla="*/ 136525 h 55"/>
              <a:gd name="T120" fmla="*/ 137608 w 63"/>
              <a:gd name="T121" fmla="*/ 130175 h 5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3" h="55">
                <a:moveTo>
                  <a:pt x="2" y="13"/>
                </a:moveTo>
                <a:cubicBezTo>
                  <a:pt x="2" y="13"/>
                  <a:pt x="2" y="13"/>
                  <a:pt x="2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6" y="13"/>
                  <a:pt x="37" y="14"/>
                  <a:pt x="37" y="15"/>
                </a:cubicBezTo>
                <a:cubicBezTo>
                  <a:pt x="37" y="16"/>
                  <a:pt x="36" y="17"/>
                  <a:pt x="35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27"/>
                  <a:pt x="4" y="36"/>
                  <a:pt x="4" y="46"/>
                </a:cubicBezTo>
                <a:cubicBezTo>
                  <a:pt x="18" y="46"/>
                  <a:pt x="32" y="46"/>
                  <a:pt x="46" y="46"/>
                </a:cubicBezTo>
                <a:cubicBezTo>
                  <a:pt x="46" y="26"/>
                  <a:pt x="46" y="26"/>
                  <a:pt x="46" y="26"/>
                </a:cubicBezTo>
                <a:cubicBezTo>
                  <a:pt x="46" y="25"/>
                  <a:pt x="47" y="24"/>
                  <a:pt x="48" y="24"/>
                </a:cubicBezTo>
                <a:cubicBezTo>
                  <a:pt x="49" y="24"/>
                  <a:pt x="50" y="25"/>
                  <a:pt x="50" y="26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49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27" y="50"/>
                  <a:pt x="27" y="50"/>
                  <a:pt x="27" y="50"/>
                </a:cubicBezTo>
                <a:cubicBezTo>
                  <a:pt x="27" y="52"/>
                  <a:pt x="27" y="52"/>
                  <a:pt x="27" y="52"/>
                </a:cubicBezTo>
                <a:cubicBezTo>
                  <a:pt x="27" y="52"/>
                  <a:pt x="27" y="52"/>
                  <a:pt x="2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8" y="52"/>
                  <a:pt x="39" y="53"/>
                  <a:pt x="39" y="54"/>
                </a:cubicBezTo>
                <a:cubicBezTo>
                  <a:pt x="39" y="54"/>
                  <a:pt x="38" y="55"/>
                  <a:pt x="37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2" y="55"/>
                  <a:pt x="11" y="54"/>
                  <a:pt x="11" y="54"/>
                </a:cubicBezTo>
                <a:cubicBezTo>
                  <a:pt x="11" y="53"/>
                  <a:pt x="12" y="52"/>
                  <a:pt x="12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0"/>
                  <a:pt x="23" y="50"/>
                  <a:pt x="23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4"/>
                  <a:pt x="1" y="13"/>
                  <a:pt x="2" y="13"/>
                </a:cubicBezTo>
                <a:close/>
                <a:moveTo>
                  <a:pt x="45" y="5"/>
                </a:moveTo>
                <a:cubicBezTo>
                  <a:pt x="45" y="5"/>
                  <a:pt x="45" y="5"/>
                  <a:pt x="45" y="5"/>
                </a:cubicBezTo>
                <a:cubicBezTo>
                  <a:pt x="43" y="7"/>
                  <a:pt x="42" y="8"/>
                  <a:pt x="42" y="11"/>
                </a:cubicBezTo>
                <a:cubicBezTo>
                  <a:pt x="42" y="12"/>
                  <a:pt x="43" y="14"/>
                  <a:pt x="44" y="15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20"/>
                  <a:pt x="44" y="20"/>
                  <a:pt x="44" y="20"/>
                </a:cubicBezTo>
                <a:cubicBezTo>
                  <a:pt x="48" y="18"/>
                  <a:pt x="48" y="18"/>
                  <a:pt x="48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50" y="18"/>
                  <a:pt x="51" y="18"/>
                  <a:pt x="51" y="18"/>
                </a:cubicBezTo>
                <a:cubicBezTo>
                  <a:pt x="56" y="18"/>
                  <a:pt x="61" y="15"/>
                  <a:pt x="61" y="11"/>
                </a:cubicBezTo>
                <a:cubicBezTo>
                  <a:pt x="61" y="8"/>
                  <a:pt x="60" y="7"/>
                  <a:pt x="58" y="5"/>
                </a:cubicBezTo>
                <a:cubicBezTo>
                  <a:pt x="54" y="2"/>
                  <a:pt x="48" y="2"/>
                  <a:pt x="45" y="5"/>
                </a:cubicBezTo>
                <a:close/>
                <a:moveTo>
                  <a:pt x="43" y="3"/>
                </a:moveTo>
                <a:cubicBezTo>
                  <a:pt x="43" y="3"/>
                  <a:pt x="43" y="3"/>
                  <a:pt x="43" y="3"/>
                </a:cubicBezTo>
                <a:cubicBezTo>
                  <a:pt x="48" y="0"/>
                  <a:pt x="55" y="0"/>
                  <a:pt x="60" y="3"/>
                </a:cubicBezTo>
                <a:cubicBezTo>
                  <a:pt x="62" y="5"/>
                  <a:pt x="63" y="8"/>
                  <a:pt x="63" y="11"/>
                </a:cubicBezTo>
                <a:cubicBezTo>
                  <a:pt x="63" y="17"/>
                  <a:pt x="57" y="21"/>
                  <a:pt x="51" y="21"/>
                </a:cubicBezTo>
                <a:cubicBezTo>
                  <a:pt x="50" y="21"/>
                  <a:pt x="50" y="20"/>
                  <a:pt x="49" y="20"/>
                </a:cubicBezTo>
                <a:cubicBezTo>
                  <a:pt x="44" y="22"/>
                  <a:pt x="44" y="22"/>
                  <a:pt x="44" y="22"/>
                </a:cubicBezTo>
                <a:cubicBezTo>
                  <a:pt x="43" y="22"/>
                  <a:pt x="43" y="23"/>
                  <a:pt x="43" y="23"/>
                </a:cubicBezTo>
                <a:cubicBezTo>
                  <a:pt x="43" y="23"/>
                  <a:pt x="42" y="22"/>
                  <a:pt x="42" y="21"/>
                </a:cubicBezTo>
                <a:cubicBezTo>
                  <a:pt x="42" y="16"/>
                  <a:pt x="42" y="16"/>
                  <a:pt x="42" y="16"/>
                </a:cubicBezTo>
                <a:cubicBezTo>
                  <a:pt x="40" y="15"/>
                  <a:pt x="40" y="13"/>
                  <a:pt x="40" y="11"/>
                </a:cubicBezTo>
                <a:cubicBezTo>
                  <a:pt x="40" y="8"/>
                  <a:pt x="41" y="5"/>
                  <a:pt x="43" y="3"/>
                </a:cubicBezTo>
                <a:close/>
                <a:moveTo>
                  <a:pt x="43" y="41"/>
                </a:moveTo>
                <a:cubicBezTo>
                  <a:pt x="43" y="41"/>
                  <a:pt x="43" y="41"/>
                  <a:pt x="43" y="41"/>
                </a:cubicBezTo>
                <a:cubicBezTo>
                  <a:pt x="44" y="41"/>
                  <a:pt x="45" y="42"/>
                  <a:pt x="45" y="43"/>
                </a:cubicBezTo>
                <a:cubicBezTo>
                  <a:pt x="45" y="44"/>
                  <a:pt x="44" y="45"/>
                  <a:pt x="43" y="45"/>
                </a:cubicBezTo>
                <a:cubicBezTo>
                  <a:pt x="41" y="45"/>
                  <a:pt x="41" y="44"/>
                  <a:pt x="41" y="43"/>
                </a:cubicBezTo>
                <a:cubicBezTo>
                  <a:pt x="41" y="42"/>
                  <a:pt x="41" y="41"/>
                  <a:pt x="43" y="4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25" name="Freeform 159">
            <a:extLst>
              <a:ext uri="{FF2B5EF4-FFF2-40B4-BE49-F238E27FC236}">
                <a16:creationId xmlns:a16="http://schemas.microsoft.com/office/drawing/2014/main" id="{99C60BFF-E2E2-EB0E-E81C-D795B02CCFDA}"/>
              </a:ext>
            </a:extLst>
          </p:cNvPr>
          <p:cNvSpPr>
            <a:spLocks noEditPoints="1"/>
          </p:cNvSpPr>
          <p:nvPr/>
        </p:nvSpPr>
        <p:spPr bwMode="auto">
          <a:xfrm>
            <a:off x="1682152" y="4798932"/>
            <a:ext cx="198967" cy="220133"/>
          </a:xfrm>
          <a:custGeom>
            <a:avLst/>
            <a:gdLst>
              <a:gd name="T0" fmla="*/ 6350 w 47"/>
              <a:gd name="T1" fmla="*/ 50800 h 52"/>
              <a:gd name="T2" fmla="*/ 149225 w 47"/>
              <a:gd name="T3" fmla="*/ 57150 h 52"/>
              <a:gd name="T4" fmla="*/ 149225 w 47"/>
              <a:gd name="T5" fmla="*/ 85725 h 52"/>
              <a:gd name="T6" fmla="*/ 142875 w 47"/>
              <a:gd name="T7" fmla="*/ 88900 h 52"/>
              <a:gd name="T8" fmla="*/ 142875 w 47"/>
              <a:gd name="T9" fmla="*/ 158750 h 52"/>
              <a:gd name="T10" fmla="*/ 136525 w 47"/>
              <a:gd name="T11" fmla="*/ 165100 h 52"/>
              <a:gd name="T12" fmla="*/ 6350 w 47"/>
              <a:gd name="T13" fmla="*/ 158750 h 52"/>
              <a:gd name="T14" fmla="*/ 6350 w 47"/>
              <a:gd name="T15" fmla="*/ 88900 h 52"/>
              <a:gd name="T16" fmla="*/ 0 w 47"/>
              <a:gd name="T17" fmla="*/ 85725 h 52"/>
              <a:gd name="T18" fmla="*/ 0 w 47"/>
              <a:gd name="T19" fmla="*/ 57150 h 52"/>
              <a:gd name="T20" fmla="*/ 85725 w 47"/>
              <a:gd name="T21" fmla="*/ 152400 h 52"/>
              <a:gd name="T22" fmla="*/ 85725 w 47"/>
              <a:gd name="T23" fmla="*/ 88900 h 52"/>
              <a:gd name="T24" fmla="*/ 63500 w 47"/>
              <a:gd name="T25" fmla="*/ 152400 h 52"/>
              <a:gd name="T26" fmla="*/ 57150 w 47"/>
              <a:gd name="T27" fmla="*/ 152400 h 52"/>
              <a:gd name="T28" fmla="*/ 57150 w 47"/>
              <a:gd name="T29" fmla="*/ 88900 h 52"/>
              <a:gd name="T30" fmla="*/ 19050 w 47"/>
              <a:gd name="T31" fmla="*/ 152400 h 52"/>
              <a:gd name="T32" fmla="*/ 95250 w 47"/>
              <a:gd name="T33" fmla="*/ 88900 h 52"/>
              <a:gd name="T34" fmla="*/ 95250 w 47"/>
              <a:gd name="T35" fmla="*/ 152400 h 52"/>
              <a:gd name="T36" fmla="*/ 130175 w 47"/>
              <a:gd name="T37" fmla="*/ 88900 h 52"/>
              <a:gd name="T38" fmla="*/ 76200 w 47"/>
              <a:gd name="T39" fmla="*/ 12700 h 52"/>
              <a:gd name="T40" fmla="*/ 82550 w 47"/>
              <a:gd name="T41" fmla="*/ 15875 h 52"/>
              <a:gd name="T42" fmla="*/ 104775 w 47"/>
              <a:gd name="T43" fmla="*/ 0 h 52"/>
              <a:gd name="T44" fmla="*/ 127000 w 47"/>
              <a:gd name="T45" fmla="*/ 22225 h 52"/>
              <a:gd name="T46" fmla="*/ 104775 w 47"/>
              <a:gd name="T47" fmla="*/ 44450 h 52"/>
              <a:gd name="T48" fmla="*/ 47625 w 47"/>
              <a:gd name="T49" fmla="*/ 44450 h 52"/>
              <a:gd name="T50" fmla="*/ 31750 w 47"/>
              <a:gd name="T51" fmla="*/ 38100 h 52"/>
              <a:gd name="T52" fmla="*/ 31750 w 47"/>
              <a:gd name="T53" fmla="*/ 6350 h 52"/>
              <a:gd name="T54" fmla="*/ 60325 w 47"/>
              <a:gd name="T55" fmla="*/ 6350 h 52"/>
              <a:gd name="T56" fmla="*/ 76200 w 47"/>
              <a:gd name="T57" fmla="*/ 12700 h 52"/>
              <a:gd name="T58" fmla="*/ 82550 w 47"/>
              <a:gd name="T59" fmla="*/ 22225 h 52"/>
              <a:gd name="T60" fmla="*/ 69850 w 47"/>
              <a:gd name="T61" fmla="*/ 22225 h 52"/>
              <a:gd name="T62" fmla="*/ 69850 w 47"/>
              <a:gd name="T63" fmla="*/ 34925 h 52"/>
              <a:gd name="T64" fmla="*/ 82550 w 47"/>
              <a:gd name="T65" fmla="*/ 34925 h 52"/>
              <a:gd name="T66" fmla="*/ 82550 w 47"/>
              <a:gd name="T67" fmla="*/ 28575 h 52"/>
              <a:gd name="T68" fmla="*/ 88900 w 47"/>
              <a:gd name="T69" fmla="*/ 22225 h 52"/>
              <a:gd name="T70" fmla="*/ 92075 w 47"/>
              <a:gd name="T71" fmla="*/ 28575 h 52"/>
              <a:gd name="T72" fmla="*/ 104775 w 47"/>
              <a:gd name="T73" fmla="*/ 38100 h 52"/>
              <a:gd name="T74" fmla="*/ 117475 w 47"/>
              <a:gd name="T75" fmla="*/ 22225 h 52"/>
              <a:gd name="T76" fmla="*/ 104775 w 47"/>
              <a:gd name="T77" fmla="*/ 9525 h 52"/>
              <a:gd name="T78" fmla="*/ 88900 w 47"/>
              <a:gd name="T79" fmla="*/ 22225 h 52"/>
              <a:gd name="T80" fmla="*/ 63500 w 47"/>
              <a:gd name="T81" fmla="*/ 38100 h 52"/>
              <a:gd name="T82" fmla="*/ 60325 w 47"/>
              <a:gd name="T83" fmla="*/ 28575 h 52"/>
              <a:gd name="T84" fmla="*/ 60325 w 47"/>
              <a:gd name="T85" fmla="*/ 22225 h 52"/>
              <a:gd name="T86" fmla="*/ 47625 w 47"/>
              <a:gd name="T87" fmla="*/ 9525 h 52"/>
              <a:gd name="T88" fmla="*/ 31750 w 47"/>
              <a:gd name="T89" fmla="*/ 22225 h 52"/>
              <a:gd name="T90" fmla="*/ 47625 w 47"/>
              <a:gd name="T91" fmla="*/ 38100 h 52"/>
              <a:gd name="T92" fmla="*/ 136525 w 47"/>
              <a:gd name="T93" fmla="*/ 63500 h 52"/>
              <a:gd name="T94" fmla="*/ 12700 w 47"/>
              <a:gd name="T95" fmla="*/ 63500 h 52"/>
              <a:gd name="T96" fmla="*/ 136525 w 47"/>
              <a:gd name="T97" fmla="*/ 79375 h 5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47" h="52">
                <a:moveTo>
                  <a:pt x="2" y="16"/>
                </a:moveTo>
                <a:cubicBezTo>
                  <a:pt x="2" y="16"/>
                  <a:pt x="2" y="16"/>
                  <a:pt x="2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6" y="16"/>
                  <a:pt x="47" y="17"/>
                  <a:pt x="47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27"/>
                  <a:pt x="47" y="27"/>
                  <a:pt x="47" y="27"/>
                </a:cubicBezTo>
                <a:cubicBezTo>
                  <a:pt x="47" y="28"/>
                  <a:pt x="46" y="28"/>
                  <a:pt x="45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50"/>
                  <a:pt x="45" y="50"/>
                  <a:pt x="45" y="50"/>
                </a:cubicBezTo>
                <a:cubicBezTo>
                  <a:pt x="45" y="51"/>
                  <a:pt x="44" y="52"/>
                  <a:pt x="43" y="52"/>
                </a:cubicBezTo>
                <a:cubicBezTo>
                  <a:pt x="43" y="52"/>
                  <a:pt x="43" y="52"/>
                  <a:pt x="43" y="52"/>
                </a:cubicBezTo>
                <a:cubicBezTo>
                  <a:pt x="4" y="52"/>
                  <a:pt x="4" y="52"/>
                  <a:pt x="4" y="52"/>
                </a:cubicBezTo>
                <a:cubicBezTo>
                  <a:pt x="3" y="52"/>
                  <a:pt x="2" y="51"/>
                  <a:pt x="2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2" y="28"/>
                  <a:pt x="2" y="28"/>
                  <a:pt x="2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8"/>
                  <a:pt x="0" y="28"/>
                  <a:pt x="0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7"/>
                  <a:pt x="1" y="16"/>
                  <a:pt x="2" y="16"/>
                </a:cubicBezTo>
                <a:close/>
                <a:moveTo>
                  <a:pt x="27" y="48"/>
                </a:moveTo>
                <a:cubicBezTo>
                  <a:pt x="27" y="48"/>
                  <a:pt x="27" y="48"/>
                  <a:pt x="27" y="48"/>
                </a:cubicBezTo>
                <a:cubicBezTo>
                  <a:pt x="27" y="28"/>
                  <a:pt x="27" y="28"/>
                  <a:pt x="27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48"/>
                  <a:pt x="20" y="48"/>
                  <a:pt x="20" y="48"/>
                </a:cubicBezTo>
                <a:cubicBezTo>
                  <a:pt x="27" y="48"/>
                  <a:pt x="27" y="48"/>
                  <a:pt x="27" y="48"/>
                </a:cubicBezTo>
                <a:close/>
                <a:moveTo>
                  <a:pt x="18" y="48"/>
                </a:moveTo>
                <a:cubicBezTo>
                  <a:pt x="18" y="48"/>
                  <a:pt x="18" y="48"/>
                  <a:pt x="18" y="48"/>
                </a:cubicBezTo>
                <a:cubicBezTo>
                  <a:pt x="18" y="28"/>
                  <a:pt x="18" y="28"/>
                  <a:pt x="18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48"/>
                  <a:pt x="6" y="48"/>
                  <a:pt x="6" y="48"/>
                </a:cubicBezTo>
                <a:cubicBezTo>
                  <a:pt x="18" y="48"/>
                  <a:pt x="18" y="48"/>
                  <a:pt x="18" y="48"/>
                </a:cubicBezTo>
                <a:close/>
                <a:moveTo>
                  <a:pt x="30" y="28"/>
                </a:moveTo>
                <a:cubicBezTo>
                  <a:pt x="30" y="28"/>
                  <a:pt x="30" y="28"/>
                  <a:pt x="30" y="28"/>
                </a:cubicBezTo>
                <a:cubicBezTo>
                  <a:pt x="30" y="48"/>
                  <a:pt x="30" y="48"/>
                  <a:pt x="30" y="48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28"/>
                  <a:pt x="41" y="28"/>
                  <a:pt x="41" y="28"/>
                </a:cubicBezTo>
                <a:cubicBezTo>
                  <a:pt x="30" y="28"/>
                  <a:pt x="30" y="28"/>
                  <a:pt x="30" y="28"/>
                </a:cubicBezTo>
                <a:close/>
                <a:moveTo>
                  <a:pt x="24" y="4"/>
                </a:moveTo>
                <a:cubicBezTo>
                  <a:pt x="24" y="4"/>
                  <a:pt x="24" y="4"/>
                  <a:pt x="24" y="4"/>
                </a:cubicBezTo>
                <a:cubicBezTo>
                  <a:pt x="25" y="4"/>
                  <a:pt x="26" y="5"/>
                  <a:pt x="26" y="5"/>
                </a:cubicBezTo>
                <a:cubicBezTo>
                  <a:pt x="27" y="4"/>
                  <a:pt x="27" y="3"/>
                  <a:pt x="28" y="2"/>
                </a:cubicBezTo>
                <a:cubicBezTo>
                  <a:pt x="29" y="1"/>
                  <a:pt x="31" y="0"/>
                  <a:pt x="33" y="0"/>
                </a:cubicBezTo>
                <a:cubicBezTo>
                  <a:pt x="35" y="0"/>
                  <a:pt x="37" y="1"/>
                  <a:pt x="38" y="2"/>
                </a:cubicBezTo>
                <a:cubicBezTo>
                  <a:pt x="39" y="4"/>
                  <a:pt x="40" y="5"/>
                  <a:pt x="40" y="7"/>
                </a:cubicBezTo>
                <a:cubicBezTo>
                  <a:pt x="40" y="9"/>
                  <a:pt x="39" y="11"/>
                  <a:pt x="38" y="12"/>
                </a:cubicBezTo>
                <a:cubicBezTo>
                  <a:pt x="37" y="13"/>
                  <a:pt x="35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27" y="14"/>
                  <a:pt x="21" y="14"/>
                  <a:pt x="15" y="14"/>
                </a:cubicBezTo>
                <a:cubicBezTo>
                  <a:pt x="15" y="14"/>
                  <a:pt x="15" y="14"/>
                  <a:pt x="15" y="14"/>
                </a:cubicBezTo>
                <a:cubicBezTo>
                  <a:pt x="13" y="14"/>
                  <a:pt x="11" y="13"/>
                  <a:pt x="10" y="12"/>
                </a:cubicBezTo>
                <a:cubicBezTo>
                  <a:pt x="8" y="11"/>
                  <a:pt x="8" y="9"/>
                  <a:pt x="8" y="7"/>
                </a:cubicBezTo>
                <a:cubicBezTo>
                  <a:pt x="8" y="5"/>
                  <a:pt x="8" y="4"/>
                  <a:pt x="10" y="2"/>
                </a:cubicBezTo>
                <a:cubicBezTo>
                  <a:pt x="11" y="1"/>
                  <a:pt x="13" y="0"/>
                  <a:pt x="15" y="0"/>
                </a:cubicBezTo>
                <a:cubicBezTo>
                  <a:pt x="16" y="0"/>
                  <a:pt x="18" y="1"/>
                  <a:pt x="19" y="2"/>
                </a:cubicBezTo>
                <a:cubicBezTo>
                  <a:pt x="20" y="3"/>
                  <a:pt x="21" y="4"/>
                  <a:pt x="21" y="5"/>
                </a:cubicBezTo>
                <a:cubicBezTo>
                  <a:pt x="22" y="5"/>
                  <a:pt x="23" y="4"/>
                  <a:pt x="24" y="4"/>
                </a:cubicBezTo>
                <a:close/>
                <a:moveTo>
                  <a:pt x="26" y="7"/>
                </a:moveTo>
                <a:cubicBezTo>
                  <a:pt x="26" y="7"/>
                  <a:pt x="26" y="7"/>
                  <a:pt x="26" y="7"/>
                </a:cubicBezTo>
                <a:cubicBezTo>
                  <a:pt x="25" y="7"/>
                  <a:pt x="25" y="7"/>
                  <a:pt x="24" y="7"/>
                </a:cubicBezTo>
                <a:cubicBezTo>
                  <a:pt x="23" y="7"/>
                  <a:pt x="22" y="7"/>
                  <a:pt x="22" y="7"/>
                </a:cubicBezTo>
                <a:cubicBezTo>
                  <a:pt x="22" y="8"/>
                  <a:pt x="21" y="8"/>
                  <a:pt x="21" y="9"/>
                </a:cubicBezTo>
                <a:cubicBezTo>
                  <a:pt x="21" y="10"/>
                  <a:pt x="22" y="11"/>
                  <a:pt x="22" y="11"/>
                </a:cubicBezTo>
                <a:cubicBezTo>
                  <a:pt x="22" y="11"/>
                  <a:pt x="23" y="12"/>
                  <a:pt x="24" y="12"/>
                </a:cubicBezTo>
                <a:cubicBezTo>
                  <a:pt x="24" y="12"/>
                  <a:pt x="25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0"/>
                  <a:pt x="26" y="9"/>
                </a:cubicBezTo>
                <a:cubicBezTo>
                  <a:pt x="26" y="8"/>
                  <a:pt x="26" y="8"/>
                  <a:pt x="26" y="7"/>
                </a:cubicBezTo>
                <a:close/>
                <a:moveTo>
                  <a:pt x="28" y="7"/>
                </a:moveTo>
                <a:cubicBezTo>
                  <a:pt x="28" y="7"/>
                  <a:pt x="28" y="7"/>
                  <a:pt x="28" y="7"/>
                </a:cubicBezTo>
                <a:cubicBezTo>
                  <a:pt x="29" y="8"/>
                  <a:pt x="29" y="9"/>
                  <a:pt x="29" y="9"/>
                </a:cubicBezTo>
                <a:cubicBezTo>
                  <a:pt x="29" y="10"/>
                  <a:pt x="28" y="11"/>
                  <a:pt x="28" y="12"/>
                </a:cubicBezTo>
                <a:cubicBezTo>
                  <a:pt x="33" y="12"/>
                  <a:pt x="33" y="12"/>
                  <a:pt x="33" y="12"/>
                </a:cubicBezTo>
                <a:cubicBezTo>
                  <a:pt x="34" y="12"/>
                  <a:pt x="35" y="11"/>
                  <a:pt x="36" y="10"/>
                </a:cubicBezTo>
                <a:cubicBezTo>
                  <a:pt x="37" y="10"/>
                  <a:pt x="37" y="8"/>
                  <a:pt x="37" y="7"/>
                </a:cubicBezTo>
                <a:cubicBezTo>
                  <a:pt x="37" y="6"/>
                  <a:pt x="37" y="5"/>
                  <a:pt x="36" y="4"/>
                </a:cubicBezTo>
                <a:cubicBezTo>
                  <a:pt x="35" y="3"/>
                  <a:pt x="34" y="3"/>
                  <a:pt x="33" y="3"/>
                </a:cubicBezTo>
                <a:cubicBezTo>
                  <a:pt x="32" y="3"/>
                  <a:pt x="30" y="3"/>
                  <a:pt x="30" y="4"/>
                </a:cubicBezTo>
                <a:cubicBezTo>
                  <a:pt x="29" y="5"/>
                  <a:pt x="28" y="6"/>
                  <a:pt x="28" y="7"/>
                </a:cubicBezTo>
                <a:cubicBezTo>
                  <a:pt x="28" y="7"/>
                  <a:pt x="28" y="7"/>
                  <a:pt x="28" y="7"/>
                </a:cubicBezTo>
                <a:close/>
                <a:moveTo>
                  <a:pt x="20" y="12"/>
                </a:moveTo>
                <a:cubicBezTo>
                  <a:pt x="20" y="12"/>
                  <a:pt x="20" y="12"/>
                  <a:pt x="20" y="12"/>
                </a:cubicBezTo>
                <a:cubicBezTo>
                  <a:pt x="19" y="11"/>
                  <a:pt x="19" y="10"/>
                  <a:pt x="19" y="9"/>
                </a:cubicBezTo>
                <a:cubicBezTo>
                  <a:pt x="19" y="9"/>
                  <a:pt x="19" y="8"/>
                  <a:pt x="19" y="8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6"/>
                  <a:pt x="19" y="5"/>
                  <a:pt x="18" y="4"/>
                </a:cubicBezTo>
                <a:cubicBezTo>
                  <a:pt x="17" y="3"/>
                  <a:pt x="16" y="3"/>
                  <a:pt x="15" y="3"/>
                </a:cubicBezTo>
                <a:cubicBezTo>
                  <a:pt x="13" y="3"/>
                  <a:pt x="12" y="3"/>
                  <a:pt x="11" y="4"/>
                </a:cubicBezTo>
                <a:cubicBezTo>
                  <a:pt x="10" y="5"/>
                  <a:pt x="10" y="6"/>
                  <a:pt x="10" y="7"/>
                </a:cubicBezTo>
                <a:cubicBezTo>
                  <a:pt x="10" y="8"/>
                  <a:pt x="10" y="10"/>
                  <a:pt x="11" y="10"/>
                </a:cubicBezTo>
                <a:cubicBezTo>
                  <a:pt x="12" y="11"/>
                  <a:pt x="13" y="12"/>
                  <a:pt x="15" y="12"/>
                </a:cubicBezTo>
                <a:cubicBezTo>
                  <a:pt x="20" y="12"/>
                  <a:pt x="20" y="12"/>
                  <a:pt x="20" y="12"/>
                </a:cubicBezTo>
                <a:close/>
                <a:moveTo>
                  <a:pt x="43" y="20"/>
                </a:moveTo>
                <a:cubicBezTo>
                  <a:pt x="43" y="20"/>
                  <a:pt x="43" y="20"/>
                  <a:pt x="43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5"/>
                  <a:pt x="4" y="25"/>
                  <a:pt x="4" y="25"/>
                </a:cubicBezTo>
                <a:cubicBezTo>
                  <a:pt x="18" y="25"/>
                  <a:pt x="29" y="25"/>
                  <a:pt x="43" y="25"/>
                </a:cubicBezTo>
                <a:cubicBezTo>
                  <a:pt x="43" y="20"/>
                  <a:pt x="43" y="20"/>
                  <a:pt x="43" y="2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26" name="Freeform 160">
            <a:extLst>
              <a:ext uri="{FF2B5EF4-FFF2-40B4-BE49-F238E27FC236}">
                <a16:creationId xmlns:a16="http://schemas.microsoft.com/office/drawing/2014/main" id="{BAD572FC-22B2-56BB-6248-AB882CDD9DE6}"/>
              </a:ext>
            </a:extLst>
          </p:cNvPr>
          <p:cNvSpPr>
            <a:spLocks noEditPoints="1"/>
          </p:cNvSpPr>
          <p:nvPr/>
        </p:nvSpPr>
        <p:spPr bwMode="auto">
          <a:xfrm>
            <a:off x="4660301" y="3895115"/>
            <a:ext cx="201084" cy="215900"/>
          </a:xfrm>
          <a:custGeom>
            <a:avLst/>
            <a:gdLst>
              <a:gd name="T0" fmla="*/ 121934 w 47"/>
              <a:gd name="T1" fmla="*/ 104775 h 51"/>
              <a:gd name="T2" fmla="*/ 141187 w 47"/>
              <a:gd name="T3" fmla="*/ 114300 h 51"/>
              <a:gd name="T4" fmla="*/ 141187 w 47"/>
              <a:gd name="T5" fmla="*/ 114300 h 51"/>
              <a:gd name="T6" fmla="*/ 150813 w 47"/>
              <a:gd name="T7" fmla="*/ 133350 h 51"/>
              <a:gd name="T8" fmla="*/ 121934 w 47"/>
              <a:gd name="T9" fmla="*/ 161925 h 51"/>
              <a:gd name="T10" fmla="*/ 93055 w 47"/>
              <a:gd name="T11" fmla="*/ 133350 h 51"/>
              <a:gd name="T12" fmla="*/ 96264 w 47"/>
              <a:gd name="T13" fmla="*/ 123825 h 51"/>
              <a:gd name="T14" fmla="*/ 67385 w 47"/>
              <a:gd name="T15" fmla="*/ 107950 h 51"/>
              <a:gd name="T16" fmla="*/ 64176 w 47"/>
              <a:gd name="T17" fmla="*/ 107950 h 51"/>
              <a:gd name="T18" fmla="*/ 64176 w 47"/>
              <a:gd name="T19" fmla="*/ 107950 h 51"/>
              <a:gd name="T20" fmla="*/ 38505 w 47"/>
              <a:gd name="T21" fmla="*/ 117475 h 51"/>
              <a:gd name="T22" fmla="*/ 0 w 47"/>
              <a:gd name="T23" fmla="*/ 82550 h 51"/>
              <a:gd name="T24" fmla="*/ 38505 w 47"/>
              <a:gd name="T25" fmla="*/ 44450 h 51"/>
              <a:gd name="T26" fmla="*/ 64176 w 47"/>
              <a:gd name="T27" fmla="*/ 53975 h 51"/>
              <a:gd name="T28" fmla="*/ 64176 w 47"/>
              <a:gd name="T29" fmla="*/ 53975 h 51"/>
              <a:gd name="T30" fmla="*/ 64176 w 47"/>
              <a:gd name="T31" fmla="*/ 53975 h 51"/>
              <a:gd name="T32" fmla="*/ 67385 w 47"/>
              <a:gd name="T33" fmla="*/ 57150 h 51"/>
              <a:gd name="T34" fmla="*/ 96264 w 47"/>
              <a:gd name="T35" fmla="*/ 38100 h 51"/>
              <a:gd name="T36" fmla="*/ 93055 w 47"/>
              <a:gd name="T37" fmla="*/ 28575 h 51"/>
              <a:gd name="T38" fmla="*/ 121934 w 47"/>
              <a:gd name="T39" fmla="*/ 0 h 51"/>
              <a:gd name="T40" fmla="*/ 150813 w 47"/>
              <a:gd name="T41" fmla="*/ 28575 h 51"/>
              <a:gd name="T42" fmla="*/ 121934 w 47"/>
              <a:gd name="T43" fmla="*/ 57150 h 51"/>
              <a:gd name="T44" fmla="*/ 102681 w 47"/>
              <a:gd name="T45" fmla="*/ 47625 h 51"/>
              <a:gd name="T46" fmla="*/ 102681 w 47"/>
              <a:gd name="T47" fmla="*/ 47625 h 51"/>
              <a:gd name="T48" fmla="*/ 73802 w 47"/>
              <a:gd name="T49" fmla="*/ 66675 h 51"/>
              <a:gd name="T50" fmla="*/ 77011 w 47"/>
              <a:gd name="T51" fmla="*/ 82550 h 51"/>
              <a:gd name="T52" fmla="*/ 73802 w 47"/>
              <a:gd name="T53" fmla="*/ 95250 h 51"/>
              <a:gd name="T54" fmla="*/ 102681 w 47"/>
              <a:gd name="T55" fmla="*/ 114300 h 51"/>
              <a:gd name="T56" fmla="*/ 102681 w 47"/>
              <a:gd name="T57" fmla="*/ 114300 h 51"/>
              <a:gd name="T58" fmla="*/ 102681 w 47"/>
              <a:gd name="T59" fmla="*/ 114300 h 51"/>
              <a:gd name="T60" fmla="*/ 102681 w 47"/>
              <a:gd name="T61" fmla="*/ 114300 h 51"/>
              <a:gd name="T62" fmla="*/ 121934 w 47"/>
              <a:gd name="T63" fmla="*/ 104775 h 51"/>
              <a:gd name="T64" fmla="*/ 134769 w 47"/>
              <a:gd name="T65" fmla="*/ 120650 h 51"/>
              <a:gd name="T66" fmla="*/ 134769 w 47"/>
              <a:gd name="T67" fmla="*/ 120650 h 51"/>
              <a:gd name="T68" fmla="*/ 121934 w 47"/>
              <a:gd name="T69" fmla="*/ 117475 h 51"/>
              <a:gd name="T70" fmla="*/ 112308 w 47"/>
              <a:gd name="T71" fmla="*/ 120650 h 51"/>
              <a:gd name="T72" fmla="*/ 112308 w 47"/>
              <a:gd name="T73" fmla="*/ 120650 h 51"/>
              <a:gd name="T74" fmla="*/ 105890 w 47"/>
              <a:gd name="T75" fmla="*/ 133350 h 51"/>
              <a:gd name="T76" fmla="*/ 121934 w 47"/>
              <a:gd name="T77" fmla="*/ 149225 h 51"/>
              <a:gd name="T78" fmla="*/ 137978 w 47"/>
              <a:gd name="T79" fmla="*/ 133350 h 51"/>
              <a:gd name="T80" fmla="*/ 134769 w 47"/>
              <a:gd name="T81" fmla="*/ 120650 h 51"/>
              <a:gd name="T82" fmla="*/ 134769 w 47"/>
              <a:gd name="T83" fmla="*/ 120650 h 51"/>
              <a:gd name="T84" fmla="*/ 54549 w 47"/>
              <a:gd name="T85" fmla="*/ 63500 h 51"/>
              <a:gd name="T86" fmla="*/ 54549 w 47"/>
              <a:gd name="T87" fmla="*/ 63500 h 51"/>
              <a:gd name="T88" fmla="*/ 38505 w 47"/>
              <a:gd name="T89" fmla="*/ 57150 h 51"/>
              <a:gd name="T90" fmla="*/ 12835 w 47"/>
              <a:gd name="T91" fmla="*/ 82550 h 51"/>
              <a:gd name="T92" fmla="*/ 38505 w 47"/>
              <a:gd name="T93" fmla="*/ 107950 h 51"/>
              <a:gd name="T94" fmla="*/ 54549 w 47"/>
              <a:gd name="T95" fmla="*/ 98425 h 51"/>
              <a:gd name="T96" fmla="*/ 54549 w 47"/>
              <a:gd name="T97" fmla="*/ 98425 h 51"/>
              <a:gd name="T98" fmla="*/ 64176 w 47"/>
              <a:gd name="T99" fmla="*/ 82550 h 51"/>
              <a:gd name="T100" fmla="*/ 54549 w 47"/>
              <a:gd name="T101" fmla="*/ 63500 h 51"/>
              <a:gd name="T102" fmla="*/ 54549 w 47"/>
              <a:gd name="T103" fmla="*/ 63500 h 51"/>
              <a:gd name="T104" fmla="*/ 121934 w 47"/>
              <a:gd name="T105" fmla="*/ 12700 h 51"/>
              <a:gd name="T106" fmla="*/ 121934 w 47"/>
              <a:gd name="T107" fmla="*/ 12700 h 51"/>
              <a:gd name="T108" fmla="*/ 105890 w 47"/>
              <a:gd name="T109" fmla="*/ 28575 h 51"/>
              <a:gd name="T110" fmla="*/ 109099 w 47"/>
              <a:gd name="T111" fmla="*/ 38100 h 51"/>
              <a:gd name="T112" fmla="*/ 109099 w 47"/>
              <a:gd name="T113" fmla="*/ 38100 h 51"/>
              <a:gd name="T114" fmla="*/ 112308 w 47"/>
              <a:gd name="T115" fmla="*/ 41275 h 51"/>
              <a:gd name="T116" fmla="*/ 112308 w 47"/>
              <a:gd name="T117" fmla="*/ 41275 h 51"/>
              <a:gd name="T118" fmla="*/ 121934 w 47"/>
              <a:gd name="T119" fmla="*/ 44450 h 51"/>
              <a:gd name="T120" fmla="*/ 137978 w 47"/>
              <a:gd name="T121" fmla="*/ 28575 h 51"/>
              <a:gd name="T122" fmla="*/ 121934 w 47"/>
              <a:gd name="T123" fmla="*/ 12700 h 5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7" h="51">
                <a:moveTo>
                  <a:pt x="38" y="33"/>
                </a:moveTo>
                <a:cubicBezTo>
                  <a:pt x="41" y="33"/>
                  <a:pt x="43" y="34"/>
                  <a:pt x="44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46" y="37"/>
                  <a:pt x="47" y="40"/>
                  <a:pt x="47" y="42"/>
                </a:cubicBezTo>
                <a:cubicBezTo>
                  <a:pt x="47" y="47"/>
                  <a:pt x="43" y="51"/>
                  <a:pt x="38" y="51"/>
                </a:cubicBezTo>
                <a:cubicBezTo>
                  <a:pt x="33" y="51"/>
                  <a:pt x="29" y="47"/>
                  <a:pt x="29" y="42"/>
                </a:cubicBezTo>
                <a:cubicBezTo>
                  <a:pt x="29" y="41"/>
                  <a:pt x="30" y="40"/>
                  <a:pt x="30" y="39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0" y="34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18" y="36"/>
                  <a:pt x="15" y="37"/>
                  <a:pt x="12" y="37"/>
                </a:cubicBezTo>
                <a:cubicBezTo>
                  <a:pt x="5" y="37"/>
                  <a:pt x="0" y="32"/>
                  <a:pt x="0" y="26"/>
                </a:cubicBezTo>
                <a:cubicBezTo>
                  <a:pt x="0" y="19"/>
                  <a:pt x="5" y="14"/>
                  <a:pt x="12" y="14"/>
                </a:cubicBezTo>
                <a:cubicBezTo>
                  <a:pt x="15" y="14"/>
                  <a:pt x="18" y="15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21" y="17"/>
                  <a:pt x="21" y="18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1"/>
                  <a:pt x="29" y="10"/>
                  <a:pt x="29" y="9"/>
                </a:cubicBezTo>
                <a:cubicBezTo>
                  <a:pt x="29" y="4"/>
                  <a:pt x="33" y="0"/>
                  <a:pt x="38" y="0"/>
                </a:cubicBezTo>
                <a:cubicBezTo>
                  <a:pt x="43" y="0"/>
                  <a:pt x="47" y="4"/>
                  <a:pt x="47" y="9"/>
                </a:cubicBezTo>
                <a:cubicBezTo>
                  <a:pt x="47" y="14"/>
                  <a:pt x="43" y="18"/>
                  <a:pt x="38" y="18"/>
                </a:cubicBezTo>
                <a:cubicBezTo>
                  <a:pt x="36" y="18"/>
                  <a:pt x="34" y="17"/>
                  <a:pt x="32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23" y="21"/>
                  <a:pt x="23" y="21"/>
                  <a:pt x="23" y="21"/>
                </a:cubicBezTo>
                <a:cubicBezTo>
                  <a:pt x="23" y="22"/>
                  <a:pt x="24" y="24"/>
                  <a:pt x="24" y="26"/>
                </a:cubicBezTo>
                <a:cubicBezTo>
                  <a:pt x="24" y="27"/>
                  <a:pt x="23" y="29"/>
                  <a:pt x="23" y="30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6"/>
                  <a:pt x="32" y="36"/>
                  <a:pt x="32" y="36"/>
                </a:cubicBezTo>
                <a:cubicBezTo>
                  <a:pt x="34" y="34"/>
                  <a:pt x="36" y="33"/>
                  <a:pt x="38" y="33"/>
                </a:cubicBezTo>
                <a:close/>
                <a:moveTo>
                  <a:pt x="42" y="38"/>
                </a:moveTo>
                <a:cubicBezTo>
                  <a:pt x="42" y="38"/>
                  <a:pt x="42" y="38"/>
                  <a:pt x="42" y="38"/>
                </a:cubicBezTo>
                <a:cubicBezTo>
                  <a:pt x="41" y="38"/>
                  <a:pt x="40" y="37"/>
                  <a:pt x="38" y="37"/>
                </a:cubicBezTo>
                <a:cubicBezTo>
                  <a:pt x="37" y="37"/>
                  <a:pt x="36" y="38"/>
                  <a:pt x="35" y="38"/>
                </a:cubicBezTo>
                <a:cubicBezTo>
                  <a:pt x="35" y="38"/>
                  <a:pt x="35" y="38"/>
                  <a:pt x="35" y="38"/>
                </a:cubicBezTo>
                <a:cubicBezTo>
                  <a:pt x="34" y="39"/>
                  <a:pt x="33" y="41"/>
                  <a:pt x="33" y="42"/>
                </a:cubicBezTo>
                <a:cubicBezTo>
                  <a:pt x="33" y="45"/>
                  <a:pt x="36" y="47"/>
                  <a:pt x="38" y="47"/>
                </a:cubicBezTo>
                <a:cubicBezTo>
                  <a:pt x="41" y="47"/>
                  <a:pt x="43" y="45"/>
                  <a:pt x="43" y="42"/>
                </a:cubicBezTo>
                <a:cubicBezTo>
                  <a:pt x="43" y="41"/>
                  <a:pt x="43" y="39"/>
                  <a:pt x="42" y="38"/>
                </a:cubicBezTo>
                <a:cubicBezTo>
                  <a:pt x="42" y="38"/>
                  <a:pt x="42" y="38"/>
                  <a:pt x="42" y="38"/>
                </a:cubicBezTo>
                <a:close/>
                <a:moveTo>
                  <a:pt x="17" y="20"/>
                </a:moveTo>
                <a:cubicBezTo>
                  <a:pt x="17" y="20"/>
                  <a:pt x="17" y="20"/>
                  <a:pt x="17" y="20"/>
                </a:cubicBezTo>
                <a:cubicBezTo>
                  <a:pt x="16" y="18"/>
                  <a:pt x="14" y="18"/>
                  <a:pt x="12" y="18"/>
                </a:cubicBezTo>
                <a:cubicBezTo>
                  <a:pt x="7" y="18"/>
                  <a:pt x="4" y="21"/>
                  <a:pt x="4" y="26"/>
                </a:cubicBezTo>
                <a:cubicBezTo>
                  <a:pt x="4" y="30"/>
                  <a:pt x="7" y="34"/>
                  <a:pt x="12" y="34"/>
                </a:cubicBezTo>
                <a:cubicBezTo>
                  <a:pt x="14" y="34"/>
                  <a:pt x="16" y="33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9" y="30"/>
                  <a:pt x="20" y="28"/>
                  <a:pt x="20" y="26"/>
                </a:cubicBezTo>
                <a:cubicBezTo>
                  <a:pt x="20" y="23"/>
                  <a:pt x="19" y="21"/>
                  <a:pt x="17" y="20"/>
                </a:cubicBezTo>
                <a:cubicBezTo>
                  <a:pt x="17" y="20"/>
                  <a:pt x="17" y="20"/>
                  <a:pt x="17" y="20"/>
                </a:cubicBezTo>
                <a:close/>
                <a:moveTo>
                  <a:pt x="38" y="4"/>
                </a:moveTo>
                <a:cubicBezTo>
                  <a:pt x="38" y="4"/>
                  <a:pt x="38" y="4"/>
                  <a:pt x="38" y="4"/>
                </a:cubicBezTo>
                <a:cubicBezTo>
                  <a:pt x="36" y="4"/>
                  <a:pt x="33" y="7"/>
                  <a:pt x="33" y="9"/>
                </a:cubicBezTo>
                <a:cubicBezTo>
                  <a:pt x="33" y="10"/>
                  <a:pt x="34" y="11"/>
                  <a:pt x="34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2"/>
                  <a:pt x="34" y="12"/>
                  <a:pt x="35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6" y="14"/>
                  <a:pt x="37" y="14"/>
                  <a:pt x="38" y="14"/>
                </a:cubicBezTo>
                <a:cubicBezTo>
                  <a:pt x="41" y="14"/>
                  <a:pt x="43" y="12"/>
                  <a:pt x="43" y="9"/>
                </a:cubicBezTo>
                <a:cubicBezTo>
                  <a:pt x="43" y="7"/>
                  <a:pt x="41" y="4"/>
                  <a:pt x="38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27" name="Freeform 161">
            <a:extLst>
              <a:ext uri="{FF2B5EF4-FFF2-40B4-BE49-F238E27FC236}">
                <a16:creationId xmlns:a16="http://schemas.microsoft.com/office/drawing/2014/main" id="{96BF542E-140F-371D-8C5F-EC5C67433081}"/>
              </a:ext>
            </a:extLst>
          </p:cNvPr>
          <p:cNvSpPr>
            <a:spLocks noEditPoints="1"/>
          </p:cNvSpPr>
          <p:nvPr/>
        </p:nvSpPr>
        <p:spPr bwMode="auto">
          <a:xfrm>
            <a:off x="3864435" y="3425215"/>
            <a:ext cx="283633" cy="232833"/>
          </a:xfrm>
          <a:custGeom>
            <a:avLst/>
            <a:gdLst>
              <a:gd name="T0" fmla="*/ 41275 w 67"/>
              <a:gd name="T1" fmla="*/ 50800 h 55"/>
              <a:gd name="T2" fmla="*/ 22225 w 67"/>
              <a:gd name="T3" fmla="*/ 22225 h 55"/>
              <a:gd name="T4" fmla="*/ 79375 w 67"/>
              <a:gd name="T5" fmla="*/ 22225 h 55"/>
              <a:gd name="T6" fmla="*/ 127000 w 67"/>
              <a:gd name="T7" fmla="*/ 50800 h 55"/>
              <a:gd name="T8" fmla="*/ 12700 w 67"/>
              <a:gd name="T9" fmla="*/ 63500 h 55"/>
              <a:gd name="T10" fmla="*/ 146050 w 67"/>
              <a:gd name="T11" fmla="*/ 82550 h 55"/>
              <a:gd name="T12" fmla="*/ 158750 w 67"/>
              <a:gd name="T13" fmla="*/ 168275 h 55"/>
              <a:gd name="T14" fmla="*/ 6350 w 67"/>
              <a:gd name="T15" fmla="*/ 174625 h 55"/>
              <a:gd name="T16" fmla="*/ 0 w 67"/>
              <a:gd name="T17" fmla="*/ 57150 h 55"/>
              <a:gd name="T18" fmla="*/ 152400 w 67"/>
              <a:gd name="T19" fmla="*/ 15875 h 55"/>
              <a:gd name="T20" fmla="*/ 152400 w 67"/>
              <a:gd name="T21" fmla="*/ 50800 h 55"/>
              <a:gd name="T22" fmla="*/ 165100 w 67"/>
              <a:gd name="T23" fmla="*/ 57150 h 55"/>
              <a:gd name="T24" fmla="*/ 196850 w 67"/>
              <a:gd name="T25" fmla="*/ 15875 h 55"/>
              <a:gd name="T26" fmla="*/ 149225 w 67"/>
              <a:gd name="T27" fmla="*/ 9525 h 55"/>
              <a:gd name="T28" fmla="*/ 174625 w 67"/>
              <a:gd name="T29" fmla="*/ 66675 h 55"/>
              <a:gd name="T30" fmla="*/ 149225 w 67"/>
              <a:gd name="T31" fmla="*/ 73025 h 55"/>
              <a:gd name="T32" fmla="*/ 136525 w 67"/>
              <a:gd name="T33" fmla="*/ 34925 h 55"/>
              <a:gd name="T34" fmla="*/ 130175 w 67"/>
              <a:gd name="T35" fmla="*/ 85725 h 55"/>
              <a:gd name="T36" fmla="*/ 123825 w 67"/>
              <a:gd name="T37" fmla="*/ 92075 h 55"/>
              <a:gd name="T38" fmla="*/ 130175 w 67"/>
              <a:gd name="T39" fmla="*/ 107950 h 55"/>
              <a:gd name="T40" fmla="*/ 123825 w 67"/>
              <a:gd name="T41" fmla="*/ 114300 h 55"/>
              <a:gd name="T42" fmla="*/ 130175 w 67"/>
              <a:gd name="T43" fmla="*/ 130175 h 55"/>
              <a:gd name="T44" fmla="*/ 139700 w 67"/>
              <a:gd name="T45" fmla="*/ 142875 h 55"/>
              <a:gd name="T46" fmla="*/ 130175 w 67"/>
              <a:gd name="T47" fmla="*/ 152400 h 55"/>
              <a:gd name="T48" fmla="*/ 117475 w 67"/>
              <a:gd name="T49" fmla="*/ 142875 h 55"/>
              <a:gd name="T50" fmla="*/ 130175 w 67"/>
              <a:gd name="T51" fmla="*/ 130175 h 55"/>
              <a:gd name="T52" fmla="*/ 130175 w 67"/>
              <a:gd name="T53" fmla="*/ 136525 h 55"/>
              <a:gd name="T54" fmla="*/ 127000 w 67"/>
              <a:gd name="T55" fmla="*/ 139700 h 55"/>
              <a:gd name="T56" fmla="*/ 127000 w 67"/>
              <a:gd name="T57" fmla="*/ 146050 h 55"/>
              <a:gd name="T58" fmla="*/ 133350 w 67"/>
              <a:gd name="T59" fmla="*/ 146050 h 55"/>
              <a:gd name="T60" fmla="*/ 133350 w 67"/>
              <a:gd name="T61" fmla="*/ 139700 h 55"/>
              <a:gd name="T62" fmla="*/ 101600 w 67"/>
              <a:gd name="T63" fmla="*/ 69850 h 55"/>
              <a:gd name="T64" fmla="*/ 111125 w 67"/>
              <a:gd name="T65" fmla="*/ 73025 h 55"/>
              <a:gd name="T66" fmla="*/ 111125 w 67"/>
              <a:gd name="T67" fmla="*/ 152400 h 55"/>
              <a:gd name="T68" fmla="*/ 22225 w 67"/>
              <a:gd name="T69" fmla="*/ 152400 h 55"/>
              <a:gd name="T70" fmla="*/ 19050 w 67"/>
              <a:gd name="T71" fmla="*/ 142875 h 55"/>
              <a:gd name="T72" fmla="*/ 22225 w 67"/>
              <a:gd name="T73" fmla="*/ 73025 h 55"/>
              <a:gd name="T74" fmla="*/ 101600 w 67"/>
              <a:gd name="T75" fmla="*/ 76200 h 55"/>
              <a:gd name="T76" fmla="*/ 28575 w 67"/>
              <a:gd name="T77" fmla="*/ 79375 h 55"/>
              <a:gd name="T78" fmla="*/ 28575 w 67"/>
              <a:gd name="T79" fmla="*/ 142875 h 55"/>
              <a:gd name="T80" fmla="*/ 31750 w 67"/>
              <a:gd name="T81" fmla="*/ 149225 h 55"/>
              <a:gd name="T82" fmla="*/ 107950 w 67"/>
              <a:gd name="T83" fmla="*/ 142875 h 55"/>
              <a:gd name="T84" fmla="*/ 107950 w 67"/>
              <a:gd name="T85" fmla="*/ 79375 h 55"/>
              <a:gd name="T86" fmla="*/ 22225 w 67"/>
              <a:gd name="T87" fmla="*/ 73025 h 5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7" h="55">
                <a:moveTo>
                  <a:pt x="2" y="16"/>
                </a:moveTo>
                <a:cubicBezTo>
                  <a:pt x="2" y="16"/>
                  <a:pt x="2" y="16"/>
                  <a:pt x="2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5" y="8"/>
                  <a:pt x="5" y="8"/>
                  <a:pt x="5" y="8"/>
                </a:cubicBezTo>
                <a:cubicBezTo>
                  <a:pt x="4" y="8"/>
                  <a:pt x="4" y="7"/>
                  <a:pt x="5" y="7"/>
                </a:cubicBezTo>
                <a:cubicBezTo>
                  <a:pt x="5" y="6"/>
                  <a:pt x="6" y="6"/>
                  <a:pt x="7" y="7"/>
                </a:cubicBezTo>
                <a:cubicBezTo>
                  <a:pt x="15" y="15"/>
                  <a:pt x="15" y="15"/>
                  <a:pt x="15" y="15"/>
                </a:cubicBezTo>
                <a:cubicBezTo>
                  <a:pt x="23" y="7"/>
                  <a:pt x="23" y="7"/>
                  <a:pt x="23" y="7"/>
                </a:cubicBezTo>
                <a:cubicBezTo>
                  <a:pt x="24" y="6"/>
                  <a:pt x="24" y="6"/>
                  <a:pt x="25" y="7"/>
                </a:cubicBezTo>
                <a:cubicBezTo>
                  <a:pt x="25" y="7"/>
                  <a:pt x="25" y="8"/>
                  <a:pt x="25" y="8"/>
                </a:cubicBezTo>
                <a:cubicBezTo>
                  <a:pt x="17" y="16"/>
                  <a:pt x="17" y="16"/>
                  <a:pt x="17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41" y="16"/>
                  <a:pt x="42" y="17"/>
                  <a:pt x="42" y="18"/>
                </a:cubicBezTo>
                <a:cubicBezTo>
                  <a:pt x="42" y="19"/>
                  <a:pt x="41" y="20"/>
                  <a:pt x="40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51"/>
                  <a:pt x="4" y="51"/>
                  <a:pt x="4" y="51"/>
                </a:cubicBezTo>
                <a:cubicBezTo>
                  <a:pt x="46" y="51"/>
                  <a:pt x="46" y="51"/>
                  <a:pt x="46" y="51"/>
                </a:cubicBezTo>
                <a:cubicBezTo>
                  <a:pt x="46" y="26"/>
                  <a:pt x="46" y="26"/>
                  <a:pt x="46" y="26"/>
                </a:cubicBezTo>
                <a:cubicBezTo>
                  <a:pt x="46" y="25"/>
                  <a:pt x="47" y="24"/>
                  <a:pt x="48" y="24"/>
                </a:cubicBezTo>
                <a:cubicBezTo>
                  <a:pt x="49" y="24"/>
                  <a:pt x="50" y="25"/>
                  <a:pt x="50" y="26"/>
                </a:cubicBezTo>
                <a:cubicBezTo>
                  <a:pt x="50" y="53"/>
                  <a:pt x="50" y="53"/>
                  <a:pt x="50" y="53"/>
                </a:cubicBezTo>
                <a:cubicBezTo>
                  <a:pt x="50" y="54"/>
                  <a:pt x="49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4"/>
                  <a:pt x="0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7"/>
                  <a:pt x="1" y="16"/>
                  <a:pt x="2" y="16"/>
                </a:cubicBezTo>
                <a:close/>
                <a:moveTo>
                  <a:pt x="48" y="5"/>
                </a:moveTo>
                <a:cubicBezTo>
                  <a:pt x="48" y="5"/>
                  <a:pt x="48" y="5"/>
                  <a:pt x="48" y="5"/>
                </a:cubicBezTo>
                <a:cubicBezTo>
                  <a:pt x="46" y="7"/>
                  <a:pt x="45" y="8"/>
                  <a:pt x="45" y="11"/>
                </a:cubicBezTo>
                <a:cubicBezTo>
                  <a:pt x="45" y="12"/>
                  <a:pt x="46" y="14"/>
                  <a:pt x="47" y="15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20"/>
                  <a:pt x="48" y="20"/>
                  <a:pt x="48" y="20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3" y="18"/>
                  <a:pt x="54" y="18"/>
                  <a:pt x="55" y="18"/>
                </a:cubicBezTo>
                <a:cubicBezTo>
                  <a:pt x="59" y="18"/>
                  <a:pt x="64" y="15"/>
                  <a:pt x="64" y="11"/>
                </a:cubicBezTo>
                <a:cubicBezTo>
                  <a:pt x="64" y="8"/>
                  <a:pt x="63" y="7"/>
                  <a:pt x="62" y="5"/>
                </a:cubicBezTo>
                <a:cubicBezTo>
                  <a:pt x="58" y="2"/>
                  <a:pt x="52" y="2"/>
                  <a:pt x="48" y="5"/>
                </a:cubicBezTo>
                <a:close/>
                <a:moveTo>
                  <a:pt x="47" y="3"/>
                </a:moveTo>
                <a:cubicBezTo>
                  <a:pt x="47" y="3"/>
                  <a:pt x="47" y="3"/>
                  <a:pt x="47" y="3"/>
                </a:cubicBezTo>
                <a:cubicBezTo>
                  <a:pt x="51" y="0"/>
                  <a:pt x="58" y="0"/>
                  <a:pt x="63" y="3"/>
                </a:cubicBezTo>
                <a:cubicBezTo>
                  <a:pt x="65" y="5"/>
                  <a:pt x="67" y="8"/>
                  <a:pt x="67" y="11"/>
                </a:cubicBezTo>
                <a:cubicBezTo>
                  <a:pt x="67" y="17"/>
                  <a:pt x="60" y="21"/>
                  <a:pt x="55" y="21"/>
                </a:cubicBezTo>
                <a:cubicBezTo>
                  <a:pt x="54" y="21"/>
                  <a:pt x="53" y="20"/>
                  <a:pt x="52" y="20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3"/>
                  <a:pt x="47" y="23"/>
                </a:cubicBezTo>
                <a:cubicBezTo>
                  <a:pt x="46" y="23"/>
                  <a:pt x="45" y="22"/>
                  <a:pt x="45" y="21"/>
                </a:cubicBezTo>
                <a:cubicBezTo>
                  <a:pt x="45" y="16"/>
                  <a:pt x="45" y="16"/>
                  <a:pt x="45" y="16"/>
                </a:cubicBezTo>
                <a:cubicBezTo>
                  <a:pt x="44" y="15"/>
                  <a:pt x="43" y="13"/>
                  <a:pt x="43" y="11"/>
                </a:cubicBezTo>
                <a:cubicBezTo>
                  <a:pt x="43" y="8"/>
                  <a:pt x="44" y="5"/>
                  <a:pt x="47" y="3"/>
                </a:cubicBezTo>
                <a:close/>
                <a:moveTo>
                  <a:pt x="41" y="27"/>
                </a:moveTo>
                <a:cubicBezTo>
                  <a:pt x="41" y="27"/>
                  <a:pt x="41" y="27"/>
                  <a:pt x="41" y="27"/>
                </a:cubicBezTo>
                <a:cubicBezTo>
                  <a:pt x="42" y="27"/>
                  <a:pt x="43" y="28"/>
                  <a:pt x="43" y="29"/>
                </a:cubicBezTo>
                <a:cubicBezTo>
                  <a:pt x="43" y="30"/>
                  <a:pt x="42" y="31"/>
                  <a:pt x="41" y="31"/>
                </a:cubicBezTo>
                <a:cubicBezTo>
                  <a:pt x="40" y="31"/>
                  <a:pt x="39" y="30"/>
                  <a:pt x="39" y="29"/>
                </a:cubicBezTo>
                <a:cubicBezTo>
                  <a:pt x="39" y="28"/>
                  <a:pt x="40" y="27"/>
                  <a:pt x="41" y="27"/>
                </a:cubicBezTo>
                <a:close/>
                <a:moveTo>
                  <a:pt x="41" y="34"/>
                </a:moveTo>
                <a:cubicBezTo>
                  <a:pt x="41" y="34"/>
                  <a:pt x="41" y="34"/>
                  <a:pt x="41" y="34"/>
                </a:cubicBezTo>
                <a:cubicBezTo>
                  <a:pt x="42" y="34"/>
                  <a:pt x="43" y="35"/>
                  <a:pt x="43" y="36"/>
                </a:cubicBezTo>
                <a:cubicBezTo>
                  <a:pt x="43" y="37"/>
                  <a:pt x="42" y="38"/>
                  <a:pt x="41" y="38"/>
                </a:cubicBezTo>
                <a:cubicBezTo>
                  <a:pt x="40" y="38"/>
                  <a:pt x="39" y="37"/>
                  <a:pt x="39" y="36"/>
                </a:cubicBezTo>
                <a:cubicBezTo>
                  <a:pt x="39" y="35"/>
                  <a:pt x="40" y="34"/>
                  <a:pt x="41" y="34"/>
                </a:cubicBezTo>
                <a:close/>
                <a:moveTo>
                  <a:pt x="41" y="41"/>
                </a:moveTo>
                <a:cubicBezTo>
                  <a:pt x="41" y="41"/>
                  <a:pt x="41" y="41"/>
                  <a:pt x="41" y="41"/>
                </a:cubicBezTo>
                <a:cubicBezTo>
                  <a:pt x="42" y="41"/>
                  <a:pt x="43" y="42"/>
                  <a:pt x="43" y="42"/>
                </a:cubicBezTo>
                <a:cubicBezTo>
                  <a:pt x="43" y="42"/>
                  <a:pt x="43" y="42"/>
                  <a:pt x="43" y="42"/>
                </a:cubicBezTo>
                <a:cubicBezTo>
                  <a:pt x="44" y="43"/>
                  <a:pt x="44" y="44"/>
                  <a:pt x="44" y="45"/>
                </a:cubicBezTo>
                <a:cubicBezTo>
                  <a:pt x="44" y="46"/>
                  <a:pt x="44" y="47"/>
                  <a:pt x="43" y="47"/>
                </a:cubicBezTo>
                <a:cubicBezTo>
                  <a:pt x="43" y="47"/>
                  <a:pt x="43" y="47"/>
                  <a:pt x="43" y="47"/>
                </a:cubicBezTo>
                <a:cubicBezTo>
                  <a:pt x="43" y="48"/>
                  <a:pt x="42" y="48"/>
                  <a:pt x="41" y="48"/>
                </a:cubicBezTo>
                <a:cubicBezTo>
                  <a:pt x="40" y="48"/>
                  <a:pt x="39" y="48"/>
                  <a:pt x="38" y="47"/>
                </a:cubicBezTo>
                <a:cubicBezTo>
                  <a:pt x="38" y="47"/>
                  <a:pt x="38" y="47"/>
                  <a:pt x="38" y="47"/>
                </a:cubicBezTo>
                <a:cubicBezTo>
                  <a:pt x="38" y="47"/>
                  <a:pt x="37" y="46"/>
                  <a:pt x="37" y="45"/>
                </a:cubicBezTo>
                <a:cubicBezTo>
                  <a:pt x="37" y="44"/>
                  <a:pt x="38" y="43"/>
                  <a:pt x="38" y="42"/>
                </a:cubicBezTo>
                <a:cubicBezTo>
                  <a:pt x="38" y="42"/>
                  <a:pt x="38" y="42"/>
                  <a:pt x="38" y="42"/>
                </a:cubicBezTo>
                <a:cubicBezTo>
                  <a:pt x="39" y="42"/>
                  <a:pt x="40" y="41"/>
                  <a:pt x="41" y="41"/>
                </a:cubicBezTo>
                <a:close/>
                <a:moveTo>
                  <a:pt x="42" y="44"/>
                </a:moveTo>
                <a:cubicBezTo>
                  <a:pt x="42" y="44"/>
                  <a:pt x="42" y="44"/>
                  <a:pt x="42" y="44"/>
                </a:cubicBezTo>
                <a:cubicBezTo>
                  <a:pt x="42" y="44"/>
                  <a:pt x="41" y="43"/>
                  <a:pt x="41" y="43"/>
                </a:cubicBezTo>
                <a:cubicBezTo>
                  <a:pt x="41" y="43"/>
                  <a:pt x="40" y="44"/>
                  <a:pt x="4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4"/>
                  <a:pt x="40" y="44"/>
                  <a:pt x="40" y="45"/>
                </a:cubicBezTo>
                <a:cubicBezTo>
                  <a:pt x="40" y="45"/>
                  <a:pt x="40" y="45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1" y="46"/>
                  <a:pt x="41" y="46"/>
                </a:cubicBezTo>
                <a:cubicBezTo>
                  <a:pt x="41" y="46"/>
                  <a:pt x="41" y="46"/>
                  <a:pt x="42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45"/>
                  <a:pt x="42" y="45"/>
                  <a:pt x="42" y="45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44"/>
                  <a:pt x="42" y="44"/>
                  <a:pt x="42" y="44"/>
                </a:cubicBezTo>
                <a:close/>
                <a:moveTo>
                  <a:pt x="10" y="22"/>
                </a:moveTo>
                <a:cubicBezTo>
                  <a:pt x="10" y="22"/>
                  <a:pt x="10" y="22"/>
                  <a:pt x="10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3" y="22"/>
                  <a:pt x="34" y="22"/>
                  <a:pt x="35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4"/>
                  <a:pt x="36" y="25"/>
                  <a:pt x="36" y="26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6"/>
                  <a:pt x="36" y="47"/>
                  <a:pt x="35" y="48"/>
                </a:cubicBezTo>
                <a:cubicBezTo>
                  <a:pt x="34" y="49"/>
                  <a:pt x="33" y="49"/>
                  <a:pt x="32" y="49"/>
                </a:cubicBezTo>
                <a:cubicBezTo>
                  <a:pt x="10" y="49"/>
                  <a:pt x="10" y="49"/>
                  <a:pt x="10" y="49"/>
                </a:cubicBezTo>
                <a:cubicBezTo>
                  <a:pt x="9" y="49"/>
                  <a:pt x="8" y="49"/>
                  <a:pt x="7" y="48"/>
                </a:cubicBezTo>
                <a:cubicBezTo>
                  <a:pt x="7" y="48"/>
                  <a:pt x="7" y="48"/>
                  <a:pt x="7" y="48"/>
                </a:cubicBezTo>
                <a:cubicBezTo>
                  <a:pt x="7" y="48"/>
                  <a:pt x="7" y="48"/>
                  <a:pt x="7" y="48"/>
                </a:cubicBezTo>
                <a:cubicBezTo>
                  <a:pt x="7" y="47"/>
                  <a:pt x="6" y="46"/>
                  <a:pt x="6" y="45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5"/>
                  <a:pt x="7" y="24"/>
                  <a:pt x="7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8" y="22"/>
                  <a:pt x="9" y="22"/>
                  <a:pt x="10" y="22"/>
                </a:cubicBezTo>
                <a:close/>
                <a:moveTo>
                  <a:pt x="32" y="24"/>
                </a:moveTo>
                <a:cubicBezTo>
                  <a:pt x="32" y="24"/>
                  <a:pt x="32" y="24"/>
                  <a:pt x="32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9" y="24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5"/>
                  <a:pt x="9" y="25"/>
                  <a:pt x="9" y="26"/>
                </a:cubicBezTo>
                <a:cubicBezTo>
                  <a:pt x="9" y="45"/>
                  <a:pt x="9" y="45"/>
                  <a:pt x="9" y="45"/>
                </a:cubicBezTo>
                <a:cubicBezTo>
                  <a:pt x="9" y="46"/>
                  <a:pt x="9" y="46"/>
                  <a:pt x="9" y="46"/>
                </a:cubicBezTo>
                <a:cubicBezTo>
                  <a:pt x="9" y="46"/>
                  <a:pt x="9" y="46"/>
                  <a:pt x="9" y="46"/>
                </a:cubicBezTo>
                <a:cubicBezTo>
                  <a:pt x="9" y="47"/>
                  <a:pt x="10" y="47"/>
                  <a:pt x="10" y="47"/>
                </a:cubicBezTo>
                <a:cubicBezTo>
                  <a:pt x="32" y="47"/>
                  <a:pt x="32" y="47"/>
                  <a:pt x="32" y="47"/>
                </a:cubicBezTo>
                <a:cubicBezTo>
                  <a:pt x="33" y="47"/>
                  <a:pt x="33" y="47"/>
                  <a:pt x="34" y="46"/>
                </a:cubicBezTo>
                <a:cubicBezTo>
                  <a:pt x="34" y="46"/>
                  <a:pt x="34" y="46"/>
                  <a:pt x="34" y="45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3" y="24"/>
                  <a:pt x="33" y="24"/>
                  <a:pt x="32" y="24"/>
                </a:cubicBezTo>
                <a:close/>
                <a:moveTo>
                  <a:pt x="7" y="23"/>
                </a:moveTo>
                <a:cubicBezTo>
                  <a:pt x="7" y="23"/>
                  <a:pt x="7" y="23"/>
                  <a:pt x="7" y="23"/>
                </a:cubicBezTo>
                <a:cubicBezTo>
                  <a:pt x="8" y="22"/>
                  <a:pt x="9" y="22"/>
                  <a:pt x="9" y="23"/>
                </a:cubicBezTo>
                <a:cubicBezTo>
                  <a:pt x="7" y="23"/>
                  <a:pt x="7" y="23"/>
                  <a:pt x="7" y="2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28" name="Freeform 162">
            <a:extLst>
              <a:ext uri="{FF2B5EF4-FFF2-40B4-BE49-F238E27FC236}">
                <a16:creationId xmlns:a16="http://schemas.microsoft.com/office/drawing/2014/main" id="{A52825A4-C36D-A105-0D7F-FAB105D45875}"/>
              </a:ext>
            </a:extLst>
          </p:cNvPr>
          <p:cNvSpPr>
            <a:spLocks noEditPoints="1"/>
          </p:cNvSpPr>
          <p:nvPr/>
        </p:nvSpPr>
        <p:spPr bwMode="auto">
          <a:xfrm>
            <a:off x="2408168" y="4811632"/>
            <a:ext cx="198967" cy="194733"/>
          </a:xfrm>
          <a:custGeom>
            <a:avLst/>
            <a:gdLst>
              <a:gd name="T0" fmla="*/ 123825 w 47"/>
              <a:gd name="T1" fmla="*/ 120650 h 46"/>
              <a:gd name="T2" fmla="*/ 76200 w 47"/>
              <a:gd name="T3" fmla="*/ 114300 h 46"/>
              <a:gd name="T4" fmla="*/ 34925 w 47"/>
              <a:gd name="T5" fmla="*/ 57150 h 46"/>
              <a:gd name="T6" fmla="*/ 114300 w 47"/>
              <a:gd name="T7" fmla="*/ 57150 h 46"/>
              <a:gd name="T8" fmla="*/ 114300 w 47"/>
              <a:gd name="T9" fmla="*/ 88900 h 46"/>
              <a:gd name="T10" fmla="*/ 73025 w 47"/>
              <a:gd name="T11" fmla="*/ 85725 h 46"/>
              <a:gd name="T12" fmla="*/ 69850 w 47"/>
              <a:gd name="T13" fmla="*/ 88900 h 46"/>
              <a:gd name="T14" fmla="*/ 69850 w 47"/>
              <a:gd name="T15" fmla="*/ 63500 h 46"/>
              <a:gd name="T16" fmla="*/ 69850 w 47"/>
              <a:gd name="T17" fmla="*/ 53975 h 46"/>
              <a:gd name="T18" fmla="*/ 85725 w 47"/>
              <a:gd name="T19" fmla="*/ 60325 h 46"/>
              <a:gd name="T20" fmla="*/ 85725 w 47"/>
              <a:gd name="T21" fmla="*/ 69850 h 46"/>
              <a:gd name="T22" fmla="*/ 79375 w 47"/>
              <a:gd name="T23" fmla="*/ 76200 h 46"/>
              <a:gd name="T24" fmla="*/ 69850 w 47"/>
              <a:gd name="T25" fmla="*/ 79375 h 46"/>
              <a:gd name="T26" fmla="*/ 79375 w 47"/>
              <a:gd name="T27" fmla="*/ 66675 h 46"/>
              <a:gd name="T28" fmla="*/ 79375 w 47"/>
              <a:gd name="T29" fmla="*/ 63500 h 46"/>
              <a:gd name="T30" fmla="*/ 76200 w 47"/>
              <a:gd name="T31" fmla="*/ 60325 h 46"/>
              <a:gd name="T32" fmla="*/ 79375 w 47"/>
              <a:gd name="T33" fmla="*/ 22225 h 46"/>
              <a:gd name="T34" fmla="*/ 69850 w 47"/>
              <a:gd name="T35" fmla="*/ 9525 h 46"/>
              <a:gd name="T36" fmla="*/ 63500 w 47"/>
              <a:gd name="T37" fmla="*/ 9525 h 46"/>
              <a:gd name="T38" fmla="*/ 73025 w 47"/>
              <a:gd name="T39" fmla="*/ 0 h 46"/>
              <a:gd name="T40" fmla="*/ 73025 w 47"/>
              <a:gd name="T41" fmla="*/ 0 h 46"/>
              <a:gd name="T42" fmla="*/ 76200 w 47"/>
              <a:gd name="T43" fmla="*/ 0 h 46"/>
              <a:gd name="T44" fmla="*/ 76200 w 47"/>
              <a:gd name="T45" fmla="*/ 0 h 46"/>
              <a:gd name="T46" fmla="*/ 76200 w 47"/>
              <a:gd name="T47" fmla="*/ 0 h 46"/>
              <a:gd name="T48" fmla="*/ 82550 w 47"/>
              <a:gd name="T49" fmla="*/ 12700 h 46"/>
              <a:gd name="T50" fmla="*/ 25400 w 47"/>
              <a:gd name="T51" fmla="*/ 69850 h 46"/>
              <a:gd name="T52" fmla="*/ 25400 w 47"/>
              <a:gd name="T53" fmla="*/ 76200 h 46"/>
              <a:gd name="T54" fmla="*/ 15875 w 47"/>
              <a:gd name="T55" fmla="*/ 85725 h 46"/>
              <a:gd name="T56" fmla="*/ 3175 w 47"/>
              <a:gd name="T57" fmla="*/ 76200 h 46"/>
              <a:gd name="T58" fmla="*/ 0 w 47"/>
              <a:gd name="T59" fmla="*/ 76200 h 46"/>
              <a:gd name="T60" fmla="*/ 0 w 47"/>
              <a:gd name="T61" fmla="*/ 73025 h 46"/>
              <a:gd name="T62" fmla="*/ 0 w 47"/>
              <a:gd name="T63" fmla="*/ 69850 h 46"/>
              <a:gd name="T64" fmla="*/ 3175 w 47"/>
              <a:gd name="T65" fmla="*/ 69850 h 46"/>
              <a:gd name="T66" fmla="*/ 15875 w 47"/>
              <a:gd name="T67" fmla="*/ 60325 h 46"/>
              <a:gd name="T68" fmla="*/ 25400 w 47"/>
              <a:gd name="T69" fmla="*/ 69850 h 46"/>
              <a:gd name="T70" fmla="*/ 76200 w 47"/>
              <a:gd name="T71" fmla="*/ 117475 h 46"/>
              <a:gd name="T72" fmla="*/ 82550 w 47"/>
              <a:gd name="T73" fmla="*/ 133350 h 46"/>
              <a:gd name="T74" fmla="*/ 76200 w 47"/>
              <a:gd name="T75" fmla="*/ 146050 h 46"/>
              <a:gd name="T76" fmla="*/ 76200 w 47"/>
              <a:gd name="T77" fmla="*/ 146050 h 46"/>
              <a:gd name="T78" fmla="*/ 76200 w 47"/>
              <a:gd name="T79" fmla="*/ 146050 h 46"/>
              <a:gd name="T80" fmla="*/ 73025 w 47"/>
              <a:gd name="T81" fmla="*/ 146050 h 46"/>
              <a:gd name="T82" fmla="*/ 73025 w 47"/>
              <a:gd name="T83" fmla="*/ 146050 h 46"/>
              <a:gd name="T84" fmla="*/ 69850 w 47"/>
              <a:gd name="T85" fmla="*/ 133350 h 46"/>
              <a:gd name="T86" fmla="*/ 123825 w 47"/>
              <a:gd name="T87" fmla="*/ 76200 h 46"/>
              <a:gd name="T88" fmla="*/ 123825 w 47"/>
              <a:gd name="T89" fmla="*/ 69850 h 46"/>
              <a:gd name="T90" fmla="*/ 133350 w 47"/>
              <a:gd name="T91" fmla="*/ 60325 h 46"/>
              <a:gd name="T92" fmla="*/ 149225 w 47"/>
              <a:gd name="T93" fmla="*/ 69850 h 46"/>
              <a:gd name="T94" fmla="*/ 149225 w 47"/>
              <a:gd name="T95" fmla="*/ 69850 h 46"/>
              <a:gd name="T96" fmla="*/ 149225 w 47"/>
              <a:gd name="T97" fmla="*/ 73025 h 46"/>
              <a:gd name="T98" fmla="*/ 149225 w 47"/>
              <a:gd name="T99" fmla="*/ 76200 h 46"/>
              <a:gd name="T100" fmla="*/ 149225 w 47"/>
              <a:gd name="T101" fmla="*/ 76200 h 46"/>
              <a:gd name="T102" fmla="*/ 133350 w 47"/>
              <a:gd name="T103" fmla="*/ 85725 h 46"/>
              <a:gd name="T104" fmla="*/ 123825 w 47"/>
              <a:gd name="T105" fmla="*/ 76200 h 46"/>
              <a:gd name="T106" fmla="*/ 76200 w 47"/>
              <a:gd name="T107" fmla="*/ 41275 h 46"/>
              <a:gd name="T108" fmla="*/ 63500 w 47"/>
              <a:gd name="T109" fmla="*/ 101600 h 46"/>
              <a:gd name="T110" fmla="*/ 104775 w 47"/>
              <a:gd name="T111" fmla="*/ 73025 h 46"/>
              <a:gd name="T112" fmla="*/ 85725 w 47"/>
              <a:gd name="T113" fmla="*/ 44450 h 4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47" h="46">
                <a:moveTo>
                  <a:pt x="34" y="31"/>
                </a:moveTo>
                <a:cubicBezTo>
                  <a:pt x="39" y="35"/>
                  <a:pt x="39" y="35"/>
                  <a:pt x="39" y="35"/>
                </a:cubicBezTo>
                <a:cubicBezTo>
                  <a:pt x="40" y="36"/>
                  <a:pt x="40" y="37"/>
                  <a:pt x="39" y="38"/>
                </a:cubicBezTo>
                <a:cubicBezTo>
                  <a:pt x="38" y="39"/>
                  <a:pt x="37" y="39"/>
                  <a:pt x="36" y="38"/>
                </a:cubicBezTo>
                <a:cubicBezTo>
                  <a:pt x="32" y="34"/>
                  <a:pt x="32" y="34"/>
                  <a:pt x="32" y="34"/>
                </a:cubicBezTo>
                <a:cubicBezTo>
                  <a:pt x="29" y="35"/>
                  <a:pt x="26" y="36"/>
                  <a:pt x="24" y="36"/>
                </a:cubicBezTo>
                <a:cubicBezTo>
                  <a:pt x="22" y="36"/>
                  <a:pt x="20" y="36"/>
                  <a:pt x="18" y="35"/>
                </a:cubicBezTo>
                <a:cubicBezTo>
                  <a:pt x="13" y="33"/>
                  <a:pt x="10" y="28"/>
                  <a:pt x="10" y="23"/>
                </a:cubicBezTo>
                <a:cubicBezTo>
                  <a:pt x="10" y="21"/>
                  <a:pt x="11" y="19"/>
                  <a:pt x="11" y="18"/>
                </a:cubicBezTo>
                <a:cubicBezTo>
                  <a:pt x="13" y="13"/>
                  <a:pt x="18" y="10"/>
                  <a:pt x="24" y="10"/>
                </a:cubicBezTo>
                <a:cubicBezTo>
                  <a:pt x="25" y="10"/>
                  <a:pt x="27" y="10"/>
                  <a:pt x="29" y="11"/>
                </a:cubicBezTo>
                <a:cubicBezTo>
                  <a:pt x="32" y="12"/>
                  <a:pt x="35" y="15"/>
                  <a:pt x="36" y="18"/>
                </a:cubicBezTo>
                <a:cubicBezTo>
                  <a:pt x="36" y="18"/>
                  <a:pt x="36" y="18"/>
                  <a:pt x="36" y="18"/>
                </a:cubicBezTo>
                <a:cubicBezTo>
                  <a:pt x="37" y="19"/>
                  <a:pt x="37" y="21"/>
                  <a:pt x="37" y="23"/>
                </a:cubicBezTo>
                <a:cubicBezTo>
                  <a:pt x="37" y="25"/>
                  <a:pt x="37" y="26"/>
                  <a:pt x="36" y="28"/>
                </a:cubicBezTo>
                <a:cubicBezTo>
                  <a:pt x="36" y="29"/>
                  <a:pt x="35" y="30"/>
                  <a:pt x="34" y="31"/>
                </a:cubicBezTo>
                <a:close/>
                <a:moveTo>
                  <a:pt x="23" y="27"/>
                </a:moveTo>
                <a:cubicBezTo>
                  <a:pt x="23" y="27"/>
                  <a:pt x="23" y="27"/>
                  <a:pt x="23" y="27"/>
                </a:cubicBezTo>
                <a:cubicBezTo>
                  <a:pt x="24" y="27"/>
                  <a:pt x="24" y="28"/>
                  <a:pt x="24" y="28"/>
                </a:cubicBezTo>
                <a:cubicBezTo>
                  <a:pt x="24" y="29"/>
                  <a:pt x="24" y="29"/>
                  <a:pt x="23" y="29"/>
                </a:cubicBezTo>
                <a:cubicBezTo>
                  <a:pt x="22" y="29"/>
                  <a:pt x="22" y="29"/>
                  <a:pt x="22" y="28"/>
                </a:cubicBezTo>
                <a:cubicBezTo>
                  <a:pt x="22" y="28"/>
                  <a:pt x="22" y="27"/>
                  <a:pt x="23" y="27"/>
                </a:cubicBezTo>
                <a:close/>
                <a:moveTo>
                  <a:pt x="22" y="20"/>
                </a:moveTo>
                <a:cubicBezTo>
                  <a:pt x="22" y="20"/>
                  <a:pt x="22" y="20"/>
                  <a:pt x="22" y="20"/>
                </a:cubicBezTo>
                <a:cubicBezTo>
                  <a:pt x="22" y="21"/>
                  <a:pt x="22" y="22"/>
                  <a:pt x="21" y="22"/>
                </a:cubicBezTo>
                <a:cubicBezTo>
                  <a:pt x="20" y="22"/>
                  <a:pt x="20" y="21"/>
                  <a:pt x="20" y="20"/>
                </a:cubicBezTo>
                <a:cubicBezTo>
                  <a:pt x="20" y="19"/>
                  <a:pt x="21" y="17"/>
                  <a:pt x="22" y="17"/>
                </a:cubicBezTo>
                <a:cubicBezTo>
                  <a:pt x="23" y="17"/>
                  <a:pt x="23" y="16"/>
                  <a:pt x="24" y="16"/>
                </a:cubicBezTo>
                <a:cubicBezTo>
                  <a:pt x="25" y="16"/>
                  <a:pt x="25" y="17"/>
                  <a:pt x="26" y="17"/>
                </a:cubicBezTo>
                <a:cubicBezTo>
                  <a:pt x="26" y="18"/>
                  <a:pt x="27" y="18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20"/>
                  <a:pt x="27" y="20"/>
                </a:cubicBezTo>
                <a:cubicBezTo>
                  <a:pt x="27" y="21"/>
                  <a:pt x="27" y="22"/>
                  <a:pt x="27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6" y="23"/>
                  <a:pt x="25" y="24"/>
                  <a:pt x="25" y="24"/>
                </a:cubicBezTo>
                <a:cubicBezTo>
                  <a:pt x="25" y="24"/>
                  <a:pt x="25" y="24"/>
                  <a:pt x="25" y="24"/>
                </a:cubicBezTo>
                <a:cubicBezTo>
                  <a:pt x="24" y="24"/>
                  <a:pt x="24" y="24"/>
                  <a:pt x="24" y="25"/>
                </a:cubicBezTo>
                <a:cubicBezTo>
                  <a:pt x="24" y="26"/>
                  <a:pt x="24" y="26"/>
                  <a:pt x="23" y="26"/>
                </a:cubicBezTo>
                <a:cubicBezTo>
                  <a:pt x="22" y="26"/>
                  <a:pt x="22" y="26"/>
                  <a:pt x="22" y="25"/>
                </a:cubicBezTo>
                <a:cubicBezTo>
                  <a:pt x="22" y="23"/>
                  <a:pt x="23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1"/>
                  <a:pt x="25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1"/>
                  <a:pt x="25" y="20"/>
                  <a:pt x="25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19"/>
                  <a:pt x="25" y="19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3" y="19"/>
                  <a:pt x="22" y="20"/>
                  <a:pt x="22" y="20"/>
                </a:cubicBezTo>
                <a:close/>
                <a:moveTo>
                  <a:pt x="25" y="7"/>
                </a:moveTo>
                <a:cubicBezTo>
                  <a:pt x="25" y="7"/>
                  <a:pt x="25" y="7"/>
                  <a:pt x="25" y="7"/>
                </a:cubicBezTo>
                <a:cubicBezTo>
                  <a:pt x="25" y="8"/>
                  <a:pt x="24" y="9"/>
                  <a:pt x="24" y="9"/>
                </a:cubicBezTo>
                <a:cubicBezTo>
                  <a:pt x="23" y="9"/>
                  <a:pt x="22" y="8"/>
                  <a:pt x="22" y="7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4"/>
                  <a:pt x="22" y="4"/>
                  <a:pt x="22" y="4"/>
                </a:cubicBezTo>
                <a:cubicBezTo>
                  <a:pt x="21" y="5"/>
                  <a:pt x="20" y="5"/>
                  <a:pt x="20" y="4"/>
                </a:cubicBezTo>
                <a:cubicBezTo>
                  <a:pt x="20" y="4"/>
                  <a:pt x="20" y="3"/>
                  <a:pt x="20" y="3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7" y="3"/>
                  <a:pt x="27" y="3"/>
                  <a:pt x="27" y="3"/>
                </a:cubicBezTo>
                <a:cubicBezTo>
                  <a:pt x="28" y="3"/>
                  <a:pt x="28" y="4"/>
                  <a:pt x="27" y="4"/>
                </a:cubicBezTo>
                <a:cubicBezTo>
                  <a:pt x="27" y="5"/>
                  <a:pt x="26" y="5"/>
                  <a:pt x="26" y="4"/>
                </a:cubicBezTo>
                <a:cubicBezTo>
                  <a:pt x="25" y="3"/>
                  <a:pt x="25" y="3"/>
                  <a:pt x="25" y="3"/>
                </a:cubicBezTo>
                <a:cubicBezTo>
                  <a:pt x="25" y="7"/>
                  <a:pt x="25" y="7"/>
                  <a:pt x="25" y="7"/>
                </a:cubicBezTo>
                <a:close/>
                <a:moveTo>
                  <a:pt x="8" y="22"/>
                </a:moveTo>
                <a:cubicBezTo>
                  <a:pt x="8" y="22"/>
                  <a:pt x="8" y="22"/>
                  <a:pt x="8" y="22"/>
                </a:cubicBezTo>
                <a:cubicBezTo>
                  <a:pt x="9" y="22"/>
                  <a:pt x="9" y="22"/>
                  <a:pt x="9" y="23"/>
                </a:cubicBezTo>
                <a:cubicBezTo>
                  <a:pt x="9" y="24"/>
                  <a:pt x="9" y="24"/>
                  <a:pt x="8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25"/>
                  <a:pt x="5" y="26"/>
                  <a:pt x="5" y="27"/>
                </a:cubicBezTo>
                <a:cubicBezTo>
                  <a:pt x="5" y="27"/>
                  <a:pt x="4" y="27"/>
                  <a:pt x="3" y="27"/>
                </a:cubicBezTo>
                <a:cubicBezTo>
                  <a:pt x="1" y="24"/>
                  <a:pt x="1" y="24"/>
                  <a:pt x="1" y="24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3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1" y="22"/>
                  <a:pt x="1" y="22"/>
                  <a:pt x="1" y="22"/>
                </a:cubicBezTo>
                <a:cubicBezTo>
                  <a:pt x="1" y="22"/>
                  <a:pt x="1" y="22"/>
                  <a:pt x="1" y="22"/>
                </a:cubicBezTo>
                <a:cubicBezTo>
                  <a:pt x="3" y="19"/>
                  <a:pt x="3" y="19"/>
                  <a:pt x="3" y="19"/>
                </a:cubicBezTo>
                <a:cubicBezTo>
                  <a:pt x="4" y="19"/>
                  <a:pt x="5" y="19"/>
                  <a:pt x="5" y="19"/>
                </a:cubicBezTo>
                <a:cubicBezTo>
                  <a:pt x="5" y="20"/>
                  <a:pt x="5" y="20"/>
                  <a:pt x="5" y="21"/>
                </a:cubicBezTo>
                <a:cubicBezTo>
                  <a:pt x="4" y="22"/>
                  <a:pt x="4" y="22"/>
                  <a:pt x="4" y="22"/>
                </a:cubicBezTo>
                <a:cubicBezTo>
                  <a:pt x="8" y="22"/>
                  <a:pt x="8" y="22"/>
                  <a:pt x="8" y="22"/>
                </a:cubicBezTo>
                <a:close/>
                <a:moveTo>
                  <a:pt x="22" y="38"/>
                </a:moveTo>
                <a:cubicBezTo>
                  <a:pt x="22" y="38"/>
                  <a:pt x="22" y="38"/>
                  <a:pt x="22" y="38"/>
                </a:cubicBezTo>
                <a:cubicBezTo>
                  <a:pt x="22" y="38"/>
                  <a:pt x="23" y="37"/>
                  <a:pt x="24" y="37"/>
                </a:cubicBezTo>
                <a:cubicBezTo>
                  <a:pt x="24" y="37"/>
                  <a:pt x="25" y="38"/>
                  <a:pt x="25" y="38"/>
                </a:cubicBezTo>
                <a:cubicBezTo>
                  <a:pt x="25" y="42"/>
                  <a:pt x="25" y="42"/>
                  <a:pt x="25" y="42"/>
                </a:cubicBezTo>
                <a:cubicBezTo>
                  <a:pt x="26" y="42"/>
                  <a:pt x="26" y="42"/>
                  <a:pt x="26" y="42"/>
                </a:cubicBezTo>
                <a:cubicBezTo>
                  <a:pt x="26" y="41"/>
                  <a:pt x="27" y="41"/>
                  <a:pt x="27" y="42"/>
                </a:cubicBezTo>
                <a:cubicBezTo>
                  <a:pt x="28" y="42"/>
                  <a:pt x="28" y="43"/>
                  <a:pt x="27" y="43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3"/>
                  <a:pt x="20" y="42"/>
                  <a:pt x="20" y="42"/>
                </a:cubicBezTo>
                <a:cubicBezTo>
                  <a:pt x="20" y="41"/>
                  <a:pt x="21" y="41"/>
                  <a:pt x="22" y="42"/>
                </a:cubicBezTo>
                <a:cubicBezTo>
                  <a:pt x="22" y="42"/>
                  <a:pt x="22" y="42"/>
                  <a:pt x="22" y="42"/>
                </a:cubicBezTo>
                <a:cubicBezTo>
                  <a:pt x="22" y="38"/>
                  <a:pt x="22" y="38"/>
                  <a:pt x="22" y="38"/>
                </a:cubicBezTo>
                <a:close/>
                <a:moveTo>
                  <a:pt x="39" y="24"/>
                </a:moveTo>
                <a:cubicBezTo>
                  <a:pt x="39" y="24"/>
                  <a:pt x="39" y="24"/>
                  <a:pt x="39" y="24"/>
                </a:cubicBezTo>
                <a:cubicBezTo>
                  <a:pt x="38" y="24"/>
                  <a:pt x="38" y="24"/>
                  <a:pt x="38" y="23"/>
                </a:cubicBezTo>
                <a:cubicBezTo>
                  <a:pt x="38" y="22"/>
                  <a:pt x="38" y="22"/>
                  <a:pt x="39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20"/>
                  <a:pt x="42" y="19"/>
                </a:cubicBezTo>
                <a:cubicBezTo>
                  <a:pt x="43" y="19"/>
                  <a:pt x="43" y="19"/>
                  <a:pt x="44" y="19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4" y="27"/>
                  <a:pt x="44" y="27"/>
                  <a:pt x="44" y="27"/>
                </a:cubicBezTo>
                <a:cubicBezTo>
                  <a:pt x="43" y="27"/>
                  <a:pt x="43" y="27"/>
                  <a:pt x="42" y="27"/>
                </a:cubicBezTo>
                <a:cubicBezTo>
                  <a:pt x="42" y="26"/>
                  <a:pt x="42" y="25"/>
                  <a:pt x="42" y="25"/>
                </a:cubicBezTo>
                <a:cubicBezTo>
                  <a:pt x="43" y="24"/>
                  <a:pt x="43" y="24"/>
                  <a:pt x="43" y="24"/>
                </a:cubicBezTo>
                <a:cubicBezTo>
                  <a:pt x="39" y="24"/>
                  <a:pt x="39" y="24"/>
                  <a:pt x="39" y="24"/>
                </a:cubicBezTo>
                <a:close/>
                <a:moveTo>
                  <a:pt x="27" y="14"/>
                </a:moveTo>
                <a:cubicBezTo>
                  <a:pt x="27" y="14"/>
                  <a:pt x="27" y="14"/>
                  <a:pt x="27" y="14"/>
                </a:cubicBezTo>
                <a:cubicBezTo>
                  <a:pt x="26" y="14"/>
                  <a:pt x="25" y="13"/>
                  <a:pt x="24" y="13"/>
                </a:cubicBezTo>
                <a:cubicBezTo>
                  <a:pt x="20" y="13"/>
                  <a:pt x="16" y="16"/>
                  <a:pt x="15" y="19"/>
                </a:cubicBezTo>
                <a:cubicBezTo>
                  <a:pt x="14" y="20"/>
                  <a:pt x="14" y="22"/>
                  <a:pt x="14" y="23"/>
                </a:cubicBezTo>
                <a:cubicBezTo>
                  <a:pt x="14" y="27"/>
                  <a:pt x="16" y="30"/>
                  <a:pt x="20" y="32"/>
                </a:cubicBezTo>
                <a:cubicBezTo>
                  <a:pt x="21" y="32"/>
                  <a:pt x="22" y="32"/>
                  <a:pt x="24" y="32"/>
                </a:cubicBezTo>
                <a:cubicBezTo>
                  <a:pt x="27" y="32"/>
                  <a:pt x="31" y="30"/>
                  <a:pt x="32" y="27"/>
                </a:cubicBezTo>
                <a:cubicBezTo>
                  <a:pt x="33" y="25"/>
                  <a:pt x="33" y="24"/>
                  <a:pt x="33" y="23"/>
                </a:cubicBezTo>
                <a:cubicBezTo>
                  <a:pt x="33" y="22"/>
                  <a:pt x="33" y="20"/>
                  <a:pt x="32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1" y="17"/>
                  <a:pt x="30" y="15"/>
                  <a:pt x="27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29" name="Freeform 163">
            <a:extLst>
              <a:ext uri="{FF2B5EF4-FFF2-40B4-BE49-F238E27FC236}">
                <a16:creationId xmlns:a16="http://schemas.microsoft.com/office/drawing/2014/main" id="{AD878C99-8AFF-5AEC-26F6-28CA8DE845E8}"/>
              </a:ext>
            </a:extLst>
          </p:cNvPr>
          <p:cNvSpPr>
            <a:spLocks noEditPoints="1"/>
          </p:cNvSpPr>
          <p:nvPr/>
        </p:nvSpPr>
        <p:spPr bwMode="auto">
          <a:xfrm>
            <a:off x="3911001" y="4329032"/>
            <a:ext cx="186267" cy="215900"/>
          </a:xfrm>
          <a:custGeom>
            <a:avLst/>
            <a:gdLst>
              <a:gd name="T0" fmla="*/ 50800 w 44"/>
              <a:gd name="T1" fmla="*/ 69850 h 51"/>
              <a:gd name="T2" fmla="*/ 107950 w 44"/>
              <a:gd name="T3" fmla="*/ 66675 h 51"/>
              <a:gd name="T4" fmla="*/ 107950 w 44"/>
              <a:gd name="T5" fmla="*/ 73025 h 51"/>
              <a:gd name="T6" fmla="*/ 34925 w 44"/>
              <a:gd name="T7" fmla="*/ 117475 h 51"/>
              <a:gd name="T8" fmla="*/ 41275 w 44"/>
              <a:gd name="T9" fmla="*/ 123825 h 51"/>
              <a:gd name="T10" fmla="*/ 28575 w 44"/>
              <a:gd name="T11" fmla="*/ 123825 h 51"/>
              <a:gd name="T12" fmla="*/ 34925 w 44"/>
              <a:gd name="T13" fmla="*/ 88900 h 51"/>
              <a:gd name="T14" fmla="*/ 41275 w 44"/>
              <a:gd name="T15" fmla="*/ 95250 h 51"/>
              <a:gd name="T16" fmla="*/ 28575 w 44"/>
              <a:gd name="T17" fmla="*/ 95250 h 51"/>
              <a:gd name="T18" fmla="*/ 34925 w 44"/>
              <a:gd name="T19" fmla="*/ 63500 h 51"/>
              <a:gd name="T20" fmla="*/ 41275 w 44"/>
              <a:gd name="T21" fmla="*/ 69850 h 51"/>
              <a:gd name="T22" fmla="*/ 28575 w 44"/>
              <a:gd name="T23" fmla="*/ 69850 h 51"/>
              <a:gd name="T24" fmla="*/ 69850 w 44"/>
              <a:gd name="T25" fmla="*/ 0 h 51"/>
              <a:gd name="T26" fmla="*/ 88900 w 44"/>
              <a:gd name="T27" fmla="*/ 6350 h 51"/>
              <a:gd name="T28" fmla="*/ 114300 w 44"/>
              <a:gd name="T29" fmla="*/ 19050 h 51"/>
              <a:gd name="T30" fmla="*/ 117475 w 44"/>
              <a:gd name="T31" fmla="*/ 22225 h 51"/>
              <a:gd name="T32" fmla="*/ 133350 w 44"/>
              <a:gd name="T33" fmla="*/ 25400 h 51"/>
              <a:gd name="T34" fmla="*/ 139700 w 44"/>
              <a:gd name="T35" fmla="*/ 31750 h 51"/>
              <a:gd name="T36" fmla="*/ 133350 w 44"/>
              <a:gd name="T37" fmla="*/ 161925 h 51"/>
              <a:gd name="T38" fmla="*/ 6350 w 44"/>
              <a:gd name="T39" fmla="*/ 161925 h 51"/>
              <a:gd name="T40" fmla="*/ 0 w 44"/>
              <a:gd name="T41" fmla="*/ 158750 h 51"/>
              <a:gd name="T42" fmla="*/ 6350 w 44"/>
              <a:gd name="T43" fmla="*/ 25400 h 51"/>
              <a:gd name="T44" fmla="*/ 25400 w 44"/>
              <a:gd name="T45" fmla="*/ 25400 h 51"/>
              <a:gd name="T46" fmla="*/ 28575 w 44"/>
              <a:gd name="T47" fmla="*/ 19050 h 51"/>
              <a:gd name="T48" fmla="*/ 47625 w 44"/>
              <a:gd name="T49" fmla="*/ 19050 h 51"/>
              <a:gd name="T50" fmla="*/ 69850 w 44"/>
              <a:gd name="T51" fmla="*/ 0 h 51"/>
              <a:gd name="T52" fmla="*/ 85725 w 44"/>
              <a:gd name="T53" fmla="*/ 19050 h 51"/>
              <a:gd name="T54" fmla="*/ 69850 w 44"/>
              <a:gd name="T55" fmla="*/ 6350 h 51"/>
              <a:gd name="T56" fmla="*/ 53975 w 44"/>
              <a:gd name="T57" fmla="*/ 19050 h 51"/>
              <a:gd name="T58" fmla="*/ 85725 w 44"/>
              <a:gd name="T59" fmla="*/ 19050 h 51"/>
              <a:gd name="T60" fmla="*/ 117475 w 44"/>
              <a:gd name="T61" fmla="*/ 38100 h 51"/>
              <a:gd name="T62" fmla="*/ 114300 w 44"/>
              <a:gd name="T63" fmla="*/ 44450 h 51"/>
              <a:gd name="T64" fmla="*/ 69850 w 44"/>
              <a:gd name="T65" fmla="*/ 44450 h 51"/>
              <a:gd name="T66" fmla="*/ 25400 w 44"/>
              <a:gd name="T67" fmla="*/ 41275 h 51"/>
              <a:gd name="T68" fmla="*/ 25400 w 44"/>
              <a:gd name="T69" fmla="*/ 38100 h 51"/>
              <a:gd name="T70" fmla="*/ 12700 w 44"/>
              <a:gd name="T71" fmla="*/ 152400 h 51"/>
              <a:gd name="T72" fmla="*/ 127000 w 44"/>
              <a:gd name="T73" fmla="*/ 38100 h 51"/>
              <a:gd name="T74" fmla="*/ 69850 w 44"/>
              <a:gd name="T75" fmla="*/ 25400 h 51"/>
              <a:gd name="T76" fmla="*/ 31750 w 44"/>
              <a:gd name="T77" fmla="*/ 25400 h 51"/>
              <a:gd name="T78" fmla="*/ 31750 w 44"/>
              <a:gd name="T79" fmla="*/ 38100 h 51"/>
              <a:gd name="T80" fmla="*/ 111125 w 44"/>
              <a:gd name="T81" fmla="*/ 38100 h 51"/>
              <a:gd name="T82" fmla="*/ 111125 w 44"/>
              <a:gd name="T83" fmla="*/ 25400 h 51"/>
              <a:gd name="T84" fmla="*/ 53975 w 44"/>
              <a:gd name="T85" fmla="*/ 127000 h 51"/>
              <a:gd name="T86" fmla="*/ 50800 w 44"/>
              <a:gd name="T87" fmla="*/ 123825 h 51"/>
              <a:gd name="T88" fmla="*/ 107950 w 44"/>
              <a:gd name="T89" fmla="*/ 117475 h 51"/>
              <a:gd name="T90" fmla="*/ 107950 w 44"/>
              <a:gd name="T91" fmla="*/ 127000 h 51"/>
              <a:gd name="T92" fmla="*/ 53975 w 44"/>
              <a:gd name="T93" fmla="*/ 101600 h 51"/>
              <a:gd name="T94" fmla="*/ 50800 w 44"/>
              <a:gd name="T95" fmla="*/ 95250 h 51"/>
              <a:gd name="T96" fmla="*/ 107950 w 44"/>
              <a:gd name="T97" fmla="*/ 92075 h 51"/>
              <a:gd name="T98" fmla="*/ 107950 w 44"/>
              <a:gd name="T99" fmla="*/ 101600 h 5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4" h="51">
                <a:moveTo>
                  <a:pt x="17" y="23"/>
                </a:moveTo>
                <a:cubicBezTo>
                  <a:pt x="16" y="23"/>
                  <a:pt x="16" y="23"/>
                  <a:pt x="16" y="22"/>
                </a:cubicBezTo>
                <a:cubicBezTo>
                  <a:pt x="16" y="22"/>
                  <a:pt x="16" y="21"/>
                  <a:pt x="17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5" y="22"/>
                  <a:pt x="35" y="22"/>
                </a:cubicBezTo>
                <a:cubicBezTo>
                  <a:pt x="35" y="23"/>
                  <a:pt x="34" y="23"/>
                  <a:pt x="34" y="23"/>
                </a:cubicBezTo>
                <a:cubicBezTo>
                  <a:pt x="17" y="23"/>
                  <a:pt x="17" y="23"/>
                  <a:pt x="17" y="23"/>
                </a:cubicBezTo>
                <a:close/>
                <a:moveTo>
                  <a:pt x="11" y="37"/>
                </a:moveTo>
                <a:cubicBezTo>
                  <a:pt x="11" y="37"/>
                  <a:pt x="11" y="37"/>
                  <a:pt x="11" y="37"/>
                </a:cubicBezTo>
                <a:cubicBezTo>
                  <a:pt x="12" y="37"/>
                  <a:pt x="13" y="37"/>
                  <a:pt x="13" y="39"/>
                </a:cubicBezTo>
                <a:cubicBezTo>
                  <a:pt x="13" y="40"/>
                  <a:pt x="12" y="41"/>
                  <a:pt x="11" y="41"/>
                </a:cubicBezTo>
                <a:cubicBezTo>
                  <a:pt x="10" y="41"/>
                  <a:pt x="9" y="40"/>
                  <a:pt x="9" y="39"/>
                </a:cubicBezTo>
                <a:cubicBezTo>
                  <a:pt x="9" y="37"/>
                  <a:pt x="10" y="37"/>
                  <a:pt x="11" y="37"/>
                </a:cubicBezTo>
                <a:close/>
                <a:moveTo>
                  <a:pt x="11" y="28"/>
                </a:moveTo>
                <a:cubicBezTo>
                  <a:pt x="11" y="28"/>
                  <a:pt x="11" y="28"/>
                  <a:pt x="11" y="28"/>
                </a:cubicBezTo>
                <a:cubicBezTo>
                  <a:pt x="12" y="28"/>
                  <a:pt x="13" y="29"/>
                  <a:pt x="13" y="30"/>
                </a:cubicBezTo>
                <a:cubicBezTo>
                  <a:pt x="13" y="31"/>
                  <a:pt x="12" y="32"/>
                  <a:pt x="11" y="32"/>
                </a:cubicBezTo>
                <a:cubicBezTo>
                  <a:pt x="10" y="32"/>
                  <a:pt x="9" y="31"/>
                  <a:pt x="9" y="30"/>
                </a:cubicBezTo>
                <a:cubicBezTo>
                  <a:pt x="9" y="29"/>
                  <a:pt x="10" y="28"/>
                  <a:pt x="11" y="28"/>
                </a:cubicBezTo>
                <a:close/>
                <a:moveTo>
                  <a:pt x="11" y="20"/>
                </a:moveTo>
                <a:cubicBezTo>
                  <a:pt x="11" y="20"/>
                  <a:pt x="11" y="20"/>
                  <a:pt x="11" y="20"/>
                </a:cubicBezTo>
                <a:cubicBezTo>
                  <a:pt x="12" y="20"/>
                  <a:pt x="13" y="21"/>
                  <a:pt x="13" y="22"/>
                </a:cubicBezTo>
                <a:cubicBezTo>
                  <a:pt x="13" y="23"/>
                  <a:pt x="12" y="24"/>
                  <a:pt x="11" y="24"/>
                </a:cubicBezTo>
                <a:cubicBezTo>
                  <a:pt x="10" y="24"/>
                  <a:pt x="9" y="23"/>
                  <a:pt x="9" y="22"/>
                </a:cubicBezTo>
                <a:cubicBezTo>
                  <a:pt x="9" y="21"/>
                  <a:pt x="10" y="20"/>
                  <a:pt x="11" y="20"/>
                </a:cubicBezTo>
                <a:close/>
                <a:moveTo>
                  <a:pt x="22" y="0"/>
                </a:moveTo>
                <a:cubicBezTo>
                  <a:pt x="22" y="0"/>
                  <a:pt x="22" y="0"/>
                  <a:pt x="22" y="0"/>
                </a:cubicBezTo>
                <a:cubicBezTo>
                  <a:pt x="24" y="0"/>
                  <a:pt x="26" y="1"/>
                  <a:pt x="28" y="2"/>
                </a:cubicBezTo>
                <a:cubicBezTo>
                  <a:pt x="29" y="3"/>
                  <a:pt x="29" y="5"/>
                  <a:pt x="30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7" y="6"/>
                  <a:pt x="37" y="6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8"/>
                  <a:pt x="37" y="8"/>
                  <a:pt x="37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8"/>
                  <a:pt x="44" y="9"/>
                  <a:pt x="44" y="10"/>
                </a:cubicBezTo>
                <a:cubicBezTo>
                  <a:pt x="44" y="10"/>
                  <a:pt x="44" y="10"/>
                  <a:pt x="44" y="10"/>
                </a:cubicBezTo>
                <a:cubicBezTo>
                  <a:pt x="44" y="50"/>
                  <a:pt x="44" y="50"/>
                  <a:pt x="44" y="50"/>
                </a:cubicBezTo>
                <a:cubicBezTo>
                  <a:pt x="44" y="51"/>
                  <a:pt x="43" y="51"/>
                  <a:pt x="42" y="51"/>
                </a:cubicBezTo>
                <a:cubicBezTo>
                  <a:pt x="42" y="51"/>
                  <a:pt x="42" y="51"/>
                  <a:pt x="42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1" y="51"/>
                  <a:pt x="0" y="51"/>
                  <a:pt x="0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1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7"/>
                  <a:pt x="8" y="7"/>
                  <a:pt x="8" y="7"/>
                </a:cubicBezTo>
                <a:cubicBezTo>
                  <a:pt x="8" y="6"/>
                  <a:pt x="8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5"/>
                  <a:pt x="16" y="3"/>
                  <a:pt x="17" y="2"/>
                </a:cubicBezTo>
                <a:cubicBezTo>
                  <a:pt x="18" y="1"/>
                  <a:pt x="20" y="0"/>
                  <a:pt x="22" y="0"/>
                </a:cubicBezTo>
                <a:close/>
                <a:moveTo>
                  <a:pt x="27" y="6"/>
                </a:moveTo>
                <a:cubicBezTo>
                  <a:pt x="27" y="6"/>
                  <a:pt x="27" y="6"/>
                  <a:pt x="27" y="6"/>
                </a:cubicBezTo>
                <a:cubicBezTo>
                  <a:pt x="27" y="5"/>
                  <a:pt x="27" y="5"/>
                  <a:pt x="26" y="4"/>
                </a:cubicBezTo>
                <a:cubicBezTo>
                  <a:pt x="25" y="3"/>
                  <a:pt x="24" y="2"/>
                  <a:pt x="22" y="2"/>
                </a:cubicBezTo>
                <a:cubicBezTo>
                  <a:pt x="21" y="2"/>
                  <a:pt x="20" y="3"/>
                  <a:pt x="19" y="4"/>
                </a:cubicBezTo>
                <a:cubicBezTo>
                  <a:pt x="18" y="5"/>
                  <a:pt x="18" y="5"/>
                  <a:pt x="17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7" y="6"/>
                  <a:pt x="27" y="6"/>
                  <a:pt x="27" y="6"/>
                </a:cubicBezTo>
                <a:close/>
                <a:moveTo>
                  <a:pt x="37" y="12"/>
                </a:moveTo>
                <a:cubicBezTo>
                  <a:pt x="37" y="12"/>
                  <a:pt x="37" y="12"/>
                  <a:pt x="37" y="12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4"/>
                  <a:pt x="37" y="14"/>
                  <a:pt x="36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8" y="14"/>
                  <a:pt x="8" y="14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2"/>
                  <a:pt x="8" y="12"/>
                  <a:pt x="8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48"/>
                  <a:pt x="4" y="48"/>
                  <a:pt x="4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12"/>
                  <a:pt x="40" y="12"/>
                  <a:pt x="40" y="12"/>
                </a:cubicBezTo>
                <a:cubicBezTo>
                  <a:pt x="37" y="12"/>
                  <a:pt x="37" y="12"/>
                  <a:pt x="37" y="12"/>
                </a:cubicBezTo>
                <a:close/>
                <a:moveTo>
                  <a:pt x="22" y="8"/>
                </a:moveTo>
                <a:cubicBezTo>
                  <a:pt x="22" y="8"/>
                  <a:pt x="22" y="8"/>
                  <a:pt x="22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2"/>
                  <a:pt x="10" y="12"/>
                  <a:pt x="10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35" y="12"/>
                  <a:pt x="35" y="12"/>
                  <a:pt x="35" y="12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8"/>
                  <a:pt x="35" y="8"/>
                  <a:pt x="35" y="8"/>
                </a:cubicBezTo>
                <a:cubicBezTo>
                  <a:pt x="22" y="8"/>
                  <a:pt x="22" y="8"/>
                  <a:pt x="22" y="8"/>
                </a:cubicBezTo>
                <a:close/>
                <a:moveTo>
                  <a:pt x="17" y="40"/>
                </a:moveTo>
                <a:cubicBezTo>
                  <a:pt x="17" y="40"/>
                  <a:pt x="17" y="40"/>
                  <a:pt x="17" y="40"/>
                </a:cubicBezTo>
                <a:cubicBezTo>
                  <a:pt x="16" y="40"/>
                  <a:pt x="16" y="39"/>
                  <a:pt x="16" y="39"/>
                </a:cubicBezTo>
                <a:cubicBezTo>
                  <a:pt x="16" y="38"/>
                  <a:pt x="16" y="37"/>
                  <a:pt x="17" y="37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7"/>
                  <a:pt x="35" y="38"/>
                  <a:pt x="35" y="39"/>
                </a:cubicBezTo>
                <a:cubicBezTo>
                  <a:pt x="35" y="39"/>
                  <a:pt x="34" y="40"/>
                  <a:pt x="34" y="40"/>
                </a:cubicBezTo>
                <a:cubicBezTo>
                  <a:pt x="17" y="40"/>
                  <a:pt x="17" y="40"/>
                  <a:pt x="17" y="40"/>
                </a:cubicBezTo>
                <a:close/>
                <a:moveTo>
                  <a:pt x="17" y="32"/>
                </a:moveTo>
                <a:cubicBezTo>
                  <a:pt x="17" y="32"/>
                  <a:pt x="17" y="32"/>
                  <a:pt x="17" y="32"/>
                </a:cubicBezTo>
                <a:cubicBezTo>
                  <a:pt x="16" y="32"/>
                  <a:pt x="16" y="31"/>
                  <a:pt x="16" y="30"/>
                </a:cubicBezTo>
                <a:cubicBezTo>
                  <a:pt x="16" y="30"/>
                  <a:pt x="16" y="29"/>
                  <a:pt x="17" y="29"/>
                </a:cubicBezTo>
                <a:cubicBezTo>
                  <a:pt x="34" y="29"/>
                  <a:pt x="34" y="29"/>
                  <a:pt x="34" y="29"/>
                </a:cubicBezTo>
                <a:cubicBezTo>
                  <a:pt x="34" y="29"/>
                  <a:pt x="35" y="30"/>
                  <a:pt x="35" y="30"/>
                </a:cubicBezTo>
                <a:cubicBezTo>
                  <a:pt x="35" y="31"/>
                  <a:pt x="34" y="32"/>
                  <a:pt x="34" y="32"/>
                </a:cubicBezTo>
                <a:cubicBezTo>
                  <a:pt x="17" y="32"/>
                  <a:pt x="17" y="32"/>
                  <a:pt x="17" y="3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30" name="Freeform 164">
            <a:extLst>
              <a:ext uri="{FF2B5EF4-FFF2-40B4-BE49-F238E27FC236}">
                <a16:creationId xmlns:a16="http://schemas.microsoft.com/office/drawing/2014/main" id="{2E00B531-825D-0A6E-D682-193DCF54A38F}"/>
              </a:ext>
            </a:extLst>
          </p:cNvPr>
          <p:cNvSpPr>
            <a:spLocks noEditPoints="1"/>
          </p:cNvSpPr>
          <p:nvPr/>
        </p:nvSpPr>
        <p:spPr bwMode="auto">
          <a:xfrm>
            <a:off x="1677919" y="4333265"/>
            <a:ext cx="213783" cy="211667"/>
          </a:xfrm>
          <a:custGeom>
            <a:avLst/>
            <a:gdLst>
              <a:gd name="T0" fmla="*/ 109029 w 50"/>
              <a:gd name="T1" fmla="*/ 47625 h 50"/>
              <a:gd name="T2" fmla="*/ 125063 w 50"/>
              <a:gd name="T3" fmla="*/ 82550 h 50"/>
              <a:gd name="T4" fmla="*/ 134683 w 50"/>
              <a:gd name="T5" fmla="*/ 92075 h 50"/>
              <a:gd name="T6" fmla="*/ 134683 w 50"/>
              <a:gd name="T7" fmla="*/ 111125 h 50"/>
              <a:gd name="T8" fmla="*/ 125063 w 50"/>
              <a:gd name="T9" fmla="*/ 114300 h 50"/>
              <a:gd name="T10" fmla="*/ 121856 w 50"/>
              <a:gd name="T11" fmla="*/ 120650 h 50"/>
              <a:gd name="T12" fmla="*/ 35274 w 50"/>
              <a:gd name="T13" fmla="*/ 120650 h 50"/>
              <a:gd name="T14" fmla="*/ 28861 w 50"/>
              <a:gd name="T15" fmla="*/ 114300 h 50"/>
              <a:gd name="T16" fmla="*/ 22447 w 50"/>
              <a:gd name="T17" fmla="*/ 107950 h 50"/>
              <a:gd name="T18" fmla="*/ 22447 w 50"/>
              <a:gd name="T19" fmla="*/ 92075 h 50"/>
              <a:gd name="T20" fmla="*/ 35274 w 50"/>
              <a:gd name="T21" fmla="*/ 53975 h 50"/>
              <a:gd name="T22" fmla="*/ 80169 w 50"/>
              <a:gd name="T23" fmla="*/ 28575 h 50"/>
              <a:gd name="T24" fmla="*/ 137890 w 50"/>
              <a:gd name="T25" fmla="*/ 82550 h 50"/>
              <a:gd name="T26" fmla="*/ 147510 w 50"/>
              <a:gd name="T27" fmla="*/ 76200 h 50"/>
              <a:gd name="T28" fmla="*/ 83375 w 50"/>
              <a:gd name="T29" fmla="*/ 12700 h 50"/>
              <a:gd name="T30" fmla="*/ 76962 w 50"/>
              <a:gd name="T31" fmla="*/ 19050 h 50"/>
              <a:gd name="T32" fmla="*/ 32067 w 50"/>
              <a:gd name="T33" fmla="*/ 31750 h 50"/>
              <a:gd name="T34" fmla="*/ 22447 w 50"/>
              <a:gd name="T35" fmla="*/ 79375 h 50"/>
              <a:gd name="T36" fmla="*/ 32067 w 50"/>
              <a:gd name="T37" fmla="*/ 127000 h 50"/>
              <a:gd name="T38" fmla="*/ 76962 w 50"/>
              <a:gd name="T39" fmla="*/ 136525 h 50"/>
              <a:gd name="T40" fmla="*/ 83375 w 50"/>
              <a:gd name="T41" fmla="*/ 146050 h 50"/>
              <a:gd name="T42" fmla="*/ 147510 w 50"/>
              <a:gd name="T43" fmla="*/ 82550 h 50"/>
              <a:gd name="T44" fmla="*/ 134683 w 50"/>
              <a:gd name="T45" fmla="*/ 22225 h 50"/>
              <a:gd name="T46" fmla="*/ 134683 w 50"/>
              <a:gd name="T47" fmla="*/ 136525 h 50"/>
              <a:gd name="T48" fmla="*/ 80169 w 50"/>
              <a:gd name="T49" fmla="*/ 158750 h 50"/>
              <a:gd name="T50" fmla="*/ 0 w 50"/>
              <a:gd name="T51" fmla="*/ 79375 h 50"/>
              <a:gd name="T52" fmla="*/ 22447 w 50"/>
              <a:gd name="T53" fmla="*/ 22225 h 50"/>
              <a:gd name="T54" fmla="*/ 80169 w 50"/>
              <a:gd name="T55" fmla="*/ 114300 h 50"/>
              <a:gd name="T56" fmla="*/ 92995 w 50"/>
              <a:gd name="T57" fmla="*/ 95250 h 50"/>
              <a:gd name="T58" fmla="*/ 105822 w 50"/>
              <a:gd name="T59" fmla="*/ 104775 h 50"/>
              <a:gd name="T60" fmla="*/ 89789 w 50"/>
              <a:gd name="T61" fmla="*/ 76200 h 50"/>
              <a:gd name="T62" fmla="*/ 54515 w 50"/>
              <a:gd name="T63" fmla="*/ 98425 h 50"/>
              <a:gd name="T64" fmla="*/ 64135 w 50"/>
              <a:gd name="T65" fmla="*/ 104775 h 50"/>
              <a:gd name="T66" fmla="*/ 67342 w 50"/>
              <a:gd name="T67" fmla="*/ 95250 h 50"/>
              <a:gd name="T68" fmla="*/ 80169 w 50"/>
              <a:gd name="T69" fmla="*/ 69850 h 50"/>
              <a:gd name="T70" fmla="*/ 80169 w 50"/>
              <a:gd name="T71" fmla="*/ 34925 h 50"/>
              <a:gd name="T72" fmla="*/ 41688 w 50"/>
              <a:gd name="T73" fmla="*/ 114300 h 50"/>
              <a:gd name="T74" fmla="*/ 48101 w 50"/>
              <a:gd name="T75" fmla="*/ 111125 h 50"/>
              <a:gd name="T76" fmla="*/ 48101 w 50"/>
              <a:gd name="T77" fmla="*/ 88900 h 50"/>
              <a:gd name="T78" fmla="*/ 28861 w 50"/>
              <a:gd name="T79" fmla="*/ 101600 h 50"/>
              <a:gd name="T80" fmla="*/ 35274 w 50"/>
              <a:gd name="T81" fmla="*/ 101600 h 50"/>
              <a:gd name="T82" fmla="*/ 41688 w 50"/>
              <a:gd name="T83" fmla="*/ 114300 h 50"/>
              <a:gd name="T84" fmla="*/ 51308 w 50"/>
              <a:gd name="T85" fmla="*/ 57150 h 50"/>
              <a:gd name="T86" fmla="*/ 35274 w 50"/>
              <a:gd name="T87" fmla="*/ 66675 h 50"/>
              <a:gd name="T88" fmla="*/ 51308 w 50"/>
              <a:gd name="T89" fmla="*/ 79375 h 50"/>
              <a:gd name="T90" fmla="*/ 118649 w 50"/>
              <a:gd name="T91" fmla="*/ 114300 h 50"/>
              <a:gd name="T92" fmla="*/ 121856 w 50"/>
              <a:gd name="T93" fmla="*/ 98425 h 50"/>
              <a:gd name="T94" fmla="*/ 128270 w 50"/>
              <a:gd name="T95" fmla="*/ 107950 h 50"/>
              <a:gd name="T96" fmla="*/ 125063 w 50"/>
              <a:gd name="T97" fmla="*/ 92075 h 50"/>
              <a:gd name="T98" fmla="*/ 112236 w 50"/>
              <a:gd name="T99" fmla="*/ 98425 h 50"/>
              <a:gd name="T100" fmla="*/ 109029 w 50"/>
              <a:gd name="T101" fmla="*/ 114300 h 50"/>
              <a:gd name="T102" fmla="*/ 105822 w 50"/>
              <a:gd name="T103" fmla="*/ 57150 h 50"/>
              <a:gd name="T104" fmla="*/ 109029 w 50"/>
              <a:gd name="T105" fmla="*/ 79375 h 50"/>
              <a:gd name="T106" fmla="*/ 121856 w 50"/>
              <a:gd name="T107" fmla="*/ 66675 h 50"/>
              <a:gd name="T108" fmla="*/ 105822 w 50"/>
              <a:gd name="T109" fmla="*/ 57150 h 5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0" h="50">
                <a:moveTo>
                  <a:pt x="25" y="9"/>
                </a:moveTo>
                <a:cubicBezTo>
                  <a:pt x="29" y="9"/>
                  <a:pt x="32" y="12"/>
                  <a:pt x="33" y="15"/>
                </a:cubicBezTo>
                <a:cubicBezTo>
                  <a:pt x="33" y="15"/>
                  <a:pt x="34" y="15"/>
                  <a:pt x="34" y="15"/>
                </a:cubicBezTo>
                <a:cubicBezTo>
                  <a:pt x="36" y="15"/>
                  <a:pt x="38" y="16"/>
                  <a:pt x="39" y="17"/>
                </a:cubicBezTo>
                <a:cubicBezTo>
                  <a:pt x="40" y="18"/>
                  <a:pt x="41" y="20"/>
                  <a:pt x="41" y="21"/>
                </a:cubicBezTo>
                <a:cubicBezTo>
                  <a:pt x="41" y="23"/>
                  <a:pt x="40" y="25"/>
                  <a:pt x="39" y="26"/>
                </a:cubicBezTo>
                <a:cubicBezTo>
                  <a:pt x="41" y="27"/>
                  <a:pt x="41" y="27"/>
                  <a:pt x="41" y="27"/>
                </a:cubicBezTo>
                <a:cubicBezTo>
                  <a:pt x="41" y="28"/>
                  <a:pt x="42" y="29"/>
                  <a:pt x="42" y="29"/>
                </a:cubicBezTo>
                <a:cubicBezTo>
                  <a:pt x="42" y="29"/>
                  <a:pt x="42" y="29"/>
                  <a:pt x="42" y="29"/>
                </a:cubicBezTo>
                <a:cubicBezTo>
                  <a:pt x="42" y="30"/>
                  <a:pt x="43" y="31"/>
                  <a:pt x="43" y="32"/>
                </a:cubicBezTo>
                <a:cubicBezTo>
                  <a:pt x="43" y="34"/>
                  <a:pt x="43" y="34"/>
                  <a:pt x="43" y="34"/>
                </a:cubicBezTo>
                <a:cubicBezTo>
                  <a:pt x="43" y="34"/>
                  <a:pt x="42" y="35"/>
                  <a:pt x="42" y="35"/>
                </a:cubicBezTo>
                <a:cubicBezTo>
                  <a:pt x="42" y="36"/>
                  <a:pt x="41" y="36"/>
                  <a:pt x="41" y="36"/>
                </a:cubicBezTo>
                <a:cubicBezTo>
                  <a:pt x="41" y="36"/>
                  <a:pt x="41" y="36"/>
                  <a:pt x="41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7"/>
                  <a:pt x="39" y="38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25" y="38"/>
                  <a:pt x="25" y="38"/>
                  <a:pt x="25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0" y="37"/>
                  <a:pt x="10" y="37"/>
                </a:cubicBezTo>
                <a:cubicBezTo>
                  <a:pt x="10" y="36"/>
                  <a:pt x="10" y="36"/>
                  <a:pt x="10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6"/>
                  <a:pt x="8" y="36"/>
                  <a:pt x="7" y="35"/>
                </a:cubicBezTo>
                <a:cubicBezTo>
                  <a:pt x="7" y="35"/>
                  <a:pt x="7" y="34"/>
                  <a:pt x="7" y="34"/>
                </a:cubicBezTo>
                <a:cubicBezTo>
                  <a:pt x="7" y="32"/>
                  <a:pt x="7" y="32"/>
                  <a:pt x="7" y="32"/>
                </a:cubicBezTo>
                <a:cubicBezTo>
                  <a:pt x="7" y="31"/>
                  <a:pt x="7" y="30"/>
                  <a:pt x="7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8"/>
                  <a:pt x="9" y="27"/>
                  <a:pt x="10" y="26"/>
                </a:cubicBezTo>
                <a:cubicBezTo>
                  <a:pt x="9" y="25"/>
                  <a:pt x="9" y="23"/>
                  <a:pt x="9" y="21"/>
                </a:cubicBezTo>
                <a:cubicBezTo>
                  <a:pt x="9" y="20"/>
                  <a:pt x="9" y="18"/>
                  <a:pt x="11" y="17"/>
                </a:cubicBezTo>
                <a:cubicBezTo>
                  <a:pt x="12" y="16"/>
                  <a:pt x="13" y="15"/>
                  <a:pt x="15" y="15"/>
                </a:cubicBezTo>
                <a:cubicBezTo>
                  <a:pt x="16" y="15"/>
                  <a:pt x="16" y="15"/>
                  <a:pt x="17" y="15"/>
                </a:cubicBezTo>
                <a:cubicBezTo>
                  <a:pt x="17" y="12"/>
                  <a:pt x="21" y="9"/>
                  <a:pt x="25" y="9"/>
                </a:cubicBezTo>
                <a:close/>
                <a:moveTo>
                  <a:pt x="46" y="26"/>
                </a:moveTo>
                <a:cubicBezTo>
                  <a:pt x="46" y="26"/>
                  <a:pt x="46" y="26"/>
                  <a:pt x="46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6"/>
                  <a:pt x="42" y="25"/>
                  <a:pt x="42" y="25"/>
                </a:cubicBezTo>
                <a:cubicBezTo>
                  <a:pt x="42" y="24"/>
                  <a:pt x="43" y="24"/>
                  <a:pt x="43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18"/>
                  <a:pt x="43" y="13"/>
                  <a:pt x="40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36" y="6"/>
                  <a:pt x="31" y="4"/>
                  <a:pt x="26" y="4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7"/>
                  <a:pt x="25" y="7"/>
                  <a:pt x="25" y="7"/>
                </a:cubicBezTo>
                <a:cubicBezTo>
                  <a:pt x="24" y="7"/>
                  <a:pt x="24" y="7"/>
                  <a:pt x="24" y="6"/>
                </a:cubicBezTo>
                <a:cubicBezTo>
                  <a:pt x="24" y="4"/>
                  <a:pt x="24" y="4"/>
                  <a:pt x="24" y="4"/>
                </a:cubicBezTo>
                <a:cubicBezTo>
                  <a:pt x="18" y="4"/>
                  <a:pt x="13" y="6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3"/>
                  <a:pt x="4" y="18"/>
                  <a:pt x="4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7" y="24"/>
                  <a:pt x="7" y="24"/>
                  <a:pt x="7" y="25"/>
                </a:cubicBezTo>
                <a:cubicBezTo>
                  <a:pt x="7" y="25"/>
                  <a:pt x="7" y="26"/>
                  <a:pt x="6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31"/>
                  <a:pt x="6" y="36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3" y="43"/>
                  <a:pt x="18" y="46"/>
                  <a:pt x="24" y="46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3"/>
                  <a:pt x="24" y="42"/>
                  <a:pt x="25" y="42"/>
                </a:cubicBezTo>
                <a:cubicBezTo>
                  <a:pt x="25" y="42"/>
                  <a:pt x="26" y="43"/>
                  <a:pt x="26" y="43"/>
                </a:cubicBezTo>
                <a:cubicBezTo>
                  <a:pt x="26" y="46"/>
                  <a:pt x="26" y="46"/>
                  <a:pt x="26" y="46"/>
                </a:cubicBezTo>
                <a:cubicBezTo>
                  <a:pt x="31" y="46"/>
                  <a:pt x="36" y="43"/>
                  <a:pt x="40" y="40"/>
                </a:cubicBezTo>
                <a:cubicBezTo>
                  <a:pt x="40" y="40"/>
                  <a:pt x="40" y="40"/>
                  <a:pt x="40" y="40"/>
                </a:cubicBezTo>
                <a:cubicBezTo>
                  <a:pt x="43" y="36"/>
                  <a:pt x="46" y="31"/>
                  <a:pt x="46" y="26"/>
                </a:cubicBezTo>
                <a:close/>
                <a:moveTo>
                  <a:pt x="25" y="0"/>
                </a:moveTo>
                <a:cubicBezTo>
                  <a:pt x="25" y="0"/>
                  <a:pt x="25" y="0"/>
                  <a:pt x="25" y="0"/>
                </a:cubicBezTo>
                <a:cubicBezTo>
                  <a:pt x="32" y="0"/>
                  <a:pt x="38" y="3"/>
                  <a:pt x="42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7" y="12"/>
                  <a:pt x="50" y="18"/>
                  <a:pt x="50" y="25"/>
                </a:cubicBezTo>
                <a:cubicBezTo>
                  <a:pt x="50" y="32"/>
                  <a:pt x="47" y="38"/>
                  <a:pt x="42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38" y="47"/>
                  <a:pt x="32" y="50"/>
                  <a:pt x="25" y="50"/>
                </a:cubicBezTo>
                <a:cubicBezTo>
                  <a:pt x="18" y="50"/>
                  <a:pt x="12" y="47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2" y="38"/>
                  <a:pt x="0" y="32"/>
                  <a:pt x="0" y="25"/>
                </a:cubicBezTo>
                <a:cubicBezTo>
                  <a:pt x="0" y="18"/>
                  <a:pt x="2" y="12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12" y="3"/>
                  <a:pt x="18" y="0"/>
                  <a:pt x="25" y="0"/>
                </a:cubicBezTo>
                <a:close/>
                <a:moveTo>
                  <a:pt x="25" y="36"/>
                </a:moveTo>
                <a:cubicBezTo>
                  <a:pt x="25" y="36"/>
                  <a:pt x="25" y="36"/>
                  <a:pt x="25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4"/>
                  <a:pt x="28" y="32"/>
                  <a:pt x="28" y="30"/>
                </a:cubicBezTo>
                <a:cubicBezTo>
                  <a:pt x="28" y="30"/>
                  <a:pt x="29" y="30"/>
                  <a:pt x="29" y="30"/>
                </a:cubicBezTo>
                <a:cubicBezTo>
                  <a:pt x="29" y="30"/>
                  <a:pt x="30" y="30"/>
                  <a:pt x="30" y="30"/>
                </a:cubicBezTo>
                <a:cubicBezTo>
                  <a:pt x="30" y="33"/>
                  <a:pt x="30" y="33"/>
                  <a:pt x="30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27"/>
                  <a:pt x="31" y="26"/>
                  <a:pt x="28" y="24"/>
                </a:cubicBezTo>
                <a:cubicBezTo>
                  <a:pt x="27" y="24"/>
                  <a:pt x="26" y="25"/>
                  <a:pt x="25" y="25"/>
                </a:cubicBezTo>
                <a:cubicBezTo>
                  <a:pt x="23" y="25"/>
                  <a:pt x="22" y="24"/>
                  <a:pt x="21" y="24"/>
                </a:cubicBezTo>
                <a:cubicBezTo>
                  <a:pt x="19" y="26"/>
                  <a:pt x="17" y="27"/>
                  <a:pt x="17" y="31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2"/>
                  <a:pt x="21" y="34"/>
                  <a:pt x="21" y="36"/>
                </a:cubicBezTo>
                <a:cubicBezTo>
                  <a:pt x="25" y="36"/>
                  <a:pt x="25" y="36"/>
                  <a:pt x="25" y="36"/>
                </a:cubicBezTo>
                <a:close/>
                <a:moveTo>
                  <a:pt x="25" y="22"/>
                </a:moveTo>
                <a:cubicBezTo>
                  <a:pt x="25" y="22"/>
                  <a:pt x="25" y="22"/>
                  <a:pt x="25" y="22"/>
                </a:cubicBezTo>
                <a:cubicBezTo>
                  <a:pt x="28" y="22"/>
                  <a:pt x="30" y="20"/>
                  <a:pt x="30" y="17"/>
                </a:cubicBezTo>
                <a:cubicBezTo>
                  <a:pt x="30" y="13"/>
                  <a:pt x="28" y="11"/>
                  <a:pt x="25" y="11"/>
                </a:cubicBezTo>
                <a:cubicBezTo>
                  <a:pt x="22" y="11"/>
                  <a:pt x="19" y="13"/>
                  <a:pt x="19" y="17"/>
                </a:cubicBezTo>
                <a:cubicBezTo>
                  <a:pt x="19" y="20"/>
                  <a:pt x="22" y="22"/>
                  <a:pt x="25" y="22"/>
                </a:cubicBezTo>
                <a:close/>
                <a:moveTo>
                  <a:pt x="13" y="36"/>
                </a:moveTo>
                <a:cubicBezTo>
                  <a:pt x="13" y="36"/>
                  <a:pt x="13" y="36"/>
                  <a:pt x="13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5"/>
                  <a:pt x="15" y="35"/>
                  <a:pt x="15" y="35"/>
                </a:cubicBezTo>
                <a:cubicBezTo>
                  <a:pt x="15" y="34"/>
                  <a:pt x="14" y="34"/>
                  <a:pt x="14" y="33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30"/>
                  <a:pt x="15" y="29"/>
                  <a:pt x="15" y="28"/>
                </a:cubicBezTo>
                <a:cubicBezTo>
                  <a:pt x="14" y="28"/>
                  <a:pt x="13" y="27"/>
                  <a:pt x="12" y="27"/>
                </a:cubicBezTo>
                <a:cubicBezTo>
                  <a:pt x="11" y="28"/>
                  <a:pt x="10" y="29"/>
                  <a:pt x="10" y="30"/>
                </a:cubicBezTo>
                <a:cubicBezTo>
                  <a:pt x="9" y="31"/>
                  <a:pt x="9" y="31"/>
                  <a:pt x="9" y="32"/>
                </a:cubicBezTo>
                <a:cubicBezTo>
                  <a:pt x="9" y="34"/>
                  <a:pt x="9" y="34"/>
                  <a:pt x="9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1"/>
                  <a:pt x="12" y="31"/>
                  <a:pt x="12" y="31"/>
                </a:cubicBezTo>
                <a:cubicBezTo>
                  <a:pt x="12" y="31"/>
                  <a:pt x="13" y="31"/>
                  <a:pt x="13" y="32"/>
                </a:cubicBezTo>
                <a:cubicBezTo>
                  <a:pt x="13" y="36"/>
                  <a:pt x="13" y="36"/>
                  <a:pt x="13" y="36"/>
                </a:cubicBezTo>
                <a:close/>
                <a:moveTo>
                  <a:pt x="17" y="18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6" y="18"/>
                  <a:pt x="16" y="18"/>
                </a:cubicBezTo>
                <a:cubicBezTo>
                  <a:pt x="16" y="17"/>
                  <a:pt x="15" y="17"/>
                  <a:pt x="15" y="17"/>
                </a:cubicBezTo>
                <a:cubicBezTo>
                  <a:pt x="14" y="17"/>
                  <a:pt x="13" y="18"/>
                  <a:pt x="12" y="19"/>
                </a:cubicBezTo>
                <a:cubicBezTo>
                  <a:pt x="11" y="19"/>
                  <a:pt x="11" y="20"/>
                  <a:pt x="11" y="21"/>
                </a:cubicBezTo>
                <a:cubicBezTo>
                  <a:pt x="11" y="23"/>
                  <a:pt x="11" y="24"/>
                  <a:pt x="12" y="24"/>
                </a:cubicBezTo>
                <a:cubicBezTo>
                  <a:pt x="13" y="25"/>
                  <a:pt x="14" y="25"/>
                  <a:pt x="15" y="25"/>
                </a:cubicBezTo>
                <a:cubicBezTo>
                  <a:pt x="15" y="25"/>
                  <a:pt x="16" y="25"/>
                  <a:pt x="16" y="25"/>
                </a:cubicBezTo>
                <a:cubicBezTo>
                  <a:pt x="17" y="24"/>
                  <a:pt x="18" y="23"/>
                  <a:pt x="19" y="22"/>
                </a:cubicBezTo>
                <a:cubicBezTo>
                  <a:pt x="18" y="21"/>
                  <a:pt x="17" y="20"/>
                  <a:pt x="17" y="18"/>
                </a:cubicBezTo>
                <a:close/>
                <a:moveTo>
                  <a:pt x="37" y="36"/>
                </a:moveTo>
                <a:cubicBezTo>
                  <a:pt x="37" y="36"/>
                  <a:pt x="37" y="36"/>
                  <a:pt x="37" y="36"/>
                </a:cubicBezTo>
                <a:cubicBezTo>
                  <a:pt x="37" y="32"/>
                  <a:pt x="37" y="32"/>
                  <a:pt x="37" y="32"/>
                </a:cubicBezTo>
                <a:cubicBezTo>
                  <a:pt x="37" y="31"/>
                  <a:pt x="37" y="31"/>
                  <a:pt x="38" y="31"/>
                </a:cubicBezTo>
                <a:cubicBezTo>
                  <a:pt x="38" y="31"/>
                  <a:pt x="38" y="31"/>
                  <a:pt x="38" y="32"/>
                </a:cubicBezTo>
                <a:cubicBezTo>
                  <a:pt x="38" y="34"/>
                  <a:pt x="38" y="34"/>
                  <a:pt x="38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2"/>
                  <a:pt x="40" y="32"/>
                  <a:pt x="40" y="32"/>
                </a:cubicBezTo>
                <a:cubicBezTo>
                  <a:pt x="40" y="31"/>
                  <a:pt x="40" y="31"/>
                  <a:pt x="40" y="30"/>
                </a:cubicBezTo>
                <a:cubicBezTo>
                  <a:pt x="40" y="30"/>
                  <a:pt x="39" y="29"/>
                  <a:pt x="39" y="29"/>
                </a:cubicBezTo>
                <a:cubicBezTo>
                  <a:pt x="37" y="27"/>
                  <a:pt x="37" y="27"/>
                  <a:pt x="37" y="27"/>
                </a:cubicBezTo>
                <a:cubicBezTo>
                  <a:pt x="36" y="27"/>
                  <a:pt x="36" y="28"/>
                  <a:pt x="35" y="28"/>
                </a:cubicBezTo>
                <a:cubicBezTo>
                  <a:pt x="35" y="29"/>
                  <a:pt x="35" y="30"/>
                  <a:pt x="35" y="31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34"/>
                  <a:pt x="35" y="34"/>
                  <a:pt x="35" y="35"/>
                </a:cubicBezTo>
                <a:cubicBezTo>
                  <a:pt x="34" y="35"/>
                  <a:pt x="34" y="35"/>
                  <a:pt x="34" y="36"/>
                </a:cubicBezTo>
                <a:cubicBezTo>
                  <a:pt x="37" y="36"/>
                  <a:pt x="37" y="36"/>
                  <a:pt x="37" y="36"/>
                </a:cubicBezTo>
                <a:close/>
                <a:moveTo>
                  <a:pt x="33" y="18"/>
                </a:moveTo>
                <a:cubicBezTo>
                  <a:pt x="33" y="18"/>
                  <a:pt x="33" y="18"/>
                  <a:pt x="33" y="18"/>
                </a:cubicBezTo>
                <a:cubicBezTo>
                  <a:pt x="32" y="20"/>
                  <a:pt x="32" y="21"/>
                  <a:pt x="30" y="22"/>
                </a:cubicBezTo>
                <a:cubicBezTo>
                  <a:pt x="31" y="23"/>
                  <a:pt x="32" y="24"/>
                  <a:pt x="33" y="25"/>
                </a:cubicBezTo>
                <a:cubicBezTo>
                  <a:pt x="33" y="25"/>
                  <a:pt x="34" y="25"/>
                  <a:pt x="34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6" y="25"/>
                  <a:pt x="37" y="25"/>
                  <a:pt x="37" y="24"/>
                </a:cubicBezTo>
                <a:cubicBezTo>
                  <a:pt x="38" y="24"/>
                  <a:pt x="38" y="23"/>
                  <a:pt x="38" y="21"/>
                </a:cubicBezTo>
                <a:cubicBezTo>
                  <a:pt x="38" y="20"/>
                  <a:pt x="38" y="19"/>
                  <a:pt x="37" y="19"/>
                </a:cubicBezTo>
                <a:cubicBezTo>
                  <a:pt x="37" y="18"/>
                  <a:pt x="36" y="17"/>
                  <a:pt x="34" y="17"/>
                </a:cubicBezTo>
                <a:cubicBezTo>
                  <a:pt x="34" y="17"/>
                  <a:pt x="34" y="17"/>
                  <a:pt x="33" y="18"/>
                </a:cubicBezTo>
                <a:cubicBezTo>
                  <a:pt x="33" y="18"/>
                  <a:pt x="33" y="18"/>
                  <a:pt x="33" y="1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31" name="Freeform 165">
            <a:extLst>
              <a:ext uri="{FF2B5EF4-FFF2-40B4-BE49-F238E27FC236}">
                <a16:creationId xmlns:a16="http://schemas.microsoft.com/office/drawing/2014/main" id="{F2CD0EF3-42A3-31D2-26F8-55B230A7D2FD}"/>
              </a:ext>
            </a:extLst>
          </p:cNvPr>
          <p:cNvSpPr>
            <a:spLocks noEditPoints="1"/>
          </p:cNvSpPr>
          <p:nvPr/>
        </p:nvSpPr>
        <p:spPr bwMode="auto">
          <a:xfrm>
            <a:off x="5811767" y="3008232"/>
            <a:ext cx="211667" cy="215900"/>
          </a:xfrm>
          <a:custGeom>
            <a:avLst/>
            <a:gdLst>
              <a:gd name="T0" fmla="*/ 139700 w 50"/>
              <a:gd name="T1" fmla="*/ 38100 h 51"/>
              <a:gd name="T2" fmla="*/ 120650 w 50"/>
              <a:gd name="T3" fmla="*/ 57150 h 51"/>
              <a:gd name="T4" fmla="*/ 101600 w 50"/>
              <a:gd name="T5" fmla="*/ 38100 h 51"/>
              <a:gd name="T6" fmla="*/ 120650 w 50"/>
              <a:gd name="T7" fmla="*/ 22225 h 51"/>
              <a:gd name="T8" fmla="*/ 139700 w 50"/>
              <a:gd name="T9" fmla="*/ 38100 h 51"/>
              <a:gd name="T10" fmla="*/ 82550 w 50"/>
              <a:gd name="T11" fmla="*/ 0 h 51"/>
              <a:gd name="T12" fmla="*/ 82550 w 50"/>
              <a:gd name="T13" fmla="*/ 0 h 51"/>
              <a:gd name="T14" fmla="*/ 152400 w 50"/>
              <a:gd name="T15" fmla="*/ 0 h 51"/>
              <a:gd name="T16" fmla="*/ 158750 w 50"/>
              <a:gd name="T17" fmla="*/ 6350 h 51"/>
              <a:gd name="T18" fmla="*/ 158750 w 50"/>
              <a:gd name="T19" fmla="*/ 6350 h 51"/>
              <a:gd name="T20" fmla="*/ 158750 w 50"/>
              <a:gd name="T21" fmla="*/ 76200 h 51"/>
              <a:gd name="T22" fmla="*/ 158750 w 50"/>
              <a:gd name="T23" fmla="*/ 82550 h 51"/>
              <a:gd name="T24" fmla="*/ 82550 w 50"/>
              <a:gd name="T25" fmla="*/ 158750 h 51"/>
              <a:gd name="T26" fmla="*/ 73025 w 50"/>
              <a:gd name="T27" fmla="*/ 158750 h 51"/>
              <a:gd name="T28" fmla="*/ 73025 w 50"/>
              <a:gd name="T29" fmla="*/ 158750 h 51"/>
              <a:gd name="T30" fmla="*/ 3175 w 50"/>
              <a:gd name="T31" fmla="*/ 88900 h 51"/>
              <a:gd name="T32" fmla="*/ 3175 w 50"/>
              <a:gd name="T33" fmla="*/ 79375 h 51"/>
              <a:gd name="T34" fmla="*/ 3175 w 50"/>
              <a:gd name="T35" fmla="*/ 79375 h 51"/>
              <a:gd name="T36" fmla="*/ 79375 w 50"/>
              <a:gd name="T37" fmla="*/ 3175 h 51"/>
              <a:gd name="T38" fmla="*/ 82550 w 50"/>
              <a:gd name="T39" fmla="*/ 0 h 51"/>
              <a:gd name="T40" fmla="*/ 82550 w 50"/>
              <a:gd name="T41" fmla="*/ 0 h 51"/>
              <a:gd name="T42" fmla="*/ 146050 w 50"/>
              <a:gd name="T43" fmla="*/ 12700 h 51"/>
              <a:gd name="T44" fmla="*/ 146050 w 50"/>
              <a:gd name="T45" fmla="*/ 12700 h 51"/>
              <a:gd name="T46" fmla="*/ 85725 w 50"/>
              <a:gd name="T47" fmla="*/ 12700 h 51"/>
              <a:gd name="T48" fmla="*/ 15875 w 50"/>
              <a:gd name="T49" fmla="*/ 82550 h 51"/>
              <a:gd name="T50" fmla="*/ 76200 w 50"/>
              <a:gd name="T51" fmla="*/ 146050 h 51"/>
              <a:gd name="T52" fmla="*/ 146050 w 50"/>
              <a:gd name="T53" fmla="*/ 73025 h 51"/>
              <a:gd name="T54" fmla="*/ 146050 w 50"/>
              <a:gd name="T55" fmla="*/ 12700 h 51"/>
              <a:gd name="T56" fmla="*/ 133350 w 50"/>
              <a:gd name="T57" fmla="*/ 38100 h 51"/>
              <a:gd name="T58" fmla="*/ 133350 w 50"/>
              <a:gd name="T59" fmla="*/ 38100 h 51"/>
              <a:gd name="T60" fmla="*/ 120650 w 50"/>
              <a:gd name="T61" fmla="*/ 28575 h 51"/>
              <a:gd name="T62" fmla="*/ 111125 w 50"/>
              <a:gd name="T63" fmla="*/ 38100 h 51"/>
              <a:gd name="T64" fmla="*/ 120650 w 50"/>
              <a:gd name="T65" fmla="*/ 50800 h 51"/>
              <a:gd name="T66" fmla="*/ 133350 w 50"/>
              <a:gd name="T67" fmla="*/ 38100 h 5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0" h="51">
                <a:moveTo>
                  <a:pt x="44" y="12"/>
                </a:moveTo>
                <a:cubicBezTo>
                  <a:pt x="44" y="16"/>
                  <a:pt x="41" y="18"/>
                  <a:pt x="38" y="18"/>
                </a:cubicBezTo>
                <a:cubicBezTo>
                  <a:pt x="35" y="18"/>
                  <a:pt x="32" y="16"/>
                  <a:pt x="32" y="12"/>
                </a:cubicBezTo>
                <a:cubicBezTo>
                  <a:pt x="32" y="9"/>
                  <a:pt x="35" y="7"/>
                  <a:pt x="38" y="7"/>
                </a:cubicBezTo>
                <a:cubicBezTo>
                  <a:pt x="41" y="7"/>
                  <a:pt x="44" y="9"/>
                  <a:pt x="44" y="12"/>
                </a:cubicBezTo>
                <a:close/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24"/>
                  <a:pt x="50" y="24"/>
                  <a:pt x="50" y="24"/>
                </a:cubicBezTo>
                <a:cubicBezTo>
                  <a:pt x="50" y="25"/>
                  <a:pt x="50" y="25"/>
                  <a:pt x="50" y="26"/>
                </a:cubicBezTo>
                <a:cubicBezTo>
                  <a:pt x="26" y="50"/>
                  <a:pt x="26" y="50"/>
                  <a:pt x="26" y="50"/>
                </a:cubicBezTo>
                <a:cubicBezTo>
                  <a:pt x="25" y="51"/>
                  <a:pt x="24" y="51"/>
                  <a:pt x="23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1" y="28"/>
                  <a:pt x="1" y="28"/>
                  <a:pt x="1" y="28"/>
                </a:cubicBezTo>
                <a:cubicBezTo>
                  <a:pt x="0" y="27"/>
                  <a:pt x="0" y="26"/>
                  <a:pt x="1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25" y="1"/>
                  <a:pt x="25" y="1"/>
                  <a:pt x="25" y="1"/>
                </a:cubicBezTo>
                <a:cubicBezTo>
                  <a:pt x="25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lose/>
                <a:moveTo>
                  <a:pt x="46" y="4"/>
                </a:moveTo>
                <a:cubicBezTo>
                  <a:pt x="46" y="4"/>
                  <a:pt x="46" y="4"/>
                  <a:pt x="46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5" y="26"/>
                  <a:pt x="5" y="26"/>
                  <a:pt x="5" y="26"/>
                </a:cubicBezTo>
                <a:cubicBezTo>
                  <a:pt x="24" y="46"/>
                  <a:pt x="24" y="46"/>
                  <a:pt x="24" y="46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4"/>
                  <a:pt x="46" y="4"/>
                  <a:pt x="46" y="4"/>
                </a:cubicBezTo>
                <a:close/>
                <a:moveTo>
                  <a:pt x="42" y="12"/>
                </a:moveTo>
                <a:cubicBezTo>
                  <a:pt x="42" y="12"/>
                  <a:pt x="42" y="12"/>
                  <a:pt x="42" y="12"/>
                </a:cubicBezTo>
                <a:cubicBezTo>
                  <a:pt x="42" y="10"/>
                  <a:pt x="40" y="9"/>
                  <a:pt x="38" y="9"/>
                </a:cubicBezTo>
                <a:cubicBezTo>
                  <a:pt x="36" y="9"/>
                  <a:pt x="35" y="10"/>
                  <a:pt x="35" y="12"/>
                </a:cubicBezTo>
                <a:cubicBezTo>
                  <a:pt x="35" y="14"/>
                  <a:pt x="36" y="16"/>
                  <a:pt x="38" y="16"/>
                </a:cubicBezTo>
                <a:cubicBezTo>
                  <a:pt x="40" y="16"/>
                  <a:pt x="42" y="14"/>
                  <a:pt x="42" y="1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32" name="Freeform 166">
            <a:extLst>
              <a:ext uri="{FF2B5EF4-FFF2-40B4-BE49-F238E27FC236}">
                <a16:creationId xmlns:a16="http://schemas.microsoft.com/office/drawing/2014/main" id="{58A8A7C8-DA0A-C447-9ECF-927438F86C94}"/>
              </a:ext>
            </a:extLst>
          </p:cNvPr>
          <p:cNvSpPr>
            <a:spLocks noEditPoints="1"/>
          </p:cNvSpPr>
          <p:nvPr/>
        </p:nvSpPr>
        <p:spPr bwMode="auto">
          <a:xfrm>
            <a:off x="537034" y="3437915"/>
            <a:ext cx="203200" cy="207433"/>
          </a:xfrm>
          <a:custGeom>
            <a:avLst/>
            <a:gdLst>
              <a:gd name="T0" fmla="*/ 73025 w 48"/>
              <a:gd name="T1" fmla="*/ 111125 h 49"/>
              <a:gd name="T2" fmla="*/ 69850 w 48"/>
              <a:gd name="T3" fmla="*/ 104775 h 49"/>
              <a:gd name="T4" fmla="*/ 63500 w 48"/>
              <a:gd name="T5" fmla="*/ 104775 h 49"/>
              <a:gd name="T6" fmla="*/ 69850 w 48"/>
              <a:gd name="T7" fmla="*/ 146050 h 49"/>
              <a:gd name="T8" fmla="*/ 47625 w 48"/>
              <a:gd name="T9" fmla="*/ 152400 h 49"/>
              <a:gd name="T10" fmla="*/ 25400 w 48"/>
              <a:gd name="T11" fmla="*/ 104775 h 49"/>
              <a:gd name="T12" fmla="*/ 0 w 48"/>
              <a:gd name="T13" fmla="*/ 73025 h 49"/>
              <a:gd name="T14" fmla="*/ 9525 w 48"/>
              <a:gd name="T15" fmla="*/ 50800 h 49"/>
              <a:gd name="T16" fmla="*/ 31750 w 48"/>
              <a:gd name="T17" fmla="*/ 41275 h 49"/>
              <a:gd name="T18" fmla="*/ 69850 w 48"/>
              <a:gd name="T19" fmla="*/ 41275 h 49"/>
              <a:gd name="T20" fmla="*/ 123825 w 48"/>
              <a:gd name="T21" fmla="*/ 3175 h 49"/>
              <a:gd name="T22" fmla="*/ 133350 w 48"/>
              <a:gd name="T23" fmla="*/ 9525 h 49"/>
              <a:gd name="T24" fmla="*/ 133350 w 48"/>
              <a:gd name="T25" fmla="*/ 50800 h 49"/>
              <a:gd name="T26" fmla="*/ 146050 w 48"/>
              <a:gd name="T27" fmla="*/ 57150 h 49"/>
              <a:gd name="T28" fmla="*/ 146050 w 48"/>
              <a:gd name="T29" fmla="*/ 92075 h 49"/>
              <a:gd name="T30" fmla="*/ 133350 w 48"/>
              <a:gd name="T31" fmla="*/ 139700 h 49"/>
              <a:gd name="T32" fmla="*/ 123825 w 48"/>
              <a:gd name="T33" fmla="*/ 142875 h 49"/>
              <a:gd name="T34" fmla="*/ 73025 w 48"/>
              <a:gd name="T35" fmla="*/ 92075 h 49"/>
              <a:gd name="T36" fmla="*/ 31750 w 48"/>
              <a:gd name="T37" fmla="*/ 53975 h 49"/>
              <a:gd name="T38" fmla="*/ 12700 w 48"/>
              <a:gd name="T39" fmla="*/ 73025 h 49"/>
              <a:gd name="T40" fmla="*/ 28575 w 48"/>
              <a:gd name="T41" fmla="*/ 92075 h 49"/>
              <a:gd name="T42" fmla="*/ 50800 w 48"/>
              <a:gd name="T43" fmla="*/ 139700 h 49"/>
              <a:gd name="T44" fmla="*/ 60325 w 48"/>
              <a:gd name="T45" fmla="*/ 136525 h 49"/>
              <a:gd name="T46" fmla="*/ 47625 w 48"/>
              <a:gd name="T47" fmla="*/ 98425 h 49"/>
              <a:gd name="T48" fmla="*/ 73025 w 48"/>
              <a:gd name="T49" fmla="*/ 92075 h 49"/>
              <a:gd name="T50" fmla="*/ 82550 w 48"/>
              <a:gd name="T51" fmla="*/ 47625 h 49"/>
              <a:gd name="T52" fmla="*/ 82550 w 48"/>
              <a:gd name="T53" fmla="*/ 98425 h 49"/>
              <a:gd name="T54" fmla="*/ 82550 w 48"/>
              <a:gd name="T55" fmla="*/ 98425 h 49"/>
              <a:gd name="T56" fmla="*/ 120650 w 48"/>
              <a:gd name="T57" fmla="*/ 127000 h 49"/>
              <a:gd name="T58" fmla="*/ 82550 w 48"/>
              <a:gd name="T59" fmla="*/ 44450 h 49"/>
              <a:gd name="T60" fmla="*/ 82550 w 48"/>
              <a:gd name="T61" fmla="*/ 47625 h 49"/>
              <a:gd name="T62" fmla="*/ 133350 w 48"/>
              <a:gd name="T63" fmla="*/ 57150 h 49"/>
              <a:gd name="T64" fmla="*/ 133350 w 48"/>
              <a:gd name="T65" fmla="*/ 88900 h 49"/>
              <a:gd name="T66" fmla="*/ 142875 w 48"/>
              <a:gd name="T67" fmla="*/ 73025 h 49"/>
              <a:gd name="T68" fmla="*/ 139700 w 48"/>
              <a:gd name="T69" fmla="*/ 60325 h 4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8" h="49">
                <a:moveTo>
                  <a:pt x="39" y="45"/>
                </a:moveTo>
                <a:cubicBezTo>
                  <a:pt x="23" y="35"/>
                  <a:pt x="23" y="35"/>
                  <a:pt x="23" y="35"/>
                </a:cubicBezTo>
                <a:cubicBezTo>
                  <a:pt x="22" y="34"/>
                  <a:pt x="22" y="34"/>
                  <a:pt x="22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4"/>
                  <a:pt x="23" y="46"/>
                  <a:pt x="22" y="46"/>
                </a:cubicBezTo>
                <a:cubicBezTo>
                  <a:pt x="19" y="47"/>
                  <a:pt x="19" y="47"/>
                  <a:pt x="19" y="47"/>
                </a:cubicBezTo>
                <a:cubicBezTo>
                  <a:pt x="15" y="48"/>
                  <a:pt x="15" y="48"/>
                  <a:pt x="15" y="48"/>
                </a:cubicBezTo>
                <a:cubicBezTo>
                  <a:pt x="14" y="49"/>
                  <a:pt x="13" y="48"/>
                  <a:pt x="13" y="47"/>
                </a:cubicBezTo>
                <a:cubicBezTo>
                  <a:pt x="8" y="33"/>
                  <a:pt x="8" y="33"/>
                  <a:pt x="8" y="33"/>
                </a:cubicBezTo>
                <a:cubicBezTo>
                  <a:pt x="6" y="32"/>
                  <a:pt x="4" y="31"/>
                  <a:pt x="3" y="30"/>
                </a:cubicBezTo>
                <a:cubicBezTo>
                  <a:pt x="1" y="28"/>
                  <a:pt x="0" y="26"/>
                  <a:pt x="0" y="23"/>
                </a:cubicBezTo>
                <a:cubicBezTo>
                  <a:pt x="0" y="21"/>
                  <a:pt x="1" y="18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5" y="15"/>
                  <a:pt x="7" y="13"/>
                  <a:pt x="10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2"/>
                  <a:pt x="23" y="12"/>
                </a:cubicBezTo>
                <a:cubicBezTo>
                  <a:pt x="39" y="1"/>
                  <a:pt x="39" y="1"/>
                  <a:pt x="39" y="1"/>
                </a:cubicBezTo>
                <a:cubicBezTo>
                  <a:pt x="40" y="0"/>
                  <a:pt x="41" y="1"/>
                  <a:pt x="42" y="2"/>
                </a:cubicBezTo>
                <a:cubicBezTo>
                  <a:pt x="42" y="2"/>
                  <a:pt x="42" y="2"/>
                  <a:pt x="42" y="3"/>
                </a:cubicBezTo>
                <a:cubicBezTo>
                  <a:pt x="42" y="3"/>
                  <a:pt x="42" y="3"/>
                  <a:pt x="42" y="3"/>
                </a:cubicBezTo>
                <a:cubicBezTo>
                  <a:pt x="42" y="16"/>
                  <a:pt x="42" y="16"/>
                  <a:pt x="42" y="16"/>
                </a:cubicBezTo>
                <a:cubicBezTo>
                  <a:pt x="43" y="16"/>
                  <a:pt x="44" y="17"/>
                  <a:pt x="45" y="18"/>
                </a:cubicBezTo>
                <a:cubicBezTo>
                  <a:pt x="46" y="18"/>
                  <a:pt x="46" y="18"/>
                  <a:pt x="46" y="18"/>
                </a:cubicBezTo>
                <a:cubicBezTo>
                  <a:pt x="47" y="19"/>
                  <a:pt x="48" y="21"/>
                  <a:pt x="48" y="23"/>
                </a:cubicBezTo>
                <a:cubicBezTo>
                  <a:pt x="48" y="25"/>
                  <a:pt x="47" y="27"/>
                  <a:pt x="46" y="29"/>
                </a:cubicBezTo>
                <a:cubicBezTo>
                  <a:pt x="45" y="30"/>
                  <a:pt x="43" y="30"/>
                  <a:pt x="42" y="31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45"/>
                  <a:pt x="41" y="46"/>
                  <a:pt x="40" y="46"/>
                </a:cubicBezTo>
                <a:cubicBezTo>
                  <a:pt x="40" y="46"/>
                  <a:pt x="39" y="46"/>
                  <a:pt x="39" y="45"/>
                </a:cubicBezTo>
                <a:close/>
                <a:moveTo>
                  <a:pt x="23" y="29"/>
                </a:moveTo>
                <a:cubicBezTo>
                  <a:pt x="23" y="29"/>
                  <a:pt x="23" y="29"/>
                  <a:pt x="23" y="29"/>
                </a:cubicBezTo>
                <a:cubicBezTo>
                  <a:pt x="23" y="17"/>
                  <a:pt x="23" y="17"/>
                  <a:pt x="23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8" y="17"/>
                  <a:pt x="7" y="18"/>
                  <a:pt x="6" y="19"/>
                </a:cubicBezTo>
                <a:cubicBezTo>
                  <a:pt x="5" y="20"/>
                  <a:pt x="4" y="22"/>
                  <a:pt x="4" y="23"/>
                </a:cubicBezTo>
                <a:cubicBezTo>
                  <a:pt x="4" y="25"/>
                  <a:pt x="5" y="26"/>
                  <a:pt x="6" y="27"/>
                </a:cubicBezTo>
                <a:cubicBezTo>
                  <a:pt x="6" y="28"/>
                  <a:pt x="8" y="29"/>
                  <a:pt x="9" y="29"/>
                </a:cubicBezTo>
                <a:cubicBezTo>
                  <a:pt x="10" y="29"/>
                  <a:pt x="11" y="30"/>
                  <a:pt x="11" y="30"/>
                </a:cubicBezTo>
                <a:cubicBezTo>
                  <a:pt x="16" y="44"/>
                  <a:pt x="16" y="44"/>
                  <a:pt x="16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9" y="43"/>
                  <a:pt x="19" y="43"/>
                  <a:pt x="19" y="43"/>
                </a:cubicBezTo>
                <a:cubicBezTo>
                  <a:pt x="15" y="32"/>
                  <a:pt x="15" y="32"/>
                  <a:pt x="15" y="32"/>
                </a:cubicBezTo>
                <a:cubicBezTo>
                  <a:pt x="15" y="32"/>
                  <a:pt x="15" y="31"/>
                  <a:pt x="15" y="31"/>
                </a:cubicBezTo>
                <a:cubicBezTo>
                  <a:pt x="15" y="30"/>
                  <a:pt x="16" y="29"/>
                  <a:pt x="17" y="29"/>
                </a:cubicBezTo>
                <a:cubicBezTo>
                  <a:pt x="23" y="29"/>
                  <a:pt x="23" y="29"/>
                  <a:pt x="23" y="29"/>
                </a:cubicBezTo>
                <a:close/>
                <a:moveTo>
                  <a:pt x="26" y="15"/>
                </a:moveTo>
                <a:cubicBezTo>
                  <a:pt x="26" y="15"/>
                  <a:pt x="26" y="15"/>
                  <a:pt x="26" y="15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2"/>
                  <a:pt x="26" y="32"/>
                  <a:pt x="26" y="32"/>
                </a:cubicBezTo>
                <a:cubicBezTo>
                  <a:pt x="38" y="40"/>
                  <a:pt x="38" y="40"/>
                  <a:pt x="38" y="40"/>
                </a:cubicBezTo>
                <a:cubicBezTo>
                  <a:pt x="38" y="6"/>
                  <a:pt x="38" y="6"/>
                  <a:pt x="38" y="6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lose/>
                <a:moveTo>
                  <a:pt x="42" y="18"/>
                </a:moveTo>
                <a:cubicBezTo>
                  <a:pt x="42" y="18"/>
                  <a:pt x="42" y="18"/>
                  <a:pt x="42" y="18"/>
                </a:cubicBezTo>
                <a:cubicBezTo>
                  <a:pt x="42" y="28"/>
                  <a:pt x="42" y="28"/>
                  <a:pt x="42" y="28"/>
                </a:cubicBezTo>
                <a:cubicBezTo>
                  <a:pt x="43" y="28"/>
                  <a:pt x="43" y="28"/>
                  <a:pt x="44" y="27"/>
                </a:cubicBezTo>
                <a:cubicBezTo>
                  <a:pt x="45" y="26"/>
                  <a:pt x="45" y="25"/>
                  <a:pt x="45" y="23"/>
                </a:cubicBezTo>
                <a:cubicBezTo>
                  <a:pt x="45" y="22"/>
                  <a:pt x="45" y="20"/>
                  <a:pt x="44" y="19"/>
                </a:cubicBezTo>
                <a:cubicBezTo>
                  <a:pt x="44" y="19"/>
                  <a:pt x="44" y="19"/>
                  <a:pt x="44" y="19"/>
                </a:cubicBezTo>
                <a:cubicBezTo>
                  <a:pt x="43" y="19"/>
                  <a:pt x="43" y="18"/>
                  <a:pt x="42" y="1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33" name="Freeform 167">
            <a:extLst>
              <a:ext uri="{FF2B5EF4-FFF2-40B4-BE49-F238E27FC236}">
                <a16:creationId xmlns:a16="http://schemas.microsoft.com/office/drawing/2014/main" id="{2F4D788B-C179-A4BD-A8A3-47A2CDEDA1E2}"/>
              </a:ext>
            </a:extLst>
          </p:cNvPr>
          <p:cNvSpPr>
            <a:spLocks noEditPoints="1"/>
          </p:cNvSpPr>
          <p:nvPr/>
        </p:nvSpPr>
        <p:spPr bwMode="auto">
          <a:xfrm>
            <a:off x="5047651" y="3895115"/>
            <a:ext cx="211667" cy="215900"/>
          </a:xfrm>
          <a:custGeom>
            <a:avLst/>
            <a:gdLst>
              <a:gd name="T0" fmla="*/ 6350 w 50"/>
              <a:gd name="T1" fmla="*/ 0 h 51"/>
              <a:gd name="T2" fmla="*/ 158750 w 50"/>
              <a:gd name="T3" fmla="*/ 6350 h 51"/>
              <a:gd name="T4" fmla="*/ 158750 w 50"/>
              <a:gd name="T5" fmla="*/ 155575 h 51"/>
              <a:gd name="T6" fmla="*/ 152400 w 50"/>
              <a:gd name="T7" fmla="*/ 161925 h 51"/>
              <a:gd name="T8" fmla="*/ 0 w 50"/>
              <a:gd name="T9" fmla="*/ 155575 h 51"/>
              <a:gd name="T10" fmla="*/ 0 w 50"/>
              <a:gd name="T11" fmla="*/ 6350 h 51"/>
              <a:gd name="T12" fmla="*/ 82550 w 50"/>
              <a:gd name="T13" fmla="*/ 12700 h 51"/>
              <a:gd name="T14" fmla="*/ 82550 w 50"/>
              <a:gd name="T15" fmla="*/ 76200 h 51"/>
              <a:gd name="T16" fmla="*/ 146050 w 50"/>
              <a:gd name="T17" fmla="*/ 12700 h 51"/>
              <a:gd name="T18" fmla="*/ 82550 w 50"/>
              <a:gd name="T19" fmla="*/ 85725 h 51"/>
              <a:gd name="T20" fmla="*/ 82550 w 50"/>
              <a:gd name="T21" fmla="*/ 149225 h 51"/>
              <a:gd name="T22" fmla="*/ 146050 w 50"/>
              <a:gd name="T23" fmla="*/ 85725 h 51"/>
              <a:gd name="T24" fmla="*/ 76200 w 50"/>
              <a:gd name="T25" fmla="*/ 149225 h 51"/>
              <a:gd name="T26" fmla="*/ 76200 w 50"/>
              <a:gd name="T27" fmla="*/ 85725 h 51"/>
              <a:gd name="T28" fmla="*/ 12700 w 50"/>
              <a:gd name="T29" fmla="*/ 149225 h 51"/>
              <a:gd name="T30" fmla="*/ 76200 w 50"/>
              <a:gd name="T31" fmla="*/ 76200 h 51"/>
              <a:gd name="T32" fmla="*/ 76200 w 50"/>
              <a:gd name="T33" fmla="*/ 12700 h 51"/>
              <a:gd name="T34" fmla="*/ 12700 w 50"/>
              <a:gd name="T35" fmla="*/ 76200 h 51"/>
              <a:gd name="T36" fmla="*/ 50800 w 50"/>
              <a:gd name="T37" fmla="*/ 104775 h 51"/>
              <a:gd name="T38" fmla="*/ 57150 w 50"/>
              <a:gd name="T39" fmla="*/ 104775 h 51"/>
              <a:gd name="T40" fmla="*/ 47625 w 50"/>
              <a:gd name="T41" fmla="*/ 117475 h 51"/>
              <a:gd name="T42" fmla="*/ 57150 w 50"/>
              <a:gd name="T43" fmla="*/ 133350 h 51"/>
              <a:gd name="T44" fmla="*/ 41275 w 50"/>
              <a:gd name="T45" fmla="*/ 123825 h 51"/>
              <a:gd name="T46" fmla="*/ 28575 w 50"/>
              <a:gd name="T47" fmla="*/ 133350 h 51"/>
              <a:gd name="T48" fmla="*/ 38100 w 50"/>
              <a:gd name="T49" fmla="*/ 117475 h 51"/>
              <a:gd name="T50" fmla="*/ 28575 w 50"/>
              <a:gd name="T51" fmla="*/ 104775 h 51"/>
              <a:gd name="T52" fmla="*/ 41275 w 50"/>
              <a:gd name="T53" fmla="*/ 114300 h 51"/>
              <a:gd name="T54" fmla="*/ 38100 w 50"/>
              <a:gd name="T55" fmla="*/ 28575 h 51"/>
              <a:gd name="T56" fmla="*/ 41275 w 50"/>
              <a:gd name="T57" fmla="*/ 25400 h 51"/>
              <a:gd name="T58" fmla="*/ 44450 w 50"/>
              <a:gd name="T59" fmla="*/ 41275 h 51"/>
              <a:gd name="T60" fmla="*/ 60325 w 50"/>
              <a:gd name="T61" fmla="*/ 44450 h 51"/>
              <a:gd name="T62" fmla="*/ 44450 w 50"/>
              <a:gd name="T63" fmla="*/ 47625 h 51"/>
              <a:gd name="T64" fmla="*/ 41275 w 50"/>
              <a:gd name="T65" fmla="*/ 63500 h 51"/>
              <a:gd name="T66" fmla="*/ 38100 w 50"/>
              <a:gd name="T67" fmla="*/ 47625 h 51"/>
              <a:gd name="T68" fmla="*/ 22225 w 50"/>
              <a:gd name="T69" fmla="*/ 44450 h 51"/>
              <a:gd name="T70" fmla="*/ 38100 w 50"/>
              <a:gd name="T71" fmla="*/ 41275 h 51"/>
              <a:gd name="T72" fmla="*/ 130175 w 50"/>
              <a:gd name="T73" fmla="*/ 120650 h 51"/>
              <a:gd name="T74" fmla="*/ 136525 w 50"/>
              <a:gd name="T75" fmla="*/ 123825 h 51"/>
              <a:gd name="T76" fmla="*/ 98425 w 50"/>
              <a:gd name="T77" fmla="*/ 130175 h 51"/>
              <a:gd name="T78" fmla="*/ 98425 w 50"/>
              <a:gd name="T79" fmla="*/ 120650 h 51"/>
              <a:gd name="T80" fmla="*/ 130175 w 50"/>
              <a:gd name="T81" fmla="*/ 107950 h 51"/>
              <a:gd name="T82" fmla="*/ 136525 w 50"/>
              <a:gd name="T83" fmla="*/ 111125 h 51"/>
              <a:gd name="T84" fmla="*/ 98425 w 50"/>
              <a:gd name="T85" fmla="*/ 114300 h 51"/>
              <a:gd name="T86" fmla="*/ 98425 w 50"/>
              <a:gd name="T87" fmla="*/ 107950 h 51"/>
              <a:gd name="T88" fmla="*/ 130175 w 50"/>
              <a:gd name="T89" fmla="*/ 41275 h 51"/>
              <a:gd name="T90" fmla="*/ 136525 w 50"/>
              <a:gd name="T91" fmla="*/ 44450 h 51"/>
              <a:gd name="T92" fmla="*/ 98425 w 50"/>
              <a:gd name="T93" fmla="*/ 47625 h 51"/>
              <a:gd name="T94" fmla="*/ 98425 w 50"/>
              <a:gd name="T95" fmla="*/ 41275 h 5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1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50"/>
                  <a:pt x="49" y="51"/>
                  <a:pt x="48" y="51"/>
                </a:cubicBezTo>
                <a:cubicBezTo>
                  <a:pt x="48" y="51"/>
                  <a:pt x="48" y="51"/>
                  <a:pt x="48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0" y="51"/>
                  <a:pt x="0" y="50"/>
                  <a:pt x="0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2" y="0"/>
                </a:cubicBezTo>
                <a:close/>
                <a:moveTo>
                  <a:pt x="26" y="4"/>
                </a:moveTo>
                <a:cubicBezTo>
                  <a:pt x="26" y="4"/>
                  <a:pt x="26" y="4"/>
                  <a:pt x="26" y="4"/>
                </a:cubicBezTo>
                <a:cubicBezTo>
                  <a:pt x="26" y="24"/>
                  <a:pt x="26" y="24"/>
                  <a:pt x="26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4"/>
                  <a:pt x="46" y="4"/>
                  <a:pt x="46" y="4"/>
                </a:cubicBezTo>
                <a:cubicBezTo>
                  <a:pt x="26" y="4"/>
                  <a:pt x="26" y="4"/>
                  <a:pt x="26" y="4"/>
                </a:cubicBezTo>
                <a:close/>
                <a:moveTo>
                  <a:pt x="26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47"/>
                  <a:pt x="26" y="47"/>
                  <a:pt x="26" y="47"/>
                </a:cubicBezTo>
                <a:cubicBezTo>
                  <a:pt x="46" y="47"/>
                  <a:pt x="46" y="47"/>
                  <a:pt x="46" y="47"/>
                </a:cubicBezTo>
                <a:cubicBezTo>
                  <a:pt x="46" y="27"/>
                  <a:pt x="46" y="27"/>
                  <a:pt x="46" y="27"/>
                </a:cubicBezTo>
                <a:cubicBezTo>
                  <a:pt x="26" y="27"/>
                  <a:pt x="26" y="27"/>
                  <a:pt x="26" y="27"/>
                </a:cubicBezTo>
                <a:close/>
                <a:moveTo>
                  <a:pt x="24" y="47"/>
                </a:moveTo>
                <a:cubicBezTo>
                  <a:pt x="24" y="47"/>
                  <a:pt x="24" y="47"/>
                  <a:pt x="24" y="47"/>
                </a:cubicBezTo>
                <a:cubicBezTo>
                  <a:pt x="24" y="27"/>
                  <a:pt x="24" y="27"/>
                  <a:pt x="24" y="27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47"/>
                  <a:pt x="4" y="47"/>
                  <a:pt x="4" y="47"/>
                </a:cubicBezTo>
                <a:cubicBezTo>
                  <a:pt x="24" y="47"/>
                  <a:pt x="24" y="47"/>
                  <a:pt x="24" y="47"/>
                </a:cubicBezTo>
                <a:close/>
                <a:moveTo>
                  <a:pt x="2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4"/>
                  <a:pt x="24" y="4"/>
                  <a:pt x="2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4"/>
                  <a:pt x="4" y="24"/>
                  <a:pt x="4" y="24"/>
                </a:cubicBezTo>
                <a:cubicBezTo>
                  <a:pt x="24" y="24"/>
                  <a:pt x="24" y="24"/>
                  <a:pt x="24" y="24"/>
                </a:cubicBezTo>
                <a:close/>
                <a:moveTo>
                  <a:pt x="16" y="33"/>
                </a:moveTo>
                <a:cubicBezTo>
                  <a:pt x="16" y="33"/>
                  <a:pt x="16" y="33"/>
                  <a:pt x="16" y="33"/>
                </a:cubicBezTo>
                <a:cubicBezTo>
                  <a:pt x="16" y="32"/>
                  <a:pt x="17" y="32"/>
                  <a:pt x="18" y="33"/>
                </a:cubicBezTo>
                <a:cubicBezTo>
                  <a:pt x="18" y="33"/>
                  <a:pt x="18" y="34"/>
                  <a:pt x="18" y="34"/>
                </a:cubicBezTo>
                <a:cubicBezTo>
                  <a:pt x="15" y="37"/>
                  <a:pt x="15" y="37"/>
                  <a:pt x="15" y="37"/>
                </a:cubicBezTo>
                <a:cubicBezTo>
                  <a:pt x="18" y="40"/>
                  <a:pt x="18" y="40"/>
                  <a:pt x="18" y="40"/>
                </a:cubicBezTo>
                <a:cubicBezTo>
                  <a:pt x="18" y="40"/>
                  <a:pt x="18" y="41"/>
                  <a:pt x="18" y="42"/>
                </a:cubicBezTo>
                <a:cubicBezTo>
                  <a:pt x="17" y="42"/>
                  <a:pt x="16" y="42"/>
                  <a:pt x="16" y="42"/>
                </a:cubicBezTo>
                <a:cubicBezTo>
                  <a:pt x="13" y="39"/>
                  <a:pt x="13" y="39"/>
                  <a:pt x="13" y="39"/>
                </a:cubicBezTo>
                <a:cubicBezTo>
                  <a:pt x="10" y="42"/>
                  <a:pt x="10" y="42"/>
                  <a:pt x="10" y="42"/>
                </a:cubicBezTo>
                <a:cubicBezTo>
                  <a:pt x="10" y="42"/>
                  <a:pt x="9" y="42"/>
                  <a:pt x="9" y="42"/>
                </a:cubicBezTo>
                <a:cubicBezTo>
                  <a:pt x="8" y="41"/>
                  <a:pt x="8" y="40"/>
                  <a:pt x="9" y="40"/>
                </a:cubicBezTo>
                <a:cubicBezTo>
                  <a:pt x="12" y="37"/>
                  <a:pt x="12" y="37"/>
                  <a:pt x="12" y="37"/>
                </a:cubicBezTo>
                <a:cubicBezTo>
                  <a:pt x="9" y="34"/>
                  <a:pt x="9" y="34"/>
                  <a:pt x="9" y="34"/>
                </a:cubicBezTo>
                <a:cubicBezTo>
                  <a:pt x="8" y="34"/>
                  <a:pt x="8" y="33"/>
                  <a:pt x="9" y="33"/>
                </a:cubicBezTo>
                <a:cubicBezTo>
                  <a:pt x="9" y="32"/>
                  <a:pt x="10" y="32"/>
                  <a:pt x="10" y="33"/>
                </a:cubicBezTo>
                <a:cubicBezTo>
                  <a:pt x="13" y="36"/>
                  <a:pt x="13" y="36"/>
                  <a:pt x="13" y="36"/>
                </a:cubicBezTo>
                <a:cubicBezTo>
                  <a:pt x="16" y="33"/>
                  <a:pt x="16" y="33"/>
                  <a:pt x="16" y="33"/>
                </a:cubicBezTo>
                <a:close/>
                <a:moveTo>
                  <a:pt x="12" y="9"/>
                </a:moveTo>
                <a:cubicBezTo>
                  <a:pt x="12" y="9"/>
                  <a:pt x="12" y="9"/>
                  <a:pt x="12" y="9"/>
                </a:cubicBezTo>
                <a:cubicBezTo>
                  <a:pt x="12" y="8"/>
                  <a:pt x="13" y="8"/>
                  <a:pt x="13" y="8"/>
                </a:cubicBezTo>
                <a:cubicBezTo>
                  <a:pt x="14" y="8"/>
                  <a:pt x="14" y="8"/>
                  <a:pt x="14" y="9"/>
                </a:cubicBezTo>
                <a:cubicBezTo>
                  <a:pt x="14" y="13"/>
                  <a:pt x="14" y="13"/>
                  <a:pt x="14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9" y="13"/>
                  <a:pt x="19" y="13"/>
                  <a:pt x="19" y="14"/>
                </a:cubicBezTo>
                <a:cubicBezTo>
                  <a:pt x="19" y="15"/>
                  <a:pt x="19" y="15"/>
                  <a:pt x="18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20"/>
                  <a:pt x="14" y="20"/>
                  <a:pt x="13" y="20"/>
                </a:cubicBezTo>
                <a:cubicBezTo>
                  <a:pt x="13" y="20"/>
                  <a:pt x="12" y="20"/>
                  <a:pt x="12" y="19"/>
                </a:cubicBezTo>
                <a:cubicBezTo>
                  <a:pt x="12" y="15"/>
                  <a:pt x="12" y="15"/>
                  <a:pt x="12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7" y="15"/>
                  <a:pt x="7" y="15"/>
                  <a:pt x="7" y="14"/>
                </a:cubicBezTo>
                <a:cubicBezTo>
                  <a:pt x="7" y="13"/>
                  <a:pt x="7" y="13"/>
                  <a:pt x="8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9"/>
                  <a:pt x="12" y="9"/>
                  <a:pt x="12" y="9"/>
                </a:cubicBezTo>
                <a:close/>
                <a:moveTo>
                  <a:pt x="41" y="38"/>
                </a:moveTo>
                <a:cubicBezTo>
                  <a:pt x="41" y="38"/>
                  <a:pt x="41" y="38"/>
                  <a:pt x="41" y="38"/>
                </a:cubicBezTo>
                <a:cubicBezTo>
                  <a:pt x="42" y="38"/>
                  <a:pt x="43" y="39"/>
                  <a:pt x="43" y="39"/>
                </a:cubicBezTo>
                <a:cubicBezTo>
                  <a:pt x="43" y="40"/>
                  <a:pt x="42" y="41"/>
                  <a:pt x="41" y="41"/>
                </a:cubicBezTo>
                <a:cubicBezTo>
                  <a:pt x="33" y="41"/>
                  <a:pt x="40" y="41"/>
                  <a:pt x="31" y="41"/>
                </a:cubicBezTo>
                <a:cubicBezTo>
                  <a:pt x="31" y="41"/>
                  <a:pt x="30" y="40"/>
                  <a:pt x="30" y="39"/>
                </a:cubicBezTo>
                <a:cubicBezTo>
                  <a:pt x="30" y="39"/>
                  <a:pt x="31" y="38"/>
                  <a:pt x="31" y="38"/>
                </a:cubicBezTo>
                <a:cubicBezTo>
                  <a:pt x="40" y="38"/>
                  <a:pt x="33" y="38"/>
                  <a:pt x="41" y="38"/>
                </a:cubicBezTo>
                <a:close/>
                <a:moveTo>
                  <a:pt x="41" y="34"/>
                </a:moveTo>
                <a:cubicBezTo>
                  <a:pt x="41" y="34"/>
                  <a:pt x="41" y="34"/>
                  <a:pt x="41" y="34"/>
                </a:cubicBezTo>
                <a:cubicBezTo>
                  <a:pt x="42" y="34"/>
                  <a:pt x="43" y="34"/>
                  <a:pt x="43" y="35"/>
                </a:cubicBezTo>
                <a:cubicBezTo>
                  <a:pt x="43" y="35"/>
                  <a:pt x="42" y="36"/>
                  <a:pt x="41" y="36"/>
                </a:cubicBezTo>
                <a:cubicBezTo>
                  <a:pt x="33" y="36"/>
                  <a:pt x="40" y="36"/>
                  <a:pt x="31" y="36"/>
                </a:cubicBezTo>
                <a:cubicBezTo>
                  <a:pt x="31" y="36"/>
                  <a:pt x="30" y="35"/>
                  <a:pt x="30" y="35"/>
                </a:cubicBezTo>
                <a:cubicBezTo>
                  <a:pt x="30" y="34"/>
                  <a:pt x="31" y="34"/>
                  <a:pt x="31" y="34"/>
                </a:cubicBezTo>
                <a:cubicBezTo>
                  <a:pt x="40" y="34"/>
                  <a:pt x="33" y="34"/>
                  <a:pt x="41" y="34"/>
                </a:cubicBezTo>
                <a:close/>
                <a:moveTo>
                  <a:pt x="41" y="13"/>
                </a:moveTo>
                <a:cubicBezTo>
                  <a:pt x="41" y="13"/>
                  <a:pt x="41" y="13"/>
                  <a:pt x="41" y="13"/>
                </a:cubicBezTo>
                <a:cubicBezTo>
                  <a:pt x="42" y="13"/>
                  <a:pt x="43" y="13"/>
                  <a:pt x="43" y="14"/>
                </a:cubicBezTo>
                <a:cubicBezTo>
                  <a:pt x="43" y="15"/>
                  <a:pt x="42" y="15"/>
                  <a:pt x="41" y="15"/>
                </a:cubicBezTo>
                <a:cubicBezTo>
                  <a:pt x="33" y="15"/>
                  <a:pt x="40" y="15"/>
                  <a:pt x="31" y="15"/>
                </a:cubicBezTo>
                <a:cubicBezTo>
                  <a:pt x="31" y="15"/>
                  <a:pt x="30" y="15"/>
                  <a:pt x="30" y="14"/>
                </a:cubicBezTo>
                <a:cubicBezTo>
                  <a:pt x="30" y="13"/>
                  <a:pt x="31" y="13"/>
                  <a:pt x="31" y="13"/>
                </a:cubicBezTo>
                <a:cubicBezTo>
                  <a:pt x="40" y="13"/>
                  <a:pt x="33" y="13"/>
                  <a:pt x="41" y="1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34" name="Freeform 168">
            <a:extLst>
              <a:ext uri="{FF2B5EF4-FFF2-40B4-BE49-F238E27FC236}">
                <a16:creationId xmlns:a16="http://schemas.microsoft.com/office/drawing/2014/main" id="{0E02C52D-35B9-EA33-5877-0BCF96419A1E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4807399"/>
            <a:ext cx="215900" cy="198967"/>
          </a:xfrm>
          <a:custGeom>
            <a:avLst/>
            <a:gdLst>
              <a:gd name="T0" fmla="*/ 98425 w 51"/>
              <a:gd name="T1" fmla="*/ 3175 h 47"/>
              <a:gd name="T2" fmla="*/ 114300 w 51"/>
              <a:gd name="T3" fmla="*/ 9525 h 47"/>
              <a:gd name="T4" fmla="*/ 158750 w 51"/>
              <a:gd name="T5" fmla="*/ 57150 h 47"/>
              <a:gd name="T6" fmla="*/ 161925 w 51"/>
              <a:gd name="T7" fmla="*/ 136525 h 47"/>
              <a:gd name="T8" fmla="*/ 44450 w 51"/>
              <a:gd name="T9" fmla="*/ 149225 h 47"/>
              <a:gd name="T10" fmla="*/ 31750 w 51"/>
              <a:gd name="T11" fmla="*/ 120650 h 47"/>
              <a:gd name="T12" fmla="*/ 3175 w 51"/>
              <a:gd name="T13" fmla="*/ 63500 h 47"/>
              <a:gd name="T14" fmla="*/ 6350 w 51"/>
              <a:gd name="T15" fmla="*/ 53975 h 47"/>
              <a:gd name="T16" fmla="*/ 44450 w 51"/>
              <a:gd name="T17" fmla="*/ 63500 h 47"/>
              <a:gd name="T18" fmla="*/ 44450 w 51"/>
              <a:gd name="T19" fmla="*/ 63500 h 47"/>
              <a:gd name="T20" fmla="*/ 44450 w 51"/>
              <a:gd name="T21" fmla="*/ 66675 h 47"/>
              <a:gd name="T22" fmla="*/ 44450 w 51"/>
              <a:gd name="T23" fmla="*/ 66675 h 47"/>
              <a:gd name="T24" fmla="*/ 44450 w 51"/>
              <a:gd name="T25" fmla="*/ 66675 h 47"/>
              <a:gd name="T26" fmla="*/ 44450 w 51"/>
              <a:gd name="T27" fmla="*/ 66675 h 47"/>
              <a:gd name="T28" fmla="*/ 44450 w 51"/>
              <a:gd name="T29" fmla="*/ 136525 h 47"/>
              <a:gd name="T30" fmla="*/ 149225 w 51"/>
              <a:gd name="T31" fmla="*/ 136525 h 47"/>
              <a:gd name="T32" fmla="*/ 136525 w 51"/>
              <a:gd name="T33" fmla="*/ 63500 h 47"/>
              <a:gd name="T34" fmla="*/ 50800 w 51"/>
              <a:gd name="T35" fmla="*/ 82550 h 47"/>
              <a:gd name="T36" fmla="*/ 79375 w 51"/>
              <a:gd name="T37" fmla="*/ 85725 h 47"/>
              <a:gd name="T38" fmla="*/ 76200 w 51"/>
              <a:gd name="T39" fmla="*/ 114300 h 47"/>
              <a:gd name="T40" fmla="*/ 47625 w 51"/>
              <a:gd name="T41" fmla="*/ 111125 h 47"/>
              <a:gd name="T42" fmla="*/ 73025 w 51"/>
              <a:gd name="T43" fmla="*/ 92075 h 47"/>
              <a:gd name="T44" fmla="*/ 57150 w 51"/>
              <a:gd name="T45" fmla="*/ 107950 h 47"/>
              <a:gd name="T46" fmla="*/ 47625 w 51"/>
              <a:gd name="T47" fmla="*/ 123825 h 47"/>
              <a:gd name="T48" fmla="*/ 57150 w 51"/>
              <a:gd name="T49" fmla="*/ 123825 h 47"/>
              <a:gd name="T50" fmla="*/ 47625 w 51"/>
              <a:gd name="T51" fmla="*/ 133350 h 47"/>
              <a:gd name="T52" fmla="*/ 82550 w 51"/>
              <a:gd name="T53" fmla="*/ 123825 h 47"/>
              <a:gd name="T54" fmla="*/ 92075 w 51"/>
              <a:gd name="T55" fmla="*/ 133350 h 47"/>
              <a:gd name="T56" fmla="*/ 82550 w 51"/>
              <a:gd name="T57" fmla="*/ 123825 h 47"/>
              <a:gd name="T58" fmla="*/ 120650 w 51"/>
              <a:gd name="T59" fmla="*/ 120650 h 47"/>
              <a:gd name="T60" fmla="*/ 120650 w 51"/>
              <a:gd name="T61" fmla="*/ 136525 h 47"/>
              <a:gd name="T62" fmla="*/ 57150 w 51"/>
              <a:gd name="T63" fmla="*/ 123825 h 47"/>
              <a:gd name="T64" fmla="*/ 66675 w 51"/>
              <a:gd name="T65" fmla="*/ 123825 h 47"/>
              <a:gd name="T66" fmla="*/ 57150 w 51"/>
              <a:gd name="T67" fmla="*/ 133350 h 47"/>
              <a:gd name="T68" fmla="*/ 92075 w 51"/>
              <a:gd name="T69" fmla="*/ 123825 h 47"/>
              <a:gd name="T70" fmla="*/ 101600 w 51"/>
              <a:gd name="T71" fmla="*/ 133350 h 47"/>
              <a:gd name="T72" fmla="*/ 92075 w 51"/>
              <a:gd name="T73" fmla="*/ 123825 h 47"/>
              <a:gd name="T74" fmla="*/ 133350 w 51"/>
              <a:gd name="T75" fmla="*/ 120650 h 47"/>
              <a:gd name="T76" fmla="*/ 133350 w 51"/>
              <a:gd name="T77" fmla="*/ 136525 h 47"/>
              <a:gd name="T78" fmla="*/ 69850 w 51"/>
              <a:gd name="T79" fmla="*/ 123825 h 47"/>
              <a:gd name="T80" fmla="*/ 76200 w 51"/>
              <a:gd name="T81" fmla="*/ 123825 h 47"/>
              <a:gd name="T82" fmla="*/ 69850 w 51"/>
              <a:gd name="T83" fmla="*/ 133350 h 47"/>
              <a:gd name="T84" fmla="*/ 104775 w 51"/>
              <a:gd name="T85" fmla="*/ 123825 h 47"/>
              <a:gd name="T86" fmla="*/ 111125 w 51"/>
              <a:gd name="T87" fmla="*/ 133350 h 47"/>
              <a:gd name="T88" fmla="*/ 104775 w 51"/>
              <a:gd name="T89" fmla="*/ 123825 h 47"/>
              <a:gd name="T90" fmla="*/ 142875 w 51"/>
              <a:gd name="T91" fmla="*/ 120650 h 47"/>
              <a:gd name="T92" fmla="*/ 142875 w 51"/>
              <a:gd name="T93" fmla="*/ 136525 h 47"/>
              <a:gd name="T94" fmla="*/ 104775 w 51"/>
              <a:gd name="T95" fmla="*/ 12700 h 47"/>
              <a:gd name="T96" fmla="*/ 104775 w 51"/>
              <a:gd name="T97" fmla="*/ 12700 h 47"/>
              <a:gd name="T98" fmla="*/ 104775 w 51"/>
              <a:gd name="T99" fmla="*/ 12700 h 47"/>
              <a:gd name="T100" fmla="*/ 12700 w 51"/>
              <a:gd name="T101" fmla="*/ 66675 h 47"/>
              <a:gd name="T102" fmla="*/ 12700 w 51"/>
              <a:gd name="T103" fmla="*/ 66675 h 47"/>
              <a:gd name="T104" fmla="*/ 44450 w 51"/>
              <a:gd name="T105" fmla="*/ 53975 h 47"/>
              <a:gd name="T106" fmla="*/ 104775 w 51"/>
              <a:gd name="T107" fmla="*/ 12700 h 47"/>
              <a:gd name="T108" fmla="*/ 12700 w 51"/>
              <a:gd name="T109" fmla="*/ 66675 h 4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" h="47">
                <a:moveTo>
                  <a:pt x="2" y="17"/>
                </a:moveTo>
                <a:cubicBezTo>
                  <a:pt x="31" y="1"/>
                  <a:pt x="31" y="1"/>
                  <a:pt x="31" y="1"/>
                </a:cubicBezTo>
                <a:cubicBezTo>
                  <a:pt x="31" y="1"/>
                  <a:pt x="31" y="1"/>
                  <a:pt x="31" y="1"/>
                </a:cubicBezTo>
                <a:cubicBezTo>
                  <a:pt x="32" y="0"/>
                  <a:pt x="33" y="0"/>
                  <a:pt x="34" y="1"/>
                </a:cubicBezTo>
                <a:cubicBezTo>
                  <a:pt x="35" y="1"/>
                  <a:pt x="36" y="2"/>
                  <a:pt x="36" y="2"/>
                </a:cubicBezTo>
                <a:cubicBezTo>
                  <a:pt x="36" y="2"/>
                  <a:pt x="36" y="3"/>
                  <a:pt x="36" y="3"/>
                </a:cubicBezTo>
                <a:cubicBezTo>
                  <a:pt x="44" y="17"/>
                  <a:pt x="44" y="17"/>
                  <a:pt x="44" y="17"/>
                </a:cubicBezTo>
                <a:cubicBezTo>
                  <a:pt x="47" y="17"/>
                  <a:pt x="47" y="17"/>
                  <a:pt x="47" y="17"/>
                </a:cubicBezTo>
                <a:cubicBezTo>
                  <a:pt x="48" y="17"/>
                  <a:pt x="49" y="17"/>
                  <a:pt x="50" y="18"/>
                </a:cubicBezTo>
                <a:cubicBezTo>
                  <a:pt x="50" y="18"/>
                  <a:pt x="50" y="18"/>
                  <a:pt x="50" y="18"/>
                </a:cubicBezTo>
                <a:cubicBezTo>
                  <a:pt x="50" y="19"/>
                  <a:pt x="51" y="20"/>
                  <a:pt x="51" y="21"/>
                </a:cubicBezTo>
                <a:cubicBezTo>
                  <a:pt x="51" y="43"/>
                  <a:pt x="51" y="43"/>
                  <a:pt x="51" y="43"/>
                </a:cubicBezTo>
                <a:cubicBezTo>
                  <a:pt x="51" y="44"/>
                  <a:pt x="50" y="45"/>
                  <a:pt x="50" y="46"/>
                </a:cubicBezTo>
                <a:cubicBezTo>
                  <a:pt x="49" y="47"/>
                  <a:pt x="48" y="47"/>
                  <a:pt x="47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13" y="47"/>
                  <a:pt x="12" y="47"/>
                  <a:pt x="11" y="46"/>
                </a:cubicBezTo>
                <a:cubicBezTo>
                  <a:pt x="10" y="45"/>
                  <a:pt x="10" y="44"/>
                  <a:pt x="10" y="43"/>
                </a:cubicBezTo>
                <a:cubicBezTo>
                  <a:pt x="10" y="38"/>
                  <a:pt x="10" y="38"/>
                  <a:pt x="10" y="38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2"/>
                  <a:pt x="0" y="21"/>
                  <a:pt x="1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19"/>
                  <a:pt x="1" y="18"/>
                  <a:pt x="2" y="17"/>
                </a:cubicBezTo>
                <a:cubicBezTo>
                  <a:pt x="2" y="17"/>
                  <a:pt x="2" y="17"/>
                  <a:pt x="2" y="17"/>
                </a:cubicBezTo>
                <a:close/>
                <a:moveTo>
                  <a:pt x="43" y="20"/>
                </a:moveTo>
                <a:cubicBezTo>
                  <a:pt x="43" y="20"/>
                  <a:pt x="43" y="20"/>
                  <a:pt x="43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43"/>
                  <a:pt x="14" y="43"/>
                  <a:pt x="14" y="43"/>
                </a:cubicBezTo>
                <a:cubicBezTo>
                  <a:pt x="14" y="43"/>
                  <a:pt x="14" y="43"/>
                  <a:pt x="14" y="44"/>
                </a:cubicBezTo>
                <a:cubicBezTo>
                  <a:pt x="47" y="44"/>
                  <a:pt x="47" y="44"/>
                  <a:pt x="47" y="44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21"/>
                  <a:pt x="47" y="21"/>
                  <a:pt x="47" y="21"/>
                </a:cubicBezTo>
                <a:cubicBezTo>
                  <a:pt x="47" y="21"/>
                  <a:pt x="47" y="20"/>
                  <a:pt x="47" y="20"/>
                </a:cubicBezTo>
                <a:cubicBezTo>
                  <a:pt x="43" y="20"/>
                  <a:pt x="43" y="20"/>
                  <a:pt x="43" y="20"/>
                </a:cubicBezTo>
                <a:close/>
                <a:moveTo>
                  <a:pt x="16" y="26"/>
                </a:moveTo>
                <a:cubicBezTo>
                  <a:pt x="16" y="26"/>
                  <a:pt x="16" y="26"/>
                  <a:pt x="16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5" y="26"/>
                  <a:pt x="25" y="27"/>
                  <a:pt x="25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5" y="36"/>
                  <a:pt x="24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6" y="26"/>
                  <a:pt x="16" y="26"/>
                </a:cubicBezTo>
                <a:close/>
                <a:moveTo>
                  <a:pt x="23" y="29"/>
                </a:moveTo>
                <a:cubicBezTo>
                  <a:pt x="23" y="29"/>
                  <a:pt x="23" y="29"/>
                  <a:pt x="23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34"/>
                  <a:pt x="18" y="34"/>
                  <a:pt x="18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23" y="29"/>
                  <a:pt x="23" y="29"/>
                  <a:pt x="23" y="29"/>
                </a:cubicBezTo>
                <a:close/>
                <a:moveTo>
                  <a:pt x="15" y="39"/>
                </a:moveTo>
                <a:cubicBezTo>
                  <a:pt x="15" y="39"/>
                  <a:pt x="15" y="39"/>
                  <a:pt x="15" y="39"/>
                </a:cubicBezTo>
                <a:cubicBezTo>
                  <a:pt x="15" y="39"/>
                  <a:pt x="16" y="38"/>
                  <a:pt x="16" y="38"/>
                </a:cubicBezTo>
                <a:cubicBezTo>
                  <a:pt x="17" y="38"/>
                  <a:pt x="18" y="39"/>
                  <a:pt x="18" y="39"/>
                </a:cubicBezTo>
                <a:cubicBezTo>
                  <a:pt x="18" y="42"/>
                  <a:pt x="18" y="42"/>
                  <a:pt x="18" y="42"/>
                </a:cubicBezTo>
                <a:cubicBezTo>
                  <a:pt x="18" y="42"/>
                  <a:pt x="17" y="43"/>
                  <a:pt x="16" y="43"/>
                </a:cubicBezTo>
                <a:cubicBezTo>
                  <a:pt x="16" y="43"/>
                  <a:pt x="15" y="42"/>
                  <a:pt x="15" y="42"/>
                </a:cubicBezTo>
                <a:cubicBezTo>
                  <a:pt x="15" y="39"/>
                  <a:pt x="15" y="39"/>
                  <a:pt x="15" y="39"/>
                </a:cubicBezTo>
                <a:close/>
                <a:moveTo>
                  <a:pt x="26" y="39"/>
                </a:moveTo>
                <a:cubicBezTo>
                  <a:pt x="26" y="39"/>
                  <a:pt x="26" y="39"/>
                  <a:pt x="26" y="39"/>
                </a:cubicBezTo>
                <a:cubicBezTo>
                  <a:pt x="26" y="39"/>
                  <a:pt x="27" y="38"/>
                  <a:pt x="27" y="38"/>
                </a:cubicBezTo>
                <a:cubicBezTo>
                  <a:pt x="28" y="38"/>
                  <a:pt x="29" y="39"/>
                  <a:pt x="29" y="39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42"/>
                  <a:pt x="28" y="43"/>
                  <a:pt x="27" y="43"/>
                </a:cubicBezTo>
                <a:cubicBezTo>
                  <a:pt x="27" y="43"/>
                  <a:pt x="26" y="42"/>
                  <a:pt x="26" y="42"/>
                </a:cubicBezTo>
                <a:cubicBezTo>
                  <a:pt x="26" y="39"/>
                  <a:pt x="26" y="39"/>
                  <a:pt x="26" y="39"/>
                </a:cubicBezTo>
                <a:close/>
                <a:moveTo>
                  <a:pt x="37" y="39"/>
                </a:moveTo>
                <a:cubicBezTo>
                  <a:pt x="37" y="39"/>
                  <a:pt x="37" y="39"/>
                  <a:pt x="37" y="39"/>
                </a:cubicBezTo>
                <a:cubicBezTo>
                  <a:pt x="37" y="39"/>
                  <a:pt x="38" y="38"/>
                  <a:pt x="38" y="38"/>
                </a:cubicBezTo>
                <a:cubicBezTo>
                  <a:pt x="39" y="38"/>
                  <a:pt x="39" y="39"/>
                  <a:pt x="39" y="39"/>
                </a:cubicBezTo>
                <a:cubicBezTo>
                  <a:pt x="39" y="42"/>
                  <a:pt x="39" y="42"/>
                  <a:pt x="39" y="42"/>
                </a:cubicBezTo>
                <a:cubicBezTo>
                  <a:pt x="39" y="42"/>
                  <a:pt x="39" y="43"/>
                  <a:pt x="38" y="43"/>
                </a:cubicBezTo>
                <a:cubicBezTo>
                  <a:pt x="38" y="43"/>
                  <a:pt x="37" y="42"/>
                  <a:pt x="37" y="42"/>
                </a:cubicBezTo>
                <a:cubicBezTo>
                  <a:pt x="37" y="39"/>
                  <a:pt x="37" y="39"/>
                  <a:pt x="37" y="39"/>
                </a:cubicBezTo>
                <a:close/>
                <a:moveTo>
                  <a:pt x="18" y="39"/>
                </a:moveTo>
                <a:cubicBezTo>
                  <a:pt x="18" y="39"/>
                  <a:pt x="18" y="39"/>
                  <a:pt x="18" y="39"/>
                </a:cubicBezTo>
                <a:cubicBezTo>
                  <a:pt x="18" y="39"/>
                  <a:pt x="19" y="38"/>
                  <a:pt x="20" y="38"/>
                </a:cubicBezTo>
                <a:cubicBezTo>
                  <a:pt x="20" y="38"/>
                  <a:pt x="21" y="39"/>
                  <a:pt x="21" y="39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0" y="43"/>
                  <a:pt x="20" y="43"/>
                </a:cubicBezTo>
                <a:cubicBezTo>
                  <a:pt x="19" y="43"/>
                  <a:pt x="18" y="42"/>
                  <a:pt x="18" y="42"/>
                </a:cubicBezTo>
                <a:cubicBezTo>
                  <a:pt x="18" y="39"/>
                  <a:pt x="18" y="39"/>
                  <a:pt x="18" y="39"/>
                </a:cubicBezTo>
                <a:close/>
                <a:moveTo>
                  <a:pt x="29" y="39"/>
                </a:moveTo>
                <a:cubicBezTo>
                  <a:pt x="29" y="39"/>
                  <a:pt x="29" y="39"/>
                  <a:pt x="29" y="39"/>
                </a:cubicBezTo>
                <a:cubicBezTo>
                  <a:pt x="29" y="39"/>
                  <a:pt x="30" y="38"/>
                  <a:pt x="31" y="38"/>
                </a:cubicBezTo>
                <a:cubicBezTo>
                  <a:pt x="31" y="38"/>
                  <a:pt x="32" y="39"/>
                  <a:pt x="32" y="39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42"/>
                  <a:pt x="31" y="43"/>
                  <a:pt x="31" y="43"/>
                </a:cubicBezTo>
                <a:cubicBezTo>
                  <a:pt x="30" y="43"/>
                  <a:pt x="29" y="42"/>
                  <a:pt x="29" y="42"/>
                </a:cubicBezTo>
                <a:cubicBezTo>
                  <a:pt x="29" y="39"/>
                  <a:pt x="29" y="39"/>
                  <a:pt x="29" y="39"/>
                </a:cubicBezTo>
                <a:close/>
                <a:moveTo>
                  <a:pt x="40" y="39"/>
                </a:moveTo>
                <a:cubicBezTo>
                  <a:pt x="40" y="39"/>
                  <a:pt x="40" y="39"/>
                  <a:pt x="40" y="39"/>
                </a:cubicBezTo>
                <a:cubicBezTo>
                  <a:pt x="40" y="39"/>
                  <a:pt x="41" y="38"/>
                  <a:pt x="42" y="38"/>
                </a:cubicBezTo>
                <a:cubicBezTo>
                  <a:pt x="42" y="38"/>
                  <a:pt x="43" y="39"/>
                  <a:pt x="43" y="39"/>
                </a:cubicBezTo>
                <a:cubicBezTo>
                  <a:pt x="43" y="42"/>
                  <a:pt x="43" y="42"/>
                  <a:pt x="43" y="42"/>
                </a:cubicBezTo>
                <a:cubicBezTo>
                  <a:pt x="43" y="42"/>
                  <a:pt x="42" y="43"/>
                  <a:pt x="42" y="43"/>
                </a:cubicBezTo>
                <a:cubicBezTo>
                  <a:pt x="41" y="43"/>
                  <a:pt x="40" y="42"/>
                  <a:pt x="40" y="42"/>
                </a:cubicBezTo>
                <a:cubicBezTo>
                  <a:pt x="40" y="39"/>
                  <a:pt x="40" y="39"/>
                  <a:pt x="40" y="39"/>
                </a:cubicBezTo>
                <a:close/>
                <a:moveTo>
                  <a:pt x="22" y="39"/>
                </a:move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8"/>
                  <a:pt x="23" y="38"/>
                </a:cubicBezTo>
                <a:cubicBezTo>
                  <a:pt x="24" y="38"/>
                  <a:pt x="24" y="39"/>
                  <a:pt x="24" y="39"/>
                </a:cubicBezTo>
                <a:cubicBezTo>
                  <a:pt x="24" y="42"/>
                  <a:pt x="24" y="42"/>
                  <a:pt x="24" y="42"/>
                </a:cubicBezTo>
                <a:cubicBezTo>
                  <a:pt x="24" y="42"/>
                  <a:pt x="24" y="43"/>
                  <a:pt x="23" y="43"/>
                </a:cubicBezTo>
                <a:cubicBezTo>
                  <a:pt x="22" y="43"/>
                  <a:pt x="22" y="42"/>
                  <a:pt x="22" y="42"/>
                </a:cubicBezTo>
                <a:cubicBezTo>
                  <a:pt x="22" y="39"/>
                  <a:pt x="22" y="39"/>
                  <a:pt x="22" y="39"/>
                </a:cubicBezTo>
                <a:close/>
                <a:moveTo>
                  <a:pt x="33" y="39"/>
                </a:move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8"/>
                  <a:pt x="34" y="38"/>
                </a:cubicBezTo>
                <a:cubicBezTo>
                  <a:pt x="34" y="38"/>
                  <a:pt x="35" y="39"/>
                  <a:pt x="35" y="39"/>
                </a:cubicBezTo>
                <a:cubicBezTo>
                  <a:pt x="35" y="42"/>
                  <a:pt x="35" y="42"/>
                  <a:pt x="35" y="42"/>
                </a:cubicBezTo>
                <a:cubicBezTo>
                  <a:pt x="35" y="42"/>
                  <a:pt x="34" y="43"/>
                  <a:pt x="34" y="43"/>
                </a:cubicBezTo>
                <a:cubicBezTo>
                  <a:pt x="33" y="43"/>
                  <a:pt x="33" y="42"/>
                  <a:pt x="33" y="42"/>
                </a:cubicBezTo>
                <a:cubicBezTo>
                  <a:pt x="33" y="39"/>
                  <a:pt x="33" y="39"/>
                  <a:pt x="33" y="39"/>
                </a:cubicBezTo>
                <a:close/>
                <a:moveTo>
                  <a:pt x="44" y="39"/>
                </a:moveTo>
                <a:cubicBezTo>
                  <a:pt x="44" y="39"/>
                  <a:pt x="44" y="39"/>
                  <a:pt x="44" y="39"/>
                </a:cubicBezTo>
                <a:cubicBezTo>
                  <a:pt x="44" y="39"/>
                  <a:pt x="44" y="38"/>
                  <a:pt x="45" y="38"/>
                </a:cubicBezTo>
                <a:cubicBezTo>
                  <a:pt x="45" y="38"/>
                  <a:pt x="46" y="39"/>
                  <a:pt x="46" y="39"/>
                </a:cubicBezTo>
                <a:cubicBezTo>
                  <a:pt x="46" y="42"/>
                  <a:pt x="46" y="42"/>
                  <a:pt x="46" y="42"/>
                </a:cubicBezTo>
                <a:cubicBezTo>
                  <a:pt x="46" y="42"/>
                  <a:pt x="45" y="43"/>
                  <a:pt x="45" y="43"/>
                </a:cubicBezTo>
                <a:cubicBezTo>
                  <a:pt x="44" y="43"/>
                  <a:pt x="44" y="42"/>
                  <a:pt x="44" y="42"/>
                </a:cubicBezTo>
                <a:cubicBezTo>
                  <a:pt x="44" y="39"/>
                  <a:pt x="44" y="39"/>
                  <a:pt x="44" y="39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18"/>
                  <a:pt x="12" y="17"/>
                  <a:pt x="14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33" y="5"/>
                  <a:pt x="33" y="5"/>
                  <a:pt x="33" y="5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lose/>
                <a:moveTo>
                  <a:pt x="4" y="21"/>
                </a:move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35" name="Freeform 169">
            <a:extLst>
              <a:ext uri="{FF2B5EF4-FFF2-40B4-BE49-F238E27FC236}">
                <a16:creationId xmlns:a16="http://schemas.microsoft.com/office/drawing/2014/main" id="{09B092AD-E692-E503-57CD-5AFC18037ED7}"/>
              </a:ext>
            </a:extLst>
          </p:cNvPr>
          <p:cNvSpPr>
            <a:spLocks noEditPoints="1"/>
          </p:cNvSpPr>
          <p:nvPr/>
        </p:nvSpPr>
        <p:spPr bwMode="auto">
          <a:xfrm>
            <a:off x="3519418" y="3912048"/>
            <a:ext cx="211667" cy="182033"/>
          </a:xfrm>
          <a:custGeom>
            <a:avLst/>
            <a:gdLst>
              <a:gd name="T0" fmla="*/ 127000 w 50"/>
              <a:gd name="T1" fmla="*/ 76200 h 43"/>
              <a:gd name="T2" fmla="*/ 130175 w 50"/>
              <a:gd name="T3" fmla="*/ 101600 h 43"/>
              <a:gd name="T4" fmla="*/ 127000 w 50"/>
              <a:gd name="T5" fmla="*/ 104775 h 43"/>
              <a:gd name="T6" fmla="*/ 85725 w 50"/>
              <a:gd name="T7" fmla="*/ 101600 h 43"/>
              <a:gd name="T8" fmla="*/ 85725 w 50"/>
              <a:gd name="T9" fmla="*/ 79375 h 43"/>
              <a:gd name="T10" fmla="*/ 95250 w 50"/>
              <a:gd name="T11" fmla="*/ 79375 h 43"/>
              <a:gd name="T12" fmla="*/ 123825 w 50"/>
              <a:gd name="T13" fmla="*/ 98425 h 43"/>
              <a:gd name="T14" fmla="*/ 139700 w 50"/>
              <a:gd name="T15" fmla="*/ 76200 h 43"/>
              <a:gd name="T16" fmla="*/ 142875 w 50"/>
              <a:gd name="T17" fmla="*/ 73025 h 43"/>
              <a:gd name="T18" fmla="*/ 146050 w 50"/>
              <a:gd name="T19" fmla="*/ 133350 h 43"/>
              <a:gd name="T20" fmla="*/ 142875 w 50"/>
              <a:gd name="T21" fmla="*/ 136525 h 43"/>
              <a:gd name="T22" fmla="*/ 12700 w 50"/>
              <a:gd name="T23" fmla="*/ 133350 h 43"/>
              <a:gd name="T24" fmla="*/ 12700 w 50"/>
              <a:gd name="T25" fmla="*/ 76200 h 43"/>
              <a:gd name="T26" fmla="*/ 22225 w 50"/>
              <a:gd name="T27" fmla="*/ 76200 h 43"/>
              <a:gd name="T28" fmla="*/ 139700 w 50"/>
              <a:gd name="T29" fmla="*/ 130175 h 43"/>
              <a:gd name="T30" fmla="*/ 22225 w 50"/>
              <a:gd name="T31" fmla="*/ 15875 h 43"/>
              <a:gd name="T32" fmla="*/ 19050 w 50"/>
              <a:gd name="T33" fmla="*/ 19050 h 43"/>
              <a:gd name="T34" fmla="*/ 12700 w 50"/>
              <a:gd name="T35" fmla="*/ 3175 h 43"/>
              <a:gd name="T36" fmla="*/ 19050 w 50"/>
              <a:gd name="T37" fmla="*/ 0 h 43"/>
              <a:gd name="T38" fmla="*/ 146050 w 50"/>
              <a:gd name="T39" fmla="*/ 3175 h 43"/>
              <a:gd name="T40" fmla="*/ 146050 w 50"/>
              <a:gd name="T41" fmla="*/ 15875 h 43"/>
              <a:gd name="T42" fmla="*/ 139700 w 50"/>
              <a:gd name="T43" fmla="*/ 15875 h 43"/>
              <a:gd name="T44" fmla="*/ 22225 w 50"/>
              <a:gd name="T45" fmla="*/ 6350 h 43"/>
              <a:gd name="T46" fmla="*/ 0 w 50"/>
              <a:gd name="T47" fmla="*/ 22225 h 43"/>
              <a:gd name="T48" fmla="*/ 6350 w 50"/>
              <a:gd name="T49" fmla="*/ 15875 h 43"/>
              <a:gd name="T50" fmla="*/ 12700 w 50"/>
              <a:gd name="T51" fmla="*/ 60325 h 43"/>
              <a:gd name="T52" fmla="*/ 0 w 50"/>
              <a:gd name="T53" fmla="*/ 60325 h 43"/>
              <a:gd name="T54" fmla="*/ 22225 w 50"/>
              <a:gd name="T55" fmla="*/ 22225 h 43"/>
              <a:gd name="T56" fmla="*/ 28575 w 50"/>
              <a:gd name="T57" fmla="*/ 15875 h 43"/>
              <a:gd name="T58" fmla="*/ 34925 w 50"/>
              <a:gd name="T59" fmla="*/ 60325 h 43"/>
              <a:gd name="T60" fmla="*/ 22225 w 50"/>
              <a:gd name="T61" fmla="*/ 60325 h 43"/>
              <a:gd name="T62" fmla="*/ 44450 w 50"/>
              <a:gd name="T63" fmla="*/ 22225 h 43"/>
              <a:gd name="T64" fmla="*/ 47625 w 50"/>
              <a:gd name="T65" fmla="*/ 15875 h 43"/>
              <a:gd name="T66" fmla="*/ 53975 w 50"/>
              <a:gd name="T67" fmla="*/ 60325 h 43"/>
              <a:gd name="T68" fmla="*/ 44450 w 50"/>
              <a:gd name="T69" fmla="*/ 60325 h 43"/>
              <a:gd name="T70" fmla="*/ 63500 w 50"/>
              <a:gd name="T71" fmla="*/ 22225 h 43"/>
              <a:gd name="T72" fmla="*/ 69850 w 50"/>
              <a:gd name="T73" fmla="*/ 15875 h 43"/>
              <a:gd name="T74" fmla="*/ 76200 w 50"/>
              <a:gd name="T75" fmla="*/ 60325 h 43"/>
              <a:gd name="T76" fmla="*/ 63500 w 50"/>
              <a:gd name="T77" fmla="*/ 60325 h 43"/>
              <a:gd name="T78" fmla="*/ 85725 w 50"/>
              <a:gd name="T79" fmla="*/ 22225 h 43"/>
              <a:gd name="T80" fmla="*/ 92075 w 50"/>
              <a:gd name="T81" fmla="*/ 15875 h 43"/>
              <a:gd name="T82" fmla="*/ 98425 w 50"/>
              <a:gd name="T83" fmla="*/ 60325 h 43"/>
              <a:gd name="T84" fmla="*/ 85725 w 50"/>
              <a:gd name="T85" fmla="*/ 60325 h 43"/>
              <a:gd name="T86" fmla="*/ 104775 w 50"/>
              <a:gd name="T87" fmla="*/ 22225 h 43"/>
              <a:gd name="T88" fmla="*/ 111125 w 50"/>
              <a:gd name="T89" fmla="*/ 15875 h 43"/>
              <a:gd name="T90" fmla="*/ 117475 w 50"/>
              <a:gd name="T91" fmla="*/ 60325 h 43"/>
              <a:gd name="T92" fmla="*/ 104775 w 50"/>
              <a:gd name="T93" fmla="*/ 60325 h 43"/>
              <a:gd name="T94" fmla="*/ 127000 w 50"/>
              <a:gd name="T95" fmla="*/ 22225 h 43"/>
              <a:gd name="T96" fmla="*/ 133350 w 50"/>
              <a:gd name="T97" fmla="*/ 15875 h 43"/>
              <a:gd name="T98" fmla="*/ 139700 w 50"/>
              <a:gd name="T99" fmla="*/ 60325 h 43"/>
              <a:gd name="T100" fmla="*/ 127000 w 50"/>
              <a:gd name="T101" fmla="*/ 60325 h 43"/>
              <a:gd name="T102" fmla="*/ 149225 w 50"/>
              <a:gd name="T103" fmla="*/ 22225 h 43"/>
              <a:gd name="T104" fmla="*/ 155575 w 50"/>
              <a:gd name="T105" fmla="*/ 15875 h 43"/>
              <a:gd name="T106" fmla="*/ 158750 w 50"/>
              <a:gd name="T107" fmla="*/ 60325 h 43"/>
              <a:gd name="T108" fmla="*/ 149225 w 50"/>
              <a:gd name="T109" fmla="*/ 60325 h 43"/>
              <a:gd name="T110" fmla="*/ 66675 w 50"/>
              <a:gd name="T111" fmla="*/ 79375 h 43"/>
              <a:gd name="T112" fmla="*/ 69850 w 50"/>
              <a:gd name="T113" fmla="*/ 76200 h 43"/>
              <a:gd name="T114" fmla="*/ 73025 w 50"/>
              <a:gd name="T115" fmla="*/ 120650 h 43"/>
              <a:gd name="T116" fmla="*/ 69850 w 50"/>
              <a:gd name="T117" fmla="*/ 123825 h 43"/>
              <a:gd name="T118" fmla="*/ 31750 w 50"/>
              <a:gd name="T119" fmla="*/ 120650 h 43"/>
              <a:gd name="T120" fmla="*/ 31750 w 50"/>
              <a:gd name="T121" fmla="*/ 79375 h 43"/>
              <a:gd name="T122" fmla="*/ 38100 w 50"/>
              <a:gd name="T123" fmla="*/ 79375 h 43"/>
              <a:gd name="T124" fmla="*/ 66675 w 50"/>
              <a:gd name="T125" fmla="*/ 117475 h 43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50" h="43">
                <a:moveTo>
                  <a:pt x="39" y="25"/>
                </a:moveTo>
                <a:cubicBezTo>
                  <a:pt x="39" y="24"/>
                  <a:pt x="40" y="24"/>
                  <a:pt x="40" y="24"/>
                </a:cubicBezTo>
                <a:cubicBezTo>
                  <a:pt x="41" y="24"/>
                  <a:pt x="41" y="24"/>
                  <a:pt x="41" y="25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33"/>
                  <a:pt x="41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8" y="33"/>
                  <a:pt x="27" y="33"/>
                  <a:pt x="27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4"/>
                  <a:pt x="28" y="24"/>
                  <a:pt x="29" y="24"/>
                </a:cubicBezTo>
                <a:cubicBezTo>
                  <a:pt x="29" y="24"/>
                  <a:pt x="30" y="24"/>
                  <a:pt x="30" y="25"/>
                </a:cubicBezTo>
                <a:cubicBezTo>
                  <a:pt x="30" y="31"/>
                  <a:pt x="30" y="31"/>
                  <a:pt x="30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25"/>
                  <a:pt x="39" y="25"/>
                  <a:pt x="39" y="25"/>
                </a:cubicBezTo>
                <a:close/>
                <a:moveTo>
                  <a:pt x="44" y="24"/>
                </a:moveTo>
                <a:cubicBezTo>
                  <a:pt x="44" y="24"/>
                  <a:pt x="44" y="24"/>
                  <a:pt x="44" y="24"/>
                </a:cubicBezTo>
                <a:cubicBezTo>
                  <a:pt x="44" y="23"/>
                  <a:pt x="45" y="23"/>
                  <a:pt x="45" y="23"/>
                </a:cubicBezTo>
                <a:cubicBezTo>
                  <a:pt x="46" y="23"/>
                  <a:pt x="46" y="23"/>
                  <a:pt x="46" y="24"/>
                </a:cubicBezTo>
                <a:cubicBezTo>
                  <a:pt x="46" y="42"/>
                  <a:pt x="46" y="42"/>
                  <a:pt x="46" y="42"/>
                </a:cubicBezTo>
                <a:cubicBezTo>
                  <a:pt x="46" y="43"/>
                  <a:pt x="46" y="43"/>
                  <a:pt x="45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5" y="43"/>
                  <a:pt x="4" y="43"/>
                  <a:pt x="4" y="42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5" y="23"/>
                  <a:pt x="6" y="23"/>
                </a:cubicBezTo>
                <a:cubicBezTo>
                  <a:pt x="6" y="23"/>
                  <a:pt x="7" y="23"/>
                  <a:pt x="7" y="24"/>
                </a:cubicBezTo>
                <a:cubicBezTo>
                  <a:pt x="7" y="41"/>
                  <a:pt x="7" y="41"/>
                  <a:pt x="7" y="41"/>
                </a:cubicBezTo>
                <a:cubicBezTo>
                  <a:pt x="44" y="41"/>
                  <a:pt x="44" y="41"/>
                  <a:pt x="44" y="41"/>
                </a:cubicBezTo>
                <a:cubicBezTo>
                  <a:pt x="44" y="24"/>
                  <a:pt x="44" y="24"/>
                  <a:pt x="44" y="24"/>
                </a:cubicBezTo>
                <a:close/>
                <a:moveTo>
                  <a:pt x="7" y="5"/>
                </a:moveTo>
                <a:cubicBezTo>
                  <a:pt x="7" y="5"/>
                  <a:pt x="7" y="5"/>
                  <a:pt x="7" y="5"/>
                </a:cubicBezTo>
                <a:cubicBezTo>
                  <a:pt x="7" y="5"/>
                  <a:pt x="6" y="6"/>
                  <a:pt x="6" y="6"/>
                </a:cubicBezTo>
                <a:cubicBezTo>
                  <a:pt x="5" y="6"/>
                  <a:pt x="4" y="5"/>
                  <a:pt x="4" y="5"/>
                </a:cubicBezTo>
                <a:cubicBezTo>
                  <a:pt x="4" y="1"/>
                  <a:pt x="4" y="1"/>
                  <a:pt x="4" y="1"/>
                </a:cubicBezTo>
                <a:cubicBezTo>
                  <a:pt x="4" y="0"/>
                  <a:pt x="5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6" y="0"/>
                  <a:pt x="46" y="0"/>
                  <a:pt x="46" y="1"/>
                </a:cubicBezTo>
                <a:cubicBezTo>
                  <a:pt x="46" y="1"/>
                  <a:pt x="46" y="1"/>
                  <a:pt x="46" y="1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5"/>
                  <a:pt x="46" y="6"/>
                  <a:pt x="45" y="6"/>
                </a:cubicBezTo>
                <a:cubicBezTo>
                  <a:pt x="45" y="6"/>
                  <a:pt x="44" y="5"/>
                  <a:pt x="44" y="5"/>
                </a:cubicBezTo>
                <a:cubicBezTo>
                  <a:pt x="44" y="2"/>
                  <a:pt x="44" y="2"/>
                  <a:pt x="44" y="2"/>
                </a:cubicBezTo>
                <a:cubicBezTo>
                  <a:pt x="7" y="2"/>
                  <a:pt x="7" y="2"/>
                  <a:pt x="7" y="2"/>
                </a:cubicBezTo>
                <a:cubicBezTo>
                  <a:pt x="7" y="5"/>
                  <a:pt x="7" y="5"/>
                  <a:pt x="7" y="5"/>
                </a:cubicBezTo>
                <a:close/>
                <a:moveTo>
                  <a:pt x="0" y="7"/>
                </a:moveTo>
                <a:cubicBezTo>
                  <a:pt x="0" y="7"/>
                  <a:pt x="0" y="7"/>
                  <a:pt x="0" y="7"/>
                </a:cubicBezTo>
                <a:cubicBezTo>
                  <a:pt x="0" y="6"/>
                  <a:pt x="1" y="5"/>
                  <a:pt x="2" y="5"/>
                </a:cubicBezTo>
                <a:cubicBezTo>
                  <a:pt x="3" y="5"/>
                  <a:pt x="4" y="6"/>
                  <a:pt x="4" y="7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20"/>
                  <a:pt x="3" y="21"/>
                  <a:pt x="2" y="21"/>
                </a:cubicBezTo>
                <a:cubicBezTo>
                  <a:pt x="1" y="21"/>
                  <a:pt x="0" y="20"/>
                  <a:pt x="0" y="19"/>
                </a:cubicBezTo>
                <a:cubicBezTo>
                  <a:pt x="0" y="7"/>
                  <a:pt x="0" y="7"/>
                  <a:pt x="0" y="7"/>
                </a:cubicBezTo>
                <a:close/>
                <a:moveTo>
                  <a:pt x="7" y="7"/>
                </a:moveTo>
                <a:cubicBezTo>
                  <a:pt x="7" y="7"/>
                  <a:pt x="7" y="7"/>
                  <a:pt x="7" y="7"/>
                </a:cubicBezTo>
                <a:cubicBezTo>
                  <a:pt x="7" y="6"/>
                  <a:pt x="8" y="5"/>
                  <a:pt x="9" y="5"/>
                </a:cubicBezTo>
                <a:cubicBezTo>
                  <a:pt x="10" y="5"/>
                  <a:pt x="11" y="6"/>
                  <a:pt x="11" y="7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20"/>
                  <a:pt x="10" y="21"/>
                  <a:pt x="9" y="21"/>
                </a:cubicBezTo>
                <a:cubicBezTo>
                  <a:pt x="8" y="21"/>
                  <a:pt x="7" y="20"/>
                  <a:pt x="7" y="19"/>
                </a:cubicBezTo>
                <a:cubicBezTo>
                  <a:pt x="7" y="7"/>
                  <a:pt x="7" y="7"/>
                  <a:pt x="7" y="7"/>
                </a:cubicBezTo>
                <a:close/>
                <a:moveTo>
                  <a:pt x="14" y="7"/>
                </a:moveTo>
                <a:cubicBezTo>
                  <a:pt x="14" y="7"/>
                  <a:pt x="14" y="7"/>
                  <a:pt x="14" y="7"/>
                </a:cubicBezTo>
                <a:cubicBezTo>
                  <a:pt x="14" y="6"/>
                  <a:pt x="14" y="5"/>
                  <a:pt x="15" y="5"/>
                </a:cubicBezTo>
                <a:cubicBezTo>
                  <a:pt x="17" y="5"/>
                  <a:pt x="17" y="6"/>
                  <a:pt x="17" y="7"/>
                </a:cubicBezTo>
                <a:cubicBezTo>
                  <a:pt x="17" y="19"/>
                  <a:pt x="17" y="19"/>
                  <a:pt x="17" y="19"/>
                </a:cubicBezTo>
                <a:cubicBezTo>
                  <a:pt x="17" y="20"/>
                  <a:pt x="17" y="21"/>
                  <a:pt x="15" y="21"/>
                </a:cubicBezTo>
                <a:cubicBezTo>
                  <a:pt x="14" y="21"/>
                  <a:pt x="14" y="20"/>
                  <a:pt x="14" y="19"/>
                </a:cubicBezTo>
                <a:cubicBezTo>
                  <a:pt x="14" y="7"/>
                  <a:pt x="14" y="7"/>
                  <a:pt x="14" y="7"/>
                </a:cubicBezTo>
                <a:close/>
                <a:moveTo>
                  <a:pt x="20" y="7"/>
                </a:moveTo>
                <a:cubicBezTo>
                  <a:pt x="20" y="7"/>
                  <a:pt x="20" y="7"/>
                  <a:pt x="20" y="7"/>
                </a:cubicBezTo>
                <a:cubicBezTo>
                  <a:pt x="20" y="6"/>
                  <a:pt x="21" y="5"/>
                  <a:pt x="22" y="5"/>
                </a:cubicBezTo>
                <a:cubicBezTo>
                  <a:pt x="23" y="5"/>
                  <a:pt x="24" y="6"/>
                  <a:pt x="24" y="7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20"/>
                  <a:pt x="23" y="21"/>
                  <a:pt x="22" y="21"/>
                </a:cubicBezTo>
                <a:cubicBezTo>
                  <a:pt x="21" y="21"/>
                  <a:pt x="20" y="20"/>
                  <a:pt x="20" y="19"/>
                </a:cubicBezTo>
                <a:cubicBezTo>
                  <a:pt x="20" y="7"/>
                  <a:pt x="20" y="7"/>
                  <a:pt x="20" y="7"/>
                </a:cubicBezTo>
                <a:close/>
                <a:moveTo>
                  <a:pt x="27" y="7"/>
                </a:moveTo>
                <a:cubicBezTo>
                  <a:pt x="27" y="7"/>
                  <a:pt x="27" y="7"/>
                  <a:pt x="27" y="7"/>
                </a:cubicBezTo>
                <a:cubicBezTo>
                  <a:pt x="27" y="6"/>
                  <a:pt x="28" y="5"/>
                  <a:pt x="29" y="5"/>
                </a:cubicBezTo>
                <a:cubicBezTo>
                  <a:pt x="30" y="5"/>
                  <a:pt x="31" y="6"/>
                  <a:pt x="31" y="7"/>
                </a:cubicBezTo>
                <a:cubicBezTo>
                  <a:pt x="31" y="19"/>
                  <a:pt x="31" y="19"/>
                  <a:pt x="31" y="19"/>
                </a:cubicBezTo>
                <a:cubicBezTo>
                  <a:pt x="31" y="20"/>
                  <a:pt x="30" y="21"/>
                  <a:pt x="29" y="21"/>
                </a:cubicBezTo>
                <a:cubicBezTo>
                  <a:pt x="28" y="21"/>
                  <a:pt x="27" y="20"/>
                  <a:pt x="27" y="19"/>
                </a:cubicBezTo>
                <a:cubicBezTo>
                  <a:pt x="27" y="7"/>
                  <a:pt x="27" y="7"/>
                  <a:pt x="27" y="7"/>
                </a:cubicBezTo>
                <a:close/>
                <a:moveTo>
                  <a:pt x="33" y="7"/>
                </a:moveTo>
                <a:cubicBezTo>
                  <a:pt x="33" y="7"/>
                  <a:pt x="33" y="7"/>
                  <a:pt x="33" y="7"/>
                </a:cubicBezTo>
                <a:cubicBezTo>
                  <a:pt x="33" y="6"/>
                  <a:pt x="34" y="5"/>
                  <a:pt x="35" y="5"/>
                </a:cubicBezTo>
                <a:cubicBezTo>
                  <a:pt x="36" y="5"/>
                  <a:pt x="37" y="6"/>
                  <a:pt x="37" y="7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20"/>
                  <a:pt x="36" y="21"/>
                  <a:pt x="35" y="21"/>
                </a:cubicBezTo>
                <a:cubicBezTo>
                  <a:pt x="34" y="21"/>
                  <a:pt x="33" y="20"/>
                  <a:pt x="33" y="19"/>
                </a:cubicBezTo>
                <a:cubicBezTo>
                  <a:pt x="33" y="7"/>
                  <a:pt x="33" y="7"/>
                  <a:pt x="33" y="7"/>
                </a:cubicBezTo>
                <a:close/>
                <a:moveTo>
                  <a:pt x="40" y="7"/>
                </a:moveTo>
                <a:cubicBezTo>
                  <a:pt x="40" y="7"/>
                  <a:pt x="40" y="7"/>
                  <a:pt x="40" y="7"/>
                </a:cubicBezTo>
                <a:cubicBezTo>
                  <a:pt x="40" y="6"/>
                  <a:pt x="41" y="5"/>
                  <a:pt x="42" y="5"/>
                </a:cubicBezTo>
                <a:cubicBezTo>
                  <a:pt x="43" y="5"/>
                  <a:pt x="44" y="6"/>
                  <a:pt x="44" y="7"/>
                </a:cubicBezTo>
                <a:cubicBezTo>
                  <a:pt x="44" y="19"/>
                  <a:pt x="44" y="19"/>
                  <a:pt x="44" y="19"/>
                </a:cubicBezTo>
                <a:cubicBezTo>
                  <a:pt x="44" y="20"/>
                  <a:pt x="43" y="21"/>
                  <a:pt x="42" y="21"/>
                </a:cubicBezTo>
                <a:cubicBezTo>
                  <a:pt x="41" y="21"/>
                  <a:pt x="40" y="20"/>
                  <a:pt x="40" y="19"/>
                </a:cubicBezTo>
                <a:cubicBezTo>
                  <a:pt x="40" y="7"/>
                  <a:pt x="40" y="7"/>
                  <a:pt x="40" y="7"/>
                </a:cubicBezTo>
                <a:close/>
                <a:moveTo>
                  <a:pt x="47" y="7"/>
                </a:moveTo>
                <a:cubicBezTo>
                  <a:pt x="47" y="7"/>
                  <a:pt x="47" y="7"/>
                  <a:pt x="47" y="7"/>
                </a:cubicBezTo>
                <a:cubicBezTo>
                  <a:pt x="47" y="6"/>
                  <a:pt x="48" y="5"/>
                  <a:pt x="49" y="5"/>
                </a:cubicBezTo>
                <a:cubicBezTo>
                  <a:pt x="50" y="5"/>
                  <a:pt x="50" y="6"/>
                  <a:pt x="50" y="7"/>
                </a:cubicBezTo>
                <a:cubicBezTo>
                  <a:pt x="50" y="19"/>
                  <a:pt x="50" y="19"/>
                  <a:pt x="50" y="19"/>
                </a:cubicBezTo>
                <a:cubicBezTo>
                  <a:pt x="50" y="20"/>
                  <a:pt x="50" y="21"/>
                  <a:pt x="49" y="21"/>
                </a:cubicBezTo>
                <a:cubicBezTo>
                  <a:pt x="48" y="21"/>
                  <a:pt x="47" y="20"/>
                  <a:pt x="47" y="19"/>
                </a:cubicBezTo>
                <a:cubicBezTo>
                  <a:pt x="47" y="7"/>
                  <a:pt x="47" y="7"/>
                  <a:pt x="47" y="7"/>
                </a:cubicBezTo>
                <a:close/>
                <a:moveTo>
                  <a:pt x="21" y="25"/>
                </a:moveTo>
                <a:cubicBezTo>
                  <a:pt x="21" y="25"/>
                  <a:pt x="21" y="25"/>
                  <a:pt x="21" y="25"/>
                </a:cubicBezTo>
                <a:cubicBezTo>
                  <a:pt x="21" y="24"/>
                  <a:pt x="22" y="24"/>
                  <a:pt x="22" y="24"/>
                </a:cubicBezTo>
                <a:cubicBezTo>
                  <a:pt x="23" y="24"/>
                  <a:pt x="23" y="24"/>
                  <a:pt x="23" y="25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39"/>
                  <a:pt x="23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0" y="39"/>
                  <a:pt x="10" y="39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4"/>
                  <a:pt x="10" y="24"/>
                  <a:pt x="11" y="24"/>
                </a:cubicBezTo>
                <a:cubicBezTo>
                  <a:pt x="11" y="24"/>
                  <a:pt x="12" y="24"/>
                  <a:pt x="12" y="25"/>
                </a:cubicBezTo>
                <a:cubicBezTo>
                  <a:pt x="12" y="37"/>
                  <a:pt x="12" y="37"/>
                  <a:pt x="12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21" y="25"/>
                  <a:pt x="21" y="25"/>
                  <a:pt x="21" y="2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36" name="Freeform 170">
            <a:extLst>
              <a:ext uri="{FF2B5EF4-FFF2-40B4-BE49-F238E27FC236}">
                <a16:creationId xmlns:a16="http://schemas.microsoft.com/office/drawing/2014/main" id="{93E3E850-C5E5-BE7C-8F59-90CF43848F46}"/>
              </a:ext>
            </a:extLst>
          </p:cNvPr>
          <p:cNvSpPr>
            <a:spLocks noEditPoints="1"/>
          </p:cNvSpPr>
          <p:nvPr/>
        </p:nvSpPr>
        <p:spPr bwMode="auto">
          <a:xfrm>
            <a:off x="922267" y="3928981"/>
            <a:ext cx="213784" cy="148167"/>
          </a:xfrm>
          <a:custGeom>
            <a:avLst/>
            <a:gdLst>
              <a:gd name="T0" fmla="*/ 125064 w 50"/>
              <a:gd name="T1" fmla="*/ 57150 h 35"/>
              <a:gd name="T2" fmla="*/ 112237 w 50"/>
              <a:gd name="T3" fmla="*/ 66675 h 35"/>
              <a:gd name="T4" fmla="*/ 125064 w 50"/>
              <a:gd name="T5" fmla="*/ 73025 h 35"/>
              <a:gd name="T6" fmla="*/ 102616 w 50"/>
              <a:gd name="T7" fmla="*/ 69850 h 35"/>
              <a:gd name="T8" fmla="*/ 109030 w 50"/>
              <a:gd name="T9" fmla="*/ 38100 h 35"/>
              <a:gd name="T10" fmla="*/ 125064 w 50"/>
              <a:gd name="T11" fmla="*/ 44450 h 35"/>
              <a:gd name="T12" fmla="*/ 6414 w 50"/>
              <a:gd name="T13" fmla="*/ 0 h 35"/>
              <a:gd name="T14" fmla="*/ 125064 w 50"/>
              <a:gd name="T15" fmla="*/ 0 h 35"/>
              <a:gd name="T16" fmla="*/ 160338 w 50"/>
              <a:gd name="T17" fmla="*/ 60325 h 35"/>
              <a:gd name="T18" fmla="*/ 6414 w 50"/>
              <a:gd name="T19" fmla="*/ 111125 h 35"/>
              <a:gd name="T20" fmla="*/ 0 w 50"/>
              <a:gd name="T21" fmla="*/ 57150 h 35"/>
              <a:gd name="T22" fmla="*/ 9620 w 50"/>
              <a:gd name="T23" fmla="*/ 12700 h 35"/>
              <a:gd name="T24" fmla="*/ 9620 w 50"/>
              <a:gd name="T25" fmla="*/ 98425 h 35"/>
              <a:gd name="T26" fmla="*/ 121857 w 50"/>
              <a:gd name="T27" fmla="*/ 12700 h 35"/>
              <a:gd name="T28" fmla="*/ 51308 w 50"/>
              <a:gd name="T29" fmla="*/ 73025 h 35"/>
              <a:gd name="T30" fmla="*/ 54515 w 50"/>
              <a:gd name="T31" fmla="*/ 41275 h 35"/>
              <a:gd name="T32" fmla="*/ 70549 w 50"/>
              <a:gd name="T33" fmla="*/ 73025 h 35"/>
              <a:gd name="T34" fmla="*/ 54515 w 50"/>
              <a:gd name="T35" fmla="*/ 66675 h 35"/>
              <a:gd name="T36" fmla="*/ 57722 w 50"/>
              <a:gd name="T37" fmla="*/ 50800 h 35"/>
              <a:gd name="T38" fmla="*/ 57722 w 50"/>
              <a:gd name="T39" fmla="*/ 50800 h 35"/>
              <a:gd name="T40" fmla="*/ 38481 w 50"/>
              <a:gd name="T41" fmla="*/ 47625 h 35"/>
              <a:gd name="T42" fmla="*/ 35274 w 50"/>
              <a:gd name="T43" fmla="*/ 44450 h 35"/>
              <a:gd name="T44" fmla="*/ 25654 w 50"/>
              <a:gd name="T45" fmla="*/ 44450 h 35"/>
              <a:gd name="T46" fmla="*/ 25654 w 50"/>
              <a:gd name="T47" fmla="*/ 44450 h 35"/>
              <a:gd name="T48" fmla="*/ 25654 w 50"/>
              <a:gd name="T49" fmla="*/ 50800 h 35"/>
              <a:gd name="T50" fmla="*/ 25654 w 50"/>
              <a:gd name="T51" fmla="*/ 50800 h 35"/>
              <a:gd name="T52" fmla="*/ 35274 w 50"/>
              <a:gd name="T53" fmla="*/ 50800 h 35"/>
              <a:gd name="T54" fmla="*/ 41688 w 50"/>
              <a:gd name="T55" fmla="*/ 60325 h 35"/>
              <a:gd name="T56" fmla="*/ 41688 w 50"/>
              <a:gd name="T57" fmla="*/ 66675 h 35"/>
              <a:gd name="T58" fmla="*/ 28861 w 50"/>
              <a:gd name="T59" fmla="*/ 73025 h 35"/>
              <a:gd name="T60" fmla="*/ 16034 w 50"/>
              <a:gd name="T61" fmla="*/ 66675 h 35"/>
              <a:gd name="T62" fmla="*/ 25654 w 50"/>
              <a:gd name="T63" fmla="*/ 66675 h 35"/>
              <a:gd name="T64" fmla="*/ 35274 w 50"/>
              <a:gd name="T65" fmla="*/ 66675 h 35"/>
              <a:gd name="T66" fmla="*/ 35274 w 50"/>
              <a:gd name="T67" fmla="*/ 63500 h 35"/>
              <a:gd name="T68" fmla="*/ 35274 w 50"/>
              <a:gd name="T69" fmla="*/ 60325 h 35"/>
              <a:gd name="T70" fmla="*/ 25654 w 50"/>
              <a:gd name="T71" fmla="*/ 60325 h 35"/>
              <a:gd name="T72" fmla="*/ 16034 w 50"/>
              <a:gd name="T73" fmla="*/ 50800 h 35"/>
              <a:gd name="T74" fmla="*/ 16034 w 50"/>
              <a:gd name="T75" fmla="*/ 47625 h 35"/>
              <a:gd name="T76" fmla="*/ 19241 w 50"/>
              <a:gd name="T77" fmla="*/ 41275 h 35"/>
              <a:gd name="T78" fmla="*/ 28861 w 50"/>
              <a:gd name="T79" fmla="*/ 38100 h 35"/>
              <a:gd name="T80" fmla="*/ 41688 w 50"/>
              <a:gd name="T81" fmla="*/ 41275 h 35"/>
              <a:gd name="T82" fmla="*/ 99410 w 50"/>
              <a:gd name="T83" fmla="*/ 66675 h 35"/>
              <a:gd name="T84" fmla="*/ 80169 w 50"/>
              <a:gd name="T85" fmla="*/ 73025 h 35"/>
              <a:gd name="T86" fmla="*/ 76962 w 50"/>
              <a:gd name="T87" fmla="*/ 41275 h 35"/>
              <a:gd name="T88" fmla="*/ 83376 w 50"/>
              <a:gd name="T89" fmla="*/ 66675 h 3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0" h="35">
                <a:moveTo>
                  <a:pt x="35" y="16"/>
                </a:moveTo>
                <a:cubicBezTo>
                  <a:pt x="38" y="16"/>
                  <a:pt x="38" y="16"/>
                  <a:pt x="38" y="16"/>
                </a:cubicBezTo>
                <a:cubicBezTo>
                  <a:pt x="38" y="16"/>
                  <a:pt x="39" y="17"/>
                  <a:pt x="39" y="18"/>
                </a:cubicBezTo>
                <a:cubicBezTo>
                  <a:pt x="39" y="18"/>
                  <a:pt x="38" y="19"/>
                  <a:pt x="38" y="19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21"/>
                  <a:pt x="35" y="21"/>
                  <a:pt x="35" y="21"/>
                </a:cubicBezTo>
                <a:cubicBezTo>
                  <a:pt x="39" y="21"/>
                  <a:pt x="39" y="21"/>
                  <a:pt x="39" y="21"/>
                </a:cubicBezTo>
                <a:cubicBezTo>
                  <a:pt x="40" y="21"/>
                  <a:pt x="40" y="22"/>
                  <a:pt x="40" y="22"/>
                </a:cubicBezTo>
                <a:cubicBezTo>
                  <a:pt x="40" y="23"/>
                  <a:pt x="40" y="23"/>
                  <a:pt x="39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3" y="23"/>
                  <a:pt x="32" y="23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2"/>
                  <a:pt x="33" y="12"/>
                  <a:pt x="34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40" y="12"/>
                  <a:pt x="40" y="12"/>
                  <a:pt x="40" y="13"/>
                </a:cubicBezTo>
                <a:cubicBezTo>
                  <a:pt x="40" y="14"/>
                  <a:pt x="40" y="14"/>
                  <a:pt x="39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6"/>
                  <a:pt x="35" y="16"/>
                  <a:pt x="35" y="16"/>
                </a:cubicBezTo>
                <a:close/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0"/>
                  <a:pt x="41" y="1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7"/>
                  <a:pt x="50" y="18"/>
                  <a:pt x="50" y="19"/>
                </a:cubicBezTo>
                <a:cubicBezTo>
                  <a:pt x="41" y="34"/>
                  <a:pt x="41" y="34"/>
                  <a:pt x="41" y="34"/>
                </a:cubicBezTo>
                <a:cubicBezTo>
                  <a:pt x="40" y="35"/>
                  <a:pt x="40" y="35"/>
                  <a:pt x="39" y="35"/>
                </a:cubicBezTo>
                <a:cubicBezTo>
                  <a:pt x="2" y="35"/>
                  <a:pt x="2" y="35"/>
                  <a:pt x="2" y="35"/>
                </a:cubicBezTo>
                <a:cubicBezTo>
                  <a:pt x="1" y="35"/>
                  <a:pt x="0" y="34"/>
                  <a:pt x="0" y="33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3" y="4"/>
                </a:moveTo>
                <a:cubicBezTo>
                  <a:pt x="3" y="4"/>
                  <a:pt x="3" y="4"/>
                  <a:pt x="3" y="4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31"/>
                  <a:pt x="3" y="31"/>
                  <a:pt x="3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46" y="18"/>
                  <a:pt x="46" y="18"/>
                  <a:pt x="46" y="18"/>
                </a:cubicBezTo>
                <a:cubicBezTo>
                  <a:pt x="38" y="4"/>
                  <a:pt x="38" y="4"/>
                  <a:pt x="38" y="4"/>
                </a:cubicBezTo>
                <a:cubicBezTo>
                  <a:pt x="3" y="4"/>
                  <a:pt x="3" y="4"/>
                  <a:pt x="3" y="4"/>
                </a:cubicBezTo>
                <a:close/>
                <a:moveTo>
                  <a:pt x="16" y="23"/>
                </a:moveTo>
                <a:cubicBezTo>
                  <a:pt x="16" y="23"/>
                  <a:pt x="16" y="23"/>
                  <a:pt x="16" y="23"/>
                </a:cubicBezTo>
                <a:cubicBezTo>
                  <a:pt x="16" y="23"/>
                  <a:pt x="15" y="23"/>
                  <a:pt x="15" y="23"/>
                </a:cubicBezTo>
                <a:cubicBezTo>
                  <a:pt x="14" y="23"/>
                  <a:pt x="14" y="22"/>
                  <a:pt x="14" y="22"/>
                </a:cubicBezTo>
                <a:cubicBezTo>
                  <a:pt x="17" y="13"/>
                  <a:pt x="17" y="13"/>
                  <a:pt x="17" y="13"/>
                </a:cubicBezTo>
                <a:cubicBezTo>
                  <a:pt x="18" y="12"/>
                  <a:pt x="19" y="12"/>
                  <a:pt x="19" y="13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2"/>
                  <a:pt x="23" y="23"/>
                  <a:pt x="22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0" y="21"/>
                  <a:pt x="20" y="21"/>
                  <a:pt x="20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6" y="23"/>
                  <a:pt x="16" y="23"/>
                  <a:pt x="16" y="23"/>
                </a:cubicBezTo>
                <a:close/>
                <a:moveTo>
                  <a:pt x="18" y="16"/>
                </a:moveTo>
                <a:cubicBezTo>
                  <a:pt x="18" y="16"/>
                  <a:pt x="18" y="16"/>
                  <a:pt x="18" y="16"/>
                </a:cubicBezTo>
                <a:cubicBezTo>
                  <a:pt x="18" y="19"/>
                  <a:pt x="18" y="19"/>
                  <a:pt x="18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8" y="16"/>
                  <a:pt x="18" y="16"/>
                  <a:pt x="18" y="16"/>
                </a:cubicBezTo>
                <a:close/>
                <a:moveTo>
                  <a:pt x="13" y="14"/>
                </a:moveTo>
                <a:cubicBezTo>
                  <a:pt x="13" y="14"/>
                  <a:pt x="13" y="14"/>
                  <a:pt x="13" y="14"/>
                </a:cubicBezTo>
                <a:cubicBezTo>
                  <a:pt x="13" y="15"/>
                  <a:pt x="13" y="15"/>
                  <a:pt x="12" y="15"/>
                </a:cubicBezTo>
                <a:cubicBezTo>
                  <a:pt x="12" y="15"/>
                  <a:pt x="11" y="15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9" y="16"/>
                  <a:pt x="9" y="16"/>
                  <a:pt x="9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2" y="16"/>
                  <a:pt x="12" y="17"/>
                  <a:pt x="13" y="17"/>
                </a:cubicBezTo>
                <a:cubicBezTo>
                  <a:pt x="13" y="18"/>
                  <a:pt x="13" y="18"/>
                  <a:pt x="13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3" y="20"/>
                  <a:pt x="13" y="20"/>
                  <a:pt x="13" y="20"/>
                </a:cubicBezTo>
                <a:cubicBezTo>
                  <a:pt x="13" y="21"/>
                  <a:pt x="13" y="21"/>
                  <a:pt x="13" y="21"/>
                </a:cubicBezTo>
                <a:cubicBezTo>
                  <a:pt x="13" y="22"/>
                  <a:pt x="13" y="22"/>
                  <a:pt x="13" y="23"/>
                </a:cubicBezTo>
                <a:cubicBezTo>
                  <a:pt x="12" y="23"/>
                  <a:pt x="12" y="23"/>
                  <a:pt x="11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7" y="23"/>
                  <a:pt x="7" y="23"/>
                  <a:pt x="6" y="23"/>
                </a:cubicBezTo>
                <a:cubicBezTo>
                  <a:pt x="6" y="22"/>
                  <a:pt x="5" y="22"/>
                  <a:pt x="5" y="21"/>
                </a:cubicBezTo>
                <a:cubicBezTo>
                  <a:pt x="5" y="20"/>
                  <a:pt x="6" y="20"/>
                  <a:pt x="7" y="20"/>
                </a:cubicBezTo>
                <a:cubicBezTo>
                  <a:pt x="7" y="20"/>
                  <a:pt x="8" y="20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0"/>
                  <a:pt x="11" y="20"/>
                  <a:pt x="11" y="20"/>
                </a:cubicBezTo>
                <a:cubicBezTo>
                  <a:pt x="11" y="20"/>
                  <a:pt x="11" y="20"/>
                  <a:pt x="11" y="20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7" y="19"/>
                  <a:pt x="7" y="18"/>
                  <a:pt x="6" y="18"/>
                </a:cubicBezTo>
                <a:cubicBezTo>
                  <a:pt x="6" y="18"/>
                  <a:pt x="5" y="17"/>
                  <a:pt x="5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7" y="12"/>
                  <a:pt x="7" y="12"/>
                  <a:pt x="8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2" y="12"/>
                  <a:pt x="12" y="12"/>
                  <a:pt x="13" y="12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4"/>
                  <a:pt x="13" y="14"/>
                </a:cubicBezTo>
                <a:close/>
                <a:moveTo>
                  <a:pt x="31" y="21"/>
                </a:move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2" y="22"/>
                  <a:pt x="32" y="22"/>
                </a:cubicBezTo>
                <a:cubicBezTo>
                  <a:pt x="32" y="23"/>
                  <a:pt x="31" y="23"/>
                  <a:pt x="31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4" y="23"/>
                  <a:pt x="24" y="23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2"/>
                  <a:pt x="24" y="12"/>
                  <a:pt x="25" y="12"/>
                </a:cubicBezTo>
                <a:cubicBezTo>
                  <a:pt x="26" y="12"/>
                  <a:pt x="26" y="12"/>
                  <a:pt x="26" y="13"/>
                </a:cubicBezTo>
                <a:cubicBezTo>
                  <a:pt x="26" y="21"/>
                  <a:pt x="26" y="21"/>
                  <a:pt x="26" y="21"/>
                </a:cubicBezTo>
                <a:cubicBezTo>
                  <a:pt x="31" y="21"/>
                  <a:pt x="31" y="21"/>
                  <a:pt x="31" y="2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37" name="Freeform 171">
            <a:extLst>
              <a:ext uri="{FF2B5EF4-FFF2-40B4-BE49-F238E27FC236}">
                <a16:creationId xmlns:a16="http://schemas.microsoft.com/office/drawing/2014/main" id="{25692EA8-54E8-7F84-1871-9081A844E5DA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3895115"/>
            <a:ext cx="211667" cy="215900"/>
          </a:xfrm>
          <a:custGeom>
            <a:avLst/>
            <a:gdLst>
              <a:gd name="T0" fmla="*/ 98425 w 50"/>
              <a:gd name="T1" fmla="*/ 12700 h 51"/>
              <a:gd name="T2" fmla="*/ 123825 w 50"/>
              <a:gd name="T3" fmla="*/ 19050 h 51"/>
              <a:gd name="T4" fmla="*/ 130175 w 50"/>
              <a:gd name="T5" fmla="*/ 31750 h 51"/>
              <a:gd name="T6" fmla="*/ 149225 w 50"/>
              <a:gd name="T7" fmla="*/ 50800 h 51"/>
              <a:gd name="T8" fmla="*/ 155575 w 50"/>
              <a:gd name="T9" fmla="*/ 73025 h 51"/>
              <a:gd name="T10" fmla="*/ 146050 w 50"/>
              <a:gd name="T11" fmla="*/ 98425 h 51"/>
              <a:gd name="T12" fmla="*/ 146050 w 50"/>
              <a:gd name="T13" fmla="*/ 98425 h 51"/>
              <a:gd name="T14" fmla="*/ 130175 w 50"/>
              <a:gd name="T15" fmla="*/ 130175 h 51"/>
              <a:gd name="T16" fmla="*/ 111125 w 50"/>
              <a:gd name="T17" fmla="*/ 152400 h 51"/>
              <a:gd name="T18" fmla="*/ 95250 w 50"/>
              <a:gd name="T19" fmla="*/ 149225 h 51"/>
              <a:gd name="T20" fmla="*/ 69850 w 50"/>
              <a:gd name="T21" fmla="*/ 155575 h 51"/>
              <a:gd name="T22" fmla="*/ 60325 w 50"/>
              <a:gd name="T23" fmla="*/ 149225 h 51"/>
              <a:gd name="T24" fmla="*/ 34925 w 50"/>
              <a:gd name="T25" fmla="*/ 142875 h 51"/>
              <a:gd name="T26" fmla="*/ 19050 w 50"/>
              <a:gd name="T27" fmla="*/ 127000 h 51"/>
              <a:gd name="T28" fmla="*/ 12700 w 50"/>
              <a:gd name="T29" fmla="*/ 98425 h 51"/>
              <a:gd name="T30" fmla="*/ 0 w 50"/>
              <a:gd name="T31" fmla="*/ 82550 h 51"/>
              <a:gd name="T32" fmla="*/ 12700 w 50"/>
              <a:gd name="T33" fmla="*/ 63500 h 51"/>
              <a:gd name="T34" fmla="*/ 12700 w 50"/>
              <a:gd name="T35" fmla="*/ 63500 h 51"/>
              <a:gd name="T36" fmla="*/ 19050 w 50"/>
              <a:gd name="T37" fmla="*/ 34925 h 51"/>
              <a:gd name="T38" fmla="*/ 28575 w 50"/>
              <a:gd name="T39" fmla="*/ 31750 h 51"/>
              <a:gd name="T40" fmla="*/ 47625 w 50"/>
              <a:gd name="T41" fmla="*/ 9525 h 51"/>
              <a:gd name="T42" fmla="*/ 69850 w 50"/>
              <a:gd name="T43" fmla="*/ 6350 h 51"/>
              <a:gd name="T44" fmla="*/ 53975 w 50"/>
              <a:gd name="T45" fmla="*/ 60325 h 51"/>
              <a:gd name="T46" fmla="*/ 38100 w 50"/>
              <a:gd name="T47" fmla="*/ 79375 h 51"/>
              <a:gd name="T48" fmla="*/ 34925 w 50"/>
              <a:gd name="T49" fmla="*/ 60325 h 51"/>
              <a:gd name="T50" fmla="*/ 50800 w 50"/>
              <a:gd name="T51" fmla="*/ 98425 h 51"/>
              <a:gd name="T52" fmla="*/ 38100 w 50"/>
              <a:gd name="T53" fmla="*/ 66675 h 51"/>
              <a:gd name="T54" fmla="*/ 85725 w 50"/>
              <a:gd name="T55" fmla="*/ 101600 h 51"/>
              <a:gd name="T56" fmla="*/ 66675 w 50"/>
              <a:gd name="T57" fmla="*/ 60325 h 51"/>
              <a:gd name="T58" fmla="*/ 69850 w 50"/>
              <a:gd name="T59" fmla="*/ 69850 h 51"/>
              <a:gd name="T60" fmla="*/ 69850 w 50"/>
              <a:gd name="T61" fmla="*/ 85725 h 51"/>
              <a:gd name="T62" fmla="*/ 104775 w 50"/>
              <a:gd name="T63" fmla="*/ 101600 h 51"/>
              <a:gd name="T64" fmla="*/ 104775 w 50"/>
              <a:gd name="T65" fmla="*/ 82550 h 51"/>
              <a:gd name="T66" fmla="*/ 107950 w 50"/>
              <a:gd name="T67" fmla="*/ 76200 h 51"/>
              <a:gd name="T68" fmla="*/ 114300 w 50"/>
              <a:gd name="T69" fmla="*/ 76200 h 51"/>
              <a:gd name="T70" fmla="*/ 117475 w 50"/>
              <a:gd name="T71" fmla="*/ 82550 h 51"/>
              <a:gd name="T72" fmla="*/ 117475 w 50"/>
              <a:gd name="T73" fmla="*/ 101600 h 51"/>
              <a:gd name="T74" fmla="*/ 88900 w 50"/>
              <a:gd name="T75" fmla="*/ 22225 h 51"/>
              <a:gd name="T76" fmla="*/ 69850 w 50"/>
              <a:gd name="T77" fmla="*/ 22225 h 51"/>
              <a:gd name="T78" fmla="*/ 44450 w 50"/>
              <a:gd name="T79" fmla="*/ 22225 h 51"/>
              <a:gd name="T80" fmla="*/ 38100 w 50"/>
              <a:gd name="T81" fmla="*/ 41275 h 51"/>
              <a:gd name="T82" fmla="*/ 22225 w 50"/>
              <a:gd name="T83" fmla="*/ 47625 h 51"/>
              <a:gd name="T84" fmla="*/ 22225 w 50"/>
              <a:gd name="T85" fmla="*/ 66675 h 51"/>
              <a:gd name="T86" fmla="*/ 12700 w 50"/>
              <a:gd name="T87" fmla="*/ 82550 h 51"/>
              <a:gd name="T88" fmla="*/ 22225 w 50"/>
              <a:gd name="T89" fmla="*/ 95250 h 51"/>
              <a:gd name="T90" fmla="*/ 22225 w 50"/>
              <a:gd name="T91" fmla="*/ 114300 h 51"/>
              <a:gd name="T92" fmla="*/ 44450 w 50"/>
              <a:gd name="T93" fmla="*/ 139700 h 51"/>
              <a:gd name="T94" fmla="*/ 63500 w 50"/>
              <a:gd name="T95" fmla="*/ 136525 h 51"/>
              <a:gd name="T96" fmla="*/ 79375 w 50"/>
              <a:gd name="T97" fmla="*/ 149225 h 51"/>
              <a:gd name="T98" fmla="*/ 95250 w 50"/>
              <a:gd name="T99" fmla="*/ 136525 h 51"/>
              <a:gd name="T100" fmla="*/ 117475 w 50"/>
              <a:gd name="T101" fmla="*/ 127000 h 51"/>
              <a:gd name="T102" fmla="*/ 136525 w 50"/>
              <a:gd name="T103" fmla="*/ 114300 h 51"/>
              <a:gd name="T104" fmla="*/ 139700 w 50"/>
              <a:gd name="T105" fmla="*/ 92075 h 51"/>
              <a:gd name="T106" fmla="*/ 146050 w 50"/>
              <a:gd name="T107" fmla="*/ 79375 h 51"/>
              <a:gd name="T108" fmla="*/ 136525 w 50"/>
              <a:gd name="T109" fmla="*/ 66675 h 51"/>
              <a:gd name="T110" fmla="*/ 136525 w 50"/>
              <a:gd name="T111" fmla="*/ 47625 h 51"/>
              <a:gd name="T112" fmla="*/ 114300 w 50"/>
              <a:gd name="T113" fmla="*/ 22225 h 51"/>
              <a:gd name="T114" fmla="*/ 88900 w 50"/>
              <a:gd name="T115" fmla="*/ 22225 h 5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0" h="51">
                <a:moveTo>
                  <a:pt x="28" y="2"/>
                </a:moveTo>
                <a:cubicBezTo>
                  <a:pt x="31" y="4"/>
                  <a:pt x="31" y="4"/>
                  <a:pt x="31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35" y="3"/>
                  <a:pt x="35" y="3"/>
                  <a:pt x="35" y="3"/>
                </a:cubicBezTo>
                <a:cubicBezTo>
                  <a:pt x="36" y="3"/>
                  <a:pt x="37" y="3"/>
                  <a:pt x="37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4"/>
                  <a:pt x="39" y="5"/>
                  <a:pt x="39" y="6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4" y="11"/>
                  <a:pt x="44" y="11"/>
                  <a:pt x="44" y="11"/>
                </a:cubicBezTo>
                <a:cubicBezTo>
                  <a:pt x="44" y="11"/>
                  <a:pt x="44" y="11"/>
                  <a:pt x="44" y="11"/>
                </a:cubicBezTo>
                <a:cubicBezTo>
                  <a:pt x="45" y="11"/>
                  <a:pt x="46" y="12"/>
                  <a:pt x="47" y="13"/>
                </a:cubicBezTo>
                <a:cubicBezTo>
                  <a:pt x="47" y="14"/>
                  <a:pt x="47" y="15"/>
                  <a:pt x="47" y="16"/>
                </a:cubicBezTo>
                <a:cubicBezTo>
                  <a:pt x="46" y="20"/>
                  <a:pt x="46" y="20"/>
                  <a:pt x="4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9" y="23"/>
                  <a:pt x="49" y="23"/>
                  <a:pt x="49" y="23"/>
                </a:cubicBezTo>
                <a:cubicBezTo>
                  <a:pt x="49" y="23"/>
                  <a:pt x="49" y="23"/>
                  <a:pt x="49" y="23"/>
                </a:cubicBezTo>
                <a:cubicBezTo>
                  <a:pt x="50" y="24"/>
                  <a:pt x="50" y="25"/>
                  <a:pt x="50" y="26"/>
                </a:cubicBezTo>
                <a:cubicBezTo>
                  <a:pt x="50" y="27"/>
                  <a:pt x="50" y="28"/>
                  <a:pt x="49" y="28"/>
                </a:cubicBezTo>
                <a:cubicBezTo>
                  <a:pt x="49" y="28"/>
                  <a:pt x="49" y="28"/>
                  <a:pt x="49" y="28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7" y="35"/>
                  <a:pt x="47" y="35"/>
                  <a:pt x="47" y="35"/>
                </a:cubicBezTo>
                <a:cubicBezTo>
                  <a:pt x="47" y="36"/>
                  <a:pt x="47" y="37"/>
                  <a:pt x="47" y="38"/>
                </a:cubicBezTo>
                <a:cubicBezTo>
                  <a:pt x="46" y="39"/>
                  <a:pt x="45" y="40"/>
                  <a:pt x="44" y="40"/>
                </a:cubicBezTo>
                <a:cubicBezTo>
                  <a:pt x="44" y="40"/>
                  <a:pt x="44" y="40"/>
                  <a:pt x="44" y="40"/>
                </a:cubicBezTo>
                <a:cubicBezTo>
                  <a:pt x="41" y="41"/>
                  <a:pt x="41" y="41"/>
                  <a:pt x="41" y="41"/>
                </a:cubicBezTo>
                <a:cubicBezTo>
                  <a:pt x="41" y="41"/>
                  <a:pt x="41" y="41"/>
                  <a:pt x="41" y="41"/>
                </a:cubicBezTo>
                <a:cubicBezTo>
                  <a:pt x="41" y="41"/>
                  <a:pt x="41" y="41"/>
                  <a:pt x="41" y="41"/>
                </a:cubicBezTo>
                <a:cubicBezTo>
                  <a:pt x="39" y="45"/>
                  <a:pt x="39" y="45"/>
                  <a:pt x="39" y="45"/>
                </a:cubicBezTo>
                <a:cubicBezTo>
                  <a:pt x="39" y="46"/>
                  <a:pt x="38" y="47"/>
                  <a:pt x="38" y="47"/>
                </a:cubicBezTo>
                <a:cubicBezTo>
                  <a:pt x="37" y="48"/>
                  <a:pt x="36" y="48"/>
                  <a:pt x="35" y="48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0" y="47"/>
                  <a:pt x="30" y="47"/>
                  <a:pt x="30" y="47"/>
                </a:cubicBezTo>
                <a:cubicBezTo>
                  <a:pt x="28" y="50"/>
                  <a:pt x="28" y="50"/>
                  <a:pt x="28" y="50"/>
                </a:cubicBezTo>
                <a:cubicBezTo>
                  <a:pt x="28" y="50"/>
                  <a:pt x="28" y="50"/>
                  <a:pt x="28" y="50"/>
                </a:cubicBezTo>
                <a:cubicBezTo>
                  <a:pt x="27" y="50"/>
                  <a:pt x="26" y="51"/>
                  <a:pt x="25" y="51"/>
                </a:cubicBezTo>
                <a:cubicBezTo>
                  <a:pt x="24" y="51"/>
                  <a:pt x="23" y="50"/>
                  <a:pt x="22" y="50"/>
                </a:cubicBezTo>
                <a:cubicBezTo>
                  <a:pt x="22" y="49"/>
                  <a:pt x="22" y="49"/>
                  <a:pt x="22" y="49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5" y="48"/>
                  <a:pt x="15" y="48"/>
                  <a:pt x="15" y="48"/>
                </a:cubicBezTo>
                <a:cubicBezTo>
                  <a:pt x="14" y="48"/>
                  <a:pt x="13" y="48"/>
                  <a:pt x="12" y="47"/>
                </a:cubicBezTo>
                <a:cubicBezTo>
                  <a:pt x="12" y="47"/>
                  <a:pt x="12" y="47"/>
                  <a:pt x="12" y="47"/>
                </a:cubicBezTo>
                <a:cubicBezTo>
                  <a:pt x="11" y="47"/>
                  <a:pt x="11" y="46"/>
                  <a:pt x="11" y="45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6" y="40"/>
                  <a:pt x="6" y="40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5" y="40"/>
                  <a:pt x="4" y="39"/>
                  <a:pt x="3" y="38"/>
                </a:cubicBezTo>
                <a:cubicBezTo>
                  <a:pt x="3" y="38"/>
                  <a:pt x="3" y="38"/>
                  <a:pt x="3" y="38"/>
                </a:cubicBezTo>
                <a:cubicBezTo>
                  <a:pt x="3" y="37"/>
                  <a:pt x="3" y="36"/>
                  <a:pt x="3" y="35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3" y="31"/>
                  <a:pt x="3" y="31"/>
                  <a:pt x="3" y="31"/>
                </a:cubicBezTo>
                <a:cubicBezTo>
                  <a:pt x="1" y="28"/>
                  <a:pt x="1" y="28"/>
                  <a:pt x="1" y="28"/>
                </a:cubicBezTo>
                <a:cubicBezTo>
                  <a:pt x="0" y="28"/>
                  <a:pt x="0" y="27"/>
                  <a:pt x="0" y="26"/>
                </a:cubicBezTo>
                <a:cubicBezTo>
                  <a:pt x="0" y="25"/>
                  <a:pt x="0" y="24"/>
                  <a:pt x="1" y="23"/>
                </a:cubicBezTo>
                <a:cubicBezTo>
                  <a:pt x="1" y="23"/>
                  <a:pt x="1" y="23"/>
                  <a:pt x="1" y="23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5"/>
                  <a:pt x="3" y="14"/>
                  <a:pt x="3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4" y="12"/>
                  <a:pt x="5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5"/>
                  <a:pt x="12" y="4"/>
                  <a:pt x="12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3"/>
                  <a:pt x="14" y="3"/>
                  <a:pt x="15" y="3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22" y="2"/>
                  <a:pt x="22" y="2"/>
                  <a:pt x="22" y="2"/>
                </a:cubicBezTo>
                <a:cubicBezTo>
                  <a:pt x="23" y="1"/>
                  <a:pt x="24" y="0"/>
                  <a:pt x="25" y="0"/>
                </a:cubicBezTo>
                <a:cubicBezTo>
                  <a:pt x="26" y="0"/>
                  <a:pt x="27" y="1"/>
                  <a:pt x="28" y="2"/>
                </a:cubicBezTo>
                <a:close/>
                <a:moveTo>
                  <a:pt x="16" y="21"/>
                </a:moveTo>
                <a:cubicBezTo>
                  <a:pt x="16" y="21"/>
                  <a:pt x="16" y="21"/>
                  <a:pt x="16" y="21"/>
                </a:cubicBezTo>
                <a:cubicBezTo>
                  <a:pt x="16" y="20"/>
                  <a:pt x="16" y="19"/>
                  <a:pt x="17" y="19"/>
                </a:cubicBezTo>
                <a:cubicBezTo>
                  <a:pt x="18" y="19"/>
                  <a:pt x="18" y="20"/>
                  <a:pt x="18" y="2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1"/>
                  <a:pt x="18" y="32"/>
                  <a:pt x="17" y="32"/>
                </a:cubicBezTo>
                <a:cubicBezTo>
                  <a:pt x="16" y="32"/>
                  <a:pt x="16" y="31"/>
                  <a:pt x="16" y="31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1"/>
                  <a:pt x="11" y="32"/>
                  <a:pt x="11" y="32"/>
                </a:cubicBezTo>
                <a:cubicBezTo>
                  <a:pt x="10" y="32"/>
                  <a:pt x="10" y="31"/>
                  <a:pt x="10" y="3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0"/>
                  <a:pt x="10" y="19"/>
                  <a:pt x="11" y="19"/>
                </a:cubicBezTo>
                <a:cubicBezTo>
                  <a:pt x="11" y="19"/>
                  <a:pt x="12" y="20"/>
                  <a:pt x="12" y="20"/>
                </a:cubicBezTo>
                <a:cubicBezTo>
                  <a:pt x="16" y="26"/>
                  <a:pt x="16" y="26"/>
                  <a:pt x="16" y="26"/>
                </a:cubicBezTo>
                <a:cubicBezTo>
                  <a:pt x="16" y="21"/>
                  <a:pt x="16" y="21"/>
                  <a:pt x="16" y="21"/>
                </a:cubicBezTo>
                <a:close/>
                <a:moveTo>
                  <a:pt x="16" y="31"/>
                </a:move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lose/>
                <a:moveTo>
                  <a:pt x="12" y="20"/>
                </a:moveTo>
                <a:cubicBezTo>
                  <a:pt x="12" y="20"/>
                  <a:pt x="12" y="20"/>
                  <a:pt x="12" y="20"/>
                </a:cubicBezTo>
                <a:cubicBezTo>
                  <a:pt x="12" y="20"/>
                  <a:pt x="12" y="20"/>
                  <a:pt x="12" y="21"/>
                </a:cubicBezTo>
                <a:cubicBezTo>
                  <a:pt x="12" y="20"/>
                  <a:pt x="12" y="20"/>
                  <a:pt x="12" y="20"/>
                </a:cubicBezTo>
                <a:close/>
                <a:moveTo>
                  <a:pt x="27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8" y="30"/>
                  <a:pt x="28" y="31"/>
                </a:cubicBezTo>
                <a:cubicBezTo>
                  <a:pt x="28" y="31"/>
                  <a:pt x="28" y="32"/>
                  <a:pt x="27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0" y="32"/>
                  <a:pt x="20" y="31"/>
                  <a:pt x="20" y="31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27"/>
                  <a:pt x="20" y="24"/>
                  <a:pt x="20" y="21"/>
                </a:cubicBezTo>
                <a:cubicBezTo>
                  <a:pt x="20" y="20"/>
                  <a:pt x="20" y="19"/>
                  <a:pt x="2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8" y="19"/>
                  <a:pt x="28" y="20"/>
                  <a:pt x="28" y="21"/>
                </a:cubicBezTo>
                <a:cubicBezTo>
                  <a:pt x="28" y="21"/>
                  <a:pt x="28" y="22"/>
                  <a:pt x="27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4"/>
                  <a:pt x="22" y="24"/>
                  <a:pt x="22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5" y="24"/>
                  <a:pt x="25" y="25"/>
                  <a:pt x="25" y="26"/>
                </a:cubicBezTo>
                <a:cubicBezTo>
                  <a:pt x="25" y="26"/>
                  <a:pt x="25" y="27"/>
                  <a:pt x="24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29"/>
                  <a:pt x="22" y="29"/>
                  <a:pt x="22" y="29"/>
                </a:cubicBezTo>
                <a:cubicBezTo>
                  <a:pt x="27" y="29"/>
                  <a:pt x="27" y="29"/>
                  <a:pt x="27" y="29"/>
                </a:cubicBezTo>
                <a:close/>
                <a:moveTo>
                  <a:pt x="34" y="31"/>
                </a:moveTo>
                <a:cubicBezTo>
                  <a:pt x="34" y="31"/>
                  <a:pt x="34" y="31"/>
                  <a:pt x="34" y="31"/>
                </a:cubicBezTo>
                <a:cubicBezTo>
                  <a:pt x="34" y="31"/>
                  <a:pt x="33" y="32"/>
                  <a:pt x="33" y="32"/>
                </a:cubicBezTo>
                <a:cubicBezTo>
                  <a:pt x="32" y="32"/>
                  <a:pt x="32" y="31"/>
                  <a:pt x="31" y="3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0"/>
                  <a:pt x="30" y="20"/>
                  <a:pt x="30" y="20"/>
                </a:cubicBezTo>
                <a:cubicBezTo>
                  <a:pt x="31" y="19"/>
                  <a:pt x="31" y="20"/>
                  <a:pt x="32" y="20"/>
                </a:cubicBezTo>
                <a:cubicBezTo>
                  <a:pt x="33" y="26"/>
                  <a:pt x="33" y="26"/>
                  <a:pt x="33" y="26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5" y="23"/>
                  <a:pt x="36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7" y="26"/>
                  <a:pt x="37" y="26"/>
                  <a:pt x="37" y="26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9" y="19"/>
                  <a:pt x="39" y="20"/>
                </a:cubicBezTo>
                <a:cubicBezTo>
                  <a:pt x="40" y="20"/>
                  <a:pt x="40" y="20"/>
                  <a:pt x="40" y="2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7" y="32"/>
                  <a:pt x="37" y="32"/>
                </a:cubicBezTo>
                <a:cubicBezTo>
                  <a:pt x="36" y="32"/>
                  <a:pt x="36" y="31"/>
                  <a:pt x="36" y="31"/>
                </a:cubicBezTo>
                <a:cubicBezTo>
                  <a:pt x="35" y="28"/>
                  <a:pt x="35" y="28"/>
                  <a:pt x="35" y="28"/>
                </a:cubicBezTo>
                <a:cubicBezTo>
                  <a:pt x="34" y="31"/>
                  <a:pt x="34" y="31"/>
                  <a:pt x="34" y="31"/>
                </a:cubicBezTo>
                <a:close/>
                <a:moveTo>
                  <a:pt x="28" y="7"/>
                </a:moveTo>
                <a:cubicBezTo>
                  <a:pt x="28" y="7"/>
                  <a:pt x="28" y="7"/>
                  <a:pt x="28" y="7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1" y="7"/>
                  <a:pt x="21" y="8"/>
                  <a:pt x="20" y="8"/>
                </a:cubicBezTo>
                <a:cubicBezTo>
                  <a:pt x="20" y="8"/>
                  <a:pt x="19" y="8"/>
                  <a:pt x="18" y="8"/>
                </a:cubicBezTo>
                <a:cubicBezTo>
                  <a:pt x="15" y="7"/>
                  <a:pt x="15" y="7"/>
                  <a:pt x="15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2"/>
                  <a:pt x="13" y="12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1" y="14"/>
                  <a:pt x="10" y="14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8" y="20"/>
                  <a:pt x="8" y="20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2"/>
                  <a:pt x="7" y="22"/>
                  <a:pt x="6" y="23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5"/>
                  <a:pt x="4" y="26"/>
                  <a:pt x="4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30"/>
                  <a:pt x="7" y="30"/>
                </a:cubicBezTo>
                <a:cubicBezTo>
                  <a:pt x="8" y="31"/>
                  <a:pt x="8" y="32"/>
                  <a:pt x="7" y="32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10" y="37"/>
                  <a:pt x="10" y="37"/>
                  <a:pt x="10" y="37"/>
                </a:cubicBezTo>
                <a:cubicBezTo>
                  <a:pt x="11" y="38"/>
                  <a:pt x="11" y="38"/>
                  <a:pt x="12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3" y="39"/>
                  <a:pt x="13" y="40"/>
                  <a:pt x="13" y="40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4" y="44"/>
                  <a:pt x="15" y="44"/>
                </a:cubicBezTo>
                <a:cubicBezTo>
                  <a:pt x="18" y="43"/>
                  <a:pt x="18" y="43"/>
                  <a:pt x="18" y="43"/>
                </a:cubicBezTo>
                <a:cubicBezTo>
                  <a:pt x="19" y="43"/>
                  <a:pt x="20" y="43"/>
                  <a:pt x="20" y="43"/>
                </a:cubicBezTo>
                <a:cubicBezTo>
                  <a:pt x="21" y="43"/>
                  <a:pt x="21" y="44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9" y="43"/>
                  <a:pt x="30" y="43"/>
                </a:cubicBezTo>
                <a:cubicBezTo>
                  <a:pt x="30" y="43"/>
                  <a:pt x="31" y="43"/>
                  <a:pt x="32" y="43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44"/>
                  <a:pt x="36" y="44"/>
                  <a:pt x="36" y="44"/>
                </a:cubicBezTo>
                <a:cubicBezTo>
                  <a:pt x="36" y="44"/>
                  <a:pt x="36" y="44"/>
                  <a:pt x="36" y="44"/>
                </a:cubicBezTo>
                <a:cubicBezTo>
                  <a:pt x="37" y="40"/>
                  <a:pt x="37" y="40"/>
                  <a:pt x="37" y="40"/>
                </a:cubicBezTo>
                <a:cubicBezTo>
                  <a:pt x="37" y="40"/>
                  <a:pt x="37" y="39"/>
                  <a:pt x="38" y="38"/>
                </a:cubicBezTo>
                <a:cubicBezTo>
                  <a:pt x="38" y="38"/>
                  <a:pt x="39" y="38"/>
                  <a:pt x="40" y="37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2"/>
                  <a:pt x="43" y="32"/>
                  <a:pt x="43" y="32"/>
                </a:cubicBezTo>
                <a:cubicBezTo>
                  <a:pt x="42" y="32"/>
                  <a:pt x="42" y="31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29"/>
                  <a:pt x="44" y="29"/>
                </a:cubicBezTo>
                <a:cubicBezTo>
                  <a:pt x="46" y="26"/>
                  <a:pt x="46" y="26"/>
                  <a:pt x="46" y="26"/>
                </a:cubicBezTo>
                <a:cubicBezTo>
                  <a:pt x="46" y="26"/>
                  <a:pt x="46" y="26"/>
                  <a:pt x="46" y="26"/>
                </a:cubicBezTo>
                <a:cubicBezTo>
                  <a:pt x="46" y="26"/>
                  <a:pt x="46" y="26"/>
                  <a:pt x="46" y="26"/>
                </a:cubicBezTo>
                <a:cubicBezTo>
                  <a:pt x="46" y="26"/>
                  <a:pt x="46" y="25"/>
                  <a:pt x="46" y="25"/>
                </a:cubicBezTo>
                <a:cubicBezTo>
                  <a:pt x="46" y="25"/>
                  <a:pt x="46" y="25"/>
                  <a:pt x="46" y="25"/>
                </a:cubicBezTo>
                <a:cubicBezTo>
                  <a:pt x="46" y="25"/>
                  <a:pt x="46" y="25"/>
                  <a:pt x="46" y="25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3" y="22"/>
                  <a:pt x="43" y="22"/>
                  <a:pt x="43" y="21"/>
                </a:cubicBezTo>
                <a:cubicBezTo>
                  <a:pt x="43" y="21"/>
                  <a:pt x="43" y="21"/>
                  <a:pt x="43" y="21"/>
                </a:cubicBezTo>
                <a:cubicBezTo>
                  <a:pt x="42" y="20"/>
                  <a:pt x="42" y="20"/>
                  <a:pt x="43" y="19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0" y="14"/>
                  <a:pt x="40" y="14"/>
                  <a:pt x="40" y="14"/>
                </a:cubicBezTo>
                <a:cubicBezTo>
                  <a:pt x="39" y="14"/>
                  <a:pt x="38" y="13"/>
                  <a:pt x="38" y="13"/>
                </a:cubicBezTo>
                <a:cubicBezTo>
                  <a:pt x="37" y="12"/>
                  <a:pt x="37" y="12"/>
                  <a:pt x="37" y="11"/>
                </a:cubicBezTo>
                <a:cubicBezTo>
                  <a:pt x="36" y="7"/>
                  <a:pt x="36" y="7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6" y="7"/>
                  <a:pt x="35" y="7"/>
                  <a:pt x="35" y="7"/>
                </a:cubicBezTo>
                <a:cubicBezTo>
                  <a:pt x="32" y="8"/>
                  <a:pt x="32" y="8"/>
                  <a:pt x="32" y="8"/>
                </a:cubicBezTo>
                <a:cubicBezTo>
                  <a:pt x="31" y="8"/>
                  <a:pt x="30" y="8"/>
                  <a:pt x="30" y="8"/>
                </a:cubicBezTo>
                <a:cubicBezTo>
                  <a:pt x="30" y="8"/>
                  <a:pt x="30" y="8"/>
                  <a:pt x="30" y="8"/>
                </a:cubicBezTo>
                <a:cubicBezTo>
                  <a:pt x="29" y="8"/>
                  <a:pt x="28" y="7"/>
                  <a:pt x="28" y="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38" name="Freeform 172">
            <a:extLst>
              <a:ext uri="{FF2B5EF4-FFF2-40B4-BE49-F238E27FC236}">
                <a16:creationId xmlns:a16="http://schemas.microsoft.com/office/drawing/2014/main" id="{E280C1E7-C5DC-9EFC-D464-8DEF372ACB3B}"/>
              </a:ext>
            </a:extLst>
          </p:cNvPr>
          <p:cNvSpPr>
            <a:spLocks noEditPoints="1"/>
          </p:cNvSpPr>
          <p:nvPr/>
        </p:nvSpPr>
        <p:spPr bwMode="auto">
          <a:xfrm>
            <a:off x="1330785" y="3895115"/>
            <a:ext cx="173567" cy="215900"/>
          </a:xfrm>
          <a:custGeom>
            <a:avLst/>
            <a:gdLst>
              <a:gd name="T0" fmla="*/ 9525 w 41"/>
              <a:gd name="T1" fmla="*/ 98425 h 51"/>
              <a:gd name="T2" fmla="*/ 9525 w 41"/>
              <a:gd name="T3" fmla="*/ 82550 h 51"/>
              <a:gd name="T4" fmla="*/ 0 w 41"/>
              <a:gd name="T5" fmla="*/ 66675 h 51"/>
              <a:gd name="T6" fmla="*/ 9525 w 41"/>
              <a:gd name="T7" fmla="*/ 50800 h 51"/>
              <a:gd name="T8" fmla="*/ 9525 w 41"/>
              <a:gd name="T9" fmla="*/ 34925 h 51"/>
              <a:gd name="T10" fmla="*/ 25400 w 41"/>
              <a:gd name="T11" fmla="*/ 25400 h 51"/>
              <a:gd name="T12" fmla="*/ 31750 w 41"/>
              <a:gd name="T13" fmla="*/ 9525 h 51"/>
              <a:gd name="T14" fmla="*/ 50800 w 41"/>
              <a:gd name="T15" fmla="*/ 9525 h 51"/>
              <a:gd name="T16" fmla="*/ 73025 w 41"/>
              <a:gd name="T17" fmla="*/ 3175 h 51"/>
              <a:gd name="T18" fmla="*/ 98425 w 41"/>
              <a:gd name="T19" fmla="*/ 9525 h 51"/>
              <a:gd name="T20" fmla="*/ 114300 w 41"/>
              <a:gd name="T21" fmla="*/ 28575 h 51"/>
              <a:gd name="T22" fmla="*/ 120650 w 41"/>
              <a:gd name="T23" fmla="*/ 50800 h 51"/>
              <a:gd name="T24" fmla="*/ 130175 w 41"/>
              <a:gd name="T25" fmla="*/ 66675 h 51"/>
              <a:gd name="T26" fmla="*/ 120650 w 41"/>
              <a:gd name="T27" fmla="*/ 79375 h 51"/>
              <a:gd name="T28" fmla="*/ 114300 w 41"/>
              <a:gd name="T29" fmla="*/ 104775 h 51"/>
              <a:gd name="T30" fmla="*/ 127000 w 41"/>
              <a:gd name="T31" fmla="*/ 136525 h 51"/>
              <a:gd name="T32" fmla="*/ 101600 w 41"/>
              <a:gd name="T33" fmla="*/ 136525 h 51"/>
              <a:gd name="T34" fmla="*/ 88900 w 41"/>
              <a:gd name="T35" fmla="*/ 158750 h 51"/>
              <a:gd name="T36" fmla="*/ 57150 w 41"/>
              <a:gd name="T37" fmla="*/ 130175 h 51"/>
              <a:gd name="T38" fmla="*/ 38100 w 41"/>
              <a:gd name="T39" fmla="*/ 161925 h 51"/>
              <a:gd name="T40" fmla="*/ 6350 w 41"/>
              <a:gd name="T41" fmla="*/ 139700 h 51"/>
              <a:gd name="T42" fmla="*/ 19050 w 41"/>
              <a:gd name="T43" fmla="*/ 104775 h 51"/>
              <a:gd name="T44" fmla="*/ 101600 w 41"/>
              <a:gd name="T45" fmla="*/ 114300 h 51"/>
              <a:gd name="T46" fmla="*/ 79375 w 41"/>
              <a:gd name="T47" fmla="*/ 120650 h 51"/>
              <a:gd name="T48" fmla="*/ 92075 w 41"/>
              <a:gd name="T49" fmla="*/ 149225 h 51"/>
              <a:gd name="T50" fmla="*/ 117475 w 41"/>
              <a:gd name="T51" fmla="*/ 133350 h 51"/>
              <a:gd name="T52" fmla="*/ 53975 w 41"/>
              <a:gd name="T53" fmla="*/ 123825 h 51"/>
              <a:gd name="T54" fmla="*/ 31750 w 41"/>
              <a:gd name="T55" fmla="*/ 123825 h 51"/>
              <a:gd name="T56" fmla="*/ 25400 w 41"/>
              <a:gd name="T57" fmla="*/ 111125 h 51"/>
              <a:gd name="T58" fmla="*/ 34925 w 41"/>
              <a:gd name="T59" fmla="*/ 130175 h 51"/>
              <a:gd name="T60" fmla="*/ 38100 w 41"/>
              <a:gd name="T61" fmla="*/ 19050 h 51"/>
              <a:gd name="T62" fmla="*/ 31750 w 41"/>
              <a:gd name="T63" fmla="*/ 34925 h 51"/>
              <a:gd name="T64" fmla="*/ 19050 w 41"/>
              <a:gd name="T65" fmla="*/ 38100 h 51"/>
              <a:gd name="T66" fmla="*/ 19050 w 41"/>
              <a:gd name="T67" fmla="*/ 60325 h 51"/>
              <a:gd name="T68" fmla="*/ 19050 w 41"/>
              <a:gd name="T69" fmla="*/ 73025 h 51"/>
              <a:gd name="T70" fmla="*/ 19050 w 41"/>
              <a:gd name="T71" fmla="*/ 92075 h 51"/>
              <a:gd name="T72" fmla="*/ 31750 w 41"/>
              <a:gd name="T73" fmla="*/ 98425 h 51"/>
              <a:gd name="T74" fmla="*/ 47625 w 41"/>
              <a:gd name="T75" fmla="*/ 107950 h 51"/>
              <a:gd name="T76" fmla="*/ 63500 w 41"/>
              <a:gd name="T77" fmla="*/ 117475 h 51"/>
              <a:gd name="T78" fmla="*/ 76200 w 41"/>
              <a:gd name="T79" fmla="*/ 111125 h 51"/>
              <a:gd name="T80" fmla="*/ 92075 w 41"/>
              <a:gd name="T81" fmla="*/ 101600 h 51"/>
              <a:gd name="T82" fmla="*/ 111125 w 41"/>
              <a:gd name="T83" fmla="*/ 92075 h 51"/>
              <a:gd name="T84" fmla="*/ 107950 w 41"/>
              <a:gd name="T85" fmla="*/ 76200 h 51"/>
              <a:gd name="T86" fmla="*/ 111125 w 41"/>
              <a:gd name="T87" fmla="*/ 60325 h 51"/>
              <a:gd name="T88" fmla="*/ 107950 w 41"/>
              <a:gd name="T89" fmla="*/ 47625 h 51"/>
              <a:gd name="T90" fmla="*/ 95250 w 41"/>
              <a:gd name="T91" fmla="*/ 34925 h 51"/>
              <a:gd name="T92" fmla="*/ 82550 w 41"/>
              <a:gd name="T93" fmla="*/ 22225 h 51"/>
              <a:gd name="T94" fmla="*/ 69850 w 41"/>
              <a:gd name="T95" fmla="*/ 19050 h 51"/>
              <a:gd name="T96" fmla="*/ 57150 w 41"/>
              <a:gd name="T97" fmla="*/ 19050 h 51"/>
              <a:gd name="T98" fmla="*/ 38100 w 41"/>
              <a:gd name="T99" fmla="*/ 19050 h 5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1" h="51">
                <a:moveTo>
                  <a:pt x="6" y="33"/>
                </a:moveTo>
                <a:cubicBezTo>
                  <a:pt x="5" y="33"/>
                  <a:pt x="5" y="33"/>
                  <a:pt x="5" y="33"/>
                </a:cubicBezTo>
                <a:cubicBezTo>
                  <a:pt x="4" y="32"/>
                  <a:pt x="3" y="32"/>
                  <a:pt x="3" y="31"/>
                </a:cubicBezTo>
                <a:cubicBezTo>
                  <a:pt x="3" y="31"/>
                  <a:pt x="3" y="31"/>
                  <a:pt x="3" y="31"/>
                </a:cubicBezTo>
                <a:cubicBezTo>
                  <a:pt x="2" y="30"/>
                  <a:pt x="2" y="29"/>
                  <a:pt x="2" y="28"/>
                </a:cubicBezTo>
                <a:cubicBezTo>
                  <a:pt x="3" y="26"/>
                  <a:pt x="3" y="26"/>
                  <a:pt x="3" y="26"/>
                </a:cubicBezTo>
                <a:cubicBezTo>
                  <a:pt x="3" y="25"/>
                  <a:pt x="3" y="25"/>
                  <a:pt x="3" y="25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3"/>
                  <a:pt x="0" y="22"/>
                  <a:pt x="0" y="21"/>
                </a:cubicBezTo>
                <a:cubicBezTo>
                  <a:pt x="0" y="20"/>
                  <a:pt x="0" y="19"/>
                  <a:pt x="1" y="18"/>
                </a:cubicBezTo>
                <a:cubicBezTo>
                  <a:pt x="1" y="18"/>
                  <a:pt x="1" y="18"/>
                  <a:pt x="1" y="18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2" y="11"/>
                  <a:pt x="3" y="11"/>
                </a:cubicBezTo>
                <a:cubicBezTo>
                  <a:pt x="3" y="10"/>
                  <a:pt x="4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8" y="8"/>
                  <a:pt x="8" y="8"/>
                  <a:pt x="8" y="8"/>
                </a:cubicBezTo>
                <a:cubicBezTo>
                  <a:pt x="8" y="5"/>
                  <a:pt x="8" y="5"/>
                  <a:pt x="8" y="5"/>
                </a:cubicBezTo>
                <a:cubicBezTo>
                  <a:pt x="9" y="4"/>
                  <a:pt x="9" y="4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1" y="3"/>
                  <a:pt x="12" y="2"/>
                  <a:pt x="13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8" y="1"/>
                  <a:pt x="18" y="1"/>
                  <a:pt x="18" y="1"/>
                </a:cubicBezTo>
                <a:cubicBezTo>
                  <a:pt x="19" y="1"/>
                  <a:pt x="19" y="0"/>
                  <a:pt x="20" y="0"/>
                </a:cubicBezTo>
                <a:cubicBezTo>
                  <a:pt x="21" y="0"/>
                  <a:pt x="22" y="1"/>
                  <a:pt x="23" y="1"/>
                </a:cubicBezTo>
                <a:cubicBezTo>
                  <a:pt x="25" y="3"/>
                  <a:pt x="25" y="3"/>
                  <a:pt x="25" y="3"/>
                </a:cubicBezTo>
                <a:cubicBezTo>
                  <a:pt x="28" y="3"/>
                  <a:pt x="28" y="3"/>
                  <a:pt x="28" y="3"/>
                </a:cubicBezTo>
                <a:cubicBezTo>
                  <a:pt x="29" y="2"/>
                  <a:pt x="30" y="3"/>
                  <a:pt x="31" y="3"/>
                </a:cubicBezTo>
                <a:cubicBezTo>
                  <a:pt x="31" y="4"/>
                  <a:pt x="32" y="4"/>
                  <a:pt x="32" y="5"/>
                </a:cubicBezTo>
                <a:cubicBezTo>
                  <a:pt x="33" y="8"/>
                  <a:pt x="33" y="8"/>
                  <a:pt x="33" y="8"/>
                </a:cubicBezTo>
                <a:cubicBezTo>
                  <a:pt x="36" y="9"/>
                  <a:pt x="36" y="9"/>
                  <a:pt x="36" y="9"/>
                </a:cubicBezTo>
                <a:cubicBezTo>
                  <a:pt x="37" y="9"/>
                  <a:pt x="38" y="10"/>
                  <a:pt x="38" y="11"/>
                </a:cubicBezTo>
                <a:cubicBezTo>
                  <a:pt x="39" y="11"/>
                  <a:pt x="39" y="12"/>
                  <a:pt x="38" y="13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40" y="18"/>
                  <a:pt x="40" y="18"/>
                  <a:pt x="40" y="18"/>
                </a:cubicBezTo>
                <a:cubicBezTo>
                  <a:pt x="40" y="19"/>
                  <a:pt x="41" y="20"/>
                  <a:pt x="41" y="21"/>
                </a:cubicBezTo>
                <a:cubicBezTo>
                  <a:pt x="41" y="22"/>
                  <a:pt x="40" y="23"/>
                  <a:pt x="40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8"/>
                  <a:pt x="38" y="28"/>
                  <a:pt x="38" y="28"/>
                </a:cubicBezTo>
                <a:cubicBezTo>
                  <a:pt x="39" y="29"/>
                  <a:pt x="39" y="30"/>
                  <a:pt x="38" y="31"/>
                </a:cubicBezTo>
                <a:cubicBezTo>
                  <a:pt x="38" y="32"/>
                  <a:pt x="37" y="32"/>
                  <a:pt x="36" y="33"/>
                </a:cubicBezTo>
                <a:cubicBezTo>
                  <a:pt x="36" y="33"/>
                  <a:pt x="36" y="33"/>
                  <a:pt x="36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40" y="43"/>
                  <a:pt x="40" y="43"/>
                  <a:pt x="40" y="43"/>
                </a:cubicBezTo>
                <a:cubicBezTo>
                  <a:pt x="41" y="43"/>
                  <a:pt x="41" y="44"/>
                  <a:pt x="40" y="44"/>
                </a:cubicBezTo>
                <a:cubicBezTo>
                  <a:pt x="40" y="44"/>
                  <a:pt x="39" y="45"/>
                  <a:pt x="39" y="44"/>
                </a:cubicBezTo>
                <a:cubicBezTo>
                  <a:pt x="32" y="43"/>
                  <a:pt x="32" y="43"/>
                  <a:pt x="32" y="43"/>
                </a:cubicBezTo>
                <a:cubicBezTo>
                  <a:pt x="30" y="50"/>
                  <a:pt x="30" y="50"/>
                  <a:pt x="30" y="50"/>
                </a:cubicBezTo>
                <a:cubicBezTo>
                  <a:pt x="30" y="51"/>
                  <a:pt x="30" y="51"/>
                  <a:pt x="29" y="51"/>
                </a:cubicBezTo>
                <a:cubicBezTo>
                  <a:pt x="29" y="51"/>
                  <a:pt x="28" y="51"/>
                  <a:pt x="28" y="50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1" y="41"/>
                  <a:pt x="20" y="41"/>
                </a:cubicBezTo>
                <a:cubicBezTo>
                  <a:pt x="20" y="41"/>
                  <a:pt x="19" y="41"/>
                  <a:pt x="18" y="41"/>
                </a:cubicBezTo>
                <a:cubicBezTo>
                  <a:pt x="12" y="50"/>
                  <a:pt x="12" y="50"/>
                  <a:pt x="12" y="50"/>
                </a:cubicBezTo>
                <a:cubicBezTo>
                  <a:pt x="12" y="50"/>
                  <a:pt x="12" y="50"/>
                  <a:pt x="12" y="50"/>
                </a:cubicBezTo>
                <a:cubicBezTo>
                  <a:pt x="12" y="51"/>
                  <a:pt x="12" y="51"/>
                  <a:pt x="12" y="51"/>
                </a:cubicBezTo>
                <a:cubicBezTo>
                  <a:pt x="11" y="51"/>
                  <a:pt x="10" y="51"/>
                  <a:pt x="10" y="50"/>
                </a:cubicBezTo>
                <a:cubicBezTo>
                  <a:pt x="9" y="43"/>
                  <a:pt x="9" y="43"/>
                  <a:pt x="9" y="43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5"/>
                  <a:pt x="1" y="44"/>
                  <a:pt x="1" y="44"/>
                </a:cubicBezTo>
                <a:cubicBezTo>
                  <a:pt x="0" y="44"/>
                  <a:pt x="0" y="43"/>
                  <a:pt x="0" y="43"/>
                </a:cubicBezTo>
                <a:cubicBezTo>
                  <a:pt x="6" y="33"/>
                  <a:pt x="6" y="33"/>
                  <a:pt x="6" y="33"/>
                </a:cubicBezTo>
                <a:close/>
                <a:moveTo>
                  <a:pt x="33" y="35"/>
                </a:moveTo>
                <a:cubicBezTo>
                  <a:pt x="33" y="35"/>
                  <a:pt x="33" y="35"/>
                  <a:pt x="33" y="35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7"/>
                  <a:pt x="31" y="38"/>
                  <a:pt x="31" y="39"/>
                </a:cubicBezTo>
                <a:cubicBezTo>
                  <a:pt x="30" y="39"/>
                  <a:pt x="29" y="39"/>
                  <a:pt x="28" y="39"/>
                </a:cubicBezTo>
                <a:cubicBezTo>
                  <a:pt x="25" y="38"/>
                  <a:pt x="25" y="38"/>
                  <a:pt x="25" y="38"/>
                </a:cubicBezTo>
                <a:cubicBezTo>
                  <a:pt x="25" y="38"/>
                  <a:pt x="25" y="38"/>
                  <a:pt x="25" y="38"/>
                </a:cubicBezTo>
                <a:cubicBezTo>
                  <a:pt x="24" y="39"/>
                  <a:pt x="24" y="39"/>
                  <a:pt x="24" y="39"/>
                </a:cubicBezTo>
                <a:cubicBezTo>
                  <a:pt x="29" y="47"/>
                  <a:pt x="29" y="47"/>
                  <a:pt x="29" y="47"/>
                </a:cubicBezTo>
                <a:cubicBezTo>
                  <a:pt x="30" y="41"/>
                  <a:pt x="30" y="41"/>
                  <a:pt x="30" y="41"/>
                </a:cubicBezTo>
                <a:cubicBezTo>
                  <a:pt x="30" y="41"/>
                  <a:pt x="31" y="40"/>
                  <a:pt x="31" y="40"/>
                </a:cubicBezTo>
                <a:cubicBezTo>
                  <a:pt x="37" y="42"/>
                  <a:pt x="37" y="42"/>
                  <a:pt x="37" y="42"/>
                </a:cubicBezTo>
                <a:cubicBezTo>
                  <a:pt x="33" y="35"/>
                  <a:pt x="33" y="35"/>
                  <a:pt x="33" y="35"/>
                </a:cubicBezTo>
                <a:close/>
                <a:moveTo>
                  <a:pt x="17" y="39"/>
                </a:moveTo>
                <a:cubicBezTo>
                  <a:pt x="17" y="39"/>
                  <a:pt x="17" y="39"/>
                  <a:pt x="17" y="39"/>
                </a:cubicBezTo>
                <a:cubicBezTo>
                  <a:pt x="16" y="38"/>
                  <a:pt x="16" y="38"/>
                  <a:pt x="16" y="38"/>
                </a:cubicBezTo>
                <a:cubicBezTo>
                  <a:pt x="13" y="39"/>
                  <a:pt x="13" y="39"/>
                  <a:pt x="13" y="39"/>
                </a:cubicBezTo>
                <a:cubicBezTo>
                  <a:pt x="12" y="39"/>
                  <a:pt x="11" y="39"/>
                  <a:pt x="10" y="39"/>
                </a:cubicBezTo>
                <a:cubicBezTo>
                  <a:pt x="10" y="38"/>
                  <a:pt x="10" y="38"/>
                  <a:pt x="10" y="38"/>
                </a:cubicBezTo>
                <a:cubicBezTo>
                  <a:pt x="9" y="38"/>
                  <a:pt x="9" y="37"/>
                  <a:pt x="8" y="36"/>
                </a:cubicBezTo>
                <a:cubicBezTo>
                  <a:pt x="8" y="35"/>
                  <a:pt x="8" y="35"/>
                  <a:pt x="8" y="35"/>
                </a:cubicBezTo>
                <a:cubicBezTo>
                  <a:pt x="4" y="42"/>
                  <a:pt x="4" y="42"/>
                  <a:pt x="4" y="42"/>
                </a:cubicBezTo>
                <a:cubicBezTo>
                  <a:pt x="9" y="40"/>
                  <a:pt x="9" y="40"/>
                  <a:pt x="9" y="40"/>
                </a:cubicBezTo>
                <a:cubicBezTo>
                  <a:pt x="10" y="40"/>
                  <a:pt x="11" y="41"/>
                  <a:pt x="11" y="41"/>
                </a:cubicBezTo>
                <a:cubicBezTo>
                  <a:pt x="12" y="47"/>
                  <a:pt x="12" y="47"/>
                  <a:pt x="12" y="47"/>
                </a:cubicBezTo>
                <a:cubicBezTo>
                  <a:pt x="17" y="39"/>
                  <a:pt x="17" y="39"/>
                  <a:pt x="17" y="39"/>
                </a:cubicBezTo>
                <a:close/>
                <a:moveTo>
                  <a:pt x="12" y="6"/>
                </a:moveTo>
                <a:cubicBezTo>
                  <a:pt x="12" y="6"/>
                  <a:pt x="12" y="6"/>
                  <a:pt x="12" y="6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10"/>
                  <a:pt x="11" y="10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9" y="12"/>
                  <a:pt x="9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6"/>
                  <a:pt x="7" y="17"/>
                  <a:pt x="7" y="17"/>
                </a:cubicBezTo>
                <a:cubicBezTo>
                  <a:pt x="7" y="18"/>
                  <a:pt x="6" y="18"/>
                  <a:pt x="6" y="19"/>
                </a:cubicBezTo>
                <a:cubicBezTo>
                  <a:pt x="4" y="21"/>
                  <a:pt x="4" y="21"/>
                  <a:pt x="4" y="21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7" y="24"/>
                  <a:pt x="7" y="24"/>
                </a:cubicBezTo>
                <a:cubicBezTo>
                  <a:pt x="7" y="25"/>
                  <a:pt x="7" y="26"/>
                  <a:pt x="7" y="26"/>
                </a:cubicBezTo>
                <a:cubicBezTo>
                  <a:pt x="6" y="29"/>
                  <a:pt x="6" y="29"/>
                  <a:pt x="6" y="29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0"/>
                  <a:pt x="10" y="30"/>
                  <a:pt x="10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1" y="31"/>
                  <a:pt x="11" y="32"/>
                  <a:pt x="11" y="32"/>
                </a:cubicBezTo>
                <a:cubicBezTo>
                  <a:pt x="12" y="35"/>
                  <a:pt x="12" y="35"/>
                  <a:pt x="12" y="35"/>
                </a:cubicBezTo>
                <a:cubicBezTo>
                  <a:pt x="15" y="34"/>
                  <a:pt x="15" y="34"/>
                  <a:pt x="15" y="34"/>
                </a:cubicBezTo>
                <a:cubicBezTo>
                  <a:pt x="16" y="34"/>
                  <a:pt x="16" y="34"/>
                  <a:pt x="17" y="35"/>
                </a:cubicBezTo>
                <a:cubicBezTo>
                  <a:pt x="17" y="35"/>
                  <a:pt x="18" y="35"/>
                  <a:pt x="18" y="35"/>
                </a:cubicBezTo>
                <a:cubicBezTo>
                  <a:pt x="20" y="37"/>
                  <a:pt x="20" y="37"/>
                  <a:pt x="20" y="37"/>
                </a:cubicBezTo>
                <a:cubicBezTo>
                  <a:pt x="22" y="35"/>
                  <a:pt x="22" y="35"/>
                  <a:pt x="22" y="35"/>
                </a:cubicBezTo>
                <a:cubicBezTo>
                  <a:pt x="22" y="35"/>
                  <a:pt x="22" y="35"/>
                  <a:pt x="22" y="35"/>
                </a:cubicBezTo>
                <a:cubicBezTo>
                  <a:pt x="23" y="35"/>
                  <a:pt x="23" y="35"/>
                  <a:pt x="24" y="35"/>
                </a:cubicBezTo>
                <a:cubicBezTo>
                  <a:pt x="25" y="34"/>
                  <a:pt x="25" y="34"/>
                  <a:pt x="26" y="34"/>
                </a:cubicBezTo>
                <a:cubicBezTo>
                  <a:pt x="29" y="35"/>
                  <a:pt x="29" y="35"/>
                  <a:pt x="29" y="35"/>
                </a:cubicBezTo>
                <a:cubicBezTo>
                  <a:pt x="29" y="32"/>
                  <a:pt x="29" y="32"/>
                  <a:pt x="29" y="32"/>
                </a:cubicBezTo>
                <a:cubicBezTo>
                  <a:pt x="30" y="32"/>
                  <a:pt x="30" y="31"/>
                  <a:pt x="30" y="31"/>
                </a:cubicBezTo>
                <a:cubicBezTo>
                  <a:pt x="31" y="30"/>
                  <a:pt x="31" y="30"/>
                  <a:pt x="32" y="30"/>
                </a:cubicBezTo>
                <a:cubicBezTo>
                  <a:pt x="35" y="29"/>
                  <a:pt x="35" y="29"/>
                  <a:pt x="35" y="29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6"/>
                  <a:pt x="34" y="25"/>
                  <a:pt x="34" y="25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4"/>
                  <a:pt x="35" y="23"/>
                  <a:pt x="35" y="23"/>
                </a:cubicBezTo>
                <a:cubicBezTo>
                  <a:pt x="37" y="21"/>
                  <a:pt x="37" y="21"/>
                  <a:pt x="37" y="21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18"/>
                  <a:pt x="34" y="18"/>
                  <a:pt x="34" y="17"/>
                </a:cubicBezTo>
                <a:cubicBezTo>
                  <a:pt x="34" y="17"/>
                  <a:pt x="34" y="16"/>
                  <a:pt x="34" y="15"/>
                </a:cubicBezTo>
                <a:cubicBezTo>
                  <a:pt x="35" y="13"/>
                  <a:pt x="35" y="13"/>
                  <a:pt x="35" y="13"/>
                </a:cubicBezTo>
                <a:cubicBezTo>
                  <a:pt x="32" y="12"/>
                  <a:pt x="32" y="12"/>
                  <a:pt x="32" y="12"/>
                </a:cubicBezTo>
                <a:cubicBezTo>
                  <a:pt x="31" y="12"/>
                  <a:pt x="31" y="11"/>
                  <a:pt x="30" y="11"/>
                </a:cubicBezTo>
                <a:cubicBezTo>
                  <a:pt x="30" y="10"/>
                  <a:pt x="30" y="10"/>
                  <a:pt x="29" y="9"/>
                </a:cubicBezTo>
                <a:cubicBezTo>
                  <a:pt x="29" y="6"/>
                  <a:pt x="29" y="6"/>
                  <a:pt x="29" y="6"/>
                </a:cubicBezTo>
                <a:cubicBezTo>
                  <a:pt x="26" y="7"/>
                  <a:pt x="26" y="7"/>
                  <a:pt x="26" y="7"/>
                </a:cubicBezTo>
                <a:cubicBezTo>
                  <a:pt x="25" y="7"/>
                  <a:pt x="25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3" y="7"/>
                  <a:pt x="23" y="7"/>
                  <a:pt x="22" y="6"/>
                </a:cubicBezTo>
                <a:cubicBezTo>
                  <a:pt x="20" y="4"/>
                  <a:pt x="20" y="4"/>
                  <a:pt x="20" y="4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7"/>
                  <a:pt x="17" y="7"/>
                  <a:pt x="17" y="7"/>
                </a:cubicBezTo>
                <a:cubicBezTo>
                  <a:pt x="16" y="7"/>
                  <a:pt x="16" y="7"/>
                  <a:pt x="15" y="7"/>
                </a:cubicBezTo>
                <a:cubicBezTo>
                  <a:pt x="12" y="6"/>
                  <a:pt x="12" y="6"/>
                  <a:pt x="12" y="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39" name="Freeform 173">
            <a:extLst>
              <a:ext uri="{FF2B5EF4-FFF2-40B4-BE49-F238E27FC236}">
                <a16:creationId xmlns:a16="http://schemas.microsoft.com/office/drawing/2014/main" id="{2DCFE288-A46E-90A8-85C0-0AD073E08A04}"/>
              </a:ext>
            </a:extLst>
          </p:cNvPr>
          <p:cNvSpPr>
            <a:spLocks noEditPoints="1"/>
          </p:cNvSpPr>
          <p:nvPr/>
        </p:nvSpPr>
        <p:spPr bwMode="auto">
          <a:xfrm>
            <a:off x="3519419" y="4828565"/>
            <a:ext cx="215900" cy="160867"/>
          </a:xfrm>
          <a:custGeom>
            <a:avLst/>
            <a:gdLst>
              <a:gd name="T0" fmla="*/ 63500 w 51"/>
              <a:gd name="T1" fmla="*/ 0 h 38"/>
              <a:gd name="T2" fmla="*/ 73025 w 51"/>
              <a:gd name="T3" fmla="*/ 9525 h 38"/>
              <a:gd name="T4" fmla="*/ 85725 w 51"/>
              <a:gd name="T5" fmla="*/ 9525 h 38"/>
              <a:gd name="T6" fmla="*/ 98425 w 51"/>
              <a:gd name="T7" fmla="*/ 0 h 38"/>
              <a:gd name="T8" fmla="*/ 123825 w 51"/>
              <a:gd name="T9" fmla="*/ 0 h 38"/>
              <a:gd name="T10" fmla="*/ 158750 w 51"/>
              <a:gd name="T11" fmla="*/ 44450 h 38"/>
              <a:gd name="T12" fmla="*/ 136525 w 51"/>
              <a:gd name="T13" fmla="*/ 66675 h 38"/>
              <a:gd name="T14" fmla="*/ 127000 w 51"/>
              <a:gd name="T15" fmla="*/ 66675 h 38"/>
              <a:gd name="T16" fmla="*/ 127000 w 51"/>
              <a:gd name="T17" fmla="*/ 114300 h 38"/>
              <a:gd name="T18" fmla="*/ 120650 w 51"/>
              <a:gd name="T19" fmla="*/ 120650 h 38"/>
              <a:gd name="T20" fmla="*/ 34925 w 51"/>
              <a:gd name="T21" fmla="*/ 114300 h 38"/>
              <a:gd name="T22" fmla="*/ 34925 w 51"/>
              <a:gd name="T23" fmla="*/ 66675 h 38"/>
              <a:gd name="T24" fmla="*/ 25400 w 51"/>
              <a:gd name="T25" fmla="*/ 66675 h 38"/>
              <a:gd name="T26" fmla="*/ 3175 w 51"/>
              <a:gd name="T27" fmla="*/ 34925 h 38"/>
              <a:gd name="T28" fmla="*/ 38100 w 51"/>
              <a:gd name="T29" fmla="*/ 0 h 38"/>
              <a:gd name="T30" fmla="*/ 57150 w 51"/>
              <a:gd name="T31" fmla="*/ 76200 h 38"/>
              <a:gd name="T32" fmla="*/ 53975 w 51"/>
              <a:gd name="T33" fmla="*/ 76200 h 38"/>
              <a:gd name="T34" fmla="*/ 63500 w 51"/>
              <a:gd name="T35" fmla="*/ 41275 h 38"/>
              <a:gd name="T36" fmla="*/ 69850 w 51"/>
              <a:gd name="T37" fmla="*/ 41275 h 38"/>
              <a:gd name="T38" fmla="*/ 79375 w 51"/>
              <a:gd name="T39" fmla="*/ 76200 h 38"/>
              <a:gd name="T40" fmla="*/ 69850 w 51"/>
              <a:gd name="T41" fmla="*/ 69850 h 38"/>
              <a:gd name="T42" fmla="*/ 57150 w 51"/>
              <a:gd name="T43" fmla="*/ 76200 h 38"/>
              <a:gd name="T44" fmla="*/ 66675 w 51"/>
              <a:gd name="T45" fmla="*/ 53975 h 38"/>
              <a:gd name="T46" fmla="*/ 69850 w 51"/>
              <a:gd name="T47" fmla="*/ 60325 h 38"/>
              <a:gd name="T48" fmla="*/ 85725 w 51"/>
              <a:gd name="T49" fmla="*/ 38100 h 38"/>
              <a:gd name="T50" fmla="*/ 88900 w 51"/>
              <a:gd name="T51" fmla="*/ 38100 h 38"/>
              <a:gd name="T52" fmla="*/ 107950 w 51"/>
              <a:gd name="T53" fmla="*/ 41275 h 38"/>
              <a:gd name="T54" fmla="*/ 111125 w 51"/>
              <a:gd name="T55" fmla="*/ 69850 h 38"/>
              <a:gd name="T56" fmla="*/ 101600 w 51"/>
              <a:gd name="T57" fmla="*/ 76200 h 38"/>
              <a:gd name="T58" fmla="*/ 82550 w 51"/>
              <a:gd name="T59" fmla="*/ 73025 h 38"/>
              <a:gd name="T60" fmla="*/ 82550 w 51"/>
              <a:gd name="T61" fmla="*/ 41275 h 38"/>
              <a:gd name="T62" fmla="*/ 101600 w 51"/>
              <a:gd name="T63" fmla="*/ 44450 h 38"/>
              <a:gd name="T64" fmla="*/ 92075 w 51"/>
              <a:gd name="T65" fmla="*/ 44450 h 38"/>
              <a:gd name="T66" fmla="*/ 101600 w 51"/>
              <a:gd name="T67" fmla="*/ 69850 h 38"/>
              <a:gd name="T68" fmla="*/ 101600 w 51"/>
              <a:gd name="T69" fmla="*/ 69850 h 38"/>
              <a:gd name="T70" fmla="*/ 101600 w 51"/>
              <a:gd name="T71" fmla="*/ 44450 h 38"/>
              <a:gd name="T72" fmla="*/ 60325 w 51"/>
              <a:gd name="T73" fmla="*/ 12700 h 38"/>
              <a:gd name="T74" fmla="*/ 44450 w 51"/>
              <a:gd name="T75" fmla="*/ 12700 h 38"/>
              <a:gd name="T76" fmla="*/ 28575 w 51"/>
              <a:gd name="T77" fmla="*/ 53975 h 38"/>
              <a:gd name="T78" fmla="*/ 41275 w 51"/>
              <a:gd name="T79" fmla="*/ 44450 h 38"/>
              <a:gd name="T80" fmla="*/ 47625 w 51"/>
              <a:gd name="T81" fmla="*/ 107950 h 38"/>
              <a:gd name="T82" fmla="*/ 114300 w 51"/>
              <a:gd name="T83" fmla="*/ 50800 h 38"/>
              <a:gd name="T84" fmla="*/ 117475 w 51"/>
              <a:gd name="T85" fmla="*/ 47625 h 38"/>
              <a:gd name="T86" fmla="*/ 130175 w 51"/>
              <a:gd name="T87" fmla="*/ 53975 h 38"/>
              <a:gd name="T88" fmla="*/ 117475 w 51"/>
              <a:gd name="T89" fmla="*/ 12700 h 38"/>
              <a:gd name="T90" fmla="*/ 95250 w 51"/>
              <a:gd name="T91" fmla="*/ 19050 h 38"/>
              <a:gd name="T92" fmla="*/ 66675 w 51"/>
              <a:gd name="T93" fmla="*/ 19050 h 38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1" h="38">
                <a:moveTo>
                  <a:pt x="13" y="0"/>
                </a:move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2" y="0"/>
                  <a:pt x="22" y="1"/>
                </a:cubicBezTo>
                <a:cubicBezTo>
                  <a:pt x="22" y="2"/>
                  <a:pt x="23" y="3"/>
                  <a:pt x="23" y="3"/>
                </a:cubicBezTo>
                <a:cubicBezTo>
                  <a:pt x="24" y="3"/>
                  <a:pt x="25" y="4"/>
                  <a:pt x="25" y="4"/>
                </a:cubicBezTo>
                <a:cubicBezTo>
                  <a:pt x="26" y="4"/>
                  <a:pt x="27" y="3"/>
                  <a:pt x="27" y="3"/>
                </a:cubicBezTo>
                <a:cubicBezTo>
                  <a:pt x="28" y="3"/>
                  <a:pt x="28" y="2"/>
                  <a:pt x="29" y="1"/>
                </a:cubicBezTo>
                <a:cubicBezTo>
                  <a:pt x="29" y="0"/>
                  <a:pt x="30" y="0"/>
                  <a:pt x="31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50" y="11"/>
                  <a:pt x="50" y="11"/>
                  <a:pt x="50" y="11"/>
                </a:cubicBezTo>
                <a:cubicBezTo>
                  <a:pt x="51" y="12"/>
                  <a:pt x="51" y="13"/>
                  <a:pt x="50" y="14"/>
                </a:cubicBezTo>
                <a:cubicBezTo>
                  <a:pt x="50" y="14"/>
                  <a:pt x="50" y="14"/>
                  <a:pt x="50" y="14"/>
                </a:cubicBezTo>
                <a:cubicBezTo>
                  <a:pt x="43" y="21"/>
                  <a:pt x="43" y="21"/>
                  <a:pt x="43" y="21"/>
                </a:cubicBezTo>
                <a:cubicBezTo>
                  <a:pt x="42" y="22"/>
                  <a:pt x="41" y="22"/>
                  <a:pt x="40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7"/>
                  <a:pt x="39" y="38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12" y="38"/>
                  <a:pt x="11" y="37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0" y="22"/>
                  <a:pt x="9" y="22"/>
                  <a:pt x="8" y="21"/>
                </a:cubicBezTo>
                <a:cubicBezTo>
                  <a:pt x="1" y="14"/>
                  <a:pt x="1" y="14"/>
                  <a:pt x="1" y="14"/>
                </a:cubicBezTo>
                <a:cubicBezTo>
                  <a:pt x="0" y="13"/>
                  <a:pt x="0" y="12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3" y="0"/>
                </a:cubicBezTo>
                <a:close/>
                <a:moveTo>
                  <a:pt x="18" y="24"/>
                </a:moveTo>
                <a:cubicBezTo>
                  <a:pt x="18" y="24"/>
                  <a:pt x="18" y="24"/>
                  <a:pt x="18" y="24"/>
                </a:cubicBezTo>
                <a:cubicBezTo>
                  <a:pt x="18" y="24"/>
                  <a:pt x="17" y="24"/>
                  <a:pt x="17" y="24"/>
                </a:cubicBezTo>
                <a:cubicBezTo>
                  <a:pt x="16" y="24"/>
                  <a:pt x="16" y="23"/>
                  <a:pt x="16" y="23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2"/>
                  <a:pt x="20" y="12"/>
                  <a:pt x="21" y="12"/>
                </a:cubicBezTo>
                <a:cubicBezTo>
                  <a:pt x="21" y="12"/>
                  <a:pt x="22" y="13"/>
                  <a:pt x="22" y="13"/>
                </a:cubicBezTo>
                <a:cubicBezTo>
                  <a:pt x="25" y="23"/>
                  <a:pt x="25" y="23"/>
                  <a:pt x="25" y="23"/>
                </a:cubicBezTo>
                <a:cubicBezTo>
                  <a:pt x="26" y="23"/>
                  <a:pt x="25" y="24"/>
                  <a:pt x="25" y="24"/>
                </a:cubicBezTo>
                <a:cubicBezTo>
                  <a:pt x="24" y="24"/>
                  <a:pt x="23" y="24"/>
                  <a:pt x="23" y="24"/>
                </a:cubicBezTo>
                <a:cubicBezTo>
                  <a:pt x="22" y="22"/>
                  <a:pt x="22" y="22"/>
                  <a:pt x="22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8" y="24"/>
                  <a:pt x="18" y="24"/>
                  <a:pt x="18" y="24"/>
                </a:cubicBezTo>
                <a:close/>
                <a:moveTo>
                  <a:pt x="21" y="17"/>
                </a:moveTo>
                <a:cubicBezTo>
                  <a:pt x="21" y="17"/>
                  <a:pt x="21" y="17"/>
                  <a:pt x="21" y="17"/>
                </a:cubicBezTo>
                <a:cubicBezTo>
                  <a:pt x="20" y="19"/>
                  <a:pt x="20" y="19"/>
                  <a:pt x="20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17"/>
                  <a:pt x="21" y="17"/>
                  <a:pt x="21" y="17"/>
                </a:cubicBezTo>
                <a:close/>
                <a:moveTo>
                  <a:pt x="27" y="12"/>
                </a:moveTo>
                <a:cubicBezTo>
                  <a:pt x="27" y="12"/>
                  <a:pt x="27" y="12"/>
                  <a:pt x="27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3" y="12"/>
                  <a:pt x="34" y="12"/>
                  <a:pt x="34" y="13"/>
                </a:cubicBezTo>
                <a:cubicBezTo>
                  <a:pt x="34" y="13"/>
                  <a:pt x="35" y="14"/>
                  <a:pt x="35" y="15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22"/>
                  <a:pt x="34" y="23"/>
                  <a:pt x="34" y="24"/>
                </a:cubicBezTo>
                <a:cubicBezTo>
                  <a:pt x="34" y="24"/>
                  <a:pt x="33" y="24"/>
                  <a:pt x="32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7" y="24"/>
                  <a:pt x="26" y="24"/>
                  <a:pt x="26" y="23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7" y="12"/>
                  <a:pt x="27" y="12"/>
                </a:cubicBezTo>
                <a:close/>
                <a:moveTo>
                  <a:pt x="32" y="14"/>
                </a:moveTo>
                <a:cubicBezTo>
                  <a:pt x="32" y="14"/>
                  <a:pt x="32" y="14"/>
                  <a:pt x="32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22"/>
                  <a:pt x="29" y="22"/>
                  <a:pt x="29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5"/>
                  <a:pt x="32" y="14"/>
                  <a:pt x="32" y="14"/>
                </a:cubicBezTo>
                <a:cubicBezTo>
                  <a:pt x="32" y="14"/>
                  <a:pt x="32" y="14"/>
                  <a:pt x="32" y="14"/>
                </a:cubicBezTo>
                <a:close/>
                <a:moveTo>
                  <a:pt x="19" y="4"/>
                </a:moveTo>
                <a:cubicBezTo>
                  <a:pt x="19" y="4"/>
                  <a:pt x="19" y="4"/>
                  <a:pt x="19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5" y="12"/>
                  <a:pt x="5" y="12"/>
                  <a:pt x="5" y="12"/>
                </a:cubicBezTo>
                <a:cubicBezTo>
                  <a:pt x="9" y="17"/>
                  <a:pt x="9" y="17"/>
                  <a:pt x="9" y="17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4"/>
                  <a:pt x="12" y="14"/>
                  <a:pt x="13" y="14"/>
                </a:cubicBezTo>
                <a:cubicBezTo>
                  <a:pt x="14" y="14"/>
                  <a:pt x="15" y="15"/>
                  <a:pt x="15" y="16"/>
                </a:cubicBezTo>
                <a:cubicBezTo>
                  <a:pt x="15" y="34"/>
                  <a:pt x="15" y="34"/>
                  <a:pt x="15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16"/>
                  <a:pt x="36" y="15"/>
                  <a:pt x="37" y="15"/>
                </a:cubicBezTo>
                <a:cubicBezTo>
                  <a:pt x="37" y="14"/>
                  <a:pt x="39" y="14"/>
                  <a:pt x="39" y="15"/>
                </a:cubicBezTo>
                <a:cubicBezTo>
                  <a:pt x="41" y="17"/>
                  <a:pt x="41" y="17"/>
                  <a:pt x="41" y="17"/>
                </a:cubicBezTo>
                <a:cubicBezTo>
                  <a:pt x="46" y="12"/>
                  <a:pt x="46" y="12"/>
                  <a:pt x="46" y="12"/>
                </a:cubicBezTo>
                <a:cubicBezTo>
                  <a:pt x="37" y="4"/>
                  <a:pt x="37" y="4"/>
                  <a:pt x="37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31" y="5"/>
                  <a:pt x="31" y="5"/>
                  <a:pt x="30" y="6"/>
                </a:cubicBezTo>
                <a:cubicBezTo>
                  <a:pt x="29" y="7"/>
                  <a:pt x="27" y="8"/>
                  <a:pt x="25" y="8"/>
                </a:cubicBezTo>
                <a:cubicBezTo>
                  <a:pt x="24" y="8"/>
                  <a:pt x="22" y="7"/>
                  <a:pt x="21" y="6"/>
                </a:cubicBezTo>
                <a:cubicBezTo>
                  <a:pt x="20" y="5"/>
                  <a:pt x="19" y="5"/>
                  <a:pt x="19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40" name="Freeform 174">
            <a:extLst>
              <a:ext uri="{FF2B5EF4-FFF2-40B4-BE49-F238E27FC236}">
                <a16:creationId xmlns:a16="http://schemas.microsoft.com/office/drawing/2014/main" id="{AB84E8B5-8E3E-CBA9-49CF-B5A8AAD2DEF9}"/>
              </a:ext>
            </a:extLst>
          </p:cNvPr>
          <p:cNvSpPr>
            <a:spLocks noEditPoints="1"/>
          </p:cNvSpPr>
          <p:nvPr/>
        </p:nvSpPr>
        <p:spPr bwMode="auto">
          <a:xfrm>
            <a:off x="3936401" y="4803165"/>
            <a:ext cx="139700" cy="211667"/>
          </a:xfrm>
          <a:custGeom>
            <a:avLst/>
            <a:gdLst>
              <a:gd name="T0" fmla="*/ 25400 w 33"/>
              <a:gd name="T1" fmla="*/ 38100 h 50"/>
              <a:gd name="T2" fmla="*/ 53975 w 33"/>
              <a:gd name="T3" fmla="*/ 38100 h 50"/>
              <a:gd name="T4" fmla="*/ 60325 w 33"/>
              <a:gd name="T5" fmla="*/ 19050 h 50"/>
              <a:gd name="T6" fmla="*/ 60325 w 33"/>
              <a:gd name="T7" fmla="*/ 12700 h 50"/>
              <a:gd name="T8" fmla="*/ 19050 w 33"/>
              <a:gd name="T9" fmla="*/ 12700 h 50"/>
              <a:gd name="T10" fmla="*/ 15875 w 33"/>
              <a:gd name="T11" fmla="*/ 19050 h 50"/>
              <a:gd name="T12" fmla="*/ 25400 w 33"/>
              <a:gd name="T13" fmla="*/ 38100 h 50"/>
              <a:gd name="T14" fmla="*/ 66675 w 33"/>
              <a:gd name="T15" fmla="*/ 47625 h 50"/>
              <a:gd name="T16" fmla="*/ 66675 w 33"/>
              <a:gd name="T17" fmla="*/ 47625 h 50"/>
              <a:gd name="T18" fmla="*/ 101600 w 33"/>
              <a:gd name="T19" fmla="*/ 82550 h 50"/>
              <a:gd name="T20" fmla="*/ 101600 w 33"/>
              <a:gd name="T21" fmla="*/ 88900 h 50"/>
              <a:gd name="T22" fmla="*/ 88900 w 33"/>
              <a:gd name="T23" fmla="*/ 101600 h 50"/>
              <a:gd name="T24" fmla="*/ 82550 w 33"/>
              <a:gd name="T25" fmla="*/ 101600 h 50"/>
              <a:gd name="T26" fmla="*/ 82550 w 33"/>
              <a:gd name="T27" fmla="*/ 101600 h 50"/>
              <a:gd name="T28" fmla="*/ 73025 w 33"/>
              <a:gd name="T29" fmla="*/ 92075 h 50"/>
              <a:gd name="T30" fmla="*/ 79375 w 33"/>
              <a:gd name="T31" fmla="*/ 117475 h 50"/>
              <a:gd name="T32" fmla="*/ 76200 w 33"/>
              <a:gd name="T33" fmla="*/ 123825 h 50"/>
              <a:gd name="T34" fmla="*/ 44450 w 33"/>
              <a:gd name="T35" fmla="*/ 155575 h 50"/>
              <a:gd name="T36" fmla="*/ 34925 w 33"/>
              <a:gd name="T37" fmla="*/ 155575 h 50"/>
              <a:gd name="T38" fmla="*/ 34925 w 33"/>
              <a:gd name="T39" fmla="*/ 155575 h 50"/>
              <a:gd name="T40" fmla="*/ 3175 w 33"/>
              <a:gd name="T41" fmla="*/ 123825 h 50"/>
              <a:gd name="T42" fmla="*/ 0 w 33"/>
              <a:gd name="T43" fmla="*/ 117475 h 50"/>
              <a:gd name="T44" fmla="*/ 12700 w 33"/>
              <a:gd name="T45" fmla="*/ 41275 h 50"/>
              <a:gd name="T46" fmla="*/ 6350 w 33"/>
              <a:gd name="T47" fmla="*/ 22225 h 50"/>
              <a:gd name="T48" fmla="*/ 6350 w 33"/>
              <a:gd name="T49" fmla="*/ 15875 h 50"/>
              <a:gd name="T50" fmla="*/ 6350 w 33"/>
              <a:gd name="T51" fmla="*/ 15875 h 50"/>
              <a:gd name="T52" fmla="*/ 9525 w 33"/>
              <a:gd name="T53" fmla="*/ 3175 h 50"/>
              <a:gd name="T54" fmla="*/ 15875 w 33"/>
              <a:gd name="T55" fmla="*/ 0 h 50"/>
              <a:gd name="T56" fmla="*/ 15875 w 33"/>
              <a:gd name="T57" fmla="*/ 0 h 50"/>
              <a:gd name="T58" fmla="*/ 63500 w 33"/>
              <a:gd name="T59" fmla="*/ 0 h 50"/>
              <a:gd name="T60" fmla="*/ 69850 w 33"/>
              <a:gd name="T61" fmla="*/ 3175 h 50"/>
              <a:gd name="T62" fmla="*/ 73025 w 33"/>
              <a:gd name="T63" fmla="*/ 15875 h 50"/>
              <a:gd name="T64" fmla="*/ 73025 w 33"/>
              <a:gd name="T65" fmla="*/ 22225 h 50"/>
              <a:gd name="T66" fmla="*/ 63500 w 33"/>
              <a:gd name="T67" fmla="*/ 41275 h 50"/>
              <a:gd name="T68" fmla="*/ 66675 w 33"/>
              <a:gd name="T69" fmla="*/ 47625 h 50"/>
              <a:gd name="T70" fmla="*/ 53975 w 33"/>
              <a:gd name="T71" fmla="*/ 44450 h 50"/>
              <a:gd name="T72" fmla="*/ 53975 w 33"/>
              <a:gd name="T73" fmla="*/ 44450 h 50"/>
              <a:gd name="T74" fmla="*/ 25400 w 33"/>
              <a:gd name="T75" fmla="*/ 44450 h 50"/>
              <a:gd name="T76" fmla="*/ 12700 w 33"/>
              <a:gd name="T77" fmla="*/ 117475 h 50"/>
              <a:gd name="T78" fmla="*/ 38100 w 33"/>
              <a:gd name="T79" fmla="*/ 142875 h 50"/>
              <a:gd name="T80" fmla="*/ 66675 w 33"/>
              <a:gd name="T81" fmla="*/ 117475 h 50"/>
              <a:gd name="T82" fmla="*/ 53975 w 33"/>
              <a:gd name="T83" fmla="*/ 44450 h 50"/>
              <a:gd name="T84" fmla="*/ 66675 w 33"/>
              <a:gd name="T85" fmla="*/ 60325 h 50"/>
              <a:gd name="T86" fmla="*/ 66675 w 33"/>
              <a:gd name="T87" fmla="*/ 60325 h 50"/>
              <a:gd name="T88" fmla="*/ 69850 w 33"/>
              <a:gd name="T89" fmla="*/ 79375 h 50"/>
              <a:gd name="T90" fmla="*/ 85725 w 33"/>
              <a:gd name="T91" fmla="*/ 95250 h 50"/>
              <a:gd name="T92" fmla="*/ 95250 w 33"/>
              <a:gd name="T93" fmla="*/ 85725 h 50"/>
              <a:gd name="T94" fmla="*/ 66675 w 33"/>
              <a:gd name="T95" fmla="*/ 60325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33" h="50">
                <a:moveTo>
                  <a:pt x="8" y="12"/>
                </a:moveTo>
                <a:cubicBezTo>
                  <a:pt x="17" y="12"/>
                  <a:pt x="17" y="12"/>
                  <a:pt x="17" y="12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4"/>
                  <a:pt x="19" y="4"/>
                  <a:pt x="19" y="4"/>
                </a:cubicBezTo>
                <a:cubicBezTo>
                  <a:pt x="6" y="4"/>
                  <a:pt x="6" y="4"/>
                  <a:pt x="6" y="4"/>
                </a:cubicBezTo>
                <a:cubicBezTo>
                  <a:pt x="5" y="6"/>
                  <a:pt x="5" y="6"/>
                  <a:pt x="5" y="6"/>
                </a:cubicBezTo>
                <a:cubicBezTo>
                  <a:pt x="8" y="12"/>
                  <a:pt x="8" y="12"/>
                  <a:pt x="8" y="12"/>
                </a:cubicBezTo>
                <a:close/>
                <a:moveTo>
                  <a:pt x="21" y="15"/>
                </a:moveTo>
                <a:cubicBezTo>
                  <a:pt x="21" y="15"/>
                  <a:pt x="21" y="15"/>
                  <a:pt x="21" y="15"/>
                </a:cubicBezTo>
                <a:cubicBezTo>
                  <a:pt x="32" y="26"/>
                  <a:pt x="32" y="26"/>
                  <a:pt x="32" y="26"/>
                </a:cubicBezTo>
                <a:cubicBezTo>
                  <a:pt x="33" y="27"/>
                  <a:pt x="33" y="27"/>
                  <a:pt x="32" y="28"/>
                </a:cubicBezTo>
                <a:cubicBezTo>
                  <a:pt x="28" y="32"/>
                  <a:pt x="28" y="32"/>
                  <a:pt x="28" y="32"/>
                </a:cubicBezTo>
                <a:cubicBezTo>
                  <a:pt x="27" y="33"/>
                  <a:pt x="26" y="33"/>
                  <a:pt x="26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3" y="29"/>
                  <a:pt x="23" y="29"/>
                  <a:pt x="23" y="29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8"/>
                  <a:pt x="24" y="39"/>
                  <a:pt x="24" y="39"/>
                </a:cubicBezTo>
                <a:cubicBezTo>
                  <a:pt x="14" y="49"/>
                  <a:pt x="14" y="49"/>
                  <a:pt x="14" y="49"/>
                </a:cubicBezTo>
                <a:cubicBezTo>
                  <a:pt x="13" y="50"/>
                  <a:pt x="12" y="50"/>
                  <a:pt x="11" y="49"/>
                </a:cubicBezTo>
                <a:cubicBezTo>
                  <a:pt x="11" y="49"/>
                  <a:pt x="11" y="49"/>
                  <a:pt x="11" y="49"/>
                </a:cubicBezTo>
                <a:cubicBezTo>
                  <a:pt x="1" y="39"/>
                  <a:pt x="1" y="39"/>
                  <a:pt x="1" y="39"/>
                </a:cubicBezTo>
                <a:cubicBezTo>
                  <a:pt x="0" y="39"/>
                  <a:pt x="0" y="38"/>
                  <a:pt x="0" y="37"/>
                </a:cubicBezTo>
                <a:cubicBezTo>
                  <a:pt x="4" y="13"/>
                  <a:pt x="4" y="13"/>
                  <a:pt x="4" y="13"/>
                </a:cubicBezTo>
                <a:cubicBezTo>
                  <a:pt x="2" y="7"/>
                  <a:pt x="2" y="7"/>
                  <a:pt x="2" y="7"/>
                </a:cubicBezTo>
                <a:cubicBezTo>
                  <a:pt x="1" y="6"/>
                  <a:pt x="1" y="6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3" y="1"/>
                  <a:pt x="3" y="1"/>
                  <a:pt x="3" y="1"/>
                </a:cubicBezTo>
                <a:cubicBezTo>
                  <a:pt x="3" y="0"/>
                  <a:pt x="4" y="0"/>
                  <a:pt x="5" y="0"/>
                </a:cubicBezTo>
                <a:cubicBezTo>
                  <a:pt x="5" y="0"/>
                  <a:pt x="5" y="0"/>
                  <a:pt x="5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1" y="0"/>
                  <a:pt x="22" y="1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6"/>
                  <a:pt x="23" y="6"/>
                  <a:pt x="23" y="7"/>
                </a:cubicBezTo>
                <a:cubicBezTo>
                  <a:pt x="20" y="13"/>
                  <a:pt x="20" y="13"/>
                  <a:pt x="20" y="13"/>
                </a:cubicBezTo>
                <a:cubicBezTo>
                  <a:pt x="21" y="15"/>
                  <a:pt x="21" y="15"/>
                  <a:pt x="21" y="15"/>
                </a:cubicBezTo>
                <a:close/>
                <a:moveTo>
                  <a:pt x="17" y="14"/>
                </a:moveTo>
                <a:cubicBezTo>
                  <a:pt x="17" y="14"/>
                  <a:pt x="17" y="14"/>
                  <a:pt x="17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4" y="37"/>
                  <a:pt x="4" y="37"/>
                  <a:pt x="4" y="37"/>
                </a:cubicBezTo>
                <a:cubicBezTo>
                  <a:pt x="12" y="45"/>
                  <a:pt x="12" y="45"/>
                  <a:pt x="12" y="45"/>
                </a:cubicBezTo>
                <a:cubicBezTo>
                  <a:pt x="21" y="37"/>
                  <a:pt x="21" y="37"/>
                  <a:pt x="21" y="37"/>
                </a:cubicBezTo>
                <a:cubicBezTo>
                  <a:pt x="17" y="14"/>
                  <a:pt x="17" y="14"/>
                  <a:pt x="17" y="14"/>
                </a:cubicBezTo>
                <a:close/>
                <a:moveTo>
                  <a:pt x="21" y="19"/>
                </a:moveTo>
                <a:cubicBezTo>
                  <a:pt x="21" y="19"/>
                  <a:pt x="21" y="19"/>
                  <a:pt x="21" y="19"/>
                </a:cubicBezTo>
                <a:cubicBezTo>
                  <a:pt x="22" y="25"/>
                  <a:pt x="22" y="25"/>
                  <a:pt x="22" y="25"/>
                </a:cubicBezTo>
                <a:cubicBezTo>
                  <a:pt x="27" y="30"/>
                  <a:pt x="27" y="30"/>
                  <a:pt x="27" y="30"/>
                </a:cubicBezTo>
                <a:cubicBezTo>
                  <a:pt x="30" y="27"/>
                  <a:pt x="30" y="27"/>
                  <a:pt x="30" y="27"/>
                </a:cubicBezTo>
                <a:cubicBezTo>
                  <a:pt x="21" y="19"/>
                  <a:pt x="21" y="19"/>
                  <a:pt x="21" y="1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41" name="Freeform 175">
            <a:extLst>
              <a:ext uri="{FF2B5EF4-FFF2-40B4-BE49-F238E27FC236}">
                <a16:creationId xmlns:a16="http://schemas.microsoft.com/office/drawing/2014/main" id="{1904FA51-9230-2693-65CB-8AC4322BDD0A}"/>
              </a:ext>
            </a:extLst>
          </p:cNvPr>
          <p:cNvSpPr>
            <a:spLocks noEditPoints="1"/>
          </p:cNvSpPr>
          <p:nvPr/>
        </p:nvSpPr>
        <p:spPr bwMode="auto">
          <a:xfrm>
            <a:off x="1301152" y="4320566"/>
            <a:ext cx="232833" cy="232833"/>
          </a:xfrm>
          <a:custGeom>
            <a:avLst/>
            <a:gdLst>
              <a:gd name="T0" fmla="*/ 104775 w 55"/>
              <a:gd name="T1" fmla="*/ 73025 h 55"/>
              <a:gd name="T2" fmla="*/ 98425 w 55"/>
              <a:gd name="T3" fmla="*/ 66675 h 55"/>
              <a:gd name="T4" fmla="*/ 92075 w 55"/>
              <a:gd name="T5" fmla="*/ 63500 h 55"/>
              <a:gd name="T6" fmla="*/ 95250 w 55"/>
              <a:gd name="T7" fmla="*/ 85725 h 55"/>
              <a:gd name="T8" fmla="*/ 104775 w 55"/>
              <a:gd name="T9" fmla="*/ 88900 h 55"/>
              <a:gd name="T10" fmla="*/ 107950 w 55"/>
              <a:gd name="T11" fmla="*/ 98425 h 55"/>
              <a:gd name="T12" fmla="*/ 107950 w 55"/>
              <a:gd name="T13" fmla="*/ 107950 h 55"/>
              <a:gd name="T14" fmla="*/ 95250 w 55"/>
              <a:gd name="T15" fmla="*/ 117475 h 55"/>
              <a:gd name="T16" fmla="*/ 92075 w 55"/>
              <a:gd name="T17" fmla="*/ 120650 h 55"/>
              <a:gd name="T18" fmla="*/ 82550 w 55"/>
              <a:gd name="T19" fmla="*/ 120650 h 55"/>
              <a:gd name="T20" fmla="*/ 79375 w 55"/>
              <a:gd name="T21" fmla="*/ 117475 h 55"/>
              <a:gd name="T22" fmla="*/ 66675 w 55"/>
              <a:gd name="T23" fmla="*/ 107950 h 55"/>
              <a:gd name="T24" fmla="*/ 73025 w 55"/>
              <a:gd name="T25" fmla="*/ 107950 h 55"/>
              <a:gd name="T26" fmla="*/ 79375 w 55"/>
              <a:gd name="T27" fmla="*/ 111125 h 55"/>
              <a:gd name="T28" fmla="*/ 82550 w 55"/>
              <a:gd name="T29" fmla="*/ 92075 h 55"/>
              <a:gd name="T30" fmla="*/ 76200 w 55"/>
              <a:gd name="T31" fmla="*/ 92075 h 55"/>
              <a:gd name="T32" fmla="*/ 66675 w 55"/>
              <a:gd name="T33" fmla="*/ 79375 h 55"/>
              <a:gd name="T34" fmla="*/ 66675 w 55"/>
              <a:gd name="T35" fmla="*/ 76200 h 55"/>
              <a:gd name="T36" fmla="*/ 66675 w 55"/>
              <a:gd name="T37" fmla="*/ 73025 h 55"/>
              <a:gd name="T38" fmla="*/ 69850 w 55"/>
              <a:gd name="T39" fmla="*/ 60325 h 55"/>
              <a:gd name="T40" fmla="*/ 82550 w 55"/>
              <a:gd name="T41" fmla="*/ 57150 h 55"/>
              <a:gd name="T42" fmla="*/ 85725 w 55"/>
              <a:gd name="T43" fmla="*/ 50800 h 55"/>
              <a:gd name="T44" fmla="*/ 92075 w 55"/>
              <a:gd name="T45" fmla="*/ 57150 h 55"/>
              <a:gd name="T46" fmla="*/ 104775 w 55"/>
              <a:gd name="T47" fmla="*/ 60325 h 55"/>
              <a:gd name="T48" fmla="*/ 85725 w 55"/>
              <a:gd name="T49" fmla="*/ 25400 h 55"/>
              <a:gd name="T50" fmla="*/ 133350 w 55"/>
              <a:gd name="T51" fmla="*/ 44450 h 55"/>
              <a:gd name="T52" fmla="*/ 133350 w 55"/>
              <a:gd name="T53" fmla="*/ 133350 h 55"/>
              <a:gd name="T54" fmla="*/ 41275 w 55"/>
              <a:gd name="T55" fmla="*/ 133350 h 55"/>
              <a:gd name="T56" fmla="*/ 41275 w 55"/>
              <a:gd name="T57" fmla="*/ 44450 h 55"/>
              <a:gd name="T58" fmla="*/ 85725 w 55"/>
              <a:gd name="T59" fmla="*/ 0 h 55"/>
              <a:gd name="T60" fmla="*/ 149225 w 55"/>
              <a:gd name="T61" fmla="*/ 25400 h 55"/>
              <a:gd name="T62" fmla="*/ 149225 w 55"/>
              <a:gd name="T63" fmla="*/ 25400 h 55"/>
              <a:gd name="T64" fmla="*/ 149225 w 55"/>
              <a:gd name="T65" fmla="*/ 149225 h 55"/>
              <a:gd name="T66" fmla="*/ 149225 w 55"/>
              <a:gd name="T67" fmla="*/ 149225 h 55"/>
              <a:gd name="T68" fmla="*/ 25400 w 55"/>
              <a:gd name="T69" fmla="*/ 149225 h 55"/>
              <a:gd name="T70" fmla="*/ 25400 w 55"/>
              <a:gd name="T71" fmla="*/ 149225 h 55"/>
              <a:gd name="T72" fmla="*/ 25400 w 55"/>
              <a:gd name="T73" fmla="*/ 25400 h 55"/>
              <a:gd name="T74" fmla="*/ 25400 w 55"/>
              <a:gd name="T75" fmla="*/ 25400 h 55"/>
              <a:gd name="T76" fmla="*/ 139700 w 55"/>
              <a:gd name="T77" fmla="*/ 34925 h 55"/>
              <a:gd name="T78" fmla="*/ 85725 w 55"/>
              <a:gd name="T79" fmla="*/ 12700 h 55"/>
              <a:gd name="T80" fmla="*/ 12700 w 55"/>
              <a:gd name="T81" fmla="*/ 88900 h 55"/>
              <a:gd name="T82" fmla="*/ 85725 w 55"/>
              <a:gd name="T83" fmla="*/ 161925 h 55"/>
              <a:gd name="T84" fmla="*/ 161925 w 55"/>
              <a:gd name="T85" fmla="*/ 88900 h 55"/>
              <a:gd name="T86" fmla="*/ 127000 w 55"/>
              <a:gd name="T87" fmla="*/ 47625 h 55"/>
              <a:gd name="T88" fmla="*/ 85725 w 55"/>
              <a:gd name="T89" fmla="*/ 31750 h 55"/>
              <a:gd name="T90" fmla="*/ 31750 w 55"/>
              <a:gd name="T91" fmla="*/ 88900 h 55"/>
              <a:gd name="T92" fmla="*/ 85725 w 55"/>
              <a:gd name="T93" fmla="*/ 142875 h 55"/>
              <a:gd name="T94" fmla="*/ 142875 w 55"/>
              <a:gd name="T95" fmla="*/ 88900 h 55"/>
              <a:gd name="T96" fmla="*/ 82550 w 55"/>
              <a:gd name="T97" fmla="*/ 63500 h 55"/>
              <a:gd name="T98" fmla="*/ 79375 w 55"/>
              <a:gd name="T99" fmla="*/ 63500 h 55"/>
              <a:gd name="T100" fmla="*/ 73025 w 55"/>
              <a:gd name="T101" fmla="*/ 69850 h 55"/>
              <a:gd name="T102" fmla="*/ 73025 w 55"/>
              <a:gd name="T103" fmla="*/ 73025 h 55"/>
              <a:gd name="T104" fmla="*/ 73025 w 55"/>
              <a:gd name="T105" fmla="*/ 76200 h 55"/>
              <a:gd name="T106" fmla="*/ 76200 w 55"/>
              <a:gd name="T107" fmla="*/ 82550 h 55"/>
              <a:gd name="T108" fmla="*/ 82550 w 55"/>
              <a:gd name="T109" fmla="*/ 85725 h 55"/>
              <a:gd name="T110" fmla="*/ 92075 w 55"/>
              <a:gd name="T111" fmla="*/ 111125 h 55"/>
              <a:gd name="T112" fmla="*/ 95250 w 55"/>
              <a:gd name="T113" fmla="*/ 111125 h 55"/>
              <a:gd name="T114" fmla="*/ 98425 w 55"/>
              <a:gd name="T115" fmla="*/ 107950 h 55"/>
              <a:gd name="T116" fmla="*/ 98425 w 55"/>
              <a:gd name="T117" fmla="*/ 104775 h 55"/>
              <a:gd name="T118" fmla="*/ 98425 w 55"/>
              <a:gd name="T119" fmla="*/ 92075 h 55"/>
              <a:gd name="T120" fmla="*/ 92075 w 55"/>
              <a:gd name="T121" fmla="*/ 92075 h 5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5" h="55">
                <a:moveTo>
                  <a:pt x="34" y="22"/>
                </a:moveTo>
                <a:cubicBezTo>
                  <a:pt x="34" y="22"/>
                  <a:pt x="33" y="23"/>
                  <a:pt x="33" y="23"/>
                </a:cubicBezTo>
                <a:cubicBezTo>
                  <a:pt x="32" y="23"/>
                  <a:pt x="31" y="22"/>
                  <a:pt x="31" y="22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0"/>
                  <a:pt x="30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7"/>
                  <a:pt x="29" y="27"/>
                  <a:pt x="29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31" y="27"/>
                  <a:pt x="32" y="27"/>
                  <a:pt x="33" y="28"/>
                </a:cubicBezTo>
                <a:cubicBezTo>
                  <a:pt x="33" y="28"/>
                  <a:pt x="34" y="29"/>
                  <a:pt x="34" y="30"/>
                </a:cubicBezTo>
                <a:cubicBezTo>
                  <a:pt x="34" y="31"/>
                  <a:pt x="34" y="31"/>
                  <a:pt x="34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5"/>
                  <a:pt x="33" y="36"/>
                  <a:pt x="33" y="36"/>
                </a:cubicBezTo>
                <a:cubicBezTo>
                  <a:pt x="32" y="37"/>
                  <a:pt x="31" y="37"/>
                  <a:pt x="30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9"/>
                  <a:pt x="28" y="40"/>
                  <a:pt x="27" y="40"/>
                </a:cubicBezTo>
                <a:cubicBezTo>
                  <a:pt x="27" y="40"/>
                  <a:pt x="26" y="39"/>
                  <a:pt x="26" y="38"/>
                </a:cubicBezTo>
                <a:cubicBezTo>
                  <a:pt x="26" y="37"/>
                  <a:pt x="26" y="37"/>
                  <a:pt x="26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4" y="37"/>
                  <a:pt x="23" y="37"/>
                  <a:pt x="22" y="36"/>
                </a:cubicBezTo>
                <a:cubicBezTo>
                  <a:pt x="21" y="36"/>
                  <a:pt x="21" y="35"/>
                  <a:pt x="21" y="34"/>
                </a:cubicBezTo>
                <a:cubicBezTo>
                  <a:pt x="21" y="33"/>
                  <a:pt x="21" y="33"/>
                  <a:pt x="22" y="33"/>
                </a:cubicBezTo>
                <a:cubicBezTo>
                  <a:pt x="23" y="33"/>
                  <a:pt x="23" y="33"/>
                  <a:pt x="23" y="34"/>
                </a:cubicBezTo>
                <a:cubicBezTo>
                  <a:pt x="23" y="34"/>
                  <a:pt x="23" y="35"/>
                  <a:pt x="24" y="35"/>
                </a:cubicBezTo>
                <a:cubicBezTo>
                  <a:pt x="24" y="35"/>
                  <a:pt x="24" y="35"/>
                  <a:pt x="25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29"/>
                  <a:pt x="26" y="29"/>
                  <a:pt x="26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3" y="29"/>
                  <a:pt x="23" y="29"/>
                  <a:pt x="22" y="28"/>
                </a:cubicBezTo>
                <a:cubicBezTo>
                  <a:pt x="21" y="27"/>
                  <a:pt x="21" y="26"/>
                  <a:pt x="21" y="25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2"/>
                  <a:pt x="21" y="22"/>
                  <a:pt x="21" y="22"/>
                </a:cubicBezTo>
                <a:cubicBezTo>
                  <a:pt x="21" y="21"/>
                  <a:pt x="21" y="20"/>
                  <a:pt x="22" y="19"/>
                </a:cubicBezTo>
                <a:cubicBezTo>
                  <a:pt x="23" y="19"/>
                  <a:pt x="24" y="18"/>
                  <a:pt x="25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7"/>
                  <a:pt x="27" y="16"/>
                  <a:pt x="27" y="16"/>
                </a:cubicBezTo>
                <a:cubicBezTo>
                  <a:pt x="28" y="16"/>
                  <a:pt x="29" y="17"/>
                  <a:pt x="29" y="17"/>
                </a:cubicBezTo>
                <a:cubicBezTo>
                  <a:pt x="29" y="18"/>
                  <a:pt x="29" y="18"/>
                  <a:pt x="29" y="18"/>
                </a:cubicBezTo>
                <a:cubicBezTo>
                  <a:pt x="30" y="18"/>
                  <a:pt x="30" y="18"/>
                  <a:pt x="30" y="18"/>
                </a:cubicBezTo>
                <a:cubicBezTo>
                  <a:pt x="31" y="18"/>
                  <a:pt x="32" y="19"/>
                  <a:pt x="33" y="19"/>
                </a:cubicBezTo>
                <a:cubicBezTo>
                  <a:pt x="33" y="20"/>
                  <a:pt x="34" y="21"/>
                  <a:pt x="34" y="22"/>
                </a:cubicBezTo>
                <a:close/>
                <a:moveTo>
                  <a:pt x="27" y="8"/>
                </a:moveTo>
                <a:cubicBezTo>
                  <a:pt x="27" y="8"/>
                  <a:pt x="27" y="8"/>
                  <a:pt x="27" y="8"/>
                </a:cubicBezTo>
                <a:cubicBezTo>
                  <a:pt x="33" y="8"/>
                  <a:pt x="38" y="10"/>
                  <a:pt x="42" y="14"/>
                </a:cubicBezTo>
                <a:cubicBezTo>
                  <a:pt x="45" y="17"/>
                  <a:pt x="47" y="22"/>
                  <a:pt x="47" y="28"/>
                </a:cubicBezTo>
                <a:cubicBezTo>
                  <a:pt x="47" y="33"/>
                  <a:pt x="45" y="38"/>
                  <a:pt x="42" y="42"/>
                </a:cubicBezTo>
                <a:cubicBezTo>
                  <a:pt x="38" y="46"/>
                  <a:pt x="33" y="48"/>
                  <a:pt x="27" y="48"/>
                </a:cubicBezTo>
                <a:cubicBezTo>
                  <a:pt x="22" y="48"/>
                  <a:pt x="17" y="46"/>
                  <a:pt x="13" y="42"/>
                </a:cubicBezTo>
                <a:cubicBezTo>
                  <a:pt x="10" y="38"/>
                  <a:pt x="7" y="33"/>
                  <a:pt x="7" y="28"/>
                </a:cubicBezTo>
                <a:cubicBezTo>
                  <a:pt x="7" y="22"/>
                  <a:pt x="10" y="17"/>
                  <a:pt x="13" y="14"/>
                </a:cubicBezTo>
                <a:cubicBezTo>
                  <a:pt x="17" y="10"/>
                  <a:pt x="22" y="8"/>
                  <a:pt x="27" y="8"/>
                </a:cubicBezTo>
                <a:close/>
                <a:moveTo>
                  <a:pt x="27" y="0"/>
                </a:moveTo>
                <a:cubicBezTo>
                  <a:pt x="27" y="0"/>
                  <a:pt x="27" y="0"/>
                  <a:pt x="27" y="0"/>
                </a:cubicBezTo>
                <a:cubicBezTo>
                  <a:pt x="35" y="0"/>
                  <a:pt x="42" y="3"/>
                  <a:pt x="47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52" y="13"/>
                  <a:pt x="55" y="20"/>
                  <a:pt x="55" y="28"/>
                </a:cubicBezTo>
                <a:cubicBezTo>
                  <a:pt x="55" y="35"/>
                  <a:pt x="52" y="42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2" y="52"/>
                  <a:pt x="35" y="55"/>
                  <a:pt x="27" y="55"/>
                </a:cubicBezTo>
                <a:cubicBezTo>
                  <a:pt x="20" y="55"/>
                  <a:pt x="13" y="52"/>
                  <a:pt x="8" y="47"/>
                </a:cubicBezTo>
                <a:cubicBezTo>
                  <a:pt x="8" y="47"/>
                  <a:pt x="8" y="47"/>
                  <a:pt x="8" y="47"/>
                </a:cubicBezTo>
                <a:cubicBezTo>
                  <a:pt x="8" y="47"/>
                  <a:pt x="8" y="47"/>
                  <a:pt x="8" y="47"/>
                </a:cubicBezTo>
                <a:cubicBezTo>
                  <a:pt x="3" y="42"/>
                  <a:pt x="0" y="35"/>
                  <a:pt x="0" y="28"/>
                </a:cubicBezTo>
                <a:cubicBezTo>
                  <a:pt x="0" y="20"/>
                  <a:pt x="3" y="1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13" y="3"/>
                  <a:pt x="20" y="0"/>
                  <a:pt x="27" y="0"/>
                </a:cubicBezTo>
                <a:close/>
                <a:moveTo>
                  <a:pt x="44" y="11"/>
                </a:moveTo>
                <a:cubicBezTo>
                  <a:pt x="44" y="11"/>
                  <a:pt x="44" y="11"/>
                  <a:pt x="44" y="11"/>
                </a:cubicBezTo>
                <a:cubicBezTo>
                  <a:pt x="40" y="7"/>
                  <a:pt x="34" y="4"/>
                  <a:pt x="27" y="4"/>
                </a:cubicBezTo>
                <a:cubicBezTo>
                  <a:pt x="21" y="4"/>
                  <a:pt x="15" y="7"/>
                  <a:pt x="11" y="11"/>
                </a:cubicBezTo>
                <a:cubicBezTo>
                  <a:pt x="6" y="15"/>
                  <a:pt x="4" y="21"/>
                  <a:pt x="4" y="28"/>
                </a:cubicBezTo>
                <a:cubicBezTo>
                  <a:pt x="4" y="34"/>
                  <a:pt x="6" y="40"/>
                  <a:pt x="11" y="44"/>
                </a:cubicBezTo>
                <a:cubicBezTo>
                  <a:pt x="15" y="49"/>
                  <a:pt x="21" y="51"/>
                  <a:pt x="27" y="51"/>
                </a:cubicBezTo>
                <a:cubicBezTo>
                  <a:pt x="34" y="51"/>
                  <a:pt x="40" y="49"/>
                  <a:pt x="44" y="44"/>
                </a:cubicBezTo>
                <a:cubicBezTo>
                  <a:pt x="48" y="40"/>
                  <a:pt x="51" y="34"/>
                  <a:pt x="51" y="28"/>
                </a:cubicBezTo>
                <a:cubicBezTo>
                  <a:pt x="51" y="21"/>
                  <a:pt x="48" y="15"/>
                  <a:pt x="44" y="11"/>
                </a:cubicBezTo>
                <a:close/>
                <a:moveTo>
                  <a:pt x="40" y="15"/>
                </a:moveTo>
                <a:cubicBezTo>
                  <a:pt x="40" y="15"/>
                  <a:pt x="40" y="15"/>
                  <a:pt x="40" y="15"/>
                </a:cubicBezTo>
                <a:cubicBezTo>
                  <a:pt x="37" y="12"/>
                  <a:pt x="32" y="10"/>
                  <a:pt x="27" y="10"/>
                </a:cubicBezTo>
                <a:cubicBezTo>
                  <a:pt x="23" y="10"/>
                  <a:pt x="18" y="12"/>
                  <a:pt x="15" y="15"/>
                </a:cubicBezTo>
                <a:cubicBezTo>
                  <a:pt x="12" y="19"/>
                  <a:pt x="10" y="23"/>
                  <a:pt x="10" y="28"/>
                </a:cubicBezTo>
                <a:cubicBezTo>
                  <a:pt x="10" y="33"/>
                  <a:pt x="12" y="37"/>
                  <a:pt x="15" y="40"/>
                </a:cubicBezTo>
                <a:cubicBezTo>
                  <a:pt x="18" y="43"/>
                  <a:pt x="23" y="45"/>
                  <a:pt x="27" y="45"/>
                </a:cubicBezTo>
                <a:cubicBezTo>
                  <a:pt x="32" y="45"/>
                  <a:pt x="37" y="43"/>
                  <a:pt x="40" y="40"/>
                </a:cubicBezTo>
                <a:cubicBezTo>
                  <a:pt x="43" y="37"/>
                  <a:pt x="45" y="33"/>
                  <a:pt x="45" y="28"/>
                </a:cubicBezTo>
                <a:cubicBezTo>
                  <a:pt x="45" y="23"/>
                  <a:pt x="43" y="19"/>
                  <a:pt x="40" y="15"/>
                </a:cubicBezTo>
                <a:close/>
                <a:moveTo>
                  <a:pt x="26" y="20"/>
                </a:moveTo>
                <a:cubicBezTo>
                  <a:pt x="26" y="20"/>
                  <a:pt x="26" y="20"/>
                  <a:pt x="26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4" y="20"/>
                  <a:pt x="24" y="21"/>
                  <a:pt x="24" y="21"/>
                </a:cubicBezTo>
                <a:cubicBezTo>
                  <a:pt x="23" y="21"/>
                  <a:pt x="23" y="21"/>
                  <a:pt x="23" y="22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26"/>
                  <a:pt x="23" y="26"/>
                  <a:pt x="24" y="26"/>
                </a:cubicBezTo>
                <a:cubicBezTo>
                  <a:pt x="24" y="27"/>
                  <a:pt x="24" y="27"/>
                  <a:pt x="25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20"/>
                  <a:pt x="26" y="20"/>
                  <a:pt x="26" y="20"/>
                </a:cubicBezTo>
                <a:close/>
                <a:moveTo>
                  <a:pt x="29" y="35"/>
                </a:moveTo>
                <a:cubicBezTo>
                  <a:pt x="29" y="35"/>
                  <a:pt x="29" y="35"/>
                  <a:pt x="29" y="35"/>
                </a:cubicBezTo>
                <a:cubicBezTo>
                  <a:pt x="30" y="35"/>
                  <a:pt x="30" y="35"/>
                  <a:pt x="30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4"/>
                  <a:pt x="31" y="34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30"/>
                  <a:pt x="31" y="29"/>
                </a:cubicBezTo>
                <a:cubicBezTo>
                  <a:pt x="31" y="29"/>
                  <a:pt x="31" y="29"/>
                  <a:pt x="30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35"/>
                  <a:pt x="29" y="35"/>
                  <a:pt x="29" y="3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42" name="Freeform 176">
            <a:extLst>
              <a:ext uri="{FF2B5EF4-FFF2-40B4-BE49-F238E27FC236}">
                <a16:creationId xmlns:a16="http://schemas.microsoft.com/office/drawing/2014/main" id="{E9EB134C-B717-11B2-5549-F930B62FE483}"/>
              </a:ext>
            </a:extLst>
          </p:cNvPr>
          <p:cNvSpPr>
            <a:spLocks noEditPoints="1"/>
          </p:cNvSpPr>
          <p:nvPr/>
        </p:nvSpPr>
        <p:spPr bwMode="auto">
          <a:xfrm>
            <a:off x="5034952" y="4320566"/>
            <a:ext cx="232833" cy="232833"/>
          </a:xfrm>
          <a:custGeom>
            <a:avLst/>
            <a:gdLst>
              <a:gd name="T0" fmla="*/ 174625 w 55"/>
              <a:gd name="T1" fmla="*/ 88900 h 55"/>
              <a:gd name="T2" fmla="*/ 0 w 55"/>
              <a:gd name="T3" fmla="*/ 88900 h 55"/>
              <a:gd name="T4" fmla="*/ 63500 w 55"/>
              <a:gd name="T5" fmla="*/ 66675 h 55"/>
              <a:gd name="T6" fmla="*/ 63500 w 55"/>
              <a:gd name="T7" fmla="*/ 73025 h 55"/>
              <a:gd name="T8" fmla="*/ 44450 w 55"/>
              <a:gd name="T9" fmla="*/ 60325 h 55"/>
              <a:gd name="T10" fmla="*/ 50800 w 55"/>
              <a:gd name="T11" fmla="*/ 57150 h 55"/>
              <a:gd name="T12" fmla="*/ 47625 w 55"/>
              <a:gd name="T13" fmla="*/ 95250 h 55"/>
              <a:gd name="T14" fmla="*/ 50800 w 55"/>
              <a:gd name="T15" fmla="*/ 98425 h 55"/>
              <a:gd name="T16" fmla="*/ 31750 w 55"/>
              <a:gd name="T17" fmla="*/ 101600 h 55"/>
              <a:gd name="T18" fmla="*/ 31750 w 55"/>
              <a:gd name="T19" fmla="*/ 95250 h 55"/>
              <a:gd name="T20" fmla="*/ 130175 w 55"/>
              <a:gd name="T21" fmla="*/ 101600 h 55"/>
              <a:gd name="T22" fmla="*/ 127000 w 55"/>
              <a:gd name="T23" fmla="*/ 98425 h 55"/>
              <a:gd name="T24" fmla="*/ 146050 w 55"/>
              <a:gd name="T25" fmla="*/ 95250 h 55"/>
              <a:gd name="T26" fmla="*/ 146050 w 55"/>
              <a:gd name="T27" fmla="*/ 101600 h 55"/>
              <a:gd name="T28" fmla="*/ 120650 w 55"/>
              <a:gd name="T29" fmla="*/ 73025 h 55"/>
              <a:gd name="T30" fmla="*/ 114300 w 55"/>
              <a:gd name="T31" fmla="*/ 73025 h 55"/>
              <a:gd name="T32" fmla="*/ 127000 w 55"/>
              <a:gd name="T33" fmla="*/ 57150 h 55"/>
              <a:gd name="T34" fmla="*/ 133350 w 55"/>
              <a:gd name="T35" fmla="*/ 60325 h 55"/>
              <a:gd name="T36" fmla="*/ 92075 w 55"/>
              <a:gd name="T37" fmla="*/ 57150 h 55"/>
              <a:gd name="T38" fmla="*/ 88900 w 55"/>
              <a:gd name="T39" fmla="*/ 63500 h 55"/>
              <a:gd name="T40" fmla="*/ 85725 w 55"/>
              <a:gd name="T41" fmla="*/ 41275 h 55"/>
              <a:gd name="T42" fmla="*/ 92075 w 55"/>
              <a:gd name="T43" fmla="*/ 41275 h 55"/>
              <a:gd name="T44" fmla="*/ 92075 w 55"/>
              <a:gd name="T45" fmla="*/ 69850 h 55"/>
              <a:gd name="T46" fmla="*/ 120650 w 55"/>
              <a:gd name="T47" fmla="*/ 98425 h 55"/>
              <a:gd name="T48" fmla="*/ 117475 w 55"/>
              <a:gd name="T49" fmla="*/ 104775 h 55"/>
              <a:gd name="T50" fmla="*/ 107950 w 55"/>
              <a:gd name="T51" fmla="*/ 133350 h 55"/>
              <a:gd name="T52" fmla="*/ 104775 w 55"/>
              <a:gd name="T53" fmla="*/ 136525 h 55"/>
              <a:gd name="T54" fmla="*/ 69850 w 55"/>
              <a:gd name="T55" fmla="*/ 133350 h 55"/>
              <a:gd name="T56" fmla="*/ 69850 w 55"/>
              <a:gd name="T57" fmla="*/ 104775 h 55"/>
              <a:gd name="T58" fmla="*/ 57150 w 55"/>
              <a:gd name="T59" fmla="*/ 101600 h 55"/>
              <a:gd name="T60" fmla="*/ 57150 w 55"/>
              <a:gd name="T61" fmla="*/ 98425 h 55"/>
              <a:gd name="T62" fmla="*/ 92075 w 55"/>
              <a:gd name="T63" fmla="*/ 69850 h 55"/>
              <a:gd name="T64" fmla="*/ 107950 w 55"/>
              <a:gd name="T65" fmla="*/ 98425 h 55"/>
              <a:gd name="T66" fmla="*/ 69850 w 55"/>
              <a:gd name="T67" fmla="*/ 98425 h 55"/>
              <a:gd name="T68" fmla="*/ 73025 w 55"/>
              <a:gd name="T69" fmla="*/ 98425 h 55"/>
              <a:gd name="T70" fmla="*/ 76200 w 55"/>
              <a:gd name="T71" fmla="*/ 130175 h 55"/>
              <a:gd name="T72" fmla="*/ 101600 w 55"/>
              <a:gd name="T73" fmla="*/ 101600 h 55"/>
              <a:gd name="T74" fmla="*/ 104775 w 55"/>
              <a:gd name="T75" fmla="*/ 98425 h 55"/>
              <a:gd name="T76" fmla="*/ 88900 w 55"/>
              <a:gd name="T77" fmla="*/ 12700 h 55"/>
              <a:gd name="T78" fmla="*/ 12700 w 55"/>
              <a:gd name="T79" fmla="*/ 88900 h 55"/>
              <a:gd name="T80" fmla="*/ 161925 w 55"/>
              <a:gd name="T81" fmla="*/ 88900 h 55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5" h="55">
                <a:moveTo>
                  <a:pt x="28" y="0"/>
                </a:moveTo>
                <a:cubicBezTo>
                  <a:pt x="43" y="0"/>
                  <a:pt x="55" y="13"/>
                  <a:pt x="55" y="28"/>
                </a:cubicBezTo>
                <a:cubicBezTo>
                  <a:pt x="55" y="43"/>
                  <a:pt x="43" y="55"/>
                  <a:pt x="28" y="55"/>
                </a:cubicBez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close/>
                <a:moveTo>
                  <a:pt x="20" y="21"/>
                </a:moveTo>
                <a:cubicBezTo>
                  <a:pt x="20" y="21"/>
                  <a:pt x="20" y="21"/>
                  <a:pt x="20" y="21"/>
                </a:cubicBezTo>
                <a:cubicBezTo>
                  <a:pt x="20" y="22"/>
                  <a:pt x="20" y="23"/>
                  <a:pt x="20" y="23"/>
                </a:cubicBezTo>
                <a:cubicBezTo>
                  <a:pt x="19" y="23"/>
                  <a:pt x="19" y="23"/>
                  <a:pt x="18" y="23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19"/>
                  <a:pt x="14" y="18"/>
                  <a:pt x="14" y="18"/>
                </a:cubicBezTo>
                <a:cubicBezTo>
                  <a:pt x="15" y="17"/>
                  <a:pt x="15" y="17"/>
                  <a:pt x="16" y="18"/>
                </a:cubicBezTo>
                <a:cubicBezTo>
                  <a:pt x="20" y="21"/>
                  <a:pt x="20" y="21"/>
                  <a:pt x="20" y="21"/>
                </a:cubicBezTo>
                <a:close/>
                <a:moveTo>
                  <a:pt x="15" y="30"/>
                </a:moveTo>
                <a:cubicBezTo>
                  <a:pt x="15" y="30"/>
                  <a:pt x="15" y="30"/>
                  <a:pt x="15" y="30"/>
                </a:cubicBezTo>
                <a:cubicBezTo>
                  <a:pt x="16" y="30"/>
                  <a:pt x="16" y="31"/>
                  <a:pt x="16" y="31"/>
                </a:cubicBezTo>
                <a:cubicBezTo>
                  <a:pt x="16" y="32"/>
                  <a:pt x="16" y="32"/>
                  <a:pt x="15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9" y="32"/>
                  <a:pt x="8" y="32"/>
                  <a:pt x="8" y="31"/>
                </a:cubicBezTo>
                <a:cubicBezTo>
                  <a:pt x="8" y="31"/>
                  <a:pt x="9" y="30"/>
                  <a:pt x="10" y="30"/>
                </a:cubicBezTo>
                <a:cubicBezTo>
                  <a:pt x="15" y="30"/>
                  <a:pt x="15" y="30"/>
                  <a:pt x="15" y="30"/>
                </a:cubicBezTo>
                <a:close/>
                <a:moveTo>
                  <a:pt x="41" y="32"/>
                </a:moveTo>
                <a:cubicBezTo>
                  <a:pt x="41" y="32"/>
                  <a:pt x="41" y="32"/>
                  <a:pt x="41" y="32"/>
                </a:cubicBezTo>
                <a:cubicBezTo>
                  <a:pt x="40" y="32"/>
                  <a:pt x="40" y="32"/>
                  <a:pt x="40" y="31"/>
                </a:cubicBezTo>
                <a:cubicBezTo>
                  <a:pt x="40" y="31"/>
                  <a:pt x="40" y="30"/>
                  <a:pt x="41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7" y="30"/>
                  <a:pt x="48" y="31"/>
                  <a:pt x="48" y="31"/>
                </a:cubicBezTo>
                <a:cubicBezTo>
                  <a:pt x="48" y="32"/>
                  <a:pt x="47" y="32"/>
                  <a:pt x="46" y="32"/>
                </a:cubicBezTo>
                <a:cubicBezTo>
                  <a:pt x="41" y="32"/>
                  <a:pt x="41" y="32"/>
                  <a:pt x="41" y="32"/>
                </a:cubicBezTo>
                <a:close/>
                <a:moveTo>
                  <a:pt x="38" y="23"/>
                </a:moveTo>
                <a:cubicBezTo>
                  <a:pt x="38" y="23"/>
                  <a:pt x="38" y="23"/>
                  <a:pt x="38" y="23"/>
                </a:cubicBezTo>
                <a:cubicBezTo>
                  <a:pt x="37" y="23"/>
                  <a:pt x="37" y="23"/>
                  <a:pt x="36" y="23"/>
                </a:cubicBezTo>
                <a:cubicBezTo>
                  <a:pt x="36" y="23"/>
                  <a:pt x="36" y="22"/>
                  <a:pt x="36" y="21"/>
                </a:cubicBezTo>
                <a:cubicBezTo>
                  <a:pt x="40" y="18"/>
                  <a:pt x="40" y="18"/>
                  <a:pt x="40" y="18"/>
                </a:cubicBezTo>
                <a:cubicBezTo>
                  <a:pt x="41" y="17"/>
                  <a:pt x="41" y="17"/>
                  <a:pt x="42" y="18"/>
                </a:cubicBezTo>
                <a:cubicBezTo>
                  <a:pt x="42" y="18"/>
                  <a:pt x="42" y="19"/>
                  <a:pt x="42" y="19"/>
                </a:cubicBezTo>
                <a:cubicBezTo>
                  <a:pt x="38" y="23"/>
                  <a:pt x="38" y="23"/>
                  <a:pt x="38" y="23"/>
                </a:cubicBezTo>
                <a:close/>
                <a:moveTo>
                  <a:pt x="29" y="18"/>
                </a:moveTo>
                <a:cubicBezTo>
                  <a:pt x="29" y="18"/>
                  <a:pt x="29" y="18"/>
                  <a:pt x="29" y="18"/>
                </a:cubicBezTo>
                <a:cubicBezTo>
                  <a:pt x="29" y="19"/>
                  <a:pt x="29" y="20"/>
                  <a:pt x="28" y="20"/>
                </a:cubicBezTo>
                <a:cubicBezTo>
                  <a:pt x="27" y="20"/>
                  <a:pt x="27" y="19"/>
                  <a:pt x="27" y="18"/>
                </a:cubicBezTo>
                <a:cubicBezTo>
                  <a:pt x="27" y="13"/>
                  <a:pt x="27" y="13"/>
                  <a:pt x="27" y="13"/>
                </a:cubicBezTo>
                <a:cubicBezTo>
                  <a:pt x="27" y="12"/>
                  <a:pt x="27" y="12"/>
                  <a:pt x="28" y="12"/>
                </a:cubicBezTo>
                <a:cubicBezTo>
                  <a:pt x="29" y="12"/>
                  <a:pt x="29" y="12"/>
                  <a:pt x="29" y="13"/>
                </a:cubicBezTo>
                <a:cubicBezTo>
                  <a:pt x="29" y="18"/>
                  <a:pt x="29" y="18"/>
                  <a:pt x="29" y="18"/>
                </a:cubicBezTo>
                <a:close/>
                <a:moveTo>
                  <a:pt x="29" y="22"/>
                </a:moveTo>
                <a:cubicBezTo>
                  <a:pt x="29" y="22"/>
                  <a:pt x="29" y="22"/>
                  <a:pt x="29" y="22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2"/>
                  <a:pt x="38" y="33"/>
                </a:cubicBezTo>
                <a:cubicBezTo>
                  <a:pt x="38" y="33"/>
                  <a:pt x="37" y="33"/>
                  <a:pt x="37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3" y="43"/>
                  <a:pt x="33" y="43"/>
                </a:cubicBezTo>
                <a:cubicBezTo>
                  <a:pt x="33" y="43"/>
                  <a:pt x="33" y="43"/>
                  <a:pt x="33" y="43"/>
                </a:cubicBezTo>
                <a:cubicBezTo>
                  <a:pt x="23" y="43"/>
                  <a:pt x="23" y="43"/>
                  <a:pt x="23" y="43"/>
                </a:cubicBezTo>
                <a:cubicBezTo>
                  <a:pt x="23" y="43"/>
                  <a:pt x="22" y="42"/>
                  <a:pt x="22" y="42"/>
                </a:cubicBezTo>
                <a:cubicBezTo>
                  <a:pt x="22" y="42"/>
                  <a:pt x="22" y="42"/>
                  <a:pt x="22" y="42"/>
                </a:cubicBezTo>
                <a:cubicBezTo>
                  <a:pt x="22" y="33"/>
                  <a:pt x="22" y="33"/>
                  <a:pt x="22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8" y="33"/>
                  <a:pt x="18" y="32"/>
                  <a:pt x="18" y="32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27" y="22"/>
                  <a:pt x="27" y="22"/>
                  <a:pt x="27" y="22"/>
                </a:cubicBezTo>
                <a:cubicBezTo>
                  <a:pt x="28" y="21"/>
                  <a:pt x="28" y="21"/>
                  <a:pt x="29" y="22"/>
                </a:cubicBezTo>
                <a:close/>
                <a:moveTo>
                  <a:pt x="34" y="31"/>
                </a:moveTo>
                <a:cubicBezTo>
                  <a:pt x="34" y="31"/>
                  <a:pt x="34" y="31"/>
                  <a:pt x="34" y="31"/>
                </a:cubicBezTo>
                <a:cubicBezTo>
                  <a:pt x="28" y="24"/>
                  <a:pt x="28" y="24"/>
                  <a:pt x="28" y="24"/>
                </a:cubicBezTo>
                <a:cubicBezTo>
                  <a:pt x="22" y="31"/>
                  <a:pt x="22" y="31"/>
                  <a:pt x="22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4" y="31"/>
                  <a:pt x="24" y="31"/>
                  <a:pt x="24" y="32"/>
                </a:cubicBezTo>
                <a:cubicBezTo>
                  <a:pt x="24" y="41"/>
                  <a:pt x="24" y="41"/>
                  <a:pt x="24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1"/>
                  <a:pt x="32" y="31"/>
                  <a:pt x="33" y="31"/>
                </a:cubicBezTo>
                <a:cubicBezTo>
                  <a:pt x="34" y="31"/>
                  <a:pt x="34" y="31"/>
                  <a:pt x="34" y="31"/>
                </a:cubicBezTo>
                <a:close/>
                <a:moveTo>
                  <a:pt x="28" y="4"/>
                </a:moveTo>
                <a:cubicBezTo>
                  <a:pt x="28" y="4"/>
                  <a:pt x="28" y="4"/>
                  <a:pt x="28" y="4"/>
                </a:cubicBezTo>
                <a:cubicBezTo>
                  <a:pt x="15" y="4"/>
                  <a:pt x="4" y="15"/>
                  <a:pt x="4" y="28"/>
                </a:cubicBezTo>
                <a:cubicBezTo>
                  <a:pt x="4" y="41"/>
                  <a:pt x="15" y="51"/>
                  <a:pt x="28" y="51"/>
                </a:cubicBezTo>
                <a:cubicBezTo>
                  <a:pt x="41" y="51"/>
                  <a:pt x="51" y="41"/>
                  <a:pt x="51" y="28"/>
                </a:cubicBezTo>
                <a:cubicBezTo>
                  <a:pt x="51" y="15"/>
                  <a:pt x="41" y="4"/>
                  <a:pt x="28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43" name="Freeform 177">
            <a:extLst>
              <a:ext uri="{FF2B5EF4-FFF2-40B4-BE49-F238E27FC236}">
                <a16:creationId xmlns:a16="http://schemas.microsoft.com/office/drawing/2014/main" id="{ADCE29E4-84E1-879A-9DFD-A217AD52CC9D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4337498"/>
            <a:ext cx="211667" cy="203200"/>
          </a:xfrm>
          <a:custGeom>
            <a:avLst/>
            <a:gdLst>
              <a:gd name="T0" fmla="*/ 114300 w 50"/>
              <a:gd name="T1" fmla="*/ 25400 h 48"/>
              <a:gd name="T2" fmla="*/ 139700 w 50"/>
              <a:gd name="T3" fmla="*/ 15875 h 48"/>
              <a:gd name="T4" fmla="*/ 158750 w 50"/>
              <a:gd name="T5" fmla="*/ 47625 h 48"/>
              <a:gd name="T6" fmla="*/ 146050 w 50"/>
              <a:gd name="T7" fmla="*/ 63500 h 48"/>
              <a:gd name="T8" fmla="*/ 142875 w 50"/>
              <a:gd name="T9" fmla="*/ 73025 h 48"/>
              <a:gd name="T10" fmla="*/ 146050 w 50"/>
              <a:gd name="T11" fmla="*/ 98425 h 48"/>
              <a:gd name="T12" fmla="*/ 130175 w 50"/>
              <a:gd name="T13" fmla="*/ 114300 h 48"/>
              <a:gd name="T14" fmla="*/ 79375 w 50"/>
              <a:gd name="T15" fmla="*/ 146050 h 48"/>
              <a:gd name="T16" fmla="*/ 38100 w 50"/>
              <a:gd name="T17" fmla="*/ 136525 h 48"/>
              <a:gd name="T18" fmla="*/ 31750 w 50"/>
              <a:gd name="T19" fmla="*/ 114300 h 48"/>
              <a:gd name="T20" fmla="*/ 41275 w 50"/>
              <a:gd name="T21" fmla="*/ 114300 h 48"/>
              <a:gd name="T22" fmla="*/ 53975 w 50"/>
              <a:gd name="T23" fmla="*/ 104775 h 48"/>
              <a:gd name="T24" fmla="*/ 53975 w 50"/>
              <a:gd name="T25" fmla="*/ 95250 h 48"/>
              <a:gd name="T26" fmla="*/ 34925 w 50"/>
              <a:gd name="T27" fmla="*/ 88900 h 48"/>
              <a:gd name="T28" fmla="*/ 31750 w 50"/>
              <a:gd name="T29" fmla="*/ 95250 h 48"/>
              <a:gd name="T30" fmla="*/ 22225 w 50"/>
              <a:gd name="T31" fmla="*/ 104775 h 48"/>
              <a:gd name="T32" fmla="*/ 3175 w 50"/>
              <a:gd name="T33" fmla="*/ 76200 h 48"/>
              <a:gd name="T34" fmla="*/ 0 w 50"/>
              <a:gd name="T35" fmla="*/ 53975 h 48"/>
              <a:gd name="T36" fmla="*/ 15875 w 50"/>
              <a:gd name="T37" fmla="*/ 34925 h 48"/>
              <a:gd name="T38" fmla="*/ 38100 w 50"/>
              <a:gd name="T39" fmla="*/ 28575 h 48"/>
              <a:gd name="T40" fmla="*/ 38100 w 50"/>
              <a:gd name="T41" fmla="*/ 34925 h 48"/>
              <a:gd name="T42" fmla="*/ 41275 w 50"/>
              <a:gd name="T43" fmla="*/ 44450 h 48"/>
              <a:gd name="T44" fmla="*/ 47625 w 50"/>
              <a:gd name="T45" fmla="*/ 50800 h 48"/>
              <a:gd name="T46" fmla="*/ 57150 w 50"/>
              <a:gd name="T47" fmla="*/ 47625 h 48"/>
              <a:gd name="T48" fmla="*/ 63500 w 50"/>
              <a:gd name="T49" fmla="*/ 31750 h 48"/>
              <a:gd name="T50" fmla="*/ 60325 w 50"/>
              <a:gd name="T51" fmla="*/ 28575 h 48"/>
              <a:gd name="T52" fmla="*/ 53975 w 50"/>
              <a:gd name="T53" fmla="*/ 25400 h 48"/>
              <a:gd name="T54" fmla="*/ 53975 w 50"/>
              <a:gd name="T55" fmla="*/ 12700 h 48"/>
              <a:gd name="T56" fmla="*/ 66675 w 50"/>
              <a:gd name="T57" fmla="*/ 3175 h 48"/>
              <a:gd name="T58" fmla="*/ 107950 w 50"/>
              <a:gd name="T59" fmla="*/ 15875 h 48"/>
              <a:gd name="T60" fmla="*/ 111125 w 50"/>
              <a:gd name="T61" fmla="*/ 41275 h 48"/>
              <a:gd name="T62" fmla="*/ 98425 w 50"/>
              <a:gd name="T63" fmla="*/ 22225 h 48"/>
              <a:gd name="T64" fmla="*/ 98425 w 50"/>
              <a:gd name="T65" fmla="*/ 22225 h 48"/>
              <a:gd name="T66" fmla="*/ 73025 w 50"/>
              <a:gd name="T67" fmla="*/ 15875 h 48"/>
              <a:gd name="T68" fmla="*/ 73025 w 50"/>
              <a:gd name="T69" fmla="*/ 15875 h 48"/>
              <a:gd name="T70" fmla="*/ 73025 w 50"/>
              <a:gd name="T71" fmla="*/ 25400 h 48"/>
              <a:gd name="T72" fmla="*/ 76200 w 50"/>
              <a:gd name="T73" fmla="*/ 44450 h 48"/>
              <a:gd name="T74" fmla="*/ 63500 w 50"/>
              <a:gd name="T75" fmla="*/ 60325 h 48"/>
              <a:gd name="T76" fmla="*/ 28575 w 50"/>
              <a:gd name="T77" fmla="*/ 50800 h 48"/>
              <a:gd name="T78" fmla="*/ 25400 w 50"/>
              <a:gd name="T79" fmla="*/ 41275 h 48"/>
              <a:gd name="T80" fmla="*/ 22225 w 50"/>
              <a:gd name="T81" fmla="*/ 47625 h 48"/>
              <a:gd name="T82" fmla="*/ 12700 w 50"/>
              <a:gd name="T83" fmla="*/ 69850 h 48"/>
              <a:gd name="T84" fmla="*/ 22225 w 50"/>
              <a:gd name="T85" fmla="*/ 85725 h 48"/>
              <a:gd name="T86" fmla="*/ 28575 w 50"/>
              <a:gd name="T87" fmla="*/ 79375 h 48"/>
              <a:gd name="T88" fmla="*/ 63500 w 50"/>
              <a:gd name="T89" fmla="*/ 88900 h 48"/>
              <a:gd name="T90" fmla="*/ 63500 w 50"/>
              <a:gd name="T91" fmla="*/ 88900 h 48"/>
              <a:gd name="T92" fmla="*/ 53975 w 50"/>
              <a:gd name="T93" fmla="*/ 123825 h 48"/>
              <a:gd name="T94" fmla="*/ 47625 w 50"/>
              <a:gd name="T95" fmla="*/ 130175 h 48"/>
              <a:gd name="T96" fmla="*/ 60325 w 50"/>
              <a:gd name="T97" fmla="*/ 136525 h 48"/>
              <a:gd name="T98" fmla="*/ 73025 w 50"/>
              <a:gd name="T99" fmla="*/ 136525 h 48"/>
              <a:gd name="T100" fmla="*/ 127000 w 50"/>
              <a:gd name="T101" fmla="*/ 104775 h 48"/>
              <a:gd name="T102" fmla="*/ 133350 w 50"/>
              <a:gd name="T103" fmla="*/ 79375 h 48"/>
              <a:gd name="T104" fmla="*/ 120650 w 50"/>
              <a:gd name="T105" fmla="*/ 60325 h 48"/>
              <a:gd name="T106" fmla="*/ 127000 w 50"/>
              <a:gd name="T107" fmla="*/ 50800 h 48"/>
              <a:gd name="T108" fmla="*/ 139700 w 50"/>
              <a:gd name="T109" fmla="*/ 50800 h 48"/>
              <a:gd name="T110" fmla="*/ 146050 w 50"/>
              <a:gd name="T111" fmla="*/ 44450 h 48"/>
              <a:gd name="T112" fmla="*/ 136525 w 50"/>
              <a:gd name="T113" fmla="*/ 28575 h 48"/>
              <a:gd name="T114" fmla="*/ 123825 w 50"/>
              <a:gd name="T115" fmla="*/ 34925 h 48"/>
              <a:gd name="T116" fmla="*/ 120650 w 50"/>
              <a:gd name="T117" fmla="*/ 38100 h 48"/>
              <a:gd name="T118" fmla="*/ 111125 w 50"/>
              <a:gd name="T119" fmla="*/ 41275 h 48"/>
              <a:gd name="T120" fmla="*/ 107950 w 50"/>
              <a:gd name="T121" fmla="*/ 15875 h 48"/>
              <a:gd name="T122" fmla="*/ 107950 w 50"/>
              <a:gd name="T123" fmla="*/ 15875 h 4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0" h="48">
                <a:moveTo>
                  <a:pt x="34" y="5"/>
                </a:moveTo>
                <a:cubicBezTo>
                  <a:pt x="36" y="8"/>
                  <a:pt x="36" y="8"/>
                  <a:pt x="36" y="8"/>
                </a:cubicBezTo>
                <a:cubicBezTo>
                  <a:pt x="37" y="7"/>
                  <a:pt x="37" y="6"/>
                  <a:pt x="38" y="6"/>
                </a:cubicBezTo>
                <a:cubicBezTo>
                  <a:pt x="40" y="5"/>
                  <a:pt x="42" y="5"/>
                  <a:pt x="44" y="5"/>
                </a:cubicBezTo>
                <a:cubicBezTo>
                  <a:pt x="46" y="6"/>
                  <a:pt x="48" y="7"/>
                  <a:pt x="49" y="9"/>
                </a:cubicBezTo>
                <a:cubicBezTo>
                  <a:pt x="50" y="11"/>
                  <a:pt x="50" y="13"/>
                  <a:pt x="50" y="15"/>
                </a:cubicBezTo>
                <a:cubicBezTo>
                  <a:pt x="49" y="17"/>
                  <a:pt x="48" y="18"/>
                  <a:pt x="4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5" y="20"/>
                  <a:pt x="44" y="20"/>
                  <a:pt x="43" y="21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4"/>
                  <a:pt x="45" y="24"/>
                </a:cubicBezTo>
                <a:cubicBezTo>
                  <a:pt x="46" y="26"/>
                  <a:pt x="47" y="28"/>
                  <a:pt x="46" y="31"/>
                </a:cubicBezTo>
                <a:cubicBezTo>
                  <a:pt x="45" y="33"/>
                  <a:pt x="44" y="35"/>
                  <a:pt x="42" y="36"/>
                </a:cubicBezTo>
                <a:cubicBezTo>
                  <a:pt x="42" y="36"/>
                  <a:pt x="42" y="36"/>
                  <a:pt x="41" y="36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6"/>
                  <a:pt x="25" y="46"/>
                  <a:pt x="25" y="46"/>
                </a:cubicBezTo>
                <a:cubicBezTo>
                  <a:pt x="22" y="47"/>
                  <a:pt x="20" y="48"/>
                  <a:pt x="18" y="47"/>
                </a:cubicBezTo>
                <a:cubicBezTo>
                  <a:pt x="15" y="46"/>
                  <a:pt x="13" y="45"/>
                  <a:pt x="12" y="43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7"/>
                  <a:pt x="9" y="36"/>
                  <a:pt x="10" y="36"/>
                </a:cubicBezTo>
                <a:cubicBezTo>
                  <a:pt x="11" y="35"/>
                  <a:pt x="11" y="35"/>
                  <a:pt x="12" y="36"/>
                </a:cubicBezTo>
                <a:cubicBezTo>
                  <a:pt x="12" y="36"/>
                  <a:pt x="13" y="36"/>
                  <a:pt x="13" y="36"/>
                </a:cubicBezTo>
                <a:cubicBezTo>
                  <a:pt x="14" y="36"/>
                  <a:pt x="14" y="36"/>
                  <a:pt x="15" y="35"/>
                </a:cubicBezTo>
                <a:cubicBezTo>
                  <a:pt x="16" y="35"/>
                  <a:pt x="17" y="34"/>
                  <a:pt x="17" y="33"/>
                </a:cubicBezTo>
                <a:cubicBezTo>
                  <a:pt x="17" y="32"/>
                  <a:pt x="17" y="31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29"/>
                  <a:pt x="15" y="28"/>
                  <a:pt x="14" y="28"/>
                </a:cubicBezTo>
                <a:cubicBezTo>
                  <a:pt x="13" y="28"/>
                  <a:pt x="12" y="28"/>
                  <a:pt x="11" y="28"/>
                </a:cubicBezTo>
                <a:cubicBezTo>
                  <a:pt x="11" y="29"/>
                  <a:pt x="11" y="29"/>
                  <a:pt x="11" y="29"/>
                </a:cubicBezTo>
                <a:cubicBezTo>
                  <a:pt x="10" y="29"/>
                  <a:pt x="10" y="29"/>
                  <a:pt x="10" y="30"/>
                </a:cubicBezTo>
                <a:cubicBezTo>
                  <a:pt x="10" y="30"/>
                  <a:pt x="9" y="31"/>
                  <a:pt x="9" y="31"/>
                </a:cubicBezTo>
                <a:cubicBezTo>
                  <a:pt x="9" y="32"/>
                  <a:pt x="8" y="33"/>
                  <a:pt x="7" y="33"/>
                </a:cubicBezTo>
                <a:cubicBezTo>
                  <a:pt x="7" y="33"/>
                  <a:pt x="6" y="33"/>
                  <a:pt x="6" y="32"/>
                </a:cubicBezTo>
                <a:cubicBezTo>
                  <a:pt x="1" y="24"/>
                  <a:pt x="1" y="24"/>
                  <a:pt x="1" y="24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2"/>
                  <a:pt x="0" y="19"/>
                  <a:pt x="0" y="17"/>
                </a:cubicBezTo>
                <a:cubicBezTo>
                  <a:pt x="1" y="15"/>
                  <a:pt x="2" y="13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10" y="8"/>
                  <a:pt x="10" y="8"/>
                  <a:pt x="10" y="8"/>
                </a:cubicBezTo>
                <a:cubicBezTo>
                  <a:pt x="11" y="8"/>
                  <a:pt x="12" y="8"/>
                  <a:pt x="12" y="9"/>
                </a:cubicBezTo>
                <a:cubicBezTo>
                  <a:pt x="13" y="10"/>
                  <a:pt x="13" y="10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2"/>
                  <a:pt x="12" y="12"/>
                </a:cubicBezTo>
                <a:cubicBezTo>
                  <a:pt x="12" y="13"/>
                  <a:pt x="12" y="13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5"/>
                  <a:pt x="14" y="16"/>
                  <a:pt x="15" y="16"/>
                </a:cubicBezTo>
                <a:cubicBezTo>
                  <a:pt x="16" y="16"/>
                  <a:pt x="17" y="16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9" y="15"/>
                  <a:pt x="20" y="14"/>
                  <a:pt x="20" y="13"/>
                </a:cubicBezTo>
                <a:cubicBezTo>
                  <a:pt x="20" y="12"/>
                  <a:pt x="20" y="11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8"/>
                  <a:pt x="18" y="8"/>
                  <a:pt x="17" y="8"/>
                </a:cubicBezTo>
                <a:cubicBezTo>
                  <a:pt x="16" y="8"/>
                  <a:pt x="15" y="7"/>
                  <a:pt x="15" y="6"/>
                </a:cubicBezTo>
                <a:cubicBezTo>
                  <a:pt x="16" y="5"/>
                  <a:pt x="16" y="5"/>
                  <a:pt x="17" y="4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1"/>
                  <a:pt x="21" y="1"/>
                  <a:pt x="21" y="1"/>
                </a:cubicBezTo>
                <a:cubicBezTo>
                  <a:pt x="24" y="0"/>
                  <a:pt x="26" y="0"/>
                  <a:pt x="29" y="1"/>
                </a:cubicBezTo>
                <a:cubicBezTo>
                  <a:pt x="31" y="1"/>
                  <a:pt x="33" y="3"/>
                  <a:pt x="34" y="5"/>
                </a:cubicBezTo>
                <a:cubicBezTo>
                  <a:pt x="34" y="5"/>
                  <a:pt x="34" y="5"/>
                  <a:pt x="34" y="5"/>
                </a:cubicBezTo>
                <a:close/>
                <a:moveTo>
                  <a:pt x="35" y="13"/>
                </a:moveTo>
                <a:cubicBezTo>
                  <a:pt x="35" y="13"/>
                  <a:pt x="35" y="13"/>
                  <a:pt x="35" y="13"/>
                </a:cubicBezTo>
                <a:cubicBezTo>
                  <a:pt x="31" y="7"/>
                  <a:pt x="31" y="7"/>
                  <a:pt x="31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30" y="6"/>
                  <a:pt x="29" y="5"/>
                  <a:pt x="28" y="4"/>
                </a:cubicBezTo>
                <a:cubicBezTo>
                  <a:pt x="26" y="4"/>
                  <a:pt x="25" y="4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1" y="6"/>
                  <a:pt x="21" y="6"/>
                  <a:pt x="21" y="6"/>
                </a:cubicBezTo>
                <a:cubicBezTo>
                  <a:pt x="22" y="7"/>
                  <a:pt x="23" y="7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4" y="10"/>
                  <a:pt x="24" y="12"/>
                  <a:pt x="24" y="14"/>
                </a:cubicBezTo>
                <a:cubicBezTo>
                  <a:pt x="23" y="16"/>
                  <a:pt x="22" y="18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18" y="20"/>
                  <a:pt x="16" y="20"/>
                  <a:pt x="14" y="20"/>
                </a:cubicBezTo>
                <a:cubicBezTo>
                  <a:pt x="12" y="19"/>
                  <a:pt x="11" y="18"/>
                  <a:pt x="9" y="16"/>
                </a:cubicBezTo>
                <a:cubicBezTo>
                  <a:pt x="9" y="16"/>
                  <a:pt x="9" y="16"/>
                  <a:pt x="9" y="16"/>
                </a:cubicBezTo>
                <a:cubicBezTo>
                  <a:pt x="9" y="15"/>
                  <a:pt x="9" y="14"/>
                  <a:pt x="8" y="13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5"/>
                  <a:pt x="7" y="15"/>
                  <a:pt x="7" y="15"/>
                </a:cubicBezTo>
                <a:cubicBezTo>
                  <a:pt x="5" y="15"/>
                  <a:pt x="4" y="17"/>
                  <a:pt x="4" y="18"/>
                </a:cubicBezTo>
                <a:cubicBezTo>
                  <a:pt x="4" y="19"/>
                  <a:pt x="4" y="21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7" y="27"/>
                  <a:pt x="7" y="27"/>
                  <a:pt x="7" y="27"/>
                </a:cubicBezTo>
                <a:cubicBezTo>
                  <a:pt x="8" y="26"/>
                  <a:pt x="8" y="26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11" y="24"/>
                  <a:pt x="13" y="24"/>
                  <a:pt x="15" y="24"/>
                </a:cubicBezTo>
                <a:cubicBezTo>
                  <a:pt x="17" y="25"/>
                  <a:pt x="19" y="26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1" y="30"/>
                  <a:pt x="21" y="32"/>
                  <a:pt x="21" y="34"/>
                </a:cubicBezTo>
                <a:cubicBezTo>
                  <a:pt x="20" y="36"/>
                  <a:pt x="19" y="38"/>
                  <a:pt x="17" y="39"/>
                </a:cubicBezTo>
                <a:cubicBezTo>
                  <a:pt x="16" y="39"/>
                  <a:pt x="15" y="40"/>
                  <a:pt x="15" y="40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6" y="42"/>
                  <a:pt x="17" y="43"/>
                  <a:pt x="19" y="43"/>
                </a:cubicBezTo>
                <a:cubicBezTo>
                  <a:pt x="20" y="44"/>
                  <a:pt x="21" y="43"/>
                  <a:pt x="23" y="43"/>
                </a:cubicBezTo>
                <a:cubicBezTo>
                  <a:pt x="23" y="43"/>
                  <a:pt x="23" y="43"/>
                  <a:pt x="23" y="4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1" y="32"/>
                  <a:pt x="42" y="31"/>
                  <a:pt x="42" y="30"/>
                </a:cubicBezTo>
                <a:cubicBezTo>
                  <a:pt x="43" y="28"/>
                  <a:pt x="42" y="27"/>
                  <a:pt x="42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38" y="19"/>
                  <a:pt x="38" y="19"/>
                  <a:pt x="38" y="19"/>
                </a:cubicBezTo>
                <a:cubicBezTo>
                  <a:pt x="38" y="19"/>
                  <a:pt x="38" y="18"/>
                  <a:pt x="38" y="17"/>
                </a:cubicBezTo>
                <a:cubicBezTo>
                  <a:pt x="38" y="16"/>
                  <a:pt x="40" y="16"/>
                  <a:pt x="40" y="16"/>
                </a:cubicBezTo>
                <a:cubicBezTo>
                  <a:pt x="41" y="17"/>
                  <a:pt x="42" y="17"/>
                  <a:pt x="42" y="17"/>
                </a:cubicBezTo>
                <a:cubicBezTo>
                  <a:pt x="43" y="17"/>
                  <a:pt x="44" y="17"/>
                  <a:pt x="44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5" y="16"/>
                  <a:pt x="46" y="15"/>
                  <a:pt x="46" y="14"/>
                </a:cubicBezTo>
                <a:cubicBezTo>
                  <a:pt x="46" y="13"/>
                  <a:pt x="46" y="12"/>
                  <a:pt x="46" y="11"/>
                </a:cubicBezTo>
                <a:cubicBezTo>
                  <a:pt x="45" y="10"/>
                  <a:pt x="44" y="9"/>
                  <a:pt x="43" y="9"/>
                </a:cubicBezTo>
                <a:cubicBezTo>
                  <a:pt x="42" y="9"/>
                  <a:pt x="41" y="9"/>
                  <a:pt x="40" y="9"/>
                </a:cubicBezTo>
                <a:cubicBezTo>
                  <a:pt x="40" y="10"/>
                  <a:pt x="39" y="10"/>
                  <a:pt x="39" y="11"/>
                </a:cubicBezTo>
                <a:cubicBezTo>
                  <a:pt x="39" y="11"/>
                  <a:pt x="39" y="11"/>
                  <a:pt x="39" y="11"/>
                </a:cubicBezTo>
                <a:cubicBezTo>
                  <a:pt x="38" y="11"/>
                  <a:pt x="38" y="12"/>
                  <a:pt x="38" y="12"/>
                </a:cubicBezTo>
                <a:cubicBezTo>
                  <a:pt x="38" y="13"/>
                  <a:pt x="38" y="14"/>
                  <a:pt x="37" y="14"/>
                </a:cubicBezTo>
                <a:cubicBezTo>
                  <a:pt x="36" y="14"/>
                  <a:pt x="35" y="14"/>
                  <a:pt x="35" y="13"/>
                </a:cubicBezTo>
                <a:close/>
                <a:moveTo>
                  <a:pt x="34" y="5"/>
                </a:moveTo>
                <a:cubicBezTo>
                  <a:pt x="34" y="5"/>
                  <a:pt x="34" y="5"/>
                  <a:pt x="34" y="5"/>
                </a:cubicBezTo>
                <a:cubicBezTo>
                  <a:pt x="35" y="6"/>
                  <a:pt x="35" y="6"/>
                  <a:pt x="34" y="7"/>
                </a:cubicBezTo>
                <a:cubicBezTo>
                  <a:pt x="34" y="5"/>
                  <a:pt x="34" y="5"/>
                  <a:pt x="34" y="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44" name="Freeform 178">
            <a:extLst>
              <a:ext uri="{FF2B5EF4-FFF2-40B4-BE49-F238E27FC236}">
                <a16:creationId xmlns:a16="http://schemas.microsoft.com/office/drawing/2014/main" id="{50538D0A-3AF9-0738-39E4-07FA85FE145D}"/>
              </a:ext>
            </a:extLst>
          </p:cNvPr>
          <p:cNvSpPr>
            <a:spLocks noEditPoints="1"/>
          </p:cNvSpPr>
          <p:nvPr/>
        </p:nvSpPr>
        <p:spPr bwMode="auto">
          <a:xfrm>
            <a:off x="1686385" y="3895115"/>
            <a:ext cx="190500" cy="215900"/>
          </a:xfrm>
          <a:custGeom>
            <a:avLst/>
            <a:gdLst>
              <a:gd name="T0" fmla="*/ 95250 w 45"/>
              <a:gd name="T1" fmla="*/ 95250 h 51"/>
              <a:gd name="T2" fmla="*/ 104775 w 45"/>
              <a:gd name="T3" fmla="*/ 98425 h 51"/>
              <a:gd name="T4" fmla="*/ 114300 w 45"/>
              <a:gd name="T5" fmla="*/ 95250 h 51"/>
              <a:gd name="T6" fmla="*/ 120650 w 45"/>
              <a:gd name="T7" fmla="*/ 92075 h 51"/>
              <a:gd name="T8" fmla="*/ 123825 w 45"/>
              <a:gd name="T9" fmla="*/ 82550 h 51"/>
              <a:gd name="T10" fmla="*/ 123825 w 45"/>
              <a:gd name="T11" fmla="*/ 66675 h 51"/>
              <a:gd name="T12" fmla="*/ 123825 w 45"/>
              <a:gd name="T13" fmla="*/ 63500 h 51"/>
              <a:gd name="T14" fmla="*/ 139700 w 45"/>
              <a:gd name="T15" fmla="*/ 38100 h 51"/>
              <a:gd name="T16" fmla="*/ 117475 w 45"/>
              <a:gd name="T17" fmla="*/ 31750 h 51"/>
              <a:gd name="T18" fmla="*/ 95250 w 45"/>
              <a:gd name="T19" fmla="*/ 28575 h 51"/>
              <a:gd name="T20" fmla="*/ 73025 w 45"/>
              <a:gd name="T21" fmla="*/ 3175 h 51"/>
              <a:gd name="T22" fmla="*/ 63500 w 45"/>
              <a:gd name="T23" fmla="*/ 3175 h 51"/>
              <a:gd name="T24" fmla="*/ 47625 w 45"/>
              <a:gd name="T25" fmla="*/ 19050 h 51"/>
              <a:gd name="T26" fmla="*/ 31750 w 45"/>
              <a:gd name="T27" fmla="*/ 44450 h 51"/>
              <a:gd name="T28" fmla="*/ 19050 w 45"/>
              <a:gd name="T29" fmla="*/ 76200 h 51"/>
              <a:gd name="T30" fmla="*/ 12700 w 45"/>
              <a:gd name="T31" fmla="*/ 73025 h 51"/>
              <a:gd name="T32" fmla="*/ 0 w 45"/>
              <a:gd name="T33" fmla="*/ 85725 h 51"/>
              <a:gd name="T34" fmla="*/ 12700 w 45"/>
              <a:gd name="T35" fmla="*/ 98425 h 51"/>
              <a:gd name="T36" fmla="*/ 19050 w 45"/>
              <a:gd name="T37" fmla="*/ 98425 h 51"/>
              <a:gd name="T38" fmla="*/ 50800 w 45"/>
              <a:gd name="T39" fmla="*/ 136525 h 51"/>
              <a:gd name="T40" fmla="*/ 28575 w 45"/>
              <a:gd name="T41" fmla="*/ 158750 h 51"/>
              <a:gd name="T42" fmla="*/ 34925 w 45"/>
              <a:gd name="T43" fmla="*/ 161925 h 51"/>
              <a:gd name="T44" fmla="*/ 117475 w 45"/>
              <a:gd name="T45" fmla="*/ 161925 h 51"/>
              <a:gd name="T46" fmla="*/ 117475 w 45"/>
              <a:gd name="T47" fmla="*/ 161925 h 51"/>
              <a:gd name="T48" fmla="*/ 120650 w 45"/>
              <a:gd name="T49" fmla="*/ 149225 h 51"/>
              <a:gd name="T50" fmla="*/ 76200 w 45"/>
              <a:gd name="T51" fmla="*/ 130175 h 51"/>
              <a:gd name="T52" fmla="*/ 25400 w 45"/>
              <a:gd name="T53" fmla="*/ 92075 h 51"/>
              <a:gd name="T54" fmla="*/ 25400 w 45"/>
              <a:gd name="T55" fmla="*/ 85725 h 51"/>
              <a:gd name="T56" fmla="*/ 25400 w 45"/>
              <a:gd name="T57" fmla="*/ 82550 h 51"/>
              <a:gd name="T58" fmla="*/ 57150 w 45"/>
              <a:gd name="T59" fmla="*/ 66675 h 51"/>
              <a:gd name="T60" fmla="*/ 63500 w 45"/>
              <a:gd name="T61" fmla="*/ 107950 h 51"/>
              <a:gd name="T62" fmla="*/ 76200 w 45"/>
              <a:gd name="T63" fmla="*/ 111125 h 51"/>
              <a:gd name="T64" fmla="*/ 85725 w 45"/>
              <a:gd name="T65" fmla="*/ 34925 h 51"/>
              <a:gd name="T66" fmla="*/ 63500 w 45"/>
              <a:gd name="T67" fmla="*/ 57150 h 51"/>
              <a:gd name="T68" fmla="*/ 53975 w 45"/>
              <a:gd name="T69" fmla="*/ 47625 h 51"/>
              <a:gd name="T70" fmla="*/ 53975 w 45"/>
              <a:gd name="T71" fmla="*/ 47625 h 51"/>
              <a:gd name="T72" fmla="*/ 44450 w 45"/>
              <a:gd name="T73" fmla="*/ 38100 h 51"/>
              <a:gd name="T74" fmla="*/ 57150 w 45"/>
              <a:gd name="T75" fmla="*/ 28575 h 51"/>
              <a:gd name="T76" fmla="*/ 76200 w 45"/>
              <a:gd name="T77" fmla="*/ 25400 h 51"/>
              <a:gd name="T78" fmla="*/ 69850 w 45"/>
              <a:gd name="T79" fmla="*/ 63500 h 51"/>
              <a:gd name="T80" fmla="*/ 92075 w 45"/>
              <a:gd name="T81" fmla="*/ 38100 h 51"/>
              <a:gd name="T82" fmla="*/ 114300 w 45"/>
              <a:gd name="T83" fmla="*/ 44450 h 51"/>
              <a:gd name="T84" fmla="*/ 98425 w 45"/>
              <a:gd name="T85" fmla="*/ 69850 h 51"/>
              <a:gd name="T86" fmla="*/ 73025 w 45"/>
              <a:gd name="T87" fmla="*/ 85725 h 51"/>
              <a:gd name="T88" fmla="*/ 44450 w 45"/>
              <a:gd name="T89" fmla="*/ 152400 h 51"/>
              <a:gd name="T90" fmla="*/ 53975 w 45"/>
              <a:gd name="T91" fmla="*/ 146050 h 51"/>
              <a:gd name="T92" fmla="*/ 95250 w 45"/>
              <a:gd name="T93" fmla="*/ 146050 h 51"/>
              <a:gd name="T94" fmla="*/ 44450 w 45"/>
              <a:gd name="T95" fmla="*/ 152400 h 51"/>
              <a:gd name="T96" fmla="*/ 98425 w 45"/>
              <a:gd name="T97" fmla="*/ 88900 h 51"/>
              <a:gd name="T98" fmla="*/ 117475 w 45"/>
              <a:gd name="T99" fmla="*/ 69850 h 51"/>
              <a:gd name="T100" fmla="*/ 117475 w 45"/>
              <a:gd name="T101" fmla="*/ 79375 h 51"/>
              <a:gd name="T102" fmla="*/ 114300 w 45"/>
              <a:gd name="T103" fmla="*/ 85725 h 51"/>
              <a:gd name="T104" fmla="*/ 111125 w 45"/>
              <a:gd name="T105" fmla="*/ 88900 h 51"/>
              <a:gd name="T106" fmla="*/ 98425 w 45"/>
              <a:gd name="T107" fmla="*/ 88900 h 51"/>
              <a:gd name="T108" fmla="*/ 9525 w 45"/>
              <a:gd name="T109" fmla="*/ 82550 h 51"/>
              <a:gd name="T110" fmla="*/ 12700 w 45"/>
              <a:gd name="T111" fmla="*/ 82550 h 51"/>
              <a:gd name="T112" fmla="*/ 19050 w 45"/>
              <a:gd name="T113" fmla="*/ 85725 h 51"/>
              <a:gd name="T114" fmla="*/ 12700 w 45"/>
              <a:gd name="T115" fmla="*/ 92075 h 51"/>
              <a:gd name="T116" fmla="*/ 9525 w 45"/>
              <a:gd name="T117" fmla="*/ 85725 h 51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45" h="51">
                <a:moveTo>
                  <a:pt x="29" y="30"/>
                </a:moveTo>
                <a:cubicBezTo>
                  <a:pt x="29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1" y="31"/>
                  <a:pt x="32" y="31"/>
                  <a:pt x="33" y="31"/>
                </a:cubicBezTo>
                <a:cubicBezTo>
                  <a:pt x="34" y="31"/>
                  <a:pt x="35" y="31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0"/>
                  <a:pt x="37" y="29"/>
                  <a:pt x="3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9" y="28"/>
                  <a:pt x="39" y="27"/>
                  <a:pt x="39" y="26"/>
                </a:cubicBezTo>
                <a:cubicBezTo>
                  <a:pt x="39" y="26"/>
                  <a:pt x="39" y="26"/>
                  <a:pt x="39" y="26"/>
                </a:cubicBezTo>
                <a:cubicBezTo>
                  <a:pt x="40" y="25"/>
                  <a:pt x="40" y="24"/>
                  <a:pt x="40" y="24"/>
                </a:cubicBezTo>
                <a:cubicBezTo>
                  <a:pt x="40" y="23"/>
                  <a:pt x="40" y="22"/>
                  <a:pt x="39" y="21"/>
                </a:cubicBezTo>
                <a:cubicBezTo>
                  <a:pt x="39" y="21"/>
                  <a:pt x="39" y="21"/>
                  <a:pt x="39" y="21"/>
                </a:cubicBezTo>
                <a:cubicBezTo>
                  <a:pt x="39" y="20"/>
                  <a:pt x="39" y="20"/>
                  <a:pt x="39" y="20"/>
                </a:cubicBezTo>
                <a:cubicBezTo>
                  <a:pt x="44" y="15"/>
                  <a:pt x="44" y="15"/>
                  <a:pt x="44" y="15"/>
                </a:cubicBezTo>
                <a:cubicBezTo>
                  <a:pt x="45" y="14"/>
                  <a:pt x="45" y="13"/>
                  <a:pt x="44" y="12"/>
                </a:cubicBezTo>
                <a:cubicBezTo>
                  <a:pt x="44" y="12"/>
                  <a:pt x="44" y="11"/>
                  <a:pt x="43" y="11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ubicBezTo>
                  <a:pt x="30" y="9"/>
                  <a:pt x="30" y="9"/>
                  <a:pt x="30" y="9"/>
                </a:cubicBezTo>
                <a:cubicBezTo>
                  <a:pt x="27" y="5"/>
                  <a:pt x="27" y="5"/>
                  <a:pt x="27" y="5"/>
                </a:cubicBezTo>
                <a:cubicBezTo>
                  <a:pt x="23" y="1"/>
                  <a:pt x="23" y="1"/>
                  <a:pt x="23" y="1"/>
                </a:cubicBezTo>
                <a:cubicBezTo>
                  <a:pt x="22" y="0"/>
                  <a:pt x="21" y="0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0" y="11"/>
                  <a:pt x="10" y="11"/>
                  <a:pt x="10" y="11"/>
                </a:cubicBezTo>
                <a:cubicBezTo>
                  <a:pt x="9" y="12"/>
                  <a:pt x="9" y="13"/>
                  <a:pt x="10" y="14"/>
                </a:cubicBezTo>
                <a:cubicBezTo>
                  <a:pt x="13" y="16"/>
                  <a:pt x="13" y="16"/>
                  <a:pt x="13" y="16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5" y="24"/>
                  <a:pt x="5" y="23"/>
                  <a:pt x="4" y="23"/>
                </a:cubicBezTo>
                <a:cubicBezTo>
                  <a:pt x="3" y="23"/>
                  <a:pt x="2" y="24"/>
                  <a:pt x="2" y="25"/>
                </a:cubicBezTo>
                <a:cubicBezTo>
                  <a:pt x="1" y="25"/>
                  <a:pt x="0" y="26"/>
                  <a:pt x="0" y="27"/>
                </a:cubicBezTo>
                <a:cubicBezTo>
                  <a:pt x="0" y="29"/>
                  <a:pt x="1" y="30"/>
                  <a:pt x="2" y="30"/>
                </a:cubicBezTo>
                <a:cubicBezTo>
                  <a:pt x="2" y="31"/>
                  <a:pt x="3" y="31"/>
                  <a:pt x="4" y="31"/>
                </a:cubicBezTo>
                <a:cubicBezTo>
                  <a:pt x="5" y="31"/>
                  <a:pt x="5" y="31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17" y="42"/>
                  <a:pt x="17" y="42"/>
                  <a:pt x="17" y="42"/>
                </a:cubicBezTo>
                <a:cubicBezTo>
                  <a:pt x="16" y="42"/>
                  <a:pt x="16" y="43"/>
                  <a:pt x="16" y="43"/>
                </a:cubicBezTo>
                <a:cubicBezTo>
                  <a:pt x="13" y="44"/>
                  <a:pt x="11" y="45"/>
                  <a:pt x="9" y="47"/>
                </a:cubicBezTo>
                <a:cubicBezTo>
                  <a:pt x="8" y="48"/>
                  <a:pt x="8" y="49"/>
                  <a:pt x="9" y="50"/>
                </a:cubicBezTo>
                <a:cubicBezTo>
                  <a:pt x="10" y="51"/>
                  <a:pt x="10" y="51"/>
                  <a:pt x="11" y="51"/>
                </a:cubicBezTo>
                <a:cubicBezTo>
                  <a:pt x="11" y="51"/>
                  <a:pt x="11" y="51"/>
                  <a:pt x="11" y="51"/>
                </a:cubicBezTo>
                <a:cubicBezTo>
                  <a:pt x="11" y="51"/>
                  <a:pt x="11" y="51"/>
                  <a:pt x="11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7" y="51"/>
                  <a:pt x="38" y="51"/>
                  <a:pt x="38" y="50"/>
                </a:cubicBezTo>
                <a:cubicBezTo>
                  <a:pt x="39" y="49"/>
                  <a:pt x="39" y="48"/>
                  <a:pt x="38" y="47"/>
                </a:cubicBezTo>
                <a:cubicBezTo>
                  <a:pt x="36" y="45"/>
                  <a:pt x="34" y="44"/>
                  <a:pt x="31" y="43"/>
                </a:cubicBezTo>
                <a:cubicBezTo>
                  <a:pt x="29" y="42"/>
                  <a:pt x="26" y="41"/>
                  <a:pt x="24" y="41"/>
                </a:cubicBezTo>
                <a:cubicBezTo>
                  <a:pt x="23" y="41"/>
                  <a:pt x="22" y="41"/>
                  <a:pt x="21" y="41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8"/>
                  <a:pt x="8" y="28"/>
                  <a:pt x="8" y="27"/>
                </a:cubicBezTo>
                <a:cubicBezTo>
                  <a:pt x="8" y="27"/>
                  <a:pt x="8" y="27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16" y="19"/>
                  <a:pt x="16" y="19"/>
                  <a:pt x="16" y="19"/>
                </a:cubicBezTo>
                <a:cubicBezTo>
                  <a:pt x="18" y="21"/>
                  <a:pt x="18" y="21"/>
                  <a:pt x="18" y="21"/>
                </a:cubicBezTo>
                <a:cubicBezTo>
                  <a:pt x="19" y="27"/>
                  <a:pt x="19" y="27"/>
                  <a:pt x="19" y="27"/>
                </a:cubicBezTo>
                <a:cubicBezTo>
                  <a:pt x="20" y="34"/>
                  <a:pt x="20" y="34"/>
                  <a:pt x="20" y="34"/>
                </a:cubicBezTo>
                <a:cubicBezTo>
                  <a:pt x="21" y="35"/>
                  <a:pt x="22" y="36"/>
                  <a:pt x="23" y="36"/>
                </a:cubicBezTo>
                <a:cubicBezTo>
                  <a:pt x="23" y="36"/>
                  <a:pt x="23" y="36"/>
                  <a:pt x="24" y="35"/>
                </a:cubicBezTo>
                <a:cubicBezTo>
                  <a:pt x="29" y="30"/>
                  <a:pt x="29" y="30"/>
                  <a:pt x="29" y="30"/>
                </a:cubicBezTo>
                <a:close/>
                <a:moveTo>
                  <a:pt x="27" y="11"/>
                </a:moveTo>
                <a:cubicBezTo>
                  <a:pt x="27" y="11"/>
                  <a:pt x="27" y="11"/>
                  <a:pt x="27" y="11"/>
                </a:cubicBezTo>
                <a:cubicBezTo>
                  <a:pt x="20" y="18"/>
                  <a:pt x="20" y="18"/>
                  <a:pt x="20" y="18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4" y="12"/>
                  <a:pt x="14" y="12"/>
                  <a:pt x="14" y="12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21" y="5"/>
                  <a:pt x="21" y="5"/>
                  <a:pt x="21" y="5"/>
                </a:cubicBezTo>
                <a:cubicBezTo>
                  <a:pt x="24" y="8"/>
                  <a:pt x="24" y="8"/>
                  <a:pt x="24" y="8"/>
                </a:cubicBezTo>
                <a:cubicBezTo>
                  <a:pt x="27" y="11"/>
                  <a:pt x="27" y="11"/>
                  <a:pt x="27" y="11"/>
                </a:cubicBezTo>
                <a:close/>
                <a:moveTo>
                  <a:pt x="22" y="20"/>
                </a:moveTo>
                <a:cubicBezTo>
                  <a:pt x="22" y="20"/>
                  <a:pt x="22" y="20"/>
                  <a:pt x="22" y="20"/>
                </a:cubicBezTo>
                <a:cubicBezTo>
                  <a:pt x="29" y="12"/>
                  <a:pt x="29" y="12"/>
                  <a:pt x="29" y="12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39" y="14"/>
                  <a:pt x="39" y="14"/>
                  <a:pt x="39" y="14"/>
                </a:cubicBezTo>
                <a:cubicBezTo>
                  <a:pt x="31" y="22"/>
                  <a:pt x="31" y="22"/>
                  <a:pt x="31" y="22"/>
                </a:cubicBezTo>
                <a:cubicBezTo>
                  <a:pt x="24" y="30"/>
                  <a:pt x="24" y="30"/>
                  <a:pt x="24" y="30"/>
                </a:cubicBezTo>
                <a:cubicBezTo>
                  <a:pt x="23" y="27"/>
                  <a:pt x="23" y="27"/>
                  <a:pt x="23" y="27"/>
                </a:cubicBezTo>
                <a:cubicBezTo>
                  <a:pt x="22" y="20"/>
                  <a:pt x="22" y="20"/>
                  <a:pt x="22" y="20"/>
                </a:cubicBezTo>
                <a:close/>
                <a:moveTo>
                  <a:pt x="14" y="48"/>
                </a:moveTo>
                <a:cubicBezTo>
                  <a:pt x="14" y="48"/>
                  <a:pt x="14" y="48"/>
                  <a:pt x="14" y="48"/>
                </a:cubicBezTo>
                <a:cubicBezTo>
                  <a:pt x="15" y="47"/>
                  <a:pt x="16" y="47"/>
                  <a:pt x="17" y="46"/>
                </a:cubicBezTo>
                <a:cubicBezTo>
                  <a:pt x="19" y="45"/>
                  <a:pt x="21" y="45"/>
                  <a:pt x="24" y="45"/>
                </a:cubicBezTo>
                <a:cubicBezTo>
                  <a:pt x="26" y="45"/>
                  <a:pt x="28" y="45"/>
                  <a:pt x="30" y="46"/>
                </a:cubicBezTo>
                <a:cubicBezTo>
                  <a:pt x="31" y="47"/>
                  <a:pt x="32" y="47"/>
                  <a:pt x="33" y="48"/>
                </a:cubicBezTo>
                <a:cubicBezTo>
                  <a:pt x="14" y="48"/>
                  <a:pt x="14" y="48"/>
                  <a:pt x="14" y="48"/>
                </a:cubicBezTo>
                <a:close/>
                <a:moveTo>
                  <a:pt x="31" y="28"/>
                </a:moveTo>
                <a:cubicBezTo>
                  <a:pt x="31" y="28"/>
                  <a:pt x="31" y="28"/>
                  <a:pt x="31" y="28"/>
                </a:cubicBezTo>
                <a:cubicBezTo>
                  <a:pt x="34" y="25"/>
                  <a:pt x="34" y="25"/>
                  <a:pt x="34" y="25"/>
                </a:cubicBezTo>
                <a:cubicBezTo>
                  <a:pt x="37" y="22"/>
                  <a:pt x="37" y="22"/>
                  <a:pt x="37" y="22"/>
                </a:cubicBezTo>
                <a:cubicBezTo>
                  <a:pt x="38" y="22"/>
                  <a:pt x="38" y="23"/>
                  <a:pt x="38" y="24"/>
                </a:cubicBezTo>
                <a:cubicBezTo>
                  <a:pt x="38" y="24"/>
                  <a:pt x="38" y="25"/>
                  <a:pt x="37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26"/>
                  <a:pt x="37" y="27"/>
                  <a:pt x="36" y="27"/>
                </a:cubicBezTo>
                <a:cubicBezTo>
                  <a:pt x="36" y="28"/>
                  <a:pt x="35" y="28"/>
                  <a:pt x="35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4" y="28"/>
                  <a:pt x="33" y="29"/>
                  <a:pt x="33" y="29"/>
                </a:cubicBezTo>
                <a:cubicBezTo>
                  <a:pt x="32" y="29"/>
                  <a:pt x="31" y="28"/>
                  <a:pt x="31" y="28"/>
                </a:cubicBezTo>
                <a:cubicBezTo>
                  <a:pt x="31" y="28"/>
                  <a:pt x="31" y="28"/>
                  <a:pt x="31" y="28"/>
                </a:cubicBezTo>
                <a:close/>
                <a:moveTo>
                  <a:pt x="3" y="26"/>
                </a:moveTo>
                <a:cubicBezTo>
                  <a:pt x="3" y="26"/>
                  <a:pt x="3" y="26"/>
                  <a:pt x="3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5" y="26"/>
                  <a:pt x="5" y="26"/>
                  <a:pt x="6" y="26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8"/>
                  <a:pt x="6" y="28"/>
                  <a:pt x="6" y="29"/>
                </a:cubicBezTo>
                <a:cubicBezTo>
                  <a:pt x="5" y="29"/>
                  <a:pt x="5" y="29"/>
                  <a:pt x="4" y="29"/>
                </a:cubicBezTo>
                <a:cubicBezTo>
                  <a:pt x="4" y="29"/>
                  <a:pt x="4" y="29"/>
                  <a:pt x="3" y="29"/>
                </a:cubicBezTo>
                <a:cubicBezTo>
                  <a:pt x="3" y="28"/>
                  <a:pt x="3" y="28"/>
                  <a:pt x="3" y="27"/>
                </a:cubicBezTo>
                <a:cubicBezTo>
                  <a:pt x="3" y="27"/>
                  <a:pt x="3" y="27"/>
                  <a:pt x="3" y="2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45" name="Freeform 179">
            <a:extLst>
              <a:ext uri="{FF2B5EF4-FFF2-40B4-BE49-F238E27FC236}">
                <a16:creationId xmlns:a16="http://schemas.microsoft.com/office/drawing/2014/main" id="{DBD5A027-21EC-3CA1-A347-A4CBB0C6F9BB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3907815"/>
            <a:ext cx="215900" cy="190500"/>
          </a:xfrm>
          <a:custGeom>
            <a:avLst/>
            <a:gdLst>
              <a:gd name="T0" fmla="*/ 104775 w 51"/>
              <a:gd name="T1" fmla="*/ 98425 h 45"/>
              <a:gd name="T2" fmla="*/ 104775 w 51"/>
              <a:gd name="T3" fmla="*/ 85725 h 45"/>
              <a:gd name="T4" fmla="*/ 101600 w 51"/>
              <a:gd name="T5" fmla="*/ 66675 h 45"/>
              <a:gd name="T6" fmla="*/ 82550 w 51"/>
              <a:gd name="T7" fmla="*/ 57150 h 45"/>
              <a:gd name="T8" fmla="*/ 104775 w 51"/>
              <a:gd name="T9" fmla="*/ 60325 h 45"/>
              <a:gd name="T10" fmla="*/ 114300 w 51"/>
              <a:gd name="T11" fmla="*/ 88900 h 45"/>
              <a:gd name="T12" fmla="*/ 82550 w 51"/>
              <a:gd name="T13" fmla="*/ 0 h 45"/>
              <a:gd name="T14" fmla="*/ 92075 w 51"/>
              <a:gd name="T15" fmla="*/ 3175 h 45"/>
              <a:gd name="T16" fmla="*/ 95250 w 51"/>
              <a:gd name="T17" fmla="*/ 25400 h 45"/>
              <a:gd name="T18" fmla="*/ 161925 w 51"/>
              <a:gd name="T19" fmla="*/ 28575 h 45"/>
              <a:gd name="T20" fmla="*/ 149225 w 51"/>
              <a:gd name="T21" fmla="*/ 34925 h 45"/>
              <a:gd name="T22" fmla="*/ 155575 w 51"/>
              <a:gd name="T23" fmla="*/ 133350 h 45"/>
              <a:gd name="T24" fmla="*/ 155575 w 51"/>
              <a:gd name="T25" fmla="*/ 142875 h 45"/>
              <a:gd name="T26" fmla="*/ 0 w 51"/>
              <a:gd name="T27" fmla="*/ 139700 h 45"/>
              <a:gd name="T28" fmla="*/ 12700 w 51"/>
              <a:gd name="T29" fmla="*/ 133350 h 45"/>
              <a:gd name="T30" fmla="*/ 6350 w 51"/>
              <a:gd name="T31" fmla="*/ 34925 h 45"/>
              <a:gd name="T32" fmla="*/ 6350 w 51"/>
              <a:gd name="T33" fmla="*/ 25400 h 45"/>
              <a:gd name="T34" fmla="*/ 63500 w 51"/>
              <a:gd name="T35" fmla="*/ 15875 h 45"/>
              <a:gd name="T36" fmla="*/ 82550 w 51"/>
              <a:gd name="T37" fmla="*/ 0 h 45"/>
              <a:gd name="T38" fmla="*/ 85725 w 51"/>
              <a:gd name="T39" fmla="*/ 9525 h 45"/>
              <a:gd name="T40" fmla="*/ 76200 w 51"/>
              <a:gd name="T41" fmla="*/ 9525 h 45"/>
              <a:gd name="T42" fmla="*/ 76200 w 51"/>
              <a:gd name="T43" fmla="*/ 22225 h 45"/>
              <a:gd name="T44" fmla="*/ 82550 w 51"/>
              <a:gd name="T45" fmla="*/ 25400 h 45"/>
              <a:gd name="T46" fmla="*/ 85725 w 51"/>
              <a:gd name="T47" fmla="*/ 22225 h 45"/>
              <a:gd name="T48" fmla="*/ 85725 w 51"/>
              <a:gd name="T49" fmla="*/ 9525 h 45"/>
              <a:gd name="T50" fmla="*/ 19050 w 51"/>
              <a:gd name="T51" fmla="*/ 34925 h 45"/>
              <a:gd name="T52" fmla="*/ 142875 w 51"/>
              <a:gd name="T53" fmla="*/ 133350 h 45"/>
              <a:gd name="T54" fmla="*/ 19050 w 51"/>
              <a:gd name="T55" fmla="*/ 34925 h 45"/>
              <a:gd name="T56" fmla="*/ 79375 w 51"/>
              <a:gd name="T57" fmla="*/ 85725 h 45"/>
              <a:gd name="T58" fmla="*/ 101600 w 51"/>
              <a:gd name="T59" fmla="*/ 101600 h 45"/>
              <a:gd name="T60" fmla="*/ 88900 w 51"/>
              <a:gd name="T61" fmla="*/ 111125 h 45"/>
              <a:gd name="T62" fmla="*/ 57150 w 51"/>
              <a:gd name="T63" fmla="*/ 107950 h 45"/>
              <a:gd name="T64" fmla="*/ 57150 w 51"/>
              <a:gd name="T65" fmla="*/ 66675 h 45"/>
              <a:gd name="T66" fmla="*/ 79375 w 51"/>
              <a:gd name="T67" fmla="*/ 60325 h 45"/>
              <a:gd name="T68" fmla="*/ 79375 w 51"/>
              <a:gd name="T69" fmla="*/ 85725 h 45"/>
              <a:gd name="T70" fmla="*/ 92075 w 51"/>
              <a:gd name="T71" fmla="*/ 101600 h 45"/>
              <a:gd name="T72" fmla="*/ 73025 w 51"/>
              <a:gd name="T73" fmla="*/ 85725 h 45"/>
              <a:gd name="T74" fmla="*/ 60325 w 51"/>
              <a:gd name="T75" fmla="*/ 73025 h 45"/>
              <a:gd name="T76" fmla="*/ 60325 w 51"/>
              <a:gd name="T77" fmla="*/ 101600 h 45"/>
              <a:gd name="T78" fmla="*/ 85725 w 51"/>
              <a:gd name="T79" fmla="*/ 104775 h 45"/>
              <a:gd name="T80" fmla="*/ 92075 w 51"/>
              <a:gd name="T81" fmla="*/ 101600 h 45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1" h="45">
                <a:moveTo>
                  <a:pt x="35" y="30"/>
                </a:moveTo>
                <a:cubicBezTo>
                  <a:pt x="35" y="31"/>
                  <a:pt x="34" y="31"/>
                  <a:pt x="33" y="31"/>
                </a:cubicBezTo>
                <a:cubicBezTo>
                  <a:pt x="33" y="30"/>
                  <a:pt x="33" y="30"/>
                  <a:pt x="33" y="29"/>
                </a:cubicBezTo>
                <a:cubicBezTo>
                  <a:pt x="33" y="29"/>
                  <a:pt x="33" y="28"/>
                  <a:pt x="33" y="27"/>
                </a:cubicBezTo>
                <a:cubicBezTo>
                  <a:pt x="34" y="27"/>
                  <a:pt x="34" y="26"/>
                  <a:pt x="34" y="26"/>
                </a:cubicBezTo>
                <a:cubicBezTo>
                  <a:pt x="34" y="24"/>
                  <a:pt x="33" y="22"/>
                  <a:pt x="32" y="21"/>
                </a:cubicBezTo>
                <a:cubicBezTo>
                  <a:pt x="31" y="20"/>
                  <a:pt x="29" y="19"/>
                  <a:pt x="27" y="19"/>
                </a:cubicBezTo>
                <a:cubicBezTo>
                  <a:pt x="26" y="19"/>
                  <a:pt x="26" y="19"/>
                  <a:pt x="26" y="18"/>
                </a:cubicBezTo>
                <a:cubicBezTo>
                  <a:pt x="26" y="17"/>
                  <a:pt x="26" y="17"/>
                  <a:pt x="27" y="17"/>
                </a:cubicBezTo>
                <a:cubicBezTo>
                  <a:pt x="30" y="17"/>
                  <a:pt x="32" y="18"/>
                  <a:pt x="33" y="19"/>
                </a:cubicBezTo>
                <a:cubicBezTo>
                  <a:pt x="35" y="21"/>
                  <a:pt x="36" y="23"/>
                  <a:pt x="36" y="26"/>
                </a:cubicBezTo>
                <a:cubicBezTo>
                  <a:pt x="36" y="27"/>
                  <a:pt x="36" y="27"/>
                  <a:pt x="36" y="28"/>
                </a:cubicBezTo>
                <a:cubicBezTo>
                  <a:pt x="36" y="29"/>
                  <a:pt x="35" y="29"/>
                  <a:pt x="35" y="30"/>
                </a:cubicBezTo>
                <a:close/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  <a:cubicBezTo>
                  <a:pt x="27" y="0"/>
                  <a:pt x="28" y="0"/>
                  <a:pt x="29" y="1"/>
                </a:cubicBezTo>
                <a:cubicBezTo>
                  <a:pt x="30" y="2"/>
                  <a:pt x="31" y="3"/>
                  <a:pt x="31" y="5"/>
                </a:cubicBezTo>
                <a:cubicBezTo>
                  <a:pt x="31" y="6"/>
                  <a:pt x="30" y="7"/>
                  <a:pt x="30" y="8"/>
                </a:cubicBezTo>
                <a:cubicBezTo>
                  <a:pt x="49" y="8"/>
                  <a:pt x="49" y="8"/>
                  <a:pt x="49" y="8"/>
                </a:cubicBezTo>
                <a:cubicBezTo>
                  <a:pt x="50" y="8"/>
                  <a:pt x="51" y="8"/>
                  <a:pt x="51" y="9"/>
                </a:cubicBezTo>
                <a:cubicBezTo>
                  <a:pt x="51" y="11"/>
                  <a:pt x="50" y="11"/>
                  <a:pt x="49" y="11"/>
                </a:cubicBezTo>
                <a:cubicBezTo>
                  <a:pt x="47" y="11"/>
                  <a:pt x="47" y="11"/>
                  <a:pt x="47" y="11"/>
                </a:cubicBezTo>
                <a:cubicBezTo>
                  <a:pt x="47" y="42"/>
                  <a:pt x="47" y="42"/>
                  <a:pt x="47" y="42"/>
                </a:cubicBezTo>
                <a:cubicBezTo>
                  <a:pt x="49" y="42"/>
                  <a:pt x="49" y="42"/>
                  <a:pt x="49" y="42"/>
                </a:cubicBezTo>
                <a:cubicBezTo>
                  <a:pt x="50" y="42"/>
                  <a:pt x="51" y="42"/>
                  <a:pt x="51" y="44"/>
                </a:cubicBezTo>
                <a:cubicBezTo>
                  <a:pt x="51" y="45"/>
                  <a:pt x="50" y="45"/>
                  <a:pt x="49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5"/>
                  <a:pt x="0" y="44"/>
                </a:cubicBezTo>
                <a:cubicBezTo>
                  <a:pt x="0" y="42"/>
                  <a:pt x="1" y="42"/>
                  <a:pt x="2" y="42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11"/>
                  <a:pt x="4" y="11"/>
                  <a:pt x="4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1" y="11"/>
                  <a:pt x="0" y="11"/>
                  <a:pt x="0" y="9"/>
                </a:cubicBezTo>
                <a:cubicBezTo>
                  <a:pt x="0" y="8"/>
                  <a:pt x="1" y="8"/>
                  <a:pt x="2" y="8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7"/>
                  <a:pt x="20" y="6"/>
                  <a:pt x="20" y="5"/>
                </a:cubicBezTo>
                <a:cubicBezTo>
                  <a:pt x="20" y="3"/>
                  <a:pt x="21" y="2"/>
                  <a:pt x="22" y="1"/>
                </a:cubicBezTo>
                <a:cubicBezTo>
                  <a:pt x="23" y="0"/>
                  <a:pt x="24" y="0"/>
                  <a:pt x="26" y="0"/>
                </a:cubicBezTo>
                <a:close/>
                <a:moveTo>
                  <a:pt x="27" y="3"/>
                </a:moveTo>
                <a:cubicBezTo>
                  <a:pt x="27" y="3"/>
                  <a:pt x="27" y="3"/>
                  <a:pt x="27" y="3"/>
                </a:cubicBezTo>
                <a:cubicBezTo>
                  <a:pt x="27" y="2"/>
                  <a:pt x="26" y="2"/>
                  <a:pt x="26" y="2"/>
                </a:cubicBezTo>
                <a:cubicBezTo>
                  <a:pt x="25" y="2"/>
                  <a:pt x="24" y="2"/>
                  <a:pt x="24" y="3"/>
                </a:cubicBezTo>
                <a:cubicBezTo>
                  <a:pt x="23" y="3"/>
                  <a:pt x="23" y="4"/>
                  <a:pt x="23" y="5"/>
                </a:cubicBezTo>
                <a:cubicBezTo>
                  <a:pt x="23" y="6"/>
                  <a:pt x="23" y="6"/>
                  <a:pt x="24" y="7"/>
                </a:cubicBezTo>
                <a:cubicBezTo>
                  <a:pt x="24" y="7"/>
                  <a:pt x="25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7" y="7"/>
                  <a:pt x="27" y="7"/>
                </a:cubicBezTo>
                <a:cubicBezTo>
                  <a:pt x="28" y="6"/>
                  <a:pt x="28" y="6"/>
                  <a:pt x="28" y="5"/>
                </a:cubicBezTo>
                <a:cubicBezTo>
                  <a:pt x="28" y="4"/>
                  <a:pt x="28" y="3"/>
                  <a:pt x="27" y="3"/>
                </a:cubicBezTo>
                <a:close/>
                <a:moveTo>
                  <a:pt x="6" y="11"/>
                </a:moveTo>
                <a:cubicBezTo>
                  <a:pt x="6" y="11"/>
                  <a:pt x="6" y="11"/>
                  <a:pt x="6" y="11"/>
                </a:cubicBezTo>
                <a:cubicBezTo>
                  <a:pt x="6" y="42"/>
                  <a:pt x="6" y="42"/>
                  <a:pt x="6" y="42"/>
                </a:cubicBezTo>
                <a:cubicBezTo>
                  <a:pt x="45" y="42"/>
                  <a:pt x="45" y="42"/>
                  <a:pt x="45" y="42"/>
                </a:cubicBezTo>
                <a:cubicBezTo>
                  <a:pt x="45" y="11"/>
                  <a:pt x="45" y="11"/>
                  <a:pt x="45" y="11"/>
                </a:cubicBezTo>
                <a:cubicBezTo>
                  <a:pt x="6" y="11"/>
                  <a:pt x="6" y="11"/>
                  <a:pt x="6" y="11"/>
                </a:cubicBezTo>
                <a:close/>
                <a:moveTo>
                  <a:pt x="25" y="27"/>
                </a:moveTo>
                <a:cubicBezTo>
                  <a:pt x="25" y="27"/>
                  <a:pt x="25" y="27"/>
                  <a:pt x="25" y="27"/>
                </a:cubicBezTo>
                <a:cubicBezTo>
                  <a:pt x="31" y="30"/>
                  <a:pt x="31" y="30"/>
                  <a:pt x="31" y="30"/>
                </a:cubicBezTo>
                <a:cubicBezTo>
                  <a:pt x="32" y="30"/>
                  <a:pt x="32" y="31"/>
                  <a:pt x="32" y="32"/>
                </a:cubicBezTo>
                <a:cubicBezTo>
                  <a:pt x="31" y="33"/>
                  <a:pt x="30" y="34"/>
                  <a:pt x="28" y="35"/>
                </a:cubicBezTo>
                <a:cubicBezTo>
                  <a:pt x="28" y="35"/>
                  <a:pt x="28" y="35"/>
                  <a:pt x="28" y="35"/>
                </a:cubicBezTo>
                <a:cubicBezTo>
                  <a:pt x="27" y="36"/>
                  <a:pt x="26" y="36"/>
                  <a:pt x="24" y="36"/>
                </a:cubicBezTo>
                <a:cubicBezTo>
                  <a:pt x="22" y="36"/>
                  <a:pt x="19" y="35"/>
                  <a:pt x="18" y="34"/>
                </a:cubicBezTo>
                <a:cubicBezTo>
                  <a:pt x="16" y="32"/>
                  <a:pt x="15" y="30"/>
                  <a:pt x="15" y="27"/>
                </a:cubicBezTo>
                <a:cubicBezTo>
                  <a:pt x="15" y="25"/>
                  <a:pt x="16" y="23"/>
                  <a:pt x="18" y="21"/>
                </a:cubicBezTo>
                <a:cubicBezTo>
                  <a:pt x="19" y="19"/>
                  <a:pt x="22" y="18"/>
                  <a:pt x="24" y="18"/>
                </a:cubicBezTo>
                <a:cubicBezTo>
                  <a:pt x="25" y="18"/>
                  <a:pt x="25" y="19"/>
                  <a:pt x="25" y="19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27"/>
                  <a:pt x="25" y="27"/>
                  <a:pt x="25" y="27"/>
                </a:cubicBezTo>
                <a:close/>
                <a:moveTo>
                  <a:pt x="29" y="32"/>
                </a:moveTo>
                <a:cubicBezTo>
                  <a:pt x="29" y="32"/>
                  <a:pt x="29" y="32"/>
                  <a:pt x="29" y="32"/>
                </a:cubicBezTo>
                <a:cubicBezTo>
                  <a:pt x="24" y="28"/>
                  <a:pt x="24" y="28"/>
                  <a:pt x="24" y="28"/>
                </a:cubicBezTo>
                <a:cubicBezTo>
                  <a:pt x="23" y="28"/>
                  <a:pt x="23" y="28"/>
                  <a:pt x="23" y="27"/>
                </a:cubicBezTo>
                <a:cubicBezTo>
                  <a:pt x="23" y="21"/>
                  <a:pt x="23" y="21"/>
                  <a:pt x="23" y="21"/>
                </a:cubicBezTo>
                <a:cubicBezTo>
                  <a:pt x="21" y="21"/>
                  <a:pt x="20" y="22"/>
                  <a:pt x="19" y="23"/>
                </a:cubicBezTo>
                <a:cubicBezTo>
                  <a:pt x="18" y="24"/>
                  <a:pt x="17" y="25"/>
                  <a:pt x="17" y="27"/>
                </a:cubicBezTo>
                <a:cubicBezTo>
                  <a:pt x="17" y="29"/>
                  <a:pt x="18" y="31"/>
                  <a:pt x="19" y="32"/>
                </a:cubicBezTo>
                <a:cubicBezTo>
                  <a:pt x="21" y="33"/>
                  <a:pt x="22" y="34"/>
                  <a:pt x="24" y="34"/>
                </a:cubicBezTo>
                <a:cubicBezTo>
                  <a:pt x="25" y="34"/>
                  <a:pt x="26" y="34"/>
                  <a:pt x="27" y="33"/>
                </a:cubicBezTo>
                <a:cubicBezTo>
                  <a:pt x="27" y="33"/>
                  <a:pt x="27" y="33"/>
                  <a:pt x="27" y="33"/>
                </a:cubicBezTo>
                <a:cubicBezTo>
                  <a:pt x="28" y="33"/>
                  <a:pt x="29" y="32"/>
                  <a:pt x="29" y="3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46" name="Freeform 180">
            <a:extLst>
              <a:ext uri="{FF2B5EF4-FFF2-40B4-BE49-F238E27FC236}">
                <a16:creationId xmlns:a16="http://schemas.microsoft.com/office/drawing/2014/main" id="{71DDA62D-760D-22C7-6E81-7A315BBB5FA1}"/>
              </a:ext>
            </a:extLst>
          </p:cNvPr>
          <p:cNvSpPr>
            <a:spLocks noEditPoints="1"/>
          </p:cNvSpPr>
          <p:nvPr/>
        </p:nvSpPr>
        <p:spPr bwMode="auto">
          <a:xfrm>
            <a:off x="2399701" y="3916281"/>
            <a:ext cx="215900" cy="173567"/>
          </a:xfrm>
          <a:custGeom>
            <a:avLst/>
            <a:gdLst>
              <a:gd name="T0" fmla="*/ 50800 w 51"/>
              <a:gd name="T1" fmla="*/ 34925 h 41"/>
              <a:gd name="T2" fmla="*/ 85725 w 51"/>
              <a:gd name="T3" fmla="*/ 41275 h 41"/>
              <a:gd name="T4" fmla="*/ 34925 w 51"/>
              <a:gd name="T5" fmla="*/ 3175 h 41"/>
              <a:gd name="T6" fmla="*/ 50800 w 51"/>
              <a:gd name="T7" fmla="*/ 0 h 41"/>
              <a:gd name="T8" fmla="*/ 57150 w 51"/>
              <a:gd name="T9" fmla="*/ 3175 h 41"/>
              <a:gd name="T10" fmla="*/ 73025 w 51"/>
              <a:gd name="T11" fmla="*/ 0 h 41"/>
              <a:gd name="T12" fmla="*/ 76200 w 51"/>
              <a:gd name="T13" fmla="*/ 3175 h 41"/>
              <a:gd name="T14" fmla="*/ 92075 w 51"/>
              <a:gd name="T15" fmla="*/ 0 h 41"/>
              <a:gd name="T16" fmla="*/ 98425 w 51"/>
              <a:gd name="T17" fmla="*/ 3175 h 41"/>
              <a:gd name="T18" fmla="*/ 114300 w 51"/>
              <a:gd name="T19" fmla="*/ 0 h 41"/>
              <a:gd name="T20" fmla="*/ 117475 w 51"/>
              <a:gd name="T21" fmla="*/ 3175 h 41"/>
              <a:gd name="T22" fmla="*/ 133350 w 51"/>
              <a:gd name="T23" fmla="*/ 0 h 41"/>
              <a:gd name="T24" fmla="*/ 139700 w 51"/>
              <a:gd name="T25" fmla="*/ 3175 h 41"/>
              <a:gd name="T26" fmla="*/ 158750 w 51"/>
              <a:gd name="T27" fmla="*/ 3175 h 41"/>
              <a:gd name="T28" fmla="*/ 161925 w 51"/>
              <a:gd name="T29" fmla="*/ 123825 h 41"/>
              <a:gd name="T30" fmla="*/ 31750 w 51"/>
              <a:gd name="T31" fmla="*/ 130175 h 41"/>
              <a:gd name="T32" fmla="*/ 3175 w 51"/>
              <a:gd name="T33" fmla="*/ 47625 h 41"/>
              <a:gd name="T34" fmla="*/ 25400 w 51"/>
              <a:gd name="T35" fmla="*/ 6350 h 41"/>
              <a:gd name="T36" fmla="*/ 47625 w 51"/>
              <a:gd name="T37" fmla="*/ 22225 h 41"/>
              <a:gd name="T38" fmla="*/ 47625 w 51"/>
              <a:gd name="T39" fmla="*/ 22225 h 41"/>
              <a:gd name="T40" fmla="*/ 38100 w 51"/>
              <a:gd name="T41" fmla="*/ 117475 h 41"/>
              <a:gd name="T42" fmla="*/ 139700 w 51"/>
              <a:gd name="T43" fmla="*/ 22225 h 41"/>
              <a:gd name="T44" fmla="*/ 127000 w 51"/>
              <a:gd name="T45" fmla="*/ 22225 h 41"/>
              <a:gd name="T46" fmla="*/ 114300 w 51"/>
              <a:gd name="T47" fmla="*/ 15875 h 41"/>
              <a:gd name="T48" fmla="*/ 107950 w 51"/>
              <a:gd name="T49" fmla="*/ 22225 h 41"/>
              <a:gd name="T50" fmla="*/ 88900 w 51"/>
              <a:gd name="T51" fmla="*/ 22225 h 41"/>
              <a:gd name="T52" fmla="*/ 79375 w 51"/>
              <a:gd name="T53" fmla="*/ 22225 h 41"/>
              <a:gd name="T54" fmla="*/ 66675 w 51"/>
              <a:gd name="T55" fmla="*/ 22225 h 41"/>
              <a:gd name="T56" fmla="*/ 50800 w 51"/>
              <a:gd name="T57" fmla="*/ 15875 h 41"/>
              <a:gd name="T58" fmla="*/ 25400 w 51"/>
              <a:gd name="T59" fmla="*/ 82550 h 41"/>
              <a:gd name="T60" fmla="*/ 25400 w 51"/>
              <a:gd name="T61" fmla="*/ 82550 h 41"/>
              <a:gd name="T62" fmla="*/ 101600 w 51"/>
              <a:gd name="T63" fmla="*/ 34925 h 41"/>
              <a:gd name="T64" fmla="*/ 139700 w 51"/>
              <a:gd name="T65" fmla="*/ 38100 h 41"/>
              <a:gd name="T66" fmla="*/ 136525 w 51"/>
              <a:gd name="T67" fmla="*/ 82550 h 41"/>
              <a:gd name="T68" fmla="*/ 98425 w 51"/>
              <a:gd name="T69" fmla="*/ 76200 h 41"/>
              <a:gd name="T70" fmla="*/ 133350 w 51"/>
              <a:gd name="T71" fmla="*/ 41275 h 41"/>
              <a:gd name="T72" fmla="*/ 104775 w 51"/>
              <a:gd name="T73" fmla="*/ 73025 h 41"/>
              <a:gd name="T74" fmla="*/ 50800 w 51"/>
              <a:gd name="T75" fmla="*/ 53975 h 41"/>
              <a:gd name="T76" fmla="*/ 50800 w 51"/>
              <a:gd name="T77" fmla="*/ 47625 h 41"/>
              <a:gd name="T78" fmla="*/ 85725 w 51"/>
              <a:gd name="T79" fmla="*/ 53975 h 41"/>
              <a:gd name="T80" fmla="*/ 50800 w 51"/>
              <a:gd name="T81" fmla="*/ 66675 h 41"/>
              <a:gd name="T82" fmla="*/ 85725 w 51"/>
              <a:gd name="T83" fmla="*/ 60325 h 41"/>
              <a:gd name="T84" fmla="*/ 50800 w 51"/>
              <a:gd name="T85" fmla="*/ 66675 h 41"/>
              <a:gd name="T86" fmla="*/ 47625 w 51"/>
              <a:gd name="T87" fmla="*/ 76200 h 41"/>
              <a:gd name="T88" fmla="*/ 88900 w 51"/>
              <a:gd name="T89" fmla="*/ 76200 h 41"/>
              <a:gd name="T90" fmla="*/ 101600 w 51"/>
              <a:gd name="T91" fmla="*/ 95250 h 41"/>
              <a:gd name="T92" fmla="*/ 101600 w 51"/>
              <a:gd name="T93" fmla="*/ 85725 h 41"/>
              <a:gd name="T94" fmla="*/ 136525 w 51"/>
              <a:gd name="T95" fmla="*/ 95250 h 41"/>
              <a:gd name="T96" fmla="*/ 50800 w 51"/>
              <a:gd name="T97" fmla="*/ 95250 h 41"/>
              <a:gd name="T98" fmla="*/ 85725 w 51"/>
              <a:gd name="T99" fmla="*/ 85725 h 41"/>
              <a:gd name="T100" fmla="*/ 50800 w 51"/>
              <a:gd name="T101" fmla="*/ 95250 h 41"/>
              <a:gd name="T102" fmla="*/ 98425 w 51"/>
              <a:gd name="T103" fmla="*/ 104775 h 41"/>
              <a:gd name="T104" fmla="*/ 139700 w 51"/>
              <a:gd name="T105" fmla="*/ 104775 h 41"/>
              <a:gd name="T106" fmla="*/ 50800 w 51"/>
              <a:gd name="T107" fmla="*/ 107950 h 41"/>
              <a:gd name="T108" fmla="*/ 50800 w 51"/>
              <a:gd name="T109" fmla="*/ 101600 h 41"/>
              <a:gd name="T110" fmla="*/ 85725 w 51"/>
              <a:gd name="T111" fmla="*/ 107950 h 4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1" h="41">
                <a:moveTo>
                  <a:pt x="16" y="13"/>
                </a:moveTo>
                <a:cubicBezTo>
                  <a:pt x="15" y="13"/>
                  <a:pt x="15" y="13"/>
                  <a:pt x="15" y="12"/>
                </a:cubicBezTo>
                <a:cubicBezTo>
                  <a:pt x="15" y="11"/>
                  <a:pt x="15" y="11"/>
                  <a:pt x="16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11"/>
                  <a:pt x="28" y="11"/>
                  <a:pt x="28" y="12"/>
                </a:cubicBezTo>
                <a:cubicBezTo>
                  <a:pt x="28" y="13"/>
                  <a:pt x="27" y="13"/>
                  <a:pt x="27" y="13"/>
                </a:cubicBezTo>
                <a:cubicBezTo>
                  <a:pt x="16" y="13"/>
                  <a:pt x="16" y="13"/>
                  <a:pt x="16" y="13"/>
                </a:cubicBezTo>
                <a:close/>
                <a:moveTo>
                  <a:pt x="11" y="1"/>
                </a:moveTo>
                <a:cubicBezTo>
                  <a:pt x="11" y="1"/>
                  <a:pt x="11" y="1"/>
                  <a:pt x="11" y="1"/>
                </a:cubicBezTo>
                <a:cubicBezTo>
                  <a:pt x="13" y="3"/>
                  <a:pt x="13" y="3"/>
                  <a:pt x="13" y="3"/>
                </a:cubicBezTo>
                <a:cubicBezTo>
                  <a:pt x="15" y="1"/>
                  <a:pt x="15" y="1"/>
                  <a:pt x="15" y="1"/>
                </a:cubicBezTo>
                <a:cubicBezTo>
                  <a:pt x="15" y="0"/>
                  <a:pt x="16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8" y="0"/>
                  <a:pt x="18" y="1"/>
                </a:cubicBezTo>
                <a:cubicBezTo>
                  <a:pt x="20" y="3"/>
                  <a:pt x="20" y="3"/>
                  <a:pt x="20" y="3"/>
                </a:cubicBezTo>
                <a:cubicBezTo>
                  <a:pt x="21" y="1"/>
                  <a:pt x="21" y="1"/>
                  <a:pt x="21" y="1"/>
                </a:cubicBezTo>
                <a:cubicBezTo>
                  <a:pt x="22" y="0"/>
                  <a:pt x="22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4" y="0"/>
                  <a:pt x="24" y="0"/>
                  <a:pt x="24" y="1"/>
                </a:cubicBezTo>
                <a:cubicBezTo>
                  <a:pt x="26" y="3"/>
                  <a:pt x="26" y="3"/>
                  <a:pt x="26" y="3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0" y="0"/>
                  <a:pt x="31" y="0"/>
                  <a:pt x="31" y="1"/>
                </a:cubicBezTo>
                <a:cubicBezTo>
                  <a:pt x="33" y="3"/>
                  <a:pt x="33" y="3"/>
                  <a:pt x="33" y="3"/>
                </a:cubicBezTo>
                <a:cubicBezTo>
                  <a:pt x="34" y="1"/>
                  <a:pt x="34" y="1"/>
                  <a:pt x="34" y="1"/>
                </a:cubicBezTo>
                <a:cubicBezTo>
                  <a:pt x="35" y="0"/>
                  <a:pt x="35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7" y="0"/>
                  <a:pt x="37" y="0"/>
                  <a:pt x="37" y="1"/>
                </a:cubicBezTo>
                <a:cubicBezTo>
                  <a:pt x="39" y="3"/>
                  <a:pt x="39" y="3"/>
                  <a:pt x="39" y="3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0"/>
                  <a:pt x="42" y="0"/>
                  <a:pt x="42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4" y="0"/>
                  <a:pt x="44" y="1"/>
                </a:cubicBezTo>
                <a:cubicBezTo>
                  <a:pt x="46" y="3"/>
                  <a:pt x="46" y="3"/>
                  <a:pt x="46" y="3"/>
                </a:cubicBezTo>
                <a:cubicBezTo>
                  <a:pt x="47" y="1"/>
                  <a:pt x="47" y="1"/>
                  <a:pt x="47" y="1"/>
                </a:cubicBezTo>
                <a:cubicBezTo>
                  <a:pt x="48" y="0"/>
                  <a:pt x="49" y="0"/>
                  <a:pt x="50" y="1"/>
                </a:cubicBezTo>
                <a:cubicBezTo>
                  <a:pt x="51" y="1"/>
                  <a:pt x="51" y="2"/>
                  <a:pt x="51" y="2"/>
                </a:cubicBezTo>
                <a:cubicBezTo>
                  <a:pt x="51" y="2"/>
                  <a:pt x="51" y="2"/>
                  <a:pt x="51" y="2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40"/>
                  <a:pt x="50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8" y="40"/>
                  <a:pt x="8" y="39"/>
                </a:cubicBezTo>
                <a:cubicBezTo>
                  <a:pt x="1" y="15"/>
                  <a:pt x="1" y="15"/>
                  <a:pt x="1" y="15"/>
                </a:cubicBezTo>
                <a:cubicBezTo>
                  <a:pt x="0" y="14"/>
                  <a:pt x="1" y="12"/>
                  <a:pt x="2" y="12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2"/>
                  <a:pt x="8" y="2"/>
                  <a:pt x="8" y="2"/>
                </a:cubicBezTo>
                <a:cubicBezTo>
                  <a:pt x="8" y="1"/>
                  <a:pt x="9" y="0"/>
                  <a:pt x="10" y="0"/>
                </a:cubicBezTo>
                <a:cubicBezTo>
                  <a:pt x="11" y="0"/>
                  <a:pt x="11" y="0"/>
                  <a:pt x="11" y="1"/>
                </a:cubicBezTo>
                <a:close/>
                <a:moveTo>
                  <a:pt x="15" y="7"/>
                </a:move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4" y="7"/>
                  <a:pt x="13" y="7"/>
                  <a:pt x="12" y="7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37"/>
                  <a:pt x="12" y="37"/>
                  <a:pt x="12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7"/>
                  <a:pt x="47" y="7"/>
                  <a:pt x="47" y="7"/>
                </a:cubicBezTo>
                <a:cubicBezTo>
                  <a:pt x="46" y="7"/>
                  <a:pt x="45" y="7"/>
                  <a:pt x="44" y="7"/>
                </a:cubicBezTo>
                <a:cubicBezTo>
                  <a:pt x="42" y="5"/>
                  <a:pt x="42" y="5"/>
                  <a:pt x="42" y="5"/>
                </a:cubicBezTo>
                <a:cubicBezTo>
                  <a:pt x="41" y="7"/>
                  <a:pt x="41" y="7"/>
                  <a:pt x="41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7"/>
                  <a:pt x="38" y="7"/>
                  <a:pt x="38" y="7"/>
                </a:cubicBezTo>
                <a:cubicBezTo>
                  <a:pt x="36" y="5"/>
                  <a:pt x="36" y="5"/>
                  <a:pt x="36" y="5"/>
                </a:cubicBezTo>
                <a:cubicBezTo>
                  <a:pt x="34" y="7"/>
                  <a:pt x="34" y="7"/>
                  <a:pt x="34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7"/>
                  <a:pt x="32" y="7"/>
                  <a:pt x="31" y="7"/>
                </a:cubicBezTo>
                <a:cubicBezTo>
                  <a:pt x="29" y="5"/>
                  <a:pt x="29" y="5"/>
                  <a:pt x="29" y="5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7" y="7"/>
                  <a:pt x="27" y="7"/>
                  <a:pt x="27" y="7"/>
                </a:cubicBezTo>
                <a:cubicBezTo>
                  <a:pt x="27" y="7"/>
                  <a:pt x="26" y="7"/>
                  <a:pt x="25" y="7"/>
                </a:cubicBezTo>
                <a:cubicBezTo>
                  <a:pt x="23" y="5"/>
                  <a:pt x="23" y="5"/>
                  <a:pt x="23" y="5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20" y="7"/>
                  <a:pt x="19" y="7"/>
                  <a:pt x="18" y="7"/>
                </a:cubicBezTo>
                <a:cubicBezTo>
                  <a:pt x="16" y="5"/>
                  <a:pt x="16" y="5"/>
                  <a:pt x="16" y="5"/>
                </a:cubicBezTo>
                <a:cubicBezTo>
                  <a:pt x="15" y="7"/>
                  <a:pt x="15" y="7"/>
                  <a:pt x="15" y="7"/>
                </a:cubicBezTo>
                <a:close/>
                <a:moveTo>
                  <a:pt x="8" y="26"/>
                </a:moveTo>
                <a:cubicBezTo>
                  <a:pt x="8" y="26"/>
                  <a:pt x="8" y="26"/>
                  <a:pt x="8" y="26"/>
                </a:cubicBezTo>
                <a:cubicBezTo>
                  <a:pt x="8" y="14"/>
                  <a:pt x="8" y="14"/>
                  <a:pt x="8" y="14"/>
                </a:cubicBezTo>
                <a:cubicBezTo>
                  <a:pt x="5" y="15"/>
                  <a:pt x="5" y="15"/>
                  <a:pt x="5" y="15"/>
                </a:cubicBezTo>
                <a:cubicBezTo>
                  <a:pt x="8" y="26"/>
                  <a:pt x="8" y="26"/>
                  <a:pt x="8" y="26"/>
                </a:cubicBezTo>
                <a:close/>
                <a:moveTo>
                  <a:pt x="32" y="11"/>
                </a:move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3" y="11"/>
                  <a:pt x="44" y="11"/>
                  <a:pt x="44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24"/>
                  <a:pt x="44" y="24"/>
                  <a:pt x="44" y="24"/>
                </a:cubicBezTo>
                <a:cubicBezTo>
                  <a:pt x="44" y="25"/>
                  <a:pt x="43" y="26"/>
                  <a:pt x="43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1" y="26"/>
                  <a:pt x="31" y="25"/>
                  <a:pt x="31" y="24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1"/>
                  <a:pt x="31" y="11"/>
                  <a:pt x="32" y="11"/>
                </a:cubicBezTo>
                <a:close/>
                <a:moveTo>
                  <a:pt x="42" y="13"/>
                </a:moveTo>
                <a:cubicBezTo>
                  <a:pt x="42" y="13"/>
                  <a:pt x="42" y="13"/>
                  <a:pt x="42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23"/>
                  <a:pt x="33" y="23"/>
                  <a:pt x="33" y="23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13"/>
                  <a:pt x="42" y="13"/>
                  <a:pt x="42" y="13"/>
                </a:cubicBezTo>
                <a:close/>
                <a:moveTo>
                  <a:pt x="16" y="17"/>
                </a:moveTo>
                <a:cubicBezTo>
                  <a:pt x="16" y="17"/>
                  <a:pt x="16" y="17"/>
                  <a:pt x="16" y="17"/>
                </a:cubicBezTo>
                <a:cubicBezTo>
                  <a:pt x="15" y="17"/>
                  <a:pt x="15" y="17"/>
                  <a:pt x="15" y="16"/>
                </a:cubicBezTo>
                <a:cubicBezTo>
                  <a:pt x="15" y="16"/>
                  <a:pt x="15" y="15"/>
                  <a:pt x="16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5"/>
                  <a:pt x="28" y="16"/>
                  <a:pt x="28" y="16"/>
                </a:cubicBezTo>
                <a:cubicBezTo>
                  <a:pt x="28" y="17"/>
                  <a:pt x="27" y="17"/>
                  <a:pt x="27" y="17"/>
                </a:cubicBezTo>
                <a:cubicBezTo>
                  <a:pt x="16" y="17"/>
                  <a:pt x="16" y="17"/>
                  <a:pt x="16" y="17"/>
                </a:cubicBezTo>
                <a:close/>
                <a:moveTo>
                  <a:pt x="16" y="21"/>
                </a:moveTo>
                <a:cubicBezTo>
                  <a:pt x="16" y="21"/>
                  <a:pt x="16" y="21"/>
                  <a:pt x="16" y="21"/>
                </a:cubicBezTo>
                <a:cubicBezTo>
                  <a:pt x="15" y="21"/>
                  <a:pt x="15" y="21"/>
                  <a:pt x="15" y="20"/>
                </a:cubicBezTo>
                <a:cubicBezTo>
                  <a:pt x="15" y="20"/>
                  <a:pt x="15" y="19"/>
                  <a:pt x="16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8" y="20"/>
                  <a:pt x="28" y="20"/>
                </a:cubicBezTo>
                <a:cubicBezTo>
                  <a:pt x="28" y="21"/>
                  <a:pt x="27" y="21"/>
                  <a:pt x="27" y="21"/>
                </a:cubicBezTo>
                <a:cubicBezTo>
                  <a:pt x="16" y="21"/>
                  <a:pt x="16" y="21"/>
                  <a:pt x="16" y="21"/>
                </a:cubicBezTo>
                <a:close/>
                <a:moveTo>
                  <a:pt x="16" y="26"/>
                </a:moveTo>
                <a:cubicBezTo>
                  <a:pt x="16" y="26"/>
                  <a:pt x="16" y="26"/>
                  <a:pt x="16" y="26"/>
                </a:cubicBezTo>
                <a:cubicBezTo>
                  <a:pt x="15" y="26"/>
                  <a:pt x="15" y="25"/>
                  <a:pt x="15" y="24"/>
                </a:cubicBezTo>
                <a:cubicBezTo>
                  <a:pt x="15" y="24"/>
                  <a:pt x="15" y="23"/>
                  <a:pt x="16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3"/>
                  <a:pt x="28" y="24"/>
                  <a:pt x="28" y="24"/>
                </a:cubicBezTo>
                <a:cubicBezTo>
                  <a:pt x="28" y="25"/>
                  <a:pt x="27" y="26"/>
                  <a:pt x="27" y="26"/>
                </a:cubicBezTo>
                <a:cubicBezTo>
                  <a:pt x="16" y="26"/>
                  <a:pt x="16" y="26"/>
                  <a:pt x="16" y="26"/>
                </a:cubicBezTo>
                <a:close/>
                <a:moveTo>
                  <a:pt x="32" y="30"/>
                </a:moveTo>
                <a:cubicBezTo>
                  <a:pt x="32" y="30"/>
                  <a:pt x="32" y="30"/>
                  <a:pt x="32" y="30"/>
                </a:cubicBezTo>
                <a:cubicBezTo>
                  <a:pt x="31" y="30"/>
                  <a:pt x="31" y="29"/>
                  <a:pt x="31" y="29"/>
                </a:cubicBezTo>
                <a:cubicBezTo>
                  <a:pt x="31" y="28"/>
                  <a:pt x="31" y="27"/>
                  <a:pt x="32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7"/>
                  <a:pt x="44" y="28"/>
                  <a:pt x="44" y="29"/>
                </a:cubicBezTo>
                <a:cubicBezTo>
                  <a:pt x="44" y="29"/>
                  <a:pt x="43" y="30"/>
                  <a:pt x="43" y="30"/>
                </a:cubicBezTo>
                <a:cubicBezTo>
                  <a:pt x="32" y="30"/>
                  <a:pt x="32" y="30"/>
                  <a:pt x="32" y="30"/>
                </a:cubicBezTo>
                <a:close/>
                <a:moveTo>
                  <a:pt x="16" y="30"/>
                </a:moveTo>
                <a:cubicBezTo>
                  <a:pt x="16" y="30"/>
                  <a:pt x="16" y="30"/>
                  <a:pt x="16" y="30"/>
                </a:cubicBezTo>
                <a:cubicBezTo>
                  <a:pt x="15" y="30"/>
                  <a:pt x="15" y="29"/>
                  <a:pt x="15" y="29"/>
                </a:cubicBezTo>
                <a:cubicBezTo>
                  <a:pt x="15" y="28"/>
                  <a:pt x="15" y="27"/>
                  <a:pt x="16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8" y="28"/>
                  <a:pt x="28" y="29"/>
                </a:cubicBezTo>
                <a:cubicBezTo>
                  <a:pt x="28" y="29"/>
                  <a:pt x="27" y="30"/>
                  <a:pt x="27" y="30"/>
                </a:cubicBezTo>
                <a:cubicBezTo>
                  <a:pt x="16" y="30"/>
                  <a:pt x="16" y="30"/>
                  <a:pt x="16" y="30"/>
                </a:cubicBezTo>
                <a:close/>
                <a:moveTo>
                  <a:pt x="32" y="34"/>
                </a:moveTo>
                <a:cubicBezTo>
                  <a:pt x="32" y="34"/>
                  <a:pt x="32" y="34"/>
                  <a:pt x="32" y="34"/>
                </a:cubicBezTo>
                <a:cubicBezTo>
                  <a:pt x="31" y="34"/>
                  <a:pt x="31" y="33"/>
                  <a:pt x="31" y="33"/>
                </a:cubicBezTo>
                <a:cubicBezTo>
                  <a:pt x="31" y="32"/>
                  <a:pt x="31" y="32"/>
                  <a:pt x="32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3" y="32"/>
                  <a:pt x="44" y="32"/>
                  <a:pt x="44" y="33"/>
                </a:cubicBezTo>
                <a:cubicBezTo>
                  <a:pt x="44" y="33"/>
                  <a:pt x="43" y="34"/>
                  <a:pt x="43" y="34"/>
                </a:cubicBezTo>
                <a:cubicBezTo>
                  <a:pt x="32" y="34"/>
                  <a:pt x="32" y="34"/>
                  <a:pt x="32" y="34"/>
                </a:cubicBezTo>
                <a:close/>
                <a:moveTo>
                  <a:pt x="16" y="34"/>
                </a:moveTo>
                <a:cubicBezTo>
                  <a:pt x="16" y="34"/>
                  <a:pt x="16" y="34"/>
                  <a:pt x="16" y="34"/>
                </a:cubicBezTo>
                <a:cubicBezTo>
                  <a:pt x="15" y="34"/>
                  <a:pt x="15" y="33"/>
                  <a:pt x="15" y="33"/>
                </a:cubicBezTo>
                <a:cubicBezTo>
                  <a:pt x="15" y="32"/>
                  <a:pt x="15" y="32"/>
                  <a:pt x="16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2"/>
                  <a:pt x="28" y="32"/>
                  <a:pt x="28" y="33"/>
                </a:cubicBezTo>
                <a:cubicBezTo>
                  <a:pt x="28" y="33"/>
                  <a:pt x="27" y="34"/>
                  <a:pt x="27" y="34"/>
                </a:cubicBezTo>
                <a:cubicBezTo>
                  <a:pt x="16" y="34"/>
                  <a:pt x="16" y="34"/>
                  <a:pt x="16" y="3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47" name="Freeform 181">
            <a:extLst>
              <a:ext uri="{FF2B5EF4-FFF2-40B4-BE49-F238E27FC236}">
                <a16:creationId xmlns:a16="http://schemas.microsoft.com/office/drawing/2014/main" id="{057393B0-8A54-6A84-FC5A-156AB9A70EE1}"/>
              </a:ext>
            </a:extLst>
          </p:cNvPr>
          <p:cNvSpPr>
            <a:spLocks noEditPoints="1"/>
          </p:cNvSpPr>
          <p:nvPr/>
        </p:nvSpPr>
        <p:spPr bwMode="auto">
          <a:xfrm>
            <a:off x="2039868" y="3437915"/>
            <a:ext cx="207433" cy="207433"/>
          </a:xfrm>
          <a:custGeom>
            <a:avLst/>
            <a:gdLst>
              <a:gd name="T0" fmla="*/ 130175 w 49"/>
              <a:gd name="T1" fmla="*/ 0 h 49"/>
              <a:gd name="T2" fmla="*/ 136525 w 49"/>
              <a:gd name="T3" fmla="*/ 3175 h 49"/>
              <a:gd name="T4" fmla="*/ 136525 w 49"/>
              <a:gd name="T5" fmla="*/ 3175 h 49"/>
              <a:gd name="T6" fmla="*/ 152400 w 49"/>
              <a:gd name="T7" fmla="*/ 19050 h 49"/>
              <a:gd name="T8" fmla="*/ 152400 w 49"/>
              <a:gd name="T9" fmla="*/ 19050 h 49"/>
              <a:gd name="T10" fmla="*/ 155575 w 49"/>
              <a:gd name="T11" fmla="*/ 25400 h 49"/>
              <a:gd name="T12" fmla="*/ 133350 w 49"/>
              <a:gd name="T13" fmla="*/ 47625 h 49"/>
              <a:gd name="T14" fmla="*/ 114300 w 49"/>
              <a:gd name="T15" fmla="*/ 50800 h 49"/>
              <a:gd name="T16" fmla="*/ 111125 w 49"/>
              <a:gd name="T17" fmla="*/ 114300 h 49"/>
              <a:gd name="T18" fmla="*/ 76200 w 49"/>
              <a:gd name="T19" fmla="*/ 127000 h 49"/>
              <a:gd name="T20" fmla="*/ 28575 w 49"/>
              <a:gd name="T21" fmla="*/ 79375 h 49"/>
              <a:gd name="T22" fmla="*/ 76200 w 49"/>
              <a:gd name="T23" fmla="*/ 31750 h 49"/>
              <a:gd name="T24" fmla="*/ 111125 w 49"/>
              <a:gd name="T25" fmla="*/ 34925 h 49"/>
              <a:gd name="T26" fmla="*/ 111125 w 49"/>
              <a:gd name="T27" fmla="*/ 22225 h 49"/>
              <a:gd name="T28" fmla="*/ 139700 w 49"/>
              <a:gd name="T29" fmla="*/ 60325 h 49"/>
              <a:gd name="T30" fmla="*/ 149225 w 49"/>
              <a:gd name="T31" fmla="*/ 57150 h 49"/>
              <a:gd name="T32" fmla="*/ 152400 w 49"/>
              <a:gd name="T33" fmla="*/ 79375 h 49"/>
              <a:gd name="T34" fmla="*/ 76200 w 49"/>
              <a:gd name="T35" fmla="*/ 155575 h 49"/>
              <a:gd name="T36" fmla="*/ 0 w 49"/>
              <a:gd name="T37" fmla="*/ 79375 h 49"/>
              <a:gd name="T38" fmla="*/ 76200 w 49"/>
              <a:gd name="T39" fmla="*/ 3175 h 49"/>
              <a:gd name="T40" fmla="*/ 98425 w 49"/>
              <a:gd name="T41" fmla="*/ 6350 h 49"/>
              <a:gd name="T42" fmla="*/ 95250 w 49"/>
              <a:gd name="T43" fmla="*/ 15875 h 49"/>
              <a:gd name="T44" fmla="*/ 76200 w 49"/>
              <a:gd name="T45" fmla="*/ 15875 h 49"/>
              <a:gd name="T46" fmla="*/ 12700 w 49"/>
              <a:gd name="T47" fmla="*/ 79375 h 49"/>
              <a:gd name="T48" fmla="*/ 76200 w 49"/>
              <a:gd name="T49" fmla="*/ 142875 h 49"/>
              <a:gd name="T50" fmla="*/ 142875 w 49"/>
              <a:gd name="T51" fmla="*/ 79375 h 49"/>
              <a:gd name="T52" fmla="*/ 139700 w 49"/>
              <a:gd name="T53" fmla="*/ 60325 h 49"/>
              <a:gd name="T54" fmla="*/ 76200 w 49"/>
              <a:gd name="T55" fmla="*/ 57150 h 49"/>
              <a:gd name="T56" fmla="*/ 101600 w 49"/>
              <a:gd name="T57" fmla="*/ 47625 h 49"/>
              <a:gd name="T58" fmla="*/ 47625 w 49"/>
              <a:gd name="T59" fmla="*/ 50800 h 49"/>
              <a:gd name="T60" fmla="*/ 47625 w 49"/>
              <a:gd name="T61" fmla="*/ 50800 h 49"/>
              <a:gd name="T62" fmla="*/ 47625 w 49"/>
              <a:gd name="T63" fmla="*/ 107950 h 49"/>
              <a:gd name="T64" fmla="*/ 104775 w 49"/>
              <a:gd name="T65" fmla="*/ 107950 h 49"/>
              <a:gd name="T66" fmla="*/ 117475 w 49"/>
              <a:gd name="T67" fmla="*/ 79375 h 49"/>
              <a:gd name="T68" fmla="*/ 95250 w 49"/>
              <a:gd name="T69" fmla="*/ 69850 h 49"/>
              <a:gd name="T70" fmla="*/ 92075 w 49"/>
              <a:gd name="T71" fmla="*/ 95250 h 49"/>
              <a:gd name="T72" fmla="*/ 76200 w 49"/>
              <a:gd name="T73" fmla="*/ 101600 h 49"/>
              <a:gd name="T74" fmla="*/ 60325 w 49"/>
              <a:gd name="T75" fmla="*/ 95250 h 49"/>
              <a:gd name="T76" fmla="*/ 60325 w 49"/>
              <a:gd name="T77" fmla="*/ 63500 h 49"/>
              <a:gd name="T78" fmla="*/ 76200 w 49"/>
              <a:gd name="T79" fmla="*/ 57150 h 49"/>
              <a:gd name="T80" fmla="*/ 82550 w 49"/>
              <a:gd name="T81" fmla="*/ 66675 h 49"/>
              <a:gd name="T82" fmla="*/ 66675 w 49"/>
              <a:gd name="T83" fmla="*/ 69850 h 49"/>
              <a:gd name="T84" fmla="*/ 63500 w 49"/>
              <a:gd name="T85" fmla="*/ 79375 h 49"/>
              <a:gd name="T86" fmla="*/ 76200 w 49"/>
              <a:gd name="T87" fmla="*/ 95250 h 49"/>
              <a:gd name="T88" fmla="*/ 85725 w 49"/>
              <a:gd name="T89" fmla="*/ 88900 h 49"/>
              <a:gd name="T90" fmla="*/ 92075 w 49"/>
              <a:gd name="T91" fmla="*/ 73025 h 49"/>
              <a:gd name="T92" fmla="*/ 73025 w 49"/>
              <a:gd name="T93" fmla="*/ 82550 h 49"/>
              <a:gd name="T94" fmla="*/ 82550 w 49"/>
              <a:gd name="T95" fmla="*/ 66675 h 49"/>
              <a:gd name="T96" fmla="*/ 130175 w 49"/>
              <a:gd name="T97" fmla="*/ 9525 h 49"/>
              <a:gd name="T98" fmla="*/ 117475 w 49"/>
              <a:gd name="T99" fmla="*/ 31750 h 49"/>
              <a:gd name="T100" fmla="*/ 130175 w 49"/>
              <a:gd name="T101" fmla="*/ 9525 h 49"/>
              <a:gd name="T102" fmla="*/ 136525 w 49"/>
              <a:gd name="T103" fmla="*/ 22225 h 49"/>
              <a:gd name="T104" fmla="*/ 130175 w 49"/>
              <a:gd name="T105" fmla="*/ 41275 h 49"/>
              <a:gd name="T106" fmla="*/ 136525 w 49"/>
              <a:gd name="T107" fmla="*/ 22225 h 4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9" h="49">
                <a:moveTo>
                  <a:pt x="35" y="7"/>
                </a:moveTo>
                <a:cubicBezTo>
                  <a:pt x="41" y="0"/>
                  <a:pt x="41" y="0"/>
                  <a:pt x="41" y="0"/>
                </a:cubicBezTo>
                <a:cubicBezTo>
                  <a:pt x="41" y="0"/>
                  <a:pt x="42" y="0"/>
                  <a:pt x="43" y="0"/>
                </a:cubicBezTo>
                <a:cubicBezTo>
                  <a:pt x="43" y="0"/>
                  <a:pt x="43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4" y="5"/>
                  <a:pt x="44" y="5"/>
                  <a:pt x="44" y="5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49" y="6"/>
                  <a:pt x="49" y="6"/>
                  <a:pt x="49" y="7"/>
                </a:cubicBezTo>
                <a:cubicBezTo>
                  <a:pt x="49" y="7"/>
                  <a:pt x="49" y="8"/>
                  <a:pt x="49" y="8"/>
                </a:cubicBezTo>
                <a:cubicBezTo>
                  <a:pt x="43" y="15"/>
                  <a:pt x="43" y="15"/>
                  <a:pt x="43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38" y="14"/>
                  <a:pt x="38" y="14"/>
                  <a:pt x="38" y="14"/>
                </a:cubicBezTo>
                <a:cubicBezTo>
                  <a:pt x="36" y="16"/>
                  <a:pt x="36" y="16"/>
                  <a:pt x="36" y="16"/>
                </a:cubicBezTo>
                <a:cubicBezTo>
                  <a:pt x="38" y="18"/>
                  <a:pt x="39" y="22"/>
                  <a:pt x="39" y="25"/>
                </a:cubicBezTo>
                <a:cubicBezTo>
                  <a:pt x="39" y="29"/>
                  <a:pt x="38" y="33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2" y="38"/>
                  <a:pt x="28" y="40"/>
                  <a:pt x="24" y="40"/>
                </a:cubicBezTo>
                <a:cubicBezTo>
                  <a:pt x="20" y="40"/>
                  <a:pt x="16" y="38"/>
                  <a:pt x="14" y="36"/>
                </a:cubicBezTo>
                <a:cubicBezTo>
                  <a:pt x="11" y="33"/>
                  <a:pt x="9" y="29"/>
                  <a:pt x="9" y="25"/>
                </a:cubicBezTo>
                <a:cubicBezTo>
                  <a:pt x="9" y="21"/>
                  <a:pt x="11" y="17"/>
                  <a:pt x="14" y="14"/>
                </a:cubicBezTo>
                <a:cubicBezTo>
                  <a:pt x="16" y="12"/>
                  <a:pt x="20" y="10"/>
                  <a:pt x="24" y="10"/>
                </a:cubicBezTo>
                <a:cubicBezTo>
                  <a:pt x="28" y="10"/>
                  <a:pt x="31" y="11"/>
                  <a:pt x="33" y="13"/>
                </a:cubicBezTo>
                <a:cubicBezTo>
                  <a:pt x="35" y="11"/>
                  <a:pt x="35" y="11"/>
                  <a:pt x="35" y="11"/>
                </a:cubicBezTo>
                <a:cubicBezTo>
                  <a:pt x="34" y="8"/>
                  <a:pt x="34" y="8"/>
                  <a:pt x="34" y="8"/>
                </a:cubicBezTo>
                <a:cubicBezTo>
                  <a:pt x="34" y="7"/>
                  <a:pt x="34" y="7"/>
                  <a:pt x="35" y="7"/>
                </a:cubicBezTo>
                <a:close/>
                <a:moveTo>
                  <a:pt x="44" y="19"/>
                </a:moveTo>
                <a:cubicBezTo>
                  <a:pt x="44" y="19"/>
                  <a:pt x="44" y="19"/>
                  <a:pt x="44" y="19"/>
                </a:cubicBezTo>
                <a:cubicBezTo>
                  <a:pt x="43" y="18"/>
                  <a:pt x="44" y="17"/>
                  <a:pt x="45" y="17"/>
                </a:cubicBezTo>
                <a:cubicBezTo>
                  <a:pt x="46" y="16"/>
                  <a:pt x="47" y="17"/>
                  <a:pt x="47" y="18"/>
                </a:cubicBezTo>
                <a:cubicBezTo>
                  <a:pt x="48" y="19"/>
                  <a:pt x="48" y="20"/>
                  <a:pt x="48" y="21"/>
                </a:cubicBezTo>
                <a:cubicBezTo>
                  <a:pt x="48" y="23"/>
                  <a:pt x="48" y="24"/>
                  <a:pt x="48" y="25"/>
                </a:cubicBezTo>
                <a:cubicBezTo>
                  <a:pt x="48" y="32"/>
                  <a:pt x="46" y="38"/>
                  <a:pt x="41" y="42"/>
                </a:cubicBezTo>
                <a:cubicBezTo>
                  <a:pt x="37" y="47"/>
                  <a:pt x="31" y="49"/>
                  <a:pt x="24" y="49"/>
                </a:cubicBezTo>
                <a:cubicBezTo>
                  <a:pt x="17" y="49"/>
                  <a:pt x="11" y="47"/>
                  <a:pt x="7" y="42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7" y="8"/>
                </a:cubicBezTo>
                <a:cubicBezTo>
                  <a:pt x="11" y="3"/>
                  <a:pt x="17" y="1"/>
                  <a:pt x="24" y="1"/>
                </a:cubicBezTo>
                <a:cubicBezTo>
                  <a:pt x="25" y="1"/>
                  <a:pt x="27" y="1"/>
                  <a:pt x="28" y="1"/>
                </a:cubicBezTo>
                <a:cubicBezTo>
                  <a:pt x="29" y="1"/>
                  <a:pt x="30" y="1"/>
                  <a:pt x="31" y="2"/>
                </a:cubicBezTo>
                <a:cubicBezTo>
                  <a:pt x="32" y="2"/>
                  <a:pt x="33" y="3"/>
                  <a:pt x="33" y="4"/>
                </a:cubicBezTo>
                <a:cubicBezTo>
                  <a:pt x="32" y="5"/>
                  <a:pt x="31" y="6"/>
                  <a:pt x="30" y="5"/>
                </a:cubicBezTo>
                <a:cubicBezTo>
                  <a:pt x="29" y="5"/>
                  <a:pt x="28" y="5"/>
                  <a:pt x="27" y="5"/>
                </a:cubicBezTo>
                <a:cubicBezTo>
                  <a:pt x="26" y="5"/>
                  <a:pt x="25" y="5"/>
                  <a:pt x="24" y="5"/>
                </a:cubicBezTo>
                <a:cubicBezTo>
                  <a:pt x="19" y="5"/>
                  <a:pt x="13" y="7"/>
                  <a:pt x="10" y="11"/>
                </a:cubicBezTo>
                <a:cubicBezTo>
                  <a:pt x="6" y="14"/>
                  <a:pt x="4" y="19"/>
                  <a:pt x="4" y="25"/>
                </a:cubicBezTo>
                <a:cubicBezTo>
                  <a:pt x="4" y="31"/>
                  <a:pt x="6" y="36"/>
                  <a:pt x="10" y="39"/>
                </a:cubicBezTo>
                <a:cubicBezTo>
                  <a:pt x="13" y="43"/>
                  <a:pt x="19" y="45"/>
                  <a:pt x="24" y="45"/>
                </a:cubicBezTo>
                <a:cubicBezTo>
                  <a:pt x="30" y="45"/>
                  <a:pt x="35" y="43"/>
                  <a:pt x="39" y="39"/>
                </a:cubicBezTo>
                <a:cubicBezTo>
                  <a:pt x="42" y="36"/>
                  <a:pt x="45" y="31"/>
                  <a:pt x="45" y="25"/>
                </a:cubicBezTo>
                <a:cubicBezTo>
                  <a:pt x="45" y="24"/>
                  <a:pt x="45" y="23"/>
                  <a:pt x="44" y="22"/>
                </a:cubicBezTo>
                <a:cubicBezTo>
                  <a:pt x="44" y="21"/>
                  <a:pt x="44" y="20"/>
                  <a:pt x="44" y="19"/>
                </a:cubicBezTo>
                <a:close/>
                <a:moveTo>
                  <a:pt x="24" y="18"/>
                </a:moveTo>
                <a:cubicBezTo>
                  <a:pt x="24" y="18"/>
                  <a:pt x="24" y="18"/>
                  <a:pt x="24" y="18"/>
                </a:cubicBezTo>
                <a:cubicBezTo>
                  <a:pt x="25" y="18"/>
                  <a:pt x="27" y="18"/>
                  <a:pt x="28" y="19"/>
                </a:cubicBezTo>
                <a:cubicBezTo>
                  <a:pt x="32" y="15"/>
                  <a:pt x="32" y="15"/>
                  <a:pt x="32" y="15"/>
                </a:cubicBezTo>
                <a:cubicBezTo>
                  <a:pt x="30" y="13"/>
                  <a:pt x="27" y="12"/>
                  <a:pt x="24" y="12"/>
                </a:cubicBezTo>
                <a:cubicBezTo>
                  <a:pt x="21" y="12"/>
                  <a:pt x="17" y="14"/>
                  <a:pt x="15" y="16"/>
                </a:cubicBezTo>
                <a:cubicBezTo>
                  <a:pt x="15" y="16"/>
                  <a:pt x="15" y="16"/>
                  <a:pt x="15" y="16"/>
                </a:cubicBezTo>
                <a:cubicBezTo>
                  <a:pt x="15" y="16"/>
                  <a:pt x="15" y="16"/>
                  <a:pt x="15" y="16"/>
                </a:cubicBezTo>
                <a:cubicBezTo>
                  <a:pt x="13" y="18"/>
                  <a:pt x="11" y="21"/>
                  <a:pt x="11" y="25"/>
                </a:cubicBezTo>
                <a:cubicBezTo>
                  <a:pt x="11" y="29"/>
                  <a:pt x="13" y="32"/>
                  <a:pt x="15" y="34"/>
                </a:cubicBezTo>
                <a:cubicBezTo>
                  <a:pt x="17" y="36"/>
                  <a:pt x="21" y="38"/>
                  <a:pt x="24" y="38"/>
                </a:cubicBezTo>
                <a:cubicBezTo>
                  <a:pt x="28" y="38"/>
                  <a:pt x="31" y="36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6" y="32"/>
                  <a:pt x="37" y="29"/>
                  <a:pt x="37" y="25"/>
                </a:cubicBezTo>
                <a:cubicBezTo>
                  <a:pt x="37" y="22"/>
                  <a:pt x="36" y="20"/>
                  <a:pt x="35" y="17"/>
                </a:cubicBezTo>
                <a:cubicBezTo>
                  <a:pt x="30" y="22"/>
                  <a:pt x="30" y="22"/>
                  <a:pt x="30" y="22"/>
                </a:cubicBezTo>
                <a:cubicBezTo>
                  <a:pt x="31" y="23"/>
                  <a:pt x="31" y="24"/>
                  <a:pt x="31" y="25"/>
                </a:cubicBezTo>
                <a:cubicBezTo>
                  <a:pt x="31" y="27"/>
                  <a:pt x="30" y="29"/>
                  <a:pt x="29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8" y="31"/>
                  <a:pt x="26" y="32"/>
                  <a:pt x="24" y="32"/>
                </a:cubicBezTo>
                <a:cubicBezTo>
                  <a:pt x="22" y="32"/>
                  <a:pt x="21" y="31"/>
                  <a:pt x="19" y="30"/>
                </a:cubicBezTo>
                <a:cubicBezTo>
                  <a:pt x="19" y="30"/>
                  <a:pt x="19" y="30"/>
                  <a:pt x="19" y="30"/>
                </a:cubicBezTo>
                <a:cubicBezTo>
                  <a:pt x="18" y="29"/>
                  <a:pt x="17" y="27"/>
                  <a:pt x="17" y="25"/>
                </a:cubicBezTo>
                <a:cubicBezTo>
                  <a:pt x="17" y="23"/>
                  <a:pt x="18" y="21"/>
                  <a:pt x="19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21" y="19"/>
                  <a:pt x="22" y="18"/>
                  <a:pt x="24" y="18"/>
                </a:cubicBezTo>
                <a:close/>
                <a:moveTo>
                  <a:pt x="26" y="21"/>
                </a:moveTo>
                <a:cubicBezTo>
                  <a:pt x="26" y="21"/>
                  <a:pt x="26" y="21"/>
                  <a:pt x="26" y="21"/>
                </a:cubicBezTo>
                <a:cubicBezTo>
                  <a:pt x="25" y="20"/>
                  <a:pt x="25" y="20"/>
                  <a:pt x="24" y="20"/>
                </a:cubicBezTo>
                <a:cubicBezTo>
                  <a:pt x="23" y="20"/>
                  <a:pt x="22" y="21"/>
                  <a:pt x="21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0" y="23"/>
                  <a:pt x="20" y="24"/>
                  <a:pt x="20" y="25"/>
                </a:cubicBezTo>
                <a:cubicBezTo>
                  <a:pt x="20" y="26"/>
                  <a:pt x="20" y="27"/>
                  <a:pt x="21" y="28"/>
                </a:cubicBezTo>
                <a:cubicBezTo>
                  <a:pt x="22" y="29"/>
                  <a:pt x="23" y="30"/>
                  <a:pt x="24" y="30"/>
                </a:cubicBezTo>
                <a:cubicBezTo>
                  <a:pt x="25" y="30"/>
                  <a:pt x="27" y="29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8" y="27"/>
                  <a:pt x="29" y="26"/>
                  <a:pt x="29" y="25"/>
                </a:cubicBezTo>
                <a:cubicBezTo>
                  <a:pt x="29" y="24"/>
                  <a:pt x="29" y="24"/>
                  <a:pt x="29" y="23"/>
                </a:cubicBezTo>
                <a:cubicBezTo>
                  <a:pt x="26" y="26"/>
                  <a:pt x="26" y="26"/>
                  <a:pt x="26" y="26"/>
                </a:cubicBezTo>
                <a:cubicBezTo>
                  <a:pt x="25" y="27"/>
                  <a:pt x="24" y="27"/>
                  <a:pt x="23" y="26"/>
                </a:cubicBezTo>
                <a:cubicBezTo>
                  <a:pt x="22" y="26"/>
                  <a:pt x="22" y="24"/>
                  <a:pt x="23" y="24"/>
                </a:cubicBezTo>
                <a:cubicBezTo>
                  <a:pt x="26" y="21"/>
                  <a:pt x="26" y="21"/>
                  <a:pt x="26" y="21"/>
                </a:cubicBezTo>
                <a:close/>
                <a:moveTo>
                  <a:pt x="41" y="3"/>
                </a:moveTo>
                <a:cubicBezTo>
                  <a:pt x="41" y="3"/>
                  <a:pt x="41" y="3"/>
                  <a:pt x="41" y="3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10"/>
                  <a:pt x="37" y="10"/>
                  <a:pt x="37" y="10"/>
                </a:cubicBezTo>
                <a:cubicBezTo>
                  <a:pt x="42" y="6"/>
                  <a:pt x="42" y="6"/>
                  <a:pt x="42" y="6"/>
                </a:cubicBezTo>
                <a:cubicBezTo>
                  <a:pt x="41" y="3"/>
                  <a:pt x="41" y="3"/>
                  <a:pt x="41" y="3"/>
                </a:cubicBezTo>
                <a:close/>
                <a:moveTo>
                  <a:pt x="43" y="7"/>
                </a:moveTo>
                <a:cubicBezTo>
                  <a:pt x="43" y="7"/>
                  <a:pt x="43" y="7"/>
                  <a:pt x="43" y="7"/>
                </a:cubicBezTo>
                <a:cubicBezTo>
                  <a:pt x="39" y="12"/>
                  <a:pt x="39" y="12"/>
                  <a:pt x="39" y="12"/>
                </a:cubicBezTo>
                <a:cubicBezTo>
                  <a:pt x="41" y="13"/>
                  <a:pt x="41" y="13"/>
                  <a:pt x="41" y="13"/>
                </a:cubicBezTo>
                <a:cubicBezTo>
                  <a:pt x="46" y="8"/>
                  <a:pt x="46" y="8"/>
                  <a:pt x="46" y="8"/>
                </a:cubicBezTo>
                <a:cubicBezTo>
                  <a:pt x="43" y="7"/>
                  <a:pt x="43" y="7"/>
                  <a:pt x="43" y="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48" name="Freeform 182">
            <a:extLst>
              <a:ext uri="{FF2B5EF4-FFF2-40B4-BE49-F238E27FC236}">
                <a16:creationId xmlns:a16="http://schemas.microsoft.com/office/drawing/2014/main" id="{E6B418A7-5519-99DD-5769-E0F63EFBC247}"/>
              </a:ext>
            </a:extLst>
          </p:cNvPr>
          <p:cNvSpPr>
            <a:spLocks noEditPoints="1"/>
          </p:cNvSpPr>
          <p:nvPr/>
        </p:nvSpPr>
        <p:spPr bwMode="auto">
          <a:xfrm>
            <a:off x="2789168" y="3437915"/>
            <a:ext cx="201084" cy="207433"/>
          </a:xfrm>
          <a:custGeom>
            <a:avLst/>
            <a:gdLst>
              <a:gd name="T0" fmla="*/ 99472 w 47"/>
              <a:gd name="T1" fmla="*/ 142875 h 49"/>
              <a:gd name="T2" fmla="*/ 73802 w 47"/>
              <a:gd name="T3" fmla="*/ 155575 h 49"/>
              <a:gd name="T4" fmla="*/ 51341 w 47"/>
              <a:gd name="T5" fmla="*/ 142875 h 49"/>
              <a:gd name="T6" fmla="*/ 38505 w 47"/>
              <a:gd name="T7" fmla="*/ 114300 h 49"/>
              <a:gd name="T8" fmla="*/ 73802 w 47"/>
              <a:gd name="T9" fmla="*/ 25400 h 49"/>
              <a:gd name="T10" fmla="*/ 112308 w 47"/>
              <a:gd name="T11" fmla="*/ 114300 h 49"/>
              <a:gd name="T12" fmla="*/ 73802 w 47"/>
              <a:gd name="T13" fmla="*/ 69850 h 49"/>
              <a:gd name="T14" fmla="*/ 93055 w 47"/>
              <a:gd name="T15" fmla="*/ 69850 h 49"/>
              <a:gd name="T16" fmla="*/ 93055 w 47"/>
              <a:gd name="T17" fmla="*/ 79375 h 49"/>
              <a:gd name="T18" fmla="*/ 80220 w 47"/>
              <a:gd name="T19" fmla="*/ 76200 h 49"/>
              <a:gd name="T20" fmla="*/ 67385 w 47"/>
              <a:gd name="T21" fmla="*/ 76200 h 49"/>
              <a:gd name="T22" fmla="*/ 57758 w 47"/>
              <a:gd name="T23" fmla="*/ 79375 h 49"/>
              <a:gd name="T24" fmla="*/ 57758 w 47"/>
              <a:gd name="T25" fmla="*/ 69850 h 49"/>
              <a:gd name="T26" fmla="*/ 73802 w 47"/>
              <a:gd name="T27" fmla="*/ 69850 h 49"/>
              <a:gd name="T28" fmla="*/ 73802 w 47"/>
              <a:gd name="T29" fmla="*/ 19050 h 49"/>
              <a:gd name="T30" fmla="*/ 73802 w 47"/>
              <a:gd name="T31" fmla="*/ 0 h 49"/>
              <a:gd name="T32" fmla="*/ 109099 w 47"/>
              <a:gd name="T33" fmla="*/ 25400 h 49"/>
              <a:gd name="T34" fmla="*/ 102681 w 47"/>
              <a:gd name="T35" fmla="*/ 22225 h 49"/>
              <a:gd name="T36" fmla="*/ 115516 w 47"/>
              <a:gd name="T37" fmla="*/ 15875 h 49"/>
              <a:gd name="T38" fmla="*/ 128351 w 47"/>
              <a:gd name="T39" fmla="*/ 50800 h 49"/>
              <a:gd name="T40" fmla="*/ 134769 w 47"/>
              <a:gd name="T41" fmla="*/ 38100 h 49"/>
              <a:gd name="T42" fmla="*/ 128351 w 47"/>
              <a:gd name="T43" fmla="*/ 50800 h 49"/>
              <a:gd name="T44" fmla="*/ 131560 w 47"/>
              <a:gd name="T45" fmla="*/ 76200 h 49"/>
              <a:gd name="T46" fmla="*/ 150813 w 47"/>
              <a:gd name="T47" fmla="*/ 76200 h 49"/>
              <a:gd name="T48" fmla="*/ 125143 w 47"/>
              <a:gd name="T49" fmla="*/ 111125 h 49"/>
              <a:gd name="T50" fmla="*/ 128351 w 47"/>
              <a:gd name="T51" fmla="*/ 104775 h 49"/>
              <a:gd name="T52" fmla="*/ 134769 w 47"/>
              <a:gd name="T53" fmla="*/ 114300 h 49"/>
              <a:gd name="T54" fmla="*/ 19253 w 47"/>
              <a:gd name="T55" fmla="*/ 104775 h 49"/>
              <a:gd name="T56" fmla="*/ 12835 w 47"/>
              <a:gd name="T57" fmla="*/ 114300 h 49"/>
              <a:gd name="T58" fmla="*/ 19253 w 47"/>
              <a:gd name="T59" fmla="*/ 104775 h 49"/>
              <a:gd name="T60" fmla="*/ 19253 w 47"/>
              <a:gd name="T61" fmla="*/ 76200 h 49"/>
              <a:gd name="T62" fmla="*/ 0 w 47"/>
              <a:gd name="T63" fmla="*/ 76200 h 49"/>
              <a:gd name="T64" fmla="*/ 25670 w 47"/>
              <a:gd name="T65" fmla="*/ 44450 h 49"/>
              <a:gd name="T66" fmla="*/ 19253 w 47"/>
              <a:gd name="T67" fmla="*/ 50800 h 49"/>
              <a:gd name="T68" fmla="*/ 12835 w 47"/>
              <a:gd name="T69" fmla="*/ 38100 h 49"/>
              <a:gd name="T70" fmla="*/ 48132 w 47"/>
              <a:gd name="T71" fmla="*/ 22225 h 49"/>
              <a:gd name="T72" fmla="*/ 35297 w 47"/>
              <a:gd name="T73" fmla="*/ 15875 h 49"/>
              <a:gd name="T74" fmla="*/ 48132 w 47"/>
              <a:gd name="T75" fmla="*/ 22225 h 49"/>
              <a:gd name="T76" fmla="*/ 96264 w 47"/>
              <a:gd name="T77" fmla="*/ 111125 h 49"/>
              <a:gd name="T78" fmla="*/ 102681 w 47"/>
              <a:gd name="T79" fmla="*/ 47625 h 49"/>
              <a:gd name="T80" fmla="*/ 35297 w 47"/>
              <a:gd name="T81" fmla="*/ 76200 h 49"/>
              <a:gd name="T82" fmla="*/ 54549 w 47"/>
              <a:gd name="T83" fmla="*/ 111125 h 49"/>
              <a:gd name="T84" fmla="*/ 57758 w 47"/>
              <a:gd name="T85" fmla="*/ 123825 h 49"/>
              <a:gd name="T86" fmla="*/ 64176 w 47"/>
              <a:gd name="T87" fmla="*/ 133350 h 49"/>
              <a:gd name="T88" fmla="*/ 70593 w 47"/>
              <a:gd name="T89" fmla="*/ 142875 h 49"/>
              <a:gd name="T90" fmla="*/ 77011 w 47"/>
              <a:gd name="T91" fmla="*/ 142875 h 49"/>
              <a:gd name="T92" fmla="*/ 80220 w 47"/>
              <a:gd name="T93" fmla="*/ 139700 h 49"/>
              <a:gd name="T94" fmla="*/ 93055 w 47"/>
              <a:gd name="T95" fmla="*/ 123825 h 4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7" h="49">
                <a:moveTo>
                  <a:pt x="33" y="37"/>
                </a:moveTo>
                <a:cubicBezTo>
                  <a:pt x="33" y="44"/>
                  <a:pt x="33" y="44"/>
                  <a:pt x="33" y="44"/>
                </a:cubicBezTo>
                <a:cubicBezTo>
                  <a:pt x="33" y="45"/>
                  <a:pt x="32" y="45"/>
                  <a:pt x="31" y="45"/>
                </a:cubicBezTo>
                <a:cubicBezTo>
                  <a:pt x="28" y="45"/>
                  <a:pt x="28" y="45"/>
                  <a:pt x="28" y="45"/>
                </a:cubicBezTo>
                <a:cubicBezTo>
                  <a:pt x="28" y="46"/>
                  <a:pt x="28" y="47"/>
                  <a:pt x="27" y="47"/>
                </a:cubicBezTo>
                <a:cubicBezTo>
                  <a:pt x="26" y="48"/>
                  <a:pt x="25" y="49"/>
                  <a:pt x="23" y="49"/>
                </a:cubicBezTo>
                <a:cubicBezTo>
                  <a:pt x="22" y="49"/>
                  <a:pt x="21" y="48"/>
                  <a:pt x="20" y="47"/>
                </a:cubicBezTo>
                <a:cubicBezTo>
                  <a:pt x="19" y="47"/>
                  <a:pt x="19" y="46"/>
                  <a:pt x="18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5" y="45"/>
                  <a:pt x="14" y="45"/>
                  <a:pt x="14" y="44"/>
                </a:cubicBezTo>
                <a:cubicBezTo>
                  <a:pt x="14" y="37"/>
                  <a:pt x="14" y="37"/>
                  <a:pt x="14" y="37"/>
                </a:cubicBezTo>
                <a:cubicBezTo>
                  <a:pt x="13" y="37"/>
                  <a:pt x="12" y="36"/>
                  <a:pt x="12" y="36"/>
                </a:cubicBezTo>
                <a:cubicBezTo>
                  <a:pt x="9" y="33"/>
                  <a:pt x="7" y="28"/>
                  <a:pt x="7" y="24"/>
                </a:cubicBezTo>
                <a:cubicBezTo>
                  <a:pt x="7" y="20"/>
                  <a:pt x="9" y="16"/>
                  <a:pt x="12" y="13"/>
                </a:cubicBezTo>
                <a:cubicBezTo>
                  <a:pt x="15" y="10"/>
                  <a:pt x="19" y="8"/>
                  <a:pt x="23" y="8"/>
                </a:cubicBezTo>
                <a:cubicBezTo>
                  <a:pt x="28" y="8"/>
                  <a:pt x="32" y="10"/>
                  <a:pt x="35" y="13"/>
                </a:cubicBezTo>
                <a:cubicBezTo>
                  <a:pt x="38" y="16"/>
                  <a:pt x="40" y="20"/>
                  <a:pt x="40" y="24"/>
                </a:cubicBezTo>
                <a:cubicBezTo>
                  <a:pt x="40" y="28"/>
                  <a:pt x="38" y="33"/>
                  <a:pt x="35" y="36"/>
                </a:cubicBezTo>
                <a:cubicBezTo>
                  <a:pt x="34" y="36"/>
                  <a:pt x="33" y="37"/>
                  <a:pt x="33" y="37"/>
                </a:cubicBezTo>
                <a:close/>
                <a:moveTo>
                  <a:pt x="23" y="22"/>
                </a:moveTo>
                <a:cubicBezTo>
                  <a:pt x="23" y="22"/>
                  <a:pt x="23" y="22"/>
                  <a:pt x="23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5" y="21"/>
                  <a:pt x="26" y="21"/>
                  <a:pt x="27" y="21"/>
                </a:cubicBezTo>
                <a:cubicBezTo>
                  <a:pt x="27" y="21"/>
                  <a:pt x="28" y="21"/>
                  <a:pt x="29" y="22"/>
                </a:cubicBezTo>
                <a:cubicBezTo>
                  <a:pt x="29" y="22"/>
                  <a:pt x="30" y="22"/>
                  <a:pt x="31" y="23"/>
                </a:cubicBezTo>
                <a:cubicBezTo>
                  <a:pt x="31" y="23"/>
                  <a:pt x="31" y="24"/>
                  <a:pt x="31" y="25"/>
                </a:cubicBezTo>
                <a:cubicBezTo>
                  <a:pt x="30" y="25"/>
                  <a:pt x="29" y="25"/>
                  <a:pt x="29" y="25"/>
                </a:cubicBezTo>
                <a:cubicBezTo>
                  <a:pt x="29" y="24"/>
                  <a:pt x="28" y="24"/>
                  <a:pt x="28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6" y="24"/>
                  <a:pt x="26" y="24"/>
                  <a:pt x="25" y="24"/>
                </a:cubicBezTo>
                <a:cubicBezTo>
                  <a:pt x="25" y="24"/>
                  <a:pt x="24" y="24"/>
                  <a:pt x="24" y="25"/>
                </a:cubicBezTo>
                <a:cubicBezTo>
                  <a:pt x="24" y="25"/>
                  <a:pt x="23" y="25"/>
                  <a:pt x="23" y="25"/>
                </a:cubicBezTo>
                <a:cubicBezTo>
                  <a:pt x="22" y="24"/>
                  <a:pt x="22" y="24"/>
                  <a:pt x="21" y="24"/>
                </a:cubicBezTo>
                <a:cubicBezTo>
                  <a:pt x="21" y="24"/>
                  <a:pt x="21" y="24"/>
                  <a:pt x="20" y="24"/>
                </a:cubicBezTo>
                <a:cubicBezTo>
                  <a:pt x="20" y="24"/>
                  <a:pt x="19" y="24"/>
                  <a:pt x="19" y="24"/>
                </a:cubicBezTo>
                <a:cubicBezTo>
                  <a:pt x="18" y="24"/>
                  <a:pt x="18" y="24"/>
                  <a:pt x="18" y="25"/>
                </a:cubicBezTo>
                <a:cubicBezTo>
                  <a:pt x="17" y="25"/>
                  <a:pt x="17" y="25"/>
                  <a:pt x="16" y="25"/>
                </a:cubicBezTo>
                <a:cubicBezTo>
                  <a:pt x="16" y="24"/>
                  <a:pt x="16" y="23"/>
                  <a:pt x="16" y="23"/>
                </a:cubicBezTo>
                <a:cubicBezTo>
                  <a:pt x="17" y="22"/>
                  <a:pt x="17" y="22"/>
                  <a:pt x="18" y="22"/>
                </a:cubicBezTo>
                <a:cubicBezTo>
                  <a:pt x="19" y="21"/>
                  <a:pt x="19" y="21"/>
                  <a:pt x="20" y="21"/>
                </a:cubicBezTo>
                <a:cubicBezTo>
                  <a:pt x="21" y="21"/>
                  <a:pt x="22" y="21"/>
                  <a:pt x="22" y="22"/>
                </a:cubicBezTo>
                <a:cubicBezTo>
                  <a:pt x="23" y="22"/>
                  <a:pt x="23" y="22"/>
                  <a:pt x="23" y="22"/>
                </a:cubicBezTo>
                <a:close/>
                <a:moveTo>
                  <a:pt x="24" y="5"/>
                </a:moveTo>
                <a:cubicBezTo>
                  <a:pt x="24" y="5"/>
                  <a:pt x="24" y="5"/>
                  <a:pt x="24" y="5"/>
                </a:cubicBezTo>
                <a:cubicBezTo>
                  <a:pt x="24" y="6"/>
                  <a:pt x="24" y="6"/>
                  <a:pt x="23" y="6"/>
                </a:cubicBezTo>
                <a:cubicBezTo>
                  <a:pt x="23" y="6"/>
                  <a:pt x="22" y="6"/>
                  <a:pt x="22" y="5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1"/>
                  <a:pt x="23" y="0"/>
                  <a:pt x="23" y="0"/>
                </a:cubicBezTo>
                <a:cubicBezTo>
                  <a:pt x="24" y="0"/>
                  <a:pt x="24" y="1"/>
                  <a:pt x="24" y="2"/>
                </a:cubicBezTo>
                <a:cubicBezTo>
                  <a:pt x="24" y="5"/>
                  <a:pt x="24" y="5"/>
                  <a:pt x="24" y="5"/>
                </a:cubicBezTo>
                <a:close/>
                <a:moveTo>
                  <a:pt x="34" y="8"/>
                </a:move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2" y="9"/>
                </a:cubicBezTo>
                <a:cubicBezTo>
                  <a:pt x="32" y="8"/>
                  <a:pt x="31" y="8"/>
                  <a:pt x="32" y="7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3"/>
                  <a:pt x="35" y="3"/>
                  <a:pt x="35" y="4"/>
                </a:cubicBezTo>
                <a:cubicBezTo>
                  <a:pt x="36" y="4"/>
                  <a:pt x="36" y="5"/>
                  <a:pt x="36" y="5"/>
                </a:cubicBezTo>
                <a:cubicBezTo>
                  <a:pt x="34" y="8"/>
                  <a:pt x="34" y="8"/>
                  <a:pt x="34" y="8"/>
                </a:cubicBezTo>
                <a:close/>
                <a:moveTo>
                  <a:pt x="40" y="16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6"/>
                  <a:pt x="39" y="16"/>
                  <a:pt x="39" y="15"/>
                </a:cubicBezTo>
                <a:cubicBezTo>
                  <a:pt x="38" y="15"/>
                  <a:pt x="39" y="14"/>
                  <a:pt x="39" y="14"/>
                </a:cubicBezTo>
                <a:cubicBezTo>
                  <a:pt x="42" y="12"/>
                  <a:pt x="42" y="12"/>
                  <a:pt x="42" y="12"/>
                </a:cubicBezTo>
                <a:cubicBezTo>
                  <a:pt x="43" y="12"/>
                  <a:pt x="44" y="12"/>
                  <a:pt x="44" y="12"/>
                </a:cubicBezTo>
                <a:cubicBezTo>
                  <a:pt x="44" y="13"/>
                  <a:pt x="44" y="14"/>
                  <a:pt x="43" y="14"/>
                </a:cubicBezTo>
                <a:cubicBezTo>
                  <a:pt x="40" y="16"/>
                  <a:pt x="40" y="16"/>
                  <a:pt x="40" y="16"/>
                </a:cubicBezTo>
                <a:close/>
                <a:moveTo>
                  <a:pt x="42" y="25"/>
                </a:moveTo>
                <a:cubicBezTo>
                  <a:pt x="42" y="25"/>
                  <a:pt x="42" y="25"/>
                  <a:pt x="42" y="25"/>
                </a:cubicBezTo>
                <a:cubicBezTo>
                  <a:pt x="42" y="25"/>
                  <a:pt x="41" y="25"/>
                  <a:pt x="41" y="24"/>
                </a:cubicBezTo>
                <a:cubicBezTo>
                  <a:pt x="41" y="24"/>
                  <a:pt x="42" y="23"/>
                  <a:pt x="42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7" y="23"/>
                  <a:pt x="47" y="24"/>
                  <a:pt x="47" y="24"/>
                </a:cubicBezTo>
                <a:cubicBezTo>
                  <a:pt x="47" y="25"/>
                  <a:pt x="47" y="25"/>
                  <a:pt x="46" y="25"/>
                </a:cubicBezTo>
                <a:cubicBezTo>
                  <a:pt x="42" y="25"/>
                  <a:pt x="42" y="25"/>
                  <a:pt x="42" y="25"/>
                </a:cubicBezTo>
                <a:close/>
                <a:moveTo>
                  <a:pt x="39" y="35"/>
                </a:moveTo>
                <a:cubicBezTo>
                  <a:pt x="39" y="35"/>
                  <a:pt x="39" y="35"/>
                  <a:pt x="39" y="35"/>
                </a:cubicBezTo>
                <a:cubicBezTo>
                  <a:pt x="39" y="34"/>
                  <a:pt x="38" y="34"/>
                  <a:pt x="39" y="33"/>
                </a:cubicBezTo>
                <a:cubicBezTo>
                  <a:pt x="39" y="32"/>
                  <a:pt x="40" y="32"/>
                  <a:pt x="40" y="33"/>
                </a:cubicBezTo>
                <a:cubicBezTo>
                  <a:pt x="43" y="34"/>
                  <a:pt x="43" y="34"/>
                  <a:pt x="43" y="34"/>
                </a:cubicBezTo>
                <a:cubicBezTo>
                  <a:pt x="44" y="35"/>
                  <a:pt x="44" y="35"/>
                  <a:pt x="44" y="36"/>
                </a:cubicBezTo>
                <a:cubicBezTo>
                  <a:pt x="44" y="37"/>
                  <a:pt x="43" y="37"/>
                  <a:pt x="42" y="36"/>
                </a:cubicBezTo>
                <a:cubicBezTo>
                  <a:pt x="39" y="35"/>
                  <a:pt x="39" y="35"/>
                  <a:pt x="39" y="35"/>
                </a:cubicBezTo>
                <a:close/>
                <a:moveTo>
                  <a:pt x="6" y="33"/>
                </a:moveTo>
                <a:cubicBezTo>
                  <a:pt x="6" y="33"/>
                  <a:pt x="6" y="33"/>
                  <a:pt x="6" y="33"/>
                </a:cubicBezTo>
                <a:cubicBezTo>
                  <a:pt x="7" y="32"/>
                  <a:pt x="8" y="32"/>
                  <a:pt x="8" y="33"/>
                </a:cubicBezTo>
                <a:cubicBezTo>
                  <a:pt x="8" y="34"/>
                  <a:pt x="8" y="34"/>
                  <a:pt x="8" y="35"/>
                </a:cubicBezTo>
                <a:cubicBezTo>
                  <a:pt x="4" y="36"/>
                  <a:pt x="4" y="36"/>
                  <a:pt x="4" y="36"/>
                </a:cubicBezTo>
                <a:cubicBezTo>
                  <a:pt x="4" y="37"/>
                  <a:pt x="3" y="37"/>
                  <a:pt x="3" y="36"/>
                </a:cubicBezTo>
                <a:cubicBezTo>
                  <a:pt x="2" y="35"/>
                  <a:pt x="3" y="35"/>
                  <a:pt x="3" y="34"/>
                </a:cubicBezTo>
                <a:cubicBezTo>
                  <a:pt x="6" y="33"/>
                  <a:pt x="6" y="33"/>
                  <a:pt x="6" y="33"/>
                </a:cubicBezTo>
                <a:close/>
                <a:moveTo>
                  <a:pt x="4" y="23"/>
                </a:moveTo>
                <a:cubicBezTo>
                  <a:pt x="4" y="23"/>
                  <a:pt x="4" y="23"/>
                  <a:pt x="4" y="23"/>
                </a:cubicBezTo>
                <a:cubicBezTo>
                  <a:pt x="5" y="23"/>
                  <a:pt x="6" y="24"/>
                  <a:pt x="6" y="24"/>
                </a:cubicBezTo>
                <a:cubicBezTo>
                  <a:pt x="6" y="25"/>
                  <a:pt x="5" y="25"/>
                  <a:pt x="4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5"/>
                  <a:pt x="0" y="25"/>
                  <a:pt x="0" y="24"/>
                </a:cubicBezTo>
                <a:cubicBezTo>
                  <a:pt x="0" y="24"/>
                  <a:pt x="0" y="23"/>
                  <a:pt x="1" y="23"/>
                </a:cubicBezTo>
                <a:cubicBezTo>
                  <a:pt x="4" y="23"/>
                  <a:pt x="4" y="23"/>
                  <a:pt x="4" y="23"/>
                </a:cubicBezTo>
                <a:close/>
                <a:moveTo>
                  <a:pt x="8" y="14"/>
                </a:move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5"/>
                  <a:pt x="8" y="15"/>
                </a:cubicBezTo>
                <a:cubicBezTo>
                  <a:pt x="8" y="16"/>
                  <a:pt x="7" y="16"/>
                  <a:pt x="6" y="16"/>
                </a:cubicBezTo>
                <a:cubicBezTo>
                  <a:pt x="3" y="14"/>
                  <a:pt x="3" y="14"/>
                  <a:pt x="3" y="14"/>
                </a:cubicBezTo>
                <a:cubicBezTo>
                  <a:pt x="3" y="14"/>
                  <a:pt x="2" y="13"/>
                  <a:pt x="3" y="12"/>
                </a:cubicBezTo>
                <a:cubicBezTo>
                  <a:pt x="3" y="12"/>
                  <a:pt x="4" y="12"/>
                  <a:pt x="4" y="12"/>
                </a:cubicBezTo>
                <a:cubicBezTo>
                  <a:pt x="8" y="14"/>
                  <a:pt x="8" y="14"/>
                  <a:pt x="8" y="14"/>
                </a:cubicBezTo>
                <a:close/>
                <a:moveTo>
                  <a:pt x="15" y="7"/>
                </a:moveTo>
                <a:cubicBezTo>
                  <a:pt x="15" y="7"/>
                  <a:pt x="15" y="7"/>
                  <a:pt x="15" y="7"/>
                </a:cubicBezTo>
                <a:cubicBezTo>
                  <a:pt x="15" y="8"/>
                  <a:pt x="15" y="8"/>
                  <a:pt x="14" y="9"/>
                </a:cubicBezTo>
                <a:cubicBezTo>
                  <a:pt x="14" y="9"/>
                  <a:pt x="13" y="9"/>
                  <a:pt x="13" y="8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4"/>
                  <a:pt x="11" y="4"/>
                </a:cubicBezTo>
                <a:cubicBezTo>
                  <a:pt x="12" y="3"/>
                  <a:pt x="13" y="3"/>
                  <a:pt x="13" y="4"/>
                </a:cubicBezTo>
                <a:cubicBezTo>
                  <a:pt x="15" y="7"/>
                  <a:pt x="15" y="7"/>
                  <a:pt x="15" y="7"/>
                </a:cubicBezTo>
                <a:close/>
                <a:moveTo>
                  <a:pt x="30" y="35"/>
                </a:moveTo>
                <a:cubicBezTo>
                  <a:pt x="30" y="35"/>
                  <a:pt x="30" y="35"/>
                  <a:pt x="30" y="35"/>
                </a:cubicBezTo>
                <a:cubicBezTo>
                  <a:pt x="30" y="35"/>
                  <a:pt x="30" y="35"/>
                  <a:pt x="30" y="35"/>
                </a:cubicBezTo>
                <a:cubicBezTo>
                  <a:pt x="31" y="34"/>
                  <a:pt x="31" y="34"/>
                  <a:pt x="32" y="33"/>
                </a:cubicBezTo>
                <a:cubicBezTo>
                  <a:pt x="34" y="31"/>
                  <a:pt x="36" y="27"/>
                  <a:pt x="36" y="24"/>
                </a:cubicBezTo>
                <a:cubicBezTo>
                  <a:pt x="36" y="21"/>
                  <a:pt x="34" y="18"/>
                  <a:pt x="32" y="15"/>
                </a:cubicBezTo>
                <a:cubicBezTo>
                  <a:pt x="30" y="13"/>
                  <a:pt x="27" y="12"/>
                  <a:pt x="23" y="12"/>
                </a:cubicBezTo>
                <a:cubicBezTo>
                  <a:pt x="20" y="12"/>
                  <a:pt x="17" y="13"/>
                  <a:pt x="15" y="15"/>
                </a:cubicBezTo>
                <a:cubicBezTo>
                  <a:pt x="12" y="18"/>
                  <a:pt x="11" y="21"/>
                  <a:pt x="11" y="24"/>
                </a:cubicBezTo>
                <a:cubicBezTo>
                  <a:pt x="11" y="27"/>
                  <a:pt x="12" y="31"/>
                  <a:pt x="15" y="33"/>
                </a:cubicBezTo>
                <a:cubicBezTo>
                  <a:pt x="15" y="34"/>
                  <a:pt x="16" y="34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9" y="36"/>
                  <a:pt x="21" y="36"/>
                  <a:pt x="23" y="36"/>
                </a:cubicBezTo>
                <a:cubicBezTo>
                  <a:pt x="26" y="36"/>
                  <a:pt x="28" y="36"/>
                  <a:pt x="30" y="35"/>
                </a:cubicBezTo>
                <a:close/>
                <a:moveTo>
                  <a:pt x="18" y="39"/>
                </a:moveTo>
                <a:cubicBezTo>
                  <a:pt x="18" y="39"/>
                  <a:pt x="18" y="39"/>
                  <a:pt x="18" y="39"/>
                </a:cubicBezTo>
                <a:cubicBezTo>
                  <a:pt x="18" y="42"/>
                  <a:pt x="18" y="42"/>
                  <a:pt x="18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1" y="42"/>
                  <a:pt x="22" y="42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2" y="45"/>
                </a:cubicBezTo>
                <a:cubicBezTo>
                  <a:pt x="22" y="45"/>
                  <a:pt x="22" y="45"/>
                  <a:pt x="22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4" y="45"/>
                  <a:pt x="24" y="45"/>
                  <a:pt x="24" y="45"/>
                </a:cubicBezTo>
                <a:cubicBezTo>
                  <a:pt x="24" y="45"/>
                  <a:pt x="24" y="45"/>
                  <a:pt x="24" y="45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2"/>
                  <a:pt x="26" y="42"/>
                  <a:pt x="27" y="42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39"/>
                  <a:pt x="29" y="39"/>
                  <a:pt x="29" y="39"/>
                </a:cubicBezTo>
                <a:cubicBezTo>
                  <a:pt x="27" y="40"/>
                  <a:pt x="25" y="40"/>
                  <a:pt x="23" y="40"/>
                </a:cubicBezTo>
                <a:cubicBezTo>
                  <a:pt x="21" y="40"/>
                  <a:pt x="20" y="40"/>
                  <a:pt x="18" y="3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49" name="Freeform 183">
            <a:extLst>
              <a:ext uri="{FF2B5EF4-FFF2-40B4-BE49-F238E27FC236}">
                <a16:creationId xmlns:a16="http://schemas.microsoft.com/office/drawing/2014/main" id="{89A3BAF2-AAF8-52C8-8258-0F532BD4DECB}"/>
              </a:ext>
            </a:extLst>
          </p:cNvPr>
          <p:cNvSpPr>
            <a:spLocks noEditPoints="1"/>
          </p:cNvSpPr>
          <p:nvPr/>
        </p:nvSpPr>
        <p:spPr bwMode="auto">
          <a:xfrm>
            <a:off x="2780701" y="3916281"/>
            <a:ext cx="213784" cy="173567"/>
          </a:xfrm>
          <a:custGeom>
            <a:avLst/>
            <a:gdLst>
              <a:gd name="T0" fmla="*/ 19241 w 50"/>
              <a:gd name="T1" fmla="*/ 85725 h 41"/>
              <a:gd name="T2" fmla="*/ 28861 w 50"/>
              <a:gd name="T3" fmla="*/ 101600 h 41"/>
              <a:gd name="T4" fmla="*/ 48101 w 50"/>
              <a:gd name="T5" fmla="*/ 98425 h 41"/>
              <a:gd name="T6" fmla="*/ 80169 w 50"/>
              <a:gd name="T7" fmla="*/ 73025 h 41"/>
              <a:gd name="T8" fmla="*/ 64135 w 50"/>
              <a:gd name="T9" fmla="*/ 85725 h 41"/>
              <a:gd name="T10" fmla="*/ 73755 w 50"/>
              <a:gd name="T11" fmla="*/ 101600 h 41"/>
              <a:gd name="T12" fmla="*/ 86583 w 50"/>
              <a:gd name="T13" fmla="*/ 101600 h 41"/>
              <a:gd name="T14" fmla="*/ 80169 w 50"/>
              <a:gd name="T15" fmla="*/ 73025 h 41"/>
              <a:gd name="T16" fmla="*/ 105823 w 50"/>
              <a:gd name="T17" fmla="*/ 85725 h 41"/>
              <a:gd name="T18" fmla="*/ 105823 w 50"/>
              <a:gd name="T19" fmla="*/ 79375 h 41"/>
              <a:gd name="T20" fmla="*/ 150718 w 50"/>
              <a:gd name="T21" fmla="*/ 76200 h 41"/>
              <a:gd name="T22" fmla="*/ 12827 w 50"/>
              <a:gd name="T23" fmla="*/ 76200 h 41"/>
              <a:gd name="T24" fmla="*/ 57722 w 50"/>
              <a:gd name="T25" fmla="*/ 82550 h 41"/>
              <a:gd name="T26" fmla="*/ 105823 w 50"/>
              <a:gd name="T27" fmla="*/ 92075 h 41"/>
              <a:gd name="T28" fmla="*/ 96203 w 50"/>
              <a:gd name="T29" fmla="*/ 104775 h 41"/>
              <a:gd name="T30" fmla="*/ 105823 w 50"/>
              <a:gd name="T31" fmla="*/ 107950 h 41"/>
              <a:gd name="T32" fmla="*/ 109030 w 50"/>
              <a:gd name="T33" fmla="*/ 101600 h 41"/>
              <a:gd name="T34" fmla="*/ 64135 w 50"/>
              <a:gd name="T35" fmla="*/ 104775 h 41"/>
              <a:gd name="T36" fmla="*/ 54515 w 50"/>
              <a:gd name="T37" fmla="*/ 101600 h 41"/>
              <a:gd name="T38" fmla="*/ 57722 w 50"/>
              <a:gd name="T39" fmla="*/ 107950 h 41"/>
              <a:gd name="T40" fmla="*/ 64135 w 50"/>
              <a:gd name="T41" fmla="*/ 104775 h 41"/>
              <a:gd name="T42" fmla="*/ 128270 w 50"/>
              <a:gd name="T43" fmla="*/ 111125 h 41"/>
              <a:gd name="T44" fmla="*/ 109030 w 50"/>
              <a:gd name="T45" fmla="*/ 117475 h 41"/>
              <a:gd name="T46" fmla="*/ 99410 w 50"/>
              <a:gd name="T47" fmla="*/ 114300 h 41"/>
              <a:gd name="T48" fmla="*/ 96203 w 50"/>
              <a:gd name="T49" fmla="*/ 111125 h 41"/>
              <a:gd name="T50" fmla="*/ 70549 w 50"/>
              <a:gd name="T51" fmla="*/ 111125 h 41"/>
              <a:gd name="T52" fmla="*/ 54515 w 50"/>
              <a:gd name="T53" fmla="*/ 117475 h 41"/>
              <a:gd name="T54" fmla="*/ 51308 w 50"/>
              <a:gd name="T55" fmla="*/ 114300 h 41"/>
              <a:gd name="T56" fmla="*/ 35274 w 50"/>
              <a:gd name="T57" fmla="*/ 111125 h 41"/>
              <a:gd name="T58" fmla="*/ 12827 w 50"/>
              <a:gd name="T59" fmla="*/ 117475 h 41"/>
              <a:gd name="T60" fmla="*/ 9620 w 50"/>
              <a:gd name="T61" fmla="*/ 123825 h 41"/>
              <a:gd name="T62" fmla="*/ 60928 w 50"/>
              <a:gd name="T63" fmla="*/ 123825 h 41"/>
              <a:gd name="T64" fmla="*/ 109030 w 50"/>
              <a:gd name="T65" fmla="*/ 123825 h 41"/>
              <a:gd name="T66" fmla="*/ 150718 w 50"/>
              <a:gd name="T67" fmla="*/ 120650 h 41"/>
              <a:gd name="T68" fmla="*/ 147511 w 50"/>
              <a:gd name="T69" fmla="*/ 114300 h 41"/>
              <a:gd name="T70" fmla="*/ 144304 w 50"/>
              <a:gd name="T71" fmla="*/ 111125 h 41"/>
              <a:gd name="T72" fmla="*/ 144304 w 50"/>
              <a:gd name="T73" fmla="*/ 104775 h 41"/>
              <a:gd name="T74" fmla="*/ 150718 w 50"/>
              <a:gd name="T75" fmla="*/ 107950 h 41"/>
              <a:gd name="T76" fmla="*/ 157131 w 50"/>
              <a:gd name="T77" fmla="*/ 120650 h 41"/>
              <a:gd name="T78" fmla="*/ 160338 w 50"/>
              <a:gd name="T79" fmla="*/ 127000 h 41"/>
              <a:gd name="T80" fmla="*/ 128270 w 50"/>
              <a:gd name="T81" fmla="*/ 130175 h 41"/>
              <a:gd name="T82" fmla="*/ 80169 w 50"/>
              <a:gd name="T83" fmla="*/ 130175 h 41"/>
              <a:gd name="T84" fmla="*/ 35274 w 50"/>
              <a:gd name="T85" fmla="*/ 130175 h 41"/>
              <a:gd name="T86" fmla="*/ 3207 w 50"/>
              <a:gd name="T87" fmla="*/ 127000 h 41"/>
              <a:gd name="T88" fmla="*/ 3207 w 50"/>
              <a:gd name="T89" fmla="*/ 117475 h 41"/>
              <a:gd name="T90" fmla="*/ 12827 w 50"/>
              <a:gd name="T91" fmla="*/ 107950 h 41"/>
              <a:gd name="T92" fmla="*/ 12827 w 50"/>
              <a:gd name="T93" fmla="*/ 95250 h 41"/>
              <a:gd name="T94" fmla="*/ 0 w 50"/>
              <a:gd name="T95" fmla="*/ 88900 h 41"/>
              <a:gd name="T96" fmla="*/ 6414 w 50"/>
              <a:gd name="T97" fmla="*/ 0 h 41"/>
              <a:gd name="T98" fmla="*/ 160338 w 50"/>
              <a:gd name="T99" fmla="*/ 6350 h 41"/>
              <a:gd name="T100" fmla="*/ 153924 w 50"/>
              <a:gd name="T101" fmla="*/ 95250 h 41"/>
              <a:gd name="T102" fmla="*/ 147511 w 50"/>
              <a:gd name="T103" fmla="*/ 101600 h 41"/>
              <a:gd name="T104" fmla="*/ 128270 w 50"/>
              <a:gd name="T105" fmla="*/ 73025 h 41"/>
              <a:gd name="T106" fmla="*/ 112237 w 50"/>
              <a:gd name="T107" fmla="*/ 88900 h 41"/>
              <a:gd name="T108" fmla="*/ 121857 w 50"/>
              <a:gd name="T109" fmla="*/ 101600 h 41"/>
              <a:gd name="T110" fmla="*/ 134684 w 50"/>
              <a:gd name="T111" fmla="*/ 101600 h 41"/>
              <a:gd name="T112" fmla="*/ 128270 w 50"/>
              <a:gd name="T113" fmla="*/ 73025 h 4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0" h="41">
                <a:moveTo>
                  <a:pt x="11" y="23"/>
                </a:moveTo>
                <a:cubicBezTo>
                  <a:pt x="9" y="23"/>
                  <a:pt x="7" y="24"/>
                  <a:pt x="6" y="26"/>
                </a:cubicBezTo>
                <a:cubicBezTo>
                  <a:pt x="6" y="26"/>
                  <a:pt x="6" y="26"/>
                  <a:pt x="6" y="27"/>
                </a:cubicBezTo>
                <a:cubicBezTo>
                  <a:pt x="6" y="27"/>
                  <a:pt x="6" y="27"/>
                  <a:pt x="6" y="28"/>
                </a:cubicBezTo>
                <a:cubicBezTo>
                  <a:pt x="6" y="29"/>
                  <a:pt x="6" y="30"/>
                  <a:pt x="6" y="31"/>
                </a:cubicBezTo>
                <a:cubicBezTo>
                  <a:pt x="7" y="31"/>
                  <a:pt x="8" y="32"/>
                  <a:pt x="9" y="32"/>
                </a:cubicBezTo>
                <a:cubicBezTo>
                  <a:pt x="9" y="33"/>
                  <a:pt x="10" y="33"/>
                  <a:pt x="11" y="33"/>
                </a:cubicBezTo>
                <a:cubicBezTo>
                  <a:pt x="11" y="33"/>
                  <a:pt x="12" y="33"/>
                  <a:pt x="13" y="32"/>
                </a:cubicBezTo>
                <a:cubicBezTo>
                  <a:pt x="14" y="32"/>
                  <a:pt x="14" y="31"/>
                  <a:pt x="15" y="31"/>
                </a:cubicBezTo>
                <a:cubicBezTo>
                  <a:pt x="15" y="30"/>
                  <a:pt x="16" y="29"/>
                  <a:pt x="16" y="28"/>
                </a:cubicBezTo>
                <a:cubicBezTo>
                  <a:pt x="16" y="25"/>
                  <a:pt x="13" y="23"/>
                  <a:pt x="11" y="23"/>
                </a:cubicBezTo>
                <a:close/>
                <a:moveTo>
                  <a:pt x="25" y="23"/>
                </a:moveTo>
                <a:cubicBezTo>
                  <a:pt x="25" y="23"/>
                  <a:pt x="25" y="23"/>
                  <a:pt x="25" y="23"/>
                </a:cubicBezTo>
                <a:cubicBezTo>
                  <a:pt x="23" y="23"/>
                  <a:pt x="21" y="24"/>
                  <a:pt x="21" y="26"/>
                </a:cubicBezTo>
                <a:cubicBezTo>
                  <a:pt x="20" y="26"/>
                  <a:pt x="20" y="26"/>
                  <a:pt x="20" y="27"/>
                </a:cubicBezTo>
                <a:cubicBezTo>
                  <a:pt x="20" y="27"/>
                  <a:pt x="20" y="27"/>
                  <a:pt x="20" y="28"/>
                </a:cubicBezTo>
                <a:cubicBezTo>
                  <a:pt x="20" y="29"/>
                  <a:pt x="21" y="30"/>
                  <a:pt x="21" y="31"/>
                </a:cubicBezTo>
                <a:cubicBezTo>
                  <a:pt x="22" y="31"/>
                  <a:pt x="22" y="32"/>
                  <a:pt x="23" y="32"/>
                </a:cubicBezTo>
                <a:cubicBezTo>
                  <a:pt x="24" y="33"/>
                  <a:pt x="25" y="33"/>
                  <a:pt x="25" y="33"/>
                </a:cubicBezTo>
                <a:cubicBezTo>
                  <a:pt x="26" y="33"/>
                  <a:pt x="27" y="33"/>
                  <a:pt x="27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8" y="32"/>
                  <a:pt x="29" y="31"/>
                  <a:pt x="30" y="31"/>
                </a:cubicBezTo>
                <a:cubicBezTo>
                  <a:pt x="30" y="30"/>
                  <a:pt x="30" y="29"/>
                  <a:pt x="30" y="28"/>
                </a:cubicBezTo>
                <a:cubicBezTo>
                  <a:pt x="30" y="25"/>
                  <a:pt x="28" y="23"/>
                  <a:pt x="25" y="23"/>
                </a:cubicBezTo>
                <a:close/>
                <a:moveTo>
                  <a:pt x="25" y="20"/>
                </a:moveTo>
                <a:cubicBezTo>
                  <a:pt x="25" y="20"/>
                  <a:pt x="25" y="20"/>
                  <a:pt x="25" y="20"/>
                </a:cubicBezTo>
                <a:cubicBezTo>
                  <a:pt x="29" y="20"/>
                  <a:pt x="32" y="23"/>
                  <a:pt x="33" y="27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5"/>
                  <a:pt x="33" y="25"/>
                </a:cubicBezTo>
                <a:cubicBezTo>
                  <a:pt x="34" y="22"/>
                  <a:pt x="37" y="20"/>
                  <a:pt x="40" y="20"/>
                </a:cubicBezTo>
                <a:cubicBezTo>
                  <a:pt x="42" y="20"/>
                  <a:pt x="44" y="21"/>
                  <a:pt x="45" y="23"/>
                </a:cubicBezTo>
                <a:cubicBezTo>
                  <a:pt x="46" y="23"/>
                  <a:pt x="46" y="24"/>
                  <a:pt x="47" y="24"/>
                </a:cubicBezTo>
                <a:cubicBezTo>
                  <a:pt x="47" y="4"/>
                  <a:pt x="47" y="4"/>
                  <a:pt x="4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4"/>
                  <a:pt x="4" y="24"/>
                  <a:pt x="4" y="24"/>
                </a:cubicBezTo>
                <a:cubicBezTo>
                  <a:pt x="5" y="22"/>
                  <a:pt x="8" y="20"/>
                  <a:pt x="11" y="20"/>
                </a:cubicBezTo>
                <a:cubicBezTo>
                  <a:pt x="14" y="20"/>
                  <a:pt x="17" y="23"/>
                  <a:pt x="18" y="27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6"/>
                  <a:pt x="18" y="25"/>
                  <a:pt x="18" y="25"/>
                </a:cubicBezTo>
                <a:cubicBezTo>
                  <a:pt x="20" y="22"/>
                  <a:pt x="22" y="20"/>
                  <a:pt x="25" y="20"/>
                </a:cubicBezTo>
                <a:close/>
                <a:moveTo>
                  <a:pt x="33" y="29"/>
                </a:moveTo>
                <a:cubicBezTo>
                  <a:pt x="33" y="29"/>
                  <a:pt x="33" y="29"/>
                  <a:pt x="33" y="29"/>
                </a:cubicBezTo>
                <a:cubicBezTo>
                  <a:pt x="32" y="30"/>
                  <a:pt x="32" y="31"/>
                  <a:pt x="31" y="32"/>
                </a:cubicBezTo>
                <a:cubicBezTo>
                  <a:pt x="31" y="32"/>
                  <a:pt x="31" y="33"/>
                  <a:pt x="30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2" y="34"/>
                  <a:pt x="32" y="34"/>
                </a:cubicBezTo>
                <a:cubicBezTo>
                  <a:pt x="32" y="34"/>
                  <a:pt x="33" y="34"/>
                  <a:pt x="33" y="34"/>
                </a:cubicBezTo>
                <a:cubicBezTo>
                  <a:pt x="33" y="34"/>
                  <a:pt x="33" y="34"/>
                  <a:pt x="34" y="33"/>
                </a:cubicBezTo>
                <a:cubicBezTo>
                  <a:pt x="34" y="33"/>
                  <a:pt x="34" y="33"/>
                  <a:pt x="35" y="33"/>
                </a:cubicBezTo>
                <a:cubicBezTo>
                  <a:pt x="34" y="33"/>
                  <a:pt x="34" y="32"/>
                  <a:pt x="34" y="32"/>
                </a:cubicBezTo>
                <a:cubicBezTo>
                  <a:pt x="33" y="31"/>
                  <a:pt x="33" y="30"/>
                  <a:pt x="33" y="29"/>
                </a:cubicBezTo>
                <a:close/>
                <a:moveTo>
                  <a:pt x="20" y="33"/>
                </a:moveTo>
                <a:cubicBezTo>
                  <a:pt x="20" y="33"/>
                  <a:pt x="20" y="33"/>
                  <a:pt x="20" y="33"/>
                </a:cubicBezTo>
                <a:cubicBezTo>
                  <a:pt x="20" y="33"/>
                  <a:pt x="19" y="32"/>
                  <a:pt x="19" y="32"/>
                </a:cubicBezTo>
                <a:cubicBezTo>
                  <a:pt x="19" y="31"/>
                  <a:pt x="18" y="30"/>
                  <a:pt x="18" y="29"/>
                </a:cubicBezTo>
                <a:cubicBezTo>
                  <a:pt x="18" y="30"/>
                  <a:pt x="17" y="31"/>
                  <a:pt x="17" y="32"/>
                </a:cubicBezTo>
                <a:cubicBezTo>
                  <a:pt x="17" y="32"/>
                  <a:pt x="16" y="33"/>
                  <a:pt x="16" y="33"/>
                </a:cubicBezTo>
                <a:cubicBezTo>
                  <a:pt x="16" y="33"/>
                  <a:pt x="16" y="33"/>
                  <a:pt x="16" y="33"/>
                </a:cubicBezTo>
                <a:cubicBezTo>
                  <a:pt x="17" y="33"/>
                  <a:pt x="17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9" y="34"/>
                  <a:pt x="19" y="33"/>
                </a:cubicBezTo>
                <a:cubicBezTo>
                  <a:pt x="20" y="33"/>
                  <a:pt x="20" y="33"/>
                  <a:pt x="20" y="33"/>
                </a:cubicBezTo>
                <a:close/>
                <a:moveTo>
                  <a:pt x="44" y="35"/>
                </a:moveTo>
                <a:cubicBezTo>
                  <a:pt x="44" y="35"/>
                  <a:pt x="44" y="35"/>
                  <a:pt x="44" y="35"/>
                </a:cubicBezTo>
                <a:cubicBezTo>
                  <a:pt x="40" y="35"/>
                  <a:pt x="40" y="35"/>
                  <a:pt x="40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5" y="35"/>
                  <a:pt x="35" y="36"/>
                </a:cubicBezTo>
                <a:cubicBezTo>
                  <a:pt x="34" y="36"/>
                  <a:pt x="34" y="36"/>
                  <a:pt x="34" y="37"/>
                </a:cubicBezTo>
                <a:cubicBezTo>
                  <a:pt x="33" y="37"/>
                  <a:pt x="32" y="37"/>
                  <a:pt x="32" y="37"/>
                </a:cubicBezTo>
                <a:cubicBezTo>
                  <a:pt x="32" y="37"/>
                  <a:pt x="32" y="37"/>
                  <a:pt x="32" y="36"/>
                </a:cubicBezTo>
                <a:cubicBezTo>
                  <a:pt x="32" y="36"/>
                  <a:pt x="32" y="36"/>
                  <a:pt x="31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36"/>
                  <a:pt x="30" y="36"/>
                  <a:pt x="30" y="35"/>
                </a:cubicBezTo>
                <a:cubicBezTo>
                  <a:pt x="30" y="35"/>
                  <a:pt x="30" y="35"/>
                  <a:pt x="30" y="35"/>
                </a:cubicBezTo>
                <a:cubicBezTo>
                  <a:pt x="30" y="35"/>
                  <a:pt x="29" y="35"/>
                  <a:pt x="29" y="35"/>
                </a:cubicBezTo>
                <a:cubicBezTo>
                  <a:pt x="25" y="35"/>
                  <a:pt x="25" y="35"/>
                  <a:pt x="25" y="35"/>
                </a:cubicBezTo>
                <a:cubicBezTo>
                  <a:pt x="22" y="35"/>
                  <a:pt x="22" y="35"/>
                  <a:pt x="22" y="35"/>
                </a:cubicBezTo>
                <a:cubicBezTo>
                  <a:pt x="21" y="35"/>
                  <a:pt x="21" y="35"/>
                  <a:pt x="20" y="36"/>
                </a:cubicBezTo>
                <a:cubicBezTo>
                  <a:pt x="20" y="36"/>
                  <a:pt x="19" y="36"/>
                  <a:pt x="19" y="37"/>
                </a:cubicBezTo>
                <a:cubicBezTo>
                  <a:pt x="18" y="37"/>
                  <a:pt x="18" y="37"/>
                  <a:pt x="17" y="37"/>
                </a:cubicBezTo>
                <a:cubicBezTo>
                  <a:pt x="17" y="37"/>
                  <a:pt x="17" y="37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6" y="36"/>
                  <a:pt x="16" y="36"/>
                </a:cubicBezTo>
                <a:cubicBezTo>
                  <a:pt x="16" y="36"/>
                  <a:pt x="16" y="36"/>
                  <a:pt x="15" y="35"/>
                </a:cubicBezTo>
                <a:cubicBezTo>
                  <a:pt x="15" y="35"/>
                  <a:pt x="15" y="35"/>
                  <a:pt x="14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6" y="35"/>
                  <a:pt x="6" y="35"/>
                  <a:pt x="5" y="36"/>
                </a:cubicBezTo>
                <a:cubicBezTo>
                  <a:pt x="5" y="36"/>
                  <a:pt x="4" y="36"/>
                  <a:pt x="4" y="37"/>
                </a:cubicBezTo>
                <a:cubicBezTo>
                  <a:pt x="4" y="37"/>
                  <a:pt x="4" y="38"/>
                  <a:pt x="3" y="38"/>
                </a:cubicBezTo>
                <a:cubicBezTo>
                  <a:pt x="3" y="38"/>
                  <a:pt x="3" y="38"/>
                  <a:pt x="3" y="38"/>
                </a:cubicBezTo>
                <a:cubicBezTo>
                  <a:pt x="3" y="38"/>
                  <a:pt x="3" y="38"/>
                  <a:pt x="3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25" y="39"/>
                  <a:pt x="25" y="39"/>
                  <a:pt x="25" y="39"/>
                </a:cubicBezTo>
                <a:cubicBezTo>
                  <a:pt x="31" y="39"/>
                  <a:pt x="31" y="39"/>
                  <a:pt x="31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8"/>
                  <a:pt x="47" y="38"/>
                  <a:pt x="47" y="38"/>
                </a:cubicBezTo>
                <a:cubicBezTo>
                  <a:pt x="47" y="38"/>
                  <a:pt x="47" y="38"/>
                  <a:pt x="47" y="37"/>
                </a:cubicBezTo>
                <a:cubicBezTo>
                  <a:pt x="47" y="37"/>
                  <a:pt x="47" y="37"/>
                  <a:pt x="46" y="36"/>
                </a:cubicBezTo>
                <a:cubicBezTo>
                  <a:pt x="46" y="36"/>
                  <a:pt x="46" y="36"/>
                  <a:pt x="46" y="36"/>
                </a:cubicBezTo>
                <a:cubicBezTo>
                  <a:pt x="46" y="36"/>
                  <a:pt x="46" y="36"/>
                  <a:pt x="46" y="36"/>
                </a:cubicBezTo>
                <a:cubicBezTo>
                  <a:pt x="46" y="36"/>
                  <a:pt x="46" y="36"/>
                  <a:pt x="46" y="36"/>
                </a:cubicBezTo>
                <a:cubicBezTo>
                  <a:pt x="45" y="36"/>
                  <a:pt x="45" y="36"/>
                  <a:pt x="45" y="35"/>
                </a:cubicBezTo>
                <a:cubicBezTo>
                  <a:pt x="44" y="35"/>
                  <a:pt x="44" y="35"/>
                  <a:pt x="44" y="35"/>
                </a:cubicBezTo>
                <a:close/>
                <a:moveTo>
                  <a:pt x="45" y="33"/>
                </a:moveTo>
                <a:cubicBezTo>
                  <a:pt x="45" y="33"/>
                  <a:pt x="45" y="33"/>
                  <a:pt x="45" y="33"/>
                </a:cubicBezTo>
                <a:cubicBezTo>
                  <a:pt x="45" y="33"/>
                  <a:pt x="45" y="33"/>
                  <a:pt x="45" y="33"/>
                </a:cubicBezTo>
                <a:cubicBezTo>
                  <a:pt x="46" y="33"/>
                  <a:pt x="46" y="34"/>
                  <a:pt x="47" y="34"/>
                </a:cubicBezTo>
                <a:cubicBezTo>
                  <a:pt x="47" y="34"/>
                  <a:pt x="47" y="34"/>
                  <a:pt x="47" y="34"/>
                </a:cubicBezTo>
                <a:cubicBezTo>
                  <a:pt x="47" y="34"/>
                  <a:pt x="48" y="35"/>
                  <a:pt x="48" y="35"/>
                </a:cubicBezTo>
                <a:cubicBezTo>
                  <a:pt x="48" y="35"/>
                  <a:pt x="49" y="36"/>
                  <a:pt x="49" y="36"/>
                </a:cubicBezTo>
                <a:cubicBezTo>
                  <a:pt x="49" y="37"/>
                  <a:pt x="49" y="37"/>
                  <a:pt x="49" y="38"/>
                </a:cubicBezTo>
                <a:cubicBezTo>
                  <a:pt x="50" y="38"/>
                  <a:pt x="50" y="39"/>
                  <a:pt x="50" y="39"/>
                </a:cubicBezTo>
                <a:cubicBezTo>
                  <a:pt x="50" y="39"/>
                  <a:pt x="50" y="39"/>
                  <a:pt x="50" y="39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40"/>
                  <a:pt x="49" y="41"/>
                  <a:pt x="48" y="41"/>
                </a:cubicBezTo>
                <a:cubicBezTo>
                  <a:pt x="40" y="41"/>
                  <a:pt x="40" y="41"/>
                  <a:pt x="40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17" y="41"/>
                  <a:pt x="17" y="41"/>
                  <a:pt x="17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2" y="41"/>
                  <a:pt x="2" y="41"/>
                  <a:pt x="2" y="41"/>
                </a:cubicBezTo>
                <a:cubicBezTo>
                  <a:pt x="2" y="41"/>
                  <a:pt x="2" y="41"/>
                  <a:pt x="2" y="41"/>
                </a:cubicBezTo>
                <a:cubicBezTo>
                  <a:pt x="2" y="41"/>
                  <a:pt x="1" y="40"/>
                  <a:pt x="1" y="40"/>
                </a:cubicBezTo>
                <a:cubicBezTo>
                  <a:pt x="1" y="39"/>
                  <a:pt x="1" y="39"/>
                  <a:pt x="1" y="39"/>
                </a:cubicBezTo>
                <a:cubicBezTo>
                  <a:pt x="1" y="39"/>
                  <a:pt x="1" y="39"/>
                  <a:pt x="1" y="39"/>
                </a:cubicBezTo>
                <a:cubicBezTo>
                  <a:pt x="1" y="38"/>
                  <a:pt x="1" y="38"/>
                  <a:pt x="1" y="37"/>
                </a:cubicBezTo>
                <a:cubicBezTo>
                  <a:pt x="1" y="37"/>
                  <a:pt x="1" y="37"/>
                  <a:pt x="1" y="37"/>
                </a:cubicBezTo>
                <a:cubicBezTo>
                  <a:pt x="1" y="37"/>
                  <a:pt x="2" y="36"/>
                  <a:pt x="2" y="36"/>
                </a:cubicBezTo>
                <a:cubicBezTo>
                  <a:pt x="3" y="35"/>
                  <a:pt x="3" y="34"/>
                  <a:pt x="4" y="34"/>
                </a:cubicBezTo>
                <a:cubicBezTo>
                  <a:pt x="5" y="33"/>
                  <a:pt x="5" y="33"/>
                  <a:pt x="6" y="33"/>
                </a:cubicBezTo>
                <a:cubicBezTo>
                  <a:pt x="5" y="33"/>
                  <a:pt x="5" y="32"/>
                  <a:pt x="4" y="32"/>
                </a:cubicBezTo>
                <a:cubicBezTo>
                  <a:pt x="4" y="31"/>
                  <a:pt x="4" y="31"/>
                  <a:pt x="4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2" y="30"/>
                  <a:pt x="2" y="30"/>
                  <a:pt x="2" y="30"/>
                </a:cubicBezTo>
                <a:cubicBezTo>
                  <a:pt x="1" y="30"/>
                  <a:pt x="0" y="29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0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9"/>
                  <a:pt x="50" y="30"/>
                  <a:pt x="48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31"/>
                  <a:pt x="47" y="31"/>
                  <a:pt x="46" y="32"/>
                </a:cubicBezTo>
                <a:cubicBezTo>
                  <a:pt x="46" y="32"/>
                  <a:pt x="46" y="33"/>
                  <a:pt x="45" y="33"/>
                </a:cubicBezTo>
                <a:close/>
                <a:moveTo>
                  <a:pt x="40" y="23"/>
                </a:moveTo>
                <a:cubicBezTo>
                  <a:pt x="40" y="23"/>
                  <a:pt x="40" y="23"/>
                  <a:pt x="40" y="23"/>
                </a:cubicBezTo>
                <a:cubicBezTo>
                  <a:pt x="38" y="23"/>
                  <a:pt x="35" y="24"/>
                  <a:pt x="35" y="27"/>
                </a:cubicBezTo>
                <a:cubicBezTo>
                  <a:pt x="35" y="27"/>
                  <a:pt x="35" y="27"/>
                  <a:pt x="35" y="27"/>
                </a:cubicBezTo>
                <a:cubicBezTo>
                  <a:pt x="35" y="27"/>
                  <a:pt x="35" y="27"/>
                  <a:pt x="35" y="28"/>
                </a:cubicBezTo>
                <a:cubicBezTo>
                  <a:pt x="35" y="29"/>
                  <a:pt x="35" y="30"/>
                  <a:pt x="36" y="31"/>
                </a:cubicBezTo>
                <a:cubicBezTo>
                  <a:pt x="36" y="31"/>
                  <a:pt x="37" y="32"/>
                  <a:pt x="38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9" y="33"/>
                  <a:pt x="39" y="33"/>
                  <a:pt x="40" y="33"/>
                </a:cubicBezTo>
                <a:cubicBezTo>
                  <a:pt x="41" y="33"/>
                  <a:pt x="41" y="33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3" y="32"/>
                  <a:pt x="44" y="31"/>
                  <a:pt x="44" y="31"/>
                </a:cubicBezTo>
                <a:cubicBezTo>
                  <a:pt x="45" y="30"/>
                  <a:pt x="45" y="29"/>
                  <a:pt x="45" y="28"/>
                </a:cubicBezTo>
                <a:cubicBezTo>
                  <a:pt x="45" y="25"/>
                  <a:pt x="43" y="23"/>
                  <a:pt x="40" y="2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50" name="Freeform 184">
            <a:extLst>
              <a:ext uri="{FF2B5EF4-FFF2-40B4-BE49-F238E27FC236}">
                <a16:creationId xmlns:a16="http://schemas.microsoft.com/office/drawing/2014/main" id="{C81BEF86-AA52-EF48-F984-10FEBBFD8F4F}"/>
              </a:ext>
            </a:extLst>
          </p:cNvPr>
          <p:cNvSpPr>
            <a:spLocks noEditPoints="1"/>
          </p:cNvSpPr>
          <p:nvPr/>
        </p:nvSpPr>
        <p:spPr bwMode="auto">
          <a:xfrm>
            <a:off x="2416634" y="4333265"/>
            <a:ext cx="186267" cy="211667"/>
          </a:xfrm>
          <a:custGeom>
            <a:avLst/>
            <a:gdLst>
              <a:gd name="T0" fmla="*/ 31750 w 44"/>
              <a:gd name="T1" fmla="*/ 95250 h 50"/>
              <a:gd name="T2" fmla="*/ 104775 w 44"/>
              <a:gd name="T3" fmla="*/ 139700 h 50"/>
              <a:gd name="T4" fmla="*/ 73025 w 44"/>
              <a:gd name="T5" fmla="*/ 130175 h 50"/>
              <a:gd name="T6" fmla="*/ 88900 w 44"/>
              <a:gd name="T7" fmla="*/ 76200 h 50"/>
              <a:gd name="T8" fmla="*/ 79375 w 44"/>
              <a:gd name="T9" fmla="*/ 104775 h 50"/>
              <a:gd name="T10" fmla="*/ 79375 w 44"/>
              <a:gd name="T11" fmla="*/ 85725 h 50"/>
              <a:gd name="T12" fmla="*/ 92075 w 44"/>
              <a:gd name="T13" fmla="*/ 117475 h 50"/>
              <a:gd name="T14" fmla="*/ 101600 w 44"/>
              <a:gd name="T15" fmla="*/ 123825 h 50"/>
              <a:gd name="T16" fmla="*/ 66675 w 44"/>
              <a:gd name="T17" fmla="*/ 123825 h 50"/>
              <a:gd name="T18" fmla="*/ 85725 w 44"/>
              <a:gd name="T19" fmla="*/ 117475 h 50"/>
              <a:gd name="T20" fmla="*/ 136525 w 44"/>
              <a:gd name="T21" fmla="*/ 44450 h 50"/>
              <a:gd name="T22" fmla="*/ 120650 w 44"/>
              <a:gd name="T23" fmla="*/ 158750 h 50"/>
              <a:gd name="T24" fmla="*/ 15875 w 44"/>
              <a:gd name="T25" fmla="*/ 0 h 50"/>
              <a:gd name="T26" fmla="*/ 12700 w 44"/>
              <a:gd name="T27" fmla="*/ 146050 h 50"/>
              <a:gd name="T28" fmla="*/ 127000 w 44"/>
              <a:gd name="T29" fmla="*/ 53975 h 50"/>
              <a:gd name="T30" fmla="*/ 120650 w 44"/>
              <a:gd name="T31" fmla="*/ 44450 h 50"/>
              <a:gd name="T32" fmla="*/ 31750 w 44"/>
              <a:gd name="T33" fmla="*/ 63500 h 50"/>
              <a:gd name="T34" fmla="*/ 104775 w 44"/>
              <a:gd name="T35" fmla="*/ 63500 h 50"/>
              <a:gd name="T36" fmla="*/ 104775 w 44"/>
              <a:gd name="T37" fmla="*/ 63500 h 50"/>
              <a:gd name="T38" fmla="*/ 104775 w 44"/>
              <a:gd name="T39" fmla="*/ 63500 h 50"/>
              <a:gd name="T40" fmla="*/ 107950 w 44"/>
              <a:gd name="T41" fmla="*/ 63500 h 50"/>
              <a:gd name="T42" fmla="*/ 107950 w 44"/>
              <a:gd name="T43" fmla="*/ 63500 h 50"/>
              <a:gd name="T44" fmla="*/ 107950 w 44"/>
              <a:gd name="T45" fmla="*/ 63500 h 50"/>
              <a:gd name="T46" fmla="*/ 107950 w 44"/>
              <a:gd name="T47" fmla="*/ 63500 h 50"/>
              <a:gd name="T48" fmla="*/ 107950 w 44"/>
              <a:gd name="T49" fmla="*/ 63500 h 50"/>
              <a:gd name="T50" fmla="*/ 107950 w 44"/>
              <a:gd name="T51" fmla="*/ 63500 h 50"/>
              <a:gd name="T52" fmla="*/ 107950 w 44"/>
              <a:gd name="T53" fmla="*/ 66675 h 50"/>
              <a:gd name="T54" fmla="*/ 107950 w 44"/>
              <a:gd name="T55" fmla="*/ 66675 h 50"/>
              <a:gd name="T56" fmla="*/ 107950 w 44"/>
              <a:gd name="T57" fmla="*/ 66675 h 50"/>
              <a:gd name="T58" fmla="*/ 107950 w 44"/>
              <a:gd name="T59" fmla="*/ 66675 h 50"/>
              <a:gd name="T60" fmla="*/ 107950 w 44"/>
              <a:gd name="T61" fmla="*/ 66675 h 50"/>
              <a:gd name="T62" fmla="*/ 107950 w 44"/>
              <a:gd name="T63" fmla="*/ 66675 h 50"/>
              <a:gd name="T64" fmla="*/ 107950 w 44"/>
              <a:gd name="T65" fmla="*/ 69850 h 50"/>
              <a:gd name="T66" fmla="*/ 104775 w 44"/>
              <a:gd name="T67" fmla="*/ 69850 h 50"/>
              <a:gd name="T68" fmla="*/ 104775 w 44"/>
              <a:gd name="T69" fmla="*/ 69850 h 50"/>
              <a:gd name="T70" fmla="*/ 104775 w 44"/>
              <a:gd name="T71" fmla="*/ 69850 h 50"/>
              <a:gd name="T72" fmla="*/ 104775 w 44"/>
              <a:gd name="T73" fmla="*/ 69850 h 50"/>
              <a:gd name="T74" fmla="*/ 31750 w 44"/>
              <a:gd name="T75" fmla="*/ 69850 h 50"/>
              <a:gd name="T76" fmla="*/ 31750 w 44"/>
              <a:gd name="T77" fmla="*/ 69850 h 50"/>
              <a:gd name="T78" fmla="*/ 31750 w 44"/>
              <a:gd name="T79" fmla="*/ 69850 h 50"/>
              <a:gd name="T80" fmla="*/ 31750 w 44"/>
              <a:gd name="T81" fmla="*/ 69850 h 50"/>
              <a:gd name="T82" fmla="*/ 31750 w 44"/>
              <a:gd name="T83" fmla="*/ 69850 h 50"/>
              <a:gd name="T84" fmla="*/ 31750 w 44"/>
              <a:gd name="T85" fmla="*/ 66675 h 50"/>
              <a:gd name="T86" fmla="*/ 28575 w 44"/>
              <a:gd name="T87" fmla="*/ 66675 h 50"/>
              <a:gd name="T88" fmla="*/ 28575 w 44"/>
              <a:gd name="T89" fmla="*/ 66675 h 50"/>
              <a:gd name="T90" fmla="*/ 28575 w 44"/>
              <a:gd name="T91" fmla="*/ 66675 h 50"/>
              <a:gd name="T92" fmla="*/ 28575 w 44"/>
              <a:gd name="T93" fmla="*/ 66675 h 50"/>
              <a:gd name="T94" fmla="*/ 28575 w 44"/>
              <a:gd name="T95" fmla="*/ 66675 h 50"/>
              <a:gd name="T96" fmla="*/ 28575 w 44"/>
              <a:gd name="T97" fmla="*/ 63500 h 50"/>
              <a:gd name="T98" fmla="*/ 28575 w 44"/>
              <a:gd name="T99" fmla="*/ 63500 h 50"/>
              <a:gd name="T100" fmla="*/ 28575 w 44"/>
              <a:gd name="T101" fmla="*/ 63500 h 50"/>
              <a:gd name="T102" fmla="*/ 31750 w 44"/>
              <a:gd name="T103" fmla="*/ 63500 h 50"/>
              <a:gd name="T104" fmla="*/ 31750 w 44"/>
              <a:gd name="T105" fmla="*/ 63500 h 50"/>
              <a:gd name="T106" fmla="*/ 31750 w 44"/>
              <a:gd name="T107" fmla="*/ 63500 h 50"/>
              <a:gd name="T108" fmla="*/ 31750 w 44"/>
              <a:gd name="T109" fmla="*/ 63500 h 50"/>
              <a:gd name="T110" fmla="*/ 31750 w 44"/>
              <a:gd name="T111" fmla="*/ 63500 h 50"/>
              <a:gd name="T112" fmla="*/ 31750 w 44"/>
              <a:gd name="T113" fmla="*/ 63500 h 50"/>
              <a:gd name="T114" fmla="*/ 76200 w 44"/>
              <a:gd name="T115" fmla="*/ 41275 h 5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44" h="50">
                <a:moveTo>
                  <a:pt x="10" y="30"/>
                </a:moveTo>
                <a:cubicBezTo>
                  <a:pt x="10" y="30"/>
                  <a:pt x="9" y="29"/>
                  <a:pt x="9" y="29"/>
                </a:cubicBezTo>
                <a:cubicBezTo>
                  <a:pt x="9" y="28"/>
                  <a:pt x="10" y="28"/>
                  <a:pt x="10" y="28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8"/>
                  <a:pt x="19" y="29"/>
                </a:cubicBezTo>
                <a:cubicBezTo>
                  <a:pt x="19" y="29"/>
                  <a:pt x="18" y="30"/>
                  <a:pt x="18" y="30"/>
                </a:cubicBezTo>
                <a:cubicBezTo>
                  <a:pt x="10" y="30"/>
                  <a:pt x="10" y="30"/>
                  <a:pt x="10" y="30"/>
                </a:cubicBezTo>
                <a:close/>
                <a:moveTo>
                  <a:pt x="34" y="33"/>
                </a:moveTo>
                <a:cubicBezTo>
                  <a:pt x="34" y="33"/>
                  <a:pt x="34" y="33"/>
                  <a:pt x="34" y="33"/>
                </a:cubicBezTo>
                <a:cubicBezTo>
                  <a:pt x="38" y="40"/>
                  <a:pt x="38" y="40"/>
                  <a:pt x="38" y="40"/>
                </a:cubicBezTo>
                <a:cubicBezTo>
                  <a:pt x="39" y="41"/>
                  <a:pt x="39" y="41"/>
                  <a:pt x="38" y="42"/>
                </a:cubicBezTo>
                <a:cubicBezTo>
                  <a:pt x="38" y="42"/>
                  <a:pt x="37" y="42"/>
                  <a:pt x="37" y="42"/>
                </a:cubicBezTo>
                <a:cubicBezTo>
                  <a:pt x="34" y="41"/>
                  <a:pt x="34" y="41"/>
                  <a:pt x="34" y="41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5"/>
                  <a:pt x="32" y="45"/>
                  <a:pt x="32" y="45"/>
                </a:cubicBezTo>
                <a:cubicBezTo>
                  <a:pt x="31" y="45"/>
                  <a:pt x="31" y="45"/>
                  <a:pt x="31" y="44"/>
                </a:cubicBezTo>
                <a:cubicBezTo>
                  <a:pt x="28" y="40"/>
                  <a:pt x="28" y="40"/>
                  <a:pt x="28" y="40"/>
                </a:cubicBezTo>
                <a:cubicBezTo>
                  <a:pt x="26" y="45"/>
                  <a:pt x="26" y="45"/>
                  <a:pt x="26" y="45"/>
                </a:cubicBezTo>
                <a:cubicBezTo>
                  <a:pt x="25" y="45"/>
                  <a:pt x="25" y="45"/>
                  <a:pt x="24" y="45"/>
                </a:cubicBezTo>
                <a:cubicBezTo>
                  <a:pt x="24" y="45"/>
                  <a:pt x="23" y="45"/>
                  <a:pt x="23" y="44"/>
                </a:cubicBezTo>
                <a:cubicBezTo>
                  <a:pt x="23" y="41"/>
                  <a:pt x="23" y="41"/>
                  <a:pt x="23" y="41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2"/>
                  <a:pt x="18" y="42"/>
                  <a:pt x="18" y="41"/>
                </a:cubicBezTo>
                <a:cubicBezTo>
                  <a:pt x="18" y="41"/>
                  <a:pt x="18" y="40"/>
                  <a:pt x="18" y="40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2"/>
                  <a:pt x="22" y="31"/>
                  <a:pt x="22" y="30"/>
                </a:cubicBezTo>
                <a:cubicBezTo>
                  <a:pt x="22" y="29"/>
                  <a:pt x="22" y="27"/>
                  <a:pt x="24" y="26"/>
                </a:cubicBezTo>
                <a:cubicBezTo>
                  <a:pt x="25" y="25"/>
                  <a:pt x="26" y="24"/>
                  <a:pt x="28" y="24"/>
                </a:cubicBezTo>
                <a:cubicBezTo>
                  <a:pt x="30" y="24"/>
                  <a:pt x="32" y="25"/>
                  <a:pt x="33" y="26"/>
                </a:cubicBezTo>
                <a:cubicBezTo>
                  <a:pt x="34" y="27"/>
                  <a:pt x="35" y="29"/>
                  <a:pt x="35" y="30"/>
                </a:cubicBezTo>
                <a:cubicBezTo>
                  <a:pt x="35" y="31"/>
                  <a:pt x="35" y="32"/>
                  <a:pt x="34" y="33"/>
                </a:cubicBezTo>
                <a:close/>
                <a:moveTo>
                  <a:pt x="25" y="33"/>
                </a:moveTo>
                <a:cubicBezTo>
                  <a:pt x="25" y="33"/>
                  <a:pt x="25" y="33"/>
                  <a:pt x="25" y="33"/>
                </a:cubicBezTo>
                <a:cubicBezTo>
                  <a:pt x="25" y="33"/>
                  <a:pt x="25" y="33"/>
                  <a:pt x="25" y="33"/>
                </a:cubicBezTo>
                <a:cubicBezTo>
                  <a:pt x="25" y="33"/>
                  <a:pt x="25" y="33"/>
                  <a:pt x="25" y="33"/>
                </a:cubicBezTo>
                <a:cubicBezTo>
                  <a:pt x="26" y="35"/>
                  <a:pt x="29" y="35"/>
                  <a:pt x="31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2" y="33"/>
                  <a:pt x="32" y="32"/>
                  <a:pt x="32" y="30"/>
                </a:cubicBezTo>
                <a:cubicBezTo>
                  <a:pt x="32" y="29"/>
                  <a:pt x="32" y="28"/>
                  <a:pt x="31" y="27"/>
                </a:cubicBezTo>
                <a:cubicBezTo>
                  <a:pt x="30" y="27"/>
                  <a:pt x="29" y="26"/>
                  <a:pt x="28" y="26"/>
                </a:cubicBezTo>
                <a:cubicBezTo>
                  <a:pt x="27" y="26"/>
                  <a:pt x="26" y="27"/>
                  <a:pt x="25" y="27"/>
                </a:cubicBezTo>
                <a:cubicBezTo>
                  <a:pt x="24" y="28"/>
                  <a:pt x="24" y="29"/>
                  <a:pt x="24" y="30"/>
                </a:cubicBezTo>
                <a:cubicBezTo>
                  <a:pt x="24" y="31"/>
                  <a:pt x="24" y="32"/>
                  <a:pt x="25" y="33"/>
                </a:cubicBezTo>
                <a:close/>
                <a:moveTo>
                  <a:pt x="33" y="35"/>
                </a:moveTo>
                <a:cubicBezTo>
                  <a:pt x="33" y="35"/>
                  <a:pt x="33" y="35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2" y="36"/>
                  <a:pt x="31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31" y="41"/>
                  <a:pt x="31" y="41"/>
                  <a:pt x="31" y="41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39"/>
                  <a:pt x="33" y="38"/>
                  <a:pt x="33" y="38"/>
                </a:cubicBezTo>
                <a:cubicBezTo>
                  <a:pt x="35" y="39"/>
                  <a:pt x="35" y="39"/>
                  <a:pt x="35" y="39"/>
                </a:cubicBezTo>
                <a:cubicBezTo>
                  <a:pt x="33" y="35"/>
                  <a:pt x="33" y="35"/>
                  <a:pt x="33" y="35"/>
                </a:cubicBezTo>
                <a:close/>
                <a:moveTo>
                  <a:pt x="24" y="35"/>
                </a:moveTo>
                <a:cubicBezTo>
                  <a:pt x="24" y="35"/>
                  <a:pt x="24" y="35"/>
                  <a:pt x="24" y="35"/>
                </a:cubicBezTo>
                <a:cubicBezTo>
                  <a:pt x="24" y="35"/>
                  <a:pt x="24" y="35"/>
                  <a:pt x="24" y="35"/>
                </a:cubicBezTo>
                <a:cubicBezTo>
                  <a:pt x="21" y="39"/>
                  <a:pt x="21" y="39"/>
                  <a:pt x="21" y="39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24" y="38"/>
                  <a:pt x="24" y="39"/>
                  <a:pt x="24" y="39"/>
                </a:cubicBezTo>
                <a:cubicBezTo>
                  <a:pt x="25" y="41"/>
                  <a:pt x="25" y="41"/>
                  <a:pt x="25" y="41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6" y="37"/>
                  <a:pt x="25" y="36"/>
                  <a:pt x="24" y="35"/>
                </a:cubicBezTo>
                <a:close/>
                <a:moveTo>
                  <a:pt x="5" y="0"/>
                </a:moveTo>
                <a:cubicBezTo>
                  <a:pt x="5" y="0"/>
                  <a:pt x="5" y="0"/>
                  <a:pt x="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9" y="0"/>
                  <a:pt x="29" y="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15"/>
                  <a:pt x="44" y="15"/>
                  <a:pt x="44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6"/>
                  <a:pt x="43" y="47"/>
                  <a:pt x="42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1" y="49"/>
                  <a:pt x="40" y="50"/>
                  <a:pt x="38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3" y="50"/>
                  <a:pt x="2" y="49"/>
                  <a:pt x="1" y="48"/>
                </a:cubicBezTo>
                <a:cubicBezTo>
                  <a:pt x="1" y="48"/>
                  <a:pt x="1" y="48"/>
                  <a:pt x="1" y="48"/>
                </a:cubicBezTo>
                <a:cubicBezTo>
                  <a:pt x="0" y="47"/>
                  <a:pt x="0" y="46"/>
                  <a:pt x="0" y="45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0" y="2"/>
                  <a:pt x="1" y="1"/>
                </a:cubicBezTo>
                <a:cubicBezTo>
                  <a:pt x="2" y="0"/>
                  <a:pt x="3" y="0"/>
                  <a:pt x="5" y="0"/>
                </a:cubicBezTo>
                <a:close/>
                <a:moveTo>
                  <a:pt x="27" y="4"/>
                </a:moveTo>
                <a:cubicBezTo>
                  <a:pt x="27" y="4"/>
                  <a:pt x="27" y="4"/>
                  <a:pt x="27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5"/>
                  <a:pt x="4" y="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4" y="45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5" y="46"/>
                </a:cubicBezTo>
                <a:cubicBezTo>
                  <a:pt x="38" y="46"/>
                  <a:pt x="38" y="46"/>
                  <a:pt x="38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17"/>
                  <a:pt x="40" y="17"/>
                  <a:pt x="40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0" y="17"/>
                  <a:pt x="29" y="16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7" y="15"/>
                  <a:pt x="27" y="14"/>
                  <a:pt x="27" y="12"/>
                </a:cubicBezTo>
                <a:cubicBezTo>
                  <a:pt x="27" y="4"/>
                  <a:pt x="27" y="4"/>
                  <a:pt x="27" y="4"/>
                </a:cubicBezTo>
                <a:close/>
                <a:moveTo>
                  <a:pt x="38" y="14"/>
                </a:moveTo>
                <a:cubicBezTo>
                  <a:pt x="38" y="14"/>
                  <a:pt x="38" y="14"/>
                  <a:pt x="38" y="14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3"/>
                  <a:pt x="29" y="13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30" y="14"/>
                  <a:pt x="30" y="14"/>
                  <a:pt x="31" y="14"/>
                </a:cubicBezTo>
                <a:cubicBezTo>
                  <a:pt x="38" y="14"/>
                  <a:pt x="38" y="14"/>
                  <a:pt x="38" y="14"/>
                </a:cubicBezTo>
                <a:close/>
                <a:moveTo>
                  <a:pt x="10" y="20"/>
                </a:move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lose/>
                <a:moveTo>
                  <a:pt x="10" y="14"/>
                </a:moveTo>
                <a:cubicBezTo>
                  <a:pt x="10" y="14"/>
                  <a:pt x="10" y="14"/>
                  <a:pt x="10" y="14"/>
                </a:cubicBezTo>
                <a:cubicBezTo>
                  <a:pt x="10" y="14"/>
                  <a:pt x="9" y="13"/>
                  <a:pt x="9" y="13"/>
                </a:cubicBezTo>
                <a:cubicBezTo>
                  <a:pt x="9" y="12"/>
                  <a:pt x="10" y="11"/>
                  <a:pt x="10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1"/>
                  <a:pt x="24" y="12"/>
                  <a:pt x="24" y="13"/>
                </a:cubicBezTo>
                <a:cubicBezTo>
                  <a:pt x="24" y="13"/>
                  <a:pt x="23" y="14"/>
                  <a:pt x="23" y="14"/>
                </a:cubicBezTo>
                <a:cubicBezTo>
                  <a:pt x="10" y="14"/>
                  <a:pt x="10" y="14"/>
                  <a:pt x="10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51" name="Freeform 185">
            <a:extLst>
              <a:ext uri="{FF2B5EF4-FFF2-40B4-BE49-F238E27FC236}">
                <a16:creationId xmlns:a16="http://schemas.microsoft.com/office/drawing/2014/main" id="{065010CE-0D9C-54E8-7BE7-0DEAF316AC69}"/>
              </a:ext>
            </a:extLst>
          </p:cNvPr>
          <p:cNvSpPr>
            <a:spLocks noEditPoints="1"/>
          </p:cNvSpPr>
          <p:nvPr/>
        </p:nvSpPr>
        <p:spPr bwMode="auto">
          <a:xfrm>
            <a:off x="4664534" y="4333265"/>
            <a:ext cx="188384" cy="211667"/>
          </a:xfrm>
          <a:custGeom>
            <a:avLst/>
            <a:gdLst>
              <a:gd name="T0" fmla="*/ 96333 w 44"/>
              <a:gd name="T1" fmla="*/ 0 h 50"/>
              <a:gd name="T2" fmla="*/ 141288 w 44"/>
              <a:gd name="T3" fmla="*/ 50800 h 50"/>
              <a:gd name="T4" fmla="*/ 138077 w 44"/>
              <a:gd name="T5" fmla="*/ 152400 h 50"/>
              <a:gd name="T6" fmla="*/ 19267 w 44"/>
              <a:gd name="T7" fmla="*/ 158750 h 50"/>
              <a:gd name="T8" fmla="*/ 6422 w 44"/>
              <a:gd name="T9" fmla="*/ 152400 h 50"/>
              <a:gd name="T10" fmla="*/ 6422 w 44"/>
              <a:gd name="T11" fmla="*/ 3175 h 50"/>
              <a:gd name="T12" fmla="*/ 32111 w 44"/>
              <a:gd name="T13" fmla="*/ 73025 h 50"/>
              <a:gd name="T14" fmla="*/ 44955 w 44"/>
              <a:gd name="T15" fmla="*/ 76200 h 50"/>
              <a:gd name="T16" fmla="*/ 41744 w 44"/>
              <a:gd name="T17" fmla="*/ 95250 h 50"/>
              <a:gd name="T18" fmla="*/ 25689 w 44"/>
              <a:gd name="T19" fmla="*/ 92075 h 50"/>
              <a:gd name="T20" fmla="*/ 25689 w 44"/>
              <a:gd name="T21" fmla="*/ 76200 h 50"/>
              <a:gd name="T22" fmla="*/ 35322 w 44"/>
              <a:gd name="T23" fmla="*/ 57150 h 50"/>
              <a:gd name="T24" fmla="*/ 35322 w 44"/>
              <a:gd name="T25" fmla="*/ 66675 h 50"/>
              <a:gd name="T26" fmla="*/ 96333 w 44"/>
              <a:gd name="T27" fmla="*/ 104775 h 50"/>
              <a:gd name="T28" fmla="*/ 96333 w 44"/>
              <a:gd name="T29" fmla="*/ 111125 h 50"/>
              <a:gd name="T30" fmla="*/ 86699 w 44"/>
              <a:gd name="T31" fmla="*/ 123825 h 50"/>
              <a:gd name="T32" fmla="*/ 86699 w 44"/>
              <a:gd name="T33" fmla="*/ 114300 h 50"/>
              <a:gd name="T34" fmla="*/ 89911 w 44"/>
              <a:gd name="T35" fmla="*/ 111125 h 50"/>
              <a:gd name="T36" fmla="*/ 77066 w 44"/>
              <a:gd name="T37" fmla="*/ 104775 h 50"/>
              <a:gd name="T38" fmla="*/ 80277 w 44"/>
              <a:gd name="T39" fmla="*/ 88900 h 50"/>
              <a:gd name="T40" fmla="*/ 96333 w 44"/>
              <a:gd name="T41" fmla="*/ 92075 h 50"/>
              <a:gd name="T42" fmla="*/ 96333 w 44"/>
              <a:gd name="T43" fmla="*/ 104775 h 50"/>
              <a:gd name="T44" fmla="*/ 122021 w 44"/>
              <a:gd name="T45" fmla="*/ 104775 h 50"/>
              <a:gd name="T46" fmla="*/ 115599 w 44"/>
              <a:gd name="T47" fmla="*/ 120650 h 50"/>
              <a:gd name="T48" fmla="*/ 105966 w 44"/>
              <a:gd name="T49" fmla="*/ 120650 h 50"/>
              <a:gd name="T50" fmla="*/ 112388 w 44"/>
              <a:gd name="T51" fmla="*/ 114300 h 50"/>
              <a:gd name="T52" fmla="*/ 115599 w 44"/>
              <a:gd name="T53" fmla="*/ 107950 h 50"/>
              <a:gd name="T54" fmla="*/ 99544 w 44"/>
              <a:gd name="T55" fmla="*/ 104775 h 50"/>
              <a:gd name="T56" fmla="*/ 102755 w 44"/>
              <a:gd name="T57" fmla="*/ 88900 h 50"/>
              <a:gd name="T58" fmla="*/ 122021 w 44"/>
              <a:gd name="T59" fmla="*/ 92075 h 50"/>
              <a:gd name="T60" fmla="*/ 48166 w 44"/>
              <a:gd name="T61" fmla="*/ 76200 h 50"/>
              <a:gd name="T62" fmla="*/ 51377 w 44"/>
              <a:gd name="T63" fmla="*/ 66675 h 50"/>
              <a:gd name="T64" fmla="*/ 61011 w 44"/>
              <a:gd name="T65" fmla="*/ 57150 h 50"/>
              <a:gd name="T66" fmla="*/ 61011 w 44"/>
              <a:gd name="T67" fmla="*/ 66675 h 50"/>
              <a:gd name="T68" fmla="*/ 57800 w 44"/>
              <a:gd name="T69" fmla="*/ 73025 h 50"/>
              <a:gd name="T70" fmla="*/ 70644 w 44"/>
              <a:gd name="T71" fmla="*/ 76200 h 50"/>
              <a:gd name="T72" fmla="*/ 67433 w 44"/>
              <a:gd name="T73" fmla="*/ 95250 h 50"/>
              <a:gd name="T74" fmla="*/ 48166 w 44"/>
              <a:gd name="T75" fmla="*/ 92075 h 50"/>
              <a:gd name="T76" fmla="*/ 86699 w 44"/>
              <a:gd name="T77" fmla="*/ 12700 h 50"/>
              <a:gd name="T78" fmla="*/ 16055 w 44"/>
              <a:gd name="T79" fmla="*/ 12700 h 50"/>
              <a:gd name="T80" fmla="*/ 16055 w 44"/>
              <a:gd name="T81" fmla="*/ 146050 h 50"/>
              <a:gd name="T82" fmla="*/ 125233 w 44"/>
              <a:gd name="T83" fmla="*/ 146050 h 50"/>
              <a:gd name="T84" fmla="*/ 131655 w 44"/>
              <a:gd name="T85" fmla="*/ 142875 h 50"/>
              <a:gd name="T86" fmla="*/ 93122 w 44"/>
              <a:gd name="T87" fmla="*/ 47625 h 50"/>
              <a:gd name="T88" fmla="*/ 86699 w 44"/>
              <a:gd name="T89" fmla="*/ 12700 h 50"/>
              <a:gd name="T90" fmla="*/ 96333 w 44"/>
              <a:gd name="T91" fmla="*/ 19050 h 50"/>
              <a:gd name="T92" fmla="*/ 96333 w 44"/>
              <a:gd name="T93" fmla="*/ 44450 h 50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4" h="50">
                <a:moveTo>
                  <a:pt x="6" y="0"/>
                </a:moveTo>
                <a:cubicBezTo>
                  <a:pt x="28" y="0"/>
                  <a:pt x="28" y="0"/>
                  <a:pt x="28" y="0"/>
                </a:cubicBezTo>
                <a:cubicBezTo>
                  <a:pt x="29" y="0"/>
                  <a:pt x="29" y="0"/>
                  <a:pt x="30" y="0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5"/>
                  <a:pt x="44" y="15"/>
                  <a:pt x="44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6"/>
                  <a:pt x="44" y="47"/>
                  <a:pt x="4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2" y="49"/>
                  <a:pt x="41" y="50"/>
                  <a:pt x="39" y="50"/>
                </a:cubicBezTo>
                <a:cubicBezTo>
                  <a:pt x="6" y="50"/>
                  <a:pt x="6" y="50"/>
                  <a:pt x="6" y="50"/>
                </a:cubicBezTo>
                <a:cubicBezTo>
                  <a:pt x="4" y="50"/>
                  <a:pt x="3" y="49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7"/>
                  <a:pt x="0" y="46"/>
                  <a:pt x="0" y="45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1" y="2"/>
                  <a:pt x="2" y="1"/>
                </a:cubicBezTo>
                <a:cubicBezTo>
                  <a:pt x="3" y="0"/>
                  <a:pt x="4" y="0"/>
                  <a:pt x="6" y="0"/>
                </a:cubicBezTo>
                <a:close/>
                <a:moveTo>
                  <a:pt x="10" y="23"/>
                </a:moveTo>
                <a:cubicBezTo>
                  <a:pt x="10" y="23"/>
                  <a:pt x="10" y="23"/>
                  <a:pt x="10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4" y="23"/>
                  <a:pt x="14" y="24"/>
                  <a:pt x="14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30"/>
                  <a:pt x="13" y="30"/>
                </a:cubicBezTo>
                <a:cubicBezTo>
                  <a:pt x="13" y="30"/>
                  <a:pt x="13" y="30"/>
                  <a:pt x="13" y="30"/>
                </a:cubicBezTo>
                <a:cubicBezTo>
                  <a:pt x="9" y="30"/>
                  <a:pt x="9" y="30"/>
                  <a:pt x="9" y="30"/>
                </a:cubicBezTo>
                <a:cubicBezTo>
                  <a:pt x="8" y="30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7"/>
                  <a:pt x="8" y="26"/>
                  <a:pt x="8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8" y="23"/>
                  <a:pt x="8" y="22"/>
                  <a:pt x="9" y="21"/>
                </a:cubicBezTo>
                <a:cubicBezTo>
                  <a:pt x="9" y="20"/>
                  <a:pt x="9" y="20"/>
                  <a:pt x="10" y="19"/>
                </a:cubicBezTo>
                <a:cubicBezTo>
                  <a:pt x="10" y="19"/>
                  <a:pt x="11" y="19"/>
                  <a:pt x="11" y="18"/>
                </a:cubicBezTo>
                <a:cubicBezTo>
                  <a:pt x="12" y="18"/>
                  <a:pt x="12" y="18"/>
                  <a:pt x="13" y="19"/>
                </a:cubicBezTo>
                <a:cubicBezTo>
                  <a:pt x="13" y="20"/>
                  <a:pt x="13" y="20"/>
                  <a:pt x="12" y="20"/>
                </a:cubicBezTo>
                <a:cubicBezTo>
                  <a:pt x="12" y="21"/>
                  <a:pt x="11" y="21"/>
                  <a:pt x="11" y="21"/>
                </a:cubicBezTo>
                <a:cubicBezTo>
                  <a:pt x="11" y="21"/>
                  <a:pt x="11" y="22"/>
                  <a:pt x="11" y="22"/>
                </a:cubicBezTo>
                <a:cubicBezTo>
                  <a:pt x="10" y="22"/>
                  <a:pt x="10" y="23"/>
                  <a:pt x="10" y="23"/>
                </a:cubicBezTo>
                <a:close/>
                <a:moveTo>
                  <a:pt x="30" y="33"/>
                </a:move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4"/>
                  <a:pt x="30" y="34"/>
                  <a:pt x="30" y="35"/>
                </a:cubicBezTo>
                <a:cubicBezTo>
                  <a:pt x="30" y="36"/>
                  <a:pt x="30" y="36"/>
                  <a:pt x="30" y="37"/>
                </a:cubicBezTo>
                <a:cubicBezTo>
                  <a:pt x="29" y="37"/>
                  <a:pt x="29" y="38"/>
                  <a:pt x="29" y="38"/>
                </a:cubicBezTo>
                <a:cubicBezTo>
                  <a:pt x="28" y="38"/>
                  <a:pt x="28" y="39"/>
                  <a:pt x="27" y="39"/>
                </a:cubicBezTo>
                <a:cubicBezTo>
                  <a:pt x="26" y="39"/>
                  <a:pt x="26" y="39"/>
                  <a:pt x="26" y="38"/>
                </a:cubicBezTo>
                <a:cubicBezTo>
                  <a:pt x="25" y="38"/>
                  <a:pt x="26" y="37"/>
                  <a:pt x="26" y="37"/>
                </a:cubicBezTo>
                <a:cubicBezTo>
                  <a:pt x="26" y="37"/>
                  <a:pt x="27" y="37"/>
                  <a:pt x="27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7" y="36"/>
                  <a:pt x="28" y="36"/>
                </a:cubicBezTo>
                <a:cubicBezTo>
                  <a:pt x="28" y="35"/>
                  <a:pt x="28" y="35"/>
                  <a:pt x="28" y="35"/>
                </a:cubicBezTo>
                <a:cubicBezTo>
                  <a:pt x="28" y="34"/>
                  <a:pt x="28" y="34"/>
                  <a:pt x="28" y="34"/>
                </a:cubicBezTo>
                <a:cubicBezTo>
                  <a:pt x="25" y="34"/>
                  <a:pt x="25" y="34"/>
                  <a:pt x="25" y="34"/>
                </a:cubicBezTo>
                <a:cubicBezTo>
                  <a:pt x="24" y="34"/>
                  <a:pt x="24" y="34"/>
                  <a:pt x="24" y="3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8"/>
                  <a:pt x="24" y="28"/>
                  <a:pt x="25" y="28"/>
                </a:cubicBezTo>
                <a:cubicBezTo>
                  <a:pt x="25" y="28"/>
                  <a:pt x="25" y="28"/>
                  <a:pt x="25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30" y="28"/>
                  <a:pt x="30" y="28"/>
                  <a:pt x="30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30"/>
                  <a:pt x="30" y="32"/>
                  <a:pt x="30" y="33"/>
                </a:cubicBezTo>
                <a:cubicBezTo>
                  <a:pt x="30" y="33"/>
                  <a:pt x="30" y="33"/>
                  <a:pt x="30" y="33"/>
                </a:cubicBezTo>
                <a:close/>
                <a:moveTo>
                  <a:pt x="38" y="33"/>
                </a:moveTo>
                <a:cubicBezTo>
                  <a:pt x="38" y="33"/>
                  <a:pt x="38" y="33"/>
                  <a:pt x="38" y="33"/>
                </a:cubicBezTo>
                <a:cubicBezTo>
                  <a:pt x="38" y="33"/>
                  <a:pt x="38" y="33"/>
                  <a:pt x="38" y="33"/>
                </a:cubicBezTo>
                <a:cubicBezTo>
                  <a:pt x="38" y="34"/>
                  <a:pt x="38" y="34"/>
                  <a:pt x="38" y="35"/>
                </a:cubicBezTo>
                <a:cubicBezTo>
                  <a:pt x="38" y="36"/>
                  <a:pt x="37" y="36"/>
                  <a:pt x="37" y="37"/>
                </a:cubicBezTo>
                <a:cubicBezTo>
                  <a:pt x="37" y="37"/>
                  <a:pt x="37" y="38"/>
                  <a:pt x="36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8"/>
                  <a:pt x="35" y="39"/>
                  <a:pt x="35" y="39"/>
                </a:cubicBezTo>
                <a:cubicBezTo>
                  <a:pt x="34" y="39"/>
                  <a:pt x="33" y="39"/>
                  <a:pt x="33" y="38"/>
                </a:cubicBezTo>
                <a:cubicBezTo>
                  <a:pt x="33" y="38"/>
                  <a:pt x="33" y="37"/>
                  <a:pt x="34" y="37"/>
                </a:cubicBezTo>
                <a:cubicBezTo>
                  <a:pt x="34" y="37"/>
                  <a:pt x="34" y="37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5" y="35"/>
                  <a:pt x="35" y="35"/>
                  <a:pt x="35" y="35"/>
                </a:cubicBezTo>
                <a:cubicBezTo>
                  <a:pt x="35" y="34"/>
                  <a:pt x="36" y="34"/>
                  <a:pt x="36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1" y="34"/>
                  <a:pt x="31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8"/>
                  <a:pt x="32" y="28"/>
                  <a:pt x="3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8"/>
                  <a:pt x="38" y="28"/>
                  <a:pt x="3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8" y="30"/>
                  <a:pt x="38" y="32"/>
                  <a:pt x="38" y="33"/>
                </a:cubicBezTo>
                <a:cubicBezTo>
                  <a:pt x="38" y="33"/>
                  <a:pt x="38" y="33"/>
                  <a:pt x="38" y="33"/>
                </a:cubicBezTo>
                <a:close/>
                <a:moveTo>
                  <a:pt x="15" y="24"/>
                </a:moveTo>
                <a:cubicBezTo>
                  <a:pt x="15" y="24"/>
                  <a:pt x="15" y="24"/>
                  <a:pt x="15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5" y="23"/>
                  <a:pt x="16" y="22"/>
                  <a:pt x="16" y="21"/>
                </a:cubicBezTo>
                <a:cubicBezTo>
                  <a:pt x="16" y="20"/>
                  <a:pt x="17" y="20"/>
                  <a:pt x="17" y="19"/>
                </a:cubicBezTo>
                <a:cubicBezTo>
                  <a:pt x="17" y="19"/>
                  <a:pt x="17" y="19"/>
                  <a:pt x="17" y="19"/>
                </a:cubicBezTo>
                <a:cubicBezTo>
                  <a:pt x="18" y="19"/>
                  <a:pt x="18" y="19"/>
                  <a:pt x="19" y="18"/>
                </a:cubicBezTo>
                <a:cubicBezTo>
                  <a:pt x="19" y="18"/>
                  <a:pt x="20" y="18"/>
                  <a:pt x="20" y="19"/>
                </a:cubicBezTo>
                <a:cubicBezTo>
                  <a:pt x="20" y="20"/>
                  <a:pt x="20" y="20"/>
                  <a:pt x="20" y="20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8" y="21"/>
                  <a:pt x="18" y="22"/>
                  <a:pt x="18" y="22"/>
                </a:cubicBezTo>
                <a:cubicBezTo>
                  <a:pt x="18" y="22"/>
                  <a:pt x="18" y="23"/>
                  <a:pt x="18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2" y="23"/>
                  <a:pt x="22" y="24"/>
                  <a:pt x="22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29"/>
                  <a:pt x="22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0"/>
                  <a:pt x="15" y="29"/>
                  <a:pt x="15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7"/>
                  <a:pt x="15" y="26"/>
                  <a:pt x="15" y="24"/>
                </a:cubicBezTo>
                <a:cubicBezTo>
                  <a:pt x="15" y="24"/>
                  <a:pt x="15" y="24"/>
                  <a:pt x="15" y="24"/>
                </a:cubicBezTo>
                <a:close/>
                <a:moveTo>
                  <a:pt x="27" y="4"/>
                </a:moveTo>
                <a:cubicBezTo>
                  <a:pt x="27" y="4"/>
                  <a:pt x="27" y="4"/>
                  <a:pt x="27" y="4"/>
                </a:cubicBezTo>
                <a:cubicBezTo>
                  <a:pt x="6" y="4"/>
                  <a:pt x="6" y="4"/>
                  <a:pt x="6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4"/>
                  <a:pt x="4" y="5"/>
                  <a:pt x="4" y="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4" y="45"/>
                  <a:pt x="5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6"/>
                  <a:pt x="5" y="46"/>
                  <a:pt x="6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5"/>
                  <a:pt x="41" y="45"/>
                  <a:pt x="41" y="45"/>
                </a:cubicBezTo>
                <a:cubicBezTo>
                  <a:pt x="41" y="17"/>
                  <a:pt x="41" y="17"/>
                  <a:pt x="41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1" y="17"/>
                  <a:pt x="29" y="16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8" y="15"/>
                  <a:pt x="27" y="14"/>
                  <a:pt x="27" y="12"/>
                </a:cubicBezTo>
                <a:cubicBezTo>
                  <a:pt x="27" y="4"/>
                  <a:pt x="27" y="4"/>
                  <a:pt x="27" y="4"/>
                </a:cubicBezTo>
                <a:close/>
                <a:moveTo>
                  <a:pt x="39" y="14"/>
                </a:moveTo>
                <a:cubicBezTo>
                  <a:pt x="39" y="14"/>
                  <a:pt x="39" y="14"/>
                  <a:pt x="39" y="14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3"/>
                  <a:pt x="30" y="13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1" y="14"/>
                  <a:pt x="31" y="14"/>
                  <a:pt x="32" y="14"/>
                </a:cubicBezTo>
                <a:cubicBezTo>
                  <a:pt x="39" y="14"/>
                  <a:pt x="39" y="14"/>
                  <a:pt x="39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52" name="Freeform 186">
            <a:extLst>
              <a:ext uri="{FF2B5EF4-FFF2-40B4-BE49-F238E27FC236}">
                <a16:creationId xmlns:a16="http://schemas.microsoft.com/office/drawing/2014/main" id="{2F1A0084-B97B-DF37-88C7-6D7F88F294DA}"/>
              </a:ext>
            </a:extLst>
          </p:cNvPr>
          <p:cNvSpPr>
            <a:spLocks noEditPoints="1"/>
          </p:cNvSpPr>
          <p:nvPr/>
        </p:nvSpPr>
        <p:spPr bwMode="auto">
          <a:xfrm>
            <a:off x="5824467" y="3437914"/>
            <a:ext cx="186267" cy="211667"/>
          </a:xfrm>
          <a:custGeom>
            <a:avLst/>
            <a:gdLst>
              <a:gd name="T0" fmla="*/ 15875 w 44"/>
              <a:gd name="T1" fmla="*/ 0 h 50"/>
              <a:gd name="T2" fmla="*/ 88900 w 44"/>
              <a:gd name="T3" fmla="*/ 0 h 50"/>
              <a:gd name="T4" fmla="*/ 95250 w 44"/>
              <a:gd name="T5" fmla="*/ 0 h 50"/>
              <a:gd name="T6" fmla="*/ 139700 w 44"/>
              <a:gd name="T7" fmla="*/ 44450 h 50"/>
              <a:gd name="T8" fmla="*/ 139700 w 44"/>
              <a:gd name="T9" fmla="*/ 47625 h 50"/>
              <a:gd name="T10" fmla="*/ 139700 w 44"/>
              <a:gd name="T11" fmla="*/ 47625 h 50"/>
              <a:gd name="T12" fmla="*/ 139700 w 44"/>
              <a:gd name="T13" fmla="*/ 142875 h 50"/>
              <a:gd name="T14" fmla="*/ 136525 w 44"/>
              <a:gd name="T15" fmla="*/ 152400 h 50"/>
              <a:gd name="T16" fmla="*/ 136525 w 44"/>
              <a:gd name="T17" fmla="*/ 152400 h 50"/>
              <a:gd name="T18" fmla="*/ 136525 w 44"/>
              <a:gd name="T19" fmla="*/ 152400 h 50"/>
              <a:gd name="T20" fmla="*/ 123825 w 44"/>
              <a:gd name="T21" fmla="*/ 158750 h 50"/>
              <a:gd name="T22" fmla="*/ 15875 w 44"/>
              <a:gd name="T23" fmla="*/ 158750 h 50"/>
              <a:gd name="T24" fmla="*/ 6350 w 44"/>
              <a:gd name="T25" fmla="*/ 152400 h 50"/>
              <a:gd name="T26" fmla="*/ 6350 w 44"/>
              <a:gd name="T27" fmla="*/ 152400 h 50"/>
              <a:gd name="T28" fmla="*/ 0 w 44"/>
              <a:gd name="T29" fmla="*/ 142875 h 50"/>
              <a:gd name="T30" fmla="*/ 0 w 44"/>
              <a:gd name="T31" fmla="*/ 15875 h 50"/>
              <a:gd name="T32" fmla="*/ 6350 w 44"/>
              <a:gd name="T33" fmla="*/ 3175 h 50"/>
              <a:gd name="T34" fmla="*/ 15875 w 44"/>
              <a:gd name="T35" fmla="*/ 0 h 50"/>
              <a:gd name="T36" fmla="*/ 31750 w 44"/>
              <a:gd name="T37" fmla="*/ 117475 h 50"/>
              <a:gd name="T38" fmla="*/ 31750 w 44"/>
              <a:gd name="T39" fmla="*/ 117475 h 50"/>
              <a:gd name="T40" fmla="*/ 25400 w 44"/>
              <a:gd name="T41" fmla="*/ 117475 h 50"/>
              <a:gd name="T42" fmla="*/ 25400 w 44"/>
              <a:gd name="T43" fmla="*/ 111125 h 50"/>
              <a:gd name="T44" fmla="*/ 57150 w 44"/>
              <a:gd name="T45" fmla="*/ 79375 h 50"/>
              <a:gd name="T46" fmla="*/ 63500 w 44"/>
              <a:gd name="T47" fmla="*/ 79375 h 50"/>
              <a:gd name="T48" fmla="*/ 63500 w 44"/>
              <a:gd name="T49" fmla="*/ 79375 h 50"/>
              <a:gd name="T50" fmla="*/ 79375 w 44"/>
              <a:gd name="T51" fmla="*/ 98425 h 50"/>
              <a:gd name="T52" fmla="*/ 107950 w 44"/>
              <a:gd name="T53" fmla="*/ 69850 h 50"/>
              <a:gd name="T54" fmla="*/ 114300 w 44"/>
              <a:gd name="T55" fmla="*/ 69850 h 50"/>
              <a:gd name="T56" fmla="*/ 114300 w 44"/>
              <a:gd name="T57" fmla="*/ 76200 h 50"/>
              <a:gd name="T58" fmla="*/ 82550 w 44"/>
              <a:gd name="T59" fmla="*/ 104775 h 50"/>
              <a:gd name="T60" fmla="*/ 79375 w 44"/>
              <a:gd name="T61" fmla="*/ 104775 h 50"/>
              <a:gd name="T62" fmla="*/ 79375 w 44"/>
              <a:gd name="T63" fmla="*/ 104775 h 50"/>
              <a:gd name="T64" fmla="*/ 60325 w 44"/>
              <a:gd name="T65" fmla="*/ 88900 h 50"/>
              <a:gd name="T66" fmla="*/ 31750 w 44"/>
              <a:gd name="T67" fmla="*/ 117475 h 50"/>
              <a:gd name="T68" fmla="*/ 127000 w 44"/>
              <a:gd name="T69" fmla="*/ 53975 h 50"/>
              <a:gd name="T70" fmla="*/ 127000 w 44"/>
              <a:gd name="T71" fmla="*/ 53975 h 50"/>
              <a:gd name="T72" fmla="*/ 101600 w 44"/>
              <a:gd name="T73" fmla="*/ 53975 h 50"/>
              <a:gd name="T74" fmla="*/ 88900 w 44"/>
              <a:gd name="T75" fmla="*/ 47625 h 50"/>
              <a:gd name="T76" fmla="*/ 88900 w 44"/>
              <a:gd name="T77" fmla="*/ 47625 h 50"/>
              <a:gd name="T78" fmla="*/ 85725 w 44"/>
              <a:gd name="T79" fmla="*/ 38100 h 50"/>
              <a:gd name="T80" fmla="*/ 85725 w 44"/>
              <a:gd name="T81" fmla="*/ 9525 h 50"/>
              <a:gd name="T82" fmla="*/ 15875 w 44"/>
              <a:gd name="T83" fmla="*/ 9525 h 50"/>
              <a:gd name="T84" fmla="*/ 15875 w 44"/>
              <a:gd name="T85" fmla="*/ 12700 h 50"/>
              <a:gd name="T86" fmla="*/ 12700 w 44"/>
              <a:gd name="T87" fmla="*/ 15875 h 50"/>
              <a:gd name="T88" fmla="*/ 12700 w 44"/>
              <a:gd name="T89" fmla="*/ 142875 h 50"/>
              <a:gd name="T90" fmla="*/ 15875 w 44"/>
              <a:gd name="T91" fmla="*/ 142875 h 50"/>
              <a:gd name="T92" fmla="*/ 12700 w 44"/>
              <a:gd name="T93" fmla="*/ 142875 h 50"/>
              <a:gd name="T94" fmla="*/ 15875 w 44"/>
              <a:gd name="T95" fmla="*/ 146050 h 50"/>
              <a:gd name="T96" fmla="*/ 123825 w 44"/>
              <a:gd name="T97" fmla="*/ 146050 h 50"/>
              <a:gd name="T98" fmla="*/ 127000 w 44"/>
              <a:gd name="T99" fmla="*/ 142875 h 50"/>
              <a:gd name="T100" fmla="*/ 127000 w 44"/>
              <a:gd name="T101" fmla="*/ 142875 h 50"/>
              <a:gd name="T102" fmla="*/ 127000 w 44"/>
              <a:gd name="T103" fmla="*/ 142875 h 50"/>
              <a:gd name="T104" fmla="*/ 127000 w 44"/>
              <a:gd name="T105" fmla="*/ 53975 h 50"/>
              <a:gd name="T106" fmla="*/ 120650 w 44"/>
              <a:gd name="T107" fmla="*/ 44450 h 50"/>
              <a:gd name="T108" fmla="*/ 120650 w 44"/>
              <a:gd name="T109" fmla="*/ 44450 h 50"/>
              <a:gd name="T110" fmla="*/ 92075 w 44"/>
              <a:gd name="T111" fmla="*/ 15875 h 50"/>
              <a:gd name="T112" fmla="*/ 92075 w 44"/>
              <a:gd name="T113" fmla="*/ 38100 h 50"/>
              <a:gd name="T114" fmla="*/ 95250 w 44"/>
              <a:gd name="T115" fmla="*/ 44450 h 50"/>
              <a:gd name="T116" fmla="*/ 95250 w 44"/>
              <a:gd name="T117" fmla="*/ 44450 h 50"/>
              <a:gd name="T118" fmla="*/ 101600 w 44"/>
              <a:gd name="T119" fmla="*/ 44450 h 50"/>
              <a:gd name="T120" fmla="*/ 120650 w 44"/>
              <a:gd name="T121" fmla="*/ 44450 h 5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44" h="50">
                <a:moveTo>
                  <a:pt x="5" y="0"/>
                </a:moveTo>
                <a:cubicBezTo>
                  <a:pt x="28" y="0"/>
                  <a:pt x="28" y="0"/>
                  <a:pt x="28" y="0"/>
                </a:cubicBezTo>
                <a:cubicBezTo>
                  <a:pt x="29" y="0"/>
                  <a:pt x="29" y="0"/>
                  <a:pt x="30" y="0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4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6"/>
                  <a:pt x="44" y="47"/>
                  <a:pt x="4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2" y="49"/>
                  <a:pt x="40" y="50"/>
                  <a:pt x="39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4" y="50"/>
                  <a:pt x="3" y="49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7"/>
                  <a:pt x="0" y="46"/>
                  <a:pt x="0" y="45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1" y="2"/>
                  <a:pt x="2" y="1"/>
                </a:cubicBezTo>
                <a:cubicBezTo>
                  <a:pt x="3" y="0"/>
                  <a:pt x="4" y="0"/>
                  <a:pt x="5" y="0"/>
                </a:cubicBezTo>
                <a:close/>
                <a:moveTo>
                  <a:pt x="10" y="37"/>
                </a:move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9" y="37"/>
                  <a:pt x="8" y="37"/>
                </a:cubicBezTo>
                <a:cubicBezTo>
                  <a:pt x="8" y="36"/>
                  <a:pt x="8" y="35"/>
                  <a:pt x="8" y="35"/>
                </a:cubicBezTo>
                <a:cubicBezTo>
                  <a:pt x="18" y="25"/>
                  <a:pt x="18" y="25"/>
                  <a:pt x="18" y="25"/>
                </a:cubicBezTo>
                <a:cubicBezTo>
                  <a:pt x="19" y="25"/>
                  <a:pt x="19" y="25"/>
                  <a:pt x="20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5" y="31"/>
                  <a:pt x="25" y="31"/>
                  <a:pt x="25" y="31"/>
                </a:cubicBezTo>
                <a:cubicBezTo>
                  <a:pt x="34" y="22"/>
                  <a:pt x="34" y="22"/>
                  <a:pt x="34" y="22"/>
                </a:cubicBezTo>
                <a:cubicBezTo>
                  <a:pt x="35" y="22"/>
                  <a:pt x="36" y="22"/>
                  <a:pt x="36" y="22"/>
                </a:cubicBezTo>
                <a:cubicBezTo>
                  <a:pt x="36" y="23"/>
                  <a:pt x="36" y="23"/>
                  <a:pt x="36" y="24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4"/>
                  <a:pt x="25" y="34"/>
                  <a:pt x="25" y="33"/>
                </a:cubicBezTo>
                <a:cubicBezTo>
                  <a:pt x="25" y="33"/>
                  <a:pt x="25" y="33"/>
                  <a:pt x="25" y="33"/>
                </a:cubicBezTo>
                <a:cubicBezTo>
                  <a:pt x="19" y="28"/>
                  <a:pt x="19" y="28"/>
                  <a:pt x="19" y="28"/>
                </a:cubicBezTo>
                <a:cubicBezTo>
                  <a:pt x="10" y="37"/>
                  <a:pt x="10" y="37"/>
                  <a:pt x="10" y="37"/>
                </a:cubicBezTo>
                <a:close/>
                <a:moveTo>
                  <a:pt x="40" y="17"/>
                </a:moveTo>
                <a:cubicBezTo>
                  <a:pt x="40" y="17"/>
                  <a:pt x="40" y="17"/>
                  <a:pt x="40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0" y="17"/>
                  <a:pt x="29" y="16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4"/>
                  <a:pt x="27" y="13"/>
                  <a:pt x="27" y="12"/>
                </a:cubicBezTo>
                <a:cubicBezTo>
                  <a:pt x="27" y="3"/>
                  <a:pt x="27" y="3"/>
                  <a:pt x="27" y="3"/>
                </a:cubicBezTo>
                <a:cubicBezTo>
                  <a:pt x="5" y="3"/>
                  <a:pt x="5" y="3"/>
                  <a:pt x="5" y="3"/>
                </a:cubicBezTo>
                <a:cubicBezTo>
                  <a:pt x="5" y="3"/>
                  <a:pt x="5" y="4"/>
                  <a:pt x="5" y="4"/>
                </a:cubicBezTo>
                <a:cubicBezTo>
                  <a:pt x="4" y="4"/>
                  <a:pt x="4" y="4"/>
                  <a:pt x="4" y="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4" y="45"/>
                  <a:pt x="5" y="45"/>
                </a:cubicBezTo>
                <a:cubicBezTo>
                  <a:pt x="4" y="45"/>
                  <a:pt x="4" y="45"/>
                  <a:pt x="4" y="45"/>
                </a:cubicBezTo>
                <a:cubicBezTo>
                  <a:pt x="5" y="46"/>
                  <a:pt x="5" y="46"/>
                  <a:pt x="5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40" y="46"/>
                  <a:pt x="40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17"/>
                  <a:pt x="40" y="17"/>
                  <a:pt x="40" y="17"/>
                </a:cubicBezTo>
                <a:close/>
                <a:moveTo>
                  <a:pt x="38" y="14"/>
                </a:moveTo>
                <a:cubicBezTo>
                  <a:pt x="38" y="14"/>
                  <a:pt x="38" y="14"/>
                  <a:pt x="38" y="14"/>
                </a:cubicBezTo>
                <a:cubicBezTo>
                  <a:pt x="29" y="5"/>
                  <a:pt x="29" y="5"/>
                  <a:pt x="29" y="5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3"/>
                  <a:pt x="30" y="13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4"/>
                  <a:pt x="31" y="14"/>
                  <a:pt x="32" y="14"/>
                </a:cubicBezTo>
                <a:cubicBezTo>
                  <a:pt x="38" y="14"/>
                  <a:pt x="38" y="14"/>
                  <a:pt x="38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53" name="Freeform 187">
            <a:extLst>
              <a:ext uri="{FF2B5EF4-FFF2-40B4-BE49-F238E27FC236}">
                <a16:creationId xmlns:a16="http://schemas.microsoft.com/office/drawing/2014/main" id="{35A35A8D-237E-B714-2302-FF4FD64745F1}"/>
              </a:ext>
            </a:extLst>
          </p:cNvPr>
          <p:cNvSpPr>
            <a:spLocks noEditPoints="1"/>
          </p:cNvSpPr>
          <p:nvPr/>
        </p:nvSpPr>
        <p:spPr bwMode="auto">
          <a:xfrm>
            <a:off x="1313852" y="3429448"/>
            <a:ext cx="207433" cy="220133"/>
          </a:xfrm>
          <a:custGeom>
            <a:avLst/>
            <a:gdLst>
              <a:gd name="T0" fmla="*/ 85725 w 49"/>
              <a:gd name="T1" fmla="*/ 120650 h 52"/>
              <a:gd name="T2" fmla="*/ 88900 w 49"/>
              <a:gd name="T3" fmla="*/ 146050 h 52"/>
              <a:gd name="T4" fmla="*/ 79375 w 49"/>
              <a:gd name="T5" fmla="*/ 155575 h 52"/>
              <a:gd name="T6" fmla="*/ 69850 w 49"/>
              <a:gd name="T7" fmla="*/ 155575 h 52"/>
              <a:gd name="T8" fmla="*/ 63500 w 49"/>
              <a:gd name="T9" fmla="*/ 165100 h 52"/>
              <a:gd name="T10" fmla="*/ 19050 w 49"/>
              <a:gd name="T11" fmla="*/ 158750 h 52"/>
              <a:gd name="T12" fmla="*/ 9525 w 49"/>
              <a:gd name="T13" fmla="*/ 155575 h 52"/>
              <a:gd name="T14" fmla="*/ 3175 w 49"/>
              <a:gd name="T15" fmla="*/ 152400 h 52"/>
              <a:gd name="T16" fmla="*/ 0 w 49"/>
              <a:gd name="T17" fmla="*/ 133350 h 52"/>
              <a:gd name="T18" fmla="*/ 19050 w 49"/>
              <a:gd name="T19" fmla="*/ 98425 h 52"/>
              <a:gd name="T20" fmla="*/ 44450 w 49"/>
              <a:gd name="T21" fmla="*/ 41275 h 52"/>
              <a:gd name="T22" fmla="*/ 69850 w 49"/>
              <a:gd name="T23" fmla="*/ 98425 h 52"/>
              <a:gd name="T24" fmla="*/ 22225 w 49"/>
              <a:gd name="T25" fmla="*/ 133350 h 52"/>
              <a:gd name="T26" fmla="*/ 31750 w 49"/>
              <a:gd name="T27" fmla="*/ 133350 h 52"/>
              <a:gd name="T28" fmla="*/ 31750 w 49"/>
              <a:gd name="T29" fmla="*/ 152400 h 52"/>
              <a:gd name="T30" fmla="*/ 57150 w 49"/>
              <a:gd name="T31" fmla="*/ 149225 h 52"/>
              <a:gd name="T32" fmla="*/ 60325 w 49"/>
              <a:gd name="T33" fmla="*/ 127000 h 52"/>
              <a:gd name="T34" fmla="*/ 66675 w 49"/>
              <a:gd name="T35" fmla="*/ 146050 h 52"/>
              <a:gd name="T36" fmla="*/ 69850 w 49"/>
              <a:gd name="T37" fmla="*/ 146050 h 52"/>
              <a:gd name="T38" fmla="*/ 76200 w 49"/>
              <a:gd name="T39" fmla="*/ 133350 h 52"/>
              <a:gd name="T40" fmla="*/ 60325 w 49"/>
              <a:gd name="T41" fmla="*/ 104775 h 52"/>
              <a:gd name="T42" fmla="*/ 28575 w 49"/>
              <a:gd name="T43" fmla="*/ 104775 h 52"/>
              <a:gd name="T44" fmla="*/ 12700 w 49"/>
              <a:gd name="T45" fmla="*/ 133350 h 52"/>
              <a:gd name="T46" fmla="*/ 19050 w 49"/>
              <a:gd name="T47" fmla="*/ 146050 h 52"/>
              <a:gd name="T48" fmla="*/ 22225 w 49"/>
              <a:gd name="T49" fmla="*/ 146050 h 52"/>
              <a:gd name="T50" fmla="*/ 95250 w 49"/>
              <a:gd name="T51" fmla="*/ 19050 h 52"/>
              <a:gd name="T52" fmla="*/ 88900 w 49"/>
              <a:gd name="T53" fmla="*/ 34925 h 52"/>
              <a:gd name="T54" fmla="*/ 95250 w 49"/>
              <a:gd name="T55" fmla="*/ 53975 h 52"/>
              <a:gd name="T56" fmla="*/ 107950 w 49"/>
              <a:gd name="T57" fmla="*/ 57150 h 52"/>
              <a:gd name="T58" fmla="*/ 117475 w 49"/>
              <a:gd name="T59" fmla="*/ 60325 h 52"/>
              <a:gd name="T60" fmla="*/ 139700 w 49"/>
              <a:gd name="T61" fmla="*/ 19050 h 52"/>
              <a:gd name="T62" fmla="*/ 92075 w 49"/>
              <a:gd name="T63" fmla="*/ 12700 h 52"/>
              <a:gd name="T64" fmla="*/ 142875 w 49"/>
              <a:gd name="T65" fmla="*/ 12700 h 52"/>
              <a:gd name="T66" fmla="*/ 117475 w 49"/>
              <a:gd name="T67" fmla="*/ 66675 h 52"/>
              <a:gd name="T68" fmla="*/ 92075 w 49"/>
              <a:gd name="T69" fmla="*/ 73025 h 52"/>
              <a:gd name="T70" fmla="*/ 88900 w 49"/>
              <a:gd name="T71" fmla="*/ 69850 h 52"/>
              <a:gd name="T72" fmla="*/ 79375 w 49"/>
              <a:gd name="T73" fmla="*/ 34925 h 52"/>
              <a:gd name="T74" fmla="*/ 22225 w 49"/>
              <a:gd name="T75" fmla="*/ 76200 h 52"/>
              <a:gd name="T76" fmla="*/ 44450 w 49"/>
              <a:gd name="T77" fmla="*/ 98425 h 52"/>
              <a:gd name="T78" fmla="*/ 44450 w 49"/>
              <a:gd name="T79" fmla="*/ 50800 h 5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9" h="52">
                <a:moveTo>
                  <a:pt x="22" y="31"/>
                </a:moveTo>
                <a:cubicBezTo>
                  <a:pt x="24" y="33"/>
                  <a:pt x="26" y="35"/>
                  <a:pt x="27" y="38"/>
                </a:cubicBezTo>
                <a:cubicBezTo>
                  <a:pt x="28" y="39"/>
                  <a:pt x="28" y="41"/>
                  <a:pt x="28" y="42"/>
                </a:cubicBezTo>
                <a:cubicBezTo>
                  <a:pt x="28" y="46"/>
                  <a:pt x="28" y="46"/>
                  <a:pt x="28" y="46"/>
                </a:cubicBezTo>
                <a:cubicBezTo>
                  <a:pt x="28" y="46"/>
                  <a:pt x="28" y="47"/>
                  <a:pt x="27" y="48"/>
                </a:cubicBezTo>
                <a:cubicBezTo>
                  <a:pt x="27" y="49"/>
                  <a:pt x="26" y="49"/>
                  <a:pt x="25" y="49"/>
                </a:cubicBezTo>
                <a:cubicBezTo>
                  <a:pt x="25" y="49"/>
                  <a:pt x="25" y="49"/>
                  <a:pt x="25" y="49"/>
                </a:cubicBezTo>
                <a:cubicBezTo>
                  <a:pt x="22" y="49"/>
                  <a:pt x="22" y="49"/>
                  <a:pt x="22" y="49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51"/>
                  <a:pt x="21" y="52"/>
                  <a:pt x="20" y="52"/>
                </a:cubicBezTo>
                <a:cubicBezTo>
                  <a:pt x="8" y="52"/>
                  <a:pt x="8" y="52"/>
                  <a:pt x="8" y="52"/>
                </a:cubicBezTo>
                <a:cubicBezTo>
                  <a:pt x="7" y="52"/>
                  <a:pt x="6" y="51"/>
                  <a:pt x="6" y="50"/>
                </a:cubicBezTo>
                <a:cubicBezTo>
                  <a:pt x="6" y="49"/>
                  <a:pt x="6" y="49"/>
                  <a:pt x="6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2" y="49"/>
                  <a:pt x="1" y="49"/>
                  <a:pt x="1" y="48"/>
                </a:cubicBezTo>
                <a:cubicBezTo>
                  <a:pt x="0" y="47"/>
                  <a:pt x="0" y="46"/>
                  <a:pt x="0" y="46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1"/>
                  <a:pt x="0" y="39"/>
                  <a:pt x="1" y="38"/>
                </a:cubicBezTo>
                <a:cubicBezTo>
                  <a:pt x="2" y="35"/>
                  <a:pt x="4" y="33"/>
                  <a:pt x="6" y="31"/>
                </a:cubicBezTo>
                <a:cubicBezTo>
                  <a:pt x="4" y="29"/>
                  <a:pt x="3" y="26"/>
                  <a:pt x="3" y="24"/>
                </a:cubicBezTo>
                <a:cubicBezTo>
                  <a:pt x="3" y="17"/>
                  <a:pt x="8" y="13"/>
                  <a:pt x="14" y="13"/>
                </a:cubicBezTo>
                <a:cubicBezTo>
                  <a:pt x="20" y="13"/>
                  <a:pt x="25" y="17"/>
                  <a:pt x="25" y="24"/>
                </a:cubicBezTo>
                <a:cubicBezTo>
                  <a:pt x="25" y="26"/>
                  <a:pt x="24" y="29"/>
                  <a:pt x="22" y="31"/>
                </a:cubicBezTo>
                <a:close/>
                <a:moveTo>
                  <a:pt x="7" y="42"/>
                </a:moveTo>
                <a:cubicBezTo>
                  <a:pt x="7" y="42"/>
                  <a:pt x="7" y="42"/>
                  <a:pt x="7" y="42"/>
                </a:cubicBezTo>
                <a:cubicBezTo>
                  <a:pt x="7" y="41"/>
                  <a:pt x="8" y="40"/>
                  <a:pt x="8" y="40"/>
                </a:cubicBezTo>
                <a:cubicBezTo>
                  <a:pt x="9" y="40"/>
                  <a:pt x="10" y="41"/>
                  <a:pt x="10" y="42"/>
                </a:cubicBezTo>
                <a:cubicBezTo>
                  <a:pt x="10" y="47"/>
                  <a:pt x="10" y="47"/>
                  <a:pt x="10" y="47"/>
                </a:cubicBezTo>
                <a:cubicBezTo>
                  <a:pt x="10" y="48"/>
                  <a:pt x="10" y="48"/>
                  <a:pt x="10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8" y="47"/>
                  <a:pt x="18" y="47"/>
                  <a:pt x="18" y="47"/>
                </a:cubicBezTo>
                <a:cubicBezTo>
                  <a:pt x="18" y="42"/>
                  <a:pt x="18" y="42"/>
                  <a:pt x="18" y="42"/>
                </a:cubicBezTo>
                <a:cubicBezTo>
                  <a:pt x="18" y="41"/>
                  <a:pt x="19" y="40"/>
                  <a:pt x="19" y="40"/>
                </a:cubicBezTo>
                <a:cubicBezTo>
                  <a:pt x="20" y="40"/>
                  <a:pt x="21" y="41"/>
                  <a:pt x="21" y="42"/>
                </a:cubicBezTo>
                <a:cubicBezTo>
                  <a:pt x="21" y="46"/>
                  <a:pt x="21" y="46"/>
                  <a:pt x="21" y="46"/>
                </a:cubicBezTo>
                <a:cubicBezTo>
                  <a:pt x="21" y="46"/>
                  <a:pt x="21" y="46"/>
                  <a:pt x="21" y="46"/>
                </a:cubicBezTo>
                <a:cubicBezTo>
                  <a:pt x="22" y="46"/>
                  <a:pt x="22" y="46"/>
                  <a:pt x="22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2"/>
                  <a:pt x="24" y="42"/>
                  <a:pt x="24" y="42"/>
                </a:cubicBezTo>
                <a:cubicBezTo>
                  <a:pt x="24" y="41"/>
                  <a:pt x="24" y="40"/>
                  <a:pt x="24" y="39"/>
                </a:cubicBezTo>
                <a:cubicBezTo>
                  <a:pt x="23" y="37"/>
                  <a:pt x="20" y="35"/>
                  <a:pt x="19" y="33"/>
                </a:cubicBezTo>
                <a:cubicBezTo>
                  <a:pt x="17" y="34"/>
                  <a:pt x="16" y="34"/>
                  <a:pt x="14" y="34"/>
                </a:cubicBezTo>
                <a:cubicBezTo>
                  <a:pt x="12" y="34"/>
                  <a:pt x="11" y="34"/>
                  <a:pt x="9" y="33"/>
                </a:cubicBezTo>
                <a:cubicBezTo>
                  <a:pt x="7" y="35"/>
                  <a:pt x="5" y="37"/>
                  <a:pt x="4" y="39"/>
                </a:cubicBezTo>
                <a:cubicBezTo>
                  <a:pt x="4" y="40"/>
                  <a:pt x="4" y="41"/>
                  <a:pt x="4" y="42"/>
                </a:cubicBezTo>
                <a:cubicBezTo>
                  <a:pt x="4" y="46"/>
                  <a:pt x="4" y="46"/>
                  <a:pt x="4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7" y="42"/>
                  <a:pt x="7" y="42"/>
                  <a:pt x="7" y="42"/>
                </a:cubicBezTo>
                <a:close/>
                <a:moveTo>
                  <a:pt x="30" y="6"/>
                </a:moveTo>
                <a:cubicBezTo>
                  <a:pt x="30" y="6"/>
                  <a:pt x="30" y="6"/>
                  <a:pt x="30" y="6"/>
                </a:cubicBezTo>
                <a:cubicBezTo>
                  <a:pt x="29" y="7"/>
                  <a:pt x="28" y="9"/>
                  <a:pt x="28" y="11"/>
                </a:cubicBezTo>
                <a:cubicBezTo>
                  <a:pt x="28" y="13"/>
                  <a:pt x="29" y="14"/>
                  <a:pt x="30" y="16"/>
                </a:cubicBezTo>
                <a:cubicBezTo>
                  <a:pt x="30" y="16"/>
                  <a:pt x="30" y="16"/>
                  <a:pt x="30" y="17"/>
                </a:cubicBezTo>
                <a:cubicBezTo>
                  <a:pt x="30" y="20"/>
                  <a:pt x="30" y="20"/>
                  <a:pt x="30" y="20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8"/>
                  <a:pt x="35" y="18"/>
                  <a:pt x="35" y="18"/>
                </a:cubicBezTo>
                <a:cubicBezTo>
                  <a:pt x="36" y="19"/>
                  <a:pt x="36" y="19"/>
                  <a:pt x="37" y="19"/>
                </a:cubicBezTo>
                <a:cubicBezTo>
                  <a:pt x="42" y="19"/>
                  <a:pt x="47" y="16"/>
                  <a:pt x="47" y="11"/>
                </a:cubicBezTo>
                <a:cubicBezTo>
                  <a:pt x="47" y="9"/>
                  <a:pt x="46" y="7"/>
                  <a:pt x="44" y="6"/>
                </a:cubicBezTo>
                <a:cubicBezTo>
                  <a:pt x="40" y="2"/>
                  <a:pt x="34" y="2"/>
                  <a:pt x="30" y="6"/>
                </a:cubicBezTo>
                <a:close/>
                <a:moveTo>
                  <a:pt x="29" y="4"/>
                </a:moveTo>
                <a:cubicBezTo>
                  <a:pt x="29" y="4"/>
                  <a:pt x="29" y="4"/>
                  <a:pt x="29" y="4"/>
                </a:cubicBezTo>
                <a:cubicBezTo>
                  <a:pt x="34" y="0"/>
                  <a:pt x="41" y="0"/>
                  <a:pt x="45" y="4"/>
                </a:cubicBezTo>
                <a:cubicBezTo>
                  <a:pt x="48" y="6"/>
                  <a:pt x="49" y="8"/>
                  <a:pt x="49" y="11"/>
                </a:cubicBezTo>
                <a:cubicBezTo>
                  <a:pt x="49" y="17"/>
                  <a:pt x="43" y="21"/>
                  <a:pt x="37" y="21"/>
                </a:cubicBezTo>
                <a:cubicBezTo>
                  <a:pt x="36" y="21"/>
                  <a:pt x="36" y="21"/>
                  <a:pt x="35" y="21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9" y="23"/>
                  <a:pt x="29" y="23"/>
                </a:cubicBezTo>
                <a:cubicBezTo>
                  <a:pt x="28" y="23"/>
                  <a:pt x="28" y="22"/>
                  <a:pt x="28" y="22"/>
                </a:cubicBezTo>
                <a:cubicBezTo>
                  <a:pt x="28" y="17"/>
                  <a:pt x="28" y="17"/>
                  <a:pt x="28" y="17"/>
                </a:cubicBezTo>
                <a:cubicBezTo>
                  <a:pt x="26" y="15"/>
                  <a:pt x="25" y="13"/>
                  <a:pt x="25" y="11"/>
                </a:cubicBezTo>
                <a:cubicBezTo>
                  <a:pt x="25" y="8"/>
                  <a:pt x="27" y="6"/>
                  <a:pt x="29" y="4"/>
                </a:cubicBezTo>
                <a:close/>
                <a:moveTo>
                  <a:pt x="7" y="24"/>
                </a:moveTo>
                <a:cubicBezTo>
                  <a:pt x="7" y="24"/>
                  <a:pt x="7" y="24"/>
                  <a:pt x="7" y="24"/>
                </a:cubicBezTo>
                <a:cubicBezTo>
                  <a:pt x="7" y="27"/>
                  <a:pt x="10" y="31"/>
                  <a:pt x="14" y="31"/>
                </a:cubicBezTo>
                <a:cubicBezTo>
                  <a:pt x="18" y="31"/>
                  <a:pt x="21" y="27"/>
                  <a:pt x="21" y="24"/>
                </a:cubicBezTo>
                <a:cubicBezTo>
                  <a:pt x="21" y="20"/>
                  <a:pt x="18" y="16"/>
                  <a:pt x="14" y="16"/>
                </a:cubicBezTo>
                <a:cubicBezTo>
                  <a:pt x="10" y="16"/>
                  <a:pt x="7" y="20"/>
                  <a:pt x="7" y="2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54" name="Freeform 188">
            <a:extLst>
              <a:ext uri="{FF2B5EF4-FFF2-40B4-BE49-F238E27FC236}">
                <a16:creationId xmlns:a16="http://schemas.microsoft.com/office/drawing/2014/main" id="{BA90C800-5DFB-5DA7-51A3-72419CD19680}"/>
              </a:ext>
            </a:extLst>
          </p:cNvPr>
          <p:cNvSpPr>
            <a:spLocks noEditPoints="1"/>
          </p:cNvSpPr>
          <p:nvPr/>
        </p:nvSpPr>
        <p:spPr bwMode="auto">
          <a:xfrm>
            <a:off x="3155352" y="3895115"/>
            <a:ext cx="215900" cy="215900"/>
          </a:xfrm>
          <a:custGeom>
            <a:avLst/>
            <a:gdLst>
              <a:gd name="T0" fmla="*/ 19050 w 51"/>
              <a:gd name="T1" fmla="*/ 117475 h 51"/>
              <a:gd name="T2" fmla="*/ 12700 w 51"/>
              <a:gd name="T3" fmla="*/ 133350 h 51"/>
              <a:gd name="T4" fmla="*/ 6350 w 51"/>
              <a:gd name="T5" fmla="*/ 127000 h 51"/>
              <a:gd name="T6" fmla="*/ 130175 w 51"/>
              <a:gd name="T7" fmla="*/ 53975 h 51"/>
              <a:gd name="T8" fmla="*/ 107950 w 51"/>
              <a:gd name="T9" fmla="*/ 76200 h 51"/>
              <a:gd name="T10" fmla="*/ 107950 w 51"/>
              <a:gd name="T11" fmla="*/ 31750 h 51"/>
              <a:gd name="T12" fmla="*/ 107950 w 51"/>
              <a:gd name="T13" fmla="*/ 38100 h 51"/>
              <a:gd name="T14" fmla="*/ 92075 w 51"/>
              <a:gd name="T15" fmla="*/ 53975 h 51"/>
              <a:gd name="T16" fmla="*/ 123825 w 51"/>
              <a:gd name="T17" fmla="*/ 53975 h 51"/>
              <a:gd name="T18" fmla="*/ 22225 w 51"/>
              <a:gd name="T19" fmla="*/ 104775 h 51"/>
              <a:gd name="T20" fmla="*/ 22225 w 51"/>
              <a:gd name="T21" fmla="*/ 92075 h 51"/>
              <a:gd name="T22" fmla="*/ 22225 w 51"/>
              <a:gd name="T23" fmla="*/ 85725 h 51"/>
              <a:gd name="T24" fmla="*/ 6350 w 51"/>
              <a:gd name="T25" fmla="*/ 92075 h 51"/>
              <a:gd name="T26" fmla="*/ 0 w 51"/>
              <a:gd name="T27" fmla="*/ 66675 h 51"/>
              <a:gd name="T28" fmla="*/ 12700 w 51"/>
              <a:gd name="T29" fmla="*/ 44450 h 51"/>
              <a:gd name="T30" fmla="*/ 31750 w 51"/>
              <a:gd name="T31" fmla="*/ 31750 h 51"/>
              <a:gd name="T32" fmla="*/ 53975 w 51"/>
              <a:gd name="T33" fmla="*/ 31750 h 51"/>
              <a:gd name="T34" fmla="*/ 53975 w 51"/>
              <a:gd name="T35" fmla="*/ 31750 h 51"/>
              <a:gd name="T36" fmla="*/ 152400 w 51"/>
              <a:gd name="T37" fmla="*/ 6350 h 51"/>
              <a:gd name="T38" fmla="*/ 155575 w 51"/>
              <a:gd name="T39" fmla="*/ 9525 h 51"/>
              <a:gd name="T40" fmla="*/ 155575 w 51"/>
              <a:gd name="T41" fmla="*/ 63500 h 51"/>
              <a:gd name="T42" fmla="*/ 130175 w 51"/>
              <a:gd name="T43" fmla="*/ 107950 h 51"/>
              <a:gd name="T44" fmla="*/ 130175 w 51"/>
              <a:gd name="T45" fmla="*/ 130175 h 51"/>
              <a:gd name="T46" fmla="*/ 117475 w 51"/>
              <a:gd name="T47" fmla="*/ 149225 h 51"/>
              <a:gd name="T48" fmla="*/ 69850 w 51"/>
              <a:gd name="T49" fmla="*/ 155575 h 51"/>
              <a:gd name="T50" fmla="*/ 69850 w 51"/>
              <a:gd name="T51" fmla="*/ 146050 h 51"/>
              <a:gd name="T52" fmla="*/ 76200 w 51"/>
              <a:gd name="T53" fmla="*/ 136525 h 51"/>
              <a:gd name="T54" fmla="*/ 57150 w 51"/>
              <a:gd name="T55" fmla="*/ 139700 h 51"/>
              <a:gd name="T56" fmla="*/ 50800 w 51"/>
              <a:gd name="T57" fmla="*/ 136525 h 51"/>
              <a:gd name="T58" fmla="*/ 22225 w 51"/>
              <a:gd name="T59" fmla="*/ 104775 h 51"/>
              <a:gd name="T60" fmla="*/ 34925 w 51"/>
              <a:gd name="T61" fmla="*/ 92075 h 51"/>
              <a:gd name="T62" fmla="*/ 57150 w 51"/>
              <a:gd name="T63" fmla="*/ 127000 h 51"/>
              <a:gd name="T64" fmla="*/ 82550 w 51"/>
              <a:gd name="T65" fmla="*/ 123825 h 51"/>
              <a:gd name="T66" fmla="*/ 88900 w 51"/>
              <a:gd name="T67" fmla="*/ 130175 h 51"/>
              <a:gd name="T68" fmla="*/ 82550 w 51"/>
              <a:gd name="T69" fmla="*/ 149225 h 51"/>
              <a:gd name="T70" fmla="*/ 107950 w 51"/>
              <a:gd name="T71" fmla="*/ 139700 h 51"/>
              <a:gd name="T72" fmla="*/ 117475 w 51"/>
              <a:gd name="T73" fmla="*/ 127000 h 51"/>
              <a:gd name="T74" fmla="*/ 117475 w 51"/>
              <a:gd name="T75" fmla="*/ 104775 h 51"/>
              <a:gd name="T76" fmla="*/ 120650 w 51"/>
              <a:gd name="T77" fmla="*/ 101600 h 51"/>
              <a:gd name="T78" fmla="*/ 146050 w 51"/>
              <a:gd name="T79" fmla="*/ 60325 h 51"/>
              <a:gd name="T80" fmla="*/ 101600 w 51"/>
              <a:gd name="T81" fmla="*/ 15875 h 51"/>
              <a:gd name="T82" fmla="*/ 60325 w 51"/>
              <a:gd name="T83" fmla="*/ 41275 h 51"/>
              <a:gd name="T84" fmla="*/ 57150 w 51"/>
              <a:gd name="T85" fmla="*/ 44450 h 51"/>
              <a:gd name="T86" fmla="*/ 34925 w 51"/>
              <a:gd name="T87" fmla="*/ 44450 h 51"/>
              <a:gd name="T88" fmla="*/ 22225 w 51"/>
              <a:gd name="T89" fmla="*/ 50800 h 51"/>
              <a:gd name="T90" fmla="*/ 12700 w 51"/>
              <a:gd name="T91" fmla="*/ 76200 h 51"/>
              <a:gd name="T92" fmla="*/ 31750 w 51"/>
              <a:gd name="T93" fmla="*/ 73025 h 51"/>
              <a:gd name="T94" fmla="*/ 38100 w 51"/>
              <a:gd name="T95" fmla="*/ 79375 h 51"/>
              <a:gd name="T96" fmla="*/ 38100 w 51"/>
              <a:gd name="T97" fmla="*/ 139700 h 51"/>
              <a:gd name="T98" fmla="*/ 44450 w 51"/>
              <a:gd name="T99" fmla="*/ 139700 h 51"/>
              <a:gd name="T100" fmla="*/ 34925 w 51"/>
              <a:gd name="T101" fmla="*/ 155575 h 51"/>
              <a:gd name="T102" fmla="*/ 28575 w 51"/>
              <a:gd name="T103" fmla="*/ 149225 h 51"/>
              <a:gd name="T104" fmla="*/ 25400 w 51"/>
              <a:gd name="T105" fmla="*/ 130175 h 51"/>
              <a:gd name="T106" fmla="*/ 31750 w 51"/>
              <a:gd name="T107" fmla="*/ 130175 h 51"/>
              <a:gd name="T108" fmla="*/ 9525 w 51"/>
              <a:gd name="T109" fmla="*/ 155575 h 51"/>
              <a:gd name="T110" fmla="*/ 6350 w 51"/>
              <a:gd name="T111" fmla="*/ 149225 h 5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1" h="51">
                <a:moveTo>
                  <a:pt x="5" y="37"/>
                </a:moveTo>
                <a:cubicBezTo>
                  <a:pt x="5" y="37"/>
                  <a:pt x="6" y="37"/>
                  <a:pt x="6" y="37"/>
                </a:cubicBezTo>
                <a:cubicBezTo>
                  <a:pt x="7" y="38"/>
                  <a:pt x="7" y="38"/>
                  <a:pt x="6" y="39"/>
                </a:cubicBezTo>
                <a:cubicBezTo>
                  <a:pt x="4" y="42"/>
                  <a:pt x="4" y="42"/>
                  <a:pt x="4" y="42"/>
                </a:cubicBezTo>
                <a:cubicBezTo>
                  <a:pt x="3" y="42"/>
                  <a:pt x="2" y="42"/>
                  <a:pt x="2" y="42"/>
                </a:cubicBezTo>
                <a:cubicBezTo>
                  <a:pt x="1" y="41"/>
                  <a:pt x="1" y="41"/>
                  <a:pt x="2" y="40"/>
                </a:cubicBezTo>
                <a:cubicBezTo>
                  <a:pt x="5" y="37"/>
                  <a:pt x="5" y="37"/>
                  <a:pt x="5" y="37"/>
                </a:cubicBezTo>
                <a:close/>
                <a:moveTo>
                  <a:pt x="41" y="17"/>
                </a:moveTo>
                <a:cubicBezTo>
                  <a:pt x="41" y="17"/>
                  <a:pt x="41" y="17"/>
                  <a:pt x="41" y="17"/>
                </a:cubicBezTo>
                <a:cubicBezTo>
                  <a:pt x="41" y="21"/>
                  <a:pt x="38" y="24"/>
                  <a:pt x="34" y="24"/>
                </a:cubicBezTo>
                <a:cubicBezTo>
                  <a:pt x="30" y="24"/>
                  <a:pt x="26" y="21"/>
                  <a:pt x="26" y="17"/>
                </a:cubicBezTo>
                <a:cubicBezTo>
                  <a:pt x="26" y="13"/>
                  <a:pt x="30" y="10"/>
                  <a:pt x="34" y="10"/>
                </a:cubicBezTo>
                <a:cubicBezTo>
                  <a:pt x="38" y="10"/>
                  <a:pt x="41" y="13"/>
                  <a:pt x="41" y="17"/>
                </a:cubicBezTo>
                <a:close/>
                <a:moveTo>
                  <a:pt x="34" y="12"/>
                </a:moveTo>
                <a:cubicBezTo>
                  <a:pt x="34" y="12"/>
                  <a:pt x="34" y="12"/>
                  <a:pt x="34" y="12"/>
                </a:cubicBezTo>
                <a:cubicBezTo>
                  <a:pt x="31" y="12"/>
                  <a:pt x="29" y="15"/>
                  <a:pt x="29" y="17"/>
                </a:cubicBezTo>
                <a:cubicBezTo>
                  <a:pt x="29" y="20"/>
                  <a:pt x="31" y="22"/>
                  <a:pt x="34" y="22"/>
                </a:cubicBezTo>
                <a:cubicBezTo>
                  <a:pt x="36" y="22"/>
                  <a:pt x="39" y="20"/>
                  <a:pt x="39" y="17"/>
                </a:cubicBezTo>
                <a:cubicBezTo>
                  <a:pt x="39" y="15"/>
                  <a:pt x="36" y="12"/>
                  <a:pt x="34" y="12"/>
                </a:cubicBezTo>
                <a:close/>
                <a:moveTo>
                  <a:pt x="7" y="33"/>
                </a:moveTo>
                <a:cubicBezTo>
                  <a:pt x="7" y="33"/>
                  <a:pt x="7" y="33"/>
                  <a:pt x="7" y="33"/>
                </a:cubicBezTo>
                <a:cubicBezTo>
                  <a:pt x="7" y="32"/>
                  <a:pt x="7" y="30"/>
                  <a:pt x="7" y="29"/>
                </a:cubicBezTo>
                <a:cubicBezTo>
                  <a:pt x="7" y="28"/>
                  <a:pt x="8" y="28"/>
                  <a:pt x="8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6" y="28"/>
                  <a:pt x="5" y="28"/>
                  <a:pt x="5" y="29"/>
                </a:cubicBezTo>
                <a:cubicBezTo>
                  <a:pt x="4" y="30"/>
                  <a:pt x="3" y="30"/>
                  <a:pt x="2" y="29"/>
                </a:cubicBezTo>
                <a:cubicBezTo>
                  <a:pt x="2" y="29"/>
                  <a:pt x="2" y="29"/>
                  <a:pt x="2" y="28"/>
                </a:cubicBezTo>
                <a:cubicBezTo>
                  <a:pt x="0" y="26"/>
                  <a:pt x="0" y="23"/>
                  <a:pt x="0" y="21"/>
                </a:cubicBezTo>
                <a:cubicBezTo>
                  <a:pt x="1" y="18"/>
                  <a:pt x="2" y="16"/>
                  <a:pt x="4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6" y="12"/>
                  <a:pt x="8" y="11"/>
                  <a:pt x="10" y="10"/>
                </a:cubicBezTo>
                <a:cubicBezTo>
                  <a:pt x="12" y="10"/>
                  <a:pt x="14" y="10"/>
                  <a:pt x="16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21" y="6"/>
                  <a:pt x="26" y="3"/>
                  <a:pt x="31" y="2"/>
                </a:cubicBezTo>
                <a:cubicBezTo>
                  <a:pt x="37" y="0"/>
                  <a:pt x="42" y="0"/>
                  <a:pt x="48" y="2"/>
                </a:cubicBezTo>
                <a:cubicBezTo>
                  <a:pt x="49" y="2"/>
                  <a:pt x="49" y="2"/>
                  <a:pt x="49" y="3"/>
                </a:cubicBezTo>
                <a:cubicBezTo>
                  <a:pt x="49" y="3"/>
                  <a:pt x="49" y="3"/>
                  <a:pt x="49" y="3"/>
                </a:cubicBezTo>
                <a:cubicBezTo>
                  <a:pt x="49" y="3"/>
                  <a:pt x="49" y="3"/>
                  <a:pt x="49" y="3"/>
                </a:cubicBezTo>
                <a:cubicBezTo>
                  <a:pt x="51" y="9"/>
                  <a:pt x="51" y="14"/>
                  <a:pt x="49" y="20"/>
                </a:cubicBezTo>
                <a:cubicBezTo>
                  <a:pt x="48" y="25"/>
                  <a:pt x="45" y="30"/>
                  <a:pt x="41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0" y="35"/>
                  <a:pt x="40" y="35"/>
                  <a:pt x="40" y="35"/>
                </a:cubicBezTo>
                <a:cubicBezTo>
                  <a:pt x="41" y="37"/>
                  <a:pt x="41" y="39"/>
                  <a:pt x="41" y="41"/>
                </a:cubicBezTo>
                <a:cubicBezTo>
                  <a:pt x="40" y="43"/>
                  <a:pt x="39" y="45"/>
                  <a:pt x="37" y="47"/>
                </a:cubicBezTo>
                <a:cubicBezTo>
                  <a:pt x="37" y="47"/>
                  <a:pt x="37" y="47"/>
                  <a:pt x="37" y="47"/>
                </a:cubicBezTo>
                <a:cubicBezTo>
                  <a:pt x="35" y="49"/>
                  <a:pt x="33" y="50"/>
                  <a:pt x="30" y="51"/>
                </a:cubicBezTo>
                <a:cubicBezTo>
                  <a:pt x="28" y="51"/>
                  <a:pt x="25" y="51"/>
                  <a:pt x="22" y="49"/>
                </a:cubicBezTo>
                <a:cubicBezTo>
                  <a:pt x="22" y="49"/>
                  <a:pt x="21" y="48"/>
                  <a:pt x="22" y="47"/>
                </a:cubicBezTo>
                <a:cubicBezTo>
                  <a:pt x="22" y="47"/>
                  <a:pt x="22" y="46"/>
                  <a:pt x="22" y="46"/>
                </a:cubicBezTo>
                <a:cubicBezTo>
                  <a:pt x="23" y="46"/>
                  <a:pt x="23" y="45"/>
                  <a:pt x="24" y="44"/>
                </a:cubicBezTo>
                <a:cubicBezTo>
                  <a:pt x="24" y="43"/>
                  <a:pt x="24" y="43"/>
                  <a:pt x="24" y="43"/>
                </a:cubicBezTo>
                <a:cubicBezTo>
                  <a:pt x="23" y="43"/>
                  <a:pt x="23" y="43"/>
                  <a:pt x="22" y="44"/>
                </a:cubicBezTo>
                <a:cubicBezTo>
                  <a:pt x="21" y="44"/>
                  <a:pt x="19" y="44"/>
                  <a:pt x="18" y="44"/>
                </a:cubicBezTo>
                <a:cubicBezTo>
                  <a:pt x="17" y="44"/>
                  <a:pt x="17" y="44"/>
                  <a:pt x="16" y="43"/>
                </a:cubicBezTo>
                <a:cubicBezTo>
                  <a:pt x="16" y="43"/>
                  <a:pt x="16" y="43"/>
                  <a:pt x="16" y="43"/>
                </a:cubicBezTo>
                <a:cubicBezTo>
                  <a:pt x="8" y="35"/>
                  <a:pt x="8" y="35"/>
                  <a:pt x="8" y="35"/>
                </a:cubicBezTo>
                <a:cubicBezTo>
                  <a:pt x="7" y="34"/>
                  <a:pt x="7" y="34"/>
                  <a:pt x="7" y="33"/>
                </a:cubicBezTo>
                <a:close/>
                <a:moveTo>
                  <a:pt x="11" y="29"/>
                </a:moveTo>
                <a:cubicBezTo>
                  <a:pt x="11" y="29"/>
                  <a:pt x="11" y="29"/>
                  <a:pt x="11" y="29"/>
                </a:cubicBezTo>
                <a:cubicBezTo>
                  <a:pt x="11" y="30"/>
                  <a:pt x="11" y="31"/>
                  <a:pt x="11" y="32"/>
                </a:cubicBezTo>
                <a:cubicBezTo>
                  <a:pt x="18" y="40"/>
                  <a:pt x="18" y="40"/>
                  <a:pt x="18" y="40"/>
                </a:cubicBezTo>
                <a:cubicBezTo>
                  <a:pt x="20" y="40"/>
                  <a:pt x="21" y="40"/>
                  <a:pt x="22" y="40"/>
                </a:cubicBezTo>
                <a:cubicBezTo>
                  <a:pt x="23" y="40"/>
                  <a:pt x="24" y="39"/>
                  <a:pt x="26" y="39"/>
                </a:cubicBezTo>
                <a:cubicBezTo>
                  <a:pt x="26" y="39"/>
                  <a:pt x="26" y="39"/>
                  <a:pt x="26" y="39"/>
                </a:cubicBezTo>
                <a:cubicBezTo>
                  <a:pt x="27" y="39"/>
                  <a:pt x="28" y="40"/>
                  <a:pt x="28" y="41"/>
                </a:cubicBezTo>
                <a:cubicBezTo>
                  <a:pt x="28" y="42"/>
                  <a:pt x="28" y="44"/>
                  <a:pt x="27" y="45"/>
                </a:cubicBezTo>
                <a:cubicBezTo>
                  <a:pt x="27" y="46"/>
                  <a:pt x="27" y="46"/>
                  <a:pt x="26" y="47"/>
                </a:cubicBezTo>
                <a:cubicBezTo>
                  <a:pt x="27" y="47"/>
                  <a:pt x="29" y="47"/>
                  <a:pt x="30" y="47"/>
                </a:cubicBezTo>
                <a:cubicBezTo>
                  <a:pt x="31" y="46"/>
                  <a:pt x="33" y="46"/>
                  <a:pt x="34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6" y="43"/>
                  <a:pt x="37" y="41"/>
                  <a:pt x="37" y="40"/>
                </a:cubicBezTo>
                <a:cubicBezTo>
                  <a:pt x="37" y="38"/>
                  <a:pt x="37" y="36"/>
                  <a:pt x="36" y="35"/>
                </a:cubicBezTo>
                <a:cubicBezTo>
                  <a:pt x="36" y="34"/>
                  <a:pt x="36" y="33"/>
                  <a:pt x="37" y="33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42" y="28"/>
                  <a:pt x="44" y="23"/>
                  <a:pt x="46" y="19"/>
                </a:cubicBezTo>
                <a:cubicBezTo>
                  <a:pt x="47" y="14"/>
                  <a:pt x="47" y="10"/>
                  <a:pt x="46" y="5"/>
                </a:cubicBezTo>
                <a:cubicBezTo>
                  <a:pt x="41" y="4"/>
                  <a:pt x="37" y="4"/>
                  <a:pt x="32" y="5"/>
                </a:cubicBezTo>
                <a:cubicBezTo>
                  <a:pt x="27" y="7"/>
                  <a:pt x="23" y="9"/>
                  <a:pt x="19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7" y="15"/>
                  <a:pt x="16" y="14"/>
                </a:cubicBezTo>
                <a:cubicBezTo>
                  <a:pt x="14" y="14"/>
                  <a:pt x="13" y="14"/>
                  <a:pt x="11" y="14"/>
                </a:cubicBezTo>
                <a:cubicBezTo>
                  <a:pt x="9" y="14"/>
                  <a:pt x="8" y="15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5" y="18"/>
                  <a:pt x="4" y="19"/>
                  <a:pt x="4" y="21"/>
                </a:cubicBezTo>
                <a:cubicBezTo>
                  <a:pt x="4" y="22"/>
                  <a:pt x="4" y="23"/>
                  <a:pt x="4" y="24"/>
                </a:cubicBezTo>
                <a:cubicBezTo>
                  <a:pt x="5" y="24"/>
                  <a:pt x="5" y="24"/>
                  <a:pt x="6" y="24"/>
                </a:cubicBezTo>
                <a:cubicBezTo>
                  <a:pt x="7" y="23"/>
                  <a:pt x="9" y="23"/>
                  <a:pt x="10" y="23"/>
                </a:cubicBezTo>
                <a:cubicBezTo>
                  <a:pt x="10" y="23"/>
                  <a:pt x="10" y="23"/>
                  <a:pt x="11" y="23"/>
                </a:cubicBezTo>
                <a:cubicBezTo>
                  <a:pt x="12" y="23"/>
                  <a:pt x="12" y="24"/>
                  <a:pt x="12" y="25"/>
                </a:cubicBezTo>
                <a:cubicBezTo>
                  <a:pt x="12" y="27"/>
                  <a:pt x="11" y="28"/>
                  <a:pt x="11" y="29"/>
                </a:cubicBezTo>
                <a:close/>
                <a:moveTo>
                  <a:pt x="12" y="44"/>
                </a:moveTo>
                <a:cubicBezTo>
                  <a:pt x="12" y="44"/>
                  <a:pt x="12" y="44"/>
                  <a:pt x="12" y="44"/>
                </a:cubicBezTo>
                <a:cubicBezTo>
                  <a:pt x="12" y="44"/>
                  <a:pt x="13" y="44"/>
                  <a:pt x="14" y="44"/>
                </a:cubicBezTo>
                <a:cubicBezTo>
                  <a:pt x="14" y="45"/>
                  <a:pt x="14" y="46"/>
                  <a:pt x="14" y="46"/>
                </a:cubicBezTo>
                <a:cubicBezTo>
                  <a:pt x="11" y="49"/>
                  <a:pt x="11" y="49"/>
                  <a:pt x="11" y="49"/>
                </a:cubicBezTo>
                <a:cubicBezTo>
                  <a:pt x="10" y="49"/>
                  <a:pt x="10" y="49"/>
                  <a:pt x="9" y="49"/>
                </a:cubicBezTo>
                <a:cubicBezTo>
                  <a:pt x="9" y="48"/>
                  <a:pt x="9" y="48"/>
                  <a:pt x="9" y="47"/>
                </a:cubicBezTo>
                <a:cubicBezTo>
                  <a:pt x="12" y="44"/>
                  <a:pt x="12" y="44"/>
                  <a:pt x="12" y="44"/>
                </a:cubicBezTo>
                <a:close/>
                <a:moveTo>
                  <a:pt x="8" y="41"/>
                </a:moveTo>
                <a:cubicBezTo>
                  <a:pt x="8" y="41"/>
                  <a:pt x="8" y="41"/>
                  <a:pt x="8" y="41"/>
                </a:cubicBezTo>
                <a:cubicBezTo>
                  <a:pt x="9" y="40"/>
                  <a:pt x="10" y="40"/>
                  <a:pt x="10" y="41"/>
                </a:cubicBezTo>
                <a:cubicBezTo>
                  <a:pt x="10" y="41"/>
                  <a:pt x="10" y="42"/>
                  <a:pt x="10" y="42"/>
                </a:cubicBezTo>
                <a:cubicBezTo>
                  <a:pt x="3" y="49"/>
                  <a:pt x="3" y="49"/>
                  <a:pt x="3" y="49"/>
                </a:cubicBezTo>
                <a:cubicBezTo>
                  <a:pt x="3" y="49"/>
                  <a:pt x="2" y="49"/>
                  <a:pt x="2" y="49"/>
                </a:cubicBezTo>
                <a:cubicBezTo>
                  <a:pt x="1" y="49"/>
                  <a:pt x="1" y="48"/>
                  <a:pt x="2" y="47"/>
                </a:cubicBezTo>
                <a:cubicBezTo>
                  <a:pt x="8" y="41"/>
                  <a:pt x="8" y="41"/>
                  <a:pt x="8" y="4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55" name="Freeform 189">
            <a:extLst>
              <a:ext uri="{FF2B5EF4-FFF2-40B4-BE49-F238E27FC236}">
                <a16:creationId xmlns:a16="http://schemas.microsoft.com/office/drawing/2014/main" id="{37B744ED-D8B6-9F01-D095-C78AABD59383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4333265"/>
            <a:ext cx="215900" cy="211667"/>
          </a:xfrm>
          <a:custGeom>
            <a:avLst/>
            <a:gdLst>
              <a:gd name="T0" fmla="*/ 19050 w 51"/>
              <a:gd name="T1" fmla="*/ 139700 h 50"/>
              <a:gd name="T2" fmla="*/ 0 w 51"/>
              <a:gd name="T3" fmla="*/ 95250 h 50"/>
              <a:gd name="T4" fmla="*/ 19050 w 51"/>
              <a:gd name="T5" fmla="*/ 47625 h 50"/>
              <a:gd name="T6" fmla="*/ 19050 w 51"/>
              <a:gd name="T7" fmla="*/ 47625 h 50"/>
              <a:gd name="T8" fmla="*/ 19050 w 51"/>
              <a:gd name="T9" fmla="*/ 47625 h 50"/>
              <a:gd name="T10" fmla="*/ 66675 w 51"/>
              <a:gd name="T11" fmla="*/ 0 h 50"/>
              <a:gd name="T12" fmla="*/ 76200 w 51"/>
              <a:gd name="T13" fmla="*/ 0 h 50"/>
              <a:gd name="T14" fmla="*/ 98425 w 51"/>
              <a:gd name="T15" fmla="*/ 25400 h 50"/>
              <a:gd name="T16" fmla="*/ 98425 w 51"/>
              <a:gd name="T17" fmla="*/ 31750 h 50"/>
              <a:gd name="T18" fmla="*/ 98425 w 51"/>
              <a:gd name="T19" fmla="*/ 31750 h 50"/>
              <a:gd name="T20" fmla="*/ 53975 w 51"/>
              <a:gd name="T21" fmla="*/ 79375 h 50"/>
              <a:gd name="T22" fmla="*/ 50800 w 51"/>
              <a:gd name="T23" fmla="*/ 79375 h 50"/>
              <a:gd name="T24" fmla="*/ 47625 w 51"/>
              <a:gd name="T25" fmla="*/ 95250 h 50"/>
              <a:gd name="T26" fmla="*/ 53975 w 51"/>
              <a:gd name="T27" fmla="*/ 107950 h 50"/>
              <a:gd name="T28" fmla="*/ 66675 w 51"/>
              <a:gd name="T29" fmla="*/ 114300 h 50"/>
              <a:gd name="T30" fmla="*/ 79375 w 51"/>
              <a:gd name="T31" fmla="*/ 107950 h 50"/>
              <a:gd name="T32" fmla="*/ 127000 w 51"/>
              <a:gd name="T33" fmla="*/ 60325 h 50"/>
              <a:gd name="T34" fmla="*/ 136525 w 51"/>
              <a:gd name="T35" fmla="*/ 60325 h 50"/>
              <a:gd name="T36" fmla="*/ 136525 w 51"/>
              <a:gd name="T37" fmla="*/ 60325 h 50"/>
              <a:gd name="T38" fmla="*/ 158750 w 51"/>
              <a:gd name="T39" fmla="*/ 82550 h 50"/>
              <a:gd name="T40" fmla="*/ 158750 w 51"/>
              <a:gd name="T41" fmla="*/ 92075 h 50"/>
              <a:gd name="T42" fmla="*/ 158750 w 51"/>
              <a:gd name="T43" fmla="*/ 92075 h 50"/>
              <a:gd name="T44" fmla="*/ 111125 w 51"/>
              <a:gd name="T45" fmla="*/ 139700 h 50"/>
              <a:gd name="T46" fmla="*/ 66675 w 51"/>
              <a:gd name="T47" fmla="*/ 158750 h 50"/>
              <a:gd name="T48" fmla="*/ 19050 w 51"/>
              <a:gd name="T49" fmla="*/ 139700 h 50"/>
              <a:gd name="T50" fmla="*/ 66675 w 51"/>
              <a:gd name="T51" fmla="*/ 50800 h 50"/>
              <a:gd name="T52" fmla="*/ 66675 w 51"/>
              <a:gd name="T53" fmla="*/ 50800 h 50"/>
              <a:gd name="T54" fmla="*/ 50800 w 51"/>
              <a:gd name="T55" fmla="*/ 34925 h 50"/>
              <a:gd name="T56" fmla="*/ 28575 w 51"/>
              <a:gd name="T57" fmla="*/ 57150 h 50"/>
              <a:gd name="T58" fmla="*/ 28575 w 51"/>
              <a:gd name="T59" fmla="*/ 57150 h 50"/>
              <a:gd name="T60" fmla="*/ 12700 w 51"/>
              <a:gd name="T61" fmla="*/ 95250 h 50"/>
              <a:gd name="T62" fmla="*/ 28575 w 51"/>
              <a:gd name="T63" fmla="*/ 130175 h 50"/>
              <a:gd name="T64" fmla="*/ 66675 w 51"/>
              <a:gd name="T65" fmla="*/ 146050 h 50"/>
              <a:gd name="T66" fmla="*/ 101600 w 51"/>
              <a:gd name="T67" fmla="*/ 130175 h 50"/>
              <a:gd name="T68" fmla="*/ 123825 w 51"/>
              <a:gd name="T69" fmla="*/ 107950 h 50"/>
              <a:gd name="T70" fmla="*/ 111125 w 51"/>
              <a:gd name="T71" fmla="*/ 95250 h 50"/>
              <a:gd name="T72" fmla="*/ 88900 w 51"/>
              <a:gd name="T73" fmla="*/ 117475 h 50"/>
              <a:gd name="T74" fmla="*/ 66675 w 51"/>
              <a:gd name="T75" fmla="*/ 123825 h 50"/>
              <a:gd name="T76" fmla="*/ 44450 w 51"/>
              <a:gd name="T77" fmla="*/ 117475 h 50"/>
              <a:gd name="T78" fmla="*/ 34925 w 51"/>
              <a:gd name="T79" fmla="*/ 95250 h 50"/>
              <a:gd name="T80" fmla="*/ 44450 w 51"/>
              <a:gd name="T81" fmla="*/ 73025 h 50"/>
              <a:gd name="T82" fmla="*/ 44450 w 51"/>
              <a:gd name="T83" fmla="*/ 73025 h 50"/>
              <a:gd name="T84" fmla="*/ 66675 w 51"/>
              <a:gd name="T85" fmla="*/ 50800 h 50"/>
              <a:gd name="T86" fmla="*/ 57150 w 51"/>
              <a:gd name="T87" fmla="*/ 28575 h 50"/>
              <a:gd name="T88" fmla="*/ 57150 w 51"/>
              <a:gd name="T89" fmla="*/ 28575 h 50"/>
              <a:gd name="T90" fmla="*/ 69850 w 51"/>
              <a:gd name="T91" fmla="*/ 44450 h 50"/>
              <a:gd name="T92" fmla="*/ 85725 w 51"/>
              <a:gd name="T93" fmla="*/ 28575 h 50"/>
              <a:gd name="T94" fmla="*/ 73025 w 51"/>
              <a:gd name="T95" fmla="*/ 12700 h 50"/>
              <a:gd name="T96" fmla="*/ 57150 w 51"/>
              <a:gd name="T97" fmla="*/ 28575 h 50"/>
              <a:gd name="T98" fmla="*/ 130175 w 51"/>
              <a:gd name="T99" fmla="*/ 104775 h 50"/>
              <a:gd name="T100" fmla="*/ 130175 w 51"/>
              <a:gd name="T101" fmla="*/ 104775 h 50"/>
              <a:gd name="T102" fmla="*/ 146050 w 51"/>
              <a:gd name="T103" fmla="*/ 88900 h 50"/>
              <a:gd name="T104" fmla="*/ 130175 w 51"/>
              <a:gd name="T105" fmla="*/ 73025 h 50"/>
              <a:gd name="T106" fmla="*/ 114300 w 51"/>
              <a:gd name="T107" fmla="*/ 88900 h 50"/>
              <a:gd name="T108" fmla="*/ 130175 w 51"/>
              <a:gd name="T109" fmla="*/ 104775 h 5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" h="50">
                <a:moveTo>
                  <a:pt x="6" y="44"/>
                </a:moveTo>
                <a:cubicBezTo>
                  <a:pt x="2" y="40"/>
                  <a:pt x="0" y="35"/>
                  <a:pt x="0" y="30"/>
                </a:cubicBezTo>
                <a:cubicBezTo>
                  <a:pt x="0" y="24"/>
                  <a:pt x="2" y="19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3" y="0"/>
                  <a:pt x="24" y="0"/>
                </a:cubicBezTo>
                <a:cubicBezTo>
                  <a:pt x="31" y="8"/>
                  <a:pt x="31" y="8"/>
                  <a:pt x="31" y="8"/>
                </a:cubicBezTo>
                <a:cubicBezTo>
                  <a:pt x="32" y="8"/>
                  <a:pt x="32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17" y="25"/>
                  <a:pt x="17" y="25"/>
                  <a:pt x="17" y="25"/>
                </a:cubicBezTo>
                <a:cubicBezTo>
                  <a:pt x="16" y="25"/>
                  <a:pt x="16" y="25"/>
                  <a:pt x="16" y="25"/>
                </a:cubicBezTo>
                <a:cubicBezTo>
                  <a:pt x="15" y="27"/>
                  <a:pt x="15" y="28"/>
                  <a:pt x="15" y="30"/>
                </a:cubicBezTo>
                <a:cubicBezTo>
                  <a:pt x="15" y="31"/>
                  <a:pt x="15" y="33"/>
                  <a:pt x="17" y="34"/>
                </a:cubicBezTo>
                <a:cubicBezTo>
                  <a:pt x="18" y="35"/>
                  <a:pt x="19" y="36"/>
                  <a:pt x="21" y="36"/>
                </a:cubicBezTo>
                <a:cubicBezTo>
                  <a:pt x="22" y="36"/>
                  <a:pt x="24" y="35"/>
                  <a:pt x="25" y="34"/>
                </a:cubicBezTo>
                <a:cubicBezTo>
                  <a:pt x="40" y="19"/>
                  <a:pt x="40" y="19"/>
                  <a:pt x="40" y="19"/>
                </a:cubicBezTo>
                <a:cubicBezTo>
                  <a:pt x="41" y="18"/>
                  <a:pt x="42" y="18"/>
                  <a:pt x="43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50" y="26"/>
                  <a:pt x="50" y="26"/>
                  <a:pt x="50" y="26"/>
                </a:cubicBezTo>
                <a:cubicBezTo>
                  <a:pt x="51" y="27"/>
                  <a:pt x="51" y="28"/>
                  <a:pt x="50" y="29"/>
                </a:cubicBezTo>
                <a:cubicBezTo>
                  <a:pt x="50" y="29"/>
                  <a:pt x="50" y="29"/>
                  <a:pt x="50" y="29"/>
                </a:cubicBezTo>
                <a:cubicBezTo>
                  <a:pt x="35" y="44"/>
                  <a:pt x="35" y="44"/>
                  <a:pt x="35" y="44"/>
                </a:cubicBezTo>
                <a:cubicBezTo>
                  <a:pt x="31" y="48"/>
                  <a:pt x="26" y="50"/>
                  <a:pt x="21" y="50"/>
                </a:cubicBezTo>
                <a:cubicBezTo>
                  <a:pt x="16" y="50"/>
                  <a:pt x="10" y="48"/>
                  <a:pt x="6" y="44"/>
                </a:cubicBezTo>
                <a:close/>
                <a:moveTo>
                  <a:pt x="21" y="16"/>
                </a:moveTo>
                <a:cubicBezTo>
                  <a:pt x="21" y="16"/>
                  <a:pt x="21" y="16"/>
                  <a:pt x="21" y="16"/>
                </a:cubicBezTo>
                <a:cubicBezTo>
                  <a:pt x="16" y="11"/>
                  <a:pt x="16" y="11"/>
                  <a:pt x="16" y="11"/>
                </a:cubicBezTo>
                <a:cubicBezTo>
                  <a:pt x="9" y="18"/>
                  <a:pt x="9" y="18"/>
                  <a:pt x="9" y="18"/>
                </a:cubicBezTo>
                <a:cubicBezTo>
                  <a:pt x="9" y="18"/>
                  <a:pt x="9" y="18"/>
                  <a:pt x="9" y="18"/>
                </a:cubicBezTo>
                <a:cubicBezTo>
                  <a:pt x="6" y="21"/>
                  <a:pt x="4" y="25"/>
                  <a:pt x="4" y="30"/>
                </a:cubicBezTo>
                <a:cubicBezTo>
                  <a:pt x="4" y="34"/>
                  <a:pt x="6" y="38"/>
                  <a:pt x="9" y="41"/>
                </a:cubicBezTo>
                <a:cubicBezTo>
                  <a:pt x="12" y="44"/>
                  <a:pt x="17" y="46"/>
                  <a:pt x="21" y="46"/>
                </a:cubicBezTo>
                <a:cubicBezTo>
                  <a:pt x="25" y="46"/>
                  <a:pt x="29" y="44"/>
                  <a:pt x="32" y="41"/>
                </a:cubicBezTo>
                <a:cubicBezTo>
                  <a:pt x="39" y="34"/>
                  <a:pt x="39" y="34"/>
                  <a:pt x="39" y="34"/>
                </a:cubicBezTo>
                <a:cubicBezTo>
                  <a:pt x="35" y="30"/>
                  <a:pt x="35" y="30"/>
                  <a:pt x="35" y="30"/>
                </a:cubicBezTo>
                <a:cubicBezTo>
                  <a:pt x="28" y="37"/>
                  <a:pt x="28" y="37"/>
                  <a:pt x="28" y="37"/>
                </a:cubicBezTo>
                <a:cubicBezTo>
                  <a:pt x="26" y="38"/>
                  <a:pt x="23" y="39"/>
                  <a:pt x="21" y="39"/>
                </a:cubicBezTo>
                <a:cubicBezTo>
                  <a:pt x="18" y="39"/>
                  <a:pt x="16" y="38"/>
                  <a:pt x="14" y="37"/>
                </a:cubicBezTo>
                <a:cubicBezTo>
                  <a:pt x="12" y="35"/>
                  <a:pt x="11" y="32"/>
                  <a:pt x="11" y="30"/>
                </a:cubicBezTo>
                <a:cubicBezTo>
                  <a:pt x="11" y="27"/>
                  <a:pt x="12" y="25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21" y="16"/>
                  <a:pt x="21" y="16"/>
                  <a:pt x="21" y="16"/>
                </a:cubicBezTo>
                <a:close/>
                <a:moveTo>
                  <a:pt x="18" y="9"/>
                </a:moveTo>
                <a:cubicBezTo>
                  <a:pt x="18" y="9"/>
                  <a:pt x="18" y="9"/>
                  <a:pt x="18" y="9"/>
                </a:cubicBezTo>
                <a:cubicBezTo>
                  <a:pt x="22" y="14"/>
                  <a:pt x="22" y="14"/>
                  <a:pt x="22" y="14"/>
                </a:cubicBezTo>
                <a:cubicBezTo>
                  <a:pt x="27" y="9"/>
                  <a:pt x="27" y="9"/>
                  <a:pt x="27" y="9"/>
                </a:cubicBezTo>
                <a:cubicBezTo>
                  <a:pt x="23" y="4"/>
                  <a:pt x="23" y="4"/>
                  <a:pt x="23" y="4"/>
                </a:cubicBezTo>
                <a:cubicBezTo>
                  <a:pt x="18" y="9"/>
                  <a:pt x="18" y="9"/>
                  <a:pt x="18" y="9"/>
                </a:cubicBezTo>
                <a:close/>
                <a:moveTo>
                  <a:pt x="41" y="33"/>
                </a:moveTo>
                <a:cubicBezTo>
                  <a:pt x="41" y="33"/>
                  <a:pt x="41" y="33"/>
                  <a:pt x="41" y="33"/>
                </a:cubicBezTo>
                <a:cubicBezTo>
                  <a:pt x="46" y="28"/>
                  <a:pt x="46" y="28"/>
                  <a:pt x="46" y="28"/>
                </a:cubicBezTo>
                <a:cubicBezTo>
                  <a:pt x="41" y="23"/>
                  <a:pt x="41" y="23"/>
                  <a:pt x="41" y="23"/>
                </a:cubicBezTo>
                <a:cubicBezTo>
                  <a:pt x="36" y="28"/>
                  <a:pt x="36" y="28"/>
                  <a:pt x="36" y="28"/>
                </a:cubicBezTo>
                <a:cubicBezTo>
                  <a:pt x="41" y="33"/>
                  <a:pt x="41" y="33"/>
                  <a:pt x="41" y="3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56" name="Freeform 190">
            <a:extLst>
              <a:ext uri="{FF2B5EF4-FFF2-40B4-BE49-F238E27FC236}">
                <a16:creationId xmlns:a16="http://schemas.microsoft.com/office/drawing/2014/main" id="{A8D59655-01DC-1C76-CAC7-97259242D30B}"/>
              </a:ext>
            </a:extLst>
          </p:cNvPr>
          <p:cNvSpPr>
            <a:spLocks noEditPoints="1"/>
          </p:cNvSpPr>
          <p:nvPr/>
        </p:nvSpPr>
        <p:spPr bwMode="auto">
          <a:xfrm>
            <a:off x="4275068" y="4333265"/>
            <a:ext cx="215900" cy="211667"/>
          </a:xfrm>
          <a:custGeom>
            <a:avLst/>
            <a:gdLst>
              <a:gd name="T0" fmla="*/ 136525 w 51"/>
              <a:gd name="T1" fmla="*/ 22225 h 50"/>
              <a:gd name="T2" fmla="*/ 161925 w 51"/>
              <a:gd name="T3" fmla="*/ 79375 h 50"/>
              <a:gd name="T4" fmla="*/ 136525 w 51"/>
              <a:gd name="T5" fmla="*/ 136525 h 50"/>
              <a:gd name="T6" fmla="*/ 25400 w 51"/>
              <a:gd name="T7" fmla="*/ 136525 h 50"/>
              <a:gd name="T8" fmla="*/ 0 w 51"/>
              <a:gd name="T9" fmla="*/ 79375 h 50"/>
              <a:gd name="T10" fmla="*/ 25400 w 51"/>
              <a:gd name="T11" fmla="*/ 22225 h 50"/>
              <a:gd name="T12" fmla="*/ 69850 w 51"/>
              <a:gd name="T13" fmla="*/ 12700 h 50"/>
              <a:gd name="T14" fmla="*/ 69850 w 51"/>
              <a:gd name="T15" fmla="*/ 15875 h 50"/>
              <a:gd name="T16" fmla="*/ 50800 w 51"/>
              <a:gd name="T17" fmla="*/ 47625 h 50"/>
              <a:gd name="T18" fmla="*/ 60325 w 51"/>
              <a:gd name="T19" fmla="*/ 50800 h 50"/>
              <a:gd name="T20" fmla="*/ 85725 w 51"/>
              <a:gd name="T21" fmla="*/ 60325 h 50"/>
              <a:gd name="T22" fmla="*/ 82550 w 51"/>
              <a:gd name="T23" fmla="*/ 82550 h 50"/>
              <a:gd name="T24" fmla="*/ 76200 w 51"/>
              <a:gd name="T25" fmla="*/ 107950 h 50"/>
              <a:gd name="T26" fmla="*/ 76200 w 51"/>
              <a:gd name="T27" fmla="*/ 123825 h 50"/>
              <a:gd name="T28" fmla="*/ 50800 w 51"/>
              <a:gd name="T29" fmla="*/ 123825 h 50"/>
              <a:gd name="T30" fmla="*/ 31750 w 51"/>
              <a:gd name="T31" fmla="*/ 101600 h 50"/>
              <a:gd name="T32" fmla="*/ 22225 w 51"/>
              <a:gd name="T33" fmla="*/ 69850 h 50"/>
              <a:gd name="T34" fmla="*/ 19050 w 51"/>
              <a:gd name="T35" fmla="*/ 66675 h 50"/>
              <a:gd name="T36" fmla="*/ 12700 w 51"/>
              <a:gd name="T37" fmla="*/ 79375 h 50"/>
              <a:gd name="T38" fmla="*/ 60325 w 51"/>
              <a:gd name="T39" fmla="*/ 142875 h 50"/>
              <a:gd name="T40" fmla="*/ 114300 w 51"/>
              <a:gd name="T41" fmla="*/ 136525 h 50"/>
              <a:gd name="T42" fmla="*/ 130175 w 51"/>
              <a:gd name="T43" fmla="*/ 127000 h 50"/>
              <a:gd name="T44" fmla="*/ 130175 w 51"/>
              <a:gd name="T45" fmla="*/ 120650 h 50"/>
              <a:gd name="T46" fmla="*/ 120650 w 51"/>
              <a:gd name="T47" fmla="*/ 120650 h 50"/>
              <a:gd name="T48" fmla="*/ 120650 w 51"/>
              <a:gd name="T49" fmla="*/ 95250 h 50"/>
              <a:gd name="T50" fmla="*/ 107950 w 51"/>
              <a:gd name="T51" fmla="*/ 69850 h 50"/>
              <a:gd name="T52" fmla="*/ 101600 w 51"/>
              <a:gd name="T53" fmla="*/ 41275 h 50"/>
              <a:gd name="T54" fmla="*/ 92075 w 51"/>
              <a:gd name="T55" fmla="*/ 28575 h 50"/>
              <a:gd name="T56" fmla="*/ 92075 w 51"/>
              <a:gd name="T57" fmla="*/ 25400 h 50"/>
              <a:gd name="T58" fmla="*/ 82550 w 51"/>
              <a:gd name="T59" fmla="*/ 12700 h 50"/>
              <a:gd name="T60" fmla="*/ 15875 w 51"/>
              <a:gd name="T61" fmla="*/ 60325 h 50"/>
              <a:gd name="T62" fmla="*/ 15875 w 51"/>
              <a:gd name="T63" fmla="*/ 60325 h 50"/>
              <a:gd name="T64" fmla="*/ 28575 w 51"/>
              <a:gd name="T65" fmla="*/ 73025 h 50"/>
              <a:gd name="T66" fmla="*/ 34925 w 51"/>
              <a:gd name="T67" fmla="*/ 95250 h 50"/>
              <a:gd name="T68" fmla="*/ 57150 w 51"/>
              <a:gd name="T69" fmla="*/ 117475 h 50"/>
              <a:gd name="T70" fmla="*/ 66675 w 51"/>
              <a:gd name="T71" fmla="*/ 114300 h 50"/>
              <a:gd name="T72" fmla="*/ 66675 w 51"/>
              <a:gd name="T73" fmla="*/ 98425 h 50"/>
              <a:gd name="T74" fmla="*/ 79375 w 51"/>
              <a:gd name="T75" fmla="*/ 73025 h 50"/>
              <a:gd name="T76" fmla="*/ 73025 w 51"/>
              <a:gd name="T77" fmla="*/ 60325 h 50"/>
              <a:gd name="T78" fmla="*/ 60325 w 51"/>
              <a:gd name="T79" fmla="*/ 57150 h 50"/>
              <a:gd name="T80" fmla="*/ 57150 w 51"/>
              <a:gd name="T81" fmla="*/ 31750 h 50"/>
              <a:gd name="T82" fmla="*/ 63500 w 51"/>
              <a:gd name="T83" fmla="*/ 12700 h 50"/>
              <a:gd name="T84" fmla="*/ 31750 w 51"/>
              <a:gd name="T85" fmla="*/ 31750 h 50"/>
              <a:gd name="T86" fmla="*/ 101600 w 51"/>
              <a:gd name="T87" fmla="*/ 142875 h 50"/>
              <a:gd name="T88" fmla="*/ 76200 w 51"/>
              <a:gd name="T89" fmla="*/ 146050 h 50"/>
              <a:gd name="T90" fmla="*/ 82550 w 51"/>
              <a:gd name="T91" fmla="*/ 146050 h 50"/>
              <a:gd name="T92" fmla="*/ 146050 w 51"/>
              <a:gd name="T93" fmla="*/ 92075 h 50"/>
              <a:gd name="T94" fmla="*/ 146050 w 51"/>
              <a:gd name="T95" fmla="*/ 92075 h 50"/>
              <a:gd name="T96" fmla="*/ 130175 w 51"/>
              <a:gd name="T97" fmla="*/ 31750 h 50"/>
              <a:gd name="T98" fmla="*/ 130175 w 51"/>
              <a:gd name="T99" fmla="*/ 31750 h 50"/>
              <a:gd name="T100" fmla="*/ 98425 w 51"/>
              <a:gd name="T101" fmla="*/ 25400 h 50"/>
              <a:gd name="T102" fmla="*/ 98425 w 51"/>
              <a:gd name="T103" fmla="*/ 28575 h 50"/>
              <a:gd name="T104" fmla="*/ 104775 w 51"/>
              <a:gd name="T105" fmla="*/ 28575 h 50"/>
              <a:gd name="T106" fmla="*/ 107950 w 51"/>
              <a:gd name="T107" fmla="*/ 44450 h 50"/>
              <a:gd name="T108" fmla="*/ 111125 w 51"/>
              <a:gd name="T109" fmla="*/ 63500 h 50"/>
              <a:gd name="T110" fmla="*/ 127000 w 51"/>
              <a:gd name="T111" fmla="*/ 98425 h 50"/>
              <a:gd name="T112" fmla="*/ 127000 w 51"/>
              <a:gd name="T113" fmla="*/ 114300 h 50"/>
              <a:gd name="T114" fmla="*/ 146050 w 51"/>
              <a:gd name="T115" fmla="*/ 92075 h 50"/>
              <a:gd name="T116" fmla="*/ 104775 w 51"/>
              <a:gd name="T117" fmla="*/ 38100 h 50"/>
              <a:gd name="T118" fmla="*/ 104775 w 51"/>
              <a:gd name="T119" fmla="*/ 38100 h 5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1" h="50">
                <a:moveTo>
                  <a:pt x="26" y="0"/>
                </a:moveTo>
                <a:cubicBezTo>
                  <a:pt x="32" y="0"/>
                  <a:pt x="39" y="3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8" y="12"/>
                  <a:pt x="51" y="18"/>
                  <a:pt x="51" y="25"/>
                </a:cubicBezTo>
                <a:cubicBezTo>
                  <a:pt x="51" y="32"/>
                  <a:pt x="48" y="38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39" y="47"/>
                  <a:pt x="32" y="50"/>
                  <a:pt x="26" y="50"/>
                </a:cubicBezTo>
                <a:cubicBezTo>
                  <a:pt x="19" y="50"/>
                  <a:pt x="12" y="47"/>
                  <a:pt x="8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12" y="2"/>
                  <a:pt x="19" y="0"/>
                  <a:pt x="26" y="0"/>
                </a:cubicBezTo>
                <a:close/>
                <a:moveTo>
                  <a:pt x="22" y="4"/>
                </a:move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5"/>
                  <a:pt x="22" y="5"/>
                </a:cubicBezTo>
                <a:cubicBezTo>
                  <a:pt x="21" y="8"/>
                  <a:pt x="21" y="10"/>
                  <a:pt x="19" y="12"/>
                </a:cubicBezTo>
                <a:cubicBezTo>
                  <a:pt x="19" y="12"/>
                  <a:pt x="16" y="15"/>
                  <a:pt x="16" y="15"/>
                </a:cubicBezTo>
                <a:cubicBezTo>
                  <a:pt x="16" y="16"/>
                  <a:pt x="16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21" y="16"/>
                  <a:pt x="22" y="16"/>
                  <a:pt x="24" y="17"/>
                </a:cubicBezTo>
                <a:cubicBezTo>
                  <a:pt x="25" y="17"/>
                  <a:pt x="26" y="18"/>
                  <a:pt x="27" y="19"/>
                </a:cubicBezTo>
                <a:cubicBezTo>
                  <a:pt x="27" y="20"/>
                  <a:pt x="28" y="22"/>
                  <a:pt x="27" y="23"/>
                </a:cubicBezTo>
                <a:cubicBezTo>
                  <a:pt x="27" y="24"/>
                  <a:pt x="27" y="25"/>
                  <a:pt x="26" y="26"/>
                </a:cubicBezTo>
                <a:cubicBezTo>
                  <a:pt x="23" y="29"/>
                  <a:pt x="23" y="29"/>
                  <a:pt x="23" y="31"/>
                </a:cubicBezTo>
                <a:cubicBezTo>
                  <a:pt x="23" y="32"/>
                  <a:pt x="24" y="32"/>
                  <a:pt x="24" y="34"/>
                </a:cubicBezTo>
                <a:cubicBezTo>
                  <a:pt x="24" y="34"/>
                  <a:pt x="24" y="35"/>
                  <a:pt x="24" y="36"/>
                </a:cubicBezTo>
                <a:cubicBezTo>
                  <a:pt x="24" y="37"/>
                  <a:pt x="24" y="38"/>
                  <a:pt x="24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3" y="45"/>
                  <a:pt x="18" y="41"/>
                  <a:pt x="16" y="39"/>
                </a:cubicBezTo>
                <a:cubicBezTo>
                  <a:pt x="14" y="37"/>
                  <a:pt x="13" y="34"/>
                  <a:pt x="12" y="33"/>
                </a:cubicBezTo>
                <a:cubicBezTo>
                  <a:pt x="12" y="33"/>
                  <a:pt x="11" y="32"/>
                  <a:pt x="10" y="32"/>
                </a:cubicBezTo>
                <a:cubicBezTo>
                  <a:pt x="9" y="31"/>
                  <a:pt x="7" y="30"/>
                  <a:pt x="6" y="27"/>
                </a:cubicBezTo>
                <a:cubicBezTo>
                  <a:pt x="6" y="25"/>
                  <a:pt x="7" y="23"/>
                  <a:pt x="7" y="22"/>
                </a:cubicBezTo>
                <a:cubicBezTo>
                  <a:pt x="7" y="21"/>
                  <a:pt x="8" y="21"/>
                  <a:pt x="8" y="21"/>
                </a:cubicBezTo>
                <a:cubicBezTo>
                  <a:pt x="7" y="21"/>
                  <a:pt x="6" y="21"/>
                  <a:pt x="6" y="21"/>
                </a:cubicBezTo>
                <a:cubicBezTo>
                  <a:pt x="5" y="21"/>
                  <a:pt x="5" y="21"/>
                  <a:pt x="5" y="22"/>
                </a:cubicBezTo>
                <a:cubicBezTo>
                  <a:pt x="4" y="23"/>
                  <a:pt x="4" y="24"/>
                  <a:pt x="4" y="25"/>
                </a:cubicBezTo>
                <a:cubicBezTo>
                  <a:pt x="4" y="31"/>
                  <a:pt x="7" y="36"/>
                  <a:pt x="10" y="40"/>
                </a:cubicBezTo>
                <a:cubicBezTo>
                  <a:pt x="13" y="42"/>
                  <a:pt x="15" y="44"/>
                  <a:pt x="19" y="45"/>
                </a:cubicBezTo>
                <a:cubicBezTo>
                  <a:pt x="20" y="45"/>
                  <a:pt x="22" y="44"/>
                  <a:pt x="24" y="43"/>
                </a:cubicBezTo>
                <a:cubicBezTo>
                  <a:pt x="28" y="43"/>
                  <a:pt x="32" y="42"/>
                  <a:pt x="36" y="43"/>
                </a:cubicBezTo>
                <a:cubicBezTo>
                  <a:pt x="38" y="42"/>
                  <a:pt x="39" y="41"/>
                  <a:pt x="40" y="40"/>
                </a:cubicBezTo>
                <a:cubicBezTo>
                  <a:pt x="41" y="40"/>
                  <a:pt x="41" y="40"/>
                  <a:pt x="41" y="40"/>
                </a:cubicBezTo>
                <a:cubicBezTo>
                  <a:pt x="42" y="39"/>
                  <a:pt x="43" y="38"/>
                  <a:pt x="43" y="36"/>
                </a:cubicBezTo>
                <a:cubicBezTo>
                  <a:pt x="42" y="37"/>
                  <a:pt x="42" y="38"/>
                  <a:pt x="41" y="38"/>
                </a:cubicBezTo>
                <a:cubicBezTo>
                  <a:pt x="40" y="38"/>
                  <a:pt x="39" y="38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6" y="36"/>
                  <a:pt x="37" y="33"/>
                  <a:pt x="38" y="30"/>
                </a:cubicBezTo>
                <a:cubicBezTo>
                  <a:pt x="39" y="27"/>
                  <a:pt x="40" y="24"/>
                  <a:pt x="36" y="23"/>
                </a:cubicBezTo>
                <a:cubicBezTo>
                  <a:pt x="36" y="23"/>
                  <a:pt x="35" y="23"/>
                  <a:pt x="34" y="22"/>
                </a:cubicBezTo>
                <a:cubicBezTo>
                  <a:pt x="33" y="22"/>
                  <a:pt x="32" y="21"/>
                  <a:pt x="31" y="19"/>
                </a:cubicBezTo>
                <a:cubicBezTo>
                  <a:pt x="29" y="16"/>
                  <a:pt x="30" y="15"/>
                  <a:pt x="32" y="13"/>
                </a:cubicBezTo>
                <a:cubicBezTo>
                  <a:pt x="33" y="12"/>
                  <a:pt x="33" y="12"/>
                  <a:pt x="33" y="12"/>
                </a:cubicBezTo>
                <a:cubicBezTo>
                  <a:pt x="32" y="12"/>
                  <a:pt x="30" y="12"/>
                  <a:pt x="29" y="9"/>
                </a:cubicBezTo>
                <a:cubicBezTo>
                  <a:pt x="29" y="9"/>
                  <a:pt x="29" y="9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8" y="6"/>
                  <a:pt x="27" y="5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4" y="4"/>
                  <a:pt x="23" y="4"/>
                  <a:pt x="22" y="4"/>
                </a:cubicBezTo>
                <a:close/>
                <a:moveTo>
                  <a:pt x="5" y="19"/>
                </a:move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6" y="19"/>
                  <a:pt x="7" y="19"/>
                  <a:pt x="8" y="19"/>
                </a:cubicBezTo>
                <a:cubicBezTo>
                  <a:pt x="10" y="20"/>
                  <a:pt x="10" y="21"/>
                  <a:pt x="9" y="23"/>
                </a:cubicBezTo>
                <a:cubicBezTo>
                  <a:pt x="9" y="23"/>
                  <a:pt x="9" y="25"/>
                  <a:pt x="9" y="27"/>
                </a:cubicBezTo>
                <a:cubicBezTo>
                  <a:pt x="9" y="28"/>
                  <a:pt x="10" y="29"/>
                  <a:pt x="11" y="30"/>
                </a:cubicBezTo>
                <a:cubicBezTo>
                  <a:pt x="13" y="30"/>
                  <a:pt x="14" y="31"/>
                  <a:pt x="14" y="32"/>
                </a:cubicBezTo>
                <a:cubicBezTo>
                  <a:pt x="15" y="33"/>
                  <a:pt x="16" y="36"/>
                  <a:pt x="18" y="37"/>
                </a:cubicBezTo>
                <a:cubicBezTo>
                  <a:pt x="18" y="38"/>
                  <a:pt x="21" y="41"/>
                  <a:pt x="21" y="39"/>
                </a:cubicBezTo>
                <a:cubicBezTo>
                  <a:pt x="21" y="38"/>
                  <a:pt x="21" y="37"/>
                  <a:pt x="21" y="36"/>
                </a:cubicBezTo>
                <a:cubicBezTo>
                  <a:pt x="21" y="35"/>
                  <a:pt x="21" y="34"/>
                  <a:pt x="21" y="34"/>
                </a:cubicBezTo>
                <a:cubicBezTo>
                  <a:pt x="21" y="33"/>
                  <a:pt x="21" y="32"/>
                  <a:pt x="21" y="31"/>
                </a:cubicBezTo>
                <a:cubicBezTo>
                  <a:pt x="21" y="29"/>
                  <a:pt x="21" y="28"/>
                  <a:pt x="24" y="24"/>
                </a:cubicBezTo>
                <a:cubicBezTo>
                  <a:pt x="25" y="24"/>
                  <a:pt x="25" y="23"/>
                  <a:pt x="25" y="23"/>
                </a:cubicBezTo>
                <a:cubicBezTo>
                  <a:pt x="25" y="22"/>
                  <a:pt x="25" y="21"/>
                  <a:pt x="25" y="21"/>
                </a:cubicBezTo>
                <a:cubicBezTo>
                  <a:pt x="24" y="20"/>
                  <a:pt x="24" y="19"/>
                  <a:pt x="23" y="19"/>
                </a:cubicBezTo>
                <a:cubicBezTo>
                  <a:pt x="22" y="18"/>
                  <a:pt x="20" y="18"/>
                  <a:pt x="19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5" y="18"/>
                  <a:pt x="13" y="18"/>
                  <a:pt x="13" y="15"/>
                </a:cubicBezTo>
                <a:cubicBezTo>
                  <a:pt x="13" y="13"/>
                  <a:pt x="16" y="12"/>
                  <a:pt x="18" y="10"/>
                </a:cubicBezTo>
                <a:cubicBezTo>
                  <a:pt x="19" y="9"/>
                  <a:pt x="19" y="7"/>
                  <a:pt x="20" y="5"/>
                </a:cubicBezTo>
                <a:cubicBezTo>
                  <a:pt x="20" y="4"/>
                  <a:pt x="20" y="4"/>
                  <a:pt x="20" y="4"/>
                </a:cubicBezTo>
                <a:cubicBezTo>
                  <a:pt x="16" y="5"/>
                  <a:pt x="13" y="7"/>
                  <a:pt x="11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8" y="12"/>
                  <a:pt x="6" y="16"/>
                  <a:pt x="5" y="19"/>
                </a:cubicBezTo>
                <a:close/>
                <a:moveTo>
                  <a:pt x="32" y="45"/>
                </a:moveTo>
                <a:cubicBezTo>
                  <a:pt x="32" y="45"/>
                  <a:pt x="32" y="45"/>
                  <a:pt x="32" y="45"/>
                </a:cubicBezTo>
                <a:cubicBezTo>
                  <a:pt x="30" y="45"/>
                  <a:pt x="27" y="45"/>
                  <a:pt x="24" y="46"/>
                </a:cubicBezTo>
                <a:cubicBezTo>
                  <a:pt x="24" y="46"/>
                  <a:pt x="24" y="46"/>
                  <a:pt x="23" y="46"/>
                </a:cubicBezTo>
                <a:cubicBezTo>
                  <a:pt x="24" y="46"/>
                  <a:pt x="25" y="46"/>
                  <a:pt x="26" y="46"/>
                </a:cubicBezTo>
                <a:cubicBezTo>
                  <a:pt x="28" y="46"/>
                  <a:pt x="30" y="46"/>
                  <a:pt x="32" y="45"/>
                </a:cubicBezTo>
                <a:close/>
                <a:moveTo>
                  <a:pt x="46" y="29"/>
                </a:move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7" y="28"/>
                  <a:pt x="47" y="26"/>
                  <a:pt x="47" y="25"/>
                </a:cubicBezTo>
                <a:cubicBezTo>
                  <a:pt x="47" y="19"/>
                  <a:pt x="44" y="14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37" y="7"/>
                  <a:pt x="33" y="5"/>
                  <a:pt x="29" y="4"/>
                </a:cubicBezTo>
                <a:cubicBezTo>
                  <a:pt x="30" y="5"/>
                  <a:pt x="31" y="6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1" y="8"/>
                  <a:pt x="31" y="8"/>
                  <a:pt x="31" y="9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10"/>
                  <a:pt x="32" y="9"/>
                  <a:pt x="33" y="9"/>
                </a:cubicBezTo>
                <a:cubicBezTo>
                  <a:pt x="34" y="9"/>
                  <a:pt x="35" y="9"/>
                  <a:pt x="36" y="11"/>
                </a:cubicBezTo>
                <a:cubicBezTo>
                  <a:pt x="36" y="12"/>
                  <a:pt x="35" y="13"/>
                  <a:pt x="34" y="14"/>
                </a:cubicBezTo>
                <a:cubicBezTo>
                  <a:pt x="33" y="16"/>
                  <a:pt x="32" y="16"/>
                  <a:pt x="33" y="18"/>
                </a:cubicBezTo>
                <a:cubicBezTo>
                  <a:pt x="34" y="19"/>
                  <a:pt x="34" y="20"/>
                  <a:pt x="35" y="20"/>
                </a:cubicBezTo>
                <a:cubicBezTo>
                  <a:pt x="36" y="21"/>
                  <a:pt x="36" y="21"/>
                  <a:pt x="37" y="21"/>
                </a:cubicBezTo>
                <a:cubicBezTo>
                  <a:pt x="43" y="23"/>
                  <a:pt x="41" y="27"/>
                  <a:pt x="40" y="31"/>
                </a:cubicBezTo>
                <a:cubicBezTo>
                  <a:pt x="39" y="33"/>
                  <a:pt x="39" y="35"/>
                  <a:pt x="39" y="36"/>
                </a:cubicBezTo>
                <a:cubicBezTo>
                  <a:pt x="40" y="36"/>
                  <a:pt x="40" y="36"/>
                  <a:pt x="40" y="36"/>
                </a:cubicBezTo>
                <a:cubicBezTo>
                  <a:pt x="41" y="36"/>
                  <a:pt x="41" y="35"/>
                  <a:pt x="42" y="34"/>
                </a:cubicBezTo>
                <a:cubicBezTo>
                  <a:pt x="43" y="33"/>
                  <a:pt x="45" y="31"/>
                  <a:pt x="46" y="29"/>
                </a:cubicBezTo>
                <a:close/>
                <a:moveTo>
                  <a:pt x="33" y="12"/>
                </a:moveTo>
                <a:cubicBezTo>
                  <a:pt x="33" y="12"/>
                  <a:pt x="33" y="12"/>
                  <a:pt x="33" y="12"/>
                </a:cubicBezTo>
                <a:cubicBezTo>
                  <a:pt x="34" y="11"/>
                  <a:pt x="34" y="11"/>
                  <a:pt x="34" y="11"/>
                </a:cubicBezTo>
                <a:cubicBezTo>
                  <a:pt x="33" y="11"/>
                  <a:pt x="33" y="11"/>
                  <a:pt x="33" y="1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57" name="Freeform 191">
            <a:extLst>
              <a:ext uri="{FF2B5EF4-FFF2-40B4-BE49-F238E27FC236}">
                <a16:creationId xmlns:a16="http://schemas.microsoft.com/office/drawing/2014/main" id="{034CC8DC-B30E-67A1-05CA-FCFC91CCF64A}"/>
              </a:ext>
            </a:extLst>
          </p:cNvPr>
          <p:cNvSpPr>
            <a:spLocks noEditPoints="1"/>
          </p:cNvSpPr>
          <p:nvPr/>
        </p:nvSpPr>
        <p:spPr bwMode="auto">
          <a:xfrm>
            <a:off x="5411718" y="3912048"/>
            <a:ext cx="260349" cy="182033"/>
          </a:xfrm>
          <a:custGeom>
            <a:avLst/>
            <a:gdLst>
              <a:gd name="T0" fmla="*/ 25608 w 61"/>
              <a:gd name="T1" fmla="*/ 0 h 43"/>
              <a:gd name="T2" fmla="*/ 179257 w 61"/>
              <a:gd name="T3" fmla="*/ 6350 h 43"/>
              <a:gd name="T4" fmla="*/ 179257 w 61"/>
              <a:gd name="T5" fmla="*/ 114300 h 43"/>
              <a:gd name="T6" fmla="*/ 172855 w 61"/>
              <a:gd name="T7" fmla="*/ 120650 h 43"/>
              <a:gd name="T8" fmla="*/ 19206 w 61"/>
              <a:gd name="T9" fmla="*/ 114300 h 43"/>
              <a:gd name="T10" fmla="*/ 19206 w 61"/>
              <a:gd name="T11" fmla="*/ 6350 h 43"/>
              <a:gd name="T12" fmla="*/ 48015 w 61"/>
              <a:gd name="T13" fmla="*/ 76200 h 43"/>
              <a:gd name="T14" fmla="*/ 48015 w 61"/>
              <a:gd name="T15" fmla="*/ 76200 h 43"/>
              <a:gd name="T16" fmla="*/ 67221 w 61"/>
              <a:gd name="T17" fmla="*/ 79375 h 43"/>
              <a:gd name="T18" fmla="*/ 67221 w 61"/>
              <a:gd name="T19" fmla="*/ 98425 h 43"/>
              <a:gd name="T20" fmla="*/ 64020 w 61"/>
              <a:gd name="T21" fmla="*/ 101600 h 43"/>
              <a:gd name="T22" fmla="*/ 44814 w 61"/>
              <a:gd name="T23" fmla="*/ 98425 h 43"/>
              <a:gd name="T24" fmla="*/ 44814 w 61"/>
              <a:gd name="T25" fmla="*/ 79375 h 43"/>
              <a:gd name="T26" fmla="*/ 76824 w 61"/>
              <a:gd name="T27" fmla="*/ 60325 h 43"/>
              <a:gd name="T28" fmla="*/ 76824 w 61"/>
              <a:gd name="T29" fmla="*/ 60325 h 43"/>
              <a:gd name="T30" fmla="*/ 96030 w 61"/>
              <a:gd name="T31" fmla="*/ 63500 h 43"/>
              <a:gd name="T32" fmla="*/ 96030 w 61"/>
              <a:gd name="T33" fmla="*/ 98425 h 43"/>
              <a:gd name="T34" fmla="*/ 92829 w 61"/>
              <a:gd name="T35" fmla="*/ 101600 h 43"/>
              <a:gd name="T36" fmla="*/ 73623 w 61"/>
              <a:gd name="T37" fmla="*/ 98425 h 43"/>
              <a:gd name="T38" fmla="*/ 73623 w 61"/>
              <a:gd name="T39" fmla="*/ 63500 h 43"/>
              <a:gd name="T40" fmla="*/ 89628 w 61"/>
              <a:gd name="T41" fmla="*/ 66675 h 43"/>
              <a:gd name="T42" fmla="*/ 80025 w 61"/>
              <a:gd name="T43" fmla="*/ 66675 h 43"/>
              <a:gd name="T44" fmla="*/ 89628 w 61"/>
              <a:gd name="T45" fmla="*/ 92075 h 43"/>
              <a:gd name="T46" fmla="*/ 105634 w 61"/>
              <a:gd name="T47" fmla="*/ 44450 h 43"/>
              <a:gd name="T48" fmla="*/ 105634 w 61"/>
              <a:gd name="T49" fmla="*/ 44450 h 43"/>
              <a:gd name="T50" fmla="*/ 124840 w 61"/>
              <a:gd name="T51" fmla="*/ 47625 h 43"/>
              <a:gd name="T52" fmla="*/ 124840 w 61"/>
              <a:gd name="T53" fmla="*/ 98425 h 43"/>
              <a:gd name="T54" fmla="*/ 121639 w 61"/>
              <a:gd name="T55" fmla="*/ 101600 h 43"/>
              <a:gd name="T56" fmla="*/ 102433 w 61"/>
              <a:gd name="T57" fmla="*/ 98425 h 43"/>
              <a:gd name="T58" fmla="*/ 102433 w 61"/>
              <a:gd name="T59" fmla="*/ 47625 h 43"/>
              <a:gd name="T60" fmla="*/ 118438 w 61"/>
              <a:gd name="T61" fmla="*/ 50800 h 43"/>
              <a:gd name="T62" fmla="*/ 108835 w 61"/>
              <a:gd name="T63" fmla="*/ 50800 h 43"/>
              <a:gd name="T64" fmla="*/ 118438 w 61"/>
              <a:gd name="T65" fmla="*/ 92075 h 43"/>
              <a:gd name="T66" fmla="*/ 134443 w 61"/>
              <a:gd name="T67" fmla="*/ 28575 h 43"/>
              <a:gd name="T68" fmla="*/ 134443 w 61"/>
              <a:gd name="T69" fmla="*/ 28575 h 43"/>
              <a:gd name="T70" fmla="*/ 153649 w 61"/>
              <a:gd name="T71" fmla="*/ 31750 h 43"/>
              <a:gd name="T72" fmla="*/ 153649 w 61"/>
              <a:gd name="T73" fmla="*/ 98425 h 43"/>
              <a:gd name="T74" fmla="*/ 150448 w 61"/>
              <a:gd name="T75" fmla="*/ 101600 h 43"/>
              <a:gd name="T76" fmla="*/ 131242 w 61"/>
              <a:gd name="T77" fmla="*/ 98425 h 43"/>
              <a:gd name="T78" fmla="*/ 131242 w 61"/>
              <a:gd name="T79" fmla="*/ 31750 h 43"/>
              <a:gd name="T80" fmla="*/ 147247 w 61"/>
              <a:gd name="T81" fmla="*/ 34925 h 43"/>
              <a:gd name="T82" fmla="*/ 137644 w 61"/>
              <a:gd name="T83" fmla="*/ 34925 h 43"/>
              <a:gd name="T84" fmla="*/ 147247 w 61"/>
              <a:gd name="T85" fmla="*/ 92075 h 43"/>
              <a:gd name="T86" fmla="*/ 57618 w 61"/>
              <a:gd name="T87" fmla="*/ 82550 h 43"/>
              <a:gd name="T88" fmla="*/ 51216 w 61"/>
              <a:gd name="T89" fmla="*/ 82550 h 43"/>
              <a:gd name="T90" fmla="*/ 57618 w 61"/>
              <a:gd name="T91" fmla="*/ 92075 h 43"/>
              <a:gd name="T92" fmla="*/ 6402 w 61"/>
              <a:gd name="T93" fmla="*/ 136525 h 43"/>
              <a:gd name="T94" fmla="*/ 0 w 61"/>
              <a:gd name="T95" fmla="*/ 130175 h 43"/>
              <a:gd name="T96" fmla="*/ 192061 w 61"/>
              <a:gd name="T97" fmla="*/ 123825 h 43"/>
              <a:gd name="T98" fmla="*/ 192061 w 61"/>
              <a:gd name="T99" fmla="*/ 136525 h 43"/>
              <a:gd name="T100" fmla="*/ 166453 w 61"/>
              <a:gd name="T101" fmla="*/ 12700 h 43"/>
              <a:gd name="T102" fmla="*/ 32010 w 61"/>
              <a:gd name="T103" fmla="*/ 12700 h 43"/>
              <a:gd name="T104" fmla="*/ 166453 w 61"/>
              <a:gd name="T105" fmla="*/ 107950 h 43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1" h="43">
                <a:moveTo>
                  <a:pt x="8" y="0"/>
                </a:moveTo>
                <a:cubicBezTo>
                  <a:pt x="8" y="0"/>
                  <a:pt x="8" y="0"/>
                  <a:pt x="8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5" y="0"/>
                  <a:pt x="56" y="1"/>
                  <a:pt x="56" y="2"/>
                </a:cubicBezTo>
                <a:cubicBezTo>
                  <a:pt x="56" y="2"/>
                  <a:pt x="56" y="2"/>
                  <a:pt x="56" y="2"/>
                </a:cubicBezTo>
                <a:cubicBezTo>
                  <a:pt x="56" y="36"/>
                  <a:pt x="56" y="36"/>
                  <a:pt x="56" y="36"/>
                </a:cubicBezTo>
                <a:cubicBezTo>
                  <a:pt x="56" y="37"/>
                  <a:pt x="55" y="38"/>
                  <a:pt x="54" y="38"/>
                </a:cubicBezTo>
                <a:cubicBezTo>
                  <a:pt x="54" y="38"/>
                  <a:pt x="54" y="38"/>
                  <a:pt x="54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7" y="38"/>
                  <a:pt x="6" y="37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6" y="2"/>
                  <a:pt x="6" y="2"/>
                  <a:pt x="6" y="2"/>
                </a:cubicBezTo>
                <a:cubicBezTo>
                  <a:pt x="6" y="1"/>
                  <a:pt x="7" y="0"/>
                  <a:pt x="8" y="0"/>
                </a:cubicBezTo>
                <a:close/>
                <a:moveTo>
                  <a:pt x="15" y="24"/>
                </a:moveTo>
                <a:cubicBezTo>
                  <a:pt x="15" y="24"/>
                  <a:pt x="15" y="24"/>
                  <a:pt x="15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1" y="25"/>
                  <a:pt x="21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31"/>
                  <a:pt x="21" y="31"/>
                  <a:pt x="21" y="31"/>
                </a:cubicBezTo>
                <a:cubicBezTo>
                  <a:pt x="21" y="31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15" y="32"/>
                  <a:pt x="15" y="32"/>
                  <a:pt x="15" y="32"/>
                </a:cubicBezTo>
                <a:cubicBezTo>
                  <a:pt x="14" y="32"/>
                  <a:pt x="14" y="31"/>
                  <a:pt x="14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4"/>
                  <a:pt x="15" y="24"/>
                </a:cubicBezTo>
                <a:close/>
                <a:moveTo>
                  <a:pt x="24" y="19"/>
                </a:move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30" y="20"/>
                  <a:pt x="3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31"/>
                  <a:pt x="29" y="32"/>
                  <a:pt x="29" y="32"/>
                </a:cubicBezTo>
                <a:cubicBezTo>
                  <a:pt x="29" y="32"/>
                  <a:pt x="29" y="32"/>
                  <a:pt x="29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3" y="32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20"/>
                  <a:pt x="23" y="20"/>
                  <a:pt x="23" y="20"/>
                </a:cubicBezTo>
                <a:cubicBezTo>
                  <a:pt x="23" y="20"/>
                  <a:pt x="23" y="19"/>
                  <a:pt x="24" y="19"/>
                </a:cubicBezTo>
                <a:close/>
                <a:moveTo>
                  <a:pt x="28" y="21"/>
                </a:moveTo>
                <a:cubicBezTo>
                  <a:pt x="28" y="21"/>
                  <a:pt x="28" y="21"/>
                  <a:pt x="28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9"/>
                  <a:pt x="25" y="29"/>
                  <a:pt x="25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1"/>
                  <a:pt x="28" y="21"/>
                  <a:pt x="28" y="21"/>
                </a:cubicBezTo>
                <a:close/>
                <a:moveTo>
                  <a:pt x="33" y="14"/>
                </a:moveTo>
                <a:cubicBezTo>
                  <a:pt x="33" y="14"/>
                  <a:pt x="33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4"/>
                  <a:pt x="39" y="15"/>
                  <a:pt x="39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8" y="32"/>
                  <a:pt x="38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2" y="32"/>
                  <a:pt x="32" y="31"/>
                  <a:pt x="32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5"/>
                  <a:pt x="32" y="14"/>
                  <a:pt x="33" y="14"/>
                </a:cubicBezTo>
                <a:close/>
                <a:moveTo>
                  <a:pt x="37" y="16"/>
                </a:moveTo>
                <a:cubicBezTo>
                  <a:pt x="37" y="16"/>
                  <a:pt x="37" y="16"/>
                  <a:pt x="37" y="16"/>
                </a:cubicBezTo>
                <a:cubicBezTo>
                  <a:pt x="34" y="16"/>
                  <a:pt x="34" y="16"/>
                  <a:pt x="34" y="16"/>
                </a:cubicBezTo>
                <a:cubicBezTo>
                  <a:pt x="34" y="29"/>
                  <a:pt x="34" y="29"/>
                  <a:pt x="34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7" y="16"/>
                  <a:pt x="37" y="16"/>
                  <a:pt x="37" y="16"/>
                </a:cubicBezTo>
                <a:close/>
                <a:moveTo>
                  <a:pt x="42" y="9"/>
                </a:moveTo>
                <a:cubicBezTo>
                  <a:pt x="42" y="9"/>
                  <a:pt x="42" y="9"/>
                  <a:pt x="42" y="9"/>
                </a:cubicBezTo>
                <a:cubicBezTo>
                  <a:pt x="42" y="9"/>
                  <a:pt x="42" y="9"/>
                  <a:pt x="42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7" y="9"/>
                  <a:pt x="48" y="10"/>
                  <a:pt x="48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31"/>
                  <a:pt x="47" y="32"/>
                  <a:pt x="47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1" y="32"/>
                  <a:pt x="41" y="31"/>
                  <a:pt x="41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9"/>
                  <a:pt x="42" y="9"/>
                </a:cubicBezTo>
                <a:close/>
                <a:moveTo>
                  <a:pt x="46" y="11"/>
                </a:moveTo>
                <a:cubicBezTo>
                  <a:pt x="46" y="11"/>
                  <a:pt x="46" y="11"/>
                  <a:pt x="46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3" y="29"/>
                  <a:pt x="43" y="29"/>
                  <a:pt x="43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11"/>
                  <a:pt x="46" y="11"/>
                  <a:pt x="46" y="11"/>
                </a:cubicBezTo>
                <a:close/>
                <a:moveTo>
                  <a:pt x="18" y="26"/>
                </a:moveTo>
                <a:cubicBezTo>
                  <a:pt x="18" y="26"/>
                  <a:pt x="18" y="26"/>
                  <a:pt x="18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16" y="29"/>
                  <a:pt x="16" y="29"/>
                  <a:pt x="16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6"/>
                  <a:pt x="18" y="26"/>
                  <a:pt x="18" y="26"/>
                </a:cubicBezTo>
                <a:close/>
                <a:moveTo>
                  <a:pt x="2" y="43"/>
                </a:moveTo>
                <a:cubicBezTo>
                  <a:pt x="2" y="43"/>
                  <a:pt x="2" y="43"/>
                  <a:pt x="2" y="43"/>
                </a:cubicBezTo>
                <a:cubicBezTo>
                  <a:pt x="1" y="43"/>
                  <a:pt x="0" y="42"/>
                  <a:pt x="0" y="41"/>
                </a:cubicBezTo>
                <a:cubicBezTo>
                  <a:pt x="0" y="40"/>
                  <a:pt x="1" y="39"/>
                  <a:pt x="2" y="39"/>
                </a:cubicBezTo>
                <a:cubicBezTo>
                  <a:pt x="60" y="39"/>
                  <a:pt x="60" y="39"/>
                  <a:pt x="60" y="39"/>
                </a:cubicBezTo>
                <a:cubicBezTo>
                  <a:pt x="61" y="39"/>
                  <a:pt x="61" y="40"/>
                  <a:pt x="61" y="41"/>
                </a:cubicBezTo>
                <a:cubicBezTo>
                  <a:pt x="61" y="42"/>
                  <a:pt x="61" y="43"/>
                  <a:pt x="60" y="43"/>
                </a:cubicBezTo>
                <a:cubicBezTo>
                  <a:pt x="2" y="43"/>
                  <a:pt x="2" y="43"/>
                  <a:pt x="2" y="43"/>
                </a:cubicBezTo>
                <a:close/>
                <a:moveTo>
                  <a:pt x="52" y="4"/>
                </a:moveTo>
                <a:cubicBezTo>
                  <a:pt x="52" y="4"/>
                  <a:pt x="52" y="4"/>
                  <a:pt x="52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34"/>
                  <a:pt x="10" y="34"/>
                  <a:pt x="10" y="34"/>
                </a:cubicBezTo>
                <a:cubicBezTo>
                  <a:pt x="52" y="34"/>
                  <a:pt x="52" y="34"/>
                  <a:pt x="52" y="34"/>
                </a:cubicBezTo>
                <a:cubicBezTo>
                  <a:pt x="52" y="4"/>
                  <a:pt x="52" y="4"/>
                  <a:pt x="52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58" name="Freeform 192">
            <a:extLst>
              <a:ext uri="{FF2B5EF4-FFF2-40B4-BE49-F238E27FC236}">
                <a16:creationId xmlns:a16="http://schemas.microsoft.com/office/drawing/2014/main" id="{FD4961A8-5D34-6CEE-F5B7-E09604D1CFF7}"/>
              </a:ext>
            </a:extLst>
          </p:cNvPr>
          <p:cNvSpPr>
            <a:spLocks noEditPoints="1"/>
          </p:cNvSpPr>
          <p:nvPr/>
        </p:nvSpPr>
        <p:spPr bwMode="auto">
          <a:xfrm>
            <a:off x="5437119" y="3033631"/>
            <a:ext cx="213783" cy="160867"/>
          </a:xfrm>
          <a:custGeom>
            <a:avLst/>
            <a:gdLst>
              <a:gd name="T0" fmla="*/ 131476 w 50"/>
              <a:gd name="T1" fmla="*/ 98425 h 38"/>
              <a:gd name="T2" fmla="*/ 118649 w 50"/>
              <a:gd name="T3" fmla="*/ 98425 h 38"/>
              <a:gd name="T4" fmla="*/ 28861 w 50"/>
              <a:gd name="T5" fmla="*/ 69850 h 38"/>
              <a:gd name="T6" fmla="*/ 22447 w 50"/>
              <a:gd name="T7" fmla="*/ 73025 h 38"/>
              <a:gd name="T8" fmla="*/ 32067 w 50"/>
              <a:gd name="T9" fmla="*/ 34925 h 38"/>
              <a:gd name="T10" fmla="*/ 38481 w 50"/>
              <a:gd name="T11" fmla="*/ 34925 h 38"/>
              <a:gd name="T12" fmla="*/ 48101 w 50"/>
              <a:gd name="T13" fmla="*/ 73025 h 38"/>
              <a:gd name="T14" fmla="*/ 41688 w 50"/>
              <a:gd name="T15" fmla="*/ 63500 h 38"/>
              <a:gd name="T16" fmla="*/ 28861 w 50"/>
              <a:gd name="T17" fmla="*/ 69850 h 38"/>
              <a:gd name="T18" fmla="*/ 35274 w 50"/>
              <a:gd name="T19" fmla="*/ 47625 h 38"/>
              <a:gd name="T20" fmla="*/ 38481 w 50"/>
              <a:gd name="T21" fmla="*/ 57150 h 38"/>
              <a:gd name="T22" fmla="*/ 57721 w 50"/>
              <a:gd name="T23" fmla="*/ 34925 h 38"/>
              <a:gd name="T24" fmla="*/ 57721 w 50"/>
              <a:gd name="T25" fmla="*/ 34925 h 38"/>
              <a:gd name="T26" fmla="*/ 80169 w 50"/>
              <a:gd name="T27" fmla="*/ 34925 h 38"/>
              <a:gd name="T28" fmla="*/ 80169 w 50"/>
              <a:gd name="T29" fmla="*/ 63500 h 38"/>
              <a:gd name="T30" fmla="*/ 73755 w 50"/>
              <a:gd name="T31" fmla="*/ 73025 h 38"/>
              <a:gd name="T32" fmla="*/ 54515 w 50"/>
              <a:gd name="T33" fmla="*/ 69850 h 38"/>
              <a:gd name="T34" fmla="*/ 54515 w 50"/>
              <a:gd name="T35" fmla="*/ 38100 h 38"/>
              <a:gd name="T36" fmla="*/ 73755 w 50"/>
              <a:gd name="T37" fmla="*/ 41275 h 38"/>
              <a:gd name="T38" fmla="*/ 60928 w 50"/>
              <a:gd name="T39" fmla="*/ 41275 h 38"/>
              <a:gd name="T40" fmla="*/ 73755 w 50"/>
              <a:gd name="T41" fmla="*/ 66675 h 38"/>
              <a:gd name="T42" fmla="*/ 73755 w 50"/>
              <a:gd name="T43" fmla="*/ 63500 h 38"/>
              <a:gd name="T44" fmla="*/ 73755 w 50"/>
              <a:gd name="T45" fmla="*/ 41275 h 38"/>
              <a:gd name="T46" fmla="*/ 109029 w 50"/>
              <a:gd name="T47" fmla="*/ 63500 h 38"/>
              <a:gd name="T48" fmla="*/ 141097 w 50"/>
              <a:gd name="T49" fmla="*/ 63500 h 38"/>
              <a:gd name="T50" fmla="*/ 109029 w 50"/>
              <a:gd name="T51" fmla="*/ 44450 h 38"/>
              <a:gd name="T52" fmla="*/ 144303 w 50"/>
              <a:gd name="T53" fmla="*/ 69850 h 38"/>
              <a:gd name="T54" fmla="*/ 109029 w 50"/>
              <a:gd name="T55" fmla="*/ 69850 h 38"/>
              <a:gd name="T56" fmla="*/ 112236 w 50"/>
              <a:gd name="T57" fmla="*/ 98425 h 38"/>
              <a:gd name="T58" fmla="*/ 115443 w 50"/>
              <a:gd name="T59" fmla="*/ 104775 h 38"/>
              <a:gd name="T60" fmla="*/ 131476 w 50"/>
              <a:gd name="T61" fmla="*/ 104775 h 38"/>
              <a:gd name="T62" fmla="*/ 137890 w 50"/>
              <a:gd name="T63" fmla="*/ 98425 h 38"/>
              <a:gd name="T64" fmla="*/ 144303 w 50"/>
              <a:gd name="T65" fmla="*/ 92075 h 38"/>
              <a:gd name="T66" fmla="*/ 147510 w 50"/>
              <a:gd name="T67" fmla="*/ 76200 h 38"/>
              <a:gd name="T68" fmla="*/ 147510 w 50"/>
              <a:gd name="T69" fmla="*/ 104775 h 38"/>
              <a:gd name="T70" fmla="*/ 141097 w 50"/>
              <a:gd name="T71" fmla="*/ 114300 h 38"/>
              <a:gd name="T72" fmla="*/ 125063 w 50"/>
              <a:gd name="T73" fmla="*/ 120650 h 38"/>
              <a:gd name="T74" fmla="*/ 109029 w 50"/>
              <a:gd name="T75" fmla="*/ 114300 h 38"/>
              <a:gd name="T76" fmla="*/ 102616 w 50"/>
              <a:gd name="T77" fmla="*/ 104775 h 38"/>
              <a:gd name="T78" fmla="*/ 57721 w 50"/>
              <a:gd name="T79" fmla="*/ 114300 h 38"/>
              <a:gd name="T80" fmla="*/ 25654 w 50"/>
              <a:gd name="T81" fmla="*/ 114300 h 38"/>
              <a:gd name="T82" fmla="*/ 6413 w 50"/>
              <a:gd name="T83" fmla="*/ 104775 h 38"/>
              <a:gd name="T84" fmla="*/ 0 w 50"/>
              <a:gd name="T85" fmla="*/ 98425 h 38"/>
              <a:gd name="T86" fmla="*/ 6413 w 50"/>
              <a:gd name="T87" fmla="*/ 0 h 38"/>
              <a:gd name="T88" fmla="*/ 102616 w 50"/>
              <a:gd name="T89" fmla="*/ 0 h 38"/>
              <a:gd name="T90" fmla="*/ 109029 w 50"/>
              <a:gd name="T91" fmla="*/ 6350 h 38"/>
              <a:gd name="T92" fmla="*/ 134683 w 50"/>
              <a:gd name="T93" fmla="*/ 31750 h 38"/>
              <a:gd name="T94" fmla="*/ 160337 w 50"/>
              <a:gd name="T95" fmla="*/ 69850 h 38"/>
              <a:gd name="T96" fmla="*/ 160337 w 50"/>
              <a:gd name="T97" fmla="*/ 73025 h 38"/>
              <a:gd name="T98" fmla="*/ 153924 w 50"/>
              <a:gd name="T99" fmla="*/ 104775 h 38"/>
              <a:gd name="T100" fmla="*/ 147510 w 50"/>
              <a:gd name="T101" fmla="*/ 104775 h 38"/>
              <a:gd name="T102" fmla="*/ 96202 w 50"/>
              <a:gd name="T103" fmla="*/ 12700 h 38"/>
              <a:gd name="T104" fmla="*/ 12827 w 50"/>
              <a:gd name="T105" fmla="*/ 92075 h 38"/>
              <a:gd name="T106" fmla="*/ 22447 w 50"/>
              <a:gd name="T107" fmla="*/ 92075 h 38"/>
              <a:gd name="T108" fmla="*/ 32067 w 50"/>
              <a:gd name="T109" fmla="*/ 104775 h 38"/>
              <a:gd name="T110" fmla="*/ 51308 w 50"/>
              <a:gd name="T111" fmla="*/ 104775 h 38"/>
              <a:gd name="T112" fmla="*/ 54515 w 50"/>
              <a:gd name="T113" fmla="*/ 98425 h 38"/>
              <a:gd name="T114" fmla="*/ 96202 w 50"/>
              <a:gd name="T115" fmla="*/ 92075 h 38"/>
              <a:gd name="T116" fmla="*/ 96202 w 50"/>
              <a:gd name="T117" fmla="*/ 38100 h 38"/>
              <a:gd name="T118" fmla="*/ 41688 w 50"/>
              <a:gd name="T119" fmla="*/ 92075 h 38"/>
              <a:gd name="T120" fmla="*/ 48101 w 50"/>
              <a:gd name="T121" fmla="*/ 98425 h 38"/>
              <a:gd name="T122" fmla="*/ 35274 w 50"/>
              <a:gd name="T123" fmla="*/ 98425 h 3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0" h="38">
                <a:moveTo>
                  <a:pt x="39" y="29"/>
                </a:moveTo>
                <a:cubicBezTo>
                  <a:pt x="40" y="29"/>
                  <a:pt x="41" y="30"/>
                  <a:pt x="41" y="31"/>
                </a:cubicBezTo>
                <a:cubicBezTo>
                  <a:pt x="41" y="32"/>
                  <a:pt x="40" y="33"/>
                  <a:pt x="39" y="33"/>
                </a:cubicBezTo>
                <a:cubicBezTo>
                  <a:pt x="38" y="33"/>
                  <a:pt x="37" y="32"/>
                  <a:pt x="37" y="31"/>
                </a:cubicBezTo>
                <a:cubicBezTo>
                  <a:pt x="37" y="30"/>
                  <a:pt x="38" y="29"/>
                  <a:pt x="39" y="29"/>
                </a:cubicBezTo>
                <a:close/>
                <a:moveTo>
                  <a:pt x="9" y="22"/>
                </a:moveTo>
                <a:cubicBezTo>
                  <a:pt x="9" y="22"/>
                  <a:pt x="9" y="22"/>
                  <a:pt x="9" y="22"/>
                </a:cubicBezTo>
                <a:cubicBezTo>
                  <a:pt x="9" y="23"/>
                  <a:pt x="8" y="23"/>
                  <a:pt x="7" y="23"/>
                </a:cubicBezTo>
                <a:cubicBezTo>
                  <a:pt x="7" y="23"/>
                  <a:pt x="7" y="22"/>
                  <a:pt x="7" y="2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1" y="10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2"/>
                  <a:pt x="16" y="23"/>
                  <a:pt x="15" y="23"/>
                </a:cubicBezTo>
                <a:cubicBezTo>
                  <a:pt x="15" y="23"/>
                  <a:pt x="14" y="23"/>
                  <a:pt x="14" y="22"/>
                </a:cubicBezTo>
                <a:cubicBezTo>
                  <a:pt x="13" y="20"/>
                  <a:pt x="13" y="20"/>
                  <a:pt x="13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9" y="22"/>
                  <a:pt x="9" y="22"/>
                  <a:pt x="9" y="22"/>
                </a:cubicBezTo>
                <a:close/>
                <a:moveTo>
                  <a:pt x="11" y="15"/>
                </a:moveTo>
                <a:cubicBezTo>
                  <a:pt x="11" y="15"/>
                  <a:pt x="11" y="15"/>
                  <a:pt x="11" y="15"/>
                </a:cubicBezTo>
                <a:cubicBezTo>
                  <a:pt x="10" y="18"/>
                  <a:pt x="10" y="18"/>
                  <a:pt x="10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1" y="15"/>
                  <a:pt x="11" y="15"/>
                  <a:pt x="11" y="15"/>
                </a:cubicBezTo>
                <a:close/>
                <a:moveTo>
                  <a:pt x="18" y="11"/>
                </a:move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1"/>
                  <a:pt x="24" y="11"/>
                  <a:pt x="25" y="11"/>
                </a:cubicBezTo>
                <a:cubicBezTo>
                  <a:pt x="25" y="12"/>
                  <a:pt x="25" y="12"/>
                  <a:pt x="25" y="13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21"/>
                  <a:pt x="25" y="22"/>
                  <a:pt x="25" y="22"/>
                </a:cubicBezTo>
                <a:cubicBezTo>
                  <a:pt x="24" y="23"/>
                  <a:pt x="23" y="23"/>
                  <a:pt x="23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7" y="23"/>
                  <a:pt x="17" y="22"/>
                  <a:pt x="17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1"/>
                  <a:pt x="17" y="11"/>
                  <a:pt x="18" y="11"/>
                </a:cubicBezTo>
                <a:close/>
                <a:moveTo>
                  <a:pt x="23" y="13"/>
                </a:moveTo>
                <a:cubicBezTo>
                  <a:pt x="23" y="13"/>
                  <a:pt x="23" y="13"/>
                  <a:pt x="23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21"/>
                  <a:pt x="19" y="21"/>
                  <a:pt x="19" y="21"/>
                </a:cubicBezTo>
                <a:cubicBezTo>
                  <a:pt x="23" y="21"/>
                  <a:pt x="23" y="21"/>
                  <a:pt x="23" y="21"/>
                </a:cubicBezTo>
                <a:cubicBezTo>
                  <a:pt x="23" y="21"/>
                  <a:pt x="23" y="20"/>
                  <a:pt x="23" y="20"/>
                </a:cubicBezTo>
                <a:cubicBezTo>
                  <a:pt x="23" y="20"/>
                  <a:pt x="23" y="20"/>
                  <a:pt x="23" y="20"/>
                </a:cubicBezTo>
                <a:cubicBezTo>
                  <a:pt x="23" y="13"/>
                  <a:pt x="23" y="13"/>
                  <a:pt x="23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23" y="13"/>
                  <a:pt x="23" y="13"/>
                  <a:pt x="23" y="13"/>
                </a:cubicBezTo>
                <a:close/>
                <a:moveTo>
                  <a:pt x="34" y="20"/>
                </a:moveTo>
                <a:cubicBezTo>
                  <a:pt x="34" y="20"/>
                  <a:pt x="34" y="20"/>
                  <a:pt x="34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41" y="14"/>
                  <a:pt x="41" y="14"/>
                  <a:pt x="41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20"/>
                  <a:pt x="34" y="20"/>
                  <a:pt x="34" y="20"/>
                </a:cubicBezTo>
                <a:close/>
                <a:moveTo>
                  <a:pt x="45" y="22"/>
                </a:moveTo>
                <a:cubicBezTo>
                  <a:pt x="45" y="22"/>
                  <a:pt x="45" y="22"/>
                  <a:pt x="45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9"/>
                  <a:pt x="34" y="29"/>
                  <a:pt x="34" y="29"/>
                </a:cubicBezTo>
                <a:cubicBezTo>
                  <a:pt x="35" y="29"/>
                  <a:pt x="35" y="30"/>
                  <a:pt x="35" y="31"/>
                </a:cubicBezTo>
                <a:cubicBezTo>
                  <a:pt x="35" y="32"/>
                  <a:pt x="36" y="33"/>
                  <a:pt x="36" y="33"/>
                </a:cubicBezTo>
                <a:cubicBezTo>
                  <a:pt x="36" y="33"/>
                  <a:pt x="36" y="33"/>
                  <a:pt x="36" y="33"/>
                </a:cubicBezTo>
                <a:cubicBezTo>
                  <a:pt x="37" y="34"/>
                  <a:pt x="38" y="34"/>
                  <a:pt x="39" y="34"/>
                </a:cubicBezTo>
                <a:cubicBezTo>
                  <a:pt x="40" y="34"/>
                  <a:pt x="41" y="34"/>
                  <a:pt x="41" y="33"/>
                </a:cubicBezTo>
                <a:cubicBezTo>
                  <a:pt x="42" y="33"/>
                  <a:pt x="42" y="33"/>
                  <a:pt x="42" y="33"/>
                </a:cubicBezTo>
                <a:cubicBezTo>
                  <a:pt x="42" y="33"/>
                  <a:pt x="43" y="32"/>
                  <a:pt x="43" y="31"/>
                </a:cubicBezTo>
                <a:cubicBezTo>
                  <a:pt x="43" y="31"/>
                  <a:pt x="43" y="31"/>
                  <a:pt x="43" y="31"/>
                </a:cubicBezTo>
                <a:cubicBezTo>
                  <a:pt x="43" y="30"/>
                  <a:pt x="43" y="29"/>
                  <a:pt x="45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4"/>
                  <a:pt x="46" y="24"/>
                  <a:pt x="46" y="24"/>
                </a:cubicBezTo>
                <a:cubicBezTo>
                  <a:pt x="45" y="22"/>
                  <a:pt x="45" y="22"/>
                  <a:pt x="45" y="22"/>
                </a:cubicBezTo>
                <a:close/>
                <a:moveTo>
                  <a:pt x="46" y="33"/>
                </a:moveTo>
                <a:cubicBezTo>
                  <a:pt x="46" y="33"/>
                  <a:pt x="46" y="33"/>
                  <a:pt x="46" y="33"/>
                </a:cubicBezTo>
                <a:cubicBezTo>
                  <a:pt x="46" y="34"/>
                  <a:pt x="45" y="35"/>
                  <a:pt x="44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43" y="37"/>
                  <a:pt x="41" y="38"/>
                  <a:pt x="39" y="38"/>
                </a:cubicBezTo>
                <a:cubicBezTo>
                  <a:pt x="37" y="38"/>
                  <a:pt x="35" y="37"/>
                  <a:pt x="34" y="36"/>
                </a:cubicBezTo>
                <a:cubicBezTo>
                  <a:pt x="34" y="36"/>
                  <a:pt x="34" y="36"/>
                  <a:pt x="34" y="36"/>
                </a:cubicBezTo>
                <a:cubicBezTo>
                  <a:pt x="33" y="35"/>
                  <a:pt x="32" y="34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4"/>
                  <a:pt x="19" y="35"/>
                  <a:pt x="18" y="36"/>
                </a:cubicBezTo>
                <a:cubicBezTo>
                  <a:pt x="17" y="37"/>
                  <a:pt x="15" y="38"/>
                  <a:pt x="13" y="38"/>
                </a:cubicBezTo>
                <a:cubicBezTo>
                  <a:pt x="11" y="38"/>
                  <a:pt x="9" y="37"/>
                  <a:pt x="8" y="36"/>
                </a:cubicBezTo>
                <a:cubicBezTo>
                  <a:pt x="7" y="35"/>
                  <a:pt x="6" y="34"/>
                  <a:pt x="6" y="33"/>
                </a:cubicBezTo>
                <a:cubicBezTo>
                  <a:pt x="2" y="33"/>
                  <a:pt x="2" y="33"/>
                  <a:pt x="2" y="33"/>
                </a:cubicBezTo>
                <a:cubicBezTo>
                  <a:pt x="1" y="33"/>
                  <a:pt x="0" y="32"/>
                  <a:pt x="0" y="31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3" y="0"/>
                  <a:pt x="34" y="1"/>
                  <a:pt x="34" y="2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10"/>
                  <a:pt x="34" y="10"/>
                  <a:pt x="34" y="10"/>
                </a:cubicBezTo>
                <a:cubicBezTo>
                  <a:pt x="42" y="10"/>
                  <a:pt x="42" y="10"/>
                  <a:pt x="42" y="10"/>
                </a:cubicBezTo>
                <a:cubicBezTo>
                  <a:pt x="43" y="10"/>
                  <a:pt x="44" y="11"/>
                  <a:pt x="44" y="11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3"/>
                  <a:pt x="50" y="23"/>
                  <a:pt x="50" y="23"/>
                </a:cubicBezTo>
                <a:cubicBezTo>
                  <a:pt x="50" y="23"/>
                  <a:pt x="50" y="23"/>
                  <a:pt x="50" y="23"/>
                </a:cubicBezTo>
                <a:cubicBezTo>
                  <a:pt x="50" y="31"/>
                  <a:pt x="50" y="31"/>
                  <a:pt x="50" y="31"/>
                </a:cubicBezTo>
                <a:cubicBezTo>
                  <a:pt x="50" y="32"/>
                  <a:pt x="49" y="33"/>
                  <a:pt x="48" y="33"/>
                </a:cubicBezTo>
                <a:cubicBezTo>
                  <a:pt x="48" y="33"/>
                  <a:pt x="48" y="33"/>
                  <a:pt x="48" y="33"/>
                </a:cubicBezTo>
                <a:cubicBezTo>
                  <a:pt x="46" y="33"/>
                  <a:pt x="46" y="33"/>
                  <a:pt x="46" y="33"/>
                </a:cubicBezTo>
                <a:close/>
                <a:moveTo>
                  <a:pt x="30" y="4"/>
                </a:moveTo>
                <a:cubicBezTo>
                  <a:pt x="30" y="4"/>
                  <a:pt x="30" y="4"/>
                  <a:pt x="30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9"/>
                  <a:pt x="4" y="29"/>
                  <a:pt x="4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9" y="29"/>
                  <a:pt x="9" y="30"/>
                  <a:pt x="9" y="31"/>
                </a:cubicBezTo>
                <a:cubicBezTo>
                  <a:pt x="9" y="32"/>
                  <a:pt x="10" y="33"/>
                  <a:pt x="10" y="33"/>
                </a:cubicBezTo>
                <a:cubicBezTo>
                  <a:pt x="11" y="34"/>
                  <a:pt x="12" y="34"/>
                  <a:pt x="13" y="34"/>
                </a:cubicBezTo>
                <a:cubicBezTo>
                  <a:pt x="14" y="34"/>
                  <a:pt x="15" y="34"/>
                  <a:pt x="16" y="33"/>
                </a:cubicBezTo>
                <a:cubicBezTo>
                  <a:pt x="16" y="33"/>
                  <a:pt x="17" y="32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0"/>
                  <a:pt x="18" y="29"/>
                  <a:pt x="1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4"/>
                  <a:pt x="30" y="4"/>
                  <a:pt x="30" y="4"/>
                </a:cubicBezTo>
                <a:close/>
                <a:moveTo>
                  <a:pt x="13" y="29"/>
                </a:moveTo>
                <a:cubicBezTo>
                  <a:pt x="13" y="29"/>
                  <a:pt x="13" y="29"/>
                  <a:pt x="13" y="29"/>
                </a:cubicBezTo>
                <a:cubicBezTo>
                  <a:pt x="14" y="29"/>
                  <a:pt x="15" y="30"/>
                  <a:pt x="15" y="31"/>
                </a:cubicBezTo>
                <a:cubicBezTo>
                  <a:pt x="15" y="32"/>
                  <a:pt x="14" y="33"/>
                  <a:pt x="13" y="33"/>
                </a:cubicBezTo>
                <a:cubicBezTo>
                  <a:pt x="12" y="33"/>
                  <a:pt x="11" y="32"/>
                  <a:pt x="11" y="31"/>
                </a:cubicBezTo>
                <a:cubicBezTo>
                  <a:pt x="11" y="30"/>
                  <a:pt x="12" y="29"/>
                  <a:pt x="13" y="2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59" name="Freeform 193">
            <a:extLst>
              <a:ext uri="{FF2B5EF4-FFF2-40B4-BE49-F238E27FC236}">
                <a16:creationId xmlns:a16="http://schemas.microsoft.com/office/drawing/2014/main" id="{27C7AB83-B913-980F-3157-A29052F891A5}"/>
              </a:ext>
            </a:extLst>
          </p:cNvPr>
          <p:cNvSpPr>
            <a:spLocks noEditPoints="1"/>
          </p:cNvSpPr>
          <p:nvPr/>
        </p:nvSpPr>
        <p:spPr bwMode="auto">
          <a:xfrm>
            <a:off x="5862568" y="3899348"/>
            <a:ext cx="114300" cy="207433"/>
          </a:xfrm>
          <a:custGeom>
            <a:avLst/>
            <a:gdLst>
              <a:gd name="T0" fmla="*/ 12700 w 27"/>
              <a:gd name="T1" fmla="*/ 0 h 49"/>
              <a:gd name="T2" fmla="*/ 28575 w 27"/>
              <a:gd name="T3" fmla="*/ 0 h 49"/>
              <a:gd name="T4" fmla="*/ 31750 w 27"/>
              <a:gd name="T5" fmla="*/ 3175 h 49"/>
              <a:gd name="T6" fmla="*/ 57150 w 27"/>
              <a:gd name="T7" fmla="*/ 6350 h 49"/>
              <a:gd name="T8" fmla="*/ 69850 w 27"/>
              <a:gd name="T9" fmla="*/ 12700 h 49"/>
              <a:gd name="T10" fmla="*/ 69850 w 27"/>
              <a:gd name="T11" fmla="*/ 38100 h 49"/>
              <a:gd name="T12" fmla="*/ 57150 w 27"/>
              <a:gd name="T13" fmla="*/ 44450 h 49"/>
              <a:gd name="T14" fmla="*/ 57150 w 27"/>
              <a:gd name="T15" fmla="*/ 44450 h 49"/>
              <a:gd name="T16" fmla="*/ 47625 w 27"/>
              <a:gd name="T17" fmla="*/ 47625 h 49"/>
              <a:gd name="T18" fmla="*/ 44450 w 27"/>
              <a:gd name="T19" fmla="*/ 53975 h 49"/>
              <a:gd name="T20" fmla="*/ 85725 w 27"/>
              <a:gd name="T21" fmla="*/ 95250 h 49"/>
              <a:gd name="T22" fmla="*/ 73025 w 27"/>
              <a:gd name="T23" fmla="*/ 142875 h 49"/>
              <a:gd name="T24" fmla="*/ 41275 w 27"/>
              <a:gd name="T25" fmla="*/ 155575 h 49"/>
              <a:gd name="T26" fmla="*/ 0 w 27"/>
              <a:gd name="T27" fmla="*/ 114300 h 49"/>
              <a:gd name="T28" fmla="*/ 12700 w 27"/>
              <a:gd name="T29" fmla="*/ 66675 h 49"/>
              <a:gd name="T30" fmla="*/ 44450 w 27"/>
              <a:gd name="T31" fmla="*/ 41275 h 49"/>
              <a:gd name="T32" fmla="*/ 57150 w 27"/>
              <a:gd name="T33" fmla="*/ 34925 h 49"/>
              <a:gd name="T34" fmla="*/ 57150 w 27"/>
              <a:gd name="T35" fmla="*/ 34925 h 49"/>
              <a:gd name="T36" fmla="*/ 63500 w 27"/>
              <a:gd name="T37" fmla="*/ 31750 h 49"/>
              <a:gd name="T38" fmla="*/ 63500 w 27"/>
              <a:gd name="T39" fmla="*/ 31750 h 49"/>
              <a:gd name="T40" fmla="*/ 63500 w 27"/>
              <a:gd name="T41" fmla="*/ 19050 h 49"/>
              <a:gd name="T42" fmla="*/ 57150 w 27"/>
              <a:gd name="T43" fmla="*/ 15875 h 49"/>
              <a:gd name="T44" fmla="*/ 31750 w 27"/>
              <a:gd name="T45" fmla="*/ 19050 h 49"/>
              <a:gd name="T46" fmla="*/ 28575 w 27"/>
              <a:gd name="T47" fmla="*/ 22225 h 49"/>
              <a:gd name="T48" fmla="*/ 12700 w 27"/>
              <a:gd name="T49" fmla="*/ 22225 h 49"/>
              <a:gd name="T50" fmla="*/ 6350 w 27"/>
              <a:gd name="T51" fmla="*/ 19050 h 49"/>
              <a:gd name="T52" fmla="*/ 6350 w 27"/>
              <a:gd name="T53" fmla="*/ 3175 h 49"/>
              <a:gd name="T54" fmla="*/ 44450 w 27"/>
              <a:gd name="T55" fmla="*/ 66675 h 49"/>
              <a:gd name="T56" fmla="*/ 44450 w 27"/>
              <a:gd name="T57" fmla="*/ 73025 h 49"/>
              <a:gd name="T58" fmla="*/ 50800 w 27"/>
              <a:gd name="T59" fmla="*/ 76200 h 49"/>
              <a:gd name="T60" fmla="*/ 50800 w 27"/>
              <a:gd name="T61" fmla="*/ 76200 h 49"/>
              <a:gd name="T62" fmla="*/ 53975 w 27"/>
              <a:gd name="T63" fmla="*/ 92075 h 49"/>
              <a:gd name="T64" fmla="*/ 50800 w 27"/>
              <a:gd name="T65" fmla="*/ 101600 h 49"/>
              <a:gd name="T66" fmla="*/ 50800 w 27"/>
              <a:gd name="T67" fmla="*/ 101600 h 49"/>
              <a:gd name="T68" fmla="*/ 41275 w 27"/>
              <a:gd name="T69" fmla="*/ 104775 h 49"/>
              <a:gd name="T70" fmla="*/ 34925 w 27"/>
              <a:gd name="T71" fmla="*/ 101600 h 49"/>
              <a:gd name="T72" fmla="*/ 34925 w 27"/>
              <a:gd name="T73" fmla="*/ 101600 h 49"/>
              <a:gd name="T74" fmla="*/ 28575 w 27"/>
              <a:gd name="T75" fmla="*/ 85725 h 49"/>
              <a:gd name="T76" fmla="*/ 34925 w 27"/>
              <a:gd name="T77" fmla="*/ 76200 h 49"/>
              <a:gd name="T78" fmla="*/ 34925 w 27"/>
              <a:gd name="T79" fmla="*/ 76200 h 49"/>
              <a:gd name="T80" fmla="*/ 38100 w 27"/>
              <a:gd name="T81" fmla="*/ 66675 h 49"/>
              <a:gd name="T82" fmla="*/ 12700 w 27"/>
              <a:gd name="T83" fmla="*/ 95250 h 49"/>
              <a:gd name="T84" fmla="*/ 19050 w 27"/>
              <a:gd name="T85" fmla="*/ 136525 h 49"/>
              <a:gd name="T86" fmla="*/ 41275 w 27"/>
              <a:gd name="T87" fmla="*/ 142875 h 49"/>
              <a:gd name="T88" fmla="*/ 73025 w 27"/>
              <a:gd name="T89" fmla="*/ 114300 h 49"/>
              <a:gd name="T90" fmla="*/ 63500 w 27"/>
              <a:gd name="T91" fmla="*/ 73025 h 49"/>
              <a:gd name="T92" fmla="*/ 41275 w 27"/>
              <a:gd name="T93" fmla="*/ 82550 h 49"/>
              <a:gd name="T94" fmla="*/ 41275 w 27"/>
              <a:gd name="T95" fmla="*/ 82550 h 49"/>
              <a:gd name="T96" fmla="*/ 38100 w 27"/>
              <a:gd name="T97" fmla="*/ 82550 h 49"/>
              <a:gd name="T98" fmla="*/ 38100 w 27"/>
              <a:gd name="T99" fmla="*/ 92075 h 49"/>
              <a:gd name="T100" fmla="*/ 38100 w 27"/>
              <a:gd name="T101" fmla="*/ 95250 h 49"/>
              <a:gd name="T102" fmla="*/ 41275 w 27"/>
              <a:gd name="T103" fmla="*/ 98425 h 49"/>
              <a:gd name="T104" fmla="*/ 44450 w 27"/>
              <a:gd name="T105" fmla="*/ 95250 h 49"/>
              <a:gd name="T106" fmla="*/ 47625 w 27"/>
              <a:gd name="T107" fmla="*/ 85725 h 49"/>
              <a:gd name="T108" fmla="*/ 44450 w 27"/>
              <a:gd name="T109" fmla="*/ 82550 h 49"/>
              <a:gd name="T110" fmla="*/ 19050 w 27"/>
              <a:gd name="T111" fmla="*/ 6350 h 49"/>
              <a:gd name="T112" fmla="*/ 15875 w 27"/>
              <a:gd name="T113" fmla="*/ 6350 h 49"/>
              <a:gd name="T114" fmla="*/ 15875 w 27"/>
              <a:gd name="T115" fmla="*/ 15875 h 49"/>
              <a:gd name="T116" fmla="*/ 25400 w 27"/>
              <a:gd name="T117" fmla="*/ 15875 h 49"/>
              <a:gd name="T118" fmla="*/ 25400 w 27"/>
              <a:gd name="T119" fmla="*/ 12700 h 49"/>
              <a:gd name="T120" fmla="*/ 25400 w 27"/>
              <a:gd name="T121" fmla="*/ 6350 h 49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27" h="49">
                <a:moveTo>
                  <a:pt x="4" y="0"/>
                </a:moveTo>
                <a:cubicBezTo>
                  <a:pt x="4" y="0"/>
                  <a:pt x="4" y="0"/>
                  <a:pt x="4" y="0"/>
                </a:cubicBezTo>
                <a:cubicBezTo>
                  <a:pt x="6" y="0"/>
                  <a:pt x="6" y="0"/>
                  <a:pt x="6" y="0"/>
                </a:cubicBezTo>
                <a:cubicBezTo>
                  <a:pt x="9" y="0"/>
                  <a:pt x="9" y="0"/>
                  <a:pt x="9" y="0"/>
                </a:cubicBezTo>
                <a:cubicBezTo>
                  <a:pt x="10" y="0"/>
                  <a:pt x="10" y="0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2"/>
                  <a:pt x="10" y="2"/>
                  <a:pt x="10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9" y="2"/>
                  <a:pt x="21" y="3"/>
                  <a:pt x="22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3" y="5"/>
                  <a:pt x="23" y="7"/>
                  <a:pt x="23" y="8"/>
                </a:cubicBezTo>
                <a:cubicBezTo>
                  <a:pt x="23" y="10"/>
                  <a:pt x="23" y="11"/>
                  <a:pt x="22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1" y="13"/>
                  <a:pt x="19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7" y="14"/>
                  <a:pt x="16" y="14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15"/>
                  <a:pt x="14" y="16"/>
                  <a:pt x="14" y="17"/>
                </a:cubicBezTo>
                <a:cubicBezTo>
                  <a:pt x="18" y="17"/>
                  <a:pt x="21" y="19"/>
                  <a:pt x="23" y="21"/>
                </a:cubicBezTo>
                <a:cubicBezTo>
                  <a:pt x="25" y="23"/>
                  <a:pt x="27" y="27"/>
                  <a:pt x="27" y="30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40"/>
                  <a:pt x="25" y="43"/>
                  <a:pt x="23" y="45"/>
                </a:cubicBezTo>
                <a:cubicBezTo>
                  <a:pt x="20" y="48"/>
                  <a:pt x="17" y="49"/>
                  <a:pt x="13" y="49"/>
                </a:cubicBezTo>
                <a:cubicBezTo>
                  <a:pt x="13" y="49"/>
                  <a:pt x="13" y="49"/>
                  <a:pt x="13" y="49"/>
                </a:cubicBezTo>
                <a:cubicBezTo>
                  <a:pt x="10" y="49"/>
                  <a:pt x="6" y="48"/>
                  <a:pt x="4" y="45"/>
                </a:cubicBezTo>
                <a:cubicBezTo>
                  <a:pt x="1" y="43"/>
                  <a:pt x="0" y="40"/>
                  <a:pt x="0" y="36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7"/>
                  <a:pt x="1" y="23"/>
                  <a:pt x="4" y="21"/>
                </a:cubicBezTo>
                <a:cubicBezTo>
                  <a:pt x="6" y="19"/>
                  <a:pt x="9" y="17"/>
                  <a:pt x="12" y="17"/>
                </a:cubicBezTo>
                <a:cubicBezTo>
                  <a:pt x="12" y="15"/>
                  <a:pt x="13" y="14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5" y="12"/>
                  <a:pt x="16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9" y="11"/>
                  <a:pt x="20" y="11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1" y="10"/>
                  <a:pt x="21" y="9"/>
                  <a:pt x="21" y="8"/>
                </a:cubicBezTo>
                <a:cubicBezTo>
                  <a:pt x="21" y="7"/>
                  <a:pt x="21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5"/>
                  <a:pt x="19" y="5"/>
                  <a:pt x="18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7"/>
                  <a:pt x="10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6" y="7"/>
                  <a:pt x="6" y="7"/>
                  <a:pt x="6" y="7"/>
                </a:cubicBezTo>
                <a:cubicBezTo>
                  <a:pt x="4" y="7"/>
                  <a:pt x="4" y="7"/>
                  <a:pt x="4" y="7"/>
                </a:cubicBezTo>
                <a:cubicBezTo>
                  <a:pt x="3" y="7"/>
                  <a:pt x="2" y="7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4"/>
                  <a:pt x="2" y="4"/>
                  <a:pt x="2" y="4"/>
                </a:cubicBezTo>
                <a:cubicBezTo>
                  <a:pt x="2" y="1"/>
                  <a:pt x="2" y="1"/>
                  <a:pt x="2" y="1"/>
                </a:cubicBezTo>
                <a:cubicBezTo>
                  <a:pt x="2" y="0"/>
                  <a:pt x="3" y="0"/>
                  <a:pt x="4" y="0"/>
                </a:cubicBezTo>
                <a:close/>
                <a:moveTo>
                  <a:pt x="14" y="21"/>
                </a:moveTo>
                <a:cubicBezTo>
                  <a:pt x="14" y="21"/>
                  <a:pt x="14" y="21"/>
                  <a:pt x="14" y="21"/>
                </a:cubicBezTo>
                <a:cubicBezTo>
                  <a:pt x="14" y="23"/>
                  <a:pt x="14" y="23"/>
                  <a:pt x="14" y="23"/>
                </a:cubicBezTo>
                <a:cubicBezTo>
                  <a:pt x="15" y="24"/>
                  <a:pt x="15" y="24"/>
                  <a:pt x="16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7" y="25"/>
                  <a:pt x="17" y="26"/>
                  <a:pt x="17" y="27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30"/>
                  <a:pt x="17" y="31"/>
                  <a:pt x="16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5" y="33"/>
                  <a:pt x="14" y="33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2" y="33"/>
                  <a:pt x="11" y="33"/>
                  <a:pt x="11" y="32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2"/>
                  <a:pt x="11" y="32"/>
                  <a:pt x="11" y="32"/>
                </a:cubicBezTo>
                <a:cubicBezTo>
                  <a:pt x="10" y="31"/>
                  <a:pt x="9" y="30"/>
                  <a:pt x="9" y="29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6"/>
                  <a:pt x="10" y="25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2" y="24"/>
                  <a:pt x="12" y="23"/>
                </a:cubicBezTo>
                <a:cubicBezTo>
                  <a:pt x="12" y="21"/>
                  <a:pt x="12" y="21"/>
                  <a:pt x="12" y="21"/>
                </a:cubicBezTo>
                <a:cubicBezTo>
                  <a:pt x="10" y="21"/>
                  <a:pt x="8" y="22"/>
                  <a:pt x="6" y="23"/>
                </a:cubicBezTo>
                <a:cubicBezTo>
                  <a:pt x="5" y="25"/>
                  <a:pt x="4" y="28"/>
                  <a:pt x="4" y="30"/>
                </a:cubicBezTo>
                <a:cubicBezTo>
                  <a:pt x="4" y="36"/>
                  <a:pt x="4" y="36"/>
                  <a:pt x="4" y="36"/>
                </a:cubicBezTo>
                <a:cubicBezTo>
                  <a:pt x="4" y="38"/>
                  <a:pt x="5" y="41"/>
                  <a:pt x="6" y="43"/>
                </a:cubicBezTo>
                <a:cubicBezTo>
                  <a:pt x="8" y="44"/>
                  <a:pt x="11" y="45"/>
                  <a:pt x="13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6" y="45"/>
                  <a:pt x="18" y="44"/>
                  <a:pt x="20" y="43"/>
                </a:cubicBezTo>
                <a:cubicBezTo>
                  <a:pt x="22" y="41"/>
                  <a:pt x="23" y="38"/>
                  <a:pt x="23" y="36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8"/>
                  <a:pt x="22" y="25"/>
                  <a:pt x="20" y="23"/>
                </a:cubicBezTo>
                <a:cubicBezTo>
                  <a:pt x="19" y="22"/>
                  <a:pt x="17" y="21"/>
                  <a:pt x="14" y="21"/>
                </a:cubicBezTo>
                <a:close/>
                <a:moveTo>
                  <a:pt x="13" y="26"/>
                </a:move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2" y="26"/>
                  <a:pt x="12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2" y="27"/>
                  <a:pt x="12" y="27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1"/>
                  <a:pt x="13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4" y="31"/>
                  <a:pt x="14" y="31"/>
                  <a:pt x="14" y="30"/>
                </a:cubicBezTo>
                <a:cubicBezTo>
                  <a:pt x="14" y="30"/>
                  <a:pt x="14" y="30"/>
                  <a:pt x="14" y="30"/>
                </a:cubicBezTo>
                <a:cubicBezTo>
                  <a:pt x="14" y="30"/>
                  <a:pt x="15" y="30"/>
                  <a:pt x="15" y="29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4" y="26"/>
                  <a:pt x="14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4" y="26"/>
                  <a:pt x="14" y="26"/>
                  <a:pt x="13" y="26"/>
                </a:cubicBezTo>
                <a:close/>
                <a:moveTo>
                  <a:pt x="6" y="2"/>
                </a:moveTo>
                <a:cubicBezTo>
                  <a:pt x="6" y="2"/>
                  <a:pt x="6" y="2"/>
                  <a:pt x="6" y="2"/>
                </a:cubicBezTo>
                <a:cubicBezTo>
                  <a:pt x="5" y="2"/>
                  <a:pt x="5" y="2"/>
                  <a:pt x="5" y="2"/>
                </a:cubicBezTo>
                <a:cubicBezTo>
                  <a:pt x="5" y="4"/>
                  <a:pt x="5" y="4"/>
                  <a:pt x="5" y="4"/>
                </a:cubicBezTo>
                <a:cubicBezTo>
                  <a:pt x="5" y="5"/>
                  <a:pt x="5" y="5"/>
                  <a:pt x="5" y="5"/>
                </a:cubicBezTo>
                <a:cubicBezTo>
                  <a:pt x="6" y="5"/>
                  <a:pt x="6" y="5"/>
                  <a:pt x="6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2"/>
                  <a:pt x="8" y="2"/>
                  <a:pt x="8" y="2"/>
                </a:cubicBezTo>
                <a:cubicBezTo>
                  <a:pt x="6" y="2"/>
                  <a:pt x="6" y="2"/>
                  <a:pt x="6" y="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60" name="Freeform 194">
            <a:extLst>
              <a:ext uri="{FF2B5EF4-FFF2-40B4-BE49-F238E27FC236}">
                <a16:creationId xmlns:a16="http://schemas.microsoft.com/office/drawing/2014/main" id="{2F5519D6-6517-AE03-5DA5-C2EC0E5ECD29}"/>
              </a:ext>
            </a:extLst>
          </p:cNvPr>
          <p:cNvSpPr>
            <a:spLocks noEditPoints="1"/>
          </p:cNvSpPr>
          <p:nvPr/>
        </p:nvSpPr>
        <p:spPr bwMode="auto">
          <a:xfrm>
            <a:off x="2776468" y="4324798"/>
            <a:ext cx="226484" cy="228600"/>
          </a:xfrm>
          <a:custGeom>
            <a:avLst/>
            <a:gdLst>
              <a:gd name="T0" fmla="*/ 38460 w 53"/>
              <a:gd name="T1" fmla="*/ 38100 h 54"/>
              <a:gd name="T2" fmla="*/ 51279 w 53"/>
              <a:gd name="T3" fmla="*/ 22225 h 54"/>
              <a:gd name="T4" fmla="*/ 12820 w 53"/>
              <a:gd name="T5" fmla="*/ 44450 h 54"/>
              <a:gd name="T6" fmla="*/ 73714 w 53"/>
              <a:gd name="T7" fmla="*/ 44450 h 54"/>
              <a:gd name="T8" fmla="*/ 64099 w 53"/>
              <a:gd name="T9" fmla="*/ 44450 h 54"/>
              <a:gd name="T10" fmla="*/ 57689 w 53"/>
              <a:gd name="T11" fmla="*/ 41275 h 54"/>
              <a:gd name="T12" fmla="*/ 54484 w 53"/>
              <a:gd name="T13" fmla="*/ 25400 h 54"/>
              <a:gd name="T14" fmla="*/ 131403 w 53"/>
              <a:gd name="T15" fmla="*/ 85725 h 54"/>
              <a:gd name="T16" fmla="*/ 166658 w 53"/>
              <a:gd name="T17" fmla="*/ 120650 h 54"/>
              <a:gd name="T18" fmla="*/ 128198 w 53"/>
              <a:gd name="T19" fmla="*/ 168275 h 54"/>
              <a:gd name="T20" fmla="*/ 118584 w 53"/>
              <a:gd name="T21" fmla="*/ 168275 h 54"/>
              <a:gd name="T22" fmla="*/ 51279 w 53"/>
              <a:gd name="T23" fmla="*/ 168275 h 54"/>
              <a:gd name="T24" fmla="*/ 6410 w 53"/>
              <a:gd name="T25" fmla="*/ 168275 h 54"/>
              <a:gd name="T26" fmla="*/ 0 w 53"/>
              <a:gd name="T27" fmla="*/ 123825 h 54"/>
              <a:gd name="T28" fmla="*/ 35255 w 53"/>
              <a:gd name="T29" fmla="*/ 85725 h 54"/>
              <a:gd name="T30" fmla="*/ 0 w 53"/>
              <a:gd name="T31" fmla="*/ 41275 h 54"/>
              <a:gd name="T32" fmla="*/ 48074 w 53"/>
              <a:gd name="T33" fmla="*/ 3175 h 54"/>
              <a:gd name="T34" fmla="*/ 115379 w 53"/>
              <a:gd name="T35" fmla="*/ 6350 h 54"/>
              <a:gd name="T36" fmla="*/ 166658 w 53"/>
              <a:gd name="T37" fmla="*/ 34925 h 54"/>
              <a:gd name="T38" fmla="*/ 131403 w 53"/>
              <a:gd name="T39" fmla="*/ 85725 h 54"/>
              <a:gd name="T40" fmla="*/ 92944 w 53"/>
              <a:gd name="T41" fmla="*/ 123825 h 54"/>
              <a:gd name="T42" fmla="*/ 153838 w 53"/>
              <a:gd name="T43" fmla="*/ 123825 h 54"/>
              <a:gd name="T44" fmla="*/ 137813 w 53"/>
              <a:gd name="T45" fmla="*/ 130175 h 54"/>
              <a:gd name="T46" fmla="*/ 134608 w 53"/>
              <a:gd name="T47" fmla="*/ 123825 h 54"/>
              <a:gd name="T48" fmla="*/ 134608 w 53"/>
              <a:gd name="T49" fmla="*/ 104775 h 54"/>
              <a:gd name="T50" fmla="*/ 124994 w 53"/>
              <a:gd name="T51" fmla="*/ 111125 h 54"/>
              <a:gd name="T52" fmla="*/ 131403 w 53"/>
              <a:gd name="T53" fmla="*/ 101600 h 54"/>
              <a:gd name="T54" fmla="*/ 92944 w 53"/>
              <a:gd name="T55" fmla="*/ 123825 h 54"/>
              <a:gd name="T56" fmla="*/ 35255 w 53"/>
              <a:gd name="T57" fmla="*/ 146050 h 54"/>
              <a:gd name="T58" fmla="*/ 118584 w 53"/>
              <a:gd name="T59" fmla="*/ 41275 h 54"/>
              <a:gd name="T60" fmla="*/ 35255 w 53"/>
              <a:gd name="T61" fmla="*/ 146050 h 54"/>
              <a:gd name="T62" fmla="*/ 137813 w 53"/>
              <a:gd name="T63" fmla="*/ 50800 h 54"/>
              <a:gd name="T64" fmla="*/ 137813 w 53"/>
              <a:gd name="T65" fmla="*/ 50800 h 54"/>
              <a:gd name="T66" fmla="*/ 137813 w 53"/>
              <a:gd name="T67" fmla="*/ 50800 h 54"/>
              <a:gd name="T68" fmla="*/ 157043 w 53"/>
              <a:gd name="T69" fmla="*/ 44450 h 54"/>
              <a:gd name="T70" fmla="*/ 131403 w 53"/>
              <a:gd name="T71" fmla="*/ 15875 h 54"/>
              <a:gd name="T72" fmla="*/ 112174 w 53"/>
              <a:gd name="T73" fmla="*/ 25400 h 54"/>
              <a:gd name="T74" fmla="*/ 118584 w 53"/>
              <a:gd name="T75" fmla="*/ 31750 h 54"/>
              <a:gd name="T76" fmla="*/ 118584 w 53"/>
              <a:gd name="T77" fmla="*/ 31750 h 54"/>
              <a:gd name="T78" fmla="*/ 121789 w 53"/>
              <a:gd name="T79" fmla="*/ 31750 h 54"/>
              <a:gd name="T80" fmla="*/ 137813 w 53"/>
              <a:gd name="T81" fmla="*/ 50800 h 54"/>
              <a:gd name="T82" fmla="*/ 137813 w 53"/>
              <a:gd name="T83" fmla="*/ 50800 h 54"/>
              <a:gd name="T84" fmla="*/ 134608 w 53"/>
              <a:gd name="T85" fmla="*/ 57150 h 54"/>
              <a:gd name="T86" fmla="*/ 44869 w 53"/>
              <a:gd name="T87" fmla="*/ 155575 h 54"/>
              <a:gd name="T88" fmla="*/ 134608 w 53"/>
              <a:gd name="T89" fmla="*/ 57150 h 54"/>
              <a:gd name="T90" fmla="*/ 16025 w 53"/>
              <a:gd name="T91" fmla="*/ 130175 h 54"/>
              <a:gd name="T92" fmla="*/ 108969 w 53"/>
              <a:gd name="T93" fmla="*/ 31750 h 54"/>
              <a:gd name="T94" fmla="*/ 16025 w 53"/>
              <a:gd name="T95" fmla="*/ 130175 h 54"/>
              <a:gd name="T96" fmla="*/ 12820 w 53"/>
              <a:gd name="T97" fmla="*/ 133350 h 54"/>
              <a:gd name="T98" fmla="*/ 35255 w 53"/>
              <a:gd name="T99" fmla="*/ 155575 h 5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3" h="54">
                <a:moveTo>
                  <a:pt x="14" y="12"/>
                </a:moveTo>
                <a:cubicBezTo>
                  <a:pt x="14" y="12"/>
                  <a:pt x="13" y="12"/>
                  <a:pt x="12" y="12"/>
                </a:cubicBezTo>
                <a:cubicBezTo>
                  <a:pt x="12" y="11"/>
                  <a:pt x="12" y="11"/>
                  <a:pt x="12" y="10"/>
                </a:cubicBezTo>
                <a:cubicBezTo>
                  <a:pt x="16" y="7"/>
                  <a:pt x="16" y="7"/>
                  <a:pt x="16" y="7"/>
                </a:cubicBezTo>
                <a:cubicBezTo>
                  <a:pt x="14" y="5"/>
                  <a:pt x="14" y="5"/>
                  <a:pt x="14" y="5"/>
                </a:cubicBezTo>
                <a:cubicBezTo>
                  <a:pt x="4" y="14"/>
                  <a:pt x="4" y="14"/>
                  <a:pt x="4" y="14"/>
                </a:cubicBezTo>
                <a:cubicBezTo>
                  <a:pt x="14" y="24"/>
                  <a:pt x="14" y="24"/>
                  <a:pt x="14" y="24"/>
                </a:cubicBezTo>
                <a:cubicBezTo>
                  <a:pt x="23" y="14"/>
                  <a:pt x="23" y="14"/>
                  <a:pt x="23" y="14"/>
                </a:cubicBezTo>
                <a:cubicBezTo>
                  <a:pt x="22" y="13"/>
                  <a:pt x="22" y="13"/>
                  <a:pt x="22" y="13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5"/>
                  <a:pt x="19" y="15"/>
                  <a:pt x="18" y="14"/>
                </a:cubicBezTo>
                <a:cubicBezTo>
                  <a:pt x="18" y="14"/>
                  <a:pt x="18" y="13"/>
                  <a:pt x="18" y="13"/>
                </a:cubicBezTo>
                <a:cubicBezTo>
                  <a:pt x="20" y="11"/>
                  <a:pt x="20" y="11"/>
                  <a:pt x="20" y="11"/>
                </a:cubicBezTo>
                <a:cubicBezTo>
                  <a:pt x="17" y="8"/>
                  <a:pt x="17" y="8"/>
                  <a:pt x="17" y="8"/>
                </a:cubicBezTo>
                <a:cubicBezTo>
                  <a:pt x="14" y="12"/>
                  <a:pt x="14" y="12"/>
                  <a:pt x="14" y="12"/>
                </a:cubicBezTo>
                <a:close/>
                <a:moveTo>
                  <a:pt x="41" y="27"/>
                </a:moveTo>
                <a:cubicBezTo>
                  <a:pt x="41" y="27"/>
                  <a:pt x="41" y="27"/>
                  <a:pt x="41" y="27"/>
                </a:cubicBezTo>
                <a:cubicBezTo>
                  <a:pt x="52" y="38"/>
                  <a:pt x="52" y="38"/>
                  <a:pt x="52" y="38"/>
                </a:cubicBezTo>
                <a:cubicBezTo>
                  <a:pt x="53" y="39"/>
                  <a:pt x="53" y="40"/>
                  <a:pt x="52" y="41"/>
                </a:cubicBezTo>
                <a:cubicBezTo>
                  <a:pt x="40" y="53"/>
                  <a:pt x="40" y="53"/>
                  <a:pt x="40" y="53"/>
                </a:cubicBezTo>
                <a:cubicBezTo>
                  <a:pt x="39" y="54"/>
                  <a:pt x="38" y="54"/>
                  <a:pt x="37" y="53"/>
                </a:cubicBezTo>
                <a:cubicBezTo>
                  <a:pt x="37" y="53"/>
                  <a:pt x="37" y="53"/>
                  <a:pt x="37" y="53"/>
                </a:cubicBezTo>
                <a:cubicBezTo>
                  <a:pt x="26" y="42"/>
                  <a:pt x="26" y="42"/>
                  <a:pt x="26" y="42"/>
                </a:cubicBezTo>
                <a:cubicBezTo>
                  <a:pt x="16" y="53"/>
                  <a:pt x="16" y="53"/>
                  <a:pt x="16" y="53"/>
                </a:cubicBezTo>
                <a:cubicBezTo>
                  <a:pt x="15" y="53"/>
                  <a:pt x="15" y="53"/>
                  <a:pt x="14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1"/>
                </a:cubicBezTo>
                <a:cubicBezTo>
                  <a:pt x="0" y="47"/>
                  <a:pt x="0" y="43"/>
                  <a:pt x="0" y="39"/>
                </a:cubicBezTo>
                <a:cubicBezTo>
                  <a:pt x="0" y="38"/>
                  <a:pt x="0" y="38"/>
                  <a:pt x="0" y="37"/>
                </a:cubicBezTo>
                <a:cubicBezTo>
                  <a:pt x="11" y="27"/>
                  <a:pt x="11" y="27"/>
                  <a:pt x="11" y="27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5"/>
                  <a:pt x="0" y="14"/>
                  <a:pt x="0" y="13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0"/>
                  <a:pt x="15" y="0"/>
                  <a:pt x="15" y="1"/>
                </a:cubicBezTo>
                <a:cubicBezTo>
                  <a:pt x="26" y="12"/>
                  <a:pt x="26" y="12"/>
                  <a:pt x="26" y="12"/>
                </a:cubicBezTo>
                <a:cubicBezTo>
                  <a:pt x="36" y="2"/>
                  <a:pt x="36" y="2"/>
                  <a:pt x="36" y="2"/>
                </a:cubicBezTo>
                <a:cubicBezTo>
                  <a:pt x="38" y="0"/>
                  <a:pt x="42" y="0"/>
                  <a:pt x="44" y="2"/>
                </a:cubicBezTo>
                <a:cubicBezTo>
                  <a:pt x="46" y="4"/>
                  <a:pt x="51" y="8"/>
                  <a:pt x="52" y="11"/>
                </a:cubicBezTo>
                <a:cubicBezTo>
                  <a:pt x="53" y="13"/>
                  <a:pt x="53" y="16"/>
                  <a:pt x="51" y="17"/>
                </a:cubicBezTo>
                <a:cubicBezTo>
                  <a:pt x="41" y="27"/>
                  <a:pt x="41" y="27"/>
                  <a:pt x="41" y="27"/>
                </a:cubicBezTo>
                <a:close/>
                <a:moveTo>
                  <a:pt x="29" y="39"/>
                </a:moveTo>
                <a:cubicBezTo>
                  <a:pt x="29" y="39"/>
                  <a:pt x="29" y="39"/>
                  <a:pt x="29" y="39"/>
                </a:cubicBezTo>
                <a:cubicBezTo>
                  <a:pt x="39" y="49"/>
                  <a:pt x="39" y="49"/>
                  <a:pt x="39" y="49"/>
                </a:cubicBezTo>
                <a:cubicBezTo>
                  <a:pt x="48" y="39"/>
                  <a:pt x="48" y="39"/>
                  <a:pt x="48" y="39"/>
                </a:cubicBezTo>
                <a:cubicBezTo>
                  <a:pt x="47" y="38"/>
                  <a:pt x="47" y="38"/>
                  <a:pt x="47" y="38"/>
                </a:cubicBezTo>
                <a:cubicBezTo>
                  <a:pt x="43" y="41"/>
                  <a:pt x="43" y="41"/>
                  <a:pt x="43" y="41"/>
                </a:cubicBezTo>
                <a:cubicBezTo>
                  <a:pt x="43" y="41"/>
                  <a:pt x="42" y="41"/>
                  <a:pt x="42" y="41"/>
                </a:cubicBezTo>
                <a:cubicBezTo>
                  <a:pt x="41" y="40"/>
                  <a:pt x="41" y="40"/>
                  <a:pt x="42" y="39"/>
                </a:cubicBezTo>
                <a:cubicBezTo>
                  <a:pt x="45" y="36"/>
                  <a:pt x="45" y="36"/>
                  <a:pt x="45" y="36"/>
                </a:cubicBezTo>
                <a:cubicBezTo>
                  <a:pt x="42" y="33"/>
                  <a:pt x="42" y="33"/>
                  <a:pt x="42" y="33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5"/>
                  <a:pt x="39" y="35"/>
                  <a:pt x="39" y="35"/>
                </a:cubicBezTo>
                <a:cubicBezTo>
                  <a:pt x="38" y="34"/>
                  <a:pt x="38" y="34"/>
                  <a:pt x="39" y="33"/>
                </a:cubicBezTo>
                <a:cubicBezTo>
                  <a:pt x="41" y="32"/>
                  <a:pt x="41" y="32"/>
                  <a:pt x="41" y="32"/>
                </a:cubicBezTo>
                <a:cubicBezTo>
                  <a:pt x="39" y="30"/>
                  <a:pt x="39" y="30"/>
                  <a:pt x="39" y="30"/>
                </a:cubicBezTo>
                <a:cubicBezTo>
                  <a:pt x="29" y="39"/>
                  <a:pt x="29" y="39"/>
                  <a:pt x="29" y="39"/>
                </a:cubicBezTo>
                <a:close/>
                <a:moveTo>
                  <a:pt x="11" y="46"/>
                </a:moveTo>
                <a:cubicBezTo>
                  <a:pt x="11" y="46"/>
                  <a:pt x="11" y="46"/>
                  <a:pt x="11" y="46"/>
                </a:cubicBezTo>
                <a:cubicBezTo>
                  <a:pt x="21" y="36"/>
                  <a:pt x="31" y="26"/>
                  <a:pt x="40" y="16"/>
                </a:cubicBezTo>
                <a:cubicBezTo>
                  <a:pt x="39" y="15"/>
                  <a:pt x="38" y="14"/>
                  <a:pt x="37" y="13"/>
                </a:cubicBezTo>
                <a:cubicBezTo>
                  <a:pt x="7" y="42"/>
                  <a:pt x="7" y="42"/>
                  <a:pt x="7" y="42"/>
                </a:cubicBezTo>
                <a:cubicBezTo>
                  <a:pt x="11" y="46"/>
                  <a:pt x="11" y="46"/>
                  <a:pt x="11" y="46"/>
                </a:cubicBezTo>
                <a:close/>
                <a:moveTo>
                  <a:pt x="43" y="16"/>
                </a:move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5" y="18"/>
                  <a:pt x="45" y="18"/>
                  <a:pt x="45" y="18"/>
                </a:cubicBezTo>
                <a:cubicBezTo>
                  <a:pt x="49" y="14"/>
                  <a:pt x="49" y="14"/>
                  <a:pt x="49" y="14"/>
                </a:cubicBezTo>
                <a:cubicBezTo>
                  <a:pt x="49" y="14"/>
                  <a:pt x="49" y="13"/>
                  <a:pt x="49" y="12"/>
                </a:cubicBezTo>
                <a:cubicBezTo>
                  <a:pt x="46" y="10"/>
                  <a:pt x="44" y="7"/>
                  <a:pt x="41" y="5"/>
                </a:cubicBezTo>
                <a:cubicBezTo>
                  <a:pt x="40" y="4"/>
                  <a:pt x="39" y="4"/>
                  <a:pt x="39" y="5"/>
                </a:cubicBezTo>
                <a:cubicBezTo>
                  <a:pt x="35" y="8"/>
                  <a:pt x="35" y="8"/>
                  <a:pt x="35" y="8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cubicBezTo>
                  <a:pt x="38" y="10"/>
                  <a:pt x="38" y="10"/>
                  <a:pt x="38" y="10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lose/>
                <a:moveTo>
                  <a:pt x="42" y="18"/>
                </a:moveTo>
                <a:cubicBezTo>
                  <a:pt x="42" y="18"/>
                  <a:pt x="42" y="18"/>
                  <a:pt x="42" y="18"/>
                </a:cubicBezTo>
                <a:cubicBezTo>
                  <a:pt x="32" y="28"/>
                  <a:pt x="22" y="38"/>
                  <a:pt x="12" y="48"/>
                </a:cubicBezTo>
                <a:cubicBezTo>
                  <a:pt x="14" y="49"/>
                  <a:pt x="14" y="49"/>
                  <a:pt x="14" y="49"/>
                </a:cubicBezTo>
                <a:cubicBezTo>
                  <a:pt x="43" y="20"/>
                  <a:pt x="43" y="20"/>
                  <a:pt x="43" y="20"/>
                </a:cubicBezTo>
                <a:cubicBezTo>
                  <a:pt x="42" y="18"/>
                  <a:pt x="42" y="18"/>
                  <a:pt x="42" y="18"/>
                </a:cubicBezTo>
                <a:close/>
                <a:moveTo>
                  <a:pt x="5" y="41"/>
                </a:moveTo>
                <a:cubicBezTo>
                  <a:pt x="5" y="41"/>
                  <a:pt x="5" y="41"/>
                  <a:pt x="5" y="41"/>
                </a:cubicBezTo>
                <a:cubicBezTo>
                  <a:pt x="35" y="11"/>
                  <a:pt x="35" y="11"/>
                  <a:pt x="35" y="11"/>
                </a:cubicBezTo>
                <a:cubicBezTo>
                  <a:pt x="34" y="10"/>
                  <a:pt x="34" y="10"/>
                  <a:pt x="34" y="10"/>
                </a:cubicBezTo>
                <a:cubicBezTo>
                  <a:pt x="4" y="39"/>
                  <a:pt x="4" y="39"/>
                  <a:pt x="4" y="39"/>
                </a:cubicBezTo>
                <a:cubicBezTo>
                  <a:pt x="5" y="41"/>
                  <a:pt x="5" y="41"/>
                  <a:pt x="5" y="41"/>
                </a:cubicBezTo>
                <a:close/>
                <a:moveTo>
                  <a:pt x="4" y="42"/>
                </a:moveTo>
                <a:cubicBezTo>
                  <a:pt x="4" y="42"/>
                  <a:pt x="4" y="42"/>
                  <a:pt x="4" y="42"/>
                </a:cubicBezTo>
                <a:cubicBezTo>
                  <a:pt x="4" y="45"/>
                  <a:pt x="4" y="47"/>
                  <a:pt x="4" y="49"/>
                </a:cubicBezTo>
                <a:cubicBezTo>
                  <a:pt x="11" y="49"/>
                  <a:pt x="11" y="49"/>
                  <a:pt x="11" y="49"/>
                </a:cubicBezTo>
                <a:cubicBezTo>
                  <a:pt x="4" y="42"/>
                  <a:pt x="4" y="42"/>
                  <a:pt x="4" y="4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61" name="Freeform 195">
            <a:extLst>
              <a:ext uri="{FF2B5EF4-FFF2-40B4-BE49-F238E27FC236}">
                <a16:creationId xmlns:a16="http://schemas.microsoft.com/office/drawing/2014/main" id="{810BD973-12B6-BB35-52A2-CE03767C7815}"/>
              </a:ext>
            </a:extLst>
          </p:cNvPr>
          <p:cNvSpPr>
            <a:spLocks noEditPoints="1"/>
          </p:cNvSpPr>
          <p:nvPr/>
        </p:nvSpPr>
        <p:spPr bwMode="auto">
          <a:xfrm>
            <a:off x="5056119" y="4807398"/>
            <a:ext cx="190500" cy="203200"/>
          </a:xfrm>
          <a:custGeom>
            <a:avLst/>
            <a:gdLst>
              <a:gd name="T0" fmla="*/ 63500 w 45"/>
              <a:gd name="T1" fmla="*/ 149225 h 48"/>
              <a:gd name="T2" fmla="*/ 57150 w 45"/>
              <a:gd name="T3" fmla="*/ 149225 h 48"/>
              <a:gd name="T4" fmla="*/ 6350 w 45"/>
              <a:gd name="T5" fmla="*/ 127000 h 48"/>
              <a:gd name="T6" fmla="*/ 0 w 45"/>
              <a:gd name="T7" fmla="*/ 120650 h 48"/>
              <a:gd name="T8" fmla="*/ 15875 w 45"/>
              <a:gd name="T9" fmla="*/ 34925 h 48"/>
              <a:gd name="T10" fmla="*/ 28575 w 45"/>
              <a:gd name="T11" fmla="*/ 6350 h 48"/>
              <a:gd name="T12" fmla="*/ 38100 w 45"/>
              <a:gd name="T13" fmla="*/ 0 h 48"/>
              <a:gd name="T14" fmla="*/ 60325 w 45"/>
              <a:gd name="T15" fmla="*/ 25400 h 48"/>
              <a:gd name="T16" fmla="*/ 47625 w 45"/>
              <a:gd name="T17" fmla="*/ 25400 h 48"/>
              <a:gd name="T18" fmla="*/ 47625 w 45"/>
              <a:gd name="T19" fmla="*/ 34925 h 48"/>
              <a:gd name="T20" fmla="*/ 142875 w 45"/>
              <a:gd name="T21" fmla="*/ 50800 h 48"/>
              <a:gd name="T22" fmla="*/ 136525 w 45"/>
              <a:gd name="T23" fmla="*/ 127000 h 48"/>
              <a:gd name="T24" fmla="*/ 88900 w 45"/>
              <a:gd name="T25" fmla="*/ 127000 h 48"/>
              <a:gd name="T26" fmla="*/ 85725 w 45"/>
              <a:gd name="T27" fmla="*/ 152400 h 48"/>
              <a:gd name="T28" fmla="*/ 79375 w 45"/>
              <a:gd name="T29" fmla="*/ 127000 h 48"/>
              <a:gd name="T30" fmla="*/ 28575 w 45"/>
              <a:gd name="T31" fmla="*/ 47625 h 48"/>
              <a:gd name="T32" fmla="*/ 15875 w 45"/>
              <a:gd name="T33" fmla="*/ 47625 h 48"/>
              <a:gd name="T34" fmla="*/ 12700 w 45"/>
              <a:gd name="T35" fmla="*/ 50800 h 48"/>
              <a:gd name="T36" fmla="*/ 130175 w 45"/>
              <a:gd name="T37" fmla="*/ 114300 h 48"/>
              <a:gd name="T38" fmla="*/ 130175 w 45"/>
              <a:gd name="T39" fmla="*/ 47625 h 48"/>
              <a:gd name="T40" fmla="*/ 47625 w 45"/>
              <a:gd name="T41" fmla="*/ 69850 h 48"/>
              <a:gd name="T42" fmla="*/ 47625 w 45"/>
              <a:gd name="T43" fmla="*/ 88900 h 48"/>
              <a:gd name="T44" fmla="*/ 25400 w 45"/>
              <a:gd name="T45" fmla="*/ 79375 h 48"/>
              <a:gd name="T46" fmla="*/ 28575 w 45"/>
              <a:gd name="T47" fmla="*/ 69850 h 48"/>
              <a:gd name="T48" fmla="*/ 60325 w 45"/>
              <a:gd name="T49" fmla="*/ 6350 h 48"/>
              <a:gd name="T50" fmla="*/ 38100 w 45"/>
              <a:gd name="T51" fmla="*/ 6350 h 48"/>
              <a:gd name="T52" fmla="*/ 38100 w 45"/>
              <a:gd name="T53" fmla="*/ 6350 h 48"/>
              <a:gd name="T54" fmla="*/ 38100 w 45"/>
              <a:gd name="T55" fmla="*/ 6350 h 48"/>
              <a:gd name="T56" fmla="*/ 34925 w 45"/>
              <a:gd name="T57" fmla="*/ 76200 h 48"/>
              <a:gd name="T58" fmla="*/ 34925 w 45"/>
              <a:gd name="T59" fmla="*/ 85725 h 48"/>
              <a:gd name="T60" fmla="*/ 44450 w 45"/>
              <a:gd name="T61" fmla="*/ 79375 h 48"/>
              <a:gd name="T62" fmla="*/ 41275 w 45"/>
              <a:gd name="T63" fmla="*/ 73025 h 48"/>
              <a:gd name="T64" fmla="*/ 41275 w 45"/>
              <a:gd name="T65" fmla="*/ 28575 h 48"/>
              <a:gd name="T66" fmla="*/ 47625 w 45"/>
              <a:gd name="T67" fmla="*/ 19050 h 48"/>
              <a:gd name="T68" fmla="*/ 60325 w 45"/>
              <a:gd name="T69" fmla="*/ 6350 h 48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5" h="48">
                <a:moveTo>
                  <a:pt x="20" y="40"/>
                </a:moveTo>
                <a:cubicBezTo>
                  <a:pt x="20" y="47"/>
                  <a:pt x="20" y="47"/>
                  <a:pt x="20" y="47"/>
                </a:cubicBezTo>
                <a:cubicBezTo>
                  <a:pt x="20" y="48"/>
                  <a:pt x="20" y="48"/>
                  <a:pt x="19" y="48"/>
                </a:cubicBezTo>
                <a:cubicBezTo>
                  <a:pt x="18" y="48"/>
                  <a:pt x="18" y="48"/>
                  <a:pt x="18" y="47"/>
                </a:cubicBezTo>
                <a:cubicBezTo>
                  <a:pt x="18" y="40"/>
                  <a:pt x="18" y="40"/>
                  <a:pt x="18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0"/>
                  <a:pt x="0" y="39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3"/>
                  <a:pt x="2" y="11"/>
                  <a:pt x="5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9" y="1"/>
                  <a:pt x="10" y="0"/>
                </a:cubicBezTo>
                <a:cubicBezTo>
                  <a:pt x="10" y="0"/>
                  <a:pt x="11" y="0"/>
                  <a:pt x="12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4" y="0"/>
                  <a:pt x="24" y="8"/>
                  <a:pt x="19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9"/>
                  <a:pt x="15" y="9"/>
                </a:cubicBezTo>
                <a:cubicBezTo>
                  <a:pt x="15" y="11"/>
                  <a:pt x="15" y="11"/>
                  <a:pt x="15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3" y="11"/>
                  <a:pt x="45" y="13"/>
                  <a:pt x="45" y="16"/>
                </a:cubicBezTo>
                <a:cubicBezTo>
                  <a:pt x="45" y="38"/>
                  <a:pt x="45" y="38"/>
                  <a:pt x="45" y="38"/>
                </a:cubicBezTo>
                <a:cubicBezTo>
                  <a:pt x="45" y="39"/>
                  <a:pt x="44" y="40"/>
                  <a:pt x="43" y="40"/>
                </a:cubicBezTo>
                <a:cubicBezTo>
                  <a:pt x="43" y="40"/>
                  <a:pt x="43" y="40"/>
                  <a:pt x="43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7"/>
                  <a:pt x="28" y="47"/>
                  <a:pt x="28" y="47"/>
                </a:cubicBezTo>
                <a:cubicBezTo>
                  <a:pt x="28" y="48"/>
                  <a:pt x="27" y="48"/>
                  <a:pt x="27" y="48"/>
                </a:cubicBezTo>
                <a:cubicBezTo>
                  <a:pt x="26" y="48"/>
                  <a:pt x="25" y="48"/>
                  <a:pt x="25" y="47"/>
                </a:cubicBezTo>
                <a:cubicBezTo>
                  <a:pt x="25" y="40"/>
                  <a:pt x="25" y="40"/>
                  <a:pt x="25" y="40"/>
                </a:cubicBezTo>
                <a:cubicBezTo>
                  <a:pt x="20" y="40"/>
                  <a:pt x="20" y="40"/>
                  <a:pt x="20" y="40"/>
                </a:cubicBezTo>
                <a:close/>
                <a:moveTo>
                  <a:pt x="9" y="15"/>
                </a:moveTo>
                <a:cubicBezTo>
                  <a:pt x="9" y="15"/>
                  <a:pt x="9" y="15"/>
                  <a:pt x="9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15"/>
                  <a:pt x="4" y="15"/>
                  <a:pt x="4" y="16"/>
                </a:cubicBezTo>
                <a:cubicBezTo>
                  <a:pt x="4" y="36"/>
                  <a:pt x="4" y="36"/>
                  <a:pt x="4" y="36"/>
                </a:cubicBezTo>
                <a:cubicBezTo>
                  <a:pt x="41" y="36"/>
                  <a:pt x="41" y="36"/>
                  <a:pt x="41" y="36"/>
                </a:cubicBezTo>
                <a:cubicBezTo>
                  <a:pt x="41" y="16"/>
                  <a:pt x="41" y="16"/>
                  <a:pt x="41" y="16"/>
                </a:cubicBezTo>
                <a:cubicBezTo>
                  <a:pt x="41" y="15"/>
                  <a:pt x="41" y="15"/>
                  <a:pt x="41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22"/>
                  <a:pt x="15" y="22"/>
                  <a:pt x="15" y="22"/>
                </a:cubicBezTo>
                <a:cubicBezTo>
                  <a:pt x="16" y="23"/>
                  <a:pt x="16" y="24"/>
                  <a:pt x="16" y="25"/>
                </a:cubicBezTo>
                <a:cubicBezTo>
                  <a:pt x="16" y="27"/>
                  <a:pt x="16" y="28"/>
                  <a:pt x="15" y="28"/>
                </a:cubicBezTo>
                <a:cubicBezTo>
                  <a:pt x="14" y="30"/>
                  <a:pt x="11" y="30"/>
                  <a:pt x="9" y="28"/>
                </a:cubicBezTo>
                <a:cubicBezTo>
                  <a:pt x="8" y="28"/>
                  <a:pt x="8" y="27"/>
                  <a:pt x="8" y="25"/>
                </a:cubicBezTo>
                <a:cubicBezTo>
                  <a:pt x="8" y="25"/>
                  <a:pt x="8" y="24"/>
                  <a:pt x="8" y="24"/>
                </a:cubicBezTo>
                <a:cubicBezTo>
                  <a:pt x="9" y="23"/>
                  <a:pt x="9" y="23"/>
                  <a:pt x="9" y="22"/>
                </a:cubicBezTo>
                <a:cubicBezTo>
                  <a:pt x="9" y="15"/>
                  <a:pt x="9" y="15"/>
                  <a:pt x="9" y="15"/>
                </a:cubicBezTo>
                <a:close/>
                <a:moveTo>
                  <a:pt x="19" y="2"/>
                </a:moveTo>
                <a:cubicBezTo>
                  <a:pt x="19" y="2"/>
                  <a:pt x="19" y="2"/>
                  <a:pt x="19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3"/>
                  <a:pt x="11" y="24"/>
                  <a:pt x="11" y="24"/>
                </a:cubicBezTo>
                <a:cubicBezTo>
                  <a:pt x="11" y="24"/>
                  <a:pt x="10" y="25"/>
                  <a:pt x="10" y="25"/>
                </a:cubicBezTo>
                <a:cubicBezTo>
                  <a:pt x="10" y="26"/>
                  <a:pt x="10" y="26"/>
                  <a:pt x="11" y="27"/>
                </a:cubicBezTo>
                <a:cubicBezTo>
                  <a:pt x="12" y="28"/>
                  <a:pt x="13" y="28"/>
                  <a:pt x="14" y="27"/>
                </a:cubicBezTo>
                <a:cubicBezTo>
                  <a:pt x="14" y="26"/>
                  <a:pt x="14" y="26"/>
                  <a:pt x="14" y="25"/>
                </a:cubicBezTo>
                <a:cubicBezTo>
                  <a:pt x="14" y="25"/>
                  <a:pt x="14" y="24"/>
                  <a:pt x="13" y="24"/>
                </a:cubicBezTo>
                <a:cubicBezTo>
                  <a:pt x="13" y="24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8"/>
                  <a:pt x="13" y="7"/>
                  <a:pt x="14" y="7"/>
                </a:cubicBezTo>
                <a:cubicBezTo>
                  <a:pt x="14" y="6"/>
                  <a:pt x="15" y="6"/>
                  <a:pt x="15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21" y="6"/>
                  <a:pt x="21" y="2"/>
                  <a:pt x="19" y="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62" name="Freeform 196">
            <a:extLst>
              <a:ext uri="{FF2B5EF4-FFF2-40B4-BE49-F238E27FC236}">
                <a16:creationId xmlns:a16="http://schemas.microsoft.com/office/drawing/2014/main" id="{B96F9602-686F-274C-C388-4959C6CD41AF}"/>
              </a:ext>
            </a:extLst>
          </p:cNvPr>
          <p:cNvSpPr>
            <a:spLocks noEditPoints="1"/>
          </p:cNvSpPr>
          <p:nvPr/>
        </p:nvSpPr>
        <p:spPr bwMode="auto">
          <a:xfrm>
            <a:off x="4300468" y="3895115"/>
            <a:ext cx="169333" cy="215900"/>
          </a:xfrm>
          <a:custGeom>
            <a:avLst/>
            <a:gdLst>
              <a:gd name="T0" fmla="*/ 9525 w 40"/>
              <a:gd name="T1" fmla="*/ 111125 h 51"/>
              <a:gd name="T2" fmla="*/ 6350 w 40"/>
              <a:gd name="T3" fmla="*/ 107950 h 51"/>
              <a:gd name="T4" fmla="*/ 6350 w 40"/>
              <a:gd name="T5" fmla="*/ 98425 h 51"/>
              <a:gd name="T6" fmla="*/ 6350 w 40"/>
              <a:gd name="T7" fmla="*/ 85725 h 51"/>
              <a:gd name="T8" fmla="*/ 3175 w 40"/>
              <a:gd name="T9" fmla="*/ 85725 h 51"/>
              <a:gd name="T10" fmla="*/ 0 w 40"/>
              <a:gd name="T11" fmla="*/ 79375 h 51"/>
              <a:gd name="T12" fmla="*/ 3175 w 40"/>
              <a:gd name="T13" fmla="*/ 66675 h 51"/>
              <a:gd name="T14" fmla="*/ 9525 w 40"/>
              <a:gd name="T15" fmla="*/ 60325 h 51"/>
              <a:gd name="T16" fmla="*/ 9525 w 40"/>
              <a:gd name="T17" fmla="*/ 60325 h 51"/>
              <a:gd name="T18" fmla="*/ 9525 w 40"/>
              <a:gd name="T19" fmla="*/ 53975 h 51"/>
              <a:gd name="T20" fmla="*/ 9525 w 40"/>
              <a:gd name="T21" fmla="*/ 50800 h 51"/>
              <a:gd name="T22" fmla="*/ 12700 w 40"/>
              <a:gd name="T23" fmla="*/ 31750 h 51"/>
              <a:gd name="T24" fmla="*/ 69850 w 40"/>
              <a:gd name="T25" fmla="*/ 3175 h 51"/>
              <a:gd name="T26" fmla="*/ 123825 w 40"/>
              <a:gd name="T27" fmla="*/ 44450 h 51"/>
              <a:gd name="T28" fmla="*/ 101600 w 40"/>
              <a:gd name="T29" fmla="*/ 111125 h 51"/>
              <a:gd name="T30" fmla="*/ 98425 w 40"/>
              <a:gd name="T31" fmla="*/ 117475 h 51"/>
              <a:gd name="T32" fmla="*/ 107950 w 40"/>
              <a:gd name="T33" fmla="*/ 152400 h 51"/>
              <a:gd name="T34" fmla="*/ 95250 w 40"/>
              <a:gd name="T35" fmla="*/ 155575 h 51"/>
              <a:gd name="T36" fmla="*/ 85725 w 40"/>
              <a:gd name="T37" fmla="*/ 117475 h 51"/>
              <a:gd name="T38" fmla="*/ 92075 w 40"/>
              <a:gd name="T39" fmla="*/ 101600 h 51"/>
              <a:gd name="T40" fmla="*/ 111125 w 40"/>
              <a:gd name="T41" fmla="*/ 47625 h 51"/>
              <a:gd name="T42" fmla="*/ 66675 w 40"/>
              <a:gd name="T43" fmla="*/ 12700 h 51"/>
              <a:gd name="T44" fmla="*/ 25400 w 40"/>
              <a:gd name="T45" fmla="*/ 34925 h 51"/>
              <a:gd name="T46" fmla="*/ 22225 w 40"/>
              <a:gd name="T47" fmla="*/ 47625 h 51"/>
              <a:gd name="T48" fmla="*/ 22225 w 40"/>
              <a:gd name="T49" fmla="*/ 50800 h 51"/>
              <a:gd name="T50" fmla="*/ 22225 w 40"/>
              <a:gd name="T51" fmla="*/ 60325 h 51"/>
              <a:gd name="T52" fmla="*/ 19050 w 40"/>
              <a:gd name="T53" fmla="*/ 66675 h 51"/>
              <a:gd name="T54" fmla="*/ 15875 w 40"/>
              <a:gd name="T55" fmla="*/ 73025 h 51"/>
              <a:gd name="T56" fmla="*/ 12700 w 40"/>
              <a:gd name="T57" fmla="*/ 76200 h 51"/>
              <a:gd name="T58" fmla="*/ 15875 w 40"/>
              <a:gd name="T59" fmla="*/ 76200 h 51"/>
              <a:gd name="T60" fmla="*/ 15875 w 40"/>
              <a:gd name="T61" fmla="*/ 92075 h 51"/>
              <a:gd name="T62" fmla="*/ 19050 w 40"/>
              <a:gd name="T63" fmla="*/ 92075 h 51"/>
              <a:gd name="T64" fmla="*/ 19050 w 40"/>
              <a:gd name="T65" fmla="*/ 98425 h 51"/>
              <a:gd name="T66" fmla="*/ 19050 w 40"/>
              <a:gd name="T67" fmla="*/ 101600 h 51"/>
              <a:gd name="T68" fmla="*/ 19050 w 40"/>
              <a:gd name="T69" fmla="*/ 104775 h 51"/>
              <a:gd name="T70" fmla="*/ 22225 w 40"/>
              <a:gd name="T71" fmla="*/ 117475 h 51"/>
              <a:gd name="T72" fmla="*/ 31750 w 40"/>
              <a:gd name="T73" fmla="*/ 120650 h 51"/>
              <a:gd name="T74" fmla="*/ 53975 w 40"/>
              <a:gd name="T75" fmla="*/ 155575 h 51"/>
              <a:gd name="T76" fmla="*/ 41275 w 40"/>
              <a:gd name="T77" fmla="*/ 155575 h 51"/>
              <a:gd name="T78" fmla="*/ 31750 w 40"/>
              <a:gd name="T79" fmla="*/ 130175 h 51"/>
              <a:gd name="T80" fmla="*/ 9525 w 40"/>
              <a:gd name="T81" fmla="*/ 120650 h 51"/>
              <a:gd name="T82" fmla="*/ 9525 w 40"/>
              <a:gd name="T83" fmla="*/ 114300 h 51"/>
              <a:gd name="T84" fmla="*/ 76200 w 40"/>
              <a:gd name="T85" fmla="*/ 34925 h 51"/>
              <a:gd name="T86" fmla="*/ 69850 w 40"/>
              <a:gd name="T87" fmla="*/ 69850 h 51"/>
              <a:gd name="T88" fmla="*/ 53975 w 40"/>
              <a:gd name="T89" fmla="*/ 69850 h 51"/>
              <a:gd name="T90" fmla="*/ 47625 w 40"/>
              <a:gd name="T91" fmla="*/ 34925 h 51"/>
              <a:gd name="T92" fmla="*/ 63500 w 40"/>
              <a:gd name="T93" fmla="*/ 69850 h 51"/>
              <a:gd name="T94" fmla="*/ 66675 w 40"/>
              <a:gd name="T95" fmla="*/ 34925 h 51"/>
              <a:gd name="T96" fmla="*/ 60325 w 40"/>
              <a:gd name="T97" fmla="*/ 69850 h 51"/>
              <a:gd name="T98" fmla="*/ 63500 w 40"/>
              <a:gd name="T99" fmla="*/ 69850 h 51"/>
              <a:gd name="T100" fmla="*/ 63500 w 40"/>
              <a:gd name="T101" fmla="*/ 79375 h 51"/>
              <a:gd name="T102" fmla="*/ 69850 w 40"/>
              <a:gd name="T103" fmla="*/ 82550 h 51"/>
              <a:gd name="T104" fmla="*/ 66675 w 40"/>
              <a:gd name="T105" fmla="*/ 95250 h 51"/>
              <a:gd name="T106" fmla="*/ 57150 w 40"/>
              <a:gd name="T107" fmla="*/ 95250 h 51"/>
              <a:gd name="T108" fmla="*/ 53975 w 40"/>
              <a:gd name="T109" fmla="*/ 88900 h 51"/>
              <a:gd name="T110" fmla="*/ 63500 w 40"/>
              <a:gd name="T111" fmla="*/ 79375 h 51"/>
              <a:gd name="T112" fmla="*/ 63500 w 40"/>
              <a:gd name="T113" fmla="*/ 88900 h 51"/>
              <a:gd name="T114" fmla="*/ 60325 w 40"/>
              <a:gd name="T115" fmla="*/ 88900 h 51"/>
              <a:gd name="T116" fmla="*/ 60325 w 40"/>
              <a:gd name="T117" fmla="*/ 88900 h 51"/>
              <a:gd name="T118" fmla="*/ 60325 w 40"/>
              <a:gd name="T119" fmla="*/ 88900 h 51"/>
              <a:gd name="T120" fmla="*/ 63500 w 40"/>
              <a:gd name="T121" fmla="*/ 88900 h 51"/>
              <a:gd name="T122" fmla="*/ 63500 w 40"/>
              <a:gd name="T123" fmla="*/ 88900 h 51"/>
              <a:gd name="T124" fmla="*/ 63500 w 40"/>
              <a:gd name="T125" fmla="*/ 88900 h 51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40" h="51">
                <a:moveTo>
                  <a:pt x="3" y="35"/>
                </a:moveTo>
                <a:cubicBezTo>
                  <a:pt x="3" y="35"/>
                  <a:pt x="3" y="35"/>
                  <a:pt x="3" y="35"/>
                </a:cubicBezTo>
                <a:cubicBezTo>
                  <a:pt x="3" y="35"/>
                  <a:pt x="3" y="35"/>
                  <a:pt x="3" y="35"/>
                </a:cubicBezTo>
                <a:cubicBezTo>
                  <a:pt x="3" y="34"/>
                  <a:pt x="3" y="34"/>
                  <a:pt x="2" y="34"/>
                </a:cubicBezTo>
                <a:cubicBezTo>
                  <a:pt x="2" y="34"/>
                  <a:pt x="2" y="33"/>
                  <a:pt x="2" y="32"/>
                </a:cubicBezTo>
                <a:cubicBezTo>
                  <a:pt x="2" y="32"/>
                  <a:pt x="2" y="31"/>
                  <a:pt x="2" y="31"/>
                </a:cubicBezTo>
                <a:cubicBezTo>
                  <a:pt x="2" y="30"/>
                  <a:pt x="1" y="29"/>
                  <a:pt x="1" y="29"/>
                </a:cubicBezTo>
                <a:cubicBezTo>
                  <a:pt x="1" y="28"/>
                  <a:pt x="1" y="28"/>
                  <a:pt x="2" y="27"/>
                </a:cubicBezTo>
                <a:cubicBezTo>
                  <a:pt x="1" y="27"/>
                  <a:pt x="1" y="27"/>
                  <a:pt x="1" y="27"/>
                </a:cubicBezTo>
                <a:cubicBezTo>
                  <a:pt x="1" y="27"/>
                  <a:pt x="1" y="27"/>
                  <a:pt x="1" y="27"/>
                </a:cubicBezTo>
                <a:cubicBezTo>
                  <a:pt x="0" y="26"/>
                  <a:pt x="0" y="26"/>
                  <a:pt x="0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4"/>
                  <a:pt x="1" y="22"/>
                  <a:pt x="1" y="21"/>
                </a:cubicBezTo>
                <a:cubicBezTo>
                  <a:pt x="2" y="21"/>
                  <a:pt x="2" y="21"/>
                  <a:pt x="2" y="21"/>
                </a:cubicBezTo>
                <a:cubicBezTo>
                  <a:pt x="2" y="20"/>
                  <a:pt x="2" y="20"/>
                  <a:pt x="3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6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5"/>
                  <a:pt x="3" y="13"/>
                  <a:pt x="3" y="13"/>
                </a:cubicBezTo>
                <a:cubicBezTo>
                  <a:pt x="3" y="12"/>
                  <a:pt x="4" y="11"/>
                  <a:pt x="4" y="10"/>
                </a:cubicBezTo>
                <a:cubicBezTo>
                  <a:pt x="5" y="6"/>
                  <a:pt x="8" y="4"/>
                  <a:pt x="11" y="3"/>
                </a:cubicBezTo>
                <a:cubicBezTo>
                  <a:pt x="14" y="1"/>
                  <a:pt x="18" y="0"/>
                  <a:pt x="22" y="1"/>
                </a:cubicBezTo>
                <a:cubicBezTo>
                  <a:pt x="25" y="1"/>
                  <a:pt x="29" y="2"/>
                  <a:pt x="32" y="4"/>
                </a:cubicBezTo>
                <a:cubicBezTo>
                  <a:pt x="35" y="7"/>
                  <a:pt x="37" y="10"/>
                  <a:pt x="39" y="14"/>
                </a:cubicBezTo>
                <a:cubicBezTo>
                  <a:pt x="40" y="18"/>
                  <a:pt x="40" y="21"/>
                  <a:pt x="38" y="25"/>
                </a:cubicBezTo>
                <a:cubicBezTo>
                  <a:pt x="37" y="29"/>
                  <a:pt x="34" y="32"/>
                  <a:pt x="32" y="35"/>
                </a:cubicBezTo>
                <a:cubicBezTo>
                  <a:pt x="32" y="35"/>
                  <a:pt x="31" y="35"/>
                  <a:pt x="31" y="35"/>
                </a:cubicBezTo>
                <a:cubicBezTo>
                  <a:pt x="31" y="36"/>
                  <a:pt x="31" y="36"/>
                  <a:pt x="31" y="37"/>
                </a:cubicBezTo>
                <a:cubicBezTo>
                  <a:pt x="32" y="39"/>
                  <a:pt x="32" y="41"/>
                  <a:pt x="32" y="42"/>
                </a:cubicBezTo>
                <a:cubicBezTo>
                  <a:pt x="33" y="44"/>
                  <a:pt x="34" y="46"/>
                  <a:pt x="34" y="48"/>
                </a:cubicBezTo>
                <a:cubicBezTo>
                  <a:pt x="34" y="49"/>
                  <a:pt x="34" y="50"/>
                  <a:pt x="33" y="51"/>
                </a:cubicBezTo>
                <a:cubicBezTo>
                  <a:pt x="32" y="51"/>
                  <a:pt x="31" y="50"/>
                  <a:pt x="30" y="49"/>
                </a:cubicBezTo>
                <a:cubicBezTo>
                  <a:pt x="30" y="47"/>
                  <a:pt x="29" y="45"/>
                  <a:pt x="29" y="43"/>
                </a:cubicBezTo>
                <a:cubicBezTo>
                  <a:pt x="28" y="41"/>
                  <a:pt x="28" y="39"/>
                  <a:pt x="27" y="37"/>
                </a:cubicBezTo>
                <a:cubicBezTo>
                  <a:pt x="27" y="36"/>
                  <a:pt x="27" y="35"/>
                  <a:pt x="27" y="34"/>
                </a:cubicBezTo>
                <a:cubicBezTo>
                  <a:pt x="28" y="33"/>
                  <a:pt x="28" y="33"/>
                  <a:pt x="29" y="32"/>
                </a:cubicBezTo>
                <a:cubicBezTo>
                  <a:pt x="31" y="30"/>
                  <a:pt x="33" y="27"/>
                  <a:pt x="34" y="24"/>
                </a:cubicBezTo>
                <a:cubicBezTo>
                  <a:pt x="36" y="21"/>
                  <a:pt x="36" y="18"/>
                  <a:pt x="35" y="15"/>
                </a:cubicBezTo>
                <a:cubicBezTo>
                  <a:pt x="34" y="12"/>
                  <a:pt x="32" y="9"/>
                  <a:pt x="30" y="7"/>
                </a:cubicBezTo>
                <a:cubicBezTo>
                  <a:pt x="27" y="5"/>
                  <a:pt x="25" y="4"/>
                  <a:pt x="21" y="4"/>
                </a:cubicBezTo>
                <a:cubicBezTo>
                  <a:pt x="18" y="4"/>
                  <a:pt x="15" y="5"/>
                  <a:pt x="12" y="6"/>
                </a:cubicBezTo>
                <a:cubicBezTo>
                  <a:pt x="10" y="7"/>
                  <a:pt x="9" y="9"/>
                  <a:pt x="8" y="11"/>
                </a:cubicBezTo>
                <a:cubicBezTo>
                  <a:pt x="7" y="12"/>
                  <a:pt x="7" y="13"/>
                  <a:pt x="7" y="13"/>
                </a:cubicBezTo>
                <a:cubicBezTo>
                  <a:pt x="7" y="14"/>
                  <a:pt x="7" y="14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7"/>
                  <a:pt x="7" y="17"/>
                  <a:pt x="7" y="18"/>
                </a:cubicBezTo>
                <a:cubicBezTo>
                  <a:pt x="7" y="18"/>
                  <a:pt x="7" y="19"/>
                  <a:pt x="7" y="19"/>
                </a:cubicBezTo>
                <a:cubicBezTo>
                  <a:pt x="7" y="20"/>
                  <a:pt x="7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2"/>
                  <a:pt x="5" y="23"/>
                  <a:pt x="5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5" y="24"/>
                  <a:pt x="5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7" y="26"/>
                  <a:pt x="6" y="27"/>
                  <a:pt x="5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29"/>
                  <a:pt x="5" y="29"/>
                  <a:pt x="6" y="29"/>
                </a:cubicBezTo>
                <a:cubicBezTo>
                  <a:pt x="6" y="30"/>
                  <a:pt x="6" y="30"/>
                  <a:pt x="6" y="30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32"/>
                  <a:pt x="6" y="32"/>
                  <a:pt x="6" y="32"/>
                </a:cubicBezTo>
                <a:cubicBezTo>
                  <a:pt x="6" y="32"/>
                  <a:pt x="6" y="32"/>
                  <a:pt x="6" y="32"/>
                </a:cubicBezTo>
                <a:cubicBezTo>
                  <a:pt x="6" y="32"/>
                  <a:pt x="6" y="32"/>
                  <a:pt x="6" y="32"/>
                </a:cubicBezTo>
                <a:cubicBezTo>
                  <a:pt x="6" y="32"/>
                  <a:pt x="6" y="33"/>
                  <a:pt x="6" y="33"/>
                </a:cubicBezTo>
                <a:cubicBezTo>
                  <a:pt x="7" y="34"/>
                  <a:pt x="7" y="35"/>
                  <a:pt x="7" y="36"/>
                </a:cubicBezTo>
                <a:cubicBezTo>
                  <a:pt x="7" y="37"/>
                  <a:pt x="7" y="37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8" y="38"/>
                  <a:pt x="9" y="38"/>
                  <a:pt x="10" y="38"/>
                </a:cubicBezTo>
                <a:cubicBezTo>
                  <a:pt x="15" y="38"/>
                  <a:pt x="16" y="40"/>
                  <a:pt x="17" y="45"/>
                </a:cubicBezTo>
                <a:cubicBezTo>
                  <a:pt x="17" y="46"/>
                  <a:pt x="17" y="47"/>
                  <a:pt x="17" y="49"/>
                </a:cubicBezTo>
                <a:cubicBezTo>
                  <a:pt x="17" y="50"/>
                  <a:pt x="16" y="51"/>
                  <a:pt x="15" y="51"/>
                </a:cubicBezTo>
                <a:cubicBezTo>
                  <a:pt x="14" y="51"/>
                  <a:pt x="13" y="50"/>
                  <a:pt x="13" y="49"/>
                </a:cubicBezTo>
                <a:cubicBezTo>
                  <a:pt x="13" y="48"/>
                  <a:pt x="13" y="46"/>
                  <a:pt x="13" y="45"/>
                </a:cubicBezTo>
                <a:cubicBezTo>
                  <a:pt x="13" y="43"/>
                  <a:pt x="13" y="42"/>
                  <a:pt x="10" y="41"/>
                </a:cubicBezTo>
                <a:cubicBezTo>
                  <a:pt x="8" y="41"/>
                  <a:pt x="6" y="41"/>
                  <a:pt x="5" y="40"/>
                </a:cubicBezTo>
                <a:cubicBezTo>
                  <a:pt x="4" y="40"/>
                  <a:pt x="3" y="39"/>
                  <a:pt x="3" y="38"/>
                </a:cubicBezTo>
                <a:cubicBezTo>
                  <a:pt x="3" y="38"/>
                  <a:pt x="3" y="37"/>
                  <a:pt x="3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3" y="36"/>
                  <a:pt x="3" y="35"/>
                  <a:pt x="3" y="35"/>
                </a:cubicBezTo>
                <a:close/>
                <a:moveTo>
                  <a:pt x="24" y="11"/>
                </a:moveTo>
                <a:cubicBezTo>
                  <a:pt x="24" y="11"/>
                  <a:pt x="24" y="11"/>
                  <a:pt x="24" y="11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5"/>
                  <a:pt x="17" y="25"/>
                  <a:pt x="17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8"/>
                  <a:pt x="24" y="8"/>
                  <a:pt x="24" y="11"/>
                </a:cubicBezTo>
                <a:close/>
                <a:moveTo>
                  <a:pt x="20" y="22"/>
                </a:moveTo>
                <a:cubicBezTo>
                  <a:pt x="20" y="22"/>
                  <a:pt x="20" y="22"/>
                  <a:pt x="20" y="22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18" y="11"/>
                  <a:pt x="18" y="11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20" y="22"/>
                  <a:pt x="20" y="22"/>
                </a:cubicBezTo>
                <a:close/>
                <a:moveTo>
                  <a:pt x="20" y="25"/>
                </a:move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21" y="26"/>
                  <a:pt x="21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7"/>
                  <a:pt x="22" y="27"/>
                  <a:pt x="22" y="28"/>
                </a:cubicBezTo>
                <a:cubicBezTo>
                  <a:pt x="22" y="29"/>
                  <a:pt x="22" y="30"/>
                  <a:pt x="21" y="30"/>
                </a:cubicBezTo>
                <a:cubicBezTo>
                  <a:pt x="21" y="31"/>
                  <a:pt x="20" y="31"/>
                  <a:pt x="20" y="31"/>
                </a:cubicBezTo>
                <a:cubicBezTo>
                  <a:pt x="19" y="31"/>
                  <a:pt x="18" y="31"/>
                  <a:pt x="18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29"/>
                  <a:pt x="17" y="28"/>
                </a:cubicBezTo>
                <a:cubicBezTo>
                  <a:pt x="17" y="27"/>
                  <a:pt x="17" y="27"/>
                  <a:pt x="18" y="26"/>
                </a:cubicBezTo>
                <a:cubicBezTo>
                  <a:pt x="18" y="26"/>
                  <a:pt x="19" y="25"/>
                  <a:pt x="20" y="25"/>
                </a:cubicBezTo>
                <a:close/>
                <a:moveTo>
                  <a:pt x="20" y="28"/>
                </a:move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9"/>
                  <a:pt x="19" y="29"/>
                  <a:pt x="20" y="29"/>
                </a:cubicBezTo>
                <a:cubicBezTo>
                  <a:pt x="20" y="29"/>
                  <a:pt x="20" y="29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63" name="Freeform 197">
            <a:extLst>
              <a:ext uri="{FF2B5EF4-FFF2-40B4-BE49-F238E27FC236}">
                <a16:creationId xmlns:a16="http://schemas.microsoft.com/office/drawing/2014/main" id="{B4DE6846-3D0E-B9B9-45AA-462ADFA1E823}"/>
              </a:ext>
            </a:extLst>
          </p:cNvPr>
          <p:cNvSpPr>
            <a:spLocks noEditPoints="1"/>
          </p:cNvSpPr>
          <p:nvPr/>
        </p:nvSpPr>
        <p:spPr bwMode="auto">
          <a:xfrm>
            <a:off x="3176519" y="4333265"/>
            <a:ext cx="173567" cy="211667"/>
          </a:xfrm>
          <a:custGeom>
            <a:avLst/>
            <a:gdLst>
              <a:gd name="T0" fmla="*/ 9525 w 41"/>
              <a:gd name="T1" fmla="*/ 104775 h 50"/>
              <a:gd name="T2" fmla="*/ 6350 w 41"/>
              <a:gd name="T3" fmla="*/ 85725 h 50"/>
              <a:gd name="T4" fmla="*/ 0 w 41"/>
              <a:gd name="T5" fmla="*/ 76200 h 50"/>
              <a:gd name="T6" fmla="*/ 12700 w 41"/>
              <a:gd name="T7" fmla="*/ 60325 h 50"/>
              <a:gd name="T8" fmla="*/ 12700 w 41"/>
              <a:gd name="T9" fmla="*/ 50800 h 50"/>
              <a:gd name="T10" fmla="*/ 15875 w 41"/>
              <a:gd name="T11" fmla="*/ 28575 h 50"/>
              <a:gd name="T12" fmla="*/ 123825 w 41"/>
              <a:gd name="T13" fmla="*/ 41275 h 50"/>
              <a:gd name="T14" fmla="*/ 101600 w 41"/>
              <a:gd name="T15" fmla="*/ 114300 h 50"/>
              <a:gd name="T16" fmla="*/ 98425 w 41"/>
              <a:gd name="T17" fmla="*/ 155575 h 50"/>
              <a:gd name="T18" fmla="*/ 95250 w 41"/>
              <a:gd name="T19" fmla="*/ 98425 h 50"/>
              <a:gd name="T20" fmla="*/ 69850 w 41"/>
              <a:gd name="T21" fmla="*/ 12700 h 50"/>
              <a:gd name="T22" fmla="*/ 22225 w 41"/>
              <a:gd name="T23" fmla="*/ 44450 h 50"/>
              <a:gd name="T24" fmla="*/ 25400 w 41"/>
              <a:gd name="T25" fmla="*/ 57150 h 50"/>
              <a:gd name="T26" fmla="*/ 19050 w 41"/>
              <a:gd name="T27" fmla="*/ 73025 h 50"/>
              <a:gd name="T28" fmla="*/ 19050 w 41"/>
              <a:gd name="T29" fmla="*/ 76200 h 50"/>
              <a:gd name="T30" fmla="*/ 19050 w 41"/>
              <a:gd name="T31" fmla="*/ 92075 h 50"/>
              <a:gd name="T32" fmla="*/ 19050 w 41"/>
              <a:gd name="T33" fmla="*/ 98425 h 50"/>
              <a:gd name="T34" fmla="*/ 22225 w 41"/>
              <a:gd name="T35" fmla="*/ 114300 h 50"/>
              <a:gd name="T36" fmla="*/ 57150 w 41"/>
              <a:gd name="T37" fmla="*/ 152400 h 50"/>
              <a:gd name="T38" fmla="*/ 34925 w 41"/>
              <a:gd name="T39" fmla="*/ 130175 h 50"/>
              <a:gd name="T40" fmla="*/ 9525 w 41"/>
              <a:gd name="T41" fmla="*/ 114300 h 50"/>
              <a:gd name="T42" fmla="*/ 85725 w 41"/>
              <a:gd name="T43" fmla="*/ 34925 h 50"/>
              <a:gd name="T44" fmla="*/ 101600 w 41"/>
              <a:gd name="T45" fmla="*/ 44450 h 50"/>
              <a:gd name="T46" fmla="*/ 95250 w 41"/>
              <a:gd name="T47" fmla="*/ 53975 h 50"/>
              <a:gd name="T48" fmla="*/ 101600 w 41"/>
              <a:gd name="T49" fmla="*/ 69850 h 50"/>
              <a:gd name="T50" fmla="*/ 85725 w 41"/>
              <a:gd name="T51" fmla="*/ 79375 h 50"/>
              <a:gd name="T52" fmla="*/ 73025 w 41"/>
              <a:gd name="T53" fmla="*/ 95250 h 50"/>
              <a:gd name="T54" fmla="*/ 50800 w 41"/>
              <a:gd name="T55" fmla="*/ 79375 h 50"/>
              <a:gd name="T56" fmla="*/ 34925 w 41"/>
              <a:gd name="T57" fmla="*/ 69850 h 50"/>
              <a:gd name="T58" fmla="*/ 41275 w 41"/>
              <a:gd name="T59" fmla="*/ 53975 h 50"/>
              <a:gd name="T60" fmla="*/ 44450 w 41"/>
              <a:gd name="T61" fmla="*/ 31750 h 50"/>
              <a:gd name="T62" fmla="*/ 60325 w 41"/>
              <a:gd name="T63" fmla="*/ 25400 h 50"/>
              <a:gd name="T64" fmla="*/ 79375 w 41"/>
              <a:gd name="T65" fmla="*/ 31750 h 50"/>
              <a:gd name="T66" fmla="*/ 69850 w 41"/>
              <a:gd name="T67" fmla="*/ 34925 h 50"/>
              <a:gd name="T68" fmla="*/ 63500 w 41"/>
              <a:gd name="T69" fmla="*/ 38100 h 50"/>
              <a:gd name="T70" fmla="*/ 44450 w 41"/>
              <a:gd name="T71" fmla="*/ 41275 h 50"/>
              <a:gd name="T72" fmla="*/ 47625 w 41"/>
              <a:gd name="T73" fmla="*/ 63500 h 50"/>
              <a:gd name="T74" fmla="*/ 44450 w 41"/>
              <a:gd name="T75" fmla="*/ 73025 h 50"/>
              <a:gd name="T76" fmla="*/ 63500 w 41"/>
              <a:gd name="T77" fmla="*/ 76200 h 50"/>
              <a:gd name="T78" fmla="*/ 69850 w 41"/>
              <a:gd name="T79" fmla="*/ 85725 h 50"/>
              <a:gd name="T80" fmla="*/ 88900 w 41"/>
              <a:gd name="T81" fmla="*/ 73025 h 50"/>
              <a:gd name="T82" fmla="*/ 88900 w 41"/>
              <a:gd name="T83" fmla="*/ 63500 h 50"/>
              <a:gd name="T84" fmla="*/ 95250 w 41"/>
              <a:gd name="T85" fmla="*/ 44450 h 50"/>
              <a:gd name="T86" fmla="*/ 82550 w 41"/>
              <a:gd name="T87" fmla="*/ 44450 h 50"/>
              <a:gd name="T88" fmla="*/ 76200 w 41"/>
              <a:gd name="T89" fmla="*/ 47625 h 50"/>
              <a:gd name="T90" fmla="*/ 69850 w 41"/>
              <a:gd name="T91" fmla="*/ 69850 h 50"/>
              <a:gd name="T92" fmla="*/ 57150 w 41"/>
              <a:gd name="T93" fmla="*/ 57150 h 50"/>
              <a:gd name="T94" fmla="*/ 73025 w 41"/>
              <a:gd name="T95" fmla="*/ 53975 h 50"/>
              <a:gd name="T96" fmla="*/ 66675 w 41"/>
              <a:gd name="T97" fmla="*/ 53975 h 50"/>
              <a:gd name="T98" fmla="*/ 69850 w 41"/>
              <a:gd name="T99" fmla="*/ 63500 h 50"/>
              <a:gd name="T100" fmla="*/ 73025 w 41"/>
              <a:gd name="T101" fmla="*/ 57150 h 5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41" h="50">
                <a:moveTo>
                  <a:pt x="4" y="34"/>
                </a:moveTo>
                <a:cubicBezTo>
                  <a:pt x="4" y="34"/>
                  <a:pt x="4" y="34"/>
                  <a:pt x="4" y="34"/>
                </a:cubicBezTo>
                <a:cubicBezTo>
                  <a:pt x="4" y="34"/>
                  <a:pt x="4" y="34"/>
                  <a:pt x="4" y="34"/>
                </a:cubicBezTo>
                <a:cubicBezTo>
                  <a:pt x="3" y="34"/>
                  <a:pt x="3" y="33"/>
                  <a:pt x="3" y="33"/>
                </a:cubicBezTo>
                <a:cubicBezTo>
                  <a:pt x="3" y="33"/>
                  <a:pt x="3" y="32"/>
                  <a:pt x="2" y="31"/>
                </a:cubicBezTo>
                <a:cubicBezTo>
                  <a:pt x="2" y="31"/>
                  <a:pt x="2" y="30"/>
                  <a:pt x="3" y="30"/>
                </a:cubicBezTo>
                <a:cubicBezTo>
                  <a:pt x="2" y="29"/>
                  <a:pt x="2" y="29"/>
                  <a:pt x="2" y="28"/>
                </a:cubicBezTo>
                <a:cubicBezTo>
                  <a:pt x="2" y="28"/>
                  <a:pt x="2" y="27"/>
                  <a:pt x="2" y="27"/>
                </a:cubicBezTo>
                <a:cubicBezTo>
                  <a:pt x="2" y="27"/>
                  <a:pt x="2" y="26"/>
                  <a:pt x="1" y="26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25"/>
                  <a:pt x="0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3"/>
                  <a:pt x="2" y="21"/>
                  <a:pt x="2" y="21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19"/>
                  <a:pt x="4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18"/>
                  <a:pt x="4" y="17"/>
                  <a:pt x="4" y="17"/>
                </a:cubicBezTo>
                <a:cubicBezTo>
                  <a:pt x="4" y="17"/>
                  <a:pt x="4" y="16"/>
                  <a:pt x="4" y="16"/>
                </a:cubicBezTo>
                <a:cubicBezTo>
                  <a:pt x="4" y="16"/>
                  <a:pt x="4" y="16"/>
                  <a:pt x="4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3" y="14"/>
                  <a:pt x="4" y="13"/>
                  <a:pt x="4" y="12"/>
                </a:cubicBezTo>
                <a:cubicBezTo>
                  <a:pt x="4" y="11"/>
                  <a:pt x="4" y="10"/>
                  <a:pt x="5" y="9"/>
                </a:cubicBezTo>
                <a:cubicBezTo>
                  <a:pt x="6" y="6"/>
                  <a:pt x="8" y="3"/>
                  <a:pt x="11" y="2"/>
                </a:cubicBezTo>
                <a:cubicBezTo>
                  <a:pt x="15" y="0"/>
                  <a:pt x="19" y="0"/>
                  <a:pt x="22" y="0"/>
                </a:cubicBezTo>
                <a:cubicBezTo>
                  <a:pt x="26" y="0"/>
                  <a:pt x="30" y="1"/>
                  <a:pt x="33" y="3"/>
                </a:cubicBezTo>
                <a:cubicBezTo>
                  <a:pt x="36" y="6"/>
                  <a:pt x="38" y="9"/>
                  <a:pt x="39" y="13"/>
                </a:cubicBezTo>
                <a:cubicBezTo>
                  <a:pt x="41" y="17"/>
                  <a:pt x="40" y="21"/>
                  <a:pt x="39" y="25"/>
                </a:cubicBezTo>
                <a:cubicBezTo>
                  <a:pt x="37" y="28"/>
                  <a:pt x="35" y="31"/>
                  <a:pt x="32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5"/>
                  <a:pt x="32" y="36"/>
                  <a:pt x="32" y="36"/>
                </a:cubicBezTo>
                <a:cubicBezTo>
                  <a:pt x="32" y="38"/>
                  <a:pt x="33" y="40"/>
                  <a:pt x="33" y="42"/>
                </a:cubicBezTo>
                <a:cubicBezTo>
                  <a:pt x="34" y="44"/>
                  <a:pt x="34" y="46"/>
                  <a:pt x="35" y="47"/>
                </a:cubicBezTo>
                <a:cubicBezTo>
                  <a:pt x="35" y="48"/>
                  <a:pt x="35" y="50"/>
                  <a:pt x="34" y="50"/>
                </a:cubicBezTo>
                <a:cubicBezTo>
                  <a:pt x="33" y="50"/>
                  <a:pt x="32" y="50"/>
                  <a:pt x="31" y="49"/>
                </a:cubicBezTo>
                <a:cubicBezTo>
                  <a:pt x="31" y="47"/>
                  <a:pt x="30" y="45"/>
                  <a:pt x="29" y="43"/>
                </a:cubicBezTo>
                <a:cubicBezTo>
                  <a:pt x="29" y="41"/>
                  <a:pt x="29" y="39"/>
                  <a:pt x="28" y="36"/>
                </a:cubicBezTo>
                <a:cubicBezTo>
                  <a:pt x="28" y="35"/>
                  <a:pt x="28" y="34"/>
                  <a:pt x="28" y="33"/>
                </a:cubicBezTo>
                <a:cubicBezTo>
                  <a:pt x="28" y="33"/>
                  <a:pt x="29" y="32"/>
                  <a:pt x="30" y="31"/>
                </a:cubicBezTo>
                <a:cubicBezTo>
                  <a:pt x="32" y="29"/>
                  <a:pt x="34" y="26"/>
                  <a:pt x="35" y="23"/>
                </a:cubicBezTo>
                <a:cubicBezTo>
                  <a:pt x="37" y="20"/>
                  <a:pt x="37" y="17"/>
                  <a:pt x="36" y="14"/>
                </a:cubicBezTo>
                <a:cubicBezTo>
                  <a:pt x="35" y="11"/>
                  <a:pt x="33" y="8"/>
                  <a:pt x="31" y="7"/>
                </a:cubicBezTo>
                <a:cubicBezTo>
                  <a:pt x="28" y="5"/>
                  <a:pt x="25" y="4"/>
                  <a:pt x="22" y="4"/>
                </a:cubicBezTo>
                <a:cubicBezTo>
                  <a:pt x="19" y="3"/>
                  <a:pt x="16" y="4"/>
                  <a:pt x="13" y="5"/>
                </a:cubicBezTo>
                <a:cubicBezTo>
                  <a:pt x="11" y="6"/>
                  <a:pt x="9" y="8"/>
                  <a:pt x="8" y="10"/>
                </a:cubicBezTo>
                <a:cubicBezTo>
                  <a:pt x="8" y="11"/>
                  <a:pt x="8" y="12"/>
                  <a:pt x="8" y="13"/>
                </a:cubicBezTo>
                <a:cubicBezTo>
                  <a:pt x="8" y="13"/>
                  <a:pt x="7" y="13"/>
                  <a:pt x="7" y="14"/>
                </a:cubicBezTo>
                <a:cubicBezTo>
                  <a:pt x="7" y="14"/>
                  <a:pt x="8" y="14"/>
                  <a:pt x="8" y="15"/>
                </a:cubicBezTo>
                <a:cubicBezTo>
                  <a:pt x="8" y="15"/>
                  <a:pt x="8" y="15"/>
                  <a:pt x="8" y="16"/>
                </a:cubicBezTo>
                <a:cubicBezTo>
                  <a:pt x="8" y="16"/>
                  <a:pt x="8" y="16"/>
                  <a:pt x="8" y="17"/>
                </a:cubicBezTo>
                <a:cubicBezTo>
                  <a:pt x="8" y="17"/>
                  <a:pt x="8" y="18"/>
                  <a:pt x="8" y="18"/>
                </a:cubicBezTo>
                <a:cubicBezTo>
                  <a:pt x="8" y="19"/>
                  <a:pt x="7" y="20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6" y="21"/>
                  <a:pt x="6" y="22"/>
                  <a:pt x="6" y="22"/>
                </a:cubicBezTo>
                <a:cubicBezTo>
                  <a:pt x="6" y="23"/>
                  <a:pt x="6" y="23"/>
                  <a:pt x="6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5" y="23"/>
                  <a:pt x="5" y="23"/>
                  <a:pt x="6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8" y="25"/>
                  <a:pt x="7" y="26"/>
                  <a:pt x="6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28"/>
                  <a:pt x="6" y="28"/>
                  <a:pt x="6" y="29"/>
                </a:cubicBezTo>
                <a:cubicBezTo>
                  <a:pt x="6" y="29"/>
                  <a:pt x="7" y="29"/>
                  <a:pt x="7" y="29"/>
                </a:cubicBezTo>
                <a:cubicBezTo>
                  <a:pt x="7" y="30"/>
                  <a:pt x="7" y="30"/>
                  <a:pt x="7" y="31"/>
                </a:cubicBezTo>
                <a:cubicBezTo>
                  <a:pt x="7" y="31"/>
                  <a:pt x="6" y="31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7" y="31"/>
                  <a:pt x="7" y="31"/>
                  <a:pt x="7" y="31"/>
                </a:cubicBezTo>
                <a:cubicBezTo>
                  <a:pt x="7" y="32"/>
                  <a:pt x="7" y="32"/>
                  <a:pt x="7" y="32"/>
                </a:cubicBezTo>
                <a:cubicBezTo>
                  <a:pt x="8" y="33"/>
                  <a:pt x="8" y="34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9" y="37"/>
                  <a:pt x="10" y="37"/>
                  <a:pt x="11" y="37"/>
                </a:cubicBezTo>
                <a:cubicBezTo>
                  <a:pt x="16" y="37"/>
                  <a:pt x="17" y="39"/>
                  <a:pt x="18" y="44"/>
                </a:cubicBezTo>
                <a:cubicBezTo>
                  <a:pt x="18" y="45"/>
                  <a:pt x="18" y="47"/>
                  <a:pt x="18" y="48"/>
                </a:cubicBezTo>
                <a:cubicBezTo>
                  <a:pt x="18" y="49"/>
                  <a:pt x="17" y="50"/>
                  <a:pt x="16" y="50"/>
                </a:cubicBezTo>
                <a:cubicBezTo>
                  <a:pt x="15" y="50"/>
                  <a:pt x="14" y="49"/>
                  <a:pt x="14" y="48"/>
                </a:cubicBezTo>
                <a:cubicBezTo>
                  <a:pt x="14" y="47"/>
                  <a:pt x="14" y="46"/>
                  <a:pt x="14" y="44"/>
                </a:cubicBezTo>
                <a:cubicBezTo>
                  <a:pt x="14" y="42"/>
                  <a:pt x="14" y="41"/>
                  <a:pt x="11" y="41"/>
                </a:cubicBezTo>
                <a:cubicBezTo>
                  <a:pt x="9" y="41"/>
                  <a:pt x="7" y="40"/>
                  <a:pt x="5" y="39"/>
                </a:cubicBezTo>
                <a:cubicBezTo>
                  <a:pt x="5" y="39"/>
                  <a:pt x="4" y="38"/>
                  <a:pt x="4" y="38"/>
                </a:cubicBezTo>
                <a:cubicBezTo>
                  <a:pt x="3" y="37"/>
                  <a:pt x="3" y="36"/>
                  <a:pt x="3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3" y="35"/>
                  <a:pt x="4" y="35"/>
                  <a:pt x="4" y="34"/>
                </a:cubicBezTo>
                <a:close/>
                <a:moveTo>
                  <a:pt x="25" y="10"/>
                </a:moveTo>
                <a:cubicBezTo>
                  <a:pt x="25" y="10"/>
                  <a:pt x="25" y="10"/>
                  <a:pt x="25" y="10"/>
                </a:cubicBezTo>
                <a:cubicBezTo>
                  <a:pt x="26" y="10"/>
                  <a:pt x="26" y="11"/>
                  <a:pt x="27" y="11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10"/>
                  <a:pt x="30" y="10"/>
                  <a:pt x="30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32" y="14"/>
                  <a:pt x="32" y="14"/>
                  <a:pt x="32" y="14"/>
                </a:cubicBezTo>
                <a:cubicBezTo>
                  <a:pt x="33" y="15"/>
                  <a:pt x="32" y="15"/>
                  <a:pt x="32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18"/>
                  <a:pt x="30" y="19"/>
                  <a:pt x="30" y="19"/>
                </a:cubicBezTo>
                <a:cubicBezTo>
                  <a:pt x="30" y="20"/>
                  <a:pt x="30" y="20"/>
                  <a:pt x="30" y="20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3" y="22"/>
                  <a:pt x="32" y="22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6"/>
                  <a:pt x="29" y="26"/>
                  <a:pt x="29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6"/>
                  <a:pt x="26" y="26"/>
                  <a:pt x="25" y="26"/>
                </a:cubicBezTo>
                <a:cubicBezTo>
                  <a:pt x="25" y="28"/>
                  <a:pt x="25" y="28"/>
                  <a:pt x="25" y="28"/>
                </a:cubicBezTo>
                <a:cubicBezTo>
                  <a:pt x="25" y="29"/>
                  <a:pt x="24" y="29"/>
                  <a:pt x="23" y="29"/>
                </a:cubicBezTo>
                <a:cubicBezTo>
                  <a:pt x="23" y="30"/>
                  <a:pt x="23" y="30"/>
                  <a:pt x="23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19" y="29"/>
                  <a:pt x="19" y="29"/>
                  <a:pt x="19" y="28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6"/>
                  <a:pt x="17" y="26"/>
                  <a:pt x="16" y="25"/>
                </a:cubicBezTo>
                <a:cubicBezTo>
                  <a:pt x="14" y="26"/>
                  <a:pt x="14" y="26"/>
                  <a:pt x="14" y="26"/>
                </a:cubicBezTo>
                <a:cubicBezTo>
                  <a:pt x="14" y="26"/>
                  <a:pt x="13" y="26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3" y="20"/>
                  <a:pt x="13" y="20"/>
                  <a:pt x="13" y="20"/>
                </a:cubicBezTo>
                <a:cubicBezTo>
                  <a:pt x="13" y="19"/>
                  <a:pt x="13" y="18"/>
                  <a:pt x="13" y="17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5"/>
                  <a:pt x="11" y="15"/>
                  <a:pt x="11" y="14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0"/>
                  <a:pt x="14" y="10"/>
                  <a:pt x="14" y="10"/>
                </a:cubicBezTo>
                <a:cubicBezTo>
                  <a:pt x="14" y="11"/>
                  <a:pt x="14" y="11"/>
                  <a:pt x="14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7" y="11"/>
                  <a:pt x="18" y="10"/>
                  <a:pt x="19" y="10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7"/>
                  <a:pt x="19" y="7"/>
                  <a:pt x="20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4" y="7"/>
                  <a:pt x="25" y="7"/>
                  <a:pt x="25" y="8"/>
                </a:cubicBezTo>
                <a:cubicBezTo>
                  <a:pt x="25" y="10"/>
                  <a:pt x="25" y="10"/>
                  <a:pt x="25" y="10"/>
                </a:cubicBezTo>
                <a:close/>
                <a:moveTo>
                  <a:pt x="23" y="12"/>
                </a:move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2" y="11"/>
                  <a:pt x="22" y="11"/>
                </a:cubicBezTo>
                <a:cubicBezTo>
                  <a:pt x="22" y="9"/>
                  <a:pt x="22" y="9"/>
                  <a:pt x="22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2"/>
                  <a:pt x="20" y="12"/>
                </a:cubicBezTo>
                <a:cubicBezTo>
                  <a:pt x="19" y="12"/>
                  <a:pt x="18" y="13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6" y="14"/>
                  <a:pt x="16" y="14"/>
                </a:cubicBezTo>
                <a:cubicBezTo>
                  <a:pt x="14" y="13"/>
                  <a:pt x="14" y="13"/>
                  <a:pt x="14" y="13"/>
                </a:cubicBezTo>
                <a:cubicBezTo>
                  <a:pt x="13" y="14"/>
                  <a:pt x="13" y="14"/>
                  <a:pt x="13" y="14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15"/>
                  <a:pt x="16" y="16"/>
                  <a:pt x="15" y="16"/>
                </a:cubicBezTo>
                <a:cubicBezTo>
                  <a:pt x="15" y="18"/>
                  <a:pt x="15" y="19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6" y="20"/>
                  <a:pt x="15" y="21"/>
                  <a:pt x="15" y="21"/>
                </a:cubicBezTo>
                <a:cubicBezTo>
                  <a:pt x="13" y="22"/>
                  <a:pt x="13" y="22"/>
                  <a:pt x="13" y="22"/>
                </a:cubicBezTo>
                <a:cubicBezTo>
                  <a:pt x="14" y="23"/>
                  <a:pt x="14" y="23"/>
                  <a:pt x="14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6" y="22"/>
                  <a:pt x="17" y="22"/>
                  <a:pt x="17" y="23"/>
                </a:cubicBezTo>
                <a:cubicBezTo>
                  <a:pt x="18" y="24"/>
                  <a:pt x="19" y="24"/>
                  <a:pt x="2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5"/>
                  <a:pt x="21" y="25"/>
                  <a:pt x="21" y="26"/>
                </a:cubicBez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5"/>
                  <a:pt x="23" y="25"/>
                  <a:pt x="23" y="24"/>
                </a:cubicBezTo>
                <a:cubicBezTo>
                  <a:pt x="24" y="24"/>
                  <a:pt x="25" y="24"/>
                  <a:pt x="26" y="23"/>
                </a:cubicBezTo>
                <a:cubicBezTo>
                  <a:pt x="27" y="22"/>
                  <a:pt x="27" y="22"/>
                  <a:pt x="28" y="23"/>
                </a:cubicBezTo>
                <a:cubicBezTo>
                  <a:pt x="29" y="23"/>
                  <a:pt x="29" y="23"/>
                  <a:pt x="29" y="23"/>
                </a:cubicBezTo>
                <a:cubicBezTo>
                  <a:pt x="30" y="22"/>
                  <a:pt x="30" y="22"/>
                  <a:pt x="30" y="22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0"/>
                  <a:pt x="28" y="20"/>
                </a:cubicBezTo>
                <a:cubicBezTo>
                  <a:pt x="28" y="19"/>
                  <a:pt x="28" y="18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6"/>
                  <a:pt x="28" y="15"/>
                  <a:pt x="28" y="15"/>
                </a:cubicBezTo>
                <a:cubicBezTo>
                  <a:pt x="30" y="14"/>
                  <a:pt x="30" y="14"/>
                  <a:pt x="30" y="14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14"/>
                  <a:pt x="28" y="14"/>
                  <a:pt x="28" y="14"/>
                </a:cubicBezTo>
                <a:cubicBezTo>
                  <a:pt x="28" y="14"/>
                  <a:pt x="28" y="14"/>
                  <a:pt x="28" y="14"/>
                </a:cubicBezTo>
                <a:cubicBezTo>
                  <a:pt x="27" y="14"/>
                  <a:pt x="27" y="14"/>
                  <a:pt x="26" y="14"/>
                </a:cubicBezTo>
                <a:cubicBezTo>
                  <a:pt x="25" y="13"/>
                  <a:pt x="24" y="12"/>
                  <a:pt x="23" y="12"/>
                </a:cubicBezTo>
                <a:close/>
                <a:moveTo>
                  <a:pt x="22" y="14"/>
                </a:moveTo>
                <a:cubicBezTo>
                  <a:pt x="22" y="14"/>
                  <a:pt x="22" y="14"/>
                  <a:pt x="22" y="14"/>
                </a:cubicBezTo>
                <a:cubicBezTo>
                  <a:pt x="23" y="14"/>
                  <a:pt x="24" y="15"/>
                  <a:pt x="24" y="15"/>
                </a:cubicBezTo>
                <a:cubicBezTo>
                  <a:pt x="25" y="16"/>
                  <a:pt x="25" y="17"/>
                  <a:pt x="25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19"/>
                  <a:pt x="25" y="20"/>
                  <a:pt x="24" y="21"/>
                </a:cubicBezTo>
                <a:cubicBezTo>
                  <a:pt x="24" y="22"/>
                  <a:pt x="23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0" y="22"/>
                  <a:pt x="20" y="22"/>
                  <a:pt x="19" y="21"/>
                </a:cubicBezTo>
                <a:cubicBezTo>
                  <a:pt x="18" y="20"/>
                  <a:pt x="18" y="19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7"/>
                  <a:pt x="18" y="16"/>
                  <a:pt x="19" y="15"/>
                </a:cubicBezTo>
                <a:cubicBezTo>
                  <a:pt x="20" y="15"/>
                  <a:pt x="21" y="14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3" y="17"/>
                </a:moveTo>
                <a:cubicBezTo>
                  <a:pt x="23" y="17"/>
                  <a:pt x="23" y="17"/>
                  <a:pt x="23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0" y="17"/>
                  <a:pt x="20" y="18"/>
                  <a:pt x="2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9"/>
                  <a:pt x="20" y="19"/>
                  <a:pt x="21" y="19"/>
                </a:cubicBezTo>
                <a:cubicBezTo>
                  <a:pt x="21" y="20"/>
                  <a:pt x="21" y="20"/>
                  <a:pt x="22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2" y="20"/>
                  <a:pt x="23" y="19"/>
                </a:cubicBezTo>
                <a:cubicBezTo>
                  <a:pt x="23" y="19"/>
                  <a:pt x="23" y="19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7"/>
                  <a:pt x="23" y="1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64" name="Freeform 198">
            <a:extLst>
              <a:ext uri="{FF2B5EF4-FFF2-40B4-BE49-F238E27FC236}">
                <a16:creationId xmlns:a16="http://schemas.microsoft.com/office/drawing/2014/main" id="{69D0280A-44BD-109B-4DA8-489DCD700018}"/>
              </a:ext>
            </a:extLst>
          </p:cNvPr>
          <p:cNvSpPr>
            <a:spLocks noEditPoints="1"/>
          </p:cNvSpPr>
          <p:nvPr/>
        </p:nvSpPr>
        <p:spPr bwMode="auto">
          <a:xfrm>
            <a:off x="4651834" y="3437915"/>
            <a:ext cx="213784" cy="207433"/>
          </a:xfrm>
          <a:custGeom>
            <a:avLst/>
            <a:gdLst>
              <a:gd name="T0" fmla="*/ 51308 w 50"/>
              <a:gd name="T1" fmla="*/ 79375 h 49"/>
              <a:gd name="T2" fmla="*/ 70549 w 50"/>
              <a:gd name="T3" fmla="*/ 47625 h 49"/>
              <a:gd name="T4" fmla="*/ 73755 w 50"/>
              <a:gd name="T5" fmla="*/ 79375 h 49"/>
              <a:gd name="T6" fmla="*/ 57722 w 50"/>
              <a:gd name="T7" fmla="*/ 79375 h 49"/>
              <a:gd name="T8" fmla="*/ 112237 w 50"/>
              <a:gd name="T9" fmla="*/ 152400 h 49"/>
              <a:gd name="T10" fmla="*/ 51308 w 50"/>
              <a:gd name="T11" fmla="*/ 127000 h 49"/>
              <a:gd name="T12" fmla="*/ 48101 w 50"/>
              <a:gd name="T13" fmla="*/ 155575 h 49"/>
              <a:gd name="T14" fmla="*/ 32068 w 50"/>
              <a:gd name="T15" fmla="*/ 155575 h 49"/>
              <a:gd name="T16" fmla="*/ 28861 w 50"/>
              <a:gd name="T17" fmla="*/ 127000 h 49"/>
              <a:gd name="T18" fmla="*/ 6414 w 50"/>
              <a:gd name="T19" fmla="*/ 114300 h 49"/>
              <a:gd name="T20" fmla="*/ 6414 w 50"/>
              <a:gd name="T21" fmla="*/ 107950 h 49"/>
              <a:gd name="T22" fmla="*/ 0 w 50"/>
              <a:gd name="T23" fmla="*/ 15875 h 49"/>
              <a:gd name="T24" fmla="*/ 28861 w 50"/>
              <a:gd name="T25" fmla="*/ 9525 h 49"/>
              <a:gd name="T26" fmla="*/ 35274 w 50"/>
              <a:gd name="T27" fmla="*/ 3175 h 49"/>
              <a:gd name="T28" fmla="*/ 76962 w 50"/>
              <a:gd name="T29" fmla="*/ 3175 h 49"/>
              <a:gd name="T30" fmla="*/ 86583 w 50"/>
              <a:gd name="T31" fmla="*/ 9525 h 49"/>
              <a:gd name="T32" fmla="*/ 131477 w 50"/>
              <a:gd name="T33" fmla="*/ 0 h 49"/>
              <a:gd name="T34" fmla="*/ 153924 w 50"/>
              <a:gd name="T35" fmla="*/ 9525 h 49"/>
              <a:gd name="T36" fmla="*/ 160338 w 50"/>
              <a:gd name="T37" fmla="*/ 101600 h 49"/>
              <a:gd name="T38" fmla="*/ 134684 w 50"/>
              <a:gd name="T39" fmla="*/ 107950 h 49"/>
              <a:gd name="T40" fmla="*/ 160338 w 50"/>
              <a:gd name="T41" fmla="*/ 120650 h 49"/>
              <a:gd name="T42" fmla="*/ 134684 w 50"/>
              <a:gd name="T43" fmla="*/ 152400 h 49"/>
              <a:gd name="T44" fmla="*/ 131477 w 50"/>
              <a:gd name="T45" fmla="*/ 155575 h 49"/>
              <a:gd name="T46" fmla="*/ 112237 w 50"/>
              <a:gd name="T47" fmla="*/ 114300 h 49"/>
              <a:gd name="T48" fmla="*/ 51308 w 50"/>
              <a:gd name="T49" fmla="*/ 107950 h 49"/>
              <a:gd name="T50" fmla="*/ 35274 w 50"/>
              <a:gd name="T51" fmla="*/ 114300 h 49"/>
              <a:gd name="T52" fmla="*/ 44895 w 50"/>
              <a:gd name="T53" fmla="*/ 107950 h 49"/>
              <a:gd name="T54" fmla="*/ 118650 w 50"/>
              <a:gd name="T55" fmla="*/ 114300 h 49"/>
              <a:gd name="T56" fmla="*/ 128270 w 50"/>
              <a:gd name="T57" fmla="*/ 107950 h 49"/>
              <a:gd name="T58" fmla="*/ 128270 w 50"/>
              <a:gd name="T59" fmla="*/ 127000 h 49"/>
              <a:gd name="T60" fmla="*/ 118650 w 50"/>
              <a:gd name="T61" fmla="*/ 149225 h 49"/>
              <a:gd name="T62" fmla="*/ 44895 w 50"/>
              <a:gd name="T63" fmla="*/ 127000 h 49"/>
              <a:gd name="T64" fmla="*/ 35274 w 50"/>
              <a:gd name="T65" fmla="*/ 149225 h 49"/>
              <a:gd name="T66" fmla="*/ 150718 w 50"/>
              <a:gd name="T67" fmla="*/ 22225 h 49"/>
              <a:gd name="T68" fmla="*/ 134684 w 50"/>
              <a:gd name="T69" fmla="*/ 31750 h 49"/>
              <a:gd name="T70" fmla="*/ 128270 w 50"/>
              <a:gd name="T71" fmla="*/ 22225 h 49"/>
              <a:gd name="T72" fmla="*/ 80169 w 50"/>
              <a:gd name="T73" fmla="*/ 34925 h 49"/>
              <a:gd name="T74" fmla="*/ 35274 w 50"/>
              <a:gd name="T75" fmla="*/ 22225 h 49"/>
              <a:gd name="T76" fmla="*/ 28861 w 50"/>
              <a:gd name="T77" fmla="*/ 31750 h 49"/>
              <a:gd name="T78" fmla="*/ 12827 w 50"/>
              <a:gd name="T79" fmla="*/ 95250 h 49"/>
              <a:gd name="T80" fmla="*/ 67342 w 50"/>
              <a:gd name="T81" fmla="*/ 60325 h 49"/>
              <a:gd name="T82" fmla="*/ 70549 w 50"/>
              <a:gd name="T83" fmla="*/ 66675 h 49"/>
              <a:gd name="T84" fmla="*/ 86583 w 50"/>
              <a:gd name="T85" fmla="*/ 44450 h 49"/>
              <a:gd name="T86" fmla="*/ 109030 w 50"/>
              <a:gd name="T87" fmla="*/ 47625 h 49"/>
              <a:gd name="T88" fmla="*/ 109030 w 50"/>
              <a:gd name="T89" fmla="*/ 79375 h 49"/>
              <a:gd name="T90" fmla="*/ 83376 w 50"/>
              <a:gd name="T91" fmla="*/ 79375 h 49"/>
              <a:gd name="T92" fmla="*/ 86583 w 50"/>
              <a:gd name="T93" fmla="*/ 44450 h 49"/>
              <a:gd name="T94" fmla="*/ 92996 w 50"/>
              <a:gd name="T95" fmla="*/ 50800 h 49"/>
              <a:gd name="T96" fmla="*/ 102616 w 50"/>
              <a:gd name="T97" fmla="*/ 76200 h 49"/>
              <a:gd name="T98" fmla="*/ 102616 w 50"/>
              <a:gd name="T99" fmla="*/ 50800 h 4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0" h="49">
                <a:moveTo>
                  <a:pt x="18" y="25"/>
                </a:moveTo>
                <a:cubicBezTo>
                  <a:pt x="18" y="26"/>
                  <a:pt x="17" y="26"/>
                  <a:pt x="17" y="26"/>
                </a:cubicBezTo>
                <a:cubicBezTo>
                  <a:pt x="16" y="26"/>
                  <a:pt x="16" y="25"/>
                  <a:pt x="16" y="25"/>
                </a:cubicBezTo>
                <a:cubicBezTo>
                  <a:pt x="20" y="15"/>
                  <a:pt x="20" y="15"/>
                  <a:pt x="20" y="15"/>
                </a:cubicBezTo>
                <a:cubicBezTo>
                  <a:pt x="20" y="14"/>
                  <a:pt x="20" y="14"/>
                  <a:pt x="21" y="14"/>
                </a:cubicBezTo>
                <a:cubicBezTo>
                  <a:pt x="21" y="14"/>
                  <a:pt x="22" y="14"/>
                  <a:pt x="22" y="1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6"/>
                  <a:pt x="25" y="26"/>
                </a:cubicBezTo>
                <a:cubicBezTo>
                  <a:pt x="24" y="26"/>
                  <a:pt x="23" y="26"/>
                  <a:pt x="23" y="25"/>
                </a:cubicBezTo>
                <a:cubicBezTo>
                  <a:pt x="22" y="24"/>
                  <a:pt x="22" y="24"/>
                  <a:pt x="22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8" y="25"/>
                  <a:pt x="18" y="25"/>
                  <a:pt x="18" y="25"/>
                </a:cubicBezTo>
                <a:close/>
                <a:moveTo>
                  <a:pt x="36" y="49"/>
                </a:moveTo>
                <a:cubicBezTo>
                  <a:pt x="36" y="49"/>
                  <a:pt x="36" y="49"/>
                  <a:pt x="36" y="49"/>
                </a:cubicBezTo>
                <a:cubicBezTo>
                  <a:pt x="35" y="49"/>
                  <a:pt x="35" y="48"/>
                  <a:pt x="35" y="48"/>
                </a:cubicBezTo>
                <a:cubicBezTo>
                  <a:pt x="35" y="48"/>
                  <a:pt x="35" y="48"/>
                  <a:pt x="35" y="48"/>
                </a:cubicBezTo>
                <a:cubicBezTo>
                  <a:pt x="35" y="40"/>
                  <a:pt x="35" y="40"/>
                  <a:pt x="35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16" y="48"/>
                  <a:pt x="16" y="48"/>
                  <a:pt x="16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6" y="48"/>
                  <a:pt x="15" y="49"/>
                  <a:pt x="15" y="49"/>
                </a:cubicBezTo>
                <a:cubicBezTo>
                  <a:pt x="15" y="49"/>
                  <a:pt x="15" y="49"/>
                  <a:pt x="15" y="49"/>
                </a:cubicBezTo>
                <a:cubicBezTo>
                  <a:pt x="10" y="49"/>
                  <a:pt x="10" y="49"/>
                  <a:pt x="10" y="49"/>
                </a:cubicBezTo>
                <a:cubicBezTo>
                  <a:pt x="10" y="49"/>
                  <a:pt x="10" y="49"/>
                  <a:pt x="10" y="49"/>
                </a:cubicBezTo>
                <a:cubicBezTo>
                  <a:pt x="9" y="49"/>
                  <a:pt x="9" y="48"/>
                  <a:pt x="9" y="48"/>
                </a:cubicBezTo>
                <a:cubicBezTo>
                  <a:pt x="9" y="48"/>
                  <a:pt x="9" y="48"/>
                  <a:pt x="9" y="48"/>
                </a:cubicBezTo>
                <a:cubicBezTo>
                  <a:pt x="9" y="40"/>
                  <a:pt x="9" y="40"/>
                  <a:pt x="9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0"/>
                  <a:pt x="0" y="39"/>
                  <a:pt x="0" y="38"/>
                </a:cubicBezTo>
                <a:cubicBezTo>
                  <a:pt x="0" y="37"/>
                  <a:pt x="1" y="36"/>
                  <a:pt x="2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4"/>
                  <a:pt x="9" y="34"/>
                  <a:pt x="9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4"/>
                  <a:pt x="0" y="33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1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1"/>
                  <a:pt x="9" y="1"/>
                  <a:pt x="9" y="1"/>
                </a:cubicBezTo>
                <a:cubicBezTo>
                  <a:pt x="9" y="1"/>
                  <a:pt x="9" y="0"/>
                  <a:pt x="10" y="0"/>
                </a:cubicBezTo>
                <a:cubicBezTo>
                  <a:pt x="11" y="0"/>
                  <a:pt x="11" y="1"/>
                  <a:pt x="11" y="1"/>
                </a:cubicBezTo>
                <a:cubicBezTo>
                  <a:pt x="11" y="3"/>
                  <a:pt x="11" y="3"/>
                  <a:pt x="11" y="3"/>
                </a:cubicBezTo>
                <a:cubicBezTo>
                  <a:pt x="24" y="3"/>
                  <a:pt x="24" y="3"/>
                  <a:pt x="24" y="3"/>
                </a:cubicBezTo>
                <a:cubicBezTo>
                  <a:pt x="24" y="1"/>
                  <a:pt x="24" y="1"/>
                  <a:pt x="24" y="1"/>
                </a:cubicBezTo>
                <a:cubicBezTo>
                  <a:pt x="24" y="1"/>
                  <a:pt x="25" y="0"/>
                  <a:pt x="25" y="0"/>
                </a:cubicBezTo>
                <a:cubicBezTo>
                  <a:pt x="26" y="0"/>
                  <a:pt x="27" y="1"/>
                  <a:pt x="27" y="1"/>
                </a:cubicBezTo>
                <a:cubicBezTo>
                  <a:pt x="27" y="3"/>
                  <a:pt x="27" y="3"/>
                  <a:pt x="27" y="3"/>
                </a:cubicBezTo>
                <a:cubicBezTo>
                  <a:pt x="40" y="3"/>
                  <a:pt x="40" y="3"/>
                  <a:pt x="40" y="3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0"/>
                  <a:pt x="41" y="0"/>
                </a:cubicBezTo>
                <a:cubicBezTo>
                  <a:pt x="41" y="0"/>
                  <a:pt x="42" y="1"/>
                  <a:pt x="42" y="1"/>
                </a:cubicBezTo>
                <a:cubicBezTo>
                  <a:pt x="42" y="3"/>
                  <a:pt x="42" y="3"/>
                  <a:pt x="42" y="3"/>
                </a:cubicBezTo>
                <a:cubicBezTo>
                  <a:pt x="48" y="3"/>
                  <a:pt x="48" y="3"/>
                  <a:pt x="48" y="3"/>
                </a:cubicBezTo>
                <a:cubicBezTo>
                  <a:pt x="50" y="3"/>
                  <a:pt x="50" y="4"/>
                  <a:pt x="50" y="5"/>
                </a:cubicBezTo>
                <a:cubicBezTo>
                  <a:pt x="50" y="5"/>
                  <a:pt x="50" y="5"/>
                  <a:pt x="50" y="5"/>
                </a:cubicBezTo>
                <a:cubicBezTo>
                  <a:pt x="50" y="32"/>
                  <a:pt x="50" y="32"/>
                  <a:pt x="50" y="32"/>
                </a:cubicBezTo>
                <a:cubicBezTo>
                  <a:pt x="50" y="33"/>
                  <a:pt x="50" y="34"/>
                  <a:pt x="48" y="34"/>
                </a:cubicBezTo>
                <a:cubicBezTo>
                  <a:pt x="48" y="34"/>
                  <a:pt x="48" y="34"/>
                  <a:pt x="48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6"/>
                  <a:pt x="42" y="36"/>
                  <a:pt x="42" y="36"/>
                </a:cubicBezTo>
                <a:cubicBezTo>
                  <a:pt x="48" y="36"/>
                  <a:pt x="48" y="36"/>
                  <a:pt x="48" y="36"/>
                </a:cubicBezTo>
                <a:cubicBezTo>
                  <a:pt x="50" y="36"/>
                  <a:pt x="50" y="37"/>
                  <a:pt x="50" y="38"/>
                </a:cubicBezTo>
                <a:cubicBezTo>
                  <a:pt x="50" y="39"/>
                  <a:pt x="50" y="40"/>
                  <a:pt x="48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42" y="48"/>
                  <a:pt x="42" y="48"/>
                  <a:pt x="42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2" y="48"/>
                  <a:pt x="42" y="49"/>
                  <a:pt x="41" y="49"/>
                </a:cubicBezTo>
                <a:cubicBezTo>
                  <a:pt x="41" y="49"/>
                  <a:pt x="41" y="49"/>
                  <a:pt x="41" y="49"/>
                </a:cubicBezTo>
                <a:cubicBezTo>
                  <a:pt x="36" y="49"/>
                  <a:pt x="36" y="49"/>
                  <a:pt x="36" y="49"/>
                </a:cubicBezTo>
                <a:cubicBezTo>
                  <a:pt x="36" y="49"/>
                  <a:pt x="36" y="49"/>
                  <a:pt x="36" y="49"/>
                </a:cubicBezTo>
                <a:close/>
                <a:moveTo>
                  <a:pt x="35" y="36"/>
                </a:moveTo>
                <a:cubicBezTo>
                  <a:pt x="35" y="36"/>
                  <a:pt x="35" y="36"/>
                  <a:pt x="35" y="36"/>
                </a:cubicBezTo>
                <a:cubicBezTo>
                  <a:pt x="35" y="34"/>
                  <a:pt x="35" y="34"/>
                  <a:pt x="35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6"/>
                  <a:pt x="16" y="36"/>
                  <a:pt x="16" y="36"/>
                </a:cubicBezTo>
                <a:cubicBezTo>
                  <a:pt x="35" y="36"/>
                  <a:pt x="35" y="36"/>
                  <a:pt x="35" y="36"/>
                </a:cubicBezTo>
                <a:close/>
                <a:moveTo>
                  <a:pt x="11" y="36"/>
                </a:moveTo>
                <a:cubicBezTo>
                  <a:pt x="11" y="36"/>
                  <a:pt x="11" y="36"/>
                  <a:pt x="11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4"/>
                  <a:pt x="14" y="34"/>
                  <a:pt x="14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6"/>
                  <a:pt x="11" y="36"/>
                  <a:pt x="11" y="36"/>
                </a:cubicBezTo>
                <a:close/>
                <a:moveTo>
                  <a:pt x="37" y="36"/>
                </a:moveTo>
                <a:cubicBezTo>
                  <a:pt x="37" y="36"/>
                  <a:pt x="37" y="36"/>
                  <a:pt x="37" y="36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4"/>
                  <a:pt x="40" y="34"/>
                  <a:pt x="40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6"/>
                  <a:pt x="37" y="36"/>
                  <a:pt x="37" y="36"/>
                </a:cubicBezTo>
                <a:close/>
                <a:moveTo>
                  <a:pt x="40" y="40"/>
                </a:moveTo>
                <a:cubicBezTo>
                  <a:pt x="40" y="40"/>
                  <a:pt x="40" y="40"/>
                  <a:pt x="40" y="40"/>
                </a:cubicBezTo>
                <a:cubicBezTo>
                  <a:pt x="37" y="40"/>
                  <a:pt x="37" y="40"/>
                  <a:pt x="37" y="40"/>
                </a:cubicBezTo>
                <a:cubicBezTo>
                  <a:pt x="37" y="47"/>
                  <a:pt x="37" y="47"/>
                  <a:pt x="37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0"/>
                  <a:pt x="40" y="40"/>
                  <a:pt x="40" y="40"/>
                </a:cubicBezTo>
                <a:close/>
                <a:moveTo>
                  <a:pt x="14" y="40"/>
                </a:moveTo>
                <a:cubicBezTo>
                  <a:pt x="14" y="40"/>
                  <a:pt x="14" y="40"/>
                  <a:pt x="14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7"/>
                  <a:pt x="11" y="47"/>
                  <a:pt x="11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14" y="40"/>
                  <a:pt x="14" y="40"/>
                  <a:pt x="14" y="40"/>
                </a:cubicBezTo>
                <a:close/>
                <a:moveTo>
                  <a:pt x="47" y="7"/>
                </a:moveTo>
                <a:cubicBezTo>
                  <a:pt x="47" y="7"/>
                  <a:pt x="47" y="7"/>
                  <a:pt x="47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10"/>
                  <a:pt x="42" y="10"/>
                  <a:pt x="42" y="10"/>
                </a:cubicBezTo>
                <a:cubicBezTo>
                  <a:pt x="42" y="10"/>
                  <a:pt x="41" y="11"/>
                  <a:pt x="41" y="11"/>
                </a:cubicBezTo>
                <a:cubicBezTo>
                  <a:pt x="40" y="11"/>
                  <a:pt x="40" y="10"/>
                  <a:pt x="40" y="10"/>
                </a:cubicBezTo>
                <a:cubicBezTo>
                  <a:pt x="40" y="7"/>
                  <a:pt x="40" y="7"/>
                  <a:pt x="40" y="7"/>
                </a:cubicBezTo>
                <a:cubicBezTo>
                  <a:pt x="27" y="7"/>
                  <a:pt x="27" y="7"/>
                  <a:pt x="27" y="7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6" y="11"/>
                  <a:pt x="25" y="11"/>
                </a:cubicBezTo>
                <a:cubicBezTo>
                  <a:pt x="25" y="11"/>
                  <a:pt x="24" y="10"/>
                  <a:pt x="24" y="10"/>
                </a:cubicBezTo>
                <a:cubicBezTo>
                  <a:pt x="24" y="7"/>
                  <a:pt x="24" y="7"/>
                  <a:pt x="24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1"/>
                  <a:pt x="10" y="11"/>
                </a:cubicBezTo>
                <a:cubicBezTo>
                  <a:pt x="9" y="11"/>
                  <a:pt x="9" y="10"/>
                  <a:pt x="9" y="10"/>
                </a:cubicBezTo>
                <a:cubicBezTo>
                  <a:pt x="9" y="7"/>
                  <a:pt x="9" y="7"/>
                  <a:pt x="9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30"/>
                  <a:pt x="4" y="30"/>
                  <a:pt x="4" y="30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7"/>
                  <a:pt x="47" y="7"/>
                  <a:pt x="47" y="7"/>
                </a:cubicBezTo>
                <a:close/>
                <a:moveTo>
                  <a:pt x="21" y="19"/>
                </a:moveTo>
                <a:cubicBezTo>
                  <a:pt x="21" y="19"/>
                  <a:pt x="21" y="19"/>
                  <a:pt x="21" y="19"/>
                </a:cubicBezTo>
                <a:cubicBezTo>
                  <a:pt x="20" y="21"/>
                  <a:pt x="20" y="21"/>
                  <a:pt x="20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1" y="19"/>
                  <a:pt x="21" y="19"/>
                  <a:pt x="21" y="19"/>
                </a:cubicBezTo>
                <a:close/>
                <a:moveTo>
                  <a:pt x="27" y="14"/>
                </a:moveTo>
                <a:cubicBezTo>
                  <a:pt x="27" y="14"/>
                  <a:pt x="27" y="14"/>
                  <a:pt x="27" y="14"/>
                </a:cubicBezTo>
                <a:cubicBezTo>
                  <a:pt x="28" y="14"/>
                  <a:pt x="28" y="14"/>
                  <a:pt x="28" y="14"/>
                </a:cubicBezTo>
                <a:cubicBezTo>
                  <a:pt x="32" y="14"/>
                  <a:pt x="32" y="14"/>
                  <a:pt x="32" y="14"/>
                </a:cubicBezTo>
                <a:cubicBezTo>
                  <a:pt x="33" y="14"/>
                  <a:pt x="34" y="14"/>
                  <a:pt x="34" y="15"/>
                </a:cubicBezTo>
                <a:cubicBezTo>
                  <a:pt x="34" y="15"/>
                  <a:pt x="35" y="16"/>
                  <a:pt x="35" y="17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4" y="25"/>
                  <a:pt x="34" y="25"/>
                </a:cubicBezTo>
                <a:cubicBezTo>
                  <a:pt x="34" y="26"/>
                  <a:pt x="33" y="26"/>
                  <a:pt x="32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6" y="26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7" y="14"/>
                  <a:pt x="27" y="14"/>
                </a:cubicBezTo>
                <a:close/>
                <a:moveTo>
                  <a:pt x="32" y="16"/>
                </a:moveTo>
                <a:cubicBezTo>
                  <a:pt x="32" y="16"/>
                  <a:pt x="32" y="16"/>
                  <a:pt x="32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24"/>
                  <a:pt x="29" y="24"/>
                  <a:pt x="29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16"/>
                  <a:pt x="32" y="16"/>
                  <a:pt x="32" y="1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65" name="Freeform 199">
            <a:extLst>
              <a:ext uri="{FF2B5EF4-FFF2-40B4-BE49-F238E27FC236}">
                <a16:creationId xmlns:a16="http://schemas.microsoft.com/office/drawing/2014/main" id="{1B996538-164F-76DE-E732-D358ABDC0DCA}"/>
              </a:ext>
            </a:extLst>
          </p:cNvPr>
          <p:cNvSpPr>
            <a:spLocks noEditPoints="1"/>
          </p:cNvSpPr>
          <p:nvPr/>
        </p:nvSpPr>
        <p:spPr bwMode="auto">
          <a:xfrm>
            <a:off x="2780701" y="4815865"/>
            <a:ext cx="213784" cy="186267"/>
          </a:xfrm>
          <a:custGeom>
            <a:avLst/>
            <a:gdLst>
              <a:gd name="T0" fmla="*/ 54515 w 50"/>
              <a:gd name="T1" fmla="*/ 98425 h 44"/>
              <a:gd name="T2" fmla="*/ 64135 w 50"/>
              <a:gd name="T3" fmla="*/ 63500 h 44"/>
              <a:gd name="T4" fmla="*/ 70549 w 50"/>
              <a:gd name="T5" fmla="*/ 63500 h 44"/>
              <a:gd name="T6" fmla="*/ 80169 w 50"/>
              <a:gd name="T7" fmla="*/ 98425 h 44"/>
              <a:gd name="T8" fmla="*/ 70549 w 50"/>
              <a:gd name="T9" fmla="*/ 92075 h 44"/>
              <a:gd name="T10" fmla="*/ 57722 w 50"/>
              <a:gd name="T11" fmla="*/ 98425 h 44"/>
              <a:gd name="T12" fmla="*/ 6414 w 50"/>
              <a:gd name="T13" fmla="*/ 0 h 44"/>
              <a:gd name="T14" fmla="*/ 153924 w 50"/>
              <a:gd name="T15" fmla="*/ 0 h 44"/>
              <a:gd name="T16" fmla="*/ 160338 w 50"/>
              <a:gd name="T17" fmla="*/ 6350 h 44"/>
              <a:gd name="T18" fmla="*/ 153924 w 50"/>
              <a:gd name="T19" fmla="*/ 139700 h 44"/>
              <a:gd name="T20" fmla="*/ 6414 w 50"/>
              <a:gd name="T21" fmla="*/ 139700 h 44"/>
              <a:gd name="T22" fmla="*/ 0 w 50"/>
              <a:gd name="T23" fmla="*/ 133350 h 44"/>
              <a:gd name="T24" fmla="*/ 6414 w 50"/>
              <a:gd name="T25" fmla="*/ 0 h 44"/>
              <a:gd name="T26" fmla="*/ 141097 w 50"/>
              <a:gd name="T27" fmla="*/ 19050 h 44"/>
              <a:gd name="T28" fmla="*/ 141097 w 50"/>
              <a:gd name="T29" fmla="*/ 31750 h 44"/>
              <a:gd name="T30" fmla="*/ 141097 w 50"/>
              <a:gd name="T31" fmla="*/ 19050 h 44"/>
              <a:gd name="T32" fmla="*/ 125064 w 50"/>
              <a:gd name="T33" fmla="*/ 19050 h 44"/>
              <a:gd name="T34" fmla="*/ 125064 w 50"/>
              <a:gd name="T35" fmla="*/ 31750 h 44"/>
              <a:gd name="T36" fmla="*/ 125064 w 50"/>
              <a:gd name="T37" fmla="*/ 19050 h 44"/>
              <a:gd name="T38" fmla="*/ 109030 w 50"/>
              <a:gd name="T39" fmla="*/ 19050 h 44"/>
              <a:gd name="T40" fmla="*/ 109030 w 50"/>
              <a:gd name="T41" fmla="*/ 31750 h 44"/>
              <a:gd name="T42" fmla="*/ 109030 w 50"/>
              <a:gd name="T43" fmla="*/ 19050 h 44"/>
              <a:gd name="T44" fmla="*/ 12827 w 50"/>
              <a:gd name="T45" fmla="*/ 38100 h 44"/>
              <a:gd name="T46" fmla="*/ 150718 w 50"/>
              <a:gd name="T47" fmla="*/ 12700 h 44"/>
              <a:gd name="T48" fmla="*/ 12827 w 50"/>
              <a:gd name="T49" fmla="*/ 38100 h 44"/>
              <a:gd name="T50" fmla="*/ 150718 w 50"/>
              <a:gd name="T51" fmla="*/ 44450 h 44"/>
              <a:gd name="T52" fmla="*/ 12827 w 50"/>
              <a:gd name="T53" fmla="*/ 127000 h 44"/>
              <a:gd name="T54" fmla="*/ 150718 w 50"/>
              <a:gd name="T55" fmla="*/ 44450 h 44"/>
              <a:gd name="T56" fmla="*/ 67342 w 50"/>
              <a:gd name="T57" fmla="*/ 76200 h 44"/>
              <a:gd name="T58" fmla="*/ 70549 w 50"/>
              <a:gd name="T59" fmla="*/ 85725 h 44"/>
              <a:gd name="T60" fmla="*/ 86583 w 50"/>
              <a:gd name="T61" fmla="*/ 60325 h 44"/>
              <a:gd name="T62" fmla="*/ 86583 w 50"/>
              <a:gd name="T63" fmla="*/ 60325 h 44"/>
              <a:gd name="T64" fmla="*/ 109030 w 50"/>
              <a:gd name="T65" fmla="*/ 63500 h 44"/>
              <a:gd name="T66" fmla="*/ 112237 w 50"/>
              <a:gd name="T67" fmla="*/ 92075 h 44"/>
              <a:gd name="T68" fmla="*/ 102616 w 50"/>
              <a:gd name="T69" fmla="*/ 101600 h 44"/>
              <a:gd name="T70" fmla="*/ 83376 w 50"/>
              <a:gd name="T71" fmla="*/ 95250 h 44"/>
              <a:gd name="T72" fmla="*/ 83376 w 50"/>
              <a:gd name="T73" fmla="*/ 63500 h 44"/>
              <a:gd name="T74" fmla="*/ 102616 w 50"/>
              <a:gd name="T75" fmla="*/ 69850 h 44"/>
              <a:gd name="T76" fmla="*/ 92996 w 50"/>
              <a:gd name="T77" fmla="*/ 69850 h 44"/>
              <a:gd name="T78" fmla="*/ 102616 w 50"/>
              <a:gd name="T79" fmla="*/ 92075 h 44"/>
              <a:gd name="T80" fmla="*/ 102616 w 50"/>
              <a:gd name="T81" fmla="*/ 92075 h 44"/>
              <a:gd name="T82" fmla="*/ 102616 w 50"/>
              <a:gd name="T83" fmla="*/ 69850 h 4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0" h="44">
                <a:moveTo>
                  <a:pt x="18" y="31"/>
                </a:moveTo>
                <a:cubicBezTo>
                  <a:pt x="18" y="31"/>
                  <a:pt x="17" y="32"/>
                  <a:pt x="17" y="31"/>
                </a:cubicBezTo>
                <a:cubicBezTo>
                  <a:pt x="16" y="31"/>
                  <a:pt x="16" y="31"/>
                  <a:pt x="16" y="3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19"/>
                  <a:pt x="20" y="19"/>
                  <a:pt x="21" y="19"/>
                </a:cubicBezTo>
                <a:cubicBezTo>
                  <a:pt x="21" y="19"/>
                  <a:pt x="22" y="20"/>
                  <a:pt x="22" y="20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31"/>
                  <a:pt x="25" y="31"/>
                  <a:pt x="25" y="31"/>
                </a:cubicBezTo>
                <a:cubicBezTo>
                  <a:pt x="24" y="32"/>
                  <a:pt x="23" y="31"/>
                  <a:pt x="23" y="31"/>
                </a:cubicBezTo>
                <a:cubicBezTo>
                  <a:pt x="22" y="29"/>
                  <a:pt x="22" y="29"/>
                  <a:pt x="22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8" y="31"/>
                  <a:pt x="18" y="31"/>
                  <a:pt x="18" y="31"/>
                </a:cubicBezTo>
                <a:close/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0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50" y="44"/>
                  <a:pt x="48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4" y="6"/>
                </a:move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5" y="7"/>
                  <a:pt x="45" y="8"/>
                </a:cubicBezTo>
                <a:cubicBezTo>
                  <a:pt x="45" y="9"/>
                  <a:pt x="45" y="10"/>
                  <a:pt x="44" y="10"/>
                </a:cubicBezTo>
                <a:cubicBezTo>
                  <a:pt x="42" y="10"/>
                  <a:pt x="42" y="9"/>
                  <a:pt x="42" y="8"/>
                </a:cubicBezTo>
                <a:cubicBezTo>
                  <a:pt x="42" y="7"/>
                  <a:pt x="42" y="6"/>
                  <a:pt x="44" y="6"/>
                </a:cubicBezTo>
                <a:close/>
                <a:moveTo>
                  <a:pt x="39" y="6"/>
                </a:moveTo>
                <a:cubicBezTo>
                  <a:pt x="39" y="6"/>
                  <a:pt x="39" y="6"/>
                  <a:pt x="39" y="6"/>
                </a:cubicBezTo>
                <a:cubicBezTo>
                  <a:pt x="40" y="6"/>
                  <a:pt x="41" y="7"/>
                  <a:pt x="41" y="8"/>
                </a:cubicBezTo>
                <a:cubicBezTo>
                  <a:pt x="41" y="9"/>
                  <a:pt x="40" y="10"/>
                  <a:pt x="39" y="10"/>
                </a:cubicBezTo>
                <a:cubicBezTo>
                  <a:pt x="38" y="10"/>
                  <a:pt x="37" y="9"/>
                  <a:pt x="37" y="8"/>
                </a:cubicBezTo>
                <a:cubicBezTo>
                  <a:pt x="37" y="7"/>
                  <a:pt x="38" y="6"/>
                  <a:pt x="39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7"/>
                  <a:pt x="36" y="8"/>
                </a:cubicBezTo>
                <a:cubicBezTo>
                  <a:pt x="36" y="9"/>
                  <a:pt x="35" y="10"/>
                  <a:pt x="34" y="10"/>
                </a:cubicBezTo>
                <a:cubicBezTo>
                  <a:pt x="33" y="10"/>
                  <a:pt x="32" y="9"/>
                  <a:pt x="32" y="8"/>
                </a:cubicBezTo>
                <a:cubicBezTo>
                  <a:pt x="32" y="7"/>
                  <a:pt x="33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4"/>
                  <a:pt x="47" y="4"/>
                  <a:pt x="4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47" y="14"/>
                </a:moveTo>
                <a:cubicBezTo>
                  <a:pt x="47" y="14"/>
                  <a:pt x="47" y="14"/>
                  <a:pt x="47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40"/>
                  <a:pt x="4" y="40"/>
                  <a:pt x="4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47" y="14"/>
                  <a:pt x="47" y="14"/>
                  <a:pt x="47" y="14"/>
                </a:cubicBezTo>
                <a:close/>
                <a:moveTo>
                  <a:pt x="21" y="24"/>
                </a:moveTo>
                <a:cubicBezTo>
                  <a:pt x="21" y="24"/>
                  <a:pt x="21" y="24"/>
                  <a:pt x="21" y="24"/>
                </a:cubicBezTo>
                <a:cubicBezTo>
                  <a:pt x="20" y="27"/>
                  <a:pt x="20" y="27"/>
                  <a:pt x="20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1" y="24"/>
                  <a:pt x="21" y="24"/>
                  <a:pt x="21" y="24"/>
                </a:cubicBezTo>
                <a:close/>
                <a:moveTo>
                  <a:pt x="27" y="19"/>
                </a:move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3" y="19"/>
                  <a:pt x="33" y="20"/>
                  <a:pt x="34" y="20"/>
                </a:cubicBezTo>
                <a:cubicBezTo>
                  <a:pt x="34" y="21"/>
                  <a:pt x="35" y="21"/>
                  <a:pt x="35" y="22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30"/>
                  <a:pt x="34" y="30"/>
                  <a:pt x="34" y="31"/>
                </a:cubicBezTo>
                <a:cubicBezTo>
                  <a:pt x="33" y="31"/>
                  <a:pt x="33" y="32"/>
                  <a:pt x="32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2"/>
                  <a:pt x="26" y="31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7" y="19"/>
                  <a:pt x="27" y="19"/>
                </a:cubicBezTo>
                <a:close/>
                <a:moveTo>
                  <a:pt x="32" y="22"/>
                </a:moveTo>
                <a:cubicBezTo>
                  <a:pt x="32" y="22"/>
                  <a:pt x="32" y="22"/>
                  <a:pt x="32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66" name="Freeform 200">
            <a:extLst>
              <a:ext uri="{FF2B5EF4-FFF2-40B4-BE49-F238E27FC236}">
                <a16:creationId xmlns:a16="http://schemas.microsoft.com/office/drawing/2014/main" id="{19552DF0-5EA2-B984-AE08-E6789C00C0B5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4815865"/>
            <a:ext cx="211667" cy="186267"/>
          </a:xfrm>
          <a:custGeom>
            <a:avLst/>
            <a:gdLst>
              <a:gd name="T0" fmla="*/ 6350 w 50"/>
              <a:gd name="T1" fmla="*/ 0 h 44"/>
              <a:gd name="T2" fmla="*/ 158750 w 50"/>
              <a:gd name="T3" fmla="*/ 6350 h 44"/>
              <a:gd name="T4" fmla="*/ 158750 w 50"/>
              <a:gd name="T5" fmla="*/ 133350 h 44"/>
              <a:gd name="T6" fmla="*/ 152400 w 50"/>
              <a:gd name="T7" fmla="*/ 139700 h 44"/>
              <a:gd name="T8" fmla="*/ 0 w 50"/>
              <a:gd name="T9" fmla="*/ 133350 h 44"/>
              <a:gd name="T10" fmla="*/ 0 w 50"/>
              <a:gd name="T11" fmla="*/ 6350 h 44"/>
              <a:gd name="T12" fmla="*/ 88900 w 50"/>
              <a:gd name="T13" fmla="*/ 57150 h 44"/>
              <a:gd name="T14" fmla="*/ 88900 w 50"/>
              <a:gd name="T15" fmla="*/ 57150 h 44"/>
              <a:gd name="T16" fmla="*/ 123825 w 50"/>
              <a:gd name="T17" fmla="*/ 60325 h 44"/>
              <a:gd name="T18" fmla="*/ 123825 w 50"/>
              <a:gd name="T19" fmla="*/ 95250 h 44"/>
              <a:gd name="T20" fmla="*/ 120650 w 50"/>
              <a:gd name="T21" fmla="*/ 98425 h 44"/>
              <a:gd name="T22" fmla="*/ 85725 w 50"/>
              <a:gd name="T23" fmla="*/ 95250 h 44"/>
              <a:gd name="T24" fmla="*/ 85725 w 50"/>
              <a:gd name="T25" fmla="*/ 60325 h 44"/>
              <a:gd name="T26" fmla="*/ 117475 w 50"/>
              <a:gd name="T27" fmla="*/ 66675 h 44"/>
              <a:gd name="T28" fmla="*/ 92075 w 50"/>
              <a:gd name="T29" fmla="*/ 66675 h 44"/>
              <a:gd name="T30" fmla="*/ 117475 w 50"/>
              <a:gd name="T31" fmla="*/ 88900 h 44"/>
              <a:gd name="T32" fmla="*/ 76200 w 50"/>
              <a:gd name="T33" fmla="*/ 57150 h 44"/>
              <a:gd name="T34" fmla="*/ 79375 w 50"/>
              <a:gd name="T35" fmla="*/ 60325 h 44"/>
              <a:gd name="T36" fmla="*/ 38100 w 50"/>
              <a:gd name="T37" fmla="*/ 66675 h 44"/>
              <a:gd name="T38" fmla="*/ 38100 w 50"/>
              <a:gd name="T39" fmla="*/ 57150 h 44"/>
              <a:gd name="T40" fmla="*/ 76200 w 50"/>
              <a:gd name="T41" fmla="*/ 73025 h 44"/>
              <a:gd name="T42" fmla="*/ 79375 w 50"/>
              <a:gd name="T43" fmla="*/ 79375 h 44"/>
              <a:gd name="T44" fmla="*/ 38100 w 50"/>
              <a:gd name="T45" fmla="*/ 82550 h 44"/>
              <a:gd name="T46" fmla="*/ 38100 w 50"/>
              <a:gd name="T47" fmla="*/ 73025 h 44"/>
              <a:gd name="T48" fmla="*/ 76200 w 50"/>
              <a:gd name="T49" fmla="*/ 88900 h 44"/>
              <a:gd name="T50" fmla="*/ 79375 w 50"/>
              <a:gd name="T51" fmla="*/ 95250 h 44"/>
              <a:gd name="T52" fmla="*/ 38100 w 50"/>
              <a:gd name="T53" fmla="*/ 98425 h 44"/>
              <a:gd name="T54" fmla="*/ 38100 w 50"/>
              <a:gd name="T55" fmla="*/ 88900 h 44"/>
              <a:gd name="T56" fmla="*/ 120650 w 50"/>
              <a:gd name="T57" fmla="*/ 107950 h 44"/>
              <a:gd name="T58" fmla="*/ 123825 w 50"/>
              <a:gd name="T59" fmla="*/ 111125 h 44"/>
              <a:gd name="T60" fmla="*/ 38100 w 50"/>
              <a:gd name="T61" fmla="*/ 114300 h 44"/>
              <a:gd name="T62" fmla="*/ 38100 w 50"/>
              <a:gd name="T63" fmla="*/ 107950 h 44"/>
              <a:gd name="T64" fmla="*/ 136525 w 50"/>
              <a:gd name="T65" fmla="*/ 19050 h 44"/>
              <a:gd name="T66" fmla="*/ 142875 w 50"/>
              <a:gd name="T67" fmla="*/ 25400 h 44"/>
              <a:gd name="T68" fmla="*/ 130175 w 50"/>
              <a:gd name="T69" fmla="*/ 25400 h 44"/>
              <a:gd name="T70" fmla="*/ 120650 w 50"/>
              <a:gd name="T71" fmla="*/ 19050 h 44"/>
              <a:gd name="T72" fmla="*/ 127000 w 50"/>
              <a:gd name="T73" fmla="*/ 25400 h 44"/>
              <a:gd name="T74" fmla="*/ 114300 w 50"/>
              <a:gd name="T75" fmla="*/ 25400 h 44"/>
              <a:gd name="T76" fmla="*/ 107950 w 50"/>
              <a:gd name="T77" fmla="*/ 19050 h 44"/>
              <a:gd name="T78" fmla="*/ 114300 w 50"/>
              <a:gd name="T79" fmla="*/ 25400 h 44"/>
              <a:gd name="T80" fmla="*/ 101600 w 50"/>
              <a:gd name="T81" fmla="*/ 25400 h 44"/>
              <a:gd name="T82" fmla="*/ 12700 w 50"/>
              <a:gd name="T83" fmla="*/ 38100 h 44"/>
              <a:gd name="T84" fmla="*/ 146050 w 50"/>
              <a:gd name="T85" fmla="*/ 38100 h 44"/>
              <a:gd name="T86" fmla="*/ 12700 w 50"/>
              <a:gd name="T87" fmla="*/ 12700 h 44"/>
              <a:gd name="T88" fmla="*/ 146050 w 50"/>
              <a:gd name="T89" fmla="*/ 44450 h 44"/>
              <a:gd name="T90" fmla="*/ 12700 w 50"/>
              <a:gd name="T91" fmla="*/ 44450 h 44"/>
              <a:gd name="T92" fmla="*/ 146050 w 50"/>
              <a:gd name="T93" fmla="*/ 127000 h 4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44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49" y="44"/>
                  <a:pt x="48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8" y="18"/>
                </a:move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9" y="18"/>
                  <a:pt x="39" y="19"/>
                  <a:pt x="39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30"/>
                  <a:pt x="39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28" y="31"/>
                  <a:pt x="28" y="31"/>
                  <a:pt x="28" y="31"/>
                </a:cubicBezTo>
                <a:cubicBezTo>
                  <a:pt x="27" y="31"/>
                  <a:pt x="27" y="30"/>
                  <a:pt x="27" y="30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8"/>
                  <a:pt x="28" y="18"/>
                </a:cubicBezTo>
                <a:close/>
                <a:moveTo>
                  <a:pt x="37" y="21"/>
                </a:moveTo>
                <a:cubicBezTo>
                  <a:pt x="37" y="21"/>
                  <a:pt x="37" y="21"/>
                  <a:pt x="37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8"/>
                  <a:pt x="29" y="28"/>
                  <a:pt x="29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1"/>
                  <a:pt x="37" y="21"/>
                  <a:pt x="37" y="21"/>
                </a:cubicBezTo>
                <a:close/>
                <a:moveTo>
                  <a:pt x="24" y="18"/>
                </a:move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5" y="19"/>
                  <a:pt x="25" y="19"/>
                </a:cubicBezTo>
                <a:cubicBezTo>
                  <a:pt x="25" y="20"/>
                  <a:pt x="24" y="21"/>
                  <a:pt x="24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1" y="21"/>
                  <a:pt x="11" y="20"/>
                  <a:pt x="11" y="19"/>
                </a:cubicBezTo>
                <a:cubicBezTo>
                  <a:pt x="11" y="19"/>
                  <a:pt x="11" y="18"/>
                  <a:pt x="12" y="18"/>
                </a:cubicBezTo>
                <a:cubicBezTo>
                  <a:pt x="24" y="18"/>
                  <a:pt x="24" y="18"/>
                  <a:pt x="24" y="18"/>
                </a:cubicBezTo>
                <a:close/>
                <a:moveTo>
                  <a:pt x="24" y="23"/>
                </a:move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5" y="24"/>
                  <a:pt x="25" y="25"/>
                </a:cubicBezTo>
                <a:cubicBezTo>
                  <a:pt x="25" y="25"/>
                  <a:pt x="24" y="26"/>
                  <a:pt x="24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1" y="26"/>
                  <a:pt x="11" y="25"/>
                  <a:pt x="11" y="25"/>
                </a:cubicBezTo>
                <a:cubicBezTo>
                  <a:pt x="11" y="24"/>
                  <a:pt x="11" y="23"/>
                  <a:pt x="12" y="23"/>
                </a:cubicBezTo>
                <a:cubicBezTo>
                  <a:pt x="24" y="23"/>
                  <a:pt x="24" y="23"/>
                  <a:pt x="24" y="23"/>
                </a:cubicBezTo>
                <a:close/>
                <a:moveTo>
                  <a:pt x="24" y="28"/>
                </a:moveTo>
                <a:cubicBezTo>
                  <a:pt x="24" y="28"/>
                  <a:pt x="24" y="28"/>
                  <a:pt x="24" y="28"/>
                </a:cubicBezTo>
                <a:cubicBezTo>
                  <a:pt x="24" y="28"/>
                  <a:pt x="25" y="29"/>
                  <a:pt x="25" y="30"/>
                </a:cubicBezTo>
                <a:cubicBezTo>
                  <a:pt x="25" y="30"/>
                  <a:pt x="24" y="31"/>
                  <a:pt x="24" y="31"/>
                </a:cubicBezTo>
                <a:cubicBezTo>
                  <a:pt x="12" y="31"/>
                  <a:pt x="12" y="31"/>
                  <a:pt x="12" y="31"/>
                </a:cubicBezTo>
                <a:cubicBezTo>
                  <a:pt x="11" y="31"/>
                  <a:pt x="11" y="30"/>
                  <a:pt x="11" y="30"/>
                </a:cubicBezTo>
                <a:cubicBezTo>
                  <a:pt x="11" y="29"/>
                  <a:pt x="11" y="28"/>
                  <a:pt x="12" y="28"/>
                </a:cubicBezTo>
                <a:cubicBezTo>
                  <a:pt x="24" y="28"/>
                  <a:pt x="24" y="28"/>
                  <a:pt x="24" y="28"/>
                </a:cubicBezTo>
                <a:close/>
                <a:moveTo>
                  <a:pt x="38" y="34"/>
                </a:moveTo>
                <a:cubicBezTo>
                  <a:pt x="38" y="34"/>
                  <a:pt x="38" y="34"/>
                  <a:pt x="38" y="34"/>
                </a:cubicBezTo>
                <a:cubicBezTo>
                  <a:pt x="39" y="34"/>
                  <a:pt x="39" y="34"/>
                  <a:pt x="39" y="35"/>
                </a:cubicBezTo>
                <a:cubicBezTo>
                  <a:pt x="39" y="35"/>
                  <a:pt x="39" y="36"/>
                  <a:pt x="38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1" y="36"/>
                  <a:pt x="11" y="35"/>
                  <a:pt x="11" y="35"/>
                </a:cubicBezTo>
                <a:cubicBezTo>
                  <a:pt x="11" y="34"/>
                  <a:pt x="11" y="34"/>
                  <a:pt x="12" y="34"/>
                </a:cubicBezTo>
                <a:cubicBezTo>
                  <a:pt x="38" y="34"/>
                  <a:pt x="38" y="34"/>
                  <a:pt x="38" y="34"/>
                </a:cubicBezTo>
                <a:close/>
                <a:moveTo>
                  <a:pt x="43" y="6"/>
                </a:move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5" y="7"/>
                  <a:pt x="45" y="8"/>
                </a:cubicBezTo>
                <a:cubicBezTo>
                  <a:pt x="45" y="9"/>
                  <a:pt x="44" y="10"/>
                  <a:pt x="43" y="10"/>
                </a:cubicBezTo>
                <a:cubicBezTo>
                  <a:pt x="42" y="10"/>
                  <a:pt x="41" y="9"/>
                  <a:pt x="41" y="8"/>
                </a:cubicBezTo>
                <a:cubicBezTo>
                  <a:pt x="41" y="7"/>
                  <a:pt x="42" y="6"/>
                  <a:pt x="43" y="6"/>
                </a:cubicBezTo>
                <a:close/>
                <a:moveTo>
                  <a:pt x="38" y="6"/>
                </a:moveTo>
                <a:cubicBezTo>
                  <a:pt x="38" y="6"/>
                  <a:pt x="38" y="6"/>
                  <a:pt x="38" y="6"/>
                </a:cubicBezTo>
                <a:cubicBezTo>
                  <a:pt x="39" y="6"/>
                  <a:pt x="40" y="7"/>
                  <a:pt x="40" y="8"/>
                </a:cubicBezTo>
                <a:cubicBezTo>
                  <a:pt x="40" y="9"/>
                  <a:pt x="39" y="10"/>
                  <a:pt x="38" y="10"/>
                </a:cubicBezTo>
                <a:cubicBezTo>
                  <a:pt x="37" y="10"/>
                  <a:pt x="36" y="9"/>
                  <a:pt x="36" y="8"/>
                </a:cubicBezTo>
                <a:cubicBezTo>
                  <a:pt x="36" y="7"/>
                  <a:pt x="37" y="6"/>
                  <a:pt x="38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7"/>
                  <a:pt x="36" y="8"/>
                </a:cubicBezTo>
                <a:cubicBezTo>
                  <a:pt x="36" y="9"/>
                  <a:pt x="35" y="10"/>
                  <a:pt x="34" y="10"/>
                </a:cubicBezTo>
                <a:cubicBezTo>
                  <a:pt x="33" y="10"/>
                  <a:pt x="32" y="9"/>
                  <a:pt x="32" y="8"/>
                </a:cubicBezTo>
                <a:cubicBezTo>
                  <a:pt x="32" y="7"/>
                  <a:pt x="33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46" y="14"/>
                </a:moveTo>
                <a:cubicBezTo>
                  <a:pt x="46" y="14"/>
                  <a:pt x="46" y="14"/>
                  <a:pt x="46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40"/>
                  <a:pt x="4" y="40"/>
                  <a:pt x="4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14"/>
                  <a:pt x="46" y="14"/>
                  <a:pt x="46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67" name="Freeform 201">
            <a:extLst>
              <a:ext uri="{FF2B5EF4-FFF2-40B4-BE49-F238E27FC236}">
                <a16:creationId xmlns:a16="http://schemas.microsoft.com/office/drawing/2014/main" id="{71EFA05B-17AF-974C-85EF-21F25AA99887}"/>
              </a:ext>
            </a:extLst>
          </p:cNvPr>
          <p:cNvSpPr>
            <a:spLocks noEditPoints="1"/>
          </p:cNvSpPr>
          <p:nvPr/>
        </p:nvSpPr>
        <p:spPr bwMode="auto">
          <a:xfrm>
            <a:off x="5085752" y="3437915"/>
            <a:ext cx="131233" cy="207433"/>
          </a:xfrm>
          <a:custGeom>
            <a:avLst/>
            <a:gdLst>
              <a:gd name="T0" fmla="*/ 22225 w 31"/>
              <a:gd name="T1" fmla="*/ 82550 h 49"/>
              <a:gd name="T2" fmla="*/ 31750 w 31"/>
              <a:gd name="T3" fmla="*/ 47625 h 49"/>
              <a:gd name="T4" fmla="*/ 38100 w 31"/>
              <a:gd name="T5" fmla="*/ 47625 h 49"/>
              <a:gd name="T6" fmla="*/ 47625 w 31"/>
              <a:gd name="T7" fmla="*/ 82550 h 49"/>
              <a:gd name="T8" fmla="*/ 41275 w 31"/>
              <a:gd name="T9" fmla="*/ 76200 h 49"/>
              <a:gd name="T10" fmla="*/ 28575 w 31"/>
              <a:gd name="T11" fmla="*/ 79375 h 49"/>
              <a:gd name="T12" fmla="*/ 22225 w 31"/>
              <a:gd name="T13" fmla="*/ 3175 h 49"/>
              <a:gd name="T14" fmla="*/ 28575 w 31"/>
              <a:gd name="T15" fmla="*/ 3175 h 49"/>
              <a:gd name="T16" fmla="*/ 69850 w 31"/>
              <a:gd name="T17" fmla="*/ 3175 h 49"/>
              <a:gd name="T18" fmla="*/ 73025 w 31"/>
              <a:gd name="T19" fmla="*/ 0 h 49"/>
              <a:gd name="T20" fmla="*/ 79375 w 31"/>
              <a:gd name="T21" fmla="*/ 3175 h 49"/>
              <a:gd name="T22" fmla="*/ 98425 w 31"/>
              <a:gd name="T23" fmla="*/ 9525 h 49"/>
              <a:gd name="T24" fmla="*/ 98425 w 31"/>
              <a:gd name="T25" fmla="*/ 120650 h 49"/>
              <a:gd name="T26" fmla="*/ 92075 w 31"/>
              <a:gd name="T27" fmla="*/ 127000 h 49"/>
              <a:gd name="T28" fmla="*/ 73025 w 31"/>
              <a:gd name="T29" fmla="*/ 136525 h 49"/>
              <a:gd name="T30" fmla="*/ 79375 w 31"/>
              <a:gd name="T31" fmla="*/ 136525 h 49"/>
              <a:gd name="T32" fmla="*/ 82550 w 31"/>
              <a:gd name="T33" fmla="*/ 152400 h 49"/>
              <a:gd name="T34" fmla="*/ 79375 w 31"/>
              <a:gd name="T35" fmla="*/ 155575 h 49"/>
              <a:gd name="T36" fmla="*/ 22225 w 31"/>
              <a:gd name="T37" fmla="*/ 155575 h 49"/>
              <a:gd name="T38" fmla="*/ 19050 w 31"/>
              <a:gd name="T39" fmla="*/ 139700 h 49"/>
              <a:gd name="T40" fmla="*/ 22225 w 31"/>
              <a:gd name="T41" fmla="*/ 136525 h 49"/>
              <a:gd name="T42" fmla="*/ 28575 w 31"/>
              <a:gd name="T43" fmla="*/ 127000 h 49"/>
              <a:gd name="T44" fmla="*/ 0 w 31"/>
              <a:gd name="T45" fmla="*/ 120650 h 49"/>
              <a:gd name="T46" fmla="*/ 0 w 31"/>
              <a:gd name="T47" fmla="*/ 9525 h 49"/>
              <a:gd name="T48" fmla="*/ 6350 w 31"/>
              <a:gd name="T49" fmla="*/ 3175 h 49"/>
              <a:gd name="T50" fmla="*/ 22225 w 31"/>
              <a:gd name="T51" fmla="*/ 3175 h 49"/>
              <a:gd name="T52" fmla="*/ 28575 w 31"/>
              <a:gd name="T53" fmla="*/ 15875 h 49"/>
              <a:gd name="T54" fmla="*/ 25400 w 31"/>
              <a:gd name="T55" fmla="*/ 25400 h 49"/>
              <a:gd name="T56" fmla="*/ 22225 w 31"/>
              <a:gd name="T57" fmla="*/ 15875 h 49"/>
              <a:gd name="T58" fmla="*/ 12700 w 31"/>
              <a:gd name="T59" fmla="*/ 114300 h 49"/>
              <a:gd name="T60" fmla="*/ 85725 w 31"/>
              <a:gd name="T61" fmla="*/ 15875 h 49"/>
              <a:gd name="T62" fmla="*/ 79375 w 31"/>
              <a:gd name="T63" fmla="*/ 22225 h 49"/>
              <a:gd name="T64" fmla="*/ 69850 w 31"/>
              <a:gd name="T65" fmla="*/ 22225 h 49"/>
              <a:gd name="T66" fmla="*/ 28575 w 31"/>
              <a:gd name="T67" fmla="*/ 15875 h 49"/>
              <a:gd name="T68" fmla="*/ 63500 w 31"/>
              <a:gd name="T69" fmla="*/ 127000 h 49"/>
              <a:gd name="T70" fmla="*/ 34925 w 31"/>
              <a:gd name="T71" fmla="*/ 136525 h 49"/>
              <a:gd name="T72" fmla="*/ 63500 w 31"/>
              <a:gd name="T73" fmla="*/ 127000 h 49"/>
              <a:gd name="T74" fmla="*/ 25400 w 31"/>
              <a:gd name="T75" fmla="*/ 149225 h 49"/>
              <a:gd name="T76" fmla="*/ 73025 w 31"/>
              <a:gd name="T77" fmla="*/ 142875 h 49"/>
              <a:gd name="T78" fmla="*/ 25400 w 31"/>
              <a:gd name="T79" fmla="*/ 149225 h 49"/>
              <a:gd name="T80" fmla="*/ 34925 w 31"/>
              <a:gd name="T81" fmla="*/ 60325 h 49"/>
              <a:gd name="T82" fmla="*/ 38100 w 31"/>
              <a:gd name="T83" fmla="*/ 66675 h 49"/>
              <a:gd name="T84" fmla="*/ 57150 w 31"/>
              <a:gd name="T85" fmla="*/ 44450 h 49"/>
              <a:gd name="T86" fmla="*/ 57150 w 31"/>
              <a:gd name="T87" fmla="*/ 44450 h 49"/>
              <a:gd name="T88" fmla="*/ 76200 w 31"/>
              <a:gd name="T89" fmla="*/ 47625 h 49"/>
              <a:gd name="T90" fmla="*/ 79375 w 31"/>
              <a:gd name="T91" fmla="*/ 76200 h 49"/>
              <a:gd name="T92" fmla="*/ 73025 w 31"/>
              <a:gd name="T93" fmla="*/ 82550 h 49"/>
              <a:gd name="T94" fmla="*/ 53975 w 31"/>
              <a:gd name="T95" fmla="*/ 79375 h 49"/>
              <a:gd name="T96" fmla="*/ 53975 w 31"/>
              <a:gd name="T97" fmla="*/ 47625 h 49"/>
              <a:gd name="T98" fmla="*/ 73025 w 31"/>
              <a:gd name="T99" fmla="*/ 50800 h 49"/>
              <a:gd name="T100" fmla="*/ 60325 w 31"/>
              <a:gd name="T101" fmla="*/ 50800 h 49"/>
              <a:gd name="T102" fmla="*/ 73025 w 31"/>
              <a:gd name="T103" fmla="*/ 76200 h 49"/>
              <a:gd name="T104" fmla="*/ 73025 w 31"/>
              <a:gd name="T105" fmla="*/ 76200 h 49"/>
              <a:gd name="T106" fmla="*/ 73025 w 31"/>
              <a:gd name="T107" fmla="*/ 50800 h 4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31" h="49">
                <a:moveTo>
                  <a:pt x="9" y="25"/>
                </a:moveTo>
                <a:cubicBezTo>
                  <a:pt x="8" y="26"/>
                  <a:pt x="8" y="26"/>
                  <a:pt x="7" y="26"/>
                </a:cubicBezTo>
                <a:cubicBezTo>
                  <a:pt x="7" y="26"/>
                  <a:pt x="6" y="25"/>
                  <a:pt x="6" y="2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4"/>
                  <a:pt x="11" y="14"/>
                  <a:pt x="11" y="14"/>
                </a:cubicBezTo>
                <a:cubicBezTo>
                  <a:pt x="12" y="14"/>
                  <a:pt x="12" y="14"/>
                  <a:pt x="12" y="15"/>
                </a:cubicBezTo>
                <a:cubicBezTo>
                  <a:pt x="16" y="25"/>
                  <a:pt x="16" y="25"/>
                  <a:pt x="16" y="25"/>
                </a:cubicBezTo>
                <a:cubicBezTo>
                  <a:pt x="16" y="25"/>
                  <a:pt x="16" y="26"/>
                  <a:pt x="15" y="26"/>
                </a:cubicBezTo>
                <a:cubicBezTo>
                  <a:pt x="14" y="26"/>
                  <a:pt x="14" y="26"/>
                  <a:pt x="13" y="25"/>
                </a:cubicBezTo>
                <a:cubicBezTo>
                  <a:pt x="13" y="24"/>
                  <a:pt x="13" y="24"/>
                  <a:pt x="13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5"/>
                  <a:pt x="9" y="25"/>
                  <a:pt x="9" y="25"/>
                </a:cubicBezTo>
                <a:close/>
                <a:moveTo>
                  <a:pt x="7" y="1"/>
                </a:move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0"/>
                  <a:pt x="8" y="0"/>
                </a:cubicBezTo>
                <a:cubicBezTo>
                  <a:pt x="9" y="0"/>
                  <a:pt x="9" y="1"/>
                  <a:pt x="9" y="1"/>
                </a:cubicBezTo>
                <a:cubicBezTo>
                  <a:pt x="9" y="1"/>
                  <a:pt x="9" y="1"/>
                  <a:pt x="9" y="1"/>
                </a:cubicBezTo>
                <a:cubicBezTo>
                  <a:pt x="22" y="1"/>
                  <a:pt x="22" y="1"/>
                  <a:pt x="22" y="1"/>
                </a:cubicBezTo>
                <a:cubicBezTo>
                  <a:pt x="22" y="1"/>
                  <a:pt x="22" y="1"/>
                  <a:pt x="22" y="1"/>
                </a:cubicBezTo>
                <a:cubicBezTo>
                  <a:pt x="22" y="1"/>
                  <a:pt x="23" y="0"/>
                  <a:pt x="23" y="0"/>
                </a:cubicBezTo>
                <a:cubicBezTo>
                  <a:pt x="24" y="0"/>
                  <a:pt x="25" y="1"/>
                  <a:pt x="25" y="1"/>
                </a:cubicBezTo>
                <a:cubicBezTo>
                  <a:pt x="25" y="1"/>
                  <a:pt x="25" y="1"/>
                  <a:pt x="25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30" y="1"/>
                  <a:pt x="31" y="2"/>
                  <a:pt x="31" y="3"/>
                </a:cubicBezTo>
                <a:cubicBezTo>
                  <a:pt x="31" y="3"/>
                  <a:pt x="31" y="3"/>
                  <a:pt x="31" y="3"/>
                </a:cubicBezTo>
                <a:cubicBezTo>
                  <a:pt x="31" y="38"/>
                  <a:pt x="31" y="38"/>
                  <a:pt x="31" y="38"/>
                </a:cubicBezTo>
                <a:cubicBezTo>
                  <a:pt x="31" y="39"/>
                  <a:pt x="30" y="40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3"/>
                  <a:pt x="23" y="43"/>
                  <a:pt x="23" y="43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3"/>
                  <a:pt x="26" y="44"/>
                  <a:pt x="26" y="44"/>
                </a:cubicBezTo>
                <a:cubicBezTo>
                  <a:pt x="26" y="48"/>
                  <a:pt x="26" y="48"/>
                  <a:pt x="26" y="48"/>
                </a:cubicBezTo>
                <a:cubicBezTo>
                  <a:pt x="26" y="48"/>
                  <a:pt x="26" y="48"/>
                  <a:pt x="26" y="48"/>
                </a:cubicBezTo>
                <a:cubicBezTo>
                  <a:pt x="26" y="48"/>
                  <a:pt x="25" y="49"/>
                  <a:pt x="25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6" y="49"/>
                  <a:pt x="6" y="48"/>
                  <a:pt x="6" y="48"/>
                </a:cubicBezTo>
                <a:cubicBezTo>
                  <a:pt x="6" y="44"/>
                  <a:pt x="6" y="44"/>
                  <a:pt x="6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6" y="44"/>
                  <a:pt x="6" y="43"/>
                  <a:pt x="7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9" y="40"/>
                  <a:pt x="9" y="40"/>
                  <a:pt x="9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0"/>
                  <a:pt x="0" y="39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1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lose/>
                <a:moveTo>
                  <a:pt x="9" y="5"/>
                </a:moveTo>
                <a:cubicBezTo>
                  <a:pt x="9" y="5"/>
                  <a:pt x="9" y="5"/>
                  <a:pt x="9" y="5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8"/>
                  <a:pt x="8" y="8"/>
                </a:cubicBezTo>
                <a:cubicBezTo>
                  <a:pt x="7" y="8"/>
                  <a:pt x="7" y="7"/>
                  <a:pt x="7" y="7"/>
                </a:cubicBezTo>
                <a:cubicBezTo>
                  <a:pt x="7" y="5"/>
                  <a:pt x="7" y="5"/>
                  <a:pt x="7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36"/>
                  <a:pt x="4" y="36"/>
                  <a:pt x="4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5"/>
                  <a:pt x="27" y="5"/>
                  <a:pt x="27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4" y="8"/>
                  <a:pt x="23" y="8"/>
                </a:cubicBezTo>
                <a:cubicBezTo>
                  <a:pt x="23" y="8"/>
                  <a:pt x="22" y="7"/>
                  <a:pt x="22" y="7"/>
                </a:cubicBezTo>
                <a:cubicBezTo>
                  <a:pt x="22" y="5"/>
                  <a:pt x="22" y="5"/>
                  <a:pt x="22" y="5"/>
                </a:cubicBezTo>
                <a:cubicBezTo>
                  <a:pt x="9" y="5"/>
                  <a:pt x="9" y="5"/>
                  <a:pt x="9" y="5"/>
                </a:cubicBezTo>
                <a:close/>
                <a:moveTo>
                  <a:pt x="20" y="40"/>
                </a:moveTo>
                <a:cubicBezTo>
                  <a:pt x="20" y="40"/>
                  <a:pt x="20" y="40"/>
                  <a:pt x="20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3"/>
                  <a:pt x="11" y="43"/>
                  <a:pt x="11" y="43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0"/>
                  <a:pt x="20" y="40"/>
                  <a:pt x="20" y="40"/>
                </a:cubicBezTo>
                <a:close/>
                <a:moveTo>
                  <a:pt x="8" y="47"/>
                </a:moveTo>
                <a:cubicBezTo>
                  <a:pt x="8" y="47"/>
                  <a:pt x="8" y="47"/>
                  <a:pt x="8" y="47"/>
                </a:cubicBezTo>
                <a:cubicBezTo>
                  <a:pt x="23" y="47"/>
                  <a:pt x="23" y="47"/>
                  <a:pt x="23" y="47"/>
                </a:cubicBezTo>
                <a:cubicBezTo>
                  <a:pt x="23" y="45"/>
                  <a:pt x="23" y="45"/>
                  <a:pt x="23" y="45"/>
                </a:cubicBezTo>
                <a:cubicBezTo>
                  <a:pt x="18" y="45"/>
                  <a:pt x="13" y="45"/>
                  <a:pt x="8" y="45"/>
                </a:cubicBezTo>
                <a:cubicBezTo>
                  <a:pt x="8" y="47"/>
                  <a:pt x="8" y="47"/>
                  <a:pt x="8" y="47"/>
                </a:cubicBezTo>
                <a:close/>
                <a:moveTo>
                  <a:pt x="11" y="19"/>
                </a:moveTo>
                <a:cubicBezTo>
                  <a:pt x="11" y="19"/>
                  <a:pt x="11" y="19"/>
                  <a:pt x="11" y="19"/>
                </a:cubicBezTo>
                <a:cubicBezTo>
                  <a:pt x="10" y="21"/>
                  <a:pt x="10" y="21"/>
                  <a:pt x="10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1" y="19"/>
                  <a:pt x="11" y="19"/>
                  <a:pt x="11" y="19"/>
                </a:cubicBezTo>
                <a:close/>
                <a:moveTo>
                  <a:pt x="18" y="14"/>
                </a:move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23" y="14"/>
                  <a:pt x="23" y="14"/>
                  <a:pt x="23" y="14"/>
                </a:cubicBezTo>
                <a:cubicBezTo>
                  <a:pt x="23" y="14"/>
                  <a:pt x="24" y="14"/>
                  <a:pt x="24" y="15"/>
                </a:cubicBezTo>
                <a:cubicBezTo>
                  <a:pt x="25" y="15"/>
                  <a:pt x="25" y="16"/>
                  <a:pt x="25" y="17"/>
                </a:cubicBezTo>
                <a:cubicBezTo>
                  <a:pt x="25" y="24"/>
                  <a:pt x="25" y="24"/>
                  <a:pt x="25" y="24"/>
                </a:cubicBezTo>
                <a:cubicBezTo>
                  <a:pt x="25" y="24"/>
                  <a:pt x="25" y="25"/>
                  <a:pt x="24" y="25"/>
                </a:cubicBezTo>
                <a:cubicBezTo>
                  <a:pt x="24" y="26"/>
                  <a:pt x="23" y="26"/>
                  <a:pt x="23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17" y="26"/>
                  <a:pt x="17" y="26"/>
                  <a:pt x="17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4"/>
                  <a:pt x="18" y="14"/>
                </a:cubicBezTo>
                <a:close/>
                <a:moveTo>
                  <a:pt x="23" y="16"/>
                </a:moveTo>
                <a:cubicBezTo>
                  <a:pt x="23" y="16"/>
                  <a:pt x="23" y="16"/>
                  <a:pt x="23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24"/>
                  <a:pt x="19" y="24"/>
                  <a:pt x="19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68" name="Freeform 202">
            <a:extLst>
              <a:ext uri="{FF2B5EF4-FFF2-40B4-BE49-F238E27FC236}">
                <a16:creationId xmlns:a16="http://schemas.microsoft.com/office/drawing/2014/main" id="{D02D54D3-16B1-ACF8-8810-423F9CC20792}"/>
              </a:ext>
            </a:extLst>
          </p:cNvPr>
          <p:cNvSpPr>
            <a:spLocks noEditPoints="1"/>
          </p:cNvSpPr>
          <p:nvPr/>
        </p:nvSpPr>
        <p:spPr bwMode="auto">
          <a:xfrm>
            <a:off x="1677919" y="3425215"/>
            <a:ext cx="213783" cy="232833"/>
          </a:xfrm>
          <a:custGeom>
            <a:avLst/>
            <a:gdLst>
              <a:gd name="T0" fmla="*/ 35274 w 50"/>
              <a:gd name="T1" fmla="*/ 53975 h 55"/>
              <a:gd name="T2" fmla="*/ 67342 w 50"/>
              <a:gd name="T3" fmla="*/ 6350 h 55"/>
              <a:gd name="T4" fmla="*/ 92995 w 50"/>
              <a:gd name="T5" fmla="*/ 15875 h 55"/>
              <a:gd name="T6" fmla="*/ 153924 w 50"/>
              <a:gd name="T7" fmla="*/ 53975 h 55"/>
              <a:gd name="T8" fmla="*/ 160337 w 50"/>
              <a:gd name="T9" fmla="*/ 168275 h 55"/>
              <a:gd name="T10" fmla="*/ 6413 w 50"/>
              <a:gd name="T11" fmla="*/ 174625 h 55"/>
              <a:gd name="T12" fmla="*/ 0 w 50"/>
              <a:gd name="T13" fmla="*/ 60325 h 55"/>
              <a:gd name="T14" fmla="*/ 73755 w 50"/>
              <a:gd name="T15" fmla="*/ 22225 h 55"/>
              <a:gd name="T16" fmla="*/ 80169 w 50"/>
              <a:gd name="T17" fmla="*/ 22225 h 55"/>
              <a:gd name="T18" fmla="*/ 83375 w 50"/>
              <a:gd name="T19" fmla="*/ 22225 h 55"/>
              <a:gd name="T20" fmla="*/ 83375 w 50"/>
              <a:gd name="T21" fmla="*/ 22225 h 55"/>
              <a:gd name="T22" fmla="*/ 83375 w 50"/>
              <a:gd name="T23" fmla="*/ 9525 h 55"/>
              <a:gd name="T24" fmla="*/ 70548 w 50"/>
              <a:gd name="T25" fmla="*/ 15875 h 55"/>
              <a:gd name="T26" fmla="*/ 70548 w 50"/>
              <a:gd name="T27" fmla="*/ 28575 h 55"/>
              <a:gd name="T28" fmla="*/ 86582 w 50"/>
              <a:gd name="T29" fmla="*/ 28575 h 55"/>
              <a:gd name="T30" fmla="*/ 89789 w 50"/>
              <a:gd name="T31" fmla="*/ 133350 h 55"/>
              <a:gd name="T32" fmla="*/ 96202 w 50"/>
              <a:gd name="T33" fmla="*/ 133350 h 55"/>
              <a:gd name="T34" fmla="*/ 99409 w 50"/>
              <a:gd name="T35" fmla="*/ 123825 h 55"/>
              <a:gd name="T36" fmla="*/ 92995 w 50"/>
              <a:gd name="T37" fmla="*/ 120650 h 55"/>
              <a:gd name="T38" fmla="*/ 86582 w 50"/>
              <a:gd name="T39" fmla="*/ 123825 h 55"/>
              <a:gd name="T40" fmla="*/ 125063 w 50"/>
              <a:gd name="T41" fmla="*/ 104775 h 55"/>
              <a:gd name="T42" fmla="*/ 105822 w 50"/>
              <a:gd name="T43" fmla="*/ 123825 h 55"/>
              <a:gd name="T44" fmla="*/ 96202 w 50"/>
              <a:gd name="T45" fmla="*/ 139700 h 55"/>
              <a:gd name="T46" fmla="*/ 86582 w 50"/>
              <a:gd name="T47" fmla="*/ 139700 h 55"/>
              <a:gd name="T48" fmla="*/ 70548 w 50"/>
              <a:gd name="T49" fmla="*/ 114300 h 55"/>
              <a:gd name="T50" fmla="*/ 44894 w 50"/>
              <a:gd name="T51" fmla="*/ 133350 h 55"/>
              <a:gd name="T52" fmla="*/ 35274 w 50"/>
              <a:gd name="T53" fmla="*/ 149225 h 55"/>
              <a:gd name="T54" fmla="*/ 22447 w 50"/>
              <a:gd name="T55" fmla="*/ 149225 h 55"/>
              <a:gd name="T56" fmla="*/ 25654 w 50"/>
              <a:gd name="T57" fmla="*/ 123825 h 55"/>
              <a:gd name="T58" fmla="*/ 54515 w 50"/>
              <a:gd name="T59" fmla="*/ 104775 h 55"/>
              <a:gd name="T60" fmla="*/ 64135 w 50"/>
              <a:gd name="T61" fmla="*/ 85725 h 55"/>
              <a:gd name="T62" fmla="*/ 80169 w 50"/>
              <a:gd name="T63" fmla="*/ 104775 h 55"/>
              <a:gd name="T64" fmla="*/ 89789 w 50"/>
              <a:gd name="T65" fmla="*/ 114300 h 55"/>
              <a:gd name="T66" fmla="*/ 115443 w 50"/>
              <a:gd name="T67" fmla="*/ 95250 h 55"/>
              <a:gd name="T68" fmla="*/ 141097 w 50"/>
              <a:gd name="T69" fmla="*/ 88900 h 55"/>
              <a:gd name="T70" fmla="*/ 131476 w 50"/>
              <a:gd name="T71" fmla="*/ 104775 h 55"/>
              <a:gd name="T72" fmla="*/ 89789 w 50"/>
              <a:gd name="T73" fmla="*/ 133350 h 55"/>
              <a:gd name="T74" fmla="*/ 86582 w 50"/>
              <a:gd name="T75" fmla="*/ 123825 h 55"/>
              <a:gd name="T76" fmla="*/ 86582 w 50"/>
              <a:gd name="T77" fmla="*/ 123825 h 55"/>
              <a:gd name="T78" fmla="*/ 64135 w 50"/>
              <a:gd name="T79" fmla="*/ 104775 h 55"/>
              <a:gd name="T80" fmla="*/ 73755 w 50"/>
              <a:gd name="T81" fmla="*/ 98425 h 55"/>
              <a:gd name="T82" fmla="*/ 60928 w 50"/>
              <a:gd name="T83" fmla="*/ 98425 h 55"/>
              <a:gd name="T84" fmla="*/ 22447 w 50"/>
              <a:gd name="T85" fmla="*/ 139700 h 55"/>
              <a:gd name="T86" fmla="*/ 32067 w 50"/>
              <a:gd name="T87" fmla="*/ 142875 h 55"/>
              <a:gd name="T88" fmla="*/ 35274 w 50"/>
              <a:gd name="T89" fmla="*/ 133350 h 55"/>
              <a:gd name="T90" fmla="*/ 28861 w 50"/>
              <a:gd name="T91" fmla="*/ 130175 h 55"/>
              <a:gd name="T92" fmla="*/ 121856 w 50"/>
              <a:gd name="T93" fmla="*/ 95250 h 55"/>
              <a:gd name="T94" fmla="*/ 134683 w 50"/>
              <a:gd name="T95" fmla="*/ 95250 h 55"/>
              <a:gd name="T96" fmla="*/ 128270 w 50"/>
              <a:gd name="T97" fmla="*/ 85725 h 55"/>
              <a:gd name="T98" fmla="*/ 121856 w 50"/>
              <a:gd name="T99" fmla="*/ 95250 h 55"/>
              <a:gd name="T100" fmla="*/ 9620 w 50"/>
              <a:gd name="T101" fmla="*/ 66675 h 55"/>
              <a:gd name="T102" fmla="*/ 147510 w 50"/>
              <a:gd name="T103" fmla="*/ 66675 h 55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0" h="55">
                <a:moveTo>
                  <a:pt x="2" y="17"/>
                </a:moveTo>
                <a:cubicBezTo>
                  <a:pt x="2" y="17"/>
                  <a:pt x="2" y="17"/>
                  <a:pt x="2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21" y="7"/>
                  <a:pt x="21" y="7"/>
                  <a:pt x="21" y="7"/>
                </a:cubicBezTo>
                <a:cubicBezTo>
                  <a:pt x="20" y="7"/>
                  <a:pt x="20" y="6"/>
                  <a:pt x="20" y="5"/>
                </a:cubicBezTo>
                <a:cubicBezTo>
                  <a:pt x="20" y="4"/>
                  <a:pt x="21" y="3"/>
                  <a:pt x="21" y="2"/>
                </a:cubicBezTo>
                <a:cubicBezTo>
                  <a:pt x="22" y="1"/>
                  <a:pt x="23" y="0"/>
                  <a:pt x="25" y="0"/>
                </a:cubicBezTo>
                <a:cubicBezTo>
                  <a:pt x="26" y="0"/>
                  <a:pt x="27" y="1"/>
                  <a:pt x="28" y="2"/>
                </a:cubicBezTo>
                <a:cubicBezTo>
                  <a:pt x="29" y="3"/>
                  <a:pt x="29" y="4"/>
                  <a:pt x="29" y="5"/>
                </a:cubicBezTo>
                <a:cubicBezTo>
                  <a:pt x="29" y="6"/>
                  <a:pt x="29" y="7"/>
                  <a:pt x="29" y="7"/>
                </a:cubicBezTo>
                <a:cubicBezTo>
                  <a:pt x="39" y="17"/>
                  <a:pt x="39" y="17"/>
                  <a:pt x="39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49" y="17"/>
                  <a:pt x="50" y="18"/>
                  <a:pt x="50" y="19"/>
                </a:cubicBezTo>
                <a:cubicBezTo>
                  <a:pt x="50" y="19"/>
                  <a:pt x="50" y="19"/>
                  <a:pt x="50" y="19"/>
                </a:cubicBezTo>
                <a:cubicBezTo>
                  <a:pt x="50" y="53"/>
                  <a:pt x="50" y="53"/>
                  <a:pt x="50" y="53"/>
                </a:cubicBezTo>
                <a:cubicBezTo>
                  <a:pt x="50" y="54"/>
                  <a:pt x="49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2" y="55"/>
                  <a:pt x="2" y="55"/>
                  <a:pt x="2" y="55"/>
                </a:cubicBezTo>
                <a:cubicBezTo>
                  <a:pt x="0" y="55"/>
                  <a:pt x="0" y="54"/>
                  <a:pt x="0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8"/>
                  <a:pt x="0" y="17"/>
                  <a:pt x="2" y="17"/>
                </a:cubicBezTo>
                <a:close/>
                <a:moveTo>
                  <a:pt x="23" y="7"/>
                </a:moveTo>
                <a:cubicBezTo>
                  <a:pt x="23" y="7"/>
                  <a:pt x="23" y="7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4" y="7"/>
                  <a:pt x="24" y="7"/>
                  <a:pt x="25" y="7"/>
                </a:cubicBezTo>
                <a:cubicBezTo>
                  <a:pt x="25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7" y="6"/>
                  <a:pt x="27" y="6"/>
                  <a:pt x="27" y="5"/>
                </a:cubicBezTo>
                <a:cubicBezTo>
                  <a:pt x="27" y="4"/>
                  <a:pt x="27" y="4"/>
                  <a:pt x="26" y="3"/>
                </a:cubicBezTo>
                <a:cubicBezTo>
                  <a:pt x="26" y="3"/>
                  <a:pt x="25" y="3"/>
                  <a:pt x="25" y="3"/>
                </a:cubicBezTo>
                <a:cubicBezTo>
                  <a:pt x="24" y="3"/>
                  <a:pt x="23" y="3"/>
                  <a:pt x="23" y="3"/>
                </a:cubicBezTo>
                <a:cubicBezTo>
                  <a:pt x="23" y="4"/>
                  <a:pt x="22" y="4"/>
                  <a:pt x="22" y="5"/>
                </a:cubicBezTo>
                <a:cubicBezTo>
                  <a:pt x="22" y="6"/>
                  <a:pt x="23" y="6"/>
                  <a:pt x="23" y="7"/>
                </a:cubicBezTo>
                <a:close/>
                <a:moveTo>
                  <a:pt x="22" y="9"/>
                </a:moveTo>
                <a:cubicBezTo>
                  <a:pt x="22" y="9"/>
                  <a:pt x="22" y="9"/>
                  <a:pt x="22" y="9"/>
                </a:cubicBezTo>
                <a:cubicBezTo>
                  <a:pt x="14" y="17"/>
                  <a:pt x="14" y="17"/>
                  <a:pt x="14" y="17"/>
                </a:cubicBezTo>
                <a:cubicBezTo>
                  <a:pt x="35" y="17"/>
                  <a:pt x="35" y="17"/>
                  <a:pt x="35" y="17"/>
                </a:cubicBezTo>
                <a:cubicBezTo>
                  <a:pt x="27" y="9"/>
                  <a:pt x="27" y="9"/>
                  <a:pt x="27" y="9"/>
                </a:cubicBezTo>
                <a:cubicBezTo>
                  <a:pt x="26" y="10"/>
                  <a:pt x="26" y="10"/>
                  <a:pt x="25" y="10"/>
                </a:cubicBezTo>
                <a:cubicBezTo>
                  <a:pt x="24" y="10"/>
                  <a:pt x="23" y="10"/>
                  <a:pt x="22" y="9"/>
                </a:cubicBezTo>
                <a:close/>
                <a:moveTo>
                  <a:pt x="28" y="42"/>
                </a:moveTo>
                <a:cubicBezTo>
                  <a:pt x="28" y="42"/>
                  <a:pt x="28" y="42"/>
                  <a:pt x="28" y="42"/>
                </a:cubicBezTo>
                <a:cubicBezTo>
                  <a:pt x="28" y="42"/>
                  <a:pt x="28" y="42"/>
                  <a:pt x="28" y="42"/>
                </a:cubicBezTo>
                <a:cubicBezTo>
                  <a:pt x="29" y="42"/>
                  <a:pt x="29" y="42"/>
                  <a:pt x="30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30" y="42"/>
                  <a:pt x="31" y="42"/>
                  <a:pt x="31" y="41"/>
                </a:cubicBezTo>
                <a:cubicBezTo>
                  <a:pt x="31" y="40"/>
                  <a:pt x="31" y="40"/>
                  <a:pt x="31" y="39"/>
                </a:cubicBezTo>
                <a:cubicBezTo>
                  <a:pt x="31" y="39"/>
                  <a:pt x="31" y="38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29" y="38"/>
                  <a:pt x="29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8" y="38"/>
                  <a:pt x="28" y="38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40"/>
                  <a:pt x="27" y="40"/>
                </a:cubicBezTo>
                <a:cubicBezTo>
                  <a:pt x="27" y="41"/>
                  <a:pt x="28" y="41"/>
                  <a:pt x="28" y="42"/>
                </a:cubicBezTo>
                <a:close/>
                <a:moveTo>
                  <a:pt x="39" y="33"/>
                </a:moveTo>
                <a:cubicBezTo>
                  <a:pt x="39" y="33"/>
                  <a:pt x="39" y="33"/>
                  <a:pt x="39" y="33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4" y="40"/>
                  <a:pt x="34" y="41"/>
                  <a:pt x="33" y="42"/>
                </a:cubicBezTo>
                <a:cubicBezTo>
                  <a:pt x="32" y="43"/>
                  <a:pt x="31" y="44"/>
                  <a:pt x="30" y="44"/>
                </a:cubicBezTo>
                <a:cubicBezTo>
                  <a:pt x="30" y="44"/>
                  <a:pt x="30" y="44"/>
                  <a:pt x="30" y="44"/>
                </a:cubicBezTo>
                <a:cubicBezTo>
                  <a:pt x="29" y="45"/>
                  <a:pt x="28" y="44"/>
                  <a:pt x="27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6" y="43"/>
                  <a:pt x="25" y="42"/>
                  <a:pt x="25" y="41"/>
                </a:cubicBezTo>
                <a:cubicBezTo>
                  <a:pt x="25" y="40"/>
                  <a:pt x="25" y="39"/>
                  <a:pt x="25" y="39"/>
                </a:cubicBezTo>
                <a:cubicBezTo>
                  <a:pt x="22" y="36"/>
                  <a:pt x="22" y="36"/>
                  <a:pt x="22" y="36"/>
                </a:cubicBezTo>
                <a:cubicBezTo>
                  <a:pt x="22" y="36"/>
                  <a:pt x="22" y="36"/>
                  <a:pt x="22" y="36"/>
                </a:cubicBezTo>
                <a:cubicBezTo>
                  <a:pt x="21" y="36"/>
                  <a:pt x="20" y="36"/>
                  <a:pt x="19" y="36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3"/>
                  <a:pt x="14" y="44"/>
                  <a:pt x="13" y="45"/>
                </a:cubicBezTo>
                <a:cubicBezTo>
                  <a:pt x="13" y="46"/>
                  <a:pt x="12" y="47"/>
                  <a:pt x="11" y="47"/>
                </a:cubicBezTo>
                <a:cubicBezTo>
                  <a:pt x="10" y="47"/>
                  <a:pt x="10" y="47"/>
                  <a:pt x="10" y="47"/>
                </a:cubicBezTo>
                <a:cubicBezTo>
                  <a:pt x="9" y="48"/>
                  <a:pt x="8" y="47"/>
                  <a:pt x="7" y="47"/>
                </a:cubicBezTo>
                <a:cubicBezTo>
                  <a:pt x="7" y="47"/>
                  <a:pt x="7" y="47"/>
                  <a:pt x="7" y="47"/>
                </a:cubicBezTo>
                <a:cubicBezTo>
                  <a:pt x="6" y="46"/>
                  <a:pt x="5" y="45"/>
                  <a:pt x="5" y="44"/>
                </a:cubicBezTo>
                <a:cubicBezTo>
                  <a:pt x="5" y="43"/>
                  <a:pt x="5" y="42"/>
                  <a:pt x="6" y="41"/>
                </a:cubicBezTo>
                <a:cubicBezTo>
                  <a:pt x="6" y="40"/>
                  <a:pt x="7" y="39"/>
                  <a:pt x="8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9" y="39"/>
                  <a:pt x="10" y="39"/>
                  <a:pt x="11" y="39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6" y="32"/>
                  <a:pt x="16" y="30"/>
                  <a:pt x="17" y="29"/>
                </a:cubicBezTo>
                <a:cubicBezTo>
                  <a:pt x="18" y="28"/>
                  <a:pt x="19" y="28"/>
                  <a:pt x="20" y="27"/>
                </a:cubicBezTo>
                <a:cubicBezTo>
                  <a:pt x="21" y="27"/>
                  <a:pt x="22" y="27"/>
                  <a:pt x="23" y="28"/>
                </a:cubicBezTo>
                <a:cubicBezTo>
                  <a:pt x="24" y="28"/>
                  <a:pt x="25" y="29"/>
                  <a:pt x="25" y="30"/>
                </a:cubicBezTo>
                <a:cubicBezTo>
                  <a:pt x="25" y="31"/>
                  <a:pt x="25" y="32"/>
                  <a:pt x="25" y="33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9" y="35"/>
                  <a:pt x="30" y="35"/>
                  <a:pt x="31" y="36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5" y="28"/>
                  <a:pt x="37" y="25"/>
                  <a:pt x="39" y="25"/>
                </a:cubicBezTo>
                <a:cubicBezTo>
                  <a:pt x="41" y="24"/>
                  <a:pt x="44" y="26"/>
                  <a:pt x="44" y="28"/>
                </a:cubicBezTo>
                <a:cubicBezTo>
                  <a:pt x="45" y="29"/>
                  <a:pt x="45" y="30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3" y="32"/>
                  <a:pt x="42" y="33"/>
                  <a:pt x="41" y="33"/>
                </a:cubicBezTo>
                <a:cubicBezTo>
                  <a:pt x="40" y="34"/>
                  <a:pt x="39" y="34"/>
                  <a:pt x="39" y="33"/>
                </a:cubicBezTo>
                <a:close/>
                <a:moveTo>
                  <a:pt x="28" y="42"/>
                </a:moveTo>
                <a:cubicBezTo>
                  <a:pt x="28" y="42"/>
                  <a:pt x="28" y="42"/>
                  <a:pt x="28" y="42"/>
                </a:cubicBezTo>
                <a:cubicBezTo>
                  <a:pt x="28" y="42"/>
                  <a:pt x="28" y="42"/>
                  <a:pt x="28" y="42"/>
                </a:cubicBezTo>
                <a:cubicBezTo>
                  <a:pt x="28" y="42"/>
                  <a:pt x="28" y="42"/>
                  <a:pt x="28" y="42"/>
                </a:cubicBezTo>
                <a:close/>
                <a:moveTo>
                  <a:pt x="27" y="39"/>
                </a:move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lose/>
                <a:moveTo>
                  <a:pt x="19" y="32"/>
                </a:moveTo>
                <a:cubicBezTo>
                  <a:pt x="19" y="32"/>
                  <a:pt x="19" y="32"/>
                  <a:pt x="19" y="32"/>
                </a:cubicBezTo>
                <a:cubicBezTo>
                  <a:pt x="19" y="33"/>
                  <a:pt x="19" y="33"/>
                  <a:pt x="20" y="33"/>
                </a:cubicBezTo>
                <a:cubicBezTo>
                  <a:pt x="20" y="34"/>
                  <a:pt x="21" y="34"/>
                  <a:pt x="21" y="34"/>
                </a:cubicBezTo>
                <a:cubicBezTo>
                  <a:pt x="22" y="33"/>
                  <a:pt x="22" y="33"/>
                  <a:pt x="23" y="33"/>
                </a:cubicBezTo>
                <a:cubicBezTo>
                  <a:pt x="23" y="32"/>
                  <a:pt x="23" y="32"/>
                  <a:pt x="23" y="31"/>
                </a:cubicBezTo>
                <a:cubicBezTo>
                  <a:pt x="23" y="30"/>
                  <a:pt x="22" y="30"/>
                  <a:pt x="22" y="30"/>
                </a:cubicBezTo>
                <a:cubicBezTo>
                  <a:pt x="21" y="29"/>
                  <a:pt x="21" y="29"/>
                  <a:pt x="20" y="30"/>
                </a:cubicBezTo>
                <a:cubicBezTo>
                  <a:pt x="20" y="30"/>
                  <a:pt x="19" y="30"/>
                  <a:pt x="19" y="31"/>
                </a:cubicBezTo>
                <a:cubicBezTo>
                  <a:pt x="19" y="31"/>
                  <a:pt x="19" y="32"/>
                  <a:pt x="19" y="32"/>
                </a:cubicBezTo>
                <a:close/>
                <a:moveTo>
                  <a:pt x="7" y="44"/>
                </a:moveTo>
                <a:cubicBezTo>
                  <a:pt x="7" y="44"/>
                  <a:pt x="7" y="44"/>
                  <a:pt x="7" y="44"/>
                </a:cubicBezTo>
                <a:cubicBezTo>
                  <a:pt x="7" y="44"/>
                  <a:pt x="8" y="45"/>
                  <a:pt x="8" y="45"/>
                </a:cubicBezTo>
                <a:cubicBezTo>
                  <a:pt x="8" y="45"/>
                  <a:pt x="8" y="45"/>
                  <a:pt x="8" y="45"/>
                </a:cubicBezTo>
                <a:cubicBezTo>
                  <a:pt x="9" y="45"/>
                  <a:pt x="9" y="45"/>
                  <a:pt x="10" y="45"/>
                </a:cubicBezTo>
                <a:cubicBezTo>
                  <a:pt x="10" y="45"/>
                  <a:pt x="10" y="45"/>
                  <a:pt x="10" y="45"/>
                </a:cubicBezTo>
                <a:cubicBezTo>
                  <a:pt x="10" y="45"/>
                  <a:pt x="11" y="45"/>
                  <a:pt x="11" y="44"/>
                </a:cubicBezTo>
                <a:cubicBezTo>
                  <a:pt x="11" y="44"/>
                  <a:pt x="12" y="43"/>
                  <a:pt x="11" y="42"/>
                </a:cubicBezTo>
                <a:cubicBezTo>
                  <a:pt x="11" y="42"/>
                  <a:pt x="11" y="41"/>
                  <a:pt x="10" y="41"/>
                </a:cubicBezTo>
                <a:cubicBezTo>
                  <a:pt x="10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8" y="41"/>
                  <a:pt x="8" y="41"/>
                  <a:pt x="8" y="42"/>
                </a:cubicBezTo>
                <a:cubicBezTo>
                  <a:pt x="7" y="42"/>
                  <a:pt x="7" y="43"/>
                  <a:pt x="7" y="44"/>
                </a:cubicBezTo>
                <a:close/>
                <a:moveTo>
                  <a:pt x="38" y="30"/>
                </a:moveTo>
                <a:cubicBezTo>
                  <a:pt x="38" y="30"/>
                  <a:pt x="38" y="30"/>
                  <a:pt x="38" y="30"/>
                </a:cubicBezTo>
                <a:cubicBezTo>
                  <a:pt x="38" y="31"/>
                  <a:pt x="40" y="31"/>
                  <a:pt x="41" y="31"/>
                </a:cubicBezTo>
                <a:cubicBezTo>
                  <a:pt x="41" y="31"/>
                  <a:pt x="42" y="31"/>
                  <a:pt x="42" y="30"/>
                </a:cubicBezTo>
                <a:cubicBezTo>
                  <a:pt x="42" y="30"/>
                  <a:pt x="42" y="30"/>
                  <a:pt x="42" y="30"/>
                </a:cubicBezTo>
                <a:cubicBezTo>
                  <a:pt x="42" y="30"/>
                  <a:pt x="42" y="29"/>
                  <a:pt x="42" y="29"/>
                </a:cubicBezTo>
                <a:cubicBezTo>
                  <a:pt x="42" y="27"/>
                  <a:pt x="41" y="27"/>
                  <a:pt x="40" y="27"/>
                </a:cubicBezTo>
                <a:cubicBezTo>
                  <a:pt x="38" y="27"/>
                  <a:pt x="38" y="28"/>
                  <a:pt x="38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8" y="30"/>
                  <a:pt x="38" y="30"/>
                </a:cubicBezTo>
                <a:close/>
                <a:moveTo>
                  <a:pt x="46" y="21"/>
                </a:moveTo>
                <a:cubicBezTo>
                  <a:pt x="46" y="21"/>
                  <a:pt x="46" y="21"/>
                  <a:pt x="46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3" y="51"/>
                  <a:pt x="3" y="51"/>
                  <a:pt x="3" y="51"/>
                </a:cubicBezTo>
                <a:cubicBezTo>
                  <a:pt x="46" y="51"/>
                  <a:pt x="46" y="51"/>
                  <a:pt x="46" y="51"/>
                </a:cubicBezTo>
                <a:cubicBezTo>
                  <a:pt x="46" y="21"/>
                  <a:pt x="46" y="21"/>
                  <a:pt x="46" y="2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69" name="Freeform 203">
            <a:extLst>
              <a:ext uri="{FF2B5EF4-FFF2-40B4-BE49-F238E27FC236}">
                <a16:creationId xmlns:a16="http://schemas.microsoft.com/office/drawing/2014/main" id="{29A9743B-5A4A-1EF2-12DA-2E56CC5BA8F1}"/>
              </a:ext>
            </a:extLst>
          </p:cNvPr>
          <p:cNvSpPr>
            <a:spLocks noEditPoints="1"/>
          </p:cNvSpPr>
          <p:nvPr/>
        </p:nvSpPr>
        <p:spPr bwMode="auto">
          <a:xfrm>
            <a:off x="3898301" y="3899348"/>
            <a:ext cx="211667" cy="207433"/>
          </a:xfrm>
          <a:custGeom>
            <a:avLst/>
            <a:gdLst>
              <a:gd name="T0" fmla="*/ 6350 w 50"/>
              <a:gd name="T1" fmla="*/ 22225 h 49"/>
              <a:gd name="T2" fmla="*/ 44450 w 50"/>
              <a:gd name="T3" fmla="*/ 15875 h 49"/>
              <a:gd name="T4" fmla="*/ 47625 w 50"/>
              <a:gd name="T5" fmla="*/ 6350 h 49"/>
              <a:gd name="T6" fmla="*/ 101600 w 50"/>
              <a:gd name="T7" fmla="*/ 0 h 49"/>
              <a:gd name="T8" fmla="*/ 111125 w 50"/>
              <a:gd name="T9" fmla="*/ 6350 h 49"/>
              <a:gd name="T10" fmla="*/ 117475 w 50"/>
              <a:gd name="T11" fmla="*/ 22225 h 49"/>
              <a:gd name="T12" fmla="*/ 158750 w 50"/>
              <a:gd name="T13" fmla="*/ 28575 h 49"/>
              <a:gd name="T14" fmla="*/ 158750 w 50"/>
              <a:gd name="T15" fmla="*/ 92075 h 49"/>
              <a:gd name="T16" fmla="*/ 155575 w 50"/>
              <a:gd name="T17" fmla="*/ 149225 h 49"/>
              <a:gd name="T18" fmla="*/ 149225 w 50"/>
              <a:gd name="T19" fmla="*/ 155575 h 49"/>
              <a:gd name="T20" fmla="*/ 12700 w 50"/>
              <a:gd name="T21" fmla="*/ 155575 h 49"/>
              <a:gd name="T22" fmla="*/ 6350 w 50"/>
              <a:gd name="T23" fmla="*/ 98425 h 49"/>
              <a:gd name="T24" fmla="*/ 0 w 50"/>
              <a:gd name="T25" fmla="*/ 92075 h 49"/>
              <a:gd name="T26" fmla="*/ 6350 w 50"/>
              <a:gd name="T27" fmla="*/ 22225 h 49"/>
              <a:gd name="T28" fmla="*/ 50800 w 50"/>
              <a:gd name="T29" fmla="*/ 22225 h 49"/>
              <a:gd name="T30" fmla="*/ 107950 w 50"/>
              <a:gd name="T31" fmla="*/ 15875 h 49"/>
              <a:gd name="T32" fmla="*/ 107950 w 50"/>
              <a:gd name="T33" fmla="*/ 9525 h 49"/>
              <a:gd name="T34" fmla="*/ 101600 w 50"/>
              <a:gd name="T35" fmla="*/ 9525 h 49"/>
              <a:gd name="T36" fmla="*/ 53975 w 50"/>
              <a:gd name="T37" fmla="*/ 9525 h 49"/>
              <a:gd name="T38" fmla="*/ 50800 w 50"/>
              <a:gd name="T39" fmla="*/ 15875 h 49"/>
              <a:gd name="T40" fmla="*/ 66675 w 50"/>
              <a:gd name="T41" fmla="*/ 73025 h 49"/>
              <a:gd name="T42" fmla="*/ 66675 w 50"/>
              <a:gd name="T43" fmla="*/ 73025 h 49"/>
              <a:gd name="T44" fmla="*/ 95250 w 50"/>
              <a:gd name="T45" fmla="*/ 73025 h 49"/>
              <a:gd name="T46" fmla="*/ 98425 w 50"/>
              <a:gd name="T47" fmla="*/ 79375 h 49"/>
              <a:gd name="T48" fmla="*/ 149225 w 50"/>
              <a:gd name="T49" fmla="*/ 85725 h 49"/>
              <a:gd name="T50" fmla="*/ 12700 w 50"/>
              <a:gd name="T51" fmla="*/ 34925 h 49"/>
              <a:gd name="T52" fmla="*/ 63500 w 50"/>
              <a:gd name="T53" fmla="*/ 85725 h 49"/>
              <a:gd name="T54" fmla="*/ 66675 w 50"/>
              <a:gd name="T55" fmla="*/ 73025 h 49"/>
              <a:gd name="T56" fmla="*/ 98425 w 50"/>
              <a:gd name="T57" fmla="*/ 98425 h 49"/>
              <a:gd name="T58" fmla="*/ 95250 w 50"/>
              <a:gd name="T59" fmla="*/ 107950 h 49"/>
              <a:gd name="T60" fmla="*/ 79375 w 50"/>
              <a:gd name="T61" fmla="*/ 107950 h 49"/>
              <a:gd name="T62" fmla="*/ 63500 w 50"/>
              <a:gd name="T63" fmla="*/ 104775 h 49"/>
              <a:gd name="T64" fmla="*/ 63500 w 50"/>
              <a:gd name="T65" fmla="*/ 98425 h 49"/>
              <a:gd name="T66" fmla="*/ 19050 w 50"/>
              <a:gd name="T67" fmla="*/ 142875 h 49"/>
              <a:gd name="T68" fmla="*/ 142875 w 50"/>
              <a:gd name="T69" fmla="*/ 98425 h 49"/>
              <a:gd name="T70" fmla="*/ 79375 w 50"/>
              <a:gd name="T71" fmla="*/ 82550 h 49"/>
              <a:gd name="T72" fmla="*/ 69850 w 50"/>
              <a:gd name="T73" fmla="*/ 82550 h 49"/>
              <a:gd name="T74" fmla="*/ 69850 w 50"/>
              <a:gd name="T75" fmla="*/ 101600 h 49"/>
              <a:gd name="T76" fmla="*/ 88900 w 50"/>
              <a:gd name="T77" fmla="*/ 101600 h 49"/>
              <a:gd name="T78" fmla="*/ 88900 w 50"/>
              <a:gd name="T79" fmla="*/ 82550 h 4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0" h="49">
                <a:moveTo>
                  <a:pt x="2" y="7"/>
                </a:moveTo>
                <a:cubicBezTo>
                  <a:pt x="2" y="7"/>
                  <a:pt x="2" y="7"/>
                  <a:pt x="2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4"/>
                  <a:pt x="15" y="3"/>
                  <a:pt x="15" y="2"/>
                </a:cubicBezTo>
                <a:cubicBezTo>
                  <a:pt x="15" y="2"/>
                  <a:pt x="15" y="2"/>
                  <a:pt x="15" y="2"/>
                </a:cubicBezTo>
                <a:cubicBezTo>
                  <a:pt x="16" y="1"/>
                  <a:pt x="18" y="0"/>
                  <a:pt x="1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3" y="0"/>
                  <a:pt x="34" y="1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6" y="3"/>
                  <a:pt x="37" y="4"/>
                  <a:pt x="37" y="5"/>
                </a:cubicBezTo>
                <a:cubicBezTo>
                  <a:pt x="37" y="7"/>
                  <a:pt x="37" y="7"/>
                  <a:pt x="37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50" y="7"/>
                  <a:pt x="50" y="8"/>
                  <a:pt x="50" y="9"/>
                </a:cubicBezTo>
                <a:cubicBezTo>
                  <a:pt x="50" y="9"/>
                  <a:pt x="50" y="9"/>
                  <a:pt x="50" y="9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30"/>
                  <a:pt x="50" y="31"/>
                  <a:pt x="49" y="31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8"/>
                  <a:pt x="48" y="49"/>
                  <a:pt x="47" y="49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49"/>
                  <a:pt x="4" y="49"/>
                  <a:pt x="4" y="49"/>
                </a:cubicBezTo>
                <a:cubicBezTo>
                  <a:pt x="3" y="49"/>
                  <a:pt x="2" y="48"/>
                  <a:pt x="2" y="47"/>
                </a:cubicBezTo>
                <a:cubicBezTo>
                  <a:pt x="2" y="31"/>
                  <a:pt x="2" y="31"/>
                  <a:pt x="2" y="31"/>
                </a:cubicBezTo>
                <a:cubicBezTo>
                  <a:pt x="1" y="31"/>
                  <a:pt x="0" y="30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9"/>
                  <a:pt x="0" y="9"/>
                  <a:pt x="0" y="9"/>
                </a:cubicBezTo>
                <a:cubicBezTo>
                  <a:pt x="0" y="8"/>
                  <a:pt x="1" y="7"/>
                  <a:pt x="2" y="7"/>
                </a:cubicBezTo>
                <a:close/>
                <a:moveTo>
                  <a:pt x="16" y="7"/>
                </a:moveTo>
                <a:cubicBezTo>
                  <a:pt x="16" y="7"/>
                  <a:pt x="16" y="7"/>
                  <a:pt x="16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4"/>
                  <a:pt x="34" y="3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3"/>
                  <a:pt x="34" y="3"/>
                  <a:pt x="34" y="3"/>
                </a:cubicBezTo>
                <a:cubicBezTo>
                  <a:pt x="33" y="3"/>
                  <a:pt x="33" y="3"/>
                  <a:pt x="32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8" y="3"/>
                  <a:pt x="18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4"/>
                  <a:pt x="16" y="5"/>
                  <a:pt x="16" y="5"/>
                </a:cubicBezTo>
                <a:cubicBezTo>
                  <a:pt x="16" y="7"/>
                  <a:pt x="16" y="7"/>
                  <a:pt x="16" y="7"/>
                </a:cubicBezTo>
                <a:close/>
                <a:moveTo>
                  <a:pt x="21" y="23"/>
                </a:move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3"/>
                  <a:pt x="31" y="24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7"/>
                  <a:pt x="31" y="27"/>
                  <a:pt x="31" y="27"/>
                </a:cubicBezTo>
                <a:cubicBezTo>
                  <a:pt x="47" y="27"/>
                  <a:pt x="47" y="27"/>
                  <a:pt x="47" y="27"/>
                </a:cubicBezTo>
                <a:cubicBezTo>
                  <a:pt x="47" y="11"/>
                  <a:pt x="47" y="11"/>
                  <a:pt x="47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27"/>
                  <a:pt x="4" y="27"/>
                  <a:pt x="4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4"/>
                  <a:pt x="20" y="23"/>
                  <a:pt x="21" y="23"/>
                </a:cubicBezTo>
                <a:close/>
                <a:moveTo>
                  <a:pt x="31" y="31"/>
                </a:moveTo>
                <a:cubicBezTo>
                  <a:pt x="31" y="31"/>
                  <a:pt x="31" y="31"/>
                  <a:pt x="31" y="31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4"/>
                  <a:pt x="30" y="34"/>
                  <a:pt x="30" y="34"/>
                </a:cubicBezTo>
                <a:cubicBezTo>
                  <a:pt x="30" y="34"/>
                  <a:pt x="30" y="34"/>
                  <a:pt x="30" y="34"/>
                </a:cubicBezTo>
                <a:cubicBezTo>
                  <a:pt x="25" y="34"/>
                  <a:pt x="25" y="34"/>
                  <a:pt x="25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0" y="34"/>
                  <a:pt x="20" y="34"/>
                  <a:pt x="20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1"/>
                  <a:pt x="20" y="31"/>
                  <a:pt x="20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45"/>
                  <a:pt x="6" y="45"/>
                  <a:pt x="6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45" y="31"/>
                  <a:pt x="45" y="31"/>
                  <a:pt x="45" y="31"/>
                </a:cubicBezTo>
                <a:cubicBezTo>
                  <a:pt x="31" y="31"/>
                  <a:pt x="31" y="31"/>
                  <a:pt x="31" y="31"/>
                </a:cubicBezTo>
                <a:close/>
                <a:moveTo>
                  <a:pt x="25" y="26"/>
                </a:moveTo>
                <a:cubicBezTo>
                  <a:pt x="25" y="26"/>
                  <a:pt x="25" y="26"/>
                  <a:pt x="25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32"/>
                  <a:pt x="22" y="32"/>
                  <a:pt x="22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8" y="32"/>
                  <a:pt x="28" y="32"/>
                  <a:pt x="28" y="32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6"/>
                  <a:pt x="28" y="26"/>
                  <a:pt x="28" y="26"/>
                </a:cubicBezTo>
                <a:cubicBezTo>
                  <a:pt x="25" y="26"/>
                  <a:pt x="25" y="26"/>
                  <a:pt x="25" y="2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70" name="Freeform 204">
            <a:extLst>
              <a:ext uri="{FF2B5EF4-FFF2-40B4-BE49-F238E27FC236}">
                <a16:creationId xmlns:a16="http://schemas.microsoft.com/office/drawing/2014/main" id="{C3ABD14F-7B9C-05FB-B100-3D67498F221A}"/>
              </a:ext>
            </a:extLst>
          </p:cNvPr>
          <p:cNvSpPr>
            <a:spLocks noEditPoints="1"/>
          </p:cNvSpPr>
          <p:nvPr/>
        </p:nvSpPr>
        <p:spPr bwMode="auto">
          <a:xfrm>
            <a:off x="5437119" y="3437914"/>
            <a:ext cx="213783" cy="203200"/>
          </a:xfrm>
          <a:custGeom>
            <a:avLst/>
            <a:gdLst>
              <a:gd name="T0" fmla="*/ 22447 w 50"/>
              <a:gd name="T1" fmla="*/ 69850 h 48"/>
              <a:gd name="T2" fmla="*/ 35274 w 50"/>
              <a:gd name="T3" fmla="*/ 76200 h 48"/>
              <a:gd name="T4" fmla="*/ 51308 w 50"/>
              <a:gd name="T5" fmla="*/ 69850 h 48"/>
              <a:gd name="T6" fmla="*/ 44894 w 50"/>
              <a:gd name="T7" fmla="*/ 85725 h 48"/>
              <a:gd name="T8" fmla="*/ 51308 w 50"/>
              <a:gd name="T9" fmla="*/ 98425 h 48"/>
              <a:gd name="T10" fmla="*/ 35274 w 50"/>
              <a:gd name="T11" fmla="*/ 92075 h 48"/>
              <a:gd name="T12" fmla="*/ 22447 w 50"/>
              <a:gd name="T13" fmla="*/ 98425 h 48"/>
              <a:gd name="T14" fmla="*/ 28861 w 50"/>
              <a:gd name="T15" fmla="*/ 85725 h 48"/>
              <a:gd name="T16" fmla="*/ 125063 w 50"/>
              <a:gd name="T17" fmla="*/ 6350 h 48"/>
              <a:gd name="T18" fmla="*/ 125063 w 50"/>
              <a:gd name="T19" fmla="*/ 6350 h 48"/>
              <a:gd name="T20" fmla="*/ 102616 w 50"/>
              <a:gd name="T21" fmla="*/ 44450 h 48"/>
              <a:gd name="T22" fmla="*/ 92995 w 50"/>
              <a:gd name="T23" fmla="*/ 12700 h 48"/>
              <a:gd name="T24" fmla="*/ 125063 w 50"/>
              <a:gd name="T25" fmla="*/ 6350 h 48"/>
              <a:gd name="T26" fmla="*/ 105822 w 50"/>
              <a:gd name="T27" fmla="*/ 19050 h 48"/>
              <a:gd name="T28" fmla="*/ 109029 w 50"/>
              <a:gd name="T29" fmla="*/ 34925 h 48"/>
              <a:gd name="T30" fmla="*/ 121856 w 50"/>
              <a:gd name="T31" fmla="*/ 28575 h 48"/>
              <a:gd name="T32" fmla="*/ 118649 w 50"/>
              <a:gd name="T33" fmla="*/ 15875 h 48"/>
              <a:gd name="T34" fmla="*/ 89789 w 50"/>
              <a:gd name="T35" fmla="*/ 85725 h 48"/>
              <a:gd name="T36" fmla="*/ 80169 w 50"/>
              <a:gd name="T37" fmla="*/ 82550 h 48"/>
              <a:gd name="T38" fmla="*/ 105822 w 50"/>
              <a:gd name="T39" fmla="*/ 53975 h 48"/>
              <a:gd name="T40" fmla="*/ 115443 w 50"/>
              <a:gd name="T41" fmla="*/ 57150 h 48"/>
              <a:gd name="T42" fmla="*/ 134683 w 50"/>
              <a:gd name="T43" fmla="*/ 88900 h 48"/>
              <a:gd name="T44" fmla="*/ 115443 w 50"/>
              <a:gd name="T45" fmla="*/ 76200 h 48"/>
              <a:gd name="T46" fmla="*/ 16034 w 50"/>
              <a:gd name="T47" fmla="*/ 152400 h 48"/>
              <a:gd name="T48" fmla="*/ 16034 w 50"/>
              <a:gd name="T49" fmla="*/ 117475 h 48"/>
              <a:gd name="T50" fmla="*/ 102616 w 50"/>
              <a:gd name="T51" fmla="*/ 73025 h 48"/>
              <a:gd name="T52" fmla="*/ 12827 w 50"/>
              <a:gd name="T53" fmla="*/ 133350 h 48"/>
              <a:gd name="T54" fmla="*/ 16034 w 50"/>
              <a:gd name="T55" fmla="*/ 139700 h 48"/>
              <a:gd name="T56" fmla="*/ 22447 w 50"/>
              <a:gd name="T57" fmla="*/ 133350 h 48"/>
              <a:gd name="T58" fmla="*/ 12827 w 50"/>
              <a:gd name="T59" fmla="*/ 133350 h 48"/>
              <a:gd name="T60" fmla="*/ 128270 w 50"/>
              <a:gd name="T61" fmla="*/ 123825 h 48"/>
              <a:gd name="T62" fmla="*/ 137890 w 50"/>
              <a:gd name="T63" fmla="*/ 117475 h 48"/>
              <a:gd name="T64" fmla="*/ 150717 w 50"/>
              <a:gd name="T65" fmla="*/ 117475 h 48"/>
              <a:gd name="T66" fmla="*/ 157130 w 50"/>
              <a:gd name="T67" fmla="*/ 123825 h 48"/>
              <a:gd name="T68" fmla="*/ 157130 w 50"/>
              <a:gd name="T69" fmla="*/ 136525 h 48"/>
              <a:gd name="T70" fmla="*/ 150717 w 50"/>
              <a:gd name="T71" fmla="*/ 146050 h 48"/>
              <a:gd name="T72" fmla="*/ 137890 w 50"/>
              <a:gd name="T73" fmla="*/ 146050 h 48"/>
              <a:gd name="T74" fmla="*/ 128270 w 50"/>
              <a:gd name="T75" fmla="*/ 136525 h 48"/>
              <a:gd name="T76" fmla="*/ 128270 w 50"/>
              <a:gd name="T77" fmla="*/ 123825 h 48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0" h="48">
                <a:moveTo>
                  <a:pt x="7" y="25"/>
                </a:moveTo>
                <a:cubicBezTo>
                  <a:pt x="6" y="24"/>
                  <a:pt x="6" y="23"/>
                  <a:pt x="7" y="22"/>
                </a:cubicBezTo>
                <a:cubicBezTo>
                  <a:pt x="8" y="21"/>
                  <a:pt x="9" y="21"/>
                  <a:pt x="10" y="22"/>
                </a:cubicBezTo>
                <a:cubicBezTo>
                  <a:pt x="11" y="24"/>
                  <a:pt x="11" y="24"/>
                  <a:pt x="11" y="24"/>
                </a:cubicBezTo>
                <a:cubicBezTo>
                  <a:pt x="13" y="22"/>
                  <a:pt x="13" y="22"/>
                  <a:pt x="13" y="22"/>
                </a:cubicBezTo>
                <a:cubicBezTo>
                  <a:pt x="14" y="21"/>
                  <a:pt x="15" y="21"/>
                  <a:pt x="16" y="22"/>
                </a:cubicBezTo>
                <a:cubicBezTo>
                  <a:pt x="17" y="23"/>
                  <a:pt x="17" y="24"/>
                  <a:pt x="16" y="25"/>
                </a:cubicBezTo>
                <a:cubicBezTo>
                  <a:pt x="14" y="27"/>
                  <a:pt x="14" y="27"/>
                  <a:pt x="14" y="27"/>
                </a:cubicBezTo>
                <a:cubicBezTo>
                  <a:pt x="16" y="28"/>
                  <a:pt x="16" y="28"/>
                  <a:pt x="16" y="28"/>
                </a:cubicBezTo>
                <a:cubicBezTo>
                  <a:pt x="17" y="29"/>
                  <a:pt x="17" y="30"/>
                  <a:pt x="16" y="31"/>
                </a:cubicBezTo>
                <a:cubicBezTo>
                  <a:pt x="15" y="32"/>
                  <a:pt x="14" y="32"/>
                  <a:pt x="13" y="31"/>
                </a:cubicBezTo>
                <a:cubicBezTo>
                  <a:pt x="11" y="29"/>
                  <a:pt x="11" y="29"/>
                  <a:pt x="11" y="29"/>
                </a:cubicBezTo>
                <a:cubicBezTo>
                  <a:pt x="10" y="31"/>
                  <a:pt x="10" y="31"/>
                  <a:pt x="10" y="31"/>
                </a:cubicBezTo>
                <a:cubicBezTo>
                  <a:pt x="9" y="32"/>
                  <a:pt x="8" y="32"/>
                  <a:pt x="7" y="31"/>
                </a:cubicBezTo>
                <a:cubicBezTo>
                  <a:pt x="6" y="30"/>
                  <a:pt x="6" y="29"/>
                  <a:pt x="7" y="28"/>
                </a:cubicBezTo>
                <a:cubicBezTo>
                  <a:pt x="9" y="27"/>
                  <a:pt x="9" y="27"/>
                  <a:pt x="9" y="27"/>
                </a:cubicBezTo>
                <a:cubicBezTo>
                  <a:pt x="7" y="25"/>
                  <a:pt x="7" y="25"/>
                  <a:pt x="7" y="25"/>
                </a:cubicBezTo>
                <a:close/>
                <a:moveTo>
                  <a:pt x="39" y="2"/>
                </a:moveTo>
                <a:cubicBezTo>
                  <a:pt x="39" y="2"/>
                  <a:pt x="39" y="2"/>
                  <a:pt x="39" y="2"/>
                </a:cubicBezTo>
                <a:cubicBezTo>
                  <a:pt x="39" y="2"/>
                  <a:pt x="39" y="2"/>
                  <a:pt x="39" y="2"/>
                </a:cubicBezTo>
                <a:cubicBezTo>
                  <a:pt x="42" y="4"/>
                  <a:pt x="43" y="8"/>
                  <a:pt x="41" y="11"/>
                </a:cubicBezTo>
                <a:cubicBezTo>
                  <a:pt x="39" y="15"/>
                  <a:pt x="35" y="16"/>
                  <a:pt x="32" y="14"/>
                </a:cubicBezTo>
                <a:cubicBezTo>
                  <a:pt x="32" y="14"/>
                  <a:pt x="32" y="14"/>
                  <a:pt x="32" y="14"/>
                </a:cubicBezTo>
                <a:cubicBezTo>
                  <a:pt x="28" y="12"/>
                  <a:pt x="27" y="8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31" y="1"/>
                  <a:pt x="35" y="0"/>
                  <a:pt x="39" y="2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2" y="8"/>
                  <a:pt x="32" y="10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5" y="11"/>
                  <a:pt x="37" y="11"/>
                  <a:pt x="38" y="9"/>
                </a:cubicBezTo>
                <a:cubicBezTo>
                  <a:pt x="39" y="8"/>
                  <a:pt x="38" y="6"/>
                  <a:pt x="37" y="5"/>
                </a:cubicBezTo>
                <a:cubicBezTo>
                  <a:pt x="37" y="5"/>
                  <a:pt x="37" y="5"/>
                  <a:pt x="37" y="5"/>
                </a:cubicBezTo>
                <a:cubicBezTo>
                  <a:pt x="35" y="5"/>
                  <a:pt x="34" y="5"/>
                  <a:pt x="33" y="6"/>
                </a:cubicBezTo>
                <a:close/>
                <a:moveTo>
                  <a:pt x="28" y="27"/>
                </a:moveTo>
                <a:cubicBezTo>
                  <a:pt x="28" y="27"/>
                  <a:pt x="28" y="27"/>
                  <a:pt x="28" y="27"/>
                </a:cubicBezTo>
                <a:cubicBezTo>
                  <a:pt x="27" y="27"/>
                  <a:pt x="26" y="27"/>
                  <a:pt x="25" y="26"/>
                </a:cubicBezTo>
                <a:cubicBezTo>
                  <a:pt x="25" y="26"/>
                  <a:pt x="25" y="24"/>
                  <a:pt x="26" y="24"/>
                </a:cubicBezTo>
                <a:cubicBezTo>
                  <a:pt x="33" y="17"/>
                  <a:pt x="33" y="17"/>
                  <a:pt x="33" y="17"/>
                </a:cubicBezTo>
                <a:cubicBezTo>
                  <a:pt x="34" y="17"/>
                  <a:pt x="34" y="17"/>
                  <a:pt x="35" y="17"/>
                </a:cubicBezTo>
                <a:cubicBezTo>
                  <a:pt x="35" y="17"/>
                  <a:pt x="36" y="17"/>
                  <a:pt x="36" y="18"/>
                </a:cubicBezTo>
                <a:cubicBezTo>
                  <a:pt x="43" y="25"/>
                  <a:pt x="43" y="25"/>
                  <a:pt x="43" y="25"/>
                </a:cubicBezTo>
                <a:cubicBezTo>
                  <a:pt x="43" y="26"/>
                  <a:pt x="43" y="27"/>
                  <a:pt x="42" y="28"/>
                </a:cubicBezTo>
                <a:cubicBezTo>
                  <a:pt x="42" y="29"/>
                  <a:pt x="40" y="29"/>
                  <a:pt x="40" y="28"/>
                </a:cubicBezTo>
                <a:cubicBezTo>
                  <a:pt x="36" y="24"/>
                  <a:pt x="36" y="24"/>
                  <a:pt x="36" y="24"/>
                </a:cubicBezTo>
                <a:cubicBezTo>
                  <a:pt x="34" y="36"/>
                  <a:pt x="23" y="45"/>
                  <a:pt x="10" y="46"/>
                </a:cubicBezTo>
                <a:cubicBezTo>
                  <a:pt x="9" y="47"/>
                  <a:pt x="7" y="48"/>
                  <a:pt x="5" y="48"/>
                </a:cubicBezTo>
                <a:cubicBezTo>
                  <a:pt x="2" y="48"/>
                  <a:pt x="0" y="46"/>
                  <a:pt x="0" y="42"/>
                </a:cubicBezTo>
                <a:cubicBezTo>
                  <a:pt x="0" y="39"/>
                  <a:pt x="2" y="37"/>
                  <a:pt x="5" y="37"/>
                </a:cubicBezTo>
                <a:cubicBezTo>
                  <a:pt x="8" y="37"/>
                  <a:pt x="11" y="39"/>
                  <a:pt x="11" y="42"/>
                </a:cubicBezTo>
                <a:cubicBezTo>
                  <a:pt x="22" y="41"/>
                  <a:pt x="30" y="33"/>
                  <a:pt x="32" y="23"/>
                </a:cubicBezTo>
                <a:cubicBezTo>
                  <a:pt x="28" y="27"/>
                  <a:pt x="28" y="27"/>
                  <a:pt x="28" y="27"/>
                </a:cubicBezTo>
                <a:close/>
                <a:moveTo>
                  <a:pt x="4" y="42"/>
                </a:moveTo>
                <a:cubicBezTo>
                  <a:pt x="4" y="42"/>
                  <a:pt x="4" y="42"/>
                  <a:pt x="4" y="42"/>
                </a:cubicBezTo>
                <a:cubicBezTo>
                  <a:pt x="4" y="44"/>
                  <a:pt x="4" y="44"/>
                  <a:pt x="5" y="44"/>
                </a:cubicBezTo>
                <a:cubicBezTo>
                  <a:pt x="6" y="44"/>
                  <a:pt x="7" y="44"/>
                  <a:pt x="7" y="42"/>
                </a:cubicBezTo>
                <a:cubicBezTo>
                  <a:pt x="7" y="42"/>
                  <a:pt x="7" y="42"/>
                  <a:pt x="7" y="42"/>
                </a:cubicBezTo>
                <a:cubicBezTo>
                  <a:pt x="7" y="41"/>
                  <a:pt x="6" y="41"/>
                  <a:pt x="5" y="41"/>
                </a:cubicBezTo>
                <a:cubicBezTo>
                  <a:pt x="4" y="41"/>
                  <a:pt x="4" y="41"/>
                  <a:pt x="4" y="42"/>
                </a:cubicBezTo>
                <a:close/>
                <a:moveTo>
                  <a:pt x="40" y="39"/>
                </a:moveTo>
                <a:cubicBezTo>
                  <a:pt x="40" y="39"/>
                  <a:pt x="40" y="39"/>
                  <a:pt x="40" y="39"/>
                </a:cubicBezTo>
                <a:cubicBezTo>
                  <a:pt x="39" y="39"/>
                  <a:pt x="39" y="37"/>
                  <a:pt x="40" y="37"/>
                </a:cubicBezTo>
                <a:cubicBezTo>
                  <a:pt x="41" y="36"/>
                  <a:pt x="42" y="36"/>
                  <a:pt x="43" y="37"/>
                </a:cubicBezTo>
                <a:cubicBezTo>
                  <a:pt x="45" y="39"/>
                  <a:pt x="45" y="39"/>
                  <a:pt x="45" y="39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6"/>
                  <a:pt x="49" y="36"/>
                  <a:pt x="49" y="37"/>
                </a:cubicBezTo>
                <a:cubicBezTo>
                  <a:pt x="50" y="37"/>
                  <a:pt x="50" y="39"/>
                  <a:pt x="49" y="39"/>
                </a:cubicBezTo>
                <a:cubicBezTo>
                  <a:pt x="47" y="41"/>
                  <a:pt x="47" y="41"/>
                  <a:pt x="47" y="41"/>
                </a:cubicBezTo>
                <a:cubicBezTo>
                  <a:pt x="49" y="43"/>
                  <a:pt x="49" y="43"/>
                  <a:pt x="49" y="43"/>
                </a:cubicBezTo>
                <a:cubicBezTo>
                  <a:pt x="50" y="44"/>
                  <a:pt x="50" y="45"/>
                  <a:pt x="49" y="46"/>
                </a:cubicBezTo>
                <a:cubicBezTo>
                  <a:pt x="49" y="47"/>
                  <a:pt x="47" y="47"/>
                  <a:pt x="47" y="46"/>
                </a:cubicBezTo>
                <a:cubicBezTo>
                  <a:pt x="45" y="44"/>
                  <a:pt x="45" y="44"/>
                  <a:pt x="45" y="44"/>
                </a:cubicBezTo>
                <a:cubicBezTo>
                  <a:pt x="43" y="46"/>
                  <a:pt x="43" y="46"/>
                  <a:pt x="43" y="46"/>
                </a:cubicBezTo>
                <a:cubicBezTo>
                  <a:pt x="42" y="47"/>
                  <a:pt x="41" y="47"/>
                  <a:pt x="40" y="46"/>
                </a:cubicBezTo>
                <a:cubicBezTo>
                  <a:pt x="39" y="45"/>
                  <a:pt x="39" y="44"/>
                  <a:pt x="40" y="43"/>
                </a:cubicBezTo>
                <a:cubicBezTo>
                  <a:pt x="42" y="41"/>
                  <a:pt x="42" y="41"/>
                  <a:pt x="42" y="41"/>
                </a:cubicBezTo>
                <a:cubicBezTo>
                  <a:pt x="40" y="39"/>
                  <a:pt x="40" y="39"/>
                  <a:pt x="40" y="3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71" name="Freeform 205">
            <a:extLst>
              <a:ext uri="{FF2B5EF4-FFF2-40B4-BE49-F238E27FC236}">
                <a16:creationId xmlns:a16="http://schemas.microsoft.com/office/drawing/2014/main" id="{FD301F08-A328-E8AC-F39D-71BC24722F09}"/>
              </a:ext>
            </a:extLst>
          </p:cNvPr>
          <p:cNvSpPr>
            <a:spLocks noEditPoints="1"/>
          </p:cNvSpPr>
          <p:nvPr/>
        </p:nvSpPr>
        <p:spPr bwMode="auto">
          <a:xfrm>
            <a:off x="922267" y="4388299"/>
            <a:ext cx="213784" cy="97367"/>
          </a:xfrm>
          <a:custGeom>
            <a:avLst/>
            <a:gdLst>
              <a:gd name="T0" fmla="*/ 64135 w 50"/>
              <a:gd name="T1" fmla="*/ 9525 h 23"/>
              <a:gd name="T2" fmla="*/ 70549 w 50"/>
              <a:gd name="T3" fmla="*/ 19050 h 23"/>
              <a:gd name="T4" fmla="*/ 70549 w 50"/>
              <a:gd name="T5" fmla="*/ 19050 h 23"/>
              <a:gd name="T6" fmla="*/ 86583 w 50"/>
              <a:gd name="T7" fmla="*/ 19050 h 23"/>
              <a:gd name="T8" fmla="*/ 86583 w 50"/>
              <a:gd name="T9" fmla="*/ 19050 h 23"/>
              <a:gd name="T10" fmla="*/ 92996 w 50"/>
              <a:gd name="T11" fmla="*/ 9525 h 23"/>
              <a:gd name="T12" fmla="*/ 141097 w 50"/>
              <a:gd name="T13" fmla="*/ 9525 h 23"/>
              <a:gd name="T14" fmla="*/ 141097 w 50"/>
              <a:gd name="T15" fmla="*/ 9525 h 23"/>
              <a:gd name="T16" fmla="*/ 153924 w 50"/>
              <a:gd name="T17" fmla="*/ 28575 h 23"/>
              <a:gd name="T18" fmla="*/ 153924 w 50"/>
              <a:gd name="T19" fmla="*/ 41275 h 23"/>
              <a:gd name="T20" fmla="*/ 144304 w 50"/>
              <a:gd name="T21" fmla="*/ 53975 h 23"/>
              <a:gd name="T22" fmla="*/ 153924 w 50"/>
              <a:gd name="T23" fmla="*/ 73025 h 23"/>
              <a:gd name="T24" fmla="*/ 137891 w 50"/>
              <a:gd name="T25" fmla="*/ 63500 h 23"/>
              <a:gd name="T26" fmla="*/ 92996 w 50"/>
              <a:gd name="T27" fmla="*/ 60325 h 23"/>
              <a:gd name="T28" fmla="*/ 83376 w 50"/>
              <a:gd name="T29" fmla="*/ 34925 h 23"/>
              <a:gd name="T30" fmla="*/ 83376 w 50"/>
              <a:gd name="T31" fmla="*/ 28575 h 23"/>
              <a:gd name="T32" fmla="*/ 76962 w 50"/>
              <a:gd name="T33" fmla="*/ 28575 h 23"/>
              <a:gd name="T34" fmla="*/ 73755 w 50"/>
              <a:gd name="T35" fmla="*/ 28575 h 23"/>
              <a:gd name="T36" fmla="*/ 64135 w 50"/>
              <a:gd name="T37" fmla="*/ 60325 h 23"/>
              <a:gd name="T38" fmla="*/ 41688 w 50"/>
              <a:gd name="T39" fmla="*/ 69850 h 23"/>
              <a:gd name="T40" fmla="*/ 12827 w 50"/>
              <a:gd name="T41" fmla="*/ 73025 h 23"/>
              <a:gd name="T42" fmla="*/ 3207 w 50"/>
              <a:gd name="T43" fmla="*/ 63500 h 23"/>
              <a:gd name="T44" fmla="*/ 6414 w 50"/>
              <a:gd name="T45" fmla="*/ 41275 h 23"/>
              <a:gd name="T46" fmla="*/ 0 w 50"/>
              <a:gd name="T47" fmla="*/ 34925 h 23"/>
              <a:gd name="T48" fmla="*/ 6414 w 50"/>
              <a:gd name="T49" fmla="*/ 28575 h 23"/>
              <a:gd name="T50" fmla="*/ 41688 w 50"/>
              <a:gd name="T51" fmla="*/ 0 h 23"/>
              <a:gd name="T52" fmla="*/ 131477 w 50"/>
              <a:gd name="T53" fmla="*/ 19050 h 23"/>
              <a:gd name="T54" fmla="*/ 102616 w 50"/>
              <a:gd name="T55" fmla="*/ 19050 h 23"/>
              <a:gd name="T56" fmla="*/ 96203 w 50"/>
              <a:gd name="T57" fmla="*/ 34925 h 23"/>
              <a:gd name="T58" fmla="*/ 102616 w 50"/>
              <a:gd name="T59" fmla="*/ 50800 h 23"/>
              <a:gd name="T60" fmla="*/ 131477 w 50"/>
              <a:gd name="T61" fmla="*/ 50800 h 23"/>
              <a:gd name="T62" fmla="*/ 131477 w 50"/>
              <a:gd name="T63" fmla="*/ 50800 h 23"/>
              <a:gd name="T64" fmla="*/ 131477 w 50"/>
              <a:gd name="T65" fmla="*/ 50800 h 23"/>
              <a:gd name="T66" fmla="*/ 137891 w 50"/>
              <a:gd name="T67" fmla="*/ 34925 h 23"/>
              <a:gd name="T68" fmla="*/ 131477 w 50"/>
              <a:gd name="T69" fmla="*/ 19050 h 23"/>
              <a:gd name="T70" fmla="*/ 57722 w 50"/>
              <a:gd name="T71" fmla="*/ 19050 h 23"/>
              <a:gd name="T72" fmla="*/ 25654 w 50"/>
              <a:gd name="T73" fmla="*/ 19050 h 23"/>
              <a:gd name="T74" fmla="*/ 19241 w 50"/>
              <a:gd name="T75" fmla="*/ 34925 h 23"/>
              <a:gd name="T76" fmla="*/ 25654 w 50"/>
              <a:gd name="T77" fmla="*/ 50800 h 23"/>
              <a:gd name="T78" fmla="*/ 57722 w 50"/>
              <a:gd name="T79" fmla="*/ 50800 h 23"/>
              <a:gd name="T80" fmla="*/ 64135 w 50"/>
              <a:gd name="T81" fmla="*/ 34925 h 2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0" h="23">
                <a:moveTo>
                  <a:pt x="13" y="0"/>
                </a:moveTo>
                <a:cubicBezTo>
                  <a:pt x="16" y="0"/>
                  <a:pt x="19" y="2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1" y="4"/>
                  <a:pt x="22" y="5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3" y="5"/>
                  <a:pt x="24" y="5"/>
                  <a:pt x="25" y="5"/>
                </a:cubicBezTo>
                <a:cubicBezTo>
                  <a:pt x="26" y="5"/>
                  <a:pt x="26" y="5"/>
                  <a:pt x="27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8" y="5"/>
                  <a:pt x="28" y="4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31" y="1"/>
                  <a:pt x="34" y="0"/>
                  <a:pt x="37" y="0"/>
                </a:cubicBezTo>
                <a:cubicBezTo>
                  <a:pt x="39" y="0"/>
                  <a:pt x="42" y="2"/>
                  <a:pt x="44" y="3"/>
                </a:cubicBezTo>
                <a:cubicBezTo>
                  <a:pt x="44" y="3"/>
                  <a:pt x="44" y="3"/>
                  <a:pt x="44" y="3"/>
                </a:cubicBezTo>
                <a:cubicBezTo>
                  <a:pt x="44" y="3"/>
                  <a:pt x="44" y="3"/>
                  <a:pt x="44" y="3"/>
                </a:cubicBezTo>
                <a:cubicBezTo>
                  <a:pt x="46" y="5"/>
                  <a:pt x="47" y="7"/>
                  <a:pt x="47" y="9"/>
                </a:cubicBezTo>
                <a:cubicBezTo>
                  <a:pt x="48" y="9"/>
                  <a:pt x="48" y="9"/>
                  <a:pt x="48" y="9"/>
                </a:cubicBezTo>
                <a:cubicBezTo>
                  <a:pt x="49" y="9"/>
                  <a:pt x="50" y="10"/>
                  <a:pt x="50" y="11"/>
                </a:cubicBezTo>
                <a:cubicBezTo>
                  <a:pt x="50" y="12"/>
                  <a:pt x="49" y="13"/>
                  <a:pt x="48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14"/>
                  <a:pt x="46" y="16"/>
                  <a:pt x="45" y="17"/>
                </a:cubicBezTo>
                <a:cubicBezTo>
                  <a:pt x="48" y="20"/>
                  <a:pt x="48" y="20"/>
                  <a:pt x="48" y="20"/>
                </a:cubicBezTo>
                <a:cubicBezTo>
                  <a:pt x="49" y="21"/>
                  <a:pt x="49" y="22"/>
                  <a:pt x="48" y="23"/>
                </a:cubicBezTo>
                <a:cubicBezTo>
                  <a:pt x="47" y="23"/>
                  <a:pt x="46" y="23"/>
                  <a:pt x="46" y="23"/>
                </a:cubicBezTo>
                <a:cubicBezTo>
                  <a:pt x="43" y="20"/>
                  <a:pt x="43" y="20"/>
                  <a:pt x="43" y="20"/>
                </a:cubicBezTo>
                <a:cubicBezTo>
                  <a:pt x="41" y="21"/>
                  <a:pt x="39" y="22"/>
                  <a:pt x="37" y="22"/>
                </a:cubicBezTo>
                <a:cubicBezTo>
                  <a:pt x="34" y="22"/>
                  <a:pt x="31" y="20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7" y="17"/>
                  <a:pt x="26" y="14"/>
                  <a:pt x="26" y="11"/>
                </a:cubicBezTo>
                <a:cubicBezTo>
                  <a:pt x="26" y="10"/>
                  <a:pt x="26" y="10"/>
                  <a:pt x="26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4" y="10"/>
                  <a:pt x="24" y="10"/>
                  <a:pt x="24" y="11"/>
                </a:cubicBezTo>
                <a:cubicBezTo>
                  <a:pt x="24" y="14"/>
                  <a:pt x="22" y="17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18" y="21"/>
                  <a:pt x="16" y="22"/>
                  <a:pt x="13" y="22"/>
                </a:cubicBezTo>
                <a:cubicBezTo>
                  <a:pt x="11" y="22"/>
                  <a:pt x="9" y="21"/>
                  <a:pt x="7" y="20"/>
                </a:cubicBezTo>
                <a:cubicBezTo>
                  <a:pt x="4" y="23"/>
                  <a:pt x="4" y="23"/>
                  <a:pt x="4" y="23"/>
                </a:cubicBezTo>
                <a:cubicBezTo>
                  <a:pt x="3" y="23"/>
                  <a:pt x="2" y="23"/>
                  <a:pt x="1" y="23"/>
                </a:cubicBezTo>
                <a:cubicBezTo>
                  <a:pt x="0" y="22"/>
                  <a:pt x="0" y="21"/>
                  <a:pt x="1" y="20"/>
                </a:cubicBezTo>
                <a:cubicBezTo>
                  <a:pt x="4" y="17"/>
                  <a:pt x="4" y="17"/>
                  <a:pt x="4" y="17"/>
                </a:cubicBezTo>
                <a:cubicBezTo>
                  <a:pt x="3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" y="13"/>
                  <a:pt x="0" y="12"/>
                  <a:pt x="0" y="11"/>
                </a:cubicBezTo>
                <a:cubicBezTo>
                  <a:pt x="0" y="10"/>
                  <a:pt x="1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3" y="7"/>
                  <a:pt x="4" y="5"/>
                  <a:pt x="5" y="3"/>
                </a:cubicBezTo>
                <a:cubicBezTo>
                  <a:pt x="7" y="2"/>
                  <a:pt x="10" y="0"/>
                  <a:pt x="13" y="0"/>
                </a:cubicBezTo>
                <a:close/>
                <a:moveTo>
                  <a:pt x="41" y="6"/>
                </a:moveTo>
                <a:cubicBezTo>
                  <a:pt x="41" y="6"/>
                  <a:pt x="41" y="6"/>
                  <a:pt x="41" y="6"/>
                </a:cubicBezTo>
                <a:cubicBezTo>
                  <a:pt x="40" y="5"/>
                  <a:pt x="38" y="4"/>
                  <a:pt x="37" y="4"/>
                </a:cubicBezTo>
                <a:cubicBezTo>
                  <a:pt x="35" y="4"/>
                  <a:pt x="33" y="5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30" y="7"/>
                  <a:pt x="30" y="9"/>
                  <a:pt x="30" y="11"/>
                </a:cubicBezTo>
                <a:cubicBezTo>
                  <a:pt x="30" y="13"/>
                  <a:pt x="30" y="15"/>
                  <a:pt x="32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3" y="17"/>
                  <a:pt x="35" y="18"/>
                  <a:pt x="37" y="18"/>
                </a:cubicBezTo>
                <a:cubicBezTo>
                  <a:pt x="38" y="18"/>
                  <a:pt x="40" y="17"/>
                  <a:pt x="41" y="16"/>
                </a:cubicBezTo>
                <a:cubicBezTo>
                  <a:pt x="41" y="16"/>
                  <a:pt x="41" y="16"/>
                  <a:pt x="41" y="16"/>
                </a:cubicBezTo>
                <a:cubicBezTo>
                  <a:pt x="41" y="16"/>
                  <a:pt x="41" y="16"/>
                  <a:pt x="41" y="16"/>
                </a:cubicBezTo>
                <a:cubicBezTo>
                  <a:pt x="41" y="16"/>
                  <a:pt x="41" y="16"/>
                  <a:pt x="41" y="16"/>
                </a:cubicBezTo>
                <a:cubicBezTo>
                  <a:pt x="41" y="16"/>
                  <a:pt x="41" y="16"/>
                  <a:pt x="41" y="16"/>
                </a:cubicBezTo>
                <a:cubicBezTo>
                  <a:pt x="43" y="15"/>
                  <a:pt x="43" y="13"/>
                  <a:pt x="43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3" y="9"/>
                  <a:pt x="43" y="7"/>
                  <a:pt x="41" y="6"/>
                </a:cubicBezTo>
                <a:close/>
                <a:moveTo>
                  <a:pt x="18" y="6"/>
                </a:moveTo>
                <a:cubicBezTo>
                  <a:pt x="18" y="6"/>
                  <a:pt x="18" y="6"/>
                  <a:pt x="18" y="6"/>
                </a:cubicBezTo>
                <a:cubicBezTo>
                  <a:pt x="17" y="5"/>
                  <a:pt x="15" y="4"/>
                  <a:pt x="13" y="4"/>
                </a:cubicBezTo>
                <a:cubicBezTo>
                  <a:pt x="11" y="4"/>
                  <a:pt x="9" y="5"/>
                  <a:pt x="8" y="6"/>
                </a:cubicBezTo>
                <a:cubicBezTo>
                  <a:pt x="7" y="7"/>
                  <a:pt x="6" y="9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3"/>
                  <a:pt x="7" y="15"/>
                  <a:pt x="8" y="16"/>
                </a:cubicBezTo>
                <a:cubicBezTo>
                  <a:pt x="9" y="17"/>
                  <a:pt x="11" y="18"/>
                  <a:pt x="13" y="18"/>
                </a:cubicBezTo>
                <a:cubicBezTo>
                  <a:pt x="15" y="18"/>
                  <a:pt x="16" y="17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9" y="15"/>
                  <a:pt x="20" y="13"/>
                  <a:pt x="20" y="11"/>
                </a:cubicBezTo>
                <a:cubicBezTo>
                  <a:pt x="20" y="9"/>
                  <a:pt x="19" y="7"/>
                  <a:pt x="18" y="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72" name="Freeform 206">
            <a:extLst>
              <a:ext uri="{FF2B5EF4-FFF2-40B4-BE49-F238E27FC236}">
                <a16:creationId xmlns:a16="http://schemas.microsoft.com/office/drawing/2014/main" id="{CD8B0189-057E-FCF8-0D9E-36201885F970}"/>
              </a:ext>
            </a:extLst>
          </p:cNvPr>
          <p:cNvSpPr>
            <a:spLocks noEditPoints="1"/>
          </p:cNvSpPr>
          <p:nvPr/>
        </p:nvSpPr>
        <p:spPr bwMode="auto">
          <a:xfrm>
            <a:off x="3155351" y="4815865"/>
            <a:ext cx="211667" cy="186267"/>
          </a:xfrm>
          <a:custGeom>
            <a:avLst/>
            <a:gdLst>
              <a:gd name="T0" fmla="*/ 31750 w 50"/>
              <a:gd name="T1" fmla="*/ 114300 h 44"/>
              <a:gd name="T2" fmla="*/ 88900 w 50"/>
              <a:gd name="T3" fmla="*/ 111125 h 44"/>
              <a:gd name="T4" fmla="*/ 98425 w 50"/>
              <a:gd name="T5" fmla="*/ 101600 h 44"/>
              <a:gd name="T6" fmla="*/ 107950 w 50"/>
              <a:gd name="T7" fmla="*/ 104775 h 44"/>
              <a:gd name="T8" fmla="*/ 127000 w 50"/>
              <a:gd name="T9" fmla="*/ 111125 h 44"/>
              <a:gd name="T10" fmla="*/ 127000 w 50"/>
              <a:gd name="T11" fmla="*/ 117475 h 44"/>
              <a:gd name="T12" fmla="*/ 107950 w 50"/>
              <a:gd name="T13" fmla="*/ 120650 h 44"/>
              <a:gd name="T14" fmla="*/ 98425 w 50"/>
              <a:gd name="T15" fmla="*/ 123825 h 44"/>
              <a:gd name="T16" fmla="*/ 92075 w 50"/>
              <a:gd name="T17" fmla="*/ 120650 h 44"/>
              <a:gd name="T18" fmla="*/ 34925 w 50"/>
              <a:gd name="T19" fmla="*/ 117475 h 44"/>
              <a:gd name="T20" fmla="*/ 19050 w 50"/>
              <a:gd name="T21" fmla="*/ 0 h 44"/>
              <a:gd name="T22" fmla="*/ 155575 w 50"/>
              <a:gd name="T23" fmla="*/ 6350 h 44"/>
              <a:gd name="T24" fmla="*/ 158750 w 50"/>
              <a:gd name="T25" fmla="*/ 19050 h 44"/>
              <a:gd name="T26" fmla="*/ 155575 w 50"/>
              <a:gd name="T27" fmla="*/ 133350 h 44"/>
              <a:gd name="T28" fmla="*/ 139700 w 50"/>
              <a:gd name="T29" fmla="*/ 139700 h 44"/>
              <a:gd name="T30" fmla="*/ 6350 w 50"/>
              <a:gd name="T31" fmla="*/ 133350 h 44"/>
              <a:gd name="T32" fmla="*/ 0 w 50"/>
              <a:gd name="T33" fmla="*/ 117475 h 44"/>
              <a:gd name="T34" fmla="*/ 6350 w 50"/>
              <a:gd name="T35" fmla="*/ 6350 h 44"/>
              <a:gd name="T36" fmla="*/ 19050 w 50"/>
              <a:gd name="T37" fmla="*/ 0 h 44"/>
              <a:gd name="T38" fmla="*/ 139700 w 50"/>
              <a:gd name="T39" fmla="*/ 12700 h 44"/>
              <a:gd name="T40" fmla="*/ 15875 w 50"/>
              <a:gd name="T41" fmla="*/ 15875 h 44"/>
              <a:gd name="T42" fmla="*/ 12700 w 50"/>
              <a:gd name="T43" fmla="*/ 19050 h 44"/>
              <a:gd name="T44" fmla="*/ 15875 w 50"/>
              <a:gd name="T45" fmla="*/ 123825 h 44"/>
              <a:gd name="T46" fmla="*/ 15875 w 50"/>
              <a:gd name="T47" fmla="*/ 123825 h 44"/>
              <a:gd name="T48" fmla="*/ 139700 w 50"/>
              <a:gd name="T49" fmla="*/ 127000 h 44"/>
              <a:gd name="T50" fmla="*/ 146050 w 50"/>
              <a:gd name="T51" fmla="*/ 123825 h 44"/>
              <a:gd name="T52" fmla="*/ 149225 w 50"/>
              <a:gd name="T53" fmla="*/ 19050 h 44"/>
              <a:gd name="T54" fmla="*/ 146050 w 50"/>
              <a:gd name="T55" fmla="*/ 15875 h 44"/>
              <a:gd name="T56" fmla="*/ 139700 w 50"/>
              <a:gd name="T57" fmla="*/ 12700 h 44"/>
              <a:gd name="T58" fmla="*/ 63500 w 50"/>
              <a:gd name="T59" fmla="*/ 38100 h 44"/>
              <a:gd name="T60" fmla="*/ 104775 w 50"/>
              <a:gd name="T61" fmla="*/ 69850 h 44"/>
              <a:gd name="T62" fmla="*/ 82550 w 50"/>
              <a:gd name="T63" fmla="*/ 82550 h 44"/>
              <a:gd name="T64" fmla="*/ 53975 w 50"/>
              <a:gd name="T65" fmla="*/ 92075 h 44"/>
              <a:gd name="T66" fmla="*/ 53975 w 50"/>
              <a:gd name="T67" fmla="*/ 88900 h 44"/>
              <a:gd name="T68" fmla="*/ 60325 w 50"/>
              <a:gd name="T69" fmla="*/ 34925 h 44"/>
              <a:gd name="T70" fmla="*/ 66675 w 50"/>
              <a:gd name="T71" fmla="*/ 53975 h 44"/>
              <a:gd name="T72" fmla="*/ 66675 w 50"/>
              <a:gd name="T73" fmla="*/ 76200 h 44"/>
              <a:gd name="T74" fmla="*/ 66675 w 50"/>
              <a:gd name="T75" fmla="*/ 53975 h 44"/>
              <a:gd name="T76" fmla="*/ 95250 w 50"/>
              <a:gd name="T77" fmla="*/ 114300 h 44"/>
              <a:gd name="T78" fmla="*/ 95250 w 50"/>
              <a:gd name="T79" fmla="*/ 114300 h 44"/>
              <a:gd name="T80" fmla="*/ 98425 w 50"/>
              <a:gd name="T81" fmla="*/ 117475 h 44"/>
              <a:gd name="T82" fmla="*/ 98425 w 50"/>
              <a:gd name="T83" fmla="*/ 117475 h 44"/>
              <a:gd name="T84" fmla="*/ 101600 w 50"/>
              <a:gd name="T85" fmla="*/ 117475 h 44"/>
              <a:gd name="T86" fmla="*/ 104775 w 50"/>
              <a:gd name="T87" fmla="*/ 114300 h 44"/>
              <a:gd name="T88" fmla="*/ 104775 w 50"/>
              <a:gd name="T89" fmla="*/ 114300 h 44"/>
              <a:gd name="T90" fmla="*/ 101600 w 50"/>
              <a:gd name="T91" fmla="*/ 111125 h 44"/>
              <a:gd name="T92" fmla="*/ 101600 w 50"/>
              <a:gd name="T93" fmla="*/ 111125 h 44"/>
              <a:gd name="T94" fmla="*/ 98425 w 50"/>
              <a:gd name="T95" fmla="*/ 111125 h 4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44">
                <a:moveTo>
                  <a:pt x="11" y="37"/>
                </a:moveTo>
                <a:cubicBezTo>
                  <a:pt x="10" y="37"/>
                  <a:pt x="10" y="36"/>
                  <a:pt x="10" y="36"/>
                </a:cubicBezTo>
                <a:cubicBezTo>
                  <a:pt x="10" y="35"/>
                  <a:pt x="10" y="35"/>
                  <a:pt x="11" y="35"/>
                </a:cubicBezTo>
                <a:cubicBezTo>
                  <a:pt x="28" y="35"/>
                  <a:pt x="28" y="35"/>
                  <a:pt x="28" y="35"/>
                </a:cubicBezTo>
                <a:cubicBezTo>
                  <a:pt x="28" y="34"/>
                  <a:pt x="29" y="34"/>
                  <a:pt x="29" y="33"/>
                </a:cubicBezTo>
                <a:cubicBezTo>
                  <a:pt x="30" y="33"/>
                  <a:pt x="31" y="32"/>
                  <a:pt x="31" y="32"/>
                </a:cubicBezTo>
                <a:cubicBezTo>
                  <a:pt x="32" y="32"/>
                  <a:pt x="33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4"/>
                  <a:pt x="35" y="34"/>
                  <a:pt x="35" y="35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5"/>
                  <a:pt x="41" y="35"/>
                  <a:pt x="41" y="36"/>
                </a:cubicBezTo>
                <a:cubicBezTo>
                  <a:pt x="41" y="36"/>
                  <a:pt x="40" y="37"/>
                  <a:pt x="40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4" y="38"/>
                  <a:pt x="34" y="38"/>
                </a:cubicBezTo>
                <a:cubicBezTo>
                  <a:pt x="34" y="38"/>
                  <a:pt x="34" y="38"/>
                  <a:pt x="34" y="38"/>
                </a:cubicBezTo>
                <a:cubicBezTo>
                  <a:pt x="33" y="39"/>
                  <a:pt x="32" y="39"/>
                  <a:pt x="31" y="39"/>
                </a:cubicBezTo>
                <a:cubicBezTo>
                  <a:pt x="31" y="39"/>
                  <a:pt x="30" y="39"/>
                  <a:pt x="29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8"/>
                  <a:pt x="28" y="37"/>
                  <a:pt x="28" y="37"/>
                </a:cubicBezTo>
                <a:cubicBezTo>
                  <a:pt x="11" y="37"/>
                  <a:pt x="11" y="37"/>
                  <a:pt x="11" y="37"/>
                </a:cubicBezTo>
                <a:close/>
                <a:moveTo>
                  <a:pt x="6" y="0"/>
                </a:moveTo>
                <a:cubicBezTo>
                  <a:pt x="6" y="0"/>
                  <a:pt x="6" y="0"/>
                  <a:pt x="6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6" y="0"/>
                  <a:pt x="47" y="1"/>
                  <a:pt x="49" y="2"/>
                </a:cubicBezTo>
                <a:cubicBezTo>
                  <a:pt x="49" y="2"/>
                  <a:pt x="49" y="2"/>
                  <a:pt x="49" y="2"/>
                </a:cubicBezTo>
                <a:cubicBezTo>
                  <a:pt x="50" y="3"/>
                  <a:pt x="50" y="5"/>
                  <a:pt x="50" y="6"/>
                </a:cubicBezTo>
                <a:cubicBezTo>
                  <a:pt x="50" y="37"/>
                  <a:pt x="50" y="37"/>
                  <a:pt x="50" y="37"/>
                </a:cubicBezTo>
                <a:cubicBezTo>
                  <a:pt x="50" y="39"/>
                  <a:pt x="50" y="41"/>
                  <a:pt x="49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7" y="43"/>
                  <a:pt x="46" y="44"/>
                  <a:pt x="44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3" y="43"/>
                  <a:pt x="2" y="42"/>
                </a:cubicBezTo>
                <a:cubicBezTo>
                  <a:pt x="2" y="42"/>
                  <a:pt x="2" y="42"/>
                  <a:pt x="2" y="42"/>
                </a:cubicBezTo>
                <a:cubicBezTo>
                  <a:pt x="1" y="41"/>
                  <a:pt x="0" y="39"/>
                  <a:pt x="0" y="37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3" y="1"/>
                  <a:pt x="5" y="0"/>
                  <a:pt x="6" y="0"/>
                </a:cubicBezTo>
                <a:close/>
                <a:moveTo>
                  <a:pt x="44" y="4"/>
                </a:moveTo>
                <a:cubicBezTo>
                  <a:pt x="44" y="4"/>
                  <a:pt x="44" y="4"/>
                  <a:pt x="44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5" y="4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4" y="5"/>
                  <a:pt x="4" y="6"/>
                  <a:pt x="4" y="6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38"/>
                  <a:pt x="4" y="39"/>
                  <a:pt x="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40"/>
                  <a:pt x="6" y="40"/>
                  <a:pt x="6" y="40"/>
                </a:cubicBezTo>
                <a:cubicBezTo>
                  <a:pt x="44" y="40"/>
                  <a:pt x="44" y="40"/>
                  <a:pt x="44" y="40"/>
                </a:cubicBezTo>
                <a:cubicBezTo>
                  <a:pt x="45" y="40"/>
                  <a:pt x="45" y="40"/>
                  <a:pt x="46" y="39"/>
                </a:cubicBezTo>
                <a:cubicBezTo>
                  <a:pt x="46" y="39"/>
                  <a:pt x="46" y="39"/>
                  <a:pt x="46" y="39"/>
                </a:cubicBezTo>
                <a:cubicBezTo>
                  <a:pt x="46" y="39"/>
                  <a:pt x="47" y="38"/>
                  <a:pt x="47" y="37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6" y="5"/>
                  <a:pt x="46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5" y="4"/>
                  <a:pt x="45" y="4"/>
                  <a:pt x="44" y="4"/>
                </a:cubicBezTo>
                <a:close/>
                <a:moveTo>
                  <a:pt x="20" y="12"/>
                </a:moveTo>
                <a:cubicBezTo>
                  <a:pt x="20" y="12"/>
                  <a:pt x="20" y="12"/>
                  <a:pt x="20" y="12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4" y="21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26" y="26"/>
                  <a:pt x="26" y="26"/>
                  <a:pt x="26" y="26"/>
                </a:cubicBezTo>
                <a:cubicBezTo>
                  <a:pt x="20" y="29"/>
                  <a:pt x="20" y="29"/>
                  <a:pt x="20" y="29"/>
                </a:cubicBezTo>
                <a:cubicBezTo>
                  <a:pt x="19" y="30"/>
                  <a:pt x="18" y="30"/>
                  <a:pt x="17" y="29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2"/>
                  <a:pt x="18" y="11"/>
                  <a:pt x="19" y="11"/>
                </a:cubicBezTo>
                <a:cubicBezTo>
                  <a:pt x="19" y="11"/>
                  <a:pt x="20" y="11"/>
                  <a:pt x="20" y="12"/>
                </a:cubicBezTo>
                <a:close/>
                <a:moveTo>
                  <a:pt x="21" y="17"/>
                </a:moveTo>
                <a:cubicBezTo>
                  <a:pt x="21" y="17"/>
                  <a:pt x="21" y="17"/>
                  <a:pt x="21" y="17"/>
                </a:cubicBezTo>
                <a:cubicBezTo>
                  <a:pt x="21" y="24"/>
                  <a:pt x="21" y="24"/>
                  <a:pt x="21" y="24"/>
                </a:cubicBezTo>
                <a:cubicBezTo>
                  <a:pt x="23" y="23"/>
                  <a:pt x="25" y="22"/>
                  <a:pt x="28" y="21"/>
                </a:cubicBezTo>
                <a:cubicBezTo>
                  <a:pt x="21" y="17"/>
                  <a:pt x="21" y="17"/>
                  <a:pt x="21" y="17"/>
                </a:cubicBezTo>
                <a:close/>
                <a:moveTo>
                  <a:pt x="30" y="36"/>
                </a:move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1" y="37"/>
                </a:cubicBezTo>
                <a:cubicBezTo>
                  <a:pt x="31" y="37"/>
                  <a:pt x="31" y="37"/>
                  <a:pt x="31" y="37"/>
                </a:cubicBezTo>
                <a:cubicBezTo>
                  <a:pt x="31" y="37"/>
                  <a:pt x="31" y="37"/>
                  <a:pt x="31" y="37"/>
                </a:cubicBezTo>
                <a:cubicBezTo>
                  <a:pt x="31" y="37"/>
                  <a:pt x="31" y="37"/>
                  <a:pt x="31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5"/>
                  <a:pt x="32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5"/>
                  <a:pt x="32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0" y="35"/>
                  <a:pt x="30" y="36"/>
                  <a:pt x="30" y="3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73" name="Freeform 207">
            <a:extLst>
              <a:ext uri="{FF2B5EF4-FFF2-40B4-BE49-F238E27FC236}">
                <a16:creationId xmlns:a16="http://schemas.microsoft.com/office/drawing/2014/main" id="{18EC8865-95B1-6FBA-2F9F-D5C45408B7EE}"/>
              </a:ext>
            </a:extLst>
          </p:cNvPr>
          <p:cNvSpPr>
            <a:spLocks noEditPoints="1"/>
          </p:cNvSpPr>
          <p:nvPr/>
        </p:nvSpPr>
        <p:spPr bwMode="auto">
          <a:xfrm>
            <a:off x="5445586" y="4333265"/>
            <a:ext cx="196849" cy="211667"/>
          </a:xfrm>
          <a:custGeom>
            <a:avLst/>
            <a:gdLst>
              <a:gd name="T0" fmla="*/ 9629 w 46"/>
              <a:gd name="T1" fmla="*/ 76200 h 50"/>
              <a:gd name="T2" fmla="*/ 19257 w 46"/>
              <a:gd name="T3" fmla="*/ 82550 h 50"/>
              <a:gd name="T4" fmla="*/ 25676 w 46"/>
              <a:gd name="T5" fmla="*/ 114300 h 50"/>
              <a:gd name="T6" fmla="*/ 19257 w 46"/>
              <a:gd name="T7" fmla="*/ 123825 h 50"/>
              <a:gd name="T8" fmla="*/ 9629 w 46"/>
              <a:gd name="T9" fmla="*/ 130175 h 50"/>
              <a:gd name="T10" fmla="*/ 9629 w 46"/>
              <a:gd name="T11" fmla="*/ 120650 h 50"/>
              <a:gd name="T12" fmla="*/ 16048 w 46"/>
              <a:gd name="T13" fmla="*/ 117475 h 50"/>
              <a:gd name="T14" fmla="*/ 16048 w 46"/>
              <a:gd name="T15" fmla="*/ 92075 h 50"/>
              <a:gd name="T16" fmla="*/ 9629 w 46"/>
              <a:gd name="T17" fmla="*/ 85725 h 50"/>
              <a:gd name="T18" fmla="*/ 6419 w 46"/>
              <a:gd name="T19" fmla="*/ 82550 h 50"/>
              <a:gd name="T20" fmla="*/ 60981 w 46"/>
              <a:gd name="T21" fmla="*/ 34925 h 50"/>
              <a:gd name="T22" fmla="*/ 102704 w 46"/>
              <a:gd name="T23" fmla="*/ 22225 h 50"/>
              <a:gd name="T24" fmla="*/ 115542 w 46"/>
              <a:gd name="T25" fmla="*/ 31750 h 50"/>
              <a:gd name="T26" fmla="*/ 121961 w 46"/>
              <a:gd name="T27" fmla="*/ 73025 h 50"/>
              <a:gd name="T28" fmla="*/ 109123 w 46"/>
              <a:gd name="T29" fmla="*/ 85725 h 50"/>
              <a:gd name="T30" fmla="*/ 115542 w 46"/>
              <a:gd name="T31" fmla="*/ 69850 h 50"/>
              <a:gd name="T32" fmla="*/ 115542 w 46"/>
              <a:gd name="T33" fmla="*/ 44450 h 50"/>
              <a:gd name="T34" fmla="*/ 99495 w 46"/>
              <a:gd name="T35" fmla="*/ 28575 h 50"/>
              <a:gd name="T36" fmla="*/ 67400 w 46"/>
              <a:gd name="T37" fmla="*/ 34925 h 50"/>
              <a:gd name="T38" fmla="*/ 48143 w 46"/>
              <a:gd name="T39" fmla="*/ 130175 h 50"/>
              <a:gd name="T40" fmla="*/ 77028 w 46"/>
              <a:gd name="T41" fmla="*/ 146050 h 50"/>
              <a:gd name="T42" fmla="*/ 99495 w 46"/>
              <a:gd name="T43" fmla="*/ 123825 h 50"/>
              <a:gd name="T44" fmla="*/ 121961 w 46"/>
              <a:gd name="T45" fmla="*/ 25400 h 50"/>
              <a:gd name="T46" fmla="*/ 41724 w 46"/>
              <a:gd name="T47" fmla="*/ 57150 h 50"/>
              <a:gd name="T48" fmla="*/ 44933 w 46"/>
              <a:gd name="T49" fmla="*/ 15875 h 50"/>
              <a:gd name="T50" fmla="*/ 86657 w 46"/>
              <a:gd name="T51" fmla="*/ 0 h 50"/>
              <a:gd name="T52" fmla="*/ 125171 w 46"/>
              <a:gd name="T53" fmla="*/ 101600 h 50"/>
              <a:gd name="T54" fmla="*/ 99495 w 46"/>
              <a:gd name="T55" fmla="*/ 149225 h 50"/>
              <a:gd name="T56" fmla="*/ 44933 w 46"/>
              <a:gd name="T57" fmla="*/ 136525 h 50"/>
              <a:gd name="T58" fmla="*/ 0 w 46"/>
              <a:gd name="T59" fmla="*/ 88900 h 50"/>
              <a:gd name="T60" fmla="*/ 6419 w 46"/>
              <a:gd name="T61" fmla="*/ 88900 h 50"/>
              <a:gd name="T62" fmla="*/ 12838 w 46"/>
              <a:gd name="T63" fmla="*/ 95250 h 50"/>
              <a:gd name="T64" fmla="*/ 12838 w 46"/>
              <a:gd name="T65" fmla="*/ 114300 h 50"/>
              <a:gd name="T66" fmla="*/ 6419 w 46"/>
              <a:gd name="T67" fmla="*/ 117475 h 50"/>
              <a:gd name="T68" fmla="*/ 0 w 46"/>
              <a:gd name="T69" fmla="*/ 111125 h 50"/>
              <a:gd name="T70" fmla="*/ 12838 w 46"/>
              <a:gd name="T71" fmla="*/ 69850 h 50"/>
              <a:gd name="T72" fmla="*/ 16048 w 46"/>
              <a:gd name="T73" fmla="*/ 63500 h 50"/>
              <a:gd name="T74" fmla="*/ 32095 w 46"/>
              <a:gd name="T75" fmla="*/ 79375 h 50"/>
              <a:gd name="T76" fmla="*/ 38514 w 46"/>
              <a:gd name="T77" fmla="*/ 111125 h 50"/>
              <a:gd name="T78" fmla="*/ 28886 w 46"/>
              <a:gd name="T79" fmla="*/ 133350 h 50"/>
              <a:gd name="T80" fmla="*/ 9629 w 46"/>
              <a:gd name="T81" fmla="*/ 139700 h 50"/>
              <a:gd name="T82" fmla="*/ 22467 w 46"/>
              <a:gd name="T83" fmla="*/ 127000 h 50"/>
              <a:gd name="T84" fmla="*/ 32095 w 46"/>
              <a:gd name="T85" fmla="*/ 88900 h 50"/>
              <a:gd name="T86" fmla="*/ 19257 w 46"/>
              <a:gd name="T87" fmla="*/ 73025 h 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6" h="50">
                <a:moveTo>
                  <a:pt x="2" y="26"/>
                </a:moveTo>
                <a:cubicBezTo>
                  <a:pt x="1" y="26"/>
                  <a:pt x="1" y="25"/>
                  <a:pt x="1" y="25"/>
                </a:cubicBezTo>
                <a:cubicBezTo>
                  <a:pt x="2" y="24"/>
                  <a:pt x="2" y="24"/>
                  <a:pt x="3" y="24"/>
                </a:cubicBezTo>
                <a:cubicBezTo>
                  <a:pt x="3" y="24"/>
                  <a:pt x="4" y="25"/>
                  <a:pt x="5" y="25"/>
                </a:cubicBezTo>
                <a:cubicBezTo>
                  <a:pt x="5" y="25"/>
                  <a:pt x="5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7"/>
                  <a:pt x="7" y="27"/>
                  <a:pt x="7" y="27"/>
                </a:cubicBezTo>
                <a:cubicBezTo>
                  <a:pt x="7" y="28"/>
                  <a:pt x="8" y="28"/>
                  <a:pt x="8" y="29"/>
                </a:cubicBezTo>
                <a:cubicBezTo>
                  <a:pt x="9" y="31"/>
                  <a:pt x="9" y="34"/>
                  <a:pt x="8" y="36"/>
                </a:cubicBezTo>
                <a:cubicBezTo>
                  <a:pt x="8" y="37"/>
                  <a:pt x="7" y="37"/>
                  <a:pt x="7" y="38"/>
                </a:cubicBezTo>
                <a:cubicBezTo>
                  <a:pt x="7" y="38"/>
                  <a:pt x="7" y="38"/>
                  <a:pt x="7" y="38"/>
                </a:cubicBezTo>
                <a:cubicBezTo>
                  <a:pt x="7" y="38"/>
                  <a:pt x="6" y="39"/>
                  <a:pt x="6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5" y="40"/>
                  <a:pt x="5" y="40"/>
                  <a:pt x="5" y="40"/>
                </a:cubicBezTo>
                <a:cubicBezTo>
                  <a:pt x="4" y="41"/>
                  <a:pt x="4" y="41"/>
                  <a:pt x="3" y="41"/>
                </a:cubicBezTo>
                <a:cubicBezTo>
                  <a:pt x="2" y="41"/>
                  <a:pt x="2" y="41"/>
                  <a:pt x="1" y="41"/>
                </a:cubicBezTo>
                <a:cubicBezTo>
                  <a:pt x="1" y="40"/>
                  <a:pt x="1" y="39"/>
                  <a:pt x="2" y="39"/>
                </a:cubicBezTo>
                <a:cubicBezTo>
                  <a:pt x="2" y="39"/>
                  <a:pt x="3" y="39"/>
                  <a:pt x="3" y="38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38"/>
                  <a:pt x="4" y="38"/>
                  <a:pt x="4" y="38"/>
                </a:cubicBezTo>
                <a:cubicBezTo>
                  <a:pt x="5" y="37"/>
                  <a:pt x="5" y="37"/>
                  <a:pt x="5" y="37"/>
                </a:cubicBezTo>
                <a:cubicBezTo>
                  <a:pt x="5" y="36"/>
                  <a:pt x="6" y="36"/>
                  <a:pt x="6" y="35"/>
                </a:cubicBezTo>
                <a:cubicBezTo>
                  <a:pt x="6" y="34"/>
                  <a:pt x="6" y="32"/>
                  <a:pt x="6" y="30"/>
                </a:cubicBezTo>
                <a:cubicBezTo>
                  <a:pt x="6" y="29"/>
                  <a:pt x="5" y="29"/>
                  <a:pt x="5" y="29"/>
                </a:cubicBezTo>
                <a:cubicBezTo>
                  <a:pt x="5" y="28"/>
                  <a:pt x="5" y="28"/>
                  <a:pt x="4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4" y="27"/>
                  <a:pt x="4" y="27"/>
                  <a:pt x="3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7"/>
                  <a:pt x="2" y="26"/>
                  <a:pt x="2" y="26"/>
                </a:cubicBezTo>
                <a:close/>
                <a:moveTo>
                  <a:pt x="21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0" y="12"/>
                  <a:pt x="19" y="12"/>
                  <a:pt x="19" y="11"/>
                </a:cubicBezTo>
                <a:cubicBezTo>
                  <a:pt x="18" y="11"/>
                  <a:pt x="18" y="10"/>
                  <a:pt x="19" y="10"/>
                </a:cubicBezTo>
                <a:cubicBezTo>
                  <a:pt x="21" y="8"/>
                  <a:pt x="24" y="6"/>
                  <a:pt x="27" y="6"/>
                </a:cubicBezTo>
                <a:cubicBezTo>
                  <a:pt x="29" y="6"/>
                  <a:pt x="31" y="7"/>
                  <a:pt x="32" y="7"/>
                </a:cubicBezTo>
                <a:cubicBezTo>
                  <a:pt x="32" y="7"/>
                  <a:pt x="32" y="7"/>
                  <a:pt x="32" y="7"/>
                </a:cubicBezTo>
                <a:cubicBezTo>
                  <a:pt x="33" y="8"/>
                  <a:pt x="35" y="9"/>
                  <a:pt x="36" y="10"/>
                </a:cubicBezTo>
                <a:cubicBezTo>
                  <a:pt x="36" y="10"/>
                  <a:pt x="36" y="10"/>
                  <a:pt x="36" y="10"/>
                </a:cubicBezTo>
                <a:cubicBezTo>
                  <a:pt x="37" y="11"/>
                  <a:pt x="38" y="12"/>
                  <a:pt x="38" y="14"/>
                </a:cubicBezTo>
                <a:cubicBezTo>
                  <a:pt x="39" y="15"/>
                  <a:pt x="39" y="17"/>
                  <a:pt x="39" y="18"/>
                </a:cubicBezTo>
                <a:cubicBezTo>
                  <a:pt x="39" y="20"/>
                  <a:pt x="39" y="21"/>
                  <a:pt x="38" y="23"/>
                </a:cubicBezTo>
                <a:cubicBezTo>
                  <a:pt x="38" y="23"/>
                  <a:pt x="38" y="23"/>
                  <a:pt x="38" y="23"/>
                </a:cubicBezTo>
                <a:cubicBezTo>
                  <a:pt x="38" y="24"/>
                  <a:pt x="37" y="26"/>
                  <a:pt x="36" y="27"/>
                </a:cubicBezTo>
                <a:cubicBezTo>
                  <a:pt x="35" y="27"/>
                  <a:pt x="35" y="27"/>
                  <a:pt x="34" y="27"/>
                </a:cubicBezTo>
                <a:cubicBezTo>
                  <a:pt x="34" y="26"/>
                  <a:pt x="34" y="25"/>
                  <a:pt x="34" y="25"/>
                </a:cubicBezTo>
                <a:cubicBezTo>
                  <a:pt x="35" y="24"/>
                  <a:pt x="36" y="23"/>
                  <a:pt x="36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7" y="21"/>
                  <a:pt x="37" y="19"/>
                  <a:pt x="37" y="18"/>
                </a:cubicBezTo>
                <a:cubicBezTo>
                  <a:pt x="37" y="17"/>
                  <a:pt x="37" y="16"/>
                  <a:pt x="36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3"/>
                  <a:pt x="35" y="12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3" y="10"/>
                  <a:pt x="32" y="10"/>
                  <a:pt x="31" y="9"/>
                </a:cubicBezTo>
                <a:cubicBezTo>
                  <a:pt x="31" y="9"/>
                  <a:pt x="31" y="9"/>
                  <a:pt x="31" y="9"/>
                </a:cubicBezTo>
                <a:cubicBezTo>
                  <a:pt x="30" y="9"/>
                  <a:pt x="29" y="9"/>
                  <a:pt x="27" y="9"/>
                </a:cubicBezTo>
                <a:cubicBezTo>
                  <a:pt x="25" y="9"/>
                  <a:pt x="22" y="10"/>
                  <a:pt x="21" y="11"/>
                </a:cubicBezTo>
                <a:close/>
                <a:moveTo>
                  <a:pt x="14" y="43"/>
                </a:moveTo>
                <a:cubicBezTo>
                  <a:pt x="14" y="43"/>
                  <a:pt x="14" y="43"/>
                  <a:pt x="14" y="43"/>
                </a:cubicBezTo>
                <a:cubicBezTo>
                  <a:pt x="14" y="42"/>
                  <a:pt x="14" y="41"/>
                  <a:pt x="15" y="41"/>
                </a:cubicBezTo>
                <a:cubicBezTo>
                  <a:pt x="16" y="40"/>
                  <a:pt x="17" y="41"/>
                  <a:pt x="18" y="42"/>
                </a:cubicBezTo>
                <a:cubicBezTo>
                  <a:pt x="18" y="43"/>
                  <a:pt x="19" y="44"/>
                  <a:pt x="20" y="45"/>
                </a:cubicBezTo>
                <a:cubicBezTo>
                  <a:pt x="21" y="46"/>
                  <a:pt x="22" y="46"/>
                  <a:pt x="24" y="46"/>
                </a:cubicBezTo>
                <a:cubicBezTo>
                  <a:pt x="26" y="46"/>
                  <a:pt x="27" y="45"/>
                  <a:pt x="29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30" y="43"/>
                  <a:pt x="31" y="41"/>
                  <a:pt x="31" y="39"/>
                </a:cubicBezTo>
                <a:cubicBezTo>
                  <a:pt x="31" y="34"/>
                  <a:pt x="33" y="31"/>
                  <a:pt x="36" y="29"/>
                </a:cubicBezTo>
                <a:cubicBezTo>
                  <a:pt x="39" y="27"/>
                  <a:pt x="42" y="24"/>
                  <a:pt x="42" y="18"/>
                </a:cubicBezTo>
                <a:cubicBezTo>
                  <a:pt x="42" y="14"/>
                  <a:pt x="40" y="10"/>
                  <a:pt x="38" y="8"/>
                </a:cubicBezTo>
                <a:cubicBezTo>
                  <a:pt x="35" y="5"/>
                  <a:pt x="31" y="4"/>
                  <a:pt x="27" y="4"/>
                </a:cubicBezTo>
                <a:cubicBezTo>
                  <a:pt x="23" y="4"/>
                  <a:pt x="20" y="5"/>
                  <a:pt x="17" y="8"/>
                </a:cubicBezTo>
                <a:cubicBezTo>
                  <a:pt x="14" y="11"/>
                  <a:pt x="13" y="14"/>
                  <a:pt x="13" y="18"/>
                </a:cubicBezTo>
                <a:cubicBezTo>
                  <a:pt x="13" y="19"/>
                  <a:pt x="12" y="20"/>
                  <a:pt x="11" y="20"/>
                </a:cubicBezTo>
                <a:cubicBezTo>
                  <a:pt x="10" y="20"/>
                  <a:pt x="9" y="19"/>
                  <a:pt x="9" y="18"/>
                </a:cubicBezTo>
                <a:cubicBezTo>
                  <a:pt x="9" y="13"/>
                  <a:pt x="11" y="9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8" y="2"/>
                  <a:pt x="22" y="0"/>
                  <a:pt x="27" y="0"/>
                </a:cubicBezTo>
                <a:cubicBezTo>
                  <a:pt x="32" y="0"/>
                  <a:pt x="37" y="2"/>
                  <a:pt x="40" y="5"/>
                </a:cubicBezTo>
                <a:cubicBezTo>
                  <a:pt x="44" y="8"/>
                  <a:pt x="46" y="13"/>
                  <a:pt x="46" y="18"/>
                </a:cubicBezTo>
                <a:cubicBezTo>
                  <a:pt x="46" y="26"/>
                  <a:pt x="42" y="29"/>
                  <a:pt x="39" y="32"/>
                </a:cubicBezTo>
                <a:cubicBezTo>
                  <a:pt x="37" y="34"/>
                  <a:pt x="35" y="35"/>
                  <a:pt x="35" y="39"/>
                </a:cubicBezTo>
                <a:cubicBezTo>
                  <a:pt x="35" y="42"/>
                  <a:pt x="33" y="45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29" y="49"/>
                  <a:pt x="27" y="50"/>
                  <a:pt x="24" y="50"/>
                </a:cubicBezTo>
                <a:cubicBezTo>
                  <a:pt x="22" y="50"/>
                  <a:pt x="20" y="49"/>
                  <a:pt x="18" y="48"/>
                </a:cubicBezTo>
                <a:cubicBezTo>
                  <a:pt x="16" y="47"/>
                  <a:pt x="15" y="45"/>
                  <a:pt x="14" y="43"/>
                </a:cubicBezTo>
                <a:close/>
                <a:moveTo>
                  <a:pt x="0" y="30"/>
                </a:moveTo>
                <a:cubicBezTo>
                  <a:pt x="0" y="30"/>
                  <a:pt x="0" y="30"/>
                  <a:pt x="0" y="30"/>
                </a:cubicBezTo>
                <a:cubicBezTo>
                  <a:pt x="0" y="30"/>
                  <a:pt x="0" y="29"/>
                  <a:pt x="0" y="28"/>
                </a:cubicBezTo>
                <a:cubicBezTo>
                  <a:pt x="0" y="28"/>
                  <a:pt x="1" y="28"/>
                  <a:pt x="1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3" y="29"/>
                  <a:pt x="3" y="29"/>
                  <a:pt x="3" y="29"/>
                </a:cubicBezTo>
                <a:cubicBezTo>
                  <a:pt x="3" y="29"/>
                  <a:pt x="3" y="29"/>
                  <a:pt x="3" y="29"/>
                </a:cubicBezTo>
                <a:cubicBezTo>
                  <a:pt x="3" y="29"/>
                  <a:pt x="3" y="29"/>
                  <a:pt x="4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5" y="31"/>
                  <a:pt x="5" y="34"/>
                  <a:pt x="4" y="35"/>
                </a:cubicBezTo>
                <a:cubicBezTo>
                  <a:pt x="4" y="36"/>
                  <a:pt x="4" y="36"/>
                  <a:pt x="4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3" y="37"/>
                  <a:pt x="2" y="37"/>
                  <a:pt x="2" y="37"/>
                </a:cubicBezTo>
                <a:cubicBezTo>
                  <a:pt x="2" y="37"/>
                  <a:pt x="2" y="37"/>
                  <a:pt x="2" y="37"/>
                </a:cubicBezTo>
                <a:cubicBezTo>
                  <a:pt x="2" y="37"/>
                  <a:pt x="2" y="37"/>
                  <a:pt x="1" y="37"/>
                </a:cubicBezTo>
                <a:cubicBezTo>
                  <a:pt x="1" y="38"/>
                  <a:pt x="0" y="37"/>
                  <a:pt x="0" y="37"/>
                </a:cubicBezTo>
                <a:cubicBezTo>
                  <a:pt x="0" y="36"/>
                  <a:pt x="0" y="35"/>
                  <a:pt x="0" y="35"/>
                </a:cubicBezTo>
                <a:cubicBezTo>
                  <a:pt x="1" y="35"/>
                  <a:pt x="1" y="35"/>
                  <a:pt x="1" y="35"/>
                </a:cubicBezTo>
                <a:cubicBezTo>
                  <a:pt x="3" y="34"/>
                  <a:pt x="2" y="31"/>
                  <a:pt x="0" y="30"/>
                </a:cubicBezTo>
                <a:close/>
                <a:moveTo>
                  <a:pt x="4" y="22"/>
                </a:moveTo>
                <a:cubicBezTo>
                  <a:pt x="4" y="22"/>
                  <a:pt x="4" y="22"/>
                  <a:pt x="4" y="22"/>
                </a:cubicBezTo>
                <a:cubicBezTo>
                  <a:pt x="3" y="22"/>
                  <a:pt x="3" y="21"/>
                  <a:pt x="3" y="21"/>
                </a:cubicBezTo>
                <a:cubicBezTo>
                  <a:pt x="3" y="20"/>
                  <a:pt x="4" y="20"/>
                  <a:pt x="5" y="20"/>
                </a:cubicBezTo>
                <a:cubicBezTo>
                  <a:pt x="5" y="21"/>
                  <a:pt x="6" y="21"/>
                  <a:pt x="7" y="21"/>
                </a:cubicBezTo>
                <a:cubicBezTo>
                  <a:pt x="8" y="22"/>
                  <a:pt x="8" y="23"/>
                  <a:pt x="9" y="23"/>
                </a:cubicBezTo>
                <a:cubicBezTo>
                  <a:pt x="9" y="24"/>
                  <a:pt x="10" y="24"/>
                  <a:pt x="10" y="25"/>
                </a:cubicBezTo>
                <a:cubicBezTo>
                  <a:pt x="11" y="26"/>
                  <a:pt x="11" y="27"/>
                  <a:pt x="12" y="27"/>
                </a:cubicBezTo>
                <a:cubicBezTo>
                  <a:pt x="12" y="28"/>
                  <a:pt x="12" y="29"/>
                  <a:pt x="12" y="30"/>
                </a:cubicBezTo>
                <a:cubicBezTo>
                  <a:pt x="13" y="32"/>
                  <a:pt x="13" y="34"/>
                  <a:pt x="12" y="35"/>
                </a:cubicBezTo>
                <a:cubicBezTo>
                  <a:pt x="12" y="36"/>
                  <a:pt x="12" y="37"/>
                  <a:pt x="12" y="38"/>
                </a:cubicBezTo>
                <a:cubicBezTo>
                  <a:pt x="11" y="39"/>
                  <a:pt x="11" y="39"/>
                  <a:pt x="10" y="40"/>
                </a:cubicBezTo>
                <a:cubicBezTo>
                  <a:pt x="10" y="41"/>
                  <a:pt x="9" y="42"/>
                  <a:pt x="9" y="42"/>
                </a:cubicBezTo>
                <a:cubicBezTo>
                  <a:pt x="8" y="43"/>
                  <a:pt x="8" y="43"/>
                  <a:pt x="7" y="44"/>
                </a:cubicBezTo>
                <a:cubicBezTo>
                  <a:pt x="6" y="44"/>
                  <a:pt x="5" y="45"/>
                  <a:pt x="5" y="45"/>
                </a:cubicBezTo>
                <a:cubicBezTo>
                  <a:pt x="4" y="45"/>
                  <a:pt x="3" y="45"/>
                  <a:pt x="3" y="44"/>
                </a:cubicBezTo>
                <a:cubicBezTo>
                  <a:pt x="3" y="44"/>
                  <a:pt x="3" y="43"/>
                  <a:pt x="4" y="43"/>
                </a:cubicBezTo>
                <a:cubicBezTo>
                  <a:pt x="4" y="43"/>
                  <a:pt x="5" y="42"/>
                  <a:pt x="6" y="42"/>
                </a:cubicBezTo>
                <a:cubicBezTo>
                  <a:pt x="6" y="41"/>
                  <a:pt x="7" y="41"/>
                  <a:pt x="7" y="40"/>
                </a:cubicBezTo>
                <a:cubicBezTo>
                  <a:pt x="8" y="40"/>
                  <a:pt x="8" y="39"/>
                  <a:pt x="9" y="39"/>
                </a:cubicBezTo>
                <a:cubicBezTo>
                  <a:pt x="9" y="38"/>
                  <a:pt x="9" y="38"/>
                  <a:pt x="10" y="37"/>
                </a:cubicBezTo>
                <a:cubicBezTo>
                  <a:pt x="11" y="34"/>
                  <a:pt x="11" y="31"/>
                  <a:pt x="10" y="28"/>
                </a:cubicBezTo>
                <a:cubicBezTo>
                  <a:pt x="9" y="28"/>
                  <a:pt x="9" y="27"/>
                  <a:pt x="9" y="26"/>
                </a:cubicBezTo>
                <a:cubicBezTo>
                  <a:pt x="8" y="26"/>
                  <a:pt x="8" y="25"/>
                  <a:pt x="7" y="25"/>
                </a:cubicBezTo>
                <a:cubicBezTo>
                  <a:pt x="7" y="24"/>
                  <a:pt x="6" y="24"/>
                  <a:pt x="6" y="23"/>
                </a:cubicBezTo>
                <a:cubicBezTo>
                  <a:pt x="5" y="23"/>
                  <a:pt x="4" y="23"/>
                  <a:pt x="4" y="2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74" name="Freeform 208">
            <a:extLst>
              <a:ext uri="{FF2B5EF4-FFF2-40B4-BE49-F238E27FC236}">
                <a16:creationId xmlns:a16="http://schemas.microsoft.com/office/drawing/2014/main" id="{2D99417F-C0B4-B4F2-A8BA-216B47AAE9E1}"/>
              </a:ext>
            </a:extLst>
          </p:cNvPr>
          <p:cNvSpPr>
            <a:spLocks noEditPoints="1"/>
          </p:cNvSpPr>
          <p:nvPr/>
        </p:nvSpPr>
        <p:spPr bwMode="auto">
          <a:xfrm>
            <a:off x="11391301" y="3420981"/>
            <a:ext cx="211667" cy="241300"/>
          </a:xfrm>
          <a:custGeom>
            <a:avLst/>
            <a:gdLst>
              <a:gd name="T0" fmla="*/ 133350 w 50"/>
              <a:gd name="T1" fmla="*/ 41275 h 57"/>
              <a:gd name="T2" fmla="*/ 146050 w 50"/>
              <a:gd name="T3" fmla="*/ 34925 h 57"/>
              <a:gd name="T4" fmla="*/ 139700 w 50"/>
              <a:gd name="T5" fmla="*/ 50800 h 57"/>
              <a:gd name="T6" fmla="*/ 136525 w 50"/>
              <a:gd name="T7" fmla="*/ 158750 h 57"/>
              <a:gd name="T8" fmla="*/ 79375 w 50"/>
              <a:gd name="T9" fmla="*/ 180975 h 57"/>
              <a:gd name="T10" fmla="*/ 22225 w 50"/>
              <a:gd name="T11" fmla="*/ 158750 h 57"/>
              <a:gd name="T12" fmla="*/ 22225 w 50"/>
              <a:gd name="T13" fmla="*/ 44450 h 57"/>
              <a:gd name="T14" fmla="*/ 25400 w 50"/>
              <a:gd name="T15" fmla="*/ 44450 h 57"/>
              <a:gd name="T16" fmla="*/ 73025 w 50"/>
              <a:gd name="T17" fmla="*/ 12700 h 57"/>
              <a:gd name="T18" fmla="*/ 60325 w 50"/>
              <a:gd name="T19" fmla="*/ 6350 h 57"/>
              <a:gd name="T20" fmla="*/ 92075 w 50"/>
              <a:gd name="T21" fmla="*/ 0 h 57"/>
              <a:gd name="T22" fmla="*/ 92075 w 50"/>
              <a:gd name="T23" fmla="*/ 12700 h 57"/>
              <a:gd name="T24" fmla="*/ 85725 w 50"/>
              <a:gd name="T25" fmla="*/ 22225 h 57"/>
              <a:gd name="T26" fmla="*/ 101600 w 50"/>
              <a:gd name="T27" fmla="*/ 104775 h 57"/>
              <a:gd name="T28" fmla="*/ 107950 w 50"/>
              <a:gd name="T29" fmla="*/ 57150 h 57"/>
              <a:gd name="T30" fmla="*/ 66675 w 50"/>
              <a:gd name="T31" fmla="*/ 85725 h 57"/>
              <a:gd name="T32" fmla="*/ 66675 w 50"/>
              <a:gd name="T33" fmla="*/ 85725 h 57"/>
              <a:gd name="T34" fmla="*/ 60325 w 50"/>
              <a:gd name="T35" fmla="*/ 101600 h 57"/>
              <a:gd name="T36" fmla="*/ 60325 w 50"/>
              <a:gd name="T37" fmla="*/ 107950 h 57"/>
              <a:gd name="T38" fmla="*/ 60325 w 50"/>
              <a:gd name="T39" fmla="*/ 111125 h 57"/>
              <a:gd name="T40" fmla="*/ 69850 w 50"/>
              <a:gd name="T41" fmla="*/ 120650 h 57"/>
              <a:gd name="T42" fmla="*/ 73025 w 50"/>
              <a:gd name="T43" fmla="*/ 120650 h 57"/>
              <a:gd name="T44" fmla="*/ 76200 w 50"/>
              <a:gd name="T45" fmla="*/ 123825 h 57"/>
              <a:gd name="T46" fmla="*/ 79375 w 50"/>
              <a:gd name="T47" fmla="*/ 123825 h 57"/>
              <a:gd name="T48" fmla="*/ 82550 w 50"/>
              <a:gd name="T49" fmla="*/ 123825 h 57"/>
              <a:gd name="T50" fmla="*/ 85725 w 50"/>
              <a:gd name="T51" fmla="*/ 120650 h 57"/>
              <a:gd name="T52" fmla="*/ 98425 w 50"/>
              <a:gd name="T53" fmla="*/ 111125 h 57"/>
              <a:gd name="T54" fmla="*/ 101600 w 50"/>
              <a:gd name="T55" fmla="*/ 104775 h 57"/>
              <a:gd name="T56" fmla="*/ 85725 w 50"/>
              <a:gd name="T57" fmla="*/ 88900 h 57"/>
              <a:gd name="T58" fmla="*/ 73025 w 50"/>
              <a:gd name="T59" fmla="*/ 114300 h 57"/>
              <a:gd name="T60" fmla="*/ 85725 w 50"/>
              <a:gd name="T61" fmla="*/ 88900 h 57"/>
              <a:gd name="T62" fmla="*/ 82550 w 50"/>
              <a:gd name="T63" fmla="*/ 95250 h 57"/>
              <a:gd name="T64" fmla="*/ 76200 w 50"/>
              <a:gd name="T65" fmla="*/ 107950 h 57"/>
              <a:gd name="T66" fmla="*/ 82550 w 50"/>
              <a:gd name="T67" fmla="*/ 95250 h 57"/>
              <a:gd name="T68" fmla="*/ 114300 w 50"/>
              <a:gd name="T69" fmla="*/ 57150 h 57"/>
              <a:gd name="T70" fmla="*/ 104775 w 50"/>
              <a:gd name="T71" fmla="*/ 114300 h 57"/>
              <a:gd name="T72" fmla="*/ 82550 w 50"/>
              <a:gd name="T73" fmla="*/ 130175 h 57"/>
              <a:gd name="T74" fmla="*/ 79375 w 50"/>
              <a:gd name="T75" fmla="*/ 130175 h 57"/>
              <a:gd name="T76" fmla="*/ 76200 w 50"/>
              <a:gd name="T77" fmla="*/ 130175 h 57"/>
              <a:gd name="T78" fmla="*/ 69850 w 50"/>
              <a:gd name="T79" fmla="*/ 127000 h 57"/>
              <a:gd name="T80" fmla="*/ 53975 w 50"/>
              <a:gd name="T81" fmla="*/ 107950 h 57"/>
              <a:gd name="T82" fmla="*/ 50800 w 50"/>
              <a:gd name="T83" fmla="*/ 104775 h 57"/>
              <a:gd name="T84" fmla="*/ 60325 w 50"/>
              <a:gd name="T85" fmla="*/ 82550 h 57"/>
              <a:gd name="T86" fmla="*/ 60325 w 50"/>
              <a:gd name="T87" fmla="*/ 79375 h 57"/>
              <a:gd name="T88" fmla="*/ 63500 w 50"/>
              <a:gd name="T89" fmla="*/ 79375 h 57"/>
              <a:gd name="T90" fmla="*/ 101600 w 50"/>
              <a:gd name="T91" fmla="*/ 50800 h 57"/>
              <a:gd name="T92" fmla="*/ 107950 w 50"/>
              <a:gd name="T93" fmla="*/ 47625 h 57"/>
              <a:gd name="T94" fmla="*/ 111125 w 50"/>
              <a:gd name="T95" fmla="*/ 47625 h 57"/>
              <a:gd name="T96" fmla="*/ 111125 w 50"/>
              <a:gd name="T97" fmla="*/ 50800 h 57"/>
              <a:gd name="T98" fmla="*/ 114300 w 50"/>
              <a:gd name="T99" fmla="*/ 57150 h 57"/>
              <a:gd name="T100" fmla="*/ 127000 w 50"/>
              <a:gd name="T101" fmla="*/ 53975 h 57"/>
              <a:gd name="T102" fmla="*/ 31750 w 50"/>
              <a:gd name="T103" fmla="*/ 53975 h 57"/>
              <a:gd name="T104" fmla="*/ 12700 w 50"/>
              <a:gd name="T105" fmla="*/ 101600 h 57"/>
              <a:gd name="T106" fmla="*/ 31750 w 50"/>
              <a:gd name="T107" fmla="*/ 149225 h 57"/>
              <a:gd name="T108" fmla="*/ 79375 w 50"/>
              <a:gd name="T109" fmla="*/ 168275 h 57"/>
              <a:gd name="T110" fmla="*/ 127000 w 50"/>
              <a:gd name="T111" fmla="*/ 149225 h 57"/>
              <a:gd name="T112" fmla="*/ 127000 w 50"/>
              <a:gd name="T113" fmla="*/ 53975 h 5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0" h="57">
                <a:moveTo>
                  <a:pt x="27" y="7"/>
                </a:moveTo>
                <a:cubicBezTo>
                  <a:pt x="33" y="7"/>
                  <a:pt x="38" y="10"/>
                  <a:pt x="42" y="13"/>
                </a:cubicBezTo>
                <a:cubicBezTo>
                  <a:pt x="44" y="11"/>
                  <a:pt x="44" y="11"/>
                  <a:pt x="44" y="11"/>
                </a:cubicBezTo>
                <a:cubicBezTo>
                  <a:pt x="44" y="10"/>
                  <a:pt x="46" y="10"/>
                  <a:pt x="46" y="11"/>
                </a:cubicBezTo>
                <a:cubicBezTo>
                  <a:pt x="47" y="12"/>
                  <a:pt x="47" y="13"/>
                  <a:pt x="46" y="14"/>
                </a:cubicBezTo>
                <a:cubicBezTo>
                  <a:pt x="44" y="16"/>
                  <a:pt x="44" y="16"/>
                  <a:pt x="44" y="16"/>
                </a:cubicBezTo>
                <a:cubicBezTo>
                  <a:pt x="48" y="20"/>
                  <a:pt x="50" y="26"/>
                  <a:pt x="50" y="32"/>
                </a:cubicBezTo>
                <a:cubicBezTo>
                  <a:pt x="50" y="39"/>
                  <a:pt x="48" y="45"/>
                  <a:pt x="43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38" y="54"/>
                  <a:pt x="32" y="57"/>
                  <a:pt x="25" y="57"/>
                </a:cubicBezTo>
                <a:cubicBezTo>
                  <a:pt x="18" y="57"/>
                  <a:pt x="12" y="54"/>
                  <a:pt x="7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3" y="45"/>
                  <a:pt x="0" y="39"/>
                  <a:pt x="0" y="32"/>
                </a:cubicBezTo>
                <a:cubicBezTo>
                  <a:pt x="0" y="25"/>
                  <a:pt x="3" y="19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12" y="10"/>
                  <a:pt x="17" y="7"/>
                  <a:pt x="23" y="7"/>
                </a:cubicBezTo>
                <a:cubicBezTo>
                  <a:pt x="23" y="4"/>
                  <a:pt x="23" y="4"/>
                  <a:pt x="23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0" y="4"/>
                  <a:pt x="19" y="3"/>
                  <a:pt x="19" y="2"/>
                </a:cubicBezTo>
                <a:cubicBezTo>
                  <a:pt x="19" y="1"/>
                  <a:pt x="20" y="0"/>
                  <a:pt x="21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1" y="3"/>
                  <a:pt x="30" y="4"/>
                  <a:pt x="29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7"/>
                  <a:pt x="27" y="7"/>
                  <a:pt x="27" y="7"/>
                </a:cubicBezTo>
                <a:close/>
                <a:moveTo>
                  <a:pt x="32" y="33"/>
                </a:move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7"/>
                  <a:pt x="33" y="17"/>
                  <a:pt x="33" y="17"/>
                </a:cubicBezTo>
                <a:cubicBezTo>
                  <a:pt x="21" y="27"/>
                  <a:pt x="21" y="27"/>
                  <a:pt x="21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19" y="29"/>
                  <a:pt x="19" y="30"/>
                  <a:pt x="19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9" y="35"/>
                  <a:pt x="19" y="35"/>
                </a:cubicBezTo>
                <a:cubicBezTo>
                  <a:pt x="19" y="35"/>
                  <a:pt x="20" y="35"/>
                  <a:pt x="20" y="35"/>
                </a:cubicBezTo>
                <a:cubicBezTo>
                  <a:pt x="20" y="36"/>
                  <a:pt x="21" y="37"/>
                  <a:pt x="22" y="38"/>
                </a:cubicBezTo>
                <a:cubicBezTo>
                  <a:pt x="22" y="38"/>
                  <a:pt x="22" y="38"/>
                  <a:pt x="23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38"/>
                  <a:pt x="24" y="38"/>
                  <a:pt x="24" y="38"/>
                </a:cubicBezTo>
                <a:cubicBezTo>
                  <a:pt x="24" y="38"/>
                  <a:pt x="24" y="38"/>
                  <a:pt x="24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5" y="39"/>
                  <a:pt x="25" y="39"/>
                  <a:pt x="25" y="39"/>
                </a:cubicBezTo>
                <a:cubicBezTo>
                  <a:pt x="25" y="39"/>
                  <a:pt x="25" y="39"/>
                  <a:pt x="25" y="39"/>
                </a:cubicBezTo>
                <a:cubicBezTo>
                  <a:pt x="25" y="39"/>
                  <a:pt x="25" y="39"/>
                  <a:pt x="26" y="39"/>
                </a:cubicBezTo>
                <a:cubicBezTo>
                  <a:pt x="26" y="39"/>
                  <a:pt x="26" y="38"/>
                  <a:pt x="26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8" y="38"/>
                  <a:pt x="30" y="37"/>
                  <a:pt x="31" y="36"/>
                </a:cubicBezTo>
                <a:cubicBezTo>
                  <a:pt x="31" y="36"/>
                  <a:pt x="31" y="36"/>
                  <a:pt x="31" y="35"/>
                </a:cubicBezTo>
                <a:cubicBezTo>
                  <a:pt x="31" y="35"/>
                  <a:pt x="32" y="34"/>
                  <a:pt x="32" y="33"/>
                </a:cubicBezTo>
                <a:cubicBezTo>
                  <a:pt x="32" y="33"/>
                  <a:pt x="32" y="33"/>
                  <a:pt x="32" y="33"/>
                </a:cubicBezTo>
                <a:close/>
                <a:moveTo>
                  <a:pt x="27" y="28"/>
                </a:moveTo>
                <a:cubicBezTo>
                  <a:pt x="27" y="28"/>
                  <a:pt x="27" y="28"/>
                  <a:pt x="27" y="28"/>
                </a:cubicBezTo>
                <a:cubicBezTo>
                  <a:pt x="29" y="29"/>
                  <a:pt x="30" y="32"/>
                  <a:pt x="29" y="34"/>
                </a:cubicBezTo>
                <a:cubicBezTo>
                  <a:pt x="28" y="36"/>
                  <a:pt x="25" y="37"/>
                  <a:pt x="23" y="36"/>
                </a:cubicBezTo>
                <a:cubicBezTo>
                  <a:pt x="21" y="35"/>
                  <a:pt x="20" y="32"/>
                  <a:pt x="22" y="30"/>
                </a:cubicBezTo>
                <a:cubicBezTo>
                  <a:pt x="23" y="28"/>
                  <a:pt x="25" y="27"/>
                  <a:pt x="27" y="28"/>
                </a:cubicBezTo>
                <a:close/>
                <a:moveTo>
                  <a:pt x="26" y="30"/>
                </a:moveTo>
                <a:cubicBezTo>
                  <a:pt x="26" y="30"/>
                  <a:pt x="26" y="30"/>
                  <a:pt x="26" y="30"/>
                </a:cubicBezTo>
                <a:cubicBezTo>
                  <a:pt x="25" y="30"/>
                  <a:pt x="24" y="30"/>
                  <a:pt x="24" y="31"/>
                </a:cubicBezTo>
                <a:cubicBezTo>
                  <a:pt x="23" y="32"/>
                  <a:pt x="23" y="33"/>
                  <a:pt x="24" y="34"/>
                </a:cubicBezTo>
                <a:cubicBezTo>
                  <a:pt x="25" y="34"/>
                  <a:pt x="26" y="34"/>
                  <a:pt x="27" y="33"/>
                </a:cubicBezTo>
                <a:cubicBezTo>
                  <a:pt x="27" y="32"/>
                  <a:pt x="27" y="31"/>
                  <a:pt x="26" y="30"/>
                </a:cubicBezTo>
                <a:close/>
                <a:moveTo>
                  <a:pt x="36" y="18"/>
                </a:moveTo>
                <a:cubicBezTo>
                  <a:pt x="36" y="18"/>
                  <a:pt x="36" y="18"/>
                  <a:pt x="36" y="18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4"/>
                  <a:pt x="34" y="35"/>
                  <a:pt x="33" y="36"/>
                </a:cubicBezTo>
                <a:cubicBezTo>
                  <a:pt x="32" y="38"/>
                  <a:pt x="30" y="40"/>
                  <a:pt x="27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41"/>
                  <a:pt x="25" y="41"/>
                  <a:pt x="25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5" y="41"/>
                  <a:pt x="25" y="41"/>
                  <a:pt x="24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41"/>
                  <a:pt x="24" y="41"/>
                  <a:pt x="23" y="41"/>
                </a:cubicBezTo>
                <a:cubicBezTo>
                  <a:pt x="23" y="41"/>
                  <a:pt x="23" y="41"/>
                  <a:pt x="22" y="40"/>
                </a:cubicBezTo>
                <a:cubicBezTo>
                  <a:pt x="20" y="40"/>
                  <a:pt x="18" y="38"/>
                  <a:pt x="17" y="35"/>
                </a:cubicBezTo>
                <a:cubicBezTo>
                  <a:pt x="17" y="35"/>
                  <a:pt x="17" y="35"/>
                  <a:pt x="17" y="34"/>
                </a:cubicBezTo>
                <a:cubicBezTo>
                  <a:pt x="17" y="34"/>
                  <a:pt x="17" y="34"/>
                  <a:pt x="16" y="33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31"/>
                  <a:pt x="17" y="28"/>
                  <a:pt x="18" y="27"/>
                </a:cubicBezTo>
                <a:cubicBezTo>
                  <a:pt x="18" y="27"/>
                  <a:pt x="18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5"/>
                  <a:pt x="20" y="25"/>
                  <a:pt x="20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16"/>
                  <a:pt x="31" y="16"/>
                  <a:pt x="32" y="16"/>
                </a:cubicBezTo>
                <a:cubicBezTo>
                  <a:pt x="32" y="15"/>
                  <a:pt x="32" y="15"/>
                  <a:pt x="32" y="15"/>
                </a:cubicBezTo>
                <a:cubicBezTo>
                  <a:pt x="33" y="15"/>
                  <a:pt x="33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5" y="15"/>
                  <a:pt x="35" y="15"/>
                  <a:pt x="35" y="15"/>
                </a:cubicBezTo>
                <a:cubicBezTo>
                  <a:pt x="35" y="15"/>
                  <a:pt x="35" y="15"/>
                  <a:pt x="35" y="15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5" y="16"/>
                  <a:pt x="35" y="16"/>
                </a:cubicBezTo>
                <a:cubicBezTo>
                  <a:pt x="36" y="16"/>
                  <a:pt x="36" y="17"/>
                  <a:pt x="36" y="18"/>
                </a:cubicBezTo>
                <a:close/>
                <a:moveTo>
                  <a:pt x="40" y="17"/>
                </a:moveTo>
                <a:cubicBezTo>
                  <a:pt x="40" y="17"/>
                  <a:pt x="40" y="17"/>
                  <a:pt x="40" y="17"/>
                </a:cubicBezTo>
                <a:cubicBezTo>
                  <a:pt x="36" y="13"/>
                  <a:pt x="31" y="11"/>
                  <a:pt x="25" y="11"/>
                </a:cubicBezTo>
                <a:cubicBezTo>
                  <a:pt x="19" y="11"/>
                  <a:pt x="14" y="13"/>
                  <a:pt x="10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6" y="21"/>
                  <a:pt x="4" y="26"/>
                  <a:pt x="4" y="32"/>
                </a:cubicBezTo>
                <a:cubicBezTo>
                  <a:pt x="4" y="38"/>
                  <a:pt x="6" y="43"/>
                  <a:pt x="10" y="47"/>
                </a:cubicBezTo>
                <a:cubicBezTo>
                  <a:pt x="10" y="47"/>
                  <a:pt x="10" y="47"/>
                  <a:pt x="10" y="47"/>
                </a:cubicBezTo>
                <a:cubicBezTo>
                  <a:pt x="10" y="47"/>
                  <a:pt x="10" y="47"/>
                  <a:pt x="10" y="47"/>
                </a:cubicBezTo>
                <a:cubicBezTo>
                  <a:pt x="14" y="51"/>
                  <a:pt x="19" y="53"/>
                  <a:pt x="25" y="53"/>
                </a:cubicBezTo>
                <a:cubicBezTo>
                  <a:pt x="31" y="53"/>
                  <a:pt x="36" y="51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4" y="43"/>
                  <a:pt x="46" y="38"/>
                  <a:pt x="46" y="32"/>
                </a:cubicBezTo>
                <a:cubicBezTo>
                  <a:pt x="46" y="26"/>
                  <a:pt x="44" y="21"/>
                  <a:pt x="40" y="17"/>
                </a:cubicBezTo>
                <a:cubicBezTo>
                  <a:pt x="40" y="17"/>
                  <a:pt x="40" y="17"/>
                  <a:pt x="40" y="1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75" name="Freeform 209">
            <a:extLst>
              <a:ext uri="{FF2B5EF4-FFF2-40B4-BE49-F238E27FC236}">
                <a16:creationId xmlns:a16="http://schemas.microsoft.com/office/drawing/2014/main" id="{AC3F89B0-F555-B0D1-2894-84646D7755B8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4333265"/>
            <a:ext cx="211667" cy="211667"/>
          </a:xfrm>
          <a:custGeom>
            <a:avLst/>
            <a:gdLst>
              <a:gd name="T0" fmla="*/ 158750 w 50"/>
              <a:gd name="T1" fmla="*/ 6350 h 50"/>
              <a:gd name="T2" fmla="*/ 0 w 50"/>
              <a:gd name="T3" fmla="*/ 152400 h 50"/>
              <a:gd name="T4" fmla="*/ 38100 w 50"/>
              <a:gd name="T5" fmla="*/ 85725 h 50"/>
              <a:gd name="T6" fmla="*/ 44450 w 50"/>
              <a:gd name="T7" fmla="*/ 104775 h 50"/>
              <a:gd name="T8" fmla="*/ 31750 w 50"/>
              <a:gd name="T9" fmla="*/ 88900 h 50"/>
              <a:gd name="T10" fmla="*/ 38100 w 50"/>
              <a:gd name="T11" fmla="*/ 95250 h 50"/>
              <a:gd name="T12" fmla="*/ 41275 w 50"/>
              <a:gd name="T13" fmla="*/ 98425 h 50"/>
              <a:gd name="T14" fmla="*/ 38100 w 50"/>
              <a:gd name="T15" fmla="*/ 114300 h 50"/>
              <a:gd name="T16" fmla="*/ 44450 w 50"/>
              <a:gd name="T17" fmla="*/ 133350 h 50"/>
              <a:gd name="T18" fmla="*/ 28575 w 50"/>
              <a:gd name="T19" fmla="*/ 123825 h 50"/>
              <a:gd name="T20" fmla="*/ 41275 w 50"/>
              <a:gd name="T21" fmla="*/ 123825 h 50"/>
              <a:gd name="T22" fmla="*/ 38100 w 50"/>
              <a:gd name="T23" fmla="*/ 127000 h 50"/>
              <a:gd name="T24" fmla="*/ 41275 w 50"/>
              <a:gd name="T25" fmla="*/ 123825 h 50"/>
              <a:gd name="T26" fmla="*/ 73025 w 50"/>
              <a:gd name="T27" fmla="*/ 133350 h 50"/>
              <a:gd name="T28" fmla="*/ 66675 w 50"/>
              <a:gd name="T29" fmla="*/ 114300 h 50"/>
              <a:gd name="T30" fmla="*/ 63500 w 50"/>
              <a:gd name="T31" fmla="*/ 123825 h 50"/>
              <a:gd name="T32" fmla="*/ 69850 w 50"/>
              <a:gd name="T33" fmla="*/ 123825 h 50"/>
              <a:gd name="T34" fmla="*/ 73025 w 50"/>
              <a:gd name="T35" fmla="*/ 88900 h 50"/>
              <a:gd name="T36" fmla="*/ 57150 w 50"/>
              <a:gd name="T37" fmla="*/ 104775 h 50"/>
              <a:gd name="T38" fmla="*/ 66675 w 50"/>
              <a:gd name="T39" fmla="*/ 95250 h 50"/>
              <a:gd name="T40" fmla="*/ 63500 w 50"/>
              <a:gd name="T41" fmla="*/ 98425 h 50"/>
              <a:gd name="T42" fmla="*/ 66675 w 50"/>
              <a:gd name="T43" fmla="*/ 95250 h 50"/>
              <a:gd name="T44" fmla="*/ 76200 w 50"/>
              <a:gd name="T45" fmla="*/ 69850 h 50"/>
              <a:gd name="T46" fmla="*/ 53975 w 50"/>
              <a:gd name="T47" fmla="*/ 69850 h 50"/>
              <a:gd name="T48" fmla="*/ 66675 w 50"/>
              <a:gd name="T49" fmla="*/ 66675 h 50"/>
              <a:gd name="T50" fmla="*/ 66675 w 50"/>
              <a:gd name="T51" fmla="*/ 73025 h 50"/>
              <a:gd name="T52" fmla="*/ 95250 w 50"/>
              <a:gd name="T53" fmla="*/ 114300 h 50"/>
              <a:gd name="T54" fmla="*/ 101600 w 50"/>
              <a:gd name="T55" fmla="*/ 133350 h 50"/>
              <a:gd name="T56" fmla="*/ 82550 w 50"/>
              <a:gd name="T57" fmla="*/ 123825 h 50"/>
              <a:gd name="T58" fmla="*/ 95250 w 50"/>
              <a:gd name="T59" fmla="*/ 123825 h 50"/>
              <a:gd name="T60" fmla="*/ 95250 w 50"/>
              <a:gd name="T61" fmla="*/ 127000 h 50"/>
              <a:gd name="T62" fmla="*/ 95250 w 50"/>
              <a:gd name="T63" fmla="*/ 85725 h 50"/>
              <a:gd name="T64" fmla="*/ 101600 w 50"/>
              <a:gd name="T65" fmla="*/ 104775 h 50"/>
              <a:gd name="T66" fmla="*/ 85725 w 50"/>
              <a:gd name="T67" fmla="*/ 88900 h 50"/>
              <a:gd name="T68" fmla="*/ 95250 w 50"/>
              <a:gd name="T69" fmla="*/ 95250 h 50"/>
              <a:gd name="T70" fmla="*/ 95250 w 50"/>
              <a:gd name="T71" fmla="*/ 98425 h 50"/>
              <a:gd name="T72" fmla="*/ 101600 w 50"/>
              <a:gd name="T73" fmla="*/ 60325 h 50"/>
              <a:gd name="T74" fmla="*/ 85725 w 50"/>
              <a:gd name="T75" fmla="*/ 76200 h 50"/>
              <a:gd name="T76" fmla="*/ 95250 w 50"/>
              <a:gd name="T77" fmla="*/ 57150 h 50"/>
              <a:gd name="T78" fmla="*/ 92075 w 50"/>
              <a:gd name="T79" fmla="*/ 66675 h 50"/>
              <a:gd name="T80" fmla="*/ 98425 w 50"/>
              <a:gd name="T81" fmla="*/ 69850 h 50"/>
              <a:gd name="T82" fmla="*/ 130175 w 50"/>
              <a:gd name="T83" fmla="*/ 60325 h 50"/>
              <a:gd name="T84" fmla="*/ 114300 w 50"/>
              <a:gd name="T85" fmla="*/ 76200 h 50"/>
              <a:gd name="T86" fmla="*/ 123825 w 50"/>
              <a:gd name="T87" fmla="*/ 66675 h 50"/>
              <a:gd name="T88" fmla="*/ 120650 w 50"/>
              <a:gd name="T89" fmla="*/ 69850 h 50"/>
              <a:gd name="T90" fmla="*/ 123825 w 50"/>
              <a:gd name="T91" fmla="*/ 66675 h 50"/>
              <a:gd name="T92" fmla="*/ 133350 w 50"/>
              <a:gd name="T93" fmla="*/ 98425 h 50"/>
              <a:gd name="T94" fmla="*/ 114300 w 50"/>
              <a:gd name="T95" fmla="*/ 104775 h 50"/>
              <a:gd name="T96" fmla="*/ 123825 w 50"/>
              <a:gd name="T97" fmla="*/ 95250 h 50"/>
              <a:gd name="T98" fmla="*/ 120650 w 50"/>
              <a:gd name="T99" fmla="*/ 98425 h 50"/>
              <a:gd name="T100" fmla="*/ 123825 w 50"/>
              <a:gd name="T101" fmla="*/ 95250 h 50"/>
              <a:gd name="T102" fmla="*/ 25400 w 50"/>
              <a:gd name="T103" fmla="*/ 19050 h 50"/>
              <a:gd name="T104" fmla="*/ 146050 w 50"/>
              <a:gd name="T105" fmla="*/ 12700 h 50"/>
              <a:gd name="T106" fmla="*/ 123825 w 50"/>
              <a:gd name="T107" fmla="*/ 12700 h 50"/>
              <a:gd name="T108" fmla="*/ 88900 w 50"/>
              <a:gd name="T109" fmla="*/ 12700 h 50"/>
              <a:gd name="T110" fmla="*/ 57150 w 50"/>
              <a:gd name="T111" fmla="*/ 12700 h 50"/>
              <a:gd name="T112" fmla="*/ 12700 w 50"/>
              <a:gd name="T113" fmla="*/ 146050 h 5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0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49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12" y="27"/>
                </a:move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5" y="29"/>
                  <a:pt x="15" y="30"/>
                  <a:pt x="15" y="31"/>
                </a:cubicBezTo>
                <a:cubicBezTo>
                  <a:pt x="15" y="31"/>
                  <a:pt x="15" y="32"/>
                  <a:pt x="14" y="33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3"/>
                  <a:pt x="13" y="34"/>
                  <a:pt x="12" y="34"/>
                </a:cubicBezTo>
                <a:cubicBezTo>
                  <a:pt x="11" y="34"/>
                  <a:pt x="10" y="33"/>
                  <a:pt x="10" y="33"/>
                </a:cubicBezTo>
                <a:cubicBezTo>
                  <a:pt x="10" y="33"/>
                  <a:pt x="10" y="33"/>
                  <a:pt x="10" y="33"/>
                </a:cubicBezTo>
                <a:cubicBezTo>
                  <a:pt x="9" y="32"/>
                  <a:pt x="9" y="31"/>
                  <a:pt x="9" y="31"/>
                </a:cubicBezTo>
                <a:cubicBezTo>
                  <a:pt x="9" y="30"/>
                  <a:pt x="9" y="29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28"/>
                  <a:pt x="11" y="27"/>
                  <a:pt x="12" y="27"/>
                </a:cubicBezTo>
                <a:close/>
                <a:moveTo>
                  <a:pt x="13" y="30"/>
                </a:moveTo>
                <a:cubicBezTo>
                  <a:pt x="13" y="30"/>
                  <a:pt x="13" y="30"/>
                  <a:pt x="13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1" y="30"/>
                  <a:pt x="11" y="30"/>
                </a:cubicBezTo>
                <a:cubicBezTo>
                  <a:pt x="11" y="30"/>
                  <a:pt x="11" y="30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2" y="31"/>
                  <a:pt x="12" y="31"/>
                </a:cubicBezTo>
                <a:cubicBezTo>
                  <a:pt x="12" y="31"/>
                  <a:pt x="12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0"/>
                  <a:pt x="13" y="30"/>
                  <a:pt x="13" y="30"/>
                </a:cubicBezTo>
                <a:cubicBezTo>
                  <a:pt x="13" y="30"/>
                  <a:pt x="13" y="30"/>
                  <a:pt x="13" y="30"/>
                </a:cubicBezTo>
                <a:close/>
                <a:moveTo>
                  <a:pt x="12" y="36"/>
                </a:moveTo>
                <a:cubicBezTo>
                  <a:pt x="12" y="36"/>
                  <a:pt x="12" y="36"/>
                  <a:pt x="12" y="36"/>
                </a:cubicBezTo>
                <a:cubicBezTo>
                  <a:pt x="13" y="36"/>
                  <a:pt x="14" y="36"/>
                  <a:pt x="14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5" y="38"/>
                  <a:pt x="15" y="38"/>
                  <a:pt x="15" y="39"/>
                </a:cubicBezTo>
                <a:cubicBezTo>
                  <a:pt x="15" y="40"/>
                  <a:pt x="15" y="41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3" y="43"/>
                  <a:pt x="12" y="43"/>
                </a:cubicBezTo>
                <a:cubicBezTo>
                  <a:pt x="11" y="43"/>
                  <a:pt x="10" y="42"/>
                  <a:pt x="10" y="42"/>
                </a:cubicBezTo>
                <a:cubicBezTo>
                  <a:pt x="10" y="42"/>
                  <a:pt x="10" y="42"/>
                  <a:pt x="10" y="42"/>
                </a:cubicBezTo>
                <a:cubicBezTo>
                  <a:pt x="9" y="41"/>
                  <a:pt x="9" y="40"/>
                  <a:pt x="9" y="39"/>
                </a:cubicBezTo>
                <a:cubicBezTo>
                  <a:pt x="9" y="38"/>
                  <a:pt x="9" y="38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6"/>
                  <a:pt x="11" y="36"/>
                  <a:pt x="12" y="36"/>
                </a:cubicBezTo>
                <a:close/>
                <a:moveTo>
                  <a:pt x="13" y="39"/>
                </a:moveTo>
                <a:cubicBezTo>
                  <a:pt x="13" y="39"/>
                  <a:pt x="13" y="39"/>
                  <a:pt x="13" y="39"/>
                </a:cubicBezTo>
                <a:cubicBezTo>
                  <a:pt x="12" y="38"/>
                  <a:pt x="12" y="38"/>
                  <a:pt x="12" y="38"/>
                </a:cubicBezTo>
                <a:cubicBezTo>
                  <a:pt x="12" y="38"/>
                  <a:pt x="11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0"/>
                  <a:pt x="12" y="40"/>
                  <a:pt x="12" y="40"/>
                </a:cubicBezTo>
                <a:cubicBezTo>
                  <a:pt x="12" y="40"/>
                  <a:pt x="12" y="40"/>
                  <a:pt x="13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3" y="40"/>
                  <a:pt x="13" y="40"/>
                  <a:pt x="13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13" y="39"/>
                  <a:pt x="13" y="39"/>
                  <a:pt x="13" y="39"/>
                </a:cubicBezTo>
                <a:close/>
                <a:moveTo>
                  <a:pt x="21" y="36"/>
                </a:moveTo>
                <a:cubicBezTo>
                  <a:pt x="21" y="36"/>
                  <a:pt x="21" y="36"/>
                  <a:pt x="21" y="36"/>
                </a:cubicBezTo>
                <a:cubicBezTo>
                  <a:pt x="22" y="36"/>
                  <a:pt x="22" y="36"/>
                  <a:pt x="23" y="37"/>
                </a:cubicBezTo>
                <a:cubicBezTo>
                  <a:pt x="24" y="38"/>
                  <a:pt x="24" y="38"/>
                  <a:pt x="24" y="39"/>
                </a:cubicBezTo>
                <a:cubicBezTo>
                  <a:pt x="24" y="40"/>
                  <a:pt x="24" y="41"/>
                  <a:pt x="23" y="42"/>
                </a:cubicBezTo>
                <a:cubicBezTo>
                  <a:pt x="22" y="42"/>
                  <a:pt x="22" y="43"/>
                  <a:pt x="21" y="43"/>
                </a:cubicBezTo>
                <a:cubicBezTo>
                  <a:pt x="20" y="43"/>
                  <a:pt x="19" y="42"/>
                  <a:pt x="18" y="42"/>
                </a:cubicBezTo>
                <a:cubicBezTo>
                  <a:pt x="18" y="41"/>
                  <a:pt x="17" y="40"/>
                  <a:pt x="17" y="39"/>
                </a:cubicBezTo>
                <a:cubicBezTo>
                  <a:pt x="17" y="38"/>
                  <a:pt x="18" y="38"/>
                  <a:pt x="18" y="37"/>
                </a:cubicBezTo>
                <a:cubicBezTo>
                  <a:pt x="19" y="36"/>
                  <a:pt x="20" y="36"/>
                  <a:pt x="21" y="36"/>
                </a:cubicBezTo>
                <a:close/>
                <a:moveTo>
                  <a:pt x="21" y="39"/>
                </a:moveTo>
                <a:cubicBezTo>
                  <a:pt x="21" y="39"/>
                  <a:pt x="21" y="39"/>
                  <a:pt x="21" y="39"/>
                </a:cubicBezTo>
                <a:cubicBezTo>
                  <a:pt x="21" y="38"/>
                  <a:pt x="21" y="38"/>
                  <a:pt x="21" y="38"/>
                </a:cubicBezTo>
                <a:cubicBezTo>
                  <a:pt x="20" y="38"/>
                  <a:pt x="20" y="38"/>
                  <a:pt x="20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40"/>
                  <a:pt x="20" y="40"/>
                  <a:pt x="21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2" y="40"/>
                  <a:pt x="22" y="40"/>
                  <a:pt x="22" y="39"/>
                </a:cubicBezTo>
                <a:cubicBezTo>
                  <a:pt x="22" y="39"/>
                  <a:pt x="22" y="39"/>
                  <a:pt x="21" y="39"/>
                </a:cubicBezTo>
                <a:cubicBezTo>
                  <a:pt x="21" y="39"/>
                  <a:pt x="21" y="39"/>
                  <a:pt x="21" y="39"/>
                </a:cubicBezTo>
                <a:close/>
                <a:moveTo>
                  <a:pt x="21" y="27"/>
                </a:move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2" y="28"/>
                  <a:pt x="23" y="28"/>
                </a:cubicBezTo>
                <a:cubicBezTo>
                  <a:pt x="24" y="29"/>
                  <a:pt x="24" y="30"/>
                  <a:pt x="24" y="31"/>
                </a:cubicBezTo>
                <a:cubicBezTo>
                  <a:pt x="24" y="31"/>
                  <a:pt x="24" y="32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2" y="33"/>
                  <a:pt x="22" y="34"/>
                  <a:pt x="21" y="34"/>
                </a:cubicBezTo>
                <a:cubicBezTo>
                  <a:pt x="20" y="34"/>
                  <a:pt x="19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2"/>
                  <a:pt x="17" y="31"/>
                  <a:pt x="17" y="31"/>
                </a:cubicBezTo>
                <a:cubicBezTo>
                  <a:pt x="17" y="30"/>
                  <a:pt x="18" y="29"/>
                  <a:pt x="18" y="28"/>
                </a:cubicBezTo>
                <a:cubicBezTo>
                  <a:pt x="19" y="28"/>
                  <a:pt x="20" y="27"/>
                  <a:pt x="21" y="27"/>
                </a:cubicBezTo>
                <a:close/>
                <a:moveTo>
                  <a:pt x="21" y="30"/>
                </a:move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30"/>
                  <a:pt x="20" y="30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1"/>
                  <a:pt x="21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0"/>
                  <a:pt x="22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lose/>
                <a:moveTo>
                  <a:pt x="21" y="18"/>
                </a:moveTo>
                <a:cubicBezTo>
                  <a:pt x="21" y="18"/>
                  <a:pt x="21" y="18"/>
                  <a:pt x="21" y="18"/>
                </a:cubicBezTo>
                <a:cubicBezTo>
                  <a:pt x="22" y="18"/>
                  <a:pt x="22" y="19"/>
                  <a:pt x="23" y="19"/>
                </a:cubicBezTo>
                <a:cubicBezTo>
                  <a:pt x="24" y="20"/>
                  <a:pt x="24" y="21"/>
                  <a:pt x="24" y="22"/>
                </a:cubicBezTo>
                <a:cubicBezTo>
                  <a:pt x="24" y="23"/>
                  <a:pt x="24" y="24"/>
                  <a:pt x="23" y="24"/>
                </a:cubicBezTo>
                <a:cubicBezTo>
                  <a:pt x="22" y="25"/>
                  <a:pt x="22" y="25"/>
                  <a:pt x="21" y="25"/>
                </a:cubicBezTo>
                <a:cubicBezTo>
                  <a:pt x="20" y="25"/>
                  <a:pt x="19" y="25"/>
                  <a:pt x="18" y="24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4"/>
                  <a:pt x="17" y="23"/>
                  <a:pt x="17" y="22"/>
                </a:cubicBezTo>
                <a:cubicBezTo>
                  <a:pt x="17" y="21"/>
                  <a:pt x="18" y="20"/>
                  <a:pt x="18" y="19"/>
                </a:cubicBezTo>
                <a:cubicBezTo>
                  <a:pt x="19" y="19"/>
                  <a:pt x="20" y="18"/>
                  <a:pt x="21" y="18"/>
                </a:cubicBezTo>
                <a:close/>
                <a:moveTo>
                  <a:pt x="21" y="21"/>
                </a:moveTo>
                <a:cubicBezTo>
                  <a:pt x="21" y="21"/>
                  <a:pt x="21" y="21"/>
                  <a:pt x="21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3"/>
                  <a:pt x="20" y="23"/>
                  <a:pt x="21" y="23"/>
                </a:cubicBezTo>
                <a:cubicBezTo>
                  <a:pt x="21" y="23"/>
                  <a:pt x="21" y="23"/>
                  <a:pt x="21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1"/>
                  <a:pt x="21" y="21"/>
                </a:cubicBezTo>
                <a:cubicBezTo>
                  <a:pt x="21" y="21"/>
                  <a:pt x="21" y="21"/>
                  <a:pt x="21" y="21"/>
                </a:cubicBezTo>
                <a:close/>
                <a:moveTo>
                  <a:pt x="30" y="36"/>
                </a:moveTo>
                <a:cubicBezTo>
                  <a:pt x="30" y="36"/>
                  <a:pt x="30" y="36"/>
                  <a:pt x="30" y="36"/>
                </a:cubicBezTo>
                <a:cubicBezTo>
                  <a:pt x="31" y="36"/>
                  <a:pt x="31" y="36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3" y="38"/>
                  <a:pt x="33" y="38"/>
                  <a:pt x="33" y="39"/>
                </a:cubicBezTo>
                <a:cubicBezTo>
                  <a:pt x="33" y="40"/>
                  <a:pt x="33" y="41"/>
                  <a:pt x="32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1" y="42"/>
                  <a:pt x="31" y="43"/>
                  <a:pt x="30" y="43"/>
                </a:cubicBezTo>
                <a:cubicBezTo>
                  <a:pt x="29" y="43"/>
                  <a:pt x="28" y="42"/>
                  <a:pt x="27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1"/>
                  <a:pt x="26" y="40"/>
                  <a:pt x="26" y="39"/>
                </a:cubicBezTo>
                <a:cubicBezTo>
                  <a:pt x="26" y="38"/>
                  <a:pt x="27" y="38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8" y="36"/>
                  <a:pt x="29" y="36"/>
                  <a:pt x="30" y="36"/>
                </a:cubicBezTo>
                <a:close/>
                <a:moveTo>
                  <a:pt x="30" y="39"/>
                </a:moveTo>
                <a:cubicBezTo>
                  <a:pt x="30" y="39"/>
                  <a:pt x="30" y="39"/>
                  <a:pt x="30" y="39"/>
                </a:cubicBezTo>
                <a:cubicBezTo>
                  <a:pt x="30" y="38"/>
                  <a:pt x="30" y="38"/>
                  <a:pt x="30" y="38"/>
                </a:cubicBezTo>
                <a:cubicBezTo>
                  <a:pt x="29" y="38"/>
                  <a:pt x="29" y="38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0"/>
                  <a:pt x="29" y="40"/>
                  <a:pt x="3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1" y="40"/>
                  <a:pt x="31" y="40"/>
                  <a:pt x="31" y="39"/>
                </a:cubicBezTo>
                <a:cubicBezTo>
                  <a:pt x="31" y="39"/>
                  <a:pt x="31" y="39"/>
                  <a:pt x="30" y="39"/>
                </a:cubicBezTo>
                <a:close/>
                <a:moveTo>
                  <a:pt x="30" y="27"/>
                </a:moveTo>
                <a:cubicBezTo>
                  <a:pt x="30" y="27"/>
                  <a:pt x="30" y="27"/>
                  <a:pt x="30" y="27"/>
                </a:cubicBezTo>
                <a:cubicBezTo>
                  <a:pt x="31" y="27"/>
                  <a:pt x="31" y="28"/>
                  <a:pt x="3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3" y="29"/>
                  <a:pt x="33" y="30"/>
                  <a:pt x="33" y="31"/>
                </a:cubicBezTo>
                <a:cubicBezTo>
                  <a:pt x="33" y="31"/>
                  <a:pt x="33" y="32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1" y="33"/>
                  <a:pt x="31" y="34"/>
                  <a:pt x="30" y="34"/>
                </a:cubicBezTo>
                <a:cubicBezTo>
                  <a:pt x="29" y="34"/>
                  <a:pt x="28" y="33"/>
                  <a:pt x="27" y="33"/>
                </a:cubicBezTo>
                <a:cubicBezTo>
                  <a:pt x="27" y="33"/>
                  <a:pt x="27" y="33"/>
                  <a:pt x="27" y="33"/>
                </a:cubicBezTo>
                <a:cubicBezTo>
                  <a:pt x="27" y="32"/>
                  <a:pt x="26" y="31"/>
                  <a:pt x="26" y="31"/>
                </a:cubicBezTo>
                <a:cubicBezTo>
                  <a:pt x="26" y="30"/>
                  <a:pt x="27" y="29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8" y="28"/>
                  <a:pt x="29" y="27"/>
                  <a:pt x="30" y="27"/>
                </a:cubicBezTo>
                <a:close/>
                <a:moveTo>
                  <a:pt x="30" y="30"/>
                </a:move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9" y="30"/>
                  <a:pt x="29" y="30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9" y="31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0"/>
                  <a:pt x="31" y="30"/>
                  <a:pt x="30" y="30"/>
                </a:cubicBezTo>
                <a:close/>
                <a:moveTo>
                  <a:pt x="30" y="18"/>
                </a:moveTo>
                <a:cubicBezTo>
                  <a:pt x="30" y="18"/>
                  <a:pt x="30" y="18"/>
                  <a:pt x="30" y="18"/>
                </a:cubicBezTo>
                <a:cubicBezTo>
                  <a:pt x="31" y="18"/>
                  <a:pt x="31" y="19"/>
                  <a:pt x="32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3" y="20"/>
                  <a:pt x="33" y="21"/>
                  <a:pt x="33" y="22"/>
                </a:cubicBezTo>
                <a:cubicBezTo>
                  <a:pt x="33" y="23"/>
                  <a:pt x="33" y="24"/>
                  <a:pt x="32" y="24"/>
                </a:cubicBezTo>
                <a:cubicBezTo>
                  <a:pt x="31" y="25"/>
                  <a:pt x="31" y="25"/>
                  <a:pt x="30" y="25"/>
                </a:cubicBezTo>
                <a:cubicBezTo>
                  <a:pt x="29" y="25"/>
                  <a:pt x="28" y="25"/>
                  <a:pt x="27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7" y="24"/>
                  <a:pt x="26" y="23"/>
                  <a:pt x="26" y="22"/>
                </a:cubicBezTo>
                <a:cubicBezTo>
                  <a:pt x="26" y="21"/>
                  <a:pt x="27" y="20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8" y="19"/>
                  <a:pt x="29" y="18"/>
                  <a:pt x="30" y="18"/>
                </a:cubicBezTo>
                <a:close/>
                <a:moveTo>
                  <a:pt x="30" y="21"/>
                </a:move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3"/>
                  <a:pt x="29" y="23"/>
                  <a:pt x="30" y="23"/>
                </a:cubicBezTo>
                <a:cubicBezTo>
                  <a:pt x="30" y="23"/>
                  <a:pt x="30" y="23"/>
                  <a:pt x="30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lose/>
                <a:moveTo>
                  <a:pt x="39" y="18"/>
                </a:moveTo>
                <a:cubicBezTo>
                  <a:pt x="39" y="18"/>
                  <a:pt x="39" y="18"/>
                  <a:pt x="39" y="18"/>
                </a:cubicBezTo>
                <a:cubicBezTo>
                  <a:pt x="39" y="18"/>
                  <a:pt x="40" y="19"/>
                  <a:pt x="41" y="19"/>
                </a:cubicBezTo>
                <a:cubicBezTo>
                  <a:pt x="41" y="20"/>
                  <a:pt x="42" y="21"/>
                  <a:pt x="42" y="22"/>
                </a:cubicBezTo>
                <a:cubicBezTo>
                  <a:pt x="42" y="23"/>
                  <a:pt x="41" y="24"/>
                  <a:pt x="41" y="24"/>
                </a:cubicBezTo>
                <a:cubicBezTo>
                  <a:pt x="40" y="25"/>
                  <a:pt x="39" y="25"/>
                  <a:pt x="39" y="25"/>
                </a:cubicBezTo>
                <a:cubicBezTo>
                  <a:pt x="38" y="25"/>
                  <a:pt x="37" y="25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5" y="23"/>
                  <a:pt x="35" y="22"/>
                </a:cubicBezTo>
                <a:cubicBezTo>
                  <a:pt x="35" y="21"/>
                  <a:pt x="36" y="20"/>
                  <a:pt x="36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7" y="19"/>
                  <a:pt x="38" y="18"/>
                  <a:pt x="39" y="18"/>
                </a:cubicBezTo>
                <a:close/>
                <a:moveTo>
                  <a:pt x="39" y="21"/>
                </a:moveTo>
                <a:cubicBezTo>
                  <a:pt x="39" y="21"/>
                  <a:pt x="39" y="21"/>
                  <a:pt x="39" y="21"/>
                </a:cubicBezTo>
                <a:cubicBezTo>
                  <a:pt x="39" y="21"/>
                  <a:pt x="39" y="21"/>
                  <a:pt x="39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8" y="21"/>
                  <a:pt x="38" y="22"/>
                  <a:pt x="38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3"/>
                  <a:pt x="38" y="23"/>
                  <a:pt x="39" y="23"/>
                </a:cubicBezTo>
                <a:cubicBezTo>
                  <a:pt x="39" y="23"/>
                  <a:pt x="39" y="23"/>
                  <a:pt x="39" y="22"/>
                </a:cubicBezTo>
                <a:cubicBezTo>
                  <a:pt x="39" y="22"/>
                  <a:pt x="40" y="22"/>
                  <a:pt x="40" y="22"/>
                </a:cubicBezTo>
                <a:cubicBezTo>
                  <a:pt x="40" y="22"/>
                  <a:pt x="39" y="21"/>
                  <a:pt x="39" y="21"/>
                </a:cubicBezTo>
                <a:cubicBezTo>
                  <a:pt x="39" y="21"/>
                  <a:pt x="39" y="21"/>
                  <a:pt x="39" y="21"/>
                </a:cubicBezTo>
                <a:close/>
                <a:moveTo>
                  <a:pt x="39" y="27"/>
                </a:moveTo>
                <a:cubicBezTo>
                  <a:pt x="39" y="27"/>
                  <a:pt x="39" y="27"/>
                  <a:pt x="39" y="27"/>
                </a:cubicBezTo>
                <a:cubicBezTo>
                  <a:pt x="39" y="27"/>
                  <a:pt x="40" y="28"/>
                  <a:pt x="41" y="28"/>
                </a:cubicBezTo>
                <a:cubicBezTo>
                  <a:pt x="41" y="29"/>
                  <a:pt x="42" y="30"/>
                  <a:pt x="42" y="31"/>
                </a:cubicBezTo>
                <a:cubicBezTo>
                  <a:pt x="42" y="31"/>
                  <a:pt x="41" y="32"/>
                  <a:pt x="41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0" y="33"/>
                  <a:pt x="39" y="34"/>
                  <a:pt x="39" y="34"/>
                </a:cubicBezTo>
                <a:cubicBezTo>
                  <a:pt x="38" y="34"/>
                  <a:pt x="37" y="33"/>
                  <a:pt x="36" y="33"/>
                </a:cubicBezTo>
                <a:cubicBezTo>
                  <a:pt x="36" y="33"/>
                  <a:pt x="36" y="33"/>
                  <a:pt x="36" y="33"/>
                </a:cubicBezTo>
                <a:cubicBezTo>
                  <a:pt x="36" y="32"/>
                  <a:pt x="35" y="31"/>
                  <a:pt x="35" y="31"/>
                </a:cubicBezTo>
                <a:cubicBezTo>
                  <a:pt x="35" y="30"/>
                  <a:pt x="36" y="29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7" y="28"/>
                  <a:pt x="38" y="27"/>
                  <a:pt x="39" y="27"/>
                </a:cubicBezTo>
                <a:close/>
                <a:moveTo>
                  <a:pt x="39" y="30"/>
                </a:moveTo>
                <a:cubicBezTo>
                  <a:pt x="39" y="30"/>
                  <a:pt x="39" y="30"/>
                  <a:pt x="39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8" y="30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1"/>
                  <a:pt x="39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40" y="31"/>
                  <a:pt x="40" y="31"/>
                </a:cubicBezTo>
                <a:cubicBezTo>
                  <a:pt x="40" y="30"/>
                  <a:pt x="39" y="30"/>
                  <a:pt x="39" y="30"/>
                </a:cubicBezTo>
                <a:cubicBezTo>
                  <a:pt x="39" y="30"/>
                  <a:pt x="39" y="30"/>
                  <a:pt x="39" y="30"/>
                </a:cubicBezTo>
                <a:close/>
                <a:moveTo>
                  <a:pt x="12" y="6"/>
                </a:moveTo>
                <a:cubicBezTo>
                  <a:pt x="12" y="6"/>
                  <a:pt x="12" y="6"/>
                  <a:pt x="12" y="6"/>
                </a:cubicBezTo>
                <a:cubicBezTo>
                  <a:pt x="12" y="8"/>
                  <a:pt x="11" y="8"/>
                  <a:pt x="10" y="8"/>
                </a:cubicBezTo>
                <a:cubicBezTo>
                  <a:pt x="9" y="8"/>
                  <a:pt x="8" y="8"/>
                  <a:pt x="8" y="6"/>
                </a:cubicBezTo>
                <a:cubicBezTo>
                  <a:pt x="8" y="4"/>
                  <a:pt x="8" y="4"/>
                  <a:pt x="8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3"/>
                  <a:pt x="4" y="13"/>
                  <a:pt x="4" y="13"/>
                </a:cubicBezTo>
                <a:cubicBezTo>
                  <a:pt x="46" y="13"/>
                  <a:pt x="46" y="13"/>
                  <a:pt x="46" y="13"/>
                </a:cubicBezTo>
                <a:cubicBezTo>
                  <a:pt x="46" y="4"/>
                  <a:pt x="46" y="4"/>
                  <a:pt x="46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8"/>
                  <a:pt x="42" y="8"/>
                  <a:pt x="41" y="8"/>
                </a:cubicBezTo>
                <a:cubicBezTo>
                  <a:pt x="40" y="8"/>
                  <a:pt x="39" y="8"/>
                  <a:pt x="39" y="6"/>
                </a:cubicBezTo>
                <a:cubicBezTo>
                  <a:pt x="39" y="4"/>
                  <a:pt x="39" y="4"/>
                  <a:pt x="39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8"/>
                  <a:pt x="31" y="8"/>
                  <a:pt x="30" y="8"/>
                </a:cubicBezTo>
                <a:cubicBezTo>
                  <a:pt x="29" y="8"/>
                  <a:pt x="28" y="8"/>
                  <a:pt x="28" y="6"/>
                </a:cubicBezTo>
                <a:cubicBezTo>
                  <a:pt x="28" y="4"/>
                  <a:pt x="28" y="4"/>
                  <a:pt x="28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8"/>
                  <a:pt x="21" y="8"/>
                  <a:pt x="20" y="8"/>
                </a:cubicBezTo>
                <a:cubicBezTo>
                  <a:pt x="19" y="8"/>
                  <a:pt x="18" y="8"/>
                  <a:pt x="18" y="6"/>
                </a:cubicBezTo>
                <a:cubicBezTo>
                  <a:pt x="18" y="4"/>
                  <a:pt x="18" y="4"/>
                  <a:pt x="18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6"/>
                  <a:pt x="12" y="6"/>
                  <a:pt x="12" y="6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46"/>
                  <a:pt x="4" y="46"/>
                  <a:pt x="4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15"/>
                  <a:pt x="46" y="15"/>
                  <a:pt x="46" y="15"/>
                </a:cubicBezTo>
                <a:cubicBezTo>
                  <a:pt x="4" y="15"/>
                  <a:pt x="4" y="15"/>
                  <a:pt x="4" y="1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76" name="Freeform 210">
            <a:extLst>
              <a:ext uri="{FF2B5EF4-FFF2-40B4-BE49-F238E27FC236}">
                <a16:creationId xmlns:a16="http://schemas.microsoft.com/office/drawing/2014/main" id="{DE31ACCB-8416-EB69-CC93-B1734ACC7FB6}"/>
              </a:ext>
            </a:extLst>
          </p:cNvPr>
          <p:cNvSpPr>
            <a:spLocks noEditPoints="1"/>
          </p:cNvSpPr>
          <p:nvPr/>
        </p:nvSpPr>
        <p:spPr bwMode="auto">
          <a:xfrm>
            <a:off x="9145519" y="3899348"/>
            <a:ext cx="213783" cy="207433"/>
          </a:xfrm>
          <a:custGeom>
            <a:avLst/>
            <a:gdLst>
              <a:gd name="T0" fmla="*/ 80169 w 50"/>
              <a:gd name="T1" fmla="*/ 0 h 49"/>
              <a:gd name="T2" fmla="*/ 131476 w 50"/>
              <a:gd name="T3" fmla="*/ 19050 h 49"/>
              <a:gd name="T4" fmla="*/ 160337 w 50"/>
              <a:gd name="T5" fmla="*/ 69850 h 49"/>
              <a:gd name="T6" fmla="*/ 157130 w 50"/>
              <a:gd name="T7" fmla="*/ 76200 h 49"/>
              <a:gd name="T8" fmla="*/ 153924 w 50"/>
              <a:gd name="T9" fmla="*/ 76200 h 49"/>
              <a:gd name="T10" fmla="*/ 153924 w 50"/>
              <a:gd name="T11" fmla="*/ 76200 h 49"/>
              <a:gd name="T12" fmla="*/ 137890 w 50"/>
              <a:gd name="T13" fmla="*/ 79375 h 49"/>
              <a:gd name="T14" fmla="*/ 121856 w 50"/>
              <a:gd name="T15" fmla="*/ 88900 h 49"/>
              <a:gd name="T16" fmla="*/ 115443 w 50"/>
              <a:gd name="T17" fmla="*/ 88900 h 49"/>
              <a:gd name="T18" fmla="*/ 115443 w 50"/>
              <a:gd name="T19" fmla="*/ 88900 h 49"/>
              <a:gd name="T20" fmla="*/ 99409 w 50"/>
              <a:gd name="T21" fmla="*/ 79375 h 49"/>
              <a:gd name="T22" fmla="*/ 86582 w 50"/>
              <a:gd name="T23" fmla="*/ 76200 h 49"/>
              <a:gd name="T24" fmla="*/ 86582 w 50"/>
              <a:gd name="T25" fmla="*/ 139700 h 49"/>
              <a:gd name="T26" fmla="*/ 70548 w 50"/>
              <a:gd name="T27" fmla="*/ 155575 h 49"/>
              <a:gd name="T28" fmla="*/ 51308 w 50"/>
              <a:gd name="T29" fmla="*/ 139700 h 49"/>
              <a:gd name="T30" fmla="*/ 57721 w 50"/>
              <a:gd name="T31" fmla="*/ 133350 h 49"/>
              <a:gd name="T32" fmla="*/ 64135 w 50"/>
              <a:gd name="T33" fmla="*/ 139700 h 49"/>
              <a:gd name="T34" fmla="*/ 70548 w 50"/>
              <a:gd name="T35" fmla="*/ 142875 h 49"/>
              <a:gd name="T36" fmla="*/ 73755 w 50"/>
              <a:gd name="T37" fmla="*/ 139700 h 49"/>
              <a:gd name="T38" fmla="*/ 73755 w 50"/>
              <a:gd name="T39" fmla="*/ 76200 h 49"/>
              <a:gd name="T40" fmla="*/ 60928 w 50"/>
              <a:gd name="T41" fmla="*/ 79375 h 49"/>
              <a:gd name="T42" fmla="*/ 44894 w 50"/>
              <a:gd name="T43" fmla="*/ 88900 h 49"/>
              <a:gd name="T44" fmla="*/ 38481 w 50"/>
              <a:gd name="T45" fmla="*/ 88900 h 49"/>
              <a:gd name="T46" fmla="*/ 22447 w 50"/>
              <a:gd name="T47" fmla="*/ 79375 h 49"/>
              <a:gd name="T48" fmla="*/ 6413 w 50"/>
              <a:gd name="T49" fmla="*/ 76200 h 49"/>
              <a:gd name="T50" fmla="*/ 0 w 50"/>
              <a:gd name="T51" fmla="*/ 69850 h 49"/>
              <a:gd name="T52" fmla="*/ 0 w 50"/>
              <a:gd name="T53" fmla="*/ 69850 h 49"/>
              <a:gd name="T54" fmla="*/ 28861 w 50"/>
              <a:gd name="T55" fmla="*/ 19050 h 49"/>
              <a:gd name="T56" fmla="*/ 80169 w 50"/>
              <a:gd name="T57" fmla="*/ 0 h 49"/>
              <a:gd name="T58" fmla="*/ 92995 w 50"/>
              <a:gd name="T59" fmla="*/ 15875 h 49"/>
              <a:gd name="T60" fmla="*/ 92995 w 50"/>
              <a:gd name="T61" fmla="*/ 15875 h 49"/>
              <a:gd name="T62" fmla="*/ 112236 w 50"/>
              <a:gd name="T63" fmla="*/ 41275 h 49"/>
              <a:gd name="T64" fmla="*/ 121856 w 50"/>
              <a:gd name="T65" fmla="*/ 76200 h 49"/>
              <a:gd name="T66" fmla="*/ 134683 w 50"/>
              <a:gd name="T67" fmla="*/ 69850 h 49"/>
              <a:gd name="T68" fmla="*/ 147510 w 50"/>
              <a:gd name="T69" fmla="*/ 66675 h 49"/>
              <a:gd name="T70" fmla="*/ 121856 w 50"/>
              <a:gd name="T71" fmla="*/ 28575 h 49"/>
              <a:gd name="T72" fmla="*/ 92995 w 50"/>
              <a:gd name="T73" fmla="*/ 15875 h 49"/>
              <a:gd name="T74" fmla="*/ 115443 w 50"/>
              <a:gd name="T75" fmla="*/ 73025 h 49"/>
              <a:gd name="T76" fmla="*/ 115443 w 50"/>
              <a:gd name="T77" fmla="*/ 73025 h 49"/>
              <a:gd name="T78" fmla="*/ 105822 w 50"/>
              <a:gd name="T79" fmla="*/ 44450 h 49"/>
              <a:gd name="T80" fmla="*/ 83375 w 50"/>
              <a:gd name="T81" fmla="*/ 12700 h 49"/>
              <a:gd name="T82" fmla="*/ 80169 w 50"/>
              <a:gd name="T83" fmla="*/ 12700 h 49"/>
              <a:gd name="T84" fmla="*/ 76962 w 50"/>
              <a:gd name="T85" fmla="*/ 12700 h 49"/>
              <a:gd name="T86" fmla="*/ 54515 w 50"/>
              <a:gd name="T87" fmla="*/ 44450 h 49"/>
              <a:gd name="T88" fmla="*/ 48101 w 50"/>
              <a:gd name="T89" fmla="*/ 73025 h 49"/>
              <a:gd name="T90" fmla="*/ 57721 w 50"/>
              <a:gd name="T91" fmla="*/ 66675 h 49"/>
              <a:gd name="T92" fmla="*/ 102616 w 50"/>
              <a:gd name="T93" fmla="*/ 66675 h 49"/>
              <a:gd name="T94" fmla="*/ 115443 w 50"/>
              <a:gd name="T95" fmla="*/ 73025 h 49"/>
              <a:gd name="T96" fmla="*/ 38481 w 50"/>
              <a:gd name="T97" fmla="*/ 76200 h 49"/>
              <a:gd name="T98" fmla="*/ 38481 w 50"/>
              <a:gd name="T99" fmla="*/ 76200 h 49"/>
              <a:gd name="T100" fmla="*/ 48101 w 50"/>
              <a:gd name="T101" fmla="*/ 41275 h 49"/>
              <a:gd name="T102" fmla="*/ 67342 w 50"/>
              <a:gd name="T103" fmla="*/ 15875 h 49"/>
              <a:gd name="T104" fmla="*/ 38481 w 50"/>
              <a:gd name="T105" fmla="*/ 28575 h 49"/>
              <a:gd name="T106" fmla="*/ 12827 w 50"/>
              <a:gd name="T107" fmla="*/ 66675 h 49"/>
              <a:gd name="T108" fmla="*/ 25654 w 50"/>
              <a:gd name="T109" fmla="*/ 69850 h 49"/>
              <a:gd name="T110" fmla="*/ 38481 w 50"/>
              <a:gd name="T111" fmla="*/ 76200 h 4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0" h="49">
                <a:moveTo>
                  <a:pt x="25" y="0"/>
                </a:moveTo>
                <a:cubicBezTo>
                  <a:pt x="31" y="0"/>
                  <a:pt x="37" y="3"/>
                  <a:pt x="41" y="6"/>
                </a:cubicBezTo>
                <a:cubicBezTo>
                  <a:pt x="45" y="10"/>
                  <a:pt x="49" y="16"/>
                  <a:pt x="50" y="22"/>
                </a:cubicBezTo>
                <a:cubicBezTo>
                  <a:pt x="50" y="23"/>
                  <a:pt x="50" y="24"/>
                  <a:pt x="49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6" y="24"/>
                  <a:pt x="45" y="25"/>
                  <a:pt x="43" y="25"/>
                </a:cubicBezTo>
                <a:cubicBezTo>
                  <a:pt x="41" y="26"/>
                  <a:pt x="40" y="27"/>
                  <a:pt x="38" y="28"/>
                </a:cubicBezTo>
                <a:cubicBezTo>
                  <a:pt x="38" y="29"/>
                  <a:pt x="37" y="29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4" y="27"/>
                  <a:pt x="33" y="26"/>
                  <a:pt x="31" y="25"/>
                </a:cubicBezTo>
                <a:cubicBezTo>
                  <a:pt x="30" y="25"/>
                  <a:pt x="28" y="24"/>
                  <a:pt x="27" y="24"/>
                </a:cubicBezTo>
                <a:cubicBezTo>
                  <a:pt x="27" y="31"/>
                  <a:pt x="27" y="37"/>
                  <a:pt x="27" y="44"/>
                </a:cubicBezTo>
                <a:cubicBezTo>
                  <a:pt x="27" y="46"/>
                  <a:pt x="25" y="49"/>
                  <a:pt x="22" y="49"/>
                </a:cubicBezTo>
                <a:cubicBezTo>
                  <a:pt x="19" y="49"/>
                  <a:pt x="16" y="46"/>
                  <a:pt x="16" y="44"/>
                </a:cubicBezTo>
                <a:cubicBezTo>
                  <a:pt x="16" y="42"/>
                  <a:pt x="17" y="42"/>
                  <a:pt x="18" y="42"/>
                </a:cubicBezTo>
                <a:cubicBezTo>
                  <a:pt x="19" y="42"/>
                  <a:pt x="20" y="42"/>
                  <a:pt x="20" y="44"/>
                </a:cubicBezTo>
                <a:cubicBezTo>
                  <a:pt x="20" y="44"/>
                  <a:pt x="21" y="45"/>
                  <a:pt x="22" y="45"/>
                </a:cubicBezTo>
                <a:cubicBezTo>
                  <a:pt x="22" y="45"/>
                  <a:pt x="23" y="44"/>
                  <a:pt x="23" y="44"/>
                </a:cubicBezTo>
                <a:cubicBezTo>
                  <a:pt x="23" y="37"/>
                  <a:pt x="23" y="31"/>
                  <a:pt x="23" y="24"/>
                </a:cubicBezTo>
                <a:cubicBezTo>
                  <a:pt x="22" y="24"/>
                  <a:pt x="21" y="25"/>
                  <a:pt x="19" y="25"/>
                </a:cubicBezTo>
                <a:cubicBezTo>
                  <a:pt x="17" y="26"/>
                  <a:pt x="16" y="27"/>
                  <a:pt x="14" y="28"/>
                </a:cubicBezTo>
                <a:cubicBezTo>
                  <a:pt x="13" y="29"/>
                  <a:pt x="12" y="29"/>
                  <a:pt x="12" y="28"/>
                </a:cubicBezTo>
                <a:cubicBezTo>
                  <a:pt x="10" y="27"/>
                  <a:pt x="9" y="26"/>
                  <a:pt x="7" y="25"/>
                </a:cubicBezTo>
                <a:cubicBezTo>
                  <a:pt x="5" y="25"/>
                  <a:pt x="4" y="24"/>
                  <a:pt x="2" y="24"/>
                </a:cubicBezTo>
                <a:cubicBezTo>
                  <a:pt x="1" y="24"/>
                  <a:pt x="0" y="23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1" y="15"/>
                  <a:pt x="5" y="10"/>
                  <a:pt x="9" y="6"/>
                </a:cubicBezTo>
                <a:cubicBezTo>
                  <a:pt x="13" y="3"/>
                  <a:pt x="19" y="0"/>
                  <a:pt x="25" y="0"/>
                </a:cubicBezTo>
                <a:close/>
                <a:moveTo>
                  <a:pt x="29" y="5"/>
                </a:moveTo>
                <a:cubicBezTo>
                  <a:pt x="29" y="5"/>
                  <a:pt x="29" y="5"/>
                  <a:pt x="29" y="5"/>
                </a:cubicBezTo>
                <a:cubicBezTo>
                  <a:pt x="32" y="7"/>
                  <a:pt x="33" y="10"/>
                  <a:pt x="35" y="13"/>
                </a:cubicBezTo>
                <a:cubicBezTo>
                  <a:pt x="36" y="16"/>
                  <a:pt x="37" y="20"/>
                  <a:pt x="38" y="24"/>
                </a:cubicBezTo>
                <a:cubicBezTo>
                  <a:pt x="39" y="23"/>
                  <a:pt x="40" y="22"/>
                  <a:pt x="42" y="22"/>
                </a:cubicBezTo>
                <a:cubicBezTo>
                  <a:pt x="43" y="21"/>
                  <a:pt x="44" y="21"/>
                  <a:pt x="46" y="21"/>
                </a:cubicBezTo>
                <a:cubicBezTo>
                  <a:pt x="44" y="16"/>
                  <a:pt x="42" y="12"/>
                  <a:pt x="38" y="9"/>
                </a:cubicBezTo>
                <a:cubicBezTo>
                  <a:pt x="36" y="7"/>
                  <a:pt x="33" y="5"/>
                  <a:pt x="29" y="5"/>
                </a:cubicBezTo>
                <a:close/>
                <a:moveTo>
                  <a:pt x="36" y="23"/>
                </a:moveTo>
                <a:cubicBezTo>
                  <a:pt x="36" y="23"/>
                  <a:pt x="36" y="23"/>
                  <a:pt x="36" y="23"/>
                </a:cubicBezTo>
                <a:cubicBezTo>
                  <a:pt x="35" y="20"/>
                  <a:pt x="34" y="17"/>
                  <a:pt x="33" y="14"/>
                </a:cubicBezTo>
                <a:cubicBezTo>
                  <a:pt x="31" y="10"/>
                  <a:pt x="29" y="7"/>
                  <a:pt x="26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1" y="7"/>
                  <a:pt x="19" y="10"/>
                  <a:pt x="17" y="14"/>
                </a:cubicBezTo>
                <a:cubicBezTo>
                  <a:pt x="16" y="17"/>
                  <a:pt x="15" y="20"/>
                  <a:pt x="15" y="23"/>
                </a:cubicBezTo>
                <a:cubicBezTo>
                  <a:pt x="16" y="22"/>
                  <a:pt x="17" y="22"/>
                  <a:pt x="18" y="21"/>
                </a:cubicBezTo>
                <a:cubicBezTo>
                  <a:pt x="23" y="20"/>
                  <a:pt x="27" y="20"/>
                  <a:pt x="32" y="21"/>
                </a:cubicBezTo>
                <a:cubicBezTo>
                  <a:pt x="33" y="22"/>
                  <a:pt x="34" y="22"/>
                  <a:pt x="36" y="23"/>
                </a:cubicBezTo>
                <a:close/>
                <a:moveTo>
                  <a:pt x="12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13" y="20"/>
                  <a:pt x="14" y="16"/>
                  <a:pt x="15" y="13"/>
                </a:cubicBezTo>
                <a:cubicBezTo>
                  <a:pt x="17" y="10"/>
                  <a:pt x="18" y="7"/>
                  <a:pt x="21" y="5"/>
                </a:cubicBezTo>
                <a:cubicBezTo>
                  <a:pt x="17" y="5"/>
                  <a:pt x="14" y="7"/>
                  <a:pt x="12" y="9"/>
                </a:cubicBezTo>
                <a:cubicBezTo>
                  <a:pt x="8" y="12"/>
                  <a:pt x="6" y="16"/>
                  <a:pt x="4" y="21"/>
                </a:cubicBezTo>
                <a:cubicBezTo>
                  <a:pt x="6" y="21"/>
                  <a:pt x="7" y="21"/>
                  <a:pt x="8" y="22"/>
                </a:cubicBezTo>
                <a:cubicBezTo>
                  <a:pt x="10" y="22"/>
                  <a:pt x="11" y="23"/>
                  <a:pt x="12" y="2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77" name="Freeform 211">
            <a:extLst>
              <a:ext uri="{FF2B5EF4-FFF2-40B4-BE49-F238E27FC236}">
                <a16:creationId xmlns:a16="http://schemas.microsoft.com/office/drawing/2014/main" id="{CC98AAF9-873C-F4C4-A7E7-78D492670241}"/>
              </a:ext>
            </a:extLst>
          </p:cNvPr>
          <p:cNvSpPr>
            <a:spLocks noEditPoints="1"/>
          </p:cNvSpPr>
          <p:nvPr/>
        </p:nvSpPr>
        <p:spPr bwMode="auto">
          <a:xfrm>
            <a:off x="11016651" y="3433681"/>
            <a:ext cx="218016" cy="215900"/>
          </a:xfrm>
          <a:custGeom>
            <a:avLst/>
            <a:gdLst>
              <a:gd name="T0" fmla="*/ 60916 w 51"/>
              <a:gd name="T1" fmla="*/ 38100 h 51"/>
              <a:gd name="T2" fmla="*/ 64122 w 51"/>
              <a:gd name="T3" fmla="*/ 44450 h 51"/>
              <a:gd name="T4" fmla="*/ 64122 w 51"/>
              <a:gd name="T5" fmla="*/ 53975 h 51"/>
              <a:gd name="T6" fmla="*/ 57710 w 51"/>
              <a:gd name="T7" fmla="*/ 60325 h 51"/>
              <a:gd name="T8" fmla="*/ 48092 w 51"/>
              <a:gd name="T9" fmla="*/ 66675 h 51"/>
              <a:gd name="T10" fmla="*/ 64122 w 51"/>
              <a:gd name="T11" fmla="*/ 98425 h 51"/>
              <a:gd name="T12" fmla="*/ 86565 w 51"/>
              <a:gd name="T13" fmla="*/ 114300 h 51"/>
              <a:gd name="T14" fmla="*/ 105802 w 51"/>
              <a:gd name="T15" fmla="*/ 104775 h 51"/>
              <a:gd name="T16" fmla="*/ 109008 w 51"/>
              <a:gd name="T17" fmla="*/ 98425 h 51"/>
              <a:gd name="T18" fmla="*/ 115420 w 51"/>
              <a:gd name="T19" fmla="*/ 98425 h 51"/>
              <a:gd name="T20" fmla="*/ 121832 w 51"/>
              <a:gd name="T21" fmla="*/ 98425 h 51"/>
              <a:gd name="T22" fmla="*/ 157100 w 51"/>
              <a:gd name="T23" fmla="*/ 123825 h 51"/>
              <a:gd name="T24" fmla="*/ 160306 w 51"/>
              <a:gd name="T25" fmla="*/ 130175 h 51"/>
              <a:gd name="T26" fmla="*/ 160306 w 51"/>
              <a:gd name="T27" fmla="*/ 142875 h 51"/>
              <a:gd name="T28" fmla="*/ 150688 w 51"/>
              <a:gd name="T29" fmla="*/ 152400 h 51"/>
              <a:gd name="T30" fmla="*/ 141069 w 51"/>
              <a:gd name="T31" fmla="*/ 158750 h 51"/>
              <a:gd name="T32" fmla="*/ 38473 w 51"/>
              <a:gd name="T33" fmla="*/ 123825 h 51"/>
              <a:gd name="T34" fmla="*/ 6412 w 51"/>
              <a:gd name="T35" fmla="*/ 25400 h 51"/>
              <a:gd name="T36" fmla="*/ 9618 w 51"/>
              <a:gd name="T37" fmla="*/ 12700 h 51"/>
              <a:gd name="T38" fmla="*/ 16031 w 51"/>
              <a:gd name="T39" fmla="*/ 6350 h 51"/>
              <a:gd name="T40" fmla="*/ 22443 w 51"/>
              <a:gd name="T41" fmla="*/ 3175 h 51"/>
              <a:gd name="T42" fmla="*/ 38473 w 51"/>
              <a:gd name="T43" fmla="*/ 6350 h 51"/>
              <a:gd name="T44" fmla="*/ 51298 w 51"/>
              <a:gd name="T45" fmla="*/ 44450 h 51"/>
              <a:gd name="T46" fmla="*/ 28855 w 51"/>
              <a:gd name="T47" fmla="*/ 15875 h 51"/>
              <a:gd name="T48" fmla="*/ 28855 w 51"/>
              <a:gd name="T49" fmla="*/ 12700 h 51"/>
              <a:gd name="T50" fmla="*/ 25649 w 51"/>
              <a:gd name="T51" fmla="*/ 12700 h 51"/>
              <a:gd name="T52" fmla="*/ 25649 w 51"/>
              <a:gd name="T53" fmla="*/ 15875 h 51"/>
              <a:gd name="T54" fmla="*/ 19237 w 51"/>
              <a:gd name="T55" fmla="*/ 19050 h 51"/>
              <a:gd name="T56" fmla="*/ 19237 w 51"/>
              <a:gd name="T57" fmla="*/ 73025 h 51"/>
              <a:gd name="T58" fmla="*/ 92977 w 51"/>
              <a:gd name="T59" fmla="*/ 146050 h 51"/>
              <a:gd name="T60" fmla="*/ 144275 w 51"/>
              <a:gd name="T61" fmla="*/ 142875 h 51"/>
              <a:gd name="T62" fmla="*/ 147481 w 51"/>
              <a:gd name="T63" fmla="*/ 139700 h 51"/>
              <a:gd name="T64" fmla="*/ 150688 w 51"/>
              <a:gd name="T65" fmla="*/ 136525 h 51"/>
              <a:gd name="T66" fmla="*/ 150688 w 51"/>
              <a:gd name="T67" fmla="*/ 136525 h 51"/>
              <a:gd name="T68" fmla="*/ 147481 w 51"/>
              <a:gd name="T69" fmla="*/ 133350 h 51"/>
              <a:gd name="T70" fmla="*/ 118626 w 51"/>
              <a:gd name="T71" fmla="*/ 111125 h 51"/>
              <a:gd name="T72" fmla="*/ 118626 w 51"/>
              <a:gd name="T73" fmla="*/ 111125 h 51"/>
              <a:gd name="T74" fmla="*/ 118626 w 51"/>
              <a:gd name="T75" fmla="*/ 111125 h 51"/>
              <a:gd name="T76" fmla="*/ 115420 w 51"/>
              <a:gd name="T77" fmla="*/ 111125 h 51"/>
              <a:gd name="T78" fmla="*/ 115420 w 51"/>
              <a:gd name="T79" fmla="*/ 111125 h 51"/>
              <a:gd name="T80" fmla="*/ 115420 w 51"/>
              <a:gd name="T81" fmla="*/ 111125 h 51"/>
              <a:gd name="T82" fmla="*/ 102596 w 51"/>
              <a:gd name="T83" fmla="*/ 127000 h 51"/>
              <a:gd name="T84" fmla="*/ 57710 w 51"/>
              <a:gd name="T85" fmla="*/ 104775 h 51"/>
              <a:gd name="T86" fmla="*/ 38473 w 51"/>
              <a:gd name="T87" fmla="*/ 85725 h 51"/>
              <a:gd name="T88" fmla="*/ 38473 w 51"/>
              <a:gd name="T89" fmla="*/ 57150 h 51"/>
              <a:gd name="T90" fmla="*/ 51298 w 51"/>
              <a:gd name="T91" fmla="*/ 47625 h 51"/>
              <a:gd name="T92" fmla="*/ 51298 w 51"/>
              <a:gd name="T93" fmla="*/ 47625 h 51"/>
              <a:gd name="T94" fmla="*/ 51298 w 51"/>
              <a:gd name="T95" fmla="*/ 47625 h 51"/>
              <a:gd name="T96" fmla="*/ 51298 w 51"/>
              <a:gd name="T97" fmla="*/ 44450 h 5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" h="51">
                <a:moveTo>
                  <a:pt x="12" y="2"/>
                </a:moveTo>
                <a:cubicBezTo>
                  <a:pt x="14" y="6"/>
                  <a:pt x="17" y="9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20" y="12"/>
                  <a:pt x="20" y="13"/>
                  <a:pt x="20" y="14"/>
                </a:cubicBezTo>
                <a:cubicBezTo>
                  <a:pt x="20" y="14"/>
                  <a:pt x="20" y="15"/>
                  <a:pt x="20" y="15"/>
                </a:cubicBezTo>
                <a:cubicBezTo>
                  <a:pt x="20" y="16"/>
                  <a:pt x="20" y="17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19" y="18"/>
                  <a:pt x="19" y="18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7" y="20"/>
                  <a:pt x="16" y="20"/>
                  <a:pt x="15" y="21"/>
                </a:cubicBezTo>
                <a:cubicBezTo>
                  <a:pt x="14" y="22"/>
                  <a:pt x="14" y="23"/>
                  <a:pt x="15" y="24"/>
                </a:cubicBezTo>
                <a:cubicBezTo>
                  <a:pt x="17" y="27"/>
                  <a:pt x="18" y="29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2" y="33"/>
                  <a:pt x="24" y="34"/>
                  <a:pt x="27" y="36"/>
                </a:cubicBezTo>
                <a:cubicBezTo>
                  <a:pt x="28" y="37"/>
                  <a:pt x="29" y="37"/>
                  <a:pt x="30" y="36"/>
                </a:cubicBezTo>
                <a:cubicBezTo>
                  <a:pt x="31" y="35"/>
                  <a:pt x="32" y="34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2"/>
                  <a:pt x="33" y="32"/>
                  <a:pt x="34" y="31"/>
                </a:cubicBezTo>
                <a:cubicBezTo>
                  <a:pt x="34" y="31"/>
                  <a:pt x="35" y="31"/>
                  <a:pt x="36" y="31"/>
                </a:cubicBezTo>
                <a:cubicBezTo>
                  <a:pt x="36" y="31"/>
                  <a:pt x="36" y="31"/>
                  <a:pt x="36" y="31"/>
                </a:cubicBezTo>
                <a:cubicBezTo>
                  <a:pt x="36" y="31"/>
                  <a:pt x="37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9" y="31"/>
                  <a:pt x="39" y="32"/>
                </a:cubicBezTo>
                <a:cubicBezTo>
                  <a:pt x="42" y="34"/>
                  <a:pt x="46" y="37"/>
                  <a:pt x="49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40"/>
                  <a:pt x="50" y="40"/>
                  <a:pt x="50" y="41"/>
                </a:cubicBezTo>
                <a:cubicBezTo>
                  <a:pt x="50" y="41"/>
                  <a:pt x="51" y="42"/>
                  <a:pt x="51" y="43"/>
                </a:cubicBezTo>
                <a:cubicBezTo>
                  <a:pt x="51" y="43"/>
                  <a:pt x="51" y="44"/>
                  <a:pt x="50" y="45"/>
                </a:cubicBezTo>
                <a:cubicBezTo>
                  <a:pt x="50" y="45"/>
                  <a:pt x="50" y="46"/>
                  <a:pt x="49" y="46"/>
                </a:cubicBezTo>
                <a:cubicBezTo>
                  <a:pt x="48" y="47"/>
                  <a:pt x="48" y="48"/>
                  <a:pt x="47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6" y="49"/>
                  <a:pt x="45" y="49"/>
                  <a:pt x="44" y="50"/>
                </a:cubicBezTo>
                <a:cubicBezTo>
                  <a:pt x="38" y="51"/>
                  <a:pt x="33" y="51"/>
                  <a:pt x="27" y="49"/>
                </a:cubicBezTo>
                <a:cubicBezTo>
                  <a:pt x="22" y="47"/>
                  <a:pt x="16" y="44"/>
                  <a:pt x="12" y="39"/>
                </a:cubicBezTo>
                <a:cubicBezTo>
                  <a:pt x="7" y="35"/>
                  <a:pt x="4" y="29"/>
                  <a:pt x="2" y="24"/>
                </a:cubicBezTo>
                <a:cubicBezTo>
                  <a:pt x="0" y="18"/>
                  <a:pt x="0" y="13"/>
                  <a:pt x="2" y="8"/>
                </a:cubicBezTo>
                <a:cubicBezTo>
                  <a:pt x="2" y="6"/>
                  <a:pt x="2" y="5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4" y="3"/>
                  <a:pt x="4" y="3"/>
                  <a:pt x="5" y="2"/>
                </a:cubicBezTo>
                <a:cubicBezTo>
                  <a:pt x="5" y="1"/>
                  <a:pt x="6" y="1"/>
                  <a:pt x="6" y="1"/>
                </a:cubicBezTo>
                <a:cubicBezTo>
                  <a:pt x="6" y="1"/>
                  <a:pt x="7" y="1"/>
                  <a:pt x="7" y="1"/>
                </a:cubicBezTo>
                <a:cubicBezTo>
                  <a:pt x="7" y="1"/>
                  <a:pt x="8" y="0"/>
                  <a:pt x="8" y="1"/>
                </a:cubicBezTo>
                <a:cubicBezTo>
                  <a:pt x="10" y="1"/>
                  <a:pt x="11" y="1"/>
                  <a:pt x="12" y="2"/>
                </a:cubicBezTo>
                <a:close/>
                <a:moveTo>
                  <a:pt x="16" y="14"/>
                </a:moveTo>
                <a:cubicBezTo>
                  <a:pt x="16" y="14"/>
                  <a:pt x="16" y="14"/>
                  <a:pt x="16" y="14"/>
                </a:cubicBezTo>
                <a:cubicBezTo>
                  <a:pt x="14" y="11"/>
                  <a:pt x="11" y="8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5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7"/>
                  <a:pt x="6" y="8"/>
                  <a:pt x="5" y="9"/>
                </a:cubicBezTo>
                <a:cubicBezTo>
                  <a:pt x="4" y="13"/>
                  <a:pt x="4" y="18"/>
                  <a:pt x="6" y="23"/>
                </a:cubicBezTo>
                <a:cubicBezTo>
                  <a:pt x="7" y="28"/>
                  <a:pt x="10" y="33"/>
                  <a:pt x="15" y="37"/>
                </a:cubicBezTo>
                <a:cubicBezTo>
                  <a:pt x="19" y="41"/>
                  <a:pt x="24" y="44"/>
                  <a:pt x="29" y="46"/>
                </a:cubicBezTo>
                <a:cubicBezTo>
                  <a:pt x="33" y="47"/>
                  <a:pt x="38" y="47"/>
                  <a:pt x="42" y="46"/>
                </a:cubicBezTo>
                <a:cubicBezTo>
                  <a:pt x="43" y="46"/>
                  <a:pt x="44" y="45"/>
                  <a:pt x="45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45" y="44"/>
                  <a:pt x="46" y="44"/>
                  <a:pt x="46" y="44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2"/>
                  <a:pt x="47" y="42"/>
                  <a:pt x="46" y="42"/>
                </a:cubicBezTo>
                <a:cubicBezTo>
                  <a:pt x="46" y="42"/>
                  <a:pt x="46" y="42"/>
                  <a:pt x="46" y="42"/>
                </a:cubicBezTo>
                <a:cubicBezTo>
                  <a:pt x="43" y="40"/>
                  <a:pt x="40" y="37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5" y="36"/>
                  <a:pt x="34" y="38"/>
                  <a:pt x="33" y="39"/>
                </a:cubicBezTo>
                <a:cubicBezTo>
                  <a:pt x="33" y="39"/>
                  <a:pt x="32" y="39"/>
                  <a:pt x="32" y="40"/>
                </a:cubicBezTo>
                <a:cubicBezTo>
                  <a:pt x="32" y="40"/>
                  <a:pt x="29" y="42"/>
                  <a:pt x="25" y="39"/>
                </a:cubicBezTo>
                <a:cubicBezTo>
                  <a:pt x="22" y="37"/>
                  <a:pt x="20" y="35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6" y="31"/>
                  <a:pt x="14" y="29"/>
                  <a:pt x="12" y="27"/>
                </a:cubicBezTo>
                <a:cubicBezTo>
                  <a:pt x="9" y="22"/>
                  <a:pt x="11" y="19"/>
                  <a:pt x="11" y="19"/>
                </a:cubicBezTo>
                <a:cubicBezTo>
                  <a:pt x="12" y="19"/>
                  <a:pt x="12" y="19"/>
                  <a:pt x="12" y="18"/>
                </a:cubicBezTo>
                <a:cubicBezTo>
                  <a:pt x="13" y="17"/>
                  <a:pt x="15" y="17"/>
                  <a:pt x="16" y="16"/>
                </a:cubicBezTo>
                <a:cubicBezTo>
                  <a:pt x="16" y="16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78" name="Freeform 212">
            <a:extLst>
              <a:ext uri="{FF2B5EF4-FFF2-40B4-BE49-F238E27FC236}">
                <a16:creationId xmlns:a16="http://schemas.microsoft.com/office/drawing/2014/main" id="{96DE60C7-4ED2-F2E5-2947-1975DBEE1D8D}"/>
              </a:ext>
            </a:extLst>
          </p:cNvPr>
          <p:cNvSpPr>
            <a:spLocks noEditPoints="1"/>
          </p:cNvSpPr>
          <p:nvPr/>
        </p:nvSpPr>
        <p:spPr bwMode="auto">
          <a:xfrm>
            <a:off x="7333651" y="3899348"/>
            <a:ext cx="167216" cy="207433"/>
          </a:xfrm>
          <a:custGeom>
            <a:avLst/>
            <a:gdLst>
              <a:gd name="T0" fmla="*/ 99686 w 39"/>
              <a:gd name="T1" fmla="*/ 66675 h 49"/>
              <a:gd name="T2" fmla="*/ 99686 w 39"/>
              <a:gd name="T3" fmla="*/ 82550 h 49"/>
              <a:gd name="T4" fmla="*/ 83608 w 39"/>
              <a:gd name="T5" fmla="*/ 82550 h 49"/>
              <a:gd name="T6" fmla="*/ 80392 w 39"/>
              <a:gd name="T7" fmla="*/ 73025 h 49"/>
              <a:gd name="T8" fmla="*/ 83608 w 39"/>
              <a:gd name="T9" fmla="*/ 66675 h 49"/>
              <a:gd name="T10" fmla="*/ 86824 w 39"/>
              <a:gd name="T11" fmla="*/ 50800 h 49"/>
              <a:gd name="T12" fmla="*/ 35373 w 39"/>
              <a:gd name="T13" fmla="*/ 63500 h 49"/>
              <a:gd name="T14" fmla="*/ 45020 w 39"/>
              <a:gd name="T15" fmla="*/ 73025 h 49"/>
              <a:gd name="T16" fmla="*/ 41804 w 39"/>
              <a:gd name="T17" fmla="*/ 82550 h 49"/>
              <a:gd name="T18" fmla="*/ 22510 w 39"/>
              <a:gd name="T19" fmla="*/ 82550 h 49"/>
              <a:gd name="T20" fmla="*/ 19294 w 39"/>
              <a:gd name="T21" fmla="*/ 73025 h 49"/>
              <a:gd name="T22" fmla="*/ 25726 w 39"/>
              <a:gd name="T23" fmla="*/ 66675 h 49"/>
              <a:gd name="T24" fmla="*/ 28941 w 39"/>
              <a:gd name="T25" fmla="*/ 50800 h 49"/>
              <a:gd name="T26" fmla="*/ 9647 w 39"/>
              <a:gd name="T27" fmla="*/ 142875 h 49"/>
              <a:gd name="T28" fmla="*/ 112549 w 39"/>
              <a:gd name="T29" fmla="*/ 50800 h 49"/>
              <a:gd name="T30" fmla="*/ 96471 w 39"/>
              <a:gd name="T31" fmla="*/ 63500 h 49"/>
              <a:gd name="T32" fmla="*/ 86824 w 39"/>
              <a:gd name="T33" fmla="*/ 38100 h 49"/>
              <a:gd name="T34" fmla="*/ 80392 w 39"/>
              <a:gd name="T35" fmla="*/ 15875 h 49"/>
              <a:gd name="T36" fmla="*/ 61098 w 39"/>
              <a:gd name="T37" fmla="*/ 6350 h 49"/>
              <a:gd name="T38" fmla="*/ 45020 w 39"/>
              <a:gd name="T39" fmla="*/ 15875 h 49"/>
              <a:gd name="T40" fmla="*/ 35373 w 39"/>
              <a:gd name="T41" fmla="*/ 38100 h 49"/>
              <a:gd name="T42" fmla="*/ 28941 w 39"/>
              <a:gd name="T43" fmla="*/ 38100 h 49"/>
              <a:gd name="T44" fmla="*/ 28941 w 39"/>
              <a:gd name="T45" fmla="*/ 31750 h 49"/>
              <a:gd name="T46" fmla="*/ 61098 w 39"/>
              <a:gd name="T47" fmla="*/ 0 h 49"/>
              <a:gd name="T48" fmla="*/ 86824 w 39"/>
              <a:gd name="T49" fmla="*/ 9525 h 49"/>
              <a:gd name="T50" fmla="*/ 96471 w 39"/>
              <a:gd name="T51" fmla="*/ 38100 h 49"/>
              <a:gd name="T52" fmla="*/ 125412 w 39"/>
              <a:gd name="T53" fmla="*/ 44450 h 49"/>
              <a:gd name="T54" fmla="*/ 125412 w 39"/>
              <a:gd name="T55" fmla="*/ 149225 h 49"/>
              <a:gd name="T56" fmla="*/ 118981 w 39"/>
              <a:gd name="T57" fmla="*/ 155575 h 49"/>
              <a:gd name="T58" fmla="*/ 0 w 39"/>
              <a:gd name="T59" fmla="*/ 149225 h 49"/>
              <a:gd name="T60" fmla="*/ 0 w 39"/>
              <a:gd name="T61" fmla="*/ 44450 h 49"/>
              <a:gd name="T62" fmla="*/ 3216 w 39"/>
              <a:gd name="T63" fmla="*/ 38100 h 49"/>
              <a:gd name="T64" fmla="*/ 32157 w 39"/>
              <a:gd name="T65" fmla="*/ 69850 h 49"/>
              <a:gd name="T66" fmla="*/ 32157 w 39"/>
              <a:gd name="T67" fmla="*/ 69850 h 49"/>
              <a:gd name="T68" fmla="*/ 28941 w 39"/>
              <a:gd name="T69" fmla="*/ 69850 h 49"/>
              <a:gd name="T70" fmla="*/ 28941 w 39"/>
              <a:gd name="T71" fmla="*/ 73025 h 49"/>
              <a:gd name="T72" fmla="*/ 28941 w 39"/>
              <a:gd name="T73" fmla="*/ 76200 h 49"/>
              <a:gd name="T74" fmla="*/ 35373 w 39"/>
              <a:gd name="T75" fmla="*/ 76200 h 49"/>
              <a:gd name="T76" fmla="*/ 38588 w 39"/>
              <a:gd name="T77" fmla="*/ 73025 h 49"/>
              <a:gd name="T78" fmla="*/ 35373 w 39"/>
              <a:gd name="T79" fmla="*/ 69850 h 49"/>
              <a:gd name="T80" fmla="*/ 32157 w 39"/>
              <a:gd name="T81" fmla="*/ 69850 h 49"/>
              <a:gd name="T82" fmla="*/ 90039 w 39"/>
              <a:gd name="T83" fmla="*/ 69850 h 49"/>
              <a:gd name="T84" fmla="*/ 90039 w 39"/>
              <a:gd name="T85" fmla="*/ 69850 h 49"/>
              <a:gd name="T86" fmla="*/ 86824 w 39"/>
              <a:gd name="T87" fmla="*/ 69850 h 49"/>
              <a:gd name="T88" fmla="*/ 86824 w 39"/>
              <a:gd name="T89" fmla="*/ 76200 h 49"/>
              <a:gd name="T90" fmla="*/ 90039 w 39"/>
              <a:gd name="T91" fmla="*/ 79375 h 49"/>
              <a:gd name="T92" fmla="*/ 93255 w 39"/>
              <a:gd name="T93" fmla="*/ 76200 h 49"/>
              <a:gd name="T94" fmla="*/ 93255 w 39"/>
              <a:gd name="T95" fmla="*/ 69850 h 4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39" h="49">
                <a:moveTo>
                  <a:pt x="30" y="20"/>
                </a:moveTo>
                <a:cubicBezTo>
                  <a:pt x="30" y="20"/>
                  <a:pt x="31" y="20"/>
                  <a:pt x="31" y="21"/>
                </a:cubicBezTo>
                <a:cubicBezTo>
                  <a:pt x="32" y="21"/>
                  <a:pt x="32" y="22"/>
                  <a:pt x="32" y="23"/>
                </a:cubicBezTo>
                <a:cubicBezTo>
                  <a:pt x="32" y="24"/>
                  <a:pt x="32" y="25"/>
                  <a:pt x="31" y="26"/>
                </a:cubicBezTo>
                <a:cubicBezTo>
                  <a:pt x="30" y="27"/>
                  <a:pt x="29" y="27"/>
                  <a:pt x="28" y="27"/>
                </a:cubicBezTo>
                <a:cubicBezTo>
                  <a:pt x="27" y="27"/>
                  <a:pt x="26" y="27"/>
                  <a:pt x="26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5" y="25"/>
                  <a:pt x="25" y="24"/>
                  <a:pt x="25" y="23"/>
                </a:cubicBezTo>
                <a:cubicBezTo>
                  <a:pt x="25" y="22"/>
                  <a:pt x="25" y="21"/>
                  <a:pt x="26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20"/>
                  <a:pt x="27" y="20"/>
                  <a:pt x="27" y="20"/>
                </a:cubicBezTo>
                <a:cubicBezTo>
                  <a:pt x="27" y="16"/>
                  <a:pt x="27" y="16"/>
                  <a:pt x="27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20"/>
                  <a:pt x="11" y="20"/>
                  <a:pt x="11" y="20"/>
                </a:cubicBezTo>
                <a:cubicBezTo>
                  <a:pt x="12" y="20"/>
                  <a:pt x="12" y="20"/>
                  <a:pt x="13" y="21"/>
                </a:cubicBezTo>
                <a:cubicBezTo>
                  <a:pt x="13" y="21"/>
                  <a:pt x="14" y="22"/>
                  <a:pt x="14" y="23"/>
                </a:cubicBezTo>
                <a:cubicBezTo>
                  <a:pt x="14" y="24"/>
                  <a:pt x="13" y="25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2" y="27"/>
                  <a:pt x="11" y="27"/>
                  <a:pt x="10" y="27"/>
                </a:cubicBezTo>
                <a:cubicBezTo>
                  <a:pt x="9" y="27"/>
                  <a:pt x="8" y="27"/>
                  <a:pt x="7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5"/>
                  <a:pt x="6" y="24"/>
                  <a:pt x="6" y="23"/>
                </a:cubicBezTo>
                <a:cubicBezTo>
                  <a:pt x="6" y="22"/>
                  <a:pt x="7" y="21"/>
                  <a:pt x="7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0"/>
                  <a:pt x="8" y="20"/>
                  <a:pt x="9" y="20"/>
                </a:cubicBezTo>
                <a:cubicBezTo>
                  <a:pt x="9" y="16"/>
                  <a:pt x="9" y="16"/>
                  <a:pt x="9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45"/>
                  <a:pt x="3" y="45"/>
                  <a:pt x="3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16"/>
                  <a:pt x="35" y="16"/>
                  <a:pt x="35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30" y="20"/>
                  <a:pt x="30" y="20"/>
                  <a:pt x="30" y="20"/>
                </a:cubicBezTo>
                <a:close/>
                <a:moveTo>
                  <a:pt x="27" y="12"/>
                </a:moveTo>
                <a:cubicBezTo>
                  <a:pt x="27" y="12"/>
                  <a:pt x="27" y="12"/>
                  <a:pt x="27" y="12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8"/>
                  <a:pt x="26" y="6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3" y="3"/>
                  <a:pt x="21" y="2"/>
                  <a:pt x="19" y="2"/>
                </a:cubicBezTo>
                <a:cubicBezTo>
                  <a:pt x="17" y="2"/>
                  <a:pt x="15" y="3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2" y="6"/>
                  <a:pt x="11" y="8"/>
                  <a:pt x="11" y="10"/>
                </a:cubicBezTo>
                <a:cubicBezTo>
                  <a:pt x="11" y="12"/>
                  <a:pt x="11" y="12"/>
                  <a:pt x="11" y="12"/>
                </a:cubicBezTo>
                <a:cubicBezTo>
                  <a:pt x="27" y="12"/>
                  <a:pt x="27" y="12"/>
                  <a:pt x="27" y="12"/>
                </a:cubicBezTo>
                <a:close/>
                <a:moveTo>
                  <a:pt x="9" y="12"/>
                </a:moveTo>
                <a:cubicBezTo>
                  <a:pt x="9" y="12"/>
                  <a:pt x="9" y="12"/>
                  <a:pt x="9" y="12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7"/>
                  <a:pt x="10" y="5"/>
                  <a:pt x="12" y="3"/>
                </a:cubicBezTo>
                <a:cubicBezTo>
                  <a:pt x="14" y="1"/>
                  <a:pt x="16" y="0"/>
                  <a:pt x="19" y="0"/>
                </a:cubicBezTo>
                <a:cubicBezTo>
                  <a:pt x="22" y="0"/>
                  <a:pt x="25" y="1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28" y="5"/>
                  <a:pt x="30" y="7"/>
                  <a:pt x="30" y="10"/>
                </a:cubicBezTo>
                <a:cubicBezTo>
                  <a:pt x="30" y="12"/>
                  <a:pt x="30" y="12"/>
                  <a:pt x="30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8" y="12"/>
                  <a:pt x="39" y="13"/>
                  <a:pt x="39" y="14"/>
                </a:cubicBezTo>
                <a:cubicBezTo>
                  <a:pt x="39" y="14"/>
                  <a:pt x="39" y="14"/>
                  <a:pt x="39" y="14"/>
                </a:cubicBezTo>
                <a:cubicBezTo>
                  <a:pt x="39" y="47"/>
                  <a:pt x="39" y="47"/>
                  <a:pt x="39" y="47"/>
                </a:cubicBezTo>
                <a:cubicBezTo>
                  <a:pt x="39" y="48"/>
                  <a:pt x="38" y="49"/>
                  <a:pt x="37" y="49"/>
                </a:cubicBezTo>
                <a:cubicBezTo>
                  <a:pt x="37" y="49"/>
                  <a:pt x="37" y="49"/>
                  <a:pt x="37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0" y="49"/>
                  <a:pt x="0" y="48"/>
                  <a:pt x="0" y="47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0" y="12"/>
                  <a:pt x="1" y="12"/>
                </a:cubicBezTo>
                <a:cubicBezTo>
                  <a:pt x="1" y="12"/>
                  <a:pt x="1" y="12"/>
                  <a:pt x="1" y="12"/>
                </a:cubicBezTo>
                <a:cubicBezTo>
                  <a:pt x="9" y="12"/>
                  <a:pt x="9" y="12"/>
                  <a:pt x="9" y="12"/>
                </a:cubicBezTo>
                <a:close/>
                <a:moveTo>
                  <a:pt x="10" y="22"/>
                </a:move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22"/>
                  <a:pt x="9" y="23"/>
                  <a:pt x="9" y="23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5"/>
                  <a:pt x="10" y="25"/>
                  <a:pt x="10" y="25"/>
                </a:cubicBezTo>
                <a:cubicBezTo>
                  <a:pt x="11" y="25"/>
                  <a:pt x="11" y="25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2" y="24"/>
                  <a:pt x="12" y="23"/>
                </a:cubicBezTo>
                <a:cubicBezTo>
                  <a:pt x="12" y="23"/>
                  <a:pt x="11" y="22"/>
                  <a:pt x="11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1" y="22"/>
                  <a:pt x="10" y="22"/>
                </a:cubicBezTo>
                <a:close/>
                <a:moveTo>
                  <a:pt x="28" y="22"/>
                </a:move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7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2"/>
                  <a:pt x="27" y="23"/>
                  <a:pt x="27" y="23"/>
                </a:cubicBezTo>
                <a:cubicBezTo>
                  <a:pt x="27" y="24"/>
                  <a:pt x="27" y="24"/>
                  <a:pt x="27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8" y="25"/>
                  <a:pt x="28" y="25"/>
                  <a:pt x="28" y="25"/>
                </a:cubicBezTo>
                <a:cubicBezTo>
                  <a:pt x="29" y="25"/>
                  <a:pt x="29" y="25"/>
                  <a:pt x="29" y="24"/>
                </a:cubicBezTo>
                <a:cubicBezTo>
                  <a:pt x="29" y="24"/>
                  <a:pt x="29" y="24"/>
                  <a:pt x="29" y="24"/>
                </a:cubicBezTo>
                <a:cubicBezTo>
                  <a:pt x="30" y="24"/>
                  <a:pt x="30" y="24"/>
                  <a:pt x="30" y="23"/>
                </a:cubicBezTo>
                <a:cubicBezTo>
                  <a:pt x="30" y="23"/>
                  <a:pt x="30" y="22"/>
                  <a:pt x="29" y="22"/>
                </a:cubicBezTo>
                <a:cubicBezTo>
                  <a:pt x="29" y="22"/>
                  <a:pt x="29" y="22"/>
                  <a:pt x="28" y="2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79" name="Freeform 213">
            <a:extLst>
              <a:ext uri="{FF2B5EF4-FFF2-40B4-BE49-F238E27FC236}">
                <a16:creationId xmlns:a16="http://schemas.microsoft.com/office/drawing/2014/main" id="{BB8DCDEA-FB84-6201-57D7-890A08A65D35}"/>
              </a:ext>
            </a:extLst>
          </p:cNvPr>
          <p:cNvSpPr>
            <a:spLocks noEditPoints="1"/>
          </p:cNvSpPr>
          <p:nvPr/>
        </p:nvSpPr>
        <p:spPr bwMode="auto">
          <a:xfrm>
            <a:off x="6948418" y="3459081"/>
            <a:ext cx="211667" cy="165100"/>
          </a:xfrm>
          <a:custGeom>
            <a:avLst/>
            <a:gdLst>
              <a:gd name="T0" fmla="*/ 3175 w 50"/>
              <a:gd name="T1" fmla="*/ 0 h 39"/>
              <a:gd name="T2" fmla="*/ 6350 w 50"/>
              <a:gd name="T3" fmla="*/ 0 h 39"/>
              <a:gd name="T4" fmla="*/ 152400 w 50"/>
              <a:gd name="T5" fmla="*/ 0 h 39"/>
              <a:gd name="T6" fmla="*/ 158750 w 50"/>
              <a:gd name="T7" fmla="*/ 6350 h 39"/>
              <a:gd name="T8" fmla="*/ 158750 w 50"/>
              <a:gd name="T9" fmla="*/ 6350 h 39"/>
              <a:gd name="T10" fmla="*/ 158750 w 50"/>
              <a:gd name="T11" fmla="*/ 117475 h 39"/>
              <a:gd name="T12" fmla="*/ 152400 w 50"/>
              <a:gd name="T13" fmla="*/ 123825 h 39"/>
              <a:gd name="T14" fmla="*/ 152400 w 50"/>
              <a:gd name="T15" fmla="*/ 123825 h 39"/>
              <a:gd name="T16" fmla="*/ 3175 w 50"/>
              <a:gd name="T17" fmla="*/ 123825 h 39"/>
              <a:gd name="T18" fmla="*/ 0 w 50"/>
              <a:gd name="T19" fmla="*/ 117475 h 39"/>
              <a:gd name="T20" fmla="*/ 0 w 50"/>
              <a:gd name="T21" fmla="*/ 117475 h 39"/>
              <a:gd name="T22" fmla="*/ 0 w 50"/>
              <a:gd name="T23" fmla="*/ 6350 h 39"/>
              <a:gd name="T24" fmla="*/ 3175 w 50"/>
              <a:gd name="T25" fmla="*/ 0 h 39"/>
              <a:gd name="T26" fmla="*/ 146050 w 50"/>
              <a:gd name="T27" fmla="*/ 19050 h 39"/>
              <a:gd name="T28" fmla="*/ 146050 w 50"/>
              <a:gd name="T29" fmla="*/ 19050 h 39"/>
              <a:gd name="T30" fmla="*/ 79375 w 50"/>
              <a:gd name="T31" fmla="*/ 82550 h 39"/>
              <a:gd name="T32" fmla="*/ 76200 w 50"/>
              <a:gd name="T33" fmla="*/ 82550 h 39"/>
              <a:gd name="T34" fmla="*/ 9525 w 50"/>
              <a:gd name="T35" fmla="*/ 19050 h 39"/>
              <a:gd name="T36" fmla="*/ 9525 w 50"/>
              <a:gd name="T37" fmla="*/ 111125 h 39"/>
              <a:gd name="T38" fmla="*/ 146050 w 50"/>
              <a:gd name="T39" fmla="*/ 111125 h 39"/>
              <a:gd name="T40" fmla="*/ 146050 w 50"/>
              <a:gd name="T41" fmla="*/ 19050 h 39"/>
              <a:gd name="T42" fmla="*/ 139700 w 50"/>
              <a:gd name="T43" fmla="*/ 12700 h 39"/>
              <a:gd name="T44" fmla="*/ 139700 w 50"/>
              <a:gd name="T45" fmla="*/ 12700 h 39"/>
              <a:gd name="T46" fmla="*/ 15875 w 50"/>
              <a:gd name="T47" fmla="*/ 12700 h 39"/>
              <a:gd name="T48" fmla="*/ 79375 w 50"/>
              <a:gd name="T49" fmla="*/ 76200 h 39"/>
              <a:gd name="T50" fmla="*/ 139700 w 50"/>
              <a:gd name="T51" fmla="*/ 12700 h 3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0" h="39">
                <a:moveTo>
                  <a:pt x="1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37"/>
                  <a:pt x="50" y="37"/>
                  <a:pt x="50" y="37"/>
                </a:cubicBezTo>
                <a:cubicBezTo>
                  <a:pt x="50" y="38"/>
                  <a:pt x="49" y="39"/>
                  <a:pt x="48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1" y="39"/>
                  <a:pt x="1" y="39"/>
                  <a:pt x="1" y="39"/>
                </a:cubicBezTo>
                <a:cubicBezTo>
                  <a:pt x="0" y="39"/>
                  <a:pt x="0" y="38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lose/>
                <a:moveTo>
                  <a:pt x="46" y="6"/>
                </a:moveTo>
                <a:cubicBezTo>
                  <a:pt x="46" y="6"/>
                  <a:pt x="46" y="6"/>
                  <a:pt x="46" y="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4" y="26"/>
                  <a:pt x="24" y="26"/>
                </a:cubicBezTo>
                <a:cubicBezTo>
                  <a:pt x="3" y="6"/>
                  <a:pt x="3" y="6"/>
                  <a:pt x="3" y="6"/>
                </a:cubicBezTo>
                <a:cubicBezTo>
                  <a:pt x="3" y="35"/>
                  <a:pt x="3" y="35"/>
                  <a:pt x="3" y="35"/>
                </a:cubicBezTo>
                <a:cubicBezTo>
                  <a:pt x="46" y="35"/>
                  <a:pt x="46" y="35"/>
                  <a:pt x="46" y="35"/>
                </a:cubicBezTo>
                <a:cubicBezTo>
                  <a:pt x="46" y="6"/>
                  <a:pt x="46" y="6"/>
                  <a:pt x="46" y="6"/>
                </a:cubicBezTo>
                <a:close/>
                <a:moveTo>
                  <a:pt x="44" y="4"/>
                </a:moveTo>
                <a:cubicBezTo>
                  <a:pt x="44" y="4"/>
                  <a:pt x="44" y="4"/>
                  <a:pt x="44" y="4"/>
                </a:cubicBezTo>
                <a:cubicBezTo>
                  <a:pt x="5" y="4"/>
                  <a:pt x="5" y="4"/>
                  <a:pt x="5" y="4"/>
                </a:cubicBezTo>
                <a:cubicBezTo>
                  <a:pt x="25" y="24"/>
                  <a:pt x="25" y="24"/>
                  <a:pt x="25" y="24"/>
                </a:cubicBezTo>
                <a:cubicBezTo>
                  <a:pt x="44" y="4"/>
                  <a:pt x="44" y="4"/>
                  <a:pt x="44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80" name="Freeform 214">
            <a:extLst>
              <a:ext uri="{FF2B5EF4-FFF2-40B4-BE49-F238E27FC236}">
                <a16:creationId xmlns:a16="http://schemas.microsoft.com/office/drawing/2014/main" id="{3C9236BF-4D5F-1DCF-4369-2B7A2E4D3E9B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3463315"/>
            <a:ext cx="211667" cy="156633"/>
          </a:xfrm>
          <a:custGeom>
            <a:avLst/>
            <a:gdLst>
              <a:gd name="T0" fmla="*/ 130175 w 50"/>
              <a:gd name="T1" fmla="*/ 95250 h 37"/>
              <a:gd name="T2" fmla="*/ 117475 w 50"/>
              <a:gd name="T3" fmla="*/ 95250 h 37"/>
              <a:gd name="T4" fmla="*/ 107950 w 50"/>
              <a:gd name="T5" fmla="*/ 60325 h 37"/>
              <a:gd name="T6" fmla="*/ 142875 w 50"/>
              <a:gd name="T7" fmla="*/ 60325 h 37"/>
              <a:gd name="T8" fmla="*/ 107950 w 50"/>
              <a:gd name="T9" fmla="*/ 41275 h 37"/>
              <a:gd name="T10" fmla="*/ 146050 w 50"/>
              <a:gd name="T11" fmla="*/ 69850 h 37"/>
              <a:gd name="T12" fmla="*/ 107950 w 50"/>
              <a:gd name="T13" fmla="*/ 69850 h 37"/>
              <a:gd name="T14" fmla="*/ 114300 w 50"/>
              <a:gd name="T15" fmla="*/ 95250 h 37"/>
              <a:gd name="T16" fmla="*/ 117475 w 50"/>
              <a:gd name="T17" fmla="*/ 104775 h 37"/>
              <a:gd name="T18" fmla="*/ 123825 w 50"/>
              <a:gd name="T19" fmla="*/ 107950 h 37"/>
              <a:gd name="T20" fmla="*/ 133350 w 50"/>
              <a:gd name="T21" fmla="*/ 104775 h 37"/>
              <a:gd name="T22" fmla="*/ 136525 w 50"/>
              <a:gd name="T23" fmla="*/ 95250 h 37"/>
              <a:gd name="T24" fmla="*/ 146050 w 50"/>
              <a:gd name="T25" fmla="*/ 88900 h 37"/>
              <a:gd name="T26" fmla="*/ 146050 w 50"/>
              <a:gd name="T27" fmla="*/ 69850 h 37"/>
              <a:gd name="T28" fmla="*/ 149225 w 50"/>
              <a:gd name="T29" fmla="*/ 101600 h 37"/>
              <a:gd name="T30" fmla="*/ 142875 w 50"/>
              <a:gd name="T31" fmla="*/ 111125 h 37"/>
              <a:gd name="T32" fmla="*/ 107950 w 50"/>
              <a:gd name="T33" fmla="*/ 111125 h 37"/>
              <a:gd name="T34" fmla="*/ 101600 w 50"/>
              <a:gd name="T35" fmla="*/ 101600 h 37"/>
              <a:gd name="T36" fmla="*/ 66675 w 50"/>
              <a:gd name="T37" fmla="*/ 101600 h 37"/>
              <a:gd name="T38" fmla="*/ 44450 w 50"/>
              <a:gd name="T39" fmla="*/ 117475 h 37"/>
              <a:gd name="T40" fmla="*/ 19050 w 50"/>
              <a:gd name="T41" fmla="*/ 101600 h 37"/>
              <a:gd name="T42" fmla="*/ 0 w 50"/>
              <a:gd name="T43" fmla="*/ 95250 h 37"/>
              <a:gd name="T44" fmla="*/ 0 w 50"/>
              <a:gd name="T45" fmla="*/ 6350 h 37"/>
              <a:gd name="T46" fmla="*/ 6350 w 50"/>
              <a:gd name="T47" fmla="*/ 0 h 37"/>
              <a:gd name="T48" fmla="*/ 107950 w 50"/>
              <a:gd name="T49" fmla="*/ 6350 h 37"/>
              <a:gd name="T50" fmla="*/ 107950 w 50"/>
              <a:gd name="T51" fmla="*/ 28575 h 37"/>
              <a:gd name="T52" fmla="*/ 142875 w 50"/>
              <a:gd name="T53" fmla="*/ 34925 h 37"/>
              <a:gd name="T54" fmla="*/ 158750 w 50"/>
              <a:gd name="T55" fmla="*/ 69850 h 37"/>
              <a:gd name="T56" fmla="*/ 158750 w 50"/>
              <a:gd name="T57" fmla="*/ 95250 h 37"/>
              <a:gd name="T58" fmla="*/ 152400 w 50"/>
              <a:gd name="T59" fmla="*/ 101600 h 37"/>
              <a:gd name="T60" fmla="*/ 95250 w 50"/>
              <a:gd name="T61" fmla="*/ 12700 h 37"/>
              <a:gd name="T62" fmla="*/ 12700 w 50"/>
              <a:gd name="T63" fmla="*/ 12700 h 37"/>
              <a:gd name="T64" fmla="*/ 25400 w 50"/>
              <a:gd name="T65" fmla="*/ 88900 h 37"/>
              <a:gd name="T66" fmla="*/ 31750 w 50"/>
              <a:gd name="T67" fmla="*/ 95250 h 37"/>
              <a:gd name="T68" fmla="*/ 44450 w 50"/>
              <a:gd name="T69" fmla="*/ 107950 h 37"/>
              <a:gd name="T70" fmla="*/ 53975 w 50"/>
              <a:gd name="T71" fmla="*/ 95250 h 37"/>
              <a:gd name="T72" fmla="*/ 60325 w 50"/>
              <a:gd name="T73" fmla="*/ 88900 h 37"/>
              <a:gd name="T74" fmla="*/ 95250 w 50"/>
              <a:gd name="T75" fmla="*/ 34925 h 37"/>
              <a:gd name="T76" fmla="*/ 95250 w 50"/>
              <a:gd name="T77" fmla="*/ 12700 h 37"/>
              <a:gd name="T78" fmla="*/ 44450 w 50"/>
              <a:gd name="T79" fmla="*/ 88900 h 37"/>
              <a:gd name="T80" fmla="*/ 44450 w 50"/>
              <a:gd name="T81" fmla="*/ 101600 h 37"/>
              <a:gd name="T82" fmla="*/ 44450 w 50"/>
              <a:gd name="T83" fmla="*/ 88900 h 3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0" h="37">
                <a:moveTo>
                  <a:pt x="39" y="28"/>
                </a:moveTo>
                <a:cubicBezTo>
                  <a:pt x="40" y="28"/>
                  <a:pt x="41" y="29"/>
                  <a:pt x="41" y="30"/>
                </a:cubicBezTo>
                <a:cubicBezTo>
                  <a:pt x="41" y="31"/>
                  <a:pt x="40" y="32"/>
                  <a:pt x="39" y="32"/>
                </a:cubicBezTo>
                <a:cubicBezTo>
                  <a:pt x="38" y="32"/>
                  <a:pt x="37" y="31"/>
                  <a:pt x="37" y="30"/>
                </a:cubicBezTo>
                <a:cubicBezTo>
                  <a:pt x="37" y="29"/>
                  <a:pt x="38" y="28"/>
                  <a:pt x="39" y="28"/>
                </a:cubicBezTo>
                <a:close/>
                <a:moveTo>
                  <a:pt x="34" y="19"/>
                </a:moveTo>
                <a:cubicBezTo>
                  <a:pt x="34" y="19"/>
                  <a:pt x="34" y="19"/>
                  <a:pt x="34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2" y="13"/>
                  <a:pt x="42" y="13"/>
                  <a:pt x="42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9"/>
                  <a:pt x="34" y="19"/>
                  <a:pt x="34" y="19"/>
                </a:cubicBezTo>
                <a:close/>
                <a:moveTo>
                  <a:pt x="46" y="22"/>
                </a:moveTo>
                <a:cubicBezTo>
                  <a:pt x="46" y="22"/>
                  <a:pt x="46" y="22"/>
                  <a:pt x="46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8"/>
                  <a:pt x="34" y="28"/>
                  <a:pt x="34" y="28"/>
                </a:cubicBezTo>
                <a:cubicBezTo>
                  <a:pt x="35" y="28"/>
                  <a:pt x="36" y="29"/>
                  <a:pt x="36" y="30"/>
                </a:cubicBezTo>
                <a:cubicBezTo>
                  <a:pt x="36" y="31"/>
                  <a:pt x="36" y="32"/>
                  <a:pt x="37" y="33"/>
                </a:cubicBezTo>
                <a:cubicBezTo>
                  <a:pt x="37" y="33"/>
                  <a:pt x="37" y="33"/>
                  <a:pt x="37" y="33"/>
                </a:cubicBezTo>
                <a:cubicBezTo>
                  <a:pt x="37" y="33"/>
                  <a:pt x="37" y="33"/>
                  <a:pt x="37" y="33"/>
                </a:cubicBezTo>
                <a:cubicBezTo>
                  <a:pt x="37" y="33"/>
                  <a:pt x="38" y="34"/>
                  <a:pt x="39" y="34"/>
                </a:cubicBezTo>
                <a:cubicBezTo>
                  <a:pt x="40" y="34"/>
                  <a:pt x="41" y="33"/>
                  <a:pt x="42" y="33"/>
                </a:cubicBezTo>
                <a:cubicBezTo>
                  <a:pt x="42" y="33"/>
                  <a:pt x="42" y="33"/>
                  <a:pt x="42" y="33"/>
                </a:cubicBezTo>
                <a:cubicBezTo>
                  <a:pt x="43" y="32"/>
                  <a:pt x="43" y="31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29"/>
                  <a:pt x="44" y="28"/>
                  <a:pt x="45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2"/>
                  <a:pt x="46" y="22"/>
                  <a:pt x="46" y="22"/>
                </a:cubicBezTo>
                <a:close/>
                <a:moveTo>
                  <a:pt x="47" y="32"/>
                </a:moveTo>
                <a:cubicBezTo>
                  <a:pt x="47" y="32"/>
                  <a:pt x="47" y="32"/>
                  <a:pt x="47" y="32"/>
                </a:cubicBezTo>
                <a:cubicBezTo>
                  <a:pt x="46" y="33"/>
                  <a:pt x="46" y="34"/>
                  <a:pt x="45" y="35"/>
                </a:cubicBezTo>
                <a:cubicBezTo>
                  <a:pt x="45" y="35"/>
                  <a:pt x="45" y="35"/>
                  <a:pt x="45" y="35"/>
                </a:cubicBezTo>
                <a:cubicBezTo>
                  <a:pt x="43" y="37"/>
                  <a:pt x="41" y="37"/>
                  <a:pt x="39" y="37"/>
                </a:cubicBezTo>
                <a:cubicBezTo>
                  <a:pt x="37" y="37"/>
                  <a:pt x="35" y="37"/>
                  <a:pt x="34" y="35"/>
                </a:cubicBezTo>
                <a:cubicBezTo>
                  <a:pt x="34" y="35"/>
                  <a:pt x="34" y="35"/>
                  <a:pt x="34" y="35"/>
                </a:cubicBezTo>
                <a:cubicBezTo>
                  <a:pt x="33" y="34"/>
                  <a:pt x="32" y="33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0" y="33"/>
                  <a:pt x="20" y="34"/>
                  <a:pt x="19" y="35"/>
                </a:cubicBezTo>
                <a:cubicBezTo>
                  <a:pt x="17" y="37"/>
                  <a:pt x="16" y="37"/>
                  <a:pt x="14" y="37"/>
                </a:cubicBezTo>
                <a:cubicBezTo>
                  <a:pt x="11" y="37"/>
                  <a:pt x="10" y="37"/>
                  <a:pt x="8" y="35"/>
                </a:cubicBezTo>
                <a:cubicBezTo>
                  <a:pt x="7" y="34"/>
                  <a:pt x="7" y="33"/>
                  <a:pt x="6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1" y="32"/>
                  <a:pt x="0" y="31"/>
                  <a:pt x="0" y="3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3" y="0"/>
                  <a:pt x="34" y="1"/>
                  <a:pt x="34" y="2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9"/>
                  <a:pt x="34" y="9"/>
                  <a:pt x="34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4" y="9"/>
                  <a:pt x="44" y="10"/>
                  <a:pt x="45" y="11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30"/>
                  <a:pt x="50" y="30"/>
                  <a:pt x="50" y="30"/>
                </a:cubicBezTo>
                <a:cubicBezTo>
                  <a:pt x="50" y="31"/>
                  <a:pt x="49" y="32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7" y="32"/>
                  <a:pt x="47" y="32"/>
                  <a:pt x="47" y="32"/>
                </a:cubicBezTo>
                <a:close/>
                <a:moveTo>
                  <a:pt x="30" y="4"/>
                </a:moveTo>
                <a:cubicBezTo>
                  <a:pt x="30" y="4"/>
                  <a:pt x="30" y="4"/>
                  <a:pt x="30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8"/>
                  <a:pt x="4" y="28"/>
                  <a:pt x="4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9" y="28"/>
                  <a:pt x="10" y="29"/>
                  <a:pt x="10" y="30"/>
                </a:cubicBezTo>
                <a:cubicBezTo>
                  <a:pt x="10" y="31"/>
                  <a:pt x="10" y="32"/>
                  <a:pt x="11" y="33"/>
                </a:cubicBezTo>
                <a:cubicBezTo>
                  <a:pt x="12" y="33"/>
                  <a:pt x="13" y="34"/>
                  <a:pt x="14" y="34"/>
                </a:cubicBezTo>
                <a:cubicBezTo>
                  <a:pt x="15" y="34"/>
                  <a:pt x="15" y="33"/>
                  <a:pt x="16" y="33"/>
                </a:cubicBezTo>
                <a:cubicBezTo>
                  <a:pt x="17" y="32"/>
                  <a:pt x="17" y="31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29"/>
                  <a:pt x="18" y="28"/>
                  <a:pt x="19" y="28"/>
                </a:cubicBezTo>
                <a:cubicBezTo>
                  <a:pt x="30" y="28"/>
                  <a:pt x="30" y="28"/>
                  <a:pt x="30" y="28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4"/>
                  <a:pt x="30" y="4"/>
                  <a:pt x="30" y="4"/>
                </a:cubicBezTo>
                <a:close/>
                <a:moveTo>
                  <a:pt x="14" y="28"/>
                </a:moveTo>
                <a:cubicBezTo>
                  <a:pt x="14" y="28"/>
                  <a:pt x="14" y="28"/>
                  <a:pt x="14" y="28"/>
                </a:cubicBezTo>
                <a:cubicBezTo>
                  <a:pt x="15" y="28"/>
                  <a:pt x="15" y="29"/>
                  <a:pt x="15" y="30"/>
                </a:cubicBezTo>
                <a:cubicBezTo>
                  <a:pt x="15" y="31"/>
                  <a:pt x="15" y="32"/>
                  <a:pt x="14" y="32"/>
                </a:cubicBezTo>
                <a:cubicBezTo>
                  <a:pt x="12" y="32"/>
                  <a:pt x="12" y="31"/>
                  <a:pt x="12" y="30"/>
                </a:cubicBezTo>
                <a:cubicBezTo>
                  <a:pt x="12" y="29"/>
                  <a:pt x="12" y="28"/>
                  <a:pt x="14" y="2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81" name="Freeform 215">
            <a:extLst>
              <a:ext uri="{FF2B5EF4-FFF2-40B4-BE49-F238E27FC236}">
                <a16:creationId xmlns:a16="http://schemas.microsoft.com/office/drawing/2014/main" id="{08C73859-86BA-AA8D-E78A-2E21632CD412}"/>
              </a:ext>
            </a:extLst>
          </p:cNvPr>
          <p:cNvSpPr>
            <a:spLocks noEditPoints="1"/>
          </p:cNvSpPr>
          <p:nvPr/>
        </p:nvSpPr>
        <p:spPr bwMode="auto">
          <a:xfrm>
            <a:off x="6563185" y="3895115"/>
            <a:ext cx="211667" cy="215900"/>
          </a:xfrm>
          <a:custGeom>
            <a:avLst/>
            <a:gdLst>
              <a:gd name="T0" fmla="*/ 6350 w 50"/>
              <a:gd name="T1" fmla="*/ 0 h 51"/>
              <a:gd name="T2" fmla="*/ 158750 w 50"/>
              <a:gd name="T3" fmla="*/ 6350 h 51"/>
              <a:gd name="T4" fmla="*/ 158750 w 50"/>
              <a:gd name="T5" fmla="*/ 155575 h 51"/>
              <a:gd name="T6" fmla="*/ 152400 w 50"/>
              <a:gd name="T7" fmla="*/ 161925 h 51"/>
              <a:gd name="T8" fmla="*/ 0 w 50"/>
              <a:gd name="T9" fmla="*/ 155575 h 51"/>
              <a:gd name="T10" fmla="*/ 0 w 50"/>
              <a:gd name="T11" fmla="*/ 6350 h 51"/>
              <a:gd name="T12" fmla="*/ 82550 w 50"/>
              <a:gd name="T13" fmla="*/ 12700 h 51"/>
              <a:gd name="T14" fmla="*/ 82550 w 50"/>
              <a:gd name="T15" fmla="*/ 76200 h 51"/>
              <a:gd name="T16" fmla="*/ 146050 w 50"/>
              <a:gd name="T17" fmla="*/ 12700 h 51"/>
              <a:gd name="T18" fmla="*/ 82550 w 50"/>
              <a:gd name="T19" fmla="*/ 85725 h 51"/>
              <a:gd name="T20" fmla="*/ 82550 w 50"/>
              <a:gd name="T21" fmla="*/ 149225 h 51"/>
              <a:gd name="T22" fmla="*/ 146050 w 50"/>
              <a:gd name="T23" fmla="*/ 85725 h 51"/>
              <a:gd name="T24" fmla="*/ 76200 w 50"/>
              <a:gd name="T25" fmla="*/ 149225 h 51"/>
              <a:gd name="T26" fmla="*/ 76200 w 50"/>
              <a:gd name="T27" fmla="*/ 85725 h 51"/>
              <a:gd name="T28" fmla="*/ 12700 w 50"/>
              <a:gd name="T29" fmla="*/ 149225 h 51"/>
              <a:gd name="T30" fmla="*/ 76200 w 50"/>
              <a:gd name="T31" fmla="*/ 76200 h 51"/>
              <a:gd name="T32" fmla="*/ 76200 w 50"/>
              <a:gd name="T33" fmla="*/ 12700 h 51"/>
              <a:gd name="T34" fmla="*/ 12700 w 50"/>
              <a:gd name="T35" fmla="*/ 76200 h 51"/>
              <a:gd name="T36" fmla="*/ 50800 w 50"/>
              <a:gd name="T37" fmla="*/ 104775 h 51"/>
              <a:gd name="T38" fmla="*/ 57150 w 50"/>
              <a:gd name="T39" fmla="*/ 104775 h 51"/>
              <a:gd name="T40" fmla="*/ 47625 w 50"/>
              <a:gd name="T41" fmla="*/ 117475 h 51"/>
              <a:gd name="T42" fmla="*/ 57150 w 50"/>
              <a:gd name="T43" fmla="*/ 133350 h 51"/>
              <a:gd name="T44" fmla="*/ 41275 w 50"/>
              <a:gd name="T45" fmla="*/ 123825 h 51"/>
              <a:gd name="T46" fmla="*/ 28575 w 50"/>
              <a:gd name="T47" fmla="*/ 133350 h 51"/>
              <a:gd name="T48" fmla="*/ 38100 w 50"/>
              <a:gd name="T49" fmla="*/ 117475 h 51"/>
              <a:gd name="T50" fmla="*/ 28575 w 50"/>
              <a:gd name="T51" fmla="*/ 104775 h 51"/>
              <a:gd name="T52" fmla="*/ 41275 w 50"/>
              <a:gd name="T53" fmla="*/ 114300 h 51"/>
              <a:gd name="T54" fmla="*/ 38100 w 50"/>
              <a:gd name="T55" fmla="*/ 28575 h 51"/>
              <a:gd name="T56" fmla="*/ 41275 w 50"/>
              <a:gd name="T57" fmla="*/ 25400 h 51"/>
              <a:gd name="T58" fmla="*/ 44450 w 50"/>
              <a:gd name="T59" fmla="*/ 41275 h 51"/>
              <a:gd name="T60" fmla="*/ 60325 w 50"/>
              <a:gd name="T61" fmla="*/ 44450 h 51"/>
              <a:gd name="T62" fmla="*/ 44450 w 50"/>
              <a:gd name="T63" fmla="*/ 47625 h 51"/>
              <a:gd name="T64" fmla="*/ 41275 w 50"/>
              <a:gd name="T65" fmla="*/ 63500 h 51"/>
              <a:gd name="T66" fmla="*/ 38100 w 50"/>
              <a:gd name="T67" fmla="*/ 47625 h 51"/>
              <a:gd name="T68" fmla="*/ 22225 w 50"/>
              <a:gd name="T69" fmla="*/ 44450 h 51"/>
              <a:gd name="T70" fmla="*/ 38100 w 50"/>
              <a:gd name="T71" fmla="*/ 41275 h 51"/>
              <a:gd name="T72" fmla="*/ 130175 w 50"/>
              <a:gd name="T73" fmla="*/ 120650 h 51"/>
              <a:gd name="T74" fmla="*/ 136525 w 50"/>
              <a:gd name="T75" fmla="*/ 123825 h 51"/>
              <a:gd name="T76" fmla="*/ 98425 w 50"/>
              <a:gd name="T77" fmla="*/ 130175 h 51"/>
              <a:gd name="T78" fmla="*/ 98425 w 50"/>
              <a:gd name="T79" fmla="*/ 120650 h 51"/>
              <a:gd name="T80" fmla="*/ 130175 w 50"/>
              <a:gd name="T81" fmla="*/ 107950 h 51"/>
              <a:gd name="T82" fmla="*/ 136525 w 50"/>
              <a:gd name="T83" fmla="*/ 111125 h 51"/>
              <a:gd name="T84" fmla="*/ 98425 w 50"/>
              <a:gd name="T85" fmla="*/ 114300 h 51"/>
              <a:gd name="T86" fmla="*/ 98425 w 50"/>
              <a:gd name="T87" fmla="*/ 107950 h 51"/>
              <a:gd name="T88" fmla="*/ 130175 w 50"/>
              <a:gd name="T89" fmla="*/ 41275 h 51"/>
              <a:gd name="T90" fmla="*/ 136525 w 50"/>
              <a:gd name="T91" fmla="*/ 44450 h 51"/>
              <a:gd name="T92" fmla="*/ 98425 w 50"/>
              <a:gd name="T93" fmla="*/ 47625 h 51"/>
              <a:gd name="T94" fmla="*/ 98425 w 50"/>
              <a:gd name="T95" fmla="*/ 41275 h 5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1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50"/>
                  <a:pt x="49" y="51"/>
                  <a:pt x="48" y="51"/>
                </a:cubicBezTo>
                <a:cubicBezTo>
                  <a:pt x="48" y="51"/>
                  <a:pt x="48" y="51"/>
                  <a:pt x="48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1" y="51"/>
                  <a:pt x="0" y="50"/>
                  <a:pt x="0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6" y="4"/>
                </a:moveTo>
                <a:cubicBezTo>
                  <a:pt x="26" y="4"/>
                  <a:pt x="26" y="4"/>
                  <a:pt x="26" y="4"/>
                </a:cubicBezTo>
                <a:cubicBezTo>
                  <a:pt x="26" y="24"/>
                  <a:pt x="26" y="24"/>
                  <a:pt x="26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4"/>
                  <a:pt x="46" y="4"/>
                  <a:pt x="46" y="4"/>
                </a:cubicBezTo>
                <a:cubicBezTo>
                  <a:pt x="26" y="4"/>
                  <a:pt x="26" y="4"/>
                  <a:pt x="26" y="4"/>
                </a:cubicBezTo>
                <a:close/>
                <a:moveTo>
                  <a:pt x="26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47"/>
                  <a:pt x="26" y="47"/>
                  <a:pt x="26" y="47"/>
                </a:cubicBezTo>
                <a:cubicBezTo>
                  <a:pt x="46" y="47"/>
                  <a:pt x="46" y="47"/>
                  <a:pt x="46" y="47"/>
                </a:cubicBezTo>
                <a:cubicBezTo>
                  <a:pt x="46" y="27"/>
                  <a:pt x="46" y="27"/>
                  <a:pt x="46" y="27"/>
                </a:cubicBezTo>
                <a:cubicBezTo>
                  <a:pt x="26" y="27"/>
                  <a:pt x="26" y="27"/>
                  <a:pt x="26" y="27"/>
                </a:cubicBezTo>
                <a:close/>
                <a:moveTo>
                  <a:pt x="24" y="47"/>
                </a:moveTo>
                <a:cubicBezTo>
                  <a:pt x="24" y="47"/>
                  <a:pt x="24" y="47"/>
                  <a:pt x="24" y="47"/>
                </a:cubicBezTo>
                <a:cubicBezTo>
                  <a:pt x="24" y="27"/>
                  <a:pt x="24" y="27"/>
                  <a:pt x="24" y="27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47"/>
                  <a:pt x="4" y="47"/>
                  <a:pt x="4" y="47"/>
                </a:cubicBezTo>
                <a:cubicBezTo>
                  <a:pt x="24" y="47"/>
                  <a:pt x="24" y="47"/>
                  <a:pt x="24" y="47"/>
                </a:cubicBezTo>
                <a:close/>
                <a:moveTo>
                  <a:pt x="2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4"/>
                  <a:pt x="24" y="4"/>
                  <a:pt x="2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4"/>
                  <a:pt x="4" y="24"/>
                  <a:pt x="4" y="24"/>
                </a:cubicBezTo>
                <a:cubicBezTo>
                  <a:pt x="24" y="24"/>
                  <a:pt x="24" y="24"/>
                  <a:pt x="24" y="24"/>
                </a:cubicBezTo>
                <a:close/>
                <a:moveTo>
                  <a:pt x="16" y="33"/>
                </a:moveTo>
                <a:cubicBezTo>
                  <a:pt x="16" y="33"/>
                  <a:pt x="16" y="33"/>
                  <a:pt x="16" y="33"/>
                </a:cubicBezTo>
                <a:cubicBezTo>
                  <a:pt x="16" y="32"/>
                  <a:pt x="17" y="32"/>
                  <a:pt x="18" y="33"/>
                </a:cubicBezTo>
                <a:cubicBezTo>
                  <a:pt x="18" y="33"/>
                  <a:pt x="18" y="34"/>
                  <a:pt x="18" y="34"/>
                </a:cubicBezTo>
                <a:cubicBezTo>
                  <a:pt x="15" y="37"/>
                  <a:pt x="15" y="37"/>
                  <a:pt x="15" y="37"/>
                </a:cubicBezTo>
                <a:cubicBezTo>
                  <a:pt x="18" y="40"/>
                  <a:pt x="18" y="40"/>
                  <a:pt x="18" y="40"/>
                </a:cubicBezTo>
                <a:cubicBezTo>
                  <a:pt x="18" y="40"/>
                  <a:pt x="18" y="41"/>
                  <a:pt x="18" y="42"/>
                </a:cubicBezTo>
                <a:cubicBezTo>
                  <a:pt x="17" y="42"/>
                  <a:pt x="16" y="42"/>
                  <a:pt x="16" y="42"/>
                </a:cubicBezTo>
                <a:cubicBezTo>
                  <a:pt x="13" y="39"/>
                  <a:pt x="13" y="39"/>
                  <a:pt x="13" y="39"/>
                </a:cubicBezTo>
                <a:cubicBezTo>
                  <a:pt x="11" y="42"/>
                  <a:pt x="11" y="42"/>
                  <a:pt x="11" y="42"/>
                </a:cubicBezTo>
                <a:cubicBezTo>
                  <a:pt x="10" y="42"/>
                  <a:pt x="9" y="42"/>
                  <a:pt x="9" y="42"/>
                </a:cubicBezTo>
                <a:cubicBezTo>
                  <a:pt x="8" y="41"/>
                  <a:pt x="8" y="40"/>
                  <a:pt x="9" y="40"/>
                </a:cubicBezTo>
                <a:cubicBezTo>
                  <a:pt x="12" y="37"/>
                  <a:pt x="12" y="37"/>
                  <a:pt x="12" y="37"/>
                </a:cubicBezTo>
                <a:cubicBezTo>
                  <a:pt x="9" y="34"/>
                  <a:pt x="9" y="34"/>
                  <a:pt x="9" y="34"/>
                </a:cubicBezTo>
                <a:cubicBezTo>
                  <a:pt x="8" y="34"/>
                  <a:pt x="8" y="33"/>
                  <a:pt x="9" y="33"/>
                </a:cubicBezTo>
                <a:cubicBezTo>
                  <a:pt x="9" y="32"/>
                  <a:pt x="10" y="32"/>
                  <a:pt x="11" y="33"/>
                </a:cubicBezTo>
                <a:cubicBezTo>
                  <a:pt x="13" y="36"/>
                  <a:pt x="13" y="36"/>
                  <a:pt x="13" y="36"/>
                </a:cubicBezTo>
                <a:cubicBezTo>
                  <a:pt x="16" y="33"/>
                  <a:pt x="16" y="33"/>
                  <a:pt x="16" y="33"/>
                </a:cubicBezTo>
                <a:close/>
                <a:moveTo>
                  <a:pt x="12" y="9"/>
                </a:moveTo>
                <a:cubicBezTo>
                  <a:pt x="12" y="9"/>
                  <a:pt x="12" y="9"/>
                  <a:pt x="12" y="9"/>
                </a:cubicBezTo>
                <a:cubicBezTo>
                  <a:pt x="12" y="8"/>
                  <a:pt x="13" y="8"/>
                  <a:pt x="13" y="8"/>
                </a:cubicBezTo>
                <a:cubicBezTo>
                  <a:pt x="14" y="8"/>
                  <a:pt x="14" y="8"/>
                  <a:pt x="14" y="9"/>
                </a:cubicBezTo>
                <a:cubicBezTo>
                  <a:pt x="14" y="13"/>
                  <a:pt x="14" y="13"/>
                  <a:pt x="14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9" y="13"/>
                  <a:pt x="19" y="13"/>
                  <a:pt x="19" y="14"/>
                </a:cubicBezTo>
                <a:cubicBezTo>
                  <a:pt x="19" y="15"/>
                  <a:pt x="19" y="15"/>
                  <a:pt x="18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20"/>
                  <a:pt x="14" y="20"/>
                  <a:pt x="13" y="20"/>
                </a:cubicBezTo>
                <a:cubicBezTo>
                  <a:pt x="13" y="20"/>
                  <a:pt x="12" y="20"/>
                  <a:pt x="12" y="19"/>
                </a:cubicBezTo>
                <a:cubicBezTo>
                  <a:pt x="12" y="15"/>
                  <a:pt x="12" y="15"/>
                  <a:pt x="12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7" y="15"/>
                  <a:pt x="7" y="14"/>
                </a:cubicBezTo>
                <a:cubicBezTo>
                  <a:pt x="7" y="13"/>
                  <a:pt x="8" y="13"/>
                  <a:pt x="8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9"/>
                  <a:pt x="12" y="9"/>
                  <a:pt x="12" y="9"/>
                </a:cubicBezTo>
                <a:close/>
                <a:moveTo>
                  <a:pt x="41" y="38"/>
                </a:moveTo>
                <a:cubicBezTo>
                  <a:pt x="41" y="38"/>
                  <a:pt x="41" y="38"/>
                  <a:pt x="41" y="38"/>
                </a:cubicBezTo>
                <a:cubicBezTo>
                  <a:pt x="42" y="38"/>
                  <a:pt x="43" y="39"/>
                  <a:pt x="43" y="39"/>
                </a:cubicBezTo>
                <a:cubicBezTo>
                  <a:pt x="43" y="40"/>
                  <a:pt x="42" y="41"/>
                  <a:pt x="41" y="41"/>
                </a:cubicBezTo>
                <a:cubicBezTo>
                  <a:pt x="33" y="41"/>
                  <a:pt x="40" y="41"/>
                  <a:pt x="31" y="41"/>
                </a:cubicBezTo>
                <a:cubicBezTo>
                  <a:pt x="31" y="41"/>
                  <a:pt x="30" y="40"/>
                  <a:pt x="30" y="39"/>
                </a:cubicBezTo>
                <a:cubicBezTo>
                  <a:pt x="30" y="39"/>
                  <a:pt x="31" y="38"/>
                  <a:pt x="31" y="38"/>
                </a:cubicBezTo>
                <a:cubicBezTo>
                  <a:pt x="40" y="38"/>
                  <a:pt x="33" y="38"/>
                  <a:pt x="41" y="38"/>
                </a:cubicBezTo>
                <a:close/>
                <a:moveTo>
                  <a:pt x="41" y="34"/>
                </a:moveTo>
                <a:cubicBezTo>
                  <a:pt x="41" y="34"/>
                  <a:pt x="41" y="34"/>
                  <a:pt x="41" y="34"/>
                </a:cubicBezTo>
                <a:cubicBezTo>
                  <a:pt x="42" y="34"/>
                  <a:pt x="43" y="34"/>
                  <a:pt x="43" y="35"/>
                </a:cubicBezTo>
                <a:cubicBezTo>
                  <a:pt x="43" y="35"/>
                  <a:pt x="42" y="36"/>
                  <a:pt x="41" y="36"/>
                </a:cubicBezTo>
                <a:cubicBezTo>
                  <a:pt x="33" y="36"/>
                  <a:pt x="40" y="36"/>
                  <a:pt x="31" y="36"/>
                </a:cubicBezTo>
                <a:cubicBezTo>
                  <a:pt x="31" y="36"/>
                  <a:pt x="30" y="35"/>
                  <a:pt x="30" y="35"/>
                </a:cubicBezTo>
                <a:cubicBezTo>
                  <a:pt x="30" y="34"/>
                  <a:pt x="31" y="34"/>
                  <a:pt x="31" y="34"/>
                </a:cubicBezTo>
                <a:cubicBezTo>
                  <a:pt x="40" y="34"/>
                  <a:pt x="33" y="34"/>
                  <a:pt x="41" y="34"/>
                </a:cubicBezTo>
                <a:close/>
                <a:moveTo>
                  <a:pt x="41" y="13"/>
                </a:moveTo>
                <a:cubicBezTo>
                  <a:pt x="41" y="13"/>
                  <a:pt x="41" y="13"/>
                  <a:pt x="41" y="13"/>
                </a:cubicBezTo>
                <a:cubicBezTo>
                  <a:pt x="42" y="13"/>
                  <a:pt x="43" y="13"/>
                  <a:pt x="43" y="14"/>
                </a:cubicBezTo>
                <a:cubicBezTo>
                  <a:pt x="43" y="15"/>
                  <a:pt x="42" y="15"/>
                  <a:pt x="41" y="15"/>
                </a:cubicBezTo>
                <a:cubicBezTo>
                  <a:pt x="33" y="15"/>
                  <a:pt x="40" y="15"/>
                  <a:pt x="31" y="15"/>
                </a:cubicBezTo>
                <a:cubicBezTo>
                  <a:pt x="31" y="15"/>
                  <a:pt x="30" y="15"/>
                  <a:pt x="30" y="14"/>
                </a:cubicBezTo>
                <a:cubicBezTo>
                  <a:pt x="30" y="13"/>
                  <a:pt x="31" y="13"/>
                  <a:pt x="31" y="13"/>
                </a:cubicBezTo>
                <a:cubicBezTo>
                  <a:pt x="40" y="13"/>
                  <a:pt x="33" y="13"/>
                  <a:pt x="41" y="1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82" name="Freeform 216">
            <a:extLst>
              <a:ext uri="{FF2B5EF4-FFF2-40B4-BE49-F238E27FC236}">
                <a16:creationId xmlns:a16="http://schemas.microsoft.com/office/drawing/2014/main" id="{EB585F59-70EC-CEC4-60C3-60BE0258443D}"/>
              </a:ext>
            </a:extLst>
          </p:cNvPr>
          <p:cNvSpPr>
            <a:spLocks noEditPoints="1"/>
          </p:cNvSpPr>
          <p:nvPr/>
        </p:nvSpPr>
        <p:spPr bwMode="auto">
          <a:xfrm>
            <a:off x="9528634" y="3446381"/>
            <a:ext cx="211667" cy="190500"/>
          </a:xfrm>
          <a:custGeom>
            <a:avLst/>
            <a:gdLst>
              <a:gd name="T0" fmla="*/ 114300 w 50"/>
              <a:gd name="T1" fmla="*/ 0 h 45"/>
              <a:gd name="T2" fmla="*/ 146050 w 50"/>
              <a:gd name="T3" fmla="*/ 66675 h 45"/>
              <a:gd name="T4" fmla="*/ 88900 w 50"/>
              <a:gd name="T5" fmla="*/ 98425 h 45"/>
              <a:gd name="T6" fmla="*/ 47625 w 50"/>
              <a:gd name="T7" fmla="*/ 38100 h 45"/>
              <a:gd name="T8" fmla="*/ 107950 w 50"/>
              <a:gd name="T9" fmla="*/ 0 h 45"/>
              <a:gd name="T10" fmla="*/ 107950 w 50"/>
              <a:gd name="T11" fmla="*/ 9525 h 45"/>
              <a:gd name="T12" fmla="*/ 104775 w 50"/>
              <a:gd name="T13" fmla="*/ 31750 h 45"/>
              <a:gd name="T14" fmla="*/ 85725 w 50"/>
              <a:gd name="T15" fmla="*/ 47625 h 45"/>
              <a:gd name="T16" fmla="*/ 69850 w 50"/>
              <a:gd name="T17" fmla="*/ 31750 h 45"/>
              <a:gd name="T18" fmla="*/ 85725 w 50"/>
              <a:gd name="T19" fmla="*/ 92075 h 45"/>
              <a:gd name="T20" fmla="*/ 92075 w 50"/>
              <a:gd name="T21" fmla="*/ 66675 h 45"/>
              <a:gd name="T22" fmla="*/ 111125 w 50"/>
              <a:gd name="T23" fmla="*/ 50800 h 45"/>
              <a:gd name="T24" fmla="*/ 127000 w 50"/>
              <a:gd name="T25" fmla="*/ 69850 h 45"/>
              <a:gd name="T26" fmla="*/ 107950 w 50"/>
              <a:gd name="T27" fmla="*/ 9525 h 45"/>
              <a:gd name="T28" fmla="*/ 82550 w 50"/>
              <a:gd name="T29" fmla="*/ 101600 h 45"/>
              <a:gd name="T30" fmla="*/ 149225 w 50"/>
              <a:gd name="T31" fmla="*/ 69850 h 45"/>
              <a:gd name="T32" fmla="*/ 155575 w 50"/>
              <a:gd name="T33" fmla="*/ 82550 h 45"/>
              <a:gd name="T34" fmla="*/ 104775 w 50"/>
              <a:gd name="T35" fmla="*/ 123825 h 45"/>
              <a:gd name="T36" fmla="*/ 82550 w 50"/>
              <a:gd name="T37" fmla="*/ 142875 h 45"/>
              <a:gd name="T38" fmla="*/ 66675 w 50"/>
              <a:gd name="T39" fmla="*/ 136525 h 45"/>
              <a:gd name="T40" fmla="*/ 66675 w 50"/>
              <a:gd name="T41" fmla="*/ 107950 h 45"/>
              <a:gd name="T42" fmla="*/ 19050 w 50"/>
              <a:gd name="T43" fmla="*/ 25400 h 45"/>
              <a:gd name="T44" fmla="*/ 0 w 50"/>
              <a:gd name="T45" fmla="*/ 19050 h 45"/>
              <a:gd name="T46" fmla="*/ 22225 w 50"/>
              <a:gd name="T47" fmla="*/ 12700 h 45"/>
              <a:gd name="T48" fmla="*/ 79375 w 50"/>
              <a:gd name="T49" fmla="*/ 101600 h 45"/>
              <a:gd name="T50" fmla="*/ 88900 w 50"/>
              <a:gd name="T51" fmla="*/ 117475 h 45"/>
              <a:gd name="T52" fmla="*/ 82550 w 50"/>
              <a:gd name="T53" fmla="*/ 114300 h 45"/>
              <a:gd name="T54" fmla="*/ 73025 w 50"/>
              <a:gd name="T55" fmla="*/ 123825 h 45"/>
              <a:gd name="T56" fmla="*/ 76200 w 50"/>
              <a:gd name="T57" fmla="*/ 130175 h 45"/>
              <a:gd name="T58" fmla="*/ 88900 w 50"/>
              <a:gd name="T59" fmla="*/ 130175 h 45"/>
              <a:gd name="T60" fmla="*/ 92075 w 50"/>
              <a:gd name="T61" fmla="*/ 123825 h 45"/>
              <a:gd name="T62" fmla="*/ 88900 w 50"/>
              <a:gd name="T63" fmla="*/ 19050 h 45"/>
              <a:gd name="T64" fmla="*/ 76200 w 50"/>
              <a:gd name="T65" fmla="*/ 25400 h 45"/>
              <a:gd name="T66" fmla="*/ 95250 w 50"/>
              <a:gd name="T67" fmla="*/ 31750 h 45"/>
              <a:gd name="T68" fmla="*/ 111125 w 50"/>
              <a:gd name="T69" fmla="*/ 60325 h 45"/>
              <a:gd name="T70" fmla="*/ 101600 w 50"/>
              <a:gd name="T71" fmla="*/ 66675 h 45"/>
              <a:gd name="T72" fmla="*/ 120650 w 50"/>
              <a:gd name="T73" fmla="*/ 73025 h 4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0" h="45">
                <a:moveTo>
                  <a:pt x="34" y="0"/>
                </a:moveTo>
                <a:cubicBezTo>
                  <a:pt x="35" y="0"/>
                  <a:pt x="36" y="0"/>
                  <a:pt x="36" y="0"/>
                </a:cubicBezTo>
                <a:cubicBezTo>
                  <a:pt x="46" y="19"/>
                  <a:pt x="46" y="19"/>
                  <a:pt x="46" y="19"/>
                </a:cubicBezTo>
                <a:cubicBezTo>
                  <a:pt x="47" y="19"/>
                  <a:pt x="47" y="20"/>
                  <a:pt x="46" y="21"/>
                </a:cubicBezTo>
                <a:cubicBezTo>
                  <a:pt x="46" y="21"/>
                  <a:pt x="46" y="21"/>
                  <a:pt x="46" y="21"/>
                </a:cubicBezTo>
                <a:cubicBezTo>
                  <a:pt x="40" y="24"/>
                  <a:pt x="34" y="28"/>
                  <a:pt x="28" y="31"/>
                </a:cubicBezTo>
                <a:cubicBezTo>
                  <a:pt x="27" y="31"/>
                  <a:pt x="26" y="31"/>
                  <a:pt x="26" y="31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1"/>
                  <a:pt x="16" y="11"/>
                </a:cubicBezTo>
                <a:cubicBezTo>
                  <a:pt x="34" y="0"/>
                  <a:pt x="34" y="0"/>
                  <a:pt x="34" y="0"/>
                </a:cubicBezTo>
                <a:close/>
                <a:moveTo>
                  <a:pt x="34" y="3"/>
                </a:moveTo>
                <a:cubicBezTo>
                  <a:pt x="34" y="3"/>
                  <a:pt x="34" y="3"/>
                  <a:pt x="34" y="3"/>
                </a:cubicBezTo>
                <a:cubicBezTo>
                  <a:pt x="30" y="5"/>
                  <a:pt x="30" y="5"/>
                  <a:pt x="30" y="5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1"/>
                  <a:pt x="33" y="11"/>
                  <a:pt x="32" y="12"/>
                </a:cubicBezTo>
                <a:cubicBezTo>
                  <a:pt x="27" y="15"/>
                  <a:pt x="27" y="15"/>
                  <a:pt x="27" y="15"/>
                </a:cubicBezTo>
                <a:cubicBezTo>
                  <a:pt x="26" y="15"/>
                  <a:pt x="25" y="15"/>
                  <a:pt x="25" y="15"/>
                </a:cubicBezTo>
                <a:cubicBezTo>
                  <a:pt x="22" y="10"/>
                  <a:pt x="22" y="10"/>
                  <a:pt x="22" y="10"/>
                </a:cubicBezTo>
                <a:cubicBezTo>
                  <a:pt x="18" y="12"/>
                  <a:pt x="18" y="12"/>
                  <a:pt x="18" y="12"/>
                </a:cubicBezTo>
                <a:cubicBezTo>
                  <a:pt x="27" y="29"/>
                  <a:pt x="27" y="29"/>
                  <a:pt x="27" y="29"/>
                </a:cubicBezTo>
                <a:cubicBezTo>
                  <a:pt x="32" y="26"/>
                  <a:pt x="32" y="26"/>
                  <a:pt x="32" y="26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0"/>
                  <a:pt x="29" y="20"/>
                </a:cubicBezTo>
                <a:cubicBezTo>
                  <a:pt x="35" y="16"/>
                  <a:pt x="35" y="16"/>
                  <a:pt x="35" y="16"/>
                </a:cubicBezTo>
                <a:cubicBezTo>
                  <a:pt x="36" y="16"/>
                  <a:pt x="36" y="16"/>
                  <a:pt x="37" y="17"/>
                </a:cubicBezTo>
                <a:cubicBezTo>
                  <a:pt x="40" y="22"/>
                  <a:pt x="40" y="22"/>
                  <a:pt x="40" y="22"/>
                </a:cubicBezTo>
                <a:cubicBezTo>
                  <a:pt x="44" y="19"/>
                  <a:pt x="44" y="19"/>
                  <a:pt x="44" y="19"/>
                </a:cubicBezTo>
                <a:cubicBezTo>
                  <a:pt x="34" y="3"/>
                  <a:pt x="34" y="3"/>
                  <a:pt x="34" y="3"/>
                </a:cubicBezTo>
                <a:close/>
                <a:moveTo>
                  <a:pt x="26" y="32"/>
                </a:moveTo>
                <a:cubicBezTo>
                  <a:pt x="26" y="32"/>
                  <a:pt x="26" y="32"/>
                  <a:pt x="26" y="32"/>
                </a:cubicBezTo>
                <a:cubicBezTo>
                  <a:pt x="27" y="32"/>
                  <a:pt x="28" y="32"/>
                  <a:pt x="29" y="33"/>
                </a:cubicBezTo>
                <a:cubicBezTo>
                  <a:pt x="47" y="22"/>
                  <a:pt x="47" y="22"/>
                  <a:pt x="47" y="22"/>
                </a:cubicBezTo>
                <a:cubicBezTo>
                  <a:pt x="48" y="22"/>
                  <a:pt x="49" y="22"/>
                  <a:pt x="50" y="23"/>
                </a:cubicBezTo>
                <a:cubicBezTo>
                  <a:pt x="50" y="24"/>
                  <a:pt x="50" y="25"/>
                  <a:pt x="49" y="26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6"/>
                  <a:pt x="33" y="38"/>
                  <a:pt x="33" y="39"/>
                </a:cubicBezTo>
                <a:cubicBezTo>
                  <a:pt x="33" y="41"/>
                  <a:pt x="32" y="42"/>
                  <a:pt x="31" y="43"/>
                </a:cubicBezTo>
                <a:cubicBezTo>
                  <a:pt x="29" y="45"/>
                  <a:pt x="28" y="45"/>
                  <a:pt x="26" y="45"/>
                </a:cubicBezTo>
                <a:cubicBezTo>
                  <a:pt x="24" y="45"/>
                  <a:pt x="22" y="45"/>
                  <a:pt x="21" y="43"/>
                </a:cubicBezTo>
                <a:cubicBezTo>
                  <a:pt x="21" y="43"/>
                  <a:pt x="21" y="43"/>
                  <a:pt x="21" y="43"/>
                </a:cubicBezTo>
                <a:cubicBezTo>
                  <a:pt x="20" y="42"/>
                  <a:pt x="19" y="41"/>
                  <a:pt x="19" y="39"/>
                </a:cubicBezTo>
                <a:cubicBezTo>
                  <a:pt x="19" y="37"/>
                  <a:pt x="20" y="35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6" y="8"/>
                  <a:pt x="6" y="8"/>
                  <a:pt x="6" y="8"/>
                </a:cubicBezTo>
                <a:cubicBezTo>
                  <a:pt x="2" y="8"/>
                  <a:pt x="2" y="8"/>
                  <a:pt x="2" y="8"/>
                </a:cubicBezTo>
                <a:cubicBezTo>
                  <a:pt x="0" y="8"/>
                  <a:pt x="0" y="7"/>
                  <a:pt x="0" y="6"/>
                </a:cubicBezTo>
                <a:cubicBezTo>
                  <a:pt x="0" y="5"/>
                  <a:pt x="0" y="4"/>
                  <a:pt x="2" y="4"/>
                </a:cubicBezTo>
                <a:cubicBezTo>
                  <a:pt x="7" y="4"/>
                  <a:pt x="7" y="4"/>
                  <a:pt x="7" y="4"/>
                </a:cubicBezTo>
                <a:cubicBezTo>
                  <a:pt x="8" y="4"/>
                  <a:pt x="9" y="4"/>
                  <a:pt x="9" y="5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2"/>
                  <a:pt x="26" y="32"/>
                  <a:pt x="26" y="32"/>
                </a:cubicBezTo>
                <a:close/>
                <a:moveTo>
                  <a:pt x="28" y="37"/>
                </a:moveTo>
                <a:cubicBezTo>
                  <a:pt x="28" y="37"/>
                  <a:pt x="28" y="37"/>
                  <a:pt x="28" y="37"/>
                </a:cubicBezTo>
                <a:cubicBezTo>
                  <a:pt x="27" y="36"/>
                  <a:pt x="27" y="36"/>
                  <a:pt x="26" y="36"/>
                </a:cubicBezTo>
                <a:cubicBezTo>
                  <a:pt x="25" y="36"/>
                  <a:pt x="25" y="36"/>
                  <a:pt x="24" y="37"/>
                </a:cubicBezTo>
                <a:cubicBezTo>
                  <a:pt x="24" y="37"/>
                  <a:pt x="23" y="38"/>
                  <a:pt x="23" y="39"/>
                </a:cubicBezTo>
                <a:cubicBezTo>
                  <a:pt x="23" y="40"/>
                  <a:pt x="23" y="40"/>
                  <a:pt x="24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5" y="41"/>
                  <a:pt x="25" y="42"/>
                  <a:pt x="26" y="42"/>
                </a:cubicBezTo>
                <a:cubicBezTo>
                  <a:pt x="27" y="42"/>
                  <a:pt x="27" y="41"/>
                  <a:pt x="28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0"/>
                  <a:pt x="29" y="40"/>
                  <a:pt x="29" y="39"/>
                </a:cubicBezTo>
                <a:cubicBezTo>
                  <a:pt x="29" y="38"/>
                  <a:pt x="28" y="37"/>
                  <a:pt x="28" y="37"/>
                </a:cubicBezTo>
                <a:close/>
                <a:moveTo>
                  <a:pt x="28" y="6"/>
                </a:moveTo>
                <a:cubicBezTo>
                  <a:pt x="28" y="6"/>
                  <a:pt x="28" y="6"/>
                  <a:pt x="28" y="6"/>
                </a:cubicBezTo>
                <a:cubicBezTo>
                  <a:pt x="24" y="8"/>
                  <a:pt x="24" y="8"/>
                  <a:pt x="24" y="8"/>
                </a:cubicBezTo>
                <a:cubicBezTo>
                  <a:pt x="27" y="12"/>
                  <a:pt x="27" y="12"/>
                  <a:pt x="27" y="12"/>
                </a:cubicBezTo>
                <a:cubicBezTo>
                  <a:pt x="30" y="10"/>
                  <a:pt x="30" y="10"/>
                  <a:pt x="30" y="10"/>
                </a:cubicBezTo>
                <a:cubicBezTo>
                  <a:pt x="28" y="6"/>
                  <a:pt x="28" y="6"/>
                  <a:pt x="28" y="6"/>
                </a:cubicBezTo>
                <a:close/>
                <a:moveTo>
                  <a:pt x="35" y="19"/>
                </a:moveTo>
                <a:cubicBezTo>
                  <a:pt x="35" y="19"/>
                  <a:pt x="35" y="19"/>
                  <a:pt x="35" y="19"/>
                </a:cubicBezTo>
                <a:cubicBezTo>
                  <a:pt x="32" y="21"/>
                  <a:pt x="32" y="21"/>
                  <a:pt x="32" y="21"/>
                </a:cubicBezTo>
                <a:cubicBezTo>
                  <a:pt x="34" y="25"/>
                  <a:pt x="34" y="25"/>
                  <a:pt x="34" y="25"/>
                </a:cubicBezTo>
                <a:cubicBezTo>
                  <a:pt x="38" y="23"/>
                  <a:pt x="38" y="23"/>
                  <a:pt x="38" y="23"/>
                </a:cubicBezTo>
                <a:cubicBezTo>
                  <a:pt x="35" y="19"/>
                  <a:pt x="35" y="19"/>
                  <a:pt x="35" y="1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83" name="Freeform 217">
            <a:extLst>
              <a:ext uri="{FF2B5EF4-FFF2-40B4-BE49-F238E27FC236}">
                <a16:creationId xmlns:a16="http://schemas.microsoft.com/office/drawing/2014/main" id="{AC568DCE-2332-C409-9630-DE140F6B8F3D}"/>
              </a:ext>
            </a:extLst>
          </p:cNvPr>
          <p:cNvSpPr>
            <a:spLocks noEditPoints="1"/>
          </p:cNvSpPr>
          <p:nvPr/>
        </p:nvSpPr>
        <p:spPr bwMode="auto">
          <a:xfrm>
            <a:off x="10271585" y="3450614"/>
            <a:ext cx="211667" cy="186267"/>
          </a:xfrm>
          <a:custGeom>
            <a:avLst/>
            <a:gdLst>
              <a:gd name="T0" fmla="*/ 127000 w 50"/>
              <a:gd name="T1" fmla="*/ 76200 h 44"/>
              <a:gd name="T2" fmla="*/ 130175 w 50"/>
              <a:gd name="T3" fmla="*/ 101600 h 44"/>
              <a:gd name="T4" fmla="*/ 127000 w 50"/>
              <a:gd name="T5" fmla="*/ 104775 h 44"/>
              <a:gd name="T6" fmla="*/ 85725 w 50"/>
              <a:gd name="T7" fmla="*/ 101600 h 44"/>
              <a:gd name="T8" fmla="*/ 85725 w 50"/>
              <a:gd name="T9" fmla="*/ 79375 h 44"/>
              <a:gd name="T10" fmla="*/ 92075 w 50"/>
              <a:gd name="T11" fmla="*/ 79375 h 44"/>
              <a:gd name="T12" fmla="*/ 120650 w 50"/>
              <a:gd name="T13" fmla="*/ 98425 h 44"/>
              <a:gd name="T14" fmla="*/ 136525 w 50"/>
              <a:gd name="T15" fmla="*/ 76200 h 44"/>
              <a:gd name="T16" fmla="*/ 142875 w 50"/>
              <a:gd name="T17" fmla="*/ 73025 h 44"/>
              <a:gd name="T18" fmla="*/ 146050 w 50"/>
              <a:gd name="T19" fmla="*/ 133350 h 44"/>
              <a:gd name="T20" fmla="*/ 142875 w 50"/>
              <a:gd name="T21" fmla="*/ 139700 h 44"/>
              <a:gd name="T22" fmla="*/ 12700 w 50"/>
              <a:gd name="T23" fmla="*/ 133350 h 44"/>
              <a:gd name="T24" fmla="*/ 12700 w 50"/>
              <a:gd name="T25" fmla="*/ 76200 h 44"/>
              <a:gd name="T26" fmla="*/ 19050 w 50"/>
              <a:gd name="T27" fmla="*/ 76200 h 44"/>
              <a:gd name="T28" fmla="*/ 136525 w 50"/>
              <a:gd name="T29" fmla="*/ 130175 h 44"/>
              <a:gd name="T30" fmla="*/ 19050 w 50"/>
              <a:gd name="T31" fmla="*/ 15875 h 44"/>
              <a:gd name="T32" fmla="*/ 15875 w 50"/>
              <a:gd name="T33" fmla="*/ 19050 h 44"/>
              <a:gd name="T34" fmla="*/ 12700 w 50"/>
              <a:gd name="T35" fmla="*/ 3175 h 44"/>
              <a:gd name="T36" fmla="*/ 15875 w 50"/>
              <a:gd name="T37" fmla="*/ 0 h 44"/>
              <a:gd name="T38" fmla="*/ 146050 w 50"/>
              <a:gd name="T39" fmla="*/ 3175 h 44"/>
              <a:gd name="T40" fmla="*/ 146050 w 50"/>
              <a:gd name="T41" fmla="*/ 15875 h 44"/>
              <a:gd name="T42" fmla="*/ 136525 w 50"/>
              <a:gd name="T43" fmla="*/ 15875 h 44"/>
              <a:gd name="T44" fmla="*/ 19050 w 50"/>
              <a:gd name="T45" fmla="*/ 6350 h 44"/>
              <a:gd name="T46" fmla="*/ 0 w 50"/>
              <a:gd name="T47" fmla="*/ 22225 h 44"/>
              <a:gd name="T48" fmla="*/ 6350 w 50"/>
              <a:gd name="T49" fmla="*/ 19050 h 44"/>
              <a:gd name="T50" fmla="*/ 12700 w 50"/>
              <a:gd name="T51" fmla="*/ 60325 h 44"/>
              <a:gd name="T52" fmla="*/ 0 w 50"/>
              <a:gd name="T53" fmla="*/ 60325 h 44"/>
              <a:gd name="T54" fmla="*/ 19050 w 50"/>
              <a:gd name="T55" fmla="*/ 22225 h 44"/>
              <a:gd name="T56" fmla="*/ 25400 w 50"/>
              <a:gd name="T57" fmla="*/ 19050 h 44"/>
              <a:gd name="T58" fmla="*/ 31750 w 50"/>
              <a:gd name="T59" fmla="*/ 60325 h 44"/>
              <a:gd name="T60" fmla="*/ 19050 w 50"/>
              <a:gd name="T61" fmla="*/ 60325 h 44"/>
              <a:gd name="T62" fmla="*/ 41275 w 50"/>
              <a:gd name="T63" fmla="*/ 22225 h 44"/>
              <a:gd name="T64" fmla="*/ 47625 w 50"/>
              <a:gd name="T65" fmla="*/ 19050 h 44"/>
              <a:gd name="T66" fmla="*/ 53975 w 50"/>
              <a:gd name="T67" fmla="*/ 60325 h 44"/>
              <a:gd name="T68" fmla="*/ 41275 w 50"/>
              <a:gd name="T69" fmla="*/ 60325 h 44"/>
              <a:gd name="T70" fmla="*/ 63500 w 50"/>
              <a:gd name="T71" fmla="*/ 22225 h 44"/>
              <a:gd name="T72" fmla="*/ 66675 w 50"/>
              <a:gd name="T73" fmla="*/ 19050 h 44"/>
              <a:gd name="T74" fmla="*/ 73025 w 50"/>
              <a:gd name="T75" fmla="*/ 60325 h 44"/>
              <a:gd name="T76" fmla="*/ 63500 w 50"/>
              <a:gd name="T77" fmla="*/ 60325 h 44"/>
              <a:gd name="T78" fmla="*/ 82550 w 50"/>
              <a:gd name="T79" fmla="*/ 22225 h 44"/>
              <a:gd name="T80" fmla="*/ 88900 w 50"/>
              <a:gd name="T81" fmla="*/ 19050 h 44"/>
              <a:gd name="T82" fmla="*/ 95250 w 50"/>
              <a:gd name="T83" fmla="*/ 60325 h 44"/>
              <a:gd name="T84" fmla="*/ 82550 w 50"/>
              <a:gd name="T85" fmla="*/ 60325 h 44"/>
              <a:gd name="T86" fmla="*/ 104775 w 50"/>
              <a:gd name="T87" fmla="*/ 22225 h 44"/>
              <a:gd name="T88" fmla="*/ 111125 w 50"/>
              <a:gd name="T89" fmla="*/ 19050 h 44"/>
              <a:gd name="T90" fmla="*/ 117475 w 50"/>
              <a:gd name="T91" fmla="*/ 60325 h 44"/>
              <a:gd name="T92" fmla="*/ 104775 w 50"/>
              <a:gd name="T93" fmla="*/ 60325 h 44"/>
              <a:gd name="T94" fmla="*/ 123825 w 50"/>
              <a:gd name="T95" fmla="*/ 22225 h 44"/>
              <a:gd name="T96" fmla="*/ 130175 w 50"/>
              <a:gd name="T97" fmla="*/ 19050 h 44"/>
              <a:gd name="T98" fmla="*/ 136525 w 50"/>
              <a:gd name="T99" fmla="*/ 60325 h 44"/>
              <a:gd name="T100" fmla="*/ 123825 w 50"/>
              <a:gd name="T101" fmla="*/ 60325 h 44"/>
              <a:gd name="T102" fmla="*/ 146050 w 50"/>
              <a:gd name="T103" fmla="*/ 22225 h 44"/>
              <a:gd name="T104" fmla="*/ 152400 w 50"/>
              <a:gd name="T105" fmla="*/ 19050 h 44"/>
              <a:gd name="T106" fmla="*/ 158750 w 50"/>
              <a:gd name="T107" fmla="*/ 60325 h 44"/>
              <a:gd name="T108" fmla="*/ 146050 w 50"/>
              <a:gd name="T109" fmla="*/ 60325 h 44"/>
              <a:gd name="T110" fmla="*/ 66675 w 50"/>
              <a:gd name="T111" fmla="*/ 79375 h 44"/>
              <a:gd name="T112" fmla="*/ 69850 w 50"/>
              <a:gd name="T113" fmla="*/ 76200 h 44"/>
              <a:gd name="T114" fmla="*/ 73025 w 50"/>
              <a:gd name="T115" fmla="*/ 120650 h 44"/>
              <a:gd name="T116" fmla="*/ 69850 w 50"/>
              <a:gd name="T117" fmla="*/ 123825 h 44"/>
              <a:gd name="T118" fmla="*/ 28575 w 50"/>
              <a:gd name="T119" fmla="*/ 120650 h 44"/>
              <a:gd name="T120" fmla="*/ 28575 w 50"/>
              <a:gd name="T121" fmla="*/ 79375 h 44"/>
              <a:gd name="T122" fmla="*/ 34925 w 50"/>
              <a:gd name="T123" fmla="*/ 79375 h 44"/>
              <a:gd name="T124" fmla="*/ 66675 w 50"/>
              <a:gd name="T125" fmla="*/ 117475 h 44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50" h="44">
                <a:moveTo>
                  <a:pt x="38" y="25"/>
                </a:moveTo>
                <a:cubicBezTo>
                  <a:pt x="38" y="24"/>
                  <a:pt x="39" y="24"/>
                  <a:pt x="40" y="24"/>
                </a:cubicBezTo>
                <a:cubicBezTo>
                  <a:pt x="40" y="24"/>
                  <a:pt x="41" y="24"/>
                  <a:pt x="41" y="25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28" y="33"/>
                  <a:pt x="28" y="33"/>
                  <a:pt x="28" y="33"/>
                </a:cubicBezTo>
                <a:cubicBezTo>
                  <a:pt x="27" y="33"/>
                  <a:pt x="27" y="33"/>
                  <a:pt x="27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4"/>
                  <a:pt x="27" y="24"/>
                  <a:pt x="28" y="24"/>
                </a:cubicBezTo>
                <a:cubicBezTo>
                  <a:pt x="29" y="24"/>
                  <a:pt x="29" y="24"/>
                  <a:pt x="29" y="25"/>
                </a:cubicBezTo>
                <a:cubicBezTo>
                  <a:pt x="29" y="31"/>
                  <a:pt x="29" y="31"/>
                  <a:pt x="29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25"/>
                  <a:pt x="38" y="25"/>
                  <a:pt x="38" y="25"/>
                </a:cubicBezTo>
                <a:close/>
                <a:moveTo>
                  <a:pt x="43" y="24"/>
                </a:moveTo>
                <a:cubicBezTo>
                  <a:pt x="43" y="24"/>
                  <a:pt x="43" y="24"/>
                  <a:pt x="43" y="24"/>
                </a:cubicBezTo>
                <a:cubicBezTo>
                  <a:pt x="43" y="24"/>
                  <a:pt x="44" y="23"/>
                  <a:pt x="45" y="23"/>
                </a:cubicBezTo>
                <a:cubicBezTo>
                  <a:pt x="45" y="23"/>
                  <a:pt x="46" y="24"/>
                  <a:pt x="46" y="24"/>
                </a:cubicBezTo>
                <a:cubicBezTo>
                  <a:pt x="46" y="42"/>
                  <a:pt x="46" y="42"/>
                  <a:pt x="46" y="42"/>
                </a:cubicBezTo>
                <a:cubicBezTo>
                  <a:pt x="46" y="43"/>
                  <a:pt x="45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4" y="44"/>
                  <a:pt x="4" y="43"/>
                  <a:pt x="4" y="42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3"/>
                  <a:pt x="5" y="23"/>
                </a:cubicBezTo>
                <a:cubicBezTo>
                  <a:pt x="6" y="23"/>
                  <a:pt x="6" y="24"/>
                  <a:pt x="6" y="24"/>
                </a:cubicBezTo>
                <a:cubicBezTo>
                  <a:pt x="6" y="41"/>
                  <a:pt x="6" y="41"/>
                  <a:pt x="6" y="41"/>
                </a:cubicBezTo>
                <a:cubicBezTo>
                  <a:pt x="43" y="41"/>
                  <a:pt x="43" y="41"/>
                  <a:pt x="43" y="41"/>
                </a:cubicBezTo>
                <a:cubicBezTo>
                  <a:pt x="43" y="24"/>
                  <a:pt x="43" y="24"/>
                  <a:pt x="43" y="24"/>
                </a:cubicBezTo>
                <a:close/>
                <a:moveTo>
                  <a:pt x="6" y="5"/>
                </a:move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6"/>
                  <a:pt x="5" y="6"/>
                </a:cubicBezTo>
                <a:cubicBezTo>
                  <a:pt x="4" y="6"/>
                  <a:pt x="4" y="5"/>
                  <a:pt x="4" y="5"/>
                </a:cubicBezTo>
                <a:cubicBezTo>
                  <a:pt x="4" y="1"/>
                  <a:pt x="4" y="1"/>
                  <a:pt x="4" y="1"/>
                </a:cubicBezTo>
                <a:cubicBezTo>
                  <a:pt x="4" y="0"/>
                  <a:pt x="4" y="0"/>
                  <a:pt x="5" y="0"/>
                </a:cubicBezTo>
                <a:cubicBezTo>
                  <a:pt x="5" y="0"/>
                  <a:pt x="5" y="0"/>
                  <a:pt x="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5" y="0"/>
                  <a:pt x="46" y="0"/>
                  <a:pt x="46" y="1"/>
                </a:cubicBezTo>
                <a:cubicBezTo>
                  <a:pt x="46" y="1"/>
                  <a:pt x="46" y="1"/>
                  <a:pt x="46" y="1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5"/>
                  <a:pt x="45" y="6"/>
                  <a:pt x="45" y="6"/>
                </a:cubicBezTo>
                <a:cubicBezTo>
                  <a:pt x="44" y="6"/>
                  <a:pt x="43" y="5"/>
                  <a:pt x="43" y="5"/>
                </a:cubicBezTo>
                <a:cubicBezTo>
                  <a:pt x="43" y="2"/>
                  <a:pt x="43" y="2"/>
                  <a:pt x="43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5"/>
                  <a:pt x="6" y="5"/>
                  <a:pt x="6" y="5"/>
                </a:cubicBezTo>
                <a:close/>
                <a:moveTo>
                  <a:pt x="0" y="7"/>
                </a:moveTo>
                <a:cubicBezTo>
                  <a:pt x="0" y="7"/>
                  <a:pt x="0" y="7"/>
                  <a:pt x="0" y="7"/>
                </a:cubicBezTo>
                <a:cubicBezTo>
                  <a:pt x="0" y="6"/>
                  <a:pt x="1" y="6"/>
                  <a:pt x="2" y="6"/>
                </a:cubicBezTo>
                <a:cubicBezTo>
                  <a:pt x="3" y="6"/>
                  <a:pt x="4" y="6"/>
                  <a:pt x="4" y="7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20"/>
                  <a:pt x="3" y="21"/>
                  <a:pt x="2" y="21"/>
                </a:cubicBezTo>
                <a:cubicBezTo>
                  <a:pt x="1" y="21"/>
                  <a:pt x="0" y="20"/>
                  <a:pt x="0" y="19"/>
                </a:cubicBezTo>
                <a:cubicBezTo>
                  <a:pt x="0" y="7"/>
                  <a:pt x="0" y="7"/>
                  <a:pt x="0" y="7"/>
                </a:cubicBezTo>
                <a:close/>
                <a:moveTo>
                  <a:pt x="6" y="7"/>
                </a:moveTo>
                <a:cubicBezTo>
                  <a:pt x="6" y="7"/>
                  <a:pt x="6" y="7"/>
                  <a:pt x="6" y="7"/>
                </a:cubicBezTo>
                <a:cubicBezTo>
                  <a:pt x="6" y="6"/>
                  <a:pt x="7" y="6"/>
                  <a:pt x="8" y="6"/>
                </a:cubicBezTo>
                <a:cubicBezTo>
                  <a:pt x="9" y="6"/>
                  <a:pt x="10" y="6"/>
                  <a:pt x="10" y="7"/>
                </a:cubicBezTo>
                <a:cubicBezTo>
                  <a:pt x="10" y="19"/>
                  <a:pt x="10" y="19"/>
                  <a:pt x="10" y="19"/>
                </a:cubicBezTo>
                <a:cubicBezTo>
                  <a:pt x="10" y="20"/>
                  <a:pt x="9" y="21"/>
                  <a:pt x="8" y="21"/>
                </a:cubicBezTo>
                <a:cubicBezTo>
                  <a:pt x="7" y="21"/>
                  <a:pt x="6" y="20"/>
                  <a:pt x="6" y="19"/>
                </a:cubicBezTo>
                <a:cubicBezTo>
                  <a:pt x="6" y="7"/>
                  <a:pt x="6" y="7"/>
                  <a:pt x="6" y="7"/>
                </a:cubicBezTo>
                <a:close/>
                <a:moveTo>
                  <a:pt x="13" y="7"/>
                </a:moveTo>
                <a:cubicBezTo>
                  <a:pt x="13" y="7"/>
                  <a:pt x="13" y="7"/>
                  <a:pt x="13" y="7"/>
                </a:cubicBezTo>
                <a:cubicBezTo>
                  <a:pt x="13" y="6"/>
                  <a:pt x="14" y="6"/>
                  <a:pt x="15" y="6"/>
                </a:cubicBezTo>
                <a:cubicBezTo>
                  <a:pt x="16" y="6"/>
                  <a:pt x="17" y="6"/>
                  <a:pt x="17" y="7"/>
                </a:cubicBezTo>
                <a:cubicBezTo>
                  <a:pt x="17" y="19"/>
                  <a:pt x="17" y="19"/>
                  <a:pt x="17" y="19"/>
                </a:cubicBezTo>
                <a:cubicBezTo>
                  <a:pt x="17" y="20"/>
                  <a:pt x="16" y="21"/>
                  <a:pt x="15" y="21"/>
                </a:cubicBezTo>
                <a:cubicBezTo>
                  <a:pt x="14" y="21"/>
                  <a:pt x="13" y="20"/>
                  <a:pt x="13" y="19"/>
                </a:cubicBezTo>
                <a:cubicBezTo>
                  <a:pt x="13" y="7"/>
                  <a:pt x="13" y="7"/>
                  <a:pt x="13" y="7"/>
                </a:cubicBezTo>
                <a:close/>
                <a:moveTo>
                  <a:pt x="20" y="7"/>
                </a:moveTo>
                <a:cubicBezTo>
                  <a:pt x="20" y="7"/>
                  <a:pt x="20" y="7"/>
                  <a:pt x="20" y="7"/>
                </a:cubicBezTo>
                <a:cubicBezTo>
                  <a:pt x="20" y="6"/>
                  <a:pt x="20" y="6"/>
                  <a:pt x="21" y="6"/>
                </a:cubicBezTo>
                <a:cubicBezTo>
                  <a:pt x="23" y="6"/>
                  <a:pt x="23" y="6"/>
                  <a:pt x="23" y="7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20"/>
                  <a:pt x="23" y="21"/>
                  <a:pt x="21" y="21"/>
                </a:cubicBezTo>
                <a:cubicBezTo>
                  <a:pt x="20" y="21"/>
                  <a:pt x="20" y="20"/>
                  <a:pt x="20" y="19"/>
                </a:cubicBezTo>
                <a:cubicBezTo>
                  <a:pt x="20" y="7"/>
                  <a:pt x="20" y="7"/>
                  <a:pt x="20" y="7"/>
                </a:cubicBezTo>
                <a:close/>
                <a:moveTo>
                  <a:pt x="26" y="7"/>
                </a:moveTo>
                <a:cubicBezTo>
                  <a:pt x="26" y="7"/>
                  <a:pt x="26" y="7"/>
                  <a:pt x="26" y="7"/>
                </a:cubicBezTo>
                <a:cubicBezTo>
                  <a:pt x="26" y="6"/>
                  <a:pt x="27" y="6"/>
                  <a:pt x="28" y="6"/>
                </a:cubicBezTo>
                <a:cubicBezTo>
                  <a:pt x="29" y="6"/>
                  <a:pt x="30" y="6"/>
                  <a:pt x="30" y="7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20"/>
                  <a:pt x="29" y="21"/>
                  <a:pt x="28" y="21"/>
                </a:cubicBezTo>
                <a:cubicBezTo>
                  <a:pt x="27" y="21"/>
                  <a:pt x="26" y="20"/>
                  <a:pt x="26" y="19"/>
                </a:cubicBezTo>
                <a:cubicBezTo>
                  <a:pt x="26" y="7"/>
                  <a:pt x="26" y="7"/>
                  <a:pt x="26" y="7"/>
                </a:cubicBezTo>
                <a:close/>
                <a:moveTo>
                  <a:pt x="33" y="7"/>
                </a:moveTo>
                <a:cubicBezTo>
                  <a:pt x="33" y="7"/>
                  <a:pt x="33" y="7"/>
                  <a:pt x="33" y="7"/>
                </a:cubicBezTo>
                <a:cubicBezTo>
                  <a:pt x="33" y="6"/>
                  <a:pt x="34" y="6"/>
                  <a:pt x="35" y="6"/>
                </a:cubicBezTo>
                <a:cubicBezTo>
                  <a:pt x="36" y="6"/>
                  <a:pt x="37" y="6"/>
                  <a:pt x="37" y="7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20"/>
                  <a:pt x="36" y="21"/>
                  <a:pt x="35" y="21"/>
                </a:cubicBezTo>
                <a:cubicBezTo>
                  <a:pt x="34" y="21"/>
                  <a:pt x="33" y="20"/>
                  <a:pt x="33" y="19"/>
                </a:cubicBezTo>
                <a:cubicBezTo>
                  <a:pt x="33" y="7"/>
                  <a:pt x="33" y="7"/>
                  <a:pt x="33" y="7"/>
                </a:cubicBezTo>
                <a:close/>
                <a:moveTo>
                  <a:pt x="39" y="7"/>
                </a:moveTo>
                <a:cubicBezTo>
                  <a:pt x="39" y="7"/>
                  <a:pt x="39" y="7"/>
                  <a:pt x="39" y="7"/>
                </a:cubicBezTo>
                <a:cubicBezTo>
                  <a:pt x="39" y="6"/>
                  <a:pt x="40" y="6"/>
                  <a:pt x="41" y="6"/>
                </a:cubicBezTo>
                <a:cubicBezTo>
                  <a:pt x="42" y="6"/>
                  <a:pt x="43" y="6"/>
                  <a:pt x="43" y="7"/>
                </a:cubicBezTo>
                <a:cubicBezTo>
                  <a:pt x="43" y="19"/>
                  <a:pt x="43" y="19"/>
                  <a:pt x="43" y="19"/>
                </a:cubicBezTo>
                <a:cubicBezTo>
                  <a:pt x="43" y="20"/>
                  <a:pt x="42" y="21"/>
                  <a:pt x="41" y="21"/>
                </a:cubicBezTo>
                <a:cubicBezTo>
                  <a:pt x="40" y="21"/>
                  <a:pt x="39" y="20"/>
                  <a:pt x="39" y="19"/>
                </a:cubicBezTo>
                <a:cubicBezTo>
                  <a:pt x="39" y="7"/>
                  <a:pt x="39" y="7"/>
                  <a:pt x="39" y="7"/>
                </a:cubicBezTo>
                <a:close/>
                <a:moveTo>
                  <a:pt x="46" y="7"/>
                </a:moveTo>
                <a:cubicBezTo>
                  <a:pt x="46" y="7"/>
                  <a:pt x="46" y="7"/>
                  <a:pt x="46" y="7"/>
                </a:cubicBezTo>
                <a:cubicBezTo>
                  <a:pt x="46" y="6"/>
                  <a:pt x="47" y="6"/>
                  <a:pt x="48" y="6"/>
                </a:cubicBezTo>
                <a:cubicBezTo>
                  <a:pt x="49" y="6"/>
                  <a:pt x="50" y="6"/>
                  <a:pt x="50" y="7"/>
                </a:cubicBezTo>
                <a:cubicBezTo>
                  <a:pt x="50" y="19"/>
                  <a:pt x="50" y="19"/>
                  <a:pt x="50" y="19"/>
                </a:cubicBezTo>
                <a:cubicBezTo>
                  <a:pt x="50" y="20"/>
                  <a:pt x="49" y="21"/>
                  <a:pt x="48" y="21"/>
                </a:cubicBezTo>
                <a:cubicBezTo>
                  <a:pt x="47" y="21"/>
                  <a:pt x="46" y="20"/>
                  <a:pt x="46" y="19"/>
                </a:cubicBezTo>
                <a:cubicBezTo>
                  <a:pt x="46" y="7"/>
                  <a:pt x="46" y="7"/>
                  <a:pt x="46" y="7"/>
                </a:cubicBezTo>
                <a:close/>
                <a:moveTo>
                  <a:pt x="21" y="25"/>
                </a:moveTo>
                <a:cubicBezTo>
                  <a:pt x="21" y="25"/>
                  <a:pt x="21" y="25"/>
                  <a:pt x="21" y="25"/>
                </a:cubicBezTo>
                <a:cubicBezTo>
                  <a:pt x="21" y="24"/>
                  <a:pt x="21" y="24"/>
                  <a:pt x="22" y="24"/>
                </a:cubicBezTo>
                <a:cubicBezTo>
                  <a:pt x="22" y="24"/>
                  <a:pt x="23" y="24"/>
                  <a:pt x="23" y="25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10" y="39"/>
                  <a:pt x="10" y="39"/>
                  <a:pt x="10" y="39"/>
                </a:cubicBezTo>
                <a:cubicBezTo>
                  <a:pt x="10" y="39"/>
                  <a:pt x="9" y="39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4"/>
                  <a:pt x="10" y="24"/>
                  <a:pt x="10" y="24"/>
                </a:cubicBezTo>
                <a:cubicBezTo>
                  <a:pt x="11" y="24"/>
                  <a:pt x="11" y="24"/>
                  <a:pt x="11" y="25"/>
                </a:cubicBezTo>
                <a:cubicBezTo>
                  <a:pt x="11" y="37"/>
                  <a:pt x="11" y="37"/>
                  <a:pt x="11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21" y="25"/>
                  <a:pt x="21" y="25"/>
                  <a:pt x="21" y="2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84" name="Freeform 218">
            <a:extLst>
              <a:ext uri="{FF2B5EF4-FFF2-40B4-BE49-F238E27FC236}">
                <a16:creationId xmlns:a16="http://schemas.microsoft.com/office/drawing/2014/main" id="{995C025C-5174-9171-4F65-9E3BF3F14DBA}"/>
              </a:ext>
            </a:extLst>
          </p:cNvPr>
          <p:cNvSpPr>
            <a:spLocks noEditPoints="1"/>
          </p:cNvSpPr>
          <p:nvPr/>
        </p:nvSpPr>
        <p:spPr bwMode="auto">
          <a:xfrm>
            <a:off x="6192768" y="3895115"/>
            <a:ext cx="198967" cy="215900"/>
          </a:xfrm>
          <a:custGeom>
            <a:avLst/>
            <a:gdLst>
              <a:gd name="T0" fmla="*/ 79375 w 47"/>
              <a:gd name="T1" fmla="*/ 133350 h 51"/>
              <a:gd name="T2" fmla="*/ 69850 w 47"/>
              <a:gd name="T3" fmla="*/ 133350 h 51"/>
              <a:gd name="T4" fmla="*/ 31750 w 47"/>
              <a:gd name="T5" fmla="*/ 25400 h 51"/>
              <a:gd name="T6" fmla="*/ 38100 w 47"/>
              <a:gd name="T7" fmla="*/ 31750 h 51"/>
              <a:gd name="T8" fmla="*/ 25400 w 47"/>
              <a:gd name="T9" fmla="*/ 31750 h 51"/>
              <a:gd name="T10" fmla="*/ 117475 w 47"/>
              <a:gd name="T11" fmla="*/ 25400 h 51"/>
              <a:gd name="T12" fmla="*/ 123825 w 47"/>
              <a:gd name="T13" fmla="*/ 31750 h 51"/>
              <a:gd name="T14" fmla="*/ 111125 w 47"/>
              <a:gd name="T15" fmla="*/ 31750 h 51"/>
              <a:gd name="T16" fmla="*/ 73025 w 47"/>
              <a:gd name="T17" fmla="*/ 117475 h 51"/>
              <a:gd name="T18" fmla="*/ 98425 w 47"/>
              <a:gd name="T19" fmla="*/ 88900 h 51"/>
              <a:gd name="T20" fmla="*/ 104775 w 47"/>
              <a:gd name="T21" fmla="*/ 47625 h 51"/>
              <a:gd name="T22" fmla="*/ 101600 w 47"/>
              <a:gd name="T23" fmla="*/ 44450 h 51"/>
              <a:gd name="T24" fmla="*/ 44450 w 47"/>
              <a:gd name="T25" fmla="*/ 47625 h 51"/>
              <a:gd name="T26" fmla="*/ 50800 w 47"/>
              <a:gd name="T27" fmla="*/ 88900 h 51"/>
              <a:gd name="T28" fmla="*/ 104775 w 47"/>
              <a:gd name="T29" fmla="*/ 92075 h 51"/>
              <a:gd name="T30" fmla="*/ 76200 w 47"/>
              <a:gd name="T31" fmla="*/ 123825 h 51"/>
              <a:gd name="T32" fmla="*/ 73025 w 47"/>
              <a:gd name="T33" fmla="*/ 123825 h 51"/>
              <a:gd name="T34" fmla="*/ 31750 w 47"/>
              <a:gd name="T35" fmla="*/ 50800 h 51"/>
              <a:gd name="T36" fmla="*/ 38100 w 47"/>
              <a:gd name="T37" fmla="*/ 44450 h 51"/>
              <a:gd name="T38" fmla="*/ 41275 w 47"/>
              <a:gd name="T39" fmla="*/ 38100 h 51"/>
              <a:gd name="T40" fmla="*/ 104775 w 47"/>
              <a:gd name="T41" fmla="*/ 38100 h 51"/>
              <a:gd name="T42" fmla="*/ 111125 w 47"/>
              <a:gd name="T43" fmla="*/ 44450 h 51"/>
              <a:gd name="T44" fmla="*/ 114300 w 47"/>
              <a:gd name="T45" fmla="*/ 47625 h 51"/>
              <a:gd name="T46" fmla="*/ 104775 w 47"/>
              <a:gd name="T47" fmla="*/ 92075 h 51"/>
              <a:gd name="T48" fmla="*/ 73025 w 47"/>
              <a:gd name="T49" fmla="*/ 149225 h 51"/>
              <a:gd name="T50" fmla="*/ 136525 w 47"/>
              <a:gd name="T51" fmla="*/ 34925 h 51"/>
              <a:gd name="T52" fmla="*/ 28575 w 47"/>
              <a:gd name="T53" fmla="*/ 12700 h 51"/>
              <a:gd name="T54" fmla="*/ 12700 w 47"/>
              <a:gd name="T55" fmla="*/ 38100 h 51"/>
              <a:gd name="T56" fmla="*/ 76200 w 47"/>
              <a:gd name="T57" fmla="*/ 158750 h 51"/>
              <a:gd name="T58" fmla="*/ 73025 w 47"/>
              <a:gd name="T59" fmla="*/ 158750 h 51"/>
              <a:gd name="T60" fmla="*/ 0 w 47"/>
              <a:gd name="T61" fmla="*/ 34925 h 51"/>
              <a:gd name="T62" fmla="*/ 3175 w 47"/>
              <a:gd name="T63" fmla="*/ 22225 h 51"/>
              <a:gd name="T64" fmla="*/ 19050 w 47"/>
              <a:gd name="T65" fmla="*/ 6350 h 51"/>
              <a:gd name="T66" fmla="*/ 123825 w 47"/>
              <a:gd name="T67" fmla="*/ 0 h 51"/>
              <a:gd name="T68" fmla="*/ 130175 w 47"/>
              <a:gd name="T69" fmla="*/ 6350 h 51"/>
              <a:gd name="T70" fmla="*/ 149225 w 47"/>
              <a:gd name="T71" fmla="*/ 28575 h 51"/>
              <a:gd name="T72" fmla="*/ 149225 w 47"/>
              <a:gd name="T73" fmla="*/ 38100 h 51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7" h="51">
                <a:moveTo>
                  <a:pt x="23" y="40"/>
                </a:moveTo>
                <a:cubicBezTo>
                  <a:pt x="25" y="40"/>
                  <a:pt x="25" y="41"/>
                  <a:pt x="25" y="42"/>
                </a:cubicBezTo>
                <a:cubicBezTo>
                  <a:pt x="25" y="43"/>
                  <a:pt x="25" y="44"/>
                  <a:pt x="23" y="44"/>
                </a:cubicBezTo>
                <a:cubicBezTo>
                  <a:pt x="22" y="44"/>
                  <a:pt x="22" y="43"/>
                  <a:pt x="22" y="42"/>
                </a:cubicBezTo>
                <a:cubicBezTo>
                  <a:pt x="22" y="41"/>
                  <a:pt x="22" y="40"/>
                  <a:pt x="23" y="40"/>
                </a:cubicBezTo>
                <a:close/>
                <a:moveTo>
                  <a:pt x="10" y="8"/>
                </a:moveTo>
                <a:cubicBezTo>
                  <a:pt x="10" y="8"/>
                  <a:pt x="10" y="8"/>
                  <a:pt x="10" y="8"/>
                </a:cubicBezTo>
                <a:cubicBezTo>
                  <a:pt x="11" y="8"/>
                  <a:pt x="12" y="9"/>
                  <a:pt x="12" y="10"/>
                </a:cubicBezTo>
                <a:cubicBezTo>
                  <a:pt x="12" y="11"/>
                  <a:pt x="11" y="12"/>
                  <a:pt x="10" y="12"/>
                </a:cubicBezTo>
                <a:cubicBezTo>
                  <a:pt x="9" y="12"/>
                  <a:pt x="8" y="11"/>
                  <a:pt x="8" y="10"/>
                </a:cubicBezTo>
                <a:cubicBezTo>
                  <a:pt x="8" y="9"/>
                  <a:pt x="9" y="8"/>
                  <a:pt x="10" y="8"/>
                </a:cubicBezTo>
                <a:close/>
                <a:moveTo>
                  <a:pt x="37" y="8"/>
                </a:moveTo>
                <a:cubicBezTo>
                  <a:pt x="37" y="8"/>
                  <a:pt x="37" y="8"/>
                  <a:pt x="37" y="8"/>
                </a:cubicBezTo>
                <a:cubicBezTo>
                  <a:pt x="38" y="8"/>
                  <a:pt x="39" y="9"/>
                  <a:pt x="39" y="10"/>
                </a:cubicBezTo>
                <a:cubicBezTo>
                  <a:pt x="39" y="11"/>
                  <a:pt x="38" y="12"/>
                  <a:pt x="37" y="12"/>
                </a:cubicBezTo>
                <a:cubicBezTo>
                  <a:pt x="36" y="12"/>
                  <a:pt x="35" y="11"/>
                  <a:pt x="35" y="10"/>
                </a:cubicBezTo>
                <a:cubicBezTo>
                  <a:pt x="35" y="9"/>
                  <a:pt x="36" y="8"/>
                  <a:pt x="37" y="8"/>
                </a:cubicBezTo>
                <a:close/>
                <a:moveTo>
                  <a:pt x="23" y="37"/>
                </a:moveTo>
                <a:cubicBezTo>
                  <a:pt x="23" y="37"/>
                  <a:pt x="23" y="37"/>
                  <a:pt x="23" y="37"/>
                </a:cubicBezTo>
                <a:cubicBezTo>
                  <a:pt x="26" y="35"/>
                  <a:pt x="29" y="31"/>
                  <a:pt x="31" y="28"/>
                </a:cubicBezTo>
                <a:cubicBezTo>
                  <a:pt x="33" y="24"/>
                  <a:pt x="34" y="20"/>
                  <a:pt x="34" y="16"/>
                </a:cubicBezTo>
                <a:cubicBezTo>
                  <a:pt x="34" y="16"/>
                  <a:pt x="34" y="15"/>
                  <a:pt x="33" y="15"/>
                </a:cubicBezTo>
                <a:cubicBezTo>
                  <a:pt x="33" y="15"/>
                  <a:pt x="33" y="15"/>
                  <a:pt x="33" y="15"/>
                </a:cubicBezTo>
                <a:cubicBezTo>
                  <a:pt x="33" y="15"/>
                  <a:pt x="33" y="14"/>
                  <a:pt x="32" y="14"/>
                </a:cubicBezTo>
                <a:cubicBezTo>
                  <a:pt x="15" y="14"/>
                  <a:pt x="15" y="14"/>
                  <a:pt x="15" y="14"/>
                </a:cubicBezTo>
                <a:cubicBezTo>
                  <a:pt x="14" y="14"/>
                  <a:pt x="14" y="15"/>
                  <a:pt x="14" y="15"/>
                </a:cubicBezTo>
                <a:cubicBezTo>
                  <a:pt x="13" y="15"/>
                  <a:pt x="13" y="16"/>
                  <a:pt x="13" y="16"/>
                </a:cubicBezTo>
                <a:cubicBezTo>
                  <a:pt x="13" y="20"/>
                  <a:pt x="14" y="24"/>
                  <a:pt x="16" y="28"/>
                </a:cubicBezTo>
                <a:cubicBezTo>
                  <a:pt x="18" y="31"/>
                  <a:pt x="21" y="35"/>
                  <a:pt x="23" y="37"/>
                </a:cubicBezTo>
                <a:close/>
                <a:moveTo>
                  <a:pt x="33" y="29"/>
                </a:moveTo>
                <a:cubicBezTo>
                  <a:pt x="33" y="29"/>
                  <a:pt x="33" y="29"/>
                  <a:pt x="33" y="29"/>
                </a:cubicBezTo>
                <a:cubicBezTo>
                  <a:pt x="31" y="33"/>
                  <a:pt x="28" y="37"/>
                  <a:pt x="24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40"/>
                  <a:pt x="23" y="40"/>
                  <a:pt x="23" y="39"/>
                </a:cubicBezTo>
                <a:cubicBezTo>
                  <a:pt x="19" y="37"/>
                  <a:pt x="16" y="33"/>
                  <a:pt x="14" y="29"/>
                </a:cubicBezTo>
                <a:cubicBezTo>
                  <a:pt x="12" y="25"/>
                  <a:pt x="11" y="20"/>
                  <a:pt x="10" y="16"/>
                </a:cubicBezTo>
                <a:cubicBezTo>
                  <a:pt x="10" y="15"/>
                  <a:pt x="10" y="15"/>
                  <a:pt x="11" y="15"/>
                </a:cubicBezTo>
                <a:cubicBezTo>
                  <a:pt x="11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3"/>
                  <a:pt x="13" y="13"/>
                  <a:pt x="13" y="12"/>
                </a:cubicBezTo>
                <a:cubicBezTo>
                  <a:pt x="13" y="12"/>
                  <a:pt x="14" y="12"/>
                  <a:pt x="14" y="12"/>
                </a:cubicBezTo>
                <a:cubicBezTo>
                  <a:pt x="33" y="12"/>
                  <a:pt x="33" y="12"/>
                  <a:pt x="33" y="12"/>
                </a:cubicBezTo>
                <a:cubicBezTo>
                  <a:pt x="33" y="12"/>
                  <a:pt x="34" y="12"/>
                  <a:pt x="34" y="12"/>
                </a:cubicBezTo>
                <a:cubicBezTo>
                  <a:pt x="34" y="13"/>
                  <a:pt x="35" y="13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6" y="14"/>
                  <a:pt x="36" y="15"/>
                </a:cubicBezTo>
                <a:cubicBezTo>
                  <a:pt x="37" y="15"/>
                  <a:pt x="37" y="15"/>
                  <a:pt x="37" y="16"/>
                </a:cubicBezTo>
                <a:cubicBezTo>
                  <a:pt x="36" y="20"/>
                  <a:pt x="35" y="25"/>
                  <a:pt x="33" y="29"/>
                </a:cubicBezTo>
                <a:close/>
                <a:moveTo>
                  <a:pt x="23" y="47"/>
                </a:moveTo>
                <a:cubicBezTo>
                  <a:pt x="23" y="47"/>
                  <a:pt x="23" y="47"/>
                  <a:pt x="23" y="47"/>
                </a:cubicBezTo>
                <a:cubicBezTo>
                  <a:pt x="36" y="40"/>
                  <a:pt x="43" y="26"/>
                  <a:pt x="43" y="12"/>
                </a:cubicBezTo>
                <a:cubicBezTo>
                  <a:pt x="43" y="11"/>
                  <a:pt x="43" y="11"/>
                  <a:pt x="43" y="11"/>
                </a:cubicBezTo>
                <a:cubicBezTo>
                  <a:pt x="40" y="10"/>
                  <a:pt x="38" y="7"/>
                  <a:pt x="38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7"/>
                  <a:pt x="6" y="10"/>
                  <a:pt x="4" y="11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26"/>
                  <a:pt x="11" y="40"/>
                  <a:pt x="23" y="47"/>
                </a:cubicBezTo>
                <a:close/>
                <a:moveTo>
                  <a:pt x="24" y="50"/>
                </a:moveTo>
                <a:cubicBezTo>
                  <a:pt x="24" y="50"/>
                  <a:pt x="24" y="50"/>
                  <a:pt x="24" y="50"/>
                </a:cubicBezTo>
                <a:cubicBezTo>
                  <a:pt x="24" y="51"/>
                  <a:pt x="23" y="51"/>
                  <a:pt x="23" y="50"/>
                </a:cubicBezTo>
                <a:cubicBezTo>
                  <a:pt x="8" y="44"/>
                  <a:pt x="0" y="28"/>
                  <a:pt x="0" y="12"/>
                </a:cubicBezTo>
                <a:cubicBezTo>
                  <a:pt x="0" y="12"/>
                  <a:pt x="0" y="11"/>
                  <a:pt x="0" y="11"/>
                </a:cubicBezTo>
                <a:cubicBezTo>
                  <a:pt x="0" y="10"/>
                  <a:pt x="0" y="10"/>
                  <a:pt x="0" y="9"/>
                </a:cubicBezTo>
                <a:cubicBezTo>
                  <a:pt x="0" y="8"/>
                  <a:pt x="1" y="7"/>
                  <a:pt x="1" y="7"/>
                </a:cubicBezTo>
                <a:cubicBezTo>
                  <a:pt x="4" y="7"/>
                  <a:pt x="6" y="5"/>
                  <a:pt x="6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1"/>
                  <a:pt x="7" y="0"/>
                  <a:pt x="8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5"/>
                  <a:pt x="43" y="7"/>
                  <a:pt x="46" y="7"/>
                </a:cubicBezTo>
                <a:cubicBezTo>
                  <a:pt x="46" y="7"/>
                  <a:pt x="47" y="8"/>
                  <a:pt x="47" y="9"/>
                </a:cubicBezTo>
                <a:cubicBezTo>
                  <a:pt x="47" y="10"/>
                  <a:pt x="47" y="10"/>
                  <a:pt x="47" y="11"/>
                </a:cubicBezTo>
                <a:cubicBezTo>
                  <a:pt x="47" y="11"/>
                  <a:pt x="47" y="12"/>
                  <a:pt x="47" y="12"/>
                </a:cubicBezTo>
                <a:cubicBezTo>
                  <a:pt x="47" y="28"/>
                  <a:pt x="39" y="43"/>
                  <a:pt x="24" y="5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85" name="Freeform 219">
            <a:extLst>
              <a:ext uri="{FF2B5EF4-FFF2-40B4-BE49-F238E27FC236}">
                <a16:creationId xmlns:a16="http://schemas.microsoft.com/office/drawing/2014/main" id="{D62B1F68-77BF-B091-A959-1160CB6DEEC8}"/>
              </a:ext>
            </a:extLst>
          </p:cNvPr>
          <p:cNvSpPr>
            <a:spLocks noEditPoints="1"/>
          </p:cNvSpPr>
          <p:nvPr/>
        </p:nvSpPr>
        <p:spPr bwMode="auto">
          <a:xfrm>
            <a:off x="11016651" y="3899348"/>
            <a:ext cx="218016" cy="220133"/>
          </a:xfrm>
          <a:custGeom>
            <a:avLst/>
            <a:gdLst>
              <a:gd name="T0" fmla="*/ 137863 w 51"/>
              <a:gd name="T1" fmla="*/ 22225 h 52"/>
              <a:gd name="T2" fmla="*/ 160306 w 51"/>
              <a:gd name="T3" fmla="*/ 88900 h 52"/>
              <a:gd name="T4" fmla="*/ 80153 w 51"/>
              <a:gd name="T5" fmla="*/ 155575 h 52"/>
              <a:gd name="T6" fmla="*/ 54504 w 51"/>
              <a:gd name="T7" fmla="*/ 146050 h 52"/>
              <a:gd name="T8" fmla="*/ 32061 w 51"/>
              <a:gd name="T9" fmla="*/ 152400 h 52"/>
              <a:gd name="T10" fmla="*/ 25649 w 51"/>
              <a:gd name="T11" fmla="*/ 152400 h 52"/>
              <a:gd name="T12" fmla="*/ 28855 w 51"/>
              <a:gd name="T13" fmla="*/ 95250 h 52"/>
              <a:gd name="T14" fmla="*/ 80153 w 51"/>
              <a:gd name="T15" fmla="*/ 95250 h 52"/>
              <a:gd name="T16" fmla="*/ 83359 w 51"/>
              <a:gd name="T17" fmla="*/ 101600 h 52"/>
              <a:gd name="T18" fmla="*/ 67328 w 51"/>
              <a:gd name="T19" fmla="*/ 117475 h 52"/>
              <a:gd name="T20" fmla="*/ 150688 w 51"/>
              <a:gd name="T21" fmla="*/ 82550 h 52"/>
              <a:gd name="T22" fmla="*/ 121832 w 51"/>
              <a:gd name="T23" fmla="*/ 107950 h 52"/>
              <a:gd name="T24" fmla="*/ 118626 w 51"/>
              <a:gd name="T25" fmla="*/ 82550 h 52"/>
              <a:gd name="T26" fmla="*/ 86565 w 51"/>
              <a:gd name="T27" fmla="*/ 85725 h 52"/>
              <a:gd name="T28" fmla="*/ 76947 w 51"/>
              <a:gd name="T29" fmla="*/ 85725 h 52"/>
              <a:gd name="T30" fmla="*/ 44886 w 51"/>
              <a:gd name="T31" fmla="*/ 82550 h 52"/>
              <a:gd name="T32" fmla="*/ 41680 w 51"/>
              <a:gd name="T33" fmla="*/ 88900 h 52"/>
              <a:gd name="T34" fmla="*/ 38473 w 51"/>
              <a:gd name="T35" fmla="*/ 82550 h 52"/>
              <a:gd name="T36" fmla="*/ 16031 w 51"/>
              <a:gd name="T37" fmla="*/ 95250 h 52"/>
              <a:gd name="T38" fmla="*/ 0 w 51"/>
              <a:gd name="T39" fmla="*/ 79375 h 52"/>
              <a:gd name="T40" fmla="*/ 80153 w 51"/>
              <a:gd name="T41" fmla="*/ 0 h 52"/>
              <a:gd name="T42" fmla="*/ 70535 w 51"/>
              <a:gd name="T43" fmla="*/ 104775 h 52"/>
              <a:gd name="T44" fmla="*/ 32061 w 51"/>
              <a:gd name="T45" fmla="*/ 142875 h 52"/>
              <a:gd name="T46" fmla="*/ 48092 w 51"/>
              <a:gd name="T47" fmla="*/ 130175 h 52"/>
              <a:gd name="T48" fmla="*/ 67328 w 51"/>
              <a:gd name="T49" fmla="*/ 146050 h 52"/>
              <a:gd name="T50" fmla="*/ 147481 w 51"/>
              <a:gd name="T51" fmla="*/ 114300 h 52"/>
              <a:gd name="T52" fmla="*/ 60916 w 51"/>
              <a:gd name="T53" fmla="*/ 120650 h 52"/>
              <a:gd name="T54" fmla="*/ 70535 w 51"/>
              <a:gd name="T55" fmla="*/ 104775 h 52"/>
              <a:gd name="T56" fmla="*/ 131451 w 51"/>
              <a:gd name="T57" fmla="*/ 31750 h 52"/>
              <a:gd name="T58" fmla="*/ 118626 w 51"/>
              <a:gd name="T59" fmla="*/ 34925 h 52"/>
              <a:gd name="T60" fmla="*/ 150688 w 51"/>
              <a:gd name="T61" fmla="*/ 76200 h 52"/>
              <a:gd name="T62" fmla="*/ 121832 w 51"/>
              <a:gd name="T63" fmla="*/ 25400 h 52"/>
              <a:gd name="T64" fmla="*/ 109008 w 51"/>
              <a:gd name="T65" fmla="*/ 15875 h 52"/>
              <a:gd name="T66" fmla="*/ 115420 w 51"/>
              <a:gd name="T67" fmla="*/ 28575 h 52"/>
              <a:gd name="T68" fmla="*/ 92977 w 51"/>
              <a:gd name="T69" fmla="*/ 12700 h 52"/>
              <a:gd name="T70" fmla="*/ 86565 w 51"/>
              <a:gd name="T71" fmla="*/ 12700 h 52"/>
              <a:gd name="T72" fmla="*/ 105802 w 51"/>
              <a:gd name="T73" fmla="*/ 31750 h 52"/>
              <a:gd name="T74" fmla="*/ 105802 w 51"/>
              <a:gd name="T75" fmla="*/ 28575 h 52"/>
              <a:gd name="T76" fmla="*/ 76947 w 51"/>
              <a:gd name="T77" fmla="*/ 12700 h 52"/>
              <a:gd name="T78" fmla="*/ 70535 w 51"/>
              <a:gd name="T79" fmla="*/ 12700 h 52"/>
              <a:gd name="T80" fmla="*/ 54504 w 51"/>
              <a:gd name="T81" fmla="*/ 31750 h 52"/>
              <a:gd name="T82" fmla="*/ 76947 w 51"/>
              <a:gd name="T83" fmla="*/ 38100 h 52"/>
              <a:gd name="T84" fmla="*/ 54504 w 51"/>
              <a:gd name="T85" fmla="*/ 15875 h 52"/>
              <a:gd name="T86" fmla="*/ 41680 w 51"/>
              <a:gd name="T87" fmla="*/ 25400 h 52"/>
              <a:gd name="T88" fmla="*/ 48092 w 51"/>
              <a:gd name="T89" fmla="*/ 25400 h 52"/>
              <a:gd name="T90" fmla="*/ 35267 w 51"/>
              <a:gd name="T91" fmla="*/ 28575 h 52"/>
              <a:gd name="T92" fmla="*/ 32061 w 51"/>
              <a:gd name="T93" fmla="*/ 31750 h 52"/>
              <a:gd name="T94" fmla="*/ 38473 w 51"/>
              <a:gd name="T95" fmla="*/ 76200 h 52"/>
              <a:gd name="T96" fmla="*/ 35267 w 51"/>
              <a:gd name="T97" fmla="*/ 28575 h 52"/>
              <a:gd name="T98" fmla="*/ 112214 w 51"/>
              <a:gd name="T99" fmla="*/ 38100 h 52"/>
              <a:gd name="T100" fmla="*/ 86565 w 51"/>
              <a:gd name="T101" fmla="*/ 44450 h 52"/>
              <a:gd name="T102" fmla="*/ 118626 w 51"/>
              <a:gd name="T103" fmla="*/ 76200 h 52"/>
              <a:gd name="T104" fmla="*/ 76947 w 51"/>
              <a:gd name="T105" fmla="*/ 44450 h 52"/>
              <a:gd name="T106" fmla="*/ 54504 w 51"/>
              <a:gd name="T107" fmla="*/ 41275 h 52"/>
              <a:gd name="T108" fmla="*/ 44886 w 51"/>
              <a:gd name="T109" fmla="*/ 76200 h 52"/>
              <a:gd name="T110" fmla="*/ 76947 w 51"/>
              <a:gd name="T111" fmla="*/ 44450 h 5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1" h="52">
                <a:moveTo>
                  <a:pt x="25" y="0"/>
                </a:moveTo>
                <a:cubicBezTo>
                  <a:pt x="32" y="0"/>
                  <a:pt x="39" y="2"/>
                  <a:pt x="43" y="7"/>
                </a:cubicBezTo>
                <a:cubicBezTo>
                  <a:pt x="48" y="12"/>
                  <a:pt x="51" y="18"/>
                  <a:pt x="51" y="25"/>
                </a:cubicBezTo>
                <a:cubicBezTo>
                  <a:pt x="51" y="26"/>
                  <a:pt x="51" y="27"/>
                  <a:pt x="50" y="28"/>
                </a:cubicBezTo>
                <a:cubicBezTo>
                  <a:pt x="50" y="41"/>
                  <a:pt x="38" y="52"/>
                  <a:pt x="25" y="49"/>
                </a:cubicBezTo>
                <a:cubicBezTo>
                  <a:pt x="25" y="49"/>
                  <a:pt x="25" y="49"/>
                  <a:pt x="25" y="49"/>
                </a:cubicBezTo>
                <a:cubicBezTo>
                  <a:pt x="23" y="49"/>
                  <a:pt x="22" y="48"/>
                  <a:pt x="20" y="48"/>
                </a:cubicBezTo>
                <a:cubicBezTo>
                  <a:pt x="19" y="47"/>
                  <a:pt x="18" y="47"/>
                  <a:pt x="17" y="46"/>
                </a:cubicBezTo>
                <a:cubicBezTo>
                  <a:pt x="16" y="45"/>
                  <a:pt x="15" y="45"/>
                  <a:pt x="14" y="44"/>
                </a:cubicBezTo>
                <a:cubicBezTo>
                  <a:pt x="10" y="48"/>
                  <a:pt x="10" y="48"/>
                  <a:pt x="10" y="48"/>
                </a:cubicBezTo>
                <a:cubicBezTo>
                  <a:pt x="9" y="49"/>
                  <a:pt x="9" y="49"/>
                  <a:pt x="8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31"/>
                  <a:pt x="8" y="30"/>
                  <a:pt x="9" y="30"/>
                </a:cubicBezTo>
                <a:cubicBezTo>
                  <a:pt x="9" y="30"/>
                  <a:pt x="9" y="30"/>
                  <a:pt x="9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26" y="30"/>
                  <a:pt x="26" y="31"/>
                  <a:pt x="26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1" y="37"/>
                  <a:pt x="21" y="37"/>
                  <a:pt x="21" y="37"/>
                </a:cubicBezTo>
                <a:cubicBezTo>
                  <a:pt x="25" y="39"/>
                  <a:pt x="30" y="41"/>
                  <a:pt x="34" y="40"/>
                </a:cubicBezTo>
                <a:cubicBezTo>
                  <a:pt x="42" y="39"/>
                  <a:pt x="46" y="34"/>
                  <a:pt x="47" y="26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29"/>
                  <a:pt x="39" y="32"/>
                  <a:pt x="38" y="34"/>
                </a:cubicBezTo>
                <a:cubicBezTo>
                  <a:pt x="38" y="36"/>
                  <a:pt x="36" y="36"/>
                  <a:pt x="36" y="34"/>
                </a:cubicBezTo>
                <a:cubicBezTo>
                  <a:pt x="37" y="32"/>
                  <a:pt x="37" y="29"/>
                  <a:pt x="37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8"/>
                  <a:pt x="26" y="28"/>
                  <a:pt x="25" y="28"/>
                </a:cubicBezTo>
                <a:cubicBezTo>
                  <a:pt x="25" y="28"/>
                  <a:pt x="24" y="28"/>
                  <a:pt x="24" y="27"/>
                </a:cubicBezTo>
                <a:cubicBezTo>
                  <a:pt x="24" y="26"/>
                  <a:pt x="24" y="26"/>
                  <a:pt x="24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4" y="27"/>
                  <a:pt x="14" y="27"/>
                  <a:pt x="14" y="27"/>
                </a:cubicBezTo>
                <a:cubicBezTo>
                  <a:pt x="14" y="28"/>
                  <a:pt x="13" y="28"/>
                  <a:pt x="13" y="28"/>
                </a:cubicBezTo>
                <a:cubicBezTo>
                  <a:pt x="12" y="28"/>
                  <a:pt x="12" y="28"/>
                  <a:pt x="12" y="27"/>
                </a:cubicBezTo>
                <a:cubicBezTo>
                  <a:pt x="12" y="26"/>
                  <a:pt x="12" y="26"/>
                  <a:pt x="12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27"/>
                  <a:pt x="5" y="29"/>
                  <a:pt x="5" y="30"/>
                </a:cubicBezTo>
                <a:cubicBezTo>
                  <a:pt x="6" y="34"/>
                  <a:pt x="2" y="35"/>
                  <a:pt x="1" y="32"/>
                </a:cubicBezTo>
                <a:cubicBezTo>
                  <a:pt x="1" y="30"/>
                  <a:pt x="0" y="27"/>
                  <a:pt x="0" y="25"/>
                </a:cubicBezTo>
                <a:cubicBezTo>
                  <a:pt x="0" y="18"/>
                  <a:pt x="3" y="12"/>
                  <a:pt x="8" y="7"/>
                </a:cubicBezTo>
                <a:cubicBezTo>
                  <a:pt x="12" y="2"/>
                  <a:pt x="19" y="0"/>
                  <a:pt x="25" y="0"/>
                </a:cubicBezTo>
                <a:close/>
                <a:moveTo>
                  <a:pt x="22" y="33"/>
                </a:moveTo>
                <a:cubicBezTo>
                  <a:pt x="22" y="33"/>
                  <a:pt x="22" y="33"/>
                  <a:pt x="22" y="33"/>
                </a:cubicBezTo>
                <a:cubicBezTo>
                  <a:pt x="10" y="33"/>
                  <a:pt x="10" y="33"/>
                  <a:pt x="10" y="33"/>
                </a:cubicBezTo>
                <a:cubicBezTo>
                  <a:pt x="10" y="45"/>
                  <a:pt x="10" y="45"/>
                  <a:pt x="10" y="45"/>
                </a:cubicBezTo>
                <a:cubicBezTo>
                  <a:pt x="13" y="41"/>
                  <a:pt x="13" y="41"/>
                  <a:pt x="13" y="41"/>
                </a:cubicBezTo>
                <a:cubicBezTo>
                  <a:pt x="14" y="41"/>
                  <a:pt x="15" y="41"/>
                  <a:pt x="15" y="41"/>
                </a:cubicBezTo>
                <a:cubicBezTo>
                  <a:pt x="16" y="42"/>
                  <a:pt x="17" y="43"/>
                  <a:pt x="18" y="44"/>
                </a:cubicBezTo>
                <a:cubicBezTo>
                  <a:pt x="19" y="45"/>
                  <a:pt x="20" y="45"/>
                  <a:pt x="21" y="46"/>
                </a:cubicBezTo>
                <a:cubicBezTo>
                  <a:pt x="22" y="46"/>
                  <a:pt x="24" y="47"/>
                  <a:pt x="25" y="47"/>
                </a:cubicBezTo>
                <a:cubicBezTo>
                  <a:pt x="34" y="48"/>
                  <a:pt x="42" y="44"/>
                  <a:pt x="46" y="36"/>
                </a:cubicBezTo>
                <a:cubicBezTo>
                  <a:pt x="43" y="39"/>
                  <a:pt x="39" y="42"/>
                  <a:pt x="35" y="42"/>
                </a:cubicBezTo>
                <a:cubicBezTo>
                  <a:pt x="29" y="43"/>
                  <a:pt x="23" y="41"/>
                  <a:pt x="19" y="38"/>
                </a:cubicBezTo>
                <a:cubicBezTo>
                  <a:pt x="18" y="37"/>
                  <a:pt x="18" y="36"/>
                  <a:pt x="19" y="36"/>
                </a:cubicBezTo>
                <a:cubicBezTo>
                  <a:pt x="22" y="33"/>
                  <a:pt x="22" y="33"/>
                  <a:pt x="22" y="33"/>
                </a:cubicBezTo>
                <a:close/>
                <a:moveTo>
                  <a:pt x="41" y="10"/>
                </a:moveTo>
                <a:cubicBezTo>
                  <a:pt x="41" y="10"/>
                  <a:pt x="41" y="10"/>
                  <a:pt x="41" y="10"/>
                </a:cubicBezTo>
                <a:cubicBezTo>
                  <a:pt x="40" y="10"/>
                  <a:pt x="40" y="9"/>
                  <a:pt x="40" y="9"/>
                </a:cubicBezTo>
                <a:cubicBezTo>
                  <a:pt x="39" y="10"/>
                  <a:pt x="38" y="11"/>
                  <a:pt x="37" y="11"/>
                </a:cubicBezTo>
                <a:cubicBezTo>
                  <a:pt x="38" y="15"/>
                  <a:pt x="39" y="19"/>
                  <a:pt x="39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6" y="18"/>
                  <a:pt x="44" y="13"/>
                  <a:pt x="41" y="10"/>
                </a:cubicBezTo>
                <a:close/>
                <a:moveTo>
                  <a:pt x="38" y="8"/>
                </a:moveTo>
                <a:cubicBezTo>
                  <a:pt x="38" y="8"/>
                  <a:pt x="38" y="8"/>
                  <a:pt x="38" y="8"/>
                </a:cubicBezTo>
                <a:cubicBezTo>
                  <a:pt x="37" y="7"/>
                  <a:pt x="35" y="6"/>
                  <a:pt x="34" y="5"/>
                </a:cubicBezTo>
                <a:cubicBezTo>
                  <a:pt x="34" y="6"/>
                  <a:pt x="35" y="7"/>
                  <a:pt x="36" y="8"/>
                </a:cubicBezTo>
                <a:cubicBezTo>
                  <a:pt x="36" y="8"/>
                  <a:pt x="36" y="9"/>
                  <a:pt x="36" y="9"/>
                </a:cubicBezTo>
                <a:cubicBezTo>
                  <a:pt x="37" y="9"/>
                  <a:pt x="37" y="8"/>
                  <a:pt x="38" y="8"/>
                </a:cubicBezTo>
                <a:close/>
                <a:moveTo>
                  <a:pt x="29" y="4"/>
                </a:moveTo>
                <a:cubicBezTo>
                  <a:pt x="29" y="4"/>
                  <a:pt x="29" y="4"/>
                  <a:pt x="29" y="4"/>
                </a:cubicBezTo>
                <a:cubicBezTo>
                  <a:pt x="28" y="4"/>
                  <a:pt x="27" y="4"/>
                  <a:pt x="27" y="4"/>
                </a:cubicBezTo>
                <a:cubicBezTo>
                  <a:pt x="27" y="12"/>
                  <a:pt x="27" y="12"/>
                  <a:pt x="27" y="12"/>
                </a:cubicBezTo>
                <a:cubicBezTo>
                  <a:pt x="29" y="12"/>
                  <a:pt x="31" y="11"/>
                  <a:pt x="33" y="10"/>
                </a:cubicBezTo>
                <a:cubicBezTo>
                  <a:pt x="33" y="10"/>
                  <a:pt x="34" y="10"/>
                  <a:pt x="34" y="10"/>
                </a:cubicBezTo>
                <a:cubicBezTo>
                  <a:pt x="34" y="10"/>
                  <a:pt x="34" y="9"/>
                  <a:pt x="33" y="9"/>
                </a:cubicBezTo>
                <a:cubicBezTo>
                  <a:pt x="32" y="7"/>
                  <a:pt x="31" y="5"/>
                  <a:pt x="29" y="4"/>
                </a:cubicBezTo>
                <a:close/>
                <a:moveTo>
                  <a:pt x="24" y="4"/>
                </a:move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3" y="4"/>
                  <a:pt x="22" y="4"/>
                </a:cubicBezTo>
                <a:cubicBezTo>
                  <a:pt x="20" y="5"/>
                  <a:pt x="19" y="7"/>
                  <a:pt x="18" y="9"/>
                </a:cubicBezTo>
                <a:cubicBezTo>
                  <a:pt x="17" y="9"/>
                  <a:pt x="17" y="10"/>
                  <a:pt x="17" y="10"/>
                </a:cubicBezTo>
                <a:cubicBezTo>
                  <a:pt x="17" y="10"/>
                  <a:pt x="18" y="10"/>
                  <a:pt x="18" y="10"/>
                </a:cubicBezTo>
                <a:cubicBezTo>
                  <a:pt x="20" y="11"/>
                  <a:pt x="22" y="12"/>
                  <a:pt x="24" y="12"/>
                </a:cubicBezTo>
                <a:cubicBezTo>
                  <a:pt x="24" y="4"/>
                  <a:pt x="24" y="4"/>
                  <a:pt x="24" y="4"/>
                </a:cubicBezTo>
                <a:close/>
                <a:moveTo>
                  <a:pt x="17" y="5"/>
                </a:moveTo>
                <a:cubicBezTo>
                  <a:pt x="17" y="5"/>
                  <a:pt x="17" y="5"/>
                  <a:pt x="17" y="5"/>
                </a:cubicBezTo>
                <a:cubicBezTo>
                  <a:pt x="16" y="6"/>
                  <a:pt x="14" y="7"/>
                  <a:pt x="13" y="8"/>
                </a:cubicBezTo>
                <a:cubicBezTo>
                  <a:pt x="13" y="8"/>
                  <a:pt x="14" y="9"/>
                  <a:pt x="15" y="9"/>
                </a:cubicBezTo>
                <a:cubicBezTo>
                  <a:pt x="15" y="9"/>
                  <a:pt x="15" y="8"/>
                  <a:pt x="15" y="8"/>
                </a:cubicBezTo>
                <a:cubicBezTo>
                  <a:pt x="16" y="7"/>
                  <a:pt x="17" y="6"/>
                  <a:pt x="17" y="5"/>
                </a:cubicBezTo>
                <a:close/>
                <a:moveTo>
                  <a:pt x="11" y="9"/>
                </a:move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10"/>
                  <a:pt x="10" y="10"/>
                </a:cubicBezTo>
                <a:cubicBezTo>
                  <a:pt x="7" y="13"/>
                  <a:pt x="5" y="18"/>
                  <a:pt x="4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19"/>
                  <a:pt x="13" y="15"/>
                  <a:pt x="14" y="11"/>
                </a:cubicBezTo>
                <a:cubicBezTo>
                  <a:pt x="13" y="11"/>
                  <a:pt x="12" y="10"/>
                  <a:pt x="11" y="9"/>
                </a:cubicBezTo>
                <a:close/>
                <a:moveTo>
                  <a:pt x="35" y="12"/>
                </a:moveTo>
                <a:cubicBezTo>
                  <a:pt x="35" y="12"/>
                  <a:pt x="35" y="12"/>
                  <a:pt x="35" y="12"/>
                </a:cubicBezTo>
                <a:cubicBezTo>
                  <a:pt x="35" y="12"/>
                  <a:pt x="34" y="12"/>
                  <a:pt x="34" y="13"/>
                </a:cubicBezTo>
                <a:cubicBezTo>
                  <a:pt x="32" y="13"/>
                  <a:pt x="29" y="14"/>
                  <a:pt x="27" y="14"/>
                </a:cubicBezTo>
                <a:cubicBezTo>
                  <a:pt x="27" y="24"/>
                  <a:pt x="27" y="24"/>
                  <a:pt x="27" y="24"/>
                </a:cubicBezTo>
                <a:cubicBezTo>
                  <a:pt x="37" y="24"/>
                  <a:pt x="37" y="24"/>
                  <a:pt x="37" y="24"/>
                </a:cubicBezTo>
                <a:cubicBezTo>
                  <a:pt x="37" y="19"/>
                  <a:pt x="36" y="15"/>
                  <a:pt x="35" y="12"/>
                </a:cubicBezTo>
                <a:close/>
                <a:moveTo>
                  <a:pt x="24" y="14"/>
                </a:moveTo>
                <a:cubicBezTo>
                  <a:pt x="24" y="14"/>
                  <a:pt x="24" y="14"/>
                  <a:pt x="24" y="14"/>
                </a:cubicBezTo>
                <a:cubicBezTo>
                  <a:pt x="22" y="14"/>
                  <a:pt x="19" y="13"/>
                  <a:pt x="17" y="13"/>
                </a:cubicBezTo>
                <a:cubicBezTo>
                  <a:pt x="17" y="12"/>
                  <a:pt x="16" y="12"/>
                  <a:pt x="16" y="12"/>
                </a:cubicBezTo>
                <a:cubicBezTo>
                  <a:pt x="15" y="15"/>
                  <a:pt x="14" y="19"/>
                  <a:pt x="1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4"/>
                  <a:pt x="24" y="14"/>
                  <a:pt x="24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86" name="Freeform 220">
            <a:extLst>
              <a:ext uri="{FF2B5EF4-FFF2-40B4-BE49-F238E27FC236}">
                <a16:creationId xmlns:a16="http://schemas.microsoft.com/office/drawing/2014/main" id="{4005ED93-D45D-6F77-D561-251A2453D10C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3907815"/>
            <a:ext cx="211667" cy="190500"/>
          </a:xfrm>
          <a:custGeom>
            <a:avLst/>
            <a:gdLst>
              <a:gd name="T0" fmla="*/ 9525 w 50"/>
              <a:gd name="T1" fmla="*/ 53975 h 45"/>
              <a:gd name="T2" fmla="*/ 3175 w 50"/>
              <a:gd name="T3" fmla="*/ 53975 h 45"/>
              <a:gd name="T4" fmla="*/ 3175 w 50"/>
              <a:gd name="T5" fmla="*/ 47625 h 45"/>
              <a:gd name="T6" fmla="*/ 44450 w 50"/>
              <a:gd name="T7" fmla="*/ 6350 h 45"/>
              <a:gd name="T8" fmla="*/ 22225 w 50"/>
              <a:gd name="T9" fmla="*/ 6350 h 45"/>
              <a:gd name="T10" fmla="*/ 19050 w 50"/>
              <a:gd name="T11" fmla="*/ 3175 h 45"/>
              <a:gd name="T12" fmla="*/ 22225 w 50"/>
              <a:gd name="T13" fmla="*/ 0 h 45"/>
              <a:gd name="T14" fmla="*/ 53975 w 50"/>
              <a:gd name="T15" fmla="*/ 0 h 45"/>
              <a:gd name="T16" fmla="*/ 53975 w 50"/>
              <a:gd name="T17" fmla="*/ 0 h 45"/>
              <a:gd name="T18" fmla="*/ 53975 w 50"/>
              <a:gd name="T19" fmla="*/ 0 h 45"/>
              <a:gd name="T20" fmla="*/ 57150 w 50"/>
              <a:gd name="T21" fmla="*/ 0 h 45"/>
              <a:gd name="T22" fmla="*/ 57150 w 50"/>
              <a:gd name="T23" fmla="*/ 0 h 45"/>
              <a:gd name="T24" fmla="*/ 57150 w 50"/>
              <a:gd name="T25" fmla="*/ 0 h 45"/>
              <a:gd name="T26" fmla="*/ 57150 w 50"/>
              <a:gd name="T27" fmla="*/ 0 h 45"/>
              <a:gd name="T28" fmla="*/ 57150 w 50"/>
              <a:gd name="T29" fmla="*/ 0 h 45"/>
              <a:gd name="T30" fmla="*/ 57150 w 50"/>
              <a:gd name="T31" fmla="*/ 0 h 45"/>
              <a:gd name="T32" fmla="*/ 57150 w 50"/>
              <a:gd name="T33" fmla="*/ 0 h 45"/>
              <a:gd name="T34" fmla="*/ 57150 w 50"/>
              <a:gd name="T35" fmla="*/ 3175 h 45"/>
              <a:gd name="T36" fmla="*/ 57150 w 50"/>
              <a:gd name="T37" fmla="*/ 3175 h 45"/>
              <a:gd name="T38" fmla="*/ 57150 w 50"/>
              <a:gd name="T39" fmla="*/ 3175 h 45"/>
              <a:gd name="T40" fmla="*/ 57150 w 50"/>
              <a:gd name="T41" fmla="*/ 3175 h 45"/>
              <a:gd name="T42" fmla="*/ 57150 w 50"/>
              <a:gd name="T43" fmla="*/ 34925 h 45"/>
              <a:gd name="T44" fmla="*/ 53975 w 50"/>
              <a:gd name="T45" fmla="*/ 38100 h 45"/>
              <a:gd name="T46" fmla="*/ 50800 w 50"/>
              <a:gd name="T47" fmla="*/ 34925 h 45"/>
              <a:gd name="T48" fmla="*/ 50800 w 50"/>
              <a:gd name="T49" fmla="*/ 12700 h 45"/>
              <a:gd name="T50" fmla="*/ 9525 w 50"/>
              <a:gd name="T51" fmla="*/ 53975 h 45"/>
              <a:gd name="T52" fmla="*/ 6350 w 50"/>
              <a:gd name="T53" fmla="*/ 142875 h 45"/>
              <a:gd name="T54" fmla="*/ 6350 w 50"/>
              <a:gd name="T55" fmla="*/ 142875 h 45"/>
              <a:gd name="T56" fmla="*/ 0 w 50"/>
              <a:gd name="T57" fmla="*/ 136525 h 45"/>
              <a:gd name="T58" fmla="*/ 6350 w 50"/>
              <a:gd name="T59" fmla="*/ 130175 h 45"/>
              <a:gd name="T60" fmla="*/ 34925 w 50"/>
              <a:gd name="T61" fmla="*/ 130175 h 45"/>
              <a:gd name="T62" fmla="*/ 34925 w 50"/>
              <a:gd name="T63" fmla="*/ 101600 h 45"/>
              <a:gd name="T64" fmla="*/ 41275 w 50"/>
              <a:gd name="T65" fmla="*/ 95250 h 45"/>
              <a:gd name="T66" fmla="*/ 41275 w 50"/>
              <a:gd name="T67" fmla="*/ 95250 h 45"/>
              <a:gd name="T68" fmla="*/ 73025 w 50"/>
              <a:gd name="T69" fmla="*/ 95250 h 45"/>
              <a:gd name="T70" fmla="*/ 73025 w 50"/>
              <a:gd name="T71" fmla="*/ 66675 h 45"/>
              <a:gd name="T72" fmla="*/ 79375 w 50"/>
              <a:gd name="T73" fmla="*/ 60325 h 45"/>
              <a:gd name="T74" fmla="*/ 79375 w 50"/>
              <a:gd name="T75" fmla="*/ 60325 h 45"/>
              <a:gd name="T76" fmla="*/ 107950 w 50"/>
              <a:gd name="T77" fmla="*/ 60325 h 45"/>
              <a:gd name="T78" fmla="*/ 107950 w 50"/>
              <a:gd name="T79" fmla="*/ 28575 h 45"/>
              <a:gd name="T80" fmla="*/ 114300 w 50"/>
              <a:gd name="T81" fmla="*/ 25400 h 45"/>
              <a:gd name="T82" fmla="*/ 114300 w 50"/>
              <a:gd name="T83" fmla="*/ 25400 h 45"/>
              <a:gd name="T84" fmla="*/ 152400 w 50"/>
              <a:gd name="T85" fmla="*/ 25400 h 45"/>
              <a:gd name="T86" fmla="*/ 158750 w 50"/>
              <a:gd name="T87" fmla="*/ 28575 h 45"/>
              <a:gd name="T88" fmla="*/ 152400 w 50"/>
              <a:gd name="T89" fmla="*/ 34925 h 45"/>
              <a:gd name="T90" fmla="*/ 120650 w 50"/>
              <a:gd name="T91" fmla="*/ 34925 h 45"/>
              <a:gd name="T92" fmla="*/ 120650 w 50"/>
              <a:gd name="T93" fmla="*/ 66675 h 45"/>
              <a:gd name="T94" fmla="*/ 120650 w 50"/>
              <a:gd name="T95" fmla="*/ 66675 h 45"/>
              <a:gd name="T96" fmla="*/ 114300 w 50"/>
              <a:gd name="T97" fmla="*/ 73025 h 45"/>
              <a:gd name="T98" fmla="*/ 85725 w 50"/>
              <a:gd name="T99" fmla="*/ 73025 h 45"/>
              <a:gd name="T100" fmla="*/ 85725 w 50"/>
              <a:gd name="T101" fmla="*/ 101600 h 45"/>
              <a:gd name="T102" fmla="*/ 85725 w 50"/>
              <a:gd name="T103" fmla="*/ 101600 h 45"/>
              <a:gd name="T104" fmla="*/ 79375 w 50"/>
              <a:gd name="T105" fmla="*/ 107950 h 45"/>
              <a:gd name="T106" fmla="*/ 47625 w 50"/>
              <a:gd name="T107" fmla="*/ 107950 h 45"/>
              <a:gd name="T108" fmla="*/ 47625 w 50"/>
              <a:gd name="T109" fmla="*/ 136525 h 45"/>
              <a:gd name="T110" fmla="*/ 47625 w 50"/>
              <a:gd name="T111" fmla="*/ 136525 h 45"/>
              <a:gd name="T112" fmla="*/ 41275 w 50"/>
              <a:gd name="T113" fmla="*/ 142875 h 45"/>
              <a:gd name="T114" fmla="*/ 6350 w 50"/>
              <a:gd name="T115" fmla="*/ 142875 h 45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0" h="45">
                <a:moveTo>
                  <a:pt x="3" y="17"/>
                </a:moveTo>
                <a:cubicBezTo>
                  <a:pt x="2" y="17"/>
                  <a:pt x="2" y="17"/>
                  <a:pt x="1" y="17"/>
                </a:cubicBezTo>
                <a:cubicBezTo>
                  <a:pt x="1" y="16"/>
                  <a:pt x="1" y="16"/>
                  <a:pt x="1" y="15"/>
                </a:cubicBezTo>
                <a:cubicBezTo>
                  <a:pt x="14" y="2"/>
                  <a:pt x="14" y="2"/>
                  <a:pt x="14" y="2"/>
                </a:cubicBezTo>
                <a:cubicBezTo>
                  <a:pt x="7" y="2"/>
                  <a:pt x="7" y="2"/>
                  <a:pt x="7" y="2"/>
                </a:cubicBezTo>
                <a:cubicBezTo>
                  <a:pt x="6" y="2"/>
                  <a:pt x="6" y="2"/>
                  <a:pt x="6" y="1"/>
                </a:cubicBezTo>
                <a:cubicBezTo>
                  <a:pt x="6" y="0"/>
                  <a:pt x="6" y="0"/>
                  <a:pt x="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1"/>
                  <a:pt x="18" y="1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2"/>
                  <a:pt x="18" y="12"/>
                  <a:pt x="17" y="12"/>
                </a:cubicBezTo>
                <a:cubicBezTo>
                  <a:pt x="16" y="12"/>
                  <a:pt x="16" y="12"/>
                  <a:pt x="16" y="11"/>
                </a:cubicBezTo>
                <a:cubicBezTo>
                  <a:pt x="16" y="4"/>
                  <a:pt x="16" y="4"/>
                  <a:pt x="16" y="4"/>
                </a:cubicBezTo>
                <a:cubicBezTo>
                  <a:pt x="3" y="17"/>
                  <a:pt x="3" y="17"/>
                  <a:pt x="3" y="17"/>
                </a:cubicBezTo>
                <a:close/>
                <a:moveTo>
                  <a:pt x="2" y="45"/>
                </a:move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1"/>
                  <a:pt x="12" y="30"/>
                  <a:pt x="13" y="30"/>
                </a:cubicBezTo>
                <a:cubicBezTo>
                  <a:pt x="13" y="30"/>
                  <a:pt x="13" y="30"/>
                  <a:pt x="1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1"/>
                  <a:pt x="23" y="21"/>
                  <a:pt x="23" y="21"/>
                </a:cubicBezTo>
                <a:cubicBezTo>
                  <a:pt x="23" y="20"/>
                  <a:pt x="24" y="19"/>
                  <a:pt x="25" y="19"/>
                </a:cubicBezTo>
                <a:cubicBezTo>
                  <a:pt x="25" y="19"/>
                  <a:pt x="25" y="19"/>
                  <a:pt x="25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8"/>
                  <a:pt x="35" y="8"/>
                  <a:pt x="36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48" y="8"/>
                  <a:pt x="48" y="8"/>
                  <a:pt x="48" y="8"/>
                </a:cubicBezTo>
                <a:cubicBezTo>
                  <a:pt x="49" y="8"/>
                  <a:pt x="50" y="8"/>
                  <a:pt x="50" y="9"/>
                </a:cubicBezTo>
                <a:cubicBezTo>
                  <a:pt x="50" y="11"/>
                  <a:pt x="49" y="11"/>
                  <a:pt x="48" y="11"/>
                </a:cubicBezTo>
                <a:cubicBezTo>
                  <a:pt x="38" y="11"/>
                  <a:pt x="38" y="11"/>
                  <a:pt x="38" y="11"/>
                </a:cubicBezTo>
                <a:cubicBezTo>
                  <a:pt x="38" y="21"/>
                  <a:pt x="38" y="21"/>
                  <a:pt x="38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8" y="22"/>
                  <a:pt x="37" y="23"/>
                  <a:pt x="36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3"/>
                  <a:pt x="26" y="34"/>
                  <a:pt x="25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15" y="43"/>
                  <a:pt x="15" y="43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5" y="44"/>
                  <a:pt x="14" y="45"/>
                  <a:pt x="13" y="45"/>
                </a:cubicBezTo>
                <a:cubicBezTo>
                  <a:pt x="2" y="45"/>
                  <a:pt x="2" y="45"/>
                  <a:pt x="2" y="4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87" name="Freeform 221">
            <a:extLst>
              <a:ext uri="{FF2B5EF4-FFF2-40B4-BE49-F238E27FC236}">
                <a16:creationId xmlns:a16="http://schemas.microsoft.com/office/drawing/2014/main" id="{FDB6C837-7941-9711-C197-6034072794E3}"/>
              </a:ext>
            </a:extLst>
          </p:cNvPr>
          <p:cNvSpPr>
            <a:spLocks noEditPoints="1"/>
          </p:cNvSpPr>
          <p:nvPr/>
        </p:nvSpPr>
        <p:spPr bwMode="auto">
          <a:xfrm>
            <a:off x="7661735" y="3433681"/>
            <a:ext cx="241300" cy="215900"/>
          </a:xfrm>
          <a:custGeom>
            <a:avLst/>
            <a:gdLst>
              <a:gd name="T0" fmla="*/ 158750 w 57"/>
              <a:gd name="T1" fmla="*/ 34925 h 51"/>
              <a:gd name="T2" fmla="*/ 180975 w 57"/>
              <a:gd name="T3" fmla="*/ 69850 h 51"/>
              <a:gd name="T4" fmla="*/ 177800 w 57"/>
              <a:gd name="T5" fmla="*/ 79375 h 51"/>
              <a:gd name="T6" fmla="*/ 161925 w 57"/>
              <a:gd name="T7" fmla="*/ 123825 h 51"/>
              <a:gd name="T8" fmla="*/ 95250 w 57"/>
              <a:gd name="T9" fmla="*/ 161925 h 51"/>
              <a:gd name="T10" fmla="*/ 88900 w 57"/>
              <a:gd name="T11" fmla="*/ 161925 h 51"/>
              <a:gd name="T12" fmla="*/ 19050 w 57"/>
              <a:gd name="T13" fmla="*/ 123825 h 51"/>
              <a:gd name="T14" fmla="*/ 19050 w 57"/>
              <a:gd name="T15" fmla="*/ 85725 h 51"/>
              <a:gd name="T16" fmla="*/ 3175 w 57"/>
              <a:gd name="T17" fmla="*/ 69850 h 51"/>
              <a:gd name="T18" fmla="*/ 3175 w 57"/>
              <a:gd name="T19" fmla="*/ 69850 h 51"/>
              <a:gd name="T20" fmla="*/ 25400 w 57"/>
              <a:gd name="T21" fmla="*/ 34925 h 51"/>
              <a:gd name="T22" fmla="*/ 95250 w 57"/>
              <a:gd name="T23" fmla="*/ 3175 h 51"/>
              <a:gd name="T24" fmla="*/ 88900 w 57"/>
              <a:gd name="T25" fmla="*/ 146050 h 51"/>
              <a:gd name="T26" fmla="*/ 76200 w 57"/>
              <a:gd name="T27" fmla="*/ 104775 h 51"/>
              <a:gd name="T28" fmla="*/ 73025 w 57"/>
              <a:gd name="T29" fmla="*/ 107950 h 51"/>
              <a:gd name="T30" fmla="*/ 31750 w 57"/>
              <a:gd name="T31" fmla="*/ 117475 h 51"/>
              <a:gd name="T32" fmla="*/ 88900 w 57"/>
              <a:gd name="T33" fmla="*/ 66675 h 51"/>
              <a:gd name="T34" fmla="*/ 88900 w 57"/>
              <a:gd name="T35" fmla="*/ 15875 h 51"/>
              <a:gd name="T36" fmla="*/ 88900 w 57"/>
              <a:gd name="T37" fmla="*/ 66675 h 51"/>
              <a:gd name="T38" fmla="*/ 95250 w 57"/>
              <a:gd name="T39" fmla="*/ 15875 h 51"/>
              <a:gd name="T40" fmla="*/ 146050 w 57"/>
              <a:gd name="T41" fmla="*/ 41275 h 51"/>
              <a:gd name="T42" fmla="*/ 95250 w 57"/>
              <a:gd name="T43" fmla="*/ 88900 h 51"/>
              <a:gd name="T44" fmla="*/ 95250 w 57"/>
              <a:gd name="T45" fmla="*/ 146050 h 51"/>
              <a:gd name="T46" fmla="*/ 149225 w 57"/>
              <a:gd name="T47" fmla="*/ 85725 h 51"/>
              <a:gd name="T48" fmla="*/ 111125 w 57"/>
              <a:gd name="T49" fmla="*/ 107950 h 51"/>
              <a:gd name="T50" fmla="*/ 95250 w 57"/>
              <a:gd name="T51" fmla="*/ 88900 h 51"/>
              <a:gd name="T52" fmla="*/ 152400 w 57"/>
              <a:gd name="T53" fmla="*/ 47625 h 51"/>
              <a:gd name="T54" fmla="*/ 111125 w 57"/>
              <a:gd name="T55" fmla="*/ 98425 h 51"/>
              <a:gd name="T56" fmla="*/ 152400 w 57"/>
              <a:gd name="T57" fmla="*/ 47625 h 51"/>
              <a:gd name="T58" fmla="*/ 28575 w 57"/>
              <a:gd name="T59" fmla="*/ 76200 h 51"/>
              <a:gd name="T60" fmla="*/ 85725 w 57"/>
              <a:gd name="T61" fmla="*/ 76200 h 51"/>
              <a:gd name="T62" fmla="*/ 15875 w 57"/>
              <a:gd name="T63" fmla="*/ 69850 h 51"/>
              <a:gd name="T64" fmla="*/ 28575 w 57"/>
              <a:gd name="T65" fmla="*/ 76200 h 5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7" h="51">
                <a:moveTo>
                  <a:pt x="30" y="1"/>
                </a:moveTo>
                <a:cubicBezTo>
                  <a:pt x="50" y="11"/>
                  <a:pt x="50" y="11"/>
                  <a:pt x="50" y="11"/>
                </a:cubicBezTo>
                <a:cubicBezTo>
                  <a:pt x="51" y="11"/>
                  <a:pt x="51" y="11"/>
                  <a:pt x="51" y="12"/>
                </a:cubicBezTo>
                <a:cubicBezTo>
                  <a:pt x="57" y="22"/>
                  <a:pt x="57" y="22"/>
                  <a:pt x="57" y="22"/>
                </a:cubicBezTo>
                <a:cubicBezTo>
                  <a:pt x="57" y="23"/>
                  <a:pt x="57" y="24"/>
                  <a:pt x="56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51" y="27"/>
                  <a:pt x="51" y="27"/>
                  <a:pt x="51" y="27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39"/>
                  <a:pt x="51" y="40"/>
                  <a:pt x="50" y="40"/>
                </a:cubicBezTo>
                <a:cubicBezTo>
                  <a:pt x="30" y="51"/>
                  <a:pt x="30" y="51"/>
                  <a:pt x="30" y="51"/>
                </a:cubicBezTo>
                <a:cubicBezTo>
                  <a:pt x="29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7" y="40"/>
                  <a:pt x="7" y="40"/>
                  <a:pt x="7" y="40"/>
                </a:cubicBezTo>
                <a:cubicBezTo>
                  <a:pt x="7" y="40"/>
                  <a:pt x="6" y="39"/>
                  <a:pt x="6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27"/>
                  <a:pt x="6" y="27"/>
                  <a:pt x="6" y="27"/>
                </a:cubicBezTo>
                <a:cubicBezTo>
                  <a:pt x="2" y="25"/>
                  <a:pt x="2" y="25"/>
                  <a:pt x="2" y="25"/>
                </a:cubicBezTo>
                <a:cubicBezTo>
                  <a:pt x="1" y="24"/>
                  <a:pt x="0" y="23"/>
                  <a:pt x="1" y="22"/>
                </a:cubicBezTo>
                <a:cubicBezTo>
                  <a:pt x="1" y="22"/>
                  <a:pt x="1" y="22"/>
                  <a:pt x="1" y="22"/>
                </a:cubicBezTo>
                <a:cubicBezTo>
                  <a:pt x="1" y="22"/>
                  <a:pt x="1" y="22"/>
                  <a:pt x="1" y="2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1"/>
                  <a:pt x="7" y="11"/>
                  <a:pt x="8" y="11"/>
                </a:cubicBezTo>
                <a:cubicBezTo>
                  <a:pt x="28" y="1"/>
                  <a:pt x="28" y="1"/>
                  <a:pt x="28" y="1"/>
                </a:cubicBezTo>
                <a:cubicBezTo>
                  <a:pt x="29" y="0"/>
                  <a:pt x="29" y="0"/>
                  <a:pt x="30" y="1"/>
                </a:cubicBezTo>
                <a:close/>
                <a:moveTo>
                  <a:pt x="28" y="46"/>
                </a:moveTo>
                <a:cubicBezTo>
                  <a:pt x="28" y="46"/>
                  <a:pt x="28" y="46"/>
                  <a:pt x="28" y="46"/>
                </a:cubicBezTo>
                <a:cubicBezTo>
                  <a:pt x="28" y="27"/>
                  <a:pt x="28" y="27"/>
                  <a:pt x="28" y="27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4"/>
                  <a:pt x="23" y="34"/>
                  <a:pt x="23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37"/>
                  <a:pt x="10" y="37"/>
                  <a:pt x="10" y="37"/>
                </a:cubicBezTo>
                <a:cubicBezTo>
                  <a:pt x="28" y="46"/>
                  <a:pt x="28" y="46"/>
                  <a:pt x="28" y="46"/>
                </a:cubicBezTo>
                <a:close/>
                <a:moveTo>
                  <a:pt x="28" y="21"/>
                </a:moveTo>
                <a:cubicBezTo>
                  <a:pt x="28" y="21"/>
                  <a:pt x="28" y="21"/>
                  <a:pt x="28" y="21"/>
                </a:cubicBezTo>
                <a:cubicBezTo>
                  <a:pt x="28" y="5"/>
                  <a:pt x="28" y="5"/>
                  <a:pt x="28" y="5"/>
                </a:cubicBezTo>
                <a:cubicBezTo>
                  <a:pt x="12" y="13"/>
                  <a:pt x="12" y="13"/>
                  <a:pt x="12" y="13"/>
                </a:cubicBezTo>
                <a:cubicBezTo>
                  <a:pt x="28" y="21"/>
                  <a:pt x="28" y="21"/>
                  <a:pt x="28" y="21"/>
                </a:cubicBezTo>
                <a:close/>
                <a:moveTo>
                  <a:pt x="30" y="5"/>
                </a:moveTo>
                <a:cubicBezTo>
                  <a:pt x="30" y="5"/>
                  <a:pt x="30" y="5"/>
                  <a:pt x="30" y="5"/>
                </a:cubicBezTo>
                <a:cubicBezTo>
                  <a:pt x="30" y="21"/>
                  <a:pt x="30" y="21"/>
                  <a:pt x="30" y="21"/>
                </a:cubicBezTo>
                <a:cubicBezTo>
                  <a:pt x="46" y="13"/>
                  <a:pt x="46" y="13"/>
                  <a:pt x="46" y="13"/>
                </a:cubicBezTo>
                <a:cubicBezTo>
                  <a:pt x="30" y="5"/>
                  <a:pt x="30" y="5"/>
                  <a:pt x="30" y="5"/>
                </a:cubicBezTo>
                <a:close/>
                <a:moveTo>
                  <a:pt x="30" y="28"/>
                </a:moveTo>
                <a:cubicBezTo>
                  <a:pt x="30" y="28"/>
                  <a:pt x="30" y="28"/>
                  <a:pt x="30" y="28"/>
                </a:cubicBezTo>
                <a:cubicBezTo>
                  <a:pt x="30" y="46"/>
                  <a:pt x="30" y="46"/>
                  <a:pt x="30" y="46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27"/>
                  <a:pt x="47" y="27"/>
                  <a:pt x="47" y="27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4" y="34"/>
                  <a:pt x="33" y="34"/>
                  <a:pt x="33" y="33"/>
                </a:cubicBezTo>
                <a:cubicBezTo>
                  <a:pt x="30" y="28"/>
                  <a:pt x="30" y="28"/>
                  <a:pt x="30" y="28"/>
                </a:cubicBezTo>
                <a:close/>
                <a:moveTo>
                  <a:pt x="48" y="15"/>
                </a:moveTo>
                <a:cubicBezTo>
                  <a:pt x="48" y="15"/>
                  <a:pt x="48" y="15"/>
                  <a:pt x="48" y="15"/>
                </a:cubicBezTo>
                <a:cubicBezTo>
                  <a:pt x="30" y="24"/>
                  <a:pt x="30" y="24"/>
                  <a:pt x="30" y="24"/>
                </a:cubicBezTo>
                <a:cubicBezTo>
                  <a:pt x="35" y="31"/>
                  <a:pt x="35" y="31"/>
                  <a:pt x="35" y="31"/>
                </a:cubicBezTo>
                <a:cubicBezTo>
                  <a:pt x="52" y="22"/>
                  <a:pt x="52" y="22"/>
                  <a:pt x="52" y="22"/>
                </a:cubicBezTo>
                <a:cubicBezTo>
                  <a:pt x="48" y="15"/>
                  <a:pt x="48" y="15"/>
                  <a:pt x="48" y="15"/>
                </a:cubicBezTo>
                <a:close/>
                <a:moveTo>
                  <a:pt x="9" y="24"/>
                </a:moveTo>
                <a:cubicBezTo>
                  <a:pt x="9" y="24"/>
                  <a:pt x="9" y="24"/>
                  <a:pt x="9" y="24"/>
                </a:cubicBezTo>
                <a:cubicBezTo>
                  <a:pt x="23" y="31"/>
                  <a:pt x="23" y="31"/>
                  <a:pt x="23" y="31"/>
                </a:cubicBezTo>
                <a:cubicBezTo>
                  <a:pt x="27" y="24"/>
                  <a:pt x="27" y="24"/>
                  <a:pt x="27" y="24"/>
                </a:cubicBezTo>
                <a:cubicBezTo>
                  <a:pt x="9" y="15"/>
                  <a:pt x="9" y="15"/>
                  <a:pt x="9" y="15"/>
                </a:cubicBezTo>
                <a:cubicBezTo>
                  <a:pt x="5" y="22"/>
                  <a:pt x="5" y="22"/>
                  <a:pt x="5" y="22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4"/>
                  <a:pt x="9" y="24"/>
                  <a:pt x="9" y="2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88" name="Freeform 222">
            <a:extLst>
              <a:ext uri="{FF2B5EF4-FFF2-40B4-BE49-F238E27FC236}">
                <a16:creationId xmlns:a16="http://schemas.microsoft.com/office/drawing/2014/main" id="{CA4C3C8B-0F2F-3561-662E-7583F59D0543}"/>
              </a:ext>
            </a:extLst>
          </p:cNvPr>
          <p:cNvSpPr>
            <a:spLocks noEditPoints="1"/>
          </p:cNvSpPr>
          <p:nvPr/>
        </p:nvSpPr>
        <p:spPr bwMode="auto">
          <a:xfrm>
            <a:off x="7320951" y="3433681"/>
            <a:ext cx="192616" cy="215900"/>
          </a:xfrm>
          <a:custGeom>
            <a:avLst/>
            <a:gdLst>
              <a:gd name="T0" fmla="*/ 73836 w 45"/>
              <a:gd name="T1" fmla="*/ 3175 h 51"/>
              <a:gd name="T2" fmla="*/ 73836 w 45"/>
              <a:gd name="T3" fmla="*/ 3175 h 51"/>
              <a:gd name="T4" fmla="*/ 141252 w 45"/>
              <a:gd name="T5" fmla="*/ 34925 h 51"/>
              <a:gd name="T6" fmla="*/ 144462 w 45"/>
              <a:gd name="T7" fmla="*/ 41275 h 51"/>
              <a:gd name="T8" fmla="*/ 144462 w 45"/>
              <a:gd name="T9" fmla="*/ 41275 h 51"/>
              <a:gd name="T10" fmla="*/ 144462 w 45"/>
              <a:gd name="T11" fmla="*/ 123825 h 51"/>
              <a:gd name="T12" fmla="*/ 141252 w 45"/>
              <a:gd name="T13" fmla="*/ 127000 h 51"/>
              <a:gd name="T14" fmla="*/ 73836 w 45"/>
              <a:gd name="T15" fmla="*/ 161925 h 51"/>
              <a:gd name="T16" fmla="*/ 67416 w 45"/>
              <a:gd name="T17" fmla="*/ 161925 h 51"/>
              <a:gd name="T18" fmla="*/ 67416 w 45"/>
              <a:gd name="T19" fmla="*/ 161925 h 51"/>
              <a:gd name="T20" fmla="*/ 3210 w 45"/>
              <a:gd name="T21" fmla="*/ 127000 h 51"/>
              <a:gd name="T22" fmla="*/ 0 w 45"/>
              <a:gd name="T23" fmla="*/ 123825 h 51"/>
              <a:gd name="T24" fmla="*/ 0 w 45"/>
              <a:gd name="T25" fmla="*/ 123825 h 51"/>
              <a:gd name="T26" fmla="*/ 0 w 45"/>
              <a:gd name="T27" fmla="*/ 41275 h 51"/>
              <a:gd name="T28" fmla="*/ 3210 w 45"/>
              <a:gd name="T29" fmla="*/ 34925 h 51"/>
              <a:gd name="T30" fmla="*/ 67416 w 45"/>
              <a:gd name="T31" fmla="*/ 3175 h 51"/>
              <a:gd name="T32" fmla="*/ 73836 w 45"/>
              <a:gd name="T33" fmla="*/ 3175 h 51"/>
              <a:gd name="T34" fmla="*/ 48154 w 45"/>
              <a:gd name="T35" fmla="*/ 25400 h 51"/>
              <a:gd name="T36" fmla="*/ 48154 w 45"/>
              <a:gd name="T37" fmla="*/ 25400 h 51"/>
              <a:gd name="T38" fmla="*/ 105939 w 45"/>
              <a:gd name="T39" fmla="*/ 53975 h 51"/>
              <a:gd name="T40" fmla="*/ 125200 w 45"/>
              <a:gd name="T41" fmla="*/ 41275 h 51"/>
              <a:gd name="T42" fmla="*/ 70626 w 45"/>
              <a:gd name="T43" fmla="*/ 15875 h 51"/>
              <a:gd name="T44" fmla="*/ 48154 w 45"/>
              <a:gd name="T45" fmla="*/ 25400 h 51"/>
              <a:gd name="T46" fmla="*/ 16051 w 45"/>
              <a:gd name="T47" fmla="*/ 41275 h 51"/>
              <a:gd name="T48" fmla="*/ 16051 w 45"/>
              <a:gd name="T49" fmla="*/ 41275 h 51"/>
              <a:gd name="T50" fmla="*/ 70626 w 45"/>
              <a:gd name="T51" fmla="*/ 69850 h 51"/>
              <a:gd name="T52" fmla="*/ 96308 w 45"/>
              <a:gd name="T53" fmla="*/ 57150 h 51"/>
              <a:gd name="T54" fmla="*/ 41733 w 45"/>
              <a:gd name="T55" fmla="*/ 28575 h 51"/>
              <a:gd name="T56" fmla="*/ 16051 w 45"/>
              <a:gd name="T57" fmla="*/ 41275 h 51"/>
              <a:gd name="T58" fmla="*/ 12841 w 45"/>
              <a:gd name="T59" fmla="*/ 47625 h 51"/>
              <a:gd name="T60" fmla="*/ 12841 w 45"/>
              <a:gd name="T61" fmla="*/ 47625 h 51"/>
              <a:gd name="T62" fmla="*/ 12841 w 45"/>
              <a:gd name="T63" fmla="*/ 117475 h 51"/>
              <a:gd name="T64" fmla="*/ 67416 w 45"/>
              <a:gd name="T65" fmla="*/ 146050 h 51"/>
              <a:gd name="T66" fmla="*/ 67416 w 45"/>
              <a:gd name="T67" fmla="*/ 76200 h 51"/>
              <a:gd name="T68" fmla="*/ 12841 w 45"/>
              <a:gd name="T69" fmla="*/ 47625 h 51"/>
              <a:gd name="T70" fmla="*/ 73836 w 45"/>
              <a:gd name="T71" fmla="*/ 146050 h 51"/>
              <a:gd name="T72" fmla="*/ 73836 w 45"/>
              <a:gd name="T73" fmla="*/ 146050 h 51"/>
              <a:gd name="T74" fmla="*/ 131621 w 45"/>
              <a:gd name="T75" fmla="*/ 117475 h 51"/>
              <a:gd name="T76" fmla="*/ 131621 w 45"/>
              <a:gd name="T77" fmla="*/ 47625 h 51"/>
              <a:gd name="T78" fmla="*/ 73836 w 45"/>
              <a:gd name="T79" fmla="*/ 76200 h 51"/>
              <a:gd name="T80" fmla="*/ 73836 w 45"/>
              <a:gd name="T81" fmla="*/ 146050 h 5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5" h="51">
                <a:moveTo>
                  <a:pt x="23" y="1"/>
                </a:moveTo>
                <a:cubicBezTo>
                  <a:pt x="23" y="1"/>
                  <a:pt x="23" y="1"/>
                  <a:pt x="23" y="1"/>
                </a:cubicBezTo>
                <a:cubicBezTo>
                  <a:pt x="44" y="11"/>
                  <a:pt x="44" y="11"/>
                  <a:pt x="44" y="11"/>
                </a:cubicBezTo>
                <a:cubicBezTo>
                  <a:pt x="44" y="11"/>
                  <a:pt x="45" y="12"/>
                  <a:pt x="45" y="13"/>
                </a:cubicBezTo>
                <a:cubicBezTo>
                  <a:pt x="45" y="13"/>
                  <a:pt x="45" y="13"/>
                  <a:pt x="45" y="13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39"/>
                  <a:pt x="44" y="40"/>
                  <a:pt x="44" y="40"/>
                </a:cubicBezTo>
                <a:cubicBezTo>
                  <a:pt x="23" y="51"/>
                  <a:pt x="23" y="51"/>
                  <a:pt x="23" y="51"/>
                </a:cubicBezTo>
                <a:cubicBezTo>
                  <a:pt x="23" y="51"/>
                  <a:pt x="22" y="51"/>
                  <a:pt x="21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1" y="40"/>
                  <a:pt x="1" y="40"/>
                  <a:pt x="1" y="40"/>
                </a:cubicBezTo>
                <a:cubicBezTo>
                  <a:pt x="0" y="40"/>
                  <a:pt x="0" y="39"/>
                  <a:pt x="0" y="39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2"/>
                  <a:pt x="0" y="11"/>
                  <a:pt x="1" y="11"/>
                </a:cubicBezTo>
                <a:cubicBezTo>
                  <a:pt x="21" y="1"/>
                  <a:pt x="21" y="1"/>
                  <a:pt x="21" y="1"/>
                </a:cubicBezTo>
                <a:cubicBezTo>
                  <a:pt x="22" y="0"/>
                  <a:pt x="23" y="0"/>
                  <a:pt x="23" y="1"/>
                </a:cubicBezTo>
                <a:close/>
                <a:moveTo>
                  <a:pt x="15" y="8"/>
                </a:moveTo>
                <a:cubicBezTo>
                  <a:pt x="15" y="8"/>
                  <a:pt x="15" y="8"/>
                  <a:pt x="15" y="8"/>
                </a:cubicBezTo>
                <a:cubicBezTo>
                  <a:pt x="33" y="17"/>
                  <a:pt x="33" y="17"/>
                  <a:pt x="33" y="17"/>
                </a:cubicBezTo>
                <a:cubicBezTo>
                  <a:pt x="39" y="13"/>
                  <a:pt x="39" y="13"/>
                  <a:pt x="39" y="13"/>
                </a:cubicBezTo>
                <a:cubicBezTo>
                  <a:pt x="22" y="5"/>
                  <a:pt x="22" y="5"/>
                  <a:pt x="22" y="5"/>
                </a:cubicBezTo>
                <a:cubicBezTo>
                  <a:pt x="15" y="8"/>
                  <a:pt x="15" y="8"/>
                  <a:pt x="15" y="8"/>
                </a:cubicBezTo>
                <a:close/>
                <a:moveTo>
                  <a:pt x="5" y="13"/>
                </a:moveTo>
                <a:cubicBezTo>
                  <a:pt x="5" y="13"/>
                  <a:pt x="5" y="13"/>
                  <a:pt x="5" y="13"/>
                </a:cubicBezTo>
                <a:cubicBezTo>
                  <a:pt x="22" y="22"/>
                  <a:pt x="22" y="22"/>
                  <a:pt x="22" y="22"/>
                </a:cubicBezTo>
                <a:cubicBezTo>
                  <a:pt x="30" y="18"/>
                  <a:pt x="30" y="18"/>
                  <a:pt x="30" y="18"/>
                </a:cubicBezTo>
                <a:cubicBezTo>
                  <a:pt x="13" y="9"/>
                  <a:pt x="13" y="9"/>
                  <a:pt x="13" y="9"/>
                </a:cubicBezTo>
                <a:cubicBezTo>
                  <a:pt x="5" y="13"/>
                  <a:pt x="5" y="13"/>
                  <a:pt x="5" y="13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37"/>
                  <a:pt x="4" y="37"/>
                  <a:pt x="4" y="37"/>
                </a:cubicBezTo>
                <a:cubicBezTo>
                  <a:pt x="21" y="46"/>
                  <a:pt x="21" y="46"/>
                  <a:pt x="21" y="46"/>
                </a:cubicBezTo>
                <a:cubicBezTo>
                  <a:pt x="21" y="24"/>
                  <a:pt x="21" y="24"/>
                  <a:pt x="21" y="24"/>
                </a:cubicBezTo>
                <a:cubicBezTo>
                  <a:pt x="4" y="15"/>
                  <a:pt x="4" y="15"/>
                  <a:pt x="4" y="15"/>
                </a:cubicBezTo>
                <a:close/>
                <a:moveTo>
                  <a:pt x="23" y="46"/>
                </a:moveTo>
                <a:cubicBezTo>
                  <a:pt x="23" y="46"/>
                  <a:pt x="23" y="46"/>
                  <a:pt x="23" y="46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15"/>
                  <a:pt x="41" y="15"/>
                  <a:pt x="41" y="15"/>
                </a:cubicBezTo>
                <a:cubicBezTo>
                  <a:pt x="35" y="18"/>
                  <a:pt x="29" y="21"/>
                  <a:pt x="23" y="24"/>
                </a:cubicBezTo>
                <a:cubicBezTo>
                  <a:pt x="23" y="46"/>
                  <a:pt x="23" y="46"/>
                  <a:pt x="23" y="4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89" name="Freeform 223">
            <a:extLst>
              <a:ext uri="{FF2B5EF4-FFF2-40B4-BE49-F238E27FC236}">
                <a16:creationId xmlns:a16="http://schemas.microsoft.com/office/drawing/2014/main" id="{F9A89C1C-E9C2-7176-3100-8FB960422645}"/>
              </a:ext>
            </a:extLst>
          </p:cNvPr>
          <p:cNvSpPr>
            <a:spLocks noEditPoints="1"/>
          </p:cNvSpPr>
          <p:nvPr/>
        </p:nvSpPr>
        <p:spPr bwMode="auto">
          <a:xfrm>
            <a:off x="8819551" y="3437915"/>
            <a:ext cx="152400" cy="207433"/>
          </a:xfrm>
          <a:custGeom>
            <a:avLst/>
            <a:gdLst>
              <a:gd name="T0" fmla="*/ 34925 w 36"/>
              <a:gd name="T1" fmla="*/ 15875 h 49"/>
              <a:gd name="T2" fmla="*/ 79375 w 36"/>
              <a:gd name="T3" fmla="*/ 15875 h 49"/>
              <a:gd name="T4" fmla="*/ 114300 w 36"/>
              <a:gd name="T5" fmla="*/ 41275 h 49"/>
              <a:gd name="T6" fmla="*/ 111125 w 36"/>
              <a:gd name="T7" fmla="*/ 133350 h 49"/>
              <a:gd name="T8" fmla="*/ 101600 w 36"/>
              <a:gd name="T9" fmla="*/ 136525 h 49"/>
              <a:gd name="T10" fmla="*/ 107950 w 36"/>
              <a:gd name="T11" fmla="*/ 149225 h 49"/>
              <a:gd name="T12" fmla="*/ 101600 w 36"/>
              <a:gd name="T13" fmla="*/ 155575 h 49"/>
              <a:gd name="T14" fmla="*/ 25400 w 36"/>
              <a:gd name="T15" fmla="*/ 136525 h 49"/>
              <a:gd name="T16" fmla="*/ 6350 w 36"/>
              <a:gd name="T17" fmla="*/ 155575 h 49"/>
              <a:gd name="T18" fmla="*/ 15875 w 36"/>
              <a:gd name="T19" fmla="*/ 136525 h 49"/>
              <a:gd name="T20" fmla="*/ 3175 w 36"/>
              <a:gd name="T21" fmla="*/ 133350 h 49"/>
              <a:gd name="T22" fmla="*/ 0 w 36"/>
              <a:gd name="T23" fmla="*/ 41275 h 49"/>
              <a:gd name="T24" fmla="*/ 28575 w 36"/>
              <a:gd name="T25" fmla="*/ 41275 h 49"/>
              <a:gd name="T26" fmla="*/ 85725 w 36"/>
              <a:gd name="T27" fmla="*/ 41275 h 49"/>
              <a:gd name="T28" fmla="*/ 95250 w 36"/>
              <a:gd name="T29" fmla="*/ 50800 h 49"/>
              <a:gd name="T30" fmla="*/ 92075 w 36"/>
              <a:gd name="T31" fmla="*/ 76200 h 49"/>
              <a:gd name="T32" fmla="*/ 28575 w 36"/>
              <a:gd name="T33" fmla="*/ 79375 h 49"/>
              <a:gd name="T34" fmla="*/ 15875 w 36"/>
              <a:gd name="T35" fmla="*/ 69850 h 49"/>
              <a:gd name="T36" fmla="*/ 19050 w 36"/>
              <a:gd name="T37" fmla="*/ 44450 h 49"/>
              <a:gd name="T38" fmla="*/ 85725 w 36"/>
              <a:gd name="T39" fmla="*/ 47625 h 49"/>
              <a:gd name="T40" fmla="*/ 28575 w 36"/>
              <a:gd name="T41" fmla="*/ 47625 h 49"/>
              <a:gd name="T42" fmla="*/ 25400 w 36"/>
              <a:gd name="T43" fmla="*/ 50800 h 49"/>
              <a:gd name="T44" fmla="*/ 25400 w 36"/>
              <a:gd name="T45" fmla="*/ 73025 h 49"/>
              <a:gd name="T46" fmla="*/ 85725 w 36"/>
              <a:gd name="T47" fmla="*/ 73025 h 49"/>
              <a:gd name="T48" fmla="*/ 85725 w 36"/>
              <a:gd name="T49" fmla="*/ 69850 h 49"/>
              <a:gd name="T50" fmla="*/ 85725 w 36"/>
              <a:gd name="T51" fmla="*/ 47625 h 49"/>
              <a:gd name="T52" fmla="*/ 12700 w 36"/>
              <a:gd name="T53" fmla="*/ 123825 h 49"/>
              <a:gd name="T54" fmla="*/ 101600 w 36"/>
              <a:gd name="T55" fmla="*/ 123825 h 49"/>
              <a:gd name="T56" fmla="*/ 88900 w 36"/>
              <a:gd name="T57" fmla="*/ 28575 h 49"/>
              <a:gd name="T58" fmla="*/ 73025 w 36"/>
              <a:gd name="T59" fmla="*/ 28575 h 49"/>
              <a:gd name="T60" fmla="*/ 57150 w 36"/>
              <a:gd name="T61" fmla="*/ 12700 h 49"/>
              <a:gd name="T62" fmla="*/ 44450 w 36"/>
              <a:gd name="T63" fmla="*/ 22225 h 49"/>
              <a:gd name="T64" fmla="*/ 25400 w 36"/>
              <a:gd name="T65" fmla="*/ 28575 h 49"/>
              <a:gd name="T66" fmla="*/ 12700 w 36"/>
              <a:gd name="T67" fmla="*/ 123825 h 49"/>
              <a:gd name="T68" fmla="*/ 57150 w 36"/>
              <a:gd name="T69" fmla="*/ 15875 h 49"/>
              <a:gd name="T70" fmla="*/ 57150 w 36"/>
              <a:gd name="T71" fmla="*/ 28575 h 49"/>
              <a:gd name="T72" fmla="*/ 57150 w 36"/>
              <a:gd name="T73" fmla="*/ 15875 h 49"/>
              <a:gd name="T74" fmla="*/ 25400 w 36"/>
              <a:gd name="T75" fmla="*/ 95250 h 49"/>
              <a:gd name="T76" fmla="*/ 25400 w 36"/>
              <a:gd name="T77" fmla="*/ 117475 h 49"/>
              <a:gd name="T78" fmla="*/ 25400 w 36"/>
              <a:gd name="T79" fmla="*/ 95250 h 49"/>
              <a:gd name="T80" fmla="*/ 25400 w 36"/>
              <a:gd name="T81" fmla="*/ 101600 h 49"/>
              <a:gd name="T82" fmla="*/ 25400 w 36"/>
              <a:gd name="T83" fmla="*/ 111125 h 49"/>
              <a:gd name="T84" fmla="*/ 25400 w 36"/>
              <a:gd name="T85" fmla="*/ 101600 h 49"/>
              <a:gd name="T86" fmla="*/ 85725 w 36"/>
              <a:gd name="T87" fmla="*/ 95250 h 49"/>
              <a:gd name="T88" fmla="*/ 85725 w 36"/>
              <a:gd name="T89" fmla="*/ 117475 h 49"/>
              <a:gd name="T90" fmla="*/ 85725 w 36"/>
              <a:gd name="T91" fmla="*/ 95250 h 49"/>
              <a:gd name="T92" fmla="*/ 85725 w 36"/>
              <a:gd name="T93" fmla="*/ 101600 h 49"/>
              <a:gd name="T94" fmla="*/ 85725 w 36"/>
              <a:gd name="T95" fmla="*/ 111125 h 49"/>
              <a:gd name="T96" fmla="*/ 85725 w 36"/>
              <a:gd name="T97" fmla="*/ 101600 h 49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36" h="49">
                <a:moveTo>
                  <a:pt x="8" y="5"/>
                </a:moveTo>
                <a:cubicBezTo>
                  <a:pt x="11" y="5"/>
                  <a:pt x="11" y="5"/>
                  <a:pt x="11" y="5"/>
                </a:cubicBezTo>
                <a:cubicBezTo>
                  <a:pt x="11" y="2"/>
                  <a:pt x="14" y="0"/>
                  <a:pt x="18" y="0"/>
                </a:cubicBezTo>
                <a:cubicBezTo>
                  <a:pt x="21" y="0"/>
                  <a:pt x="24" y="2"/>
                  <a:pt x="25" y="5"/>
                </a:cubicBezTo>
                <a:cubicBezTo>
                  <a:pt x="28" y="5"/>
                  <a:pt x="28" y="5"/>
                  <a:pt x="28" y="5"/>
                </a:cubicBezTo>
                <a:cubicBezTo>
                  <a:pt x="32" y="5"/>
                  <a:pt x="36" y="9"/>
                  <a:pt x="36" y="13"/>
                </a:cubicBezTo>
                <a:cubicBezTo>
                  <a:pt x="36" y="40"/>
                  <a:pt x="36" y="40"/>
                  <a:pt x="36" y="40"/>
                </a:cubicBezTo>
                <a:cubicBezTo>
                  <a:pt x="36" y="41"/>
                  <a:pt x="35" y="42"/>
                  <a:pt x="35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3"/>
                  <a:pt x="33" y="43"/>
                  <a:pt x="32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48"/>
                  <a:pt x="34" y="49"/>
                  <a:pt x="34" y="49"/>
                </a:cubicBezTo>
                <a:cubicBezTo>
                  <a:pt x="33" y="49"/>
                  <a:pt x="32" y="49"/>
                  <a:pt x="32" y="49"/>
                </a:cubicBezTo>
                <a:cubicBezTo>
                  <a:pt x="27" y="43"/>
                  <a:pt x="27" y="43"/>
                  <a:pt x="27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3" y="49"/>
                  <a:pt x="3" y="49"/>
                  <a:pt x="3" y="49"/>
                </a:cubicBezTo>
                <a:cubicBezTo>
                  <a:pt x="3" y="49"/>
                  <a:pt x="2" y="49"/>
                  <a:pt x="2" y="49"/>
                </a:cubicBezTo>
                <a:cubicBezTo>
                  <a:pt x="1" y="49"/>
                  <a:pt x="1" y="48"/>
                  <a:pt x="2" y="47"/>
                </a:cubicBezTo>
                <a:cubicBezTo>
                  <a:pt x="5" y="43"/>
                  <a:pt x="5" y="43"/>
                  <a:pt x="5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2" y="43"/>
                  <a:pt x="1" y="43"/>
                  <a:pt x="1" y="42"/>
                </a:cubicBezTo>
                <a:cubicBezTo>
                  <a:pt x="0" y="42"/>
                  <a:pt x="0" y="41"/>
                  <a:pt x="0" y="40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9"/>
                  <a:pt x="3" y="5"/>
                  <a:pt x="8" y="5"/>
                </a:cubicBezTo>
                <a:close/>
                <a:moveTo>
                  <a:pt x="9" y="13"/>
                </a:moveTo>
                <a:cubicBezTo>
                  <a:pt x="9" y="13"/>
                  <a:pt x="9" y="13"/>
                  <a:pt x="9" y="13"/>
                </a:cubicBezTo>
                <a:cubicBezTo>
                  <a:pt x="27" y="13"/>
                  <a:pt x="27" y="13"/>
                  <a:pt x="27" y="13"/>
                </a:cubicBezTo>
                <a:cubicBezTo>
                  <a:pt x="28" y="13"/>
                  <a:pt x="28" y="13"/>
                  <a:pt x="29" y="14"/>
                </a:cubicBezTo>
                <a:cubicBezTo>
                  <a:pt x="29" y="14"/>
                  <a:pt x="30" y="15"/>
                  <a:pt x="30" y="16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3"/>
                  <a:pt x="29" y="24"/>
                  <a:pt x="29" y="24"/>
                </a:cubicBezTo>
                <a:cubicBezTo>
                  <a:pt x="28" y="25"/>
                  <a:pt x="28" y="25"/>
                  <a:pt x="27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8" y="25"/>
                  <a:pt x="7" y="25"/>
                  <a:pt x="6" y="24"/>
                </a:cubicBezTo>
                <a:cubicBezTo>
                  <a:pt x="6" y="24"/>
                  <a:pt x="5" y="23"/>
                  <a:pt x="5" y="22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5"/>
                  <a:pt x="6" y="14"/>
                  <a:pt x="6" y="14"/>
                </a:cubicBezTo>
                <a:cubicBezTo>
                  <a:pt x="7" y="13"/>
                  <a:pt x="8" y="13"/>
                  <a:pt x="9" y="13"/>
                </a:cubicBezTo>
                <a:close/>
                <a:moveTo>
                  <a:pt x="27" y="15"/>
                </a:moveTo>
                <a:cubicBezTo>
                  <a:pt x="27" y="15"/>
                  <a:pt x="27" y="15"/>
                  <a:pt x="27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2"/>
                  <a:pt x="8" y="22"/>
                  <a:pt x="8" y="23"/>
                </a:cubicBezTo>
                <a:cubicBezTo>
                  <a:pt x="8" y="23"/>
                  <a:pt x="8" y="23"/>
                  <a:pt x="9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6"/>
                  <a:pt x="27" y="16"/>
                  <a:pt x="27" y="15"/>
                </a:cubicBezTo>
                <a:cubicBezTo>
                  <a:pt x="27" y="15"/>
                  <a:pt x="27" y="15"/>
                  <a:pt x="27" y="15"/>
                </a:cubicBezTo>
                <a:close/>
                <a:moveTo>
                  <a:pt x="4" y="39"/>
                </a:moveTo>
                <a:cubicBezTo>
                  <a:pt x="4" y="39"/>
                  <a:pt x="4" y="39"/>
                  <a:pt x="4" y="39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22"/>
                  <a:pt x="32" y="17"/>
                  <a:pt x="32" y="13"/>
                </a:cubicBezTo>
                <a:cubicBezTo>
                  <a:pt x="32" y="11"/>
                  <a:pt x="30" y="9"/>
                  <a:pt x="28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2" y="9"/>
                  <a:pt x="21" y="8"/>
                  <a:pt x="21" y="7"/>
                </a:cubicBezTo>
                <a:cubicBezTo>
                  <a:pt x="21" y="5"/>
                  <a:pt x="20" y="4"/>
                  <a:pt x="18" y="4"/>
                </a:cubicBezTo>
                <a:cubicBezTo>
                  <a:pt x="16" y="4"/>
                  <a:pt x="14" y="5"/>
                  <a:pt x="14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8"/>
                  <a:pt x="13" y="9"/>
                  <a:pt x="12" y="9"/>
                </a:cubicBezTo>
                <a:cubicBezTo>
                  <a:pt x="8" y="9"/>
                  <a:pt x="8" y="9"/>
                  <a:pt x="8" y="9"/>
                </a:cubicBezTo>
                <a:cubicBezTo>
                  <a:pt x="5" y="9"/>
                  <a:pt x="4" y="11"/>
                  <a:pt x="4" y="14"/>
                </a:cubicBezTo>
                <a:cubicBezTo>
                  <a:pt x="4" y="39"/>
                  <a:pt x="4" y="39"/>
                  <a:pt x="4" y="39"/>
                </a:cubicBezTo>
                <a:close/>
                <a:moveTo>
                  <a:pt x="18" y="5"/>
                </a:moveTo>
                <a:cubicBezTo>
                  <a:pt x="18" y="5"/>
                  <a:pt x="18" y="5"/>
                  <a:pt x="18" y="5"/>
                </a:cubicBezTo>
                <a:cubicBezTo>
                  <a:pt x="19" y="5"/>
                  <a:pt x="20" y="6"/>
                  <a:pt x="20" y="7"/>
                </a:cubicBezTo>
                <a:cubicBezTo>
                  <a:pt x="20" y="8"/>
                  <a:pt x="19" y="9"/>
                  <a:pt x="18" y="9"/>
                </a:cubicBezTo>
                <a:cubicBezTo>
                  <a:pt x="17" y="9"/>
                  <a:pt x="16" y="8"/>
                  <a:pt x="16" y="7"/>
                </a:cubicBezTo>
                <a:cubicBezTo>
                  <a:pt x="16" y="6"/>
                  <a:pt x="17" y="5"/>
                  <a:pt x="18" y="5"/>
                </a:cubicBezTo>
                <a:close/>
                <a:moveTo>
                  <a:pt x="8" y="30"/>
                </a:moveTo>
                <a:cubicBezTo>
                  <a:pt x="8" y="30"/>
                  <a:pt x="8" y="30"/>
                  <a:pt x="8" y="30"/>
                </a:cubicBezTo>
                <a:cubicBezTo>
                  <a:pt x="10" y="30"/>
                  <a:pt x="12" y="31"/>
                  <a:pt x="12" y="34"/>
                </a:cubicBezTo>
                <a:cubicBezTo>
                  <a:pt x="12" y="36"/>
                  <a:pt x="10" y="37"/>
                  <a:pt x="8" y="37"/>
                </a:cubicBezTo>
                <a:cubicBezTo>
                  <a:pt x="6" y="37"/>
                  <a:pt x="4" y="36"/>
                  <a:pt x="4" y="34"/>
                </a:cubicBezTo>
                <a:cubicBezTo>
                  <a:pt x="4" y="31"/>
                  <a:pt x="6" y="30"/>
                  <a:pt x="8" y="30"/>
                </a:cubicBezTo>
                <a:close/>
                <a:moveTo>
                  <a:pt x="8" y="32"/>
                </a:moveTo>
                <a:cubicBezTo>
                  <a:pt x="8" y="32"/>
                  <a:pt x="8" y="32"/>
                  <a:pt x="8" y="32"/>
                </a:cubicBezTo>
                <a:cubicBezTo>
                  <a:pt x="7" y="32"/>
                  <a:pt x="7" y="33"/>
                  <a:pt x="7" y="34"/>
                </a:cubicBezTo>
                <a:cubicBezTo>
                  <a:pt x="7" y="34"/>
                  <a:pt x="7" y="35"/>
                  <a:pt x="8" y="35"/>
                </a:cubicBezTo>
                <a:cubicBezTo>
                  <a:pt x="9" y="35"/>
                  <a:pt x="10" y="34"/>
                  <a:pt x="10" y="34"/>
                </a:cubicBezTo>
                <a:cubicBezTo>
                  <a:pt x="10" y="33"/>
                  <a:pt x="9" y="32"/>
                  <a:pt x="8" y="32"/>
                </a:cubicBezTo>
                <a:close/>
                <a:moveTo>
                  <a:pt x="27" y="30"/>
                </a:moveTo>
                <a:cubicBezTo>
                  <a:pt x="27" y="30"/>
                  <a:pt x="27" y="30"/>
                  <a:pt x="27" y="30"/>
                </a:cubicBezTo>
                <a:cubicBezTo>
                  <a:pt x="29" y="30"/>
                  <a:pt x="31" y="31"/>
                  <a:pt x="31" y="34"/>
                </a:cubicBezTo>
                <a:cubicBezTo>
                  <a:pt x="31" y="36"/>
                  <a:pt x="29" y="37"/>
                  <a:pt x="27" y="37"/>
                </a:cubicBezTo>
                <a:cubicBezTo>
                  <a:pt x="25" y="37"/>
                  <a:pt x="23" y="36"/>
                  <a:pt x="23" y="34"/>
                </a:cubicBezTo>
                <a:cubicBezTo>
                  <a:pt x="23" y="31"/>
                  <a:pt x="25" y="30"/>
                  <a:pt x="27" y="30"/>
                </a:cubicBezTo>
                <a:close/>
                <a:moveTo>
                  <a:pt x="27" y="32"/>
                </a:moveTo>
                <a:cubicBezTo>
                  <a:pt x="27" y="32"/>
                  <a:pt x="27" y="32"/>
                  <a:pt x="27" y="32"/>
                </a:cubicBezTo>
                <a:cubicBezTo>
                  <a:pt x="26" y="32"/>
                  <a:pt x="26" y="33"/>
                  <a:pt x="26" y="34"/>
                </a:cubicBezTo>
                <a:cubicBezTo>
                  <a:pt x="26" y="34"/>
                  <a:pt x="26" y="35"/>
                  <a:pt x="27" y="35"/>
                </a:cubicBezTo>
                <a:cubicBezTo>
                  <a:pt x="28" y="35"/>
                  <a:pt x="29" y="34"/>
                  <a:pt x="29" y="34"/>
                </a:cubicBezTo>
                <a:cubicBezTo>
                  <a:pt x="29" y="33"/>
                  <a:pt x="28" y="32"/>
                  <a:pt x="27" y="3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90" name="Freeform 224">
            <a:extLst>
              <a:ext uri="{FF2B5EF4-FFF2-40B4-BE49-F238E27FC236}">
                <a16:creationId xmlns:a16="http://schemas.microsoft.com/office/drawing/2014/main" id="{8B879CCA-BA64-7AF4-A6CD-E3E3F54B6EAD}"/>
              </a:ext>
            </a:extLst>
          </p:cNvPr>
          <p:cNvSpPr>
            <a:spLocks noEditPoints="1"/>
          </p:cNvSpPr>
          <p:nvPr/>
        </p:nvSpPr>
        <p:spPr bwMode="auto">
          <a:xfrm>
            <a:off x="6575885" y="4329032"/>
            <a:ext cx="186267" cy="220133"/>
          </a:xfrm>
          <a:custGeom>
            <a:avLst/>
            <a:gdLst>
              <a:gd name="T0" fmla="*/ 47625 w 44"/>
              <a:gd name="T1" fmla="*/ 69850 h 52"/>
              <a:gd name="T2" fmla="*/ 104775 w 44"/>
              <a:gd name="T3" fmla="*/ 66675 h 52"/>
              <a:gd name="T4" fmla="*/ 104775 w 44"/>
              <a:gd name="T5" fmla="*/ 73025 h 52"/>
              <a:gd name="T6" fmla="*/ 34925 w 44"/>
              <a:gd name="T7" fmla="*/ 117475 h 52"/>
              <a:gd name="T8" fmla="*/ 38100 w 44"/>
              <a:gd name="T9" fmla="*/ 123825 h 52"/>
              <a:gd name="T10" fmla="*/ 28575 w 44"/>
              <a:gd name="T11" fmla="*/ 123825 h 52"/>
              <a:gd name="T12" fmla="*/ 34925 w 44"/>
              <a:gd name="T13" fmla="*/ 88900 h 52"/>
              <a:gd name="T14" fmla="*/ 38100 w 44"/>
              <a:gd name="T15" fmla="*/ 95250 h 52"/>
              <a:gd name="T16" fmla="*/ 28575 w 44"/>
              <a:gd name="T17" fmla="*/ 95250 h 52"/>
              <a:gd name="T18" fmla="*/ 34925 w 44"/>
              <a:gd name="T19" fmla="*/ 63500 h 52"/>
              <a:gd name="T20" fmla="*/ 38100 w 44"/>
              <a:gd name="T21" fmla="*/ 69850 h 52"/>
              <a:gd name="T22" fmla="*/ 28575 w 44"/>
              <a:gd name="T23" fmla="*/ 69850 h 52"/>
              <a:gd name="T24" fmla="*/ 69850 w 44"/>
              <a:gd name="T25" fmla="*/ 0 h 52"/>
              <a:gd name="T26" fmla="*/ 85725 w 44"/>
              <a:gd name="T27" fmla="*/ 6350 h 52"/>
              <a:gd name="T28" fmla="*/ 111125 w 44"/>
              <a:gd name="T29" fmla="*/ 19050 h 52"/>
              <a:gd name="T30" fmla="*/ 117475 w 44"/>
              <a:gd name="T31" fmla="*/ 22225 h 52"/>
              <a:gd name="T32" fmla="*/ 133350 w 44"/>
              <a:gd name="T33" fmla="*/ 25400 h 52"/>
              <a:gd name="T34" fmla="*/ 139700 w 44"/>
              <a:gd name="T35" fmla="*/ 31750 h 52"/>
              <a:gd name="T36" fmla="*/ 133350 w 44"/>
              <a:gd name="T37" fmla="*/ 165100 h 52"/>
              <a:gd name="T38" fmla="*/ 6350 w 44"/>
              <a:gd name="T39" fmla="*/ 165100 h 52"/>
              <a:gd name="T40" fmla="*/ 0 w 44"/>
              <a:gd name="T41" fmla="*/ 158750 h 52"/>
              <a:gd name="T42" fmla="*/ 6350 w 44"/>
              <a:gd name="T43" fmla="*/ 25400 h 52"/>
              <a:gd name="T44" fmla="*/ 22225 w 44"/>
              <a:gd name="T45" fmla="*/ 25400 h 52"/>
              <a:gd name="T46" fmla="*/ 25400 w 44"/>
              <a:gd name="T47" fmla="*/ 19050 h 52"/>
              <a:gd name="T48" fmla="*/ 44450 w 44"/>
              <a:gd name="T49" fmla="*/ 19050 h 52"/>
              <a:gd name="T50" fmla="*/ 69850 w 44"/>
              <a:gd name="T51" fmla="*/ 0 h 52"/>
              <a:gd name="T52" fmla="*/ 85725 w 44"/>
              <a:gd name="T53" fmla="*/ 19050 h 52"/>
              <a:gd name="T54" fmla="*/ 69850 w 44"/>
              <a:gd name="T55" fmla="*/ 6350 h 52"/>
              <a:gd name="T56" fmla="*/ 53975 w 44"/>
              <a:gd name="T57" fmla="*/ 19050 h 52"/>
              <a:gd name="T58" fmla="*/ 85725 w 44"/>
              <a:gd name="T59" fmla="*/ 19050 h 52"/>
              <a:gd name="T60" fmla="*/ 117475 w 44"/>
              <a:gd name="T61" fmla="*/ 38100 h 52"/>
              <a:gd name="T62" fmla="*/ 111125 w 44"/>
              <a:gd name="T63" fmla="*/ 44450 h 52"/>
              <a:gd name="T64" fmla="*/ 69850 w 44"/>
              <a:gd name="T65" fmla="*/ 44450 h 52"/>
              <a:gd name="T66" fmla="*/ 22225 w 44"/>
              <a:gd name="T67" fmla="*/ 41275 h 52"/>
              <a:gd name="T68" fmla="*/ 22225 w 44"/>
              <a:gd name="T69" fmla="*/ 38100 h 52"/>
              <a:gd name="T70" fmla="*/ 12700 w 44"/>
              <a:gd name="T71" fmla="*/ 152400 h 52"/>
              <a:gd name="T72" fmla="*/ 127000 w 44"/>
              <a:gd name="T73" fmla="*/ 38100 h 52"/>
              <a:gd name="T74" fmla="*/ 69850 w 44"/>
              <a:gd name="T75" fmla="*/ 25400 h 52"/>
              <a:gd name="T76" fmla="*/ 28575 w 44"/>
              <a:gd name="T77" fmla="*/ 25400 h 52"/>
              <a:gd name="T78" fmla="*/ 28575 w 44"/>
              <a:gd name="T79" fmla="*/ 38100 h 52"/>
              <a:gd name="T80" fmla="*/ 107950 w 44"/>
              <a:gd name="T81" fmla="*/ 38100 h 52"/>
              <a:gd name="T82" fmla="*/ 107950 w 44"/>
              <a:gd name="T83" fmla="*/ 25400 h 52"/>
              <a:gd name="T84" fmla="*/ 50800 w 44"/>
              <a:gd name="T85" fmla="*/ 127000 h 52"/>
              <a:gd name="T86" fmla="*/ 47625 w 44"/>
              <a:gd name="T87" fmla="*/ 123825 h 52"/>
              <a:gd name="T88" fmla="*/ 104775 w 44"/>
              <a:gd name="T89" fmla="*/ 117475 h 52"/>
              <a:gd name="T90" fmla="*/ 104775 w 44"/>
              <a:gd name="T91" fmla="*/ 127000 h 52"/>
              <a:gd name="T92" fmla="*/ 50800 w 44"/>
              <a:gd name="T93" fmla="*/ 101600 h 52"/>
              <a:gd name="T94" fmla="*/ 47625 w 44"/>
              <a:gd name="T95" fmla="*/ 95250 h 52"/>
              <a:gd name="T96" fmla="*/ 104775 w 44"/>
              <a:gd name="T97" fmla="*/ 92075 h 52"/>
              <a:gd name="T98" fmla="*/ 104775 w 44"/>
              <a:gd name="T99" fmla="*/ 101600 h 52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4" h="52">
                <a:moveTo>
                  <a:pt x="16" y="23"/>
                </a:moveTo>
                <a:cubicBezTo>
                  <a:pt x="16" y="23"/>
                  <a:pt x="15" y="23"/>
                  <a:pt x="15" y="22"/>
                </a:cubicBezTo>
                <a:cubicBezTo>
                  <a:pt x="15" y="22"/>
                  <a:pt x="16" y="21"/>
                  <a:pt x="16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4" y="21"/>
                  <a:pt x="34" y="22"/>
                  <a:pt x="34" y="22"/>
                </a:cubicBezTo>
                <a:cubicBezTo>
                  <a:pt x="34" y="23"/>
                  <a:pt x="34" y="23"/>
                  <a:pt x="33" y="23"/>
                </a:cubicBezTo>
                <a:cubicBezTo>
                  <a:pt x="16" y="23"/>
                  <a:pt x="16" y="23"/>
                  <a:pt x="16" y="23"/>
                </a:cubicBezTo>
                <a:close/>
                <a:moveTo>
                  <a:pt x="11" y="37"/>
                </a:moveTo>
                <a:cubicBezTo>
                  <a:pt x="11" y="37"/>
                  <a:pt x="11" y="37"/>
                  <a:pt x="11" y="37"/>
                </a:cubicBezTo>
                <a:cubicBezTo>
                  <a:pt x="12" y="37"/>
                  <a:pt x="12" y="38"/>
                  <a:pt x="12" y="39"/>
                </a:cubicBezTo>
                <a:cubicBezTo>
                  <a:pt x="12" y="40"/>
                  <a:pt x="12" y="40"/>
                  <a:pt x="11" y="40"/>
                </a:cubicBezTo>
                <a:cubicBezTo>
                  <a:pt x="9" y="40"/>
                  <a:pt x="9" y="40"/>
                  <a:pt x="9" y="39"/>
                </a:cubicBezTo>
                <a:cubicBezTo>
                  <a:pt x="9" y="38"/>
                  <a:pt x="9" y="37"/>
                  <a:pt x="11" y="37"/>
                </a:cubicBezTo>
                <a:close/>
                <a:moveTo>
                  <a:pt x="11" y="28"/>
                </a:moveTo>
                <a:cubicBezTo>
                  <a:pt x="11" y="28"/>
                  <a:pt x="11" y="28"/>
                  <a:pt x="11" y="28"/>
                </a:cubicBezTo>
                <a:cubicBezTo>
                  <a:pt x="12" y="28"/>
                  <a:pt x="12" y="29"/>
                  <a:pt x="12" y="30"/>
                </a:cubicBezTo>
                <a:cubicBezTo>
                  <a:pt x="12" y="31"/>
                  <a:pt x="12" y="32"/>
                  <a:pt x="11" y="32"/>
                </a:cubicBezTo>
                <a:cubicBezTo>
                  <a:pt x="9" y="32"/>
                  <a:pt x="9" y="31"/>
                  <a:pt x="9" y="30"/>
                </a:cubicBezTo>
                <a:cubicBezTo>
                  <a:pt x="9" y="29"/>
                  <a:pt x="9" y="28"/>
                  <a:pt x="11" y="28"/>
                </a:cubicBezTo>
                <a:close/>
                <a:moveTo>
                  <a:pt x="11" y="20"/>
                </a:moveTo>
                <a:cubicBezTo>
                  <a:pt x="11" y="20"/>
                  <a:pt x="11" y="20"/>
                  <a:pt x="11" y="20"/>
                </a:cubicBezTo>
                <a:cubicBezTo>
                  <a:pt x="12" y="20"/>
                  <a:pt x="12" y="21"/>
                  <a:pt x="12" y="22"/>
                </a:cubicBezTo>
                <a:cubicBezTo>
                  <a:pt x="12" y="23"/>
                  <a:pt x="12" y="24"/>
                  <a:pt x="11" y="24"/>
                </a:cubicBezTo>
                <a:cubicBezTo>
                  <a:pt x="9" y="24"/>
                  <a:pt x="9" y="23"/>
                  <a:pt x="9" y="22"/>
                </a:cubicBezTo>
                <a:cubicBezTo>
                  <a:pt x="9" y="21"/>
                  <a:pt x="9" y="20"/>
                  <a:pt x="11" y="20"/>
                </a:cubicBezTo>
                <a:close/>
                <a:moveTo>
                  <a:pt x="22" y="0"/>
                </a:moveTo>
                <a:cubicBezTo>
                  <a:pt x="22" y="0"/>
                  <a:pt x="22" y="0"/>
                  <a:pt x="22" y="0"/>
                </a:cubicBezTo>
                <a:cubicBezTo>
                  <a:pt x="24" y="0"/>
                  <a:pt x="26" y="1"/>
                  <a:pt x="27" y="2"/>
                </a:cubicBezTo>
                <a:cubicBezTo>
                  <a:pt x="28" y="3"/>
                  <a:pt x="29" y="5"/>
                  <a:pt x="29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6" y="6"/>
                  <a:pt x="37" y="6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8"/>
                  <a:pt x="37" y="8"/>
                  <a:pt x="37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8"/>
                  <a:pt x="44" y="9"/>
                  <a:pt x="44" y="10"/>
                </a:cubicBezTo>
                <a:cubicBezTo>
                  <a:pt x="44" y="10"/>
                  <a:pt x="44" y="10"/>
                  <a:pt x="44" y="10"/>
                </a:cubicBezTo>
                <a:cubicBezTo>
                  <a:pt x="44" y="50"/>
                  <a:pt x="44" y="50"/>
                  <a:pt x="44" y="50"/>
                </a:cubicBezTo>
                <a:cubicBezTo>
                  <a:pt x="44" y="51"/>
                  <a:pt x="43" y="52"/>
                  <a:pt x="42" y="52"/>
                </a:cubicBezTo>
                <a:cubicBezTo>
                  <a:pt x="42" y="52"/>
                  <a:pt x="42" y="52"/>
                  <a:pt x="42" y="52"/>
                </a:cubicBezTo>
                <a:cubicBezTo>
                  <a:pt x="2" y="52"/>
                  <a:pt x="2" y="52"/>
                  <a:pt x="2" y="52"/>
                </a:cubicBezTo>
                <a:cubicBezTo>
                  <a:pt x="1" y="52"/>
                  <a:pt x="0" y="51"/>
                  <a:pt x="0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1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7"/>
                  <a:pt x="7" y="7"/>
                  <a:pt x="7" y="7"/>
                </a:cubicBezTo>
                <a:cubicBezTo>
                  <a:pt x="7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5" y="5"/>
                  <a:pt x="15" y="3"/>
                  <a:pt x="16" y="2"/>
                </a:cubicBezTo>
                <a:cubicBezTo>
                  <a:pt x="18" y="1"/>
                  <a:pt x="20" y="0"/>
                  <a:pt x="22" y="0"/>
                </a:cubicBezTo>
                <a:close/>
                <a:moveTo>
                  <a:pt x="27" y="6"/>
                </a:moveTo>
                <a:cubicBezTo>
                  <a:pt x="27" y="6"/>
                  <a:pt x="27" y="6"/>
                  <a:pt x="27" y="6"/>
                </a:cubicBezTo>
                <a:cubicBezTo>
                  <a:pt x="27" y="5"/>
                  <a:pt x="26" y="5"/>
                  <a:pt x="26" y="4"/>
                </a:cubicBezTo>
                <a:cubicBezTo>
                  <a:pt x="25" y="3"/>
                  <a:pt x="23" y="2"/>
                  <a:pt x="22" y="2"/>
                </a:cubicBezTo>
                <a:cubicBezTo>
                  <a:pt x="20" y="2"/>
                  <a:pt x="19" y="3"/>
                  <a:pt x="18" y="4"/>
                </a:cubicBezTo>
                <a:cubicBezTo>
                  <a:pt x="18" y="5"/>
                  <a:pt x="17" y="5"/>
                  <a:pt x="17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7" y="6"/>
                  <a:pt x="27" y="6"/>
                  <a:pt x="27" y="6"/>
                </a:cubicBezTo>
                <a:close/>
                <a:moveTo>
                  <a:pt x="37" y="12"/>
                </a:moveTo>
                <a:cubicBezTo>
                  <a:pt x="37" y="12"/>
                  <a:pt x="37" y="12"/>
                  <a:pt x="37" y="12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4"/>
                  <a:pt x="36" y="14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7" y="14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2"/>
                  <a:pt x="7" y="12"/>
                  <a:pt x="7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48"/>
                  <a:pt x="4" y="48"/>
                  <a:pt x="4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12"/>
                  <a:pt x="40" y="12"/>
                  <a:pt x="40" y="12"/>
                </a:cubicBezTo>
                <a:cubicBezTo>
                  <a:pt x="37" y="12"/>
                  <a:pt x="37" y="12"/>
                  <a:pt x="37" y="12"/>
                </a:cubicBezTo>
                <a:close/>
                <a:moveTo>
                  <a:pt x="22" y="8"/>
                </a:moveTo>
                <a:cubicBezTo>
                  <a:pt x="22" y="8"/>
                  <a:pt x="22" y="8"/>
                  <a:pt x="22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2"/>
                  <a:pt x="9" y="12"/>
                  <a:pt x="9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8"/>
                  <a:pt x="34" y="8"/>
                  <a:pt x="34" y="8"/>
                </a:cubicBezTo>
                <a:cubicBezTo>
                  <a:pt x="22" y="8"/>
                  <a:pt x="22" y="8"/>
                  <a:pt x="22" y="8"/>
                </a:cubicBezTo>
                <a:close/>
                <a:moveTo>
                  <a:pt x="16" y="40"/>
                </a:moveTo>
                <a:cubicBezTo>
                  <a:pt x="16" y="40"/>
                  <a:pt x="16" y="40"/>
                  <a:pt x="16" y="40"/>
                </a:cubicBezTo>
                <a:cubicBezTo>
                  <a:pt x="16" y="40"/>
                  <a:pt x="15" y="39"/>
                  <a:pt x="15" y="39"/>
                </a:cubicBezTo>
                <a:cubicBezTo>
                  <a:pt x="15" y="38"/>
                  <a:pt x="16" y="37"/>
                  <a:pt x="16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4" y="37"/>
                  <a:pt x="34" y="38"/>
                  <a:pt x="34" y="39"/>
                </a:cubicBezTo>
                <a:cubicBezTo>
                  <a:pt x="34" y="39"/>
                  <a:pt x="34" y="40"/>
                  <a:pt x="33" y="40"/>
                </a:cubicBezTo>
                <a:cubicBezTo>
                  <a:pt x="16" y="40"/>
                  <a:pt x="16" y="40"/>
                  <a:pt x="16" y="40"/>
                </a:cubicBezTo>
                <a:close/>
                <a:moveTo>
                  <a:pt x="16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16" y="32"/>
                  <a:pt x="15" y="31"/>
                  <a:pt x="15" y="30"/>
                </a:cubicBezTo>
                <a:cubicBezTo>
                  <a:pt x="15" y="30"/>
                  <a:pt x="16" y="29"/>
                  <a:pt x="16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34" y="29"/>
                  <a:pt x="34" y="30"/>
                  <a:pt x="34" y="30"/>
                </a:cubicBezTo>
                <a:cubicBezTo>
                  <a:pt x="34" y="31"/>
                  <a:pt x="34" y="32"/>
                  <a:pt x="33" y="32"/>
                </a:cubicBezTo>
                <a:cubicBezTo>
                  <a:pt x="16" y="32"/>
                  <a:pt x="16" y="32"/>
                  <a:pt x="16" y="3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91" name="Freeform 225">
            <a:extLst>
              <a:ext uri="{FF2B5EF4-FFF2-40B4-BE49-F238E27FC236}">
                <a16:creationId xmlns:a16="http://schemas.microsoft.com/office/drawing/2014/main" id="{923C03D5-B379-5286-DE9A-864805595BBB}"/>
              </a:ext>
            </a:extLst>
          </p:cNvPr>
          <p:cNvSpPr>
            <a:spLocks noEditPoints="1"/>
          </p:cNvSpPr>
          <p:nvPr/>
        </p:nvSpPr>
        <p:spPr bwMode="auto">
          <a:xfrm>
            <a:off x="11033585" y="4329032"/>
            <a:ext cx="184149" cy="220133"/>
          </a:xfrm>
          <a:custGeom>
            <a:avLst/>
            <a:gdLst>
              <a:gd name="T0" fmla="*/ 86721 w 43"/>
              <a:gd name="T1" fmla="*/ 6350 h 52"/>
              <a:gd name="T2" fmla="*/ 112417 w 43"/>
              <a:gd name="T3" fmla="*/ 19050 h 52"/>
              <a:gd name="T4" fmla="*/ 115629 w 43"/>
              <a:gd name="T5" fmla="*/ 22225 h 52"/>
              <a:gd name="T6" fmla="*/ 134900 w 43"/>
              <a:gd name="T7" fmla="*/ 25400 h 52"/>
              <a:gd name="T8" fmla="*/ 138112 w 43"/>
              <a:gd name="T9" fmla="*/ 31750 h 52"/>
              <a:gd name="T10" fmla="*/ 134900 w 43"/>
              <a:gd name="T11" fmla="*/ 165100 h 52"/>
              <a:gd name="T12" fmla="*/ 3212 w 43"/>
              <a:gd name="T13" fmla="*/ 165100 h 52"/>
              <a:gd name="T14" fmla="*/ 0 w 43"/>
              <a:gd name="T15" fmla="*/ 158750 h 52"/>
              <a:gd name="T16" fmla="*/ 3212 w 43"/>
              <a:gd name="T17" fmla="*/ 25400 h 52"/>
              <a:gd name="T18" fmla="*/ 22483 w 43"/>
              <a:gd name="T19" fmla="*/ 25400 h 52"/>
              <a:gd name="T20" fmla="*/ 25695 w 43"/>
              <a:gd name="T21" fmla="*/ 19050 h 52"/>
              <a:gd name="T22" fmla="*/ 44967 w 43"/>
              <a:gd name="T23" fmla="*/ 19050 h 52"/>
              <a:gd name="T24" fmla="*/ 67450 w 43"/>
              <a:gd name="T25" fmla="*/ 0 h 52"/>
              <a:gd name="T26" fmla="*/ 96357 w 43"/>
              <a:gd name="T27" fmla="*/ 69850 h 52"/>
              <a:gd name="T28" fmla="*/ 105993 w 43"/>
              <a:gd name="T29" fmla="*/ 79375 h 52"/>
              <a:gd name="T30" fmla="*/ 54602 w 43"/>
              <a:gd name="T31" fmla="*/ 120650 h 52"/>
              <a:gd name="T32" fmla="*/ 32119 w 43"/>
              <a:gd name="T33" fmla="*/ 98425 h 52"/>
              <a:gd name="T34" fmla="*/ 41755 w 43"/>
              <a:gd name="T35" fmla="*/ 92075 h 52"/>
              <a:gd name="T36" fmla="*/ 96357 w 43"/>
              <a:gd name="T37" fmla="*/ 69850 h 52"/>
              <a:gd name="T38" fmla="*/ 83510 w 43"/>
              <a:gd name="T39" fmla="*/ 19050 h 52"/>
              <a:gd name="T40" fmla="*/ 67450 w 43"/>
              <a:gd name="T41" fmla="*/ 6350 h 52"/>
              <a:gd name="T42" fmla="*/ 54602 w 43"/>
              <a:gd name="T43" fmla="*/ 19050 h 52"/>
              <a:gd name="T44" fmla="*/ 83510 w 43"/>
              <a:gd name="T45" fmla="*/ 19050 h 52"/>
              <a:gd name="T46" fmla="*/ 115629 w 43"/>
              <a:gd name="T47" fmla="*/ 38100 h 52"/>
              <a:gd name="T48" fmla="*/ 112417 w 43"/>
              <a:gd name="T49" fmla="*/ 44450 h 52"/>
              <a:gd name="T50" fmla="*/ 67450 w 43"/>
              <a:gd name="T51" fmla="*/ 44450 h 52"/>
              <a:gd name="T52" fmla="*/ 22483 w 43"/>
              <a:gd name="T53" fmla="*/ 41275 h 52"/>
              <a:gd name="T54" fmla="*/ 22483 w 43"/>
              <a:gd name="T55" fmla="*/ 38100 h 52"/>
              <a:gd name="T56" fmla="*/ 9636 w 43"/>
              <a:gd name="T57" fmla="*/ 152400 h 52"/>
              <a:gd name="T58" fmla="*/ 128476 w 43"/>
              <a:gd name="T59" fmla="*/ 38100 h 52"/>
              <a:gd name="T60" fmla="*/ 67450 w 43"/>
              <a:gd name="T61" fmla="*/ 25400 h 52"/>
              <a:gd name="T62" fmla="*/ 28907 w 43"/>
              <a:gd name="T63" fmla="*/ 25400 h 52"/>
              <a:gd name="T64" fmla="*/ 28907 w 43"/>
              <a:gd name="T65" fmla="*/ 38100 h 52"/>
              <a:gd name="T66" fmla="*/ 109205 w 43"/>
              <a:gd name="T67" fmla="*/ 38100 h 52"/>
              <a:gd name="T68" fmla="*/ 109205 w 43"/>
              <a:gd name="T69" fmla="*/ 25400 h 5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3" h="52">
                <a:moveTo>
                  <a:pt x="21" y="0"/>
                </a:moveTo>
                <a:cubicBezTo>
                  <a:pt x="24" y="0"/>
                  <a:pt x="25" y="1"/>
                  <a:pt x="27" y="2"/>
                </a:cubicBezTo>
                <a:cubicBezTo>
                  <a:pt x="28" y="3"/>
                  <a:pt x="29" y="5"/>
                  <a:pt x="29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6" y="6"/>
                  <a:pt x="36" y="6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6" y="8"/>
                  <a:pt x="36" y="8"/>
                  <a:pt x="36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8"/>
                  <a:pt x="43" y="9"/>
                  <a:pt x="43" y="10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50"/>
                  <a:pt x="43" y="50"/>
                  <a:pt x="43" y="50"/>
                </a:cubicBezTo>
                <a:cubicBezTo>
                  <a:pt x="43" y="51"/>
                  <a:pt x="43" y="52"/>
                  <a:pt x="42" y="52"/>
                </a:cubicBezTo>
                <a:cubicBezTo>
                  <a:pt x="41" y="52"/>
                  <a:pt x="41" y="52"/>
                  <a:pt x="41" y="52"/>
                </a:cubicBezTo>
                <a:cubicBezTo>
                  <a:pt x="1" y="52"/>
                  <a:pt x="1" y="52"/>
                  <a:pt x="1" y="52"/>
                </a:cubicBezTo>
                <a:cubicBezTo>
                  <a:pt x="0" y="52"/>
                  <a:pt x="0" y="51"/>
                  <a:pt x="0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0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7"/>
                  <a:pt x="7" y="7"/>
                  <a:pt x="7" y="7"/>
                </a:cubicBezTo>
                <a:cubicBezTo>
                  <a:pt x="7" y="6"/>
                  <a:pt x="7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5"/>
                  <a:pt x="15" y="3"/>
                  <a:pt x="16" y="2"/>
                </a:cubicBezTo>
                <a:cubicBezTo>
                  <a:pt x="17" y="1"/>
                  <a:pt x="19" y="0"/>
                  <a:pt x="21" y="0"/>
                </a:cubicBezTo>
                <a:close/>
                <a:moveTo>
                  <a:pt x="30" y="22"/>
                </a:moveTo>
                <a:cubicBezTo>
                  <a:pt x="30" y="22"/>
                  <a:pt x="30" y="22"/>
                  <a:pt x="30" y="22"/>
                </a:cubicBezTo>
                <a:cubicBezTo>
                  <a:pt x="31" y="21"/>
                  <a:pt x="32" y="21"/>
                  <a:pt x="33" y="22"/>
                </a:cubicBezTo>
                <a:cubicBezTo>
                  <a:pt x="33" y="23"/>
                  <a:pt x="33" y="24"/>
                  <a:pt x="33" y="25"/>
                </a:cubicBezTo>
                <a:cubicBezTo>
                  <a:pt x="20" y="38"/>
                  <a:pt x="20" y="38"/>
                  <a:pt x="20" y="38"/>
                </a:cubicBezTo>
                <a:cubicBezTo>
                  <a:pt x="19" y="39"/>
                  <a:pt x="18" y="39"/>
                  <a:pt x="17" y="38"/>
                </a:cubicBezTo>
                <a:cubicBezTo>
                  <a:pt x="17" y="38"/>
                  <a:pt x="17" y="38"/>
                  <a:pt x="17" y="38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31"/>
                  <a:pt x="10" y="29"/>
                  <a:pt x="10" y="29"/>
                </a:cubicBezTo>
                <a:cubicBezTo>
                  <a:pt x="11" y="28"/>
                  <a:pt x="12" y="28"/>
                  <a:pt x="13" y="29"/>
                </a:cubicBezTo>
                <a:cubicBezTo>
                  <a:pt x="18" y="34"/>
                  <a:pt x="18" y="34"/>
                  <a:pt x="18" y="34"/>
                </a:cubicBezTo>
                <a:cubicBezTo>
                  <a:pt x="30" y="22"/>
                  <a:pt x="30" y="22"/>
                  <a:pt x="30" y="22"/>
                </a:cubicBezTo>
                <a:close/>
                <a:moveTo>
                  <a:pt x="26" y="6"/>
                </a:moveTo>
                <a:cubicBezTo>
                  <a:pt x="26" y="6"/>
                  <a:pt x="26" y="6"/>
                  <a:pt x="26" y="6"/>
                </a:cubicBezTo>
                <a:cubicBezTo>
                  <a:pt x="26" y="5"/>
                  <a:pt x="26" y="5"/>
                  <a:pt x="25" y="4"/>
                </a:cubicBezTo>
                <a:cubicBezTo>
                  <a:pt x="24" y="3"/>
                  <a:pt x="23" y="2"/>
                  <a:pt x="21" y="2"/>
                </a:cubicBezTo>
                <a:cubicBezTo>
                  <a:pt x="20" y="2"/>
                  <a:pt x="19" y="3"/>
                  <a:pt x="18" y="4"/>
                </a:cubicBezTo>
                <a:cubicBezTo>
                  <a:pt x="17" y="5"/>
                  <a:pt x="17" y="5"/>
                  <a:pt x="17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6" y="6"/>
                  <a:pt x="26" y="6"/>
                  <a:pt x="26" y="6"/>
                </a:cubicBezTo>
                <a:close/>
                <a:moveTo>
                  <a:pt x="36" y="12"/>
                </a:moveTo>
                <a:cubicBezTo>
                  <a:pt x="36" y="12"/>
                  <a:pt x="36" y="12"/>
                  <a:pt x="36" y="12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4"/>
                  <a:pt x="36" y="14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7" y="14"/>
                  <a:pt x="7" y="14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2"/>
                  <a:pt x="7" y="12"/>
                  <a:pt x="7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48"/>
                  <a:pt x="3" y="48"/>
                  <a:pt x="3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12"/>
                  <a:pt x="40" y="12"/>
                  <a:pt x="40" y="12"/>
                </a:cubicBezTo>
                <a:cubicBezTo>
                  <a:pt x="36" y="12"/>
                  <a:pt x="36" y="12"/>
                  <a:pt x="36" y="12"/>
                </a:cubicBezTo>
                <a:close/>
                <a:moveTo>
                  <a:pt x="21" y="8"/>
                </a:moveTo>
                <a:cubicBezTo>
                  <a:pt x="21" y="8"/>
                  <a:pt x="21" y="8"/>
                  <a:pt x="21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2"/>
                  <a:pt x="9" y="12"/>
                  <a:pt x="9" y="12"/>
                </a:cubicBezTo>
                <a:cubicBezTo>
                  <a:pt x="21" y="12"/>
                  <a:pt x="21" y="12"/>
                  <a:pt x="21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8"/>
                  <a:pt x="34" y="8"/>
                  <a:pt x="34" y="8"/>
                </a:cubicBezTo>
                <a:cubicBezTo>
                  <a:pt x="21" y="8"/>
                  <a:pt x="21" y="8"/>
                  <a:pt x="21" y="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92" name="Freeform 226">
            <a:extLst>
              <a:ext uri="{FF2B5EF4-FFF2-40B4-BE49-F238E27FC236}">
                <a16:creationId xmlns:a16="http://schemas.microsoft.com/office/drawing/2014/main" id="{E7BD63C4-3B24-C6CB-A14A-9BB240FB1C7A}"/>
              </a:ext>
            </a:extLst>
          </p:cNvPr>
          <p:cNvSpPr>
            <a:spLocks noEditPoints="1"/>
          </p:cNvSpPr>
          <p:nvPr/>
        </p:nvSpPr>
        <p:spPr bwMode="auto">
          <a:xfrm>
            <a:off x="6184301" y="4337499"/>
            <a:ext cx="215900" cy="198967"/>
          </a:xfrm>
          <a:custGeom>
            <a:avLst/>
            <a:gdLst>
              <a:gd name="T0" fmla="*/ 98425 w 51"/>
              <a:gd name="T1" fmla="*/ 3175 h 47"/>
              <a:gd name="T2" fmla="*/ 114300 w 51"/>
              <a:gd name="T3" fmla="*/ 9525 h 47"/>
              <a:gd name="T4" fmla="*/ 158750 w 51"/>
              <a:gd name="T5" fmla="*/ 57150 h 47"/>
              <a:gd name="T6" fmla="*/ 161925 w 51"/>
              <a:gd name="T7" fmla="*/ 136525 h 47"/>
              <a:gd name="T8" fmla="*/ 44450 w 51"/>
              <a:gd name="T9" fmla="*/ 149225 h 47"/>
              <a:gd name="T10" fmla="*/ 31750 w 51"/>
              <a:gd name="T11" fmla="*/ 120650 h 47"/>
              <a:gd name="T12" fmla="*/ 6350 w 51"/>
              <a:gd name="T13" fmla="*/ 53975 h 47"/>
              <a:gd name="T14" fmla="*/ 136525 w 51"/>
              <a:gd name="T15" fmla="*/ 63500 h 47"/>
              <a:gd name="T16" fmla="*/ 44450 w 51"/>
              <a:gd name="T17" fmla="*/ 63500 h 47"/>
              <a:gd name="T18" fmla="*/ 44450 w 51"/>
              <a:gd name="T19" fmla="*/ 63500 h 47"/>
              <a:gd name="T20" fmla="*/ 44450 w 51"/>
              <a:gd name="T21" fmla="*/ 63500 h 47"/>
              <a:gd name="T22" fmla="*/ 44450 w 51"/>
              <a:gd name="T23" fmla="*/ 63500 h 47"/>
              <a:gd name="T24" fmla="*/ 44450 w 51"/>
              <a:gd name="T25" fmla="*/ 63500 h 47"/>
              <a:gd name="T26" fmla="*/ 44450 w 51"/>
              <a:gd name="T27" fmla="*/ 66675 h 47"/>
              <a:gd name="T28" fmla="*/ 44450 w 51"/>
              <a:gd name="T29" fmla="*/ 120650 h 47"/>
              <a:gd name="T30" fmla="*/ 149225 w 51"/>
              <a:gd name="T31" fmla="*/ 136525 h 47"/>
              <a:gd name="T32" fmla="*/ 149225 w 51"/>
              <a:gd name="T33" fmla="*/ 63500 h 47"/>
              <a:gd name="T34" fmla="*/ 50800 w 51"/>
              <a:gd name="T35" fmla="*/ 82550 h 47"/>
              <a:gd name="T36" fmla="*/ 79375 w 51"/>
              <a:gd name="T37" fmla="*/ 85725 h 47"/>
              <a:gd name="T38" fmla="*/ 76200 w 51"/>
              <a:gd name="T39" fmla="*/ 114300 h 47"/>
              <a:gd name="T40" fmla="*/ 47625 w 51"/>
              <a:gd name="T41" fmla="*/ 111125 h 47"/>
              <a:gd name="T42" fmla="*/ 50800 w 51"/>
              <a:gd name="T43" fmla="*/ 82550 h 47"/>
              <a:gd name="T44" fmla="*/ 57150 w 51"/>
              <a:gd name="T45" fmla="*/ 88900 h 47"/>
              <a:gd name="T46" fmla="*/ 73025 w 51"/>
              <a:gd name="T47" fmla="*/ 88900 h 47"/>
              <a:gd name="T48" fmla="*/ 50800 w 51"/>
              <a:gd name="T49" fmla="*/ 120650 h 47"/>
              <a:gd name="T50" fmla="*/ 50800 w 51"/>
              <a:gd name="T51" fmla="*/ 136525 h 47"/>
              <a:gd name="T52" fmla="*/ 82550 w 51"/>
              <a:gd name="T53" fmla="*/ 123825 h 47"/>
              <a:gd name="T54" fmla="*/ 88900 w 51"/>
              <a:gd name="T55" fmla="*/ 123825 h 47"/>
              <a:gd name="T56" fmla="*/ 82550 w 51"/>
              <a:gd name="T57" fmla="*/ 130175 h 47"/>
              <a:gd name="T58" fmla="*/ 117475 w 51"/>
              <a:gd name="T59" fmla="*/ 123825 h 47"/>
              <a:gd name="T60" fmla="*/ 123825 w 51"/>
              <a:gd name="T61" fmla="*/ 130175 h 47"/>
              <a:gd name="T62" fmla="*/ 117475 w 51"/>
              <a:gd name="T63" fmla="*/ 123825 h 47"/>
              <a:gd name="T64" fmla="*/ 63500 w 51"/>
              <a:gd name="T65" fmla="*/ 120650 h 47"/>
              <a:gd name="T66" fmla="*/ 63500 w 51"/>
              <a:gd name="T67" fmla="*/ 136525 h 47"/>
              <a:gd name="T68" fmla="*/ 92075 w 51"/>
              <a:gd name="T69" fmla="*/ 123825 h 47"/>
              <a:gd name="T70" fmla="*/ 101600 w 51"/>
              <a:gd name="T71" fmla="*/ 123825 h 47"/>
              <a:gd name="T72" fmla="*/ 92075 w 51"/>
              <a:gd name="T73" fmla="*/ 130175 h 47"/>
              <a:gd name="T74" fmla="*/ 127000 w 51"/>
              <a:gd name="T75" fmla="*/ 123825 h 47"/>
              <a:gd name="T76" fmla="*/ 136525 w 51"/>
              <a:gd name="T77" fmla="*/ 130175 h 47"/>
              <a:gd name="T78" fmla="*/ 127000 w 51"/>
              <a:gd name="T79" fmla="*/ 123825 h 47"/>
              <a:gd name="T80" fmla="*/ 73025 w 51"/>
              <a:gd name="T81" fmla="*/ 120650 h 47"/>
              <a:gd name="T82" fmla="*/ 73025 w 51"/>
              <a:gd name="T83" fmla="*/ 136525 h 47"/>
              <a:gd name="T84" fmla="*/ 104775 w 51"/>
              <a:gd name="T85" fmla="*/ 123825 h 47"/>
              <a:gd name="T86" fmla="*/ 111125 w 51"/>
              <a:gd name="T87" fmla="*/ 123825 h 47"/>
              <a:gd name="T88" fmla="*/ 104775 w 51"/>
              <a:gd name="T89" fmla="*/ 130175 h 47"/>
              <a:gd name="T90" fmla="*/ 139700 w 51"/>
              <a:gd name="T91" fmla="*/ 123825 h 47"/>
              <a:gd name="T92" fmla="*/ 146050 w 51"/>
              <a:gd name="T93" fmla="*/ 130175 h 47"/>
              <a:gd name="T94" fmla="*/ 139700 w 51"/>
              <a:gd name="T95" fmla="*/ 123825 h 47"/>
              <a:gd name="T96" fmla="*/ 104775 w 51"/>
              <a:gd name="T97" fmla="*/ 12700 h 47"/>
              <a:gd name="T98" fmla="*/ 104775 w 51"/>
              <a:gd name="T99" fmla="*/ 12700 h 47"/>
              <a:gd name="T100" fmla="*/ 12700 w 51"/>
              <a:gd name="T101" fmla="*/ 66675 h 47"/>
              <a:gd name="T102" fmla="*/ 12700 w 51"/>
              <a:gd name="T103" fmla="*/ 66675 h 47"/>
              <a:gd name="T104" fmla="*/ 31750 w 51"/>
              <a:gd name="T105" fmla="*/ 66675 h 47"/>
              <a:gd name="T106" fmla="*/ 104775 w 51"/>
              <a:gd name="T107" fmla="*/ 12700 h 47"/>
              <a:gd name="T108" fmla="*/ 12700 w 51"/>
              <a:gd name="T109" fmla="*/ 66675 h 47"/>
              <a:gd name="T110" fmla="*/ 12700 w 51"/>
              <a:gd name="T111" fmla="*/ 66675 h 47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1" h="47">
                <a:moveTo>
                  <a:pt x="2" y="17"/>
                </a:moveTo>
                <a:cubicBezTo>
                  <a:pt x="31" y="1"/>
                  <a:pt x="31" y="1"/>
                  <a:pt x="31" y="1"/>
                </a:cubicBezTo>
                <a:cubicBezTo>
                  <a:pt x="31" y="1"/>
                  <a:pt x="31" y="1"/>
                  <a:pt x="31" y="1"/>
                </a:cubicBezTo>
                <a:cubicBezTo>
                  <a:pt x="32" y="0"/>
                  <a:pt x="33" y="0"/>
                  <a:pt x="34" y="1"/>
                </a:cubicBezTo>
                <a:cubicBezTo>
                  <a:pt x="35" y="1"/>
                  <a:pt x="35" y="1"/>
                  <a:pt x="36" y="2"/>
                </a:cubicBezTo>
                <a:cubicBezTo>
                  <a:pt x="36" y="2"/>
                  <a:pt x="36" y="2"/>
                  <a:pt x="36" y="3"/>
                </a:cubicBezTo>
                <a:cubicBezTo>
                  <a:pt x="44" y="16"/>
                  <a:pt x="44" y="16"/>
                  <a:pt x="44" y="16"/>
                </a:cubicBezTo>
                <a:cubicBezTo>
                  <a:pt x="47" y="16"/>
                  <a:pt x="47" y="16"/>
                  <a:pt x="47" y="16"/>
                </a:cubicBezTo>
                <a:cubicBezTo>
                  <a:pt x="48" y="16"/>
                  <a:pt x="49" y="17"/>
                  <a:pt x="50" y="18"/>
                </a:cubicBezTo>
                <a:cubicBezTo>
                  <a:pt x="50" y="18"/>
                  <a:pt x="50" y="18"/>
                  <a:pt x="50" y="18"/>
                </a:cubicBezTo>
                <a:cubicBezTo>
                  <a:pt x="50" y="18"/>
                  <a:pt x="51" y="19"/>
                  <a:pt x="51" y="21"/>
                </a:cubicBezTo>
                <a:cubicBezTo>
                  <a:pt x="51" y="43"/>
                  <a:pt x="51" y="43"/>
                  <a:pt x="51" y="43"/>
                </a:cubicBezTo>
                <a:cubicBezTo>
                  <a:pt x="51" y="44"/>
                  <a:pt x="50" y="45"/>
                  <a:pt x="50" y="46"/>
                </a:cubicBezTo>
                <a:cubicBezTo>
                  <a:pt x="49" y="47"/>
                  <a:pt x="48" y="47"/>
                  <a:pt x="47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13" y="47"/>
                  <a:pt x="12" y="47"/>
                  <a:pt x="11" y="46"/>
                </a:cubicBezTo>
                <a:cubicBezTo>
                  <a:pt x="10" y="45"/>
                  <a:pt x="10" y="44"/>
                  <a:pt x="10" y="43"/>
                </a:cubicBezTo>
                <a:cubicBezTo>
                  <a:pt x="10" y="38"/>
                  <a:pt x="10" y="38"/>
                  <a:pt x="10" y="38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2"/>
                  <a:pt x="0" y="21"/>
                  <a:pt x="1" y="20"/>
                </a:cubicBezTo>
                <a:cubicBezTo>
                  <a:pt x="1" y="19"/>
                  <a:pt x="1" y="18"/>
                  <a:pt x="2" y="17"/>
                </a:cubicBezTo>
                <a:cubicBezTo>
                  <a:pt x="2" y="17"/>
                  <a:pt x="2" y="17"/>
                  <a:pt x="2" y="17"/>
                </a:cubicBezTo>
                <a:close/>
                <a:moveTo>
                  <a:pt x="43" y="20"/>
                </a:moveTo>
                <a:cubicBezTo>
                  <a:pt x="43" y="20"/>
                  <a:pt x="43" y="20"/>
                  <a:pt x="43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43"/>
                  <a:pt x="14" y="43"/>
                  <a:pt x="14" y="43"/>
                </a:cubicBezTo>
                <a:cubicBezTo>
                  <a:pt x="14" y="43"/>
                  <a:pt x="14" y="43"/>
                  <a:pt x="14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21"/>
                  <a:pt x="47" y="21"/>
                  <a:pt x="47" y="21"/>
                </a:cubicBezTo>
                <a:cubicBezTo>
                  <a:pt x="47" y="20"/>
                  <a:pt x="47" y="20"/>
                  <a:pt x="47" y="20"/>
                </a:cubicBezTo>
                <a:cubicBezTo>
                  <a:pt x="43" y="20"/>
                  <a:pt x="43" y="20"/>
                  <a:pt x="43" y="20"/>
                </a:cubicBezTo>
                <a:close/>
                <a:moveTo>
                  <a:pt x="16" y="26"/>
                </a:moveTo>
                <a:cubicBezTo>
                  <a:pt x="16" y="26"/>
                  <a:pt x="16" y="26"/>
                  <a:pt x="16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5" y="27"/>
                  <a:pt x="25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5"/>
                  <a:pt x="24" y="36"/>
                  <a:pt x="24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6" y="26"/>
                  <a:pt x="16" y="26"/>
                </a:cubicBezTo>
                <a:close/>
                <a:moveTo>
                  <a:pt x="23" y="28"/>
                </a:moveTo>
                <a:cubicBezTo>
                  <a:pt x="23" y="28"/>
                  <a:pt x="23" y="28"/>
                  <a:pt x="23" y="28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34"/>
                  <a:pt x="18" y="34"/>
                  <a:pt x="18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23" y="28"/>
                  <a:pt x="23" y="28"/>
                  <a:pt x="23" y="28"/>
                </a:cubicBezTo>
                <a:close/>
                <a:moveTo>
                  <a:pt x="15" y="39"/>
                </a:moveTo>
                <a:cubicBezTo>
                  <a:pt x="15" y="39"/>
                  <a:pt x="15" y="39"/>
                  <a:pt x="15" y="39"/>
                </a:cubicBezTo>
                <a:cubicBezTo>
                  <a:pt x="15" y="39"/>
                  <a:pt x="16" y="38"/>
                  <a:pt x="16" y="38"/>
                </a:cubicBezTo>
                <a:cubicBezTo>
                  <a:pt x="17" y="38"/>
                  <a:pt x="18" y="39"/>
                  <a:pt x="18" y="39"/>
                </a:cubicBezTo>
                <a:cubicBezTo>
                  <a:pt x="18" y="41"/>
                  <a:pt x="18" y="41"/>
                  <a:pt x="18" y="41"/>
                </a:cubicBezTo>
                <a:cubicBezTo>
                  <a:pt x="18" y="42"/>
                  <a:pt x="17" y="43"/>
                  <a:pt x="16" y="43"/>
                </a:cubicBezTo>
                <a:cubicBezTo>
                  <a:pt x="16" y="43"/>
                  <a:pt x="15" y="42"/>
                  <a:pt x="15" y="41"/>
                </a:cubicBezTo>
                <a:cubicBezTo>
                  <a:pt x="15" y="39"/>
                  <a:pt x="15" y="39"/>
                  <a:pt x="15" y="39"/>
                </a:cubicBezTo>
                <a:close/>
                <a:moveTo>
                  <a:pt x="26" y="39"/>
                </a:moveTo>
                <a:cubicBezTo>
                  <a:pt x="26" y="39"/>
                  <a:pt x="26" y="39"/>
                  <a:pt x="26" y="39"/>
                </a:cubicBezTo>
                <a:cubicBezTo>
                  <a:pt x="26" y="39"/>
                  <a:pt x="27" y="38"/>
                  <a:pt x="27" y="38"/>
                </a:cubicBezTo>
                <a:cubicBezTo>
                  <a:pt x="28" y="38"/>
                  <a:pt x="28" y="39"/>
                  <a:pt x="28" y="39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2"/>
                  <a:pt x="28" y="43"/>
                  <a:pt x="27" y="43"/>
                </a:cubicBezTo>
                <a:cubicBezTo>
                  <a:pt x="27" y="43"/>
                  <a:pt x="26" y="42"/>
                  <a:pt x="26" y="41"/>
                </a:cubicBezTo>
                <a:cubicBezTo>
                  <a:pt x="26" y="39"/>
                  <a:pt x="26" y="39"/>
                  <a:pt x="26" y="39"/>
                </a:cubicBezTo>
                <a:close/>
                <a:moveTo>
                  <a:pt x="37" y="39"/>
                </a:moveTo>
                <a:cubicBezTo>
                  <a:pt x="37" y="39"/>
                  <a:pt x="37" y="39"/>
                  <a:pt x="37" y="39"/>
                </a:cubicBezTo>
                <a:cubicBezTo>
                  <a:pt x="37" y="39"/>
                  <a:pt x="38" y="38"/>
                  <a:pt x="38" y="38"/>
                </a:cubicBezTo>
                <a:cubicBezTo>
                  <a:pt x="39" y="38"/>
                  <a:pt x="39" y="39"/>
                  <a:pt x="39" y="39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2"/>
                  <a:pt x="39" y="43"/>
                  <a:pt x="38" y="43"/>
                </a:cubicBezTo>
                <a:cubicBezTo>
                  <a:pt x="38" y="43"/>
                  <a:pt x="37" y="42"/>
                  <a:pt x="37" y="41"/>
                </a:cubicBezTo>
                <a:cubicBezTo>
                  <a:pt x="37" y="39"/>
                  <a:pt x="37" y="39"/>
                  <a:pt x="37" y="39"/>
                </a:cubicBezTo>
                <a:close/>
                <a:moveTo>
                  <a:pt x="18" y="39"/>
                </a:moveTo>
                <a:cubicBezTo>
                  <a:pt x="18" y="39"/>
                  <a:pt x="18" y="39"/>
                  <a:pt x="18" y="39"/>
                </a:cubicBezTo>
                <a:cubicBezTo>
                  <a:pt x="18" y="39"/>
                  <a:pt x="19" y="38"/>
                  <a:pt x="20" y="38"/>
                </a:cubicBezTo>
                <a:cubicBezTo>
                  <a:pt x="20" y="38"/>
                  <a:pt x="21" y="39"/>
                  <a:pt x="21" y="39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2"/>
                  <a:pt x="20" y="43"/>
                  <a:pt x="20" y="43"/>
                </a:cubicBezTo>
                <a:cubicBezTo>
                  <a:pt x="19" y="43"/>
                  <a:pt x="18" y="42"/>
                  <a:pt x="18" y="41"/>
                </a:cubicBezTo>
                <a:cubicBezTo>
                  <a:pt x="18" y="39"/>
                  <a:pt x="18" y="39"/>
                  <a:pt x="18" y="39"/>
                </a:cubicBezTo>
                <a:close/>
                <a:moveTo>
                  <a:pt x="29" y="39"/>
                </a:moveTo>
                <a:cubicBezTo>
                  <a:pt x="29" y="39"/>
                  <a:pt x="29" y="39"/>
                  <a:pt x="29" y="39"/>
                </a:cubicBezTo>
                <a:cubicBezTo>
                  <a:pt x="29" y="39"/>
                  <a:pt x="30" y="38"/>
                  <a:pt x="31" y="38"/>
                </a:cubicBezTo>
                <a:cubicBezTo>
                  <a:pt x="31" y="38"/>
                  <a:pt x="32" y="39"/>
                  <a:pt x="32" y="39"/>
                </a:cubicBezTo>
                <a:cubicBezTo>
                  <a:pt x="32" y="41"/>
                  <a:pt x="32" y="41"/>
                  <a:pt x="32" y="41"/>
                </a:cubicBezTo>
                <a:cubicBezTo>
                  <a:pt x="32" y="42"/>
                  <a:pt x="31" y="43"/>
                  <a:pt x="31" y="43"/>
                </a:cubicBezTo>
                <a:cubicBezTo>
                  <a:pt x="30" y="43"/>
                  <a:pt x="29" y="42"/>
                  <a:pt x="29" y="41"/>
                </a:cubicBezTo>
                <a:cubicBezTo>
                  <a:pt x="29" y="39"/>
                  <a:pt x="29" y="39"/>
                  <a:pt x="29" y="39"/>
                </a:cubicBezTo>
                <a:close/>
                <a:moveTo>
                  <a:pt x="40" y="39"/>
                </a:moveTo>
                <a:cubicBezTo>
                  <a:pt x="40" y="39"/>
                  <a:pt x="40" y="39"/>
                  <a:pt x="40" y="39"/>
                </a:cubicBezTo>
                <a:cubicBezTo>
                  <a:pt x="40" y="39"/>
                  <a:pt x="41" y="38"/>
                  <a:pt x="42" y="38"/>
                </a:cubicBezTo>
                <a:cubicBezTo>
                  <a:pt x="42" y="38"/>
                  <a:pt x="43" y="39"/>
                  <a:pt x="43" y="39"/>
                </a:cubicBezTo>
                <a:cubicBezTo>
                  <a:pt x="43" y="41"/>
                  <a:pt x="43" y="41"/>
                  <a:pt x="43" y="41"/>
                </a:cubicBezTo>
                <a:cubicBezTo>
                  <a:pt x="43" y="42"/>
                  <a:pt x="42" y="43"/>
                  <a:pt x="42" y="43"/>
                </a:cubicBezTo>
                <a:cubicBezTo>
                  <a:pt x="41" y="43"/>
                  <a:pt x="40" y="42"/>
                  <a:pt x="40" y="41"/>
                </a:cubicBezTo>
                <a:cubicBezTo>
                  <a:pt x="40" y="39"/>
                  <a:pt x="40" y="39"/>
                  <a:pt x="40" y="39"/>
                </a:cubicBezTo>
                <a:close/>
                <a:moveTo>
                  <a:pt x="22" y="39"/>
                </a:move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8"/>
                  <a:pt x="23" y="38"/>
                </a:cubicBezTo>
                <a:cubicBezTo>
                  <a:pt x="23" y="38"/>
                  <a:pt x="24" y="39"/>
                  <a:pt x="24" y="39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42"/>
                  <a:pt x="23" y="43"/>
                  <a:pt x="23" y="43"/>
                </a:cubicBezTo>
                <a:cubicBezTo>
                  <a:pt x="22" y="43"/>
                  <a:pt x="22" y="42"/>
                  <a:pt x="22" y="41"/>
                </a:cubicBezTo>
                <a:cubicBezTo>
                  <a:pt x="22" y="39"/>
                  <a:pt x="22" y="39"/>
                  <a:pt x="22" y="39"/>
                </a:cubicBezTo>
                <a:close/>
                <a:moveTo>
                  <a:pt x="33" y="39"/>
                </a:move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8"/>
                  <a:pt x="34" y="38"/>
                </a:cubicBezTo>
                <a:cubicBezTo>
                  <a:pt x="34" y="38"/>
                  <a:pt x="35" y="39"/>
                  <a:pt x="35" y="39"/>
                </a:cubicBezTo>
                <a:cubicBezTo>
                  <a:pt x="35" y="41"/>
                  <a:pt x="35" y="41"/>
                  <a:pt x="35" y="41"/>
                </a:cubicBezTo>
                <a:cubicBezTo>
                  <a:pt x="35" y="42"/>
                  <a:pt x="34" y="43"/>
                  <a:pt x="34" y="43"/>
                </a:cubicBezTo>
                <a:cubicBezTo>
                  <a:pt x="33" y="43"/>
                  <a:pt x="33" y="42"/>
                  <a:pt x="33" y="41"/>
                </a:cubicBezTo>
                <a:cubicBezTo>
                  <a:pt x="33" y="39"/>
                  <a:pt x="33" y="39"/>
                  <a:pt x="33" y="39"/>
                </a:cubicBezTo>
                <a:close/>
                <a:moveTo>
                  <a:pt x="44" y="39"/>
                </a:moveTo>
                <a:cubicBezTo>
                  <a:pt x="44" y="39"/>
                  <a:pt x="44" y="39"/>
                  <a:pt x="44" y="39"/>
                </a:cubicBezTo>
                <a:cubicBezTo>
                  <a:pt x="44" y="39"/>
                  <a:pt x="44" y="38"/>
                  <a:pt x="45" y="38"/>
                </a:cubicBezTo>
                <a:cubicBezTo>
                  <a:pt x="45" y="38"/>
                  <a:pt x="46" y="39"/>
                  <a:pt x="46" y="39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2"/>
                  <a:pt x="45" y="43"/>
                  <a:pt x="45" y="43"/>
                </a:cubicBezTo>
                <a:cubicBezTo>
                  <a:pt x="44" y="43"/>
                  <a:pt x="44" y="42"/>
                  <a:pt x="44" y="41"/>
                </a:cubicBezTo>
                <a:cubicBezTo>
                  <a:pt x="44" y="39"/>
                  <a:pt x="44" y="39"/>
                  <a:pt x="44" y="39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18"/>
                  <a:pt x="12" y="16"/>
                  <a:pt x="14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lose/>
                <a:moveTo>
                  <a:pt x="4" y="21"/>
                </a:move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4" y="21"/>
                  <a:pt x="4" y="21"/>
                  <a:pt x="4" y="2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93" name="Freeform 227">
            <a:extLst>
              <a:ext uri="{FF2B5EF4-FFF2-40B4-BE49-F238E27FC236}">
                <a16:creationId xmlns:a16="http://schemas.microsoft.com/office/drawing/2014/main" id="{BA50C8D8-8212-2A67-9395-51FF1434E8B2}"/>
              </a:ext>
            </a:extLst>
          </p:cNvPr>
          <p:cNvSpPr>
            <a:spLocks noEditPoints="1"/>
          </p:cNvSpPr>
          <p:nvPr/>
        </p:nvSpPr>
        <p:spPr bwMode="auto">
          <a:xfrm>
            <a:off x="8068134" y="4345965"/>
            <a:ext cx="169333" cy="190500"/>
          </a:xfrm>
          <a:custGeom>
            <a:avLst/>
            <a:gdLst>
              <a:gd name="T0" fmla="*/ 15875 w 40"/>
              <a:gd name="T1" fmla="*/ 104775 h 45"/>
              <a:gd name="T2" fmla="*/ 12700 w 40"/>
              <a:gd name="T3" fmla="*/ 95250 h 45"/>
              <a:gd name="T4" fmla="*/ 3175 w 40"/>
              <a:gd name="T5" fmla="*/ 88900 h 45"/>
              <a:gd name="T6" fmla="*/ 0 w 40"/>
              <a:gd name="T7" fmla="*/ 79375 h 45"/>
              <a:gd name="T8" fmla="*/ 3175 w 40"/>
              <a:gd name="T9" fmla="*/ 69850 h 45"/>
              <a:gd name="T10" fmla="*/ 3175 w 40"/>
              <a:gd name="T11" fmla="*/ 47625 h 45"/>
              <a:gd name="T12" fmla="*/ 19050 w 40"/>
              <a:gd name="T13" fmla="*/ 12700 h 45"/>
              <a:gd name="T14" fmla="*/ 50800 w 40"/>
              <a:gd name="T15" fmla="*/ 0 h 45"/>
              <a:gd name="T16" fmla="*/ 107950 w 40"/>
              <a:gd name="T17" fmla="*/ 12700 h 45"/>
              <a:gd name="T18" fmla="*/ 107950 w 40"/>
              <a:gd name="T19" fmla="*/ 12700 h 45"/>
              <a:gd name="T20" fmla="*/ 120650 w 40"/>
              <a:gd name="T21" fmla="*/ 66675 h 45"/>
              <a:gd name="T22" fmla="*/ 127000 w 40"/>
              <a:gd name="T23" fmla="*/ 79375 h 45"/>
              <a:gd name="T24" fmla="*/ 123825 w 40"/>
              <a:gd name="T25" fmla="*/ 88900 h 45"/>
              <a:gd name="T26" fmla="*/ 114300 w 40"/>
              <a:gd name="T27" fmla="*/ 95250 h 45"/>
              <a:gd name="T28" fmla="*/ 107950 w 40"/>
              <a:gd name="T29" fmla="*/ 104775 h 45"/>
              <a:gd name="T30" fmla="*/ 38100 w 40"/>
              <a:gd name="T31" fmla="*/ 130175 h 45"/>
              <a:gd name="T32" fmla="*/ 92075 w 40"/>
              <a:gd name="T33" fmla="*/ 50800 h 45"/>
              <a:gd name="T34" fmla="*/ 111125 w 40"/>
              <a:gd name="T35" fmla="*/ 47625 h 45"/>
              <a:gd name="T36" fmla="*/ 98425 w 40"/>
              <a:gd name="T37" fmla="*/ 22225 h 45"/>
              <a:gd name="T38" fmla="*/ 50800 w 40"/>
              <a:gd name="T39" fmla="*/ 12700 h 45"/>
              <a:gd name="T40" fmla="*/ 25400 w 40"/>
              <a:gd name="T41" fmla="*/ 22225 h 45"/>
              <a:gd name="T42" fmla="*/ 15875 w 40"/>
              <a:gd name="T43" fmla="*/ 47625 h 45"/>
              <a:gd name="T44" fmla="*/ 34925 w 40"/>
              <a:gd name="T45" fmla="*/ 50800 h 45"/>
              <a:gd name="T46" fmla="*/ 114300 w 40"/>
              <a:gd name="T47" fmla="*/ 73025 h 45"/>
              <a:gd name="T48" fmla="*/ 101600 w 40"/>
              <a:gd name="T49" fmla="*/ 88900 h 45"/>
              <a:gd name="T50" fmla="*/ 28575 w 40"/>
              <a:gd name="T51" fmla="*/ 92075 h 45"/>
              <a:gd name="T52" fmla="*/ 25400 w 40"/>
              <a:gd name="T53" fmla="*/ 92075 h 45"/>
              <a:gd name="T54" fmla="*/ 9525 w 40"/>
              <a:gd name="T55" fmla="*/ 73025 h 45"/>
              <a:gd name="T56" fmla="*/ 9525 w 40"/>
              <a:gd name="T57" fmla="*/ 73025 h 45"/>
              <a:gd name="T58" fmla="*/ 9525 w 40"/>
              <a:gd name="T59" fmla="*/ 73025 h 45"/>
              <a:gd name="T60" fmla="*/ 6350 w 40"/>
              <a:gd name="T61" fmla="*/ 79375 h 45"/>
              <a:gd name="T62" fmla="*/ 9525 w 40"/>
              <a:gd name="T63" fmla="*/ 85725 h 45"/>
              <a:gd name="T64" fmla="*/ 12700 w 40"/>
              <a:gd name="T65" fmla="*/ 88900 h 45"/>
              <a:gd name="T66" fmla="*/ 12700 w 40"/>
              <a:gd name="T67" fmla="*/ 85725 h 45"/>
              <a:gd name="T68" fmla="*/ 22225 w 40"/>
              <a:gd name="T69" fmla="*/ 101600 h 45"/>
              <a:gd name="T70" fmla="*/ 85725 w 40"/>
              <a:gd name="T71" fmla="*/ 123825 h 45"/>
              <a:gd name="T72" fmla="*/ 101600 w 40"/>
              <a:gd name="T73" fmla="*/ 101600 h 45"/>
              <a:gd name="T74" fmla="*/ 111125 w 40"/>
              <a:gd name="T75" fmla="*/ 85725 h 45"/>
              <a:gd name="T76" fmla="*/ 114300 w 40"/>
              <a:gd name="T77" fmla="*/ 88900 h 45"/>
              <a:gd name="T78" fmla="*/ 117475 w 40"/>
              <a:gd name="T79" fmla="*/ 85725 h 45"/>
              <a:gd name="T80" fmla="*/ 117475 w 40"/>
              <a:gd name="T81" fmla="*/ 73025 h 45"/>
              <a:gd name="T82" fmla="*/ 117475 w 40"/>
              <a:gd name="T83" fmla="*/ 73025 h 45"/>
              <a:gd name="T84" fmla="*/ 114300 w 40"/>
              <a:gd name="T85" fmla="*/ 73025 h 45"/>
              <a:gd name="T86" fmla="*/ 88900 w 40"/>
              <a:gd name="T87" fmla="*/ 60325 h 45"/>
              <a:gd name="T88" fmla="*/ 34925 w 40"/>
              <a:gd name="T89" fmla="*/ 60325 h 45"/>
              <a:gd name="T90" fmla="*/ 28575 w 40"/>
              <a:gd name="T91" fmla="*/ 82550 h 45"/>
              <a:gd name="T92" fmla="*/ 111125 w 40"/>
              <a:gd name="T93" fmla="*/ 66675 h 45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0" h="45">
                <a:moveTo>
                  <a:pt x="12" y="41"/>
                </a:moveTo>
                <a:cubicBezTo>
                  <a:pt x="9" y="39"/>
                  <a:pt x="7" y="36"/>
                  <a:pt x="5" y="33"/>
                </a:cubicBezTo>
                <a:cubicBezTo>
                  <a:pt x="5" y="33"/>
                  <a:pt x="5" y="33"/>
                  <a:pt x="5" y="33"/>
                </a:cubicBezTo>
                <a:cubicBezTo>
                  <a:pt x="5" y="32"/>
                  <a:pt x="4" y="31"/>
                  <a:pt x="4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3" y="30"/>
                  <a:pt x="2" y="29"/>
                  <a:pt x="1" y="28"/>
                </a:cubicBezTo>
                <a:cubicBezTo>
                  <a:pt x="1" y="28"/>
                  <a:pt x="1" y="28"/>
                  <a:pt x="1" y="28"/>
                </a:cubicBezTo>
                <a:cubicBezTo>
                  <a:pt x="0" y="28"/>
                  <a:pt x="0" y="26"/>
                  <a:pt x="0" y="25"/>
                </a:cubicBezTo>
                <a:cubicBezTo>
                  <a:pt x="0" y="24"/>
                  <a:pt x="0" y="23"/>
                  <a:pt x="1" y="22"/>
                </a:cubicBezTo>
                <a:cubicBezTo>
                  <a:pt x="1" y="22"/>
                  <a:pt x="1" y="22"/>
                  <a:pt x="1" y="22"/>
                </a:cubicBezTo>
                <a:cubicBezTo>
                  <a:pt x="1" y="22"/>
                  <a:pt x="1" y="21"/>
                  <a:pt x="1" y="21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1"/>
                  <a:pt x="3" y="7"/>
                  <a:pt x="6" y="4"/>
                </a:cubicBezTo>
                <a:cubicBezTo>
                  <a:pt x="8" y="2"/>
                  <a:pt x="12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8" y="0"/>
                  <a:pt x="31" y="2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7" y="7"/>
                  <a:pt x="38" y="11"/>
                  <a:pt x="38" y="15"/>
                </a:cubicBezTo>
                <a:cubicBezTo>
                  <a:pt x="38" y="21"/>
                  <a:pt x="38" y="21"/>
                  <a:pt x="38" y="21"/>
                </a:cubicBezTo>
                <a:cubicBezTo>
                  <a:pt x="38" y="21"/>
                  <a:pt x="39" y="22"/>
                  <a:pt x="39" y="22"/>
                </a:cubicBezTo>
                <a:cubicBezTo>
                  <a:pt x="39" y="23"/>
                  <a:pt x="40" y="24"/>
                  <a:pt x="40" y="25"/>
                </a:cubicBezTo>
                <a:cubicBezTo>
                  <a:pt x="40" y="26"/>
                  <a:pt x="39" y="28"/>
                  <a:pt x="39" y="28"/>
                </a:cubicBezTo>
                <a:cubicBezTo>
                  <a:pt x="39" y="28"/>
                  <a:pt x="39" y="28"/>
                  <a:pt x="39" y="28"/>
                </a:cubicBezTo>
                <a:cubicBezTo>
                  <a:pt x="38" y="29"/>
                  <a:pt x="37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5" y="31"/>
                  <a:pt x="35" y="32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3" y="36"/>
                  <a:pt x="31" y="39"/>
                  <a:pt x="28" y="41"/>
                </a:cubicBezTo>
                <a:cubicBezTo>
                  <a:pt x="23" y="45"/>
                  <a:pt x="17" y="45"/>
                  <a:pt x="12" y="41"/>
                </a:cubicBezTo>
                <a:close/>
                <a:moveTo>
                  <a:pt x="29" y="16"/>
                </a:moveTo>
                <a:cubicBezTo>
                  <a:pt x="29" y="16"/>
                  <a:pt x="29" y="16"/>
                  <a:pt x="29" y="16"/>
                </a:cubicBezTo>
                <a:cubicBezTo>
                  <a:pt x="31" y="17"/>
                  <a:pt x="33" y="18"/>
                  <a:pt x="35" y="18"/>
                </a:cubicBezTo>
                <a:cubicBezTo>
                  <a:pt x="35" y="15"/>
                  <a:pt x="35" y="15"/>
                  <a:pt x="35" y="15"/>
                </a:cubicBezTo>
                <a:cubicBezTo>
                  <a:pt x="35" y="12"/>
                  <a:pt x="33" y="9"/>
                  <a:pt x="31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29" y="5"/>
                  <a:pt x="27" y="4"/>
                  <a:pt x="24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3" y="4"/>
                  <a:pt x="10" y="5"/>
                  <a:pt x="8" y="7"/>
                </a:cubicBezTo>
                <a:cubicBezTo>
                  <a:pt x="6" y="9"/>
                  <a:pt x="5" y="12"/>
                  <a:pt x="5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8"/>
                  <a:pt x="5" y="18"/>
                  <a:pt x="5" y="18"/>
                </a:cubicBezTo>
                <a:cubicBezTo>
                  <a:pt x="7" y="18"/>
                  <a:pt x="9" y="17"/>
                  <a:pt x="11" y="16"/>
                </a:cubicBezTo>
                <a:cubicBezTo>
                  <a:pt x="17" y="15"/>
                  <a:pt x="23" y="15"/>
                  <a:pt x="29" y="16"/>
                </a:cubicBezTo>
                <a:close/>
                <a:moveTo>
                  <a:pt x="36" y="23"/>
                </a:moveTo>
                <a:cubicBezTo>
                  <a:pt x="36" y="23"/>
                  <a:pt x="36" y="23"/>
                  <a:pt x="36" y="23"/>
                </a:cubicBezTo>
                <a:cubicBezTo>
                  <a:pt x="32" y="28"/>
                  <a:pt x="32" y="28"/>
                  <a:pt x="32" y="28"/>
                </a:cubicBezTo>
                <a:cubicBezTo>
                  <a:pt x="32" y="29"/>
                  <a:pt x="31" y="29"/>
                  <a:pt x="30" y="29"/>
                </a:cubicBezTo>
                <a:cubicBezTo>
                  <a:pt x="23" y="24"/>
                  <a:pt x="16" y="24"/>
                  <a:pt x="9" y="29"/>
                </a:cubicBezTo>
                <a:cubicBezTo>
                  <a:pt x="9" y="29"/>
                  <a:pt x="9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7" y="28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2" y="23"/>
                  <a:pt x="2" y="24"/>
                  <a:pt x="2" y="25"/>
                </a:cubicBezTo>
                <a:cubicBezTo>
                  <a:pt x="2" y="26"/>
                  <a:pt x="2" y="27"/>
                  <a:pt x="3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8"/>
                  <a:pt x="3" y="28"/>
                  <a:pt x="4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4" y="28"/>
                  <a:pt x="4" y="28"/>
                  <a:pt x="4" y="27"/>
                </a:cubicBezTo>
                <a:cubicBezTo>
                  <a:pt x="5" y="27"/>
                  <a:pt x="6" y="28"/>
                  <a:pt x="6" y="28"/>
                </a:cubicBezTo>
                <a:cubicBezTo>
                  <a:pt x="6" y="30"/>
                  <a:pt x="7" y="31"/>
                  <a:pt x="7" y="32"/>
                </a:cubicBezTo>
                <a:cubicBezTo>
                  <a:pt x="9" y="34"/>
                  <a:pt x="11" y="37"/>
                  <a:pt x="13" y="39"/>
                </a:cubicBezTo>
                <a:cubicBezTo>
                  <a:pt x="17" y="42"/>
                  <a:pt x="22" y="42"/>
                  <a:pt x="27" y="39"/>
                </a:cubicBezTo>
                <a:cubicBezTo>
                  <a:pt x="29" y="37"/>
                  <a:pt x="31" y="34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3" y="31"/>
                  <a:pt x="33" y="30"/>
                  <a:pt x="34" y="28"/>
                </a:cubicBezTo>
                <a:cubicBezTo>
                  <a:pt x="34" y="28"/>
                  <a:pt x="35" y="27"/>
                  <a:pt x="35" y="27"/>
                </a:cubicBezTo>
                <a:cubicBezTo>
                  <a:pt x="35" y="28"/>
                  <a:pt x="35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7" y="27"/>
                </a:cubicBezTo>
                <a:cubicBezTo>
                  <a:pt x="37" y="27"/>
                  <a:pt x="37" y="26"/>
                  <a:pt x="37" y="25"/>
                </a:cubicBezTo>
                <a:cubicBezTo>
                  <a:pt x="37" y="24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6" y="23"/>
                  <a:pt x="36" y="23"/>
                  <a:pt x="36" y="23"/>
                </a:cubicBezTo>
                <a:close/>
                <a:moveTo>
                  <a:pt x="28" y="19"/>
                </a:moveTo>
                <a:cubicBezTo>
                  <a:pt x="28" y="19"/>
                  <a:pt x="28" y="19"/>
                  <a:pt x="28" y="19"/>
                </a:cubicBezTo>
                <a:cubicBezTo>
                  <a:pt x="23" y="17"/>
                  <a:pt x="17" y="17"/>
                  <a:pt x="11" y="19"/>
                </a:cubicBezTo>
                <a:cubicBezTo>
                  <a:pt x="9" y="19"/>
                  <a:pt x="7" y="20"/>
                  <a:pt x="5" y="21"/>
                </a:cubicBezTo>
                <a:cubicBezTo>
                  <a:pt x="9" y="26"/>
                  <a:pt x="9" y="26"/>
                  <a:pt x="9" y="26"/>
                </a:cubicBezTo>
                <a:cubicBezTo>
                  <a:pt x="16" y="22"/>
                  <a:pt x="23" y="22"/>
                  <a:pt x="31" y="26"/>
                </a:cubicBezTo>
                <a:cubicBezTo>
                  <a:pt x="35" y="21"/>
                  <a:pt x="35" y="21"/>
                  <a:pt x="35" y="21"/>
                </a:cubicBezTo>
                <a:cubicBezTo>
                  <a:pt x="33" y="20"/>
                  <a:pt x="30" y="19"/>
                  <a:pt x="28" y="1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94" name="Freeform 228">
            <a:extLst>
              <a:ext uri="{FF2B5EF4-FFF2-40B4-BE49-F238E27FC236}">
                <a16:creationId xmlns:a16="http://schemas.microsoft.com/office/drawing/2014/main" id="{9818D416-B8A5-ECAE-131B-7B4F19BAC891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3442148"/>
            <a:ext cx="211667" cy="198967"/>
          </a:xfrm>
          <a:custGeom>
            <a:avLst/>
            <a:gdLst>
              <a:gd name="T0" fmla="*/ 123825 w 50"/>
              <a:gd name="T1" fmla="*/ 82550 h 47"/>
              <a:gd name="T2" fmla="*/ 130175 w 50"/>
              <a:gd name="T3" fmla="*/ 76200 h 47"/>
              <a:gd name="T4" fmla="*/ 136525 w 50"/>
              <a:gd name="T5" fmla="*/ 82550 h 47"/>
              <a:gd name="T6" fmla="*/ 136525 w 50"/>
              <a:gd name="T7" fmla="*/ 142875 h 47"/>
              <a:gd name="T8" fmla="*/ 130175 w 50"/>
              <a:gd name="T9" fmla="*/ 149225 h 47"/>
              <a:gd name="T10" fmla="*/ 130175 w 50"/>
              <a:gd name="T11" fmla="*/ 149225 h 47"/>
              <a:gd name="T12" fmla="*/ 28575 w 50"/>
              <a:gd name="T13" fmla="*/ 149225 h 47"/>
              <a:gd name="T14" fmla="*/ 22225 w 50"/>
              <a:gd name="T15" fmla="*/ 142875 h 47"/>
              <a:gd name="T16" fmla="*/ 22225 w 50"/>
              <a:gd name="T17" fmla="*/ 142875 h 47"/>
              <a:gd name="T18" fmla="*/ 22225 w 50"/>
              <a:gd name="T19" fmla="*/ 82550 h 47"/>
              <a:gd name="T20" fmla="*/ 28575 w 50"/>
              <a:gd name="T21" fmla="*/ 76200 h 47"/>
              <a:gd name="T22" fmla="*/ 34925 w 50"/>
              <a:gd name="T23" fmla="*/ 82550 h 47"/>
              <a:gd name="T24" fmla="*/ 34925 w 50"/>
              <a:gd name="T25" fmla="*/ 136525 h 47"/>
              <a:gd name="T26" fmla="*/ 53975 w 50"/>
              <a:gd name="T27" fmla="*/ 136525 h 47"/>
              <a:gd name="T28" fmla="*/ 53975 w 50"/>
              <a:gd name="T29" fmla="*/ 76200 h 47"/>
              <a:gd name="T30" fmla="*/ 57150 w 50"/>
              <a:gd name="T31" fmla="*/ 73025 h 47"/>
              <a:gd name="T32" fmla="*/ 57150 w 50"/>
              <a:gd name="T33" fmla="*/ 73025 h 47"/>
              <a:gd name="T34" fmla="*/ 101600 w 50"/>
              <a:gd name="T35" fmla="*/ 73025 h 47"/>
              <a:gd name="T36" fmla="*/ 104775 w 50"/>
              <a:gd name="T37" fmla="*/ 76200 h 47"/>
              <a:gd name="T38" fmla="*/ 104775 w 50"/>
              <a:gd name="T39" fmla="*/ 76200 h 47"/>
              <a:gd name="T40" fmla="*/ 104775 w 50"/>
              <a:gd name="T41" fmla="*/ 136525 h 47"/>
              <a:gd name="T42" fmla="*/ 123825 w 50"/>
              <a:gd name="T43" fmla="*/ 136525 h 47"/>
              <a:gd name="T44" fmla="*/ 123825 w 50"/>
              <a:gd name="T45" fmla="*/ 82550 h 47"/>
              <a:gd name="T46" fmla="*/ 63500 w 50"/>
              <a:gd name="T47" fmla="*/ 136525 h 47"/>
              <a:gd name="T48" fmla="*/ 63500 w 50"/>
              <a:gd name="T49" fmla="*/ 136525 h 47"/>
              <a:gd name="T50" fmla="*/ 98425 w 50"/>
              <a:gd name="T51" fmla="*/ 136525 h 47"/>
              <a:gd name="T52" fmla="*/ 98425 w 50"/>
              <a:gd name="T53" fmla="*/ 79375 h 47"/>
              <a:gd name="T54" fmla="*/ 63500 w 50"/>
              <a:gd name="T55" fmla="*/ 79375 h 47"/>
              <a:gd name="T56" fmla="*/ 63500 w 50"/>
              <a:gd name="T57" fmla="*/ 136525 h 47"/>
              <a:gd name="T58" fmla="*/ 9525 w 50"/>
              <a:gd name="T59" fmla="*/ 85725 h 47"/>
              <a:gd name="T60" fmla="*/ 9525 w 50"/>
              <a:gd name="T61" fmla="*/ 85725 h 47"/>
              <a:gd name="T62" fmla="*/ 3175 w 50"/>
              <a:gd name="T63" fmla="*/ 85725 h 47"/>
              <a:gd name="T64" fmla="*/ 3175 w 50"/>
              <a:gd name="T65" fmla="*/ 76200 h 47"/>
              <a:gd name="T66" fmla="*/ 76200 w 50"/>
              <a:gd name="T67" fmla="*/ 3175 h 47"/>
              <a:gd name="T68" fmla="*/ 82550 w 50"/>
              <a:gd name="T69" fmla="*/ 3175 h 47"/>
              <a:gd name="T70" fmla="*/ 82550 w 50"/>
              <a:gd name="T71" fmla="*/ 3175 h 47"/>
              <a:gd name="T72" fmla="*/ 158750 w 50"/>
              <a:gd name="T73" fmla="*/ 76200 h 47"/>
              <a:gd name="T74" fmla="*/ 158750 w 50"/>
              <a:gd name="T75" fmla="*/ 85725 h 47"/>
              <a:gd name="T76" fmla="*/ 149225 w 50"/>
              <a:gd name="T77" fmla="*/ 85725 h 47"/>
              <a:gd name="T78" fmla="*/ 79375 w 50"/>
              <a:gd name="T79" fmla="*/ 15875 h 47"/>
              <a:gd name="T80" fmla="*/ 9525 w 50"/>
              <a:gd name="T81" fmla="*/ 85725 h 4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0" h="47">
                <a:moveTo>
                  <a:pt x="39" y="26"/>
                </a:moveTo>
                <a:cubicBezTo>
                  <a:pt x="39" y="25"/>
                  <a:pt x="40" y="24"/>
                  <a:pt x="41" y="24"/>
                </a:cubicBezTo>
                <a:cubicBezTo>
                  <a:pt x="42" y="24"/>
                  <a:pt x="43" y="25"/>
                  <a:pt x="43" y="26"/>
                </a:cubicBezTo>
                <a:cubicBezTo>
                  <a:pt x="43" y="45"/>
                  <a:pt x="43" y="45"/>
                  <a:pt x="43" y="45"/>
                </a:cubicBezTo>
                <a:cubicBezTo>
                  <a:pt x="43" y="46"/>
                  <a:pt x="42" y="47"/>
                  <a:pt x="41" y="47"/>
                </a:cubicBezTo>
                <a:cubicBezTo>
                  <a:pt x="41" y="47"/>
                  <a:pt x="41" y="47"/>
                  <a:pt x="41" y="47"/>
                </a:cubicBezTo>
                <a:cubicBezTo>
                  <a:pt x="9" y="47"/>
                  <a:pt x="9" y="47"/>
                  <a:pt x="9" y="47"/>
                </a:cubicBezTo>
                <a:cubicBezTo>
                  <a:pt x="8" y="47"/>
                  <a:pt x="7" y="46"/>
                  <a:pt x="7" y="45"/>
                </a:cubicBezTo>
                <a:cubicBezTo>
                  <a:pt x="7" y="45"/>
                  <a:pt x="7" y="45"/>
                  <a:pt x="7" y="45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5"/>
                  <a:pt x="8" y="24"/>
                  <a:pt x="9" y="24"/>
                </a:cubicBezTo>
                <a:cubicBezTo>
                  <a:pt x="10" y="24"/>
                  <a:pt x="11" y="25"/>
                  <a:pt x="11" y="26"/>
                </a:cubicBezTo>
                <a:cubicBezTo>
                  <a:pt x="11" y="43"/>
                  <a:pt x="11" y="43"/>
                  <a:pt x="11" y="43"/>
                </a:cubicBezTo>
                <a:cubicBezTo>
                  <a:pt x="17" y="43"/>
                  <a:pt x="17" y="43"/>
                  <a:pt x="17" y="43"/>
                </a:cubicBezTo>
                <a:cubicBezTo>
                  <a:pt x="17" y="24"/>
                  <a:pt x="17" y="24"/>
                  <a:pt x="17" y="24"/>
                </a:cubicBezTo>
                <a:cubicBezTo>
                  <a:pt x="17" y="23"/>
                  <a:pt x="18" y="23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23"/>
                  <a:pt x="33" y="23"/>
                  <a:pt x="33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3" y="43"/>
                  <a:pt x="33" y="43"/>
                  <a:pt x="33" y="43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26"/>
                  <a:pt x="39" y="26"/>
                  <a:pt x="39" y="26"/>
                </a:cubicBezTo>
                <a:close/>
                <a:moveTo>
                  <a:pt x="20" y="43"/>
                </a:moveTo>
                <a:cubicBezTo>
                  <a:pt x="20" y="43"/>
                  <a:pt x="20" y="43"/>
                  <a:pt x="20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25"/>
                  <a:pt x="31" y="25"/>
                  <a:pt x="31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43"/>
                  <a:pt x="20" y="43"/>
                  <a:pt x="20" y="43"/>
                </a:cubicBezTo>
                <a:close/>
                <a:moveTo>
                  <a:pt x="3" y="27"/>
                </a:moveTo>
                <a:cubicBezTo>
                  <a:pt x="3" y="27"/>
                  <a:pt x="3" y="27"/>
                  <a:pt x="3" y="27"/>
                </a:cubicBezTo>
                <a:cubicBezTo>
                  <a:pt x="2" y="27"/>
                  <a:pt x="1" y="27"/>
                  <a:pt x="1" y="27"/>
                </a:cubicBezTo>
                <a:cubicBezTo>
                  <a:pt x="0" y="26"/>
                  <a:pt x="0" y="25"/>
                  <a:pt x="1" y="24"/>
                </a:cubicBezTo>
                <a:cubicBezTo>
                  <a:pt x="24" y="1"/>
                  <a:pt x="24" y="1"/>
                  <a:pt x="24" y="1"/>
                </a:cubicBezTo>
                <a:cubicBezTo>
                  <a:pt x="24" y="0"/>
                  <a:pt x="26" y="0"/>
                  <a:pt x="26" y="1"/>
                </a:cubicBezTo>
                <a:cubicBezTo>
                  <a:pt x="26" y="1"/>
                  <a:pt x="26" y="1"/>
                  <a:pt x="26" y="1"/>
                </a:cubicBezTo>
                <a:cubicBezTo>
                  <a:pt x="50" y="24"/>
                  <a:pt x="50" y="24"/>
                  <a:pt x="50" y="24"/>
                </a:cubicBezTo>
                <a:cubicBezTo>
                  <a:pt x="50" y="25"/>
                  <a:pt x="50" y="26"/>
                  <a:pt x="50" y="27"/>
                </a:cubicBezTo>
                <a:cubicBezTo>
                  <a:pt x="49" y="27"/>
                  <a:pt x="48" y="27"/>
                  <a:pt x="47" y="27"/>
                </a:cubicBezTo>
                <a:cubicBezTo>
                  <a:pt x="25" y="5"/>
                  <a:pt x="25" y="5"/>
                  <a:pt x="25" y="5"/>
                </a:cubicBezTo>
                <a:cubicBezTo>
                  <a:pt x="3" y="27"/>
                  <a:pt x="3" y="27"/>
                  <a:pt x="3" y="2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95" name="Freeform 229">
            <a:extLst>
              <a:ext uri="{FF2B5EF4-FFF2-40B4-BE49-F238E27FC236}">
                <a16:creationId xmlns:a16="http://schemas.microsoft.com/office/drawing/2014/main" id="{04F612F4-1224-A796-4E7F-ECD0EF1948FA}"/>
              </a:ext>
            </a:extLst>
          </p:cNvPr>
          <p:cNvSpPr>
            <a:spLocks noEditPoints="1"/>
          </p:cNvSpPr>
          <p:nvPr/>
        </p:nvSpPr>
        <p:spPr bwMode="auto">
          <a:xfrm>
            <a:off x="8785685" y="3920515"/>
            <a:ext cx="215900" cy="165100"/>
          </a:xfrm>
          <a:custGeom>
            <a:avLst/>
            <a:gdLst>
              <a:gd name="T0" fmla="*/ 136525 w 51"/>
              <a:gd name="T1" fmla="*/ 50800 h 39"/>
              <a:gd name="T2" fmla="*/ 142875 w 51"/>
              <a:gd name="T3" fmla="*/ 117475 h 39"/>
              <a:gd name="T4" fmla="*/ 136525 w 51"/>
              <a:gd name="T5" fmla="*/ 123825 h 39"/>
              <a:gd name="T6" fmla="*/ 19050 w 51"/>
              <a:gd name="T7" fmla="*/ 117475 h 39"/>
              <a:gd name="T8" fmla="*/ 19050 w 51"/>
              <a:gd name="T9" fmla="*/ 57150 h 39"/>
              <a:gd name="T10" fmla="*/ 31750 w 51"/>
              <a:gd name="T11" fmla="*/ 57150 h 39"/>
              <a:gd name="T12" fmla="*/ 41275 w 51"/>
              <a:gd name="T13" fmla="*/ 111125 h 39"/>
              <a:gd name="T14" fmla="*/ 41275 w 51"/>
              <a:gd name="T15" fmla="*/ 101600 h 39"/>
              <a:gd name="T16" fmla="*/ 41275 w 51"/>
              <a:gd name="T17" fmla="*/ 85725 h 39"/>
              <a:gd name="T18" fmla="*/ 41275 w 51"/>
              <a:gd name="T19" fmla="*/ 85725 h 39"/>
              <a:gd name="T20" fmla="*/ 41275 w 51"/>
              <a:gd name="T21" fmla="*/ 69850 h 39"/>
              <a:gd name="T22" fmla="*/ 41275 w 51"/>
              <a:gd name="T23" fmla="*/ 53975 h 39"/>
              <a:gd name="T24" fmla="*/ 44450 w 51"/>
              <a:gd name="T25" fmla="*/ 50800 h 39"/>
              <a:gd name="T26" fmla="*/ 120650 w 51"/>
              <a:gd name="T27" fmla="*/ 53975 h 39"/>
              <a:gd name="T28" fmla="*/ 120650 w 51"/>
              <a:gd name="T29" fmla="*/ 69850 h 39"/>
              <a:gd name="T30" fmla="*/ 120650 w 51"/>
              <a:gd name="T31" fmla="*/ 69850 h 39"/>
              <a:gd name="T32" fmla="*/ 120650 w 51"/>
              <a:gd name="T33" fmla="*/ 85725 h 39"/>
              <a:gd name="T34" fmla="*/ 120650 w 51"/>
              <a:gd name="T35" fmla="*/ 101600 h 39"/>
              <a:gd name="T36" fmla="*/ 120650 w 51"/>
              <a:gd name="T37" fmla="*/ 101600 h 39"/>
              <a:gd name="T38" fmla="*/ 130175 w 51"/>
              <a:gd name="T39" fmla="*/ 111125 h 39"/>
              <a:gd name="T40" fmla="*/ 47625 w 51"/>
              <a:gd name="T41" fmla="*/ 98425 h 39"/>
              <a:gd name="T42" fmla="*/ 114300 w 51"/>
              <a:gd name="T43" fmla="*/ 98425 h 39"/>
              <a:gd name="T44" fmla="*/ 47625 w 51"/>
              <a:gd name="T45" fmla="*/ 88900 h 39"/>
              <a:gd name="T46" fmla="*/ 114300 w 51"/>
              <a:gd name="T47" fmla="*/ 104775 h 39"/>
              <a:gd name="T48" fmla="*/ 47625 w 51"/>
              <a:gd name="T49" fmla="*/ 104775 h 39"/>
              <a:gd name="T50" fmla="*/ 114300 w 51"/>
              <a:gd name="T51" fmla="*/ 111125 h 39"/>
              <a:gd name="T52" fmla="*/ 47625 w 51"/>
              <a:gd name="T53" fmla="*/ 82550 h 39"/>
              <a:gd name="T54" fmla="*/ 114300 w 51"/>
              <a:gd name="T55" fmla="*/ 82550 h 39"/>
              <a:gd name="T56" fmla="*/ 47625 w 51"/>
              <a:gd name="T57" fmla="*/ 73025 h 39"/>
              <a:gd name="T58" fmla="*/ 47625 w 51"/>
              <a:gd name="T59" fmla="*/ 63500 h 39"/>
              <a:gd name="T60" fmla="*/ 114300 w 51"/>
              <a:gd name="T61" fmla="*/ 63500 h 39"/>
              <a:gd name="T62" fmla="*/ 47625 w 51"/>
              <a:gd name="T63" fmla="*/ 60325 h 39"/>
              <a:gd name="T64" fmla="*/ 9525 w 51"/>
              <a:gd name="T65" fmla="*/ 57150 h 39"/>
              <a:gd name="T66" fmla="*/ 3175 w 51"/>
              <a:gd name="T67" fmla="*/ 53975 h 39"/>
              <a:gd name="T68" fmla="*/ 79375 w 51"/>
              <a:gd name="T69" fmla="*/ 0 h 39"/>
              <a:gd name="T70" fmla="*/ 158750 w 51"/>
              <a:gd name="T71" fmla="*/ 44450 h 39"/>
              <a:gd name="T72" fmla="*/ 152400 w 51"/>
              <a:gd name="T73" fmla="*/ 57150 h 39"/>
              <a:gd name="T74" fmla="*/ 9525 w 51"/>
              <a:gd name="T75" fmla="*/ 57150 h 39"/>
              <a:gd name="T76" fmla="*/ 85725 w 51"/>
              <a:gd name="T77" fmla="*/ 0 h 39"/>
              <a:gd name="T78" fmla="*/ 85725 w 51"/>
              <a:gd name="T79" fmla="*/ 0 h 3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1" h="39">
                <a:moveTo>
                  <a:pt x="41" y="18"/>
                </a:moveTo>
                <a:cubicBezTo>
                  <a:pt x="41" y="17"/>
                  <a:pt x="42" y="16"/>
                  <a:pt x="43" y="16"/>
                </a:cubicBezTo>
                <a:cubicBezTo>
                  <a:pt x="44" y="16"/>
                  <a:pt x="45" y="17"/>
                  <a:pt x="45" y="18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38"/>
                  <a:pt x="44" y="39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7" y="39"/>
                  <a:pt x="6" y="38"/>
                  <a:pt x="6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6" y="18"/>
                  <a:pt x="6" y="18"/>
                  <a:pt x="6" y="18"/>
                </a:cubicBezTo>
                <a:cubicBezTo>
                  <a:pt x="6" y="17"/>
                  <a:pt x="7" y="16"/>
                  <a:pt x="8" y="16"/>
                </a:cubicBezTo>
                <a:cubicBezTo>
                  <a:pt x="9" y="16"/>
                  <a:pt x="10" y="17"/>
                  <a:pt x="10" y="18"/>
                </a:cubicBezTo>
                <a:cubicBezTo>
                  <a:pt x="10" y="35"/>
                  <a:pt x="10" y="35"/>
                  <a:pt x="10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4" y="16"/>
                  <a:pt x="14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6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5"/>
                  <a:pt x="38" y="35"/>
                  <a:pt x="38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41" y="18"/>
                  <a:pt x="41" y="18"/>
                  <a:pt x="41" y="18"/>
                </a:cubicBezTo>
                <a:close/>
                <a:moveTo>
                  <a:pt x="15" y="31"/>
                </a:moveTo>
                <a:cubicBezTo>
                  <a:pt x="15" y="31"/>
                  <a:pt x="15" y="31"/>
                  <a:pt x="15" y="31"/>
                </a:cubicBezTo>
                <a:cubicBezTo>
                  <a:pt x="36" y="31"/>
                  <a:pt x="36" y="31"/>
                  <a:pt x="36" y="31"/>
                </a:cubicBezTo>
                <a:cubicBezTo>
                  <a:pt x="36" y="28"/>
                  <a:pt x="36" y="28"/>
                  <a:pt x="36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31"/>
                  <a:pt x="15" y="31"/>
                  <a:pt x="15" y="31"/>
                </a:cubicBezTo>
                <a:close/>
                <a:moveTo>
                  <a:pt x="36" y="33"/>
                </a:moveTo>
                <a:cubicBezTo>
                  <a:pt x="36" y="33"/>
                  <a:pt x="36" y="33"/>
                  <a:pt x="36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5"/>
                  <a:pt x="15" y="35"/>
                  <a:pt x="1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3"/>
                  <a:pt x="36" y="33"/>
                  <a:pt x="36" y="33"/>
                </a:cubicBezTo>
                <a:close/>
                <a:moveTo>
                  <a:pt x="15" y="26"/>
                </a:moveTo>
                <a:cubicBezTo>
                  <a:pt x="15" y="26"/>
                  <a:pt x="15" y="26"/>
                  <a:pt x="15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23"/>
                  <a:pt x="36" y="23"/>
                  <a:pt x="36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26"/>
                  <a:pt x="15" y="26"/>
                  <a:pt x="15" y="26"/>
                </a:cubicBezTo>
                <a:close/>
                <a:moveTo>
                  <a:pt x="15" y="20"/>
                </a:moveTo>
                <a:cubicBezTo>
                  <a:pt x="15" y="20"/>
                  <a:pt x="15" y="20"/>
                  <a:pt x="15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19"/>
                  <a:pt x="36" y="19"/>
                  <a:pt x="36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20"/>
                  <a:pt x="15" y="20"/>
                  <a:pt x="15" y="20"/>
                </a:cubicBezTo>
                <a:close/>
                <a:moveTo>
                  <a:pt x="3" y="18"/>
                </a:moveTo>
                <a:cubicBezTo>
                  <a:pt x="3" y="18"/>
                  <a:pt x="3" y="18"/>
                  <a:pt x="3" y="18"/>
                </a:cubicBezTo>
                <a:cubicBezTo>
                  <a:pt x="2" y="18"/>
                  <a:pt x="1" y="18"/>
                  <a:pt x="1" y="17"/>
                </a:cubicBezTo>
                <a:cubicBezTo>
                  <a:pt x="0" y="16"/>
                  <a:pt x="0" y="15"/>
                  <a:pt x="1" y="14"/>
                </a:cubicBezTo>
                <a:cubicBezTo>
                  <a:pt x="25" y="0"/>
                  <a:pt x="25" y="0"/>
                  <a:pt x="25" y="0"/>
                </a:cubicBezTo>
                <a:cubicBezTo>
                  <a:pt x="25" y="0"/>
                  <a:pt x="26" y="0"/>
                  <a:pt x="27" y="0"/>
                </a:cubicBezTo>
                <a:cubicBezTo>
                  <a:pt x="50" y="14"/>
                  <a:pt x="50" y="14"/>
                  <a:pt x="50" y="14"/>
                </a:cubicBezTo>
                <a:cubicBezTo>
                  <a:pt x="51" y="15"/>
                  <a:pt x="51" y="16"/>
                  <a:pt x="51" y="17"/>
                </a:cubicBezTo>
                <a:cubicBezTo>
                  <a:pt x="50" y="18"/>
                  <a:pt x="49" y="18"/>
                  <a:pt x="48" y="18"/>
                </a:cubicBezTo>
                <a:cubicBezTo>
                  <a:pt x="26" y="4"/>
                  <a:pt x="26" y="4"/>
                  <a:pt x="26" y="4"/>
                </a:cubicBezTo>
                <a:cubicBezTo>
                  <a:pt x="3" y="18"/>
                  <a:pt x="3" y="18"/>
                  <a:pt x="3" y="18"/>
                </a:cubicBezTo>
                <a:close/>
                <a:moveTo>
                  <a:pt x="27" y="0"/>
                </a:moveTo>
                <a:cubicBezTo>
                  <a:pt x="27" y="0"/>
                  <a:pt x="27" y="0"/>
                  <a:pt x="27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0"/>
                  <a:pt x="27" y="0"/>
                  <a:pt x="27" y="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96" name="Freeform 230">
            <a:extLst>
              <a:ext uri="{FF2B5EF4-FFF2-40B4-BE49-F238E27FC236}">
                <a16:creationId xmlns:a16="http://schemas.microsoft.com/office/drawing/2014/main" id="{41918879-12C6-5A2A-F8E7-B0762148F051}"/>
              </a:ext>
            </a:extLst>
          </p:cNvPr>
          <p:cNvSpPr>
            <a:spLocks noEditPoints="1"/>
          </p:cNvSpPr>
          <p:nvPr/>
        </p:nvSpPr>
        <p:spPr bwMode="auto">
          <a:xfrm>
            <a:off x="10301218" y="4333265"/>
            <a:ext cx="152400" cy="211667"/>
          </a:xfrm>
          <a:custGeom>
            <a:avLst/>
            <a:gdLst>
              <a:gd name="T0" fmla="*/ 28575 w 36"/>
              <a:gd name="T1" fmla="*/ 19050 h 50"/>
              <a:gd name="T2" fmla="*/ 34925 w 36"/>
              <a:gd name="T3" fmla="*/ 15875 h 50"/>
              <a:gd name="T4" fmla="*/ 44450 w 36"/>
              <a:gd name="T5" fmla="*/ 3175 h 50"/>
              <a:gd name="T6" fmla="*/ 50800 w 36"/>
              <a:gd name="T7" fmla="*/ 3175 h 50"/>
              <a:gd name="T8" fmla="*/ 60325 w 36"/>
              <a:gd name="T9" fmla="*/ 15875 h 50"/>
              <a:gd name="T10" fmla="*/ 66675 w 36"/>
              <a:gd name="T11" fmla="*/ 0 h 50"/>
              <a:gd name="T12" fmla="*/ 69850 w 36"/>
              <a:gd name="T13" fmla="*/ 15875 h 50"/>
              <a:gd name="T14" fmla="*/ 85725 w 36"/>
              <a:gd name="T15" fmla="*/ 19050 h 50"/>
              <a:gd name="T16" fmla="*/ 88900 w 36"/>
              <a:gd name="T17" fmla="*/ 19050 h 50"/>
              <a:gd name="T18" fmla="*/ 104775 w 36"/>
              <a:gd name="T19" fmla="*/ 28575 h 50"/>
              <a:gd name="T20" fmla="*/ 107950 w 36"/>
              <a:gd name="T21" fmla="*/ 0 h 50"/>
              <a:gd name="T22" fmla="*/ 114300 w 36"/>
              <a:gd name="T23" fmla="*/ 44450 h 50"/>
              <a:gd name="T24" fmla="*/ 107950 w 36"/>
              <a:gd name="T25" fmla="*/ 60325 h 50"/>
              <a:gd name="T26" fmla="*/ 88900 w 36"/>
              <a:gd name="T27" fmla="*/ 88900 h 50"/>
              <a:gd name="T28" fmla="*/ 85725 w 36"/>
              <a:gd name="T29" fmla="*/ 92075 h 50"/>
              <a:gd name="T30" fmla="*/ 76200 w 36"/>
              <a:gd name="T31" fmla="*/ 101600 h 50"/>
              <a:gd name="T32" fmla="*/ 69850 w 36"/>
              <a:gd name="T33" fmla="*/ 107950 h 50"/>
              <a:gd name="T34" fmla="*/ 63500 w 36"/>
              <a:gd name="T35" fmla="*/ 117475 h 50"/>
              <a:gd name="T36" fmla="*/ 57150 w 36"/>
              <a:gd name="T37" fmla="*/ 123825 h 50"/>
              <a:gd name="T38" fmla="*/ 50800 w 36"/>
              <a:gd name="T39" fmla="*/ 127000 h 50"/>
              <a:gd name="T40" fmla="*/ 57150 w 36"/>
              <a:gd name="T41" fmla="*/ 146050 h 50"/>
              <a:gd name="T42" fmla="*/ 73025 w 36"/>
              <a:gd name="T43" fmla="*/ 127000 h 50"/>
              <a:gd name="T44" fmla="*/ 57150 w 36"/>
              <a:gd name="T45" fmla="*/ 158750 h 50"/>
              <a:gd name="T46" fmla="*/ 41275 w 36"/>
              <a:gd name="T47" fmla="*/ 117475 h 50"/>
              <a:gd name="T48" fmla="*/ 41275 w 36"/>
              <a:gd name="T49" fmla="*/ 117475 h 50"/>
              <a:gd name="T50" fmla="*/ 50800 w 36"/>
              <a:gd name="T51" fmla="*/ 107950 h 50"/>
              <a:gd name="T52" fmla="*/ 38100 w 36"/>
              <a:gd name="T53" fmla="*/ 101600 h 50"/>
              <a:gd name="T54" fmla="*/ 38100 w 36"/>
              <a:gd name="T55" fmla="*/ 92075 h 50"/>
              <a:gd name="T56" fmla="*/ 22225 w 36"/>
              <a:gd name="T57" fmla="*/ 88900 h 50"/>
              <a:gd name="T58" fmla="*/ 0 w 36"/>
              <a:gd name="T59" fmla="*/ 44450 h 50"/>
              <a:gd name="T60" fmla="*/ 0 w 36"/>
              <a:gd name="T61" fmla="*/ 3175 h 50"/>
              <a:gd name="T62" fmla="*/ 6350 w 36"/>
              <a:gd name="T63" fmla="*/ 3175 h 50"/>
              <a:gd name="T64" fmla="*/ 6350 w 36"/>
              <a:gd name="T65" fmla="*/ 28575 h 50"/>
              <a:gd name="T66" fmla="*/ 25400 w 36"/>
              <a:gd name="T67" fmla="*/ 19050 h 50"/>
              <a:gd name="T68" fmla="*/ 12700 w 36"/>
              <a:gd name="T69" fmla="*/ 57150 h 50"/>
              <a:gd name="T70" fmla="*/ 6350 w 36"/>
              <a:gd name="T71" fmla="*/ 44450 h 50"/>
              <a:gd name="T72" fmla="*/ 6350 w 36"/>
              <a:gd name="T73" fmla="*/ 44450 h 50"/>
              <a:gd name="T74" fmla="*/ 88900 w 36"/>
              <a:gd name="T75" fmla="*/ 28575 h 50"/>
              <a:gd name="T76" fmla="*/ 101600 w 36"/>
              <a:gd name="T77" fmla="*/ 57150 h 50"/>
              <a:gd name="T78" fmla="*/ 101600 w 36"/>
              <a:gd name="T79" fmla="*/ 31750 h 50"/>
              <a:gd name="T80" fmla="*/ 101600 w 36"/>
              <a:gd name="T81" fmla="*/ 31750 h 50"/>
              <a:gd name="T82" fmla="*/ 22225 w 36"/>
              <a:gd name="T83" fmla="*/ 63500 h 50"/>
              <a:gd name="T84" fmla="*/ 31750 w 36"/>
              <a:gd name="T85" fmla="*/ 79375 h 50"/>
              <a:gd name="T86" fmla="*/ 41275 w 36"/>
              <a:gd name="T87" fmla="*/ 79375 h 50"/>
              <a:gd name="T88" fmla="*/ 47625 w 36"/>
              <a:gd name="T89" fmla="*/ 95250 h 50"/>
              <a:gd name="T90" fmla="*/ 63500 w 36"/>
              <a:gd name="T91" fmla="*/ 85725 h 50"/>
              <a:gd name="T92" fmla="*/ 69850 w 36"/>
              <a:gd name="T93" fmla="*/ 79375 h 50"/>
              <a:gd name="T94" fmla="*/ 92075 w 36"/>
              <a:gd name="T95" fmla="*/ 63500 h 50"/>
              <a:gd name="T96" fmla="*/ 38100 w 36"/>
              <a:gd name="T97" fmla="*/ 28575 h 5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36" h="50">
                <a:moveTo>
                  <a:pt x="8" y="6"/>
                </a:moveTo>
                <a:cubicBezTo>
                  <a:pt x="8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5"/>
                  <a:pt x="10" y="5"/>
                  <a:pt x="11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0"/>
                  <a:pt x="15" y="0"/>
                </a:cubicBezTo>
                <a:cubicBezTo>
                  <a:pt x="16" y="0"/>
                  <a:pt x="16" y="1"/>
                  <a:pt x="16" y="1"/>
                </a:cubicBezTo>
                <a:cubicBezTo>
                  <a:pt x="16" y="5"/>
                  <a:pt x="16" y="5"/>
                  <a:pt x="16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1"/>
                  <a:pt x="20" y="0"/>
                  <a:pt x="21" y="0"/>
                </a:cubicBezTo>
                <a:cubicBezTo>
                  <a:pt x="21" y="0"/>
                  <a:pt x="22" y="1"/>
                  <a:pt x="22" y="1"/>
                </a:cubicBezTo>
                <a:cubicBezTo>
                  <a:pt x="22" y="5"/>
                  <a:pt x="22" y="5"/>
                  <a:pt x="22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6" y="5"/>
                  <a:pt x="26" y="5"/>
                  <a:pt x="27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6"/>
                  <a:pt x="27" y="6"/>
                  <a:pt x="28" y="6"/>
                </a:cubicBezTo>
                <a:cubicBezTo>
                  <a:pt x="30" y="6"/>
                  <a:pt x="32" y="7"/>
                  <a:pt x="33" y="9"/>
                </a:cubicBezTo>
                <a:cubicBezTo>
                  <a:pt x="33" y="9"/>
                  <a:pt x="33" y="9"/>
                  <a:pt x="33" y="9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4" y="0"/>
                  <a:pt x="34" y="0"/>
                </a:cubicBezTo>
                <a:cubicBezTo>
                  <a:pt x="35" y="0"/>
                  <a:pt x="36" y="1"/>
                  <a:pt x="36" y="1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6"/>
                  <a:pt x="35" y="17"/>
                  <a:pt x="34" y="19"/>
                </a:cubicBezTo>
                <a:cubicBezTo>
                  <a:pt x="34" y="19"/>
                  <a:pt x="33" y="20"/>
                  <a:pt x="33" y="21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3"/>
                  <a:pt x="23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8"/>
                  <a:pt x="19" y="39"/>
                  <a:pt x="18" y="39"/>
                </a:cubicBezTo>
                <a:cubicBezTo>
                  <a:pt x="17" y="39"/>
                  <a:pt x="16" y="40"/>
                  <a:pt x="16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15" y="41"/>
                  <a:pt x="15" y="42"/>
                  <a:pt x="15" y="42"/>
                </a:cubicBezTo>
                <a:cubicBezTo>
                  <a:pt x="15" y="44"/>
                  <a:pt x="16" y="46"/>
                  <a:pt x="18" y="46"/>
                </a:cubicBezTo>
                <a:cubicBezTo>
                  <a:pt x="20" y="46"/>
                  <a:pt x="21" y="44"/>
                  <a:pt x="21" y="42"/>
                </a:cubicBezTo>
                <a:cubicBezTo>
                  <a:pt x="21" y="41"/>
                  <a:pt x="22" y="40"/>
                  <a:pt x="23" y="40"/>
                </a:cubicBezTo>
                <a:cubicBezTo>
                  <a:pt x="24" y="40"/>
                  <a:pt x="25" y="41"/>
                  <a:pt x="25" y="42"/>
                </a:cubicBezTo>
                <a:cubicBezTo>
                  <a:pt x="25" y="46"/>
                  <a:pt x="22" y="50"/>
                  <a:pt x="18" y="50"/>
                </a:cubicBezTo>
                <a:cubicBezTo>
                  <a:pt x="14" y="50"/>
                  <a:pt x="11" y="46"/>
                  <a:pt x="11" y="42"/>
                </a:cubicBezTo>
                <a:cubicBezTo>
                  <a:pt x="11" y="40"/>
                  <a:pt x="11" y="39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4" y="37"/>
                  <a:pt x="15" y="36"/>
                  <a:pt x="16" y="36"/>
                </a:cubicBezTo>
                <a:cubicBezTo>
                  <a:pt x="16" y="34"/>
                  <a:pt x="16" y="34"/>
                  <a:pt x="16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2" y="34"/>
                  <a:pt x="12" y="33"/>
                  <a:pt x="12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29"/>
                  <a:pt x="12" y="29"/>
                  <a:pt x="12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8" y="29"/>
                  <a:pt x="7" y="29"/>
                  <a:pt x="7" y="28"/>
                </a:cubicBezTo>
                <a:cubicBezTo>
                  <a:pt x="3" y="21"/>
                  <a:pt x="3" y="21"/>
                  <a:pt x="3" y="21"/>
                </a:cubicBezTo>
                <a:cubicBezTo>
                  <a:pt x="2" y="19"/>
                  <a:pt x="0" y="17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1" y="0"/>
                </a:cubicBezTo>
                <a:cubicBezTo>
                  <a:pt x="2" y="0"/>
                  <a:pt x="2" y="1"/>
                  <a:pt x="2" y="1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4" y="7"/>
                  <a:pt x="6" y="6"/>
                  <a:pt x="8" y="6"/>
                </a:cubicBezTo>
                <a:close/>
                <a:moveTo>
                  <a:pt x="4" y="18"/>
                </a:moveTo>
                <a:cubicBezTo>
                  <a:pt x="4" y="18"/>
                  <a:pt x="4" y="18"/>
                  <a:pt x="4" y="18"/>
                </a:cubicBezTo>
                <a:cubicBezTo>
                  <a:pt x="8" y="9"/>
                  <a:pt x="8" y="9"/>
                  <a:pt x="8" y="9"/>
                </a:cubicBezTo>
                <a:cubicBezTo>
                  <a:pt x="5" y="9"/>
                  <a:pt x="2" y="11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6"/>
                  <a:pt x="3" y="17"/>
                  <a:pt x="4" y="18"/>
                </a:cubicBezTo>
                <a:close/>
                <a:moveTo>
                  <a:pt x="28" y="9"/>
                </a:moveTo>
                <a:cubicBezTo>
                  <a:pt x="28" y="9"/>
                  <a:pt x="28" y="9"/>
                  <a:pt x="28" y="9"/>
                </a:cubicBezTo>
                <a:cubicBezTo>
                  <a:pt x="32" y="18"/>
                  <a:pt x="32" y="18"/>
                  <a:pt x="32" y="18"/>
                </a:cubicBezTo>
                <a:cubicBezTo>
                  <a:pt x="32" y="18"/>
                  <a:pt x="32" y="18"/>
                  <a:pt x="32" y="17"/>
                </a:cubicBezTo>
                <a:cubicBezTo>
                  <a:pt x="34" y="15"/>
                  <a:pt x="34" y="12"/>
                  <a:pt x="32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31" y="9"/>
                  <a:pt x="29" y="9"/>
                  <a:pt x="28" y="9"/>
                </a:cubicBezTo>
                <a:close/>
                <a:moveTo>
                  <a:pt x="7" y="20"/>
                </a:moveTo>
                <a:cubicBezTo>
                  <a:pt x="7" y="20"/>
                  <a:pt x="7" y="20"/>
                  <a:pt x="7" y="20"/>
                </a:cubicBezTo>
                <a:cubicBezTo>
                  <a:pt x="10" y="25"/>
                  <a:pt x="10" y="25"/>
                  <a:pt x="10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5" y="25"/>
                  <a:pt x="15" y="26"/>
                  <a:pt x="15" y="27"/>
                </a:cubicBezTo>
                <a:cubicBezTo>
                  <a:pt x="15" y="30"/>
                  <a:pt x="15" y="30"/>
                  <a:pt x="15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6"/>
                  <a:pt x="21" y="25"/>
                  <a:pt x="22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9" y="20"/>
                  <a:pt x="29" y="20"/>
                  <a:pt x="29" y="20"/>
                </a:cubicBezTo>
                <a:cubicBezTo>
                  <a:pt x="24" y="9"/>
                  <a:pt x="24" y="9"/>
                  <a:pt x="24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7" y="20"/>
                  <a:pt x="7" y="20"/>
                  <a:pt x="7" y="2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97" name="Freeform 231">
            <a:extLst>
              <a:ext uri="{FF2B5EF4-FFF2-40B4-BE49-F238E27FC236}">
                <a16:creationId xmlns:a16="http://schemas.microsoft.com/office/drawing/2014/main" id="{9CDF1BCA-64B4-CBD7-AC35-A64A5DEEE72B}"/>
              </a:ext>
            </a:extLst>
          </p:cNvPr>
          <p:cNvSpPr>
            <a:spLocks noEditPoints="1"/>
          </p:cNvSpPr>
          <p:nvPr/>
        </p:nvSpPr>
        <p:spPr bwMode="auto">
          <a:xfrm>
            <a:off x="6575885" y="3437915"/>
            <a:ext cx="186267" cy="207433"/>
          </a:xfrm>
          <a:custGeom>
            <a:avLst/>
            <a:gdLst>
              <a:gd name="T0" fmla="*/ 60325 w 44"/>
              <a:gd name="T1" fmla="*/ 152400 h 49"/>
              <a:gd name="T2" fmla="*/ 53975 w 44"/>
              <a:gd name="T3" fmla="*/ 152400 h 49"/>
              <a:gd name="T4" fmla="*/ 6350 w 44"/>
              <a:gd name="T5" fmla="*/ 127000 h 49"/>
              <a:gd name="T6" fmla="*/ 0 w 44"/>
              <a:gd name="T7" fmla="*/ 120650 h 49"/>
              <a:gd name="T8" fmla="*/ 12700 w 44"/>
              <a:gd name="T9" fmla="*/ 38100 h 49"/>
              <a:gd name="T10" fmla="*/ 25400 w 44"/>
              <a:gd name="T11" fmla="*/ 9525 h 49"/>
              <a:gd name="T12" fmla="*/ 34925 w 44"/>
              <a:gd name="T13" fmla="*/ 0 h 49"/>
              <a:gd name="T14" fmla="*/ 57150 w 44"/>
              <a:gd name="T15" fmla="*/ 28575 h 49"/>
              <a:gd name="T16" fmla="*/ 44450 w 44"/>
              <a:gd name="T17" fmla="*/ 28575 h 49"/>
              <a:gd name="T18" fmla="*/ 44450 w 44"/>
              <a:gd name="T19" fmla="*/ 38100 h 49"/>
              <a:gd name="T20" fmla="*/ 139700 w 44"/>
              <a:gd name="T21" fmla="*/ 50800 h 49"/>
              <a:gd name="T22" fmla="*/ 133350 w 44"/>
              <a:gd name="T23" fmla="*/ 127000 h 49"/>
              <a:gd name="T24" fmla="*/ 85725 w 44"/>
              <a:gd name="T25" fmla="*/ 127000 h 49"/>
              <a:gd name="T26" fmla="*/ 82550 w 44"/>
              <a:gd name="T27" fmla="*/ 155575 h 49"/>
              <a:gd name="T28" fmla="*/ 76200 w 44"/>
              <a:gd name="T29" fmla="*/ 127000 h 49"/>
              <a:gd name="T30" fmla="*/ 25400 w 44"/>
              <a:gd name="T31" fmla="*/ 50800 h 49"/>
              <a:gd name="T32" fmla="*/ 12700 w 44"/>
              <a:gd name="T33" fmla="*/ 50800 h 49"/>
              <a:gd name="T34" fmla="*/ 12700 w 44"/>
              <a:gd name="T35" fmla="*/ 50800 h 49"/>
              <a:gd name="T36" fmla="*/ 9525 w 44"/>
              <a:gd name="T37" fmla="*/ 117475 h 49"/>
              <a:gd name="T38" fmla="*/ 127000 w 44"/>
              <a:gd name="T39" fmla="*/ 50800 h 49"/>
              <a:gd name="T40" fmla="*/ 44450 w 44"/>
              <a:gd name="T41" fmla="*/ 50800 h 49"/>
              <a:gd name="T42" fmla="*/ 47625 w 44"/>
              <a:gd name="T43" fmla="*/ 82550 h 49"/>
              <a:gd name="T44" fmla="*/ 25400 w 44"/>
              <a:gd name="T45" fmla="*/ 92075 h 49"/>
              <a:gd name="T46" fmla="*/ 22225 w 44"/>
              <a:gd name="T47" fmla="*/ 82550 h 49"/>
              <a:gd name="T48" fmla="*/ 25400 w 44"/>
              <a:gd name="T49" fmla="*/ 73025 h 49"/>
              <a:gd name="T50" fmla="*/ 57150 w 44"/>
              <a:gd name="T51" fmla="*/ 9525 h 49"/>
              <a:gd name="T52" fmla="*/ 34925 w 44"/>
              <a:gd name="T53" fmla="*/ 9525 h 49"/>
              <a:gd name="T54" fmla="*/ 34925 w 44"/>
              <a:gd name="T55" fmla="*/ 9525 h 49"/>
              <a:gd name="T56" fmla="*/ 34925 w 44"/>
              <a:gd name="T57" fmla="*/ 76200 h 49"/>
              <a:gd name="T58" fmla="*/ 28575 w 44"/>
              <a:gd name="T59" fmla="*/ 82550 h 49"/>
              <a:gd name="T60" fmla="*/ 41275 w 44"/>
              <a:gd name="T61" fmla="*/ 85725 h 49"/>
              <a:gd name="T62" fmla="*/ 38100 w 44"/>
              <a:gd name="T63" fmla="*/ 79375 h 49"/>
              <a:gd name="T64" fmla="*/ 38100 w 44"/>
              <a:gd name="T65" fmla="*/ 28575 h 49"/>
              <a:gd name="T66" fmla="*/ 44450 w 44"/>
              <a:gd name="T67" fmla="*/ 22225 h 49"/>
              <a:gd name="T68" fmla="*/ 57150 w 44"/>
              <a:gd name="T69" fmla="*/ 9525 h 4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4" h="49">
                <a:moveTo>
                  <a:pt x="19" y="40"/>
                </a:moveTo>
                <a:cubicBezTo>
                  <a:pt x="19" y="48"/>
                  <a:pt x="19" y="48"/>
                  <a:pt x="19" y="48"/>
                </a:cubicBezTo>
                <a:cubicBezTo>
                  <a:pt x="19" y="48"/>
                  <a:pt x="19" y="49"/>
                  <a:pt x="18" y="49"/>
                </a:cubicBezTo>
                <a:cubicBezTo>
                  <a:pt x="17" y="49"/>
                  <a:pt x="17" y="48"/>
                  <a:pt x="17" y="48"/>
                </a:cubicBezTo>
                <a:cubicBezTo>
                  <a:pt x="17" y="40"/>
                  <a:pt x="17" y="40"/>
                  <a:pt x="17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0" y="40"/>
                  <a:pt x="0" y="40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4"/>
                  <a:pt x="2" y="12"/>
                  <a:pt x="4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3"/>
                  <a:pt x="8" y="3"/>
                  <a:pt x="8" y="3"/>
                </a:cubicBezTo>
                <a:cubicBezTo>
                  <a:pt x="8" y="2"/>
                  <a:pt x="9" y="2"/>
                  <a:pt x="9" y="1"/>
                </a:cubicBezTo>
                <a:cubicBezTo>
                  <a:pt x="9" y="1"/>
                  <a:pt x="10" y="0"/>
                  <a:pt x="11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23" y="0"/>
                  <a:pt x="23" y="9"/>
                  <a:pt x="18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12"/>
                  <a:pt x="14" y="12"/>
                  <a:pt x="14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2" y="12"/>
                  <a:pt x="44" y="14"/>
                  <a:pt x="44" y="16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40"/>
                  <a:pt x="43" y="40"/>
                  <a:pt x="42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6" y="49"/>
                  <a:pt x="26" y="49"/>
                </a:cubicBezTo>
                <a:cubicBezTo>
                  <a:pt x="25" y="49"/>
                  <a:pt x="24" y="48"/>
                  <a:pt x="24" y="48"/>
                </a:cubicBezTo>
                <a:cubicBezTo>
                  <a:pt x="24" y="40"/>
                  <a:pt x="24" y="40"/>
                  <a:pt x="24" y="40"/>
                </a:cubicBezTo>
                <a:cubicBezTo>
                  <a:pt x="19" y="40"/>
                  <a:pt x="19" y="40"/>
                  <a:pt x="19" y="40"/>
                </a:cubicBezTo>
                <a:close/>
                <a:moveTo>
                  <a:pt x="8" y="16"/>
                </a:moveTo>
                <a:cubicBezTo>
                  <a:pt x="8" y="16"/>
                  <a:pt x="8" y="16"/>
                  <a:pt x="8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6"/>
                  <a:pt x="3" y="16"/>
                  <a:pt x="3" y="16"/>
                </a:cubicBezTo>
                <a:cubicBezTo>
                  <a:pt x="3" y="37"/>
                  <a:pt x="3" y="37"/>
                  <a:pt x="3" y="37"/>
                </a:cubicBezTo>
                <a:cubicBezTo>
                  <a:pt x="40" y="37"/>
                  <a:pt x="40" y="37"/>
                  <a:pt x="40" y="37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23"/>
                  <a:pt x="14" y="23"/>
                  <a:pt x="14" y="23"/>
                </a:cubicBezTo>
                <a:cubicBezTo>
                  <a:pt x="15" y="24"/>
                  <a:pt x="15" y="25"/>
                  <a:pt x="15" y="26"/>
                </a:cubicBezTo>
                <a:cubicBezTo>
                  <a:pt x="15" y="27"/>
                  <a:pt x="15" y="28"/>
                  <a:pt x="14" y="29"/>
                </a:cubicBezTo>
                <a:cubicBezTo>
                  <a:pt x="13" y="31"/>
                  <a:pt x="10" y="31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8"/>
                  <a:pt x="7" y="27"/>
                  <a:pt x="7" y="26"/>
                </a:cubicBezTo>
                <a:cubicBezTo>
                  <a:pt x="7" y="25"/>
                  <a:pt x="7" y="25"/>
                  <a:pt x="7" y="24"/>
                </a:cubicBezTo>
                <a:cubicBezTo>
                  <a:pt x="8" y="24"/>
                  <a:pt x="8" y="23"/>
                  <a:pt x="8" y="23"/>
                </a:cubicBezTo>
                <a:cubicBezTo>
                  <a:pt x="8" y="16"/>
                  <a:pt x="8" y="16"/>
                  <a:pt x="8" y="16"/>
                </a:cubicBezTo>
                <a:close/>
                <a:moveTo>
                  <a:pt x="18" y="3"/>
                </a:moveTo>
                <a:cubicBezTo>
                  <a:pt x="18" y="3"/>
                  <a:pt x="18" y="3"/>
                  <a:pt x="18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0" y="24"/>
                  <a:pt x="10" y="25"/>
                </a:cubicBezTo>
                <a:cubicBezTo>
                  <a:pt x="10" y="25"/>
                  <a:pt x="9" y="26"/>
                  <a:pt x="9" y="26"/>
                </a:cubicBezTo>
                <a:cubicBezTo>
                  <a:pt x="9" y="27"/>
                  <a:pt x="10" y="27"/>
                  <a:pt x="10" y="27"/>
                </a:cubicBezTo>
                <a:cubicBezTo>
                  <a:pt x="11" y="28"/>
                  <a:pt x="12" y="28"/>
                  <a:pt x="13" y="27"/>
                </a:cubicBezTo>
                <a:cubicBezTo>
                  <a:pt x="13" y="27"/>
                  <a:pt x="13" y="27"/>
                  <a:pt x="13" y="26"/>
                </a:cubicBezTo>
                <a:cubicBezTo>
                  <a:pt x="13" y="26"/>
                  <a:pt x="13" y="25"/>
                  <a:pt x="12" y="25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8"/>
                  <a:pt x="13" y="8"/>
                </a:cubicBezTo>
                <a:cubicBezTo>
                  <a:pt x="13" y="7"/>
                  <a:pt x="14" y="7"/>
                  <a:pt x="14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20" y="7"/>
                  <a:pt x="20" y="3"/>
                  <a:pt x="18" y="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98" name="Freeform 232">
            <a:extLst>
              <a:ext uri="{FF2B5EF4-FFF2-40B4-BE49-F238E27FC236}">
                <a16:creationId xmlns:a16="http://schemas.microsoft.com/office/drawing/2014/main" id="{5C34242B-6637-0522-4883-C21D7D9A76BD}"/>
              </a:ext>
            </a:extLst>
          </p:cNvPr>
          <p:cNvSpPr>
            <a:spLocks noEditPoints="1"/>
          </p:cNvSpPr>
          <p:nvPr/>
        </p:nvSpPr>
        <p:spPr bwMode="auto">
          <a:xfrm>
            <a:off x="8785685" y="4329032"/>
            <a:ext cx="215900" cy="215900"/>
          </a:xfrm>
          <a:custGeom>
            <a:avLst/>
            <a:gdLst>
              <a:gd name="T0" fmla="*/ 41275 w 51"/>
              <a:gd name="T1" fmla="*/ 76200 h 51"/>
              <a:gd name="T2" fmla="*/ 47625 w 51"/>
              <a:gd name="T3" fmla="*/ 60325 h 51"/>
              <a:gd name="T4" fmla="*/ 76200 w 51"/>
              <a:gd name="T5" fmla="*/ 63500 h 51"/>
              <a:gd name="T6" fmla="*/ 66675 w 51"/>
              <a:gd name="T7" fmla="*/ 92075 h 51"/>
              <a:gd name="T8" fmla="*/ 50800 w 51"/>
              <a:gd name="T9" fmla="*/ 101600 h 51"/>
              <a:gd name="T10" fmla="*/ 76200 w 51"/>
              <a:gd name="T11" fmla="*/ 107950 h 51"/>
              <a:gd name="T12" fmla="*/ 41275 w 51"/>
              <a:gd name="T13" fmla="*/ 104775 h 51"/>
              <a:gd name="T14" fmla="*/ 63500 w 51"/>
              <a:gd name="T15" fmla="*/ 85725 h 51"/>
              <a:gd name="T16" fmla="*/ 69850 w 51"/>
              <a:gd name="T17" fmla="*/ 66675 h 51"/>
              <a:gd name="T18" fmla="*/ 53975 w 51"/>
              <a:gd name="T19" fmla="*/ 66675 h 51"/>
              <a:gd name="T20" fmla="*/ 47625 w 51"/>
              <a:gd name="T21" fmla="*/ 76200 h 51"/>
              <a:gd name="T22" fmla="*/ 139700 w 51"/>
              <a:gd name="T23" fmla="*/ 85725 h 51"/>
              <a:gd name="T24" fmla="*/ 152400 w 51"/>
              <a:gd name="T25" fmla="*/ 79375 h 51"/>
              <a:gd name="T26" fmla="*/ 155575 w 51"/>
              <a:gd name="T27" fmla="*/ 114300 h 51"/>
              <a:gd name="T28" fmla="*/ 82550 w 51"/>
              <a:gd name="T29" fmla="*/ 161925 h 51"/>
              <a:gd name="T30" fmla="*/ 25400 w 51"/>
              <a:gd name="T31" fmla="*/ 139700 h 51"/>
              <a:gd name="T32" fmla="*/ 6350 w 51"/>
              <a:gd name="T33" fmla="*/ 50800 h 51"/>
              <a:gd name="T34" fmla="*/ 50800 w 51"/>
              <a:gd name="T35" fmla="*/ 6350 h 51"/>
              <a:gd name="T36" fmla="*/ 111125 w 51"/>
              <a:gd name="T37" fmla="*/ 6350 h 51"/>
              <a:gd name="T38" fmla="*/ 133350 w 51"/>
              <a:gd name="T39" fmla="*/ 0 h 51"/>
              <a:gd name="T40" fmla="*/ 139700 w 51"/>
              <a:gd name="T41" fmla="*/ 34925 h 51"/>
              <a:gd name="T42" fmla="*/ 104775 w 51"/>
              <a:gd name="T43" fmla="*/ 31750 h 51"/>
              <a:gd name="T44" fmla="*/ 107950 w 51"/>
              <a:gd name="T45" fmla="*/ 19050 h 51"/>
              <a:gd name="T46" fmla="*/ 85725 w 51"/>
              <a:gd name="T47" fmla="*/ 25400 h 51"/>
              <a:gd name="T48" fmla="*/ 76200 w 51"/>
              <a:gd name="T49" fmla="*/ 12700 h 51"/>
              <a:gd name="T50" fmla="*/ 50800 w 51"/>
              <a:gd name="T51" fmla="*/ 22225 h 51"/>
              <a:gd name="T52" fmla="*/ 44450 w 51"/>
              <a:gd name="T53" fmla="*/ 28575 h 51"/>
              <a:gd name="T54" fmla="*/ 25400 w 51"/>
              <a:gd name="T55" fmla="*/ 44450 h 51"/>
              <a:gd name="T56" fmla="*/ 22225 w 51"/>
              <a:gd name="T57" fmla="*/ 53975 h 51"/>
              <a:gd name="T58" fmla="*/ 19050 w 51"/>
              <a:gd name="T59" fmla="*/ 57150 h 51"/>
              <a:gd name="T60" fmla="*/ 28575 w 51"/>
              <a:gd name="T61" fmla="*/ 82550 h 51"/>
              <a:gd name="T62" fmla="*/ 19050 w 51"/>
              <a:gd name="T63" fmla="*/ 114300 h 51"/>
              <a:gd name="T64" fmla="*/ 28575 w 51"/>
              <a:gd name="T65" fmla="*/ 117475 h 51"/>
              <a:gd name="T66" fmla="*/ 44450 w 51"/>
              <a:gd name="T67" fmla="*/ 139700 h 51"/>
              <a:gd name="T68" fmla="*/ 50800 w 51"/>
              <a:gd name="T69" fmla="*/ 139700 h 51"/>
              <a:gd name="T70" fmla="*/ 53975 w 51"/>
              <a:gd name="T71" fmla="*/ 146050 h 51"/>
              <a:gd name="T72" fmla="*/ 82550 w 51"/>
              <a:gd name="T73" fmla="*/ 136525 h 51"/>
              <a:gd name="T74" fmla="*/ 111125 w 51"/>
              <a:gd name="T75" fmla="*/ 142875 h 51"/>
              <a:gd name="T76" fmla="*/ 117475 w 51"/>
              <a:gd name="T77" fmla="*/ 136525 h 51"/>
              <a:gd name="T78" fmla="*/ 139700 w 51"/>
              <a:gd name="T79" fmla="*/ 120650 h 51"/>
              <a:gd name="T80" fmla="*/ 139700 w 51"/>
              <a:gd name="T81" fmla="*/ 111125 h 51"/>
              <a:gd name="T82" fmla="*/ 146050 w 51"/>
              <a:gd name="T83" fmla="*/ 107950 h 51"/>
              <a:gd name="T84" fmla="*/ 104775 w 51"/>
              <a:gd name="T85" fmla="*/ 57150 h 51"/>
              <a:gd name="T86" fmla="*/ 111125 w 51"/>
              <a:gd name="T87" fmla="*/ 88900 h 51"/>
              <a:gd name="T88" fmla="*/ 117475 w 51"/>
              <a:gd name="T89" fmla="*/ 98425 h 51"/>
              <a:gd name="T90" fmla="*/ 107950 w 51"/>
              <a:gd name="T91" fmla="*/ 107950 h 51"/>
              <a:gd name="T92" fmla="*/ 85725 w 51"/>
              <a:gd name="T93" fmla="*/ 98425 h 51"/>
              <a:gd name="T94" fmla="*/ 104775 w 51"/>
              <a:gd name="T95" fmla="*/ 57150 h 51"/>
              <a:gd name="T96" fmla="*/ 104775 w 51"/>
              <a:gd name="T97" fmla="*/ 69850 h 5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" h="51">
                <a:moveTo>
                  <a:pt x="15" y="24"/>
                </a:moveTo>
                <a:cubicBezTo>
                  <a:pt x="15" y="25"/>
                  <a:pt x="15" y="25"/>
                  <a:pt x="14" y="25"/>
                </a:cubicBezTo>
                <a:cubicBezTo>
                  <a:pt x="14" y="25"/>
                  <a:pt x="13" y="25"/>
                  <a:pt x="13" y="24"/>
                </a:cubicBezTo>
                <a:cubicBezTo>
                  <a:pt x="13" y="23"/>
                  <a:pt x="13" y="22"/>
                  <a:pt x="14" y="22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0"/>
                  <a:pt x="15" y="19"/>
                </a:cubicBezTo>
                <a:cubicBezTo>
                  <a:pt x="15" y="19"/>
                  <a:pt x="16" y="18"/>
                  <a:pt x="17" y="18"/>
                </a:cubicBezTo>
                <a:cubicBezTo>
                  <a:pt x="18" y="18"/>
                  <a:pt x="18" y="17"/>
                  <a:pt x="19" y="17"/>
                </a:cubicBezTo>
                <a:cubicBezTo>
                  <a:pt x="21" y="17"/>
                  <a:pt x="23" y="18"/>
                  <a:pt x="24" y="20"/>
                </a:cubicBezTo>
                <a:cubicBezTo>
                  <a:pt x="25" y="20"/>
                  <a:pt x="25" y="21"/>
                  <a:pt x="25" y="22"/>
                </a:cubicBezTo>
                <a:cubicBezTo>
                  <a:pt x="25" y="23"/>
                  <a:pt x="25" y="24"/>
                  <a:pt x="25" y="25"/>
                </a:cubicBezTo>
                <a:cubicBezTo>
                  <a:pt x="24" y="27"/>
                  <a:pt x="23" y="28"/>
                  <a:pt x="21" y="29"/>
                </a:cubicBezTo>
                <a:cubicBezTo>
                  <a:pt x="19" y="29"/>
                  <a:pt x="18" y="30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6" y="31"/>
                  <a:pt x="16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5" y="32"/>
                  <a:pt x="25" y="32"/>
                  <a:pt x="25" y="33"/>
                </a:cubicBezTo>
                <a:cubicBezTo>
                  <a:pt x="25" y="34"/>
                  <a:pt x="25" y="34"/>
                  <a:pt x="2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3" y="34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1"/>
                  <a:pt x="14" y="30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7" y="28"/>
                  <a:pt x="19" y="27"/>
                  <a:pt x="20" y="27"/>
                </a:cubicBezTo>
                <a:cubicBezTo>
                  <a:pt x="21" y="26"/>
                  <a:pt x="22" y="25"/>
                  <a:pt x="23" y="24"/>
                </a:cubicBezTo>
                <a:cubicBezTo>
                  <a:pt x="23" y="24"/>
                  <a:pt x="23" y="23"/>
                  <a:pt x="23" y="23"/>
                </a:cubicBezTo>
                <a:cubicBezTo>
                  <a:pt x="23" y="22"/>
                  <a:pt x="23" y="22"/>
                  <a:pt x="22" y="21"/>
                </a:cubicBezTo>
                <a:cubicBezTo>
                  <a:pt x="22" y="20"/>
                  <a:pt x="20" y="20"/>
                  <a:pt x="19" y="20"/>
                </a:cubicBezTo>
                <a:cubicBezTo>
                  <a:pt x="19" y="20"/>
                  <a:pt x="18" y="20"/>
                  <a:pt x="18" y="20"/>
                </a:cubicBezTo>
                <a:cubicBezTo>
                  <a:pt x="17" y="20"/>
                  <a:pt x="17" y="21"/>
                  <a:pt x="17" y="21"/>
                </a:cubicBezTo>
                <a:cubicBezTo>
                  <a:pt x="16" y="21"/>
                  <a:pt x="16" y="22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3"/>
                  <a:pt x="15" y="23"/>
                  <a:pt x="15" y="24"/>
                </a:cubicBezTo>
                <a:close/>
                <a:moveTo>
                  <a:pt x="47" y="27"/>
                </a:moveTo>
                <a:cubicBezTo>
                  <a:pt x="47" y="27"/>
                  <a:pt x="47" y="27"/>
                  <a:pt x="47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3" y="27"/>
                  <a:pt x="43" y="26"/>
                  <a:pt x="43" y="26"/>
                </a:cubicBezTo>
                <a:cubicBezTo>
                  <a:pt x="43" y="25"/>
                  <a:pt x="43" y="25"/>
                  <a:pt x="44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50" y="25"/>
                  <a:pt x="51" y="25"/>
                  <a:pt x="51" y="27"/>
                </a:cubicBezTo>
                <a:cubicBezTo>
                  <a:pt x="51" y="30"/>
                  <a:pt x="50" y="33"/>
                  <a:pt x="49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48" y="39"/>
                  <a:pt x="46" y="41"/>
                  <a:pt x="44" y="44"/>
                </a:cubicBezTo>
                <a:cubicBezTo>
                  <a:pt x="39" y="48"/>
                  <a:pt x="33" y="51"/>
                  <a:pt x="26" y="51"/>
                </a:cubicBezTo>
                <a:cubicBezTo>
                  <a:pt x="22" y="51"/>
                  <a:pt x="19" y="50"/>
                  <a:pt x="16" y="49"/>
                </a:cubicBezTo>
                <a:cubicBezTo>
                  <a:pt x="16" y="49"/>
                  <a:pt x="16" y="49"/>
                  <a:pt x="16" y="49"/>
                </a:cubicBezTo>
                <a:cubicBezTo>
                  <a:pt x="13" y="48"/>
                  <a:pt x="10" y="46"/>
                  <a:pt x="8" y="44"/>
                </a:cubicBezTo>
                <a:cubicBezTo>
                  <a:pt x="3" y="39"/>
                  <a:pt x="0" y="33"/>
                  <a:pt x="0" y="26"/>
                </a:cubicBezTo>
                <a:cubicBezTo>
                  <a:pt x="0" y="22"/>
                  <a:pt x="1" y="19"/>
                  <a:pt x="2" y="16"/>
                </a:cubicBezTo>
                <a:cubicBezTo>
                  <a:pt x="2" y="16"/>
                  <a:pt x="2" y="16"/>
                  <a:pt x="2" y="16"/>
                </a:cubicBezTo>
                <a:cubicBezTo>
                  <a:pt x="4" y="13"/>
                  <a:pt x="5" y="10"/>
                  <a:pt x="8" y="8"/>
                </a:cubicBezTo>
                <a:cubicBezTo>
                  <a:pt x="10" y="6"/>
                  <a:pt x="13" y="4"/>
                  <a:pt x="16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9" y="1"/>
                  <a:pt x="22" y="0"/>
                  <a:pt x="26" y="0"/>
                </a:cubicBezTo>
                <a:cubicBezTo>
                  <a:pt x="29" y="0"/>
                  <a:pt x="32" y="1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7" y="3"/>
                  <a:pt x="39" y="4"/>
                  <a:pt x="40" y="5"/>
                </a:cubicBezTo>
                <a:cubicBezTo>
                  <a:pt x="40" y="2"/>
                  <a:pt x="40" y="2"/>
                  <a:pt x="40" y="2"/>
                </a:cubicBezTo>
                <a:cubicBezTo>
                  <a:pt x="40" y="1"/>
                  <a:pt x="41" y="1"/>
                  <a:pt x="42" y="0"/>
                </a:cubicBezTo>
                <a:cubicBezTo>
                  <a:pt x="43" y="0"/>
                  <a:pt x="44" y="1"/>
                  <a:pt x="44" y="2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10"/>
                  <a:pt x="44" y="10"/>
                  <a:pt x="44" y="11"/>
                </a:cubicBezTo>
                <a:cubicBezTo>
                  <a:pt x="43" y="11"/>
                  <a:pt x="43" y="11"/>
                  <a:pt x="42" y="11"/>
                </a:cubicBezTo>
                <a:cubicBezTo>
                  <a:pt x="35" y="12"/>
                  <a:pt x="35" y="12"/>
                  <a:pt x="35" y="12"/>
                </a:cubicBezTo>
                <a:cubicBezTo>
                  <a:pt x="34" y="12"/>
                  <a:pt x="33" y="11"/>
                  <a:pt x="33" y="10"/>
                </a:cubicBezTo>
                <a:cubicBezTo>
                  <a:pt x="33" y="9"/>
                  <a:pt x="34" y="8"/>
                  <a:pt x="35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6" y="7"/>
                  <a:pt x="35" y="6"/>
                  <a:pt x="34" y="6"/>
                </a:cubicBezTo>
                <a:cubicBezTo>
                  <a:pt x="34" y="6"/>
                  <a:pt x="34" y="6"/>
                  <a:pt x="34" y="6"/>
                </a:cubicBezTo>
                <a:cubicBezTo>
                  <a:pt x="32" y="5"/>
                  <a:pt x="29" y="4"/>
                  <a:pt x="27" y="4"/>
                </a:cubicBezTo>
                <a:cubicBezTo>
                  <a:pt x="27" y="8"/>
                  <a:pt x="27" y="8"/>
                  <a:pt x="27" y="8"/>
                </a:cubicBezTo>
                <a:cubicBezTo>
                  <a:pt x="27" y="8"/>
                  <a:pt x="26" y="9"/>
                  <a:pt x="26" y="9"/>
                </a:cubicBezTo>
                <a:cubicBezTo>
                  <a:pt x="25" y="9"/>
                  <a:pt x="24" y="8"/>
                  <a:pt x="24" y="8"/>
                </a:cubicBezTo>
                <a:cubicBezTo>
                  <a:pt x="24" y="4"/>
                  <a:pt x="24" y="4"/>
                  <a:pt x="24" y="4"/>
                </a:cubicBezTo>
                <a:cubicBezTo>
                  <a:pt x="22" y="4"/>
                  <a:pt x="20" y="5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6" y="6"/>
                  <a:pt x="16" y="7"/>
                </a:cubicBezTo>
                <a:cubicBezTo>
                  <a:pt x="16" y="8"/>
                  <a:pt x="16" y="8"/>
                  <a:pt x="16" y="8"/>
                </a:cubicBezTo>
                <a:cubicBezTo>
                  <a:pt x="17" y="8"/>
                  <a:pt x="17" y="9"/>
                  <a:pt x="16" y="9"/>
                </a:cubicBezTo>
                <a:cubicBezTo>
                  <a:pt x="16" y="10"/>
                  <a:pt x="15" y="9"/>
                  <a:pt x="14" y="9"/>
                </a:cubicBezTo>
                <a:cubicBezTo>
                  <a:pt x="14" y="8"/>
                  <a:pt x="14" y="8"/>
                  <a:pt x="14" y="8"/>
                </a:cubicBezTo>
                <a:cubicBezTo>
                  <a:pt x="13" y="9"/>
                  <a:pt x="11" y="10"/>
                  <a:pt x="10" y="11"/>
                </a:cubicBezTo>
                <a:cubicBezTo>
                  <a:pt x="9" y="12"/>
                  <a:pt x="8" y="13"/>
                  <a:pt x="8" y="14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6"/>
                  <a:pt x="9" y="16"/>
                </a:cubicBezTo>
                <a:cubicBezTo>
                  <a:pt x="9" y="17"/>
                  <a:pt x="8" y="17"/>
                  <a:pt x="7" y="17"/>
                </a:cubicBezTo>
                <a:cubicBezTo>
                  <a:pt x="6" y="16"/>
                  <a:pt x="6" y="16"/>
                  <a:pt x="6" y="16"/>
                </a:cubicBezTo>
                <a:cubicBezTo>
                  <a:pt x="6" y="17"/>
                  <a:pt x="6" y="17"/>
                  <a:pt x="6" y="18"/>
                </a:cubicBezTo>
                <a:cubicBezTo>
                  <a:pt x="6" y="18"/>
                  <a:pt x="6" y="18"/>
                  <a:pt x="6" y="18"/>
                </a:cubicBezTo>
                <a:cubicBezTo>
                  <a:pt x="5" y="20"/>
                  <a:pt x="4" y="22"/>
                  <a:pt x="4" y="25"/>
                </a:cubicBezTo>
                <a:cubicBezTo>
                  <a:pt x="8" y="25"/>
                  <a:pt x="8" y="25"/>
                  <a:pt x="8" y="25"/>
                </a:cubicBezTo>
                <a:cubicBezTo>
                  <a:pt x="8" y="25"/>
                  <a:pt x="9" y="25"/>
                  <a:pt x="9" y="26"/>
                </a:cubicBezTo>
                <a:cubicBezTo>
                  <a:pt x="9" y="26"/>
                  <a:pt x="8" y="27"/>
                  <a:pt x="8" y="27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30"/>
                  <a:pt x="5" y="33"/>
                  <a:pt x="6" y="36"/>
                </a:cubicBezTo>
                <a:cubicBezTo>
                  <a:pt x="7" y="35"/>
                  <a:pt x="7" y="35"/>
                  <a:pt x="7" y="35"/>
                </a:cubicBezTo>
                <a:cubicBezTo>
                  <a:pt x="8" y="35"/>
                  <a:pt x="9" y="35"/>
                  <a:pt x="9" y="35"/>
                </a:cubicBezTo>
                <a:cubicBezTo>
                  <a:pt x="9" y="36"/>
                  <a:pt x="9" y="37"/>
                  <a:pt x="9" y="37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9"/>
                  <a:pt x="9" y="40"/>
                  <a:pt x="10" y="41"/>
                </a:cubicBezTo>
                <a:cubicBezTo>
                  <a:pt x="11" y="42"/>
                  <a:pt x="13" y="43"/>
                  <a:pt x="14" y="44"/>
                </a:cubicBezTo>
                <a:cubicBezTo>
                  <a:pt x="14" y="43"/>
                  <a:pt x="14" y="43"/>
                  <a:pt x="14" y="43"/>
                </a:cubicBezTo>
                <a:cubicBezTo>
                  <a:pt x="15" y="42"/>
                  <a:pt x="16" y="42"/>
                  <a:pt x="16" y="42"/>
                </a:cubicBezTo>
                <a:cubicBezTo>
                  <a:pt x="17" y="43"/>
                  <a:pt x="17" y="43"/>
                  <a:pt x="16" y="44"/>
                </a:cubicBezTo>
                <a:cubicBezTo>
                  <a:pt x="16" y="45"/>
                  <a:pt x="16" y="45"/>
                  <a:pt x="16" y="45"/>
                </a:cubicBezTo>
                <a:cubicBezTo>
                  <a:pt x="16" y="45"/>
                  <a:pt x="17" y="45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20" y="47"/>
                  <a:pt x="22" y="47"/>
                  <a:pt x="24" y="47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3"/>
                  <a:pt x="25" y="43"/>
                  <a:pt x="26" y="43"/>
                </a:cubicBezTo>
                <a:cubicBezTo>
                  <a:pt x="26" y="43"/>
                  <a:pt x="27" y="43"/>
                  <a:pt x="27" y="44"/>
                </a:cubicBezTo>
                <a:cubicBezTo>
                  <a:pt x="27" y="47"/>
                  <a:pt x="27" y="47"/>
                  <a:pt x="27" y="47"/>
                </a:cubicBezTo>
                <a:cubicBezTo>
                  <a:pt x="30" y="47"/>
                  <a:pt x="33" y="46"/>
                  <a:pt x="35" y="45"/>
                </a:cubicBezTo>
                <a:cubicBezTo>
                  <a:pt x="35" y="44"/>
                  <a:pt x="35" y="44"/>
                  <a:pt x="35" y="44"/>
                </a:cubicBezTo>
                <a:cubicBezTo>
                  <a:pt x="34" y="43"/>
                  <a:pt x="35" y="43"/>
                  <a:pt x="35" y="42"/>
                </a:cubicBezTo>
                <a:cubicBezTo>
                  <a:pt x="36" y="42"/>
                  <a:pt x="36" y="42"/>
                  <a:pt x="37" y="43"/>
                </a:cubicBezTo>
                <a:cubicBezTo>
                  <a:pt x="37" y="44"/>
                  <a:pt x="37" y="44"/>
                  <a:pt x="37" y="44"/>
                </a:cubicBezTo>
                <a:cubicBezTo>
                  <a:pt x="39" y="43"/>
                  <a:pt x="40" y="42"/>
                  <a:pt x="41" y="41"/>
                </a:cubicBezTo>
                <a:cubicBezTo>
                  <a:pt x="42" y="40"/>
                  <a:pt x="43" y="39"/>
                  <a:pt x="44" y="38"/>
                </a:cubicBezTo>
                <a:cubicBezTo>
                  <a:pt x="43" y="37"/>
                  <a:pt x="43" y="37"/>
                  <a:pt x="43" y="37"/>
                </a:cubicBezTo>
                <a:cubicBezTo>
                  <a:pt x="42" y="37"/>
                  <a:pt x="42" y="36"/>
                  <a:pt x="42" y="35"/>
                </a:cubicBezTo>
                <a:cubicBezTo>
                  <a:pt x="43" y="35"/>
                  <a:pt x="43" y="35"/>
                  <a:pt x="44" y="35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5"/>
                  <a:pt x="45" y="35"/>
                  <a:pt x="45" y="34"/>
                </a:cubicBezTo>
                <a:cubicBezTo>
                  <a:pt x="46" y="34"/>
                  <a:pt x="46" y="34"/>
                  <a:pt x="46" y="34"/>
                </a:cubicBezTo>
                <a:cubicBezTo>
                  <a:pt x="46" y="32"/>
                  <a:pt x="47" y="29"/>
                  <a:pt x="47" y="27"/>
                </a:cubicBezTo>
                <a:close/>
                <a:moveTo>
                  <a:pt x="33" y="18"/>
                </a:moveTo>
                <a:cubicBezTo>
                  <a:pt x="33" y="18"/>
                  <a:pt x="33" y="18"/>
                  <a:pt x="33" y="18"/>
                </a:cubicBezTo>
                <a:cubicBezTo>
                  <a:pt x="33" y="18"/>
                  <a:pt x="34" y="17"/>
                  <a:pt x="34" y="17"/>
                </a:cubicBezTo>
                <a:cubicBezTo>
                  <a:pt x="35" y="17"/>
                  <a:pt x="35" y="18"/>
                  <a:pt x="35" y="19"/>
                </a:cubicBezTo>
                <a:cubicBezTo>
                  <a:pt x="35" y="28"/>
                  <a:pt x="35" y="28"/>
                  <a:pt x="35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38" y="28"/>
                  <a:pt x="38" y="29"/>
                  <a:pt x="38" y="29"/>
                </a:cubicBezTo>
                <a:cubicBezTo>
                  <a:pt x="38" y="30"/>
                  <a:pt x="38" y="31"/>
                  <a:pt x="37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34"/>
                  <a:pt x="35" y="34"/>
                  <a:pt x="34" y="34"/>
                </a:cubicBezTo>
                <a:cubicBezTo>
                  <a:pt x="33" y="34"/>
                  <a:pt x="33" y="34"/>
                  <a:pt x="33" y="33"/>
                </a:cubicBezTo>
                <a:cubicBezTo>
                  <a:pt x="33" y="31"/>
                  <a:pt x="33" y="31"/>
                  <a:pt x="33" y="31"/>
                </a:cubicBezTo>
                <a:cubicBezTo>
                  <a:pt x="27" y="31"/>
                  <a:pt x="27" y="31"/>
                  <a:pt x="27" y="31"/>
                </a:cubicBezTo>
                <a:cubicBezTo>
                  <a:pt x="26" y="31"/>
                  <a:pt x="26" y="30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33" y="18"/>
                  <a:pt x="33" y="18"/>
                  <a:pt x="33" y="18"/>
                </a:cubicBezTo>
                <a:close/>
                <a:moveTo>
                  <a:pt x="33" y="28"/>
                </a:moveTo>
                <a:cubicBezTo>
                  <a:pt x="33" y="28"/>
                  <a:pt x="33" y="28"/>
                  <a:pt x="33" y="28"/>
                </a:cubicBezTo>
                <a:cubicBezTo>
                  <a:pt x="33" y="22"/>
                  <a:pt x="33" y="22"/>
                  <a:pt x="33" y="22"/>
                </a:cubicBezTo>
                <a:cubicBezTo>
                  <a:pt x="29" y="28"/>
                  <a:pt x="29" y="28"/>
                  <a:pt x="29" y="28"/>
                </a:cubicBezTo>
                <a:cubicBezTo>
                  <a:pt x="33" y="28"/>
                  <a:pt x="33" y="28"/>
                  <a:pt x="33" y="2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199" name="Freeform 233">
            <a:extLst>
              <a:ext uri="{FF2B5EF4-FFF2-40B4-BE49-F238E27FC236}">
                <a16:creationId xmlns:a16="http://schemas.microsoft.com/office/drawing/2014/main" id="{7256309A-E7DB-8D26-378B-13BF26B90E7A}"/>
              </a:ext>
            </a:extLst>
          </p:cNvPr>
          <p:cNvSpPr>
            <a:spLocks noEditPoints="1"/>
          </p:cNvSpPr>
          <p:nvPr/>
        </p:nvSpPr>
        <p:spPr bwMode="auto">
          <a:xfrm>
            <a:off x="8051201" y="3471781"/>
            <a:ext cx="203200" cy="139700"/>
          </a:xfrm>
          <a:custGeom>
            <a:avLst/>
            <a:gdLst>
              <a:gd name="T0" fmla="*/ 133350 w 48"/>
              <a:gd name="T1" fmla="*/ 57150 h 33"/>
              <a:gd name="T2" fmla="*/ 139700 w 48"/>
              <a:gd name="T3" fmla="*/ 57150 h 33"/>
              <a:gd name="T4" fmla="*/ 139700 w 48"/>
              <a:gd name="T5" fmla="*/ 53975 h 33"/>
              <a:gd name="T6" fmla="*/ 139700 w 48"/>
              <a:gd name="T7" fmla="*/ 53975 h 33"/>
              <a:gd name="T8" fmla="*/ 139700 w 48"/>
              <a:gd name="T9" fmla="*/ 50800 h 33"/>
              <a:gd name="T10" fmla="*/ 127000 w 48"/>
              <a:gd name="T11" fmla="*/ 44450 h 33"/>
              <a:gd name="T12" fmla="*/ 123825 w 48"/>
              <a:gd name="T13" fmla="*/ 41275 h 33"/>
              <a:gd name="T14" fmla="*/ 47625 w 48"/>
              <a:gd name="T15" fmla="*/ 41275 h 33"/>
              <a:gd name="T16" fmla="*/ 22225 w 48"/>
              <a:gd name="T17" fmla="*/ 19050 h 33"/>
              <a:gd name="T18" fmla="*/ 22225 w 48"/>
              <a:gd name="T19" fmla="*/ 57150 h 33"/>
              <a:gd name="T20" fmla="*/ 25400 w 48"/>
              <a:gd name="T21" fmla="*/ 57150 h 33"/>
              <a:gd name="T22" fmla="*/ 25400 w 48"/>
              <a:gd name="T23" fmla="*/ 57150 h 33"/>
              <a:gd name="T24" fmla="*/ 57150 w 48"/>
              <a:gd name="T25" fmla="*/ 57150 h 33"/>
              <a:gd name="T26" fmla="*/ 104775 w 48"/>
              <a:gd name="T27" fmla="*/ 53975 h 33"/>
              <a:gd name="T28" fmla="*/ 107950 w 48"/>
              <a:gd name="T29" fmla="*/ 57150 h 33"/>
              <a:gd name="T30" fmla="*/ 57150 w 48"/>
              <a:gd name="T31" fmla="*/ 69850 h 33"/>
              <a:gd name="T32" fmla="*/ 25400 w 48"/>
              <a:gd name="T33" fmla="*/ 69850 h 33"/>
              <a:gd name="T34" fmla="*/ 15875 w 48"/>
              <a:gd name="T35" fmla="*/ 66675 h 33"/>
              <a:gd name="T36" fmla="*/ 9525 w 48"/>
              <a:gd name="T37" fmla="*/ 60325 h 33"/>
              <a:gd name="T38" fmla="*/ 0 w 48"/>
              <a:gd name="T39" fmla="*/ 12700 h 33"/>
              <a:gd name="T40" fmla="*/ 25400 w 48"/>
              <a:gd name="T41" fmla="*/ 6350 h 33"/>
              <a:gd name="T42" fmla="*/ 50800 w 48"/>
              <a:gd name="T43" fmla="*/ 31750 h 33"/>
              <a:gd name="T44" fmla="*/ 53975 w 48"/>
              <a:gd name="T45" fmla="*/ 6350 h 33"/>
              <a:gd name="T46" fmla="*/ 57150 w 48"/>
              <a:gd name="T47" fmla="*/ 0 h 33"/>
              <a:gd name="T48" fmla="*/ 82550 w 48"/>
              <a:gd name="T49" fmla="*/ 3175 h 33"/>
              <a:gd name="T50" fmla="*/ 104775 w 48"/>
              <a:gd name="T51" fmla="*/ 31750 h 33"/>
              <a:gd name="T52" fmla="*/ 127000 w 48"/>
              <a:gd name="T53" fmla="*/ 31750 h 33"/>
              <a:gd name="T54" fmla="*/ 142875 w 48"/>
              <a:gd name="T55" fmla="*/ 38100 h 33"/>
              <a:gd name="T56" fmla="*/ 149225 w 48"/>
              <a:gd name="T57" fmla="*/ 44450 h 33"/>
              <a:gd name="T58" fmla="*/ 152400 w 48"/>
              <a:gd name="T59" fmla="*/ 50800 h 33"/>
              <a:gd name="T60" fmla="*/ 146050 w 48"/>
              <a:gd name="T61" fmla="*/ 63500 h 33"/>
              <a:gd name="T62" fmla="*/ 136525 w 48"/>
              <a:gd name="T63" fmla="*/ 69850 h 33"/>
              <a:gd name="T64" fmla="*/ 101600 w 48"/>
              <a:gd name="T65" fmla="*/ 69850 h 33"/>
              <a:gd name="T66" fmla="*/ 79375 w 48"/>
              <a:gd name="T67" fmla="*/ 104775 h 33"/>
              <a:gd name="T68" fmla="*/ 53975 w 48"/>
              <a:gd name="T69" fmla="*/ 101600 h 33"/>
              <a:gd name="T70" fmla="*/ 57150 w 48"/>
              <a:gd name="T71" fmla="*/ 69850 h 33"/>
              <a:gd name="T72" fmla="*/ 79375 w 48"/>
              <a:gd name="T73" fmla="*/ 98425 h 33"/>
              <a:gd name="T74" fmla="*/ 66675 w 48"/>
              <a:gd name="T75" fmla="*/ 60325 h 33"/>
              <a:gd name="T76" fmla="*/ 79375 w 48"/>
              <a:gd name="T77" fmla="*/ 98425 h 33"/>
              <a:gd name="T78" fmla="*/ 53975 w 48"/>
              <a:gd name="T79" fmla="*/ 101600 h 33"/>
              <a:gd name="T80" fmla="*/ 53975 w 48"/>
              <a:gd name="T81" fmla="*/ 101600 h 33"/>
              <a:gd name="T82" fmla="*/ 63500 w 48"/>
              <a:gd name="T83" fmla="*/ 31750 h 33"/>
              <a:gd name="T84" fmla="*/ 79375 w 48"/>
              <a:gd name="T85" fmla="*/ 9525 h 33"/>
              <a:gd name="T86" fmla="*/ 63500 w 48"/>
              <a:gd name="T87" fmla="*/ 31750 h 33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8" h="33">
                <a:moveTo>
                  <a:pt x="34" y="18"/>
                </a:moveTo>
                <a:cubicBezTo>
                  <a:pt x="42" y="18"/>
                  <a:pt x="42" y="18"/>
                  <a:pt x="42" y="18"/>
                </a:cubicBezTo>
                <a:cubicBezTo>
                  <a:pt x="43" y="18"/>
                  <a:pt x="43" y="18"/>
                  <a:pt x="43" y="18"/>
                </a:cubicBezTo>
                <a:cubicBezTo>
                  <a:pt x="43" y="18"/>
                  <a:pt x="43" y="18"/>
                  <a:pt x="44" y="18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16"/>
                  <a:pt x="44" y="16"/>
                  <a:pt x="43" y="16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39" y="13"/>
                  <a:pt x="39" y="13"/>
                  <a:pt x="39" y="13"/>
                </a:cubicBezTo>
                <a:cubicBezTo>
                  <a:pt x="39" y="13"/>
                  <a:pt x="39" y="13"/>
                  <a:pt x="39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4" y="13"/>
                  <a:pt x="13" y="13"/>
                </a:cubicBezTo>
                <a:cubicBezTo>
                  <a:pt x="7" y="6"/>
                  <a:pt x="7" y="6"/>
                  <a:pt x="7" y="6"/>
                </a:cubicBezTo>
                <a:cubicBezTo>
                  <a:pt x="4" y="6"/>
                  <a:pt x="4" y="6"/>
                  <a:pt x="4" y="6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8"/>
                  <a:pt x="7" y="18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7"/>
                  <a:pt x="19" y="17"/>
                  <a:pt x="19" y="17"/>
                </a:cubicBezTo>
                <a:cubicBezTo>
                  <a:pt x="33" y="17"/>
                  <a:pt x="33" y="17"/>
                  <a:pt x="33" y="17"/>
                </a:cubicBezTo>
                <a:cubicBezTo>
                  <a:pt x="34" y="17"/>
                  <a:pt x="34" y="17"/>
                  <a:pt x="34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8"/>
                  <a:pt x="34" y="18"/>
                  <a:pt x="34" y="18"/>
                </a:cubicBezTo>
                <a:close/>
                <a:moveTo>
                  <a:pt x="18" y="22"/>
                </a:moveTo>
                <a:cubicBezTo>
                  <a:pt x="18" y="22"/>
                  <a:pt x="18" y="22"/>
                  <a:pt x="18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7" y="22"/>
                  <a:pt x="6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4" y="21"/>
                  <a:pt x="4" y="20"/>
                  <a:pt x="3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4"/>
                </a:cubicBezTo>
                <a:cubicBezTo>
                  <a:pt x="0" y="3"/>
                  <a:pt x="1" y="2"/>
                  <a:pt x="2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9" y="3"/>
                  <a:pt x="9" y="3"/>
                </a:cubicBezTo>
                <a:cubicBezTo>
                  <a:pt x="16" y="10"/>
                  <a:pt x="16" y="10"/>
                  <a:pt x="16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1"/>
                  <a:pt x="17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6" y="0"/>
                  <a:pt x="26" y="0"/>
                  <a:pt x="26" y="1"/>
                </a:cubicBezTo>
                <a:cubicBezTo>
                  <a:pt x="26" y="1"/>
                  <a:pt x="26" y="1"/>
                  <a:pt x="26" y="1"/>
                </a:cubicBezTo>
                <a:cubicBezTo>
                  <a:pt x="33" y="10"/>
                  <a:pt x="33" y="10"/>
                  <a:pt x="33" y="10"/>
                </a:cubicBezTo>
                <a:cubicBezTo>
                  <a:pt x="39" y="10"/>
                  <a:pt x="39" y="10"/>
                  <a:pt x="39" y="10"/>
                </a:cubicBezTo>
                <a:cubicBezTo>
                  <a:pt x="39" y="10"/>
                  <a:pt x="40" y="10"/>
                  <a:pt x="40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5" y="12"/>
                  <a:pt x="45" y="12"/>
                  <a:pt x="45" y="12"/>
                </a:cubicBezTo>
                <a:cubicBezTo>
                  <a:pt x="46" y="13"/>
                  <a:pt x="47" y="13"/>
                  <a:pt x="47" y="14"/>
                </a:cubicBezTo>
                <a:cubicBezTo>
                  <a:pt x="47" y="14"/>
                  <a:pt x="47" y="14"/>
                  <a:pt x="47" y="14"/>
                </a:cubicBezTo>
                <a:cubicBezTo>
                  <a:pt x="47" y="15"/>
                  <a:pt x="48" y="15"/>
                  <a:pt x="48" y="16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16"/>
                  <a:pt x="48" y="17"/>
                  <a:pt x="48" y="17"/>
                </a:cubicBezTo>
                <a:cubicBezTo>
                  <a:pt x="48" y="18"/>
                  <a:pt x="47" y="19"/>
                  <a:pt x="46" y="20"/>
                </a:cubicBezTo>
                <a:cubicBezTo>
                  <a:pt x="46" y="21"/>
                  <a:pt x="44" y="22"/>
                  <a:pt x="43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2"/>
                  <a:pt x="43" y="22"/>
                  <a:pt x="4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33"/>
                  <a:pt x="26" y="33"/>
                  <a:pt x="25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7" y="32"/>
                  <a:pt x="17" y="32"/>
                </a:cubicBezTo>
                <a:cubicBezTo>
                  <a:pt x="17" y="31"/>
                  <a:pt x="17" y="31"/>
                  <a:pt x="17" y="31"/>
                </a:cubicBezTo>
                <a:cubicBezTo>
                  <a:pt x="18" y="22"/>
                  <a:pt x="18" y="22"/>
                  <a:pt x="18" y="22"/>
                </a:cubicBezTo>
                <a:close/>
                <a:moveTo>
                  <a:pt x="25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31" y="19"/>
                  <a:pt x="31" y="19"/>
                  <a:pt x="3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19" y="31"/>
                  <a:pt x="19" y="31"/>
                  <a:pt x="19" y="31"/>
                </a:cubicBezTo>
                <a:cubicBezTo>
                  <a:pt x="25" y="31"/>
                  <a:pt x="25" y="31"/>
                  <a:pt x="25" y="31"/>
                </a:cubicBezTo>
                <a:close/>
                <a:moveTo>
                  <a:pt x="17" y="32"/>
                </a:moveTo>
                <a:cubicBezTo>
                  <a:pt x="17" y="32"/>
                  <a:pt x="17" y="32"/>
                  <a:pt x="17" y="32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2"/>
                  <a:pt x="17" y="32"/>
                  <a:pt x="17" y="32"/>
                </a:cubicBezTo>
                <a:close/>
                <a:moveTo>
                  <a:pt x="2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25" y="3"/>
                  <a:pt x="25" y="3"/>
                  <a:pt x="25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20" y="10"/>
                  <a:pt x="20" y="10"/>
                  <a:pt x="20" y="1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00" name="Freeform 234">
            <a:extLst>
              <a:ext uri="{FF2B5EF4-FFF2-40B4-BE49-F238E27FC236}">
                <a16:creationId xmlns:a16="http://schemas.microsoft.com/office/drawing/2014/main" id="{4B6A3B16-8016-11C2-E824-77B99C1E6338}"/>
              </a:ext>
            </a:extLst>
          </p:cNvPr>
          <p:cNvSpPr>
            <a:spLocks noEditPoints="1"/>
          </p:cNvSpPr>
          <p:nvPr/>
        </p:nvSpPr>
        <p:spPr bwMode="auto">
          <a:xfrm>
            <a:off x="9145519" y="3446381"/>
            <a:ext cx="213783" cy="194733"/>
          </a:xfrm>
          <a:custGeom>
            <a:avLst/>
            <a:gdLst>
              <a:gd name="T0" fmla="*/ 109029 w 50"/>
              <a:gd name="T1" fmla="*/ 136525 h 46"/>
              <a:gd name="T2" fmla="*/ 60928 w 50"/>
              <a:gd name="T3" fmla="*/ 136525 h 46"/>
              <a:gd name="T4" fmla="*/ 60928 w 50"/>
              <a:gd name="T5" fmla="*/ 136525 h 46"/>
              <a:gd name="T6" fmla="*/ 9620 w 50"/>
              <a:gd name="T7" fmla="*/ 136525 h 46"/>
              <a:gd name="T8" fmla="*/ 0 w 50"/>
              <a:gd name="T9" fmla="*/ 130175 h 46"/>
              <a:gd name="T10" fmla="*/ 28861 w 50"/>
              <a:gd name="T11" fmla="*/ 123825 h 46"/>
              <a:gd name="T12" fmla="*/ 32067 w 50"/>
              <a:gd name="T13" fmla="*/ 107950 h 46"/>
              <a:gd name="T14" fmla="*/ 22447 w 50"/>
              <a:gd name="T15" fmla="*/ 73025 h 46"/>
              <a:gd name="T16" fmla="*/ 35274 w 50"/>
              <a:gd name="T17" fmla="*/ 63500 h 46"/>
              <a:gd name="T18" fmla="*/ 38481 w 50"/>
              <a:gd name="T19" fmla="*/ 34925 h 46"/>
              <a:gd name="T20" fmla="*/ 54515 w 50"/>
              <a:gd name="T21" fmla="*/ 34925 h 46"/>
              <a:gd name="T22" fmla="*/ 60928 w 50"/>
              <a:gd name="T23" fmla="*/ 19050 h 46"/>
              <a:gd name="T24" fmla="*/ 76962 w 50"/>
              <a:gd name="T25" fmla="*/ 19050 h 46"/>
              <a:gd name="T26" fmla="*/ 80169 w 50"/>
              <a:gd name="T27" fmla="*/ 0 h 46"/>
              <a:gd name="T28" fmla="*/ 83375 w 50"/>
              <a:gd name="T29" fmla="*/ 19050 h 46"/>
              <a:gd name="T30" fmla="*/ 105822 w 50"/>
              <a:gd name="T31" fmla="*/ 22225 h 46"/>
              <a:gd name="T32" fmla="*/ 105822 w 50"/>
              <a:gd name="T33" fmla="*/ 34925 h 46"/>
              <a:gd name="T34" fmla="*/ 125063 w 50"/>
              <a:gd name="T35" fmla="*/ 38100 h 46"/>
              <a:gd name="T36" fmla="*/ 125063 w 50"/>
              <a:gd name="T37" fmla="*/ 63500 h 46"/>
              <a:gd name="T38" fmla="*/ 137890 w 50"/>
              <a:gd name="T39" fmla="*/ 79375 h 46"/>
              <a:gd name="T40" fmla="*/ 128270 w 50"/>
              <a:gd name="T41" fmla="*/ 104775 h 46"/>
              <a:gd name="T42" fmla="*/ 134683 w 50"/>
              <a:gd name="T43" fmla="*/ 130175 h 46"/>
              <a:gd name="T44" fmla="*/ 160337 w 50"/>
              <a:gd name="T45" fmla="*/ 130175 h 46"/>
              <a:gd name="T46" fmla="*/ 131476 w 50"/>
              <a:gd name="T47" fmla="*/ 142875 h 46"/>
              <a:gd name="T48" fmla="*/ 125063 w 50"/>
              <a:gd name="T49" fmla="*/ 136525 h 46"/>
              <a:gd name="T50" fmla="*/ 109029 w 50"/>
              <a:gd name="T51" fmla="*/ 136525 h 46"/>
              <a:gd name="T52" fmla="*/ 83375 w 50"/>
              <a:gd name="T53" fmla="*/ 53975 h 46"/>
              <a:gd name="T54" fmla="*/ 83375 w 50"/>
              <a:gd name="T55" fmla="*/ 130175 h 46"/>
              <a:gd name="T56" fmla="*/ 99409 w 50"/>
              <a:gd name="T57" fmla="*/ 130175 h 46"/>
              <a:gd name="T58" fmla="*/ 115443 w 50"/>
              <a:gd name="T59" fmla="*/ 98425 h 46"/>
              <a:gd name="T60" fmla="*/ 83375 w 50"/>
              <a:gd name="T61" fmla="*/ 53975 h 46"/>
              <a:gd name="T62" fmla="*/ 76962 w 50"/>
              <a:gd name="T63" fmla="*/ 123825 h 46"/>
              <a:gd name="T64" fmla="*/ 35274 w 50"/>
              <a:gd name="T65" fmla="*/ 79375 h 46"/>
              <a:gd name="T66" fmla="*/ 48101 w 50"/>
              <a:gd name="T67" fmla="*/ 130175 h 46"/>
              <a:gd name="T68" fmla="*/ 51308 w 50"/>
              <a:gd name="T69" fmla="*/ 130175 h 46"/>
              <a:gd name="T70" fmla="*/ 76962 w 50"/>
              <a:gd name="T71" fmla="*/ 123825 h 46"/>
              <a:gd name="T72" fmla="*/ 41688 w 50"/>
              <a:gd name="T73" fmla="*/ 60325 h 46"/>
              <a:gd name="T74" fmla="*/ 83375 w 50"/>
              <a:gd name="T75" fmla="*/ 41275 h 46"/>
              <a:gd name="T76" fmla="*/ 118649 w 50"/>
              <a:gd name="T77" fmla="*/ 41275 h 46"/>
              <a:gd name="T78" fmla="*/ 99409 w 50"/>
              <a:gd name="T79" fmla="*/ 41275 h 46"/>
              <a:gd name="T80" fmla="*/ 96202 w 50"/>
              <a:gd name="T81" fmla="*/ 28575 h 46"/>
              <a:gd name="T82" fmla="*/ 64135 w 50"/>
              <a:gd name="T83" fmla="*/ 38100 h 46"/>
              <a:gd name="T84" fmla="*/ 60928 w 50"/>
              <a:gd name="T85" fmla="*/ 41275 h 46"/>
              <a:gd name="T86" fmla="*/ 41688 w 50"/>
              <a:gd name="T87" fmla="*/ 60325 h 4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0" h="46">
                <a:moveTo>
                  <a:pt x="34" y="43"/>
                </a:moveTo>
                <a:cubicBezTo>
                  <a:pt x="34" y="43"/>
                  <a:pt x="34" y="43"/>
                  <a:pt x="34" y="43"/>
                </a:cubicBezTo>
                <a:cubicBezTo>
                  <a:pt x="31" y="46"/>
                  <a:pt x="26" y="46"/>
                  <a:pt x="24" y="43"/>
                </a:cubicBezTo>
                <a:cubicBezTo>
                  <a:pt x="22" y="42"/>
                  <a:pt x="20" y="42"/>
                  <a:pt x="19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6" y="46"/>
                  <a:pt x="11" y="46"/>
                  <a:pt x="8" y="43"/>
                </a:cubicBezTo>
                <a:cubicBezTo>
                  <a:pt x="7" y="42"/>
                  <a:pt x="5" y="42"/>
                  <a:pt x="3" y="43"/>
                </a:cubicBezTo>
                <a:cubicBezTo>
                  <a:pt x="2" y="44"/>
                  <a:pt x="1" y="44"/>
                  <a:pt x="0" y="43"/>
                </a:cubicBezTo>
                <a:cubicBezTo>
                  <a:pt x="0" y="43"/>
                  <a:pt x="0" y="41"/>
                  <a:pt x="0" y="41"/>
                </a:cubicBezTo>
                <a:cubicBezTo>
                  <a:pt x="3" y="39"/>
                  <a:pt x="6" y="38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10" y="40"/>
                  <a:pt x="11" y="41"/>
                </a:cubicBezTo>
                <a:cubicBezTo>
                  <a:pt x="11" y="38"/>
                  <a:pt x="11" y="36"/>
                  <a:pt x="10" y="34"/>
                </a:cubicBezTo>
                <a:cubicBezTo>
                  <a:pt x="10" y="31"/>
                  <a:pt x="9" y="29"/>
                  <a:pt x="7" y="25"/>
                </a:cubicBezTo>
                <a:cubicBezTo>
                  <a:pt x="6" y="24"/>
                  <a:pt x="6" y="23"/>
                  <a:pt x="7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11" y="20"/>
                  <a:pt x="11" y="20"/>
                  <a:pt x="11" y="20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8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1"/>
                  <a:pt x="24" y="1"/>
                  <a:pt x="24" y="1"/>
                </a:cubicBezTo>
                <a:cubicBezTo>
                  <a:pt x="24" y="0"/>
                  <a:pt x="24" y="0"/>
                  <a:pt x="25" y="0"/>
                </a:cubicBezTo>
                <a:cubicBezTo>
                  <a:pt x="26" y="0"/>
                  <a:pt x="26" y="0"/>
                  <a:pt x="26" y="1"/>
                </a:cubicBezTo>
                <a:cubicBezTo>
                  <a:pt x="26" y="6"/>
                  <a:pt x="26" y="6"/>
                  <a:pt x="26" y="6"/>
                </a:cubicBezTo>
                <a:cubicBezTo>
                  <a:pt x="31" y="6"/>
                  <a:pt x="31" y="6"/>
                  <a:pt x="31" y="6"/>
                </a:cubicBezTo>
                <a:cubicBezTo>
                  <a:pt x="32" y="6"/>
                  <a:pt x="33" y="7"/>
                  <a:pt x="33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11"/>
                  <a:pt x="33" y="11"/>
                  <a:pt x="33" y="11"/>
                </a:cubicBezTo>
                <a:cubicBezTo>
                  <a:pt x="38" y="11"/>
                  <a:pt x="38" y="11"/>
                  <a:pt x="38" y="11"/>
                </a:cubicBezTo>
                <a:cubicBezTo>
                  <a:pt x="38" y="11"/>
                  <a:pt x="39" y="12"/>
                  <a:pt x="39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39" y="20"/>
                  <a:pt x="39" y="20"/>
                  <a:pt x="39" y="20"/>
                </a:cubicBezTo>
                <a:cubicBezTo>
                  <a:pt x="43" y="23"/>
                  <a:pt x="43" y="23"/>
                  <a:pt x="43" y="23"/>
                </a:cubicBezTo>
                <a:cubicBezTo>
                  <a:pt x="44" y="23"/>
                  <a:pt x="44" y="24"/>
                  <a:pt x="43" y="25"/>
                </a:cubicBezTo>
                <a:cubicBezTo>
                  <a:pt x="43" y="25"/>
                  <a:pt x="43" y="25"/>
                  <a:pt x="43" y="25"/>
                </a:cubicBezTo>
                <a:cubicBezTo>
                  <a:pt x="42" y="28"/>
                  <a:pt x="41" y="30"/>
                  <a:pt x="40" y="33"/>
                </a:cubicBezTo>
                <a:cubicBezTo>
                  <a:pt x="39" y="35"/>
                  <a:pt x="39" y="36"/>
                  <a:pt x="39" y="39"/>
                </a:cubicBezTo>
                <a:cubicBezTo>
                  <a:pt x="40" y="39"/>
                  <a:pt x="41" y="40"/>
                  <a:pt x="42" y="41"/>
                </a:cubicBezTo>
                <a:cubicBezTo>
                  <a:pt x="43" y="42"/>
                  <a:pt x="45" y="42"/>
                  <a:pt x="47" y="41"/>
                </a:cubicBezTo>
                <a:cubicBezTo>
                  <a:pt x="48" y="40"/>
                  <a:pt x="49" y="40"/>
                  <a:pt x="50" y="41"/>
                </a:cubicBezTo>
                <a:cubicBezTo>
                  <a:pt x="50" y="41"/>
                  <a:pt x="50" y="43"/>
                  <a:pt x="50" y="43"/>
                </a:cubicBezTo>
                <a:cubicBezTo>
                  <a:pt x="47" y="45"/>
                  <a:pt x="44" y="46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0" y="44"/>
                  <a:pt x="39" y="43"/>
                </a:cubicBezTo>
                <a:cubicBezTo>
                  <a:pt x="38" y="42"/>
                  <a:pt x="35" y="42"/>
                  <a:pt x="34" y="43"/>
                </a:cubicBezTo>
                <a:cubicBezTo>
                  <a:pt x="34" y="43"/>
                  <a:pt x="34" y="43"/>
                  <a:pt x="34" y="43"/>
                </a:cubicBezTo>
                <a:close/>
                <a:moveTo>
                  <a:pt x="26" y="17"/>
                </a:moveTo>
                <a:cubicBezTo>
                  <a:pt x="26" y="17"/>
                  <a:pt x="26" y="17"/>
                  <a:pt x="26" y="17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41"/>
                  <a:pt x="26" y="41"/>
                  <a:pt x="26" y="41"/>
                </a:cubicBezTo>
                <a:cubicBezTo>
                  <a:pt x="28" y="42"/>
                  <a:pt x="30" y="42"/>
                  <a:pt x="31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32" y="39"/>
                  <a:pt x="34" y="39"/>
                  <a:pt x="35" y="39"/>
                </a:cubicBezTo>
                <a:cubicBezTo>
                  <a:pt x="35" y="36"/>
                  <a:pt x="36" y="34"/>
                  <a:pt x="36" y="31"/>
                </a:cubicBezTo>
                <a:cubicBezTo>
                  <a:pt x="37" y="29"/>
                  <a:pt x="38" y="27"/>
                  <a:pt x="39" y="25"/>
                </a:cubicBezTo>
                <a:cubicBezTo>
                  <a:pt x="26" y="17"/>
                  <a:pt x="26" y="17"/>
                  <a:pt x="26" y="17"/>
                </a:cubicBezTo>
                <a:close/>
                <a:moveTo>
                  <a:pt x="24" y="39"/>
                </a:moveTo>
                <a:cubicBezTo>
                  <a:pt x="24" y="39"/>
                  <a:pt x="24" y="39"/>
                  <a:pt x="24" y="39"/>
                </a:cubicBezTo>
                <a:cubicBezTo>
                  <a:pt x="24" y="17"/>
                  <a:pt x="24" y="17"/>
                  <a:pt x="24" y="17"/>
                </a:cubicBezTo>
                <a:cubicBezTo>
                  <a:pt x="11" y="25"/>
                  <a:pt x="11" y="25"/>
                  <a:pt x="11" y="25"/>
                </a:cubicBezTo>
                <a:cubicBezTo>
                  <a:pt x="13" y="28"/>
                  <a:pt x="13" y="30"/>
                  <a:pt x="14" y="33"/>
                </a:cubicBezTo>
                <a:cubicBezTo>
                  <a:pt x="15" y="35"/>
                  <a:pt x="15" y="38"/>
                  <a:pt x="15" y="41"/>
                </a:cubicBezTo>
                <a:cubicBezTo>
                  <a:pt x="15" y="41"/>
                  <a:pt x="16" y="41"/>
                  <a:pt x="16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8" y="39"/>
                  <a:pt x="21" y="38"/>
                  <a:pt x="24" y="39"/>
                </a:cubicBezTo>
                <a:close/>
                <a:moveTo>
                  <a:pt x="13" y="19"/>
                </a:moveTo>
                <a:cubicBezTo>
                  <a:pt x="13" y="19"/>
                  <a:pt x="13" y="19"/>
                  <a:pt x="13" y="19"/>
                </a:cubicBezTo>
                <a:cubicBezTo>
                  <a:pt x="24" y="13"/>
                  <a:pt x="24" y="13"/>
                  <a:pt x="24" y="13"/>
                </a:cubicBezTo>
                <a:cubicBezTo>
                  <a:pt x="25" y="13"/>
                  <a:pt x="25" y="13"/>
                  <a:pt x="26" y="13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13"/>
                  <a:pt x="37" y="13"/>
                  <a:pt x="37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0" y="13"/>
                  <a:pt x="30" y="12"/>
                </a:cubicBezTo>
                <a:cubicBezTo>
                  <a:pt x="30" y="9"/>
                  <a:pt x="30" y="9"/>
                  <a:pt x="30" y="9"/>
                </a:cubicBezTo>
                <a:cubicBezTo>
                  <a:pt x="27" y="9"/>
                  <a:pt x="23" y="9"/>
                  <a:pt x="20" y="9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3"/>
                  <a:pt x="19" y="13"/>
                  <a:pt x="19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9"/>
                  <a:pt x="13" y="19"/>
                  <a:pt x="13" y="1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01" name="Freeform 235">
            <a:extLst>
              <a:ext uri="{FF2B5EF4-FFF2-40B4-BE49-F238E27FC236}">
                <a16:creationId xmlns:a16="http://schemas.microsoft.com/office/drawing/2014/main" id="{AB3AA0B0-5E92-AC8C-BBB6-CC4199E4A056}"/>
              </a:ext>
            </a:extLst>
          </p:cNvPr>
          <p:cNvSpPr>
            <a:spLocks noEditPoints="1"/>
          </p:cNvSpPr>
          <p:nvPr/>
        </p:nvSpPr>
        <p:spPr bwMode="auto">
          <a:xfrm>
            <a:off x="7678667" y="3890881"/>
            <a:ext cx="211667" cy="224367"/>
          </a:xfrm>
          <a:custGeom>
            <a:avLst/>
            <a:gdLst>
              <a:gd name="T0" fmla="*/ 66675 w 50"/>
              <a:gd name="T1" fmla="*/ 0 h 53"/>
              <a:gd name="T2" fmla="*/ 95250 w 50"/>
              <a:gd name="T3" fmla="*/ 3175 h 53"/>
              <a:gd name="T4" fmla="*/ 95250 w 50"/>
              <a:gd name="T5" fmla="*/ 19050 h 53"/>
              <a:gd name="T6" fmla="*/ 88900 w 50"/>
              <a:gd name="T7" fmla="*/ 22225 h 53"/>
              <a:gd name="T8" fmla="*/ 82550 w 50"/>
              <a:gd name="T9" fmla="*/ 25400 h 53"/>
              <a:gd name="T10" fmla="*/ 88900 w 50"/>
              <a:gd name="T11" fmla="*/ 28575 h 53"/>
              <a:gd name="T12" fmla="*/ 88900 w 50"/>
              <a:gd name="T13" fmla="*/ 47625 h 53"/>
              <a:gd name="T14" fmla="*/ 88900 w 50"/>
              <a:gd name="T15" fmla="*/ 47625 h 53"/>
              <a:gd name="T16" fmla="*/ 152400 w 50"/>
              <a:gd name="T17" fmla="*/ 79375 h 53"/>
              <a:gd name="T18" fmla="*/ 158750 w 50"/>
              <a:gd name="T19" fmla="*/ 85725 h 53"/>
              <a:gd name="T20" fmla="*/ 152400 w 50"/>
              <a:gd name="T21" fmla="*/ 168275 h 53"/>
              <a:gd name="T22" fmla="*/ 6350 w 50"/>
              <a:gd name="T23" fmla="*/ 168275 h 53"/>
              <a:gd name="T24" fmla="*/ 0 w 50"/>
              <a:gd name="T25" fmla="*/ 161925 h 53"/>
              <a:gd name="T26" fmla="*/ 6350 w 50"/>
              <a:gd name="T27" fmla="*/ 79375 h 53"/>
              <a:gd name="T28" fmla="*/ 28575 w 50"/>
              <a:gd name="T29" fmla="*/ 79375 h 53"/>
              <a:gd name="T30" fmla="*/ 69850 w 50"/>
              <a:gd name="T31" fmla="*/ 47625 h 53"/>
              <a:gd name="T32" fmla="*/ 69850 w 50"/>
              <a:gd name="T33" fmla="*/ 47625 h 53"/>
              <a:gd name="T34" fmla="*/ 69850 w 50"/>
              <a:gd name="T35" fmla="*/ 34925 h 53"/>
              <a:gd name="T36" fmla="*/ 73025 w 50"/>
              <a:gd name="T37" fmla="*/ 41275 h 53"/>
              <a:gd name="T38" fmla="*/ 76200 w 50"/>
              <a:gd name="T39" fmla="*/ 41275 h 53"/>
              <a:gd name="T40" fmla="*/ 82550 w 50"/>
              <a:gd name="T41" fmla="*/ 41275 h 53"/>
              <a:gd name="T42" fmla="*/ 82550 w 50"/>
              <a:gd name="T43" fmla="*/ 41275 h 53"/>
              <a:gd name="T44" fmla="*/ 82550 w 50"/>
              <a:gd name="T45" fmla="*/ 31750 h 53"/>
              <a:gd name="T46" fmla="*/ 79375 w 50"/>
              <a:gd name="T47" fmla="*/ 31750 h 53"/>
              <a:gd name="T48" fmla="*/ 76200 w 50"/>
              <a:gd name="T49" fmla="*/ 28575 h 53"/>
              <a:gd name="T50" fmla="*/ 66675 w 50"/>
              <a:gd name="T51" fmla="*/ 22225 h 53"/>
              <a:gd name="T52" fmla="*/ 63500 w 50"/>
              <a:gd name="T53" fmla="*/ 19050 h 53"/>
              <a:gd name="T54" fmla="*/ 66675 w 50"/>
              <a:gd name="T55" fmla="*/ 0 h 53"/>
              <a:gd name="T56" fmla="*/ 117475 w 50"/>
              <a:gd name="T57" fmla="*/ 79375 h 53"/>
              <a:gd name="T58" fmla="*/ 79375 w 50"/>
              <a:gd name="T59" fmla="*/ 50800 h 53"/>
              <a:gd name="T60" fmla="*/ 41275 w 50"/>
              <a:gd name="T61" fmla="*/ 79375 h 53"/>
              <a:gd name="T62" fmla="*/ 146050 w 50"/>
              <a:gd name="T63" fmla="*/ 92075 h 53"/>
              <a:gd name="T64" fmla="*/ 12700 w 50"/>
              <a:gd name="T65" fmla="*/ 92075 h 53"/>
              <a:gd name="T66" fmla="*/ 146050 w 50"/>
              <a:gd name="T67" fmla="*/ 155575 h 53"/>
              <a:gd name="T68" fmla="*/ 25400 w 50"/>
              <a:gd name="T69" fmla="*/ 101600 h 53"/>
              <a:gd name="T70" fmla="*/ 28575 w 50"/>
              <a:gd name="T71" fmla="*/ 98425 h 53"/>
              <a:gd name="T72" fmla="*/ 34925 w 50"/>
              <a:gd name="T73" fmla="*/ 146050 h 53"/>
              <a:gd name="T74" fmla="*/ 25400 w 50"/>
              <a:gd name="T75" fmla="*/ 146050 h 53"/>
              <a:gd name="T76" fmla="*/ 44450 w 50"/>
              <a:gd name="T77" fmla="*/ 101600 h 53"/>
              <a:gd name="T78" fmla="*/ 50800 w 50"/>
              <a:gd name="T79" fmla="*/ 98425 h 53"/>
              <a:gd name="T80" fmla="*/ 53975 w 50"/>
              <a:gd name="T81" fmla="*/ 146050 h 53"/>
              <a:gd name="T82" fmla="*/ 44450 w 50"/>
              <a:gd name="T83" fmla="*/ 146050 h 53"/>
              <a:gd name="T84" fmla="*/ 66675 w 50"/>
              <a:gd name="T85" fmla="*/ 101600 h 53"/>
              <a:gd name="T86" fmla="*/ 69850 w 50"/>
              <a:gd name="T87" fmla="*/ 98425 h 53"/>
              <a:gd name="T88" fmla="*/ 73025 w 50"/>
              <a:gd name="T89" fmla="*/ 146050 h 53"/>
              <a:gd name="T90" fmla="*/ 66675 w 50"/>
              <a:gd name="T91" fmla="*/ 146050 h 53"/>
              <a:gd name="T92" fmla="*/ 85725 w 50"/>
              <a:gd name="T93" fmla="*/ 101600 h 53"/>
              <a:gd name="T94" fmla="*/ 88900 w 50"/>
              <a:gd name="T95" fmla="*/ 98425 h 53"/>
              <a:gd name="T96" fmla="*/ 92075 w 50"/>
              <a:gd name="T97" fmla="*/ 146050 h 53"/>
              <a:gd name="T98" fmla="*/ 85725 w 50"/>
              <a:gd name="T99" fmla="*/ 146050 h 53"/>
              <a:gd name="T100" fmla="*/ 104775 w 50"/>
              <a:gd name="T101" fmla="*/ 101600 h 53"/>
              <a:gd name="T102" fmla="*/ 107950 w 50"/>
              <a:gd name="T103" fmla="*/ 98425 h 53"/>
              <a:gd name="T104" fmla="*/ 111125 w 50"/>
              <a:gd name="T105" fmla="*/ 146050 h 53"/>
              <a:gd name="T106" fmla="*/ 104775 w 50"/>
              <a:gd name="T107" fmla="*/ 146050 h 53"/>
              <a:gd name="T108" fmla="*/ 123825 w 50"/>
              <a:gd name="T109" fmla="*/ 101600 h 53"/>
              <a:gd name="T110" fmla="*/ 127000 w 50"/>
              <a:gd name="T111" fmla="*/ 98425 h 53"/>
              <a:gd name="T112" fmla="*/ 130175 w 50"/>
              <a:gd name="T113" fmla="*/ 146050 h 53"/>
              <a:gd name="T114" fmla="*/ 123825 w 50"/>
              <a:gd name="T115" fmla="*/ 146050 h 53"/>
              <a:gd name="T116" fmla="*/ 85725 w 50"/>
              <a:gd name="T117" fmla="*/ 6350 h 53"/>
              <a:gd name="T118" fmla="*/ 69850 w 50"/>
              <a:gd name="T119" fmla="*/ 6350 h 53"/>
              <a:gd name="T120" fmla="*/ 79375 w 50"/>
              <a:gd name="T121" fmla="*/ 15875 h 53"/>
              <a:gd name="T122" fmla="*/ 79375 w 50"/>
              <a:gd name="T123" fmla="*/ 15875 h 53"/>
              <a:gd name="T124" fmla="*/ 85725 w 50"/>
              <a:gd name="T125" fmla="*/ 6350 h 53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50" h="53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30" y="1"/>
                  <a:pt x="30" y="1"/>
                </a:cubicBezTo>
                <a:cubicBezTo>
                  <a:pt x="30" y="1"/>
                  <a:pt x="30" y="1"/>
                  <a:pt x="30" y="1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7"/>
                  <a:pt x="29" y="7"/>
                  <a:pt x="29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8"/>
                  <a:pt x="26" y="8"/>
                  <a:pt x="26" y="8"/>
                </a:cubicBezTo>
                <a:cubicBezTo>
                  <a:pt x="27" y="8"/>
                  <a:pt x="27" y="8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9" y="9"/>
                  <a:pt x="29" y="11"/>
                  <a:pt x="29" y="12"/>
                </a:cubicBezTo>
                <a:cubicBezTo>
                  <a:pt x="29" y="13"/>
                  <a:pt x="29" y="14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40" y="25"/>
                  <a:pt x="40" y="25"/>
                  <a:pt x="40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9" y="25"/>
                  <a:pt x="50" y="26"/>
                  <a:pt x="50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51"/>
                  <a:pt x="50" y="51"/>
                  <a:pt x="50" y="51"/>
                </a:cubicBezTo>
                <a:cubicBezTo>
                  <a:pt x="50" y="52"/>
                  <a:pt x="49" y="53"/>
                  <a:pt x="48" y="53"/>
                </a:cubicBezTo>
                <a:cubicBezTo>
                  <a:pt x="48" y="53"/>
                  <a:pt x="48" y="53"/>
                  <a:pt x="48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1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6"/>
                  <a:pt x="1" y="25"/>
                  <a:pt x="2" y="25"/>
                </a:cubicBezTo>
                <a:cubicBezTo>
                  <a:pt x="2" y="25"/>
                  <a:pt x="2" y="25"/>
                  <a:pt x="2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1" y="14"/>
                  <a:pt x="20" y="13"/>
                  <a:pt x="20" y="12"/>
                </a:cubicBezTo>
                <a:cubicBezTo>
                  <a:pt x="20" y="11"/>
                  <a:pt x="21" y="11"/>
                  <a:pt x="22" y="11"/>
                </a:cubicBezTo>
                <a:cubicBezTo>
                  <a:pt x="22" y="11"/>
                  <a:pt x="23" y="11"/>
                  <a:pt x="23" y="12"/>
                </a:cubicBezTo>
                <a:cubicBezTo>
                  <a:pt x="23" y="12"/>
                  <a:pt x="23" y="13"/>
                  <a:pt x="23" y="13"/>
                </a:cubicBezTo>
                <a:cubicBezTo>
                  <a:pt x="23" y="13"/>
                  <a:pt x="23" y="13"/>
                  <a:pt x="24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5" y="13"/>
                  <a:pt x="25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7" y="13"/>
                  <a:pt x="27" y="12"/>
                  <a:pt x="27" y="12"/>
                </a:cubicBezTo>
                <a:cubicBezTo>
                  <a:pt x="27" y="11"/>
                  <a:pt x="27" y="11"/>
                  <a:pt x="26" y="10"/>
                </a:cubicBezTo>
                <a:cubicBezTo>
                  <a:pt x="26" y="10"/>
                  <a:pt x="26" y="10"/>
                  <a:pt x="26" y="10"/>
                </a:cubicBezTo>
                <a:cubicBezTo>
                  <a:pt x="26" y="10"/>
                  <a:pt x="25" y="10"/>
                  <a:pt x="25" y="10"/>
                </a:cubicBezTo>
                <a:cubicBezTo>
                  <a:pt x="24" y="10"/>
                  <a:pt x="24" y="9"/>
                  <a:pt x="24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7"/>
                  <a:pt x="24" y="7"/>
                  <a:pt x="24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7"/>
                  <a:pt x="20" y="7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1" y="0"/>
                  <a:pt x="21" y="0"/>
                </a:cubicBezTo>
                <a:close/>
                <a:moveTo>
                  <a:pt x="37" y="25"/>
                </a:moveTo>
                <a:cubicBezTo>
                  <a:pt x="37" y="25"/>
                  <a:pt x="37" y="25"/>
                  <a:pt x="37" y="25"/>
                </a:cubicBezTo>
                <a:cubicBezTo>
                  <a:pt x="26" y="16"/>
                  <a:pt x="26" y="16"/>
                  <a:pt x="26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6"/>
                  <a:pt x="24" y="16"/>
                  <a:pt x="24" y="16"/>
                </a:cubicBezTo>
                <a:cubicBezTo>
                  <a:pt x="13" y="25"/>
                  <a:pt x="13" y="25"/>
                  <a:pt x="13" y="25"/>
                </a:cubicBezTo>
                <a:cubicBezTo>
                  <a:pt x="37" y="25"/>
                  <a:pt x="37" y="25"/>
                  <a:pt x="37" y="25"/>
                </a:cubicBezTo>
                <a:close/>
                <a:moveTo>
                  <a:pt x="46" y="29"/>
                </a:moveTo>
                <a:cubicBezTo>
                  <a:pt x="46" y="29"/>
                  <a:pt x="46" y="29"/>
                  <a:pt x="46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49"/>
                  <a:pt x="4" y="49"/>
                  <a:pt x="4" y="49"/>
                </a:cubicBezTo>
                <a:cubicBezTo>
                  <a:pt x="46" y="49"/>
                  <a:pt x="46" y="49"/>
                  <a:pt x="46" y="49"/>
                </a:cubicBezTo>
                <a:cubicBezTo>
                  <a:pt x="46" y="29"/>
                  <a:pt x="46" y="29"/>
                  <a:pt x="46" y="29"/>
                </a:cubicBezTo>
                <a:close/>
                <a:moveTo>
                  <a:pt x="8" y="32"/>
                </a:moveTo>
                <a:cubicBezTo>
                  <a:pt x="8" y="32"/>
                  <a:pt x="8" y="32"/>
                  <a:pt x="8" y="32"/>
                </a:cubicBezTo>
                <a:cubicBezTo>
                  <a:pt x="8" y="32"/>
                  <a:pt x="9" y="31"/>
                  <a:pt x="9" y="31"/>
                </a:cubicBezTo>
                <a:cubicBezTo>
                  <a:pt x="10" y="31"/>
                  <a:pt x="11" y="32"/>
                  <a:pt x="11" y="32"/>
                </a:cubicBezTo>
                <a:cubicBezTo>
                  <a:pt x="11" y="46"/>
                  <a:pt x="11" y="46"/>
                  <a:pt x="11" y="46"/>
                </a:cubicBezTo>
                <a:cubicBezTo>
                  <a:pt x="11" y="46"/>
                  <a:pt x="10" y="47"/>
                  <a:pt x="9" y="47"/>
                </a:cubicBezTo>
                <a:cubicBezTo>
                  <a:pt x="9" y="47"/>
                  <a:pt x="8" y="46"/>
                  <a:pt x="8" y="46"/>
                </a:cubicBezTo>
                <a:cubicBezTo>
                  <a:pt x="8" y="32"/>
                  <a:pt x="8" y="32"/>
                  <a:pt x="8" y="32"/>
                </a:cubicBezTo>
                <a:close/>
                <a:moveTo>
                  <a:pt x="14" y="32"/>
                </a:moveTo>
                <a:cubicBezTo>
                  <a:pt x="14" y="32"/>
                  <a:pt x="14" y="32"/>
                  <a:pt x="14" y="32"/>
                </a:cubicBezTo>
                <a:cubicBezTo>
                  <a:pt x="14" y="32"/>
                  <a:pt x="15" y="31"/>
                  <a:pt x="16" y="31"/>
                </a:cubicBezTo>
                <a:cubicBezTo>
                  <a:pt x="16" y="31"/>
                  <a:pt x="17" y="32"/>
                  <a:pt x="17" y="32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6" y="47"/>
                  <a:pt x="16" y="47"/>
                </a:cubicBezTo>
                <a:cubicBezTo>
                  <a:pt x="15" y="47"/>
                  <a:pt x="14" y="46"/>
                  <a:pt x="14" y="46"/>
                </a:cubicBezTo>
                <a:cubicBezTo>
                  <a:pt x="14" y="32"/>
                  <a:pt x="14" y="32"/>
                  <a:pt x="14" y="32"/>
                </a:cubicBezTo>
                <a:close/>
                <a:moveTo>
                  <a:pt x="21" y="32"/>
                </a:move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1" y="31"/>
                  <a:pt x="22" y="31"/>
                </a:cubicBezTo>
                <a:cubicBezTo>
                  <a:pt x="22" y="31"/>
                  <a:pt x="23" y="32"/>
                  <a:pt x="23" y="32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2" y="47"/>
                  <a:pt x="22" y="47"/>
                </a:cubicBezTo>
                <a:cubicBezTo>
                  <a:pt x="21" y="47"/>
                  <a:pt x="21" y="46"/>
                  <a:pt x="21" y="46"/>
                </a:cubicBezTo>
                <a:cubicBezTo>
                  <a:pt x="21" y="32"/>
                  <a:pt x="21" y="32"/>
                  <a:pt x="21" y="32"/>
                </a:cubicBezTo>
                <a:close/>
                <a:moveTo>
                  <a:pt x="27" y="32"/>
                </a:moveTo>
                <a:cubicBezTo>
                  <a:pt x="27" y="32"/>
                  <a:pt x="27" y="32"/>
                  <a:pt x="27" y="32"/>
                </a:cubicBezTo>
                <a:cubicBezTo>
                  <a:pt x="27" y="32"/>
                  <a:pt x="27" y="31"/>
                  <a:pt x="28" y="31"/>
                </a:cubicBezTo>
                <a:cubicBezTo>
                  <a:pt x="29" y="31"/>
                  <a:pt x="29" y="32"/>
                  <a:pt x="29" y="32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7"/>
                  <a:pt x="28" y="47"/>
                </a:cubicBezTo>
                <a:cubicBezTo>
                  <a:pt x="27" y="47"/>
                  <a:pt x="27" y="46"/>
                  <a:pt x="27" y="46"/>
                </a:cubicBezTo>
                <a:cubicBezTo>
                  <a:pt x="27" y="32"/>
                  <a:pt x="27" y="32"/>
                  <a:pt x="27" y="32"/>
                </a:cubicBezTo>
                <a:close/>
                <a:moveTo>
                  <a:pt x="33" y="32"/>
                </a:move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1"/>
                  <a:pt x="34" y="31"/>
                </a:cubicBezTo>
                <a:cubicBezTo>
                  <a:pt x="35" y="31"/>
                  <a:pt x="35" y="32"/>
                  <a:pt x="35" y="32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7"/>
                  <a:pt x="34" y="47"/>
                </a:cubicBezTo>
                <a:cubicBezTo>
                  <a:pt x="33" y="47"/>
                  <a:pt x="33" y="46"/>
                  <a:pt x="33" y="46"/>
                </a:cubicBezTo>
                <a:cubicBezTo>
                  <a:pt x="33" y="32"/>
                  <a:pt x="33" y="32"/>
                  <a:pt x="33" y="32"/>
                </a:cubicBezTo>
                <a:close/>
                <a:moveTo>
                  <a:pt x="39" y="32"/>
                </a:move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40" y="31"/>
                  <a:pt x="40" y="31"/>
                </a:cubicBezTo>
                <a:cubicBezTo>
                  <a:pt x="41" y="31"/>
                  <a:pt x="41" y="32"/>
                  <a:pt x="41" y="32"/>
                </a:cubicBezTo>
                <a:cubicBezTo>
                  <a:pt x="41" y="46"/>
                  <a:pt x="41" y="46"/>
                  <a:pt x="41" y="46"/>
                </a:cubicBezTo>
                <a:cubicBezTo>
                  <a:pt x="41" y="46"/>
                  <a:pt x="41" y="47"/>
                  <a:pt x="40" y="47"/>
                </a:cubicBezTo>
                <a:cubicBezTo>
                  <a:pt x="40" y="47"/>
                  <a:pt x="39" y="46"/>
                  <a:pt x="39" y="46"/>
                </a:cubicBezTo>
                <a:cubicBezTo>
                  <a:pt x="39" y="32"/>
                  <a:pt x="39" y="32"/>
                  <a:pt x="39" y="32"/>
                </a:cubicBezTo>
                <a:close/>
                <a:moveTo>
                  <a:pt x="27" y="2"/>
                </a:moveTo>
                <a:cubicBezTo>
                  <a:pt x="27" y="2"/>
                  <a:pt x="27" y="2"/>
                  <a:pt x="27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5"/>
                  <a:pt x="22" y="5"/>
                  <a:pt x="22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2"/>
                  <a:pt x="27" y="2"/>
                  <a:pt x="27" y="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02" name="Freeform 236">
            <a:extLst>
              <a:ext uri="{FF2B5EF4-FFF2-40B4-BE49-F238E27FC236}">
                <a16:creationId xmlns:a16="http://schemas.microsoft.com/office/drawing/2014/main" id="{2505F53A-4168-65AA-3033-A9604557A1CB}"/>
              </a:ext>
            </a:extLst>
          </p:cNvPr>
          <p:cNvSpPr>
            <a:spLocks noEditPoints="1"/>
          </p:cNvSpPr>
          <p:nvPr/>
        </p:nvSpPr>
        <p:spPr bwMode="auto">
          <a:xfrm>
            <a:off x="8046968" y="3920515"/>
            <a:ext cx="207433" cy="165100"/>
          </a:xfrm>
          <a:custGeom>
            <a:avLst/>
            <a:gdLst>
              <a:gd name="T0" fmla="*/ 114300 w 49"/>
              <a:gd name="T1" fmla="*/ 19050 h 39"/>
              <a:gd name="T2" fmla="*/ 120650 w 49"/>
              <a:gd name="T3" fmla="*/ 25400 h 39"/>
              <a:gd name="T4" fmla="*/ 152400 w 49"/>
              <a:gd name="T5" fmla="*/ 60325 h 39"/>
              <a:gd name="T6" fmla="*/ 155575 w 49"/>
              <a:gd name="T7" fmla="*/ 66675 h 39"/>
              <a:gd name="T8" fmla="*/ 152400 w 49"/>
              <a:gd name="T9" fmla="*/ 107950 h 39"/>
              <a:gd name="T10" fmla="*/ 149225 w 49"/>
              <a:gd name="T11" fmla="*/ 107950 h 39"/>
              <a:gd name="T12" fmla="*/ 127000 w 49"/>
              <a:gd name="T13" fmla="*/ 123825 h 39"/>
              <a:gd name="T14" fmla="*/ 101600 w 49"/>
              <a:gd name="T15" fmla="*/ 107950 h 39"/>
              <a:gd name="T16" fmla="*/ 69850 w 49"/>
              <a:gd name="T17" fmla="*/ 117475 h 39"/>
              <a:gd name="T18" fmla="*/ 34925 w 49"/>
              <a:gd name="T19" fmla="*/ 114300 h 39"/>
              <a:gd name="T20" fmla="*/ 34925 w 49"/>
              <a:gd name="T21" fmla="*/ 114300 h 39"/>
              <a:gd name="T22" fmla="*/ 15875 w 49"/>
              <a:gd name="T23" fmla="*/ 104775 h 39"/>
              <a:gd name="T24" fmla="*/ 3175 w 49"/>
              <a:gd name="T25" fmla="*/ 104775 h 39"/>
              <a:gd name="T26" fmla="*/ 3175 w 49"/>
              <a:gd name="T27" fmla="*/ 95250 h 39"/>
              <a:gd name="T28" fmla="*/ 12700 w 49"/>
              <a:gd name="T29" fmla="*/ 76200 h 39"/>
              <a:gd name="T30" fmla="*/ 12700 w 49"/>
              <a:gd name="T31" fmla="*/ 76200 h 39"/>
              <a:gd name="T32" fmla="*/ 12700 w 49"/>
              <a:gd name="T33" fmla="*/ 53975 h 39"/>
              <a:gd name="T34" fmla="*/ 12700 w 49"/>
              <a:gd name="T35" fmla="*/ 31750 h 39"/>
              <a:gd name="T36" fmla="*/ 15875 w 49"/>
              <a:gd name="T37" fmla="*/ 28575 h 39"/>
              <a:gd name="T38" fmla="*/ 44450 w 49"/>
              <a:gd name="T39" fmla="*/ 3175 h 39"/>
              <a:gd name="T40" fmla="*/ 50800 w 49"/>
              <a:gd name="T41" fmla="*/ 3175 h 39"/>
              <a:gd name="T42" fmla="*/ 50800 w 49"/>
              <a:gd name="T43" fmla="*/ 31750 h 39"/>
              <a:gd name="T44" fmla="*/ 50800 w 49"/>
              <a:gd name="T45" fmla="*/ 53975 h 39"/>
              <a:gd name="T46" fmla="*/ 50800 w 49"/>
              <a:gd name="T47" fmla="*/ 53975 h 39"/>
              <a:gd name="T48" fmla="*/ 63500 w 49"/>
              <a:gd name="T49" fmla="*/ 25400 h 39"/>
              <a:gd name="T50" fmla="*/ 19050 w 49"/>
              <a:gd name="T51" fmla="*/ 73025 h 39"/>
              <a:gd name="T52" fmla="*/ 44450 w 49"/>
              <a:gd name="T53" fmla="*/ 73025 h 39"/>
              <a:gd name="T54" fmla="*/ 19050 w 49"/>
              <a:gd name="T55" fmla="*/ 57150 h 39"/>
              <a:gd name="T56" fmla="*/ 31750 w 49"/>
              <a:gd name="T57" fmla="*/ 79375 h 39"/>
              <a:gd name="T58" fmla="*/ 19050 w 49"/>
              <a:gd name="T59" fmla="*/ 79375 h 39"/>
              <a:gd name="T60" fmla="*/ 25400 w 49"/>
              <a:gd name="T61" fmla="*/ 95250 h 39"/>
              <a:gd name="T62" fmla="*/ 19050 w 49"/>
              <a:gd name="T63" fmla="*/ 50800 h 39"/>
              <a:gd name="T64" fmla="*/ 44450 w 49"/>
              <a:gd name="T65" fmla="*/ 50800 h 39"/>
              <a:gd name="T66" fmla="*/ 19050 w 49"/>
              <a:gd name="T67" fmla="*/ 34925 h 39"/>
              <a:gd name="T68" fmla="*/ 63500 w 49"/>
              <a:gd name="T69" fmla="*/ 66675 h 39"/>
              <a:gd name="T70" fmla="*/ 66675 w 49"/>
              <a:gd name="T71" fmla="*/ 66675 h 39"/>
              <a:gd name="T72" fmla="*/ 76200 w 49"/>
              <a:gd name="T73" fmla="*/ 82550 h 39"/>
              <a:gd name="T74" fmla="*/ 111125 w 49"/>
              <a:gd name="T75" fmla="*/ 69850 h 39"/>
              <a:gd name="T76" fmla="*/ 107950 w 49"/>
              <a:gd name="T77" fmla="*/ 31750 h 39"/>
              <a:gd name="T78" fmla="*/ 63500 w 49"/>
              <a:gd name="T79" fmla="*/ 66675 h 39"/>
              <a:gd name="T80" fmla="*/ 117475 w 49"/>
              <a:gd name="T81" fmla="*/ 73025 h 39"/>
              <a:gd name="T82" fmla="*/ 101600 w 49"/>
              <a:gd name="T83" fmla="*/ 92075 h 39"/>
              <a:gd name="T84" fmla="*/ 69850 w 49"/>
              <a:gd name="T85" fmla="*/ 88900 h 39"/>
              <a:gd name="T86" fmla="*/ 63500 w 49"/>
              <a:gd name="T87" fmla="*/ 73025 h 39"/>
              <a:gd name="T88" fmla="*/ 53975 w 49"/>
              <a:gd name="T89" fmla="*/ 85725 h 39"/>
              <a:gd name="T90" fmla="*/ 53975 w 49"/>
              <a:gd name="T91" fmla="*/ 82550 h 39"/>
              <a:gd name="T92" fmla="*/ 41275 w 49"/>
              <a:gd name="T93" fmla="*/ 88900 h 39"/>
              <a:gd name="T94" fmla="*/ 38100 w 49"/>
              <a:gd name="T95" fmla="*/ 98425 h 39"/>
              <a:gd name="T96" fmla="*/ 41275 w 49"/>
              <a:gd name="T97" fmla="*/ 107950 h 39"/>
              <a:gd name="T98" fmla="*/ 50800 w 49"/>
              <a:gd name="T99" fmla="*/ 111125 h 39"/>
              <a:gd name="T100" fmla="*/ 66675 w 49"/>
              <a:gd name="T101" fmla="*/ 101600 h 39"/>
              <a:gd name="T102" fmla="*/ 104775 w 49"/>
              <a:gd name="T103" fmla="*/ 95250 h 39"/>
              <a:gd name="T104" fmla="*/ 117475 w 49"/>
              <a:gd name="T105" fmla="*/ 107950 h 39"/>
              <a:gd name="T106" fmla="*/ 133350 w 49"/>
              <a:gd name="T107" fmla="*/ 107950 h 39"/>
              <a:gd name="T108" fmla="*/ 146050 w 49"/>
              <a:gd name="T109" fmla="*/ 95250 h 39"/>
              <a:gd name="T110" fmla="*/ 146050 w 49"/>
              <a:gd name="T111" fmla="*/ 73025 h 39"/>
              <a:gd name="T112" fmla="*/ 127000 w 49"/>
              <a:gd name="T113" fmla="*/ 92075 h 39"/>
              <a:gd name="T114" fmla="*/ 130175 w 49"/>
              <a:gd name="T115" fmla="*/ 98425 h 39"/>
              <a:gd name="T116" fmla="*/ 120650 w 49"/>
              <a:gd name="T117" fmla="*/ 98425 h 39"/>
              <a:gd name="T118" fmla="*/ 50800 w 49"/>
              <a:gd name="T119" fmla="*/ 92075 h 39"/>
              <a:gd name="T120" fmla="*/ 57150 w 49"/>
              <a:gd name="T121" fmla="*/ 98425 h 39"/>
              <a:gd name="T122" fmla="*/ 47625 w 49"/>
              <a:gd name="T123" fmla="*/ 98425 h 39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9" h="39">
                <a:moveTo>
                  <a:pt x="22" y="6"/>
                </a:moveTo>
                <a:cubicBezTo>
                  <a:pt x="36" y="6"/>
                  <a:pt x="36" y="6"/>
                  <a:pt x="36" y="6"/>
                </a:cubicBezTo>
                <a:cubicBezTo>
                  <a:pt x="37" y="6"/>
                  <a:pt x="38" y="7"/>
                  <a:pt x="38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19"/>
                  <a:pt x="38" y="19"/>
                  <a:pt x="38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9" y="19"/>
                  <a:pt x="49" y="20"/>
                  <a:pt x="49" y="21"/>
                </a:cubicBezTo>
                <a:cubicBezTo>
                  <a:pt x="49" y="21"/>
                  <a:pt x="49" y="21"/>
                  <a:pt x="49" y="21"/>
                </a:cubicBezTo>
                <a:cubicBezTo>
                  <a:pt x="49" y="32"/>
                  <a:pt x="49" y="32"/>
                  <a:pt x="49" y="32"/>
                </a:cubicBezTo>
                <a:cubicBezTo>
                  <a:pt x="49" y="33"/>
                  <a:pt x="49" y="34"/>
                  <a:pt x="48" y="34"/>
                </a:cubicBezTo>
                <a:cubicBezTo>
                  <a:pt x="48" y="34"/>
                  <a:pt x="48" y="34"/>
                  <a:pt x="48" y="34"/>
                </a:cubicBezTo>
                <a:cubicBezTo>
                  <a:pt x="47" y="34"/>
                  <a:pt x="47" y="34"/>
                  <a:pt x="47" y="34"/>
                </a:cubicBezTo>
                <a:cubicBezTo>
                  <a:pt x="47" y="35"/>
                  <a:pt x="46" y="36"/>
                  <a:pt x="45" y="37"/>
                </a:cubicBezTo>
                <a:cubicBezTo>
                  <a:pt x="43" y="38"/>
                  <a:pt x="41" y="39"/>
                  <a:pt x="40" y="39"/>
                </a:cubicBezTo>
                <a:cubicBezTo>
                  <a:pt x="38" y="39"/>
                  <a:pt x="36" y="38"/>
                  <a:pt x="34" y="37"/>
                </a:cubicBezTo>
                <a:cubicBezTo>
                  <a:pt x="33" y="36"/>
                  <a:pt x="33" y="35"/>
                  <a:pt x="32" y="34"/>
                </a:cubicBezTo>
                <a:cubicBezTo>
                  <a:pt x="24" y="34"/>
                  <a:pt x="24" y="34"/>
                  <a:pt x="24" y="34"/>
                </a:cubicBezTo>
                <a:cubicBezTo>
                  <a:pt x="23" y="35"/>
                  <a:pt x="23" y="36"/>
                  <a:pt x="22" y="37"/>
                </a:cubicBezTo>
                <a:cubicBezTo>
                  <a:pt x="20" y="38"/>
                  <a:pt x="18" y="39"/>
                  <a:pt x="16" y="39"/>
                </a:cubicBezTo>
                <a:cubicBezTo>
                  <a:pt x="14" y="39"/>
                  <a:pt x="12" y="38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0" y="35"/>
                  <a:pt x="9" y="34"/>
                  <a:pt x="9" y="33"/>
                </a:cubicBezTo>
                <a:cubicBezTo>
                  <a:pt x="5" y="33"/>
                  <a:pt x="5" y="33"/>
                  <a:pt x="5" y="33"/>
                </a:cubicBezTo>
                <a:cubicBezTo>
                  <a:pt x="5" y="33"/>
                  <a:pt x="5" y="33"/>
                  <a:pt x="5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1" y="33"/>
                  <a:pt x="0" y="32"/>
                  <a:pt x="0" y="32"/>
                </a:cubicBezTo>
                <a:cubicBezTo>
                  <a:pt x="0" y="31"/>
                  <a:pt x="1" y="30"/>
                  <a:pt x="1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9"/>
                  <a:pt x="4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0"/>
                  <a:pt x="15" y="0"/>
                </a:cubicBezTo>
                <a:cubicBezTo>
                  <a:pt x="15" y="0"/>
                  <a:pt x="16" y="1"/>
                  <a:pt x="16" y="1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7"/>
                  <a:pt x="16" y="17"/>
                  <a:pt x="16" y="17"/>
                </a:cubicBezTo>
                <a:cubicBezTo>
                  <a:pt x="16" y="17"/>
                  <a:pt x="16" y="17"/>
                  <a:pt x="16" y="17"/>
                </a:cubicBezTo>
                <a:cubicBezTo>
                  <a:pt x="16" y="17"/>
                  <a:pt x="16" y="17"/>
                  <a:pt x="16" y="17"/>
                </a:cubicBezTo>
                <a:cubicBezTo>
                  <a:pt x="16" y="22"/>
                  <a:pt x="16" y="22"/>
                  <a:pt x="16" y="22"/>
                </a:cubicBezTo>
                <a:cubicBezTo>
                  <a:pt x="20" y="8"/>
                  <a:pt x="20" y="8"/>
                  <a:pt x="20" y="8"/>
                </a:cubicBezTo>
                <a:cubicBezTo>
                  <a:pt x="20" y="7"/>
                  <a:pt x="21" y="6"/>
                  <a:pt x="22" y="6"/>
                </a:cubicBezTo>
                <a:close/>
                <a:moveTo>
                  <a:pt x="6" y="23"/>
                </a:moveTo>
                <a:cubicBezTo>
                  <a:pt x="6" y="23"/>
                  <a:pt x="6" y="23"/>
                  <a:pt x="6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18"/>
                  <a:pt x="14" y="18"/>
                  <a:pt x="14" y="18"/>
                </a:cubicBezTo>
                <a:cubicBezTo>
                  <a:pt x="6" y="18"/>
                  <a:pt x="6" y="18"/>
                  <a:pt x="6" y="18"/>
                </a:cubicBezTo>
                <a:cubicBezTo>
                  <a:pt x="6" y="23"/>
                  <a:pt x="6" y="23"/>
                  <a:pt x="6" y="23"/>
                </a:cubicBezTo>
                <a:close/>
                <a:moveTo>
                  <a:pt x="10" y="25"/>
                </a:moveTo>
                <a:cubicBezTo>
                  <a:pt x="10" y="25"/>
                  <a:pt x="10" y="25"/>
                  <a:pt x="10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30"/>
                  <a:pt x="6" y="30"/>
                  <a:pt x="6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8" y="28"/>
                  <a:pt x="9" y="27"/>
                  <a:pt x="10" y="25"/>
                </a:cubicBezTo>
                <a:close/>
                <a:moveTo>
                  <a:pt x="6" y="16"/>
                </a:moveTo>
                <a:cubicBezTo>
                  <a:pt x="6" y="16"/>
                  <a:pt x="6" y="16"/>
                  <a:pt x="6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1"/>
                  <a:pt x="14" y="11"/>
                  <a:pt x="14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6"/>
                  <a:pt x="6" y="16"/>
                  <a:pt x="6" y="16"/>
                </a:cubicBezTo>
                <a:close/>
                <a:moveTo>
                  <a:pt x="20" y="21"/>
                </a:moveTo>
                <a:cubicBezTo>
                  <a:pt x="20" y="21"/>
                  <a:pt x="20" y="21"/>
                  <a:pt x="20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2" y="21"/>
                  <a:pt x="22" y="21"/>
                  <a:pt x="22" y="22"/>
                </a:cubicBezTo>
                <a:cubicBezTo>
                  <a:pt x="24" y="26"/>
                  <a:pt x="24" y="26"/>
                  <a:pt x="24" y="26"/>
                </a:cubicBezTo>
                <a:cubicBezTo>
                  <a:pt x="31" y="26"/>
                  <a:pt x="31" y="26"/>
                  <a:pt x="31" y="26"/>
                </a:cubicBezTo>
                <a:cubicBezTo>
                  <a:pt x="35" y="22"/>
                  <a:pt x="35" y="22"/>
                  <a:pt x="35" y="22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10"/>
                  <a:pt x="34" y="10"/>
                  <a:pt x="34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0" y="21"/>
                  <a:pt x="20" y="21"/>
                  <a:pt x="20" y="21"/>
                </a:cubicBezTo>
                <a:close/>
                <a:moveTo>
                  <a:pt x="37" y="23"/>
                </a:moveTo>
                <a:cubicBezTo>
                  <a:pt x="37" y="23"/>
                  <a:pt x="37" y="23"/>
                  <a:pt x="37" y="23"/>
                </a:cubicBezTo>
                <a:cubicBezTo>
                  <a:pt x="33" y="28"/>
                  <a:pt x="33" y="28"/>
                  <a:pt x="33" y="28"/>
                </a:cubicBezTo>
                <a:cubicBezTo>
                  <a:pt x="33" y="29"/>
                  <a:pt x="33" y="29"/>
                  <a:pt x="32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2" y="29"/>
                  <a:pt x="22" y="28"/>
                  <a:pt x="22" y="28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3"/>
                  <a:pt x="20" y="23"/>
                  <a:pt x="20" y="23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6"/>
                  <a:pt x="18" y="27"/>
                  <a:pt x="17" y="27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15" y="26"/>
                  <a:pt x="14" y="27"/>
                  <a:pt x="13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8"/>
                  <a:pt x="12" y="30"/>
                  <a:pt x="12" y="31"/>
                </a:cubicBezTo>
                <a:cubicBezTo>
                  <a:pt x="12" y="32"/>
                  <a:pt x="13" y="33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4" y="35"/>
                  <a:pt x="15" y="35"/>
                  <a:pt x="16" y="35"/>
                </a:cubicBezTo>
                <a:cubicBezTo>
                  <a:pt x="17" y="35"/>
                  <a:pt x="18" y="35"/>
                  <a:pt x="19" y="34"/>
                </a:cubicBezTo>
                <a:cubicBezTo>
                  <a:pt x="20" y="33"/>
                  <a:pt x="20" y="33"/>
                  <a:pt x="21" y="32"/>
                </a:cubicBezTo>
                <a:cubicBezTo>
                  <a:pt x="21" y="31"/>
                  <a:pt x="22" y="30"/>
                  <a:pt x="23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4" y="30"/>
                  <a:pt x="35" y="31"/>
                  <a:pt x="35" y="32"/>
                </a:cubicBezTo>
                <a:cubicBezTo>
                  <a:pt x="36" y="33"/>
                  <a:pt x="36" y="33"/>
                  <a:pt x="37" y="34"/>
                </a:cubicBezTo>
                <a:cubicBezTo>
                  <a:pt x="38" y="35"/>
                  <a:pt x="38" y="35"/>
                  <a:pt x="40" y="35"/>
                </a:cubicBezTo>
                <a:cubicBezTo>
                  <a:pt x="41" y="35"/>
                  <a:pt x="42" y="35"/>
                  <a:pt x="42" y="34"/>
                </a:cubicBezTo>
                <a:cubicBezTo>
                  <a:pt x="43" y="33"/>
                  <a:pt x="43" y="33"/>
                  <a:pt x="44" y="32"/>
                </a:cubicBezTo>
                <a:cubicBezTo>
                  <a:pt x="44" y="31"/>
                  <a:pt x="45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23"/>
                  <a:pt x="46" y="23"/>
                  <a:pt x="46" y="23"/>
                </a:cubicBezTo>
                <a:cubicBezTo>
                  <a:pt x="37" y="23"/>
                  <a:pt x="37" y="23"/>
                  <a:pt x="37" y="23"/>
                </a:cubicBezTo>
                <a:close/>
                <a:moveTo>
                  <a:pt x="40" y="29"/>
                </a:moveTo>
                <a:cubicBezTo>
                  <a:pt x="40" y="29"/>
                  <a:pt x="40" y="29"/>
                  <a:pt x="40" y="29"/>
                </a:cubicBezTo>
                <a:cubicBezTo>
                  <a:pt x="41" y="29"/>
                  <a:pt x="41" y="30"/>
                  <a:pt x="41" y="31"/>
                </a:cubicBezTo>
                <a:cubicBezTo>
                  <a:pt x="41" y="32"/>
                  <a:pt x="41" y="33"/>
                  <a:pt x="40" y="33"/>
                </a:cubicBezTo>
                <a:cubicBezTo>
                  <a:pt x="39" y="33"/>
                  <a:pt x="38" y="32"/>
                  <a:pt x="38" y="31"/>
                </a:cubicBezTo>
                <a:cubicBezTo>
                  <a:pt x="38" y="30"/>
                  <a:pt x="39" y="29"/>
                  <a:pt x="40" y="29"/>
                </a:cubicBezTo>
                <a:close/>
                <a:moveTo>
                  <a:pt x="16" y="29"/>
                </a:moveTo>
                <a:cubicBezTo>
                  <a:pt x="16" y="29"/>
                  <a:pt x="16" y="29"/>
                  <a:pt x="16" y="29"/>
                </a:cubicBezTo>
                <a:cubicBezTo>
                  <a:pt x="17" y="29"/>
                  <a:pt x="18" y="30"/>
                  <a:pt x="18" y="31"/>
                </a:cubicBezTo>
                <a:cubicBezTo>
                  <a:pt x="18" y="32"/>
                  <a:pt x="17" y="33"/>
                  <a:pt x="16" y="33"/>
                </a:cubicBezTo>
                <a:cubicBezTo>
                  <a:pt x="15" y="33"/>
                  <a:pt x="15" y="32"/>
                  <a:pt x="15" y="31"/>
                </a:cubicBezTo>
                <a:cubicBezTo>
                  <a:pt x="15" y="30"/>
                  <a:pt x="15" y="29"/>
                  <a:pt x="16" y="2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03" name="Freeform 237">
            <a:extLst>
              <a:ext uri="{FF2B5EF4-FFF2-40B4-BE49-F238E27FC236}">
                <a16:creationId xmlns:a16="http://schemas.microsoft.com/office/drawing/2014/main" id="{609BB9C7-468F-8CDA-F5E2-D5B92ED788AF}"/>
              </a:ext>
            </a:extLst>
          </p:cNvPr>
          <p:cNvSpPr>
            <a:spLocks noEditPoints="1"/>
          </p:cNvSpPr>
          <p:nvPr/>
        </p:nvSpPr>
        <p:spPr bwMode="auto">
          <a:xfrm>
            <a:off x="9562501" y="3886648"/>
            <a:ext cx="139700" cy="232833"/>
          </a:xfrm>
          <a:custGeom>
            <a:avLst/>
            <a:gdLst>
              <a:gd name="T0" fmla="*/ 31750 w 33"/>
              <a:gd name="T1" fmla="*/ 57150 h 55"/>
              <a:gd name="T2" fmla="*/ 41275 w 33"/>
              <a:gd name="T3" fmla="*/ 57150 h 55"/>
              <a:gd name="T4" fmla="*/ 41275 w 33"/>
              <a:gd name="T5" fmla="*/ 57150 h 55"/>
              <a:gd name="T6" fmla="*/ 60325 w 33"/>
              <a:gd name="T7" fmla="*/ 41275 h 55"/>
              <a:gd name="T8" fmla="*/ 41275 w 33"/>
              <a:gd name="T9" fmla="*/ 38100 h 55"/>
              <a:gd name="T10" fmla="*/ 63500 w 33"/>
              <a:gd name="T11" fmla="*/ 6350 h 55"/>
              <a:gd name="T12" fmla="*/ 22225 w 33"/>
              <a:gd name="T13" fmla="*/ 28575 h 55"/>
              <a:gd name="T14" fmla="*/ 12700 w 33"/>
              <a:gd name="T15" fmla="*/ 28575 h 55"/>
              <a:gd name="T16" fmla="*/ 25400 w 33"/>
              <a:gd name="T17" fmla="*/ 107950 h 55"/>
              <a:gd name="T18" fmla="*/ 82550 w 33"/>
              <a:gd name="T19" fmla="*/ 107950 h 55"/>
              <a:gd name="T20" fmla="*/ 82550 w 33"/>
              <a:gd name="T21" fmla="*/ 107950 h 55"/>
              <a:gd name="T22" fmla="*/ 95250 w 33"/>
              <a:gd name="T23" fmla="*/ 28575 h 55"/>
              <a:gd name="T24" fmla="*/ 53975 w 33"/>
              <a:gd name="T25" fmla="*/ 34925 h 55"/>
              <a:gd name="T26" fmla="*/ 69850 w 33"/>
              <a:gd name="T27" fmla="*/ 34925 h 55"/>
              <a:gd name="T28" fmla="*/ 38100 w 33"/>
              <a:gd name="T29" fmla="*/ 79375 h 55"/>
              <a:gd name="T30" fmla="*/ 31750 w 33"/>
              <a:gd name="T31" fmla="*/ 79375 h 55"/>
              <a:gd name="T32" fmla="*/ 28575 w 33"/>
              <a:gd name="T33" fmla="*/ 66675 h 55"/>
              <a:gd name="T34" fmla="*/ 22225 w 33"/>
              <a:gd name="T35" fmla="*/ 63500 h 55"/>
              <a:gd name="T36" fmla="*/ 66675 w 33"/>
              <a:gd name="T37" fmla="*/ 15875 h 55"/>
              <a:gd name="T38" fmla="*/ 98425 w 33"/>
              <a:gd name="T39" fmla="*/ 15875 h 55"/>
              <a:gd name="T40" fmla="*/ 104775 w 33"/>
              <a:gd name="T41" fmla="*/ 22225 h 55"/>
              <a:gd name="T42" fmla="*/ 88900 w 33"/>
              <a:gd name="T43" fmla="*/ 117475 h 55"/>
              <a:gd name="T44" fmla="*/ 60325 w 33"/>
              <a:gd name="T45" fmla="*/ 130175 h 55"/>
              <a:gd name="T46" fmla="*/ 98425 w 33"/>
              <a:gd name="T47" fmla="*/ 165100 h 55"/>
              <a:gd name="T48" fmla="*/ 98425 w 33"/>
              <a:gd name="T49" fmla="*/ 174625 h 55"/>
              <a:gd name="T50" fmla="*/ 53975 w 33"/>
              <a:gd name="T51" fmla="*/ 174625 h 55"/>
              <a:gd name="T52" fmla="*/ 6350 w 33"/>
              <a:gd name="T53" fmla="*/ 174625 h 55"/>
              <a:gd name="T54" fmla="*/ 6350 w 33"/>
              <a:gd name="T55" fmla="*/ 165100 h 55"/>
              <a:gd name="T56" fmla="*/ 47625 w 33"/>
              <a:gd name="T57" fmla="*/ 130175 h 55"/>
              <a:gd name="T58" fmla="*/ 0 w 33"/>
              <a:gd name="T59" fmla="*/ 79375 h 55"/>
              <a:gd name="T60" fmla="*/ 6350 w 33"/>
              <a:gd name="T61" fmla="*/ 15875 h 55"/>
              <a:gd name="T62" fmla="*/ 22225 w 33"/>
              <a:gd name="T63" fmla="*/ 15875 h 55"/>
              <a:gd name="T64" fmla="*/ 22225 w 33"/>
              <a:gd name="T65" fmla="*/ 3175 h 55"/>
              <a:gd name="T66" fmla="*/ 28575 w 33"/>
              <a:gd name="T67" fmla="*/ 0 h 55"/>
              <a:gd name="T68" fmla="*/ 73025 w 33"/>
              <a:gd name="T69" fmla="*/ 0 h 55"/>
              <a:gd name="T70" fmla="*/ 66675 w 33"/>
              <a:gd name="T71" fmla="*/ 15875 h 55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33" h="55">
                <a:moveTo>
                  <a:pt x="10" y="2"/>
                </a:moveTo>
                <a:cubicBezTo>
                  <a:pt x="10" y="18"/>
                  <a:pt x="10" y="18"/>
                  <a:pt x="10" y="18"/>
                </a:cubicBezTo>
                <a:cubicBezTo>
                  <a:pt x="11" y="17"/>
                  <a:pt x="11" y="17"/>
                  <a:pt x="11" y="17"/>
                </a:cubicBezTo>
                <a:cubicBezTo>
                  <a:pt x="12" y="17"/>
                  <a:pt x="12" y="17"/>
                  <a:pt x="13" y="18"/>
                </a:cubicBezTo>
                <a:cubicBezTo>
                  <a:pt x="13" y="18"/>
                  <a:pt x="13" y="18"/>
                  <a:pt x="13" y="18"/>
                </a:cubicBezTo>
                <a:cubicBezTo>
                  <a:pt x="13" y="18"/>
                  <a:pt x="13" y="18"/>
                  <a:pt x="13" y="18"/>
                </a:cubicBezTo>
                <a:cubicBezTo>
                  <a:pt x="13" y="21"/>
                  <a:pt x="13" y="21"/>
                  <a:pt x="13" y="21"/>
                </a:cubicBezTo>
                <a:cubicBezTo>
                  <a:pt x="19" y="13"/>
                  <a:pt x="19" y="13"/>
                  <a:pt x="19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3" y="12"/>
                  <a:pt x="13" y="12"/>
                </a:cubicBezTo>
                <a:cubicBezTo>
                  <a:pt x="13" y="11"/>
                  <a:pt x="13" y="11"/>
                  <a:pt x="14" y="11"/>
                </a:cubicBezTo>
                <a:cubicBezTo>
                  <a:pt x="20" y="2"/>
                  <a:pt x="20" y="2"/>
                  <a:pt x="20" y="2"/>
                </a:cubicBezTo>
                <a:cubicBezTo>
                  <a:pt x="10" y="2"/>
                  <a:pt x="10" y="2"/>
                  <a:pt x="10" y="2"/>
                </a:cubicBezTo>
                <a:close/>
                <a:moveTo>
                  <a:pt x="7" y="9"/>
                </a:moveTo>
                <a:cubicBezTo>
                  <a:pt x="7" y="9"/>
                  <a:pt x="7" y="9"/>
                  <a:pt x="7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8"/>
                  <a:pt x="5" y="31"/>
                  <a:pt x="8" y="34"/>
                </a:cubicBezTo>
                <a:cubicBezTo>
                  <a:pt x="10" y="36"/>
                  <a:pt x="13" y="38"/>
                  <a:pt x="17" y="38"/>
                </a:cubicBezTo>
                <a:cubicBezTo>
                  <a:pt x="20" y="38"/>
                  <a:pt x="23" y="36"/>
                  <a:pt x="26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8" y="31"/>
                  <a:pt x="30" y="28"/>
                  <a:pt x="30" y="25"/>
                </a:cubicBezTo>
                <a:cubicBezTo>
                  <a:pt x="30" y="9"/>
                  <a:pt x="30" y="9"/>
                  <a:pt x="30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7" y="11"/>
                  <a:pt x="17" y="11"/>
                  <a:pt x="17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2" y="11"/>
                  <a:pt x="22" y="11"/>
                </a:cubicBezTo>
                <a:cubicBezTo>
                  <a:pt x="22" y="11"/>
                  <a:pt x="23" y="12"/>
                  <a:pt x="22" y="12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6"/>
                  <a:pt x="11" y="26"/>
                </a:cubicBezTo>
                <a:cubicBezTo>
                  <a:pt x="11" y="26"/>
                  <a:pt x="10" y="25"/>
                  <a:pt x="10" y="25"/>
                </a:cubicBezTo>
                <a:cubicBezTo>
                  <a:pt x="10" y="20"/>
                  <a:pt x="10" y="20"/>
                  <a:pt x="10" y="20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8" y="21"/>
                  <a:pt x="7" y="20"/>
                  <a:pt x="7" y="20"/>
                </a:cubicBezTo>
                <a:cubicBezTo>
                  <a:pt x="7" y="9"/>
                  <a:pt x="7" y="9"/>
                  <a:pt x="7" y="9"/>
                </a:cubicBezTo>
                <a:close/>
                <a:moveTo>
                  <a:pt x="21" y="5"/>
                </a:moveTo>
                <a:cubicBezTo>
                  <a:pt x="21" y="5"/>
                  <a:pt x="21" y="5"/>
                  <a:pt x="21" y="5"/>
                </a:cubicBezTo>
                <a:cubicBezTo>
                  <a:pt x="31" y="5"/>
                  <a:pt x="31" y="5"/>
                  <a:pt x="31" y="5"/>
                </a:cubicBezTo>
                <a:cubicBezTo>
                  <a:pt x="33" y="5"/>
                  <a:pt x="33" y="6"/>
                  <a:pt x="33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9"/>
                  <a:pt x="32" y="34"/>
                  <a:pt x="28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6" y="39"/>
                  <a:pt x="22" y="41"/>
                  <a:pt x="19" y="41"/>
                </a:cubicBezTo>
                <a:cubicBezTo>
                  <a:pt x="19" y="52"/>
                  <a:pt x="19" y="52"/>
                  <a:pt x="19" y="52"/>
                </a:cubicBezTo>
                <a:cubicBezTo>
                  <a:pt x="31" y="52"/>
                  <a:pt x="31" y="52"/>
                  <a:pt x="31" y="52"/>
                </a:cubicBezTo>
                <a:cubicBezTo>
                  <a:pt x="33" y="52"/>
                  <a:pt x="33" y="52"/>
                  <a:pt x="33" y="54"/>
                </a:cubicBezTo>
                <a:cubicBezTo>
                  <a:pt x="33" y="55"/>
                  <a:pt x="33" y="55"/>
                  <a:pt x="31" y="55"/>
                </a:cubicBezTo>
                <a:cubicBezTo>
                  <a:pt x="17" y="55"/>
                  <a:pt x="17" y="55"/>
                  <a:pt x="17" y="55"/>
                </a:cubicBezTo>
                <a:cubicBezTo>
                  <a:pt x="17" y="55"/>
                  <a:pt x="17" y="55"/>
                  <a:pt x="17" y="55"/>
                </a:cubicBezTo>
                <a:cubicBezTo>
                  <a:pt x="17" y="55"/>
                  <a:pt x="17" y="55"/>
                  <a:pt x="17" y="55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5"/>
                  <a:pt x="0" y="54"/>
                </a:cubicBezTo>
                <a:cubicBezTo>
                  <a:pt x="0" y="52"/>
                  <a:pt x="1" y="52"/>
                  <a:pt x="2" y="52"/>
                </a:cubicBezTo>
                <a:cubicBezTo>
                  <a:pt x="15" y="52"/>
                  <a:pt x="15" y="52"/>
                  <a:pt x="15" y="52"/>
                </a:cubicBezTo>
                <a:cubicBezTo>
                  <a:pt x="15" y="41"/>
                  <a:pt x="15" y="41"/>
                  <a:pt x="15" y="41"/>
                </a:cubicBezTo>
                <a:cubicBezTo>
                  <a:pt x="11" y="41"/>
                  <a:pt x="8" y="39"/>
                  <a:pt x="5" y="37"/>
                </a:cubicBezTo>
                <a:cubicBezTo>
                  <a:pt x="2" y="34"/>
                  <a:pt x="0" y="29"/>
                  <a:pt x="0" y="25"/>
                </a:cubicBezTo>
                <a:cubicBezTo>
                  <a:pt x="0" y="7"/>
                  <a:pt x="0" y="7"/>
                  <a:pt x="0" y="7"/>
                </a:cubicBezTo>
                <a:cubicBezTo>
                  <a:pt x="0" y="6"/>
                  <a:pt x="1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0"/>
                  <a:pt x="8" y="0"/>
                  <a:pt x="9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4" y="0"/>
                  <a:pt x="24" y="1"/>
                  <a:pt x="24" y="2"/>
                </a:cubicBezTo>
                <a:cubicBezTo>
                  <a:pt x="21" y="5"/>
                  <a:pt x="21" y="5"/>
                  <a:pt x="21" y="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04" name="Freeform 238">
            <a:extLst>
              <a:ext uri="{FF2B5EF4-FFF2-40B4-BE49-F238E27FC236}">
                <a16:creationId xmlns:a16="http://schemas.microsoft.com/office/drawing/2014/main" id="{5CBF74F5-9DBE-B83B-D082-787C88A4CF7D}"/>
              </a:ext>
            </a:extLst>
          </p:cNvPr>
          <p:cNvSpPr>
            <a:spLocks/>
          </p:cNvSpPr>
          <p:nvPr/>
        </p:nvSpPr>
        <p:spPr bwMode="auto">
          <a:xfrm>
            <a:off x="9913867" y="3895115"/>
            <a:ext cx="186267" cy="215900"/>
          </a:xfrm>
          <a:custGeom>
            <a:avLst/>
            <a:gdLst>
              <a:gd name="T0" fmla="*/ 6350 w 44"/>
              <a:gd name="T1" fmla="*/ 161925 h 51"/>
              <a:gd name="T2" fmla="*/ 0 w 44"/>
              <a:gd name="T3" fmla="*/ 155575 h 51"/>
              <a:gd name="T4" fmla="*/ 6350 w 44"/>
              <a:gd name="T5" fmla="*/ 149225 h 51"/>
              <a:gd name="T6" fmla="*/ 25400 w 44"/>
              <a:gd name="T7" fmla="*/ 149225 h 51"/>
              <a:gd name="T8" fmla="*/ 25400 w 44"/>
              <a:gd name="T9" fmla="*/ 22225 h 51"/>
              <a:gd name="T10" fmla="*/ 9525 w 44"/>
              <a:gd name="T11" fmla="*/ 38100 h 51"/>
              <a:gd name="T12" fmla="*/ 3175 w 44"/>
              <a:gd name="T13" fmla="*/ 38100 h 51"/>
              <a:gd name="T14" fmla="*/ 3175 w 44"/>
              <a:gd name="T15" fmla="*/ 28575 h 51"/>
              <a:gd name="T16" fmla="*/ 28575 w 44"/>
              <a:gd name="T17" fmla="*/ 3175 h 51"/>
              <a:gd name="T18" fmla="*/ 38100 w 44"/>
              <a:gd name="T19" fmla="*/ 3175 h 51"/>
              <a:gd name="T20" fmla="*/ 38100 w 44"/>
              <a:gd name="T21" fmla="*/ 3175 h 51"/>
              <a:gd name="T22" fmla="*/ 38100 w 44"/>
              <a:gd name="T23" fmla="*/ 3175 h 51"/>
              <a:gd name="T24" fmla="*/ 63500 w 44"/>
              <a:gd name="T25" fmla="*/ 28575 h 51"/>
              <a:gd name="T26" fmla="*/ 63500 w 44"/>
              <a:gd name="T27" fmla="*/ 38100 h 51"/>
              <a:gd name="T28" fmla="*/ 53975 w 44"/>
              <a:gd name="T29" fmla="*/ 38100 h 51"/>
              <a:gd name="T30" fmla="*/ 38100 w 44"/>
              <a:gd name="T31" fmla="*/ 22225 h 51"/>
              <a:gd name="T32" fmla="*/ 38100 w 44"/>
              <a:gd name="T33" fmla="*/ 149225 h 51"/>
              <a:gd name="T34" fmla="*/ 101600 w 44"/>
              <a:gd name="T35" fmla="*/ 149225 h 51"/>
              <a:gd name="T36" fmla="*/ 101600 w 44"/>
              <a:gd name="T37" fmla="*/ 22225 h 51"/>
              <a:gd name="T38" fmla="*/ 85725 w 44"/>
              <a:gd name="T39" fmla="*/ 38100 h 51"/>
              <a:gd name="T40" fmla="*/ 76200 w 44"/>
              <a:gd name="T41" fmla="*/ 38100 h 51"/>
              <a:gd name="T42" fmla="*/ 76200 w 44"/>
              <a:gd name="T43" fmla="*/ 28575 h 51"/>
              <a:gd name="T44" fmla="*/ 101600 w 44"/>
              <a:gd name="T45" fmla="*/ 3175 h 51"/>
              <a:gd name="T46" fmla="*/ 111125 w 44"/>
              <a:gd name="T47" fmla="*/ 3175 h 51"/>
              <a:gd name="T48" fmla="*/ 111125 w 44"/>
              <a:gd name="T49" fmla="*/ 3175 h 51"/>
              <a:gd name="T50" fmla="*/ 111125 w 44"/>
              <a:gd name="T51" fmla="*/ 3175 h 51"/>
              <a:gd name="T52" fmla="*/ 136525 w 44"/>
              <a:gd name="T53" fmla="*/ 28575 h 51"/>
              <a:gd name="T54" fmla="*/ 136525 w 44"/>
              <a:gd name="T55" fmla="*/ 38100 h 51"/>
              <a:gd name="T56" fmla="*/ 130175 w 44"/>
              <a:gd name="T57" fmla="*/ 38100 h 51"/>
              <a:gd name="T58" fmla="*/ 111125 w 44"/>
              <a:gd name="T59" fmla="*/ 22225 h 51"/>
              <a:gd name="T60" fmla="*/ 111125 w 44"/>
              <a:gd name="T61" fmla="*/ 149225 h 51"/>
              <a:gd name="T62" fmla="*/ 133350 w 44"/>
              <a:gd name="T63" fmla="*/ 149225 h 51"/>
              <a:gd name="T64" fmla="*/ 139700 w 44"/>
              <a:gd name="T65" fmla="*/ 155575 h 51"/>
              <a:gd name="T66" fmla="*/ 133350 w 44"/>
              <a:gd name="T67" fmla="*/ 161925 h 51"/>
              <a:gd name="T68" fmla="*/ 107950 w 44"/>
              <a:gd name="T69" fmla="*/ 161925 h 51"/>
              <a:gd name="T70" fmla="*/ 107950 w 44"/>
              <a:gd name="T71" fmla="*/ 161925 h 51"/>
              <a:gd name="T72" fmla="*/ 104775 w 44"/>
              <a:gd name="T73" fmla="*/ 161925 h 51"/>
              <a:gd name="T74" fmla="*/ 34925 w 44"/>
              <a:gd name="T75" fmla="*/ 161925 h 51"/>
              <a:gd name="T76" fmla="*/ 31750 w 44"/>
              <a:gd name="T77" fmla="*/ 161925 h 51"/>
              <a:gd name="T78" fmla="*/ 31750 w 44"/>
              <a:gd name="T79" fmla="*/ 161925 h 51"/>
              <a:gd name="T80" fmla="*/ 6350 w 44"/>
              <a:gd name="T81" fmla="*/ 161925 h 5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4" h="51">
                <a:moveTo>
                  <a:pt x="2" y="51"/>
                </a:moveTo>
                <a:cubicBezTo>
                  <a:pt x="1" y="51"/>
                  <a:pt x="0" y="50"/>
                  <a:pt x="0" y="49"/>
                </a:cubicBezTo>
                <a:cubicBezTo>
                  <a:pt x="0" y="48"/>
                  <a:pt x="1" y="47"/>
                  <a:pt x="2" y="47"/>
                </a:cubicBezTo>
                <a:cubicBezTo>
                  <a:pt x="8" y="47"/>
                  <a:pt x="8" y="47"/>
                  <a:pt x="8" y="47"/>
                </a:cubicBezTo>
                <a:cubicBezTo>
                  <a:pt x="8" y="7"/>
                  <a:pt x="8" y="7"/>
                  <a:pt x="8" y="7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3"/>
                  <a:pt x="1" y="13"/>
                  <a:pt x="1" y="12"/>
                </a:cubicBezTo>
                <a:cubicBezTo>
                  <a:pt x="0" y="11"/>
                  <a:pt x="0" y="10"/>
                  <a:pt x="1" y="9"/>
                </a:cubicBezTo>
                <a:cubicBezTo>
                  <a:pt x="9" y="1"/>
                  <a:pt x="9" y="1"/>
                  <a:pt x="9" y="1"/>
                </a:cubicBezTo>
                <a:cubicBezTo>
                  <a:pt x="10" y="0"/>
                  <a:pt x="11" y="0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20" y="9"/>
                  <a:pt x="20" y="9"/>
                  <a:pt x="20" y="9"/>
                </a:cubicBezTo>
                <a:cubicBezTo>
                  <a:pt x="21" y="10"/>
                  <a:pt x="21" y="11"/>
                  <a:pt x="20" y="12"/>
                </a:cubicBezTo>
                <a:cubicBezTo>
                  <a:pt x="19" y="13"/>
                  <a:pt x="18" y="13"/>
                  <a:pt x="17" y="12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47"/>
                  <a:pt x="12" y="47"/>
                  <a:pt x="12" y="47"/>
                </a:cubicBezTo>
                <a:cubicBezTo>
                  <a:pt x="32" y="47"/>
                  <a:pt x="32" y="47"/>
                  <a:pt x="32" y="47"/>
                </a:cubicBezTo>
                <a:cubicBezTo>
                  <a:pt x="32" y="7"/>
                  <a:pt x="32" y="7"/>
                  <a:pt x="32" y="7"/>
                </a:cubicBezTo>
                <a:cubicBezTo>
                  <a:pt x="27" y="12"/>
                  <a:pt x="27" y="12"/>
                  <a:pt x="27" y="12"/>
                </a:cubicBezTo>
                <a:cubicBezTo>
                  <a:pt x="26" y="13"/>
                  <a:pt x="25" y="13"/>
                  <a:pt x="24" y="12"/>
                </a:cubicBezTo>
                <a:cubicBezTo>
                  <a:pt x="23" y="11"/>
                  <a:pt x="23" y="10"/>
                  <a:pt x="24" y="9"/>
                </a:cubicBezTo>
                <a:cubicBezTo>
                  <a:pt x="32" y="1"/>
                  <a:pt x="32" y="1"/>
                  <a:pt x="32" y="1"/>
                </a:cubicBezTo>
                <a:cubicBezTo>
                  <a:pt x="33" y="0"/>
                  <a:pt x="34" y="0"/>
                  <a:pt x="35" y="1"/>
                </a:cubicBezTo>
                <a:cubicBezTo>
                  <a:pt x="35" y="1"/>
                  <a:pt x="35" y="1"/>
                  <a:pt x="35" y="1"/>
                </a:cubicBezTo>
                <a:cubicBezTo>
                  <a:pt x="35" y="1"/>
                  <a:pt x="35" y="1"/>
                  <a:pt x="35" y="1"/>
                </a:cubicBezTo>
                <a:cubicBezTo>
                  <a:pt x="43" y="9"/>
                  <a:pt x="43" y="9"/>
                  <a:pt x="43" y="9"/>
                </a:cubicBezTo>
                <a:cubicBezTo>
                  <a:pt x="44" y="10"/>
                  <a:pt x="44" y="11"/>
                  <a:pt x="43" y="12"/>
                </a:cubicBezTo>
                <a:cubicBezTo>
                  <a:pt x="43" y="13"/>
                  <a:pt x="41" y="13"/>
                  <a:pt x="41" y="12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47"/>
                  <a:pt x="35" y="47"/>
                  <a:pt x="35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3" y="47"/>
                  <a:pt x="44" y="48"/>
                  <a:pt x="44" y="49"/>
                </a:cubicBezTo>
                <a:cubicBezTo>
                  <a:pt x="44" y="50"/>
                  <a:pt x="43" y="51"/>
                  <a:pt x="42" y="51"/>
                </a:cubicBezTo>
                <a:cubicBezTo>
                  <a:pt x="34" y="51"/>
                  <a:pt x="34" y="51"/>
                  <a:pt x="34" y="51"/>
                </a:cubicBezTo>
                <a:cubicBezTo>
                  <a:pt x="34" y="51"/>
                  <a:pt x="34" y="51"/>
                  <a:pt x="34" y="51"/>
                </a:cubicBezTo>
                <a:cubicBezTo>
                  <a:pt x="33" y="51"/>
                  <a:pt x="33" y="51"/>
                  <a:pt x="33" y="51"/>
                </a:cubicBezTo>
                <a:cubicBezTo>
                  <a:pt x="11" y="51"/>
                  <a:pt x="11" y="51"/>
                  <a:pt x="11" y="51"/>
                </a:cubicBezTo>
                <a:cubicBezTo>
                  <a:pt x="10" y="51"/>
                  <a:pt x="10" y="51"/>
                  <a:pt x="10" y="51"/>
                </a:cubicBezTo>
                <a:cubicBezTo>
                  <a:pt x="10" y="51"/>
                  <a:pt x="10" y="51"/>
                  <a:pt x="10" y="51"/>
                </a:cubicBezTo>
                <a:cubicBezTo>
                  <a:pt x="2" y="51"/>
                  <a:pt x="2" y="51"/>
                  <a:pt x="2" y="5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05" name="Freeform 239">
            <a:extLst>
              <a:ext uri="{FF2B5EF4-FFF2-40B4-BE49-F238E27FC236}">
                <a16:creationId xmlns:a16="http://schemas.microsoft.com/office/drawing/2014/main" id="{03AE834D-D7AC-8266-0E6C-6820C173DD30}"/>
              </a:ext>
            </a:extLst>
          </p:cNvPr>
          <p:cNvSpPr>
            <a:spLocks/>
          </p:cNvSpPr>
          <p:nvPr/>
        </p:nvSpPr>
        <p:spPr bwMode="auto">
          <a:xfrm>
            <a:off x="10275818" y="3895115"/>
            <a:ext cx="203200" cy="215900"/>
          </a:xfrm>
          <a:custGeom>
            <a:avLst/>
            <a:gdLst>
              <a:gd name="T0" fmla="*/ 98425 w 48"/>
              <a:gd name="T1" fmla="*/ 76200 h 51"/>
              <a:gd name="T2" fmla="*/ 104775 w 48"/>
              <a:gd name="T3" fmla="*/ 82550 h 51"/>
              <a:gd name="T4" fmla="*/ 104775 w 48"/>
              <a:gd name="T5" fmla="*/ 82550 h 51"/>
              <a:gd name="T6" fmla="*/ 104775 w 48"/>
              <a:gd name="T7" fmla="*/ 88900 h 51"/>
              <a:gd name="T8" fmla="*/ 136525 w 48"/>
              <a:gd name="T9" fmla="*/ 57150 h 51"/>
              <a:gd name="T10" fmla="*/ 104775 w 48"/>
              <a:gd name="T11" fmla="*/ 22225 h 51"/>
              <a:gd name="T12" fmla="*/ 104775 w 48"/>
              <a:gd name="T13" fmla="*/ 31750 h 51"/>
              <a:gd name="T14" fmla="*/ 104775 w 48"/>
              <a:gd name="T15" fmla="*/ 31750 h 51"/>
              <a:gd name="T16" fmla="*/ 98425 w 48"/>
              <a:gd name="T17" fmla="*/ 38100 h 51"/>
              <a:gd name="T18" fmla="*/ 53975 w 48"/>
              <a:gd name="T19" fmla="*/ 38100 h 51"/>
              <a:gd name="T20" fmla="*/ 47625 w 48"/>
              <a:gd name="T21" fmla="*/ 31750 h 51"/>
              <a:gd name="T22" fmla="*/ 53975 w 48"/>
              <a:gd name="T23" fmla="*/ 25400 h 51"/>
              <a:gd name="T24" fmla="*/ 92075 w 48"/>
              <a:gd name="T25" fmla="*/ 25400 h 51"/>
              <a:gd name="T26" fmla="*/ 92075 w 48"/>
              <a:gd name="T27" fmla="*/ 6350 h 51"/>
              <a:gd name="T28" fmla="*/ 98425 w 48"/>
              <a:gd name="T29" fmla="*/ 0 h 51"/>
              <a:gd name="T30" fmla="*/ 101600 w 48"/>
              <a:gd name="T31" fmla="*/ 3175 h 51"/>
              <a:gd name="T32" fmla="*/ 149225 w 48"/>
              <a:gd name="T33" fmla="*/ 50800 h 51"/>
              <a:gd name="T34" fmla="*/ 149225 w 48"/>
              <a:gd name="T35" fmla="*/ 60325 h 51"/>
              <a:gd name="T36" fmla="*/ 101600 w 48"/>
              <a:gd name="T37" fmla="*/ 107950 h 51"/>
              <a:gd name="T38" fmla="*/ 92075 w 48"/>
              <a:gd name="T39" fmla="*/ 107950 h 51"/>
              <a:gd name="T40" fmla="*/ 92075 w 48"/>
              <a:gd name="T41" fmla="*/ 104775 h 51"/>
              <a:gd name="T42" fmla="*/ 92075 w 48"/>
              <a:gd name="T43" fmla="*/ 104775 h 51"/>
              <a:gd name="T44" fmla="*/ 92075 w 48"/>
              <a:gd name="T45" fmla="*/ 85725 h 51"/>
              <a:gd name="T46" fmla="*/ 53975 w 48"/>
              <a:gd name="T47" fmla="*/ 85725 h 51"/>
              <a:gd name="T48" fmla="*/ 47625 w 48"/>
              <a:gd name="T49" fmla="*/ 82550 h 51"/>
              <a:gd name="T50" fmla="*/ 47625 w 48"/>
              <a:gd name="T51" fmla="*/ 82550 h 51"/>
              <a:gd name="T52" fmla="*/ 47625 w 48"/>
              <a:gd name="T53" fmla="*/ 73025 h 51"/>
              <a:gd name="T54" fmla="*/ 12700 w 48"/>
              <a:gd name="T55" fmla="*/ 104775 h 51"/>
              <a:gd name="T56" fmla="*/ 47625 w 48"/>
              <a:gd name="T57" fmla="*/ 139700 h 51"/>
              <a:gd name="T58" fmla="*/ 47625 w 48"/>
              <a:gd name="T59" fmla="*/ 130175 h 51"/>
              <a:gd name="T60" fmla="*/ 53975 w 48"/>
              <a:gd name="T61" fmla="*/ 123825 h 51"/>
              <a:gd name="T62" fmla="*/ 53975 w 48"/>
              <a:gd name="T63" fmla="*/ 123825 h 51"/>
              <a:gd name="T64" fmla="*/ 98425 w 48"/>
              <a:gd name="T65" fmla="*/ 123825 h 51"/>
              <a:gd name="T66" fmla="*/ 104775 w 48"/>
              <a:gd name="T67" fmla="*/ 130175 h 51"/>
              <a:gd name="T68" fmla="*/ 98425 w 48"/>
              <a:gd name="T69" fmla="*/ 136525 h 51"/>
              <a:gd name="T70" fmla="*/ 60325 w 48"/>
              <a:gd name="T71" fmla="*/ 136525 h 51"/>
              <a:gd name="T72" fmla="*/ 60325 w 48"/>
              <a:gd name="T73" fmla="*/ 155575 h 51"/>
              <a:gd name="T74" fmla="*/ 60325 w 48"/>
              <a:gd name="T75" fmla="*/ 155575 h 51"/>
              <a:gd name="T76" fmla="*/ 57150 w 48"/>
              <a:gd name="T77" fmla="*/ 158750 h 51"/>
              <a:gd name="T78" fmla="*/ 50800 w 48"/>
              <a:gd name="T79" fmla="*/ 158750 h 51"/>
              <a:gd name="T80" fmla="*/ 0 w 48"/>
              <a:gd name="T81" fmla="*/ 111125 h 51"/>
              <a:gd name="T82" fmla="*/ 0 w 48"/>
              <a:gd name="T83" fmla="*/ 111125 h 51"/>
              <a:gd name="T84" fmla="*/ 0 w 48"/>
              <a:gd name="T85" fmla="*/ 101600 h 51"/>
              <a:gd name="T86" fmla="*/ 50800 w 48"/>
              <a:gd name="T87" fmla="*/ 53975 h 51"/>
              <a:gd name="T88" fmla="*/ 53975 w 48"/>
              <a:gd name="T89" fmla="*/ 50800 h 51"/>
              <a:gd name="T90" fmla="*/ 60325 w 48"/>
              <a:gd name="T91" fmla="*/ 57150 h 51"/>
              <a:gd name="T92" fmla="*/ 60325 w 48"/>
              <a:gd name="T93" fmla="*/ 76200 h 51"/>
              <a:gd name="T94" fmla="*/ 98425 w 48"/>
              <a:gd name="T95" fmla="*/ 76200 h 51"/>
              <a:gd name="T96" fmla="*/ 98425 w 48"/>
              <a:gd name="T97" fmla="*/ 76200 h 5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48" h="51">
                <a:moveTo>
                  <a:pt x="31" y="24"/>
                </a:moveTo>
                <a:cubicBezTo>
                  <a:pt x="32" y="24"/>
                  <a:pt x="33" y="25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8"/>
                  <a:pt x="33" y="28"/>
                  <a:pt x="33" y="28"/>
                </a:cubicBezTo>
                <a:cubicBezTo>
                  <a:pt x="43" y="18"/>
                  <a:pt x="43" y="18"/>
                  <a:pt x="43" y="18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1"/>
                  <a:pt x="32" y="12"/>
                  <a:pt x="31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6" y="12"/>
                  <a:pt x="15" y="11"/>
                  <a:pt x="15" y="10"/>
                </a:cubicBezTo>
                <a:cubicBezTo>
                  <a:pt x="15" y="9"/>
                  <a:pt x="16" y="8"/>
                  <a:pt x="17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"/>
                  <a:pt x="30" y="0"/>
                  <a:pt x="31" y="0"/>
                </a:cubicBezTo>
                <a:cubicBezTo>
                  <a:pt x="31" y="0"/>
                  <a:pt x="32" y="1"/>
                  <a:pt x="32" y="1"/>
                </a:cubicBezTo>
                <a:cubicBezTo>
                  <a:pt x="47" y="16"/>
                  <a:pt x="47" y="16"/>
                  <a:pt x="47" y="16"/>
                </a:cubicBezTo>
                <a:cubicBezTo>
                  <a:pt x="48" y="17"/>
                  <a:pt x="48" y="18"/>
                  <a:pt x="47" y="19"/>
                </a:cubicBezTo>
                <a:cubicBezTo>
                  <a:pt x="32" y="34"/>
                  <a:pt x="32" y="34"/>
                  <a:pt x="32" y="34"/>
                </a:cubicBezTo>
                <a:cubicBezTo>
                  <a:pt x="31" y="35"/>
                  <a:pt x="30" y="35"/>
                  <a:pt x="29" y="34"/>
                </a:cubicBezTo>
                <a:cubicBezTo>
                  <a:pt x="29" y="34"/>
                  <a:pt x="29" y="34"/>
                  <a:pt x="29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27"/>
                  <a:pt x="29" y="27"/>
                  <a:pt x="29" y="27"/>
                </a:cubicBezTo>
                <a:cubicBezTo>
                  <a:pt x="17" y="27"/>
                  <a:pt x="17" y="27"/>
                  <a:pt x="17" y="27"/>
                </a:cubicBezTo>
                <a:cubicBezTo>
                  <a:pt x="16" y="27"/>
                  <a:pt x="15" y="27"/>
                  <a:pt x="15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3"/>
                  <a:pt x="15" y="23"/>
                  <a:pt x="15" y="23"/>
                </a:cubicBezTo>
                <a:cubicBezTo>
                  <a:pt x="4" y="33"/>
                  <a:pt x="4" y="33"/>
                  <a:pt x="4" y="33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0"/>
                  <a:pt x="16" y="39"/>
                  <a:pt x="17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31" y="39"/>
                  <a:pt x="31" y="39"/>
                  <a:pt x="31" y="39"/>
                </a:cubicBezTo>
                <a:cubicBezTo>
                  <a:pt x="32" y="39"/>
                  <a:pt x="33" y="40"/>
                  <a:pt x="33" y="41"/>
                </a:cubicBezTo>
                <a:cubicBezTo>
                  <a:pt x="33" y="42"/>
                  <a:pt x="32" y="43"/>
                  <a:pt x="31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50"/>
                  <a:pt x="18" y="50"/>
                </a:cubicBezTo>
                <a:cubicBezTo>
                  <a:pt x="18" y="51"/>
                  <a:pt x="16" y="51"/>
                  <a:pt x="16" y="50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4"/>
                  <a:pt x="0" y="33"/>
                  <a:pt x="0" y="32"/>
                </a:cubicBezTo>
                <a:cubicBezTo>
                  <a:pt x="16" y="17"/>
                  <a:pt x="16" y="17"/>
                  <a:pt x="16" y="17"/>
                </a:cubicBezTo>
                <a:cubicBezTo>
                  <a:pt x="16" y="16"/>
                  <a:pt x="16" y="16"/>
                  <a:pt x="17" y="16"/>
                </a:cubicBezTo>
                <a:cubicBezTo>
                  <a:pt x="18" y="16"/>
                  <a:pt x="19" y="17"/>
                  <a:pt x="19" y="18"/>
                </a:cubicBezTo>
                <a:cubicBezTo>
                  <a:pt x="19" y="24"/>
                  <a:pt x="19" y="24"/>
                  <a:pt x="19" y="24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1" y="24"/>
                  <a:pt x="31" y="2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06" name="Freeform 240">
            <a:extLst>
              <a:ext uri="{FF2B5EF4-FFF2-40B4-BE49-F238E27FC236}">
                <a16:creationId xmlns:a16="http://schemas.microsoft.com/office/drawing/2014/main" id="{979D6E6B-C98A-B9AC-41B0-B0817533BC95}"/>
              </a:ext>
            </a:extLst>
          </p:cNvPr>
          <p:cNvSpPr>
            <a:spLocks noEditPoints="1"/>
          </p:cNvSpPr>
          <p:nvPr/>
        </p:nvSpPr>
        <p:spPr bwMode="auto">
          <a:xfrm>
            <a:off x="9905401" y="3471781"/>
            <a:ext cx="203200" cy="139700"/>
          </a:xfrm>
          <a:custGeom>
            <a:avLst/>
            <a:gdLst>
              <a:gd name="T0" fmla="*/ 19050 w 48"/>
              <a:gd name="T1" fmla="*/ 88900 h 33"/>
              <a:gd name="T2" fmla="*/ 22225 w 48"/>
              <a:gd name="T3" fmla="*/ 95250 h 33"/>
              <a:gd name="T4" fmla="*/ 34925 w 48"/>
              <a:gd name="T5" fmla="*/ 95250 h 33"/>
              <a:gd name="T6" fmla="*/ 41275 w 48"/>
              <a:gd name="T7" fmla="*/ 95250 h 33"/>
              <a:gd name="T8" fmla="*/ 57150 w 48"/>
              <a:gd name="T9" fmla="*/ 95250 h 33"/>
              <a:gd name="T10" fmla="*/ 63500 w 48"/>
              <a:gd name="T11" fmla="*/ 85725 h 33"/>
              <a:gd name="T12" fmla="*/ 69850 w 48"/>
              <a:gd name="T13" fmla="*/ 79375 h 33"/>
              <a:gd name="T14" fmla="*/ 85725 w 48"/>
              <a:gd name="T15" fmla="*/ 82550 h 33"/>
              <a:gd name="T16" fmla="*/ 88900 w 48"/>
              <a:gd name="T17" fmla="*/ 85725 h 33"/>
              <a:gd name="T18" fmla="*/ 101600 w 48"/>
              <a:gd name="T19" fmla="*/ 98425 h 33"/>
              <a:gd name="T20" fmla="*/ 114300 w 48"/>
              <a:gd name="T21" fmla="*/ 92075 h 33"/>
              <a:gd name="T22" fmla="*/ 120650 w 48"/>
              <a:gd name="T23" fmla="*/ 98425 h 33"/>
              <a:gd name="T24" fmla="*/ 133350 w 48"/>
              <a:gd name="T25" fmla="*/ 88900 h 33"/>
              <a:gd name="T26" fmla="*/ 15875 w 48"/>
              <a:gd name="T27" fmla="*/ 76200 h 33"/>
              <a:gd name="T28" fmla="*/ 41275 w 48"/>
              <a:gd name="T29" fmla="*/ 19050 h 33"/>
              <a:gd name="T30" fmla="*/ 41275 w 48"/>
              <a:gd name="T31" fmla="*/ 66675 h 33"/>
              <a:gd name="T32" fmla="*/ 53975 w 48"/>
              <a:gd name="T33" fmla="*/ 22225 h 33"/>
              <a:gd name="T34" fmla="*/ 60325 w 48"/>
              <a:gd name="T35" fmla="*/ 22225 h 33"/>
              <a:gd name="T36" fmla="*/ 53975 w 48"/>
              <a:gd name="T37" fmla="*/ 60325 h 33"/>
              <a:gd name="T38" fmla="*/ 73025 w 48"/>
              <a:gd name="T39" fmla="*/ 22225 h 33"/>
              <a:gd name="T40" fmla="*/ 79375 w 48"/>
              <a:gd name="T41" fmla="*/ 60325 h 33"/>
              <a:gd name="T42" fmla="*/ 73025 w 48"/>
              <a:gd name="T43" fmla="*/ 22225 h 33"/>
              <a:gd name="T44" fmla="*/ 95250 w 48"/>
              <a:gd name="T45" fmla="*/ 19050 h 33"/>
              <a:gd name="T46" fmla="*/ 95250 w 48"/>
              <a:gd name="T47" fmla="*/ 66675 h 33"/>
              <a:gd name="T48" fmla="*/ 107950 w 48"/>
              <a:gd name="T49" fmla="*/ 22225 h 33"/>
              <a:gd name="T50" fmla="*/ 114300 w 48"/>
              <a:gd name="T51" fmla="*/ 22225 h 33"/>
              <a:gd name="T52" fmla="*/ 107950 w 48"/>
              <a:gd name="T53" fmla="*/ 60325 h 33"/>
              <a:gd name="T54" fmla="*/ 9525 w 48"/>
              <a:gd name="T55" fmla="*/ 82550 h 33"/>
              <a:gd name="T56" fmla="*/ 3175 w 48"/>
              <a:gd name="T57" fmla="*/ 88900 h 33"/>
              <a:gd name="T58" fmla="*/ 0 w 48"/>
              <a:gd name="T59" fmla="*/ 79375 h 33"/>
              <a:gd name="T60" fmla="*/ 3175 w 48"/>
              <a:gd name="T61" fmla="*/ 69850 h 33"/>
              <a:gd name="T62" fmla="*/ 9525 w 48"/>
              <a:gd name="T63" fmla="*/ 76200 h 33"/>
              <a:gd name="T64" fmla="*/ 12700 w 48"/>
              <a:gd name="T65" fmla="*/ 69850 h 33"/>
              <a:gd name="T66" fmla="*/ 19050 w 48"/>
              <a:gd name="T67" fmla="*/ 0 h 33"/>
              <a:gd name="T68" fmla="*/ 136525 w 48"/>
              <a:gd name="T69" fmla="*/ 6350 h 33"/>
              <a:gd name="T70" fmla="*/ 139700 w 48"/>
              <a:gd name="T71" fmla="*/ 69850 h 33"/>
              <a:gd name="T72" fmla="*/ 142875 w 48"/>
              <a:gd name="T73" fmla="*/ 76200 h 33"/>
              <a:gd name="T74" fmla="*/ 149225 w 48"/>
              <a:gd name="T75" fmla="*/ 69850 h 33"/>
              <a:gd name="T76" fmla="*/ 152400 w 48"/>
              <a:gd name="T77" fmla="*/ 79375 h 33"/>
              <a:gd name="T78" fmla="*/ 149225 w 48"/>
              <a:gd name="T79" fmla="*/ 88900 h 33"/>
              <a:gd name="T80" fmla="*/ 142875 w 48"/>
              <a:gd name="T81" fmla="*/ 82550 h 33"/>
              <a:gd name="T82" fmla="*/ 139700 w 48"/>
              <a:gd name="T83" fmla="*/ 92075 h 33"/>
              <a:gd name="T84" fmla="*/ 123825 w 48"/>
              <a:gd name="T85" fmla="*/ 104775 h 33"/>
              <a:gd name="T86" fmla="*/ 111125 w 48"/>
              <a:gd name="T87" fmla="*/ 104775 h 33"/>
              <a:gd name="T88" fmla="*/ 85725 w 48"/>
              <a:gd name="T89" fmla="*/ 92075 h 33"/>
              <a:gd name="T90" fmla="*/ 79375 w 48"/>
              <a:gd name="T91" fmla="*/ 88900 h 33"/>
              <a:gd name="T92" fmla="*/ 73025 w 48"/>
              <a:gd name="T93" fmla="*/ 88900 h 33"/>
              <a:gd name="T94" fmla="*/ 66675 w 48"/>
              <a:gd name="T95" fmla="*/ 92075 h 33"/>
              <a:gd name="T96" fmla="*/ 41275 w 48"/>
              <a:gd name="T97" fmla="*/ 104775 h 33"/>
              <a:gd name="T98" fmla="*/ 28575 w 48"/>
              <a:gd name="T99" fmla="*/ 104775 h 33"/>
              <a:gd name="T100" fmla="*/ 12700 w 48"/>
              <a:gd name="T101" fmla="*/ 92075 h 33"/>
              <a:gd name="T102" fmla="*/ 123825 w 48"/>
              <a:gd name="T103" fmla="*/ 82550 h 33"/>
              <a:gd name="T104" fmla="*/ 123825 w 48"/>
              <a:gd name="T105" fmla="*/ 95250 h 33"/>
              <a:gd name="T106" fmla="*/ 28575 w 48"/>
              <a:gd name="T107" fmla="*/ 82550 h 33"/>
              <a:gd name="T108" fmla="*/ 28575 w 48"/>
              <a:gd name="T109" fmla="*/ 95250 h 33"/>
              <a:gd name="T110" fmla="*/ 101600 w 48"/>
              <a:gd name="T111" fmla="*/ 82550 h 33"/>
              <a:gd name="T112" fmla="*/ 101600 w 48"/>
              <a:gd name="T113" fmla="*/ 95250 h 33"/>
              <a:gd name="T114" fmla="*/ 50800 w 48"/>
              <a:gd name="T115" fmla="*/ 82550 h 33"/>
              <a:gd name="T116" fmla="*/ 50800 w 48"/>
              <a:gd name="T117" fmla="*/ 95250 h 33"/>
              <a:gd name="T118" fmla="*/ 127000 w 48"/>
              <a:gd name="T119" fmla="*/ 69850 h 33"/>
              <a:gd name="T120" fmla="*/ 25400 w 48"/>
              <a:gd name="T121" fmla="*/ 12700 h 33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48" h="33">
                <a:moveTo>
                  <a:pt x="5" y="24"/>
                </a:moveTo>
                <a:cubicBezTo>
                  <a:pt x="5" y="25"/>
                  <a:pt x="5" y="26"/>
                  <a:pt x="5" y="27"/>
                </a:cubicBezTo>
                <a:cubicBezTo>
                  <a:pt x="6" y="27"/>
                  <a:pt x="6" y="28"/>
                  <a:pt x="6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29"/>
                  <a:pt x="6" y="30"/>
                  <a:pt x="7" y="30"/>
                </a:cubicBezTo>
                <a:cubicBezTo>
                  <a:pt x="7" y="30"/>
                  <a:pt x="7" y="30"/>
                  <a:pt x="7" y="30"/>
                </a:cubicBezTo>
                <a:cubicBezTo>
                  <a:pt x="7" y="31"/>
                  <a:pt x="8" y="31"/>
                  <a:pt x="9" y="31"/>
                </a:cubicBezTo>
                <a:cubicBezTo>
                  <a:pt x="9" y="31"/>
                  <a:pt x="10" y="31"/>
                  <a:pt x="10" y="31"/>
                </a:cubicBezTo>
                <a:cubicBezTo>
                  <a:pt x="11" y="30"/>
                  <a:pt x="11" y="30"/>
                  <a:pt x="11" y="30"/>
                </a:cubicBezTo>
                <a:cubicBezTo>
                  <a:pt x="12" y="29"/>
                  <a:pt x="12" y="29"/>
                  <a:pt x="12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30"/>
                  <a:pt x="13" y="30"/>
                </a:cubicBezTo>
                <a:cubicBezTo>
                  <a:pt x="14" y="30"/>
                  <a:pt x="14" y="30"/>
                  <a:pt x="14" y="31"/>
                </a:cubicBezTo>
                <a:cubicBezTo>
                  <a:pt x="15" y="31"/>
                  <a:pt x="15" y="31"/>
                  <a:pt x="16" y="31"/>
                </a:cubicBezTo>
                <a:cubicBezTo>
                  <a:pt x="17" y="31"/>
                  <a:pt x="17" y="31"/>
                  <a:pt x="18" y="30"/>
                </a:cubicBezTo>
                <a:cubicBezTo>
                  <a:pt x="19" y="30"/>
                  <a:pt x="19" y="29"/>
                  <a:pt x="19" y="28"/>
                </a:cubicBezTo>
                <a:cubicBezTo>
                  <a:pt x="19" y="27"/>
                  <a:pt x="19" y="27"/>
                  <a:pt x="20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6"/>
                  <a:pt x="22" y="25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7" y="26"/>
                  <a:pt x="27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7"/>
                  <a:pt x="27" y="27"/>
                  <a:pt x="27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9" y="27"/>
                  <a:pt x="29" y="27"/>
                  <a:pt x="29" y="28"/>
                </a:cubicBezTo>
                <a:cubicBezTo>
                  <a:pt x="29" y="29"/>
                  <a:pt x="29" y="30"/>
                  <a:pt x="30" y="30"/>
                </a:cubicBezTo>
                <a:cubicBezTo>
                  <a:pt x="30" y="31"/>
                  <a:pt x="31" y="31"/>
                  <a:pt x="32" y="31"/>
                </a:cubicBezTo>
                <a:cubicBezTo>
                  <a:pt x="33" y="31"/>
                  <a:pt x="33" y="31"/>
                  <a:pt x="34" y="31"/>
                </a:cubicBezTo>
                <a:cubicBezTo>
                  <a:pt x="34" y="30"/>
                  <a:pt x="34" y="30"/>
                  <a:pt x="35" y="30"/>
                </a:cubicBezTo>
                <a:cubicBezTo>
                  <a:pt x="35" y="29"/>
                  <a:pt x="35" y="29"/>
                  <a:pt x="36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30"/>
                  <a:pt x="37" y="30"/>
                </a:cubicBezTo>
                <a:cubicBezTo>
                  <a:pt x="37" y="30"/>
                  <a:pt x="37" y="30"/>
                  <a:pt x="38" y="31"/>
                </a:cubicBezTo>
                <a:cubicBezTo>
                  <a:pt x="38" y="31"/>
                  <a:pt x="39" y="31"/>
                  <a:pt x="39" y="31"/>
                </a:cubicBezTo>
                <a:cubicBezTo>
                  <a:pt x="40" y="31"/>
                  <a:pt x="41" y="31"/>
                  <a:pt x="41" y="30"/>
                </a:cubicBezTo>
                <a:cubicBezTo>
                  <a:pt x="42" y="30"/>
                  <a:pt x="42" y="29"/>
                  <a:pt x="42" y="28"/>
                </a:cubicBezTo>
                <a:cubicBezTo>
                  <a:pt x="42" y="28"/>
                  <a:pt x="42" y="27"/>
                  <a:pt x="43" y="27"/>
                </a:cubicBezTo>
                <a:cubicBezTo>
                  <a:pt x="43" y="24"/>
                  <a:pt x="43" y="24"/>
                  <a:pt x="43" y="24"/>
                </a:cubicBezTo>
                <a:cubicBezTo>
                  <a:pt x="30" y="24"/>
                  <a:pt x="18" y="24"/>
                  <a:pt x="5" y="24"/>
                </a:cubicBezTo>
                <a:close/>
                <a:moveTo>
                  <a:pt x="11" y="7"/>
                </a:moveTo>
                <a:cubicBezTo>
                  <a:pt x="11" y="7"/>
                  <a:pt x="11" y="7"/>
                  <a:pt x="11" y="7"/>
                </a:cubicBezTo>
                <a:cubicBezTo>
                  <a:pt x="11" y="6"/>
                  <a:pt x="12" y="6"/>
                  <a:pt x="13" y="6"/>
                </a:cubicBezTo>
                <a:cubicBezTo>
                  <a:pt x="13" y="6"/>
                  <a:pt x="14" y="6"/>
                  <a:pt x="14" y="7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20"/>
                  <a:pt x="13" y="21"/>
                  <a:pt x="13" y="21"/>
                </a:cubicBezTo>
                <a:cubicBezTo>
                  <a:pt x="12" y="21"/>
                  <a:pt x="11" y="20"/>
                  <a:pt x="11" y="19"/>
                </a:cubicBezTo>
                <a:cubicBezTo>
                  <a:pt x="11" y="7"/>
                  <a:pt x="11" y="7"/>
                  <a:pt x="11" y="7"/>
                </a:cubicBezTo>
                <a:close/>
                <a:moveTo>
                  <a:pt x="17" y="7"/>
                </a:moveTo>
                <a:cubicBezTo>
                  <a:pt x="17" y="7"/>
                  <a:pt x="17" y="7"/>
                  <a:pt x="17" y="7"/>
                </a:cubicBezTo>
                <a:cubicBezTo>
                  <a:pt x="17" y="6"/>
                  <a:pt x="18" y="6"/>
                  <a:pt x="18" y="6"/>
                </a:cubicBezTo>
                <a:cubicBezTo>
                  <a:pt x="19" y="6"/>
                  <a:pt x="19" y="6"/>
                  <a:pt x="19" y="7"/>
                </a:cubicBezTo>
                <a:cubicBezTo>
                  <a:pt x="19" y="19"/>
                  <a:pt x="19" y="19"/>
                  <a:pt x="19" y="19"/>
                </a:cubicBezTo>
                <a:cubicBezTo>
                  <a:pt x="19" y="20"/>
                  <a:pt x="19" y="21"/>
                  <a:pt x="18" y="21"/>
                </a:cubicBezTo>
                <a:cubicBezTo>
                  <a:pt x="18" y="21"/>
                  <a:pt x="17" y="20"/>
                  <a:pt x="17" y="19"/>
                </a:cubicBezTo>
                <a:cubicBezTo>
                  <a:pt x="17" y="7"/>
                  <a:pt x="17" y="7"/>
                  <a:pt x="17" y="7"/>
                </a:cubicBezTo>
                <a:close/>
                <a:moveTo>
                  <a:pt x="23" y="7"/>
                </a:moveTo>
                <a:cubicBezTo>
                  <a:pt x="23" y="7"/>
                  <a:pt x="23" y="7"/>
                  <a:pt x="23" y="7"/>
                </a:cubicBezTo>
                <a:cubicBezTo>
                  <a:pt x="23" y="6"/>
                  <a:pt x="23" y="6"/>
                  <a:pt x="24" y="6"/>
                </a:cubicBezTo>
                <a:cubicBezTo>
                  <a:pt x="25" y="6"/>
                  <a:pt x="25" y="6"/>
                  <a:pt x="25" y="7"/>
                </a:cubicBezTo>
                <a:cubicBezTo>
                  <a:pt x="25" y="19"/>
                  <a:pt x="25" y="19"/>
                  <a:pt x="25" y="19"/>
                </a:cubicBezTo>
                <a:cubicBezTo>
                  <a:pt x="25" y="20"/>
                  <a:pt x="25" y="21"/>
                  <a:pt x="24" y="21"/>
                </a:cubicBezTo>
                <a:cubicBezTo>
                  <a:pt x="23" y="21"/>
                  <a:pt x="23" y="20"/>
                  <a:pt x="23" y="19"/>
                </a:cubicBezTo>
                <a:cubicBezTo>
                  <a:pt x="23" y="7"/>
                  <a:pt x="23" y="7"/>
                  <a:pt x="23" y="7"/>
                </a:cubicBezTo>
                <a:close/>
                <a:moveTo>
                  <a:pt x="29" y="7"/>
                </a:moveTo>
                <a:cubicBezTo>
                  <a:pt x="29" y="7"/>
                  <a:pt x="29" y="7"/>
                  <a:pt x="29" y="7"/>
                </a:cubicBezTo>
                <a:cubicBezTo>
                  <a:pt x="29" y="6"/>
                  <a:pt x="29" y="6"/>
                  <a:pt x="30" y="6"/>
                </a:cubicBezTo>
                <a:cubicBezTo>
                  <a:pt x="30" y="6"/>
                  <a:pt x="31" y="6"/>
                  <a:pt x="31" y="7"/>
                </a:cubicBezTo>
                <a:cubicBezTo>
                  <a:pt x="31" y="19"/>
                  <a:pt x="31" y="19"/>
                  <a:pt x="31" y="19"/>
                </a:cubicBezTo>
                <a:cubicBezTo>
                  <a:pt x="31" y="20"/>
                  <a:pt x="30" y="21"/>
                  <a:pt x="30" y="21"/>
                </a:cubicBezTo>
                <a:cubicBezTo>
                  <a:pt x="29" y="21"/>
                  <a:pt x="29" y="20"/>
                  <a:pt x="29" y="19"/>
                </a:cubicBezTo>
                <a:cubicBezTo>
                  <a:pt x="29" y="7"/>
                  <a:pt x="29" y="7"/>
                  <a:pt x="29" y="7"/>
                </a:cubicBezTo>
                <a:close/>
                <a:moveTo>
                  <a:pt x="34" y="7"/>
                </a:moveTo>
                <a:cubicBezTo>
                  <a:pt x="34" y="7"/>
                  <a:pt x="34" y="7"/>
                  <a:pt x="34" y="7"/>
                </a:cubicBezTo>
                <a:cubicBezTo>
                  <a:pt x="34" y="6"/>
                  <a:pt x="35" y="6"/>
                  <a:pt x="35" y="6"/>
                </a:cubicBezTo>
                <a:cubicBezTo>
                  <a:pt x="36" y="6"/>
                  <a:pt x="36" y="6"/>
                  <a:pt x="36" y="7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20"/>
                  <a:pt x="36" y="21"/>
                  <a:pt x="35" y="21"/>
                </a:cubicBezTo>
                <a:cubicBezTo>
                  <a:pt x="35" y="21"/>
                  <a:pt x="34" y="20"/>
                  <a:pt x="34" y="19"/>
                </a:cubicBezTo>
                <a:cubicBezTo>
                  <a:pt x="34" y="7"/>
                  <a:pt x="34" y="7"/>
                  <a:pt x="34" y="7"/>
                </a:cubicBezTo>
                <a:close/>
                <a:moveTo>
                  <a:pt x="3" y="26"/>
                </a:moveTo>
                <a:cubicBezTo>
                  <a:pt x="3" y="26"/>
                  <a:pt x="3" y="26"/>
                  <a:pt x="3" y="26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7"/>
                  <a:pt x="1" y="28"/>
                  <a:pt x="1" y="28"/>
                </a:cubicBezTo>
                <a:cubicBezTo>
                  <a:pt x="0" y="28"/>
                  <a:pt x="0" y="27"/>
                  <a:pt x="0" y="26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2"/>
                  <a:pt x="0" y="22"/>
                  <a:pt x="1" y="22"/>
                </a:cubicBezTo>
                <a:cubicBezTo>
                  <a:pt x="1" y="22"/>
                  <a:pt x="2" y="22"/>
                  <a:pt x="2" y="23"/>
                </a:cubicBezTo>
                <a:cubicBezTo>
                  <a:pt x="2" y="24"/>
                  <a:pt x="2" y="24"/>
                  <a:pt x="2" y="24"/>
                </a:cubicBezTo>
                <a:cubicBezTo>
                  <a:pt x="3" y="24"/>
                  <a:pt x="3" y="24"/>
                  <a:pt x="3" y="24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2"/>
                  <a:pt x="3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5" y="0"/>
                  <a:pt x="6" y="0"/>
                </a:cubicBezTo>
                <a:cubicBezTo>
                  <a:pt x="7" y="0"/>
                  <a:pt x="7" y="0"/>
                  <a:pt x="7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3" y="0"/>
                  <a:pt x="43" y="1"/>
                  <a:pt x="43" y="2"/>
                </a:cubicBezTo>
                <a:cubicBezTo>
                  <a:pt x="43" y="2"/>
                  <a:pt x="43" y="2"/>
                  <a:pt x="43" y="2"/>
                </a:cubicBezTo>
                <a:cubicBezTo>
                  <a:pt x="43" y="22"/>
                  <a:pt x="43" y="22"/>
                  <a:pt x="43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5" y="22"/>
                  <a:pt x="45" y="22"/>
                  <a:pt x="45" y="23"/>
                </a:cubicBezTo>
                <a:cubicBezTo>
                  <a:pt x="45" y="24"/>
                  <a:pt x="45" y="24"/>
                  <a:pt x="45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2"/>
                  <a:pt x="46" y="22"/>
                  <a:pt x="47" y="22"/>
                </a:cubicBezTo>
                <a:cubicBezTo>
                  <a:pt x="48" y="22"/>
                  <a:pt x="48" y="22"/>
                  <a:pt x="48" y="23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27"/>
                  <a:pt x="48" y="28"/>
                  <a:pt x="47" y="28"/>
                </a:cubicBezTo>
                <a:cubicBezTo>
                  <a:pt x="46" y="28"/>
                  <a:pt x="46" y="27"/>
                  <a:pt x="46" y="26"/>
                </a:cubicBezTo>
                <a:cubicBezTo>
                  <a:pt x="46" y="26"/>
                  <a:pt x="46" y="26"/>
                  <a:pt x="46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9"/>
                  <a:pt x="45" y="29"/>
                  <a:pt x="44" y="29"/>
                </a:cubicBezTo>
                <a:cubicBezTo>
                  <a:pt x="44" y="30"/>
                  <a:pt x="44" y="31"/>
                  <a:pt x="43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2" y="33"/>
                  <a:pt x="41" y="33"/>
                  <a:pt x="39" y="33"/>
                </a:cubicBezTo>
                <a:cubicBezTo>
                  <a:pt x="38" y="33"/>
                  <a:pt x="37" y="33"/>
                  <a:pt x="37" y="33"/>
                </a:cubicBezTo>
                <a:cubicBezTo>
                  <a:pt x="36" y="33"/>
                  <a:pt x="36" y="32"/>
                  <a:pt x="36" y="32"/>
                </a:cubicBezTo>
                <a:cubicBezTo>
                  <a:pt x="35" y="32"/>
                  <a:pt x="35" y="33"/>
                  <a:pt x="35" y="33"/>
                </a:cubicBezTo>
                <a:cubicBezTo>
                  <a:pt x="34" y="33"/>
                  <a:pt x="33" y="33"/>
                  <a:pt x="32" y="33"/>
                </a:cubicBezTo>
                <a:cubicBezTo>
                  <a:pt x="31" y="33"/>
                  <a:pt x="29" y="33"/>
                  <a:pt x="28" y="32"/>
                </a:cubicBezTo>
                <a:cubicBezTo>
                  <a:pt x="28" y="31"/>
                  <a:pt x="27" y="30"/>
                  <a:pt x="27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5" y="29"/>
                  <a:pt x="25" y="29"/>
                  <a:pt x="25" y="28"/>
                </a:cubicBezTo>
                <a:cubicBezTo>
                  <a:pt x="25" y="28"/>
                  <a:pt x="25" y="28"/>
                  <a:pt x="25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3" y="29"/>
                  <a:pt x="23" y="29"/>
                  <a:pt x="22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30"/>
                  <a:pt x="20" y="31"/>
                  <a:pt x="20" y="32"/>
                </a:cubicBezTo>
                <a:cubicBezTo>
                  <a:pt x="19" y="33"/>
                  <a:pt x="17" y="33"/>
                  <a:pt x="16" y="33"/>
                </a:cubicBezTo>
                <a:cubicBezTo>
                  <a:pt x="15" y="33"/>
                  <a:pt x="14" y="33"/>
                  <a:pt x="13" y="33"/>
                </a:cubicBezTo>
                <a:cubicBezTo>
                  <a:pt x="13" y="33"/>
                  <a:pt x="13" y="32"/>
                  <a:pt x="12" y="32"/>
                </a:cubicBezTo>
                <a:cubicBezTo>
                  <a:pt x="12" y="32"/>
                  <a:pt x="12" y="33"/>
                  <a:pt x="11" y="33"/>
                </a:cubicBezTo>
                <a:cubicBezTo>
                  <a:pt x="11" y="33"/>
                  <a:pt x="10" y="33"/>
                  <a:pt x="9" y="33"/>
                </a:cubicBezTo>
                <a:cubicBezTo>
                  <a:pt x="7" y="33"/>
                  <a:pt x="6" y="33"/>
                  <a:pt x="5" y="32"/>
                </a:cubicBezTo>
                <a:cubicBezTo>
                  <a:pt x="5" y="32"/>
                  <a:pt x="5" y="32"/>
                  <a:pt x="5" y="32"/>
                </a:cubicBezTo>
                <a:cubicBezTo>
                  <a:pt x="4" y="31"/>
                  <a:pt x="4" y="30"/>
                  <a:pt x="4" y="29"/>
                </a:cubicBezTo>
                <a:cubicBezTo>
                  <a:pt x="3" y="29"/>
                  <a:pt x="3" y="29"/>
                  <a:pt x="3" y="28"/>
                </a:cubicBezTo>
                <a:cubicBezTo>
                  <a:pt x="3" y="26"/>
                  <a:pt x="3" y="26"/>
                  <a:pt x="3" y="26"/>
                </a:cubicBezTo>
                <a:close/>
                <a:moveTo>
                  <a:pt x="39" y="26"/>
                </a:moveTo>
                <a:cubicBezTo>
                  <a:pt x="39" y="26"/>
                  <a:pt x="39" y="26"/>
                  <a:pt x="39" y="26"/>
                </a:cubicBezTo>
                <a:cubicBezTo>
                  <a:pt x="38" y="26"/>
                  <a:pt x="37" y="27"/>
                  <a:pt x="37" y="28"/>
                </a:cubicBezTo>
                <a:cubicBezTo>
                  <a:pt x="37" y="29"/>
                  <a:pt x="38" y="30"/>
                  <a:pt x="39" y="30"/>
                </a:cubicBezTo>
                <a:cubicBezTo>
                  <a:pt x="40" y="30"/>
                  <a:pt x="41" y="29"/>
                  <a:pt x="41" y="28"/>
                </a:cubicBezTo>
                <a:cubicBezTo>
                  <a:pt x="41" y="27"/>
                  <a:pt x="40" y="26"/>
                  <a:pt x="39" y="26"/>
                </a:cubicBezTo>
                <a:close/>
                <a:moveTo>
                  <a:pt x="9" y="26"/>
                </a:moveTo>
                <a:cubicBezTo>
                  <a:pt x="9" y="26"/>
                  <a:pt x="9" y="26"/>
                  <a:pt x="9" y="26"/>
                </a:cubicBezTo>
                <a:cubicBezTo>
                  <a:pt x="10" y="26"/>
                  <a:pt x="11" y="27"/>
                  <a:pt x="11" y="28"/>
                </a:cubicBezTo>
                <a:cubicBezTo>
                  <a:pt x="11" y="29"/>
                  <a:pt x="10" y="30"/>
                  <a:pt x="9" y="30"/>
                </a:cubicBezTo>
                <a:cubicBezTo>
                  <a:pt x="8" y="30"/>
                  <a:pt x="7" y="29"/>
                  <a:pt x="7" y="28"/>
                </a:cubicBezTo>
                <a:cubicBezTo>
                  <a:pt x="7" y="27"/>
                  <a:pt x="8" y="26"/>
                  <a:pt x="9" y="26"/>
                </a:cubicBezTo>
                <a:close/>
                <a:moveTo>
                  <a:pt x="32" y="26"/>
                </a:moveTo>
                <a:cubicBezTo>
                  <a:pt x="32" y="26"/>
                  <a:pt x="32" y="26"/>
                  <a:pt x="32" y="26"/>
                </a:cubicBezTo>
                <a:cubicBezTo>
                  <a:pt x="31" y="26"/>
                  <a:pt x="30" y="27"/>
                  <a:pt x="30" y="28"/>
                </a:cubicBezTo>
                <a:cubicBezTo>
                  <a:pt x="30" y="29"/>
                  <a:pt x="31" y="30"/>
                  <a:pt x="32" y="30"/>
                </a:cubicBezTo>
                <a:cubicBezTo>
                  <a:pt x="33" y="30"/>
                  <a:pt x="34" y="29"/>
                  <a:pt x="34" y="28"/>
                </a:cubicBezTo>
                <a:cubicBezTo>
                  <a:pt x="34" y="27"/>
                  <a:pt x="33" y="26"/>
                  <a:pt x="32" y="26"/>
                </a:cubicBezTo>
                <a:close/>
                <a:moveTo>
                  <a:pt x="16" y="26"/>
                </a:moveTo>
                <a:cubicBezTo>
                  <a:pt x="16" y="26"/>
                  <a:pt x="16" y="26"/>
                  <a:pt x="16" y="26"/>
                </a:cubicBezTo>
                <a:cubicBezTo>
                  <a:pt x="17" y="26"/>
                  <a:pt x="18" y="27"/>
                  <a:pt x="18" y="28"/>
                </a:cubicBezTo>
                <a:cubicBezTo>
                  <a:pt x="18" y="29"/>
                  <a:pt x="17" y="30"/>
                  <a:pt x="16" y="30"/>
                </a:cubicBezTo>
                <a:cubicBezTo>
                  <a:pt x="15" y="30"/>
                  <a:pt x="14" y="29"/>
                  <a:pt x="14" y="28"/>
                </a:cubicBezTo>
                <a:cubicBezTo>
                  <a:pt x="14" y="27"/>
                  <a:pt x="15" y="26"/>
                  <a:pt x="16" y="26"/>
                </a:cubicBezTo>
                <a:close/>
                <a:moveTo>
                  <a:pt x="40" y="22"/>
                </a:moveTo>
                <a:cubicBezTo>
                  <a:pt x="40" y="22"/>
                  <a:pt x="40" y="22"/>
                  <a:pt x="40" y="22"/>
                </a:cubicBezTo>
                <a:cubicBezTo>
                  <a:pt x="40" y="4"/>
                  <a:pt x="40" y="4"/>
                  <a:pt x="40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22"/>
                  <a:pt x="8" y="22"/>
                  <a:pt x="8" y="22"/>
                </a:cubicBezTo>
                <a:cubicBezTo>
                  <a:pt x="40" y="22"/>
                  <a:pt x="40" y="22"/>
                  <a:pt x="40" y="2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07" name="Freeform 241">
            <a:extLst>
              <a:ext uri="{FF2B5EF4-FFF2-40B4-BE49-F238E27FC236}">
                <a16:creationId xmlns:a16="http://schemas.microsoft.com/office/drawing/2014/main" id="{5476CEE8-94B2-1D2B-A313-AEE01762A614}"/>
              </a:ext>
            </a:extLst>
          </p:cNvPr>
          <p:cNvSpPr>
            <a:spLocks noEditPoints="1"/>
          </p:cNvSpPr>
          <p:nvPr/>
        </p:nvSpPr>
        <p:spPr bwMode="auto">
          <a:xfrm>
            <a:off x="11391301" y="3907815"/>
            <a:ext cx="211667" cy="190500"/>
          </a:xfrm>
          <a:custGeom>
            <a:avLst/>
            <a:gdLst>
              <a:gd name="T0" fmla="*/ 69850 w 50"/>
              <a:gd name="T1" fmla="*/ 22225 h 45"/>
              <a:gd name="T2" fmla="*/ 82550 w 50"/>
              <a:gd name="T3" fmla="*/ 28575 h 45"/>
              <a:gd name="T4" fmla="*/ 92075 w 50"/>
              <a:gd name="T5" fmla="*/ 28575 h 45"/>
              <a:gd name="T6" fmla="*/ 98425 w 50"/>
              <a:gd name="T7" fmla="*/ 12700 h 45"/>
              <a:gd name="T8" fmla="*/ 95250 w 50"/>
              <a:gd name="T9" fmla="*/ 38100 h 45"/>
              <a:gd name="T10" fmla="*/ 82550 w 50"/>
              <a:gd name="T11" fmla="*/ 34925 h 45"/>
              <a:gd name="T12" fmla="*/ 73025 w 50"/>
              <a:gd name="T13" fmla="*/ 31750 h 45"/>
              <a:gd name="T14" fmla="*/ 63500 w 50"/>
              <a:gd name="T15" fmla="*/ 34925 h 45"/>
              <a:gd name="T16" fmla="*/ 31750 w 50"/>
              <a:gd name="T17" fmla="*/ 12700 h 45"/>
              <a:gd name="T18" fmla="*/ 130175 w 50"/>
              <a:gd name="T19" fmla="*/ 12700 h 45"/>
              <a:gd name="T20" fmla="*/ 19050 w 50"/>
              <a:gd name="T21" fmla="*/ 98425 h 45"/>
              <a:gd name="T22" fmla="*/ 25400 w 50"/>
              <a:gd name="T23" fmla="*/ 0 h 45"/>
              <a:gd name="T24" fmla="*/ 139700 w 50"/>
              <a:gd name="T25" fmla="*/ 6350 h 45"/>
              <a:gd name="T26" fmla="*/ 158750 w 50"/>
              <a:gd name="T27" fmla="*/ 104775 h 45"/>
              <a:gd name="T28" fmla="*/ 152400 w 50"/>
              <a:gd name="T29" fmla="*/ 142875 h 45"/>
              <a:gd name="T30" fmla="*/ 130175 w 50"/>
              <a:gd name="T31" fmla="*/ 136525 h 45"/>
              <a:gd name="T32" fmla="*/ 101600 w 50"/>
              <a:gd name="T33" fmla="*/ 130175 h 45"/>
              <a:gd name="T34" fmla="*/ 95250 w 50"/>
              <a:gd name="T35" fmla="*/ 142875 h 45"/>
              <a:gd name="T36" fmla="*/ 57150 w 50"/>
              <a:gd name="T37" fmla="*/ 136525 h 45"/>
              <a:gd name="T38" fmla="*/ 31750 w 50"/>
              <a:gd name="T39" fmla="*/ 136525 h 45"/>
              <a:gd name="T40" fmla="*/ 6350 w 50"/>
              <a:gd name="T41" fmla="*/ 142875 h 45"/>
              <a:gd name="T42" fmla="*/ 0 w 50"/>
              <a:gd name="T43" fmla="*/ 104775 h 45"/>
              <a:gd name="T44" fmla="*/ 19050 w 50"/>
              <a:gd name="T45" fmla="*/ 98425 h 45"/>
              <a:gd name="T46" fmla="*/ 12700 w 50"/>
              <a:gd name="T47" fmla="*/ 111125 h 45"/>
              <a:gd name="T48" fmla="*/ 19050 w 50"/>
              <a:gd name="T49" fmla="*/ 123825 h 45"/>
              <a:gd name="T50" fmla="*/ 63500 w 50"/>
              <a:gd name="T51" fmla="*/ 117475 h 45"/>
              <a:gd name="T52" fmla="*/ 69850 w 50"/>
              <a:gd name="T53" fmla="*/ 130175 h 45"/>
              <a:gd name="T54" fmla="*/ 88900 w 50"/>
              <a:gd name="T55" fmla="*/ 123825 h 45"/>
              <a:gd name="T56" fmla="*/ 136525 w 50"/>
              <a:gd name="T57" fmla="*/ 117475 h 45"/>
              <a:gd name="T58" fmla="*/ 146050 w 50"/>
              <a:gd name="T59" fmla="*/ 130175 h 45"/>
              <a:gd name="T60" fmla="*/ 85725 w 50"/>
              <a:gd name="T61" fmla="*/ 92075 h 45"/>
              <a:gd name="T62" fmla="*/ 88900 w 50"/>
              <a:gd name="T63" fmla="*/ 82550 h 45"/>
              <a:gd name="T64" fmla="*/ 85725 w 50"/>
              <a:gd name="T65" fmla="*/ 60325 h 45"/>
              <a:gd name="T66" fmla="*/ 92075 w 50"/>
              <a:gd name="T67" fmla="*/ 47625 h 45"/>
              <a:gd name="T68" fmla="*/ 101600 w 50"/>
              <a:gd name="T69" fmla="*/ 60325 h 45"/>
              <a:gd name="T70" fmla="*/ 95250 w 50"/>
              <a:gd name="T71" fmla="*/ 82550 h 45"/>
              <a:gd name="T72" fmla="*/ 107950 w 50"/>
              <a:gd name="T73" fmla="*/ 60325 h 45"/>
              <a:gd name="T74" fmla="*/ 111125 w 50"/>
              <a:gd name="T75" fmla="*/ 47625 h 45"/>
              <a:gd name="T76" fmla="*/ 120650 w 50"/>
              <a:gd name="T77" fmla="*/ 57150 h 45"/>
              <a:gd name="T78" fmla="*/ 117475 w 50"/>
              <a:gd name="T79" fmla="*/ 82550 h 45"/>
              <a:gd name="T80" fmla="*/ 123825 w 50"/>
              <a:gd name="T81" fmla="*/ 88900 h 45"/>
              <a:gd name="T82" fmla="*/ 95250 w 50"/>
              <a:gd name="T83" fmla="*/ 47625 h 45"/>
              <a:gd name="T84" fmla="*/ 95250 w 50"/>
              <a:gd name="T85" fmla="*/ 47625 h 45"/>
              <a:gd name="T86" fmla="*/ 117475 w 50"/>
              <a:gd name="T87" fmla="*/ 50800 h 4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0" h="45">
                <a:moveTo>
                  <a:pt x="22" y="4"/>
                </a:moveTo>
                <a:cubicBezTo>
                  <a:pt x="22" y="8"/>
                  <a:pt x="22" y="8"/>
                  <a:pt x="22" y="8"/>
                </a:cubicBezTo>
                <a:cubicBezTo>
                  <a:pt x="22" y="7"/>
                  <a:pt x="22" y="7"/>
                  <a:pt x="22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7"/>
                  <a:pt x="24" y="7"/>
                  <a:pt x="24" y="7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8"/>
                  <a:pt x="26" y="8"/>
                  <a:pt x="26" y="8"/>
                </a:cubicBezTo>
                <a:cubicBezTo>
                  <a:pt x="27" y="8"/>
                  <a:pt x="27" y="8"/>
                  <a:pt x="28" y="8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4"/>
                  <a:pt x="29" y="4"/>
                  <a:pt x="29" y="4"/>
                </a:cubicBezTo>
                <a:cubicBezTo>
                  <a:pt x="22" y="4"/>
                  <a:pt x="22" y="4"/>
                  <a:pt x="22" y="4"/>
                </a:cubicBezTo>
                <a:close/>
                <a:moveTo>
                  <a:pt x="31" y="4"/>
                </a:moveTo>
                <a:cubicBezTo>
                  <a:pt x="31" y="4"/>
                  <a:pt x="31" y="4"/>
                  <a:pt x="31" y="4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0" y="12"/>
                  <a:pt x="30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7" y="10"/>
                  <a:pt x="27" y="10"/>
                  <a:pt x="27" y="10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2"/>
                  <a:pt x="25" y="12"/>
                  <a:pt x="25" y="11"/>
                </a:cubicBezTo>
                <a:cubicBezTo>
                  <a:pt x="25" y="11"/>
                  <a:pt x="25" y="11"/>
                  <a:pt x="25" y="11"/>
                </a:cubicBezTo>
                <a:cubicBezTo>
                  <a:pt x="23" y="10"/>
                  <a:pt x="23" y="10"/>
                  <a:pt x="23" y="10"/>
                </a:cubicBezTo>
                <a:cubicBezTo>
                  <a:pt x="22" y="11"/>
                  <a:pt x="22" y="11"/>
                  <a:pt x="22" y="11"/>
                </a:cubicBezTo>
                <a:cubicBezTo>
                  <a:pt x="21" y="12"/>
                  <a:pt x="20" y="12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4"/>
                  <a:pt x="20" y="4"/>
                  <a:pt x="2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31"/>
                  <a:pt x="10" y="31"/>
                  <a:pt x="10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4"/>
                  <a:pt x="41" y="4"/>
                  <a:pt x="41" y="4"/>
                </a:cubicBezTo>
                <a:cubicBezTo>
                  <a:pt x="31" y="4"/>
                  <a:pt x="31" y="4"/>
                  <a:pt x="31" y="4"/>
                </a:cubicBezTo>
                <a:close/>
                <a:moveTo>
                  <a:pt x="6" y="31"/>
                </a:moveTo>
                <a:cubicBezTo>
                  <a:pt x="6" y="31"/>
                  <a:pt x="6" y="31"/>
                  <a:pt x="6" y="31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1"/>
                  <a:pt x="7" y="0"/>
                  <a:pt x="8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1"/>
                  <a:pt x="44" y="2"/>
                </a:cubicBezTo>
                <a:cubicBezTo>
                  <a:pt x="44" y="31"/>
                  <a:pt x="44" y="31"/>
                  <a:pt x="44" y="31"/>
                </a:cubicBezTo>
                <a:cubicBezTo>
                  <a:pt x="48" y="31"/>
                  <a:pt x="48" y="31"/>
                  <a:pt x="48" y="31"/>
                </a:cubicBezTo>
                <a:cubicBezTo>
                  <a:pt x="49" y="31"/>
                  <a:pt x="50" y="32"/>
                  <a:pt x="50" y="33"/>
                </a:cubicBezTo>
                <a:cubicBezTo>
                  <a:pt x="50" y="33"/>
                  <a:pt x="50" y="33"/>
                  <a:pt x="50" y="33"/>
                </a:cubicBezTo>
                <a:cubicBezTo>
                  <a:pt x="50" y="43"/>
                  <a:pt x="50" y="43"/>
                  <a:pt x="50" y="43"/>
                </a:cubicBezTo>
                <a:cubicBezTo>
                  <a:pt x="50" y="44"/>
                  <a:pt x="49" y="45"/>
                  <a:pt x="48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43" y="45"/>
                  <a:pt x="43" y="45"/>
                  <a:pt x="43" y="45"/>
                </a:cubicBezTo>
                <a:cubicBezTo>
                  <a:pt x="42" y="45"/>
                  <a:pt x="41" y="44"/>
                  <a:pt x="41" y="43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1"/>
                  <a:pt x="41" y="41"/>
                  <a:pt x="41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32" y="43"/>
                  <a:pt x="32" y="43"/>
                  <a:pt x="32" y="43"/>
                </a:cubicBezTo>
                <a:cubicBezTo>
                  <a:pt x="32" y="44"/>
                  <a:pt x="31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20" y="45"/>
                  <a:pt x="20" y="45"/>
                  <a:pt x="20" y="45"/>
                </a:cubicBezTo>
                <a:cubicBezTo>
                  <a:pt x="19" y="45"/>
                  <a:pt x="18" y="44"/>
                  <a:pt x="18" y="43"/>
                </a:cubicBezTo>
                <a:cubicBezTo>
                  <a:pt x="18" y="43"/>
                  <a:pt x="18" y="43"/>
                  <a:pt x="18" y="43"/>
                </a:cubicBezTo>
                <a:cubicBezTo>
                  <a:pt x="18" y="41"/>
                  <a:pt x="18" y="41"/>
                  <a:pt x="18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3"/>
                  <a:pt x="10" y="43"/>
                  <a:pt x="10" y="43"/>
                </a:cubicBezTo>
                <a:cubicBezTo>
                  <a:pt x="10" y="44"/>
                  <a:pt x="9" y="45"/>
                  <a:pt x="8" y="45"/>
                </a:cubicBezTo>
                <a:cubicBezTo>
                  <a:pt x="8" y="45"/>
                  <a:pt x="8" y="45"/>
                  <a:pt x="8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2"/>
                  <a:pt x="1" y="31"/>
                  <a:pt x="2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6" y="31"/>
                  <a:pt x="6" y="31"/>
                  <a:pt x="6" y="31"/>
                </a:cubicBezTo>
                <a:close/>
                <a:moveTo>
                  <a:pt x="46" y="35"/>
                </a:moveTo>
                <a:cubicBezTo>
                  <a:pt x="46" y="35"/>
                  <a:pt x="46" y="35"/>
                  <a:pt x="46" y="35"/>
                </a:cubicBezTo>
                <a:cubicBezTo>
                  <a:pt x="32" y="35"/>
                  <a:pt x="18" y="35"/>
                  <a:pt x="4" y="35"/>
                </a:cubicBezTo>
                <a:cubicBezTo>
                  <a:pt x="4" y="41"/>
                  <a:pt x="4" y="41"/>
                  <a:pt x="4" y="41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38"/>
                  <a:pt x="7" y="37"/>
                  <a:pt x="8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1" y="37"/>
                  <a:pt x="22" y="38"/>
                  <a:pt x="22" y="39"/>
                </a:cubicBezTo>
                <a:cubicBezTo>
                  <a:pt x="22" y="41"/>
                  <a:pt x="22" y="41"/>
                  <a:pt x="22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38"/>
                  <a:pt x="29" y="37"/>
                  <a:pt x="30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4" y="37"/>
                  <a:pt x="45" y="38"/>
                  <a:pt x="45" y="39"/>
                </a:cubicBezTo>
                <a:cubicBezTo>
                  <a:pt x="45" y="41"/>
                  <a:pt x="45" y="41"/>
                  <a:pt x="45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35"/>
                  <a:pt x="46" y="35"/>
                  <a:pt x="46" y="35"/>
                </a:cubicBezTo>
                <a:close/>
                <a:moveTo>
                  <a:pt x="27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6" y="28"/>
                  <a:pt x="26" y="28"/>
                </a:cubicBezTo>
                <a:cubicBezTo>
                  <a:pt x="26" y="27"/>
                  <a:pt x="27" y="26"/>
                  <a:pt x="27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7" y="19"/>
                  <a:pt x="27" y="19"/>
                </a:cubicBezTo>
                <a:cubicBezTo>
                  <a:pt x="26" y="19"/>
                  <a:pt x="26" y="18"/>
                  <a:pt x="26" y="18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9" y="15"/>
                  <a:pt x="29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32" y="18"/>
                  <a:pt x="32" y="18"/>
                  <a:pt x="32" y="18"/>
                </a:cubicBezTo>
                <a:cubicBezTo>
                  <a:pt x="32" y="18"/>
                  <a:pt x="32" y="19"/>
                  <a:pt x="32" y="19"/>
                </a:cubicBezTo>
                <a:cubicBezTo>
                  <a:pt x="31" y="19"/>
                  <a:pt x="31" y="19"/>
                  <a:pt x="30" y="19"/>
                </a:cubicBezTo>
                <a:cubicBezTo>
                  <a:pt x="30" y="26"/>
                  <a:pt x="30" y="26"/>
                  <a:pt x="30" y="26"/>
                </a:cubicBezTo>
                <a:cubicBezTo>
                  <a:pt x="30" y="26"/>
                  <a:pt x="30" y="26"/>
                  <a:pt x="30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9"/>
                  <a:pt x="33" y="19"/>
                  <a:pt x="33" y="19"/>
                </a:cubicBezTo>
                <a:cubicBezTo>
                  <a:pt x="33" y="19"/>
                  <a:pt x="32" y="18"/>
                  <a:pt x="33" y="18"/>
                </a:cubicBezTo>
                <a:cubicBezTo>
                  <a:pt x="35" y="15"/>
                  <a:pt x="35" y="15"/>
                  <a:pt x="35" y="15"/>
                </a:cubicBezTo>
                <a:cubicBezTo>
                  <a:pt x="35" y="15"/>
                  <a:pt x="35" y="15"/>
                  <a:pt x="36" y="15"/>
                </a:cubicBezTo>
                <a:cubicBezTo>
                  <a:pt x="36" y="15"/>
                  <a:pt x="36" y="15"/>
                  <a:pt x="37" y="15"/>
                </a:cubicBezTo>
                <a:cubicBezTo>
                  <a:pt x="38" y="18"/>
                  <a:pt x="38" y="18"/>
                  <a:pt x="38" y="18"/>
                </a:cubicBezTo>
                <a:cubicBezTo>
                  <a:pt x="39" y="18"/>
                  <a:pt x="39" y="19"/>
                  <a:pt x="38" y="19"/>
                </a:cubicBezTo>
                <a:cubicBezTo>
                  <a:pt x="38" y="19"/>
                  <a:pt x="37" y="19"/>
                  <a:pt x="37" y="19"/>
                </a:cubicBezTo>
                <a:cubicBezTo>
                  <a:pt x="37" y="26"/>
                  <a:pt x="37" y="26"/>
                  <a:pt x="37" y="26"/>
                </a:cubicBezTo>
                <a:cubicBezTo>
                  <a:pt x="37" y="26"/>
                  <a:pt x="37" y="26"/>
                  <a:pt x="37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9" y="27"/>
                  <a:pt x="39" y="28"/>
                </a:cubicBezTo>
                <a:cubicBezTo>
                  <a:pt x="39" y="28"/>
                  <a:pt x="38" y="29"/>
                  <a:pt x="38" y="29"/>
                </a:cubicBezTo>
                <a:cubicBezTo>
                  <a:pt x="27" y="29"/>
                  <a:pt x="27" y="29"/>
                  <a:pt x="27" y="29"/>
                </a:cubicBezTo>
                <a:close/>
                <a:moveTo>
                  <a:pt x="30" y="15"/>
                </a:move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30" y="15"/>
                  <a:pt x="30" y="16"/>
                </a:cubicBezTo>
                <a:cubicBezTo>
                  <a:pt x="30" y="15"/>
                  <a:pt x="30" y="15"/>
                  <a:pt x="30" y="15"/>
                </a:cubicBezTo>
                <a:close/>
                <a:moveTo>
                  <a:pt x="37" y="15"/>
                </a:move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6"/>
                </a:cubicBezTo>
                <a:cubicBezTo>
                  <a:pt x="37" y="15"/>
                  <a:pt x="37" y="15"/>
                  <a:pt x="37" y="1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08" name="Freeform 242">
            <a:extLst>
              <a:ext uri="{FF2B5EF4-FFF2-40B4-BE49-F238E27FC236}">
                <a16:creationId xmlns:a16="http://schemas.microsoft.com/office/drawing/2014/main" id="{4AE41E6F-D5CB-A15A-2E34-4CB0B267AEBB}"/>
              </a:ext>
            </a:extLst>
          </p:cNvPr>
          <p:cNvSpPr>
            <a:spLocks noEditPoints="1"/>
          </p:cNvSpPr>
          <p:nvPr/>
        </p:nvSpPr>
        <p:spPr bwMode="auto">
          <a:xfrm>
            <a:off x="7308251" y="4329032"/>
            <a:ext cx="218016" cy="215900"/>
          </a:xfrm>
          <a:custGeom>
            <a:avLst/>
            <a:gdLst>
              <a:gd name="T0" fmla="*/ 25649 w 51"/>
              <a:gd name="T1" fmla="*/ 133350 h 51"/>
              <a:gd name="T2" fmla="*/ 19237 w 51"/>
              <a:gd name="T3" fmla="*/ 104775 h 51"/>
              <a:gd name="T4" fmla="*/ 38473 w 51"/>
              <a:gd name="T5" fmla="*/ 104775 h 51"/>
              <a:gd name="T6" fmla="*/ 32061 w 51"/>
              <a:gd name="T7" fmla="*/ 133350 h 51"/>
              <a:gd name="T8" fmla="*/ 41680 w 51"/>
              <a:gd name="T9" fmla="*/ 111125 h 51"/>
              <a:gd name="T10" fmla="*/ 51298 w 51"/>
              <a:gd name="T11" fmla="*/ 98425 h 51"/>
              <a:gd name="T12" fmla="*/ 51298 w 51"/>
              <a:gd name="T13" fmla="*/ 133350 h 51"/>
              <a:gd name="T14" fmla="*/ 54504 w 51"/>
              <a:gd name="T15" fmla="*/ 139700 h 51"/>
              <a:gd name="T16" fmla="*/ 137863 w 51"/>
              <a:gd name="T17" fmla="*/ 114300 h 51"/>
              <a:gd name="T18" fmla="*/ 141069 w 51"/>
              <a:gd name="T19" fmla="*/ 127000 h 51"/>
              <a:gd name="T20" fmla="*/ 131451 w 51"/>
              <a:gd name="T21" fmla="*/ 139700 h 51"/>
              <a:gd name="T22" fmla="*/ 121832 w 51"/>
              <a:gd name="T23" fmla="*/ 142875 h 51"/>
              <a:gd name="T24" fmla="*/ 121832 w 51"/>
              <a:gd name="T25" fmla="*/ 133350 h 51"/>
              <a:gd name="T26" fmla="*/ 128245 w 51"/>
              <a:gd name="T27" fmla="*/ 133350 h 51"/>
              <a:gd name="T28" fmla="*/ 128245 w 51"/>
              <a:gd name="T29" fmla="*/ 130175 h 51"/>
              <a:gd name="T30" fmla="*/ 134657 w 51"/>
              <a:gd name="T31" fmla="*/ 117475 h 51"/>
              <a:gd name="T32" fmla="*/ 96184 w 51"/>
              <a:gd name="T33" fmla="*/ 107950 h 51"/>
              <a:gd name="T34" fmla="*/ 102596 w 51"/>
              <a:gd name="T35" fmla="*/ 101600 h 51"/>
              <a:gd name="T36" fmla="*/ 112214 w 51"/>
              <a:gd name="T37" fmla="*/ 104775 h 51"/>
              <a:gd name="T38" fmla="*/ 105802 w 51"/>
              <a:gd name="T39" fmla="*/ 107950 h 51"/>
              <a:gd name="T40" fmla="*/ 134657 w 51"/>
              <a:gd name="T41" fmla="*/ 82550 h 51"/>
              <a:gd name="T42" fmla="*/ 157100 w 51"/>
              <a:gd name="T43" fmla="*/ 117475 h 51"/>
              <a:gd name="T44" fmla="*/ 150688 w 51"/>
              <a:gd name="T45" fmla="*/ 142875 h 51"/>
              <a:gd name="T46" fmla="*/ 141069 w 51"/>
              <a:gd name="T47" fmla="*/ 149225 h 51"/>
              <a:gd name="T48" fmla="*/ 89771 w 51"/>
              <a:gd name="T49" fmla="*/ 146050 h 51"/>
              <a:gd name="T50" fmla="*/ 80153 w 51"/>
              <a:gd name="T51" fmla="*/ 104775 h 51"/>
              <a:gd name="T52" fmla="*/ 102596 w 51"/>
              <a:gd name="T53" fmla="*/ 82550 h 51"/>
              <a:gd name="T54" fmla="*/ 118626 w 51"/>
              <a:gd name="T55" fmla="*/ 92075 h 51"/>
              <a:gd name="T56" fmla="*/ 99390 w 51"/>
              <a:gd name="T57" fmla="*/ 98425 h 51"/>
              <a:gd name="T58" fmla="*/ 92977 w 51"/>
              <a:gd name="T59" fmla="*/ 130175 h 51"/>
              <a:gd name="T60" fmla="*/ 105802 w 51"/>
              <a:gd name="T61" fmla="*/ 142875 h 51"/>
              <a:gd name="T62" fmla="*/ 137863 w 51"/>
              <a:gd name="T63" fmla="*/ 136525 h 51"/>
              <a:gd name="T64" fmla="*/ 144275 w 51"/>
              <a:gd name="T65" fmla="*/ 107950 h 51"/>
              <a:gd name="T66" fmla="*/ 70535 w 51"/>
              <a:gd name="T67" fmla="*/ 12700 h 51"/>
              <a:gd name="T68" fmla="*/ 70535 w 51"/>
              <a:gd name="T69" fmla="*/ 25400 h 51"/>
              <a:gd name="T70" fmla="*/ 86565 w 51"/>
              <a:gd name="T71" fmla="*/ 25400 h 51"/>
              <a:gd name="T72" fmla="*/ 70535 w 51"/>
              <a:gd name="T73" fmla="*/ 12700 h 51"/>
              <a:gd name="T74" fmla="*/ 92977 w 51"/>
              <a:gd name="T75" fmla="*/ 38100 h 51"/>
              <a:gd name="T76" fmla="*/ 76947 w 51"/>
              <a:gd name="T77" fmla="*/ 38100 h 51"/>
              <a:gd name="T78" fmla="*/ 64122 w 51"/>
              <a:gd name="T79" fmla="*/ 38100 h 51"/>
              <a:gd name="T80" fmla="*/ 12824 w 51"/>
              <a:gd name="T81" fmla="*/ 79375 h 51"/>
              <a:gd name="T82" fmla="*/ 80153 w 51"/>
              <a:gd name="T83" fmla="*/ 161925 h 51"/>
              <a:gd name="T84" fmla="*/ 0 w 51"/>
              <a:gd name="T85" fmla="*/ 79375 h 51"/>
              <a:gd name="T86" fmla="*/ 80153 w 51"/>
              <a:gd name="T87" fmla="*/ 0 h 51"/>
              <a:gd name="T88" fmla="*/ 160306 w 51"/>
              <a:gd name="T89" fmla="*/ 79375 h 51"/>
              <a:gd name="T90" fmla="*/ 99390 w 51"/>
              <a:gd name="T91" fmla="*/ 12700 h 51"/>
              <a:gd name="T92" fmla="*/ 32061 w 51"/>
              <a:gd name="T93" fmla="*/ 98425 h 51"/>
              <a:gd name="T94" fmla="*/ 51298 w 51"/>
              <a:gd name="T95" fmla="*/ 98425 h 5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1" h="51">
                <a:moveTo>
                  <a:pt x="7" y="44"/>
                </a:moveTo>
                <a:cubicBezTo>
                  <a:pt x="6" y="44"/>
                  <a:pt x="6" y="44"/>
                  <a:pt x="6" y="43"/>
                </a:cubicBezTo>
                <a:cubicBezTo>
                  <a:pt x="6" y="42"/>
                  <a:pt x="6" y="42"/>
                  <a:pt x="7" y="42"/>
                </a:cubicBezTo>
                <a:cubicBezTo>
                  <a:pt x="8" y="42"/>
                  <a:pt x="8" y="42"/>
                  <a:pt x="8" y="42"/>
                </a:cubicBezTo>
                <a:cubicBezTo>
                  <a:pt x="8" y="42"/>
                  <a:pt x="8" y="42"/>
                  <a:pt x="8" y="42"/>
                </a:cubicBezTo>
                <a:cubicBezTo>
                  <a:pt x="8" y="35"/>
                  <a:pt x="8" y="35"/>
                  <a:pt x="8" y="35"/>
                </a:cubicBezTo>
                <a:cubicBezTo>
                  <a:pt x="7" y="35"/>
                  <a:pt x="7" y="35"/>
                  <a:pt x="6" y="35"/>
                </a:cubicBezTo>
                <a:cubicBezTo>
                  <a:pt x="6" y="34"/>
                  <a:pt x="6" y="34"/>
                  <a:pt x="6" y="33"/>
                </a:cubicBezTo>
                <a:cubicBezTo>
                  <a:pt x="8" y="30"/>
                  <a:pt x="8" y="30"/>
                  <a:pt x="8" y="30"/>
                </a:cubicBezTo>
                <a:cubicBezTo>
                  <a:pt x="8" y="30"/>
                  <a:pt x="9" y="30"/>
                  <a:pt x="9" y="30"/>
                </a:cubicBezTo>
                <a:cubicBezTo>
                  <a:pt x="9" y="30"/>
                  <a:pt x="10" y="30"/>
                  <a:pt x="10" y="31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4"/>
                  <a:pt x="12" y="34"/>
                  <a:pt x="11" y="35"/>
                </a:cubicBezTo>
                <a:cubicBezTo>
                  <a:pt x="11" y="35"/>
                  <a:pt x="11" y="35"/>
                  <a:pt x="10" y="35"/>
                </a:cubicBezTo>
                <a:cubicBezTo>
                  <a:pt x="10" y="42"/>
                  <a:pt x="10" y="42"/>
                  <a:pt x="10" y="42"/>
                </a:cubicBezTo>
                <a:cubicBezTo>
                  <a:pt x="10" y="42"/>
                  <a:pt x="10" y="42"/>
                  <a:pt x="10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3" y="35"/>
                  <a:pt x="13" y="35"/>
                </a:cubicBezTo>
                <a:cubicBezTo>
                  <a:pt x="12" y="34"/>
                  <a:pt x="12" y="34"/>
                  <a:pt x="13" y="33"/>
                </a:cubicBezTo>
                <a:cubicBezTo>
                  <a:pt x="14" y="30"/>
                  <a:pt x="14" y="30"/>
                  <a:pt x="14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6" y="30"/>
                  <a:pt x="16" y="30"/>
                  <a:pt x="16" y="31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4"/>
                  <a:pt x="18" y="34"/>
                  <a:pt x="18" y="35"/>
                </a:cubicBezTo>
                <a:cubicBezTo>
                  <a:pt x="17" y="35"/>
                  <a:pt x="17" y="35"/>
                  <a:pt x="16" y="35"/>
                </a:cubicBezTo>
                <a:cubicBezTo>
                  <a:pt x="16" y="42"/>
                  <a:pt x="16" y="42"/>
                  <a:pt x="16" y="42"/>
                </a:cubicBezTo>
                <a:cubicBezTo>
                  <a:pt x="16" y="42"/>
                  <a:pt x="16" y="42"/>
                  <a:pt x="16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18" y="42"/>
                  <a:pt x="18" y="42"/>
                  <a:pt x="18" y="43"/>
                </a:cubicBezTo>
                <a:cubicBezTo>
                  <a:pt x="18" y="44"/>
                  <a:pt x="18" y="44"/>
                  <a:pt x="17" y="44"/>
                </a:cubicBezTo>
                <a:cubicBezTo>
                  <a:pt x="7" y="44"/>
                  <a:pt x="7" y="44"/>
                  <a:pt x="7" y="44"/>
                </a:cubicBezTo>
                <a:close/>
                <a:moveTo>
                  <a:pt x="42" y="37"/>
                </a:moveTo>
                <a:cubicBezTo>
                  <a:pt x="42" y="37"/>
                  <a:pt x="42" y="37"/>
                  <a:pt x="42" y="37"/>
                </a:cubicBezTo>
                <a:cubicBezTo>
                  <a:pt x="42" y="37"/>
                  <a:pt x="42" y="36"/>
                  <a:pt x="43" y="36"/>
                </a:cubicBezTo>
                <a:cubicBezTo>
                  <a:pt x="44" y="36"/>
                  <a:pt x="44" y="37"/>
                  <a:pt x="44" y="37"/>
                </a:cubicBezTo>
                <a:cubicBezTo>
                  <a:pt x="44" y="38"/>
                  <a:pt x="44" y="38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39"/>
                  <a:pt x="44" y="40"/>
                  <a:pt x="44" y="40"/>
                </a:cubicBezTo>
                <a:cubicBezTo>
                  <a:pt x="43" y="41"/>
                  <a:pt x="43" y="41"/>
                  <a:pt x="43" y="42"/>
                </a:cubicBezTo>
                <a:cubicBezTo>
                  <a:pt x="43" y="42"/>
                  <a:pt x="42" y="42"/>
                  <a:pt x="42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3"/>
                  <a:pt x="41" y="43"/>
                  <a:pt x="41" y="44"/>
                </a:cubicBezTo>
                <a:cubicBezTo>
                  <a:pt x="41" y="44"/>
                  <a:pt x="41" y="44"/>
                  <a:pt x="41" y="44"/>
                </a:cubicBezTo>
                <a:cubicBezTo>
                  <a:pt x="41" y="44"/>
                  <a:pt x="40" y="44"/>
                  <a:pt x="40" y="44"/>
                </a:cubicBezTo>
                <a:cubicBezTo>
                  <a:pt x="39" y="44"/>
                  <a:pt x="39" y="45"/>
                  <a:pt x="38" y="45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5"/>
                  <a:pt x="37" y="45"/>
                  <a:pt x="37" y="45"/>
                </a:cubicBezTo>
                <a:cubicBezTo>
                  <a:pt x="36" y="45"/>
                  <a:pt x="36" y="44"/>
                  <a:pt x="36" y="44"/>
                </a:cubicBezTo>
                <a:cubicBezTo>
                  <a:pt x="36" y="43"/>
                  <a:pt x="36" y="43"/>
                  <a:pt x="37" y="43"/>
                </a:cubicBezTo>
                <a:cubicBezTo>
                  <a:pt x="37" y="43"/>
                  <a:pt x="37" y="42"/>
                  <a:pt x="38" y="42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2"/>
                  <a:pt x="38" y="42"/>
                  <a:pt x="39" y="42"/>
                </a:cubicBezTo>
                <a:cubicBezTo>
                  <a:pt x="39" y="42"/>
                  <a:pt x="39" y="42"/>
                  <a:pt x="39" y="42"/>
                </a:cubicBezTo>
                <a:cubicBezTo>
                  <a:pt x="39" y="42"/>
                  <a:pt x="39" y="42"/>
                  <a:pt x="40" y="42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1"/>
                  <a:pt x="40" y="41"/>
                  <a:pt x="40" y="41"/>
                </a:cubicBezTo>
                <a:cubicBezTo>
                  <a:pt x="40" y="41"/>
                  <a:pt x="40" y="41"/>
                  <a:pt x="40" y="41"/>
                </a:cubicBezTo>
                <a:cubicBezTo>
                  <a:pt x="41" y="41"/>
                  <a:pt x="41" y="40"/>
                  <a:pt x="41" y="40"/>
                </a:cubicBezTo>
                <a:cubicBezTo>
                  <a:pt x="41" y="40"/>
                  <a:pt x="41" y="40"/>
                  <a:pt x="42" y="39"/>
                </a:cubicBezTo>
                <a:cubicBezTo>
                  <a:pt x="42" y="39"/>
                  <a:pt x="42" y="39"/>
                  <a:pt x="42" y="38"/>
                </a:cubicBezTo>
                <a:cubicBezTo>
                  <a:pt x="42" y="38"/>
                  <a:pt x="42" y="38"/>
                  <a:pt x="42" y="37"/>
                </a:cubicBezTo>
                <a:close/>
                <a:moveTo>
                  <a:pt x="32" y="35"/>
                </a:moveTo>
                <a:cubicBezTo>
                  <a:pt x="32" y="35"/>
                  <a:pt x="32" y="35"/>
                  <a:pt x="32" y="35"/>
                </a:cubicBezTo>
                <a:cubicBezTo>
                  <a:pt x="32" y="36"/>
                  <a:pt x="31" y="36"/>
                  <a:pt x="31" y="36"/>
                </a:cubicBezTo>
                <a:cubicBezTo>
                  <a:pt x="30" y="36"/>
                  <a:pt x="30" y="35"/>
                  <a:pt x="30" y="34"/>
                </a:cubicBezTo>
                <a:cubicBezTo>
                  <a:pt x="30" y="34"/>
                  <a:pt x="30" y="34"/>
                  <a:pt x="31" y="33"/>
                </a:cubicBezTo>
                <a:cubicBezTo>
                  <a:pt x="31" y="33"/>
                  <a:pt x="31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2" y="31"/>
                  <a:pt x="33" y="31"/>
                </a:cubicBezTo>
                <a:cubicBezTo>
                  <a:pt x="33" y="31"/>
                  <a:pt x="33" y="31"/>
                  <a:pt x="34" y="30"/>
                </a:cubicBezTo>
                <a:cubicBezTo>
                  <a:pt x="34" y="30"/>
                  <a:pt x="35" y="31"/>
                  <a:pt x="35" y="31"/>
                </a:cubicBezTo>
                <a:cubicBezTo>
                  <a:pt x="36" y="32"/>
                  <a:pt x="35" y="32"/>
                  <a:pt x="35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3" y="33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2" y="35"/>
                  <a:pt x="32" y="35"/>
                  <a:pt x="32" y="35"/>
                </a:cubicBezTo>
                <a:close/>
                <a:moveTo>
                  <a:pt x="37" y="25"/>
                </a:moveTo>
                <a:cubicBezTo>
                  <a:pt x="37" y="25"/>
                  <a:pt x="37" y="25"/>
                  <a:pt x="37" y="25"/>
                </a:cubicBezTo>
                <a:cubicBezTo>
                  <a:pt x="38" y="25"/>
                  <a:pt x="40" y="25"/>
                  <a:pt x="42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3" y="26"/>
                  <a:pt x="45" y="27"/>
                  <a:pt x="46" y="28"/>
                </a:cubicBezTo>
                <a:cubicBezTo>
                  <a:pt x="47" y="30"/>
                  <a:pt x="48" y="31"/>
                  <a:pt x="48" y="33"/>
                </a:cubicBezTo>
                <a:cubicBezTo>
                  <a:pt x="49" y="34"/>
                  <a:pt x="49" y="36"/>
                  <a:pt x="49" y="37"/>
                </a:cubicBezTo>
                <a:cubicBezTo>
                  <a:pt x="49" y="39"/>
                  <a:pt x="49" y="41"/>
                  <a:pt x="48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43"/>
                  <a:pt x="47" y="44"/>
                  <a:pt x="47" y="45"/>
                </a:cubicBezTo>
                <a:cubicBezTo>
                  <a:pt x="50" y="48"/>
                  <a:pt x="50" y="48"/>
                  <a:pt x="50" y="48"/>
                </a:cubicBezTo>
                <a:cubicBezTo>
                  <a:pt x="51" y="49"/>
                  <a:pt x="51" y="50"/>
                  <a:pt x="50" y="51"/>
                </a:cubicBezTo>
                <a:cubicBezTo>
                  <a:pt x="49" y="51"/>
                  <a:pt x="48" y="51"/>
                  <a:pt x="47" y="51"/>
                </a:cubicBezTo>
                <a:cubicBezTo>
                  <a:pt x="44" y="47"/>
                  <a:pt x="44" y="47"/>
                  <a:pt x="44" y="47"/>
                </a:cubicBezTo>
                <a:cubicBezTo>
                  <a:pt x="42" y="49"/>
                  <a:pt x="40" y="50"/>
                  <a:pt x="37" y="50"/>
                </a:cubicBezTo>
                <a:cubicBezTo>
                  <a:pt x="35" y="50"/>
                  <a:pt x="33" y="50"/>
                  <a:pt x="32" y="49"/>
                </a:cubicBezTo>
                <a:cubicBezTo>
                  <a:pt x="32" y="49"/>
                  <a:pt x="32" y="49"/>
                  <a:pt x="32" y="49"/>
                </a:cubicBezTo>
                <a:cubicBezTo>
                  <a:pt x="30" y="48"/>
                  <a:pt x="29" y="47"/>
                  <a:pt x="28" y="46"/>
                </a:cubicBezTo>
                <a:cubicBezTo>
                  <a:pt x="27" y="45"/>
                  <a:pt x="26" y="44"/>
                  <a:pt x="25" y="42"/>
                </a:cubicBezTo>
                <a:cubicBezTo>
                  <a:pt x="25" y="42"/>
                  <a:pt x="25" y="42"/>
                  <a:pt x="25" y="42"/>
                </a:cubicBezTo>
                <a:cubicBezTo>
                  <a:pt x="25" y="41"/>
                  <a:pt x="24" y="39"/>
                  <a:pt x="24" y="37"/>
                </a:cubicBezTo>
                <a:cubicBezTo>
                  <a:pt x="24" y="36"/>
                  <a:pt x="25" y="34"/>
                  <a:pt x="25" y="33"/>
                </a:cubicBezTo>
                <a:cubicBezTo>
                  <a:pt x="25" y="32"/>
                  <a:pt x="25" y="32"/>
                  <a:pt x="25" y="32"/>
                </a:cubicBezTo>
                <a:cubicBezTo>
                  <a:pt x="26" y="31"/>
                  <a:pt x="27" y="30"/>
                  <a:pt x="28" y="28"/>
                </a:cubicBezTo>
                <a:cubicBezTo>
                  <a:pt x="29" y="27"/>
                  <a:pt x="30" y="26"/>
                  <a:pt x="32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3" y="25"/>
                  <a:pt x="35" y="25"/>
                  <a:pt x="37" y="25"/>
                </a:cubicBezTo>
                <a:close/>
                <a:moveTo>
                  <a:pt x="40" y="29"/>
                </a:moveTo>
                <a:cubicBezTo>
                  <a:pt x="40" y="29"/>
                  <a:pt x="40" y="29"/>
                  <a:pt x="40" y="29"/>
                </a:cubicBezTo>
                <a:cubicBezTo>
                  <a:pt x="39" y="29"/>
                  <a:pt x="38" y="29"/>
                  <a:pt x="37" y="29"/>
                </a:cubicBezTo>
                <a:cubicBezTo>
                  <a:pt x="36" y="29"/>
                  <a:pt x="34" y="29"/>
                  <a:pt x="33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32" y="30"/>
                  <a:pt x="31" y="30"/>
                  <a:pt x="31" y="31"/>
                </a:cubicBezTo>
                <a:cubicBezTo>
                  <a:pt x="30" y="32"/>
                  <a:pt x="29" y="33"/>
                  <a:pt x="2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8" y="35"/>
                  <a:pt x="28" y="36"/>
                  <a:pt x="28" y="37"/>
                </a:cubicBezTo>
                <a:cubicBezTo>
                  <a:pt x="28" y="38"/>
                  <a:pt x="28" y="40"/>
                  <a:pt x="29" y="41"/>
                </a:cubicBezTo>
                <a:cubicBezTo>
                  <a:pt x="29" y="41"/>
                  <a:pt x="29" y="41"/>
                  <a:pt x="29" y="41"/>
                </a:cubicBezTo>
                <a:cubicBezTo>
                  <a:pt x="29" y="42"/>
                  <a:pt x="30" y="43"/>
                  <a:pt x="31" y="44"/>
                </a:cubicBezTo>
                <a:cubicBezTo>
                  <a:pt x="31" y="44"/>
                  <a:pt x="32" y="45"/>
                  <a:pt x="33" y="45"/>
                </a:cubicBezTo>
                <a:cubicBezTo>
                  <a:pt x="33" y="45"/>
                  <a:pt x="33" y="45"/>
                  <a:pt x="33" y="45"/>
                </a:cubicBezTo>
                <a:cubicBezTo>
                  <a:pt x="34" y="46"/>
                  <a:pt x="36" y="46"/>
                  <a:pt x="37" y="46"/>
                </a:cubicBezTo>
                <a:cubicBezTo>
                  <a:pt x="39" y="46"/>
                  <a:pt x="41" y="45"/>
                  <a:pt x="43" y="44"/>
                </a:cubicBezTo>
                <a:cubicBezTo>
                  <a:pt x="43" y="43"/>
                  <a:pt x="43" y="43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4" y="43"/>
                  <a:pt x="44" y="42"/>
                  <a:pt x="45" y="41"/>
                </a:cubicBezTo>
                <a:cubicBezTo>
                  <a:pt x="45" y="40"/>
                  <a:pt x="45" y="39"/>
                  <a:pt x="45" y="37"/>
                </a:cubicBezTo>
                <a:cubicBezTo>
                  <a:pt x="45" y="36"/>
                  <a:pt x="45" y="35"/>
                  <a:pt x="45" y="34"/>
                </a:cubicBezTo>
                <a:cubicBezTo>
                  <a:pt x="45" y="34"/>
                  <a:pt x="45" y="34"/>
                  <a:pt x="45" y="34"/>
                </a:cubicBezTo>
                <a:cubicBezTo>
                  <a:pt x="44" y="33"/>
                  <a:pt x="44" y="32"/>
                  <a:pt x="43" y="31"/>
                </a:cubicBezTo>
                <a:cubicBezTo>
                  <a:pt x="42" y="30"/>
                  <a:pt x="41" y="30"/>
                  <a:pt x="40" y="29"/>
                </a:cubicBezTo>
                <a:cubicBezTo>
                  <a:pt x="40" y="29"/>
                  <a:pt x="40" y="29"/>
                  <a:pt x="40" y="29"/>
                </a:cubicBezTo>
                <a:close/>
                <a:moveTo>
                  <a:pt x="22" y="4"/>
                </a:moveTo>
                <a:cubicBezTo>
                  <a:pt x="22" y="4"/>
                  <a:pt x="22" y="4"/>
                  <a:pt x="22" y="4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3" y="7"/>
                  <a:pt x="23" y="7"/>
                  <a:pt x="24" y="8"/>
                </a:cubicBezTo>
                <a:cubicBezTo>
                  <a:pt x="25" y="9"/>
                  <a:pt x="25" y="9"/>
                  <a:pt x="25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8"/>
                  <a:pt x="27" y="8"/>
                  <a:pt x="27" y="8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4"/>
                  <a:pt x="28" y="4"/>
                  <a:pt x="28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2" y="4"/>
                  <a:pt x="22" y="4"/>
                  <a:pt x="22" y="4"/>
                </a:cubicBezTo>
                <a:close/>
                <a:moveTo>
                  <a:pt x="31" y="4"/>
                </a:moveTo>
                <a:cubicBezTo>
                  <a:pt x="31" y="4"/>
                  <a:pt x="31" y="4"/>
                  <a:pt x="31" y="4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2"/>
                  <a:pt x="30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7" y="11"/>
                  <a:pt x="27" y="11"/>
                  <a:pt x="27" y="11"/>
                </a:cubicBezTo>
                <a:cubicBezTo>
                  <a:pt x="26" y="12"/>
                  <a:pt x="26" y="12"/>
                  <a:pt x="26" y="12"/>
                </a:cubicBezTo>
                <a:cubicBezTo>
                  <a:pt x="26" y="12"/>
                  <a:pt x="25" y="12"/>
                  <a:pt x="24" y="12"/>
                </a:cubicBezTo>
                <a:cubicBezTo>
                  <a:pt x="24" y="12"/>
                  <a:pt x="24" y="12"/>
                  <a:pt x="24" y="12"/>
                </a:cubicBezTo>
                <a:cubicBezTo>
                  <a:pt x="23" y="10"/>
                  <a:pt x="23" y="10"/>
                  <a:pt x="23" y="10"/>
                </a:cubicBezTo>
                <a:cubicBezTo>
                  <a:pt x="21" y="12"/>
                  <a:pt x="21" y="12"/>
                  <a:pt x="21" y="12"/>
                </a:cubicBezTo>
                <a:cubicBezTo>
                  <a:pt x="21" y="12"/>
                  <a:pt x="20" y="12"/>
                  <a:pt x="20" y="12"/>
                </a:cubicBezTo>
                <a:cubicBezTo>
                  <a:pt x="19" y="12"/>
                  <a:pt x="19" y="11"/>
                  <a:pt x="19" y="11"/>
                </a:cubicBezTo>
                <a:cubicBezTo>
                  <a:pt x="19" y="4"/>
                  <a:pt x="19" y="4"/>
                  <a:pt x="19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47"/>
                  <a:pt x="4" y="47"/>
                  <a:pt x="4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6" y="47"/>
                  <a:pt x="27" y="48"/>
                  <a:pt x="27" y="49"/>
                </a:cubicBezTo>
                <a:cubicBezTo>
                  <a:pt x="27" y="50"/>
                  <a:pt x="26" y="51"/>
                  <a:pt x="25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1" y="51"/>
                  <a:pt x="0" y="50"/>
                  <a:pt x="0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25"/>
                  <a:pt x="50" y="25"/>
                  <a:pt x="50" y="25"/>
                </a:cubicBezTo>
                <a:cubicBezTo>
                  <a:pt x="50" y="27"/>
                  <a:pt x="49" y="27"/>
                  <a:pt x="48" y="27"/>
                </a:cubicBezTo>
                <a:cubicBezTo>
                  <a:pt x="47" y="27"/>
                  <a:pt x="46" y="27"/>
                  <a:pt x="46" y="25"/>
                </a:cubicBezTo>
                <a:cubicBezTo>
                  <a:pt x="46" y="4"/>
                  <a:pt x="46" y="4"/>
                  <a:pt x="46" y="4"/>
                </a:cubicBezTo>
                <a:cubicBezTo>
                  <a:pt x="31" y="4"/>
                  <a:pt x="31" y="4"/>
                  <a:pt x="31" y="4"/>
                </a:cubicBezTo>
                <a:close/>
                <a:moveTo>
                  <a:pt x="10" y="31"/>
                </a:moveTo>
                <a:cubicBezTo>
                  <a:pt x="10" y="31"/>
                  <a:pt x="10" y="31"/>
                  <a:pt x="10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31"/>
                  <a:pt x="10" y="31"/>
                  <a:pt x="10" y="31"/>
                </a:cubicBezTo>
                <a:close/>
                <a:moveTo>
                  <a:pt x="16" y="31"/>
                </a:move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09" name="Freeform 243">
            <a:extLst>
              <a:ext uri="{FF2B5EF4-FFF2-40B4-BE49-F238E27FC236}">
                <a16:creationId xmlns:a16="http://schemas.microsoft.com/office/drawing/2014/main" id="{10041F10-7FD1-D3D9-C335-8223C8839C4E}"/>
              </a:ext>
            </a:extLst>
          </p:cNvPr>
          <p:cNvSpPr>
            <a:spLocks noEditPoints="1"/>
          </p:cNvSpPr>
          <p:nvPr/>
        </p:nvSpPr>
        <p:spPr bwMode="auto">
          <a:xfrm>
            <a:off x="6961119" y="4333265"/>
            <a:ext cx="182033" cy="211667"/>
          </a:xfrm>
          <a:custGeom>
            <a:avLst/>
            <a:gdLst>
              <a:gd name="T0" fmla="*/ 0 w 43"/>
              <a:gd name="T1" fmla="*/ 19050 h 50"/>
              <a:gd name="T2" fmla="*/ 38100 w 43"/>
              <a:gd name="T3" fmla="*/ 15875 h 50"/>
              <a:gd name="T4" fmla="*/ 44450 w 43"/>
              <a:gd name="T5" fmla="*/ 3175 h 50"/>
              <a:gd name="T6" fmla="*/ 66675 w 43"/>
              <a:gd name="T7" fmla="*/ 25400 h 50"/>
              <a:gd name="T8" fmla="*/ 44450 w 43"/>
              <a:gd name="T9" fmla="*/ 50800 h 50"/>
              <a:gd name="T10" fmla="*/ 38100 w 43"/>
              <a:gd name="T11" fmla="*/ 38100 h 50"/>
              <a:gd name="T12" fmla="*/ 0 w 43"/>
              <a:gd name="T13" fmla="*/ 34925 h 50"/>
              <a:gd name="T14" fmla="*/ 41275 w 43"/>
              <a:gd name="T15" fmla="*/ 31750 h 50"/>
              <a:gd name="T16" fmla="*/ 44450 w 43"/>
              <a:gd name="T17" fmla="*/ 34925 h 50"/>
              <a:gd name="T18" fmla="*/ 57150 w 43"/>
              <a:gd name="T19" fmla="*/ 28575 h 50"/>
              <a:gd name="T20" fmla="*/ 44450 w 43"/>
              <a:gd name="T21" fmla="*/ 19050 h 50"/>
              <a:gd name="T22" fmla="*/ 41275 w 43"/>
              <a:gd name="T23" fmla="*/ 22225 h 50"/>
              <a:gd name="T24" fmla="*/ 22225 w 43"/>
              <a:gd name="T25" fmla="*/ 69850 h 50"/>
              <a:gd name="T26" fmla="*/ 15875 w 43"/>
              <a:gd name="T27" fmla="*/ 63500 h 50"/>
              <a:gd name="T28" fmla="*/ 85725 w 43"/>
              <a:gd name="T29" fmla="*/ 60325 h 50"/>
              <a:gd name="T30" fmla="*/ 92075 w 43"/>
              <a:gd name="T31" fmla="*/ 34925 h 50"/>
              <a:gd name="T32" fmla="*/ 133350 w 43"/>
              <a:gd name="T33" fmla="*/ 73025 h 50"/>
              <a:gd name="T34" fmla="*/ 133350 w 43"/>
              <a:gd name="T35" fmla="*/ 82550 h 50"/>
              <a:gd name="T36" fmla="*/ 88900 w 43"/>
              <a:gd name="T37" fmla="*/ 120650 h 50"/>
              <a:gd name="T38" fmla="*/ 85725 w 43"/>
              <a:gd name="T39" fmla="*/ 114300 h 50"/>
              <a:gd name="T40" fmla="*/ 22225 w 43"/>
              <a:gd name="T41" fmla="*/ 98425 h 50"/>
              <a:gd name="T42" fmla="*/ 22225 w 43"/>
              <a:gd name="T43" fmla="*/ 85725 h 50"/>
              <a:gd name="T44" fmla="*/ 92075 w 43"/>
              <a:gd name="T45" fmla="*/ 85725 h 50"/>
              <a:gd name="T46" fmla="*/ 98425 w 43"/>
              <a:gd name="T47" fmla="*/ 101600 h 50"/>
              <a:gd name="T48" fmla="*/ 98425 w 43"/>
              <a:gd name="T49" fmla="*/ 57150 h 50"/>
              <a:gd name="T50" fmla="*/ 98425 w 43"/>
              <a:gd name="T51" fmla="*/ 63500 h 50"/>
              <a:gd name="T52" fmla="*/ 22225 w 43"/>
              <a:gd name="T53" fmla="*/ 69850 h 50"/>
              <a:gd name="T54" fmla="*/ 3175 w 43"/>
              <a:gd name="T55" fmla="*/ 127000 h 50"/>
              <a:gd name="T56" fmla="*/ 3175 w 43"/>
              <a:gd name="T57" fmla="*/ 117475 h 50"/>
              <a:gd name="T58" fmla="*/ 38100 w 43"/>
              <a:gd name="T59" fmla="*/ 107950 h 50"/>
              <a:gd name="T60" fmla="*/ 44450 w 43"/>
              <a:gd name="T61" fmla="*/ 104775 h 50"/>
              <a:gd name="T62" fmla="*/ 66675 w 43"/>
              <a:gd name="T63" fmla="*/ 133350 h 50"/>
              <a:gd name="T64" fmla="*/ 44450 w 43"/>
              <a:gd name="T65" fmla="*/ 155575 h 50"/>
              <a:gd name="T66" fmla="*/ 38100 w 43"/>
              <a:gd name="T67" fmla="*/ 152400 h 50"/>
              <a:gd name="T68" fmla="*/ 3175 w 43"/>
              <a:gd name="T69" fmla="*/ 142875 h 50"/>
              <a:gd name="T70" fmla="*/ 3175 w 43"/>
              <a:gd name="T71" fmla="*/ 133350 h 50"/>
              <a:gd name="T72" fmla="*/ 41275 w 43"/>
              <a:gd name="T73" fmla="*/ 133350 h 50"/>
              <a:gd name="T74" fmla="*/ 44450 w 43"/>
              <a:gd name="T75" fmla="*/ 142875 h 50"/>
              <a:gd name="T76" fmla="*/ 44450 w 43"/>
              <a:gd name="T77" fmla="*/ 117475 h 50"/>
              <a:gd name="T78" fmla="*/ 44450 w 43"/>
              <a:gd name="T79" fmla="*/ 120650 h 50"/>
              <a:gd name="T80" fmla="*/ 3175 w 43"/>
              <a:gd name="T81" fmla="*/ 127000 h 5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3" h="50">
                <a:moveTo>
                  <a:pt x="1" y="7"/>
                </a:moveTo>
                <a:cubicBezTo>
                  <a:pt x="1" y="7"/>
                  <a:pt x="0" y="7"/>
                  <a:pt x="0" y="6"/>
                </a:cubicBezTo>
                <a:cubicBezTo>
                  <a:pt x="0" y="5"/>
                  <a:pt x="1" y="5"/>
                  <a:pt x="1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1"/>
                  <a:pt x="13" y="0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8"/>
                  <a:pt x="21" y="9"/>
                  <a:pt x="21" y="9"/>
                </a:cubicBezTo>
                <a:cubicBezTo>
                  <a:pt x="14" y="16"/>
                  <a:pt x="14" y="16"/>
                  <a:pt x="14" y="16"/>
                </a:cubicBezTo>
                <a:cubicBezTo>
                  <a:pt x="13" y="17"/>
                  <a:pt x="12" y="17"/>
                  <a:pt x="12" y="16"/>
                </a:cubicBezTo>
                <a:cubicBezTo>
                  <a:pt x="12" y="12"/>
                  <a:pt x="12" y="12"/>
                  <a:pt x="12" y="12"/>
                </a:cubicBezTo>
                <a:cubicBezTo>
                  <a:pt x="1" y="12"/>
                  <a:pt x="1" y="12"/>
                  <a:pt x="1" y="12"/>
                </a:cubicBezTo>
                <a:cubicBezTo>
                  <a:pt x="1" y="12"/>
                  <a:pt x="0" y="12"/>
                  <a:pt x="0" y="11"/>
                </a:cubicBezTo>
                <a:cubicBezTo>
                  <a:pt x="0" y="11"/>
                  <a:pt x="1" y="10"/>
                  <a:pt x="1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4" y="10"/>
                  <a:pt x="14" y="11"/>
                  <a:pt x="14" y="11"/>
                </a:cubicBezTo>
                <a:cubicBezTo>
                  <a:pt x="14" y="13"/>
                  <a:pt x="14" y="13"/>
                  <a:pt x="14" y="13"/>
                </a:cubicBezTo>
                <a:cubicBezTo>
                  <a:pt x="18" y="9"/>
                  <a:pt x="18" y="9"/>
                  <a:pt x="18" y="9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7"/>
                  <a:pt x="14" y="7"/>
                  <a:pt x="13" y="7"/>
                </a:cubicBezTo>
                <a:cubicBezTo>
                  <a:pt x="1" y="7"/>
                  <a:pt x="1" y="7"/>
                  <a:pt x="1" y="7"/>
                </a:cubicBezTo>
                <a:close/>
                <a:moveTo>
                  <a:pt x="7" y="22"/>
                </a:moveTo>
                <a:cubicBezTo>
                  <a:pt x="7" y="22"/>
                  <a:pt x="7" y="22"/>
                  <a:pt x="7" y="22"/>
                </a:cubicBezTo>
                <a:cubicBezTo>
                  <a:pt x="6" y="22"/>
                  <a:pt x="5" y="22"/>
                  <a:pt x="5" y="20"/>
                </a:cubicBezTo>
                <a:cubicBezTo>
                  <a:pt x="5" y="19"/>
                  <a:pt x="6" y="19"/>
                  <a:pt x="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3"/>
                  <a:pt x="27" y="13"/>
                  <a:pt x="27" y="13"/>
                </a:cubicBezTo>
                <a:cubicBezTo>
                  <a:pt x="27" y="12"/>
                  <a:pt x="28" y="11"/>
                  <a:pt x="29" y="11"/>
                </a:cubicBezTo>
                <a:cubicBezTo>
                  <a:pt x="30" y="11"/>
                  <a:pt x="30" y="11"/>
                  <a:pt x="31" y="12"/>
                </a:cubicBezTo>
                <a:cubicBezTo>
                  <a:pt x="42" y="23"/>
                  <a:pt x="42" y="23"/>
                  <a:pt x="42" y="23"/>
                </a:cubicBezTo>
                <a:cubicBezTo>
                  <a:pt x="43" y="24"/>
                  <a:pt x="43" y="25"/>
                  <a:pt x="42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31" y="38"/>
                  <a:pt x="31" y="38"/>
                  <a:pt x="31" y="38"/>
                </a:cubicBezTo>
                <a:cubicBezTo>
                  <a:pt x="30" y="39"/>
                  <a:pt x="29" y="39"/>
                  <a:pt x="28" y="38"/>
                </a:cubicBezTo>
                <a:cubicBezTo>
                  <a:pt x="28" y="37"/>
                  <a:pt x="27" y="37"/>
                  <a:pt x="27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1"/>
                  <a:pt x="27" y="31"/>
                  <a:pt x="27" y="31"/>
                </a:cubicBezTo>
                <a:cubicBezTo>
                  <a:pt x="7" y="31"/>
                  <a:pt x="7" y="31"/>
                  <a:pt x="7" y="31"/>
                </a:cubicBezTo>
                <a:cubicBezTo>
                  <a:pt x="6" y="31"/>
                  <a:pt x="5" y="30"/>
                  <a:pt x="5" y="29"/>
                </a:cubicBezTo>
                <a:cubicBezTo>
                  <a:pt x="5" y="28"/>
                  <a:pt x="6" y="27"/>
                  <a:pt x="7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30" y="27"/>
                  <a:pt x="31" y="28"/>
                  <a:pt x="31" y="29"/>
                </a:cubicBezTo>
                <a:cubicBezTo>
                  <a:pt x="31" y="32"/>
                  <a:pt x="31" y="32"/>
                  <a:pt x="31" y="32"/>
                </a:cubicBezTo>
                <a:cubicBezTo>
                  <a:pt x="38" y="25"/>
                  <a:pt x="38" y="25"/>
                  <a:pt x="38" y="25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2"/>
                  <a:pt x="30" y="22"/>
                  <a:pt x="29" y="22"/>
                </a:cubicBezTo>
                <a:cubicBezTo>
                  <a:pt x="7" y="22"/>
                  <a:pt x="7" y="22"/>
                  <a:pt x="7" y="22"/>
                </a:cubicBezTo>
                <a:close/>
                <a:moveTo>
                  <a:pt x="1" y="40"/>
                </a:moveTo>
                <a:cubicBezTo>
                  <a:pt x="1" y="40"/>
                  <a:pt x="1" y="40"/>
                  <a:pt x="1" y="40"/>
                </a:cubicBezTo>
                <a:cubicBezTo>
                  <a:pt x="1" y="40"/>
                  <a:pt x="0" y="39"/>
                  <a:pt x="0" y="38"/>
                </a:cubicBezTo>
                <a:cubicBezTo>
                  <a:pt x="0" y="38"/>
                  <a:pt x="1" y="37"/>
                  <a:pt x="1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4"/>
                  <a:pt x="12" y="34"/>
                  <a:pt x="12" y="34"/>
                </a:cubicBezTo>
                <a:cubicBezTo>
                  <a:pt x="12" y="33"/>
                  <a:pt x="13" y="32"/>
                  <a:pt x="14" y="33"/>
                </a:cubicBezTo>
                <a:cubicBezTo>
                  <a:pt x="14" y="33"/>
                  <a:pt x="14" y="33"/>
                  <a:pt x="14" y="33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1"/>
                  <a:pt x="21" y="41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14" y="49"/>
                  <a:pt x="14" y="49"/>
                  <a:pt x="14" y="49"/>
                </a:cubicBezTo>
                <a:cubicBezTo>
                  <a:pt x="13" y="50"/>
                  <a:pt x="12" y="49"/>
                  <a:pt x="12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45"/>
                  <a:pt x="12" y="45"/>
                  <a:pt x="12" y="45"/>
                </a:cubicBezTo>
                <a:cubicBezTo>
                  <a:pt x="1" y="45"/>
                  <a:pt x="1" y="45"/>
                  <a:pt x="1" y="45"/>
                </a:cubicBezTo>
                <a:cubicBezTo>
                  <a:pt x="1" y="45"/>
                  <a:pt x="0" y="44"/>
                  <a:pt x="0" y="44"/>
                </a:cubicBezTo>
                <a:cubicBezTo>
                  <a:pt x="0" y="43"/>
                  <a:pt x="1" y="42"/>
                  <a:pt x="1" y="42"/>
                </a:cubicBezTo>
                <a:cubicBezTo>
                  <a:pt x="13" y="42"/>
                  <a:pt x="13" y="42"/>
                  <a:pt x="13" y="42"/>
                </a:cubicBezTo>
                <a:cubicBezTo>
                  <a:pt x="13" y="42"/>
                  <a:pt x="13" y="42"/>
                  <a:pt x="13" y="42"/>
                </a:cubicBezTo>
                <a:cubicBezTo>
                  <a:pt x="14" y="42"/>
                  <a:pt x="14" y="43"/>
                  <a:pt x="14" y="44"/>
                </a:cubicBezTo>
                <a:cubicBezTo>
                  <a:pt x="14" y="45"/>
                  <a:pt x="14" y="45"/>
                  <a:pt x="14" y="45"/>
                </a:cubicBezTo>
                <a:cubicBezTo>
                  <a:pt x="19" y="41"/>
                  <a:pt x="19" y="41"/>
                  <a:pt x="19" y="41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39"/>
                  <a:pt x="14" y="40"/>
                  <a:pt x="13" y="40"/>
                </a:cubicBezTo>
                <a:cubicBezTo>
                  <a:pt x="1" y="40"/>
                  <a:pt x="1" y="40"/>
                  <a:pt x="1" y="4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10" name="Freeform 244">
            <a:extLst>
              <a:ext uri="{FF2B5EF4-FFF2-40B4-BE49-F238E27FC236}">
                <a16:creationId xmlns:a16="http://schemas.microsoft.com/office/drawing/2014/main" id="{4CE9F4CA-B044-EB72-15A2-E39826D87EB5}"/>
              </a:ext>
            </a:extLst>
          </p:cNvPr>
          <p:cNvSpPr>
            <a:spLocks noEditPoints="1"/>
          </p:cNvSpPr>
          <p:nvPr/>
        </p:nvSpPr>
        <p:spPr bwMode="auto">
          <a:xfrm>
            <a:off x="7708301" y="4329032"/>
            <a:ext cx="152400" cy="220133"/>
          </a:xfrm>
          <a:custGeom>
            <a:avLst/>
            <a:gdLst>
              <a:gd name="T0" fmla="*/ 57150 w 36"/>
              <a:gd name="T1" fmla="*/ 165100 h 52"/>
              <a:gd name="T2" fmla="*/ 0 w 36"/>
              <a:gd name="T3" fmla="*/ 76200 h 52"/>
              <a:gd name="T4" fmla="*/ 31750 w 36"/>
              <a:gd name="T5" fmla="*/ 3175 h 52"/>
              <a:gd name="T6" fmla="*/ 82550 w 36"/>
              <a:gd name="T7" fmla="*/ 3175 h 52"/>
              <a:gd name="T8" fmla="*/ 85725 w 36"/>
              <a:gd name="T9" fmla="*/ 28575 h 52"/>
              <a:gd name="T10" fmla="*/ 47625 w 36"/>
              <a:gd name="T11" fmla="*/ 85725 h 52"/>
              <a:gd name="T12" fmla="*/ 69850 w 36"/>
              <a:gd name="T13" fmla="*/ 60325 h 52"/>
              <a:gd name="T14" fmla="*/ 47625 w 36"/>
              <a:gd name="T15" fmla="*/ 85725 h 52"/>
              <a:gd name="T16" fmla="*/ 60325 w 36"/>
              <a:gd name="T17" fmla="*/ 79375 h 52"/>
              <a:gd name="T18" fmla="*/ 57150 w 36"/>
              <a:gd name="T19" fmla="*/ 73025 h 52"/>
              <a:gd name="T20" fmla="*/ 28575 w 36"/>
              <a:gd name="T21" fmla="*/ 50800 h 52"/>
              <a:gd name="T22" fmla="*/ 38100 w 36"/>
              <a:gd name="T23" fmla="*/ 57150 h 52"/>
              <a:gd name="T24" fmla="*/ 15875 w 36"/>
              <a:gd name="T25" fmla="*/ 76200 h 52"/>
              <a:gd name="T26" fmla="*/ 28575 w 36"/>
              <a:gd name="T27" fmla="*/ 76200 h 52"/>
              <a:gd name="T28" fmla="*/ 28575 w 36"/>
              <a:gd name="T29" fmla="*/ 104775 h 52"/>
              <a:gd name="T30" fmla="*/ 38100 w 36"/>
              <a:gd name="T31" fmla="*/ 98425 h 52"/>
              <a:gd name="T32" fmla="*/ 85725 w 36"/>
              <a:gd name="T33" fmla="*/ 104775 h 52"/>
              <a:gd name="T34" fmla="*/ 76200 w 36"/>
              <a:gd name="T35" fmla="*/ 98425 h 52"/>
              <a:gd name="T36" fmla="*/ 95250 w 36"/>
              <a:gd name="T37" fmla="*/ 76200 h 52"/>
              <a:gd name="T38" fmla="*/ 85725 w 36"/>
              <a:gd name="T39" fmla="*/ 76200 h 52"/>
              <a:gd name="T40" fmla="*/ 85725 w 36"/>
              <a:gd name="T41" fmla="*/ 50800 h 52"/>
              <a:gd name="T42" fmla="*/ 76200 w 36"/>
              <a:gd name="T43" fmla="*/ 57150 h 52"/>
              <a:gd name="T44" fmla="*/ 57150 w 36"/>
              <a:gd name="T45" fmla="*/ 38100 h 52"/>
              <a:gd name="T46" fmla="*/ 57150 w 36"/>
              <a:gd name="T47" fmla="*/ 50800 h 52"/>
              <a:gd name="T48" fmla="*/ 60325 w 36"/>
              <a:gd name="T49" fmla="*/ 22225 h 52"/>
              <a:gd name="T50" fmla="*/ 73025 w 36"/>
              <a:gd name="T51" fmla="*/ 15875 h 52"/>
              <a:gd name="T52" fmla="*/ 73025 w 36"/>
              <a:gd name="T53" fmla="*/ 12700 h 52"/>
              <a:gd name="T54" fmla="*/ 41275 w 36"/>
              <a:gd name="T55" fmla="*/ 12700 h 52"/>
              <a:gd name="T56" fmla="*/ 53975 w 36"/>
              <a:gd name="T57" fmla="*/ 22225 h 52"/>
              <a:gd name="T58" fmla="*/ 53975 w 36"/>
              <a:gd name="T59" fmla="*/ 22225 h 52"/>
              <a:gd name="T60" fmla="*/ 53975 w 36"/>
              <a:gd name="T61" fmla="*/ 22225 h 52"/>
              <a:gd name="T62" fmla="*/ 53975 w 36"/>
              <a:gd name="T63" fmla="*/ 22225 h 52"/>
              <a:gd name="T64" fmla="*/ 53975 w 36"/>
              <a:gd name="T65" fmla="*/ 22225 h 52"/>
              <a:gd name="T66" fmla="*/ 53975 w 36"/>
              <a:gd name="T67" fmla="*/ 22225 h 52"/>
              <a:gd name="T68" fmla="*/ 57150 w 36"/>
              <a:gd name="T69" fmla="*/ 22225 h 52"/>
              <a:gd name="T70" fmla="*/ 57150 w 36"/>
              <a:gd name="T71" fmla="*/ 22225 h 52"/>
              <a:gd name="T72" fmla="*/ 57150 w 36"/>
              <a:gd name="T73" fmla="*/ 22225 h 52"/>
              <a:gd name="T74" fmla="*/ 57150 w 36"/>
              <a:gd name="T75" fmla="*/ 22225 h 52"/>
              <a:gd name="T76" fmla="*/ 57150 w 36"/>
              <a:gd name="T77" fmla="*/ 22225 h 52"/>
              <a:gd name="T78" fmla="*/ 60325 w 36"/>
              <a:gd name="T79" fmla="*/ 22225 h 52"/>
              <a:gd name="T80" fmla="*/ 60325 w 36"/>
              <a:gd name="T81" fmla="*/ 22225 h 52"/>
              <a:gd name="T82" fmla="*/ 60325 w 36"/>
              <a:gd name="T83" fmla="*/ 22225 h 52"/>
              <a:gd name="T84" fmla="*/ 60325 w 36"/>
              <a:gd name="T85" fmla="*/ 22225 h 52"/>
              <a:gd name="T86" fmla="*/ 12700 w 36"/>
              <a:gd name="T87" fmla="*/ 76200 h 52"/>
              <a:gd name="T88" fmla="*/ 57150 w 36"/>
              <a:gd name="T89" fmla="*/ 34925 h 5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36" h="52">
                <a:moveTo>
                  <a:pt x="20" y="42"/>
                </a:moveTo>
                <a:cubicBezTo>
                  <a:pt x="20" y="50"/>
                  <a:pt x="20" y="50"/>
                  <a:pt x="20" y="50"/>
                </a:cubicBezTo>
                <a:cubicBezTo>
                  <a:pt x="20" y="51"/>
                  <a:pt x="19" y="52"/>
                  <a:pt x="18" y="52"/>
                </a:cubicBezTo>
                <a:cubicBezTo>
                  <a:pt x="17" y="52"/>
                  <a:pt x="16" y="51"/>
                  <a:pt x="16" y="50"/>
                </a:cubicBezTo>
                <a:cubicBezTo>
                  <a:pt x="16" y="42"/>
                  <a:pt x="16" y="42"/>
                  <a:pt x="16" y="42"/>
                </a:cubicBezTo>
                <a:cubicBezTo>
                  <a:pt x="7" y="41"/>
                  <a:pt x="0" y="33"/>
                  <a:pt x="0" y="24"/>
                </a:cubicBezTo>
                <a:cubicBezTo>
                  <a:pt x="0" y="18"/>
                  <a:pt x="3" y="13"/>
                  <a:pt x="9" y="9"/>
                </a:cubicBezTo>
                <a:cubicBezTo>
                  <a:pt x="9" y="5"/>
                  <a:pt x="9" y="5"/>
                  <a:pt x="9" y="5"/>
                </a:cubicBezTo>
                <a:cubicBezTo>
                  <a:pt x="9" y="3"/>
                  <a:pt x="9" y="2"/>
                  <a:pt x="10" y="1"/>
                </a:cubicBezTo>
                <a:cubicBezTo>
                  <a:pt x="11" y="0"/>
                  <a:pt x="12" y="0"/>
                  <a:pt x="13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4" y="0"/>
                  <a:pt x="25" y="0"/>
                  <a:pt x="26" y="1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2"/>
                  <a:pt x="27" y="3"/>
                  <a:pt x="27" y="5"/>
                </a:cubicBezTo>
                <a:cubicBezTo>
                  <a:pt x="27" y="9"/>
                  <a:pt x="27" y="9"/>
                  <a:pt x="27" y="9"/>
                </a:cubicBezTo>
                <a:cubicBezTo>
                  <a:pt x="32" y="13"/>
                  <a:pt x="36" y="18"/>
                  <a:pt x="36" y="24"/>
                </a:cubicBezTo>
                <a:cubicBezTo>
                  <a:pt x="36" y="33"/>
                  <a:pt x="29" y="41"/>
                  <a:pt x="20" y="42"/>
                </a:cubicBezTo>
                <a:close/>
                <a:moveTo>
                  <a:pt x="15" y="27"/>
                </a:moveTo>
                <a:cubicBezTo>
                  <a:pt x="15" y="27"/>
                  <a:pt x="15" y="27"/>
                  <a:pt x="15" y="27"/>
                </a:cubicBezTo>
                <a:cubicBezTo>
                  <a:pt x="13" y="25"/>
                  <a:pt x="14" y="22"/>
                  <a:pt x="17" y="21"/>
                </a:cubicBezTo>
                <a:cubicBezTo>
                  <a:pt x="19" y="20"/>
                  <a:pt x="20" y="20"/>
                  <a:pt x="22" y="19"/>
                </a:cubicBezTo>
                <a:cubicBezTo>
                  <a:pt x="23" y="18"/>
                  <a:pt x="24" y="19"/>
                  <a:pt x="24" y="20"/>
                </a:cubicBezTo>
                <a:cubicBezTo>
                  <a:pt x="23" y="22"/>
                  <a:pt x="22" y="24"/>
                  <a:pt x="21" y="26"/>
                </a:cubicBezTo>
                <a:cubicBezTo>
                  <a:pt x="21" y="28"/>
                  <a:pt x="17" y="29"/>
                  <a:pt x="15" y="27"/>
                </a:cubicBezTo>
                <a:close/>
                <a:moveTo>
                  <a:pt x="17" y="25"/>
                </a:moveTo>
                <a:cubicBezTo>
                  <a:pt x="17" y="25"/>
                  <a:pt x="17" y="25"/>
                  <a:pt x="17" y="25"/>
                </a:cubicBezTo>
                <a:cubicBezTo>
                  <a:pt x="18" y="26"/>
                  <a:pt x="19" y="26"/>
                  <a:pt x="19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20" y="24"/>
                  <a:pt x="20" y="23"/>
                  <a:pt x="20" y="22"/>
                </a:cubicBezTo>
                <a:cubicBezTo>
                  <a:pt x="19" y="22"/>
                  <a:pt x="19" y="23"/>
                  <a:pt x="18" y="23"/>
                </a:cubicBezTo>
                <a:cubicBezTo>
                  <a:pt x="18" y="23"/>
                  <a:pt x="18" y="23"/>
                  <a:pt x="17" y="23"/>
                </a:cubicBezTo>
                <a:cubicBezTo>
                  <a:pt x="16" y="24"/>
                  <a:pt x="16" y="25"/>
                  <a:pt x="17" y="25"/>
                </a:cubicBezTo>
                <a:close/>
                <a:moveTo>
                  <a:pt x="9" y="16"/>
                </a:moveTo>
                <a:cubicBezTo>
                  <a:pt x="9" y="16"/>
                  <a:pt x="9" y="16"/>
                  <a:pt x="9" y="16"/>
                </a:cubicBezTo>
                <a:cubicBezTo>
                  <a:pt x="10" y="15"/>
                  <a:pt x="11" y="15"/>
                  <a:pt x="12" y="16"/>
                </a:cubicBezTo>
                <a:cubicBezTo>
                  <a:pt x="12" y="16"/>
                  <a:pt x="12" y="18"/>
                  <a:pt x="12" y="18"/>
                </a:cubicBezTo>
                <a:cubicBezTo>
                  <a:pt x="11" y="19"/>
                  <a:pt x="10" y="19"/>
                  <a:pt x="9" y="18"/>
                </a:cubicBezTo>
                <a:cubicBezTo>
                  <a:pt x="8" y="18"/>
                  <a:pt x="8" y="16"/>
                  <a:pt x="9" y="16"/>
                </a:cubicBezTo>
                <a:close/>
                <a:moveTo>
                  <a:pt x="5" y="24"/>
                </a:moveTo>
                <a:cubicBezTo>
                  <a:pt x="5" y="24"/>
                  <a:pt x="5" y="24"/>
                  <a:pt x="5" y="24"/>
                </a:cubicBezTo>
                <a:cubicBezTo>
                  <a:pt x="5" y="23"/>
                  <a:pt x="6" y="23"/>
                  <a:pt x="7" y="23"/>
                </a:cubicBezTo>
                <a:cubicBezTo>
                  <a:pt x="8" y="23"/>
                  <a:pt x="9" y="23"/>
                  <a:pt x="9" y="24"/>
                </a:cubicBezTo>
                <a:cubicBezTo>
                  <a:pt x="9" y="25"/>
                  <a:pt x="8" y="26"/>
                  <a:pt x="7" y="26"/>
                </a:cubicBezTo>
                <a:cubicBezTo>
                  <a:pt x="6" y="26"/>
                  <a:pt x="5" y="25"/>
                  <a:pt x="5" y="24"/>
                </a:cubicBezTo>
                <a:close/>
                <a:moveTo>
                  <a:pt x="9" y="33"/>
                </a:moveTo>
                <a:cubicBezTo>
                  <a:pt x="9" y="33"/>
                  <a:pt x="9" y="33"/>
                  <a:pt x="9" y="33"/>
                </a:cubicBezTo>
                <a:cubicBezTo>
                  <a:pt x="8" y="33"/>
                  <a:pt x="8" y="31"/>
                  <a:pt x="9" y="31"/>
                </a:cubicBezTo>
                <a:cubicBezTo>
                  <a:pt x="10" y="30"/>
                  <a:pt x="11" y="30"/>
                  <a:pt x="12" y="31"/>
                </a:cubicBezTo>
                <a:cubicBezTo>
                  <a:pt x="12" y="31"/>
                  <a:pt x="12" y="33"/>
                  <a:pt x="12" y="33"/>
                </a:cubicBezTo>
                <a:cubicBezTo>
                  <a:pt x="11" y="34"/>
                  <a:pt x="10" y="34"/>
                  <a:pt x="9" y="33"/>
                </a:cubicBezTo>
                <a:close/>
                <a:moveTo>
                  <a:pt x="27" y="33"/>
                </a:moveTo>
                <a:cubicBezTo>
                  <a:pt x="27" y="33"/>
                  <a:pt x="27" y="33"/>
                  <a:pt x="27" y="33"/>
                </a:cubicBezTo>
                <a:cubicBezTo>
                  <a:pt x="26" y="34"/>
                  <a:pt x="25" y="34"/>
                  <a:pt x="24" y="33"/>
                </a:cubicBezTo>
                <a:cubicBezTo>
                  <a:pt x="23" y="33"/>
                  <a:pt x="23" y="31"/>
                  <a:pt x="24" y="31"/>
                </a:cubicBezTo>
                <a:cubicBezTo>
                  <a:pt x="25" y="30"/>
                  <a:pt x="26" y="30"/>
                  <a:pt x="27" y="31"/>
                </a:cubicBezTo>
                <a:cubicBezTo>
                  <a:pt x="27" y="31"/>
                  <a:pt x="27" y="33"/>
                  <a:pt x="27" y="33"/>
                </a:cubicBezTo>
                <a:close/>
                <a:moveTo>
                  <a:pt x="30" y="24"/>
                </a:moveTo>
                <a:cubicBezTo>
                  <a:pt x="30" y="24"/>
                  <a:pt x="30" y="24"/>
                  <a:pt x="30" y="24"/>
                </a:cubicBezTo>
                <a:cubicBezTo>
                  <a:pt x="30" y="25"/>
                  <a:pt x="30" y="26"/>
                  <a:pt x="28" y="26"/>
                </a:cubicBezTo>
                <a:cubicBezTo>
                  <a:pt x="27" y="26"/>
                  <a:pt x="27" y="25"/>
                  <a:pt x="27" y="24"/>
                </a:cubicBezTo>
                <a:cubicBezTo>
                  <a:pt x="27" y="23"/>
                  <a:pt x="27" y="23"/>
                  <a:pt x="28" y="23"/>
                </a:cubicBezTo>
                <a:cubicBezTo>
                  <a:pt x="30" y="23"/>
                  <a:pt x="30" y="23"/>
                  <a:pt x="30" y="24"/>
                </a:cubicBezTo>
                <a:close/>
                <a:moveTo>
                  <a:pt x="27" y="16"/>
                </a:moveTo>
                <a:cubicBezTo>
                  <a:pt x="27" y="16"/>
                  <a:pt x="27" y="16"/>
                  <a:pt x="27" y="16"/>
                </a:cubicBezTo>
                <a:cubicBezTo>
                  <a:pt x="27" y="16"/>
                  <a:pt x="27" y="18"/>
                  <a:pt x="27" y="18"/>
                </a:cubicBezTo>
                <a:cubicBezTo>
                  <a:pt x="26" y="19"/>
                  <a:pt x="25" y="19"/>
                  <a:pt x="24" y="18"/>
                </a:cubicBezTo>
                <a:cubicBezTo>
                  <a:pt x="23" y="18"/>
                  <a:pt x="23" y="16"/>
                  <a:pt x="24" y="16"/>
                </a:cubicBezTo>
                <a:cubicBezTo>
                  <a:pt x="25" y="15"/>
                  <a:pt x="26" y="15"/>
                  <a:pt x="27" y="16"/>
                </a:cubicBezTo>
                <a:close/>
                <a:moveTo>
                  <a:pt x="18" y="12"/>
                </a:moveTo>
                <a:cubicBezTo>
                  <a:pt x="18" y="12"/>
                  <a:pt x="18" y="12"/>
                  <a:pt x="18" y="12"/>
                </a:cubicBezTo>
                <a:cubicBezTo>
                  <a:pt x="19" y="12"/>
                  <a:pt x="20" y="13"/>
                  <a:pt x="20" y="14"/>
                </a:cubicBezTo>
                <a:cubicBezTo>
                  <a:pt x="20" y="15"/>
                  <a:pt x="19" y="16"/>
                  <a:pt x="18" y="16"/>
                </a:cubicBezTo>
                <a:cubicBezTo>
                  <a:pt x="17" y="16"/>
                  <a:pt x="16" y="15"/>
                  <a:pt x="16" y="14"/>
                </a:cubicBezTo>
                <a:cubicBezTo>
                  <a:pt x="16" y="13"/>
                  <a:pt x="17" y="12"/>
                  <a:pt x="18" y="12"/>
                </a:cubicBezTo>
                <a:close/>
                <a:moveTo>
                  <a:pt x="19" y="7"/>
                </a:moveTo>
                <a:cubicBezTo>
                  <a:pt x="19" y="7"/>
                  <a:pt x="19" y="7"/>
                  <a:pt x="19" y="7"/>
                </a:cubicBezTo>
                <a:cubicBezTo>
                  <a:pt x="21" y="7"/>
                  <a:pt x="22" y="7"/>
                  <a:pt x="23" y="8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2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2" y="4"/>
                  <a:pt x="12" y="5"/>
                </a:cubicBezTo>
                <a:cubicBezTo>
                  <a:pt x="12" y="8"/>
                  <a:pt x="12" y="8"/>
                  <a:pt x="12" y="8"/>
                </a:cubicBezTo>
                <a:cubicBezTo>
                  <a:pt x="14" y="7"/>
                  <a:pt x="15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lose/>
                <a:moveTo>
                  <a:pt x="18" y="11"/>
                </a:moveTo>
                <a:cubicBezTo>
                  <a:pt x="18" y="11"/>
                  <a:pt x="18" y="11"/>
                  <a:pt x="18" y="11"/>
                </a:cubicBezTo>
                <a:cubicBezTo>
                  <a:pt x="10" y="11"/>
                  <a:pt x="4" y="17"/>
                  <a:pt x="4" y="24"/>
                </a:cubicBezTo>
                <a:cubicBezTo>
                  <a:pt x="4" y="32"/>
                  <a:pt x="10" y="38"/>
                  <a:pt x="18" y="38"/>
                </a:cubicBezTo>
                <a:cubicBezTo>
                  <a:pt x="25" y="38"/>
                  <a:pt x="32" y="32"/>
                  <a:pt x="32" y="24"/>
                </a:cubicBezTo>
                <a:cubicBezTo>
                  <a:pt x="32" y="17"/>
                  <a:pt x="25" y="11"/>
                  <a:pt x="18" y="1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11" name="Freeform 245">
            <a:extLst>
              <a:ext uri="{FF2B5EF4-FFF2-40B4-BE49-F238E27FC236}">
                <a16:creationId xmlns:a16="http://schemas.microsoft.com/office/drawing/2014/main" id="{A50E5BDB-BC3E-DB0E-F647-000B13D2862B}"/>
              </a:ext>
            </a:extLst>
          </p:cNvPr>
          <p:cNvSpPr>
            <a:spLocks noEditPoints="1"/>
          </p:cNvSpPr>
          <p:nvPr/>
        </p:nvSpPr>
        <p:spPr bwMode="auto">
          <a:xfrm>
            <a:off x="6948418" y="3899348"/>
            <a:ext cx="211667" cy="207433"/>
          </a:xfrm>
          <a:custGeom>
            <a:avLst/>
            <a:gdLst>
              <a:gd name="T0" fmla="*/ 63500 w 50"/>
              <a:gd name="T1" fmla="*/ 44450 h 49"/>
              <a:gd name="T2" fmla="*/ 47625 w 50"/>
              <a:gd name="T3" fmla="*/ 63500 h 49"/>
              <a:gd name="T4" fmla="*/ 44450 w 50"/>
              <a:gd name="T5" fmla="*/ 60325 h 49"/>
              <a:gd name="T6" fmla="*/ 104775 w 50"/>
              <a:gd name="T7" fmla="*/ 60325 h 49"/>
              <a:gd name="T8" fmla="*/ 101600 w 50"/>
              <a:gd name="T9" fmla="*/ 57150 h 49"/>
              <a:gd name="T10" fmla="*/ 155575 w 50"/>
              <a:gd name="T11" fmla="*/ 82550 h 49"/>
              <a:gd name="T12" fmla="*/ 152400 w 50"/>
              <a:gd name="T13" fmla="*/ 88900 h 49"/>
              <a:gd name="T14" fmla="*/ 57150 w 50"/>
              <a:gd name="T15" fmla="*/ 107950 h 49"/>
              <a:gd name="T16" fmla="*/ 57150 w 50"/>
              <a:gd name="T17" fmla="*/ 101600 h 49"/>
              <a:gd name="T18" fmla="*/ 88900 w 50"/>
              <a:gd name="T19" fmla="*/ 152400 h 49"/>
              <a:gd name="T20" fmla="*/ 82550 w 50"/>
              <a:gd name="T21" fmla="*/ 155575 h 49"/>
              <a:gd name="T22" fmla="*/ 139700 w 50"/>
              <a:gd name="T23" fmla="*/ 104775 h 49"/>
              <a:gd name="T24" fmla="*/ 139700 w 50"/>
              <a:gd name="T25" fmla="*/ 107950 h 49"/>
              <a:gd name="T26" fmla="*/ 123825 w 50"/>
              <a:gd name="T27" fmla="*/ 98425 h 49"/>
              <a:gd name="T28" fmla="*/ 130175 w 50"/>
              <a:gd name="T29" fmla="*/ 92075 h 49"/>
              <a:gd name="T30" fmla="*/ 133350 w 50"/>
              <a:gd name="T31" fmla="*/ 111125 h 49"/>
              <a:gd name="T32" fmla="*/ 133350 w 50"/>
              <a:gd name="T33" fmla="*/ 117475 h 49"/>
              <a:gd name="T34" fmla="*/ 111125 w 50"/>
              <a:gd name="T35" fmla="*/ 101600 h 49"/>
              <a:gd name="T36" fmla="*/ 117475 w 50"/>
              <a:gd name="T37" fmla="*/ 95250 h 49"/>
              <a:gd name="T38" fmla="*/ 123825 w 50"/>
              <a:gd name="T39" fmla="*/ 120650 h 49"/>
              <a:gd name="T40" fmla="*/ 123825 w 50"/>
              <a:gd name="T41" fmla="*/ 123825 h 49"/>
              <a:gd name="T42" fmla="*/ 107950 w 50"/>
              <a:gd name="T43" fmla="*/ 114300 h 49"/>
              <a:gd name="T44" fmla="*/ 114300 w 50"/>
              <a:gd name="T45" fmla="*/ 111125 h 49"/>
              <a:gd name="T46" fmla="*/ 117475 w 50"/>
              <a:gd name="T47" fmla="*/ 127000 h 49"/>
              <a:gd name="T48" fmla="*/ 117475 w 50"/>
              <a:gd name="T49" fmla="*/ 133350 h 49"/>
              <a:gd name="T50" fmla="*/ 101600 w 50"/>
              <a:gd name="T51" fmla="*/ 123825 h 49"/>
              <a:gd name="T52" fmla="*/ 104775 w 50"/>
              <a:gd name="T53" fmla="*/ 117475 h 49"/>
              <a:gd name="T54" fmla="*/ 107950 w 50"/>
              <a:gd name="T55" fmla="*/ 136525 h 49"/>
              <a:gd name="T56" fmla="*/ 107950 w 50"/>
              <a:gd name="T57" fmla="*/ 142875 h 49"/>
              <a:gd name="T58" fmla="*/ 85725 w 50"/>
              <a:gd name="T59" fmla="*/ 123825 h 49"/>
              <a:gd name="T60" fmla="*/ 92075 w 50"/>
              <a:gd name="T61" fmla="*/ 120650 h 49"/>
              <a:gd name="T62" fmla="*/ 98425 w 50"/>
              <a:gd name="T63" fmla="*/ 57150 h 49"/>
              <a:gd name="T64" fmla="*/ 57150 w 50"/>
              <a:gd name="T65" fmla="*/ 98425 h 49"/>
              <a:gd name="T66" fmla="*/ 25400 w 50"/>
              <a:gd name="T67" fmla="*/ 101600 h 49"/>
              <a:gd name="T68" fmla="*/ 15875 w 50"/>
              <a:gd name="T69" fmla="*/ 92075 h 49"/>
              <a:gd name="T70" fmla="*/ 19050 w 50"/>
              <a:gd name="T71" fmla="*/ 63500 h 49"/>
              <a:gd name="T72" fmla="*/ 6350 w 50"/>
              <a:gd name="T73" fmla="*/ 41275 h 49"/>
              <a:gd name="T74" fmla="*/ 0 w 50"/>
              <a:gd name="T75" fmla="*/ 25400 h 49"/>
              <a:gd name="T76" fmla="*/ 6350 w 50"/>
              <a:gd name="T77" fmla="*/ 6350 h 49"/>
              <a:gd name="T78" fmla="*/ 6350 w 50"/>
              <a:gd name="T79" fmla="*/ 6350 h 49"/>
              <a:gd name="T80" fmla="*/ 41275 w 50"/>
              <a:gd name="T81" fmla="*/ 6350 h 49"/>
              <a:gd name="T82" fmla="*/ 41275 w 50"/>
              <a:gd name="T83" fmla="*/ 6350 h 49"/>
              <a:gd name="T84" fmla="*/ 69850 w 50"/>
              <a:gd name="T85" fmla="*/ 15875 h 49"/>
              <a:gd name="T86" fmla="*/ 101600 w 50"/>
              <a:gd name="T87" fmla="*/ 25400 h 49"/>
              <a:gd name="T88" fmla="*/ 98425 w 50"/>
              <a:gd name="T89" fmla="*/ 57150 h 49"/>
              <a:gd name="T90" fmla="*/ 47625 w 50"/>
              <a:gd name="T91" fmla="*/ 88900 h 49"/>
              <a:gd name="T92" fmla="*/ 92075 w 50"/>
              <a:gd name="T93" fmla="*/ 38100 h 49"/>
              <a:gd name="T94" fmla="*/ 85725 w 50"/>
              <a:gd name="T95" fmla="*/ 25400 h 49"/>
              <a:gd name="T96" fmla="*/ 73025 w 50"/>
              <a:gd name="T97" fmla="*/ 28575 h 49"/>
              <a:gd name="T98" fmla="*/ 34925 w 50"/>
              <a:gd name="T99" fmla="*/ 15875 h 49"/>
              <a:gd name="T100" fmla="*/ 25400 w 50"/>
              <a:gd name="T101" fmla="*/ 12700 h 49"/>
              <a:gd name="T102" fmla="*/ 15875 w 50"/>
              <a:gd name="T103" fmla="*/ 15875 h 49"/>
              <a:gd name="T104" fmla="*/ 12700 w 50"/>
              <a:gd name="T105" fmla="*/ 25400 h 49"/>
              <a:gd name="T106" fmla="*/ 15875 w 50"/>
              <a:gd name="T107" fmla="*/ 34925 h 49"/>
              <a:gd name="T108" fmla="*/ 15875 w 50"/>
              <a:gd name="T109" fmla="*/ 34925 h 49"/>
              <a:gd name="T110" fmla="*/ 25400 w 50"/>
              <a:gd name="T111" fmla="*/ 76200 h 49"/>
              <a:gd name="T112" fmla="*/ 31750 w 50"/>
              <a:gd name="T113" fmla="*/ 88900 h 49"/>
              <a:gd name="T114" fmla="*/ 38100 w 50"/>
              <a:gd name="T115" fmla="*/ 92075 h 49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0" h="49">
                <a:moveTo>
                  <a:pt x="19" y="14"/>
                </a:moveTo>
                <a:cubicBezTo>
                  <a:pt x="19" y="13"/>
                  <a:pt x="20" y="13"/>
                  <a:pt x="20" y="14"/>
                </a:cubicBezTo>
                <a:cubicBezTo>
                  <a:pt x="21" y="14"/>
                  <a:pt x="21" y="15"/>
                  <a:pt x="20" y="15"/>
                </a:cubicBezTo>
                <a:cubicBezTo>
                  <a:pt x="15" y="20"/>
                  <a:pt x="15" y="20"/>
                  <a:pt x="15" y="20"/>
                </a:cubicBezTo>
                <a:cubicBezTo>
                  <a:pt x="15" y="21"/>
                  <a:pt x="14" y="21"/>
                  <a:pt x="14" y="20"/>
                </a:cubicBezTo>
                <a:cubicBezTo>
                  <a:pt x="13" y="20"/>
                  <a:pt x="13" y="19"/>
                  <a:pt x="14" y="19"/>
                </a:cubicBezTo>
                <a:cubicBezTo>
                  <a:pt x="19" y="14"/>
                  <a:pt x="19" y="14"/>
                  <a:pt x="19" y="14"/>
                </a:cubicBezTo>
                <a:close/>
                <a:moveTo>
                  <a:pt x="33" y="19"/>
                </a:moveTo>
                <a:cubicBezTo>
                  <a:pt x="33" y="19"/>
                  <a:pt x="33" y="19"/>
                  <a:pt x="33" y="19"/>
                </a:cubicBezTo>
                <a:cubicBezTo>
                  <a:pt x="32" y="19"/>
                  <a:pt x="32" y="18"/>
                  <a:pt x="32" y="18"/>
                </a:cubicBezTo>
                <a:cubicBezTo>
                  <a:pt x="33" y="17"/>
                  <a:pt x="33" y="17"/>
                  <a:pt x="34" y="17"/>
                </a:cubicBezTo>
                <a:cubicBezTo>
                  <a:pt x="49" y="26"/>
                  <a:pt x="49" y="26"/>
                  <a:pt x="49" y="26"/>
                </a:cubicBezTo>
                <a:cubicBezTo>
                  <a:pt x="49" y="26"/>
                  <a:pt x="50" y="27"/>
                  <a:pt x="49" y="28"/>
                </a:cubicBezTo>
                <a:cubicBezTo>
                  <a:pt x="49" y="28"/>
                  <a:pt x="48" y="28"/>
                  <a:pt x="48" y="28"/>
                </a:cubicBezTo>
                <a:cubicBezTo>
                  <a:pt x="33" y="19"/>
                  <a:pt x="33" y="19"/>
                  <a:pt x="33" y="19"/>
                </a:cubicBezTo>
                <a:close/>
                <a:moveTo>
                  <a:pt x="18" y="34"/>
                </a:moveTo>
                <a:cubicBezTo>
                  <a:pt x="18" y="34"/>
                  <a:pt x="18" y="34"/>
                  <a:pt x="18" y="34"/>
                </a:cubicBezTo>
                <a:cubicBezTo>
                  <a:pt x="17" y="33"/>
                  <a:pt x="17" y="33"/>
                  <a:pt x="18" y="32"/>
                </a:cubicBezTo>
                <a:cubicBezTo>
                  <a:pt x="18" y="32"/>
                  <a:pt x="19" y="32"/>
                  <a:pt x="20" y="33"/>
                </a:cubicBezTo>
                <a:cubicBezTo>
                  <a:pt x="28" y="48"/>
                  <a:pt x="28" y="48"/>
                  <a:pt x="28" y="48"/>
                </a:cubicBezTo>
                <a:cubicBezTo>
                  <a:pt x="28" y="48"/>
                  <a:pt x="28" y="49"/>
                  <a:pt x="28" y="49"/>
                </a:cubicBezTo>
                <a:cubicBezTo>
                  <a:pt x="27" y="49"/>
                  <a:pt x="26" y="49"/>
                  <a:pt x="26" y="49"/>
                </a:cubicBezTo>
                <a:cubicBezTo>
                  <a:pt x="18" y="34"/>
                  <a:pt x="18" y="34"/>
                  <a:pt x="18" y="34"/>
                </a:cubicBezTo>
                <a:close/>
                <a:moveTo>
                  <a:pt x="44" y="33"/>
                </a:moveTo>
                <a:cubicBezTo>
                  <a:pt x="44" y="33"/>
                  <a:pt x="44" y="33"/>
                  <a:pt x="44" y="33"/>
                </a:cubicBezTo>
                <a:cubicBezTo>
                  <a:pt x="45" y="33"/>
                  <a:pt x="45" y="34"/>
                  <a:pt x="44" y="34"/>
                </a:cubicBezTo>
                <a:cubicBezTo>
                  <a:pt x="44" y="35"/>
                  <a:pt x="43" y="35"/>
                  <a:pt x="43" y="34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0"/>
                  <a:pt x="39" y="29"/>
                </a:cubicBezTo>
                <a:cubicBezTo>
                  <a:pt x="40" y="29"/>
                  <a:pt x="41" y="29"/>
                  <a:pt x="41" y="29"/>
                </a:cubicBezTo>
                <a:cubicBezTo>
                  <a:pt x="44" y="33"/>
                  <a:pt x="44" y="33"/>
                  <a:pt x="44" y="33"/>
                </a:cubicBezTo>
                <a:close/>
                <a:moveTo>
                  <a:pt x="42" y="35"/>
                </a:moveTo>
                <a:cubicBezTo>
                  <a:pt x="42" y="35"/>
                  <a:pt x="42" y="35"/>
                  <a:pt x="42" y="35"/>
                </a:cubicBezTo>
                <a:cubicBezTo>
                  <a:pt x="42" y="36"/>
                  <a:pt x="42" y="36"/>
                  <a:pt x="42" y="37"/>
                </a:cubicBezTo>
                <a:cubicBezTo>
                  <a:pt x="41" y="37"/>
                  <a:pt x="41" y="37"/>
                  <a:pt x="40" y="37"/>
                </a:cubicBezTo>
                <a:cubicBezTo>
                  <a:pt x="35" y="32"/>
                  <a:pt x="35" y="32"/>
                  <a:pt x="35" y="32"/>
                </a:cubicBezTo>
                <a:cubicBezTo>
                  <a:pt x="35" y="31"/>
                  <a:pt x="35" y="31"/>
                  <a:pt x="35" y="30"/>
                </a:cubicBezTo>
                <a:cubicBezTo>
                  <a:pt x="36" y="30"/>
                  <a:pt x="36" y="30"/>
                  <a:pt x="37" y="30"/>
                </a:cubicBezTo>
                <a:cubicBezTo>
                  <a:pt x="42" y="35"/>
                  <a:pt x="42" y="35"/>
                  <a:pt x="42" y="35"/>
                </a:cubicBezTo>
                <a:close/>
                <a:moveTo>
                  <a:pt x="39" y="38"/>
                </a:moveTo>
                <a:cubicBezTo>
                  <a:pt x="39" y="38"/>
                  <a:pt x="39" y="38"/>
                  <a:pt x="39" y="38"/>
                </a:cubicBezTo>
                <a:cubicBezTo>
                  <a:pt x="40" y="38"/>
                  <a:pt x="40" y="39"/>
                  <a:pt x="39" y="39"/>
                </a:cubicBezTo>
                <a:cubicBezTo>
                  <a:pt x="39" y="40"/>
                  <a:pt x="38" y="40"/>
                  <a:pt x="38" y="39"/>
                </a:cubicBezTo>
                <a:cubicBezTo>
                  <a:pt x="34" y="36"/>
                  <a:pt x="34" y="36"/>
                  <a:pt x="34" y="36"/>
                </a:cubicBezTo>
                <a:cubicBezTo>
                  <a:pt x="34" y="36"/>
                  <a:pt x="34" y="35"/>
                  <a:pt x="34" y="35"/>
                </a:cubicBezTo>
                <a:cubicBezTo>
                  <a:pt x="35" y="34"/>
                  <a:pt x="36" y="34"/>
                  <a:pt x="36" y="35"/>
                </a:cubicBezTo>
                <a:cubicBezTo>
                  <a:pt x="39" y="38"/>
                  <a:pt x="39" y="38"/>
                  <a:pt x="39" y="38"/>
                </a:cubicBezTo>
                <a:close/>
                <a:moveTo>
                  <a:pt x="37" y="40"/>
                </a:moveTo>
                <a:cubicBezTo>
                  <a:pt x="37" y="40"/>
                  <a:pt x="37" y="40"/>
                  <a:pt x="37" y="40"/>
                </a:cubicBezTo>
                <a:cubicBezTo>
                  <a:pt x="37" y="41"/>
                  <a:pt x="37" y="42"/>
                  <a:pt x="37" y="42"/>
                </a:cubicBezTo>
                <a:cubicBezTo>
                  <a:pt x="36" y="42"/>
                  <a:pt x="36" y="42"/>
                  <a:pt x="35" y="42"/>
                </a:cubicBezTo>
                <a:cubicBezTo>
                  <a:pt x="32" y="39"/>
                  <a:pt x="32" y="39"/>
                  <a:pt x="32" y="39"/>
                </a:cubicBezTo>
                <a:cubicBezTo>
                  <a:pt x="31" y="38"/>
                  <a:pt x="31" y="38"/>
                  <a:pt x="32" y="37"/>
                </a:cubicBezTo>
                <a:cubicBezTo>
                  <a:pt x="32" y="37"/>
                  <a:pt x="33" y="37"/>
                  <a:pt x="33" y="37"/>
                </a:cubicBezTo>
                <a:cubicBezTo>
                  <a:pt x="37" y="40"/>
                  <a:pt x="37" y="40"/>
                  <a:pt x="37" y="40"/>
                </a:cubicBezTo>
                <a:close/>
                <a:moveTo>
                  <a:pt x="34" y="43"/>
                </a:moveTo>
                <a:cubicBezTo>
                  <a:pt x="34" y="43"/>
                  <a:pt x="34" y="43"/>
                  <a:pt x="34" y="43"/>
                </a:cubicBezTo>
                <a:cubicBezTo>
                  <a:pt x="35" y="43"/>
                  <a:pt x="35" y="44"/>
                  <a:pt x="34" y="45"/>
                </a:cubicBezTo>
                <a:cubicBezTo>
                  <a:pt x="34" y="45"/>
                  <a:pt x="33" y="45"/>
                  <a:pt x="32" y="45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8"/>
                  <a:pt x="27" y="38"/>
                </a:cubicBezTo>
                <a:cubicBezTo>
                  <a:pt x="28" y="37"/>
                  <a:pt x="29" y="37"/>
                  <a:pt x="29" y="38"/>
                </a:cubicBezTo>
                <a:cubicBezTo>
                  <a:pt x="34" y="43"/>
                  <a:pt x="34" y="43"/>
                  <a:pt x="34" y="43"/>
                </a:cubicBezTo>
                <a:close/>
                <a:moveTo>
                  <a:pt x="31" y="18"/>
                </a:moveTo>
                <a:cubicBezTo>
                  <a:pt x="31" y="18"/>
                  <a:pt x="31" y="18"/>
                  <a:pt x="31" y="18"/>
                </a:cubicBezTo>
                <a:cubicBezTo>
                  <a:pt x="18" y="31"/>
                  <a:pt x="18" y="31"/>
                  <a:pt x="18" y="31"/>
                </a:cubicBezTo>
                <a:cubicBezTo>
                  <a:pt x="16" y="33"/>
                  <a:pt x="14" y="33"/>
                  <a:pt x="12" y="33"/>
                </a:cubicBezTo>
                <a:cubicBezTo>
                  <a:pt x="10" y="33"/>
                  <a:pt x="9" y="32"/>
                  <a:pt x="8" y="32"/>
                </a:cubicBezTo>
                <a:cubicBezTo>
                  <a:pt x="8" y="31"/>
                  <a:pt x="8" y="31"/>
                  <a:pt x="8" y="31"/>
                </a:cubicBezTo>
                <a:cubicBezTo>
                  <a:pt x="7" y="31"/>
                  <a:pt x="6" y="30"/>
                  <a:pt x="5" y="29"/>
                </a:cubicBezTo>
                <a:cubicBezTo>
                  <a:pt x="4" y="27"/>
                  <a:pt x="4" y="25"/>
                  <a:pt x="5" y="22"/>
                </a:cubicBezTo>
                <a:cubicBezTo>
                  <a:pt x="5" y="22"/>
                  <a:pt x="5" y="21"/>
                  <a:pt x="6" y="20"/>
                </a:cubicBezTo>
                <a:cubicBezTo>
                  <a:pt x="7" y="19"/>
                  <a:pt x="7" y="18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" y="12"/>
                  <a:pt x="0" y="10"/>
                  <a:pt x="0" y="8"/>
                </a:cubicBezTo>
                <a:cubicBezTo>
                  <a:pt x="0" y="6"/>
                  <a:pt x="1" y="4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4" y="1"/>
                  <a:pt x="6" y="0"/>
                  <a:pt x="8" y="0"/>
                </a:cubicBezTo>
                <a:cubicBezTo>
                  <a:pt x="10" y="0"/>
                  <a:pt x="12" y="1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9" y="7"/>
                  <a:pt x="20" y="7"/>
                  <a:pt x="21" y="6"/>
                </a:cubicBezTo>
                <a:cubicBezTo>
                  <a:pt x="21" y="5"/>
                  <a:pt x="22" y="5"/>
                  <a:pt x="22" y="5"/>
                </a:cubicBezTo>
                <a:cubicBezTo>
                  <a:pt x="25" y="4"/>
                  <a:pt x="27" y="4"/>
                  <a:pt x="29" y="5"/>
                </a:cubicBezTo>
                <a:cubicBezTo>
                  <a:pt x="30" y="6"/>
                  <a:pt x="31" y="7"/>
                  <a:pt x="32" y="8"/>
                </a:cubicBezTo>
                <a:cubicBezTo>
                  <a:pt x="32" y="9"/>
                  <a:pt x="33" y="10"/>
                  <a:pt x="33" y="12"/>
                </a:cubicBezTo>
                <a:cubicBezTo>
                  <a:pt x="33" y="14"/>
                  <a:pt x="33" y="16"/>
                  <a:pt x="31" y="18"/>
                </a:cubicBezTo>
                <a:close/>
                <a:moveTo>
                  <a:pt x="15" y="28"/>
                </a:moveTo>
                <a:cubicBezTo>
                  <a:pt x="15" y="28"/>
                  <a:pt x="15" y="28"/>
                  <a:pt x="15" y="28"/>
                </a:cubicBezTo>
                <a:cubicBezTo>
                  <a:pt x="28" y="15"/>
                  <a:pt x="28" y="15"/>
                  <a:pt x="28" y="15"/>
                </a:cubicBezTo>
                <a:cubicBezTo>
                  <a:pt x="29" y="14"/>
                  <a:pt x="29" y="13"/>
                  <a:pt x="29" y="12"/>
                </a:cubicBezTo>
                <a:cubicBezTo>
                  <a:pt x="29" y="11"/>
                  <a:pt x="29" y="11"/>
                  <a:pt x="28" y="10"/>
                </a:cubicBezTo>
                <a:cubicBezTo>
                  <a:pt x="28" y="9"/>
                  <a:pt x="27" y="9"/>
                  <a:pt x="27" y="8"/>
                </a:cubicBezTo>
                <a:cubicBezTo>
                  <a:pt x="26" y="8"/>
                  <a:pt x="25" y="8"/>
                  <a:pt x="24" y="8"/>
                </a:cubicBezTo>
                <a:cubicBezTo>
                  <a:pt x="24" y="8"/>
                  <a:pt x="23" y="9"/>
                  <a:pt x="23" y="9"/>
                </a:cubicBezTo>
                <a:cubicBezTo>
                  <a:pt x="20" y="11"/>
                  <a:pt x="18" y="12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0" y="4"/>
                  <a:pt x="9" y="4"/>
                  <a:pt x="8" y="4"/>
                </a:cubicBezTo>
                <a:cubicBezTo>
                  <a:pt x="7" y="4"/>
                  <a:pt x="6" y="4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4" y="6"/>
                  <a:pt x="4" y="7"/>
                  <a:pt x="4" y="8"/>
                </a:cubicBezTo>
                <a:cubicBezTo>
                  <a:pt x="4" y="9"/>
                  <a:pt x="4" y="10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12" y="18"/>
                  <a:pt x="11" y="20"/>
                  <a:pt x="9" y="23"/>
                </a:cubicBezTo>
                <a:cubicBezTo>
                  <a:pt x="9" y="23"/>
                  <a:pt x="8" y="23"/>
                  <a:pt x="8" y="24"/>
                </a:cubicBezTo>
                <a:cubicBezTo>
                  <a:pt x="8" y="25"/>
                  <a:pt x="8" y="26"/>
                  <a:pt x="8" y="27"/>
                </a:cubicBezTo>
                <a:cubicBezTo>
                  <a:pt x="9" y="27"/>
                  <a:pt x="9" y="28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1" y="29"/>
                  <a:pt x="11" y="29"/>
                  <a:pt x="12" y="29"/>
                </a:cubicBezTo>
                <a:cubicBezTo>
                  <a:pt x="13" y="29"/>
                  <a:pt x="14" y="29"/>
                  <a:pt x="15" y="2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12" name="Freeform 246">
            <a:extLst>
              <a:ext uri="{FF2B5EF4-FFF2-40B4-BE49-F238E27FC236}">
                <a16:creationId xmlns:a16="http://schemas.microsoft.com/office/drawing/2014/main" id="{6488F939-AC9F-1E42-0A36-F9003B634232}"/>
              </a:ext>
            </a:extLst>
          </p:cNvPr>
          <p:cNvSpPr>
            <a:spLocks noEditPoints="1"/>
          </p:cNvSpPr>
          <p:nvPr/>
        </p:nvSpPr>
        <p:spPr bwMode="auto">
          <a:xfrm>
            <a:off x="9153986" y="4333265"/>
            <a:ext cx="196849" cy="211667"/>
          </a:xfrm>
          <a:custGeom>
            <a:avLst/>
            <a:gdLst>
              <a:gd name="T0" fmla="*/ 6419 w 46"/>
              <a:gd name="T1" fmla="*/ 0 h 50"/>
              <a:gd name="T2" fmla="*/ 147637 w 46"/>
              <a:gd name="T3" fmla="*/ 6350 h 50"/>
              <a:gd name="T4" fmla="*/ 147637 w 46"/>
              <a:gd name="T5" fmla="*/ 152400 h 50"/>
              <a:gd name="T6" fmla="*/ 141218 w 46"/>
              <a:gd name="T7" fmla="*/ 158750 h 50"/>
              <a:gd name="T8" fmla="*/ 0 w 46"/>
              <a:gd name="T9" fmla="*/ 152400 h 50"/>
              <a:gd name="T10" fmla="*/ 0 w 46"/>
              <a:gd name="T11" fmla="*/ 6350 h 50"/>
              <a:gd name="T12" fmla="*/ 73819 w 46"/>
              <a:gd name="T13" fmla="*/ 15875 h 50"/>
              <a:gd name="T14" fmla="*/ 83447 w 46"/>
              <a:gd name="T15" fmla="*/ 19050 h 50"/>
              <a:gd name="T16" fmla="*/ 83447 w 46"/>
              <a:gd name="T17" fmla="*/ 19050 h 50"/>
              <a:gd name="T18" fmla="*/ 86657 w 46"/>
              <a:gd name="T19" fmla="*/ 28575 h 50"/>
              <a:gd name="T20" fmla="*/ 115542 w 46"/>
              <a:gd name="T21" fmla="*/ 47625 h 50"/>
              <a:gd name="T22" fmla="*/ 134799 w 46"/>
              <a:gd name="T23" fmla="*/ 38100 h 50"/>
              <a:gd name="T24" fmla="*/ 12838 w 46"/>
              <a:gd name="T25" fmla="*/ 12700 h 50"/>
              <a:gd name="T26" fmla="*/ 16048 w 46"/>
              <a:gd name="T27" fmla="*/ 41275 h 50"/>
              <a:gd name="T28" fmla="*/ 32095 w 46"/>
              <a:gd name="T29" fmla="*/ 47625 h 50"/>
              <a:gd name="T30" fmla="*/ 60981 w 46"/>
              <a:gd name="T31" fmla="*/ 28575 h 50"/>
              <a:gd name="T32" fmla="*/ 64190 w 46"/>
              <a:gd name="T33" fmla="*/ 19050 h 50"/>
              <a:gd name="T34" fmla="*/ 12838 w 46"/>
              <a:gd name="T35" fmla="*/ 47625 h 50"/>
              <a:gd name="T36" fmla="*/ 12838 w 46"/>
              <a:gd name="T37" fmla="*/ 146050 h 50"/>
              <a:gd name="T38" fmla="*/ 134799 w 46"/>
              <a:gd name="T39" fmla="*/ 47625 h 50"/>
              <a:gd name="T40" fmla="*/ 86657 w 46"/>
              <a:gd name="T41" fmla="*/ 53975 h 50"/>
              <a:gd name="T42" fmla="*/ 86657 w 46"/>
              <a:gd name="T43" fmla="*/ 73025 h 50"/>
              <a:gd name="T44" fmla="*/ 83447 w 46"/>
              <a:gd name="T45" fmla="*/ 82550 h 50"/>
              <a:gd name="T46" fmla="*/ 64190 w 46"/>
              <a:gd name="T47" fmla="*/ 82550 h 50"/>
              <a:gd name="T48" fmla="*/ 64190 w 46"/>
              <a:gd name="T49" fmla="*/ 82550 h 50"/>
              <a:gd name="T50" fmla="*/ 60981 w 46"/>
              <a:gd name="T51" fmla="*/ 73025 h 50"/>
              <a:gd name="T52" fmla="*/ 32095 w 46"/>
              <a:gd name="T53" fmla="*/ 53975 h 50"/>
              <a:gd name="T54" fmla="*/ 80238 w 46"/>
              <a:gd name="T55" fmla="*/ 53975 h 50"/>
              <a:gd name="T56" fmla="*/ 67400 w 46"/>
              <a:gd name="T57" fmla="*/ 53975 h 50"/>
              <a:gd name="T58" fmla="*/ 73819 w 46"/>
              <a:gd name="T59" fmla="*/ 60325 h 50"/>
              <a:gd name="T60" fmla="*/ 80238 w 46"/>
              <a:gd name="T61" fmla="*/ 53975 h 50"/>
              <a:gd name="T62" fmla="*/ 67400 w 46"/>
              <a:gd name="T63" fmla="*/ 47625 h 50"/>
              <a:gd name="T64" fmla="*/ 80238 w 46"/>
              <a:gd name="T65" fmla="*/ 41275 h 50"/>
              <a:gd name="T66" fmla="*/ 67400 w 46"/>
              <a:gd name="T67" fmla="*/ 41275 h 50"/>
              <a:gd name="T68" fmla="*/ 77028 w 46"/>
              <a:gd name="T69" fmla="*/ 25400 h 50"/>
              <a:gd name="T70" fmla="*/ 77028 w 46"/>
              <a:gd name="T71" fmla="*/ 25400 h 50"/>
              <a:gd name="T72" fmla="*/ 70609 w 46"/>
              <a:gd name="T73" fmla="*/ 25400 h 50"/>
              <a:gd name="T74" fmla="*/ 67400 w 46"/>
              <a:gd name="T75" fmla="*/ 28575 h 50"/>
              <a:gd name="T76" fmla="*/ 67400 w 46"/>
              <a:gd name="T77" fmla="*/ 28575 h 50"/>
              <a:gd name="T78" fmla="*/ 70609 w 46"/>
              <a:gd name="T79" fmla="*/ 34925 h 50"/>
              <a:gd name="T80" fmla="*/ 73819 w 46"/>
              <a:gd name="T81" fmla="*/ 34925 h 50"/>
              <a:gd name="T82" fmla="*/ 77028 w 46"/>
              <a:gd name="T83" fmla="*/ 34925 h 50"/>
              <a:gd name="T84" fmla="*/ 80238 w 46"/>
              <a:gd name="T85" fmla="*/ 28575 h 50"/>
              <a:gd name="T86" fmla="*/ 77028 w 46"/>
              <a:gd name="T87" fmla="*/ 25400 h 50"/>
              <a:gd name="T88" fmla="*/ 77028 w 46"/>
              <a:gd name="T89" fmla="*/ 69850 h 50"/>
              <a:gd name="T90" fmla="*/ 73819 w 46"/>
              <a:gd name="T91" fmla="*/ 66675 h 50"/>
              <a:gd name="T92" fmla="*/ 70609 w 46"/>
              <a:gd name="T93" fmla="*/ 69850 h 50"/>
              <a:gd name="T94" fmla="*/ 67400 w 46"/>
              <a:gd name="T95" fmla="*/ 73025 h 50"/>
              <a:gd name="T96" fmla="*/ 67400 w 46"/>
              <a:gd name="T97" fmla="*/ 73025 h 50"/>
              <a:gd name="T98" fmla="*/ 70609 w 46"/>
              <a:gd name="T99" fmla="*/ 76200 h 50"/>
              <a:gd name="T100" fmla="*/ 77028 w 46"/>
              <a:gd name="T101" fmla="*/ 79375 h 50"/>
              <a:gd name="T102" fmla="*/ 80238 w 46"/>
              <a:gd name="T103" fmla="*/ 73025 h 50"/>
              <a:gd name="T104" fmla="*/ 80238 w 46"/>
              <a:gd name="T105" fmla="*/ 73025 h 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6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5" y="0"/>
                  <a:pt x="46" y="1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9"/>
                  <a:pt x="45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3" y="5"/>
                </a:moveTo>
                <a:cubicBezTo>
                  <a:pt x="23" y="5"/>
                  <a:pt x="23" y="5"/>
                  <a:pt x="23" y="5"/>
                </a:cubicBezTo>
                <a:cubicBezTo>
                  <a:pt x="24" y="5"/>
                  <a:pt x="25" y="6"/>
                  <a:pt x="26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7" y="7"/>
                  <a:pt x="27" y="8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15"/>
                  <a:pt x="27" y="15"/>
                  <a:pt x="27" y="15"/>
                </a:cubicBezTo>
                <a:cubicBezTo>
                  <a:pt x="36" y="15"/>
                  <a:pt x="36" y="15"/>
                  <a:pt x="36" y="15"/>
                </a:cubicBezTo>
                <a:cubicBezTo>
                  <a:pt x="38" y="15"/>
                  <a:pt x="40" y="14"/>
                  <a:pt x="41" y="13"/>
                </a:cubicBezTo>
                <a:cubicBezTo>
                  <a:pt x="41" y="13"/>
                  <a:pt x="42" y="12"/>
                  <a:pt x="42" y="12"/>
                </a:cubicBezTo>
                <a:cubicBezTo>
                  <a:pt x="42" y="4"/>
                  <a:pt x="42" y="4"/>
                  <a:pt x="4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6" y="14"/>
                  <a:pt x="8" y="15"/>
                  <a:pt x="10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8"/>
                  <a:pt x="19" y="7"/>
                  <a:pt x="20" y="6"/>
                </a:cubicBezTo>
                <a:cubicBezTo>
                  <a:pt x="21" y="6"/>
                  <a:pt x="22" y="5"/>
                  <a:pt x="23" y="5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46"/>
                  <a:pt x="4" y="46"/>
                  <a:pt x="4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15"/>
                  <a:pt x="42" y="15"/>
                  <a:pt x="42" y="15"/>
                </a:cubicBezTo>
                <a:cubicBezTo>
                  <a:pt x="41" y="17"/>
                  <a:pt x="39" y="17"/>
                  <a:pt x="36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4"/>
                  <a:pt x="27" y="25"/>
                  <a:pt x="26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5" y="27"/>
                  <a:pt x="24" y="27"/>
                  <a:pt x="23" y="27"/>
                </a:cubicBezTo>
                <a:cubicBezTo>
                  <a:pt x="22" y="27"/>
                  <a:pt x="21" y="27"/>
                  <a:pt x="20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19" y="25"/>
                  <a:pt x="19" y="24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17"/>
                  <a:pt x="19" y="17"/>
                  <a:pt x="19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8" y="17"/>
                  <a:pt x="5" y="17"/>
                  <a:pt x="4" y="15"/>
                </a:cubicBezTo>
                <a:close/>
                <a:moveTo>
                  <a:pt x="25" y="17"/>
                </a:moveTo>
                <a:cubicBezTo>
                  <a:pt x="25" y="17"/>
                  <a:pt x="25" y="17"/>
                  <a:pt x="25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20"/>
                  <a:pt x="21" y="20"/>
                  <a:pt x="21" y="20"/>
                </a:cubicBezTo>
                <a:cubicBezTo>
                  <a:pt x="22" y="19"/>
                  <a:pt x="22" y="19"/>
                  <a:pt x="23" y="19"/>
                </a:cubicBezTo>
                <a:cubicBezTo>
                  <a:pt x="24" y="19"/>
                  <a:pt x="24" y="19"/>
                  <a:pt x="25" y="20"/>
                </a:cubicBezTo>
                <a:cubicBezTo>
                  <a:pt x="25" y="17"/>
                  <a:pt x="25" y="17"/>
                  <a:pt x="25" y="17"/>
                </a:cubicBezTo>
                <a:close/>
                <a:moveTo>
                  <a:pt x="21" y="15"/>
                </a:moveTo>
                <a:cubicBezTo>
                  <a:pt x="21" y="15"/>
                  <a:pt x="21" y="15"/>
                  <a:pt x="21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3"/>
                  <a:pt x="25" y="13"/>
                  <a:pt x="25" y="13"/>
                </a:cubicBezTo>
                <a:cubicBezTo>
                  <a:pt x="24" y="13"/>
                  <a:pt x="24" y="13"/>
                  <a:pt x="23" y="13"/>
                </a:cubicBezTo>
                <a:cubicBezTo>
                  <a:pt x="22" y="13"/>
                  <a:pt x="22" y="13"/>
                  <a:pt x="21" y="13"/>
                </a:cubicBezTo>
                <a:cubicBezTo>
                  <a:pt x="21" y="15"/>
                  <a:pt x="21" y="15"/>
                  <a:pt x="21" y="15"/>
                </a:cubicBezTo>
                <a:close/>
                <a:moveTo>
                  <a:pt x="24" y="8"/>
                </a:move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3" y="8"/>
                </a:cubicBezTo>
                <a:cubicBezTo>
                  <a:pt x="23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1" y="8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10"/>
                  <a:pt x="21" y="10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3" y="11"/>
                  <a:pt x="23" y="11"/>
                </a:cubicBezTo>
                <a:cubicBezTo>
                  <a:pt x="23" y="11"/>
                  <a:pt x="24" y="11"/>
                  <a:pt x="24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5" y="10"/>
                  <a:pt x="25" y="10"/>
                  <a:pt x="25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8"/>
                  <a:pt x="24" y="8"/>
                </a:cubicBezTo>
                <a:close/>
                <a:moveTo>
                  <a:pt x="24" y="22"/>
                </a:move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1"/>
                  <a:pt x="23" y="21"/>
                </a:cubicBezTo>
                <a:cubicBezTo>
                  <a:pt x="23" y="21"/>
                  <a:pt x="22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1" y="22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4"/>
                  <a:pt x="21" y="24"/>
                  <a:pt x="22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5"/>
                  <a:pt x="23" y="25"/>
                  <a:pt x="23" y="25"/>
                </a:cubicBezTo>
                <a:cubicBezTo>
                  <a:pt x="23" y="25"/>
                  <a:pt x="24" y="25"/>
                  <a:pt x="24" y="25"/>
                </a:cubicBezTo>
                <a:cubicBezTo>
                  <a:pt x="24" y="24"/>
                  <a:pt x="24" y="24"/>
                  <a:pt x="24" y="24"/>
                </a:cubicBezTo>
                <a:cubicBezTo>
                  <a:pt x="25" y="24"/>
                  <a:pt x="25" y="24"/>
                  <a:pt x="25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3"/>
                  <a:pt x="25" y="22"/>
                  <a:pt x="24" y="2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13" name="Freeform 247">
            <a:extLst>
              <a:ext uri="{FF2B5EF4-FFF2-40B4-BE49-F238E27FC236}">
                <a16:creationId xmlns:a16="http://schemas.microsoft.com/office/drawing/2014/main" id="{E5C22B6A-6BE0-5599-1F1C-EE8C59AA464C}"/>
              </a:ext>
            </a:extLst>
          </p:cNvPr>
          <p:cNvSpPr>
            <a:spLocks noEditPoints="1"/>
          </p:cNvSpPr>
          <p:nvPr/>
        </p:nvSpPr>
        <p:spPr bwMode="auto">
          <a:xfrm>
            <a:off x="9528634" y="4333265"/>
            <a:ext cx="211667" cy="211667"/>
          </a:xfrm>
          <a:custGeom>
            <a:avLst/>
            <a:gdLst>
              <a:gd name="T0" fmla="*/ 12700 w 50"/>
              <a:gd name="T1" fmla="*/ 79375 h 50"/>
              <a:gd name="T2" fmla="*/ 28575 w 50"/>
              <a:gd name="T3" fmla="*/ 76200 h 50"/>
              <a:gd name="T4" fmla="*/ 28575 w 50"/>
              <a:gd name="T5" fmla="*/ 82550 h 50"/>
              <a:gd name="T6" fmla="*/ 79375 w 50"/>
              <a:gd name="T7" fmla="*/ 0 h 50"/>
              <a:gd name="T8" fmla="*/ 133350 w 50"/>
              <a:gd name="T9" fmla="*/ 22225 h 50"/>
              <a:gd name="T10" fmla="*/ 133350 w 50"/>
              <a:gd name="T11" fmla="*/ 22225 h 50"/>
              <a:gd name="T12" fmla="*/ 133350 w 50"/>
              <a:gd name="T13" fmla="*/ 136525 h 50"/>
              <a:gd name="T14" fmla="*/ 133350 w 50"/>
              <a:gd name="T15" fmla="*/ 136525 h 50"/>
              <a:gd name="T16" fmla="*/ 22225 w 50"/>
              <a:gd name="T17" fmla="*/ 136525 h 50"/>
              <a:gd name="T18" fmla="*/ 22225 w 50"/>
              <a:gd name="T19" fmla="*/ 136525 h 50"/>
              <a:gd name="T20" fmla="*/ 22225 w 50"/>
              <a:gd name="T21" fmla="*/ 22225 h 50"/>
              <a:gd name="T22" fmla="*/ 22225 w 50"/>
              <a:gd name="T23" fmla="*/ 22225 h 50"/>
              <a:gd name="T24" fmla="*/ 127000 w 50"/>
              <a:gd name="T25" fmla="*/ 31750 h 50"/>
              <a:gd name="T26" fmla="*/ 79375 w 50"/>
              <a:gd name="T27" fmla="*/ 12700 h 50"/>
              <a:gd name="T28" fmla="*/ 9525 w 50"/>
              <a:gd name="T29" fmla="*/ 79375 h 50"/>
              <a:gd name="T30" fmla="*/ 79375 w 50"/>
              <a:gd name="T31" fmla="*/ 146050 h 50"/>
              <a:gd name="T32" fmla="*/ 146050 w 50"/>
              <a:gd name="T33" fmla="*/ 79375 h 50"/>
              <a:gd name="T34" fmla="*/ 79375 w 50"/>
              <a:gd name="T35" fmla="*/ 63500 h 50"/>
              <a:gd name="T36" fmla="*/ 88900 w 50"/>
              <a:gd name="T37" fmla="*/ 66675 h 50"/>
              <a:gd name="T38" fmla="*/ 95250 w 50"/>
              <a:gd name="T39" fmla="*/ 79375 h 50"/>
              <a:gd name="T40" fmla="*/ 88900 w 50"/>
              <a:gd name="T41" fmla="*/ 88900 h 50"/>
              <a:gd name="T42" fmla="*/ 66675 w 50"/>
              <a:gd name="T43" fmla="*/ 88900 h 50"/>
              <a:gd name="T44" fmla="*/ 63500 w 50"/>
              <a:gd name="T45" fmla="*/ 79375 h 50"/>
              <a:gd name="T46" fmla="*/ 66675 w 50"/>
              <a:gd name="T47" fmla="*/ 66675 h 50"/>
              <a:gd name="T48" fmla="*/ 85725 w 50"/>
              <a:gd name="T49" fmla="*/ 73025 h 50"/>
              <a:gd name="T50" fmla="*/ 79375 w 50"/>
              <a:gd name="T51" fmla="*/ 69850 h 50"/>
              <a:gd name="T52" fmla="*/ 73025 w 50"/>
              <a:gd name="T53" fmla="*/ 73025 h 50"/>
              <a:gd name="T54" fmla="*/ 73025 w 50"/>
              <a:gd name="T55" fmla="*/ 85725 h 50"/>
              <a:gd name="T56" fmla="*/ 79375 w 50"/>
              <a:gd name="T57" fmla="*/ 88900 h 50"/>
              <a:gd name="T58" fmla="*/ 85725 w 50"/>
              <a:gd name="T59" fmla="*/ 79375 h 50"/>
              <a:gd name="T60" fmla="*/ 85725 w 50"/>
              <a:gd name="T61" fmla="*/ 73025 h 50"/>
              <a:gd name="T62" fmla="*/ 57150 w 50"/>
              <a:gd name="T63" fmla="*/ 57150 h 50"/>
              <a:gd name="T64" fmla="*/ 120650 w 50"/>
              <a:gd name="T65" fmla="*/ 41275 h 50"/>
              <a:gd name="T66" fmla="*/ 101600 w 50"/>
              <a:gd name="T67" fmla="*/ 98425 h 50"/>
              <a:gd name="T68" fmla="*/ 41275 w 50"/>
              <a:gd name="T69" fmla="*/ 120650 h 50"/>
              <a:gd name="T70" fmla="*/ 38100 w 50"/>
              <a:gd name="T71" fmla="*/ 114300 h 50"/>
              <a:gd name="T72" fmla="*/ 57150 w 50"/>
              <a:gd name="T73" fmla="*/ 60325 h 50"/>
              <a:gd name="T74" fmla="*/ 111125 w 50"/>
              <a:gd name="T75" fmla="*/ 47625 h 50"/>
              <a:gd name="T76" fmla="*/ 63500 w 50"/>
              <a:gd name="T77" fmla="*/ 63500 h 50"/>
              <a:gd name="T78" fmla="*/ 95250 w 50"/>
              <a:gd name="T79" fmla="*/ 95250 h 50"/>
              <a:gd name="T80" fmla="*/ 76200 w 50"/>
              <a:gd name="T81" fmla="*/ 19050 h 50"/>
              <a:gd name="T82" fmla="*/ 79375 w 50"/>
              <a:gd name="T83" fmla="*/ 15875 h 50"/>
              <a:gd name="T84" fmla="*/ 82550 w 50"/>
              <a:gd name="T85" fmla="*/ 28575 h 50"/>
              <a:gd name="T86" fmla="*/ 76200 w 50"/>
              <a:gd name="T87" fmla="*/ 28575 h 50"/>
              <a:gd name="T88" fmla="*/ 139700 w 50"/>
              <a:gd name="T89" fmla="*/ 76200 h 50"/>
              <a:gd name="T90" fmla="*/ 142875 w 50"/>
              <a:gd name="T91" fmla="*/ 79375 h 50"/>
              <a:gd name="T92" fmla="*/ 127000 w 50"/>
              <a:gd name="T93" fmla="*/ 82550 h 50"/>
              <a:gd name="T94" fmla="*/ 127000 w 50"/>
              <a:gd name="T95" fmla="*/ 76200 h 50"/>
              <a:gd name="T96" fmla="*/ 82550 w 50"/>
              <a:gd name="T97" fmla="*/ 139700 h 50"/>
              <a:gd name="T98" fmla="*/ 79375 w 50"/>
              <a:gd name="T99" fmla="*/ 142875 h 50"/>
              <a:gd name="T100" fmla="*/ 76200 w 50"/>
              <a:gd name="T101" fmla="*/ 127000 h 50"/>
              <a:gd name="T102" fmla="*/ 82550 w 50"/>
              <a:gd name="T103" fmla="*/ 127000 h 5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0" h="50">
                <a:moveTo>
                  <a:pt x="6" y="26"/>
                </a:moveTo>
                <a:cubicBezTo>
                  <a:pt x="5" y="26"/>
                  <a:pt x="4" y="25"/>
                  <a:pt x="4" y="25"/>
                </a:cubicBezTo>
                <a:cubicBezTo>
                  <a:pt x="4" y="24"/>
                  <a:pt x="5" y="24"/>
                  <a:pt x="6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10" y="24"/>
                  <a:pt x="10" y="24"/>
                  <a:pt x="10" y="25"/>
                </a:cubicBezTo>
                <a:cubicBezTo>
                  <a:pt x="10" y="25"/>
                  <a:pt x="10" y="26"/>
                  <a:pt x="9" y="26"/>
                </a:cubicBezTo>
                <a:cubicBezTo>
                  <a:pt x="6" y="26"/>
                  <a:pt x="6" y="26"/>
                  <a:pt x="6" y="26"/>
                </a:cubicBezTo>
                <a:close/>
                <a:moveTo>
                  <a:pt x="25" y="0"/>
                </a:moveTo>
                <a:cubicBezTo>
                  <a:pt x="25" y="0"/>
                  <a:pt x="25" y="0"/>
                  <a:pt x="25" y="0"/>
                </a:cubicBezTo>
                <a:cubicBezTo>
                  <a:pt x="32" y="0"/>
                  <a:pt x="38" y="3"/>
                  <a:pt x="42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7" y="12"/>
                  <a:pt x="50" y="18"/>
                  <a:pt x="50" y="25"/>
                </a:cubicBezTo>
                <a:cubicBezTo>
                  <a:pt x="50" y="32"/>
                  <a:pt x="47" y="38"/>
                  <a:pt x="42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38" y="47"/>
                  <a:pt x="32" y="50"/>
                  <a:pt x="25" y="50"/>
                </a:cubicBezTo>
                <a:cubicBezTo>
                  <a:pt x="18" y="50"/>
                  <a:pt x="12" y="47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2" y="38"/>
                  <a:pt x="0" y="32"/>
                  <a:pt x="0" y="25"/>
                </a:cubicBezTo>
                <a:cubicBezTo>
                  <a:pt x="0" y="18"/>
                  <a:pt x="2" y="12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12" y="3"/>
                  <a:pt x="18" y="0"/>
                  <a:pt x="25" y="0"/>
                </a:cubicBezTo>
                <a:close/>
                <a:moveTo>
                  <a:pt x="40" y="10"/>
                </a:moveTo>
                <a:cubicBezTo>
                  <a:pt x="40" y="10"/>
                  <a:pt x="40" y="10"/>
                  <a:pt x="40" y="10"/>
                </a:cubicBezTo>
                <a:cubicBezTo>
                  <a:pt x="36" y="6"/>
                  <a:pt x="31" y="4"/>
                  <a:pt x="25" y="4"/>
                </a:cubicBezTo>
                <a:cubicBezTo>
                  <a:pt x="19" y="4"/>
                  <a:pt x="14" y="6"/>
                  <a:pt x="10" y="10"/>
                </a:cubicBezTo>
                <a:cubicBezTo>
                  <a:pt x="6" y="14"/>
                  <a:pt x="3" y="19"/>
                  <a:pt x="3" y="25"/>
                </a:cubicBezTo>
                <a:cubicBezTo>
                  <a:pt x="3" y="31"/>
                  <a:pt x="6" y="36"/>
                  <a:pt x="10" y="40"/>
                </a:cubicBezTo>
                <a:cubicBezTo>
                  <a:pt x="14" y="44"/>
                  <a:pt x="19" y="46"/>
                  <a:pt x="25" y="46"/>
                </a:cubicBezTo>
                <a:cubicBezTo>
                  <a:pt x="31" y="46"/>
                  <a:pt x="36" y="44"/>
                  <a:pt x="40" y="40"/>
                </a:cubicBezTo>
                <a:cubicBezTo>
                  <a:pt x="44" y="36"/>
                  <a:pt x="46" y="31"/>
                  <a:pt x="46" y="25"/>
                </a:cubicBezTo>
                <a:cubicBezTo>
                  <a:pt x="46" y="19"/>
                  <a:pt x="44" y="14"/>
                  <a:pt x="40" y="10"/>
                </a:cubicBezTo>
                <a:close/>
                <a:moveTo>
                  <a:pt x="25" y="20"/>
                </a:moveTo>
                <a:cubicBezTo>
                  <a:pt x="25" y="20"/>
                  <a:pt x="25" y="20"/>
                  <a:pt x="25" y="20"/>
                </a:cubicBezTo>
                <a:cubicBezTo>
                  <a:pt x="26" y="20"/>
                  <a:pt x="27" y="20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9" y="22"/>
                  <a:pt x="30" y="23"/>
                  <a:pt x="30" y="25"/>
                </a:cubicBezTo>
                <a:cubicBezTo>
                  <a:pt x="30" y="26"/>
                  <a:pt x="29" y="27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7" y="29"/>
                  <a:pt x="26" y="30"/>
                  <a:pt x="25" y="30"/>
                </a:cubicBezTo>
                <a:cubicBezTo>
                  <a:pt x="23" y="30"/>
                  <a:pt x="22" y="29"/>
                  <a:pt x="21" y="28"/>
                </a:cubicBezTo>
                <a:cubicBezTo>
                  <a:pt x="21" y="28"/>
                  <a:pt x="21" y="28"/>
                  <a:pt x="21" y="28"/>
                </a:cubicBezTo>
                <a:cubicBezTo>
                  <a:pt x="20" y="27"/>
                  <a:pt x="20" y="26"/>
                  <a:pt x="20" y="25"/>
                </a:cubicBezTo>
                <a:cubicBezTo>
                  <a:pt x="20" y="23"/>
                  <a:pt x="20" y="22"/>
                  <a:pt x="21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2" y="20"/>
                  <a:pt x="23" y="20"/>
                  <a:pt x="25" y="20"/>
                </a:cubicBezTo>
                <a:close/>
                <a:moveTo>
                  <a:pt x="27" y="23"/>
                </a:moveTo>
                <a:cubicBezTo>
                  <a:pt x="27" y="23"/>
                  <a:pt x="27" y="23"/>
                  <a:pt x="27" y="23"/>
                </a:cubicBezTo>
                <a:cubicBezTo>
                  <a:pt x="26" y="22"/>
                  <a:pt x="25" y="22"/>
                  <a:pt x="25" y="22"/>
                </a:cubicBezTo>
                <a:cubicBezTo>
                  <a:pt x="24" y="22"/>
                  <a:pt x="23" y="22"/>
                  <a:pt x="23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2" y="23"/>
                  <a:pt x="22" y="24"/>
                  <a:pt x="22" y="25"/>
                </a:cubicBezTo>
                <a:cubicBezTo>
                  <a:pt x="22" y="26"/>
                  <a:pt x="22" y="26"/>
                  <a:pt x="23" y="27"/>
                </a:cubicBezTo>
                <a:cubicBezTo>
                  <a:pt x="23" y="27"/>
                  <a:pt x="23" y="27"/>
                  <a:pt x="23" y="27"/>
                </a:cubicBezTo>
                <a:cubicBezTo>
                  <a:pt x="23" y="27"/>
                  <a:pt x="24" y="28"/>
                  <a:pt x="25" y="28"/>
                </a:cubicBezTo>
                <a:cubicBezTo>
                  <a:pt x="25" y="28"/>
                  <a:pt x="26" y="27"/>
                  <a:pt x="27" y="27"/>
                </a:cubicBezTo>
                <a:cubicBezTo>
                  <a:pt x="27" y="26"/>
                  <a:pt x="27" y="26"/>
                  <a:pt x="27" y="25"/>
                </a:cubicBezTo>
                <a:cubicBezTo>
                  <a:pt x="27" y="24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lose/>
                <a:moveTo>
                  <a:pt x="18" y="18"/>
                </a:moveTo>
                <a:cubicBezTo>
                  <a:pt x="18" y="18"/>
                  <a:pt x="18" y="18"/>
                  <a:pt x="18" y="18"/>
                </a:cubicBezTo>
                <a:cubicBezTo>
                  <a:pt x="36" y="12"/>
                  <a:pt x="36" y="12"/>
                  <a:pt x="36" y="12"/>
                </a:cubicBezTo>
                <a:cubicBezTo>
                  <a:pt x="37" y="12"/>
                  <a:pt x="37" y="12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31"/>
                  <a:pt x="31" y="32"/>
                  <a:pt x="31" y="32"/>
                </a:cubicBezTo>
                <a:cubicBezTo>
                  <a:pt x="13" y="38"/>
                  <a:pt x="13" y="38"/>
                  <a:pt x="13" y="38"/>
                </a:cubicBezTo>
                <a:cubicBezTo>
                  <a:pt x="13" y="38"/>
                  <a:pt x="12" y="38"/>
                  <a:pt x="12" y="37"/>
                </a:cubicBezTo>
                <a:cubicBezTo>
                  <a:pt x="12" y="37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8" y="18"/>
                  <a:pt x="18" y="18"/>
                </a:cubicBezTo>
                <a:close/>
                <a:moveTo>
                  <a:pt x="35" y="15"/>
                </a:moveTo>
                <a:cubicBezTo>
                  <a:pt x="35" y="15"/>
                  <a:pt x="35" y="15"/>
                  <a:pt x="35" y="15"/>
                </a:cubicBezTo>
                <a:cubicBezTo>
                  <a:pt x="20" y="20"/>
                  <a:pt x="20" y="20"/>
                  <a:pt x="20" y="20"/>
                </a:cubicBezTo>
                <a:cubicBezTo>
                  <a:pt x="15" y="35"/>
                  <a:pt x="15" y="35"/>
                  <a:pt x="15" y="35"/>
                </a:cubicBezTo>
                <a:cubicBezTo>
                  <a:pt x="30" y="30"/>
                  <a:pt x="30" y="30"/>
                  <a:pt x="30" y="30"/>
                </a:cubicBezTo>
                <a:cubicBezTo>
                  <a:pt x="35" y="15"/>
                  <a:pt x="35" y="15"/>
                  <a:pt x="35" y="15"/>
                </a:cubicBezTo>
                <a:close/>
                <a:moveTo>
                  <a:pt x="24" y="6"/>
                </a:moveTo>
                <a:cubicBezTo>
                  <a:pt x="24" y="6"/>
                  <a:pt x="24" y="6"/>
                  <a:pt x="24" y="6"/>
                </a:cubicBezTo>
                <a:cubicBezTo>
                  <a:pt x="24" y="5"/>
                  <a:pt x="24" y="5"/>
                  <a:pt x="25" y="5"/>
                </a:cubicBezTo>
                <a:cubicBezTo>
                  <a:pt x="25" y="5"/>
                  <a:pt x="26" y="5"/>
                  <a:pt x="26" y="6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10"/>
                  <a:pt x="25" y="10"/>
                  <a:pt x="25" y="10"/>
                </a:cubicBezTo>
                <a:cubicBezTo>
                  <a:pt x="24" y="10"/>
                  <a:pt x="24" y="10"/>
                  <a:pt x="24" y="9"/>
                </a:cubicBezTo>
                <a:cubicBezTo>
                  <a:pt x="24" y="6"/>
                  <a:pt x="24" y="6"/>
                  <a:pt x="24" y="6"/>
                </a:cubicBezTo>
                <a:close/>
                <a:moveTo>
                  <a:pt x="44" y="24"/>
                </a:moveTo>
                <a:cubicBezTo>
                  <a:pt x="44" y="24"/>
                  <a:pt x="44" y="24"/>
                  <a:pt x="44" y="24"/>
                </a:cubicBezTo>
                <a:cubicBezTo>
                  <a:pt x="44" y="24"/>
                  <a:pt x="45" y="24"/>
                  <a:pt x="45" y="25"/>
                </a:cubicBezTo>
                <a:cubicBezTo>
                  <a:pt x="45" y="25"/>
                  <a:pt x="44" y="26"/>
                  <a:pt x="44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26"/>
                  <a:pt x="39" y="25"/>
                  <a:pt x="39" y="25"/>
                </a:cubicBezTo>
                <a:cubicBezTo>
                  <a:pt x="39" y="24"/>
                  <a:pt x="40" y="24"/>
                  <a:pt x="40" y="24"/>
                </a:cubicBezTo>
                <a:cubicBezTo>
                  <a:pt x="44" y="24"/>
                  <a:pt x="44" y="24"/>
                  <a:pt x="44" y="24"/>
                </a:cubicBezTo>
                <a:close/>
                <a:moveTo>
                  <a:pt x="26" y="44"/>
                </a:moveTo>
                <a:cubicBezTo>
                  <a:pt x="26" y="44"/>
                  <a:pt x="26" y="44"/>
                  <a:pt x="26" y="44"/>
                </a:cubicBezTo>
                <a:cubicBezTo>
                  <a:pt x="26" y="45"/>
                  <a:pt x="25" y="45"/>
                  <a:pt x="25" y="45"/>
                </a:cubicBezTo>
                <a:cubicBezTo>
                  <a:pt x="24" y="45"/>
                  <a:pt x="24" y="45"/>
                  <a:pt x="24" y="44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40"/>
                  <a:pt x="24" y="39"/>
                  <a:pt x="25" y="39"/>
                </a:cubicBezTo>
                <a:cubicBezTo>
                  <a:pt x="25" y="39"/>
                  <a:pt x="26" y="40"/>
                  <a:pt x="26" y="40"/>
                </a:cubicBezTo>
                <a:cubicBezTo>
                  <a:pt x="26" y="44"/>
                  <a:pt x="26" y="44"/>
                  <a:pt x="26" y="4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14" name="Freeform 248">
            <a:extLst>
              <a:ext uri="{FF2B5EF4-FFF2-40B4-BE49-F238E27FC236}">
                <a16:creationId xmlns:a16="http://schemas.microsoft.com/office/drawing/2014/main" id="{E3D12110-5C9B-80EC-47F8-6BFE82E402D1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4324799"/>
            <a:ext cx="211667" cy="224367"/>
          </a:xfrm>
          <a:custGeom>
            <a:avLst/>
            <a:gdLst>
              <a:gd name="T0" fmla="*/ 34925 w 50"/>
              <a:gd name="T1" fmla="*/ 111125 h 53"/>
              <a:gd name="T2" fmla="*/ 25400 w 50"/>
              <a:gd name="T3" fmla="*/ 149225 h 53"/>
              <a:gd name="T4" fmla="*/ 12700 w 50"/>
              <a:gd name="T5" fmla="*/ 155575 h 53"/>
              <a:gd name="T6" fmla="*/ 12700 w 50"/>
              <a:gd name="T7" fmla="*/ 104775 h 53"/>
              <a:gd name="T8" fmla="*/ 152400 w 50"/>
              <a:gd name="T9" fmla="*/ 168275 h 53"/>
              <a:gd name="T10" fmla="*/ 0 w 50"/>
              <a:gd name="T11" fmla="*/ 161925 h 53"/>
              <a:gd name="T12" fmla="*/ 6350 w 50"/>
              <a:gd name="T13" fmla="*/ 92075 h 53"/>
              <a:gd name="T14" fmla="*/ 12700 w 50"/>
              <a:gd name="T15" fmla="*/ 88900 h 53"/>
              <a:gd name="T16" fmla="*/ 0 w 50"/>
              <a:gd name="T17" fmla="*/ 82550 h 53"/>
              <a:gd name="T18" fmla="*/ 6350 w 50"/>
              <a:gd name="T19" fmla="*/ 12700 h 53"/>
              <a:gd name="T20" fmla="*/ 19050 w 50"/>
              <a:gd name="T21" fmla="*/ 0 h 53"/>
              <a:gd name="T22" fmla="*/ 133350 w 50"/>
              <a:gd name="T23" fmla="*/ 12700 h 53"/>
              <a:gd name="T24" fmla="*/ 146050 w 50"/>
              <a:gd name="T25" fmla="*/ 6350 h 53"/>
              <a:gd name="T26" fmla="*/ 158750 w 50"/>
              <a:gd name="T27" fmla="*/ 19050 h 53"/>
              <a:gd name="T28" fmla="*/ 152400 w 50"/>
              <a:gd name="T29" fmla="*/ 88900 h 53"/>
              <a:gd name="T30" fmla="*/ 146050 w 50"/>
              <a:gd name="T31" fmla="*/ 88900 h 53"/>
              <a:gd name="T32" fmla="*/ 152400 w 50"/>
              <a:gd name="T33" fmla="*/ 92075 h 53"/>
              <a:gd name="T34" fmla="*/ 158750 w 50"/>
              <a:gd name="T35" fmla="*/ 161925 h 53"/>
              <a:gd name="T36" fmla="*/ 25400 w 50"/>
              <a:gd name="T37" fmla="*/ 92075 h 53"/>
              <a:gd name="T38" fmla="*/ 133350 w 50"/>
              <a:gd name="T39" fmla="*/ 88900 h 53"/>
              <a:gd name="T40" fmla="*/ 25400 w 50"/>
              <a:gd name="T41" fmla="*/ 92075 h 53"/>
              <a:gd name="T42" fmla="*/ 12700 w 50"/>
              <a:gd name="T43" fmla="*/ 25400 h 53"/>
              <a:gd name="T44" fmla="*/ 146050 w 50"/>
              <a:gd name="T45" fmla="*/ 25400 h 53"/>
              <a:gd name="T46" fmla="*/ 31750 w 50"/>
              <a:gd name="T47" fmla="*/ 28575 h 53"/>
              <a:gd name="T48" fmla="*/ 31750 w 50"/>
              <a:gd name="T49" fmla="*/ 73025 h 53"/>
              <a:gd name="T50" fmla="*/ 47625 w 50"/>
              <a:gd name="T51" fmla="*/ 31750 h 53"/>
              <a:gd name="T52" fmla="*/ 53975 w 50"/>
              <a:gd name="T53" fmla="*/ 31750 h 53"/>
              <a:gd name="T54" fmla="*/ 47625 w 50"/>
              <a:gd name="T55" fmla="*/ 69850 h 53"/>
              <a:gd name="T56" fmla="*/ 66675 w 50"/>
              <a:gd name="T57" fmla="*/ 31750 h 53"/>
              <a:gd name="T58" fmla="*/ 73025 w 50"/>
              <a:gd name="T59" fmla="*/ 69850 h 53"/>
              <a:gd name="T60" fmla="*/ 66675 w 50"/>
              <a:gd name="T61" fmla="*/ 31750 h 53"/>
              <a:gd name="T62" fmla="*/ 88900 w 50"/>
              <a:gd name="T63" fmla="*/ 28575 h 53"/>
              <a:gd name="T64" fmla="*/ 88900 w 50"/>
              <a:gd name="T65" fmla="*/ 73025 h 53"/>
              <a:gd name="T66" fmla="*/ 104775 w 50"/>
              <a:gd name="T67" fmla="*/ 31750 h 53"/>
              <a:gd name="T68" fmla="*/ 111125 w 50"/>
              <a:gd name="T69" fmla="*/ 31750 h 53"/>
              <a:gd name="T70" fmla="*/ 104775 w 50"/>
              <a:gd name="T71" fmla="*/ 69850 h 53"/>
              <a:gd name="T72" fmla="*/ 123825 w 50"/>
              <a:gd name="T73" fmla="*/ 31750 h 53"/>
              <a:gd name="T74" fmla="*/ 133350 w 50"/>
              <a:gd name="T75" fmla="*/ 69850 h 53"/>
              <a:gd name="T76" fmla="*/ 123825 w 50"/>
              <a:gd name="T77" fmla="*/ 31750 h 53"/>
              <a:gd name="T78" fmla="*/ 50800 w 50"/>
              <a:gd name="T79" fmla="*/ 107950 h 53"/>
              <a:gd name="T80" fmla="*/ 50800 w 50"/>
              <a:gd name="T81" fmla="*/ 152400 h 53"/>
              <a:gd name="T82" fmla="*/ 66675 w 50"/>
              <a:gd name="T83" fmla="*/ 111125 h 53"/>
              <a:gd name="T84" fmla="*/ 73025 w 50"/>
              <a:gd name="T85" fmla="*/ 111125 h 53"/>
              <a:gd name="T86" fmla="*/ 66675 w 50"/>
              <a:gd name="T87" fmla="*/ 149225 h 53"/>
              <a:gd name="T88" fmla="*/ 85725 w 50"/>
              <a:gd name="T89" fmla="*/ 111125 h 53"/>
              <a:gd name="T90" fmla="*/ 92075 w 50"/>
              <a:gd name="T91" fmla="*/ 149225 h 53"/>
              <a:gd name="T92" fmla="*/ 85725 w 50"/>
              <a:gd name="T93" fmla="*/ 111125 h 53"/>
              <a:gd name="T94" fmla="*/ 107950 w 50"/>
              <a:gd name="T95" fmla="*/ 107950 h 53"/>
              <a:gd name="T96" fmla="*/ 107950 w 50"/>
              <a:gd name="T97" fmla="*/ 152400 h 53"/>
              <a:gd name="T98" fmla="*/ 123825 w 50"/>
              <a:gd name="T99" fmla="*/ 111125 h 53"/>
              <a:gd name="T100" fmla="*/ 133350 w 50"/>
              <a:gd name="T101" fmla="*/ 111125 h 53"/>
              <a:gd name="T102" fmla="*/ 123825 w 50"/>
              <a:gd name="T103" fmla="*/ 149225 h 53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0" h="53">
                <a:moveTo>
                  <a:pt x="8" y="35"/>
                </a:moveTo>
                <a:cubicBezTo>
                  <a:pt x="8" y="35"/>
                  <a:pt x="9" y="34"/>
                  <a:pt x="10" y="34"/>
                </a:cubicBezTo>
                <a:cubicBezTo>
                  <a:pt x="10" y="34"/>
                  <a:pt x="11" y="35"/>
                  <a:pt x="11" y="35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47"/>
                  <a:pt x="10" y="48"/>
                  <a:pt x="10" y="48"/>
                </a:cubicBezTo>
                <a:cubicBezTo>
                  <a:pt x="9" y="48"/>
                  <a:pt x="8" y="47"/>
                  <a:pt x="8" y="47"/>
                </a:cubicBezTo>
                <a:cubicBezTo>
                  <a:pt x="8" y="35"/>
                  <a:pt x="8" y="35"/>
                  <a:pt x="8" y="35"/>
                </a:cubicBezTo>
                <a:close/>
                <a:moveTo>
                  <a:pt x="4" y="49"/>
                </a:moveTo>
                <a:cubicBezTo>
                  <a:pt x="4" y="49"/>
                  <a:pt x="4" y="49"/>
                  <a:pt x="4" y="49"/>
                </a:cubicBezTo>
                <a:cubicBezTo>
                  <a:pt x="46" y="49"/>
                  <a:pt x="46" y="49"/>
                  <a:pt x="46" y="49"/>
                </a:cubicBezTo>
                <a:cubicBezTo>
                  <a:pt x="46" y="33"/>
                  <a:pt x="46" y="33"/>
                  <a:pt x="46" y="33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49"/>
                  <a:pt x="4" y="49"/>
                  <a:pt x="4" y="49"/>
                </a:cubicBezTo>
                <a:close/>
                <a:moveTo>
                  <a:pt x="48" y="53"/>
                </a:moveTo>
                <a:cubicBezTo>
                  <a:pt x="48" y="53"/>
                  <a:pt x="48" y="53"/>
                  <a:pt x="48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1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0"/>
                  <a:pt x="1" y="29"/>
                  <a:pt x="2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28"/>
                  <a:pt x="4" y="28"/>
                  <a:pt x="4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8"/>
                  <a:pt x="0" y="27"/>
                  <a:pt x="0" y="26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5" y="0"/>
                  <a:pt x="6" y="0"/>
                </a:cubicBezTo>
                <a:cubicBezTo>
                  <a:pt x="7" y="0"/>
                  <a:pt x="8" y="1"/>
                  <a:pt x="8" y="2"/>
                </a:cubicBezTo>
                <a:cubicBezTo>
                  <a:pt x="8" y="4"/>
                  <a:pt x="8" y="4"/>
                  <a:pt x="8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1"/>
                  <a:pt x="43" y="0"/>
                  <a:pt x="44" y="0"/>
                </a:cubicBezTo>
                <a:cubicBezTo>
                  <a:pt x="45" y="0"/>
                  <a:pt x="46" y="1"/>
                  <a:pt x="46" y="2"/>
                </a:cubicBezTo>
                <a:cubicBezTo>
                  <a:pt x="46" y="4"/>
                  <a:pt x="46" y="4"/>
                  <a:pt x="46" y="4"/>
                </a:cubicBezTo>
                <a:cubicBezTo>
                  <a:pt x="48" y="4"/>
                  <a:pt x="48" y="4"/>
                  <a:pt x="48" y="4"/>
                </a:cubicBezTo>
                <a:cubicBezTo>
                  <a:pt x="49" y="4"/>
                  <a:pt x="50" y="5"/>
                  <a:pt x="50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26"/>
                  <a:pt x="50" y="26"/>
                  <a:pt x="50" y="26"/>
                </a:cubicBezTo>
                <a:cubicBezTo>
                  <a:pt x="50" y="27"/>
                  <a:pt x="49" y="28"/>
                  <a:pt x="48" y="28"/>
                </a:cubicBezTo>
                <a:cubicBezTo>
                  <a:pt x="48" y="28"/>
                  <a:pt x="48" y="28"/>
                  <a:pt x="48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9"/>
                  <a:pt x="46" y="29"/>
                  <a:pt x="46" y="29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8" y="29"/>
                  <a:pt x="48" y="29"/>
                </a:cubicBezTo>
                <a:cubicBezTo>
                  <a:pt x="49" y="29"/>
                  <a:pt x="50" y="30"/>
                  <a:pt x="50" y="31"/>
                </a:cubicBezTo>
                <a:cubicBezTo>
                  <a:pt x="50" y="51"/>
                  <a:pt x="50" y="51"/>
                  <a:pt x="50" y="51"/>
                </a:cubicBezTo>
                <a:cubicBezTo>
                  <a:pt x="50" y="51"/>
                  <a:pt x="50" y="51"/>
                  <a:pt x="50" y="51"/>
                </a:cubicBezTo>
                <a:cubicBezTo>
                  <a:pt x="50" y="52"/>
                  <a:pt x="49" y="53"/>
                  <a:pt x="48" y="53"/>
                </a:cubicBezTo>
                <a:close/>
                <a:moveTo>
                  <a:pt x="8" y="29"/>
                </a:moveTo>
                <a:cubicBezTo>
                  <a:pt x="8" y="29"/>
                  <a:pt x="8" y="29"/>
                  <a:pt x="8" y="29"/>
                </a:cubicBezTo>
                <a:cubicBezTo>
                  <a:pt x="42" y="29"/>
                  <a:pt x="42" y="29"/>
                  <a:pt x="42" y="29"/>
                </a:cubicBezTo>
                <a:cubicBezTo>
                  <a:pt x="42" y="28"/>
                  <a:pt x="42" y="28"/>
                  <a:pt x="42" y="28"/>
                </a:cubicBezTo>
                <a:cubicBezTo>
                  <a:pt x="42" y="28"/>
                  <a:pt x="42" y="28"/>
                  <a:pt x="42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9"/>
                  <a:pt x="8" y="29"/>
                  <a:pt x="8" y="29"/>
                </a:cubicBezTo>
                <a:close/>
                <a:moveTo>
                  <a:pt x="46" y="8"/>
                </a:moveTo>
                <a:cubicBezTo>
                  <a:pt x="46" y="8"/>
                  <a:pt x="46" y="8"/>
                  <a:pt x="46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24"/>
                  <a:pt x="4" y="24"/>
                  <a:pt x="4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8"/>
                  <a:pt x="46" y="8"/>
                  <a:pt x="46" y="8"/>
                </a:cubicBezTo>
                <a:close/>
                <a:moveTo>
                  <a:pt x="8" y="10"/>
                </a:move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9" y="9"/>
                  <a:pt x="10" y="9"/>
                </a:cubicBezTo>
                <a:cubicBezTo>
                  <a:pt x="10" y="9"/>
                  <a:pt x="11" y="10"/>
                  <a:pt x="11" y="10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0" y="23"/>
                  <a:pt x="10" y="23"/>
                </a:cubicBezTo>
                <a:cubicBezTo>
                  <a:pt x="9" y="23"/>
                  <a:pt x="8" y="22"/>
                  <a:pt x="8" y="22"/>
                </a:cubicBezTo>
                <a:cubicBezTo>
                  <a:pt x="8" y="10"/>
                  <a:pt x="8" y="10"/>
                  <a:pt x="8" y="10"/>
                </a:cubicBezTo>
                <a:close/>
                <a:moveTo>
                  <a:pt x="15" y="10"/>
                </a:move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9"/>
                  <a:pt x="16" y="9"/>
                </a:cubicBezTo>
                <a:cubicBezTo>
                  <a:pt x="16" y="9"/>
                  <a:pt x="17" y="10"/>
                  <a:pt x="17" y="10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2"/>
                  <a:pt x="16" y="23"/>
                  <a:pt x="16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10"/>
                  <a:pt x="15" y="10"/>
                  <a:pt x="15" y="10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9"/>
                  <a:pt x="22" y="9"/>
                </a:cubicBezTo>
                <a:cubicBezTo>
                  <a:pt x="23" y="9"/>
                  <a:pt x="23" y="10"/>
                  <a:pt x="23" y="10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2"/>
                  <a:pt x="23" y="23"/>
                  <a:pt x="22" y="23"/>
                </a:cubicBezTo>
                <a:cubicBezTo>
                  <a:pt x="21" y="23"/>
                  <a:pt x="21" y="22"/>
                  <a:pt x="21" y="22"/>
                </a:cubicBezTo>
                <a:cubicBezTo>
                  <a:pt x="21" y="10"/>
                  <a:pt x="21" y="10"/>
                  <a:pt x="21" y="10"/>
                </a:cubicBezTo>
                <a:close/>
                <a:moveTo>
                  <a:pt x="27" y="10"/>
                </a:move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7" y="9"/>
                  <a:pt x="28" y="9"/>
                </a:cubicBezTo>
                <a:cubicBezTo>
                  <a:pt x="29" y="9"/>
                  <a:pt x="29" y="10"/>
                  <a:pt x="29" y="10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3"/>
                  <a:pt x="28" y="23"/>
                </a:cubicBezTo>
                <a:cubicBezTo>
                  <a:pt x="27" y="23"/>
                  <a:pt x="27" y="22"/>
                  <a:pt x="27" y="22"/>
                </a:cubicBezTo>
                <a:cubicBezTo>
                  <a:pt x="27" y="10"/>
                  <a:pt x="27" y="10"/>
                  <a:pt x="27" y="10"/>
                </a:cubicBezTo>
                <a:close/>
                <a:moveTo>
                  <a:pt x="33" y="10"/>
                </a:moveTo>
                <a:cubicBezTo>
                  <a:pt x="33" y="10"/>
                  <a:pt x="33" y="10"/>
                  <a:pt x="33" y="10"/>
                </a:cubicBezTo>
                <a:cubicBezTo>
                  <a:pt x="33" y="10"/>
                  <a:pt x="34" y="9"/>
                  <a:pt x="34" y="9"/>
                </a:cubicBezTo>
                <a:cubicBezTo>
                  <a:pt x="35" y="9"/>
                  <a:pt x="35" y="10"/>
                  <a:pt x="35" y="10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22"/>
                  <a:pt x="35" y="23"/>
                  <a:pt x="34" y="23"/>
                </a:cubicBezTo>
                <a:cubicBezTo>
                  <a:pt x="34" y="23"/>
                  <a:pt x="33" y="22"/>
                  <a:pt x="33" y="22"/>
                </a:cubicBezTo>
                <a:cubicBezTo>
                  <a:pt x="33" y="10"/>
                  <a:pt x="33" y="10"/>
                  <a:pt x="33" y="10"/>
                </a:cubicBezTo>
                <a:close/>
                <a:moveTo>
                  <a:pt x="39" y="10"/>
                </a:moveTo>
                <a:cubicBezTo>
                  <a:pt x="39" y="10"/>
                  <a:pt x="39" y="10"/>
                  <a:pt x="39" y="10"/>
                </a:cubicBezTo>
                <a:cubicBezTo>
                  <a:pt x="39" y="10"/>
                  <a:pt x="40" y="9"/>
                  <a:pt x="40" y="9"/>
                </a:cubicBezTo>
                <a:cubicBezTo>
                  <a:pt x="41" y="9"/>
                  <a:pt x="42" y="10"/>
                  <a:pt x="42" y="10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2"/>
                  <a:pt x="41" y="23"/>
                  <a:pt x="40" y="23"/>
                </a:cubicBezTo>
                <a:cubicBezTo>
                  <a:pt x="40" y="23"/>
                  <a:pt x="39" y="22"/>
                  <a:pt x="39" y="22"/>
                </a:cubicBezTo>
                <a:cubicBezTo>
                  <a:pt x="39" y="10"/>
                  <a:pt x="39" y="10"/>
                  <a:pt x="39" y="10"/>
                </a:cubicBezTo>
                <a:close/>
                <a:moveTo>
                  <a:pt x="15" y="35"/>
                </a:move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4"/>
                  <a:pt x="16" y="34"/>
                </a:cubicBezTo>
                <a:cubicBezTo>
                  <a:pt x="16" y="34"/>
                  <a:pt x="17" y="35"/>
                  <a:pt x="17" y="35"/>
                </a:cubicBezTo>
                <a:cubicBezTo>
                  <a:pt x="17" y="47"/>
                  <a:pt x="17" y="47"/>
                  <a:pt x="17" y="47"/>
                </a:cubicBezTo>
                <a:cubicBezTo>
                  <a:pt x="17" y="47"/>
                  <a:pt x="16" y="48"/>
                  <a:pt x="16" y="48"/>
                </a:cubicBezTo>
                <a:cubicBezTo>
                  <a:pt x="15" y="48"/>
                  <a:pt x="15" y="47"/>
                  <a:pt x="15" y="47"/>
                </a:cubicBezTo>
                <a:cubicBezTo>
                  <a:pt x="15" y="35"/>
                  <a:pt x="15" y="35"/>
                  <a:pt x="15" y="35"/>
                </a:cubicBezTo>
                <a:close/>
                <a:moveTo>
                  <a:pt x="21" y="35"/>
                </a:move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4"/>
                  <a:pt x="22" y="34"/>
                </a:cubicBezTo>
                <a:cubicBezTo>
                  <a:pt x="23" y="34"/>
                  <a:pt x="23" y="35"/>
                  <a:pt x="23" y="35"/>
                </a:cubicBezTo>
                <a:cubicBezTo>
                  <a:pt x="23" y="47"/>
                  <a:pt x="23" y="47"/>
                  <a:pt x="23" y="47"/>
                </a:cubicBezTo>
                <a:cubicBezTo>
                  <a:pt x="23" y="47"/>
                  <a:pt x="23" y="48"/>
                  <a:pt x="22" y="48"/>
                </a:cubicBezTo>
                <a:cubicBezTo>
                  <a:pt x="21" y="48"/>
                  <a:pt x="21" y="47"/>
                  <a:pt x="21" y="47"/>
                </a:cubicBezTo>
                <a:cubicBezTo>
                  <a:pt x="21" y="35"/>
                  <a:pt x="21" y="35"/>
                  <a:pt x="21" y="35"/>
                </a:cubicBezTo>
                <a:close/>
                <a:moveTo>
                  <a:pt x="27" y="35"/>
                </a:move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7" y="34"/>
                  <a:pt x="28" y="34"/>
                </a:cubicBezTo>
                <a:cubicBezTo>
                  <a:pt x="29" y="34"/>
                  <a:pt x="29" y="35"/>
                  <a:pt x="29" y="35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8"/>
                  <a:pt x="28" y="48"/>
                </a:cubicBezTo>
                <a:cubicBezTo>
                  <a:pt x="27" y="48"/>
                  <a:pt x="27" y="47"/>
                  <a:pt x="27" y="47"/>
                </a:cubicBezTo>
                <a:cubicBezTo>
                  <a:pt x="27" y="35"/>
                  <a:pt x="27" y="35"/>
                  <a:pt x="27" y="35"/>
                </a:cubicBezTo>
                <a:close/>
                <a:moveTo>
                  <a:pt x="33" y="35"/>
                </a:moveTo>
                <a:cubicBezTo>
                  <a:pt x="33" y="35"/>
                  <a:pt x="33" y="35"/>
                  <a:pt x="33" y="35"/>
                </a:cubicBezTo>
                <a:cubicBezTo>
                  <a:pt x="33" y="35"/>
                  <a:pt x="34" y="34"/>
                  <a:pt x="34" y="34"/>
                </a:cubicBezTo>
                <a:cubicBezTo>
                  <a:pt x="35" y="34"/>
                  <a:pt x="35" y="35"/>
                  <a:pt x="35" y="35"/>
                </a:cubicBezTo>
                <a:cubicBezTo>
                  <a:pt x="35" y="47"/>
                  <a:pt x="35" y="47"/>
                  <a:pt x="35" y="47"/>
                </a:cubicBezTo>
                <a:cubicBezTo>
                  <a:pt x="35" y="47"/>
                  <a:pt x="35" y="48"/>
                  <a:pt x="34" y="48"/>
                </a:cubicBezTo>
                <a:cubicBezTo>
                  <a:pt x="34" y="48"/>
                  <a:pt x="33" y="47"/>
                  <a:pt x="33" y="47"/>
                </a:cubicBezTo>
                <a:cubicBezTo>
                  <a:pt x="33" y="35"/>
                  <a:pt x="33" y="35"/>
                  <a:pt x="33" y="35"/>
                </a:cubicBezTo>
                <a:close/>
                <a:moveTo>
                  <a:pt x="39" y="35"/>
                </a:move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40" y="34"/>
                  <a:pt x="40" y="34"/>
                </a:cubicBezTo>
                <a:cubicBezTo>
                  <a:pt x="41" y="34"/>
                  <a:pt x="42" y="35"/>
                  <a:pt x="42" y="35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1" y="48"/>
                  <a:pt x="40" y="48"/>
                </a:cubicBezTo>
                <a:cubicBezTo>
                  <a:pt x="40" y="48"/>
                  <a:pt x="39" y="47"/>
                  <a:pt x="39" y="47"/>
                </a:cubicBezTo>
                <a:cubicBezTo>
                  <a:pt x="39" y="35"/>
                  <a:pt x="39" y="35"/>
                  <a:pt x="39" y="3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15" name="Freeform 249">
            <a:extLst>
              <a:ext uri="{FF2B5EF4-FFF2-40B4-BE49-F238E27FC236}">
                <a16:creationId xmlns:a16="http://schemas.microsoft.com/office/drawing/2014/main" id="{611018EB-196E-707D-AFFB-89857EE48840}"/>
              </a:ext>
            </a:extLst>
          </p:cNvPr>
          <p:cNvSpPr>
            <a:spLocks noEditPoints="1"/>
          </p:cNvSpPr>
          <p:nvPr/>
        </p:nvSpPr>
        <p:spPr bwMode="auto">
          <a:xfrm>
            <a:off x="11391301" y="4324798"/>
            <a:ext cx="211667" cy="228600"/>
          </a:xfrm>
          <a:custGeom>
            <a:avLst/>
            <a:gdLst>
              <a:gd name="T0" fmla="*/ 114300 w 50"/>
              <a:gd name="T1" fmla="*/ 149225 h 54"/>
              <a:gd name="T2" fmla="*/ 82550 w 50"/>
              <a:gd name="T3" fmla="*/ 149225 h 54"/>
              <a:gd name="T4" fmla="*/ 76200 w 50"/>
              <a:gd name="T5" fmla="*/ 130175 h 54"/>
              <a:gd name="T6" fmla="*/ 44450 w 50"/>
              <a:gd name="T7" fmla="*/ 152400 h 54"/>
              <a:gd name="T8" fmla="*/ 25400 w 50"/>
              <a:gd name="T9" fmla="*/ 130175 h 54"/>
              <a:gd name="T10" fmla="*/ 38100 w 50"/>
              <a:gd name="T11" fmla="*/ 123825 h 54"/>
              <a:gd name="T12" fmla="*/ 22225 w 50"/>
              <a:gd name="T13" fmla="*/ 92075 h 54"/>
              <a:gd name="T14" fmla="*/ 38100 w 50"/>
              <a:gd name="T15" fmla="*/ 69850 h 54"/>
              <a:gd name="T16" fmla="*/ 47625 w 50"/>
              <a:gd name="T17" fmla="*/ 88900 h 54"/>
              <a:gd name="T18" fmla="*/ 79375 w 50"/>
              <a:gd name="T19" fmla="*/ 66675 h 54"/>
              <a:gd name="T20" fmla="*/ 114300 w 50"/>
              <a:gd name="T21" fmla="*/ 88900 h 54"/>
              <a:gd name="T22" fmla="*/ 120650 w 50"/>
              <a:gd name="T23" fmla="*/ 69850 h 54"/>
              <a:gd name="T24" fmla="*/ 139700 w 50"/>
              <a:gd name="T25" fmla="*/ 92075 h 54"/>
              <a:gd name="T26" fmla="*/ 120650 w 50"/>
              <a:gd name="T27" fmla="*/ 123825 h 54"/>
              <a:gd name="T28" fmla="*/ 136525 w 50"/>
              <a:gd name="T29" fmla="*/ 130175 h 54"/>
              <a:gd name="T30" fmla="*/ 12700 w 50"/>
              <a:gd name="T31" fmla="*/ 47625 h 54"/>
              <a:gd name="T32" fmla="*/ 146050 w 50"/>
              <a:gd name="T33" fmla="*/ 38100 h 54"/>
              <a:gd name="T34" fmla="*/ 133350 w 50"/>
              <a:gd name="T35" fmla="*/ 25400 h 54"/>
              <a:gd name="T36" fmla="*/ 123825 w 50"/>
              <a:gd name="T37" fmla="*/ 38100 h 54"/>
              <a:gd name="T38" fmla="*/ 41275 w 50"/>
              <a:gd name="T39" fmla="*/ 25400 h 54"/>
              <a:gd name="T40" fmla="*/ 28575 w 50"/>
              <a:gd name="T41" fmla="*/ 31750 h 54"/>
              <a:gd name="T42" fmla="*/ 15875 w 50"/>
              <a:gd name="T43" fmla="*/ 28575 h 54"/>
              <a:gd name="T44" fmla="*/ 146050 w 50"/>
              <a:gd name="T45" fmla="*/ 60325 h 54"/>
              <a:gd name="T46" fmla="*/ 12700 w 50"/>
              <a:gd name="T47" fmla="*/ 146050 h 54"/>
              <a:gd name="T48" fmla="*/ 15875 w 50"/>
              <a:gd name="T49" fmla="*/ 155575 h 54"/>
              <a:gd name="T50" fmla="*/ 142875 w 50"/>
              <a:gd name="T51" fmla="*/ 155575 h 54"/>
              <a:gd name="T52" fmla="*/ 146050 w 50"/>
              <a:gd name="T53" fmla="*/ 60325 h 54"/>
              <a:gd name="T54" fmla="*/ 28575 w 50"/>
              <a:gd name="T55" fmla="*/ 12700 h 54"/>
              <a:gd name="T56" fmla="*/ 41275 w 50"/>
              <a:gd name="T57" fmla="*/ 6350 h 54"/>
              <a:gd name="T58" fmla="*/ 117475 w 50"/>
              <a:gd name="T59" fmla="*/ 6350 h 54"/>
              <a:gd name="T60" fmla="*/ 130175 w 50"/>
              <a:gd name="T61" fmla="*/ 12700 h 54"/>
              <a:gd name="T62" fmla="*/ 152400 w 50"/>
              <a:gd name="T63" fmla="*/ 19050 h 54"/>
              <a:gd name="T64" fmla="*/ 158750 w 50"/>
              <a:gd name="T65" fmla="*/ 53975 h 54"/>
              <a:gd name="T66" fmla="*/ 158750 w 50"/>
              <a:gd name="T67" fmla="*/ 146050 h 54"/>
              <a:gd name="T68" fmla="*/ 133350 w 50"/>
              <a:gd name="T69" fmla="*/ 171450 h 54"/>
              <a:gd name="T70" fmla="*/ 0 w 50"/>
              <a:gd name="T71" fmla="*/ 146050 h 54"/>
              <a:gd name="T72" fmla="*/ 0 w 50"/>
              <a:gd name="T73" fmla="*/ 53975 h 54"/>
              <a:gd name="T74" fmla="*/ 9525 w 50"/>
              <a:gd name="T75" fmla="*/ 19050 h 54"/>
              <a:gd name="T76" fmla="*/ 47625 w 50"/>
              <a:gd name="T77" fmla="*/ 95250 h 54"/>
              <a:gd name="T78" fmla="*/ 76200 w 50"/>
              <a:gd name="T79" fmla="*/ 123825 h 54"/>
              <a:gd name="T80" fmla="*/ 82550 w 50"/>
              <a:gd name="T81" fmla="*/ 95250 h 54"/>
              <a:gd name="T82" fmla="*/ 114300 w 50"/>
              <a:gd name="T83" fmla="*/ 123825 h 5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0" h="54">
                <a:moveTo>
                  <a:pt x="38" y="47"/>
                </a:moveTo>
                <a:cubicBezTo>
                  <a:pt x="38" y="48"/>
                  <a:pt x="38" y="48"/>
                  <a:pt x="37" y="48"/>
                </a:cubicBezTo>
                <a:cubicBezTo>
                  <a:pt x="36" y="48"/>
                  <a:pt x="36" y="48"/>
                  <a:pt x="36" y="47"/>
                </a:cubicBezTo>
                <a:cubicBezTo>
                  <a:pt x="36" y="41"/>
                  <a:pt x="36" y="41"/>
                  <a:pt x="36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48"/>
                  <a:pt x="26" y="48"/>
                  <a:pt x="25" y="48"/>
                </a:cubicBezTo>
                <a:cubicBezTo>
                  <a:pt x="25" y="48"/>
                  <a:pt x="24" y="48"/>
                  <a:pt x="24" y="47"/>
                </a:cubicBezTo>
                <a:cubicBezTo>
                  <a:pt x="24" y="41"/>
                  <a:pt x="24" y="41"/>
                  <a:pt x="24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7"/>
                  <a:pt x="15" y="47"/>
                  <a:pt x="15" y="47"/>
                </a:cubicBezTo>
                <a:cubicBezTo>
                  <a:pt x="15" y="48"/>
                  <a:pt x="14" y="48"/>
                  <a:pt x="14" y="48"/>
                </a:cubicBezTo>
                <a:cubicBezTo>
                  <a:pt x="13" y="48"/>
                  <a:pt x="12" y="48"/>
                  <a:pt x="12" y="47"/>
                </a:cubicBezTo>
                <a:cubicBezTo>
                  <a:pt x="12" y="41"/>
                  <a:pt x="12" y="41"/>
                  <a:pt x="12" y="41"/>
                </a:cubicBezTo>
                <a:cubicBezTo>
                  <a:pt x="8" y="41"/>
                  <a:pt x="8" y="41"/>
                  <a:pt x="8" y="41"/>
                </a:cubicBezTo>
                <a:cubicBezTo>
                  <a:pt x="7" y="41"/>
                  <a:pt x="7" y="40"/>
                  <a:pt x="7" y="40"/>
                </a:cubicBezTo>
                <a:cubicBezTo>
                  <a:pt x="7" y="39"/>
                  <a:pt x="7" y="39"/>
                  <a:pt x="8" y="39"/>
                </a:cubicBezTo>
                <a:cubicBezTo>
                  <a:pt x="12" y="39"/>
                  <a:pt x="12" y="39"/>
                  <a:pt x="12" y="39"/>
                </a:cubicBezTo>
                <a:cubicBezTo>
                  <a:pt x="12" y="30"/>
                  <a:pt x="12" y="30"/>
                  <a:pt x="12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30"/>
                  <a:pt x="7" y="30"/>
                  <a:pt x="7" y="29"/>
                </a:cubicBezTo>
                <a:cubicBezTo>
                  <a:pt x="7" y="29"/>
                  <a:pt x="7" y="28"/>
                  <a:pt x="8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2"/>
                  <a:pt x="12" y="22"/>
                  <a:pt x="12" y="22"/>
                </a:cubicBezTo>
                <a:cubicBezTo>
                  <a:pt x="12" y="21"/>
                  <a:pt x="13" y="21"/>
                  <a:pt x="14" y="21"/>
                </a:cubicBezTo>
                <a:cubicBezTo>
                  <a:pt x="14" y="21"/>
                  <a:pt x="15" y="21"/>
                  <a:pt x="15" y="22"/>
                </a:cubicBezTo>
                <a:cubicBezTo>
                  <a:pt x="15" y="28"/>
                  <a:pt x="15" y="28"/>
                  <a:pt x="15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1"/>
                  <a:pt x="25" y="21"/>
                  <a:pt x="25" y="21"/>
                </a:cubicBezTo>
                <a:cubicBezTo>
                  <a:pt x="26" y="21"/>
                  <a:pt x="26" y="21"/>
                  <a:pt x="26" y="22"/>
                </a:cubicBezTo>
                <a:cubicBezTo>
                  <a:pt x="26" y="28"/>
                  <a:pt x="26" y="28"/>
                  <a:pt x="2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1"/>
                  <a:pt x="36" y="21"/>
                  <a:pt x="37" y="21"/>
                </a:cubicBezTo>
                <a:cubicBezTo>
                  <a:pt x="38" y="21"/>
                  <a:pt x="38" y="21"/>
                  <a:pt x="38" y="22"/>
                </a:cubicBezTo>
                <a:cubicBezTo>
                  <a:pt x="38" y="28"/>
                  <a:pt x="38" y="28"/>
                  <a:pt x="38" y="28"/>
                </a:cubicBezTo>
                <a:cubicBezTo>
                  <a:pt x="43" y="28"/>
                  <a:pt x="43" y="28"/>
                  <a:pt x="43" y="28"/>
                </a:cubicBezTo>
                <a:cubicBezTo>
                  <a:pt x="43" y="28"/>
                  <a:pt x="44" y="29"/>
                  <a:pt x="44" y="29"/>
                </a:cubicBezTo>
                <a:cubicBezTo>
                  <a:pt x="44" y="30"/>
                  <a:pt x="43" y="30"/>
                  <a:pt x="43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9"/>
                  <a:pt x="38" y="39"/>
                  <a:pt x="38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3" y="39"/>
                  <a:pt x="44" y="39"/>
                  <a:pt x="44" y="40"/>
                </a:cubicBezTo>
                <a:cubicBezTo>
                  <a:pt x="44" y="40"/>
                  <a:pt x="43" y="41"/>
                  <a:pt x="43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7"/>
                  <a:pt x="38" y="47"/>
                  <a:pt x="38" y="47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6" y="15"/>
                  <a:pt x="46" y="15"/>
                  <a:pt x="46" y="15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11"/>
                  <a:pt x="46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3" y="8"/>
                  <a:pt x="42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1"/>
                  <a:pt x="40" y="12"/>
                  <a:pt x="39" y="12"/>
                </a:cubicBezTo>
                <a:cubicBezTo>
                  <a:pt x="38" y="12"/>
                  <a:pt x="37" y="11"/>
                  <a:pt x="37" y="10"/>
                </a:cubicBezTo>
                <a:cubicBezTo>
                  <a:pt x="37" y="8"/>
                  <a:pt x="37" y="8"/>
                  <a:pt x="37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1"/>
                  <a:pt x="12" y="12"/>
                  <a:pt x="11" y="12"/>
                </a:cubicBezTo>
                <a:cubicBezTo>
                  <a:pt x="10" y="12"/>
                  <a:pt x="9" y="11"/>
                  <a:pt x="9" y="10"/>
                </a:cubicBezTo>
                <a:cubicBezTo>
                  <a:pt x="9" y="8"/>
                  <a:pt x="9" y="8"/>
                  <a:pt x="9" y="8"/>
                </a:cubicBezTo>
                <a:cubicBezTo>
                  <a:pt x="8" y="8"/>
                  <a:pt x="8" y="8"/>
                  <a:pt x="8" y="8"/>
                </a:cubicBezTo>
                <a:cubicBezTo>
                  <a:pt x="7" y="8"/>
                  <a:pt x="6" y="8"/>
                  <a:pt x="5" y="9"/>
                </a:cubicBezTo>
                <a:cubicBezTo>
                  <a:pt x="4" y="10"/>
                  <a:pt x="4" y="11"/>
                  <a:pt x="4" y="12"/>
                </a:cubicBezTo>
                <a:cubicBezTo>
                  <a:pt x="4" y="15"/>
                  <a:pt x="4" y="15"/>
                  <a:pt x="4" y="15"/>
                </a:cubicBezTo>
                <a:close/>
                <a:moveTo>
                  <a:pt x="46" y="19"/>
                </a:moveTo>
                <a:cubicBezTo>
                  <a:pt x="46" y="19"/>
                  <a:pt x="46" y="19"/>
                  <a:pt x="46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7"/>
                  <a:pt x="4" y="48"/>
                  <a:pt x="5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6" y="50"/>
                  <a:pt x="7" y="50"/>
                  <a:pt x="8" y="50"/>
                </a:cubicBezTo>
                <a:cubicBezTo>
                  <a:pt x="42" y="50"/>
                  <a:pt x="42" y="50"/>
                  <a:pt x="42" y="50"/>
                </a:cubicBezTo>
                <a:cubicBezTo>
                  <a:pt x="43" y="50"/>
                  <a:pt x="44" y="50"/>
                  <a:pt x="45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6" y="48"/>
                  <a:pt x="46" y="47"/>
                  <a:pt x="46" y="46"/>
                </a:cubicBezTo>
                <a:cubicBezTo>
                  <a:pt x="46" y="19"/>
                  <a:pt x="46" y="19"/>
                  <a:pt x="46" y="19"/>
                </a:cubicBezTo>
                <a:close/>
                <a:moveTo>
                  <a:pt x="8" y="4"/>
                </a:moveTo>
                <a:cubicBezTo>
                  <a:pt x="8" y="4"/>
                  <a:pt x="8" y="4"/>
                  <a:pt x="8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2"/>
                  <a:pt x="9" y="2"/>
                  <a:pt x="9" y="2"/>
                </a:cubicBezTo>
                <a:cubicBezTo>
                  <a:pt x="9" y="0"/>
                  <a:pt x="10" y="0"/>
                  <a:pt x="11" y="0"/>
                </a:cubicBezTo>
                <a:cubicBezTo>
                  <a:pt x="12" y="0"/>
                  <a:pt x="13" y="0"/>
                  <a:pt x="13" y="2"/>
                </a:cubicBezTo>
                <a:cubicBezTo>
                  <a:pt x="13" y="4"/>
                  <a:pt x="13" y="4"/>
                  <a:pt x="13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0"/>
                  <a:pt x="38" y="0"/>
                  <a:pt x="39" y="0"/>
                </a:cubicBezTo>
                <a:cubicBezTo>
                  <a:pt x="40" y="0"/>
                  <a:pt x="41" y="0"/>
                  <a:pt x="41" y="2"/>
                </a:cubicBezTo>
                <a:cubicBezTo>
                  <a:pt x="41" y="4"/>
                  <a:pt x="41" y="4"/>
                  <a:pt x="41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4" y="4"/>
                  <a:pt x="46" y="5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49" y="8"/>
                  <a:pt x="50" y="10"/>
                  <a:pt x="50" y="12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8"/>
                  <a:pt x="49" y="50"/>
                  <a:pt x="48" y="52"/>
                </a:cubicBezTo>
                <a:cubicBezTo>
                  <a:pt x="48" y="52"/>
                  <a:pt x="48" y="52"/>
                  <a:pt x="48" y="52"/>
                </a:cubicBezTo>
                <a:cubicBezTo>
                  <a:pt x="46" y="53"/>
                  <a:pt x="44" y="54"/>
                  <a:pt x="42" y="54"/>
                </a:cubicBezTo>
                <a:cubicBezTo>
                  <a:pt x="8" y="54"/>
                  <a:pt x="8" y="54"/>
                  <a:pt x="8" y="54"/>
                </a:cubicBezTo>
                <a:cubicBezTo>
                  <a:pt x="6" y="54"/>
                  <a:pt x="4" y="53"/>
                  <a:pt x="3" y="52"/>
                </a:cubicBezTo>
                <a:cubicBezTo>
                  <a:pt x="1" y="50"/>
                  <a:pt x="0" y="48"/>
                  <a:pt x="0" y="46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0"/>
                  <a:pt x="1" y="8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4" y="5"/>
                  <a:pt x="6" y="4"/>
                  <a:pt x="8" y="4"/>
                </a:cubicBezTo>
                <a:close/>
                <a:moveTo>
                  <a:pt x="15" y="30"/>
                </a:moveTo>
                <a:cubicBezTo>
                  <a:pt x="15" y="30"/>
                  <a:pt x="15" y="30"/>
                  <a:pt x="15" y="30"/>
                </a:cubicBezTo>
                <a:cubicBezTo>
                  <a:pt x="15" y="39"/>
                  <a:pt x="15" y="39"/>
                  <a:pt x="1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30"/>
                  <a:pt x="24" y="30"/>
                  <a:pt x="24" y="30"/>
                </a:cubicBezTo>
                <a:cubicBezTo>
                  <a:pt x="15" y="30"/>
                  <a:pt x="15" y="30"/>
                  <a:pt x="15" y="30"/>
                </a:cubicBezTo>
                <a:close/>
                <a:moveTo>
                  <a:pt x="26" y="30"/>
                </a:moveTo>
                <a:cubicBezTo>
                  <a:pt x="26" y="30"/>
                  <a:pt x="26" y="30"/>
                  <a:pt x="26" y="30"/>
                </a:cubicBezTo>
                <a:cubicBezTo>
                  <a:pt x="26" y="39"/>
                  <a:pt x="26" y="39"/>
                  <a:pt x="26" y="39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30"/>
                  <a:pt x="36" y="30"/>
                  <a:pt x="36" y="30"/>
                </a:cubicBezTo>
                <a:cubicBezTo>
                  <a:pt x="26" y="30"/>
                  <a:pt x="26" y="30"/>
                  <a:pt x="26" y="3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16" name="Freeform 250">
            <a:extLst>
              <a:ext uri="{FF2B5EF4-FFF2-40B4-BE49-F238E27FC236}">
                <a16:creationId xmlns:a16="http://schemas.microsoft.com/office/drawing/2014/main" id="{3F905EE7-F9DF-06CE-52F5-E6ABB855908E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3890881"/>
            <a:ext cx="211667" cy="228600"/>
          </a:xfrm>
          <a:custGeom>
            <a:avLst/>
            <a:gdLst>
              <a:gd name="T0" fmla="*/ 158750 w 50"/>
              <a:gd name="T1" fmla="*/ 41275 h 54"/>
              <a:gd name="T2" fmla="*/ 158750 w 50"/>
              <a:gd name="T3" fmla="*/ 146050 h 54"/>
              <a:gd name="T4" fmla="*/ 136525 w 50"/>
              <a:gd name="T5" fmla="*/ 171450 h 54"/>
              <a:gd name="T6" fmla="*/ 6350 w 50"/>
              <a:gd name="T7" fmla="*/ 165100 h 54"/>
              <a:gd name="T8" fmla="*/ 0 w 50"/>
              <a:gd name="T9" fmla="*/ 50800 h 54"/>
              <a:gd name="T10" fmla="*/ 22225 w 50"/>
              <a:gd name="T11" fmla="*/ 25400 h 54"/>
              <a:gd name="T12" fmla="*/ 88900 w 50"/>
              <a:gd name="T13" fmla="*/ 9525 h 54"/>
              <a:gd name="T14" fmla="*/ 117475 w 50"/>
              <a:gd name="T15" fmla="*/ 0 h 54"/>
              <a:gd name="T16" fmla="*/ 146050 w 50"/>
              <a:gd name="T17" fmla="*/ 9525 h 54"/>
              <a:gd name="T18" fmla="*/ 155575 w 50"/>
              <a:gd name="T19" fmla="*/ 38100 h 54"/>
              <a:gd name="T20" fmla="*/ 117475 w 50"/>
              <a:gd name="T21" fmla="*/ 19050 h 54"/>
              <a:gd name="T22" fmla="*/ 136525 w 50"/>
              <a:gd name="T23" fmla="*/ 38100 h 54"/>
              <a:gd name="T24" fmla="*/ 117475 w 50"/>
              <a:gd name="T25" fmla="*/ 60325 h 54"/>
              <a:gd name="T26" fmla="*/ 95250 w 50"/>
              <a:gd name="T27" fmla="*/ 38100 h 54"/>
              <a:gd name="T28" fmla="*/ 117475 w 50"/>
              <a:gd name="T29" fmla="*/ 19050 h 54"/>
              <a:gd name="T30" fmla="*/ 123825 w 50"/>
              <a:gd name="T31" fmla="*/ 31750 h 54"/>
              <a:gd name="T32" fmla="*/ 107950 w 50"/>
              <a:gd name="T33" fmla="*/ 31750 h 54"/>
              <a:gd name="T34" fmla="*/ 107950 w 50"/>
              <a:gd name="T35" fmla="*/ 47625 h 54"/>
              <a:gd name="T36" fmla="*/ 123825 w 50"/>
              <a:gd name="T37" fmla="*/ 47625 h 54"/>
              <a:gd name="T38" fmla="*/ 123825 w 50"/>
              <a:gd name="T39" fmla="*/ 31750 h 54"/>
              <a:gd name="T40" fmla="*/ 76200 w 50"/>
              <a:gd name="T41" fmla="*/ 38100 h 54"/>
              <a:gd name="T42" fmla="*/ 15875 w 50"/>
              <a:gd name="T43" fmla="*/ 41275 h 54"/>
              <a:gd name="T44" fmla="*/ 12700 w 50"/>
              <a:gd name="T45" fmla="*/ 146050 h 54"/>
              <a:gd name="T46" fmla="*/ 22225 w 50"/>
              <a:gd name="T47" fmla="*/ 158750 h 54"/>
              <a:gd name="T48" fmla="*/ 142875 w 50"/>
              <a:gd name="T49" fmla="*/ 155575 h 54"/>
              <a:gd name="T50" fmla="*/ 146050 w 50"/>
              <a:gd name="T51" fmla="*/ 66675 h 54"/>
              <a:gd name="T52" fmla="*/ 120650 w 50"/>
              <a:gd name="T53" fmla="*/ 92075 h 54"/>
              <a:gd name="T54" fmla="*/ 114300 w 50"/>
              <a:gd name="T55" fmla="*/ 92075 h 54"/>
              <a:gd name="T56" fmla="*/ 114300 w 50"/>
              <a:gd name="T57" fmla="*/ 92075 h 54"/>
              <a:gd name="T58" fmla="*/ 82550 w 50"/>
              <a:gd name="T59" fmla="*/ 60325 h 54"/>
              <a:gd name="T60" fmla="*/ 139700 w 50"/>
              <a:gd name="T61" fmla="*/ 15875 h 54"/>
              <a:gd name="T62" fmla="*/ 117475 w 50"/>
              <a:gd name="T63" fmla="*/ 6350 h 54"/>
              <a:gd name="T64" fmla="*/ 92075 w 50"/>
              <a:gd name="T65" fmla="*/ 15875 h 54"/>
              <a:gd name="T66" fmla="*/ 88900 w 50"/>
              <a:gd name="T67" fmla="*/ 57150 h 54"/>
              <a:gd name="T68" fmla="*/ 107950 w 50"/>
              <a:gd name="T69" fmla="*/ 69850 h 54"/>
              <a:gd name="T70" fmla="*/ 127000 w 50"/>
              <a:gd name="T71" fmla="*/ 69850 h 54"/>
              <a:gd name="T72" fmla="*/ 142875 w 50"/>
              <a:gd name="T73" fmla="*/ 57150 h 54"/>
              <a:gd name="T74" fmla="*/ 139700 w 50"/>
              <a:gd name="T75" fmla="*/ 15875 h 54"/>
              <a:gd name="T76" fmla="*/ 139700 w 50"/>
              <a:gd name="T77" fmla="*/ 15875 h 54"/>
              <a:gd name="T78" fmla="*/ 92075 w 50"/>
              <a:gd name="T79" fmla="*/ 85725 h 54"/>
              <a:gd name="T80" fmla="*/ 95250 w 50"/>
              <a:gd name="T81" fmla="*/ 88900 h 54"/>
              <a:gd name="T82" fmla="*/ 107950 w 50"/>
              <a:gd name="T83" fmla="*/ 120650 h 54"/>
              <a:gd name="T84" fmla="*/ 136525 w 50"/>
              <a:gd name="T85" fmla="*/ 98425 h 54"/>
              <a:gd name="T86" fmla="*/ 114300 w 50"/>
              <a:gd name="T87" fmla="*/ 127000 h 54"/>
              <a:gd name="T88" fmla="*/ 120650 w 50"/>
              <a:gd name="T89" fmla="*/ 139700 h 54"/>
              <a:gd name="T90" fmla="*/ 104775 w 50"/>
              <a:gd name="T91" fmla="*/ 130175 h 54"/>
              <a:gd name="T92" fmla="*/ 104775 w 50"/>
              <a:gd name="T93" fmla="*/ 130175 h 54"/>
              <a:gd name="T94" fmla="*/ 104775 w 50"/>
              <a:gd name="T95" fmla="*/ 130175 h 54"/>
              <a:gd name="T96" fmla="*/ 104775 w 50"/>
              <a:gd name="T97" fmla="*/ 130175 h 54"/>
              <a:gd name="T98" fmla="*/ 38100 w 50"/>
              <a:gd name="T99" fmla="*/ 149225 h 54"/>
              <a:gd name="T100" fmla="*/ 34925 w 50"/>
              <a:gd name="T101" fmla="*/ 142875 h 54"/>
              <a:gd name="T102" fmla="*/ 60325 w 50"/>
              <a:gd name="T103" fmla="*/ 82550 h 54"/>
              <a:gd name="T104" fmla="*/ 25400 w 50"/>
              <a:gd name="T105" fmla="*/ 111125 h 54"/>
              <a:gd name="T106" fmla="*/ 53975 w 50"/>
              <a:gd name="T107" fmla="*/ 79375 h 54"/>
              <a:gd name="T108" fmla="*/ 34925 w 50"/>
              <a:gd name="T109" fmla="*/ 53975 h 54"/>
              <a:gd name="T110" fmla="*/ 60325 w 50"/>
              <a:gd name="T111" fmla="*/ 76200 h 54"/>
              <a:gd name="T112" fmla="*/ 60325 w 50"/>
              <a:gd name="T113" fmla="*/ 76200 h 54"/>
              <a:gd name="T114" fmla="*/ 60325 w 50"/>
              <a:gd name="T115" fmla="*/ 76200 h 54"/>
              <a:gd name="T116" fmla="*/ 92075 w 50"/>
              <a:gd name="T117" fmla="*/ 85725 h 5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0" h="54">
                <a:moveTo>
                  <a:pt x="49" y="12"/>
                </a:moveTo>
                <a:cubicBezTo>
                  <a:pt x="50" y="13"/>
                  <a:pt x="50" y="13"/>
                  <a:pt x="50" y="13"/>
                </a:cubicBezTo>
                <a:cubicBezTo>
                  <a:pt x="50" y="14"/>
                  <a:pt x="50" y="15"/>
                  <a:pt x="50" y="16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8"/>
                  <a:pt x="49" y="50"/>
                  <a:pt x="48" y="52"/>
                </a:cubicBezTo>
                <a:cubicBezTo>
                  <a:pt x="47" y="53"/>
                  <a:pt x="45" y="54"/>
                  <a:pt x="43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5" y="54"/>
                  <a:pt x="3" y="53"/>
                  <a:pt x="2" y="52"/>
                </a:cubicBezTo>
                <a:cubicBezTo>
                  <a:pt x="1" y="50"/>
                  <a:pt x="0" y="48"/>
                  <a:pt x="0" y="4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4"/>
                  <a:pt x="1" y="12"/>
                  <a:pt x="2" y="11"/>
                </a:cubicBezTo>
                <a:cubicBezTo>
                  <a:pt x="3" y="9"/>
                  <a:pt x="5" y="8"/>
                  <a:pt x="7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6"/>
                  <a:pt x="26" y="5"/>
                  <a:pt x="28" y="3"/>
                </a:cubicBezTo>
                <a:cubicBezTo>
                  <a:pt x="28" y="3"/>
                  <a:pt x="28" y="3"/>
                  <a:pt x="28" y="3"/>
                </a:cubicBezTo>
                <a:cubicBezTo>
                  <a:pt x="30" y="1"/>
                  <a:pt x="33" y="0"/>
                  <a:pt x="37" y="0"/>
                </a:cubicBezTo>
                <a:cubicBezTo>
                  <a:pt x="40" y="0"/>
                  <a:pt x="43" y="1"/>
                  <a:pt x="46" y="3"/>
                </a:cubicBezTo>
                <a:cubicBezTo>
                  <a:pt x="46" y="3"/>
                  <a:pt x="46" y="3"/>
                  <a:pt x="46" y="3"/>
                </a:cubicBezTo>
                <a:cubicBezTo>
                  <a:pt x="48" y="6"/>
                  <a:pt x="49" y="9"/>
                  <a:pt x="49" y="12"/>
                </a:cubicBezTo>
                <a:cubicBezTo>
                  <a:pt x="49" y="12"/>
                  <a:pt x="49" y="12"/>
                  <a:pt x="49" y="12"/>
                </a:cubicBezTo>
                <a:close/>
                <a:moveTo>
                  <a:pt x="37" y="6"/>
                </a:moveTo>
                <a:cubicBezTo>
                  <a:pt x="37" y="6"/>
                  <a:pt x="37" y="6"/>
                  <a:pt x="37" y="6"/>
                </a:cubicBezTo>
                <a:cubicBezTo>
                  <a:pt x="38" y="6"/>
                  <a:pt x="40" y="7"/>
                  <a:pt x="41" y="8"/>
                </a:cubicBezTo>
                <a:cubicBezTo>
                  <a:pt x="42" y="9"/>
                  <a:pt x="43" y="11"/>
                  <a:pt x="43" y="12"/>
                </a:cubicBezTo>
                <a:cubicBezTo>
                  <a:pt x="43" y="14"/>
                  <a:pt x="42" y="16"/>
                  <a:pt x="41" y="17"/>
                </a:cubicBezTo>
                <a:cubicBezTo>
                  <a:pt x="40" y="18"/>
                  <a:pt x="38" y="19"/>
                  <a:pt x="37" y="19"/>
                </a:cubicBezTo>
                <a:cubicBezTo>
                  <a:pt x="35" y="19"/>
                  <a:pt x="33" y="18"/>
                  <a:pt x="32" y="17"/>
                </a:cubicBezTo>
                <a:cubicBezTo>
                  <a:pt x="31" y="16"/>
                  <a:pt x="30" y="14"/>
                  <a:pt x="30" y="12"/>
                </a:cubicBezTo>
                <a:cubicBezTo>
                  <a:pt x="30" y="11"/>
                  <a:pt x="31" y="9"/>
                  <a:pt x="32" y="8"/>
                </a:cubicBezTo>
                <a:cubicBezTo>
                  <a:pt x="33" y="7"/>
                  <a:pt x="35" y="6"/>
                  <a:pt x="37" y="6"/>
                </a:cubicBezTo>
                <a:close/>
                <a:moveTo>
                  <a:pt x="39" y="10"/>
                </a:moveTo>
                <a:cubicBezTo>
                  <a:pt x="39" y="10"/>
                  <a:pt x="39" y="10"/>
                  <a:pt x="39" y="10"/>
                </a:cubicBezTo>
                <a:cubicBezTo>
                  <a:pt x="39" y="9"/>
                  <a:pt x="38" y="8"/>
                  <a:pt x="37" y="8"/>
                </a:cubicBezTo>
                <a:cubicBezTo>
                  <a:pt x="36" y="8"/>
                  <a:pt x="35" y="9"/>
                  <a:pt x="34" y="10"/>
                </a:cubicBezTo>
                <a:cubicBezTo>
                  <a:pt x="33" y="10"/>
                  <a:pt x="33" y="11"/>
                  <a:pt x="33" y="12"/>
                </a:cubicBezTo>
                <a:cubicBezTo>
                  <a:pt x="33" y="13"/>
                  <a:pt x="33" y="14"/>
                  <a:pt x="34" y="15"/>
                </a:cubicBezTo>
                <a:cubicBezTo>
                  <a:pt x="35" y="16"/>
                  <a:pt x="36" y="16"/>
                  <a:pt x="37" y="16"/>
                </a:cubicBezTo>
                <a:cubicBezTo>
                  <a:pt x="38" y="16"/>
                  <a:pt x="39" y="16"/>
                  <a:pt x="39" y="15"/>
                </a:cubicBezTo>
                <a:cubicBezTo>
                  <a:pt x="40" y="14"/>
                  <a:pt x="41" y="13"/>
                  <a:pt x="41" y="12"/>
                </a:cubicBezTo>
                <a:cubicBezTo>
                  <a:pt x="41" y="11"/>
                  <a:pt x="40" y="10"/>
                  <a:pt x="39" y="10"/>
                </a:cubicBezTo>
                <a:close/>
                <a:moveTo>
                  <a:pt x="24" y="12"/>
                </a:moveTo>
                <a:cubicBezTo>
                  <a:pt x="24" y="12"/>
                  <a:pt x="24" y="12"/>
                  <a:pt x="24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6" y="12"/>
                  <a:pt x="5" y="13"/>
                  <a:pt x="5" y="13"/>
                </a:cubicBezTo>
                <a:cubicBezTo>
                  <a:pt x="4" y="14"/>
                  <a:pt x="4" y="15"/>
                  <a:pt x="4" y="1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7"/>
                  <a:pt x="4" y="48"/>
                  <a:pt x="5" y="49"/>
                </a:cubicBezTo>
                <a:cubicBezTo>
                  <a:pt x="5" y="49"/>
                  <a:pt x="6" y="50"/>
                  <a:pt x="7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44" y="50"/>
                  <a:pt x="45" y="49"/>
                  <a:pt x="45" y="49"/>
                </a:cubicBezTo>
                <a:cubicBezTo>
                  <a:pt x="46" y="48"/>
                  <a:pt x="46" y="47"/>
                  <a:pt x="46" y="46"/>
                </a:cubicBezTo>
                <a:cubicBezTo>
                  <a:pt x="46" y="21"/>
                  <a:pt x="46" y="21"/>
                  <a:pt x="46" y="21"/>
                </a:cubicBezTo>
                <a:cubicBezTo>
                  <a:pt x="45" y="22"/>
                  <a:pt x="43" y="23"/>
                  <a:pt x="41" y="24"/>
                </a:cubicBezTo>
                <a:cubicBezTo>
                  <a:pt x="38" y="29"/>
                  <a:pt x="38" y="29"/>
                  <a:pt x="38" y="29"/>
                </a:cubicBezTo>
                <a:cubicBezTo>
                  <a:pt x="37" y="29"/>
                  <a:pt x="36" y="29"/>
                  <a:pt x="36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2" y="24"/>
                  <a:pt x="32" y="24"/>
                  <a:pt x="32" y="24"/>
                </a:cubicBezTo>
                <a:cubicBezTo>
                  <a:pt x="30" y="23"/>
                  <a:pt x="28" y="21"/>
                  <a:pt x="26" y="19"/>
                </a:cubicBezTo>
                <a:cubicBezTo>
                  <a:pt x="25" y="17"/>
                  <a:pt x="24" y="15"/>
                  <a:pt x="24" y="12"/>
                </a:cubicBezTo>
                <a:close/>
                <a:moveTo>
                  <a:pt x="44" y="5"/>
                </a:moveTo>
                <a:cubicBezTo>
                  <a:pt x="44" y="5"/>
                  <a:pt x="44" y="5"/>
                  <a:pt x="44" y="5"/>
                </a:cubicBezTo>
                <a:cubicBezTo>
                  <a:pt x="42" y="3"/>
                  <a:pt x="40" y="2"/>
                  <a:pt x="37" y="2"/>
                </a:cubicBezTo>
                <a:cubicBezTo>
                  <a:pt x="34" y="2"/>
                  <a:pt x="31" y="3"/>
                  <a:pt x="29" y="5"/>
                </a:cubicBezTo>
                <a:cubicBezTo>
                  <a:pt x="29" y="5"/>
                  <a:pt x="29" y="5"/>
                  <a:pt x="29" y="5"/>
                </a:cubicBezTo>
                <a:cubicBezTo>
                  <a:pt x="27" y="7"/>
                  <a:pt x="26" y="9"/>
                  <a:pt x="26" y="12"/>
                </a:cubicBezTo>
                <a:cubicBezTo>
                  <a:pt x="26" y="14"/>
                  <a:pt x="27" y="16"/>
                  <a:pt x="28" y="18"/>
                </a:cubicBezTo>
                <a:cubicBezTo>
                  <a:pt x="29" y="20"/>
                  <a:pt x="31" y="21"/>
                  <a:pt x="33" y="22"/>
                </a:cubicBezTo>
                <a:cubicBezTo>
                  <a:pt x="33" y="22"/>
                  <a:pt x="33" y="22"/>
                  <a:pt x="34" y="22"/>
                </a:cubicBezTo>
                <a:cubicBezTo>
                  <a:pt x="37" y="26"/>
                  <a:pt x="37" y="26"/>
                  <a:pt x="37" y="26"/>
                </a:cubicBezTo>
                <a:cubicBezTo>
                  <a:pt x="40" y="22"/>
                  <a:pt x="40" y="22"/>
                  <a:pt x="40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42" y="21"/>
                  <a:pt x="44" y="20"/>
                  <a:pt x="45" y="18"/>
                </a:cubicBezTo>
                <a:cubicBezTo>
                  <a:pt x="46" y="16"/>
                  <a:pt x="47" y="14"/>
                  <a:pt x="47" y="12"/>
                </a:cubicBezTo>
                <a:cubicBezTo>
                  <a:pt x="47" y="9"/>
                  <a:pt x="46" y="7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5"/>
                  <a:pt x="44" y="5"/>
                  <a:pt x="44" y="5"/>
                </a:cubicBezTo>
                <a:close/>
                <a:moveTo>
                  <a:pt x="29" y="27"/>
                </a:moveTo>
                <a:cubicBezTo>
                  <a:pt x="29" y="27"/>
                  <a:pt x="29" y="27"/>
                  <a:pt x="29" y="27"/>
                </a:cubicBezTo>
                <a:cubicBezTo>
                  <a:pt x="29" y="26"/>
                  <a:pt x="30" y="26"/>
                  <a:pt x="30" y="27"/>
                </a:cubicBezTo>
                <a:cubicBezTo>
                  <a:pt x="31" y="27"/>
                  <a:pt x="31" y="28"/>
                  <a:pt x="30" y="28"/>
                </a:cubicBezTo>
                <a:cubicBezTo>
                  <a:pt x="27" y="32"/>
                  <a:pt x="27" y="32"/>
                  <a:pt x="27" y="32"/>
                </a:cubicBezTo>
                <a:cubicBezTo>
                  <a:pt x="34" y="38"/>
                  <a:pt x="34" y="38"/>
                  <a:pt x="34" y="38"/>
                </a:cubicBezTo>
                <a:cubicBezTo>
                  <a:pt x="41" y="31"/>
                  <a:pt x="41" y="31"/>
                  <a:pt x="41" y="31"/>
                </a:cubicBezTo>
                <a:cubicBezTo>
                  <a:pt x="42" y="30"/>
                  <a:pt x="42" y="30"/>
                  <a:pt x="43" y="31"/>
                </a:cubicBezTo>
                <a:cubicBezTo>
                  <a:pt x="43" y="31"/>
                  <a:pt x="43" y="32"/>
                  <a:pt x="43" y="33"/>
                </a:cubicBezTo>
                <a:cubicBezTo>
                  <a:pt x="36" y="40"/>
                  <a:pt x="36" y="40"/>
                  <a:pt x="36" y="40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3"/>
                  <a:pt x="38" y="44"/>
                  <a:pt x="38" y="44"/>
                </a:cubicBezTo>
                <a:cubicBezTo>
                  <a:pt x="38" y="45"/>
                  <a:pt x="37" y="45"/>
                  <a:pt x="36" y="44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26" y="33"/>
                  <a:pt x="26" y="33"/>
                  <a:pt x="26" y="33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7"/>
                  <a:pt x="11" y="47"/>
                  <a:pt x="11" y="47"/>
                </a:cubicBezTo>
                <a:cubicBezTo>
                  <a:pt x="10" y="46"/>
                  <a:pt x="10" y="45"/>
                  <a:pt x="11" y="45"/>
                </a:cubicBezTo>
                <a:cubicBezTo>
                  <a:pt x="24" y="32"/>
                  <a:pt x="24" y="32"/>
                  <a:pt x="24" y="32"/>
                </a:cubicBezTo>
                <a:cubicBezTo>
                  <a:pt x="19" y="26"/>
                  <a:pt x="19" y="26"/>
                  <a:pt x="19" y="26"/>
                </a:cubicBezTo>
                <a:cubicBezTo>
                  <a:pt x="10" y="35"/>
                  <a:pt x="10" y="35"/>
                  <a:pt x="10" y="35"/>
                </a:cubicBezTo>
                <a:cubicBezTo>
                  <a:pt x="9" y="36"/>
                  <a:pt x="8" y="36"/>
                  <a:pt x="8" y="35"/>
                </a:cubicBezTo>
                <a:cubicBezTo>
                  <a:pt x="8" y="35"/>
                  <a:pt x="8" y="34"/>
                  <a:pt x="8" y="33"/>
                </a:cubicBezTo>
                <a:cubicBezTo>
                  <a:pt x="17" y="25"/>
                  <a:pt x="17" y="25"/>
                  <a:pt x="17" y="25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8"/>
                  <a:pt x="11" y="18"/>
                  <a:pt x="11" y="17"/>
                </a:cubicBezTo>
                <a:cubicBezTo>
                  <a:pt x="12" y="17"/>
                  <a:pt x="12" y="17"/>
                  <a:pt x="13" y="17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26" y="30"/>
                  <a:pt x="26" y="30"/>
                  <a:pt x="26" y="30"/>
                </a:cubicBezTo>
                <a:cubicBezTo>
                  <a:pt x="29" y="27"/>
                  <a:pt x="29" y="27"/>
                  <a:pt x="29" y="2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17" name="Freeform 251">
            <a:extLst>
              <a:ext uri="{FF2B5EF4-FFF2-40B4-BE49-F238E27FC236}">
                <a16:creationId xmlns:a16="http://schemas.microsoft.com/office/drawing/2014/main" id="{87E7D2FB-042C-254F-1648-2062BDA1F9C0}"/>
              </a:ext>
            </a:extLst>
          </p:cNvPr>
          <p:cNvSpPr>
            <a:spLocks noEditPoints="1"/>
          </p:cNvSpPr>
          <p:nvPr/>
        </p:nvSpPr>
        <p:spPr bwMode="auto">
          <a:xfrm>
            <a:off x="7308252" y="5241314"/>
            <a:ext cx="213783" cy="211667"/>
          </a:xfrm>
          <a:custGeom>
            <a:avLst/>
            <a:gdLst>
              <a:gd name="T0" fmla="*/ 80169 w 50"/>
              <a:gd name="T1" fmla="*/ 0 h 50"/>
              <a:gd name="T2" fmla="*/ 137890 w 50"/>
              <a:gd name="T3" fmla="*/ 22225 h 50"/>
              <a:gd name="T4" fmla="*/ 137890 w 50"/>
              <a:gd name="T5" fmla="*/ 22225 h 50"/>
              <a:gd name="T6" fmla="*/ 160337 w 50"/>
              <a:gd name="T7" fmla="*/ 79375 h 50"/>
              <a:gd name="T8" fmla="*/ 157130 w 50"/>
              <a:gd name="T9" fmla="*/ 104775 h 50"/>
              <a:gd name="T10" fmla="*/ 147510 w 50"/>
              <a:gd name="T11" fmla="*/ 123825 h 50"/>
              <a:gd name="T12" fmla="*/ 147510 w 50"/>
              <a:gd name="T13" fmla="*/ 152400 h 50"/>
              <a:gd name="T14" fmla="*/ 141097 w 50"/>
              <a:gd name="T15" fmla="*/ 158750 h 50"/>
              <a:gd name="T16" fmla="*/ 141097 w 50"/>
              <a:gd name="T17" fmla="*/ 158750 h 50"/>
              <a:gd name="T18" fmla="*/ 80169 w 50"/>
              <a:gd name="T19" fmla="*/ 158750 h 50"/>
              <a:gd name="T20" fmla="*/ 25654 w 50"/>
              <a:gd name="T21" fmla="*/ 136525 h 50"/>
              <a:gd name="T22" fmla="*/ 25654 w 50"/>
              <a:gd name="T23" fmla="*/ 136525 h 50"/>
              <a:gd name="T24" fmla="*/ 0 w 50"/>
              <a:gd name="T25" fmla="*/ 79375 h 50"/>
              <a:gd name="T26" fmla="*/ 25654 w 50"/>
              <a:gd name="T27" fmla="*/ 22225 h 50"/>
              <a:gd name="T28" fmla="*/ 25654 w 50"/>
              <a:gd name="T29" fmla="*/ 22225 h 50"/>
              <a:gd name="T30" fmla="*/ 80169 w 50"/>
              <a:gd name="T31" fmla="*/ 0 h 50"/>
              <a:gd name="T32" fmla="*/ 41688 w 50"/>
              <a:gd name="T33" fmla="*/ 63500 h 50"/>
              <a:gd name="T34" fmla="*/ 41688 w 50"/>
              <a:gd name="T35" fmla="*/ 63500 h 50"/>
              <a:gd name="T36" fmla="*/ 38481 w 50"/>
              <a:gd name="T37" fmla="*/ 60325 h 50"/>
              <a:gd name="T38" fmla="*/ 41688 w 50"/>
              <a:gd name="T39" fmla="*/ 57150 h 50"/>
              <a:gd name="T40" fmla="*/ 121856 w 50"/>
              <a:gd name="T41" fmla="*/ 57150 h 50"/>
              <a:gd name="T42" fmla="*/ 125063 w 50"/>
              <a:gd name="T43" fmla="*/ 60325 h 50"/>
              <a:gd name="T44" fmla="*/ 121856 w 50"/>
              <a:gd name="T45" fmla="*/ 63500 h 50"/>
              <a:gd name="T46" fmla="*/ 41688 w 50"/>
              <a:gd name="T47" fmla="*/ 63500 h 50"/>
              <a:gd name="T48" fmla="*/ 41688 w 50"/>
              <a:gd name="T49" fmla="*/ 82550 h 50"/>
              <a:gd name="T50" fmla="*/ 41688 w 50"/>
              <a:gd name="T51" fmla="*/ 82550 h 50"/>
              <a:gd name="T52" fmla="*/ 38481 w 50"/>
              <a:gd name="T53" fmla="*/ 79375 h 50"/>
              <a:gd name="T54" fmla="*/ 41688 w 50"/>
              <a:gd name="T55" fmla="*/ 76200 h 50"/>
              <a:gd name="T56" fmla="*/ 121856 w 50"/>
              <a:gd name="T57" fmla="*/ 76200 h 50"/>
              <a:gd name="T58" fmla="*/ 125063 w 50"/>
              <a:gd name="T59" fmla="*/ 79375 h 50"/>
              <a:gd name="T60" fmla="*/ 121856 w 50"/>
              <a:gd name="T61" fmla="*/ 82550 h 50"/>
              <a:gd name="T62" fmla="*/ 41688 w 50"/>
              <a:gd name="T63" fmla="*/ 82550 h 50"/>
              <a:gd name="T64" fmla="*/ 41688 w 50"/>
              <a:gd name="T65" fmla="*/ 101600 h 50"/>
              <a:gd name="T66" fmla="*/ 41688 w 50"/>
              <a:gd name="T67" fmla="*/ 101600 h 50"/>
              <a:gd name="T68" fmla="*/ 38481 w 50"/>
              <a:gd name="T69" fmla="*/ 98425 h 50"/>
              <a:gd name="T70" fmla="*/ 41688 w 50"/>
              <a:gd name="T71" fmla="*/ 95250 h 50"/>
              <a:gd name="T72" fmla="*/ 121856 w 50"/>
              <a:gd name="T73" fmla="*/ 95250 h 50"/>
              <a:gd name="T74" fmla="*/ 125063 w 50"/>
              <a:gd name="T75" fmla="*/ 98425 h 50"/>
              <a:gd name="T76" fmla="*/ 121856 w 50"/>
              <a:gd name="T77" fmla="*/ 101600 h 50"/>
              <a:gd name="T78" fmla="*/ 41688 w 50"/>
              <a:gd name="T79" fmla="*/ 101600 h 50"/>
              <a:gd name="T80" fmla="*/ 128270 w 50"/>
              <a:gd name="T81" fmla="*/ 31750 h 50"/>
              <a:gd name="T82" fmla="*/ 128270 w 50"/>
              <a:gd name="T83" fmla="*/ 31750 h 50"/>
              <a:gd name="T84" fmla="*/ 80169 w 50"/>
              <a:gd name="T85" fmla="*/ 12700 h 50"/>
              <a:gd name="T86" fmla="*/ 32067 w 50"/>
              <a:gd name="T87" fmla="*/ 31750 h 50"/>
              <a:gd name="T88" fmla="*/ 32067 w 50"/>
              <a:gd name="T89" fmla="*/ 31750 h 50"/>
              <a:gd name="T90" fmla="*/ 32067 w 50"/>
              <a:gd name="T91" fmla="*/ 31750 h 50"/>
              <a:gd name="T92" fmla="*/ 12827 w 50"/>
              <a:gd name="T93" fmla="*/ 79375 h 50"/>
              <a:gd name="T94" fmla="*/ 32067 w 50"/>
              <a:gd name="T95" fmla="*/ 127000 h 50"/>
              <a:gd name="T96" fmla="*/ 32067 w 50"/>
              <a:gd name="T97" fmla="*/ 127000 h 50"/>
              <a:gd name="T98" fmla="*/ 80169 w 50"/>
              <a:gd name="T99" fmla="*/ 146050 h 50"/>
              <a:gd name="T100" fmla="*/ 134683 w 50"/>
              <a:gd name="T101" fmla="*/ 146050 h 50"/>
              <a:gd name="T102" fmla="*/ 134683 w 50"/>
              <a:gd name="T103" fmla="*/ 123825 h 50"/>
              <a:gd name="T104" fmla="*/ 134683 w 50"/>
              <a:gd name="T105" fmla="*/ 123825 h 50"/>
              <a:gd name="T106" fmla="*/ 134683 w 50"/>
              <a:gd name="T107" fmla="*/ 117475 h 50"/>
              <a:gd name="T108" fmla="*/ 144303 w 50"/>
              <a:gd name="T109" fmla="*/ 98425 h 50"/>
              <a:gd name="T110" fmla="*/ 147510 w 50"/>
              <a:gd name="T111" fmla="*/ 79375 h 50"/>
              <a:gd name="T112" fmla="*/ 128270 w 50"/>
              <a:gd name="T113" fmla="*/ 31750 h 50"/>
              <a:gd name="T114" fmla="*/ 128270 w 50"/>
              <a:gd name="T115" fmla="*/ 31750 h 5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0" h="50">
                <a:moveTo>
                  <a:pt x="25" y="0"/>
                </a:moveTo>
                <a:cubicBezTo>
                  <a:pt x="32" y="0"/>
                  <a:pt x="38" y="3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8" y="12"/>
                  <a:pt x="50" y="18"/>
                  <a:pt x="50" y="25"/>
                </a:cubicBezTo>
                <a:cubicBezTo>
                  <a:pt x="50" y="28"/>
                  <a:pt x="50" y="30"/>
                  <a:pt x="49" y="33"/>
                </a:cubicBezTo>
                <a:cubicBezTo>
                  <a:pt x="48" y="35"/>
                  <a:pt x="47" y="37"/>
                  <a:pt x="46" y="39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9"/>
                  <a:pt x="45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18" y="50"/>
                  <a:pt x="12" y="47"/>
                  <a:pt x="8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12" y="3"/>
                  <a:pt x="18" y="0"/>
                  <a:pt x="25" y="0"/>
                </a:cubicBezTo>
                <a:close/>
                <a:moveTo>
                  <a:pt x="13" y="20"/>
                </a:moveTo>
                <a:cubicBezTo>
                  <a:pt x="13" y="20"/>
                  <a:pt x="13" y="20"/>
                  <a:pt x="13" y="20"/>
                </a:cubicBezTo>
                <a:cubicBezTo>
                  <a:pt x="12" y="20"/>
                  <a:pt x="12" y="19"/>
                  <a:pt x="12" y="19"/>
                </a:cubicBezTo>
                <a:cubicBezTo>
                  <a:pt x="12" y="18"/>
                  <a:pt x="12" y="18"/>
                  <a:pt x="13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8" y="18"/>
                  <a:pt x="39" y="18"/>
                  <a:pt x="39" y="19"/>
                </a:cubicBezTo>
                <a:cubicBezTo>
                  <a:pt x="39" y="19"/>
                  <a:pt x="38" y="20"/>
                  <a:pt x="38" y="20"/>
                </a:cubicBezTo>
                <a:cubicBezTo>
                  <a:pt x="13" y="20"/>
                  <a:pt x="13" y="20"/>
                  <a:pt x="13" y="20"/>
                </a:cubicBezTo>
                <a:close/>
                <a:moveTo>
                  <a:pt x="13" y="26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5"/>
                </a:cubicBezTo>
                <a:cubicBezTo>
                  <a:pt x="12" y="24"/>
                  <a:pt x="12" y="24"/>
                  <a:pt x="13" y="24"/>
                </a:cubicBezTo>
                <a:cubicBezTo>
                  <a:pt x="38" y="24"/>
                  <a:pt x="38" y="24"/>
                  <a:pt x="38" y="24"/>
                </a:cubicBezTo>
                <a:cubicBezTo>
                  <a:pt x="38" y="24"/>
                  <a:pt x="39" y="24"/>
                  <a:pt x="39" y="25"/>
                </a:cubicBezTo>
                <a:cubicBezTo>
                  <a:pt x="39" y="26"/>
                  <a:pt x="38" y="26"/>
                  <a:pt x="38" y="26"/>
                </a:cubicBezTo>
                <a:cubicBezTo>
                  <a:pt x="13" y="26"/>
                  <a:pt x="13" y="26"/>
                  <a:pt x="13" y="26"/>
                </a:cubicBezTo>
                <a:close/>
                <a:moveTo>
                  <a:pt x="13" y="32"/>
                </a:moveTo>
                <a:cubicBezTo>
                  <a:pt x="13" y="32"/>
                  <a:pt x="13" y="32"/>
                  <a:pt x="13" y="32"/>
                </a:cubicBezTo>
                <a:cubicBezTo>
                  <a:pt x="12" y="32"/>
                  <a:pt x="12" y="32"/>
                  <a:pt x="12" y="31"/>
                </a:cubicBezTo>
                <a:cubicBezTo>
                  <a:pt x="12" y="30"/>
                  <a:pt x="12" y="30"/>
                  <a:pt x="13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9" y="30"/>
                  <a:pt x="39" y="31"/>
                </a:cubicBezTo>
                <a:cubicBezTo>
                  <a:pt x="39" y="32"/>
                  <a:pt x="38" y="32"/>
                  <a:pt x="38" y="32"/>
                </a:cubicBezTo>
                <a:cubicBezTo>
                  <a:pt x="13" y="32"/>
                  <a:pt x="13" y="32"/>
                  <a:pt x="13" y="32"/>
                </a:cubicBezTo>
                <a:close/>
                <a:moveTo>
                  <a:pt x="40" y="10"/>
                </a:moveTo>
                <a:cubicBezTo>
                  <a:pt x="40" y="10"/>
                  <a:pt x="40" y="10"/>
                  <a:pt x="40" y="10"/>
                </a:cubicBezTo>
                <a:cubicBezTo>
                  <a:pt x="36" y="6"/>
                  <a:pt x="31" y="4"/>
                  <a:pt x="25" y="4"/>
                </a:cubicBezTo>
                <a:cubicBezTo>
                  <a:pt x="19" y="4"/>
                  <a:pt x="14" y="6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4" y="19"/>
                  <a:pt x="4" y="25"/>
                </a:cubicBezTo>
                <a:cubicBezTo>
                  <a:pt x="4" y="31"/>
                  <a:pt x="6" y="36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4" y="44"/>
                  <a:pt x="19" y="46"/>
                  <a:pt x="25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8"/>
                  <a:pt x="42" y="38"/>
                  <a:pt x="42" y="37"/>
                </a:cubicBezTo>
                <a:cubicBezTo>
                  <a:pt x="44" y="36"/>
                  <a:pt x="45" y="34"/>
                  <a:pt x="45" y="31"/>
                </a:cubicBezTo>
                <a:cubicBezTo>
                  <a:pt x="46" y="29"/>
                  <a:pt x="46" y="27"/>
                  <a:pt x="46" y="25"/>
                </a:cubicBezTo>
                <a:cubicBezTo>
                  <a:pt x="46" y="19"/>
                  <a:pt x="44" y="14"/>
                  <a:pt x="40" y="10"/>
                </a:cubicBezTo>
                <a:cubicBezTo>
                  <a:pt x="40" y="10"/>
                  <a:pt x="40" y="10"/>
                  <a:pt x="40" y="1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18" name="Freeform 252">
            <a:extLst>
              <a:ext uri="{FF2B5EF4-FFF2-40B4-BE49-F238E27FC236}">
                <a16:creationId xmlns:a16="http://schemas.microsoft.com/office/drawing/2014/main" id="{6ABB19E0-A183-6337-06AD-4039C7CBAE5A}"/>
              </a:ext>
            </a:extLst>
          </p:cNvPr>
          <p:cNvSpPr>
            <a:spLocks noEditPoints="1"/>
          </p:cNvSpPr>
          <p:nvPr/>
        </p:nvSpPr>
        <p:spPr bwMode="auto">
          <a:xfrm>
            <a:off x="1288452" y="5232847"/>
            <a:ext cx="258233" cy="228600"/>
          </a:xfrm>
          <a:custGeom>
            <a:avLst/>
            <a:gdLst>
              <a:gd name="T0" fmla="*/ 79375 w 61"/>
              <a:gd name="T1" fmla="*/ 44450 h 54"/>
              <a:gd name="T2" fmla="*/ 57150 w 61"/>
              <a:gd name="T3" fmla="*/ 31750 h 54"/>
              <a:gd name="T4" fmla="*/ 66675 w 61"/>
              <a:gd name="T5" fmla="*/ 22225 h 54"/>
              <a:gd name="T6" fmla="*/ 60325 w 61"/>
              <a:gd name="T7" fmla="*/ 50800 h 54"/>
              <a:gd name="T8" fmla="*/ 76200 w 61"/>
              <a:gd name="T9" fmla="*/ 53975 h 54"/>
              <a:gd name="T10" fmla="*/ 92075 w 61"/>
              <a:gd name="T11" fmla="*/ 41275 h 54"/>
              <a:gd name="T12" fmla="*/ 142875 w 61"/>
              <a:gd name="T13" fmla="*/ 47625 h 54"/>
              <a:gd name="T14" fmla="*/ 158750 w 61"/>
              <a:gd name="T15" fmla="*/ 79375 h 54"/>
              <a:gd name="T16" fmla="*/ 152400 w 61"/>
              <a:gd name="T17" fmla="*/ 101600 h 54"/>
              <a:gd name="T18" fmla="*/ 146050 w 61"/>
              <a:gd name="T19" fmla="*/ 158750 h 54"/>
              <a:gd name="T20" fmla="*/ 60325 w 61"/>
              <a:gd name="T21" fmla="*/ 171450 h 54"/>
              <a:gd name="T22" fmla="*/ 0 w 61"/>
              <a:gd name="T23" fmla="*/ 111125 h 54"/>
              <a:gd name="T24" fmla="*/ 60325 w 61"/>
              <a:gd name="T25" fmla="*/ 50800 h 54"/>
              <a:gd name="T26" fmla="*/ 88900 w 61"/>
              <a:gd name="T27" fmla="*/ 57150 h 54"/>
              <a:gd name="T28" fmla="*/ 114300 w 61"/>
              <a:gd name="T29" fmla="*/ 82550 h 54"/>
              <a:gd name="T30" fmla="*/ 142875 w 61"/>
              <a:gd name="T31" fmla="*/ 92075 h 54"/>
              <a:gd name="T32" fmla="*/ 146050 w 61"/>
              <a:gd name="T33" fmla="*/ 79375 h 54"/>
              <a:gd name="T34" fmla="*/ 136525 w 61"/>
              <a:gd name="T35" fmla="*/ 57150 h 54"/>
              <a:gd name="T36" fmla="*/ 95250 w 61"/>
              <a:gd name="T37" fmla="*/ 50800 h 54"/>
              <a:gd name="T38" fmla="*/ 88900 w 61"/>
              <a:gd name="T39" fmla="*/ 57150 h 54"/>
              <a:gd name="T40" fmla="*/ 168275 w 61"/>
              <a:gd name="T41" fmla="*/ 85725 h 54"/>
              <a:gd name="T42" fmla="*/ 168275 w 61"/>
              <a:gd name="T43" fmla="*/ 73025 h 54"/>
              <a:gd name="T44" fmla="*/ 193675 w 61"/>
              <a:gd name="T45" fmla="*/ 79375 h 54"/>
              <a:gd name="T46" fmla="*/ 168275 w 61"/>
              <a:gd name="T47" fmla="*/ 85725 h 54"/>
              <a:gd name="T48" fmla="*/ 155575 w 61"/>
              <a:gd name="T49" fmla="*/ 44450 h 54"/>
              <a:gd name="T50" fmla="*/ 149225 w 61"/>
              <a:gd name="T51" fmla="*/ 34925 h 54"/>
              <a:gd name="T52" fmla="*/ 168275 w 61"/>
              <a:gd name="T53" fmla="*/ 22225 h 54"/>
              <a:gd name="T54" fmla="*/ 155575 w 61"/>
              <a:gd name="T55" fmla="*/ 44450 h 54"/>
              <a:gd name="T56" fmla="*/ 120650 w 61"/>
              <a:gd name="T57" fmla="*/ 22225 h 54"/>
              <a:gd name="T58" fmla="*/ 107950 w 61"/>
              <a:gd name="T59" fmla="*/ 22225 h 54"/>
              <a:gd name="T60" fmla="*/ 114300 w 61"/>
              <a:gd name="T61" fmla="*/ 0 h 54"/>
              <a:gd name="T62" fmla="*/ 120650 w 61"/>
              <a:gd name="T63" fmla="*/ 22225 h 54"/>
              <a:gd name="T64" fmla="*/ 85725 w 61"/>
              <a:gd name="T65" fmla="*/ 69850 h 54"/>
              <a:gd name="T66" fmla="*/ 25400 w 61"/>
              <a:gd name="T67" fmla="*/ 76200 h 54"/>
              <a:gd name="T68" fmla="*/ 25400 w 61"/>
              <a:gd name="T69" fmla="*/ 146050 h 54"/>
              <a:gd name="T70" fmla="*/ 114300 w 61"/>
              <a:gd name="T71" fmla="*/ 158750 h 54"/>
              <a:gd name="T72" fmla="*/ 146050 w 61"/>
              <a:gd name="T73" fmla="*/ 127000 h 54"/>
              <a:gd name="T74" fmla="*/ 114300 w 61"/>
              <a:gd name="T75" fmla="*/ 95250 h 54"/>
              <a:gd name="T76" fmla="*/ 111125 w 61"/>
              <a:gd name="T77" fmla="*/ 95250 h 54"/>
              <a:gd name="T78" fmla="*/ 85725 w 61"/>
              <a:gd name="T79" fmla="*/ 69850 h 5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1" h="54">
                <a:moveTo>
                  <a:pt x="25" y="11"/>
                </a:moveTo>
                <a:cubicBezTo>
                  <a:pt x="25" y="12"/>
                  <a:pt x="25" y="13"/>
                  <a:pt x="25" y="14"/>
                </a:cubicBezTo>
                <a:cubicBezTo>
                  <a:pt x="24" y="15"/>
                  <a:pt x="23" y="15"/>
                  <a:pt x="22" y="14"/>
                </a:cubicBezTo>
                <a:cubicBezTo>
                  <a:pt x="18" y="10"/>
                  <a:pt x="18" y="10"/>
                  <a:pt x="18" y="10"/>
                </a:cubicBezTo>
                <a:cubicBezTo>
                  <a:pt x="17" y="9"/>
                  <a:pt x="17" y="8"/>
                  <a:pt x="18" y="7"/>
                </a:cubicBezTo>
                <a:cubicBezTo>
                  <a:pt x="19" y="6"/>
                  <a:pt x="20" y="6"/>
                  <a:pt x="21" y="7"/>
                </a:cubicBezTo>
                <a:cubicBezTo>
                  <a:pt x="25" y="11"/>
                  <a:pt x="25" y="11"/>
                  <a:pt x="25" y="11"/>
                </a:cubicBezTo>
                <a:close/>
                <a:moveTo>
                  <a:pt x="19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21" y="16"/>
                  <a:pt x="23" y="16"/>
                  <a:pt x="24" y="17"/>
                </a:cubicBezTo>
                <a:cubicBezTo>
                  <a:pt x="25" y="15"/>
                  <a:pt x="27" y="14"/>
                  <a:pt x="28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31" y="12"/>
                  <a:pt x="33" y="11"/>
                  <a:pt x="36" y="11"/>
                </a:cubicBezTo>
                <a:cubicBezTo>
                  <a:pt x="39" y="11"/>
                  <a:pt x="43" y="13"/>
                  <a:pt x="45" y="15"/>
                </a:cubicBezTo>
                <a:cubicBezTo>
                  <a:pt x="45" y="15"/>
                  <a:pt x="45" y="15"/>
                  <a:pt x="45" y="15"/>
                </a:cubicBezTo>
                <a:cubicBezTo>
                  <a:pt x="48" y="18"/>
                  <a:pt x="50" y="21"/>
                  <a:pt x="50" y="25"/>
                </a:cubicBezTo>
                <a:cubicBezTo>
                  <a:pt x="50" y="26"/>
                  <a:pt x="49" y="28"/>
                  <a:pt x="49" y="29"/>
                </a:cubicBezTo>
                <a:cubicBezTo>
                  <a:pt x="49" y="30"/>
                  <a:pt x="48" y="31"/>
                  <a:pt x="48" y="32"/>
                </a:cubicBezTo>
                <a:cubicBezTo>
                  <a:pt x="49" y="34"/>
                  <a:pt x="50" y="37"/>
                  <a:pt x="50" y="40"/>
                </a:cubicBezTo>
                <a:cubicBezTo>
                  <a:pt x="50" y="44"/>
                  <a:pt x="49" y="47"/>
                  <a:pt x="46" y="50"/>
                </a:cubicBezTo>
                <a:cubicBezTo>
                  <a:pt x="44" y="52"/>
                  <a:pt x="40" y="54"/>
                  <a:pt x="36" y="54"/>
                </a:cubicBezTo>
                <a:cubicBezTo>
                  <a:pt x="19" y="54"/>
                  <a:pt x="19" y="54"/>
                  <a:pt x="19" y="54"/>
                </a:cubicBezTo>
                <a:cubicBezTo>
                  <a:pt x="14" y="54"/>
                  <a:pt x="9" y="52"/>
                  <a:pt x="6" y="48"/>
                </a:cubicBezTo>
                <a:cubicBezTo>
                  <a:pt x="2" y="45"/>
                  <a:pt x="0" y="40"/>
                  <a:pt x="0" y="35"/>
                </a:cubicBezTo>
                <a:cubicBezTo>
                  <a:pt x="0" y="30"/>
                  <a:pt x="2" y="25"/>
                  <a:pt x="6" y="22"/>
                </a:cubicBezTo>
                <a:cubicBezTo>
                  <a:pt x="9" y="18"/>
                  <a:pt x="14" y="16"/>
                  <a:pt x="19" y="16"/>
                </a:cubicBezTo>
                <a:close/>
                <a:moveTo>
                  <a:pt x="28" y="18"/>
                </a:move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9" y="19"/>
                  <a:pt x="29" y="19"/>
                </a:cubicBezTo>
                <a:cubicBezTo>
                  <a:pt x="32" y="21"/>
                  <a:pt x="34" y="23"/>
                  <a:pt x="36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40" y="26"/>
                  <a:pt x="43" y="27"/>
                  <a:pt x="45" y="29"/>
                </a:cubicBezTo>
                <a:cubicBezTo>
                  <a:pt x="45" y="29"/>
                  <a:pt x="45" y="28"/>
                  <a:pt x="45" y="28"/>
                </a:cubicBezTo>
                <a:cubicBezTo>
                  <a:pt x="46" y="27"/>
                  <a:pt x="46" y="26"/>
                  <a:pt x="46" y="25"/>
                </a:cubicBezTo>
                <a:cubicBezTo>
                  <a:pt x="46" y="22"/>
                  <a:pt x="45" y="20"/>
                  <a:pt x="43" y="18"/>
                </a:cubicBezTo>
                <a:cubicBezTo>
                  <a:pt x="43" y="18"/>
                  <a:pt x="43" y="18"/>
                  <a:pt x="43" y="18"/>
                </a:cubicBezTo>
                <a:cubicBezTo>
                  <a:pt x="41" y="16"/>
                  <a:pt x="38" y="15"/>
                  <a:pt x="36" y="15"/>
                </a:cubicBezTo>
                <a:cubicBezTo>
                  <a:pt x="34" y="15"/>
                  <a:pt x="32" y="15"/>
                  <a:pt x="30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29" y="17"/>
                  <a:pt x="29" y="17"/>
                  <a:pt x="28" y="18"/>
                </a:cubicBezTo>
                <a:close/>
                <a:moveTo>
                  <a:pt x="53" y="27"/>
                </a:moveTo>
                <a:cubicBezTo>
                  <a:pt x="53" y="27"/>
                  <a:pt x="53" y="27"/>
                  <a:pt x="53" y="27"/>
                </a:cubicBezTo>
                <a:cubicBezTo>
                  <a:pt x="52" y="27"/>
                  <a:pt x="51" y="26"/>
                  <a:pt x="51" y="25"/>
                </a:cubicBezTo>
                <a:cubicBezTo>
                  <a:pt x="51" y="24"/>
                  <a:pt x="52" y="23"/>
                  <a:pt x="53" y="23"/>
                </a:cubicBezTo>
                <a:cubicBezTo>
                  <a:pt x="59" y="23"/>
                  <a:pt x="59" y="23"/>
                  <a:pt x="59" y="23"/>
                </a:cubicBezTo>
                <a:cubicBezTo>
                  <a:pt x="60" y="23"/>
                  <a:pt x="61" y="24"/>
                  <a:pt x="61" y="25"/>
                </a:cubicBezTo>
                <a:cubicBezTo>
                  <a:pt x="61" y="26"/>
                  <a:pt x="60" y="27"/>
                  <a:pt x="59" y="27"/>
                </a:cubicBezTo>
                <a:cubicBezTo>
                  <a:pt x="53" y="27"/>
                  <a:pt x="53" y="27"/>
                  <a:pt x="53" y="27"/>
                </a:cubicBezTo>
                <a:close/>
                <a:moveTo>
                  <a:pt x="49" y="14"/>
                </a:moveTo>
                <a:cubicBezTo>
                  <a:pt x="49" y="14"/>
                  <a:pt x="49" y="14"/>
                  <a:pt x="49" y="14"/>
                </a:cubicBezTo>
                <a:cubicBezTo>
                  <a:pt x="49" y="15"/>
                  <a:pt x="47" y="15"/>
                  <a:pt x="47" y="14"/>
                </a:cubicBezTo>
                <a:cubicBezTo>
                  <a:pt x="46" y="13"/>
                  <a:pt x="46" y="12"/>
                  <a:pt x="47" y="11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6"/>
                  <a:pt x="53" y="6"/>
                  <a:pt x="53" y="7"/>
                </a:cubicBezTo>
                <a:cubicBezTo>
                  <a:pt x="54" y="8"/>
                  <a:pt x="54" y="9"/>
                  <a:pt x="53" y="10"/>
                </a:cubicBezTo>
                <a:cubicBezTo>
                  <a:pt x="49" y="14"/>
                  <a:pt x="49" y="14"/>
                  <a:pt x="49" y="14"/>
                </a:cubicBezTo>
                <a:close/>
                <a:moveTo>
                  <a:pt x="38" y="7"/>
                </a:moveTo>
                <a:cubicBezTo>
                  <a:pt x="38" y="7"/>
                  <a:pt x="38" y="7"/>
                  <a:pt x="38" y="7"/>
                </a:cubicBezTo>
                <a:cubicBezTo>
                  <a:pt x="38" y="8"/>
                  <a:pt x="37" y="9"/>
                  <a:pt x="36" y="9"/>
                </a:cubicBezTo>
                <a:cubicBezTo>
                  <a:pt x="35" y="9"/>
                  <a:pt x="34" y="8"/>
                  <a:pt x="34" y="7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1"/>
                  <a:pt x="35" y="0"/>
                  <a:pt x="36" y="0"/>
                </a:cubicBezTo>
                <a:cubicBezTo>
                  <a:pt x="37" y="0"/>
                  <a:pt x="38" y="1"/>
                  <a:pt x="38" y="2"/>
                </a:cubicBezTo>
                <a:cubicBezTo>
                  <a:pt x="38" y="7"/>
                  <a:pt x="38" y="7"/>
                  <a:pt x="38" y="7"/>
                </a:cubicBezTo>
                <a:close/>
                <a:moveTo>
                  <a:pt x="27" y="22"/>
                </a:moveTo>
                <a:cubicBezTo>
                  <a:pt x="27" y="22"/>
                  <a:pt x="27" y="22"/>
                  <a:pt x="27" y="22"/>
                </a:cubicBezTo>
                <a:cubicBezTo>
                  <a:pt x="25" y="21"/>
                  <a:pt x="22" y="20"/>
                  <a:pt x="19" y="20"/>
                </a:cubicBezTo>
                <a:cubicBezTo>
                  <a:pt x="15" y="20"/>
                  <a:pt x="11" y="22"/>
                  <a:pt x="8" y="24"/>
                </a:cubicBezTo>
                <a:cubicBezTo>
                  <a:pt x="6" y="27"/>
                  <a:pt x="4" y="31"/>
                  <a:pt x="4" y="35"/>
                </a:cubicBezTo>
                <a:cubicBezTo>
                  <a:pt x="4" y="39"/>
                  <a:pt x="6" y="43"/>
                  <a:pt x="8" y="46"/>
                </a:cubicBezTo>
                <a:cubicBezTo>
                  <a:pt x="11" y="48"/>
                  <a:pt x="15" y="50"/>
                  <a:pt x="19" y="50"/>
                </a:cubicBezTo>
                <a:cubicBezTo>
                  <a:pt x="36" y="50"/>
                  <a:pt x="36" y="50"/>
                  <a:pt x="36" y="50"/>
                </a:cubicBezTo>
                <a:cubicBezTo>
                  <a:pt x="39" y="50"/>
                  <a:pt x="42" y="49"/>
                  <a:pt x="43" y="47"/>
                </a:cubicBezTo>
                <a:cubicBezTo>
                  <a:pt x="45" y="45"/>
                  <a:pt x="46" y="43"/>
                  <a:pt x="46" y="40"/>
                </a:cubicBezTo>
                <a:cubicBezTo>
                  <a:pt x="46" y="37"/>
                  <a:pt x="45" y="35"/>
                  <a:pt x="43" y="33"/>
                </a:cubicBezTo>
                <a:cubicBezTo>
                  <a:pt x="42" y="31"/>
                  <a:pt x="39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4" y="30"/>
                  <a:pt x="33" y="30"/>
                  <a:pt x="33" y="29"/>
                </a:cubicBezTo>
                <a:cubicBezTo>
                  <a:pt x="32" y="26"/>
                  <a:pt x="30" y="24"/>
                  <a:pt x="27" y="2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19" name="Freeform 253">
            <a:extLst>
              <a:ext uri="{FF2B5EF4-FFF2-40B4-BE49-F238E27FC236}">
                <a16:creationId xmlns:a16="http://schemas.microsoft.com/office/drawing/2014/main" id="{FCA9DA02-335E-4A4B-8FEF-BBD18CF7DC6B}"/>
              </a:ext>
            </a:extLst>
          </p:cNvPr>
          <p:cNvSpPr>
            <a:spLocks noEditPoints="1"/>
          </p:cNvSpPr>
          <p:nvPr/>
        </p:nvSpPr>
        <p:spPr bwMode="auto">
          <a:xfrm>
            <a:off x="10271585" y="4824332"/>
            <a:ext cx="211667" cy="169333"/>
          </a:xfrm>
          <a:custGeom>
            <a:avLst/>
            <a:gdLst>
              <a:gd name="T0" fmla="*/ 136525 w 50"/>
              <a:gd name="T1" fmla="*/ 47625 h 40"/>
              <a:gd name="T2" fmla="*/ 127000 w 50"/>
              <a:gd name="T3" fmla="*/ 47625 h 40"/>
              <a:gd name="T4" fmla="*/ 38100 w 50"/>
              <a:gd name="T5" fmla="*/ 19050 h 40"/>
              <a:gd name="T6" fmla="*/ 15875 w 50"/>
              <a:gd name="T7" fmla="*/ 19050 h 40"/>
              <a:gd name="T8" fmla="*/ 34925 w 50"/>
              <a:gd name="T9" fmla="*/ 22225 h 40"/>
              <a:gd name="T10" fmla="*/ 9525 w 50"/>
              <a:gd name="T11" fmla="*/ 22225 h 40"/>
              <a:gd name="T12" fmla="*/ 9525 w 50"/>
              <a:gd name="T13" fmla="*/ 15875 h 40"/>
              <a:gd name="T14" fmla="*/ 12700 w 50"/>
              <a:gd name="T15" fmla="*/ 9525 h 40"/>
              <a:gd name="T16" fmla="*/ 44450 w 50"/>
              <a:gd name="T17" fmla="*/ 3175 h 40"/>
              <a:gd name="T18" fmla="*/ 107950 w 50"/>
              <a:gd name="T19" fmla="*/ 0 h 40"/>
              <a:gd name="T20" fmla="*/ 120650 w 50"/>
              <a:gd name="T21" fmla="*/ 22225 h 40"/>
              <a:gd name="T22" fmla="*/ 158750 w 50"/>
              <a:gd name="T23" fmla="*/ 28575 h 40"/>
              <a:gd name="T24" fmla="*/ 158750 w 50"/>
              <a:gd name="T25" fmla="*/ 120650 h 40"/>
              <a:gd name="T26" fmla="*/ 152400 w 50"/>
              <a:gd name="T27" fmla="*/ 127000 h 40"/>
              <a:gd name="T28" fmla="*/ 0 w 50"/>
              <a:gd name="T29" fmla="*/ 120650 h 40"/>
              <a:gd name="T30" fmla="*/ 0 w 50"/>
              <a:gd name="T31" fmla="*/ 28575 h 40"/>
              <a:gd name="T32" fmla="*/ 6350 w 50"/>
              <a:gd name="T33" fmla="*/ 22225 h 40"/>
              <a:gd name="T34" fmla="*/ 79375 w 50"/>
              <a:gd name="T35" fmla="*/ 44450 h 40"/>
              <a:gd name="T36" fmla="*/ 92075 w 50"/>
              <a:gd name="T37" fmla="*/ 50800 h 40"/>
              <a:gd name="T38" fmla="*/ 79375 w 50"/>
              <a:gd name="T39" fmla="*/ 85725 h 40"/>
              <a:gd name="T40" fmla="*/ 79375 w 50"/>
              <a:gd name="T41" fmla="*/ 44450 h 40"/>
              <a:gd name="T42" fmla="*/ 88900 w 50"/>
              <a:gd name="T43" fmla="*/ 57150 h 40"/>
              <a:gd name="T44" fmla="*/ 66675 w 50"/>
              <a:gd name="T45" fmla="*/ 66675 h 40"/>
              <a:gd name="T46" fmla="*/ 92075 w 50"/>
              <a:gd name="T47" fmla="*/ 66675 h 40"/>
              <a:gd name="T48" fmla="*/ 88900 w 50"/>
              <a:gd name="T49" fmla="*/ 57150 h 40"/>
              <a:gd name="T50" fmla="*/ 41275 w 50"/>
              <a:gd name="T51" fmla="*/ 34925 h 40"/>
              <a:gd name="T52" fmla="*/ 12700 w 50"/>
              <a:gd name="T53" fmla="*/ 114300 h 40"/>
              <a:gd name="T54" fmla="*/ 146050 w 50"/>
              <a:gd name="T55" fmla="*/ 34925 h 40"/>
              <a:gd name="T56" fmla="*/ 117475 w 50"/>
              <a:gd name="T57" fmla="*/ 34925 h 40"/>
              <a:gd name="T58" fmla="*/ 104775 w 50"/>
              <a:gd name="T59" fmla="*/ 12700 h 40"/>
              <a:gd name="T60" fmla="*/ 47625 w 50"/>
              <a:gd name="T61" fmla="*/ 28575 h 40"/>
              <a:gd name="T62" fmla="*/ 79375 w 50"/>
              <a:gd name="T63" fmla="*/ 25400 h 40"/>
              <a:gd name="T64" fmla="*/ 120650 w 50"/>
              <a:gd name="T65" fmla="*/ 66675 h 40"/>
              <a:gd name="T66" fmla="*/ 34925 w 50"/>
              <a:gd name="T67" fmla="*/ 66675 h 40"/>
              <a:gd name="T68" fmla="*/ 79375 w 50"/>
              <a:gd name="T69" fmla="*/ 34925 h 40"/>
              <a:gd name="T70" fmla="*/ 47625 w 50"/>
              <a:gd name="T71" fmla="*/ 66675 h 40"/>
              <a:gd name="T72" fmla="*/ 107950 w 50"/>
              <a:gd name="T73" fmla="*/ 66675 h 4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0" h="40">
                <a:moveTo>
                  <a:pt x="41" y="13"/>
                </a:moveTo>
                <a:cubicBezTo>
                  <a:pt x="42" y="13"/>
                  <a:pt x="43" y="14"/>
                  <a:pt x="43" y="15"/>
                </a:cubicBezTo>
                <a:cubicBezTo>
                  <a:pt x="43" y="16"/>
                  <a:pt x="42" y="17"/>
                  <a:pt x="41" y="17"/>
                </a:cubicBezTo>
                <a:cubicBezTo>
                  <a:pt x="40" y="17"/>
                  <a:pt x="40" y="16"/>
                  <a:pt x="40" y="15"/>
                </a:cubicBezTo>
                <a:cubicBezTo>
                  <a:pt x="40" y="14"/>
                  <a:pt x="40" y="13"/>
                  <a:pt x="41" y="13"/>
                </a:cubicBezTo>
                <a:close/>
                <a:moveTo>
                  <a:pt x="12" y="6"/>
                </a:moveTo>
                <a:cubicBezTo>
                  <a:pt x="12" y="6"/>
                  <a:pt x="12" y="6"/>
                  <a:pt x="12" y="6"/>
                </a:cubicBezTo>
                <a:cubicBezTo>
                  <a:pt x="5" y="6"/>
                  <a:pt x="5" y="6"/>
                  <a:pt x="5" y="6"/>
                </a:cubicBezTo>
                <a:cubicBezTo>
                  <a:pt x="5" y="7"/>
                  <a:pt x="5" y="7"/>
                  <a:pt x="5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2" y="6"/>
                  <a:pt x="12" y="6"/>
                  <a:pt x="12" y="6"/>
                </a:cubicBezTo>
                <a:close/>
                <a:moveTo>
                  <a:pt x="3" y="7"/>
                </a:moveTo>
                <a:cubicBezTo>
                  <a:pt x="3" y="7"/>
                  <a:pt x="3" y="7"/>
                  <a:pt x="3" y="7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4"/>
                  <a:pt x="4" y="3"/>
                  <a:pt x="4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5" y="0"/>
                  <a:pt x="15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6" y="0"/>
                  <a:pt x="36" y="1"/>
                </a:cubicBezTo>
                <a:cubicBezTo>
                  <a:pt x="38" y="7"/>
                  <a:pt x="38" y="7"/>
                  <a:pt x="3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9" y="7"/>
                  <a:pt x="50" y="8"/>
                  <a:pt x="50" y="9"/>
                </a:cubicBezTo>
                <a:cubicBezTo>
                  <a:pt x="50" y="9"/>
                  <a:pt x="50" y="9"/>
                  <a:pt x="50" y="9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39"/>
                  <a:pt x="49" y="40"/>
                  <a:pt x="48" y="40"/>
                </a:cubicBezTo>
                <a:cubicBezTo>
                  <a:pt x="48" y="40"/>
                  <a:pt x="48" y="40"/>
                  <a:pt x="48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0"/>
                  <a:pt x="0" y="39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9"/>
                  <a:pt x="0" y="9"/>
                  <a:pt x="0" y="9"/>
                </a:cubicBezTo>
                <a:cubicBezTo>
                  <a:pt x="0" y="8"/>
                  <a:pt x="1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7"/>
                  <a:pt x="3" y="7"/>
                  <a:pt x="3" y="7"/>
                </a:cubicBezTo>
                <a:close/>
                <a:moveTo>
                  <a:pt x="25" y="14"/>
                </a:moveTo>
                <a:cubicBezTo>
                  <a:pt x="25" y="14"/>
                  <a:pt x="25" y="14"/>
                  <a:pt x="25" y="14"/>
                </a:cubicBezTo>
                <a:cubicBezTo>
                  <a:pt x="27" y="14"/>
                  <a:pt x="28" y="15"/>
                  <a:pt x="29" y="16"/>
                </a:cubicBezTo>
                <a:cubicBezTo>
                  <a:pt x="31" y="17"/>
                  <a:pt x="31" y="19"/>
                  <a:pt x="31" y="21"/>
                </a:cubicBezTo>
                <a:cubicBezTo>
                  <a:pt x="31" y="24"/>
                  <a:pt x="28" y="27"/>
                  <a:pt x="25" y="27"/>
                </a:cubicBezTo>
                <a:cubicBezTo>
                  <a:pt x="21" y="27"/>
                  <a:pt x="18" y="24"/>
                  <a:pt x="18" y="21"/>
                </a:cubicBezTo>
                <a:cubicBezTo>
                  <a:pt x="18" y="17"/>
                  <a:pt x="21" y="14"/>
                  <a:pt x="25" y="14"/>
                </a:cubicBezTo>
                <a:close/>
                <a:moveTo>
                  <a:pt x="28" y="18"/>
                </a:moveTo>
                <a:cubicBezTo>
                  <a:pt x="28" y="18"/>
                  <a:pt x="28" y="18"/>
                  <a:pt x="28" y="18"/>
                </a:cubicBezTo>
                <a:cubicBezTo>
                  <a:pt x="27" y="17"/>
                  <a:pt x="26" y="17"/>
                  <a:pt x="25" y="17"/>
                </a:cubicBezTo>
                <a:cubicBezTo>
                  <a:pt x="22" y="17"/>
                  <a:pt x="21" y="19"/>
                  <a:pt x="21" y="21"/>
                </a:cubicBezTo>
                <a:cubicBezTo>
                  <a:pt x="21" y="23"/>
                  <a:pt x="22" y="25"/>
                  <a:pt x="25" y="25"/>
                </a:cubicBezTo>
                <a:cubicBezTo>
                  <a:pt x="27" y="25"/>
                  <a:pt x="29" y="23"/>
                  <a:pt x="29" y="21"/>
                </a:cubicBezTo>
                <a:cubicBezTo>
                  <a:pt x="29" y="20"/>
                  <a:pt x="29" y="19"/>
                  <a:pt x="28" y="18"/>
                </a:cubicBezTo>
                <a:cubicBezTo>
                  <a:pt x="28" y="18"/>
                  <a:pt x="28" y="18"/>
                  <a:pt x="28" y="18"/>
                </a:cubicBezTo>
                <a:close/>
                <a:moveTo>
                  <a:pt x="13" y="11"/>
                </a:moveTo>
                <a:cubicBezTo>
                  <a:pt x="13" y="11"/>
                  <a:pt x="13" y="11"/>
                  <a:pt x="13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36"/>
                  <a:pt x="4" y="36"/>
                  <a:pt x="4" y="36"/>
                </a:cubicBezTo>
                <a:cubicBezTo>
                  <a:pt x="46" y="36"/>
                  <a:pt x="46" y="36"/>
                  <a:pt x="46" y="36"/>
                </a:cubicBezTo>
                <a:cubicBezTo>
                  <a:pt x="46" y="11"/>
                  <a:pt x="46" y="11"/>
                  <a:pt x="46" y="11"/>
                </a:cubicBezTo>
                <a:cubicBezTo>
                  <a:pt x="37" y="11"/>
                  <a:pt x="37" y="11"/>
                  <a:pt x="37" y="11"/>
                </a:cubicBezTo>
                <a:cubicBezTo>
                  <a:pt x="37" y="11"/>
                  <a:pt x="37" y="11"/>
                  <a:pt x="37" y="11"/>
                </a:cubicBezTo>
                <a:cubicBezTo>
                  <a:pt x="36" y="11"/>
                  <a:pt x="35" y="10"/>
                  <a:pt x="35" y="9"/>
                </a:cubicBezTo>
                <a:cubicBezTo>
                  <a:pt x="33" y="4"/>
                  <a:pt x="33" y="4"/>
                  <a:pt x="33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5" y="9"/>
                  <a:pt x="15" y="9"/>
                  <a:pt x="15" y="9"/>
                </a:cubicBezTo>
                <a:cubicBezTo>
                  <a:pt x="14" y="10"/>
                  <a:pt x="14" y="11"/>
                  <a:pt x="13" y="11"/>
                </a:cubicBezTo>
                <a:close/>
                <a:moveTo>
                  <a:pt x="25" y="8"/>
                </a:moveTo>
                <a:cubicBezTo>
                  <a:pt x="25" y="8"/>
                  <a:pt x="25" y="8"/>
                  <a:pt x="25" y="8"/>
                </a:cubicBezTo>
                <a:cubicBezTo>
                  <a:pt x="32" y="8"/>
                  <a:pt x="38" y="13"/>
                  <a:pt x="38" y="21"/>
                </a:cubicBezTo>
                <a:cubicBezTo>
                  <a:pt x="38" y="28"/>
                  <a:pt x="32" y="34"/>
                  <a:pt x="25" y="34"/>
                </a:cubicBezTo>
                <a:cubicBezTo>
                  <a:pt x="17" y="34"/>
                  <a:pt x="11" y="28"/>
                  <a:pt x="11" y="21"/>
                </a:cubicBezTo>
                <a:cubicBezTo>
                  <a:pt x="11" y="14"/>
                  <a:pt x="17" y="8"/>
                  <a:pt x="25" y="8"/>
                </a:cubicBezTo>
                <a:close/>
                <a:moveTo>
                  <a:pt x="25" y="11"/>
                </a:moveTo>
                <a:cubicBezTo>
                  <a:pt x="25" y="11"/>
                  <a:pt x="25" y="11"/>
                  <a:pt x="25" y="11"/>
                </a:cubicBezTo>
                <a:cubicBezTo>
                  <a:pt x="20" y="11"/>
                  <a:pt x="15" y="16"/>
                  <a:pt x="15" y="21"/>
                </a:cubicBezTo>
                <a:cubicBezTo>
                  <a:pt x="15" y="26"/>
                  <a:pt x="20" y="30"/>
                  <a:pt x="25" y="30"/>
                </a:cubicBezTo>
                <a:cubicBezTo>
                  <a:pt x="30" y="30"/>
                  <a:pt x="34" y="26"/>
                  <a:pt x="34" y="21"/>
                </a:cubicBezTo>
                <a:cubicBezTo>
                  <a:pt x="34" y="16"/>
                  <a:pt x="30" y="11"/>
                  <a:pt x="25" y="1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20" name="Freeform 254">
            <a:extLst>
              <a:ext uri="{FF2B5EF4-FFF2-40B4-BE49-F238E27FC236}">
                <a16:creationId xmlns:a16="http://schemas.microsoft.com/office/drawing/2014/main" id="{DCC609CC-88A8-B535-D77F-44666223BCF3}"/>
              </a:ext>
            </a:extLst>
          </p:cNvPr>
          <p:cNvSpPr>
            <a:spLocks noEditPoints="1"/>
          </p:cNvSpPr>
          <p:nvPr/>
        </p:nvSpPr>
        <p:spPr bwMode="auto">
          <a:xfrm>
            <a:off x="6563185" y="5262481"/>
            <a:ext cx="211667" cy="165100"/>
          </a:xfrm>
          <a:custGeom>
            <a:avLst/>
            <a:gdLst>
              <a:gd name="T0" fmla="*/ 66675 w 50"/>
              <a:gd name="T1" fmla="*/ 60325 h 39"/>
              <a:gd name="T2" fmla="*/ 76200 w 50"/>
              <a:gd name="T3" fmla="*/ 73025 h 39"/>
              <a:gd name="T4" fmla="*/ 79375 w 50"/>
              <a:gd name="T5" fmla="*/ 85725 h 39"/>
              <a:gd name="T6" fmla="*/ 73025 w 50"/>
              <a:gd name="T7" fmla="*/ 88900 h 39"/>
              <a:gd name="T8" fmla="*/ 19050 w 50"/>
              <a:gd name="T9" fmla="*/ 85725 h 39"/>
              <a:gd name="T10" fmla="*/ 22225 w 50"/>
              <a:gd name="T11" fmla="*/ 73025 h 39"/>
              <a:gd name="T12" fmla="*/ 34925 w 50"/>
              <a:gd name="T13" fmla="*/ 60325 h 39"/>
              <a:gd name="T14" fmla="*/ 25400 w 50"/>
              <a:gd name="T15" fmla="*/ 44450 h 39"/>
              <a:gd name="T16" fmla="*/ 50800 w 50"/>
              <a:gd name="T17" fmla="*/ 22225 h 39"/>
              <a:gd name="T18" fmla="*/ 73025 w 50"/>
              <a:gd name="T19" fmla="*/ 44450 h 39"/>
              <a:gd name="T20" fmla="*/ 63500 w 50"/>
              <a:gd name="T21" fmla="*/ 60325 h 39"/>
              <a:gd name="T22" fmla="*/ 95250 w 50"/>
              <a:gd name="T23" fmla="*/ 69850 h 39"/>
              <a:gd name="T24" fmla="*/ 95250 w 50"/>
              <a:gd name="T25" fmla="*/ 63500 h 39"/>
              <a:gd name="T26" fmla="*/ 136525 w 50"/>
              <a:gd name="T27" fmla="*/ 66675 h 39"/>
              <a:gd name="T28" fmla="*/ 95250 w 50"/>
              <a:gd name="T29" fmla="*/ 69850 h 39"/>
              <a:gd name="T30" fmla="*/ 95250 w 50"/>
              <a:gd name="T31" fmla="*/ 53975 h 39"/>
              <a:gd name="T32" fmla="*/ 95250 w 50"/>
              <a:gd name="T33" fmla="*/ 47625 h 39"/>
              <a:gd name="T34" fmla="*/ 136525 w 50"/>
              <a:gd name="T35" fmla="*/ 50800 h 39"/>
              <a:gd name="T36" fmla="*/ 95250 w 50"/>
              <a:gd name="T37" fmla="*/ 53975 h 39"/>
              <a:gd name="T38" fmla="*/ 95250 w 50"/>
              <a:gd name="T39" fmla="*/ 38100 h 39"/>
              <a:gd name="T40" fmla="*/ 95250 w 50"/>
              <a:gd name="T41" fmla="*/ 31750 h 39"/>
              <a:gd name="T42" fmla="*/ 136525 w 50"/>
              <a:gd name="T43" fmla="*/ 34925 h 39"/>
              <a:gd name="T44" fmla="*/ 95250 w 50"/>
              <a:gd name="T45" fmla="*/ 38100 h 39"/>
              <a:gd name="T46" fmla="*/ 6350 w 50"/>
              <a:gd name="T47" fmla="*/ 0 h 39"/>
              <a:gd name="T48" fmla="*/ 152400 w 50"/>
              <a:gd name="T49" fmla="*/ 0 h 39"/>
              <a:gd name="T50" fmla="*/ 158750 w 50"/>
              <a:gd name="T51" fmla="*/ 6350 h 39"/>
              <a:gd name="T52" fmla="*/ 152400 w 50"/>
              <a:gd name="T53" fmla="*/ 123825 h 39"/>
              <a:gd name="T54" fmla="*/ 127000 w 50"/>
              <a:gd name="T55" fmla="*/ 123825 h 39"/>
              <a:gd name="T56" fmla="*/ 120650 w 50"/>
              <a:gd name="T57" fmla="*/ 117475 h 39"/>
              <a:gd name="T58" fmla="*/ 111125 w 50"/>
              <a:gd name="T59" fmla="*/ 107950 h 39"/>
              <a:gd name="T60" fmla="*/ 104775 w 50"/>
              <a:gd name="T61" fmla="*/ 123825 h 39"/>
              <a:gd name="T62" fmla="*/ 50800 w 50"/>
              <a:gd name="T63" fmla="*/ 123825 h 39"/>
              <a:gd name="T64" fmla="*/ 44450 w 50"/>
              <a:gd name="T65" fmla="*/ 117475 h 39"/>
              <a:gd name="T66" fmla="*/ 34925 w 50"/>
              <a:gd name="T67" fmla="*/ 107950 h 39"/>
              <a:gd name="T68" fmla="*/ 28575 w 50"/>
              <a:gd name="T69" fmla="*/ 123825 h 39"/>
              <a:gd name="T70" fmla="*/ 6350 w 50"/>
              <a:gd name="T71" fmla="*/ 123825 h 39"/>
              <a:gd name="T72" fmla="*/ 0 w 50"/>
              <a:gd name="T73" fmla="*/ 117475 h 39"/>
              <a:gd name="T74" fmla="*/ 6350 w 50"/>
              <a:gd name="T75" fmla="*/ 0 h 39"/>
              <a:gd name="T76" fmla="*/ 146050 w 50"/>
              <a:gd name="T77" fmla="*/ 12700 h 39"/>
              <a:gd name="T78" fmla="*/ 12700 w 50"/>
              <a:gd name="T79" fmla="*/ 114300 h 39"/>
              <a:gd name="T80" fmla="*/ 22225 w 50"/>
              <a:gd name="T81" fmla="*/ 104775 h 39"/>
              <a:gd name="T82" fmla="*/ 28575 w 50"/>
              <a:gd name="T83" fmla="*/ 98425 h 39"/>
              <a:gd name="T84" fmla="*/ 50800 w 50"/>
              <a:gd name="T85" fmla="*/ 98425 h 39"/>
              <a:gd name="T86" fmla="*/ 57150 w 50"/>
              <a:gd name="T87" fmla="*/ 114300 h 39"/>
              <a:gd name="T88" fmla="*/ 98425 w 50"/>
              <a:gd name="T89" fmla="*/ 104775 h 39"/>
              <a:gd name="T90" fmla="*/ 104775 w 50"/>
              <a:gd name="T91" fmla="*/ 98425 h 39"/>
              <a:gd name="T92" fmla="*/ 127000 w 50"/>
              <a:gd name="T93" fmla="*/ 98425 h 39"/>
              <a:gd name="T94" fmla="*/ 133350 w 50"/>
              <a:gd name="T95" fmla="*/ 114300 h 39"/>
              <a:gd name="T96" fmla="*/ 146050 w 50"/>
              <a:gd name="T97" fmla="*/ 12700 h 39"/>
              <a:gd name="T98" fmla="*/ 41275 w 50"/>
              <a:gd name="T99" fmla="*/ 66675 h 39"/>
              <a:gd name="T100" fmla="*/ 28575 w 50"/>
              <a:gd name="T101" fmla="*/ 73025 h 39"/>
              <a:gd name="T102" fmla="*/ 28575 w 50"/>
              <a:gd name="T103" fmla="*/ 79375 h 39"/>
              <a:gd name="T104" fmla="*/ 69850 w 50"/>
              <a:gd name="T105" fmla="*/ 79375 h 39"/>
              <a:gd name="T106" fmla="*/ 66675 w 50"/>
              <a:gd name="T107" fmla="*/ 69850 h 39"/>
              <a:gd name="T108" fmla="*/ 57150 w 50"/>
              <a:gd name="T109" fmla="*/ 66675 h 39"/>
              <a:gd name="T110" fmla="*/ 60325 w 50"/>
              <a:gd name="T111" fmla="*/ 31750 h 39"/>
              <a:gd name="T112" fmla="*/ 50800 w 50"/>
              <a:gd name="T113" fmla="*/ 28575 h 39"/>
              <a:gd name="T114" fmla="*/ 34925 w 50"/>
              <a:gd name="T115" fmla="*/ 44450 h 39"/>
              <a:gd name="T116" fmla="*/ 60325 w 50"/>
              <a:gd name="T117" fmla="*/ 53975 h 39"/>
              <a:gd name="T118" fmla="*/ 60325 w 50"/>
              <a:gd name="T119" fmla="*/ 31750 h 39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39">
                <a:moveTo>
                  <a:pt x="20" y="19"/>
                </a:moveTo>
                <a:cubicBezTo>
                  <a:pt x="21" y="19"/>
                  <a:pt x="21" y="19"/>
                  <a:pt x="21" y="19"/>
                </a:cubicBezTo>
                <a:cubicBezTo>
                  <a:pt x="21" y="20"/>
                  <a:pt x="22" y="20"/>
                  <a:pt x="23" y="21"/>
                </a:cubicBezTo>
                <a:cubicBezTo>
                  <a:pt x="23" y="21"/>
                  <a:pt x="24" y="22"/>
                  <a:pt x="24" y="23"/>
                </a:cubicBezTo>
                <a:cubicBezTo>
                  <a:pt x="24" y="23"/>
                  <a:pt x="25" y="24"/>
                  <a:pt x="25" y="25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27"/>
                  <a:pt x="24" y="28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7" y="28"/>
                  <a:pt x="6" y="27"/>
                  <a:pt x="6" y="27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24"/>
                  <a:pt x="7" y="23"/>
                  <a:pt x="7" y="23"/>
                </a:cubicBezTo>
                <a:cubicBezTo>
                  <a:pt x="7" y="22"/>
                  <a:pt x="8" y="21"/>
                  <a:pt x="8" y="21"/>
                </a:cubicBezTo>
                <a:cubicBezTo>
                  <a:pt x="9" y="20"/>
                  <a:pt x="10" y="19"/>
                  <a:pt x="11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9" y="18"/>
                  <a:pt x="8" y="16"/>
                  <a:pt x="8" y="14"/>
                </a:cubicBezTo>
                <a:cubicBezTo>
                  <a:pt x="8" y="12"/>
                  <a:pt x="9" y="10"/>
                  <a:pt x="10" y="9"/>
                </a:cubicBezTo>
                <a:cubicBezTo>
                  <a:pt x="12" y="7"/>
                  <a:pt x="14" y="7"/>
                  <a:pt x="16" y="7"/>
                </a:cubicBezTo>
                <a:cubicBezTo>
                  <a:pt x="18" y="7"/>
                  <a:pt x="19" y="7"/>
                  <a:pt x="21" y="9"/>
                </a:cubicBezTo>
                <a:cubicBezTo>
                  <a:pt x="22" y="10"/>
                  <a:pt x="23" y="12"/>
                  <a:pt x="23" y="14"/>
                </a:cubicBezTo>
                <a:cubicBezTo>
                  <a:pt x="23" y="16"/>
                  <a:pt x="22" y="18"/>
                  <a:pt x="21" y="19"/>
                </a:cubicBezTo>
                <a:cubicBezTo>
                  <a:pt x="20" y="19"/>
                  <a:pt x="20" y="19"/>
                  <a:pt x="20" y="19"/>
                </a:cubicBezTo>
                <a:close/>
                <a:moveTo>
                  <a:pt x="30" y="22"/>
                </a:moveTo>
                <a:cubicBezTo>
                  <a:pt x="30" y="22"/>
                  <a:pt x="30" y="22"/>
                  <a:pt x="30" y="22"/>
                </a:cubicBezTo>
                <a:cubicBezTo>
                  <a:pt x="29" y="22"/>
                  <a:pt x="29" y="22"/>
                  <a:pt x="29" y="21"/>
                </a:cubicBezTo>
                <a:cubicBezTo>
                  <a:pt x="29" y="21"/>
                  <a:pt x="29" y="20"/>
                  <a:pt x="30" y="20"/>
                </a:cubicBezTo>
                <a:cubicBezTo>
                  <a:pt x="42" y="20"/>
                  <a:pt x="42" y="20"/>
                  <a:pt x="42" y="20"/>
                </a:cubicBezTo>
                <a:cubicBezTo>
                  <a:pt x="42" y="20"/>
                  <a:pt x="43" y="21"/>
                  <a:pt x="43" y="21"/>
                </a:cubicBezTo>
                <a:cubicBezTo>
                  <a:pt x="43" y="22"/>
                  <a:pt x="42" y="22"/>
                  <a:pt x="42" y="22"/>
                </a:cubicBezTo>
                <a:cubicBezTo>
                  <a:pt x="30" y="22"/>
                  <a:pt x="30" y="22"/>
                  <a:pt x="30" y="22"/>
                </a:cubicBezTo>
                <a:close/>
                <a:moveTo>
                  <a:pt x="30" y="17"/>
                </a:moveTo>
                <a:cubicBezTo>
                  <a:pt x="30" y="17"/>
                  <a:pt x="30" y="17"/>
                  <a:pt x="30" y="17"/>
                </a:cubicBezTo>
                <a:cubicBezTo>
                  <a:pt x="29" y="17"/>
                  <a:pt x="29" y="17"/>
                  <a:pt x="29" y="16"/>
                </a:cubicBezTo>
                <a:cubicBezTo>
                  <a:pt x="29" y="15"/>
                  <a:pt x="29" y="15"/>
                  <a:pt x="30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3" y="15"/>
                  <a:pt x="43" y="16"/>
                </a:cubicBezTo>
                <a:cubicBezTo>
                  <a:pt x="43" y="17"/>
                  <a:pt x="42" y="17"/>
                  <a:pt x="42" y="17"/>
                </a:cubicBezTo>
                <a:cubicBezTo>
                  <a:pt x="30" y="17"/>
                  <a:pt x="30" y="17"/>
                  <a:pt x="30" y="17"/>
                </a:cubicBezTo>
                <a:close/>
                <a:moveTo>
                  <a:pt x="30" y="12"/>
                </a:moveTo>
                <a:cubicBezTo>
                  <a:pt x="30" y="12"/>
                  <a:pt x="30" y="12"/>
                  <a:pt x="30" y="12"/>
                </a:cubicBezTo>
                <a:cubicBezTo>
                  <a:pt x="29" y="12"/>
                  <a:pt x="29" y="12"/>
                  <a:pt x="29" y="11"/>
                </a:cubicBezTo>
                <a:cubicBezTo>
                  <a:pt x="29" y="10"/>
                  <a:pt x="29" y="10"/>
                  <a:pt x="30" y="10"/>
                </a:cubicBezTo>
                <a:cubicBezTo>
                  <a:pt x="42" y="10"/>
                  <a:pt x="42" y="10"/>
                  <a:pt x="42" y="10"/>
                </a:cubicBezTo>
                <a:cubicBezTo>
                  <a:pt x="42" y="10"/>
                  <a:pt x="43" y="10"/>
                  <a:pt x="43" y="11"/>
                </a:cubicBezTo>
                <a:cubicBezTo>
                  <a:pt x="43" y="12"/>
                  <a:pt x="42" y="12"/>
                  <a:pt x="42" y="12"/>
                </a:cubicBezTo>
                <a:cubicBezTo>
                  <a:pt x="30" y="12"/>
                  <a:pt x="30" y="12"/>
                  <a:pt x="30" y="12"/>
                </a:cubicBezTo>
                <a:close/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39"/>
                  <a:pt x="49" y="39"/>
                  <a:pt x="48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39" y="39"/>
                  <a:pt x="38" y="39"/>
                  <a:pt x="38" y="38"/>
                </a:cubicBezTo>
                <a:cubicBezTo>
                  <a:pt x="38" y="37"/>
                  <a:pt x="38" y="37"/>
                  <a:pt x="38" y="37"/>
                </a:cubicBezTo>
                <a:cubicBezTo>
                  <a:pt x="38" y="34"/>
                  <a:pt x="38" y="34"/>
                  <a:pt x="38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8"/>
                  <a:pt x="35" y="38"/>
                  <a:pt x="35" y="38"/>
                </a:cubicBezTo>
                <a:cubicBezTo>
                  <a:pt x="35" y="39"/>
                  <a:pt x="34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5" y="39"/>
                  <a:pt x="14" y="39"/>
                  <a:pt x="14" y="38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4"/>
                  <a:pt x="14" y="34"/>
                  <a:pt x="14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9"/>
                  <a:pt x="10" y="39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2" y="39"/>
                  <a:pt x="2" y="39"/>
                  <a:pt x="2" y="39"/>
                </a:cubicBezTo>
                <a:cubicBezTo>
                  <a:pt x="1" y="39"/>
                  <a:pt x="0" y="39"/>
                  <a:pt x="0" y="38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6" y="4"/>
                </a:move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36"/>
                  <a:pt x="4" y="36"/>
                  <a:pt x="4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3"/>
                  <a:pt x="7" y="33"/>
                  <a:pt x="7" y="33"/>
                </a:cubicBezTo>
                <a:cubicBezTo>
                  <a:pt x="7" y="32"/>
                  <a:pt x="7" y="32"/>
                  <a:pt x="7" y="32"/>
                </a:cubicBezTo>
                <a:cubicBezTo>
                  <a:pt x="7" y="31"/>
                  <a:pt x="8" y="31"/>
                  <a:pt x="9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7" y="31"/>
                  <a:pt x="18" y="31"/>
                  <a:pt x="18" y="32"/>
                </a:cubicBezTo>
                <a:cubicBezTo>
                  <a:pt x="18" y="36"/>
                  <a:pt x="18" y="36"/>
                  <a:pt x="18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1"/>
                  <a:pt x="32" y="31"/>
                  <a:pt x="33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41" y="31"/>
                  <a:pt x="42" y="31"/>
                  <a:pt x="42" y="32"/>
                </a:cubicBezTo>
                <a:cubicBezTo>
                  <a:pt x="42" y="36"/>
                  <a:pt x="42" y="36"/>
                  <a:pt x="42" y="36"/>
                </a:cubicBezTo>
                <a:cubicBezTo>
                  <a:pt x="46" y="36"/>
                  <a:pt x="46" y="36"/>
                  <a:pt x="46" y="36"/>
                </a:cubicBezTo>
                <a:cubicBezTo>
                  <a:pt x="46" y="4"/>
                  <a:pt x="46" y="4"/>
                  <a:pt x="46" y="4"/>
                </a:cubicBezTo>
                <a:close/>
                <a:moveTo>
                  <a:pt x="13" y="21"/>
                </a:moveTo>
                <a:cubicBezTo>
                  <a:pt x="13" y="21"/>
                  <a:pt x="13" y="21"/>
                  <a:pt x="13" y="21"/>
                </a:cubicBezTo>
                <a:cubicBezTo>
                  <a:pt x="12" y="21"/>
                  <a:pt x="11" y="21"/>
                  <a:pt x="10" y="22"/>
                </a:cubicBezTo>
                <a:cubicBezTo>
                  <a:pt x="10" y="23"/>
                  <a:pt x="9" y="23"/>
                  <a:pt x="9" y="23"/>
                </a:cubicBezTo>
                <a:cubicBezTo>
                  <a:pt x="9" y="24"/>
                  <a:pt x="9" y="24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4"/>
                  <a:pt x="22" y="24"/>
                  <a:pt x="22" y="23"/>
                </a:cubicBezTo>
                <a:cubicBezTo>
                  <a:pt x="22" y="23"/>
                  <a:pt x="21" y="23"/>
                  <a:pt x="21" y="22"/>
                </a:cubicBezTo>
                <a:cubicBezTo>
                  <a:pt x="21" y="22"/>
                  <a:pt x="20" y="22"/>
                  <a:pt x="20" y="21"/>
                </a:cubicBezTo>
                <a:cubicBezTo>
                  <a:pt x="19" y="21"/>
                  <a:pt x="19" y="21"/>
                  <a:pt x="18" y="21"/>
                </a:cubicBezTo>
                <a:cubicBezTo>
                  <a:pt x="16" y="21"/>
                  <a:pt x="15" y="21"/>
                  <a:pt x="13" y="21"/>
                </a:cubicBezTo>
                <a:close/>
                <a:moveTo>
                  <a:pt x="19" y="10"/>
                </a:moveTo>
                <a:cubicBezTo>
                  <a:pt x="19" y="10"/>
                  <a:pt x="19" y="10"/>
                  <a:pt x="19" y="10"/>
                </a:cubicBezTo>
                <a:cubicBezTo>
                  <a:pt x="18" y="9"/>
                  <a:pt x="17" y="9"/>
                  <a:pt x="16" y="9"/>
                </a:cubicBezTo>
                <a:cubicBezTo>
                  <a:pt x="14" y="9"/>
                  <a:pt x="13" y="9"/>
                  <a:pt x="12" y="10"/>
                </a:cubicBezTo>
                <a:cubicBezTo>
                  <a:pt x="11" y="11"/>
                  <a:pt x="11" y="12"/>
                  <a:pt x="11" y="14"/>
                </a:cubicBezTo>
                <a:cubicBezTo>
                  <a:pt x="11" y="15"/>
                  <a:pt x="11" y="16"/>
                  <a:pt x="12" y="17"/>
                </a:cubicBezTo>
                <a:cubicBezTo>
                  <a:pt x="14" y="19"/>
                  <a:pt x="17" y="19"/>
                  <a:pt x="19" y="17"/>
                </a:cubicBezTo>
                <a:cubicBezTo>
                  <a:pt x="20" y="16"/>
                  <a:pt x="20" y="15"/>
                  <a:pt x="20" y="14"/>
                </a:cubicBezTo>
                <a:cubicBezTo>
                  <a:pt x="20" y="12"/>
                  <a:pt x="20" y="11"/>
                  <a:pt x="19" y="1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21" name="Freeform 255">
            <a:extLst>
              <a:ext uri="{FF2B5EF4-FFF2-40B4-BE49-F238E27FC236}">
                <a16:creationId xmlns:a16="http://schemas.microsoft.com/office/drawing/2014/main" id="{A4C59B1C-5C72-E4FF-7675-6547503C9623}"/>
              </a:ext>
            </a:extLst>
          </p:cNvPr>
          <p:cNvSpPr>
            <a:spLocks noEditPoints="1"/>
          </p:cNvSpPr>
          <p:nvPr/>
        </p:nvSpPr>
        <p:spPr bwMode="auto">
          <a:xfrm>
            <a:off x="6201235" y="5241314"/>
            <a:ext cx="182033" cy="211667"/>
          </a:xfrm>
          <a:custGeom>
            <a:avLst/>
            <a:gdLst>
              <a:gd name="T0" fmla="*/ 88900 w 43"/>
              <a:gd name="T1" fmla="*/ 0 h 50"/>
              <a:gd name="T2" fmla="*/ 136525 w 43"/>
              <a:gd name="T3" fmla="*/ 44450 h 50"/>
              <a:gd name="T4" fmla="*/ 136525 w 43"/>
              <a:gd name="T5" fmla="*/ 50800 h 50"/>
              <a:gd name="T6" fmla="*/ 133350 w 43"/>
              <a:gd name="T7" fmla="*/ 152400 h 50"/>
              <a:gd name="T8" fmla="*/ 133350 w 43"/>
              <a:gd name="T9" fmla="*/ 152400 h 50"/>
              <a:gd name="T10" fmla="*/ 15875 w 43"/>
              <a:gd name="T11" fmla="*/ 158750 h 50"/>
              <a:gd name="T12" fmla="*/ 3175 w 43"/>
              <a:gd name="T13" fmla="*/ 152400 h 50"/>
              <a:gd name="T14" fmla="*/ 0 w 43"/>
              <a:gd name="T15" fmla="*/ 15875 h 50"/>
              <a:gd name="T16" fmla="*/ 15875 w 43"/>
              <a:gd name="T17" fmla="*/ 0 h 50"/>
              <a:gd name="T18" fmla="*/ 92075 w 43"/>
              <a:gd name="T19" fmla="*/ 79375 h 50"/>
              <a:gd name="T20" fmla="*/ 101600 w 43"/>
              <a:gd name="T21" fmla="*/ 104775 h 50"/>
              <a:gd name="T22" fmla="*/ 66675 w 43"/>
              <a:gd name="T23" fmla="*/ 139700 h 50"/>
              <a:gd name="T24" fmla="*/ 44450 w 43"/>
              <a:gd name="T25" fmla="*/ 127000 h 50"/>
              <a:gd name="T26" fmla="*/ 44450 w 43"/>
              <a:gd name="T27" fmla="*/ 79375 h 50"/>
              <a:gd name="T28" fmla="*/ 92075 w 43"/>
              <a:gd name="T29" fmla="*/ 79375 h 50"/>
              <a:gd name="T30" fmla="*/ 25400 w 43"/>
              <a:gd name="T31" fmla="*/ 63500 h 50"/>
              <a:gd name="T32" fmla="*/ 25400 w 43"/>
              <a:gd name="T33" fmla="*/ 57150 h 50"/>
              <a:gd name="T34" fmla="*/ 44450 w 43"/>
              <a:gd name="T35" fmla="*/ 60325 h 50"/>
              <a:gd name="T36" fmla="*/ 25400 w 43"/>
              <a:gd name="T37" fmla="*/ 63500 h 50"/>
              <a:gd name="T38" fmla="*/ 25400 w 43"/>
              <a:gd name="T39" fmla="*/ 50800 h 50"/>
              <a:gd name="T40" fmla="*/ 25400 w 43"/>
              <a:gd name="T41" fmla="*/ 41275 h 50"/>
              <a:gd name="T42" fmla="*/ 73025 w 43"/>
              <a:gd name="T43" fmla="*/ 44450 h 50"/>
              <a:gd name="T44" fmla="*/ 25400 w 43"/>
              <a:gd name="T45" fmla="*/ 50800 h 50"/>
              <a:gd name="T46" fmla="*/ 25400 w 43"/>
              <a:gd name="T47" fmla="*/ 34925 h 50"/>
              <a:gd name="T48" fmla="*/ 25400 w 43"/>
              <a:gd name="T49" fmla="*/ 28575 h 50"/>
              <a:gd name="T50" fmla="*/ 73025 w 43"/>
              <a:gd name="T51" fmla="*/ 31750 h 50"/>
              <a:gd name="T52" fmla="*/ 25400 w 43"/>
              <a:gd name="T53" fmla="*/ 34925 h 50"/>
              <a:gd name="T54" fmla="*/ 73025 w 43"/>
              <a:gd name="T55" fmla="*/ 76200 h 50"/>
              <a:gd name="T56" fmla="*/ 92075 w 43"/>
              <a:gd name="T57" fmla="*/ 114300 h 50"/>
              <a:gd name="T58" fmla="*/ 88900 w 43"/>
              <a:gd name="T59" fmla="*/ 85725 h 50"/>
              <a:gd name="T60" fmla="*/ 73025 w 43"/>
              <a:gd name="T61" fmla="*/ 76200 h 50"/>
              <a:gd name="T62" fmla="*/ 88900 w 43"/>
              <a:gd name="T63" fmla="*/ 120650 h 50"/>
              <a:gd name="T64" fmla="*/ 63500 w 43"/>
              <a:gd name="T65" fmla="*/ 104775 h 50"/>
              <a:gd name="T66" fmla="*/ 50800 w 43"/>
              <a:gd name="T67" fmla="*/ 85725 h 50"/>
              <a:gd name="T68" fmla="*/ 41275 w 43"/>
              <a:gd name="T69" fmla="*/ 104775 h 50"/>
              <a:gd name="T70" fmla="*/ 47625 w 43"/>
              <a:gd name="T71" fmla="*/ 123825 h 50"/>
              <a:gd name="T72" fmla="*/ 88900 w 43"/>
              <a:gd name="T73" fmla="*/ 123825 h 50"/>
              <a:gd name="T74" fmla="*/ 127000 w 43"/>
              <a:gd name="T75" fmla="*/ 53975 h 50"/>
              <a:gd name="T76" fmla="*/ 98425 w 43"/>
              <a:gd name="T77" fmla="*/ 53975 h 50"/>
              <a:gd name="T78" fmla="*/ 88900 w 43"/>
              <a:gd name="T79" fmla="*/ 47625 h 50"/>
              <a:gd name="T80" fmla="*/ 82550 w 43"/>
              <a:gd name="T81" fmla="*/ 12700 h 50"/>
              <a:gd name="T82" fmla="*/ 12700 w 43"/>
              <a:gd name="T83" fmla="*/ 12700 h 50"/>
              <a:gd name="T84" fmla="*/ 9525 w 43"/>
              <a:gd name="T85" fmla="*/ 142875 h 50"/>
              <a:gd name="T86" fmla="*/ 12700 w 43"/>
              <a:gd name="T87" fmla="*/ 146050 h 50"/>
              <a:gd name="T88" fmla="*/ 120650 w 43"/>
              <a:gd name="T89" fmla="*/ 146050 h 50"/>
              <a:gd name="T90" fmla="*/ 123825 w 43"/>
              <a:gd name="T91" fmla="*/ 146050 h 50"/>
              <a:gd name="T92" fmla="*/ 127000 w 43"/>
              <a:gd name="T93" fmla="*/ 53975 h 50"/>
              <a:gd name="T94" fmla="*/ 120650 w 43"/>
              <a:gd name="T95" fmla="*/ 47625 h 50"/>
              <a:gd name="T96" fmla="*/ 92075 w 43"/>
              <a:gd name="T97" fmla="*/ 38100 h 50"/>
              <a:gd name="T98" fmla="*/ 92075 w 43"/>
              <a:gd name="T99" fmla="*/ 44450 h 50"/>
              <a:gd name="T100" fmla="*/ 120650 w 43"/>
              <a:gd name="T101" fmla="*/ 47625 h 5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43" h="50">
                <a:moveTo>
                  <a:pt x="5" y="0"/>
                </a:move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9" y="0"/>
                  <a:pt x="29" y="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15"/>
                  <a:pt x="43" y="15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45"/>
                  <a:pt x="43" y="45"/>
                  <a:pt x="43" y="45"/>
                </a:cubicBezTo>
                <a:cubicBezTo>
                  <a:pt x="43" y="46"/>
                  <a:pt x="43" y="48"/>
                  <a:pt x="42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1" y="49"/>
                  <a:pt x="40" y="50"/>
                  <a:pt x="38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3" y="50"/>
                  <a:pt x="2" y="49"/>
                  <a:pt x="1" y="48"/>
                </a:cubicBezTo>
                <a:cubicBezTo>
                  <a:pt x="1" y="48"/>
                  <a:pt x="1" y="48"/>
                  <a:pt x="1" y="48"/>
                </a:cubicBezTo>
                <a:cubicBezTo>
                  <a:pt x="0" y="48"/>
                  <a:pt x="0" y="46"/>
                  <a:pt x="0" y="45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0" y="2"/>
                  <a:pt x="1" y="1"/>
                </a:cubicBezTo>
                <a:cubicBezTo>
                  <a:pt x="2" y="0"/>
                  <a:pt x="3" y="0"/>
                  <a:pt x="5" y="0"/>
                </a:cubicBezTo>
                <a:close/>
                <a:moveTo>
                  <a:pt x="29" y="25"/>
                </a:moveTo>
                <a:cubicBezTo>
                  <a:pt x="29" y="25"/>
                  <a:pt x="29" y="25"/>
                  <a:pt x="29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31" y="27"/>
                  <a:pt x="32" y="30"/>
                  <a:pt x="32" y="33"/>
                </a:cubicBezTo>
                <a:cubicBezTo>
                  <a:pt x="32" y="36"/>
                  <a:pt x="31" y="38"/>
                  <a:pt x="29" y="40"/>
                </a:cubicBezTo>
                <a:cubicBezTo>
                  <a:pt x="27" y="42"/>
                  <a:pt x="24" y="44"/>
                  <a:pt x="21" y="44"/>
                </a:cubicBezTo>
                <a:cubicBezTo>
                  <a:pt x="19" y="44"/>
                  <a:pt x="16" y="42"/>
                  <a:pt x="14" y="40"/>
                </a:cubicBezTo>
                <a:cubicBezTo>
                  <a:pt x="14" y="40"/>
                  <a:pt x="14" y="40"/>
                  <a:pt x="14" y="40"/>
                </a:cubicBezTo>
                <a:cubicBezTo>
                  <a:pt x="12" y="38"/>
                  <a:pt x="11" y="36"/>
                  <a:pt x="11" y="33"/>
                </a:cubicBezTo>
                <a:cubicBezTo>
                  <a:pt x="11" y="30"/>
                  <a:pt x="12" y="27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8" y="21"/>
                  <a:pt x="25" y="21"/>
                  <a:pt x="29" y="25"/>
                </a:cubicBezTo>
                <a:close/>
                <a:moveTo>
                  <a:pt x="8" y="20"/>
                </a:moveTo>
                <a:cubicBezTo>
                  <a:pt x="8" y="20"/>
                  <a:pt x="8" y="20"/>
                  <a:pt x="8" y="20"/>
                </a:cubicBezTo>
                <a:cubicBezTo>
                  <a:pt x="8" y="20"/>
                  <a:pt x="7" y="20"/>
                  <a:pt x="7" y="19"/>
                </a:cubicBezTo>
                <a:cubicBezTo>
                  <a:pt x="7" y="18"/>
                  <a:pt x="8" y="18"/>
                  <a:pt x="8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3" y="18"/>
                  <a:pt x="14" y="18"/>
                  <a:pt x="14" y="19"/>
                </a:cubicBezTo>
                <a:cubicBezTo>
                  <a:pt x="14" y="20"/>
                  <a:pt x="13" y="20"/>
                  <a:pt x="12" y="20"/>
                </a:cubicBezTo>
                <a:cubicBezTo>
                  <a:pt x="8" y="20"/>
                  <a:pt x="8" y="20"/>
                  <a:pt x="8" y="20"/>
                </a:cubicBezTo>
                <a:close/>
                <a:moveTo>
                  <a:pt x="8" y="16"/>
                </a:move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7" y="15"/>
                  <a:pt x="7" y="14"/>
                </a:cubicBezTo>
                <a:cubicBezTo>
                  <a:pt x="7" y="14"/>
                  <a:pt x="8" y="13"/>
                  <a:pt x="8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3" y="14"/>
                  <a:pt x="23" y="14"/>
                </a:cubicBezTo>
                <a:cubicBezTo>
                  <a:pt x="23" y="15"/>
                  <a:pt x="22" y="16"/>
                  <a:pt x="22" y="16"/>
                </a:cubicBezTo>
                <a:cubicBezTo>
                  <a:pt x="8" y="16"/>
                  <a:pt x="8" y="16"/>
                  <a:pt x="8" y="1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7" y="10"/>
                  <a:pt x="7" y="10"/>
                </a:cubicBezTo>
                <a:cubicBezTo>
                  <a:pt x="7" y="9"/>
                  <a:pt x="8" y="9"/>
                  <a:pt x="8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3" y="9"/>
                  <a:pt x="23" y="10"/>
                </a:cubicBezTo>
                <a:cubicBezTo>
                  <a:pt x="23" y="10"/>
                  <a:pt x="22" y="11"/>
                  <a:pt x="22" y="11"/>
                </a:cubicBezTo>
                <a:cubicBezTo>
                  <a:pt x="8" y="11"/>
                  <a:pt x="8" y="11"/>
                  <a:pt x="8" y="11"/>
                </a:cubicBezTo>
                <a:close/>
                <a:moveTo>
                  <a:pt x="23" y="24"/>
                </a:moveTo>
                <a:cubicBezTo>
                  <a:pt x="23" y="24"/>
                  <a:pt x="23" y="24"/>
                  <a:pt x="23" y="24"/>
                </a:cubicBezTo>
                <a:cubicBezTo>
                  <a:pt x="23" y="32"/>
                  <a:pt x="23" y="32"/>
                  <a:pt x="23" y="32"/>
                </a:cubicBezTo>
                <a:cubicBezTo>
                  <a:pt x="29" y="36"/>
                  <a:pt x="29" y="36"/>
                  <a:pt x="29" y="36"/>
                </a:cubicBezTo>
                <a:cubicBezTo>
                  <a:pt x="30" y="35"/>
                  <a:pt x="30" y="34"/>
                  <a:pt x="30" y="33"/>
                </a:cubicBezTo>
                <a:cubicBezTo>
                  <a:pt x="30" y="30"/>
                  <a:pt x="29" y="28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6" y="25"/>
                  <a:pt x="25" y="25"/>
                  <a:pt x="23" y="24"/>
                </a:cubicBezTo>
                <a:close/>
                <a:moveTo>
                  <a:pt x="28" y="38"/>
                </a:moveTo>
                <a:cubicBezTo>
                  <a:pt x="28" y="38"/>
                  <a:pt x="28" y="38"/>
                  <a:pt x="28" y="38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0" y="33"/>
                  <a:pt x="20" y="33"/>
                </a:cubicBezTo>
                <a:cubicBezTo>
                  <a:pt x="20" y="24"/>
                  <a:pt x="20" y="24"/>
                  <a:pt x="20" y="24"/>
                </a:cubicBezTo>
                <a:cubicBezTo>
                  <a:pt x="18" y="25"/>
                  <a:pt x="17" y="25"/>
                  <a:pt x="16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4" y="28"/>
                  <a:pt x="13" y="30"/>
                  <a:pt x="13" y="33"/>
                </a:cubicBezTo>
                <a:cubicBezTo>
                  <a:pt x="13" y="35"/>
                  <a:pt x="14" y="37"/>
                  <a:pt x="15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7" y="40"/>
                  <a:pt x="19" y="41"/>
                  <a:pt x="21" y="41"/>
                </a:cubicBezTo>
                <a:cubicBezTo>
                  <a:pt x="24" y="41"/>
                  <a:pt x="26" y="40"/>
                  <a:pt x="28" y="39"/>
                </a:cubicBezTo>
                <a:cubicBezTo>
                  <a:pt x="28" y="39"/>
                  <a:pt x="28" y="38"/>
                  <a:pt x="28" y="38"/>
                </a:cubicBezTo>
                <a:close/>
                <a:moveTo>
                  <a:pt x="40" y="17"/>
                </a:moveTo>
                <a:cubicBezTo>
                  <a:pt x="40" y="17"/>
                  <a:pt x="40" y="17"/>
                  <a:pt x="40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0" y="17"/>
                  <a:pt x="28" y="16"/>
                  <a:pt x="28" y="16"/>
                </a:cubicBezTo>
                <a:cubicBezTo>
                  <a:pt x="28" y="15"/>
                  <a:pt x="28" y="15"/>
                  <a:pt x="28" y="15"/>
                </a:cubicBezTo>
                <a:cubicBezTo>
                  <a:pt x="27" y="15"/>
                  <a:pt x="26" y="14"/>
                  <a:pt x="26" y="12"/>
                </a:cubicBezTo>
                <a:cubicBezTo>
                  <a:pt x="26" y="4"/>
                  <a:pt x="26" y="4"/>
                  <a:pt x="26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3" y="5"/>
                  <a:pt x="3" y="5"/>
                </a:cubicBezTo>
                <a:cubicBezTo>
                  <a:pt x="3" y="45"/>
                  <a:pt x="3" y="45"/>
                  <a:pt x="3" y="45"/>
                </a:cubicBezTo>
                <a:cubicBezTo>
                  <a:pt x="3" y="45"/>
                  <a:pt x="4" y="45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5" y="46"/>
                </a:cubicBezTo>
                <a:cubicBezTo>
                  <a:pt x="38" y="46"/>
                  <a:pt x="38" y="46"/>
                  <a:pt x="38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5"/>
                  <a:pt x="40" y="45"/>
                  <a:pt x="40" y="45"/>
                </a:cubicBezTo>
                <a:cubicBezTo>
                  <a:pt x="40" y="17"/>
                  <a:pt x="40" y="17"/>
                  <a:pt x="40" y="17"/>
                </a:cubicBezTo>
                <a:close/>
                <a:moveTo>
                  <a:pt x="38" y="15"/>
                </a:moveTo>
                <a:cubicBezTo>
                  <a:pt x="38" y="15"/>
                  <a:pt x="38" y="15"/>
                  <a:pt x="38" y="15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3"/>
                  <a:pt x="29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30" y="14"/>
                  <a:pt x="30" y="15"/>
                  <a:pt x="31" y="15"/>
                </a:cubicBezTo>
                <a:cubicBezTo>
                  <a:pt x="38" y="15"/>
                  <a:pt x="38" y="15"/>
                  <a:pt x="38" y="1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22" name="Freeform 256">
            <a:extLst>
              <a:ext uri="{FF2B5EF4-FFF2-40B4-BE49-F238E27FC236}">
                <a16:creationId xmlns:a16="http://schemas.microsoft.com/office/drawing/2014/main" id="{709A0FE4-C68B-A2F7-BC58-6A7F446C7F20}"/>
              </a:ext>
            </a:extLst>
          </p:cNvPr>
          <p:cNvSpPr>
            <a:spLocks noEditPoints="1"/>
          </p:cNvSpPr>
          <p:nvPr/>
        </p:nvSpPr>
        <p:spPr bwMode="auto">
          <a:xfrm>
            <a:off x="9901167" y="4803165"/>
            <a:ext cx="211667" cy="211667"/>
          </a:xfrm>
          <a:custGeom>
            <a:avLst/>
            <a:gdLst>
              <a:gd name="T0" fmla="*/ 88900 w 50"/>
              <a:gd name="T1" fmla="*/ 25400 h 50"/>
              <a:gd name="T2" fmla="*/ 57150 w 50"/>
              <a:gd name="T3" fmla="*/ 3175 h 50"/>
              <a:gd name="T4" fmla="*/ 92075 w 50"/>
              <a:gd name="T5" fmla="*/ 19050 h 50"/>
              <a:gd name="T6" fmla="*/ 123825 w 50"/>
              <a:gd name="T7" fmla="*/ 34925 h 50"/>
              <a:gd name="T8" fmla="*/ 127000 w 50"/>
              <a:gd name="T9" fmla="*/ 34925 h 50"/>
              <a:gd name="T10" fmla="*/ 149225 w 50"/>
              <a:gd name="T11" fmla="*/ 44450 h 50"/>
              <a:gd name="T12" fmla="*/ 158750 w 50"/>
              <a:gd name="T13" fmla="*/ 127000 h 50"/>
              <a:gd name="T14" fmla="*/ 149225 w 50"/>
              <a:gd name="T15" fmla="*/ 149225 h 50"/>
              <a:gd name="T16" fmla="*/ 127000 w 50"/>
              <a:gd name="T17" fmla="*/ 158750 h 50"/>
              <a:gd name="T18" fmla="*/ 9525 w 50"/>
              <a:gd name="T19" fmla="*/ 149225 h 50"/>
              <a:gd name="T20" fmla="*/ 0 w 50"/>
              <a:gd name="T21" fmla="*/ 127000 h 50"/>
              <a:gd name="T22" fmla="*/ 9525 w 50"/>
              <a:gd name="T23" fmla="*/ 44450 h 50"/>
              <a:gd name="T24" fmla="*/ 31750 w 50"/>
              <a:gd name="T25" fmla="*/ 34925 h 50"/>
              <a:gd name="T26" fmla="*/ 92075 w 50"/>
              <a:gd name="T27" fmla="*/ 28575 h 50"/>
              <a:gd name="T28" fmla="*/ 127000 w 50"/>
              <a:gd name="T29" fmla="*/ 47625 h 50"/>
              <a:gd name="T30" fmla="*/ 19050 w 50"/>
              <a:gd name="T31" fmla="*/ 50800 h 50"/>
              <a:gd name="T32" fmla="*/ 12700 w 50"/>
              <a:gd name="T33" fmla="*/ 66675 h 50"/>
              <a:gd name="T34" fmla="*/ 15875 w 50"/>
              <a:gd name="T35" fmla="*/ 139700 h 50"/>
              <a:gd name="T36" fmla="*/ 31750 w 50"/>
              <a:gd name="T37" fmla="*/ 146050 h 50"/>
              <a:gd name="T38" fmla="*/ 139700 w 50"/>
              <a:gd name="T39" fmla="*/ 139700 h 50"/>
              <a:gd name="T40" fmla="*/ 146050 w 50"/>
              <a:gd name="T41" fmla="*/ 66675 h 50"/>
              <a:gd name="T42" fmla="*/ 139700 w 50"/>
              <a:gd name="T43" fmla="*/ 53975 h 50"/>
              <a:gd name="T44" fmla="*/ 28575 w 50"/>
              <a:gd name="T45" fmla="*/ 57150 h 50"/>
              <a:gd name="T46" fmla="*/ 28575 w 50"/>
              <a:gd name="T47" fmla="*/ 57150 h 50"/>
              <a:gd name="T48" fmla="*/ 133350 w 50"/>
              <a:gd name="T49" fmla="*/ 63500 h 50"/>
              <a:gd name="T50" fmla="*/ 133350 w 50"/>
              <a:gd name="T51" fmla="*/ 85725 h 50"/>
              <a:gd name="T52" fmla="*/ 130175 w 50"/>
              <a:gd name="T53" fmla="*/ 88900 h 50"/>
              <a:gd name="T54" fmla="*/ 25400 w 50"/>
              <a:gd name="T55" fmla="*/ 85725 h 50"/>
              <a:gd name="T56" fmla="*/ 25400 w 50"/>
              <a:gd name="T57" fmla="*/ 63500 h 50"/>
              <a:gd name="T58" fmla="*/ 127000 w 50"/>
              <a:gd name="T59" fmla="*/ 66675 h 50"/>
              <a:gd name="T60" fmla="*/ 66675 w 50"/>
              <a:gd name="T61" fmla="*/ 66675 h 50"/>
              <a:gd name="T62" fmla="*/ 66675 w 50"/>
              <a:gd name="T63" fmla="*/ 82550 h 50"/>
              <a:gd name="T64" fmla="*/ 127000 w 50"/>
              <a:gd name="T65" fmla="*/ 82550 h 50"/>
              <a:gd name="T66" fmla="*/ 53975 w 50"/>
              <a:gd name="T67" fmla="*/ 66675 h 50"/>
              <a:gd name="T68" fmla="*/ 31750 w 50"/>
              <a:gd name="T69" fmla="*/ 66675 h 50"/>
              <a:gd name="T70" fmla="*/ 53975 w 50"/>
              <a:gd name="T71" fmla="*/ 82550 h 50"/>
              <a:gd name="T72" fmla="*/ 53975 w 50"/>
              <a:gd name="T73" fmla="*/ 66675 h 50"/>
              <a:gd name="T74" fmla="*/ 111125 w 50"/>
              <a:gd name="T75" fmla="*/ 95250 h 50"/>
              <a:gd name="T76" fmla="*/ 127000 w 50"/>
              <a:gd name="T77" fmla="*/ 101600 h 50"/>
              <a:gd name="T78" fmla="*/ 133350 w 50"/>
              <a:gd name="T79" fmla="*/ 117475 h 50"/>
              <a:gd name="T80" fmla="*/ 127000 w 50"/>
              <a:gd name="T81" fmla="*/ 133350 h 50"/>
              <a:gd name="T82" fmla="*/ 95250 w 50"/>
              <a:gd name="T83" fmla="*/ 133350 h 50"/>
              <a:gd name="T84" fmla="*/ 95250 w 50"/>
              <a:gd name="T85" fmla="*/ 101600 h 50"/>
              <a:gd name="T86" fmla="*/ 111125 w 50"/>
              <a:gd name="T87" fmla="*/ 95250 h 50"/>
              <a:gd name="T88" fmla="*/ 120650 w 50"/>
              <a:gd name="T89" fmla="*/ 104775 h 50"/>
              <a:gd name="T90" fmla="*/ 111125 w 50"/>
              <a:gd name="T91" fmla="*/ 101600 h 50"/>
              <a:gd name="T92" fmla="*/ 101600 w 50"/>
              <a:gd name="T93" fmla="*/ 104775 h 50"/>
              <a:gd name="T94" fmla="*/ 101600 w 50"/>
              <a:gd name="T95" fmla="*/ 127000 h 50"/>
              <a:gd name="T96" fmla="*/ 120650 w 50"/>
              <a:gd name="T97" fmla="*/ 127000 h 50"/>
              <a:gd name="T98" fmla="*/ 120650 w 50"/>
              <a:gd name="T99" fmla="*/ 104775 h 50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0" h="50">
                <a:moveTo>
                  <a:pt x="29" y="9"/>
                </a:moveTo>
                <a:cubicBezTo>
                  <a:pt x="28" y="9"/>
                  <a:pt x="28" y="9"/>
                  <a:pt x="28" y="8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1"/>
                  <a:pt x="18" y="1"/>
                </a:cubicBezTo>
                <a:cubicBezTo>
                  <a:pt x="18" y="0"/>
                  <a:pt x="19" y="0"/>
                  <a:pt x="19" y="0"/>
                </a:cubicBezTo>
                <a:cubicBezTo>
                  <a:pt x="29" y="6"/>
                  <a:pt x="29" y="6"/>
                  <a:pt x="29" y="6"/>
                </a:cubicBezTo>
                <a:cubicBezTo>
                  <a:pt x="30" y="6"/>
                  <a:pt x="30" y="6"/>
                  <a:pt x="31" y="6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1"/>
                  <a:pt x="39" y="11"/>
                  <a:pt x="39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43" y="11"/>
                  <a:pt x="45" y="12"/>
                  <a:pt x="47" y="14"/>
                </a:cubicBezTo>
                <a:cubicBezTo>
                  <a:pt x="47" y="14"/>
                  <a:pt x="47" y="14"/>
                  <a:pt x="47" y="14"/>
                </a:cubicBezTo>
                <a:cubicBezTo>
                  <a:pt x="49" y="16"/>
                  <a:pt x="50" y="18"/>
                  <a:pt x="50" y="21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43"/>
                  <a:pt x="49" y="45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5" y="49"/>
                  <a:pt x="43" y="50"/>
                  <a:pt x="40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7" y="50"/>
                  <a:pt x="5" y="49"/>
                  <a:pt x="3" y="47"/>
                </a:cubicBezTo>
                <a:cubicBezTo>
                  <a:pt x="3" y="47"/>
                  <a:pt x="3" y="47"/>
                  <a:pt x="3" y="47"/>
                </a:cubicBezTo>
                <a:cubicBezTo>
                  <a:pt x="1" y="45"/>
                  <a:pt x="0" y="43"/>
                  <a:pt x="0" y="40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8"/>
                  <a:pt x="1" y="16"/>
                  <a:pt x="3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5" y="12"/>
                  <a:pt x="7" y="11"/>
                  <a:pt x="10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40" y="15"/>
                </a:moveTo>
                <a:cubicBezTo>
                  <a:pt x="40" y="15"/>
                  <a:pt x="40" y="15"/>
                  <a:pt x="4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8" y="15"/>
                  <a:pt x="7" y="15"/>
                  <a:pt x="6" y="16"/>
                </a:cubicBezTo>
                <a:cubicBezTo>
                  <a:pt x="6" y="17"/>
                  <a:pt x="6" y="17"/>
                  <a:pt x="6" y="17"/>
                </a:cubicBezTo>
                <a:cubicBezTo>
                  <a:pt x="5" y="18"/>
                  <a:pt x="4" y="19"/>
                  <a:pt x="4" y="21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2"/>
                  <a:pt x="4" y="43"/>
                  <a:pt x="5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7" y="45"/>
                  <a:pt x="8" y="46"/>
                  <a:pt x="1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2" y="46"/>
                  <a:pt x="43" y="45"/>
                  <a:pt x="44" y="44"/>
                </a:cubicBezTo>
                <a:cubicBezTo>
                  <a:pt x="45" y="43"/>
                  <a:pt x="46" y="42"/>
                  <a:pt x="46" y="40"/>
                </a:cubicBezTo>
                <a:cubicBezTo>
                  <a:pt x="46" y="21"/>
                  <a:pt x="46" y="21"/>
                  <a:pt x="46" y="21"/>
                </a:cubicBezTo>
                <a:cubicBezTo>
                  <a:pt x="46" y="19"/>
                  <a:pt x="45" y="18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3" y="16"/>
                  <a:pt x="42" y="15"/>
                  <a:pt x="40" y="15"/>
                </a:cubicBezTo>
                <a:close/>
                <a:moveTo>
                  <a:pt x="9" y="18"/>
                </a:moveTo>
                <a:cubicBezTo>
                  <a:pt x="9" y="18"/>
                  <a:pt x="9" y="18"/>
                  <a:pt x="9" y="18"/>
                </a:cubicBezTo>
                <a:cubicBezTo>
                  <a:pt x="9" y="18"/>
                  <a:pt x="9" y="18"/>
                  <a:pt x="9" y="18"/>
                </a:cubicBezTo>
                <a:cubicBezTo>
                  <a:pt x="41" y="18"/>
                  <a:pt x="41" y="18"/>
                  <a:pt x="41" y="18"/>
                </a:cubicBezTo>
                <a:cubicBezTo>
                  <a:pt x="42" y="18"/>
                  <a:pt x="42" y="19"/>
                  <a:pt x="42" y="20"/>
                </a:cubicBezTo>
                <a:cubicBezTo>
                  <a:pt x="42" y="20"/>
                  <a:pt x="42" y="20"/>
                  <a:pt x="42" y="20"/>
                </a:cubicBezTo>
                <a:cubicBezTo>
                  <a:pt x="42" y="27"/>
                  <a:pt x="42" y="27"/>
                  <a:pt x="42" y="27"/>
                </a:cubicBezTo>
                <a:cubicBezTo>
                  <a:pt x="42" y="27"/>
                  <a:pt x="42" y="28"/>
                  <a:pt x="41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8" y="28"/>
                  <a:pt x="8" y="27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19"/>
                  <a:pt x="8" y="18"/>
                  <a:pt x="9" y="18"/>
                </a:cubicBezTo>
                <a:close/>
                <a:moveTo>
                  <a:pt x="40" y="21"/>
                </a:moveTo>
                <a:cubicBezTo>
                  <a:pt x="40" y="21"/>
                  <a:pt x="40" y="21"/>
                  <a:pt x="40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6"/>
                  <a:pt x="21" y="26"/>
                  <a:pt x="21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21"/>
                  <a:pt x="40" y="21"/>
                  <a:pt x="40" y="21"/>
                </a:cubicBezTo>
                <a:close/>
                <a:moveTo>
                  <a:pt x="17" y="21"/>
                </a:moveTo>
                <a:cubicBezTo>
                  <a:pt x="17" y="21"/>
                  <a:pt x="17" y="21"/>
                  <a:pt x="17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6"/>
                  <a:pt x="10" y="26"/>
                  <a:pt x="10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21"/>
                  <a:pt x="17" y="21"/>
                  <a:pt x="17" y="21"/>
                </a:cubicBezTo>
                <a:close/>
                <a:moveTo>
                  <a:pt x="35" y="30"/>
                </a:moveTo>
                <a:cubicBezTo>
                  <a:pt x="35" y="30"/>
                  <a:pt x="35" y="30"/>
                  <a:pt x="35" y="30"/>
                </a:cubicBezTo>
                <a:cubicBezTo>
                  <a:pt x="37" y="30"/>
                  <a:pt x="39" y="31"/>
                  <a:pt x="40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41" y="33"/>
                  <a:pt x="42" y="35"/>
                  <a:pt x="42" y="37"/>
                </a:cubicBezTo>
                <a:cubicBezTo>
                  <a:pt x="42" y="39"/>
                  <a:pt x="41" y="40"/>
                  <a:pt x="40" y="42"/>
                </a:cubicBezTo>
                <a:cubicBezTo>
                  <a:pt x="40" y="42"/>
                  <a:pt x="40" y="42"/>
                  <a:pt x="40" y="42"/>
                </a:cubicBezTo>
                <a:cubicBezTo>
                  <a:pt x="39" y="43"/>
                  <a:pt x="37" y="44"/>
                  <a:pt x="35" y="44"/>
                </a:cubicBezTo>
                <a:cubicBezTo>
                  <a:pt x="33" y="44"/>
                  <a:pt x="31" y="43"/>
                  <a:pt x="30" y="42"/>
                </a:cubicBezTo>
                <a:cubicBezTo>
                  <a:pt x="29" y="40"/>
                  <a:pt x="28" y="39"/>
                  <a:pt x="28" y="37"/>
                </a:cubicBezTo>
                <a:cubicBezTo>
                  <a:pt x="28" y="35"/>
                  <a:pt x="29" y="33"/>
                  <a:pt x="30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31" y="30"/>
                  <a:pt x="33" y="30"/>
                  <a:pt x="35" y="30"/>
                </a:cubicBezTo>
                <a:close/>
                <a:moveTo>
                  <a:pt x="38" y="33"/>
                </a:moveTo>
                <a:cubicBezTo>
                  <a:pt x="38" y="33"/>
                  <a:pt x="38" y="33"/>
                  <a:pt x="38" y="33"/>
                </a:cubicBezTo>
                <a:cubicBezTo>
                  <a:pt x="38" y="33"/>
                  <a:pt x="38" y="33"/>
                  <a:pt x="38" y="33"/>
                </a:cubicBezTo>
                <a:cubicBezTo>
                  <a:pt x="38" y="33"/>
                  <a:pt x="36" y="32"/>
                  <a:pt x="35" y="32"/>
                </a:cubicBezTo>
                <a:cubicBezTo>
                  <a:pt x="34" y="32"/>
                  <a:pt x="33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1" y="34"/>
                  <a:pt x="30" y="35"/>
                  <a:pt x="30" y="37"/>
                </a:cubicBezTo>
                <a:cubicBezTo>
                  <a:pt x="30" y="38"/>
                  <a:pt x="31" y="39"/>
                  <a:pt x="32" y="40"/>
                </a:cubicBezTo>
                <a:cubicBezTo>
                  <a:pt x="32" y="41"/>
                  <a:pt x="34" y="42"/>
                  <a:pt x="35" y="42"/>
                </a:cubicBezTo>
                <a:cubicBezTo>
                  <a:pt x="36" y="42"/>
                  <a:pt x="38" y="41"/>
                  <a:pt x="38" y="40"/>
                </a:cubicBezTo>
                <a:cubicBezTo>
                  <a:pt x="39" y="39"/>
                  <a:pt x="40" y="38"/>
                  <a:pt x="40" y="37"/>
                </a:cubicBezTo>
                <a:cubicBezTo>
                  <a:pt x="40" y="35"/>
                  <a:pt x="39" y="34"/>
                  <a:pt x="38" y="3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23" name="Freeform 257">
            <a:extLst>
              <a:ext uri="{FF2B5EF4-FFF2-40B4-BE49-F238E27FC236}">
                <a16:creationId xmlns:a16="http://schemas.microsoft.com/office/drawing/2014/main" id="{8E420A10-739C-1BC0-9513-28E760B41E43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4820098"/>
            <a:ext cx="211667" cy="177800"/>
          </a:xfrm>
          <a:custGeom>
            <a:avLst/>
            <a:gdLst>
              <a:gd name="T0" fmla="*/ 158750 w 50"/>
              <a:gd name="T1" fmla="*/ 101600 h 42"/>
              <a:gd name="T2" fmla="*/ 127000 w 50"/>
              <a:gd name="T3" fmla="*/ 133350 h 42"/>
              <a:gd name="T4" fmla="*/ 31750 w 50"/>
              <a:gd name="T5" fmla="*/ 133350 h 42"/>
              <a:gd name="T6" fmla="*/ 0 w 50"/>
              <a:gd name="T7" fmla="*/ 101600 h 42"/>
              <a:gd name="T8" fmla="*/ 0 w 50"/>
              <a:gd name="T9" fmla="*/ 31750 h 42"/>
              <a:gd name="T10" fmla="*/ 31750 w 50"/>
              <a:gd name="T11" fmla="*/ 0 h 42"/>
              <a:gd name="T12" fmla="*/ 127000 w 50"/>
              <a:gd name="T13" fmla="*/ 0 h 42"/>
              <a:gd name="T14" fmla="*/ 158750 w 50"/>
              <a:gd name="T15" fmla="*/ 31750 h 42"/>
              <a:gd name="T16" fmla="*/ 158750 w 50"/>
              <a:gd name="T17" fmla="*/ 101600 h 42"/>
              <a:gd name="T18" fmla="*/ 53975 w 50"/>
              <a:gd name="T19" fmla="*/ 31750 h 42"/>
              <a:gd name="T20" fmla="*/ 53975 w 50"/>
              <a:gd name="T21" fmla="*/ 31750 h 42"/>
              <a:gd name="T22" fmla="*/ 111125 w 50"/>
              <a:gd name="T23" fmla="*/ 63500 h 42"/>
              <a:gd name="T24" fmla="*/ 111125 w 50"/>
              <a:gd name="T25" fmla="*/ 69850 h 42"/>
              <a:gd name="T26" fmla="*/ 111125 w 50"/>
              <a:gd name="T27" fmla="*/ 69850 h 42"/>
              <a:gd name="T28" fmla="*/ 53975 w 50"/>
              <a:gd name="T29" fmla="*/ 101600 h 42"/>
              <a:gd name="T30" fmla="*/ 47625 w 50"/>
              <a:gd name="T31" fmla="*/ 101600 h 42"/>
              <a:gd name="T32" fmla="*/ 47625 w 50"/>
              <a:gd name="T33" fmla="*/ 98425 h 42"/>
              <a:gd name="T34" fmla="*/ 47625 w 50"/>
              <a:gd name="T35" fmla="*/ 98425 h 42"/>
              <a:gd name="T36" fmla="*/ 47625 w 50"/>
              <a:gd name="T37" fmla="*/ 34925 h 42"/>
              <a:gd name="T38" fmla="*/ 50800 w 50"/>
              <a:gd name="T39" fmla="*/ 28575 h 42"/>
              <a:gd name="T40" fmla="*/ 53975 w 50"/>
              <a:gd name="T41" fmla="*/ 31750 h 42"/>
              <a:gd name="T42" fmla="*/ 53975 w 50"/>
              <a:gd name="T43" fmla="*/ 41275 h 42"/>
              <a:gd name="T44" fmla="*/ 53975 w 50"/>
              <a:gd name="T45" fmla="*/ 41275 h 42"/>
              <a:gd name="T46" fmla="*/ 53975 w 50"/>
              <a:gd name="T47" fmla="*/ 92075 h 42"/>
              <a:gd name="T48" fmla="*/ 101600 w 50"/>
              <a:gd name="T49" fmla="*/ 66675 h 42"/>
              <a:gd name="T50" fmla="*/ 53975 w 50"/>
              <a:gd name="T51" fmla="*/ 41275 h 42"/>
              <a:gd name="T52" fmla="*/ 12700 w 50"/>
              <a:gd name="T53" fmla="*/ 101600 h 42"/>
              <a:gd name="T54" fmla="*/ 12700 w 50"/>
              <a:gd name="T55" fmla="*/ 101600 h 42"/>
              <a:gd name="T56" fmla="*/ 31750 w 50"/>
              <a:gd name="T57" fmla="*/ 120650 h 42"/>
              <a:gd name="T58" fmla="*/ 127000 w 50"/>
              <a:gd name="T59" fmla="*/ 120650 h 42"/>
              <a:gd name="T60" fmla="*/ 146050 w 50"/>
              <a:gd name="T61" fmla="*/ 101600 h 42"/>
              <a:gd name="T62" fmla="*/ 146050 w 50"/>
              <a:gd name="T63" fmla="*/ 31750 h 42"/>
              <a:gd name="T64" fmla="*/ 127000 w 50"/>
              <a:gd name="T65" fmla="*/ 12700 h 42"/>
              <a:gd name="T66" fmla="*/ 31750 w 50"/>
              <a:gd name="T67" fmla="*/ 12700 h 42"/>
              <a:gd name="T68" fmla="*/ 12700 w 50"/>
              <a:gd name="T69" fmla="*/ 31750 h 42"/>
              <a:gd name="T70" fmla="*/ 12700 w 50"/>
              <a:gd name="T71" fmla="*/ 101600 h 4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" h="42">
                <a:moveTo>
                  <a:pt x="50" y="32"/>
                </a:moveTo>
                <a:cubicBezTo>
                  <a:pt x="50" y="37"/>
                  <a:pt x="46" y="42"/>
                  <a:pt x="40" y="42"/>
                </a:cubicBezTo>
                <a:cubicBezTo>
                  <a:pt x="10" y="42"/>
                  <a:pt x="10" y="42"/>
                  <a:pt x="10" y="42"/>
                </a:cubicBezTo>
                <a:cubicBezTo>
                  <a:pt x="4" y="42"/>
                  <a:pt x="0" y="37"/>
                  <a:pt x="0" y="32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6" y="0"/>
                  <a:pt x="50" y="4"/>
                  <a:pt x="50" y="10"/>
                </a:cubicBezTo>
                <a:cubicBezTo>
                  <a:pt x="50" y="32"/>
                  <a:pt x="50" y="32"/>
                  <a:pt x="50" y="32"/>
                </a:cubicBezTo>
                <a:close/>
                <a:moveTo>
                  <a:pt x="17" y="10"/>
                </a:moveTo>
                <a:cubicBezTo>
                  <a:pt x="17" y="10"/>
                  <a:pt x="17" y="10"/>
                  <a:pt x="17" y="10"/>
                </a:cubicBezTo>
                <a:cubicBezTo>
                  <a:pt x="23" y="13"/>
                  <a:pt x="29" y="16"/>
                  <a:pt x="35" y="20"/>
                </a:cubicBezTo>
                <a:cubicBezTo>
                  <a:pt x="35" y="20"/>
                  <a:pt x="35" y="21"/>
                  <a:pt x="35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29" y="25"/>
                  <a:pt x="23" y="29"/>
                  <a:pt x="17" y="32"/>
                </a:cubicBezTo>
                <a:cubicBezTo>
                  <a:pt x="16" y="33"/>
                  <a:pt x="15" y="32"/>
                  <a:pt x="15" y="32"/>
                </a:cubicBezTo>
                <a:cubicBezTo>
                  <a:pt x="15" y="32"/>
                  <a:pt x="15" y="32"/>
                  <a:pt x="15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24"/>
                  <a:pt x="15" y="17"/>
                  <a:pt x="15" y="11"/>
                </a:cubicBezTo>
                <a:cubicBezTo>
                  <a:pt x="15" y="10"/>
                  <a:pt x="15" y="9"/>
                  <a:pt x="16" y="9"/>
                </a:cubicBezTo>
                <a:cubicBezTo>
                  <a:pt x="16" y="9"/>
                  <a:pt x="16" y="9"/>
                  <a:pt x="17" y="10"/>
                </a:cubicBezTo>
                <a:close/>
                <a:moveTo>
                  <a:pt x="17" y="13"/>
                </a:moveTo>
                <a:cubicBezTo>
                  <a:pt x="17" y="13"/>
                  <a:pt x="17" y="13"/>
                  <a:pt x="17" y="13"/>
                </a:cubicBezTo>
                <a:cubicBezTo>
                  <a:pt x="17" y="18"/>
                  <a:pt x="17" y="24"/>
                  <a:pt x="17" y="29"/>
                </a:cubicBezTo>
                <a:cubicBezTo>
                  <a:pt x="22" y="27"/>
                  <a:pt x="27" y="24"/>
                  <a:pt x="32" y="21"/>
                </a:cubicBezTo>
                <a:cubicBezTo>
                  <a:pt x="27" y="18"/>
                  <a:pt x="22" y="15"/>
                  <a:pt x="17" y="13"/>
                </a:cubicBezTo>
                <a:close/>
                <a:moveTo>
                  <a:pt x="4" y="32"/>
                </a:moveTo>
                <a:cubicBezTo>
                  <a:pt x="4" y="32"/>
                  <a:pt x="4" y="32"/>
                  <a:pt x="4" y="32"/>
                </a:cubicBezTo>
                <a:cubicBezTo>
                  <a:pt x="4" y="35"/>
                  <a:pt x="7" y="38"/>
                  <a:pt x="1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4" y="38"/>
                  <a:pt x="46" y="35"/>
                  <a:pt x="46" y="32"/>
                </a:cubicBezTo>
                <a:cubicBezTo>
                  <a:pt x="46" y="10"/>
                  <a:pt x="46" y="10"/>
                  <a:pt x="46" y="10"/>
                </a:cubicBezTo>
                <a:cubicBezTo>
                  <a:pt x="46" y="7"/>
                  <a:pt x="44" y="4"/>
                  <a:pt x="4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7" y="4"/>
                  <a:pt x="4" y="7"/>
                  <a:pt x="4" y="10"/>
                </a:cubicBezTo>
                <a:cubicBezTo>
                  <a:pt x="4" y="32"/>
                  <a:pt x="4" y="32"/>
                  <a:pt x="4" y="3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24" name="Freeform 258">
            <a:extLst>
              <a:ext uri="{FF2B5EF4-FFF2-40B4-BE49-F238E27FC236}">
                <a16:creationId xmlns:a16="http://schemas.microsoft.com/office/drawing/2014/main" id="{F5CFF476-5060-3601-E8B2-0A75682BE8E6}"/>
              </a:ext>
            </a:extLst>
          </p:cNvPr>
          <p:cNvSpPr>
            <a:spLocks noEditPoints="1"/>
          </p:cNvSpPr>
          <p:nvPr/>
        </p:nvSpPr>
        <p:spPr bwMode="auto">
          <a:xfrm>
            <a:off x="2780701" y="5258247"/>
            <a:ext cx="213784" cy="177800"/>
          </a:xfrm>
          <a:custGeom>
            <a:avLst/>
            <a:gdLst>
              <a:gd name="T0" fmla="*/ 6414 w 50"/>
              <a:gd name="T1" fmla="*/ 0 h 42"/>
              <a:gd name="T2" fmla="*/ 6414 w 50"/>
              <a:gd name="T3" fmla="*/ 0 h 42"/>
              <a:gd name="T4" fmla="*/ 153924 w 50"/>
              <a:gd name="T5" fmla="*/ 0 h 42"/>
              <a:gd name="T6" fmla="*/ 160338 w 50"/>
              <a:gd name="T7" fmla="*/ 6350 h 42"/>
              <a:gd name="T8" fmla="*/ 160338 w 50"/>
              <a:gd name="T9" fmla="*/ 6350 h 42"/>
              <a:gd name="T10" fmla="*/ 160338 w 50"/>
              <a:gd name="T11" fmla="*/ 111125 h 42"/>
              <a:gd name="T12" fmla="*/ 153924 w 50"/>
              <a:gd name="T13" fmla="*/ 117475 h 42"/>
              <a:gd name="T14" fmla="*/ 153924 w 50"/>
              <a:gd name="T15" fmla="*/ 117475 h 42"/>
              <a:gd name="T16" fmla="*/ 86583 w 50"/>
              <a:gd name="T17" fmla="*/ 117475 h 42"/>
              <a:gd name="T18" fmla="*/ 86583 w 50"/>
              <a:gd name="T19" fmla="*/ 123825 h 42"/>
              <a:gd name="T20" fmla="*/ 86583 w 50"/>
              <a:gd name="T21" fmla="*/ 123825 h 42"/>
              <a:gd name="T22" fmla="*/ 121857 w 50"/>
              <a:gd name="T23" fmla="*/ 123825 h 42"/>
              <a:gd name="T24" fmla="*/ 125064 w 50"/>
              <a:gd name="T25" fmla="*/ 130175 h 42"/>
              <a:gd name="T26" fmla="*/ 121857 w 50"/>
              <a:gd name="T27" fmla="*/ 133350 h 42"/>
              <a:gd name="T28" fmla="*/ 41688 w 50"/>
              <a:gd name="T29" fmla="*/ 133350 h 42"/>
              <a:gd name="T30" fmla="*/ 38481 w 50"/>
              <a:gd name="T31" fmla="*/ 130175 h 42"/>
              <a:gd name="T32" fmla="*/ 41688 w 50"/>
              <a:gd name="T33" fmla="*/ 123825 h 42"/>
              <a:gd name="T34" fmla="*/ 73755 w 50"/>
              <a:gd name="T35" fmla="*/ 123825 h 42"/>
              <a:gd name="T36" fmla="*/ 73755 w 50"/>
              <a:gd name="T37" fmla="*/ 123825 h 42"/>
              <a:gd name="T38" fmla="*/ 73755 w 50"/>
              <a:gd name="T39" fmla="*/ 117475 h 42"/>
              <a:gd name="T40" fmla="*/ 6414 w 50"/>
              <a:gd name="T41" fmla="*/ 117475 h 42"/>
              <a:gd name="T42" fmla="*/ 0 w 50"/>
              <a:gd name="T43" fmla="*/ 111125 h 42"/>
              <a:gd name="T44" fmla="*/ 0 w 50"/>
              <a:gd name="T45" fmla="*/ 111125 h 42"/>
              <a:gd name="T46" fmla="*/ 0 w 50"/>
              <a:gd name="T47" fmla="*/ 6350 h 42"/>
              <a:gd name="T48" fmla="*/ 6414 w 50"/>
              <a:gd name="T49" fmla="*/ 0 h 42"/>
              <a:gd name="T50" fmla="*/ 137891 w 50"/>
              <a:gd name="T51" fmla="*/ 88900 h 42"/>
              <a:gd name="T52" fmla="*/ 137891 w 50"/>
              <a:gd name="T53" fmla="*/ 88900 h 42"/>
              <a:gd name="T54" fmla="*/ 144304 w 50"/>
              <a:gd name="T55" fmla="*/ 95250 h 42"/>
              <a:gd name="T56" fmla="*/ 137891 w 50"/>
              <a:gd name="T57" fmla="*/ 101600 h 42"/>
              <a:gd name="T58" fmla="*/ 131477 w 50"/>
              <a:gd name="T59" fmla="*/ 95250 h 42"/>
              <a:gd name="T60" fmla="*/ 137891 w 50"/>
              <a:gd name="T61" fmla="*/ 88900 h 42"/>
              <a:gd name="T62" fmla="*/ 150718 w 50"/>
              <a:gd name="T63" fmla="*/ 12700 h 42"/>
              <a:gd name="T64" fmla="*/ 150718 w 50"/>
              <a:gd name="T65" fmla="*/ 12700 h 42"/>
              <a:gd name="T66" fmla="*/ 12827 w 50"/>
              <a:gd name="T67" fmla="*/ 12700 h 42"/>
              <a:gd name="T68" fmla="*/ 12827 w 50"/>
              <a:gd name="T69" fmla="*/ 104775 h 42"/>
              <a:gd name="T70" fmla="*/ 150718 w 50"/>
              <a:gd name="T71" fmla="*/ 104775 h 42"/>
              <a:gd name="T72" fmla="*/ 150718 w 50"/>
              <a:gd name="T73" fmla="*/ 12700 h 4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0" h="42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0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6"/>
                  <a:pt x="50" y="37"/>
                  <a:pt x="48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39" y="39"/>
                  <a:pt x="39" y="40"/>
                  <a:pt x="39" y="41"/>
                </a:cubicBezTo>
                <a:cubicBezTo>
                  <a:pt x="39" y="41"/>
                  <a:pt x="39" y="42"/>
                  <a:pt x="38" y="42"/>
                </a:cubicBezTo>
                <a:cubicBezTo>
                  <a:pt x="13" y="42"/>
                  <a:pt x="13" y="42"/>
                  <a:pt x="13" y="42"/>
                </a:cubicBezTo>
                <a:cubicBezTo>
                  <a:pt x="12" y="42"/>
                  <a:pt x="12" y="41"/>
                  <a:pt x="12" y="41"/>
                </a:cubicBezTo>
                <a:cubicBezTo>
                  <a:pt x="12" y="40"/>
                  <a:pt x="12" y="39"/>
                  <a:pt x="13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37"/>
                  <a:pt x="23" y="37"/>
                  <a:pt x="23" y="37"/>
                </a:cubicBezTo>
                <a:cubicBezTo>
                  <a:pt x="2" y="37"/>
                  <a:pt x="2" y="37"/>
                  <a:pt x="2" y="37"/>
                </a:cubicBezTo>
                <a:cubicBezTo>
                  <a:pt x="1" y="37"/>
                  <a:pt x="0" y="36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3" y="28"/>
                </a:moveTo>
                <a:cubicBezTo>
                  <a:pt x="43" y="28"/>
                  <a:pt x="43" y="28"/>
                  <a:pt x="43" y="28"/>
                </a:cubicBezTo>
                <a:cubicBezTo>
                  <a:pt x="44" y="28"/>
                  <a:pt x="45" y="29"/>
                  <a:pt x="45" y="30"/>
                </a:cubicBezTo>
                <a:cubicBezTo>
                  <a:pt x="45" y="31"/>
                  <a:pt x="44" y="32"/>
                  <a:pt x="43" y="32"/>
                </a:cubicBezTo>
                <a:cubicBezTo>
                  <a:pt x="42" y="32"/>
                  <a:pt x="41" y="31"/>
                  <a:pt x="41" y="30"/>
                </a:cubicBezTo>
                <a:cubicBezTo>
                  <a:pt x="41" y="29"/>
                  <a:pt x="42" y="28"/>
                  <a:pt x="43" y="28"/>
                </a:cubicBezTo>
                <a:close/>
                <a:moveTo>
                  <a:pt x="47" y="4"/>
                </a:moveTo>
                <a:cubicBezTo>
                  <a:pt x="47" y="4"/>
                  <a:pt x="47" y="4"/>
                  <a:pt x="4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4"/>
                  <a:pt x="4" y="23"/>
                  <a:pt x="4" y="33"/>
                </a:cubicBezTo>
                <a:cubicBezTo>
                  <a:pt x="18" y="33"/>
                  <a:pt x="32" y="33"/>
                  <a:pt x="47" y="33"/>
                </a:cubicBezTo>
                <a:cubicBezTo>
                  <a:pt x="47" y="23"/>
                  <a:pt x="47" y="14"/>
                  <a:pt x="47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25" name="Freeform 259">
            <a:extLst>
              <a:ext uri="{FF2B5EF4-FFF2-40B4-BE49-F238E27FC236}">
                <a16:creationId xmlns:a16="http://schemas.microsoft.com/office/drawing/2014/main" id="{D631A292-5342-7BD7-D79B-4E869FB1C2EF}"/>
              </a:ext>
            </a:extLst>
          </p:cNvPr>
          <p:cNvSpPr>
            <a:spLocks noEditPoints="1"/>
          </p:cNvSpPr>
          <p:nvPr/>
        </p:nvSpPr>
        <p:spPr bwMode="auto">
          <a:xfrm>
            <a:off x="9528634" y="4807398"/>
            <a:ext cx="211667" cy="203200"/>
          </a:xfrm>
          <a:custGeom>
            <a:avLst/>
            <a:gdLst>
              <a:gd name="T0" fmla="*/ 6350 w 50"/>
              <a:gd name="T1" fmla="*/ 31750 h 48"/>
              <a:gd name="T2" fmla="*/ 12700 w 50"/>
              <a:gd name="T3" fmla="*/ 6350 h 48"/>
              <a:gd name="T4" fmla="*/ 19050 w 50"/>
              <a:gd name="T5" fmla="*/ 0 h 48"/>
              <a:gd name="T6" fmla="*/ 73025 w 50"/>
              <a:gd name="T7" fmla="*/ 0 h 48"/>
              <a:gd name="T8" fmla="*/ 76200 w 50"/>
              <a:gd name="T9" fmla="*/ 6350 h 48"/>
              <a:gd name="T10" fmla="*/ 152400 w 50"/>
              <a:gd name="T11" fmla="*/ 31750 h 48"/>
              <a:gd name="T12" fmla="*/ 158750 w 50"/>
              <a:gd name="T13" fmla="*/ 38100 h 48"/>
              <a:gd name="T14" fmla="*/ 152400 w 50"/>
              <a:gd name="T15" fmla="*/ 152400 h 48"/>
              <a:gd name="T16" fmla="*/ 6350 w 50"/>
              <a:gd name="T17" fmla="*/ 152400 h 48"/>
              <a:gd name="T18" fmla="*/ 0 w 50"/>
              <a:gd name="T19" fmla="*/ 146050 h 48"/>
              <a:gd name="T20" fmla="*/ 6350 w 50"/>
              <a:gd name="T21" fmla="*/ 31750 h 48"/>
              <a:gd name="T22" fmla="*/ 127000 w 50"/>
              <a:gd name="T23" fmla="*/ 66675 h 48"/>
              <a:gd name="T24" fmla="*/ 127000 w 50"/>
              <a:gd name="T25" fmla="*/ 79375 h 48"/>
              <a:gd name="T26" fmla="*/ 127000 w 50"/>
              <a:gd name="T27" fmla="*/ 66675 h 48"/>
              <a:gd name="T28" fmla="*/ 127000 w 50"/>
              <a:gd name="T29" fmla="*/ 88900 h 48"/>
              <a:gd name="T30" fmla="*/ 127000 w 50"/>
              <a:gd name="T31" fmla="*/ 101600 h 48"/>
              <a:gd name="T32" fmla="*/ 127000 w 50"/>
              <a:gd name="T33" fmla="*/ 88900 h 48"/>
              <a:gd name="T34" fmla="*/ 127000 w 50"/>
              <a:gd name="T35" fmla="*/ 111125 h 48"/>
              <a:gd name="T36" fmla="*/ 139700 w 50"/>
              <a:gd name="T37" fmla="*/ 120650 h 48"/>
              <a:gd name="T38" fmla="*/ 136525 w 50"/>
              <a:gd name="T39" fmla="*/ 130175 h 48"/>
              <a:gd name="T40" fmla="*/ 120650 w 50"/>
              <a:gd name="T41" fmla="*/ 130175 h 48"/>
              <a:gd name="T42" fmla="*/ 117475 w 50"/>
              <a:gd name="T43" fmla="*/ 120650 h 48"/>
              <a:gd name="T44" fmla="*/ 127000 w 50"/>
              <a:gd name="T45" fmla="*/ 111125 h 48"/>
              <a:gd name="T46" fmla="*/ 130175 w 50"/>
              <a:gd name="T47" fmla="*/ 117475 h 48"/>
              <a:gd name="T48" fmla="*/ 123825 w 50"/>
              <a:gd name="T49" fmla="*/ 117475 h 48"/>
              <a:gd name="T50" fmla="*/ 123825 w 50"/>
              <a:gd name="T51" fmla="*/ 120650 h 48"/>
              <a:gd name="T52" fmla="*/ 123825 w 50"/>
              <a:gd name="T53" fmla="*/ 123825 h 48"/>
              <a:gd name="T54" fmla="*/ 130175 w 50"/>
              <a:gd name="T55" fmla="*/ 123825 h 48"/>
              <a:gd name="T56" fmla="*/ 133350 w 50"/>
              <a:gd name="T57" fmla="*/ 120650 h 48"/>
              <a:gd name="T58" fmla="*/ 130175 w 50"/>
              <a:gd name="T59" fmla="*/ 117475 h 48"/>
              <a:gd name="T60" fmla="*/ 31750 w 50"/>
              <a:gd name="T61" fmla="*/ 47625 h 48"/>
              <a:gd name="T62" fmla="*/ 101600 w 50"/>
              <a:gd name="T63" fmla="*/ 47625 h 48"/>
              <a:gd name="T64" fmla="*/ 111125 w 50"/>
              <a:gd name="T65" fmla="*/ 50800 h 48"/>
              <a:gd name="T66" fmla="*/ 111125 w 50"/>
              <a:gd name="T67" fmla="*/ 50800 h 48"/>
              <a:gd name="T68" fmla="*/ 114300 w 50"/>
              <a:gd name="T69" fmla="*/ 123825 h 48"/>
              <a:gd name="T70" fmla="*/ 101600 w 50"/>
              <a:gd name="T71" fmla="*/ 136525 h 48"/>
              <a:gd name="T72" fmla="*/ 22225 w 50"/>
              <a:gd name="T73" fmla="*/ 130175 h 48"/>
              <a:gd name="T74" fmla="*/ 22225 w 50"/>
              <a:gd name="T75" fmla="*/ 130175 h 48"/>
              <a:gd name="T76" fmla="*/ 19050 w 50"/>
              <a:gd name="T77" fmla="*/ 123825 h 48"/>
              <a:gd name="T78" fmla="*/ 22225 w 50"/>
              <a:gd name="T79" fmla="*/ 50800 h 48"/>
              <a:gd name="T80" fmla="*/ 22225 w 50"/>
              <a:gd name="T81" fmla="*/ 50800 h 48"/>
              <a:gd name="T82" fmla="*/ 101600 w 50"/>
              <a:gd name="T83" fmla="*/ 53975 h 48"/>
              <a:gd name="T84" fmla="*/ 31750 w 50"/>
              <a:gd name="T85" fmla="*/ 53975 h 48"/>
              <a:gd name="T86" fmla="*/ 25400 w 50"/>
              <a:gd name="T87" fmla="*/ 57150 h 48"/>
              <a:gd name="T88" fmla="*/ 25400 w 50"/>
              <a:gd name="T89" fmla="*/ 123825 h 48"/>
              <a:gd name="T90" fmla="*/ 25400 w 50"/>
              <a:gd name="T91" fmla="*/ 127000 h 48"/>
              <a:gd name="T92" fmla="*/ 101600 w 50"/>
              <a:gd name="T93" fmla="*/ 127000 h 48"/>
              <a:gd name="T94" fmla="*/ 107950 w 50"/>
              <a:gd name="T95" fmla="*/ 123825 h 48"/>
              <a:gd name="T96" fmla="*/ 104775 w 50"/>
              <a:gd name="T97" fmla="*/ 57150 h 48"/>
              <a:gd name="T98" fmla="*/ 101600 w 50"/>
              <a:gd name="T99" fmla="*/ 53975 h 48"/>
              <a:gd name="T100" fmla="*/ 22225 w 50"/>
              <a:gd name="T101" fmla="*/ 50800 h 48"/>
              <a:gd name="T102" fmla="*/ 22225 w 50"/>
              <a:gd name="T103" fmla="*/ 50800 h 48"/>
              <a:gd name="T104" fmla="*/ 146050 w 50"/>
              <a:gd name="T105" fmla="*/ 41275 h 48"/>
              <a:gd name="T106" fmla="*/ 9525 w 50"/>
              <a:gd name="T107" fmla="*/ 139700 h 48"/>
              <a:gd name="T108" fmla="*/ 146050 w 50"/>
              <a:gd name="T109" fmla="*/ 41275 h 48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0" h="48">
                <a:moveTo>
                  <a:pt x="2" y="10"/>
                </a:moveTo>
                <a:cubicBezTo>
                  <a:pt x="2" y="10"/>
                  <a:pt x="2" y="10"/>
                  <a:pt x="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4" y="0"/>
                  <a:pt x="4" y="0"/>
                </a:cubicBezTo>
                <a:cubicBezTo>
                  <a:pt x="5" y="0"/>
                  <a:pt x="6" y="0"/>
                  <a:pt x="6" y="0"/>
                </a:cubicBezTo>
                <a:cubicBezTo>
                  <a:pt x="14" y="8"/>
                  <a:pt x="14" y="8"/>
                  <a:pt x="14" y="8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4" y="0"/>
                  <a:pt x="24" y="0"/>
                </a:cubicBezTo>
                <a:cubicBezTo>
                  <a:pt x="25" y="0"/>
                  <a:pt x="25" y="1"/>
                  <a:pt x="24" y="2"/>
                </a:cubicBezTo>
                <a:cubicBezTo>
                  <a:pt x="16" y="10"/>
                  <a:pt x="16" y="10"/>
                  <a:pt x="16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49" y="10"/>
                  <a:pt x="50" y="10"/>
                  <a:pt x="50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7"/>
                  <a:pt x="49" y="48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0" y="48"/>
                  <a:pt x="0" y="47"/>
                  <a:pt x="0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0"/>
                  <a:pt x="0" y="10"/>
                  <a:pt x="2" y="10"/>
                </a:cubicBezTo>
                <a:close/>
                <a:moveTo>
                  <a:pt x="40" y="21"/>
                </a:moveTo>
                <a:cubicBezTo>
                  <a:pt x="40" y="21"/>
                  <a:pt x="40" y="21"/>
                  <a:pt x="40" y="21"/>
                </a:cubicBezTo>
                <a:cubicBezTo>
                  <a:pt x="41" y="21"/>
                  <a:pt x="42" y="22"/>
                  <a:pt x="42" y="23"/>
                </a:cubicBezTo>
                <a:cubicBezTo>
                  <a:pt x="42" y="24"/>
                  <a:pt x="41" y="25"/>
                  <a:pt x="40" y="25"/>
                </a:cubicBezTo>
                <a:cubicBezTo>
                  <a:pt x="39" y="25"/>
                  <a:pt x="38" y="24"/>
                  <a:pt x="38" y="23"/>
                </a:cubicBezTo>
                <a:cubicBezTo>
                  <a:pt x="38" y="22"/>
                  <a:pt x="39" y="21"/>
                  <a:pt x="40" y="21"/>
                </a:cubicBezTo>
                <a:close/>
                <a:moveTo>
                  <a:pt x="40" y="28"/>
                </a:moveTo>
                <a:cubicBezTo>
                  <a:pt x="40" y="28"/>
                  <a:pt x="40" y="28"/>
                  <a:pt x="40" y="28"/>
                </a:cubicBezTo>
                <a:cubicBezTo>
                  <a:pt x="41" y="28"/>
                  <a:pt x="42" y="29"/>
                  <a:pt x="42" y="30"/>
                </a:cubicBezTo>
                <a:cubicBezTo>
                  <a:pt x="42" y="31"/>
                  <a:pt x="41" y="32"/>
                  <a:pt x="40" y="32"/>
                </a:cubicBezTo>
                <a:cubicBezTo>
                  <a:pt x="39" y="32"/>
                  <a:pt x="38" y="31"/>
                  <a:pt x="38" y="30"/>
                </a:cubicBezTo>
                <a:cubicBezTo>
                  <a:pt x="38" y="29"/>
                  <a:pt x="39" y="28"/>
                  <a:pt x="40" y="28"/>
                </a:cubicBezTo>
                <a:close/>
                <a:moveTo>
                  <a:pt x="40" y="35"/>
                </a:moveTo>
                <a:cubicBezTo>
                  <a:pt x="40" y="35"/>
                  <a:pt x="40" y="35"/>
                  <a:pt x="40" y="35"/>
                </a:cubicBezTo>
                <a:cubicBezTo>
                  <a:pt x="41" y="35"/>
                  <a:pt x="42" y="35"/>
                  <a:pt x="43" y="36"/>
                </a:cubicBezTo>
                <a:cubicBezTo>
                  <a:pt x="44" y="36"/>
                  <a:pt x="44" y="37"/>
                  <a:pt x="44" y="38"/>
                </a:cubicBezTo>
                <a:cubicBezTo>
                  <a:pt x="44" y="39"/>
                  <a:pt x="44" y="40"/>
                  <a:pt x="43" y="41"/>
                </a:cubicBezTo>
                <a:cubicBezTo>
                  <a:pt x="43" y="41"/>
                  <a:pt x="43" y="41"/>
                  <a:pt x="43" y="41"/>
                </a:cubicBezTo>
                <a:cubicBezTo>
                  <a:pt x="42" y="41"/>
                  <a:pt x="41" y="42"/>
                  <a:pt x="40" y="42"/>
                </a:cubicBezTo>
                <a:cubicBezTo>
                  <a:pt x="39" y="42"/>
                  <a:pt x="38" y="41"/>
                  <a:pt x="38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7" y="40"/>
                  <a:pt x="37" y="39"/>
                  <a:pt x="37" y="38"/>
                </a:cubicBezTo>
                <a:cubicBezTo>
                  <a:pt x="37" y="37"/>
                  <a:pt x="37" y="36"/>
                  <a:pt x="38" y="36"/>
                </a:cubicBezTo>
                <a:cubicBezTo>
                  <a:pt x="38" y="35"/>
                  <a:pt x="39" y="35"/>
                  <a:pt x="40" y="35"/>
                </a:cubicBezTo>
                <a:close/>
                <a:moveTo>
                  <a:pt x="41" y="37"/>
                </a:moveTo>
                <a:cubicBezTo>
                  <a:pt x="41" y="37"/>
                  <a:pt x="41" y="37"/>
                  <a:pt x="41" y="37"/>
                </a:cubicBezTo>
                <a:cubicBezTo>
                  <a:pt x="41" y="37"/>
                  <a:pt x="41" y="37"/>
                  <a:pt x="40" y="37"/>
                </a:cubicBezTo>
                <a:cubicBezTo>
                  <a:pt x="40" y="37"/>
                  <a:pt x="40" y="37"/>
                  <a:pt x="39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7"/>
                  <a:pt x="39" y="38"/>
                  <a:pt x="39" y="38"/>
                </a:cubicBezTo>
                <a:cubicBezTo>
                  <a:pt x="39" y="38"/>
                  <a:pt x="39" y="39"/>
                  <a:pt x="39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41" y="39"/>
                  <a:pt x="41" y="39"/>
                  <a:pt x="41" y="39"/>
                </a:cubicBezTo>
                <a:cubicBezTo>
                  <a:pt x="41" y="39"/>
                  <a:pt x="41" y="39"/>
                  <a:pt x="41" y="39"/>
                </a:cubicBezTo>
                <a:cubicBezTo>
                  <a:pt x="41" y="39"/>
                  <a:pt x="42" y="39"/>
                  <a:pt x="42" y="38"/>
                </a:cubicBezTo>
                <a:cubicBezTo>
                  <a:pt x="42" y="38"/>
                  <a:pt x="41" y="37"/>
                  <a:pt x="41" y="37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37"/>
                  <a:pt x="41" y="37"/>
                  <a:pt x="41" y="37"/>
                </a:cubicBezTo>
                <a:close/>
                <a:moveTo>
                  <a:pt x="10" y="15"/>
                </a:moveTo>
                <a:cubicBezTo>
                  <a:pt x="10" y="15"/>
                  <a:pt x="10" y="15"/>
                  <a:pt x="10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33" y="15"/>
                  <a:pt x="34" y="16"/>
                  <a:pt x="35" y="16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7"/>
                  <a:pt x="36" y="18"/>
                  <a:pt x="36" y="19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40"/>
                  <a:pt x="35" y="41"/>
                  <a:pt x="35" y="41"/>
                </a:cubicBezTo>
                <a:cubicBezTo>
                  <a:pt x="34" y="42"/>
                  <a:pt x="33" y="43"/>
                  <a:pt x="32" y="43"/>
                </a:cubicBezTo>
                <a:cubicBezTo>
                  <a:pt x="10" y="43"/>
                  <a:pt x="10" y="43"/>
                  <a:pt x="10" y="43"/>
                </a:cubicBezTo>
                <a:cubicBezTo>
                  <a:pt x="9" y="43"/>
                  <a:pt x="8" y="42"/>
                  <a:pt x="7" y="41"/>
                </a:cubicBezTo>
                <a:cubicBezTo>
                  <a:pt x="7" y="41"/>
                  <a:pt x="7" y="41"/>
                  <a:pt x="7" y="41"/>
                </a:cubicBezTo>
                <a:cubicBezTo>
                  <a:pt x="7" y="41"/>
                  <a:pt x="7" y="41"/>
                  <a:pt x="7" y="41"/>
                </a:cubicBezTo>
                <a:cubicBezTo>
                  <a:pt x="7" y="41"/>
                  <a:pt x="7" y="41"/>
                  <a:pt x="7" y="41"/>
                </a:cubicBezTo>
                <a:cubicBezTo>
                  <a:pt x="6" y="41"/>
                  <a:pt x="6" y="40"/>
                  <a:pt x="6" y="3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8"/>
                  <a:pt x="6" y="17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8" y="16"/>
                  <a:pt x="9" y="15"/>
                  <a:pt x="10" y="15"/>
                </a:cubicBezTo>
                <a:close/>
                <a:moveTo>
                  <a:pt x="32" y="17"/>
                </a:moveTo>
                <a:cubicBezTo>
                  <a:pt x="32" y="17"/>
                  <a:pt x="32" y="17"/>
                  <a:pt x="32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9" y="17"/>
                  <a:pt x="9" y="18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8" y="18"/>
                  <a:pt x="8" y="19"/>
                  <a:pt x="8" y="19"/>
                </a:cubicBezTo>
                <a:cubicBezTo>
                  <a:pt x="8" y="39"/>
                  <a:pt x="8" y="39"/>
                  <a:pt x="8" y="39"/>
                </a:cubicBezTo>
                <a:cubicBezTo>
                  <a:pt x="8" y="39"/>
                  <a:pt x="8" y="39"/>
                  <a:pt x="8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9" y="40"/>
                  <a:pt x="9" y="40"/>
                  <a:pt x="10" y="40"/>
                </a:cubicBezTo>
                <a:cubicBezTo>
                  <a:pt x="32" y="40"/>
                  <a:pt x="32" y="40"/>
                  <a:pt x="32" y="40"/>
                </a:cubicBezTo>
                <a:cubicBezTo>
                  <a:pt x="32" y="40"/>
                  <a:pt x="33" y="40"/>
                  <a:pt x="33" y="40"/>
                </a:cubicBezTo>
                <a:cubicBezTo>
                  <a:pt x="33" y="39"/>
                  <a:pt x="34" y="39"/>
                  <a:pt x="34" y="3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9"/>
                  <a:pt x="33" y="18"/>
                  <a:pt x="33" y="18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8"/>
                  <a:pt x="32" y="17"/>
                  <a:pt x="32" y="17"/>
                </a:cubicBezTo>
                <a:close/>
                <a:moveTo>
                  <a:pt x="7" y="16"/>
                </a:moveTo>
                <a:cubicBezTo>
                  <a:pt x="7" y="16"/>
                  <a:pt x="7" y="16"/>
                  <a:pt x="7" y="16"/>
                </a:cubicBezTo>
                <a:cubicBezTo>
                  <a:pt x="7" y="16"/>
                  <a:pt x="8" y="16"/>
                  <a:pt x="8" y="16"/>
                </a:cubicBezTo>
                <a:cubicBezTo>
                  <a:pt x="7" y="16"/>
                  <a:pt x="7" y="16"/>
                  <a:pt x="7" y="16"/>
                </a:cubicBezTo>
                <a:close/>
                <a:moveTo>
                  <a:pt x="46" y="13"/>
                </a:moveTo>
                <a:cubicBezTo>
                  <a:pt x="46" y="13"/>
                  <a:pt x="46" y="13"/>
                  <a:pt x="46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44"/>
                  <a:pt x="3" y="44"/>
                  <a:pt x="3" y="44"/>
                </a:cubicBezTo>
                <a:cubicBezTo>
                  <a:pt x="46" y="44"/>
                  <a:pt x="46" y="44"/>
                  <a:pt x="46" y="44"/>
                </a:cubicBezTo>
                <a:cubicBezTo>
                  <a:pt x="46" y="13"/>
                  <a:pt x="46" y="13"/>
                  <a:pt x="46" y="1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26" name="Freeform 260">
            <a:extLst>
              <a:ext uri="{FF2B5EF4-FFF2-40B4-BE49-F238E27FC236}">
                <a16:creationId xmlns:a16="http://schemas.microsoft.com/office/drawing/2014/main" id="{38AECDF1-A923-E644-4D72-D60CB32D5901}"/>
              </a:ext>
            </a:extLst>
          </p:cNvPr>
          <p:cNvSpPr>
            <a:spLocks noEditPoints="1"/>
          </p:cNvSpPr>
          <p:nvPr/>
        </p:nvSpPr>
        <p:spPr bwMode="auto">
          <a:xfrm>
            <a:off x="5811767" y="5245547"/>
            <a:ext cx="211667" cy="203200"/>
          </a:xfrm>
          <a:custGeom>
            <a:avLst/>
            <a:gdLst>
              <a:gd name="T0" fmla="*/ 25400 w 50"/>
              <a:gd name="T1" fmla="*/ 82550 h 48"/>
              <a:gd name="T2" fmla="*/ 15875 w 50"/>
              <a:gd name="T3" fmla="*/ 82550 h 48"/>
              <a:gd name="T4" fmla="*/ 133350 w 50"/>
              <a:gd name="T5" fmla="*/ 0 h 48"/>
              <a:gd name="T6" fmla="*/ 133350 w 50"/>
              <a:gd name="T7" fmla="*/ 6350 h 48"/>
              <a:gd name="T8" fmla="*/ 25400 w 50"/>
              <a:gd name="T9" fmla="*/ 3175 h 48"/>
              <a:gd name="T10" fmla="*/ 133350 w 50"/>
              <a:gd name="T11" fmla="*/ 0 h 48"/>
              <a:gd name="T12" fmla="*/ 133350 w 50"/>
              <a:gd name="T13" fmla="*/ 15875 h 48"/>
              <a:gd name="T14" fmla="*/ 133350 w 50"/>
              <a:gd name="T15" fmla="*/ 22225 h 48"/>
              <a:gd name="T16" fmla="*/ 25400 w 50"/>
              <a:gd name="T17" fmla="*/ 19050 h 48"/>
              <a:gd name="T18" fmla="*/ 133350 w 50"/>
              <a:gd name="T19" fmla="*/ 15875 h 48"/>
              <a:gd name="T20" fmla="*/ 31750 w 50"/>
              <a:gd name="T21" fmla="*/ 82550 h 48"/>
              <a:gd name="T22" fmla="*/ 41275 w 50"/>
              <a:gd name="T23" fmla="*/ 82550 h 48"/>
              <a:gd name="T24" fmla="*/ 60325 w 50"/>
              <a:gd name="T25" fmla="*/ 107950 h 48"/>
              <a:gd name="T26" fmla="*/ 101600 w 50"/>
              <a:gd name="T27" fmla="*/ 107950 h 48"/>
              <a:gd name="T28" fmla="*/ 117475 w 50"/>
              <a:gd name="T29" fmla="*/ 82550 h 48"/>
              <a:gd name="T30" fmla="*/ 130175 w 50"/>
              <a:gd name="T31" fmla="*/ 38100 h 48"/>
              <a:gd name="T32" fmla="*/ 31750 w 50"/>
              <a:gd name="T33" fmla="*/ 82550 h 48"/>
              <a:gd name="T34" fmla="*/ 136525 w 50"/>
              <a:gd name="T35" fmla="*/ 82550 h 48"/>
              <a:gd name="T36" fmla="*/ 136525 w 50"/>
              <a:gd name="T37" fmla="*/ 69850 h 48"/>
              <a:gd name="T38" fmla="*/ 136525 w 50"/>
              <a:gd name="T39" fmla="*/ 44450 h 48"/>
              <a:gd name="T40" fmla="*/ 158750 w 50"/>
              <a:gd name="T41" fmla="*/ 85725 h 48"/>
              <a:gd name="T42" fmla="*/ 158750 w 50"/>
              <a:gd name="T43" fmla="*/ 88900 h 48"/>
              <a:gd name="T44" fmla="*/ 158750 w 50"/>
              <a:gd name="T45" fmla="*/ 146050 h 48"/>
              <a:gd name="T46" fmla="*/ 152400 w 50"/>
              <a:gd name="T47" fmla="*/ 152400 h 48"/>
              <a:gd name="T48" fmla="*/ 0 w 50"/>
              <a:gd name="T49" fmla="*/ 146050 h 48"/>
              <a:gd name="T50" fmla="*/ 0 w 50"/>
              <a:gd name="T51" fmla="*/ 88900 h 48"/>
              <a:gd name="T52" fmla="*/ 0 w 50"/>
              <a:gd name="T53" fmla="*/ 85725 h 48"/>
              <a:gd name="T54" fmla="*/ 25400 w 50"/>
              <a:gd name="T55" fmla="*/ 31750 h 48"/>
              <a:gd name="T56" fmla="*/ 28575 w 50"/>
              <a:gd name="T57" fmla="*/ 28575 h 48"/>
              <a:gd name="T58" fmla="*/ 133350 w 50"/>
              <a:gd name="T59" fmla="*/ 28575 h 48"/>
              <a:gd name="T60" fmla="*/ 136525 w 50"/>
              <a:gd name="T61" fmla="*/ 44450 h 48"/>
              <a:gd name="T62" fmla="*/ 38100 w 50"/>
              <a:gd name="T63" fmla="*/ 95250 h 48"/>
              <a:gd name="T64" fmla="*/ 12700 w 50"/>
              <a:gd name="T65" fmla="*/ 139700 h 48"/>
              <a:gd name="T66" fmla="*/ 146050 w 50"/>
              <a:gd name="T67" fmla="*/ 95250 h 48"/>
              <a:gd name="T68" fmla="*/ 107950 w 50"/>
              <a:gd name="T69" fmla="*/ 117475 h 48"/>
              <a:gd name="T70" fmla="*/ 50800 w 50"/>
              <a:gd name="T71" fmla="*/ 117475 h 4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" h="48">
                <a:moveTo>
                  <a:pt x="5" y="26"/>
                </a:moveTo>
                <a:cubicBezTo>
                  <a:pt x="8" y="26"/>
                  <a:pt x="8" y="26"/>
                  <a:pt x="8" y="26"/>
                </a:cubicBezTo>
                <a:cubicBezTo>
                  <a:pt x="8" y="22"/>
                  <a:pt x="8" y="22"/>
                  <a:pt x="8" y="22"/>
                </a:cubicBezTo>
                <a:cubicBezTo>
                  <a:pt x="5" y="26"/>
                  <a:pt x="5" y="26"/>
                  <a:pt x="5" y="26"/>
                </a:cubicBezTo>
                <a:close/>
                <a:moveTo>
                  <a:pt x="42" y="0"/>
                </a:moveTo>
                <a:cubicBezTo>
                  <a:pt x="42" y="0"/>
                  <a:pt x="42" y="0"/>
                  <a:pt x="42" y="0"/>
                </a:cubicBezTo>
                <a:cubicBezTo>
                  <a:pt x="42" y="0"/>
                  <a:pt x="43" y="1"/>
                  <a:pt x="43" y="1"/>
                </a:cubicBezTo>
                <a:cubicBezTo>
                  <a:pt x="43" y="2"/>
                  <a:pt x="42" y="2"/>
                  <a:pt x="42" y="2"/>
                </a:cubicBezTo>
                <a:cubicBezTo>
                  <a:pt x="9" y="2"/>
                  <a:pt x="9" y="2"/>
                  <a:pt x="9" y="2"/>
                </a:cubicBezTo>
                <a:cubicBezTo>
                  <a:pt x="8" y="2"/>
                  <a:pt x="8" y="2"/>
                  <a:pt x="8" y="1"/>
                </a:cubicBezTo>
                <a:cubicBezTo>
                  <a:pt x="8" y="1"/>
                  <a:pt x="8" y="0"/>
                  <a:pt x="9" y="0"/>
                </a:cubicBezTo>
                <a:cubicBezTo>
                  <a:pt x="42" y="0"/>
                  <a:pt x="42" y="0"/>
                  <a:pt x="42" y="0"/>
                </a:cubicBezTo>
                <a:close/>
                <a:moveTo>
                  <a:pt x="42" y="5"/>
                </a:moveTo>
                <a:cubicBezTo>
                  <a:pt x="42" y="5"/>
                  <a:pt x="42" y="5"/>
                  <a:pt x="42" y="5"/>
                </a:cubicBezTo>
                <a:cubicBezTo>
                  <a:pt x="42" y="5"/>
                  <a:pt x="43" y="5"/>
                  <a:pt x="43" y="6"/>
                </a:cubicBezTo>
                <a:cubicBezTo>
                  <a:pt x="43" y="6"/>
                  <a:pt x="42" y="7"/>
                  <a:pt x="42" y="7"/>
                </a:cubicBezTo>
                <a:cubicBezTo>
                  <a:pt x="9" y="7"/>
                  <a:pt x="9" y="7"/>
                  <a:pt x="9" y="7"/>
                </a:cubicBezTo>
                <a:cubicBezTo>
                  <a:pt x="8" y="7"/>
                  <a:pt x="8" y="6"/>
                  <a:pt x="8" y="6"/>
                </a:cubicBezTo>
                <a:cubicBezTo>
                  <a:pt x="8" y="5"/>
                  <a:pt x="8" y="5"/>
                  <a:pt x="9" y="5"/>
                </a:cubicBezTo>
                <a:cubicBezTo>
                  <a:pt x="42" y="5"/>
                  <a:pt x="42" y="5"/>
                  <a:pt x="42" y="5"/>
                </a:cubicBezTo>
                <a:close/>
                <a:moveTo>
                  <a:pt x="10" y="26"/>
                </a:moveTo>
                <a:cubicBezTo>
                  <a:pt x="10" y="26"/>
                  <a:pt x="10" y="26"/>
                  <a:pt x="10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4" y="26"/>
                  <a:pt x="15" y="27"/>
                  <a:pt x="15" y="28"/>
                </a:cubicBezTo>
                <a:cubicBezTo>
                  <a:pt x="16" y="30"/>
                  <a:pt x="17" y="32"/>
                  <a:pt x="19" y="34"/>
                </a:cubicBezTo>
                <a:cubicBezTo>
                  <a:pt x="20" y="35"/>
                  <a:pt x="23" y="36"/>
                  <a:pt x="25" y="36"/>
                </a:cubicBezTo>
                <a:cubicBezTo>
                  <a:pt x="28" y="36"/>
                  <a:pt x="30" y="35"/>
                  <a:pt x="32" y="34"/>
                </a:cubicBezTo>
                <a:cubicBezTo>
                  <a:pt x="34" y="32"/>
                  <a:pt x="35" y="30"/>
                  <a:pt x="35" y="28"/>
                </a:cubicBezTo>
                <a:cubicBezTo>
                  <a:pt x="35" y="27"/>
                  <a:pt x="36" y="26"/>
                  <a:pt x="37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12"/>
                  <a:pt x="41" y="12"/>
                  <a:pt x="41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26"/>
                  <a:pt x="10" y="26"/>
                  <a:pt x="10" y="26"/>
                </a:cubicBezTo>
                <a:close/>
                <a:moveTo>
                  <a:pt x="43" y="26"/>
                </a:moveTo>
                <a:cubicBezTo>
                  <a:pt x="43" y="26"/>
                  <a:pt x="43" y="26"/>
                  <a:pt x="43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6"/>
                  <a:pt x="43" y="26"/>
                  <a:pt x="43" y="26"/>
                </a:cubicBezTo>
                <a:close/>
                <a:moveTo>
                  <a:pt x="43" y="14"/>
                </a:moveTo>
                <a:cubicBezTo>
                  <a:pt x="43" y="14"/>
                  <a:pt x="43" y="14"/>
                  <a:pt x="43" y="14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7"/>
                  <a:pt x="50" y="28"/>
                  <a:pt x="50" y="28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7"/>
                  <a:pt x="49" y="48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8"/>
                  <a:pt x="0" y="47"/>
                  <a:pt x="0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7"/>
                  <a:pt x="0" y="27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9"/>
                  <a:pt x="9" y="9"/>
                </a:cubicBezTo>
                <a:cubicBezTo>
                  <a:pt x="42" y="9"/>
                  <a:pt x="42" y="9"/>
                  <a:pt x="42" y="9"/>
                </a:cubicBezTo>
                <a:cubicBezTo>
                  <a:pt x="42" y="9"/>
                  <a:pt x="42" y="9"/>
                  <a:pt x="42" y="9"/>
                </a:cubicBezTo>
                <a:cubicBezTo>
                  <a:pt x="42" y="9"/>
                  <a:pt x="43" y="10"/>
                  <a:pt x="43" y="10"/>
                </a:cubicBezTo>
                <a:cubicBezTo>
                  <a:pt x="43" y="14"/>
                  <a:pt x="43" y="14"/>
                  <a:pt x="43" y="14"/>
                </a:cubicBezTo>
                <a:close/>
                <a:moveTo>
                  <a:pt x="12" y="30"/>
                </a:moveTo>
                <a:cubicBezTo>
                  <a:pt x="12" y="30"/>
                  <a:pt x="12" y="30"/>
                  <a:pt x="12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4" y="44"/>
                  <a:pt x="4" y="44"/>
                  <a:pt x="4" y="44"/>
                </a:cubicBezTo>
                <a:cubicBezTo>
                  <a:pt x="46" y="44"/>
                  <a:pt x="46" y="44"/>
                  <a:pt x="46" y="44"/>
                </a:cubicBezTo>
                <a:cubicBezTo>
                  <a:pt x="46" y="30"/>
                  <a:pt x="46" y="30"/>
                  <a:pt x="46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8" y="33"/>
                  <a:pt x="36" y="35"/>
                  <a:pt x="34" y="37"/>
                </a:cubicBezTo>
                <a:cubicBezTo>
                  <a:pt x="32" y="39"/>
                  <a:pt x="29" y="40"/>
                  <a:pt x="25" y="40"/>
                </a:cubicBezTo>
                <a:cubicBezTo>
                  <a:pt x="22" y="40"/>
                  <a:pt x="19" y="39"/>
                  <a:pt x="16" y="37"/>
                </a:cubicBezTo>
                <a:cubicBezTo>
                  <a:pt x="14" y="35"/>
                  <a:pt x="13" y="33"/>
                  <a:pt x="12" y="3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27" name="Freeform 261">
            <a:extLst>
              <a:ext uri="{FF2B5EF4-FFF2-40B4-BE49-F238E27FC236}">
                <a16:creationId xmlns:a16="http://schemas.microsoft.com/office/drawing/2014/main" id="{9DEAD5A9-46CE-9975-75B0-4B35E4523ECC}"/>
              </a:ext>
            </a:extLst>
          </p:cNvPr>
          <p:cNvSpPr>
            <a:spLocks noEditPoints="1"/>
          </p:cNvSpPr>
          <p:nvPr/>
        </p:nvSpPr>
        <p:spPr bwMode="auto">
          <a:xfrm>
            <a:off x="7312485" y="4807398"/>
            <a:ext cx="205316" cy="203200"/>
          </a:xfrm>
          <a:custGeom>
            <a:avLst/>
            <a:gdLst>
              <a:gd name="T0" fmla="*/ 73785 w 48"/>
              <a:gd name="T1" fmla="*/ 107950 h 48"/>
              <a:gd name="T2" fmla="*/ 70577 w 48"/>
              <a:gd name="T3" fmla="*/ 101600 h 48"/>
              <a:gd name="T4" fmla="*/ 76994 w 48"/>
              <a:gd name="T5" fmla="*/ 136525 h 48"/>
              <a:gd name="T6" fmla="*/ 60953 w 48"/>
              <a:gd name="T7" fmla="*/ 149225 h 48"/>
              <a:gd name="T8" fmla="*/ 41705 w 48"/>
              <a:gd name="T9" fmla="*/ 149225 h 48"/>
              <a:gd name="T10" fmla="*/ 9624 w 48"/>
              <a:gd name="T11" fmla="*/ 92075 h 48"/>
              <a:gd name="T12" fmla="*/ 9624 w 48"/>
              <a:gd name="T13" fmla="*/ 50800 h 48"/>
              <a:gd name="T14" fmla="*/ 9624 w 48"/>
              <a:gd name="T15" fmla="*/ 50800 h 48"/>
              <a:gd name="T16" fmla="*/ 70577 w 48"/>
              <a:gd name="T17" fmla="*/ 41275 h 48"/>
              <a:gd name="T18" fmla="*/ 125114 w 48"/>
              <a:gd name="T19" fmla="*/ 0 h 48"/>
              <a:gd name="T20" fmla="*/ 134739 w 48"/>
              <a:gd name="T21" fmla="*/ 6350 h 48"/>
              <a:gd name="T22" fmla="*/ 147571 w 48"/>
              <a:gd name="T23" fmla="*/ 53975 h 48"/>
              <a:gd name="T24" fmla="*/ 153987 w 48"/>
              <a:gd name="T25" fmla="*/ 69850 h 48"/>
              <a:gd name="T26" fmla="*/ 147571 w 48"/>
              <a:gd name="T27" fmla="*/ 88900 h 48"/>
              <a:gd name="T28" fmla="*/ 134739 w 48"/>
              <a:gd name="T29" fmla="*/ 95250 h 48"/>
              <a:gd name="T30" fmla="*/ 128323 w 48"/>
              <a:gd name="T31" fmla="*/ 142875 h 48"/>
              <a:gd name="T32" fmla="*/ 76994 w 48"/>
              <a:gd name="T33" fmla="*/ 88900 h 48"/>
              <a:gd name="T34" fmla="*/ 76994 w 48"/>
              <a:gd name="T35" fmla="*/ 53975 h 48"/>
              <a:gd name="T36" fmla="*/ 19248 w 48"/>
              <a:gd name="T37" fmla="*/ 57150 h 48"/>
              <a:gd name="T38" fmla="*/ 19248 w 48"/>
              <a:gd name="T39" fmla="*/ 82550 h 48"/>
              <a:gd name="T40" fmla="*/ 35289 w 48"/>
              <a:gd name="T41" fmla="*/ 95250 h 48"/>
              <a:gd name="T42" fmla="*/ 57745 w 48"/>
              <a:gd name="T43" fmla="*/ 136525 h 48"/>
              <a:gd name="T44" fmla="*/ 51329 w 48"/>
              <a:gd name="T45" fmla="*/ 98425 h 48"/>
              <a:gd name="T46" fmla="*/ 54537 w 48"/>
              <a:gd name="T47" fmla="*/ 88900 h 48"/>
              <a:gd name="T48" fmla="*/ 83410 w 48"/>
              <a:gd name="T49" fmla="*/ 47625 h 48"/>
              <a:gd name="T50" fmla="*/ 83410 w 48"/>
              <a:gd name="T51" fmla="*/ 95250 h 48"/>
              <a:gd name="T52" fmla="*/ 83410 w 48"/>
              <a:gd name="T53" fmla="*/ 95250 h 48"/>
              <a:gd name="T54" fmla="*/ 83410 w 48"/>
              <a:gd name="T55" fmla="*/ 98425 h 48"/>
              <a:gd name="T56" fmla="*/ 121906 w 48"/>
              <a:gd name="T57" fmla="*/ 19050 h 48"/>
              <a:gd name="T58" fmla="*/ 83410 w 48"/>
              <a:gd name="T59" fmla="*/ 47625 h 48"/>
              <a:gd name="T60" fmla="*/ 83410 w 48"/>
              <a:gd name="T61" fmla="*/ 47625 h 48"/>
              <a:gd name="T62" fmla="*/ 134739 w 48"/>
              <a:gd name="T63" fmla="*/ 53975 h 48"/>
              <a:gd name="T64" fmla="*/ 141155 w 48"/>
              <a:gd name="T65" fmla="*/ 82550 h 48"/>
              <a:gd name="T66" fmla="*/ 147571 w 48"/>
              <a:gd name="T67" fmla="*/ 69850 h 48"/>
              <a:gd name="T68" fmla="*/ 141155 w 48"/>
              <a:gd name="T69" fmla="*/ 60325 h 48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8" h="48">
                <a:moveTo>
                  <a:pt x="39" y="45"/>
                </a:moveTo>
                <a:cubicBezTo>
                  <a:pt x="23" y="34"/>
                  <a:pt x="23" y="34"/>
                  <a:pt x="23" y="34"/>
                </a:cubicBezTo>
                <a:cubicBezTo>
                  <a:pt x="22" y="33"/>
                  <a:pt x="22" y="33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4"/>
                  <a:pt x="24" y="45"/>
                  <a:pt x="23" y="45"/>
                </a:cubicBezTo>
                <a:cubicBezTo>
                  <a:pt x="19" y="47"/>
                  <a:pt x="19" y="47"/>
                  <a:pt x="19" y="47"/>
                </a:cubicBezTo>
                <a:cubicBezTo>
                  <a:pt x="15" y="48"/>
                  <a:pt x="15" y="48"/>
                  <a:pt x="15" y="48"/>
                </a:cubicBezTo>
                <a:cubicBezTo>
                  <a:pt x="14" y="48"/>
                  <a:pt x="13" y="48"/>
                  <a:pt x="13" y="47"/>
                </a:cubicBezTo>
                <a:cubicBezTo>
                  <a:pt x="8" y="32"/>
                  <a:pt x="8" y="32"/>
                  <a:pt x="8" y="32"/>
                </a:cubicBezTo>
                <a:cubicBezTo>
                  <a:pt x="6" y="31"/>
                  <a:pt x="4" y="30"/>
                  <a:pt x="3" y="29"/>
                </a:cubicBezTo>
                <a:cubicBezTo>
                  <a:pt x="1" y="27"/>
                  <a:pt x="0" y="25"/>
                  <a:pt x="0" y="22"/>
                </a:cubicBezTo>
                <a:cubicBezTo>
                  <a:pt x="0" y="20"/>
                  <a:pt x="2" y="17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5" y="14"/>
                  <a:pt x="8" y="13"/>
                  <a:pt x="10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2"/>
                  <a:pt x="23" y="11"/>
                  <a:pt x="23" y="11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0"/>
                  <a:pt x="42" y="1"/>
                </a:cubicBezTo>
                <a:cubicBezTo>
                  <a:pt x="42" y="1"/>
                  <a:pt x="42" y="2"/>
                  <a:pt x="42" y="2"/>
                </a:cubicBezTo>
                <a:cubicBezTo>
                  <a:pt x="42" y="15"/>
                  <a:pt x="42" y="15"/>
                  <a:pt x="42" y="15"/>
                </a:cubicBezTo>
                <a:cubicBezTo>
                  <a:pt x="44" y="15"/>
                  <a:pt x="45" y="16"/>
                  <a:pt x="46" y="17"/>
                </a:cubicBezTo>
                <a:cubicBezTo>
                  <a:pt x="46" y="17"/>
                  <a:pt x="46" y="17"/>
                  <a:pt x="46" y="17"/>
                </a:cubicBezTo>
                <a:cubicBezTo>
                  <a:pt x="47" y="18"/>
                  <a:pt x="48" y="20"/>
                  <a:pt x="48" y="22"/>
                </a:cubicBezTo>
                <a:cubicBezTo>
                  <a:pt x="48" y="25"/>
                  <a:pt x="47" y="27"/>
                  <a:pt x="46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5" y="29"/>
                  <a:pt x="44" y="30"/>
                  <a:pt x="42" y="30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4"/>
                  <a:pt x="41" y="45"/>
                  <a:pt x="40" y="45"/>
                </a:cubicBezTo>
                <a:cubicBezTo>
                  <a:pt x="40" y="45"/>
                  <a:pt x="39" y="45"/>
                  <a:pt x="39" y="45"/>
                </a:cubicBezTo>
                <a:close/>
                <a:moveTo>
                  <a:pt x="24" y="28"/>
                </a:moveTo>
                <a:cubicBezTo>
                  <a:pt x="24" y="28"/>
                  <a:pt x="24" y="28"/>
                  <a:pt x="24" y="28"/>
                </a:cubicBezTo>
                <a:cubicBezTo>
                  <a:pt x="24" y="17"/>
                  <a:pt x="24" y="17"/>
                  <a:pt x="24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9" y="17"/>
                  <a:pt x="7" y="17"/>
                  <a:pt x="6" y="18"/>
                </a:cubicBezTo>
                <a:cubicBezTo>
                  <a:pt x="5" y="19"/>
                  <a:pt x="4" y="21"/>
                  <a:pt x="4" y="22"/>
                </a:cubicBezTo>
                <a:cubicBezTo>
                  <a:pt x="4" y="24"/>
                  <a:pt x="5" y="25"/>
                  <a:pt x="6" y="26"/>
                </a:cubicBezTo>
                <a:cubicBezTo>
                  <a:pt x="7" y="27"/>
                  <a:pt x="8" y="28"/>
                  <a:pt x="10" y="28"/>
                </a:cubicBezTo>
                <a:cubicBezTo>
                  <a:pt x="10" y="28"/>
                  <a:pt x="11" y="29"/>
                  <a:pt x="11" y="30"/>
                </a:cubicBezTo>
                <a:cubicBezTo>
                  <a:pt x="16" y="44"/>
                  <a:pt x="16" y="44"/>
                  <a:pt x="16" y="44"/>
                </a:cubicBezTo>
                <a:cubicBezTo>
                  <a:pt x="18" y="43"/>
                  <a:pt x="18" y="43"/>
                  <a:pt x="18" y="43"/>
                </a:cubicBezTo>
                <a:cubicBezTo>
                  <a:pt x="20" y="42"/>
                  <a:pt x="20" y="42"/>
                  <a:pt x="20" y="42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0"/>
                </a:cubicBezTo>
                <a:cubicBezTo>
                  <a:pt x="16" y="29"/>
                  <a:pt x="16" y="28"/>
                  <a:pt x="17" y="28"/>
                </a:cubicBezTo>
                <a:cubicBezTo>
                  <a:pt x="24" y="28"/>
                  <a:pt x="24" y="28"/>
                  <a:pt x="24" y="28"/>
                </a:cubicBezTo>
                <a:close/>
                <a:moveTo>
                  <a:pt x="26" y="15"/>
                </a:moveTo>
                <a:cubicBezTo>
                  <a:pt x="26" y="15"/>
                  <a:pt x="26" y="15"/>
                  <a:pt x="26" y="15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1"/>
                  <a:pt x="26" y="31"/>
                  <a:pt x="26" y="31"/>
                </a:cubicBezTo>
                <a:cubicBezTo>
                  <a:pt x="38" y="39"/>
                  <a:pt x="38" y="39"/>
                  <a:pt x="38" y="39"/>
                </a:cubicBezTo>
                <a:cubicBezTo>
                  <a:pt x="38" y="6"/>
                  <a:pt x="38" y="6"/>
                  <a:pt x="38" y="6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lose/>
                <a:moveTo>
                  <a:pt x="42" y="17"/>
                </a:moveTo>
                <a:cubicBezTo>
                  <a:pt x="42" y="17"/>
                  <a:pt x="42" y="17"/>
                  <a:pt x="42" y="17"/>
                </a:cubicBezTo>
                <a:cubicBezTo>
                  <a:pt x="42" y="28"/>
                  <a:pt x="42" y="28"/>
                  <a:pt x="42" y="28"/>
                </a:cubicBezTo>
                <a:cubicBezTo>
                  <a:pt x="43" y="27"/>
                  <a:pt x="44" y="27"/>
                  <a:pt x="44" y="26"/>
                </a:cubicBezTo>
                <a:cubicBezTo>
                  <a:pt x="44" y="26"/>
                  <a:pt x="44" y="26"/>
                  <a:pt x="44" y="26"/>
                </a:cubicBezTo>
                <a:cubicBezTo>
                  <a:pt x="45" y="25"/>
                  <a:pt x="46" y="24"/>
                  <a:pt x="46" y="22"/>
                </a:cubicBezTo>
                <a:cubicBezTo>
                  <a:pt x="46" y="21"/>
                  <a:pt x="45" y="20"/>
                  <a:pt x="44" y="19"/>
                </a:cubicBezTo>
                <a:cubicBezTo>
                  <a:pt x="44" y="19"/>
                  <a:pt x="44" y="19"/>
                  <a:pt x="44" y="19"/>
                </a:cubicBezTo>
                <a:cubicBezTo>
                  <a:pt x="44" y="18"/>
                  <a:pt x="43" y="18"/>
                  <a:pt x="42" y="1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28" name="Freeform 262">
            <a:extLst>
              <a:ext uri="{FF2B5EF4-FFF2-40B4-BE49-F238E27FC236}">
                <a16:creationId xmlns:a16="http://schemas.microsoft.com/office/drawing/2014/main" id="{42F4A4D8-24A2-8B29-101D-5C90DAA8A561}"/>
              </a:ext>
            </a:extLst>
          </p:cNvPr>
          <p:cNvSpPr>
            <a:spLocks noEditPoints="1"/>
          </p:cNvSpPr>
          <p:nvPr/>
        </p:nvSpPr>
        <p:spPr bwMode="auto">
          <a:xfrm>
            <a:off x="3151118" y="5241314"/>
            <a:ext cx="228600" cy="211667"/>
          </a:xfrm>
          <a:custGeom>
            <a:avLst/>
            <a:gdLst>
              <a:gd name="T0" fmla="*/ 15875 w 54"/>
              <a:gd name="T1" fmla="*/ 146050 h 50"/>
              <a:gd name="T2" fmla="*/ 92075 w 54"/>
              <a:gd name="T3" fmla="*/ 146050 h 50"/>
              <a:gd name="T4" fmla="*/ 107950 w 54"/>
              <a:gd name="T5" fmla="*/ 107950 h 50"/>
              <a:gd name="T6" fmla="*/ 114300 w 54"/>
              <a:gd name="T7" fmla="*/ 92075 h 50"/>
              <a:gd name="T8" fmla="*/ 123825 w 54"/>
              <a:gd name="T9" fmla="*/ 76200 h 50"/>
              <a:gd name="T10" fmla="*/ 133350 w 54"/>
              <a:gd name="T11" fmla="*/ 76200 h 50"/>
              <a:gd name="T12" fmla="*/ 139700 w 54"/>
              <a:gd name="T13" fmla="*/ 79375 h 50"/>
              <a:gd name="T14" fmla="*/ 142875 w 54"/>
              <a:gd name="T15" fmla="*/ 95250 h 50"/>
              <a:gd name="T16" fmla="*/ 142875 w 54"/>
              <a:gd name="T17" fmla="*/ 146050 h 50"/>
              <a:gd name="T18" fmla="*/ 149225 w 54"/>
              <a:gd name="T19" fmla="*/ 146050 h 50"/>
              <a:gd name="T20" fmla="*/ 149225 w 54"/>
              <a:gd name="T21" fmla="*/ 79375 h 50"/>
              <a:gd name="T22" fmla="*/ 152400 w 54"/>
              <a:gd name="T23" fmla="*/ 50800 h 50"/>
              <a:gd name="T24" fmla="*/ 133350 w 54"/>
              <a:gd name="T25" fmla="*/ 12700 h 50"/>
              <a:gd name="T26" fmla="*/ 82550 w 54"/>
              <a:gd name="T27" fmla="*/ 114300 h 50"/>
              <a:gd name="T28" fmla="*/ 79375 w 54"/>
              <a:gd name="T29" fmla="*/ 114300 h 50"/>
              <a:gd name="T30" fmla="*/ 73025 w 54"/>
              <a:gd name="T31" fmla="*/ 120650 h 50"/>
              <a:gd name="T32" fmla="*/ 60325 w 54"/>
              <a:gd name="T33" fmla="*/ 127000 h 50"/>
              <a:gd name="T34" fmla="*/ 44450 w 54"/>
              <a:gd name="T35" fmla="*/ 117475 h 50"/>
              <a:gd name="T36" fmla="*/ 22225 w 54"/>
              <a:gd name="T37" fmla="*/ 123825 h 50"/>
              <a:gd name="T38" fmla="*/ 15875 w 54"/>
              <a:gd name="T39" fmla="*/ 130175 h 50"/>
              <a:gd name="T40" fmla="*/ 15875 w 54"/>
              <a:gd name="T41" fmla="*/ 146050 h 50"/>
              <a:gd name="T42" fmla="*/ 92075 w 54"/>
              <a:gd name="T43" fmla="*/ 158750 h 50"/>
              <a:gd name="T44" fmla="*/ 92075 w 54"/>
              <a:gd name="T45" fmla="*/ 158750 h 50"/>
              <a:gd name="T46" fmla="*/ 12700 w 54"/>
              <a:gd name="T47" fmla="*/ 158750 h 50"/>
              <a:gd name="T48" fmla="*/ 9525 w 54"/>
              <a:gd name="T49" fmla="*/ 155575 h 50"/>
              <a:gd name="T50" fmla="*/ 0 w 54"/>
              <a:gd name="T51" fmla="*/ 146050 h 50"/>
              <a:gd name="T52" fmla="*/ 0 w 54"/>
              <a:gd name="T53" fmla="*/ 133350 h 50"/>
              <a:gd name="T54" fmla="*/ 6350 w 54"/>
              <a:gd name="T55" fmla="*/ 120650 h 50"/>
              <a:gd name="T56" fmla="*/ 15875 w 54"/>
              <a:gd name="T57" fmla="*/ 114300 h 50"/>
              <a:gd name="T58" fmla="*/ 15875 w 54"/>
              <a:gd name="T59" fmla="*/ 114300 h 50"/>
              <a:gd name="T60" fmla="*/ 44450 w 54"/>
              <a:gd name="T61" fmla="*/ 104775 h 50"/>
              <a:gd name="T62" fmla="*/ 53975 w 54"/>
              <a:gd name="T63" fmla="*/ 107950 h 50"/>
              <a:gd name="T64" fmla="*/ 69850 w 54"/>
              <a:gd name="T65" fmla="*/ 107950 h 50"/>
              <a:gd name="T66" fmla="*/ 123825 w 54"/>
              <a:gd name="T67" fmla="*/ 3175 h 50"/>
              <a:gd name="T68" fmla="*/ 123825 w 54"/>
              <a:gd name="T69" fmla="*/ 3175 h 50"/>
              <a:gd name="T70" fmla="*/ 123825 w 54"/>
              <a:gd name="T71" fmla="*/ 3175 h 50"/>
              <a:gd name="T72" fmla="*/ 133350 w 54"/>
              <a:gd name="T73" fmla="*/ 0 h 50"/>
              <a:gd name="T74" fmla="*/ 165100 w 54"/>
              <a:gd name="T75" fmla="*/ 53975 h 50"/>
              <a:gd name="T76" fmla="*/ 161925 w 54"/>
              <a:gd name="T77" fmla="*/ 79375 h 50"/>
              <a:gd name="T78" fmla="*/ 161925 w 54"/>
              <a:gd name="T79" fmla="*/ 152400 h 50"/>
              <a:gd name="T80" fmla="*/ 161925 w 54"/>
              <a:gd name="T81" fmla="*/ 152400 h 50"/>
              <a:gd name="T82" fmla="*/ 155575 w 54"/>
              <a:gd name="T83" fmla="*/ 158750 h 50"/>
              <a:gd name="T84" fmla="*/ 139700 w 54"/>
              <a:gd name="T85" fmla="*/ 158750 h 50"/>
              <a:gd name="T86" fmla="*/ 136525 w 54"/>
              <a:gd name="T87" fmla="*/ 158750 h 50"/>
              <a:gd name="T88" fmla="*/ 133350 w 54"/>
              <a:gd name="T89" fmla="*/ 152400 h 50"/>
              <a:gd name="T90" fmla="*/ 133350 w 54"/>
              <a:gd name="T91" fmla="*/ 95250 h 50"/>
              <a:gd name="T92" fmla="*/ 130175 w 54"/>
              <a:gd name="T93" fmla="*/ 88900 h 50"/>
              <a:gd name="T94" fmla="*/ 130175 w 54"/>
              <a:gd name="T95" fmla="*/ 88900 h 50"/>
              <a:gd name="T96" fmla="*/ 123825 w 54"/>
              <a:gd name="T97" fmla="*/ 95250 h 50"/>
              <a:gd name="T98" fmla="*/ 117475 w 54"/>
              <a:gd name="T99" fmla="*/ 114300 h 50"/>
              <a:gd name="T100" fmla="*/ 92075 w 54"/>
              <a:gd name="T101" fmla="*/ 158750 h 5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4" h="50">
                <a:moveTo>
                  <a:pt x="5" y="46"/>
                </a:move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32" y="40"/>
                  <a:pt x="34" y="34"/>
                </a:cubicBezTo>
                <a:cubicBezTo>
                  <a:pt x="34" y="32"/>
                  <a:pt x="35" y="30"/>
                  <a:pt x="36" y="29"/>
                </a:cubicBezTo>
                <a:cubicBezTo>
                  <a:pt x="37" y="26"/>
                  <a:pt x="38" y="25"/>
                  <a:pt x="39" y="24"/>
                </a:cubicBezTo>
                <a:cubicBezTo>
                  <a:pt x="40" y="24"/>
                  <a:pt x="41" y="24"/>
                  <a:pt x="42" y="24"/>
                </a:cubicBezTo>
                <a:cubicBezTo>
                  <a:pt x="43" y="24"/>
                  <a:pt x="43" y="24"/>
                  <a:pt x="44" y="25"/>
                </a:cubicBezTo>
                <a:cubicBezTo>
                  <a:pt x="45" y="26"/>
                  <a:pt x="45" y="28"/>
                  <a:pt x="45" y="30"/>
                </a:cubicBezTo>
                <a:cubicBezTo>
                  <a:pt x="45" y="46"/>
                  <a:pt x="45" y="46"/>
                  <a:pt x="45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7" y="25"/>
                  <a:pt x="47" y="25"/>
                  <a:pt x="47" y="25"/>
                </a:cubicBezTo>
                <a:cubicBezTo>
                  <a:pt x="47" y="22"/>
                  <a:pt x="48" y="19"/>
                  <a:pt x="48" y="16"/>
                </a:cubicBezTo>
                <a:cubicBezTo>
                  <a:pt x="49" y="12"/>
                  <a:pt x="50" y="9"/>
                  <a:pt x="42" y="4"/>
                </a:cubicBezTo>
                <a:cubicBezTo>
                  <a:pt x="26" y="36"/>
                  <a:pt x="26" y="36"/>
                  <a:pt x="26" y="36"/>
                </a:cubicBezTo>
                <a:cubicBezTo>
                  <a:pt x="26" y="36"/>
                  <a:pt x="26" y="36"/>
                  <a:pt x="25" y="36"/>
                </a:cubicBezTo>
                <a:cubicBezTo>
                  <a:pt x="25" y="37"/>
                  <a:pt x="24" y="38"/>
                  <a:pt x="23" y="38"/>
                </a:cubicBezTo>
                <a:cubicBezTo>
                  <a:pt x="22" y="39"/>
                  <a:pt x="20" y="40"/>
                  <a:pt x="19" y="40"/>
                </a:cubicBezTo>
                <a:cubicBezTo>
                  <a:pt x="17" y="39"/>
                  <a:pt x="16" y="39"/>
                  <a:pt x="14" y="37"/>
                </a:cubicBezTo>
                <a:cubicBezTo>
                  <a:pt x="7" y="39"/>
                  <a:pt x="7" y="39"/>
                  <a:pt x="7" y="39"/>
                </a:cubicBezTo>
                <a:cubicBezTo>
                  <a:pt x="6" y="40"/>
                  <a:pt x="5" y="40"/>
                  <a:pt x="5" y="41"/>
                </a:cubicBezTo>
                <a:cubicBezTo>
                  <a:pt x="3" y="42"/>
                  <a:pt x="4" y="44"/>
                  <a:pt x="5" y="46"/>
                </a:cubicBezTo>
                <a:close/>
                <a:moveTo>
                  <a:pt x="29" y="50"/>
                </a:moveTo>
                <a:cubicBezTo>
                  <a:pt x="29" y="50"/>
                  <a:pt x="29" y="50"/>
                  <a:pt x="29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4" y="50"/>
                  <a:pt x="3" y="50"/>
                  <a:pt x="3" y="49"/>
                </a:cubicBezTo>
                <a:cubicBezTo>
                  <a:pt x="2" y="48"/>
                  <a:pt x="1" y="47"/>
                  <a:pt x="0" y="46"/>
                </a:cubicBezTo>
                <a:cubicBezTo>
                  <a:pt x="0" y="45"/>
                  <a:pt x="0" y="43"/>
                  <a:pt x="0" y="42"/>
                </a:cubicBezTo>
                <a:cubicBezTo>
                  <a:pt x="0" y="40"/>
                  <a:pt x="1" y="39"/>
                  <a:pt x="2" y="38"/>
                </a:cubicBezTo>
                <a:cubicBezTo>
                  <a:pt x="3" y="37"/>
                  <a:pt x="4" y="36"/>
                  <a:pt x="5" y="36"/>
                </a:cubicBezTo>
                <a:cubicBezTo>
                  <a:pt x="5" y="36"/>
                  <a:pt x="5" y="36"/>
                  <a:pt x="5" y="36"/>
                </a:cubicBezTo>
                <a:cubicBezTo>
                  <a:pt x="14" y="33"/>
                  <a:pt x="14" y="33"/>
                  <a:pt x="14" y="33"/>
                </a:cubicBezTo>
                <a:cubicBezTo>
                  <a:pt x="15" y="33"/>
                  <a:pt x="16" y="33"/>
                  <a:pt x="17" y="34"/>
                </a:cubicBezTo>
                <a:cubicBezTo>
                  <a:pt x="18" y="36"/>
                  <a:pt x="21" y="36"/>
                  <a:pt x="22" y="34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40" y="0"/>
                  <a:pt x="41" y="0"/>
                  <a:pt x="42" y="0"/>
                </a:cubicBezTo>
                <a:cubicBezTo>
                  <a:pt x="54" y="6"/>
                  <a:pt x="53" y="10"/>
                  <a:pt x="52" y="17"/>
                </a:cubicBezTo>
                <a:cubicBezTo>
                  <a:pt x="52" y="19"/>
                  <a:pt x="51" y="22"/>
                  <a:pt x="51" y="25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9"/>
                  <a:pt x="50" y="50"/>
                  <a:pt x="49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42" y="50"/>
                  <a:pt x="42" y="49"/>
                  <a:pt x="42" y="48"/>
                </a:cubicBezTo>
                <a:cubicBezTo>
                  <a:pt x="42" y="30"/>
                  <a:pt x="42" y="30"/>
                  <a:pt x="42" y="30"/>
                </a:cubicBezTo>
                <a:cubicBezTo>
                  <a:pt x="42" y="29"/>
                  <a:pt x="41" y="28"/>
                  <a:pt x="41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40" y="28"/>
                  <a:pt x="40" y="29"/>
                  <a:pt x="39" y="30"/>
                </a:cubicBezTo>
                <a:cubicBezTo>
                  <a:pt x="39" y="32"/>
                  <a:pt x="38" y="34"/>
                  <a:pt x="37" y="36"/>
                </a:cubicBezTo>
                <a:cubicBezTo>
                  <a:pt x="35" y="42"/>
                  <a:pt x="32" y="50"/>
                  <a:pt x="29" y="5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29" name="Freeform 263">
            <a:extLst>
              <a:ext uri="{FF2B5EF4-FFF2-40B4-BE49-F238E27FC236}">
                <a16:creationId xmlns:a16="http://schemas.microsoft.com/office/drawing/2014/main" id="{8DC407C2-3B71-3D9A-502E-8426FA4D0D80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5270947"/>
            <a:ext cx="215900" cy="152400"/>
          </a:xfrm>
          <a:custGeom>
            <a:avLst/>
            <a:gdLst>
              <a:gd name="T0" fmla="*/ 149225 w 51"/>
              <a:gd name="T1" fmla="*/ 79375 h 36"/>
              <a:gd name="T2" fmla="*/ 142875 w 51"/>
              <a:gd name="T3" fmla="*/ 50800 h 36"/>
              <a:gd name="T4" fmla="*/ 127000 w 51"/>
              <a:gd name="T5" fmla="*/ 50800 h 36"/>
              <a:gd name="T6" fmla="*/ 19050 w 51"/>
              <a:gd name="T7" fmla="*/ 50800 h 36"/>
              <a:gd name="T8" fmla="*/ 12700 w 51"/>
              <a:gd name="T9" fmla="*/ 50800 h 36"/>
              <a:gd name="T10" fmla="*/ 19050 w 51"/>
              <a:gd name="T11" fmla="*/ 79375 h 36"/>
              <a:gd name="T12" fmla="*/ 25400 w 51"/>
              <a:gd name="T13" fmla="*/ 85725 h 36"/>
              <a:gd name="T14" fmla="*/ 28575 w 51"/>
              <a:gd name="T15" fmla="*/ 95250 h 36"/>
              <a:gd name="T16" fmla="*/ 41275 w 51"/>
              <a:gd name="T17" fmla="*/ 101600 h 36"/>
              <a:gd name="T18" fmla="*/ 53975 w 51"/>
              <a:gd name="T19" fmla="*/ 85725 h 36"/>
              <a:gd name="T20" fmla="*/ 60325 w 51"/>
              <a:gd name="T21" fmla="*/ 79375 h 36"/>
              <a:gd name="T22" fmla="*/ 60325 w 51"/>
              <a:gd name="T23" fmla="*/ 79375 h 36"/>
              <a:gd name="T24" fmla="*/ 104775 w 51"/>
              <a:gd name="T25" fmla="*/ 85725 h 36"/>
              <a:gd name="T26" fmla="*/ 111125 w 51"/>
              <a:gd name="T27" fmla="*/ 95250 h 36"/>
              <a:gd name="T28" fmla="*/ 120650 w 51"/>
              <a:gd name="T29" fmla="*/ 101600 h 36"/>
              <a:gd name="T30" fmla="*/ 136525 w 51"/>
              <a:gd name="T31" fmla="*/ 85725 h 36"/>
              <a:gd name="T32" fmla="*/ 142875 w 51"/>
              <a:gd name="T33" fmla="*/ 79375 h 36"/>
              <a:gd name="T34" fmla="*/ 142875 w 51"/>
              <a:gd name="T35" fmla="*/ 79375 h 36"/>
              <a:gd name="T36" fmla="*/ 120650 w 51"/>
              <a:gd name="T37" fmla="*/ 79375 h 36"/>
              <a:gd name="T38" fmla="*/ 120650 w 51"/>
              <a:gd name="T39" fmla="*/ 92075 h 36"/>
              <a:gd name="T40" fmla="*/ 120650 w 51"/>
              <a:gd name="T41" fmla="*/ 79375 h 36"/>
              <a:gd name="T42" fmla="*/ 41275 w 51"/>
              <a:gd name="T43" fmla="*/ 79375 h 36"/>
              <a:gd name="T44" fmla="*/ 41275 w 51"/>
              <a:gd name="T45" fmla="*/ 92075 h 36"/>
              <a:gd name="T46" fmla="*/ 41275 w 51"/>
              <a:gd name="T47" fmla="*/ 79375 h 36"/>
              <a:gd name="T48" fmla="*/ 117475 w 51"/>
              <a:gd name="T49" fmla="*/ 44450 h 36"/>
              <a:gd name="T50" fmla="*/ 34925 w 51"/>
              <a:gd name="T51" fmla="*/ 12700 h 36"/>
              <a:gd name="T52" fmla="*/ 117475 w 51"/>
              <a:gd name="T53" fmla="*/ 44450 h 36"/>
              <a:gd name="T54" fmla="*/ 155575 w 51"/>
              <a:gd name="T55" fmla="*/ 92075 h 36"/>
              <a:gd name="T56" fmla="*/ 139700 w 51"/>
              <a:gd name="T57" fmla="*/ 104775 h 36"/>
              <a:gd name="T58" fmla="*/ 139700 w 51"/>
              <a:gd name="T59" fmla="*/ 104775 h 36"/>
              <a:gd name="T60" fmla="*/ 101600 w 51"/>
              <a:gd name="T61" fmla="*/ 104775 h 36"/>
              <a:gd name="T62" fmla="*/ 95250 w 51"/>
              <a:gd name="T63" fmla="*/ 92075 h 36"/>
              <a:gd name="T64" fmla="*/ 60325 w 51"/>
              <a:gd name="T65" fmla="*/ 104775 h 36"/>
              <a:gd name="T66" fmla="*/ 60325 w 51"/>
              <a:gd name="T67" fmla="*/ 104775 h 36"/>
              <a:gd name="T68" fmla="*/ 19050 w 51"/>
              <a:gd name="T69" fmla="*/ 104775 h 36"/>
              <a:gd name="T70" fmla="*/ 12700 w 51"/>
              <a:gd name="T71" fmla="*/ 92075 h 36"/>
              <a:gd name="T72" fmla="*/ 6350 w 51"/>
              <a:gd name="T73" fmla="*/ 92075 h 36"/>
              <a:gd name="T74" fmla="*/ 0 w 51"/>
              <a:gd name="T75" fmla="*/ 44450 h 36"/>
              <a:gd name="T76" fmla="*/ 6350 w 51"/>
              <a:gd name="T77" fmla="*/ 38100 h 36"/>
              <a:gd name="T78" fmla="*/ 25400 w 51"/>
              <a:gd name="T79" fmla="*/ 3175 h 36"/>
              <a:gd name="T80" fmla="*/ 107950 w 51"/>
              <a:gd name="T81" fmla="*/ 0 h 36"/>
              <a:gd name="T82" fmla="*/ 130175 w 51"/>
              <a:gd name="T83" fmla="*/ 38100 h 36"/>
              <a:gd name="T84" fmla="*/ 155575 w 51"/>
              <a:gd name="T85" fmla="*/ 38100 h 36"/>
              <a:gd name="T86" fmla="*/ 161925 w 51"/>
              <a:gd name="T87" fmla="*/ 85725 h 36"/>
              <a:gd name="T88" fmla="*/ 155575 w 51"/>
              <a:gd name="T89" fmla="*/ 92075 h 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1" h="36">
                <a:moveTo>
                  <a:pt x="45" y="25"/>
                </a:moveTo>
                <a:cubicBezTo>
                  <a:pt x="47" y="25"/>
                  <a:pt x="47" y="25"/>
                  <a:pt x="47" y="25"/>
                </a:cubicBezTo>
                <a:cubicBezTo>
                  <a:pt x="47" y="16"/>
                  <a:pt x="47" y="16"/>
                  <a:pt x="47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39" y="16"/>
                  <a:pt x="39" y="16"/>
                  <a:pt x="39" y="16"/>
                </a:cubicBezTo>
                <a:cubicBezTo>
                  <a:pt x="6" y="16"/>
                  <a:pt x="6" y="16"/>
                  <a:pt x="6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6"/>
                  <a:pt x="5" y="16"/>
                  <a:pt x="4" y="16"/>
                </a:cubicBezTo>
                <a:cubicBezTo>
                  <a:pt x="4" y="25"/>
                  <a:pt x="4" y="25"/>
                  <a:pt x="4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7" y="25"/>
                  <a:pt x="8" y="26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8"/>
                  <a:pt x="8" y="29"/>
                  <a:pt x="9" y="30"/>
                </a:cubicBezTo>
                <a:cubicBezTo>
                  <a:pt x="9" y="30"/>
                  <a:pt x="9" y="30"/>
                  <a:pt x="9" y="30"/>
                </a:cubicBezTo>
                <a:cubicBezTo>
                  <a:pt x="10" y="31"/>
                  <a:pt x="11" y="32"/>
                  <a:pt x="13" y="32"/>
                </a:cubicBezTo>
                <a:cubicBezTo>
                  <a:pt x="14" y="32"/>
                  <a:pt x="15" y="31"/>
                  <a:pt x="16" y="30"/>
                </a:cubicBezTo>
                <a:cubicBezTo>
                  <a:pt x="17" y="29"/>
                  <a:pt x="17" y="28"/>
                  <a:pt x="17" y="27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6"/>
                  <a:pt x="18" y="25"/>
                  <a:pt x="19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5"/>
                  <a:pt x="33" y="26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8"/>
                  <a:pt x="34" y="29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6" y="31"/>
                  <a:pt x="37" y="32"/>
                  <a:pt x="38" y="32"/>
                </a:cubicBezTo>
                <a:cubicBezTo>
                  <a:pt x="39" y="32"/>
                  <a:pt x="41" y="31"/>
                  <a:pt x="42" y="30"/>
                </a:cubicBezTo>
                <a:cubicBezTo>
                  <a:pt x="42" y="29"/>
                  <a:pt x="43" y="28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6"/>
                  <a:pt x="44" y="25"/>
                  <a:pt x="45" y="25"/>
                </a:cubicBezTo>
                <a:cubicBezTo>
                  <a:pt x="45" y="25"/>
                  <a:pt x="45" y="25"/>
                  <a:pt x="45" y="25"/>
                </a:cubicBezTo>
                <a:cubicBezTo>
                  <a:pt x="45" y="25"/>
                  <a:pt x="45" y="25"/>
                  <a:pt x="45" y="25"/>
                </a:cubicBezTo>
                <a:close/>
                <a:moveTo>
                  <a:pt x="38" y="25"/>
                </a:moveTo>
                <a:cubicBezTo>
                  <a:pt x="38" y="25"/>
                  <a:pt x="38" y="25"/>
                  <a:pt x="38" y="25"/>
                </a:cubicBezTo>
                <a:cubicBezTo>
                  <a:pt x="39" y="25"/>
                  <a:pt x="40" y="26"/>
                  <a:pt x="40" y="27"/>
                </a:cubicBezTo>
                <a:cubicBezTo>
                  <a:pt x="40" y="28"/>
                  <a:pt x="39" y="29"/>
                  <a:pt x="38" y="29"/>
                </a:cubicBezTo>
                <a:cubicBezTo>
                  <a:pt x="37" y="29"/>
                  <a:pt x="36" y="28"/>
                  <a:pt x="36" y="27"/>
                </a:cubicBezTo>
                <a:cubicBezTo>
                  <a:pt x="36" y="26"/>
                  <a:pt x="37" y="25"/>
                  <a:pt x="38" y="25"/>
                </a:cubicBezTo>
                <a:close/>
                <a:moveTo>
                  <a:pt x="13" y="25"/>
                </a:moveTo>
                <a:cubicBezTo>
                  <a:pt x="13" y="25"/>
                  <a:pt x="13" y="25"/>
                  <a:pt x="13" y="25"/>
                </a:cubicBezTo>
                <a:cubicBezTo>
                  <a:pt x="14" y="25"/>
                  <a:pt x="14" y="26"/>
                  <a:pt x="14" y="27"/>
                </a:cubicBezTo>
                <a:cubicBezTo>
                  <a:pt x="14" y="28"/>
                  <a:pt x="14" y="29"/>
                  <a:pt x="13" y="29"/>
                </a:cubicBezTo>
                <a:cubicBezTo>
                  <a:pt x="11" y="29"/>
                  <a:pt x="11" y="28"/>
                  <a:pt x="11" y="27"/>
                </a:cubicBezTo>
                <a:cubicBezTo>
                  <a:pt x="11" y="26"/>
                  <a:pt x="11" y="25"/>
                  <a:pt x="13" y="25"/>
                </a:cubicBezTo>
                <a:close/>
                <a:moveTo>
                  <a:pt x="37" y="14"/>
                </a:moveTo>
                <a:cubicBezTo>
                  <a:pt x="37" y="14"/>
                  <a:pt x="37" y="14"/>
                  <a:pt x="37" y="14"/>
                </a:cubicBezTo>
                <a:cubicBezTo>
                  <a:pt x="32" y="4"/>
                  <a:pt x="32" y="4"/>
                  <a:pt x="32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6" y="14"/>
                  <a:pt x="6" y="14"/>
                  <a:pt x="6" y="14"/>
                </a:cubicBezTo>
                <a:cubicBezTo>
                  <a:pt x="37" y="14"/>
                  <a:pt x="37" y="14"/>
                  <a:pt x="37" y="14"/>
                </a:cubicBezTo>
                <a:close/>
                <a:moveTo>
                  <a:pt x="49" y="29"/>
                </a:moveTo>
                <a:cubicBezTo>
                  <a:pt x="49" y="29"/>
                  <a:pt x="49" y="29"/>
                  <a:pt x="49" y="29"/>
                </a:cubicBezTo>
                <a:cubicBezTo>
                  <a:pt x="47" y="29"/>
                  <a:pt x="47" y="29"/>
                  <a:pt x="47" y="29"/>
                </a:cubicBezTo>
                <a:cubicBezTo>
                  <a:pt x="46" y="30"/>
                  <a:pt x="45" y="32"/>
                  <a:pt x="44" y="33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33"/>
                  <a:pt x="44" y="33"/>
                  <a:pt x="44" y="33"/>
                </a:cubicBezTo>
                <a:cubicBezTo>
                  <a:pt x="43" y="35"/>
                  <a:pt x="40" y="36"/>
                  <a:pt x="38" y="36"/>
                </a:cubicBezTo>
                <a:cubicBezTo>
                  <a:pt x="36" y="36"/>
                  <a:pt x="34" y="35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1" y="32"/>
                  <a:pt x="30" y="30"/>
                  <a:pt x="30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30"/>
                  <a:pt x="20" y="32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7" y="35"/>
                  <a:pt x="15" y="36"/>
                  <a:pt x="13" y="36"/>
                </a:cubicBezTo>
                <a:cubicBezTo>
                  <a:pt x="10" y="36"/>
                  <a:pt x="8" y="35"/>
                  <a:pt x="6" y="33"/>
                </a:cubicBezTo>
                <a:cubicBezTo>
                  <a:pt x="6" y="33"/>
                  <a:pt x="6" y="33"/>
                  <a:pt x="6" y="33"/>
                </a:cubicBezTo>
                <a:cubicBezTo>
                  <a:pt x="5" y="32"/>
                  <a:pt x="4" y="30"/>
                  <a:pt x="4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1" y="29"/>
                  <a:pt x="0" y="28"/>
                  <a:pt x="0" y="27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1" y="12"/>
                  <a:pt x="2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8" y="1"/>
                  <a:pt x="8" y="1"/>
                  <a:pt x="8" y="1"/>
                </a:cubicBezTo>
                <a:cubicBezTo>
                  <a:pt x="8" y="1"/>
                  <a:pt x="9" y="0"/>
                  <a:pt x="10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5" y="1"/>
                  <a:pt x="35" y="1"/>
                </a:cubicBezTo>
                <a:cubicBezTo>
                  <a:pt x="41" y="12"/>
                  <a:pt x="41" y="12"/>
                  <a:pt x="41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50" y="12"/>
                  <a:pt x="51" y="13"/>
                  <a:pt x="51" y="14"/>
                </a:cubicBezTo>
                <a:cubicBezTo>
                  <a:pt x="51" y="27"/>
                  <a:pt x="51" y="27"/>
                  <a:pt x="51" y="27"/>
                </a:cubicBezTo>
                <a:cubicBezTo>
                  <a:pt x="51" y="27"/>
                  <a:pt x="51" y="27"/>
                  <a:pt x="51" y="27"/>
                </a:cubicBezTo>
                <a:cubicBezTo>
                  <a:pt x="51" y="28"/>
                  <a:pt x="50" y="29"/>
                  <a:pt x="49" y="2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30" name="Freeform 264">
            <a:extLst>
              <a:ext uri="{FF2B5EF4-FFF2-40B4-BE49-F238E27FC236}">
                <a16:creationId xmlns:a16="http://schemas.microsoft.com/office/drawing/2014/main" id="{501C5C4B-F69B-038D-4C29-8C57F573EFD1}"/>
              </a:ext>
            </a:extLst>
          </p:cNvPr>
          <p:cNvSpPr>
            <a:spLocks noEditPoints="1"/>
          </p:cNvSpPr>
          <p:nvPr/>
        </p:nvSpPr>
        <p:spPr bwMode="auto">
          <a:xfrm>
            <a:off x="3898301" y="5232848"/>
            <a:ext cx="211667" cy="224367"/>
          </a:xfrm>
          <a:custGeom>
            <a:avLst/>
            <a:gdLst>
              <a:gd name="T0" fmla="*/ 28575 w 50"/>
              <a:gd name="T1" fmla="*/ 165100 h 53"/>
              <a:gd name="T2" fmla="*/ 82550 w 50"/>
              <a:gd name="T3" fmla="*/ 155575 h 53"/>
              <a:gd name="T4" fmla="*/ 92075 w 50"/>
              <a:gd name="T5" fmla="*/ 149225 h 53"/>
              <a:gd name="T6" fmla="*/ 92075 w 50"/>
              <a:gd name="T7" fmla="*/ 146050 h 53"/>
              <a:gd name="T8" fmla="*/ 123825 w 50"/>
              <a:gd name="T9" fmla="*/ 114300 h 53"/>
              <a:gd name="T10" fmla="*/ 123825 w 50"/>
              <a:gd name="T11" fmla="*/ 111125 h 53"/>
              <a:gd name="T12" fmla="*/ 123825 w 50"/>
              <a:gd name="T13" fmla="*/ 111125 h 53"/>
              <a:gd name="T14" fmla="*/ 92075 w 50"/>
              <a:gd name="T15" fmla="*/ 136525 h 53"/>
              <a:gd name="T16" fmla="*/ 85725 w 50"/>
              <a:gd name="T17" fmla="*/ 139700 h 53"/>
              <a:gd name="T18" fmla="*/ 66675 w 50"/>
              <a:gd name="T19" fmla="*/ 139700 h 53"/>
              <a:gd name="T20" fmla="*/ 66675 w 50"/>
              <a:gd name="T21" fmla="*/ 139700 h 53"/>
              <a:gd name="T22" fmla="*/ 60325 w 50"/>
              <a:gd name="T23" fmla="*/ 139700 h 53"/>
              <a:gd name="T24" fmla="*/ 60325 w 50"/>
              <a:gd name="T25" fmla="*/ 139700 h 53"/>
              <a:gd name="T26" fmla="*/ 60325 w 50"/>
              <a:gd name="T27" fmla="*/ 136525 h 53"/>
              <a:gd name="T28" fmla="*/ 60325 w 50"/>
              <a:gd name="T29" fmla="*/ 133350 h 53"/>
              <a:gd name="T30" fmla="*/ 60325 w 50"/>
              <a:gd name="T31" fmla="*/ 114300 h 53"/>
              <a:gd name="T32" fmla="*/ 53975 w 50"/>
              <a:gd name="T33" fmla="*/ 111125 h 53"/>
              <a:gd name="T34" fmla="*/ 53975 w 50"/>
              <a:gd name="T35" fmla="*/ 117475 h 53"/>
              <a:gd name="T36" fmla="*/ 53975 w 50"/>
              <a:gd name="T37" fmla="*/ 127000 h 53"/>
              <a:gd name="T38" fmla="*/ 44450 w 50"/>
              <a:gd name="T39" fmla="*/ 142875 h 53"/>
              <a:gd name="T40" fmla="*/ 31750 w 50"/>
              <a:gd name="T41" fmla="*/ 142875 h 53"/>
              <a:gd name="T42" fmla="*/ 41275 w 50"/>
              <a:gd name="T43" fmla="*/ 136525 h 53"/>
              <a:gd name="T44" fmla="*/ 47625 w 50"/>
              <a:gd name="T45" fmla="*/ 127000 h 53"/>
              <a:gd name="T46" fmla="*/ 47625 w 50"/>
              <a:gd name="T47" fmla="*/ 120650 h 53"/>
              <a:gd name="T48" fmla="*/ 6350 w 50"/>
              <a:gd name="T49" fmla="*/ 107950 h 53"/>
              <a:gd name="T50" fmla="*/ 6350 w 50"/>
              <a:gd name="T51" fmla="*/ 95250 h 53"/>
              <a:gd name="T52" fmla="*/ 28575 w 50"/>
              <a:gd name="T53" fmla="*/ 44450 h 53"/>
              <a:gd name="T54" fmla="*/ 63500 w 50"/>
              <a:gd name="T55" fmla="*/ 25400 h 53"/>
              <a:gd name="T56" fmla="*/ 66675 w 50"/>
              <a:gd name="T57" fmla="*/ 6350 h 53"/>
              <a:gd name="T58" fmla="*/ 92075 w 50"/>
              <a:gd name="T59" fmla="*/ 6350 h 53"/>
              <a:gd name="T60" fmla="*/ 95250 w 50"/>
              <a:gd name="T61" fmla="*/ 25400 h 53"/>
              <a:gd name="T62" fmla="*/ 130175 w 50"/>
              <a:gd name="T63" fmla="*/ 44450 h 53"/>
              <a:gd name="T64" fmla="*/ 152400 w 50"/>
              <a:gd name="T65" fmla="*/ 95250 h 53"/>
              <a:gd name="T66" fmla="*/ 152400 w 50"/>
              <a:gd name="T67" fmla="*/ 107950 h 53"/>
              <a:gd name="T68" fmla="*/ 130175 w 50"/>
              <a:gd name="T69" fmla="*/ 107950 h 53"/>
              <a:gd name="T70" fmla="*/ 127000 w 50"/>
              <a:gd name="T71" fmla="*/ 120650 h 53"/>
              <a:gd name="T72" fmla="*/ 98425 w 50"/>
              <a:gd name="T73" fmla="*/ 152400 h 53"/>
              <a:gd name="T74" fmla="*/ 82550 w 50"/>
              <a:gd name="T75" fmla="*/ 161925 h 53"/>
              <a:gd name="T76" fmla="*/ 82550 w 50"/>
              <a:gd name="T77" fmla="*/ 22225 h 53"/>
              <a:gd name="T78" fmla="*/ 85725 w 50"/>
              <a:gd name="T79" fmla="*/ 19050 h 53"/>
              <a:gd name="T80" fmla="*/ 76200 w 50"/>
              <a:gd name="T81" fmla="*/ 15875 h 53"/>
              <a:gd name="T82" fmla="*/ 76200 w 50"/>
              <a:gd name="T83" fmla="*/ 22225 h 53"/>
              <a:gd name="T84" fmla="*/ 22225 w 50"/>
              <a:gd name="T85" fmla="*/ 95250 h 53"/>
              <a:gd name="T86" fmla="*/ 139700 w 50"/>
              <a:gd name="T87" fmla="*/ 95250 h 53"/>
              <a:gd name="T88" fmla="*/ 120650 w 50"/>
              <a:gd name="T89" fmla="*/ 53975 h 53"/>
              <a:gd name="T90" fmla="*/ 22225 w 50"/>
              <a:gd name="T91" fmla="*/ 95250 h 53"/>
              <a:gd name="T92" fmla="*/ 63500 w 50"/>
              <a:gd name="T93" fmla="*/ 107950 h 53"/>
              <a:gd name="T94" fmla="*/ 69850 w 50"/>
              <a:gd name="T95" fmla="*/ 123825 h 53"/>
              <a:gd name="T96" fmla="*/ 79375 w 50"/>
              <a:gd name="T97" fmla="*/ 133350 h 53"/>
              <a:gd name="T98" fmla="*/ 82550 w 50"/>
              <a:gd name="T99" fmla="*/ 133350 h 53"/>
              <a:gd name="T100" fmla="*/ 85725 w 50"/>
              <a:gd name="T101" fmla="*/ 130175 h 53"/>
              <a:gd name="T102" fmla="*/ 114300 w 50"/>
              <a:gd name="T103" fmla="*/ 107950 h 53"/>
              <a:gd name="T104" fmla="*/ 82550 w 50"/>
              <a:gd name="T105" fmla="*/ 155575 h 53"/>
              <a:gd name="T106" fmla="*/ 82550 w 50"/>
              <a:gd name="T107" fmla="*/ 155575 h 53"/>
              <a:gd name="T108" fmla="*/ 92075 w 50"/>
              <a:gd name="T109" fmla="*/ 149225 h 53"/>
              <a:gd name="T110" fmla="*/ 92075 w 50"/>
              <a:gd name="T111" fmla="*/ 149225 h 53"/>
              <a:gd name="T112" fmla="*/ 123825 w 50"/>
              <a:gd name="T113" fmla="*/ 111125 h 53"/>
              <a:gd name="T114" fmla="*/ 120650 w 50"/>
              <a:gd name="T115" fmla="*/ 107950 h 53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0" h="53">
                <a:moveTo>
                  <a:pt x="10" y="53"/>
                </a:moveTo>
                <a:cubicBezTo>
                  <a:pt x="10" y="53"/>
                  <a:pt x="9" y="53"/>
                  <a:pt x="9" y="52"/>
                </a:cubicBezTo>
                <a:cubicBezTo>
                  <a:pt x="9" y="52"/>
                  <a:pt x="9" y="51"/>
                  <a:pt x="10" y="51"/>
                </a:cubicBezTo>
                <a:cubicBezTo>
                  <a:pt x="26" y="49"/>
                  <a:pt x="26" y="49"/>
                  <a:pt x="26" y="49"/>
                </a:cubicBezTo>
                <a:cubicBezTo>
                  <a:pt x="26" y="49"/>
                  <a:pt x="26" y="49"/>
                  <a:pt x="26" y="49"/>
                </a:cubicBezTo>
                <a:cubicBezTo>
                  <a:pt x="27" y="49"/>
                  <a:pt x="28" y="48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6"/>
                  <a:pt x="29" y="46"/>
                  <a:pt x="29" y="46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6"/>
                  <a:pt x="39" y="35"/>
                  <a:pt x="39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8" y="35"/>
                  <a:pt x="38" y="36"/>
                </a:cubicBezTo>
                <a:cubicBezTo>
                  <a:pt x="29" y="43"/>
                  <a:pt x="29" y="43"/>
                  <a:pt x="29" y="43"/>
                </a:cubicBezTo>
                <a:cubicBezTo>
                  <a:pt x="29" y="43"/>
                  <a:pt x="29" y="43"/>
                  <a:pt x="29" y="43"/>
                </a:cubicBezTo>
                <a:cubicBezTo>
                  <a:pt x="28" y="43"/>
                  <a:pt x="28" y="44"/>
                  <a:pt x="27" y="44"/>
                </a:cubicBezTo>
                <a:cubicBezTo>
                  <a:pt x="27" y="44"/>
                  <a:pt x="26" y="44"/>
                  <a:pt x="25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0" y="44"/>
                  <a:pt x="20" y="44"/>
                </a:cubicBezTo>
                <a:cubicBezTo>
                  <a:pt x="20" y="44"/>
                  <a:pt x="20" y="44"/>
                  <a:pt x="19" y="44"/>
                </a:cubicBezTo>
                <a:cubicBezTo>
                  <a:pt x="19" y="44"/>
                  <a:pt x="19" y="44"/>
                  <a:pt x="19" y="44"/>
                </a:cubicBezTo>
                <a:cubicBezTo>
                  <a:pt x="19" y="44"/>
                  <a:pt x="19" y="44"/>
                  <a:pt x="19" y="44"/>
                </a:cubicBezTo>
                <a:cubicBezTo>
                  <a:pt x="19" y="43"/>
                  <a:pt x="19" y="43"/>
                  <a:pt x="19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1"/>
                  <a:pt x="20" y="40"/>
                  <a:pt x="19" y="39"/>
                </a:cubicBezTo>
                <a:cubicBezTo>
                  <a:pt x="19" y="38"/>
                  <a:pt x="19" y="37"/>
                  <a:pt x="19" y="36"/>
                </a:cubicBezTo>
                <a:cubicBezTo>
                  <a:pt x="19" y="35"/>
                  <a:pt x="18" y="35"/>
                  <a:pt x="18" y="35"/>
                </a:cubicBezTo>
                <a:cubicBezTo>
                  <a:pt x="18" y="35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6"/>
                  <a:pt x="16" y="36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9"/>
                  <a:pt x="17" y="40"/>
                  <a:pt x="17" y="40"/>
                </a:cubicBezTo>
                <a:cubicBezTo>
                  <a:pt x="17" y="41"/>
                  <a:pt x="17" y="42"/>
                  <a:pt x="16" y="43"/>
                </a:cubicBezTo>
                <a:cubicBezTo>
                  <a:pt x="15" y="44"/>
                  <a:pt x="14" y="45"/>
                  <a:pt x="14" y="45"/>
                </a:cubicBezTo>
                <a:cubicBezTo>
                  <a:pt x="13" y="46"/>
                  <a:pt x="12" y="46"/>
                  <a:pt x="11" y="46"/>
                </a:cubicBezTo>
                <a:cubicBezTo>
                  <a:pt x="10" y="46"/>
                  <a:pt x="10" y="46"/>
                  <a:pt x="10" y="45"/>
                </a:cubicBezTo>
                <a:cubicBezTo>
                  <a:pt x="9" y="45"/>
                  <a:pt x="10" y="44"/>
                  <a:pt x="11" y="44"/>
                </a:cubicBezTo>
                <a:cubicBezTo>
                  <a:pt x="11" y="44"/>
                  <a:pt x="12" y="44"/>
                  <a:pt x="13" y="43"/>
                </a:cubicBezTo>
                <a:cubicBezTo>
                  <a:pt x="13" y="43"/>
                  <a:pt x="14" y="43"/>
                  <a:pt x="14" y="42"/>
                </a:cubicBezTo>
                <a:cubicBezTo>
                  <a:pt x="15" y="41"/>
                  <a:pt x="15" y="41"/>
                  <a:pt x="15" y="40"/>
                </a:cubicBezTo>
                <a:cubicBezTo>
                  <a:pt x="15" y="40"/>
                  <a:pt x="15" y="39"/>
                  <a:pt x="15" y="38"/>
                </a:cubicBezTo>
                <a:cubicBezTo>
                  <a:pt x="15" y="38"/>
                  <a:pt x="15" y="38"/>
                  <a:pt x="15" y="38"/>
                </a:cubicBezTo>
                <a:cubicBezTo>
                  <a:pt x="14" y="36"/>
                  <a:pt x="14" y="35"/>
                  <a:pt x="15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4"/>
                  <a:pt x="0" y="33"/>
                  <a:pt x="0" y="32"/>
                </a:cubicBezTo>
                <a:cubicBezTo>
                  <a:pt x="0" y="31"/>
                  <a:pt x="1" y="30"/>
                  <a:pt x="2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24"/>
                  <a:pt x="5" y="18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12" y="11"/>
                  <a:pt x="16" y="9"/>
                  <a:pt x="20" y="8"/>
                </a:cubicBezTo>
                <a:cubicBezTo>
                  <a:pt x="20" y="8"/>
                  <a:pt x="20" y="7"/>
                  <a:pt x="20" y="6"/>
                </a:cubicBezTo>
                <a:cubicBezTo>
                  <a:pt x="20" y="4"/>
                  <a:pt x="20" y="3"/>
                  <a:pt x="21" y="2"/>
                </a:cubicBezTo>
                <a:cubicBezTo>
                  <a:pt x="22" y="1"/>
                  <a:pt x="24" y="0"/>
                  <a:pt x="25" y="0"/>
                </a:cubicBezTo>
                <a:cubicBezTo>
                  <a:pt x="27" y="0"/>
                  <a:pt x="28" y="1"/>
                  <a:pt x="29" y="2"/>
                </a:cubicBezTo>
                <a:cubicBezTo>
                  <a:pt x="30" y="3"/>
                  <a:pt x="31" y="4"/>
                  <a:pt x="31" y="6"/>
                </a:cubicBezTo>
                <a:cubicBezTo>
                  <a:pt x="31" y="7"/>
                  <a:pt x="31" y="8"/>
                  <a:pt x="30" y="8"/>
                </a:cubicBezTo>
                <a:cubicBezTo>
                  <a:pt x="35" y="9"/>
                  <a:pt x="38" y="11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5" y="18"/>
                  <a:pt x="48" y="24"/>
                  <a:pt x="48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50" y="30"/>
                  <a:pt x="50" y="31"/>
                  <a:pt x="50" y="32"/>
                </a:cubicBezTo>
                <a:cubicBezTo>
                  <a:pt x="50" y="33"/>
                  <a:pt x="50" y="34"/>
                  <a:pt x="48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1" y="34"/>
                  <a:pt x="41" y="35"/>
                  <a:pt x="41" y="35"/>
                </a:cubicBezTo>
                <a:cubicBezTo>
                  <a:pt x="42" y="36"/>
                  <a:pt x="41" y="37"/>
                  <a:pt x="40" y="38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0" y="50"/>
                  <a:pt x="28" y="51"/>
                  <a:pt x="26" y="51"/>
                </a:cubicBezTo>
                <a:cubicBezTo>
                  <a:pt x="10" y="53"/>
                  <a:pt x="10" y="53"/>
                  <a:pt x="10" y="53"/>
                </a:cubicBezTo>
                <a:close/>
                <a:moveTo>
                  <a:pt x="26" y="7"/>
                </a:moveTo>
                <a:cubicBezTo>
                  <a:pt x="26" y="7"/>
                  <a:pt x="26" y="7"/>
                  <a:pt x="26" y="7"/>
                </a:cubicBezTo>
                <a:cubicBezTo>
                  <a:pt x="27" y="7"/>
                  <a:pt x="27" y="6"/>
                  <a:pt x="27" y="6"/>
                </a:cubicBezTo>
                <a:cubicBezTo>
                  <a:pt x="27" y="6"/>
                  <a:pt x="27" y="5"/>
                  <a:pt x="26" y="5"/>
                </a:cubicBezTo>
                <a:cubicBezTo>
                  <a:pt x="26" y="4"/>
                  <a:pt x="25" y="4"/>
                  <a:pt x="24" y="5"/>
                </a:cubicBezTo>
                <a:cubicBezTo>
                  <a:pt x="24" y="5"/>
                  <a:pt x="24" y="6"/>
                  <a:pt x="24" y="6"/>
                </a:cubicBezTo>
                <a:cubicBezTo>
                  <a:pt x="24" y="6"/>
                  <a:pt x="24" y="7"/>
                  <a:pt x="24" y="7"/>
                </a:cubicBezTo>
                <a:cubicBezTo>
                  <a:pt x="25" y="8"/>
                  <a:pt x="26" y="8"/>
                  <a:pt x="26" y="7"/>
                </a:cubicBezTo>
                <a:close/>
                <a:moveTo>
                  <a:pt x="7" y="30"/>
                </a:moveTo>
                <a:cubicBezTo>
                  <a:pt x="7" y="30"/>
                  <a:pt x="7" y="30"/>
                  <a:pt x="7" y="30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25"/>
                  <a:pt x="42" y="20"/>
                  <a:pt x="39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1" y="10"/>
                  <a:pt x="19" y="10"/>
                  <a:pt x="12" y="17"/>
                </a:cubicBezTo>
                <a:cubicBezTo>
                  <a:pt x="9" y="20"/>
                  <a:pt x="7" y="25"/>
                  <a:pt x="7" y="30"/>
                </a:cubicBezTo>
                <a:close/>
                <a:moveTo>
                  <a:pt x="20" y="34"/>
                </a:moveTo>
                <a:cubicBezTo>
                  <a:pt x="20" y="34"/>
                  <a:pt x="20" y="34"/>
                  <a:pt x="20" y="34"/>
                </a:cubicBezTo>
                <a:cubicBezTo>
                  <a:pt x="20" y="34"/>
                  <a:pt x="21" y="35"/>
                  <a:pt x="21" y="35"/>
                </a:cubicBezTo>
                <a:cubicBezTo>
                  <a:pt x="21" y="37"/>
                  <a:pt x="22" y="38"/>
                  <a:pt x="22" y="39"/>
                </a:cubicBezTo>
                <a:cubicBezTo>
                  <a:pt x="22" y="40"/>
                  <a:pt x="22" y="41"/>
                  <a:pt x="21" y="42"/>
                </a:cubicBezTo>
                <a:cubicBezTo>
                  <a:pt x="25" y="42"/>
                  <a:pt x="25" y="42"/>
                  <a:pt x="25" y="42"/>
                </a:cubicBezTo>
                <a:cubicBezTo>
                  <a:pt x="26" y="42"/>
                  <a:pt x="26" y="42"/>
                  <a:pt x="26" y="42"/>
                </a:cubicBezTo>
                <a:cubicBezTo>
                  <a:pt x="26" y="42"/>
                  <a:pt x="26" y="42"/>
                  <a:pt x="26" y="42"/>
                </a:cubicBezTo>
                <a:cubicBezTo>
                  <a:pt x="26" y="42"/>
                  <a:pt x="26" y="42"/>
                  <a:pt x="26" y="42"/>
                </a:cubicBezTo>
                <a:cubicBezTo>
                  <a:pt x="27" y="41"/>
                  <a:pt x="27" y="41"/>
                  <a:pt x="27" y="41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20" y="34"/>
                  <a:pt x="20" y="34"/>
                  <a:pt x="20" y="34"/>
                </a:cubicBezTo>
                <a:close/>
                <a:moveTo>
                  <a:pt x="26" y="49"/>
                </a:moveTo>
                <a:cubicBezTo>
                  <a:pt x="26" y="49"/>
                  <a:pt x="26" y="49"/>
                  <a:pt x="26" y="49"/>
                </a:cubicBezTo>
                <a:cubicBezTo>
                  <a:pt x="26" y="49"/>
                  <a:pt x="26" y="49"/>
                  <a:pt x="26" y="49"/>
                </a:cubicBezTo>
                <a:cubicBezTo>
                  <a:pt x="26" y="49"/>
                  <a:pt x="26" y="49"/>
                  <a:pt x="26" y="49"/>
                </a:cubicBezTo>
                <a:close/>
                <a:moveTo>
                  <a:pt x="29" y="47"/>
                </a:move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lose/>
                <a:moveTo>
                  <a:pt x="39" y="35"/>
                </a:moveTo>
                <a:cubicBezTo>
                  <a:pt x="39" y="35"/>
                  <a:pt x="39" y="35"/>
                  <a:pt x="39" y="35"/>
                </a:cubicBezTo>
                <a:cubicBezTo>
                  <a:pt x="38" y="35"/>
                  <a:pt x="38" y="35"/>
                  <a:pt x="38" y="34"/>
                </a:cubicBezTo>
                <a:cubicBezTo>
                  <a:pt x="39" y="35"/>
                  <a:pt x="39" y="35"/>
                  <a:pt x="39" y="3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31" name="Freeform 265">
            <a:extLst>
              <a:ext uri="{FF2B5EF4-FFF2-40B4-BE49-F238E27FC236}">
                <a16:creationId xmlns:a16="http://schemas.microsoft.com/office/drawing/2014/main" id="{09D281D5-B8E7-FEC6-DC30-9C61EFC7869D}"/>
              </a:ext>
            </a:extLst>
          </p:cNvPr>
          <p:cNvSpPr>
            <a:spLocks noEditPoints="1"/>
          </p:cNvSpPr>
          <p:nvPr/>
        </p:nvSpPr>
        <p:spPr bwMode="auto">
          <a:xfrm>
            <a:off x="1673686" y="5245547"/>
            <a:ext cx="222249" cy="203200"/>
          </a:xfrm>
          <a:custGeom>
            <a:avLst/>
            <a:gdLst>
              <a:gd name="T0" fmla="*/ 83344 w 52"/>
              <a:gd name="T1" fmla="*/ 44450 h 48"/>
              <a:gd name="T2" fmla="*/ 105782 w 52"/>
              <a:gd name="T3" fmla="*/ 38100 h 48"/>
              <a:gd name="T4" fmla="*/ 48083 w 52"/>
              <a:gd name="T5" fmla="*/ 66675 h 48"/>
              <a:gd name="T6" fmla="*/ 28850 w 52"/>
              <a:gd name="T7" fmla="*/ 66675 h 48"/>
              <a:gd name="T8" fmla="*/ 48083 w 52"/>
              <a:gd name="T9" fmla="*/ 76200 h 48"/>
              <a:gd name="T10" fmla="*/ 22439 w 52"/>
              <a:gd name="T11" fmla="*/ 53975 h 48"/>
              <a:gd name="T12" fmla="*/ 35261 w 52"/>
              <a:gd name="T13" fmla="*/ 53975 h 48"/>
              <a:gd name="T14" fmla="*/ 35261 w 52"/>
              <a:gd name="T15" fmla="*/ 44450 h 48"/>
              <a:gd name="T16" fmla="*/ 48083 w 52"/>
              <a:gd name="T17" fmla="*/ 15875 h 48"/>
              <a:gd name="T18" fmla="*/ 60905 w 52"/>
              <a:gd name="T19" fmla="*/ 22225 h 48"/>
              <a:gd name="T20" fmla="*/ 73727 w 52"/>
              <a:gd name="T21" fmla="*/ 22225 h 48"/>
              <a:gd name="T22" fmla="*/ 73727 w 52"/>
              <a:gd name="T23" fmla="*/ 15875 h 48"/>
              <a:gd name="T24" fmla="*/ 60905 w 52"/>
              <a:gd name="T25" fmla="*/ 9525 h 48"/>
              <a:gd name="T26" fmla="*/ 60905 w 52"/>
              <a:gd name="T27" fmla="*/ 9525 h 48"/>
              <a:gd name="T28" fmla="*/ 54494 w 52"/>
              <a:gd name="T29" fmla="*/ 3175 h 48"/>
              <a:gd name="T30" fmla="*/ 54494 w 52"/>
              <a:gd name="T31" fmla="*/ 3175 h 48"/>
              <a:gd name="T32" fmla="*/ 83344 w 52"/>
              <a:gd name="T33" fmla="*/ 15875 h 48"/>
              <a:gd name="T34" fmla="*/ 86549 w 52"/>
              <a:gd name="T35" fmla="*/ 25400 h 48"/>
              <a:gd name="T36" fmla="*/ 92960 w 52"/>
              <a:gd name="T37" fmla="*/ 19050 h 48"/>
              <a:gd name="T38" fmla="*/ 118604 w 52"/>
              <a:gd name="T39" fmla="*/ 31750 h 48"/>
              <a:gd name="T40" fmla="*/ 153865 w 52"/>
              <a:gd name="T41" fmla="*/ 44450 h 48"/>
              <a:gd name="T42" fmla="*/ 166687 w 52"/>
              <a:gd name="T43" fmla="*/ 73025 h 48"/>
              <a:gd name="T44" fmla="*/ 125015 w 52"/>
              <a:gd name="T45" fmla="*/ 111125 h 48"/>
              <a:gd name="T46" fmla="*/ 96166 w 52"/>
              <a:gd name="T47" fmla="*/ 98425 h 48"/>
              <a:gd name="T48" fmla="*/ 96166 w 52"/>
              <a:gd name="T49" fmla="*/ 98425 h 48"/>
              <a:gd name="T50" fmla="*/ 86549 w 52"/>
              <a:gd name="T51" fmla="*/ 63500 h 48"/>
              <a:gd name="T52" fmla="*/ 70521 w 52"/>
              <a:gd name="T53" fmla="*/ 50800 h 48"/>
              <a:gd name="T54" fmla="*/ 80138 w 52"/>
              <a:gd name="T55" fmla="*/ 31750 h 48"/>
              <a:gd name="T56" fmla="*/ 54494 w 52"/>
              <a:gd name="T57" fmla="*/ 28575 h 48"/>
              <a:gd name="T58" fmla="*/ 54494 w 52"/>
              <a:gd name="T59" fmla="*/ 28575 h 48"/>
              <a:gd name="T60" fmla="*/ 54494 w 52"/>
              <a:gd name="T61" fmla="*/ 25400 h 48"/>
              <a:gd name="T62" fmla="*/ 38466 w 52"/>
              <a:gd name="T63" fmla="*/ 34925 h 48"/>
              <a:gd name="T64" fmla="*/ 41672 w 52"/>
              <a:gd name="T65" fmla="*/ 41275 h 48"/>
              <a:gd name="T66" fmla="*/ 41672 w 52"/>
              <a:gd name="T67" fmla="*/ 41275 h 48"/>
              <a:gd name="T68" fmla="*/ 54494 w 52"/>
              <a:gd name="T69" fmla="*/ 41275 h 48"/>
              <a:gd name="T70" fmla="*/ 60905 w 52"/>
              <a:gd name="T71" fmla="*/ 41275 h 48"/>
              <a:gd name="T72" fmla="*/ 60905 w 52"/>
              <a:gd name="T73" fmla="*/ 44450 h 48"/>
              <a:gd name="T74" fmla="*/ 41672 w 52"/>
              <a:gd name="T75" fmla="*/ 50800 h 48"/>
              <a:gd name="T76" fmla="*/ 54494 w 52"/>
              <a:gd name="T77" fmla="*/ 53975 h 48"/>
              <a:gd name="T78" fmla="*/ 60905 w 52"/>
              <a:gd name="T79" fmla="*/ 60325 h 48"/>
              <a:gd name="T80" fmla="*/ 67316 w 52"/>
              <a:gd name="T81" fmla="*/ 85725 h 48"/>
              <a:gd name="T82" fmla="*/ 67316 w 52"/>
              <a:gd name="T83" fmla="*/ 139700 h 48"/>
              <a:gd name="T84" fmla="*/ 12822 w 52"/>
              <a:gd name="T85" fmla="*/ 142875 h 48"/>
              <a:gd name="T86" fmla="*/ 0 w 52"/>
              <a:gd name="T87" fmla="*/ 114300 h 48"/>
              <a:gd name="T88" fmla="*/ 12822 w 52"/>
              <a:gd name="T89" fmla="*/ 85725 h 48"/>
              <a:gd name="T90" fmla="*/ 16028 w 52"/>
              <a:gd name="T91" fmla="*/ 79375 h 48"/>
              <a:gd name="T92" fmla="*/ 16028 w 52"/>
              <a:gd name="T93" fmla="*/ 60325 h 48"/>
              <a:gd name="T94" fmla="*/ 99371 w 52"/>
              <a:gd name="T95" fmla="*/ 63500 h 48"/>
              <a:gd name="T96" fmla="*/ 99371 w 52"/>
              <a:gd name="T97" fmla="*/ 63500 h 48"/>
              <a:gd name="T98" fmla="*/ 105782 w 52"/>
              <a:gd name="T99" fmla="*/ 92075 h 48"/>
              <a:gd name="T100" fmla="*/ 125015 w 52"/>
              <a:gd name="T101" fmla="*/ 98425 h 48"/>
              <a:gd name="T102" fmla="*/ 153865 w 52"/>
              <a:gd name="T103" fmla="*/ 73025 h 48"/>
              <a:gd name="T104" fmla="*/ 144248 w 52"/>
              <a:gd name="T105" fmla="*/ 50800 h 48"/>
              <a:gd name="T106" fmla="*/ 99371 w 52"/>
              <a:gd name="T107" fmla="*/ 63500 h 48"/>
              <a:gd name="T108" fmla="*/ 19233 w 52"/>
              <a:gd name="T109" fmla="*/ 95250 h 48"/>
              <a:gd name="T110" fmla="*/ 19233 w 52"/>
              <a:gd name="T111" fmla="*/ 133350 h 48"/>
              <a:gd name="T112" fmla="*/ 38466 w 52"/>
              <a:gd name="T113" fmla="*/ 139700 h 48"/>
              <a:gd name="T114" fmla="*/ 67316 w 52"/>
              <a:gd name="T115" fmla="*/ 114300 h 48"/>
              <a:gd name="T116" fmla="*/ 19233 w 52"/>
              <a:gd name="T117" fmla="*/ 95250 h 48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2" h="48">
                <a:moveTo>
                  <a:pt x="31" y="10"/>
                </a:moveTo>
                <a:cubicBezTo>
                  <a:pt x="26" y="14"/>
                  <a:pt x="26" y="14"/>
                  <a:pt x="26" y="14"/>
                </a:cubicBezTo>
                <a:cubicBezTo>
                  <a:pt x="28" y="16"/>
                  <a:pt x="28" y="16"/>
                  <a:pt x="28" y="16"/>
                </a:cubicBezTo>
                <a:cubicBezTo>
                  <a:pt x="30" y="14"/>
                  <a:pt x="31" y="13"/>
                  <a:pt x="33" y="12"/>
                </a:cubicBezTo>
                <a:cubicBezTo>
                  <a:pt x="31" y="10"/>
                  <a:pt x="31" y="10"/>
                  <a:pt x="31" y="10"/>
                </a:cubicBezTo>
                <a:close/>
                <a:moveTo>
                  <a:pt x="15" y="21"/>
                </a:moveTo>
                <a:cubicBezTo>
                  <a:pt x="15" y="21"/>
                  <a:pt x="15" y="21"/>
                  <a:pt x="15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4"/>
                  <a:pt x="9" y="24"/>
                  <a:pt x="9" y="24"/>
                </a:cubicBezTo>
                <a:cubicBezTo>
                  <a:pt x="11" y="23"/>
                  <a:pt x="13" y="23"/>
                  <a:pt x="15" y="24"/>
                </a:cubicBezTo>
                <a:cubicBezTo>
                  <a:pt x="15" y="21"/>
                  <a:pt x="15" y="21"/>
                  <a:pt x="15" y="21"/>
                </a:cubicBezTo>
                <a:close/>
                <a:moveTo>
                  <a:pt x="7" y="17"/>
                </a:moveTo>
                <a:cubicBezTo>
                  <a:pt x="7" y="17"/>
                  <a:pt x="7" y="17"/>
                  <a:pt x="7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0" y="13"/>
                  <a:pt x="10" y="12"/>
                  <a:pt x="10" y="11"/>
                </a:cubicBezTo>
                <a:cubicBezTo>
                  <a:pt x="10" y="8"/>
                  <a:pt x="12" y="5"/>
                  <a:pt x="15" y="5"/>
                </a:cubicBezTo>
                <a:cubicBezTo>
                  <a:pt x="16" y="5"/>
                  <a:pt x="17" y="6"/>
                  <a:pt x="18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20" y="8"/>
                  <a:pt x="21" y="8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6"/>
                  <a:pt x="23" y="6"/>
                  <a:pt x="23" y="5"/>
                </a:cubicBezTo>
                <a:cubicBezTo>
                  <a:pt x="23" y="3"/>
                  <a:pt x="22" y="2"/>
                  <a:pt x="21" y="2"/>
                </a:cubicBezTo>
                <a:cubicBezTo>
                  <a:pt x="20" y="2"/>
                  <a:pt x="19" y="2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8" y="3"/>
                  <a:pt x="17" y="3"/>
                  <a:pt x="17" y="3"/>
                </a:cubicBezTo>
                <a:cubicBezTo>
                  <a:pt x="16" y="2"/>
                  <a:pt x="16" y="2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8" y="0"/>
                  <a:pt x="19" y="0"/>
                  <a:pt x="21" y="0"/>
                </a:cubicBezTo>
                <a:cubicBezTo>
                  <a:pt x="23" y="0"/>
                  <a:pt x="26" y="2"/>
                  <a:pt x="26" y="5"/>
                </a:cubicBezTo>
                <a:cubicBezTo>
                  <a:pt x="26" y="6"/>
                  <a:pt x="26" y="6"/>
                  <a:pt x="25" y="7"/>
                </a:cubicBezTo>
                <a:cubicBezTo>
                  <a:pt x="27" y="8"/>
                  <a:pt x="27" y="8"/>
                  <a:pt x="27" y="8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6"/>
                  <a:pt x="29" y="6"/>
                  <a:pt x="29" y="6"/>
                </a:cubicBezTo>
                <a:cubicBezTo>
                  <a:pt x="30" y="5"/>
                  <a:pt x="31" y="5"/>
                  <a:pt x="32" y="6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9" y="10"/>
                </a:cubicBezTo>
                <a:cubicBezTo>
                  <a:pt x="42" y="10"/>
                  <a:pt x="45" y="11"/>
                  <a:pt x="48" y="14"/>
                </a:cubicBezTo>
                <a:cubicBezTo>
                  <a:pt x="48" y="14"/>
                  <a:pt x="48" y="14"/>
                  <a:pt x="48" y="14"/>
                </a:cubicBezTo>
                <a:cubicBezTo>
                  <a:pt x="50" y="16"/>
                  <a:pt x="52" y="19"/>
                  <a:pt x="52" y="23"/>
                </a:cubicBezTo>
                <a:cubicBezTo>
                  <a:pt x="52" y="26"/>
                  <a:pt x="50" y="29"/>
                  <a:pt x="48" y="31"/>
                </a:cubicBezTo>
                <a:cubicBezTo>
                  <a:pt x="46" y="34"/>
                  <a:pt x="42" y="35"/>
                  <a:pt x="39" y="35"/>
                </a:cubicBezTo>
                <a:cubicBezTo>
                  <a:pt x="36" y="35"/>
                  <a:pt x="33" y="34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28" y="29"/>
                  <a:pt x="27" y="26"/>
                  <a:pt x="27" y="23"/>
                </a:cubicBezTo>
                <a:cubicBezTo>
                  <a:pt x="27" y="22"/>
                  <a:pt x="27" y="21"/>
                  <a:pt x="27" y="20"/>
                </a:cubicBezTo>
                <a:cubicBezTo>
                  <a:pt x="22" y="16"/>
                  <a:pt x="22" y="16"/>
                  <a:pt x="22" y="16"/>
                </a:cubicBezTo>
                <a:cubicBezTo>
                  <a:pt x="22" y="16"/>
                  <a:pt x="22" y="16"/>
                  <a:pt x="22" y="16"/>
                </a:cubicBezTo>
                <a:cubicBezTo>
                  <a:pt x="21" y="15"/>
                  <a:pt x="21" y="14"/>
                  <a:pt x="22" y="13"/>
                </a:cubicBezTo>
                <a:cubicBezTo>
                  <a:pt x="25" y="10"/>
                  <a:pt x="25" y="10"/>
                  <a:pt x="25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2" y="11"/>
                  <a:pt x="19" y="10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8"/>
                  <a:pt x="17" y="8"/>
                  <a:pt x="17" y="8"/>
                </a:cubicBezTo>
                <a:cubicBezTo>
                  <a:pt x="16" y="8"/>
                  <a:pt x="16" y="8"/>
                  <a:pt x="15" y="8"/>
                </a:cubicBezTo>
                <a:cubicBezTo>
                  <a:pt x="13" y="8"/>
                  <a:pt x="12" y="9"/>
                  <a:pt x="12" y="11"/>
                </a:cubicBezTo>
                <a:cubicBezTo>
                  <a:pt x="12" y="11"/>
                  <a:pt x="12" y="12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4" y="13"/>
                  <a:pt x="15" y="13"/>
                </a:cubicBezTo>
                <a:cubicBezTo>
                  <a:pt x="16" y="13"/>
                  <a:pt x="16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2"/>
                  <a:pt x="18" y="12"/>
                  <a:pt x="19" y="13"/>
                </a:cubicBezTo>
                <a:cubicBezTo>
                  <a:pt x="19" y="13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8" y="15"/>
                  <a:pt x="16" y="16"/>
                  <a:pt x="15" y="16"/>
                </a:cubicBezTo>
                <a:cubicBezTo>
                  <a:pt x="14" y="16"/>
                  <a:pt x="14" y="16"/>
                  <a:pt x="13" y="16"/>
                </a:cubicBezTo>
                <a:cubicBezTo>
                  <a:pt x="13" y="17"/>
                  <a:pt x="13" y="17"/>
                  <a:pt x="13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8" y="17"/>
                  <a:pt x="19" y="18"/>
                  <a:pt x="19" y="19"/>
                </a:cubicBezTo>
                <a:cubicBezTo>
                  <a:pt x="19" y="25"/>
                  <a:pt x="19" y="25"/>
                  <a:pt x="19" y="25"/>
                </a:cubicBezTo>
                <a:cubicBezTo>
                  <a:pt x="20" y="26"/>
                  <a:pt x="21" y="26"/>
                  <a:pt x="21" y="27"/>
                </a:cubicBezTo>
                <a:cubicBezTo>
                  <a:pt x="23" y="29"/>
                  <a:pt x="25" y="32"/>
                  <a:pt x="25" y="36"/>
                </a:cubicBezTo>
                <a:cubicBezTo>
                  <a:pt x="25" y="39"/>
                  <a:pt x="23" y="42"/>
                  <a:pt x="21" y="44"/>
                </a:cubicBezTo>
                <a:cubicBezTo>
                  <a:pt x="19" y="47"/>
                  <a:pt x="16" y="48"/>
                  <a:pt x="12" y="48"/>
                </a:cubicBezTo>
                <a:cubicBezTo>
                  <a:pt x="9" y="48"/>
                  <a:pt x="6" y="47"/>
                  <a:pt x="4" y="45"/>
                </a:cubicBezTo>
                <a:cubicBezTo>
                  <a:pt x="4" y="44"/>
                  <a:pt x="4" y="44"/>
                  <a:pt x="4" y="44"/>
                </a:cubicBezTo>
                <a:cubicBezTo>
                  <a:pt x="1" y="42"/>
                  <a:pt x="0" y="39"/>
                  <a:pt x="0" y="36"/>
                </a:cubicBezTo>
                <a:cubicBezTo>
                  <a:pt x="0" y="32"/>
                  <a:pt x="1" y="29"/>
                  <a:pt x="4" y="27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26"/>
                  <a:pt x="5" y="26"/>
                  <a:pt x="5" y="25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8"/>
                  <a:pt x="6" y="17"/>
                  <a:pt x="7" y="17"/>
                </a:cubicBezTo>
                <a:close/>
                <a:moveTo>
                  <a:pt x="31" y="20"/>
                </a:moveTo>
                <a:cubicBezTo>
                  <a:pt x="31" y="20"/>
                  <a:pt x="31" y="20"/>
                  <a:pt x="31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1"/>
                  <a:pt x="31" y="22"/>
                  <a:pt x="31" y="23"/>
                </a:cubicBezTo>
                <a:cubicBezTo>
                  <a:pt x="31" y="25"/>
                  <a:pt x="31" y="27"/>
                  <a:pt x="33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35" y="30"/>
                  <a:pt x="37" y="31"/>
                  <a:pt x="39" y="31"/>
                </a:cubicBezTo>
                <a:cubicBezTo>
                  <a:pt x="41" y="31"/>
                  <a:pt x="44" y="30"/>
                  <a:pt x="45" y="29"/>
                </a:cubicBezTo>
                <a:cubicBezTo>
                  <a:pt x="47" y="27"/>
                  <a:pt x="48" y="25"/>
                  <a:pt x="48" y="23"/>
                </a:cubicBezTo>
                <a:cubicBezTo>
                  <a:pt x="48" y="20"/>
                  <a:pt x="47" y="18"/>
                  <a:pt x="45" y="17"/>
                </a:cubicBezTo>
                <a:cubicBezTo>
                  <a:pt x="45" y="16"/>
                  <a:pt x="45" y="16"/>
                  <a:pt x="45" y="16"/>
                </a:cubicBezTo>
                <a:cubicBezTo>
                  <a:pt x="44" y="15"/>
                  <a:pt x="41" y="14"/>
                  <a:pt x="39" y="14"/>
                </a:cubicBezTo>
                <a:cubicBezTo>
                  <a:pt x="35" y="14"/>
                  <a:pt x="32" y="17"/>
                  <a:pt x="31" y="20"/>
                </a:cubicBezTo>
                <a:close/>
                <a:moveTo>
                  <a:pt x="6" y="30"/>
                </a:moveTo>
                <a:cubicBezTo>
                  <a:pt x="6" y="30"/>
                  <a:pt x="6" y="30"/>
                  <a:pt x="6" y="30"/>
                </a:cubicBezTo>
                <a:cubicBezTo>
                  <a:pt x="5" y="31"/>
                  <a:pt x="4" y="33"/>
                  <a:pt x="4" y="36"/>
                </a:cubicBezTo>
                <a:cubicBezTo>
                  <a:pt x="4" y="38"/>
                  <a:pt x="5" y="40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8" y="43"/>
                  <a:pt x="10" y="44"/>
                  <a:pt x="12" y="44"/>
                </a:cubicBezTo>
                <a:cubicBezTo>
                  <a:pt x="15" y="44"/>
                  <a:pt x="17" y="43"/>
                  <a:pt x="18" y="42"/>
                </a:cubicBezTo>
                <a:cubicBezTo>
                  <a:pt x="20" y="40"/>
                  <a:pt x="21" y="38"/>
                  <a:pt x="21" y="36"/>
                </a:cubicBezTo>
                <a:cubicBezTo>
                  <a:pt x="21" y="33"/>
                  <a:pt x="20" y="31"/>
                  <a:pt x="18" y="30"/>
                </a:cubicBezTo>
                <a:cubicBezTo>
                  <a:pt x="15" y="26"/>
                  <a:pt x="9" y="26"/>
                  <a:pt x="6" y="3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32" name="Freeform 266">
            <a:extLst>
              <a:ext uri="{FF2B5EF4-FFF2-40B4-BE49-F238E27FC236}">
                <a16:creationId xmlns:a16="http://schemas.microsoft.com/office/drawing/2014/main" id="{3BBFF116-3A17-A633-1C1F-CA8D47D61F50}"/>
              </a:ext>
            </a:extLst>
          </p:cNvPr>
          <p:cNvSpPr>
            <a:spLocks noEditPoints="1"/>
          </p:cNvSpPr>
          <p:nvPr/>
        </p:nvSpPr>
        <p:spPr bwMode="auto">
          <a:xfrm>
            <a:off x="9145519" y="4798932"/>
            <a:ext cx="213783" cy="220133"/>
          </a:xfrm>
          <a:custGeom>
            <a:avLst/>
            <a:gdLst>
              <a:gd name="T0" fmla="*/ 137890 w 50"/>
              <a:gd name="T1" fmla="*/ 22225 h 52"/>
              <a:gd name="T2" fmla="*/ 141097 w 50"/>
              <a:gd name="T3" fmla="*/ 130175 h 52"/>
              <a:gd name="T4" fmla="*/ 147510 w 50"/>
              <a:gd name="T5" fmla="*/ 82550 h 52"/>
              <a:gd name="T6" fmla="*/ 121856 w 50"/>
              <a:gd name="T7" fmla="*/ 111125 h 52"/>
              <a:gd name="T8" fmla="*/ 118649 w 50"/>
              <a:gd name="T9" fmla="*/ 82550 h 52"/>
              <a:gd name="T10" fmla="*/ 48101 w 50"/>
              <a:gd name="T11" fmla="*/ 107950 h 52"/>
              <a:gd name="T12" fmla="*/ 35274 w 50"/>
              <a:gd name="T13" fmla="*/ 82550 h 52"/>
              <a:gd name="T14" fmla="*/ 28861 w 50"/>
              <a:gd name="T15" fmla="*/ 120650 h 52"/>
              <a:gd name="T16" fmla="*/ 0 w 50"/>
              <a:gd name="T17" fmla="*/ 79375 h 52"/>
              <a:gd name="T18" fmla="*/ 80169 w 50"/>
              <a:gd name="T19" fmla="*/ 0 h 52"/>
              <a:gd name="T20" fmla="*/ 105822 w 50"/>
              <a:gd name="T21" fmla="*/ 142875 h 52"/>
              <a:gd name="T22" fmla="*/ 99409 w 50"/>
              <a:gd name="T23" fmla="*/ 165100 h 52"/>
              <a:gd name="T24" fmla="*/ 60928 w 50"/>
              <a:gd name="T25" fmla="*/ 165100 h 52"/>
              <a:gd name="T26" fmla="*/ 54515 w 50"/>
              <a:gd name="T27" fmla="*/ 158750 h 52"/>
              <a:gd name="T28" fmla="*/ 38481 w 50"/>
              <a:gd name="T29" fmla="*/ 142875 h 52"/>
              <a:gd name="T30" fmla="*/ 32067 w 50"/>
              <a:gd name="T31" fmla="*/ 133350 h 52"/>
              <a:gd name="T32" fmla="*/ 83375 w 50"/>
              <a:gd name="T33" fmla="*/ 88900 h 52"/>
              <a:gd name="T34" fmla="*/ 128270 w 50"/>
              <a:gd name="T35" fmla="*/ 133350 h 52"/>
              <a:gd name="T36" fmla="*/ 121856 w 50"/>
              <a:gd name="T37" fmla="*/ 142875 h 52"/>
              <a:gd name="T38" fmla="*/ 105822 w 50"/>
              <a:gd name="T39" fmla="*/ 142875 h 52"/>
              <a:gd name="T40" fmla="*/ 92995 w 50"/>
              <a:gd name="T41" fmla="*/ 152400 h 52"/>
              <a:gd name="T42" fmla="*/ 92995 w 50"/>
              <a:gd name="T43" fmla="*/ 136525 h 52"/>
              <a:gd name="T44" fmla="*/ 109029 w 50"/>
              <a:gd name="T45" fmla="*/ 130175 h 52"/>
              <a:gd name="T46" fmla="*/ 51308 w 50"/>
              <a:gd name="T47" fmla="*/ 130175 h 52"/>
              <a:gd name="T48" fmla="*/ 60928 w 50"/>
              <a:gd name="T49" fmla="*/ 130175 h 52"/>
              <a:gd name="T50" fmla="*/ 67342 w 50"/>
              <a:gd name="T51" fmla="*/ 152400 h 52"/>
              <a:gd name="T52" fmla="*/ 128270 w 50"/>
              <a:gd name="T53" fmla="*/ 31750 h 52"/>
              <a:gd name="T54" fmla="*/ 125063 w 50"/>
              <a:gd name="T55" fmla="*/ 28575 h 52"/>
              <a:gd name="T56" fmla="*/ 125063 w 50"/>
              <a:gd name="T57" fmla="*/ 76200 h 52"/>
              <a:gd name="T58" fmla="*/ 128270 w 50"/>
              <a:gd name="T59" fmla="*/ 31750 h 52"/>
              <a:gd name="T60" fmla="*/ 121856 w 50"/>
              <a:gd name="T61" fmla="*/ 25400 h 52"/>
              <a:gd name="T62" fmla="*/ 112236 w 50"/>
              <a:gd name="T63" fmla="*/ 25400 h 52"/>
              <a:gd name="T64" fmla="*/ 121856 w 50"/>
              <a:gd name="T65" fmla="*/ 25400 h 52"/>
              <a:gd name="T66" fmla="*/ 92995 w 50"/>
              <a:gd name="T67" fmla="*/ 12700 h 52"/>
              <a:gd name="T68" fmla="*/ 83375 w 50"/>
              <a:gd name="T69" fmla="*/ 38100 h 52"/>
              <a:gd name="T70" fmla="*/ 109029 w 50"/>
              <a:gd name="T71" fmla="*/ 31750 h 52"/>
              <a:gd name="T72" fmla="*/ 92995 w 50"/>
              <a:gd name="T73" fmla="*/ 12700 h 52"/>
              <a:gd name="T74" fmla="*/ 76962 w 50"/>
              <a:gd name="T75" fmla="*/ 12700 h 52"/>
              <a:gd name="T76" fmla="*/ 54515 w 50"/>
              <a:gd name="T77" fmla="*/ 28575 h 52"/>
              <a:gd name="T78" fmla="*/ 54515 w 50"/>
              <a:gd name="T79" fmla="*/ 31750 h 52"/>
              <a:gd name="T80" fmla="*/ 76962 w 50"/>
              <a:gd name="T81" fmla="*/ 12700 h 52"/>
              <a:gd name="T82" fmla="*/ 54515 w 50"/>
              <a:gd name="T83" fmla="*/ 15875 h 52"/>
              <a:gd name="T84" fmla="*/ 44894 w 50"/>
              <a:gd name="T85" fmla="*/ 28575 h 52"/>
              <a:gd name="T86" fmla="*/ 54515 w 50"/>
              <a:gd name="T87" fmla="*/ 15875 h 52"/>
              <a:gd name="T88" fmla="*/ 35274 w 50"/>
              <a:gd name="T89" fmla="*/ 28575 h 52"/>
              <a:gd name="T90" fmla="*/ 12827 w 50"/>
              <a:gd name="T91" fmla="*/ 76200 h 52"/>
              <a:gd name="T92" fmla="*/ 41688 w 50"/>
              <a:gd name="T93" fmla="*/ 34925 h 52"/>
              <a:gd name="T94" fmla="*/ 109029 w 50"/>
              <a:gd name="T95" fmla="*/ 38100 h 52"/>
              <a:gd name="T96" fmla="*/ 105822 w 50"/>
              <a:gd name="T97" fmla="*/ 38100 h 52"/>
              <a:gd name="T98" fmla="*/ 83375 w 50"/>
              <a:gd name="T99" fmla="*/ 76200 h 52"/>
              <a:gd name="T100" fmla="*/ 109029 w 50"/>
              <a:gd name="T101" fmla="*/ 38100 h 52"/>
              <a:gd name="T102" fmla="*/ 76962 w 50"/>
              <a:gd name="T103" fmla="*/ 44450 h 52"/>
              <a:gd name="T104" fmla="*/ 51308 w 50"/>
              <a:gd name="T105" fmla="*/ 38100 h 52"/>
              <a:gd name="T106" fmla="*/ 76962 w 50"/>
              <a:gd name="T107" fmla="*/ 76200 h 5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0" h="52">
                <a:moveTo>
                  <a:pt x="25" y="0"/>
                </a:moveTo>
                <a:cubicBezTo>
                  <a:pt x="32" y="0"/>
                  <a:pt x="38" y="2"/>
                  <a:pt x="43" y="7"/>
                </a:cubicBezTo>
                <a:cubicBezTo>
                  <a:pt x="47" y="12"/>
                  <a:pt x="50" y="18"/>
                  <a:pt x="50" y="25"/>
                </a:cubicBezTo>
                <a:cubicBezTo>
                  <a:pt x="50" y="31"/>
                  <a:pt x="48" y="37"/>
                  <a:pt x="44" y="41"/>
                </a:cubicBezTo>
                <a:cubicBezTo>
                  <a:pt x="43" y="43"/>
                  <a:pt x="40" y="40"/>
                  <a:pt x="41" y="38"/>
                </a:cubicBezTo>
                <a:cubicBezTo>
                  <a:pt x="44" y="35"/>
                  <a:pt x="46" y="31"/>
                  <a:pt x="46" y="26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29"/>
                  <a:pt x="38" y="32"/>
                  <a:pt x="38" y="35"/>
                </a:cubicBezTo>
                <a:cubicBezTo>
                  <a:pt x="37" y="37"/>
                  <a:pt x="35" y="36"/>
                  <a:pt x="35" y="34"/>
                </a:cubicBezTo>
                <a:cubicBezTo>
                  <a:pt x="36" y="32"/>
                  <a:pt x="36" y="29"/>
                  <a:pt x="37" y="26"/>
                </a:cubicBezTo>
                <a:cubicBezTo>
                  <a:pt x="27" y="26"/>
                  <a:pt x="23" y="26"/>
                  <a:pt x="13" y="26"/>
                </a:cubicBezTo>
                <a:cubicBezTo>
                  <a:pt x="14" y="29"/>
                  <a:pt x="14" y="32"/>
                  <a:pt x="15" y="34"/>
                </a:cubicBezTo>
                <a:cubicBezTo>
                  <a:pt x="15" y="36"/>
                  <a:pt x="13" y="36"/>
                  <a:pt x="12" y="35"/>
                </a:cubicBezTo>
                <a:cubicBezTo>
                  <a:pt x="12" y="32"/>
                  <a:pt x="11" y="29"/>
                  <a:pt x="11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31"/>
                  <a:pt x="6" y="35"/>
                  <a:pt x="9" y="38"/>
                </a:cubicBezTo>
                <a:cubicBezTo>
                  <a:pt x="10" y="40"/>
                  <a:pt x="7" y="43"/>
                  <a:pt x="6" y="41"/>
                </a:cubicBezTo>
                <a:cubicBezTo>
                  <a:pt x="2" y="37"/>
                  <a:pt x="0" y="31"/>
                  <a:pt x="0" y="25"/>
                </a:cubicBezTo>
                <a:cubicBezTo>
                  <a:pt x="0" y="18"/>
                  <a:pt x="3" y="12"/>
                  <a:pt x="7" y="7"/>
                </a:cubicBezTo>
                <a:cubicBezTo>
                  <a:pt x="12" y="2"/>
                  <a:pt x="18" y="0"/>
                  <a:pt x="25" y="0"/>
                </a:cubicBezTo>
                <a:close/>
                <a:moveTo>
                  <a:pt x="33" y="45"/>
                </a:moveTo>
                <a:cubicBezTo>
                  <a:pt x="33" y="45"/>
                  <a:pt x="33" y="45"/>
                  <a:pt x="33" y="45"/>
                </a:cubicBezTo>
                <a:cubicBezTo>
                  <a:pt x="33" y="50"/>
                  <a:pt x="33" y="50"/>
                  <a:pt x="33" y="50"/>
                </a:cubicBezTo>
                <a:cubicBezTo>
                  <a:pt x="33" y="51"/>
                  <a:pt x="32" y="52"/>
                  <a:pt x="31" y="52"/>
                </a:cubicBezTo>
                <a:cubicBezTo>
                  <a:pt x="31" y="52"/>
                  <a:pt x="31" y="52"/>
                  <a:pt x="31" y="52"/>
                </a:cubicBezTo>
                <a:cubicBezTo>
                  <a:pt x="19" y="52"/>
                  <a:pt x="19" y="52"/>
                  <a:pt x="19" y="52"/>
                </a:cubicBezTo>
                <a:cubicBezTo>
                  <a:pt x="18" y="52"/>
                  <a:pt x="17" y="51"/>
                  <a:pt x="17" y="50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45"/>
                  <a:pt x="17" y="45"/>
                  <a:pt x="17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10" y="45"/>
                  <a:pt x="10" y="44"/>
                  <a:pt x="10" y="43"/>
                </a:cubicBezTo>
                <a:cubicBezTo>
                  <a:pt x="10" y="43"/>
                  <a:pt x="10" y="42"/>
                  <a:pt x="10" y="42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28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40" y="42"/>
                  <a:pt x="40" y="42"/>
                  <a:pt x="40" y="42"/>
                </a:cubicBezTo>
                <a:cubicBezTo>
                  <a:pt x="41" y="43"/>
                  <a:pt x="41" y="44"/>
                  <a:pt x="40" y="45"/>
                </a:cubicBezTo>
                <a:cubicBezTo>
                  <a:pt x="39" y="45"/>
                  <a:pt x="39" y="45"/>
                  <a:pt x="38" y="45"/>
                </a:cubicBezTo>
                <a:cubicBezTo>
                  <a:pt x="38" y="45"/>
                  <a:pt x="38" y="45"/>
                  <a:pt x="38" y="45"/>
                </a:cubicBezTo>
                <a:cubicBezTo>
                  <a:pt x="33" y="45"/>
                  <a:pt x="33" y="45"/>
                  <a:pt x="33" y="45"/>
                </a:cubicBezTo>
                <a:close/>
                <a:moveTo>
                  <a:pt x="29" y="48"/>
                </a:moveTo>
                <a:cubicBezTo>
                  <a:pt x="29" y="48"/>
                  <a:pt x="29" y="48"/>
                  <a:pt x="29" y="48"/>
                </a:cubicBezTo>
                <a:cubicBezTo>
                  <a:pt x="29" y="43"/>
                  <a:pt x="29" y="43"/>
                  <a:pt x="29" y="43"/>
                </a:cubicBezTo>
                <a:cubicBezTo>
                  <a:pt x="29" y="43"/>
                  <a:pt x="29" y="43"/>
                  <a:pt x="29" y="43"/>
                </a:cubicBezTo>
                <a:cubicBezTo>
                  <a:pt x="29" y="42"/>
                  <a:pt x="30" y="41"/>
                  <a:pt x="31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25" y="32"/>
                  <a:pt x="25" y="32"/>
                  <a:pt x="25" y="32"/>
                </a:cubicBezTo>
                <a:cubicBezTo>
                  <a:pt x="16" y="41"/>
                  <a:pt x="16" y="41"/>
                  <a:pt x="16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20" y="41"/>
                  <a:pt x="21" y="42"/>
                  <a:pt x="21" y="43"/>
                </a:cubicBezTo>
                <a:cubicBezTo>
                  <a:pt x="21" y="48"/>
                  <a:pt x="21" y="48"/>
                  <a:pt x="21" y="48"/>
                </a:cubicBezTo>
                <a:cubicBezTo>
                  <a:pt x="29" y="48"/>
                  <a:pt x="29" y="48"/>
                  <a:pt x="29" y="48"/>
                </a:cubicBezTo>
                <a:close/>
                <a:moveTo>
                  <a:pt x="40" y="10"/>
                </a:moveTo>
                <a:cubicBezTo>
                  <a:pt x="40" y="10"/>
                  <a:pt x="40" y="10"/>
                  <a:pt x="40" y="10"/>
                </a:cubicBezTo>
                <a:cubicBezTo>
                  <a:pt x="40" y="10"/>
                  <a:pt x="40" y="9"/>
                  <a:pt x="39" y="9"/>
                </a:cubicBezTo>
                <a:cubicBezTo>
                  <a:pt x="39" y="10"/>
                  <a:pt x="38" y="11"/>
                  <a:pt x="37" y="11"/>
                </a:cubicBezTo>
                <a:cubicBezTo>
                  <a:pt x="38" y="15"/>
                  <a:pt x="39" y="19"/>
                  <a:pt x="39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18"/>
                  <a:pt x="44" y="13"/>
                  <a:pt x="40" y="10"/>
                </a:cubicBezTo>
                <a:close/>
                <a:moveTo>
                  <a:pt x="38" y="8"/>
                </a:moveTo>
                <a:cubicBezTo>
                  <a:pt x="38" y="8"/>
                  <a:pt x="38" y="8"/>
                  <a:pt x="38" y="8"/>
                </a:cubicBezTo>
                <a:cubicBezTo>
                  <a:pt x="36" y="7"/>
                  <a:pt x="35" y="6"/>
                  <a:pt x="33" y="5"/>
                </a:cubicBezTo>
                <a:cubicBezTo>
                  <a:pt x="34" y="6"/>
                  <a:pt x="35" y="7"/>
                  <a:pt x="35" y="8"/>
                </a:cubicBezTo>
                <a:cubicBezTo>
                  <a:pt x="35" y="8"/>
                  <a:pt x="35" y="9"/>
                  <a:pt x="36" y="9"/>
                </a:cubicBezTo>
                <a:cubicBezTo>
                  <a:pt x="36" y="9"/>
                  <a:pt x="37" y="8"/>
                  <a:pt x="38" y="8"/>
                </a:cubicBezTo>
                <a:close/>
                <a:moveTo>
                  <a:pt x="29" y="4"/>
                </a:moveTo>
                <a:cubicBezTo>
                  <a:pt x="29" y="4"/>
                  <a:pt x="29" y="4"/>
                  <a:pt x="29" y="4"/>
                </a:cubicBezTo>
                <a:cubicBezTo>
                  <a:pt x="28" y="4"/>
                  <a:pt x="27" y="4"/>
                  <a:pt x="26" y="4"/>
                </a:cubicBezTo>
                <a:cubicBezTo>
                  <a:pt x="26" y="12"/>
                  <a:pt x="26" y="12"/>
                  <a:pt x="26" y="12"/>
                </a:cubicBezTo>
                <a:cubicBezTo>
                  <a:pt x="28" y="12"/>
                  <a:pt x="31" y="11"/>
                  <a:pt x="33" y="10"/>
                </a:cubicBezTo>
                <a:cubicBezTo>
                  <a:pt x="33" y="10"/>
                  <a:pt x="33" y="10"/>
                  <a:pt x="34" y="10"/>
                </a:cubicBezTo>
                <a:cubicBezTo>
                  <a:pt x="33" y="10"/>
                  <a:pt x="33" y="9"/>
                  <a:pt x="33" y="9"/>
                </a:cubicBezTo>
                <a:cubicBezTo>
                  <a:pt x="32" y="7"/>
                  <a:pt x="30" y="5"/>
                  <a:pt x="29" y="4"/>
                </a:cubicBezTo>
                <a:close/>
                <a:moveTo>
                  <a:pt x="24" y="4"/>
                </a:moveTo>
                <a:cubicBezTo>
                  <a:pt x="24" y="4"/>
                  <a:pt x="24" y="4"/>
                  <a:pt x="24" y="4"/>
                </a:cubicBezTo>
                <a:cubicBezTo>
                  <a:pt x="23" y="4"/>
                  <a:pt x="22" y="4"/>
                  <a:pt x="21" y="4"/>
                </a:cubicBezTo>
                <a:cubicBezTo>
                  <a:pt x="20" y="5"/>
                  <a:pt x="18" y="7"/>
                  <a:pt x="17" y="9"/>
                </a:cubicBezTo>
                <a:cubicBezTo>
                  <a:pt x="17" y="9"/>
                  <a:pt x="17" y="10"/>
                  <a:pt x="16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9" y="11"/>
                  <a:pt x="22" y="12"/>
                  <a:pt x="24" y="12"/>
                </a:cubicBezTo>
                <a:cubicBezTo>
                  <a:pt x="24" y="4"/>
                  <a:pt x="24" y="4"/>
                  <a:pt x="24" y="4"/>
                </a:cubicBezTo>
                <a:close/>
                <a:moveTo>
                  <a:pt x="17" y="5"/>
                </a:moveTo>
                <a:cubicBezTo>
                  <a:pt x="17" y="5"/>
                  <a:pt x="17" y="5"/>
                  <a:pt x="17" y="5"/>
                </a:cubicBezTo>
                <a:cubicBezTo>
                  <a:pt x="15" y="6"/>
                  <a:pt x="14" y="7"/>
                  <a:pt x="12" y="8"/>
                </a:cubicBezTo>
                <a:cubicBezTo>
                  <a:pt x="13" y="8"/>
                  <a:pt x="14" y="9"/>
                  <a:pt x="14" y="9"/>
                </a:cubicBezTo>
                <a:cubicBezTo>
                  <a:pt x="15" y="9"/>
                  <a:pt x="15" y="8"/>
                  <a:pt x="15" y="8"/>
                </a:cubicBezTo>
                <a:cubicBezTo>
                  <a:pt x="16" y="7"/>
                  <a:pt x="16" y="6"/>
                  <a:pt x="17" y="5"/>
                </a:cubicBezTo>
                <a:close/>
                <a:moveTo>
                  <a:pt x="11" y="9"/>
                </a:move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10" y="10"/>
                  <a:pt x="10" y="10"/>
                </a:cubicBezTo>
                <a:cubicBezTo>
                  <a:pt x="6" y="13"/>
                  <a:pt x="4" y="18"/>
                  <a:pt x="4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19"/>
                  <a:pt x="12" y="15"/>
                  <a:pt x="13" y="11"/>
                </a:cubicBezTo>
                <a:cubicBezTo>
                  <a:pt x="12" y="11"/>
                  <a:pt x="11" y="10"/>
                  <a:pt x="11" y="9"/>
                </a:cubicBezTo>
                <a:close/>
                <a:moveTo>
                  <a:pt x="34" y="12"/>
                </a:moveTo>
                <a:cubicBezTo>
                  <a:pt x="34" y="12"/>
                  <a:pt x="34" y="12"/>
                  <a:pt x="34" y="12"/>
                </a:cubicBezTo>
                <a:cubicBezTo>
                  <a:pt x="34" y="12"/>
                  <a:pt x="34" y="12"/>
                  <a:pt x="33" y="12"/>
                </a:cubicBezTo>
                <a:cubicBezTo>
                  <a:pt x="31" y="13"/>
                  <a:pt x="29" y="14"/>
                  <a:pt x="26" y="14"/>
                </a:cubicBezTo>
                <a:cubicBezTo>
                  <a:pt x="26" y="24"/>
                  <a:pt x="26" y="24"/>
                  <a:pt x="26" y="24"/>
                </a:cubicBezTo>
                <a:cubicBezTo>
                  <a:pt x="37" y="24"/>
                  <a:pt x="37" y="24"/>
                  <a:pt x="37" y="24"/>
                </a:cubicBezTo>
                <a:cubicBezTo>
                  <a:pt x="36" y="19"/>
                  <a:pt x="36" y="15"/>
                  <a:pt x="34" y="12"/>
                </a:cubicBezTo>
                <a:close/>
                <a:moveTo>
                  <a:pt x="24" y="14"/>
                </a:moveTo>
                <a:cubicBezTo>
                  <a:pt x="24" y="14"/>
                  <a:pt x="24" y="14"/>
                  <a:pt x="24" y="14"/>
                </a:cubicBezTo>
                <a:cubicBezTo>
                  <a:pt x="21" y="14"/>
                  <a:pt x="19" y="13"/>
                  <a:pt x="17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4" y="15"/>
                  <a:pt x="14" y="19"/>
                  <a:pt x="13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4"/>
                  <a:pt x="24" y="14"/>
                  <a:pt x="24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33" name="Freeform 267">
            <a:extLst>
              <a:ext uri="{FF2B5EF4-FFF2-40B4-BE49-F238E27FC236}">
                <a16:creationId xmlns:a16="http://schemas.microsoft.com/office/drawing/2014/main" id="{E7980C18-156B-9B96-B389-3702D17FC683}"/>
              </a:ext>
            </a:extLst>
          </p:cNvPr>
          <p:cNvSpPr>
            <a:spLocks noEditPoints="1"/>
          </p:cNvSpPr>
          <p:nvPr/>
        </p:nvSpPr>
        <p:spPr bwMode="auto">
          <a:xfrm>
            <a:off x="5056118" y="5249781"/>
            <a:ext cx="194733" cy="194733"/>
          </a:xfrm>
          <a:custGeom>
            <a:avLst/>
            <a:gdLst>
              <a:gd name="T0" fmla="*/ 28575 w 46"/>
              <a:gd name="T1" fmla="*/ 53975 h 46"/>
              <a:gd name="T2" fmla="*/ 28575 w 46"/>
              <a:gd name="T3" fmla="*/ 41275 h 46"/>
              <a:gd name="T4" fmla="*/ 34925 w 46"/>
              <a:gd name="T5" fmla="*/ 34925 h 46"/>
              <a:gd name="T6" fmla="*/ 41275 w 46"/>
              <a:gd name="T7" fmla="*/ 31750 h 46"/>
              <a:gd name="T8" fmla="*/ 53975 w 46"/>
              <a:gd name="T9" fmla="*/ 28575 h 46"/>
              <a:gd name="T10" fmla="*/ 44450 w 46"/>
              <a:gd name="T11" fmla="*/ 34925 h 46"/>
              <a:gd name="T12" fmla="*/ 34925 w 46"/>
              <a:gd name="T13" fmla="*/ 47625 h 46"/>
              <a:gd name="T14" fmla="*/ 117475 w 46"/>
              <a:gd name="T15" fmla="*/ 107950 h 46"/>
              <a:gd name="T16" fmla="*/ 142875 w 46"/>
              <a:gd name="T17" fmla="*/ 136525 h 46"/>
              <a:gd name="T18" fmla="*/ 136525 w 46"/>
              <a:gd name="T19" fmla="*/ 142875 h 46"/>
              <a:gd name="T20" fmla="*/ 92075 w 46"/>
              <a:gd name="T21" fmla="*/ 127000 h 46"/>
              <a:gd name="T22" fmla="*/ 41275 w 46"/>
              <a:gd name="T23" fmla="*/ 127000 h 46"/>
              <a:gd name="T24" fmla="*/ 19050 w 46"/>
              <a:gd name="T25" fmla="*/ 114300 h 46"/>
              <a:gd name="T26" fmla="*/ 3175 w 46"/>
              <a:gd name="T27" fmla="*/ 92075 h 46"/>
              <a:gd name="T28" fmla="*/ 0 w 46"/>
              <a:gd name="T29" fmla="*/ 66675 h 46"/>
              <a:gd name="T30" fmla="*/ 19050 w 46"/>
              <a:gd name="T31" fmla="*/ 19050 h 46"/>
              <a:gd name="T32" fmla="*/ 92075 w 46"/>
              <a:gd name="T33" fmla="*/ 3175 h 46"/>
              <a:gd name="T34" fmla="*/ 114300 w 46"/>
              <a:gd name="T35" fmla="*/ 19050 h 46"/>
              <a:gd name="T36" fmla="*/ 127000 w 46"/>
              <a:gd name="T37" fmla="*/ 41275 h 46"/>
              <a:gd name="T38" fmla="*/ 133350 w 46"/>
              <a:gd name="T39" fmla="*/ 66675 h 46"/>
              <a:gd name="T40" fmla="*/ 117475 w 46"/>
              <a:gd name="T41" fmla="*/ 107950 h 46"/>
              <a:gd name="T42" fmla="*/ 85725 w 46"/>
              <a:gd name="T43" fmla="*/ 15875 h 46"/>
              <a:gd name="T44" fmla="*/ 28575 w 46"/>
              <a:gd name="T45" fmla="*/ 28575 h 46"/>
              <a:gd name="T46" fmla="*/ 12700 w 46"/>
              <a:gd name="T47" fmla="*/ 66675 h 46"/>
              <a:gd name="T48" fmla="*/ 15875 w 46"/>
              <a:gd name="T49" fmla="*/ 85725 h 46"/>
              <a:gd name="T50" fmla="*/ 28575 w 46"/>
              <a:gd name="T51" fmla="*/ 104775 h 46"/>
              <a:gd name="T52" fmla="*/ 44450 w 46"/>
              <a:gd name="T53" fmla="*/ 117475 h 46"/>
              <a:gd name="T54" fmla="*/ 85725 w 46"/>
              <a:gd name="T55" fmla="*/ 117475 h 46"/>
              <a:gd name="T56" fmla="*/ 104775 w 46"/>
              <a:gd name="T57" fmla="*/ 104775 h 46"/>
              <a:gd name="T58" fmla="*/ 117475 w 46"/>
              <a:gd name="T59" fmla="*/ 85725 h 46"/>
              <a:gd name="T60" fmla="*/ 117475 w 46"/>
              <a:gd name="T61" fmla="*/ 44450 h 46"/>
              <a:gd name="T62" fmla="*/ 104775 w 46"/>
              <a:gd name="T63" fmla="*/ 28575 h 46"/>
              <a:gd name="T64" fmla="*/ 85725 w 46"/>
              <a:gd name="T65" fmla="*/ 15875 h 46"/>
              <a:gd name="T66" fmla="*/ 101600 w 46"/>
              <a:gd name="T67" fmla="*/ 66675 h 46"/>
              <a:gd name="T68" fmla="*/ 107950 w 46"/>
              <a:gd name="T69" fmla="*/ 66675 h 46"/>
              <a:gd name="T70" fmla="*/ 104775 w 46"/>
              <a:gd name="T71" fmla="*/ 82550 h 46"/>
              <a:gd name="T72" fmla="*/ 82550 w 46"/>
              <a:gd name="T73" fmla="*/ 104775 h 46"/>
              <a:gd name="T74" fmla="*/ 63500 w 46"/>
              <a:gd name="T75" fmla="*/ 104775 h 46"/>
              <a:gd name="T76" fmla="*/ 79375 w 46"/>
              <a:gd name="T77" fmla="*/ 98425 h 46"/>
              <a:gd name="T78" fmla="*/ 98425 w 46"/>
              <a:gd name="T79" fmla="*/ 79375 h 46"/>
              <a:gd name="T80" fmla="*/ 101600 w 46"/>
              <a:gd name="T81" fmla="*/ 66675 h 4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6" h="46">
                <a:moveTo>
                  <a:pt x="10" y="16"/>
                </a:moveTo>
                <a:cubicBezTo>
                  <a:pt x="10" y="17"/>
                  <a:pt x="9" y="17"/>
                  <a:pt x="9" y="17"/>
                </a:cubicBezTo>
                <a:cubicBezTo>
                  <a:pt x="8" y="17"/>
                  <a:pt x="8" y="16"/>
                  <a:pt x="8" y="16"/>
                </a:cubicBezTo>
                <a:cubicBezTo>
                  <a:pt x="9" y="15"/>
                  <a:pt x="9" y="14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10" y="13"/>
                  <a:pt x="10" y="12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1"/>
                  <a:pt x="12" y="10"/>
                  <a:pt x="13" y="10"/>
                </a:cubicBezTo>
                <a:cubicBezTo>
                  <a:pt x="14" y="9"/>
                  <a:pt x="15" y="9"/>
                  <a:pt x="15" y="8"/>
                </a:cubicBezTo>
                <a:cubicBezTo>
                  <a:pt x="16" y="8"/>
                  <a:pt x="17" y="8"/>
                  <a:pt x="17" y="9"/>
                </a:cubicBezTo>
                <a:cubicBezTo>
                  <a:pt x="17" y="10"/>
                  <a:pt x="17" y="10"/>
                  <a:pt x="16" y="10"/>
                </a:cubicBezTo>
                <a:cubicBezTo>
                  <a:pt x="16" y="11"/>
                  <a:pt x="15" y="11"/>
                  <a:pt x="14" y="11"/>
                </a:cubicBezTo>
                <a:cubicBezTo>
                  <a:pt x="14" y="12"/>
                  <a:pt x="13" y="12"/>
                  <a:pt x="13" y="13"/>
                </a:cubicBezTo>
                <a:cubicBezTo>
                  <a:pt x="12" y="13"/>
                  <a:pt x="12" y="14"/>
                  <a:pt x="11" y="15"/>
                </a:cubicBezTo>
                <a:cubicBezTo>
                  <a:pt x="11" y="15"/>
                  <a:pt x="11" y="16"/>
                  <a:pt x="10" y="16"/>
                </a:cubicBezTo>
                <a:close/>
                <a:moveTo>
                  <a:pt x="37" y="34"/>
                </a:moveTo>
                <a:cubicBezTo>
                  <a:pt x="37" y="34"/>
                  <a:pt x="37" y="34"/>
                  <a:pt x="37" y="34"/>
                </a:cubicBezTo>
                <a:cubicBezTo>
                  <a:pt x="45" y="43"/>
                  <a:pt x="45" y="43"/>
                  <a:pt x="45" y="43"/>
                </a:cubicBezTo>
                <a:cubicBezTo>
                  <a:pt x="46" y="43"/>
                  <a:pt x="46" y="45"/>
                  <a:pt x="45" y="45"/>
                </a:cubicBezTo>
                <a:cubicBezTo>
                  <a:pt x="44" y="46"/>
                  <a:pt x="43" y="46"/>
                  <a:pt x="43" y="45"/>
                </a:cubicBezTo>
                <a:cubicBezTo>
                  <a:pt x="34" y="37"/>
                  <a:pt x="34" y="37"/>
                  <a:pt x="34" y="37"/>
                </a:cubicBezTo>
                <a:cubicBezTo>
                  <a:pt x="33" y="38"/>
                  <a:pt x="31" y="39"/>
                  <a:pt x="29" y="40"/>
                </a:cubicBezTo>
                <a:cubicBezTo>
                  <a:pt x="26" y="41"/>
                  <a:pt x="24" y="42"/>
                  <a:pt x="21" y="42"/>
                </a:cubicBezTo>
                <a:cubicBezTo>
                  <a:pt x="18" y="42"/>
                  <a:pt x="15" y="41"/>
                  <a:pt x="13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0" y="39"/>
                  <a:pt x="8" y="38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4" y="34"/>
                  <a:pt x="2" y="31"/>
                  <a:pt x="1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0" y="26"/>
                  <a:pt x="0" y="24"/>
                  <a:pt x="0" y="21"/>
                </a:cubicBezTo>
                <a:cubicBezTo>
                  <a:pt x="0" y="18"/>
                  <a:pt x="0" y="15"/>
                  <a:pt x="1" y="13"/>
                </a:cubicBezTo>
                <a:cubicBezTo>
                  <a:pt x="2" y="10"/>
                  <a:pt x="4" y="8"/>
                  <a:pt x="6" y="6"/>
                </a:cubicBezTo>
                <a:cubicBezTo>
                  <a:pt x="10" y="2"/>
                  <a:pt x="15" y="0"/>
                  <a:pt x="21" y="0"/>
                </a:cubicBezTo>
                <a:cubicBezTo>
                  <a:pt x="24" y="0"/>
                  <a:pt x="26" y="0"/>
                  <a:pt x="29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31" y="3"/>
                  <a:pt x="34" y="4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8" y="8"/>
                  <a:pt x="39" y="10"/>
                  <a:pt x="40" y="13"/>
                </a:cubicBezTo>
                <a:cubicBezTo>
                  <a:pt x="40" y="13"/>
                  <a:pt x="40" y="13"/>
                  <a:pt x="40" y="13"/>
                </a:cubicBezTo>
                <a:cubicBezTo>
                  <a:pt x="41" y="15"/>
                  <a:pt x="42" y="18"/>
                  <a:pt x="42" y="21"/>
                </a:cubicBezTo>
                <a:cubicBezTo>
                  <a:pt x="42" y="24"/>
                  <a:pt x="41" y="26"/>
                  <a:pt x="40" y="29"/>
                </a:cubicBezTo>
                <a:cubicBezTo>
                  <a:pt x="39" y="31"/>
                  <a:pt x="38" y="33"/>
                  <a:pt x="37" y="34"/>
                </a:cubicBezTo>
                <a:close/>
                <a:moveTo>
                  <a:pt x="27" y="5"/>
                </a:moveTo>
                <a:cubicBezTo>
                  <a:pt x="27" y="5"/>
                  <a:pt x="27" y="5"/>
                  <a:pt x="27" y="5"/>
                </a:cubicBezTo>
                <a:cubicBezTo>
                  <a:pt x="25" y="4"/>
                  <a:pt x="23" y="4"/>
                  <a:pt x="21" y="4"/>
                </a:cubicBezTo>
                <a:cubicBezTo>
                  <a:pt x="16" y="4"/>
                  <a:pt x="12" y="6"/>
                  <a:pt x="9" y="9"/>
                </a:cubicBezTo>
                <a:cubicBezTo>
                  <a:pt x="7" y="10"/>
                  <a:pt x="6" y="12"/>
                  <a:pt x="5" y="14"/>
                </a:cubicBezTo>
                <a:cubicBezTo>
                  <a:pt x="4" y="16"/>
                  <a:pt x="4" y="18"/>
                  <a:pt x="4" y="21"/>
                </a:cubicBezTo>
                <a:cubicBezTo>
                  <a:pt x="4" y="23"/>
                  <a:pt x="4" y="25"/>
                  <a:pt x="5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6" y="30"/>
                  <a:pt x="7" y="31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10" y="35"/>
                  <a:pt x="12" y="36"/>
                  <a:pt x="14" y="37"/>
                </a:cubicBezTo>
                <a:cubicBezTo>
                  <a:pt x="16" y="38"/>
                  <a:pt x="18" y="38"/>
                  <a:pt x="21" y="38"/>
                </a:cubicBezTo>
                <a:cubicBezTo>
                  <a:pt x="23" y="38"/>
                  <a:pt x="25" y="38"/>
                  <a:pt x="27" y="37"/>
                </a:cubicBezTo>
                <a:cubicBezTo>
                  <a:pt x="29" y="36"/>
                  <a:pt x="31" y="35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4" y="31"/>
                  <a:pt x="36" y="30"/>
                  <a:pt x="37" y="27"/>
                </a:cubicBezTo>
                <a:cubicBezTo>
                  <a:pt x="37" y="25"/>
                  <a:pt x="38" y="23"/>
                  <a:pt x="38" y="21"/>
                </a:cubicBezTo>
                <a:cubicBezTo>
                  <a:pt x="38" y="19"/>
                  <a:pt x="37" y="16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6" y="12"/>
                  <a:pt x="34" y="10"/>
                  <a:pt x="33" y="9"/>
                </a:cubicBezTo>
                <a:cubicBezTo>
                  <a:pt x="33" y="9"/>
                  <a:pt x="33" y="9"/>
                  <a:pt x="33" y="9"/>
                </a:cubicBezTo>
                <a:cubicBezTo>
                  <a:pt x="31" y="7"/>
                  <a:pt x="29" y="6"/>
                  <a:pt x="27" y="5"/>
                </a:cubicBezTo>
                <a:close/>
                <a:moveTo>
                  <a:pt x="32" y="21"/>
                </a:move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3" y="20"/>
                  <a:pt x="33" y="20"/>
                </a:cubicBezTo>
                <a:cubicBezTo>
                  <a:pt x="34" y="20"/>
                  <a:pt x="34" y="20"/>
                  <a:pt x="34" y="21"/>
                </a:cubicBezTo>
                <a:cubicBezTo>
                  <a:pt x="34" y="23"/>
                  <a:pt x="34" y="24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8"/>
                  <a:pt x="32" y="29"/>
                  <a:pt x="30" y="30"/>
                </a:cubicBezTo>
                <a:cubicBezTo>
                  <a:pt x="29" y="32"/>
                  <a:pt x="28" y="33"/>
                  <a:pt x="26" y="33"/>
                </a:cubicBezTo>
                <a:cubicBezTo>
                  <a:pt x="24" y="34"/>
                  <a:pt x="23" y="34"/>
                  <a:pt x="21" y="34"/>
                </a:cubicBezTo>
                <a:cubicBezTo>
                  <a:pt x="20" y="34"/>
                  <a:pt x="20" y="34"/>
                  <a:pt x="20" y="33"/>
                </a:cubicBezTo>
                <a:cubicBezTo>
                  <a:pt x="20" y="33"/>
                  <a:pt x="20" y="32"/>
                  <a:pt x="21" y="32"/>
                </a:cubicBezTo>
                <a:cubicBezTo>
                  <a:pt x="22" y="32"/>
                  <a:pt x="24" y="32"/>
                  <a:pt x="25" y="31"/>
                </a:cubicBezTo>
                <a:cubicBezTo>
                  <a:pt x="26" y="31"/>
                  <a:pt x="28" y="30"/>
                  <a:pt x="29" y="29"/>
                </a:cubicBezTo>
                <a:cubicBezTo>
                  <a:pt x="30" y="28"/>
                  <a:pt x="31" y="27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4"/>
                  <a:pt x="32" y="22"/>
                  <a:pt x="32" y="2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34" name="Freeform 268">
            <a:extLst>
              <a:ext uri="{FF2B5EF4-FFF2-40B4-BE49-F238E27FC236}">
                <a16:creationId xmlns:a16="http://schemas.microsoft.com/office/drawing/2014/main" id="{A1EFA6A2-234A-1FD8-AA26-E2C4E3FD44F1}"/>
              </a:ext>
            </a:extLst>
          </p:cNvPr>
          <p:cNvSpPr>
            <a:spLocks noEditPoints="1"/>
          </p:cNvSpPr>
          <p:nvPr/>
        </p:nvSpPr>
        <p:spPr bwMode="auto">
          <a:xfrm>
            <a:off x="6965352" y="5241314"/>
            <a:ext cx="173567" cy="211667"/>
          </a:xfrm>
          <a:custGeom>
            <a:avLst/>
            <a:gdLst>
              <a:gd name="T0" fmla="*/ 60325 w 41"/>
              <a:gd name="T1" fmla="*/ 101600 h 50"/>
              <a:gd name="T2" fmla="*/ 60325 w 41"/>
              <a:gd name="T3" fmla="*/ 104775 h 50"/>
              <a:gd name="T4" fmla="*/ 12700 w 41"/>
              <a:gd name="T5" fmla="*/ 104775 h 50"/>
              <a:gd name="T6" fmla="*/ 0 w 41"/>
              <a:gd name="T7" fmla="*/ 79375 h 50"/>
              <a:gd name="T8" fmla="*/ 34925 w 41"/>
              <a:gd name="T9" fmla="*/ 44450 h 50"/>
              <a:gd name="T10" fmla="*/ 60325 w 41"/>
              <a:gd name="T11" fmla="*/ 53975 h 50"/>
              <a:gd name="T12" fmla="*/ 79375 w 41"/>
              <a:gd name="T13" fmla="*/ 25400 h 50"/>
              <a:gd name="T14" fmla="*/ 104775 w 41"/>
              <a:gd name="T15" fmla="*/ 0 h 50"/>
              <a:gd name="T16" fmla="*/ 130175 w 41"/>
              <a:gd name="T17" fmla="*/ 25400 h 50"/>
              <a:gd name="T18" fmla="*/ 104775 w 41"/>
              <a:gd name="T19" fmla="*/ 47625 h 50"/>
              <a:gd name="T20" fmla="*/ 63500 w 41"/>
              <a:gd name="T21" fmla="*/ 60325 h 50"/>
              <a:gd name="T22" fmla="*/ 63500 w 41"/>
              <a:gd name="T23" fmla="*/ 98425 h 50"/>
              <a:gd name="T24" fmla="*/ 104775 w 41"/>
              <a:gd name="T25" fmla="*/ 107950 h 50"/>
              <a:gd name="T26" fmla="*/ 130175 w 41"/>
              <a:gd name="T27" fmla="*/ 133350 h 50"/>
              <a:gd name="T28" fmla="*/ 123825 w 41"/>
              <a:gd name="T29" fmla="*/ 152400 h 50"/>
              <a:gd name="T30" fmla="*/ 88900 w 41"/>
              <a:gd name="T31" fmla="*/ 152400 h 50"/>
              <a:gd name="T32" fmla="*/ 82550 w 41"/>
              <a:gd name="T33" fmla="*/ 120650 h 50"/>
              <a:gd name="T34" fmla="*/ 114300 w 41"/>
              <a:gd name="T35" fmla="*/ 123825 h 50"/>
              <a:gd name="T36" fmla="*/ 95250 w 41"/>
              <a:gd name="T37" fmla="*/ 123825 h 50"/>
              <a:gd name="T38" fmla="*/ 95250 w 41"/>
              <a:gd name="T39" fmla="*/ 142875 h 50"/>
              <a:gd name="T40" fmla="*/ 114300 w 41"/>
              <a:gd name="T41" fmla="*/ 142875 h 50"/>
              <a:gd name="T42" fmla="*/ 117475 w 41"/>
              <a:gd name="T43" fmla="*/ 133350 h 50"/>
              <a:gd name="T44" fmla="*/ 50800 w 41"/>
              <a:gd name="T45" fmla="*/ 63500 h 50"/>
              <a:gd name="T46" fmla="*/ 34925 w 41"/>
              <a:gd name="T47" fmla="*/ 57150 h 50"/>
              <a:gd name="T48" fmla="*/ 19050 w 41"/>
              <a:gd name="T49" fmla="*/ 63500 h 50"/>
              <a:gd name="T50" fmla="*/ 19050 w 41"/>
              <a:gd name="T51" fmla="*/ 95250 h 50"/>
              <a:gd name="T52" fmla="*/ 34925 w 41"/>
              <a:gd name="T53" fmla="*/ 101600 h 50"/>
              <a:gd name="T54" fmla="*/ 50800 w 41"/>
              <a:gd name="T55" fmla="*/ 95250 h 50"/>
              <a:gd name="T56" fmla="*/ 50800 w 41"/>
              <a:gd name="T57" fmla="*/ 63500 h 50"/>
              <a:gd name="T58" fmla="*/ 114300 w 41"/>
              <a:gd name="T59" fmla="*/ 15875 h 50"/>
              <a:gd name="T60" fmla="*/ 104775 w 41"/>
              <a:gd name="T61" fmla="*/ 12700 h 50"/>
              <a:gd name="T62" fmla="*/ 92075 w 41"/>
              <a:gd name="T63" fmla="*/ 25400 h 50"/>
              <a:gd name="T64" fmla="*/ 95250 w 41"/>
              <a:gd name="T65" fmla="*/ 31750 h 50"/>
              <a:gd name="T66" fmla="*/ 114300 w 41"/>
              <a:gd name="T67" fmla="*/ 31750 h 50"/>
              <a:gd name="T68" fmla="*/ 114300 w 41"/>
              <a:gd name="T69" fmla="*/ 15875 h 5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1" h="50">
                <a:moveTo>
                  <a:pt x="26" y="38"/>
                </a:moveTo>
                <a:cubicBezTo>
                  <a:pt x="19" y="32"/>
                  <a:pt x="19" y="32"/>
                  <a:pt x="19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7" y="35"/>
                  <a:pt x="14" y="36"/>
                  <a:pt x="11" y="36"/>
                </a:cubicBezTo>
                <a:cubicBezTo>
                  <a:pt x="8" y="36"/>
                  <a:pt x="5" y="34"/>
                  <a:pt x="4" y="33"/>
                </a:cubicBezTo>
                <a:cubicBezTo>
                  <a:pt x="3" y="32"/>
                  <a:pt x="3" y="32"/>
                  <a:pt x="3" y="32"/>
                </a:cubicBezTo>
                <a:cubicBezTo>
                  <a:pt x="2" y="30"/>
                  <a:pt x="0" y="28"/>
                  <a:pt x="0" y="25"/>
                </a:cubicBezTo>
                <a:cubicBezTo>
                  <a:pt x="0" y="22"/>
                  <a:pt x="2" y="19"/>
                  <a:pt x="4" y="17"/>
                </a:cubicBezTo>
                <a:cubicBezTo>
                  <a:pt x="5" y="15"/>
                  <a:pt x="8" y="14"/>
                  <a:pt x="11" y="14"/>
                </a:cubicBezTo>
                <a:cubicBezTo>
                  <a:pt x="14" y="14"/>
                  <a:pt x="17" y="15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0"/>
                  <a:pt x="25" y="9"/>
                  <a:pt x="25" y="8"/>
                </a:cubicBezTo>
                <a:cubicBezTo>
                  <a:pt x="25" y="5"/>
                  <a:pt x="26" y="3"/>
                  <a:pt x="28" y="2"/>
                </a:cubicBezTo>
                <a:cubicBezTo>
                  <a:pt x="29" y="1"/>
                  <a:pt x="31" y="0"/>
                  <a:pt x="33" y="0"/>
                </a:cubicBezTo>
                <a:cubicBezTo>
                  <a:pt x="35" y="0"/>
                  <a:pt x="37" y="1"/>
                  <a:pt x="39" y="2"/>
                </a:cubicBezTo>
                <a:cubicBezTo>
                  <a:pt x="40" y="3"/>
                  <a:pt x="41" y="5"/>
                  <a:pt x="41" y="8"/>
                </a:cubicBezTo>
                <a:cubicBezTo>
                  <a:pt x="41" y="10"/>
                  <a:pt x="40" y="12"/>
                  <a:pt x="39" y="13"/>
                </a:cubicBezTo>
                <a:cubicBezTo>
                  <a:pt x="37" y="15"/>
                  <a:pt x="35" y="15"/>
                  <a:pt x="33" y="15"/>
                </a:cubicBezTo>
                <a:cubicBezTo>
                  <a:pt x="31" y="15"/>
                  <a:pt x="29" y="15"/>
                  <a:pt x="28" y="13"/>
                </a:cubicBezTo>
                <a:cubicBezTo>
                  <a:pt x="20" y="19"/>
                  <a:pt x="20" y="19"/>
                  <a:pt x="20" y="19"/>
                </a:cubicBezTo>
                <a:cubicBezTo>
                  <a:pt x="21" y="21"/>
                  <a:pt x="22" y="23"/>
                  <a:pt x="22" y="25"/>
                </a:cubicBezTo>
                <a:cubicBezTo>
                  <a:pt x="22" y="27"/>
                  <a:pt x="21" y="29"/>
                  <a:pt x="20" y="31"/>
                </a:cubicBezTo>
                <a:cubicBezTo>
                  <a:pt x="28" y="36"/>
                  <a:pt x="28" y="36"/>
                  <a:pt x="28" y="36"/>
                </a:cubicBezTo>
                <a:cubicBezTo>
                  <a:pt x="29" y="35"/>
                  <a:pt x="31" y="34"/>
                  <a:pt x="33" y="34"/>
                </a:cubicBezTo>
                <a:cubicBezTo>
                  <a:pt x="35" y="34"/>
                  <a:pt x="37" y="35"/>
                  <a:pt x="39" y="37"/>
                </a:cubicBezTo>
                <a:cubicBezTo>
                  <a:pt x="40" y="38"/>
                  <a:pt x="41" y="40"/>
                  <a:pt x="41" y="42"/>
                </a:cubicBezTo>
                <a:cubicBezTo>
                  <a:pt x="41" y="44"/>
                  <a:pt x="40" y="46"/>
                  <a:pt x="39" y="48"/>
                </a:cubicBezTo>
                <a:cubicBezTo>
                  <a:pt x="39" y="48"/>
                  <a:pt x="39" y="48"/>
                  <a:pt x="39" y="48"/>
                </a:cubicBezTo>
                <a:cubicBezTo>
                  <a:pt x="37" y="49"/>
                  <a:pt x="35" y="50"/>
                  <a:pt x="33" y="50"/>
                </a:cubicBezTo>
                <a:cubicBezTo>
                  <a:pt x="31" y="50"/>
                  <a:pt x="29" y="49"/>
                  <a:pt x="28" y="48"/>
                </a:cubicBezTo>
                <a:cubicBezTo>
                  <a:pt x="26" y="46"/>
                  <a:pt x="25" y="44"/>
                  <a:pt x="25" y="42"/>
                </a:cubicBezTo>
                <a:cubicBezTo>
                  <a:pt x="25" y="41"/>
                  <a:pt x="26" y="39"/>
                  <a:pt x="26" y="38"/>
                </a:cubicBezTo>
                <a:close/>
                <a:moveTo>
                  <a:pt x="36" y="39"/>
                </a:moveTo>
                <a:cubicBezTo>
                  <a:pt x="36" y="39"/>
                  <a:pt x="36" y="39"/>
                  <a:pt x="36" y="39"/>
                </a:cubicBezTo>
                <a:cubicBezTo>
                  <a:pt x="35" y="39"/>
                  <a:pt x="34" y="38"/>
                  <a:pt x="33" y="38"/>
                </a:cubicBezTo>
                <a:cubicBezTo>
                  <a:pt x="32" y="38"/>
                  <a:pt x="31" y="39"/>
                  <a:pt x="30" y="39"/>
                </a:cubicBezTo>
                <a:cubicBezTo>
                  <a:pt x="30" y="40"/>
                  <a:pt x="29" y="41"/>
                  <a:pt x="29" y="42"/>
                </a:cubicBezTo>
                <a:cubicBezTo>
                  <a:pt x="29" y="43"/>
                  <a:pt x="30" y="44"/>
                  <a:pt x="30" y="45"/>
                </a:cubicBezTo>
                <a:cubicBezTo>
                  <a:pt x="31" y="46"/>
                  <a:pt x="32" y="46"/>
                  <a:pt x="33" y="46"/>
                </a:cubicBezTo>
                <a:cubicBezTo>
                  <a:pt x="34" y="46"/>
                  <a:pt x="35" y="46"/>
                  <a:pt x="36" y="45"/>
                </a:cubicBezTo>
                <a:cubicBezTo>
                  <a:pt x="36" y="45"/>
                  <a:pt x="36" y="45"/>
                  <a:pt x="36" y="45"/>
                </a:cubicBezTo>
                <a:cubicBezTo>
                  <a:pt x="37" y="44"/>
                  <a:pt x="37" y="43"/>
                  <a:pt x="37" y="42"/>
                </a:cubicBezTo>
                <a:cubicBezTo>
                  <a:pt x="37" y="41"/>
                  <a:pt x="37" y="40"/>
                  <a:pt x="36" y="39"/>
                </a:cubicBezTo>
                <a:close/>
                <a:moveTo>
                  <a:pt x="16" y="20"/>
                </a:moveTo>
                <a:cubicBezTo>
                  <a:pt x="16" y="20"/>
                  <a:pt x="16" y="20"/>
                  <a:pt x="16" y="20"/>
                </a:cubicBezTo>
                <a:cubicBezTo>
                  <a:pt x="15" y="19"/>
                  <a:pt x="13" y="18"/>
                  <a:pt x="11" y="18"/>
                </a:cubicBezTo>
                <a:cubicBezTo>
                  <a:pt x="9" y="18"/>
                  <a:pt x="8" y="19"/>
                  <a:pt x="6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5" y="21"/>
                  <a:pt x="4" y="23"/>
                  <a:pt x="4" y="25"/>
                </a:cubicBezTo>
                <a:cubicBezTo>
                  <a:pt x="4" y="27"/>
                  <a:pt x="5" y="28"/>
                  <a:pt x="6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8" y="31"/>
                  <a:pt x="9" y="32"/>
                  <a:pt x="11" y="32"/>
                </a:cubicBezTo>
                <a:cubicBezTo>
                  <a:pt x="13" y="32"/>
                  <a:pt x="15" y="31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7" y="29"/>
                  <a:pt x="18" y="27"/>
                  <a:pt x="18" y="25"/>
                </a:cubicBezTo>
                <a:cubicBezTo>
                  <a:pt x="18" y="23"/>
                  <a:pt x="17" y="21"/>
                  <a:pt x="16" y="20"/>
                </a:cubicBezTo>
                <a:cubicBezTo>
                  <a:pt x="16" y="20"/>
                  <a:pt x="16" y="20"/>
                  <a:pt x="16" y="20"/>
                </a:cubicBezTo>
                <a:close/>
                <a:moveTo>
                  <a:pt x="36" y="5"/>
                </a:moveTo>
                <a:cubicBezTo>
                  <a:pt x="36" y="5"/>
                  <a:pt x="36" y="5"/>
                  <a:pt x="36" y="5"/>
                </a:cubicBezTo>
                <a:cubicBezTo>
                  <a:pt x="35" y="4"/>
                  <a:pt x="34" y="4"/>
                  <a:pt x="33" y="4"/>
                </a:cubicBezTo>
                <a:cubicBezTo>
                  <a:pt x="32" y="4"/>
                  <a:pt x="31" y="4"/>
                  <a:pt x="30" y="5"/>
                </a:cubicBezTo>
                <a:cubicBezTo>
                  <a:pt x="30" y="6"/>
                  <a:pt x="29" y="7"/>
                  <a:pt x="29" y="8"/>
                </a:cubicBezTo>
                <a:cubicBezTo>
                  <a:pt x="29" y="9"/>
                  <a:pt x="30" y="10"/>
                  <a:pt x="3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1" y="11"/>
                  <a:pt x="32" y="12"/>
                  <a:pt x="33" y="12"/>
                </a:cubicBezTo>
                <a:cubicBezTo>
                  <a:pt x="34" y="12"/>
                  <a:pt x="35" y="11"/>
                  <a:pt x="36" y="10"/>
                </a:cubicBezTo>
                <a:cubicBezTo>
                  <a:pt x="37" y="10"/>
                  <a:pt x="37" y="9"/>
                  <a:pt x="37" y="8"/>
                </a:cubicBezTo>
                <a:cubicBezTo>
                  <a:pt x="37" y="7"/>
                  <a:pt x="37" y="6"/>
                  <a:pt x="36" y="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35" name="Freeform 269">
            <a:extLst>
              <a:ext uri="{FF2B5EF4-FFF2-40B4-BE49-F238E27FC236}">
                <a16:creationId xmlns:a16="http://schemas.microsoft.com/office/drawing/2014/main" id="{8D6C68FE-3650-A969-0D5F-268A043F5A11}"/>
              </a:ext>
            </a:extLst>
          </p:cNvPr>
          <p:cNvSpPr>
            <a:spLocks noEditPoints="1"/>
          </p:cNvSpPr>
          <p:nvPr/>
        </p:nvSpPr>
        <p:spPr bwMode="auto">
          <a:xfrm>
            <a:off x="6965352" y="5241314"/>
            <a:ext cx="173567" cy="211667"/>
          </a:xfrm>
          <a:custGeom>
            <a:avLst/>
            <a:gdLst>
              <a:gd name="T0" fmla="*/ 60325 w 41"/>
              <a:gd name="T1" fmla="*/ 101600 h 50"/>
              <a:gd name="T2" fmla="*/ 60325 w 41"/>
              <a:gd name="T3" fmla="*/ 104775 h 50"/>
              <a:gd name="T4" fmla="*/ 12700 w 41"/>
              <a:gd name="T5" fmla="*/ 104775 h 50"/>
              <a:gd name="T6" fmla="*/ 0 w 41"/>
              <a:gd name="T7" fmla="*/ 79375 h 50"/>
              <a:gd name="T8" fmla="*/ 34925 w 41"/>
              <a:gd name="T9" fmla="*/ 44450 h 50"/>
              <a:gd name="T10" fmla="*/ 60325 w 41"/>
              <a:gd name="T11" fmla="*/ 53975 h 50"/>
              <a:gd name="T12" fmla="*/ 79375 w 41"/>
              <a:gd name="T13" fmla="*/ 25400 h 50"/>
              <a:gd name="T14" fmla="*/ 104775 w 41"/>
              <a:gd name="T15" fmla="*/ 0 h 50"/>
              <a:gd name="T16" fmla="*/ 130175 w 41"/>
              <a:gd name="T17" fmla="*/ 25400 h 50"/>
              <a:gd name="T18" fmla="*/ 104775 w 41"/>
              <a:gd name="T19" fmla="*/ 47625 h 50"/>
              <a:gd name="T20" fmla="*/ 63500 w 41"/>
              <a:gd name="T21" fmla="*/ 60325 h 50"/>
              <a:gd name="T22" fmla="*/ 63500 w 41"/>
              <a:gd name="T23" fmla="*/ 98425 h 50"/>
              <a:gd name="T24" fmla="*/ 104775 w 41"/>
              <a:gd name="T25" fmla="*/ 107950 h 50"/>
              <a:gd name="T26" fmla="*/ 130175 w 41"/>
              <a:gd name="T27" fmla="*/ 133350 h 50"/>
              <a:gd name="T28" fmla="*/ 123825 w 41"/>
              <a:gd name="T29" fmla="*/ 152400 h 50"/>
              <a:gd name="T30" fmla="*/ 88900 w 41"/>
              <a:gd name="T31" fmla="*/ 152400 h 50"/>
              <a:gd name="T32" fmla="*/ 82550 w 41"/>
              <a:gd name="T33" fmla="*/ 120650 h 50"/>
              <a:gd name="T34" fmla="*/ 114300 w 41"/>
              <a:gd name="T35" fmla="*/ 123825 h 50"/>
              <a:gd name="T36" fmla="*/ 95250 w 41"/>
              <a:gd name="T37" fmla="*/ 123825 h 50"/>
              <a:gd name="T38" fmla="*/ 95250 w 41"/>
              <a:gd name="T39" fmla="*/ 142875 h 50"/>
              <a:gd name="T40" fmla="*/ 114300 w 41"/>
              <a:gd name="T41" fmla="*/ 142875 h 50"/>
              <a:gd name="T42" fmla="*/ 117475 w 41"/>
              <a:gd name="T43" fmla="*/ 133350 h 50"/>
              <a:gd name="T44" fmla="*/ 50800 w 41"/>
              <a:gd name="T45" fmla="*/ 63500 h 50"/>
              <a:gd name="T46" fmla="*/ 34925 w 41"/>
              <a:gd name="T47" fmla="*/ 57150 h 50"/>
              <a:gd name="T48" fmla="*/ 19050 w 41"/>
              <a:gd name="T49" fmla="*/ 63500 h 50"/>
              <a:gd name="T50" fmla="*/ 19050 w 41"/>
              <a:gd name="T51" fmla="*/ 95250 h 50"/>
              <a:gd name="T52" fmla="*/ 34925 w 41"/>
              <a:gd name="T53" fmla="*/ 101600 h 50"/>
              <a:gd name="T54" fmla="*/ 50800 w 41"/>
              <a:gd name="T55" fmla="*/ 95250 h 50"/>
              <a:gd name="T56" fmla="*/ 50800 w 41"/>
              <a:gd name="T57" fmla="*/ 63500 h 50"/>
              <a:gd name="T58" fmla="*/ 114300 w 41"/>
              <a:gd name="T59" fmla="*/ 15875 h 50"/>
              <a:gd name="T60" fmla="*/ 104775 w 41"/>
              <a:gd name="T61" fmla="*/ 12700 h 50"/>
              <a:gd name="T62" fmla="*/ 92075 w 41"/>
              <a:gd name="T63" fmla="*/ 25400 h 50"/>
              <a:gd name="T64" fmla="*/ 95250 w 41"/>
              <a:gd name="T65" fmla="*/ 31750 h 50"/>
              <a:gd name="T66" fmla="*/ 114300 w 41"/>
              <a:gd name="T67" fmla="*/ 31750 h 50"/>
              <a:gd name="T68" fmla="*/ 114300 w 41"/>
              <a:gd name="T69" fmla="*/ 15875 h 5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1" h="50">
                <a:moveTo>
                  <a:pt x="26" y="38"/>
                </a:moveTo>
                <a:cubicBezTo>
                  <a:pt x="19" y="32"/>
                  <a:pt x="19" y="32"/>
                  <a:pt x="19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7" y="35"/>
                  <a:pt x="14" y="36"/>
                  <a:pt x="11" y="36"/>
                </a:cubicBezTo>
                <a:cubicBezTo>
                  <a:pt x="8" y="36"/>
                  <a:pt x="5" y="34"/>
                  <a:pt x="4" y="33"/>
                </a:cubicBezTo>
                <a:cubicBezTo>
                  <a:pt x="3" y="32"/>
                  <a:pt x="3" y="32"/>
                  <a:pt x="3" y="32"/>
                </a:cubicBezTo>
                <a:cubicBezTo>
                  <a:pt x="2" y="30"/>
                  <a:pt x="0" y="28"/>
                  <a:pt x="0" y="25"/>
                </a:cubicBezTo>
                <a:cubicBezTo>
                  <a:pt x="0" y="22"/>
                  <a:pt x="2" y="19"/>
                  <a:pt x="4" y="17"/>
                </a:cubicBezTo>
                <a:cubicBezTo>
                  <a:pt x="5" y="15"/>
                  <a:pt x="8" y="14"/>
                  <a:pt x="11" y="14"/>
                </a:cubicBezTo>
                <a:cubicBezTo>
                  <a:pt x="14" y="14"/>
                  <a:pt x="17" y="15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0"/>
                  <a:pt x="25" y="9"/>
                  <a:pt x="25" y="8"/>
                </a:cubicBezTo>
                <a:cubicBezTo>
                  <a:pt x="25" y="5"/>
                  <a:pt x="26" y="3"/>
                  <a:pt x="28" y="2"/>
                </a:cubicBezTo>
                <a:cubicBezTo>
                  <a:pt x="29" y="1"/>
                  <a:pt x="31" y="0"/>
                  <a:pt x="33" y="0"/>
                </a:cubicBezTo>
                <a:cubicBezTo>
                  <a:pt x="35" y="0"/>
                  <a:pt x="37" y="1"/>
                  <a:pt x="39" y="2"/>
                </a:cubicBezTo>
                <a:cubicBezTo>
                  <a:pt x="40" y="3"/>
                  <a:pt x="41" y="5"/>
                  <a:pt x="41" y="8"/>
                </a:cubicBezTo>
                <a:cubicBezTo>
                  <a:pt x="41" y="10"/>
                  <a:pt x="40" y="12"/>
                  <a:pt x="39" y="13"/>
                </a:cubicBezTo>
                <a:cubicBezTo>
                  <a:pt x="37" y="15"/>
                  <a:pt x="35" y="15"/>
                  <a:pt x="33" y="15"/>
                </a:cubicBezTo>
                <a:cubicBezTo>
                  <a:pt x="31" y="15"/>
                  <a:pt x="29" y="15"/>
                  <a:pt x="28" y="13"/>
                </a:cubicBezTo>
                <a:cubicBezTo>
                  <a:pt x="20" y="19"/>
                  <a:pt x="20" y="19"/>
                  <a:pt x="20" y="19"/>
                </a:cubicBezTo>
                <a:cubicBezTo>
                  <a:pt x="21" y="21"/>
                  <a:pt x="22" y="23"/>
                  <a:pt x="22" y="25"/>
                </a:cubicBezTo>
                <a:cubicBezTo>
                  <a:pt x="22" y="27"/>
                  <a:pt x="21" y="29"/>
                  <a:pt x="20" y="31"/>
                </a:cubicBezTo>
                <a:cubicBezTo>
                  <a:pt x="28" y="36"/>
                  <a:pt x="28" y="36"/>
                  <a:pt x="28" y="36"/>
                </a:cubicBezTo>
                <a:cubicBezTo>
                  <a:pt x="29" y="35"/>
                  <a:pt x="31" y="34"/>
                  <a:pt x="33" y="34"/>
                </a:cubicBezTo>
                <a:cubicBezTo>
                  <a:pt x="35" y="34"/>
                  <a:pt x="37" y="35"/>
                  <a:pt x="39" y="37"/>
                </a:cubicBezTo>
                <a:cubicBezTo>
                  <a:pt x="40" y="38"/>
                  <a:pt x="41" y="40"/>
                  <a:pt x="41" y="42"/>
                </a:cubicBezTo>
                <a:cubicBezTo>
                  <a:pt x="41" y="44"/>
                  <a:pt x="40" y="46"/>
                  <a:pt x="39" y="48"/>
                </a:cubicBezTo>
                <a:cubicBezTo>
                  <a:pt x="39" y="48"/>
                  <a:pt x="39" y="48"/>
                  <a:pt x="39" y="48"/>
                </a:cubicBezTo>
                <a:cubicBezTo>
                  <a:pt x="37" y="49"/>
                  <a:pt x="35" y="50"/>
                  <a:pt x="33" y="50"/>
                </a:cubicBezTo>
                <a:cubicBezTo>
                  <a:pt x="31" y="50"/>
                  <a:pt x="29" y="49"/>
                  <a:pt x="28" y="48"/>
                </a:cubicBezTo>
                <a:cubicBezTo>
                  <a:pt x="26" y="46"/>
                  <a:pt x="25" y="44"/>
                  <a:pt x="25" y="42"/>
                </a:cubicBezTo>
                <a:cubicBezTo>
                  <a:pt x="25" y="41"/>
                  <a:pt x="26" y="39"/>
                  <a:pt x="26" y="38"/>
                </a:cubicBezTo>
                <a:close/>
                <a:moveTo>
                  <a:pt x="36" y="39"/>
                </a:moveTo>
                <a:cubicBezTo>
                  <a:pt x="36" y="39"/>
                  <a:pt x="36" y="39"/>
                  <a:pt x="36" y="39"/>
                </a:cubicBezTo>
                <a:cubicBezTo>
                  <a:pt x="35" y="39"/>
                  <a:pt x="34" y="38"/>
                  <a:pt x="33" y="38"/>
                </a:cubicBezTo>
                <a:cubicBezTo>
                  <a:pt x="32" y="38"/>
                  <a:pt x="31" y="39"/>
                  <a:pt x="30" y="39"/>
                </a:cubicBezTo>
                <a:cubicBezTo>
                  <a:pt x="30" y="40"/>
                  <a:pt x="29" y="41"/>
                  <a:pt x="29" y="42"/>
                </a:cubicBezTo>
                <a:cubicBezTo>
                  <a:pt x="29" y="43"/>
                  <a:pt x="30" y="44"/>
                  <a:pt x="30" y="45"/>
                </a:cubicBezTo>
                <a:cubicBezTo>
                  <a:pt x="31" y="46"/>
                  <a:pt x="32" y="46"/>
                  <a:pt x="33" y="46"/>
                </a:cubicBezTo>
                <a:cubicBezTo>
                  <a:pt x="34" y="46"/>
                  <a:pt x="35" y="46"/>
                  <a:pt x="36" y="45"/>
                </a:cubicBezTo>
                <a:cubicBezTo>
                  <a:pt x="36" y="45"/>
                  <a:pt x="36" y="45"/>
                  <a:pt x="36" y="45"/>
                </a:cubicBezTo>
                <a:cubicBezTo>
                  <a:pt x="37" y="44"/>
                  <a:pt x="37" y="43"/>
                  <a:pt x="37" y="42"/>
                </a:cubicBezTo>
                <a:cubicBezTo>
                  <a:pt x="37" y="41"/>
                  <a:pt x="37" y="40"/>
                  <a:pt x="36" y="39"/>
                </a:cubicBezTo>
                <a:close/>
                <a:moveTo>
                  <a:pt x="16" y="20"/>
                </a:moveTo>
                <a:cubicBezTo>
                  <a:pt x="16" y="20"/>
                  <a:pt x="16" y="20"/>
                  <a:pt x="16" y="20"/>
                </a:cubicBezTo>
                <a:cubicBezTo>
                  <a:pt x="15" y="19"/>
                  <a:pt x="13" y="18"/>
                  <a:pt x="11" y="18"/>
                </a:cubicBezTo>
                <a:cubicBezTo>
                  <a:pt x="9" y="18"/>
                  <a:pt x="8" y="19"/>
                  <a:pt x="6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5" y="21"/>
                  <a:pt x="4" y="23"/>
                  <a:pt x="4" y="25"/>
                </a:cubicBezTo>
                <a:cubicBezTo>
                  <a:pt x="4" y="27"/>
                  <a:pt x="5" y="28"/>
                  <a:pt x="6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8" y="31"/>
                  <a:pt x="9" y="32"/>
                  <a:pt x="11" y="32"/>
                </a:cubicBezTo>
                <a:cubicBezTo>
                  <a:pt x="13" y="32"/>
                  <a:pt x="15" y="31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7" y="29"/>
                  <a:pt x="18" y="27"/>
                  <a:pt x="18" y="25"/>
                </a:cubicBezTo>
                <a:cubicBezTo>
                  <a:pt x="18" y="23"/>
                  <a:pt x="17" y="21"/>
                  <a:pt x="16" y="20"/>
                </a:cubicBezTo>
                <a:cubicBezTo>
                  <a:pt x="16" y="20"/>
                  <a:pt x="16" y="20"/>
                  <a:pt x="16" y="20"/>
                </a:cubicBezTo>
                <a:close/>
                <a:moveTo>
                  <a:pt x="36" y="5"/>
                </a:moveTo>
                <a:cubicBezTo>
                  <a:pt x="36" y="5"/>
                  <a:pt x="36" y="5"/>
                  <a:pt x="36" y="5"/>
                </a:cubicBezTo>
                <a:cubicBezTo>
                  <a:pt x="35" y="4"/>
                  <a:pt x="34" y="4"/>
                  <a:pt x="33" y="4"/>
                </a:cubicBezTo>
                <a:cubicBezTo>
                  <a:pt x="32" y="4"/>
                  <a:pt x="31" y="4"/>
                  <a:pt x="30" y="5"/>
                </a:cubicBezTo>
                <a:cubicBezTo>
                  <a:pt x="30" y="6"/>
                  <a:pt x="29" y="7"/>
                  <a:pt x="29" y="8"/>
                </a:cubicBezTo>
                <a:cubicBezTo>
                  <a:pt x="29" y="9"/>
                  <a:pt x="30" y="10"/>
                  <a:pt x="3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1" y="11"/>
                  <a:pt x="32" y="12"/>
                  <a:pt x="33" y="12"/>
                </a:cubicBezTo>
                <a:cubicBezTo>
                  <a:pt x="34" y="12"/>
                  <a:pt x="35" y="11"/>
                  <a:pt x="36" y="10"/>
                </a:cubicBezTo>
                <a:cubicBezTo>
                  <a:pt x="37" y="10"/>
                  <a:pt x="37" y="9"/>
                  <a:pt x="37" y="8"/>
                </a:cubicBezTo>
                <a:cubicBezTo>
                  <a:pt x="37" y="7"/>
                  <a:pt x="37" y="6"/>
                  <a:pt x="36" y="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36" name="Freeform 270">
            <a:extLst>
              <a:ext uri="{FF2B5EF4-FFF2-40B4-BE49-F238E27FC236}">
                <a16:creationId xmlns:a16="http://schemas.microsoft.com/office/drawing/2014/main" id="{4D9A4DF7-DDBC-A21D-78F5-C9F305541359}"/>
              </a:ext>
            </a:extLst>
          </p:cNvPr>
          <p:cNvSpPr>
            <a:spLocks noEditPoints="1"/>
          </p:cNvSpPr>
          <p:nvPr/>
        </p:nvSpPr>
        <p:spPr bwMode="auto">
          <a:xfrm>
            <a:off x="5470986" y="5245547"/>
            <a:ext cx="146049" cy="203200"/>
          </a:xfrm>
          <a:custGeom>
            <a:avLst/>
            <a:gdLst>
              <a:gd name="T0" fmla="*/ 96650 w 34"/>
              <a:gd name="T1" fmla="*/ 41275 h 48"/>
              <a:gd name="T2" fmla="*/ 83764 w 34"/>
              <a:gd name="T3" fmla="*/ 69850 h 48"/>
              <a:gd name="T4" fmla="*/ 83764 w 34"/>
              <a:gd name="T5" fmla="*/ 69850 h 48"/>
              <a:gd name="T6" fmla="*/ 106315 w 34"/>
              <a:gd name="T7" fmla="*/ 98425 h 48"/>
              <a:gd name="T8" fmla="*/ 109537 w 34"/>
              <a:gd name="T9" fmla="*/ 127000 h 48"/>
              <a:gd name="T10" fmla="*/ 99872 w 34"/>
              <a:gd name="T11" fmla="*/ 142875 h 48"/>
              <a:gd name="T12" fmla="*/ 96650 w 34"/>
              <a:gd name="T13" fmla="*/ 142875 h 48"/>
              <a:gd name="T14" fmla="*/ 86985 w 34"/>
              <a:gd name="T15" fmla="*/ 146050 h 48"/>
              <a:gd name="T16" fmla="*/ 80542 w 34"/>
              <a:gd name="T17" fmla="*/ 152400 h 48"/>
              <a:gd name="T18" fmla="*/ 22552 w 34"/>
              <a:gd name="T19" fmla="*/ 146050 h 48"/>
              <a:gd name="T20" fmla="*/ 22552 w 34"/>
              <a:gd name="T21" fmla="*/ 142875 h 48"/>
              <a:gd name="T22" fmla="*/ 9665 w 34"/>
              <a:gd name="T23" fmla="*/ 142875 h 48"/>
              <a:gd name="T24" fmla="*/ 0 w 34"/>
              <a:gd name="T25" fmla="*/ 127000 h 48"/>
              <a:gd name="T26" fmla="*/ 3222 w 34"/>
              <a:gd name="T27" fmla="*/ 98425 h 48"/>
              <a:gd name="T28" fmla="*/ 22552 w 34"/>
              <a:gd name="T29" fmla="*/ 69850 h 48"/>
              <a:gd name="T30" fmla="*/ 12887 w 34"/>
              <a:gd name="T31" fmla="*/ 41275 h 48"/>
              <a:gd name="T32" fmla="*/ 25773 w 34"/>
              <a:gd name="T33" fmla="*/ 130175 h 48"/>
              <a:gd name="T34" fmla="*/ 25773 w 34"/>
              <a:gd name="T35" fmla="*/ 114300 h 48"/>
              <a:gd name="T36" fmla="*/ 35438 w 34"/>
              <a:gd name="T37" fmla="*/ 114300 h 48"/>
              <a:gd name="T38" fmla="*/ 35438 w 34"/>
              <a:gd name="T39" fmla="*/ 136525 h 48"/>
              <a:gd name="T40" fmla="*/ 74099 w 34"/>
              <a:gd name="T41" fmla="*/ 139700 h 48"/>
              <a:gd name="T42" fmla="*/ 74099 w 34"/>
              <a:gd name="T43" fmla="*/ 136525 h 48"/>
              <a:gd name="T44" fmla="*/ 74099 w 34"/>
              <a:gd name="T45" fmla="*/ 114300 h 48"/>
              <a:gd name="T46" fmla="*/ 80542 w 34"/>
              <a:gd name="T47" fmla="*/ 114300 h 48"/>
              <a:gd name="T48" fmla="*/ 96650 w 34"/>
              <a:gd name="T49" fmla="*/ 130175 h 48"/>
              <a:gd name="T50" fmla="*/ 96650 w 34"/>
              <a:gd name="T51" fmla="*/ 114300 h 48"/>
              <a:gd name="T52" fmla="*/ 93429 w 34"/>
              <a:gd name="T53" fmla="*/ 101600 h 48"/>
              <a:gd name="T54" fmla="*/ 74099 w 34"/>
              <a:gd name="T55" fmla="*/ 76200 h 48"/>
              <a:gd name="T56" fmla="*/ 35438 w 34"/>
              <a:gd name="T57" fmla="*/ 76200 h 48"/>
              <a:gd name="T58" fmla="*/ 9665 w 34"/>
              <a:gd name="T59" fmla="*/ 114300 h 48"/>
              <a:gd name="T60" fmla="*/ 9665 w 34"/>
              <a:gd name="T61" fmla="*/ 130175 h 48"/>
              <a:gd name="T62" fmla="*/ 54769 w 34"/>
              <a:gd name="T63" fmla="*/ 9525 h 48"/>
              <a:gd name="T64" fmla="*/ 22552 w 34"/>
              <a:gd name="T65" fmla="*/ 41275 h 48"/>
              <a:gd name="T66" fmla="*/ 83764 w 34"/>
              <a:gd name="T67" fmla="*/ 41275 h 4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4" h="48">
                <a:moveTo>
                  <a:pt x="17" y="0"/>
                </a:moveTo>
                <a:cubicBezTo>
                  <a:pt x="24" y="0"/>
                  <a:pt x="30" y="5"/>
                  <a:pt x="30" y="13"/>
                </a:cubicBezTo>
                <a:cubicBezTo>
                  <a:pt x="30" y="16"/>
                  <a:pt x="29" y="20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9" y="25"/>
                  <a:pt x="32" y="27"/>
                  <a:pt x="33" y="31"/>
                </a:cubicBezTo>
                <a:cubicBezTo>
                  <a:pt x="34" y="32"/>
                  <a:pt x="34" y="34"/>
                  <a:pt x="34" y="36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1"/>
                  <a:pt x="34" y="42"/>
                  <a:pt x="33" y="43"/>
                </a:cubicBezTo>
                <a:cubicBezTo>
                  <a:pt x="33" y="44"/>
                  <a:pt x="32" y="44"/>
                  <a:pt x="31" y="45"/>
                </a:cubicBezTo>
                <a:cubicBezTo>
                  <a:pt x="31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7"/>
                  <a:pt x="26" y="48"/>
                  <a:pt x="25" y="48"/>
                </a:cubicBezTo>
                <a:cubicBezTo>
                  <a:pt x="25" y="48"/>
                  <a:pt x="25" y="48"/>
                  <a:pt x="25" y="48"/>
                </a:cubicBezTo>
                <a:cubicBezTo>
                  <a:pt x="9" y="48"/>
                  <a:pt x="9" y="48"/>
                  <a:pt x="9" y="48"/>
                </a:cubicBezTo>
                <a:cubicBezTo>
                  <a:pt x="8" y="48"/>
                  <a:pt x="7" y="47"/>
                  <a:pt x="7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7" y="45"/>
                  <a:pt x="7" y="45"/>
                  <a:pt x="7" y="45"/>
                </a:cubicBezTo>
                <a:cubicBezTo>
                  <a:pt x="3" y="45"/>
                  <a:pt x="3" y="45"/>
                  <a:pt x="3" y="45"/>
                </a:cubicBezTo>
                <a:cubicBezTo>
                  <a:pt x="3" y="45"/>
                  <a:pt x="3" y="45"/>
                  <a:pt x="3" y="45"/>
                </a:cubicBezTo>
                <a:cubicBezTo>
                  <a:pt x="2" y="44"/>
                  <a:pt x="1" y="44"/>
                  <a:pt x="0" y="43"/>
                </a:cubicBezTo>
                <a:cubicBezTo>
                  <a:pt x="0" y="42"/>
                  <a:pt x="0" y="41"/>
                  <a:pt x="0" y="40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4"/>
                  <a:pt x="0" y="32"/>
                  <a:pt x="1" y="31"/>
                </a:cubicBezTo>
                <a:cubicBezTo>
                  <a:pt x="2" y="27"/>
                  <a:pt x="5" y="25"/>
                  <a:pt x="8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5" y="20"/>
                  <a:pt x="4" y="16"/>
                  <a:pt x="4" y="13"/>
                </a:cubicBezTo>
                <a:cubicBezTo>
                  <a:pt x="4" y="5"/>
                  <a:pt x="9" y="0"/>
                  <a:pt x="17" y="0"/>
                </a:cubicBezTo>
                <a:close/>
                <a:moveTo>
                  <a:pt x="8" y="41"/>
                </a:moveTo>
                <a:cubicBezTo>
                  <a:pt x="8" y="41"/>
                  <a:pt x="8" y="41"/>
                  <a:pt x="8" y="41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5"/>
                  <a:pt x="9" y="34"/>
                  <a:pt x="10" y="34"/>
                </a:cubicBezTo>
                <a:cubicBezTo>
                  <a:pt x="10" y="34"/>
                  <a:pt x="11" y="35"/>
                  <a:pt x="11" y="36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4"/>
                  <a:pt x="11" y="44"/>
                  <a:pt x="11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3"/>
                  <a:pt x="23" y="43"/>
                  <a:pt x="23" y="43"/>
                </a:cubicBezTo>
                <a:cubicBezTo>
                  <a:pt x="23" y="43"/>
                  <a:pt x="23" y="43"/>
                  <a:pt x="23" y="43"/>
                </a:cubicBezTo>
                <a:cubicBezTo>
                  <a:pt x="23" y="42"/>
                  <a:pt x="23" y="42"/>
                  <a:pt x="23" y="42"/>
                </a:cubicBezTo>
                <a:cubicBezTo>
                  <a:pt x="23" y="36"/>
                  <a:pt x="23" y="36"/>
                  <a:pt x="23" y="36"/>
                </a:cubicBezTo>
                <a:cubicBezTo>
                  <a:pt x="23" y="35"/>
                  <a:pt x="23" y="34"/>
                  <a:pt x="24" y="34"/>
                </a:cubicBezTo>
                <a:cubicBezTo>
                  <a:pt x="25" y="34"/>
                  <a:pt x="25" y="35"/>
                  <a:pt x="25" y="36"/>
                </a:cubicBezTo>
                <a:cubicBezTo>
                  <a:pt x="25" y="41"/>
                  <a:pt x="25" y="41"/>
                  <a:pt x="25" y="41"/>
                </a:cubicBezTo>
                <a:cubicBezTo>
                  <a:pt x="30" y="41"/>
                  <a:pt x="30" y="41"/>
                  <a:pt x="30" y="41"/>
                </a:cubicBezTo>
                <a:cubicBezTo>
                  <a:pt x="30" y="41"/>
                  <a:pt x="30" y="40"/>
                  <a:pt x="30" y="40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5"/>
                  <a:pt x="30" y="33"/>
                  <a:pt x="29" y="32"/>
                </a:cubicBezTo>
                <a:cubicBezTo>
                  <a:pt x="29" y="32"/>
                  <a:pt x="29" y="32"/>
                  <a:pt x="29" y="32"/>
                </a:cubicBezTo>
                <a:cubicBezTo>
                  <a:pt x="29" y="32"/>
                  <a:pt x="29" y="32"/>
                  <a:pt x="29" y="32"/>
                </a:cubicBezTo>
                <a:cubicBezTo>
                  <a:pt x="28" y="29"/>
                  <a:pt x="25" y="27"/>
                  <a:pt x="23" y="24"/>
                </a:cubicBezTo>
                <a:cubicBezTo>
                  <a:pt x="21" y="25"/>
                  <a:pt x="19" y="26"/>
                  <a:pt x="17" y="26"/>
                </a:cubicBezTo>
                <a:cubicBezTo>
                  <a:pt x="15" y="26"/>
                  <a:pt x="13" y="25"/>
                  <a:pt x="11" y="24"/>
                </a:cubicBezTo>
                <a:cubicBezTo>
                  <a:pt x="9" y="27"/>
                  <a:pt x="5" y="29"/>
                  <a:pt x="4" y="32"/>
                </a:cubicBezTo>
                <a:cubicBezTo>
                  <a:pt x="4" y="33"/>
                  <a:pt x="3" y="35"/>
                  <a:pt x="3" y="36"/>
                </a:cubicBezTo>
                <a:cubicBezTo>
                  <a:pt x="3" y="40"/>
                  <a:pt x="3" y="40"/>
                  <a:pt x="3" y="40"/>
                </a:cubicBezTo>
                <a:cubicBezTo>
                  <a:pt x="3" y="40"/>
                  <a:pt x="3" y="41"/>
                  <a:pt x="3" y="41"/>
                </a:cubicBezTo>
                <a:cubicBezTo>
                  <a:pt x="8" y="41"/>
                  <a:pt x="8" y="41"/>
                  <a:pt x="8" y="41"/>
                </a:cubicBezTo>
                <a:close/>
                <a:moveTo>
                  <a:pt x="17" y="3"/>
                </a:moveTo>
                <a:cubicBezTo>
                  <a:pt x="17" y="3"/>
                  <a:pt x="17" y="3"/>
                  <a:pt x="17" y="3"/>
                </a:cubicBezTo>
                <a:cubicBezTo>
                  <a:pt x="12" y="3"/>
                  <a:pt x="7" y="8"/>
                  <a:pt x="7" y="13"/>
                </a:cubicBezTo>
                <a:cubicBezTo>
                  <a:pt x="7" y="18"/>
                  <a:pt x="12" y="22"/>
                  <a:pt x="17" y="22"/>
                </a:cubicBezTo>
                <a:cubicBezTo>
                  <a:pt x="22" y="22"/>
                  <a:pt x="26" y="18"/>
                  <a:pt x="26" y="13"/>
                </a:cubicBezTo>
                <a:cubicBezTo>
                  <a:pt x="26" y="8"/>
                  <a:pt x="22" y="3"/>
                  <a:pt x="17" y="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37" name="Freeform 271">
            <a:extLst>
              <a:ext uri="{FF2B5EF4-FFF2-40B4-BE49-F238E27FC236}">
                <a16:creationId xmlns:a16="http://schemas.microsoft.com/office/drawing/2014/main" id="{F0D52C16-97E4-7B90-1F3B-CDD1B46A1454}"/>
              </a:ext>
            </a:extLst>
          </p:cNvPr>
          <p:cNvSpPr>
            <a:spLocks noEditPoints="1"/>
          </p:cNvSpPr>
          <p:nvPr/>
        </p:nvSpPr>
        <p:spPr bwMode="auto">
          <a:xfrm>
            <a:off x="6927252" y="4807398"/>
            <a:ext cx="249767" cy="203200"/>
          </a:xfrm>
          <a:custGeom>
            <a:avLst/>
            <a:gdLst>
              <a:gd name="T0" fmla="*/ 146050 w 59"/>
              <a:gd name="T1" fmla="*/ 31750 h 48"/>
              <a:gd name="T2" fmla="*/ 171450 w 59"/>
              <a:gd name="T3" fmla="*/ 88900 h 48"/>
              <a:gd name="T4" fmla="*/ 187325 w 59"/>
              <a:gd name="T5" fmla="*/ 123825 h 48"/>
              <a:gd name="T6" fmla="*/ 177800 w 59"/>
              <a:gd name="T7" fmla="*/ 146050 h 48"/>
              <a:gd name="T8" fmla="*/ 171450 w 59"/>
              <a:gd name="T9" fmla="*/ 146050 h 48"/>
              <a:gd name="T10" fmla="*/ 22225 w 59"/>
              <a:gd name="T11" fmla="*/ 152400 h 48"/>
              <a:gd name="T12" fmla="*/ 19050 w 59"/>
              <a:gd name="T13" fmla="*/ 146050 h 48"/>
              <a:gd name="T14" fmla="*/ 3175 w 59"/>
              <a:gd name="T15" fmla="*/ 139700 h 48"/>
              <a:gd name="T16" fmla="*/ 3175 w 59"/>
              <a:gd name="T17" fmla="*/ 107950 h 48"/>
              <a:gd name="T18" fmla="*/ 9525 w 59"/>
              <a:gd name="T19" fmla="*/ 66675 h 48"/>
              <a:gd name="T20" fmla="*/ 53975 w 59"/>
              <a:gd name="T21" fmla="*/ 34925 h 48"/>
              <a:gd name="T22" fmla="*/ 114300 w 59"/>
              <a:gd name="T23" fmla="*/ 139700 h 48"/>
              <a:gd name="T24" fmla="*/ 114300 w 59"/>
              <a:gd name="T25" fmla="*/ 136525 h 48"/>
              <a:gd name="T26" fmla="*/ 120650 w 59"/>
              <a:gd name="T27" fmla="*/ 114300 h 48"/>
              <a:gd name="T28" fmla="*/ 136525 w 59"/>
              <a:gd name="T29" fmla="*/ 127000 h 48"/>
              <a:gd name="T30" fmla="*/ 133350 w 59"/>
              <a:gd name="T31" fmla="*/ 101600 h 48"/>
              <a:gd name="T32" fmla="*/ 130175 w 59"/>
              <a:gd name="T33" fmla="*/ 95250 h 48"/>
              <a:gd name="T34" fmla="*/ 130175 w 59"/>
              <a:gd name="T35" fmla="*/ 95250 h 48"/>
              <a:gd name="T36" fmla="*/ 127000 w 59"/>
              <a:gd name="T37" fmla="*/ 92075 h 48"/>
              <a:gd name="T38" fmla="*/ 76200 w 59"/>
              <a:gd name="T39" fmla="*/ 79375 h 48"/>
              <a:gd name="T40" fmla="*/ 57150 w 59"/>
              <a:gd name="T41" fmla="*/ 95250 h 48"/>
              <a:gd name="T42" fmla="*/ 57150 w 59"/>
              <a:gd name="T43" fmla="*/ 95250 h 48"/>
              <a:gd name="T44" fmla="*/ 50800 w 59"/>
              <a:gd name="T45" fmla="*/ 114300 h 48"/>
              <a:gd name="T46" fmla="*/ 66675 w 59"/>
              <a:gd name="T47" fmla="*/ 130175 h 48"/>
              <a:gd name="T48" fmla="*/ 76200 w 59"/>
              <a:gd name="T49" fmla="*/ 114300 h 48"/>
              <a:gd name="T50" fmla="*/ 76200 w 59"/>
              <a:gd name="T51" fmla="*/ 136525 h 48"/>
              <a:gd name="T52" fmla="*/ 95250 w 59"/>
              <a:gd name="T53" fmla="*/ 69850 h 48"/>
              <a:gd name="T54" fmla="*/ 95250 w 59"/>
              <a:gd name="T55" fmla="*/ 9525 h 48"/>
              <a:gd name="T56" fmla="*/ 28575 w 59"/>
              <a:gd name="T57" fmla="*/ 139700 h 48"/>
              <a:gd name="T58" fmla="*/ 41275 w 59"/>
              <a:gd name="T59" fmla="*/ 136525 h 48"/>
              <a:gd name="T60" fmla="*/ 41275 w 59"/>
              <a:gd name="T61" fmla="*/ 98425 h 48"/>
              <a:gd name="T62" fmla="*/ 12700 w 59"/>
              <a:gd name="T63" fmla="*/ 114300 h 48"/>
              <a:gd name="T64" fmla="*/ 12700 w 59"/>
              <a:gd name="T65" fmla="*/ 133350 h 48"/>
              <a:gd name="T66" fmla="*/ 25400 w 59"/>
              <a:gd name="T67" fmla="*/ 117475 h 48"/>
              <a:gd name="T68" fmla="*/ 53975 w 59"/>
              <a:gd name="T69" fmla="*/ 47625 h 48"/>
              <a:gd name="T70" fmla="*/ 41275 w 59"/>
              <a:gd name="T71" fmla="*/ 44450 h 48"/>
              <a:gd name="T72" fmla="*/ 28575 w 59"/>
              <a:gd name="T73" fmla="*/ 82550 h 48"/>
              <a:gd name="T74" fmla="*/ 47625 w 59"/>
              <a:gd name="T75" fmla="*/ 85725 h 48"/>
              <a:gd name="T76" fmla="*/ 63500 w 59"/>
              <a:gd name="T77" fmla="*/ 69850 h 48"/>
              <a:gd name="T78" fmla="*/ 63500 w 59"/>
              <a:gd name="T79" fmla="*/ 69850 h 48"/>
              <a:gd name="T80" fmla="*/ 53975 w 59"/>
              <a:gd name="T81" fmla="*/ 47625 h 48"/>
              <a:gd name="T82" fmla="*/ 158750 w 59"/>
              <a:gd name="T83" fmla="*/ 139700 h 48"/>
              <a:gd name="T84" fmla="*/ 161925 w 59"/>
              <a:gd name="T85" fmla="*/ 117475 h 48"/>
              <a:gd name="T86" fmla="*/ 177800 w 59"/>
              <a:gd name="T87" fmla="*/ 133350 h 48"/>
              <a:gd name="T88" fmla="*/ 174625 w 59"/>
              <a:gd name="T89" fmla="*/ 114300 h 48"/>
              <a:gd name="T90" fmla="*/ 158750 w 59"/>
              <a:gd name="T91" fmla="*/ 95250 h 48"/>
              <a:gd name="T92" fmla="*/ 149225 w 59"/>
              <a:gd name="T93" fmla="*/ 127000 h 48"/>
              <a:gd name="T94" fmla="*/ 158750 w 59"/>
              <a:gd name="T95" fmla="*/ 139700 h 48"/>
              <a:gd name="T96" fmla="*/ 136525 w 59"/>
              <a:gd name="T97" fmla="*/ 47625 h 48"/>
              <a:gd name="T98" fmla="*/ 136525 w 59"/>
              <a:gd name="T99" fmla="*/ 47625 h 48"/>
              <a:gd name="T100" fmla="*/ 123825 w 59"/>
              <a:gd name="T101" fmla="*/ 69850 h 48"/>
              <a:gd name="T102" fmla="*/ 136525 w 59"/>
              <a:gd name="T103" fmla="*/ 82550 h 48"/>
              <a:gd name="T104" fmla="*/ 139700 w 59"/>
              <a:gd name="T105" fmla="*/ 85725 h 48"/>
              <a:gd name="T106" fmla="*/ 161925 w 59"/>
              <a:gd name="T107" fmla="*/ 82550 h 48"/>
              <a:gd name="T108" fmla="*/ 146050 w 59"/>
              <a:gd name="T109" fmla="*/ 44450 h 48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9" h="48">
                <a:moveTo>
                  <a:pt x="30" y="0"/>
                </a:moveTo>
                <a:cubicBezTo>
                  <a:pt x="36" y="0"/>
                  <a:pt x="42" y="4"/>
                  <a:pt x="43" y="11"/>
                </a:cubicBezTo>
                <a:cubicBezTo>
                  <a:pt x="44" y="10"/>
                  <a:pt x="45" y="10"/>
                  <a:pt x="46" y="10"/>
                </a:cubicBezTo>
                <a:cubicBezTo>
                  <a:pt x="49" y="10"/>
                  <a:pt x="51" y="11"/>
                  <a:pt x="53" y="13"/>
                </a:cubicBezTo>
                <a:cubicBezTo>
                  <a:pt x="55" y="15"/>
                  <a:pt x="56" y="18"/>
                  <a:pt x="56" y="21"/>
                </a:cubicBezTo>
                <a:cubicBezTo>
                  <a:pt x="56" y="24"/>
                  <a:pt x="55" y="26"/>
                  <a:pt x="54" y="28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2"/>
                  <a:pt x="58" y="33"/>
                  <a:pt x="59" y="34"/>
                </a:cubicBezTo>
                <a:cubicBezTo>
                  <a:pt x="59" y="36"/>
                  <a:pt x="59" y="37"/>
                  <a:pt x="59" y="39"/>
                </a:cubicBezTo>
                <a:cubicBezTo>
                  <a:pt x="59" y="42"/>
                  <a:pt x="59" y="42"/>
                  <a:pt x="59" y="42"/>
                </a:cubicBezTo>
                <a:cubicBezTo>
                  <a:pt x="59" y="43"/>
                  <a:pt x="59" y="43"/>
                  <a:pt x="59" y="44"/>
                </a:cubicBezTo>
                <a:cubicBezTo>
                  <a:pt x="58" y="45"/>
                  <a:pt x="57" y="45"/>
                  <a:pt x="56" y="46"/>
                </a:cubicBezTo>
                <a:cubicBezTo>
                  <a:pt x="56" y="46"/>
                  <a:pt x="56" y="46"/>
                  <a:pt x="56" y="46"/>
                </a:cubicBezTo>
                <a:cubicBezTo>
                  <a:pt x="54" y="46"/>
                  <a:pt x="54" y="46"/>
                  <a:pt x="54" y="46"/>
                </a:cubicBezTo>
                <a:cubicBezTo>
                  <a:pt x="54" y="46"/>
                  <a:pt x="54" y="46"/>
                  <a:pt x="54" y="46"/>
                </a:cubicBezTo>
                <a:cubicBezTo>
                  <a:pt x="54" y="47"/>
                  <a:pt x="53" y="48"/>
                  <a:pt x="52" y="48"/>
                </a:cubicBezTo>
                <a:cubicBezTo>
                  <a:pt x="52" y="48"/>
                  <a:pt x="52" y="48"/>
                  <a:pt x="52" y="48"/>
                </a:cubicBezTo>
                <a:cubicBezTo>
                  <a:pt x="7" y="48"/>
                  <a:pt x="7" y="48"/>
                  <a:pt x="7" y="48"/>
                </a:cubicBezTo>
                <a:cubicBezTo>
                  <a:pt x="7" y="48"/>
                  <a:pt x="7" y="48"/>
                  <a:pt x="7" y="48"/>
                </a:cubicBezTo>
                <a:cubicBezTo>
                  <a:pt x="6" y="48"/>
                  <a:pt x="6" y="47"/>
                  <a:pt x="6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2" y="45"/>
                  <a:pt x="1" y="45"/>
                  <a:pt x="1" y="44"/>
                </a:cubicBezTo>
                <a:cubicBezTo>
                  <a:pt x="0" y="43"/>
                  <a:pt x="0" y="43"/>
                  <a:pt x="0" y="42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7"/>
                  <a:pt x="0" y="36"/>
                  <a:pt x="1" y="34"/>
                </a:cubicBezTo>
                <a:cubicBezTo>
                  <a:pt x="1" y="33"/>
                  <a:pt x="2" y="32"/>
                  <a:pt x="3" y="31"/>
                </a:cubicBezTo>
                <a:cubicBezTo>
                  <a:pt x="6" y="28"/>
                  <a:pt x="6" y="28"/>
                  <a:pt x="6" y="28"/>
                </a:cubicBezTo>
                <a:cubicBezTo>
                  <a:pt x="4" y="26"/>
                  <a:pt x="3" y="24"/>
                  <a:pt x="3" y="21"/>
                </a:cubicBezTo>
                <a:cubicBezTo>
                  <a:pt x="3" y="18"/>
                  <a:pt x="4" y="15"/>
                  <a:pt x="6" y="13"/>
                </a:cubicBezTo>
                <a:cubicBezTo>
                  <a:pt x="8" y="11"/>
                  <a:pt x="11" y="10"/>
                  <a:pt x="13" y="10"/>
                </a:cubicBezTo>
                <a:cubicBezTo>
                  <a:pt x="15" y="10"/>
                  <a:pt x="16" y="10"/>
                  <a:pt x="17" y="11"/>
                </a:cubicBezTo>
                <a:cubicBezTo>
                  <a:pt x="18" y="4"/>
                  <a:pt x="23" y="0"/>
                  <a:pt x="30" y="0"/>
                </a:cubicBezTo>
                <a:close/>
                <a:moveTo>
                  <a:pt x="36" y="44"/>
                </a:moveTo>
                <a:cubicBezTo>
                  <a:pt x="36" y="44"/>
                  <a:pt x="36" y="44"/>
                  <a:pt x="36" y="44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35"/>
                  <a:pt x="36" y="35"/>
                  <a:pt x="37" y="35"/>
                </a:cubicBezTo>
                <a:cubicBezTo>
                  <a:pt x="37" y="35"/>
                  <a:pt x="38" y="35"/>
                  <a:pt x="38" y="36"/>
                </a:cubicBezTo>
                <a:cubicBezTo>
                  <a:pt x="38" y="41"/>
                  <a:pt x="38" y="41"/>
                  <a:pt x="38" y="41"/>
                </a:cubicBezTo>
                <a:cubicBezTo>
                  <a:pt x="43" y="41"/>
                  <a:pt x="43" y="41"/>
                  <a:pt x="43" y="41"/>
                </a:cubicBezTo>
                <a:cubicBezTo>
                  <a:pt x="43" y="41"/>
                  <a:pt x="43" y="40"/>
                  <a:pt x="43" y="40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5"/>
                  <a:pt x="43" y="33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1"/>
                  <a:pt x="41" y="31"/>
                  <a:pt x="41" y="30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29"/>
                  <a:pt x="40" y="29"/>
                  <a:pt x="40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36" y="25"/>
                  <a:pt x="36" y="25"/>
                  <a:pt x="36" y="25"/>
                </a:cubicBezTo>
                <a:cubicBezTo>
                  <a:pt x="34" y="26"/>
                  <a:pt x="32" y="26"/>
                  <a:pt x="30" y="26"/>
                </a:cubicBezTo>
                <a:cubicBezTo>
                  <a:pt x="27" y="26"/>
                  <a:pt x="25" y="26"/>
                  <a:pt x="24" y="25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1"/>
                  <a:pt x="17" y="31"/>
                  <a:pt x="17" y="32"/>
                </a:cubicBezTo>
                <a:cubicBezTo>
                  <a:pt x="17" y="33"/>
                  <a:pt x="16" y="35"/>
                  <a:pt x="16" y="36"/>
                </a:cubicBezTo>
                <a:cubicBezTo>
                  <a:pt x="16" y="40"/>
                  <a:pt x="16" y="40"/>
                  <a:pt x="16" y="40"/>
                </a:cubicBezTo>
                <a:cubicBezTo>
                  <a:pt x="16" y="40"/>
                  <a:pt x="16" y="41"/>
                  <a:pt x="16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5"/>
                  <a:pt x="22" y="35"/>
                  <a:pt x="23" y="35"/>
                </a:cubicBezTo>
                <a:cubicBezTo>
                  <a:pt x="23" y="35"/>
                  <a:pt x="24" y="35"/>
                  <a:pt x="24" y="36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4"/>
                  <a:pt x="24" y="44"/>
                  <a:pt x="24" y="44"/>
                </a:cubicBezTo>
                <a:cubicBezTo>
                  <a:pt x="36" y="44"/>
                  <a:pt x="36" y="44"/>
                  <a:pt x="36" y="44"/>
                </a:cubicBezTo>
                <a:close/>
                <a:moveTo>
                  <a:pt x="30" y="22"/>
                </a:moveTo>
                <a:cubicBezTo>
                  <a:pt x="30" y="22"/>
                  <a:pt x="30" y="22"/>
                  <a:pt x="30" y="22"/>
                </a:cubicBezTo>
                <a:cubicBezTo>
                  <a:pt x="35" y="22"/>
                  <a:pt x="39" y="18"/>
                  <a:pt x="39" y="13"/>
                </a:cubicBezTo>
                <a:cubicBezTo>
                  <a:pt x="39" y="8"/>
                  <a:pt x="35" y="3"/>
                  <a:pt x="30" y="3"/>
                </a:cubicBezTo>
                <a:cubicBezTo>
                  <a:pt x="24" y="3"/>
                  <a:pt x="20" y="8"/>
                  <a:pt x="20" y="13"/>
                </a:cubicBezTo>
                <a:cubicBezTo>
                  <a:pt x="20" y="18"/>
                  <a:pt x="25" y="22"/>
                  <a:pt x="30" y="22"/>
                </a:cubicBezTo>
                <a:close/>
                <a:moveTo>
                  <a:pt x="9" y="44"/>
                </a:moveTo>
                <a:cubicBezTo>
                  <a:pt x="9" y="44"/>
                  <a:pt x="9" y="44"/>
                  <a:pt x="9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4" y="44"/>
                  <a:pt x="14" y="44"/>
                  <a:pt x="13" y="43"/>
                </a:cubicBezTo>
                <a:cubicBezTo>
                  <a:pt x="13" y="42"/>
                  <a:pt x="12" y="41"/>
                  <a:pt x="12" y="40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5"/>
                  <a:pt x="13" y="33"/>
                  <a:pt x="13" y="31"/>
                </a:cubicBezTo>
                <a:cubicBezTo>
                  <a:pt x="12" y="31"/>
                  <a:pt x="10" y="31"/>
                  <a:pt x="9" y="30"/>
                </a:cubicBezTo>
                <a:cubicBezTo>
                  <a:pt x="6" y="33"/>
                  <a:pt x="6" y="33"/>
                  <a:pt x="6" y="33"/>
                </a:cubicBezTo>
                <a:cubicBezTo>
                  <a:pt x="5" y="34"/>
                  <a:pt x="5" y="35"/>
                  <a:pt x="4" y="36"/>
                </a:cubicBezTo>
                <a:cubicBezTo>
                  <a:pt x="4" y="36"/>
                  <a:pt x="4" y="36"/>
                  <a:pt x="4" y="36"/>
                </a:cubicBezTo>
                <a:cubicBezTo>
                  <a:pt x="4" y="37"/>
                  <a:pt x="4" y="38"/>
                  <a:pt x="4" y="39"/>
                </a:cubicBezTo>
                <a:cubicBezTo>
                  <a:pt x="4" y="42"/>
                  <a:pt x="4" y="42"/>
                  <a:pt x="4" y="42"/>
                </a:cubicBezTo>
                <a:cubicBezTo>
                  <a:pt x="7" y="42"/>
                  <a:pt x="7" y="42"/>
                  <a:pt x="7" y="42"/>
                </a:cubicBezTo>
                <a:cubicBezTo>
                  <a:pt x="7" y="38"/>
                  <a:pt x="7" y="38"/>
                  <a:pt x="7" y="38"/>
                </a:cubicBezTo>
                <a:cubicBezTo>
                  <a:pt x="7" y="38"/>
                  <a:pt x="8" y="37"/>
                  <a:pt x="8" y="37"/>
                </a:cubicBezTo>
                <a:cubicBezTo>
                  <a:pt x="9" y="37"/>
                  <a:pt x="9" y="38"/>
                  <a:pt x="9" y="38"/>
                </a:cubicBezTo>
                <a:cubicBezTo>
                  <a:pt x="9" y="44"/>
                  <a:pt x="9" y="44"/>
                  <a:pt x="9" y="44"/>
                </a:cubicBezTo>
                <a:close/>
                <a:moveTo>
                  <a:pt x="17" y="15"/>
                </a:moveTo>
                <a:cubicBezTo>
                  <a:pt x="17" y="15"/>
                  <a:pt x="17" y="15"/>
                  <a:pt x="17" y="15"/>
                </a:cubicBezTo>
                <a:cubicBezTo>
                  <a:pt x="16" y="15"/>
                  <a:pt x="16" y="15"/>
                  <a:pt x="15" y="14"/>
                </a:cubicBezTo>
                <a:cubicBezTo>
                  <a:pt x="15" y="14"/>
                  <a:pt x="14" y="14"/>
                  <a:pt x="13" y="14"/>
                </a:cubicBezTo>
                <a:cubicBezTo>
                  <a:pt x="12" y="14"/>
                  <a:pt x="10" y="15"/>
                  <a:pt x="9" y="16"/>
                </a:cubicBezTo>
                <a:cubicBezTo>
                  <a:pt x="8" y="17"/>
                  <a:pt x="7" y="19"/>
                  <a:pt x="7" y="21"/>
                </a:cubicBezTo>
                <a:cubicBezTo>
                  <a:pt x="7" y="23"/>
                  <a:pt x="8" y="24"/>
                  <a:pt x="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10" y="27"/>
                  <a:pt x="12" y="28"/>
                  <a:pt x="13" y="28"/>
                </a:cubicBezTo>
                <a:cubicBezTo>
                  <a:pt x="14" y="28"/>
                  <a:pt x="14" y="27"/>
                  <a:pt x="15" y="27"/>
                </a:cubicBezTo>
                <a:cubicBezTo>
                  <a:pt x="15" y="27"/>
                  <a:pt x="15" y="27"/>
                  <a:pt x="16" y="27"/>
                </a:cubicBezTo>
                <a:cubicBezTo>
                  <a:pt x="16" y="27"/>
                  <a:pt x="16" y="26"/>
                  <a:pt x="17" y="26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18" y="20"/>
                  <a:pt x="17" y="18"/>
                  <a:pt x="17" y="16"/>
                </a:cubicBezTo>
                <a:cubicBezTo>
                  <a:pt x="17" y="16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lose/>
                <a:moveTo>
                  <a:pt x="50" y="44"/>
                </a:moveTo>
                <a:cubicBezTo>
                  <a:pt x="50" y="44"/>
                  <a:pt x="50" y="44"/>
                  <a:pt x="50" y="44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38"/>
                  <a:pt x="50" y="37"/>
                  <a:pt x="51" y="37"/>
                </a:cubicBezTo>
                <a:cubicBezTo>
                  <a:pt x="52" y="37"/>
                  <a:pt x="52" y="38"/>
                  <a:pt x="52" y="38"/>
                </a:cubicBezTo>
                <a:cubicBezTo>
                  <a:pt x="52" y="42"/>
                  <a:pt x="52" y="42"/>
                  <a:pt x="52" y="42"/>
                </a:cubicBezTo>
                <a:cubicBezTo>
                  <a:pt x="56" y="42"/>
                  <a:pt x="56" y="42"/>
                  <a:pt x="56" y="42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8"/>
                  <a:pt x="55" y="37"/>
                  <a:pt x="55" y="36"/>
                </a:cubicBezTo>
                <a:cubicBezTo>
                  <a:pt x="55" y="36"/>
                  <a:pt x="55" y="36"/>
                  <a:pt x="55" y="36"/>
                </a:cubicBezTo>
                <a:cubicBezTo>
                  <a:pt x="55" y="36"/>
                  <a:pt x="55" y="36"/>
                  <a:pt x="55" y="36"/>
                </a:cubicBezTo>
                <a:cubicBezTo>
                  <a:pt x="55" y="35"/>
                  <a:pt x="54" y="34"/>
                  <a:pt x="53" y="33"/>
                </a:cubicBezTo>
                <a:cubicBezTo>
                  <a:pt x="50" y="30"/>
                  <a:pt x="50" y="30"/>
                  <a:pt x="50" y="30"/>
                </a:cubicBezTo>
                <a:cubicBezTo>
                  <a:pt x="49" y="31"/>
                  <a:pt x="48" y="31"/>
                  <a:pt x="46" y="31"/>
                </a:cubicBezTo>
                <a:cubicBezTo>
                  <a:pt x="47" y="33"/>
                  <a:pt x="47" y="35"/>
                  <a:pt x="47" y="36"/>
                </a:cubicBezTo>
                <a:cubicBezTo>
                  <a:pt x="47" y="40"/>
                  <a:pt x="47" y="40"/>
                  <a:pt x="47" y="40"/>
                </a:cubicBezTo>
                <a:cubicBezTo>
                  <a:pt x="47" y="41"/>
                  <a:pt x="47" y="42"/>
                  <a:pt x="46" y="43"/>
                </a:cubicBezTo>
                <a:cubicBezTo>
                  <a:pt x="46" y="44"/>
                  <a:pt x="45" y="44"/>
                  <a:pt x="44" y="44"/>
                </a:cubicBezTo>
                <a:cubicBezTo>
                  <a:pt x="50" y="44"/>
                  <a:pt x="50" y="44"/>
                  <a:pt x="50" y="44"/>
                </a:cubicBezTo>
                <a:close/>
                <a:moveTo>
                  <a:pt x="43" y="15"/>
                </a:move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2" y="18"/>
                  <a:pt x="41" y="20"/>
                  <a:pt x="39" y="22"/>
                </a:cubicBezTo>
                <a:cubicBezTo>
                  <a:pt x="39" y="22"/>
                  <a:pt x="39" y="22"/>
                  <a:pt x="39" y="22"/>
                </a:cubicBezTo>
                <a:cubicBezTo>
                  <a:pt x="39" y="22"/>
                  <a:pt x="39" y="22"/>
                  <a:pt x="39" y="22"/>
                </a:cubicBezTo>
                <a:cubicBezTo>
                  <a:pt x="39" y="22"/>
                  <a:pt x="39" y="22"/>
                  <a:pt x="39" y="22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6"/>
                  <a:pt x="43" y="27"/>
                  <a:pt x="44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5" y="27"/>
                  <a:pt x="45" y="28"/>
                  <a:pt x="46" y="28"/>
                </a:cubicBezTo>
                <a:cubicBezTo>
                  <a:pt x="48" y="28"/>
                  <a:pt x="49" y="27"/>
                  <a:pt x="51" y="26"/>
                </a:cubicBezTo>
                <a:cubicBezTo>
                  <a:pt x="52" y="24"/>
                  <a:pt x="52" y="23"/>
                  <a:pt x="52" y="21"/>
                </a:cubicBezTo>
                <a:cubicBezTo>
                  <a:pt x="52" y="19"/>
                  <a:pt x="52" y="17"/>
                  <a:pt x="51" y="16"/>
                </a:cubicBezTo>
                <a:cubicBezTo>
                  <a:pt x="49" y="15"/>
                  <a:pt x="48" y="14"/>
                  <a:pt x="46" y="14"/>
                </a:cubicBezTo>
                <a:cubicBezTo>
                  <a:pt x="45" y="14"/>
                  <a:pt x="44" y="14"/>
                  <a:pt x="44" y="14"/>
                </a:cubicBezTo>
                <a:cubicBezTo>
                  <a:pt x="43" y="15"/>
                  <a:pt x="43" y="15"/>
                  <a:pt x="43" y="1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38" name="Freeform 272">
            <a:extLst>
              <a:ext uri="{FF2B5EF4-FFF2-40B4-BE49-F238E27FC236}">
                <a16:creationId xmlns:a16="http://schemas.microsoft.com/office/drawing/2014/main" id="{0456DE1B-55A1-49C1-66A3-BFF69A9EFBB5}"/>
              </a:ext>
            </a:extLst>
          </p:cNvPr>
          <p:cNvSpPr>
            <a:spLocks noEditPoints="1"/>
          </p:cNvSpPr>
          <p:nvPr/>
        </p:nvSpPr>
        <p:spPr bwMode="auto">
          <a:xfrm>
            <a:off x="528568" y="5228614"/>
            <a:ext cx="215900" cy="237067"/>
          </a:xfrm>
          <a:custGeom>
            <a:avLst/>
            <a:gdLst>
              <a:gd name="T0" fmla="*/ 38100 w 51"/>
              <a:gd name="T1" fmla="*/ 174625 h 56"/>
              <a:gd name="T2" fmla="*/ 31750 w 51"/>
              <a:gd name="T3" fmla="*/ 130175 h 56"/>
              <a:gd name="T4" fmla="*/ 28575 w 51"/>
              <a:gd name="T5" fmla="*/ 117475 h 56"/>
              <a:gd name="T6" fmla="*/ 73025 w 51"/>
              <a:gd name="T7" fmla="*/ 57150 h 56"/>
              <a:gd name="T8" fmla="*/ 161925 w 51"/>
              <a:gd name="T9" fmla="*/ 57150 h 56"/>
              <a:gd name="T10" fmla="*/ 57150 w 51"/>
              <a:gd name="T11" fmla="*/ 146050 h 56"/>
              <a:gd name="T12" fmla="*/ 44450 w 51"/>
              <a:gd name="T13" fmla="*/ 146050 h 56"/>
              <a:gd name="T14" fmla="*/ 44450 w 51"/>
              <a:gd name="T15" fmla="*/ 171450 h 56"/>
              <a:gd name="T16" fmla="*/ 152400 w 51"/>
              <a:gd name="T17" fmla="*/ 127000 h 56"/>
              <a:gd name="T18" fmla="*/ 158750 w 51"/>
              <a:gd name="T19" fmla="*/ 133350 h 56"/>
              <a:gd name="T20" fmla="*/ 149225 w 51"/>
              <a:gd name="T21" fmla="*/ 142875 h 56"/>
              <a:gd name="T22" fmla="*/ 136525 w 51"/>
              <a:gd name="T23" fmla="*/ 139700 h 56"/>
              <a:gd name="T24" fmla="*/ 136525 w 51"/>
              <a:gd name="T25" fmla="*/ 127000 h 56"/>
              <a:gd name="T26" fmla="*/ 149225 w 51"/>
              <a:gd name="T27" fmla="*/ 120650 h 56"/>
              <a:gd name="T28" fmla="*/ 47625 w 51"/>
              <a:gd name="T29" fmla="*/ 57150 h 56"/>
              <a:gd name="T30" fmla="*/ 50800 w 51"/>
              <a:gd name="T31" fmla="*/ 66675 h 56"/>
              <a:gd name="T32" fmla="*/ 44450 w 51"/>
              <a:gd name="T33" fmla="*/ 69850 h 56"/>
              <a:gd name="T34" fmla="*/ 34925 w 51"/>
              <a:gd name="T35" fmla="*/ 66675 h 56"/>
              <a:gd name="T36" fmla="*/ 38100 w 51"/>
              <a:gd name="T37" fmla="*/ 57150 h 56"/>
              <a:gd name="T38" fmla="*/ 19050 w 51"/>
              <a:gd name="T39" fmla="*/ 66675 h 56"/>
              <a:gd name="T40" fmla="*/ 25400 w 51"/>
              <a:gd name="T41" fmla="*/ 76200 h 56"/>
              <a:gd name="T42" fmla="*/ 22225 w 51"/>
              <a:gd name="T43" fmla="*/ 88900 h 56"/>
              <a:gd name="T44" fmla="*/ 6350 w 51"/>
              <a:gd name="T45" fmla="*/ 88900 h 56"/>
              <a:gd name="T46" fmla="*/ 3175 w 51"/>
              <a:gd name="T47" fmla="*/ 76200 h 56"/>
              <a:gd name="T48" fmla="*/ 9525 w 51"/>
              <a:gd name="T49" fmla="*/ 66675 h 56"/>
              <a:gd name="T50" fmla="*/ 101600 w 51"/>
              <a:gd name="T51" fmla="*/ 139700 h 56"/>
              <a:gd name="T52" fmla="*/ 117475 w 51"/>
              <a:gd name="T53" fmla="*/ 155575 h 56"/>
              <a:gd name="T54" fmla="*/ 104775 w 51"/>
              <a:gd name="T55" fmla="*/ 174625 h 56"/>
              <a:gd name="T56" fmla="*/ 85725 w 51"/>
              <a:gd name="T57" fmla="*/ 168275 h 56"/>
              <a:gd name="T58" fmla="*/ 82550 w 51"/>
              <a:gd name="T59" fmla="*/ 149225 h 56"/>
              <a:gd name="T60" fmla="*/ 101600 w 51"/>
              <a:gd name="T61" fmla="*/ 139700 h 56"/>
              <a:gd name="T62" fmla="*/ 95250 w 51"/>
              <a:gd name="T63" fmla="*/ 161925 h 56"/>
              <a:gd name="T64" fmla="*/ 50800 w 51"/>
              <a:gd name="T65" fmla="*/ 3175 h 56"/>
              <a:gd name="T66" fmla="*/ 66675 w 51"/>
              <a:gd name="T67" fmla="*/ 15875 h 56"/>
              <a:gd name="T68" fmla="*/ 60325 w 51"/>
              <a:gd name="T69" fmla="*/ 38100 h 56"/>
              <a:gd name="T70" fmla="*/ 34925 w 51"/>
              <a:gd name="T71" fmla="*/ 34925 h 56"/>
              <a:gd name="T72" fmla="*/ 31750 w 51"/>
              <a:gd name="T73" fmla="*/ 19050 h 56"/>
              <a:gd name="T74" fmla="*/ 44450 w 51"/>
              <a:gd name="T75" fmla="*/ 3175 h 56"/>
              <a:gd name="T76" fmla="*/ 47625 w 51"/>
              <a:gd name="T77" fmla="*/ 15875 h 56"/>
              <a:gd name="T78" fmla="*/ 53975 w 51"/>
              <a:gd name="T79" fmla="*/ 19050 h 56"/>
              <a:gd name="T80" fmla="*/ 76200 w 51"/>
              <a:gd name="T81" fmla="*/ 73025 h 56"/>
              <a:gd name="T82" fmla="*/ 34925 w 51"/>
              <a:gd name="T83" fmla="*/ 123825 h 56"/>
              <a:gd name="T84" fmla="*/ 44450 w 51"/>
              <a:gd name="T85" fmla="*/ 133350 h 56"/>
              <a:gd name="T86" fmla="*/ 44450 w 51"/>
              <a:gd name="T87" fmla="*/ 133350 h 56"/>
              <a:gd name="T88" fmla="*/ 50800 w 51"/>
              <a:gd name="T89" fmla="*/ 139700 h 56"/>
              <a:gd name="T90" fmla="*/ 104775 w 51"/>
              <a:gd name="T91" fmla="*/ 98425 h 56"/>
              <a:gd name="T92" fmla="*/ 85725 w 51"/>
              <a:gd name="T93" fmla="*/ 57150 h 56"/>
              <a:gd name="T94" fmla="*/ 152400 w 51"/>
              <a:gd name="T95" fmla="*/ 57150 h 5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1" h="56">
                <a:moveTo>
                  <a:pt x="14" y="54"/>
                </a:moveTo>
                <a:cubicBezTo>
                  <a:pt x="14" y="54"/>
                  <a:pt x="14" y="55"/>
                  <a:pt x="14" y="55"/>
                </a:cubicBezTo>
                <a:cubicBezTo>
                  <a:pt x="13" y="56"/>
                  <a:pt x="12" y="56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0" y="53"/>
                  <a:pt x="9" y="51"/>
                  <a:pt x="9" y="48"/>
                </a:cubicBezTo>
                <a:cubicBezTo>
                  <a:pt x="9" y="46"/>
                  <a:pt x="10" y="44"/>
                  <a:pt x="11" y="43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9" y="40"/>
                  <a:pt x="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38"/>
                  <a:pt x="9" y="38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18" y="27"/>
                  <a:pt x="18" y="27"/>
                  <a:pt x="18" y="27"/>
                </a:cubicBezTo>
                <a:cubicBezTo>
                  <a:pt x="24" y="20"/>
                  <a:pt x="24" y="20"/>
                  <a:pt x="24" y="20"/>
                </a:cubicBezTo>
                <a:cubicBezTo>
                  <a:pt x="23" y="19"/>
                  <a:pt x="23" y="19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1"/>
                  <a:pt x="30" y="4"/>
                  <a:pt x="37" y="4"/>
                </a:cubicBezTo>
                <a:cubicBezTo>
                  <a:pt x="45" y="4"/>
                  <a:pt x="51" y="10"/>
                  <a:pt x="51" y="18"/>
                </a:cubicBezTo>
                <a:cubicBezTo>
                  <a:pt x="51" y="18"/>
                  <a:pt x="51" y="18"/>
                  <a:pt x="51" y="18"/>
                </a:cubicBezTo>
                <a:cubicBezTo>
                  <a:pt x="51" y="26"/>
                  <a:pt x="45" y="32"/>
                  <a:pt x="37" y="32"/>
                </a:cubicBezTo>
                <a:cubicBezTo>
                  <a:pt x="37" y="32"/>
                  <a:pt x="36" y="32"/>
                  <a:pt x="35" y="32"/>
                </a:cubicBezTo>
                <a:cubicBezTo>
                  <a:pt x="28" y="38"/>
                  <a:pt x="28" y="38"/>
                  <a:pt x="28" y="38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7" y="47"/>
                  <a:pt x="16" y="47"/>
                </a:cubicBezTo>
                <a:cubicBezTo>
                  <a:pt x="16" y="47"/>
                  <a:pt x="16" y="47"/>
                  <a:pt x="16" y="47"/>
                </a:cubicBezTo>
                <a:cubicBezTo>
                  <a:pt x="15" y="47"/>
                  <a:pt x="15" y="46"/>
                  <a:pt x="14" y="46"/>
                </a:cubicBezTo>
                <a:cubicBezTo>
                  <a:pt x="14" y="46"/>
                  <a:pt x="14" y="46"/>
                  <a:pt x="14" y="46"/>
                </a:cubicBezTo>
                <a:cubicBezTo>
                  <a:pt x="13" y="44"/>
                  <a:pt x="13" y="44"/>
                  <a:pt x="13" y="44"/>
                </a:cubicBezTo>
                <a:cubicBezTo>
                  <a:pt x="12" y="45"/>
                  <a:pt x="11" y="47"/>
                  <a:pt x="11" y="48"/>
                </a:cubicBezTo>
                <a:cubicBezTo>
                  <a:pt x="11" y="50"/>
                  <a:pt x="12" y="52"/>
                  <a:pt x="14" y="53"/>
                </a:cubicBezTo>
                <a:cubicBezTo>
                  <a:pt x="14" y="54"/>
                  <a:pt x="14" y="54"/>
                  <a:pt x="14" y="54"/>
                </a:cubicBezTo>
                <a:cubicBezTo>
                  <a:pt x="14" y="54"/>
                  <a:pt x="14" y="54"/>
                  <a:pt x="14" y="54"/>
                </a:cubicBezTo>
                <a:close/>
                <a:moveTo>
                  <a:pt x="47" y="38"/>
                </a:moveTo>
                <a:cubicBezTo>
                  <a:pt x="47" y="38"/>
                  <a:pt x="47" y="38"/>
                  <a:pt x="47" y="38"/>
                </a:cubicBezTo>
                <a:cubicBezTo>
                  <a:pt x="48" y="40"/>
                  <a:pt x="48" y="40"/>
                  <a:pt x="48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50" y="40"/>
                  <a:pt x="50" y="40"/>
                  <a:pt x="50" y="41"/>
                </a:cubicBezTo>
                <a:cubicBezTo>
                  <a:pt x="50" y="41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49" y="42"/>
                  <a:pt x="49" y="42"/>
                  <a:pt x="49" y="42"/>
                </a:cubicBezTo>
                <a:cubicBezTo>
                  <a:pt x="49" y="44"/>
                  <a:pt x="49" y="44"/>
                  <a:pt x="49" y="44"/>
                </a:cubicBezTo>
                <a:cubicBezTo>
                  <a:pt x="49" y="44"/>
                  <a:pt x="49" y="45"/>
                  <a:pt x="48" y="45"/>
                </a:cubicBezTo>
                <a:cubicBezTo>
                  <a:pt x="48" y="45"/>
                  <a:pt x="47" y="45"/>
                  <a:pt x="47" y="45"/>
                </a:cubicBezTo>
                <a:cubicBezTo>
                  <a:pt x="46" y="44"/>
                  <a:pt x="46" y="44"/>
                  <a:pt x="46" y="44"/>
                </a:cubicBezTo>
                <a:cubicBezTo>
                  <a:pt x="45" y="45"/>
                  <a:pt x="45" y="45"/>
                  <a:pt x="45" y="45"/>
                </a:cubicBezTo>
                <a:cubicBezTo>
                  <a:pt x="45" y="45"/>
                  <a:pt x="44" y="45"/>
                  <a:pt x="44" y="45"/>
                </a:cubicBezTo>
                <a:cubicBezTo>
                  <a:pt x="43" y="44"/>
                  <a:pt x="43" y="44"/>
                  <a:pt x="43" y="44"/>
                </a:cubicBezTo>
                <a:cubicBezTo>
                  <a:pt x="43" y="44"/>
                  <a:pt x="43" y="44"/>
                  <a:pt x="43" y="44"/>
                </a:cubicBezTo>
                <a:cubicBezTo>
                  <a:pt x="44" y="42"/>
                  <a:pt x="44" y="42"/>
                  <a:pt x="44" y="42"/>
                </a:cubicBezTo>
                <a:cubicBezTo>
                  <a:pt x="43" y="42"/>
                  <a:pt x="43" y="42"/>
                  <a:pt x="43" y="42"/>
                </a:cubicBezTo>
                <a:cubicBezTo>
                  <a:pt x="42" y="41"/>
                  <a:pt x="42" y="41"/>
                  <a:pt x="43" y="40"/>
                </a:cubicBezTo>
                <a:cubicBezTo>
                  <a:pt x="43" y="40"/>
                  <a:pt x="43" y="40"/>
                  <a:pt x="44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38"/>
                  <a:pt x="45" y="38"/>
                  <a:pt x="45" y="38"/>
                </a:cubicBezTo>
                <a:cubicBezTo>
                  <a:pt x="45" y="38"/>
                  <a:pt x="46" y="37"/>
                  <a:pt x="47" y="38"/>
                </a:cubicBezTo>
                <a:cubicBezTo>
                  <a:pt x="47" y="38"/>
                  <a:pt x="47" y="38"/>
                  <a:pt x="47" y="38"/>
                </a:cubicBezTo>
                <a:close/>
                <a:moveTo>
                  <a:pt x="15" y="17"/>
                </a:moveTo>
                <a:cubicBezTo>
                  <a:pt x="15" y="17"/>
                  <a:pt x="15" y="17"/>
                  <a:pt x="15" y="17"/>
                </a:cubicBezTo>
                <a:cubicBezTo>
                  <a:pt x="15" y="18"/>
                  <a:pt x="15" y="18"/>
                  <a:pt x="15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9"/>
                </a:cubicBezTo>
                <a:cubicBezTo>
                  <a:pt x="18" y="19"/>
                  <a:pt x="18" y="20"/>
                  <a:pt x="17" y="20"/>
                </a:cubicBezTo>
                <a:cubicBezTo>
                  <a:pt x="16" y="21"/>
                  <a:pt x="16" y="21"/>
                  <a:pt x="16" y="21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3"/>
                  <a:pt x="17" y="23"/>
                  <a:pt x="16" y="23"/>
                </a:cubicBezTo>
                <a:cubicBezTo>
                  <a:pt x="15" y="24"/>
                  <a:pt x="15" y="23"/>
                  <a:pt x="15" y="23"/>
                </a:cubicBezTo>
                <a:cubicBezTo>
                  <a:pt x="14" y="22"/>
                  <a:pt x="14" y="22"/>
                  <a:pt x="14" y="22"/>
                </a:cubicBezTo>
                <a:cubicBezTo>
                  <a:pt x="13" y="23"/>
                  <a:pt x="13" y="23"/>
                  <a:pt x="13" y="23"/>
                </a:cubicBezTo>
                <a:cubicBezTo>
                  <a:pt x="12" y="24"/>
                  <a:pt x="12" y="24"/>
                  <a:pt x="11" y="23"/>
                </a:cubicBezTo>
                <a:cubicBezTo>
                  <a:pt x="11" y="23"/>
                  <a:pt x="11" y="22"/>
                  <a:pt x="11" y="22"/>
                </a:cubicBezTo>
                <a:cubicBezTo>
                  <a:pt x="11" y="21"/>
                  <a:pt x="11" y="21"/>
                  <a:pt x="11" y="21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19"/>
                  <a:pt x="10" y="18"/>
                </a:cubicBezTo>
                <a:cubicBezTo>
                  <a:pt x="10" y="18"/>
                  <a:pt x="11" y="18"/>
                  <a:pt x="11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6"/>
                  <a:pt x="14" y="16"/>
                  <a:pt x="14" y="16"/>
                </a:cubicBezTo>
                <a:cubicBezTo>
                  <a:pt x="15" y="16"/>
                  <a:pt x="15" y="16"/>
                  <a:pt x="15" y="17"/>
                </a:cubicBezTo>
                <a:close/>
                <a:moveTo>
                  <a:pt x="6" y="21"/>
                </a:moveTo>
                <a:cubicBezTo>
                  <a:pt x="6" y="21"/>
                  <a:pt x="6" y="21"/>
                  <a:pt x="6" y="21"/>
                </a:cubicBezTo>
                <a:cubicBezTo>
                  <a:pt x="6" y="22"/>
                  <a:pt x="6" y="22"/>
                  <a:pt x="6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8" y="22"/>
                  <a:pt x="8" y="23"/>
                  <a:pt x="8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7"/>
                  <a:pt x="7" y="28"/>
                  <a:pt x="7" y="28"/>
                </a:cubicBezTo>
                <a:cubicBezTo>
                  <a:pt x="6" y="28"/>
                  <a:pt x="6" y="28"/>
                  <a:pt x="5" y="28"/>
                </a:cubicBezTo>
                <a:cubicBezTo>
                  <a:pt x="4" y="27"/>
                  <a:pt x="4" y="27"/>
                  <a:pt x="4" y="27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28"/>
                  <a:pt x="2" y="28"/>
                  <a:pt x="2" y="28"/>
                </a:cubicBezTo>
                <a:cubicBezTo>
                  <a:pt x="2" y="27"/>
                  <a:pt x="2" y="27"/>
                  <a:pt x="2" y="26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5"/>
                  <a:pt x="2" y="25"/>
                  <a:pt x="2" y="25"/>
                </a:cubicBezTo>
                <a:cubicBezTo>
                  <a:pt x="1" y="24"/>
                  <a:pt x="1" y="24"/>
                  <a:pt x="1" y="24"/>
                </a:cubicBezTo>
                <a:cubicBezTo>
                  <a:pt x="1" y="24"/>
                  <a:pt x="0" y="23"/>
                  <a:pt x="1" y="23"/>
                </a:cubicBezTo>
                <a:cubicBezTo>
                  <a:pt x="1" y="23"/>
                  <a:pt x="1" y="22"/>
                  <a:pt x="2" y="22"/>
                </a:cubicBezTo>
                <a:cubicBezTo>
                  <a:pt x="3" y="22"/>
                  <a:pt x="3" y="22"/>
                  <a:pt x="3" y="22"/>
                </a:cubicBezTo>
                <a:cubicBezTo>
                  <a:pt x="3" y="21"/>
                  <a:pt x="3" y="21"/>
                  <a:pt x="3" y="21"/>
                </a:cubicBezTo>
                <a:cubicBezTo>
                  <a:pt x="4" y="21"/>
                  <a:pt x="4" y="20"/>
                  <a:pt x="5" y="20"/>
                </a:cubicBezTo>
                <a:cubicBezTo>
                  <a:pt x="5" y="21"/>
                  <a:pt x="5" y="21"/>
                  <a:pt x="6" y="21"/>
                </a:cubicBezTo>
                <a:close/>
                <a:moveTo>
                  <a:pt x="32" y="44"/>
                </a:moveTo>
                <a:cubicBezTo>
                  <a:pt x="32" y="44"/>
                  <a:pt x="32" y="44"/>
                  <a:pt x="32" y="44"/>
                </a:cubicBezTo>
                <a:cubicBezTo>
                  <a:pt x="33" y="47"/>
                  <a:pt x="33" y="47"/>
                  <a:pt x="33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7"/>
                  <a:pt x="37" y="47"/>
                  <a:pt x="37" y="48"/>
                </a:cubicBezTo>
                <a:cubicBezTo>
                  <a:pt x="37" y="48"/>
                  <a:pt x="37" y="49"/>
                  <a:pt x="37" y="49"/>
                </a:cubicBezTo>
                <a:cubicBezTo>
                  <a:pt x="34" y="51"/>
                  <a:pt x="34" y="51"/>
                  <a:pt x="34" y="51"/>
                </a:cubicBezTo>
                <a:cubicBezTo>
                  <a:pt x="35" y="53"/>
                  <a:pt x="35" y="53"/>
                  <a:pt x="35" y="53"/>
                </a:cubicBezTo>
                <a:cubicBezTo>
                  <a:pt x="35" y="54"/>
                  <a:pt x="35" y="55"/>
                  <a:pt x="34" y="55"/>
                </a:cubicBezTo>
                <a:cubicBezTo>
                  <a:pt x="34" y="55"/>
                  <a:pt x="34" y="55"/>
                  <a:pt x="33" y="55"/>
                </a:cubicBezTo>
                <a:cubicBezTo>
                  <a:pt x="31" y="53"/>
                  <a:pt x="31" y="53"/>
                  <a:pt x="31" y="53"/>
                </a:cubicBezTo>
                <a:cubicBezTo>
                  <a:pt x="29" y="55"/>
                  <a:pt x="29" y="55"/>
                  <a:pt x="29" y="55"/>
                </a:cubicBezTo>
                <a:cubicBezTo>
                  <a:pt x="28" y="55"/>
                  <a:pt x="27" y="55"/>
                  <a:pt x="27" y="54"/>
                </a:cubicBezTo>
                <a:cubicBezTo>
                  <a:pt x="27" y="54"/>
                  <a:pt x="27" y="54"/>
                  <a:pt x="27" y="53"/>
                </a:cubicBezTo>
                <a:cubicBezTo>
                  <a:pt x="28" y="51"/>
                  <a:pt x="28" y="51"/>
                  <a:pt x="28" y="51"/>
                </a:cubicBezTo>
                <a:cubicBezTo>
                  <a:pt x="25" y="49"/>
                  <a:pt x="25" y="49"/>
                  <a:pt x="25" y="49"/>
                </a:cubicBezTo>
                <a:cubicBezTo>
                  <a:pt x="25" y="48"/>
                  <a:pt x="25" y="48"/>
                  <a:pt x="25" y="47"/>
                </a:cubicBezTo>
                <a:cubicBezTo>
                  <a:pt x="25" y="47"/>
                  <a:pt x="26" y="47"/>
                  <a:pt x="26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30" y="44"/>
                  <a:pt x="30" y="44"/>
                  <a:pt x="30" y="44"/>
                </a:cubicBezTo>
                <a:cubicBezTo>
                  <a:pt x="30" y="43"/>
                  <a:pt x="31" y="43"/>
                  <a:pt x="31" y="43"/>
                </a:cubicBezTo>
                <a:cubicBezTo>
                  <a:pt x="32" y="43"/>
                  <a:pt x="32" y="44"/>
                  <a:pt x="32" y="44"/>
                </a:cubicBezTo>
                <a:close/>
                <a:moveTo>
                  <a:pt x="31" y="48"/>
                </a:moveTo>
                <a:cubicBezTo>
                  <a:pt x="31" y="48"/>
                  <a:pt x="31" y="48"/>
                  <a:pt x="31" y="48"/>
                </a:cubicBezTo>
                <a:cubicBezTo>
                  <a:pt x="31" y="49"/>
                  <a:pt x="30" y="49"/>
                  <a:pt x="30" y="49"/>
                </a:cubicBezTo>
                <a:cubicBezTo>
                  <a:pt x="30" y="49"/>
                  <a:pt x="30" y="50"/>
                  <a:pt x="30" y="51"/>
                </a:cubicBezTo>
                <a:cubicBezTo>
                  <a:pt x="31" y="50"/>
                  <a:pt x="31" y="50"/>
                  <a:pt x="32" y="51"/>
                </a:cubicBezTo>
                <a:cubicBezTo>
                  <a:pt x="32" y="50"/>
                  <a:pt x="32" y="49"/>
                  <a:pt x="32" y="49"/>
                </a:cubicBezTo>
                <a:cubicBezTo>
                  <a:pt x="32" y="49"/>
                  <a:pt x="31" y="49"/>
                  <a:pt x="31" y="48"/>
                </a:cubicBezTo>
                <a:close/>
                <a:moveTo>
                  <a:pt x="16" y="1"/>
                </a:moveTo>
                <a:cubicBezTo>
                  <a:pt x="16" y="1"/>
                  <a:pt x="16" y="1"/>
                  <a:pt x="16" y="1"/>
                </a:cubicBezTo>
                <a:cubicBezTo>
                  <a:pt x="17" y="4"/>
                  <a:pt x="17" y="4"/>
                  <a:pt x="17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1" y="4"/>
                  <a:pt x="21" y="4"/>
                  <a:pt x="21" y="5"/>
                </a:cubicBezTo>
                <a:cubicBezTo>
                  <a:pt x="21" y="5"/>
                  <a:pt x="21" y="6"/>
                  <a:pt x="21" y="6"/>
                </a:cubicBezTo>
                <a:cubicBezTo>
                  <a:pt x="18" y="8"/>
                  <a:pt x="18" y="8"/>
                  <a:pt x="18" y="8"/>
                </a:cubicBezTo>
                <a:cubicBezTo>
                  <a:pt x="19" y="10"/>
                  <a:pt x="19" y="10"/>
                  <a:pt x="19" y="10"/>
                </a:cubicBezTo>
                <a:cubicBezTo>
                  <a:pt x="20" y="11"/>
                  <a:pt x="19" y="12"/>
                  <a:pt x="19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5" y="10"/>
                  <a:pt x="15" y="10"/>
                  <a:pt x="15" y="10"/>
                </a:cubicBezTo>
                <a:cubicBezTo>
                  <a:pt x="13" y="12"/>
                  <a:pt x="13" y="12"/>
                  <a:pt x="13" y="12"/>
                </a:cubicBezTo>
                <a:cubicBezTo>
                  <a:pt x="12" y="12"/>
                  <a:pt x="12" y="12"/>
                  <a:pt x="11" y="11"/>
                </a:cubicBezTo>
                <a:cubicBezTo>
                  <a:pt x="11" y="11"/>
                  <a:pt x="11" y="11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2" y="8"/>
                  <a:pt x="12" y="8"/>
                  <a:pt x="12" y="8"/>
                </a:cubicBezTo>
                <a:cubicBezTo>
                  <a:pt x="10" y="6"/>
                  <a:pt x="10" y="6"/>
                  <a:pt x="10" y="6"/>
                </a:cubicBezTo>
                <a:cubicBezTo>
                  <a:pt x="9" y="6"/>
                  <a:pt x="9" y="5"/>
                  <a:pt x="9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5" y="0"/>
                  <a:pt x="16" y="0"/>
                </a:cubicBezTo>
                <a:cubicBezTo>
                  <a:pt x="16" y="0"/>
                  <a:pt x="16" y="1"/>
                  <a:pt x="16" y="1"/>
                </a:cubicBezTo>
                <a:close/>
                <a:moveTo>
                  <a:pt x="15" y="5"/>
                </a:moveTo>
                <a:cubicBezTo>
                  <a:pt x="15" y="5"/>
                  <a:pt x="15" y="5"/>
                  <a:pt x="15" y="5"/>
                </a:cubicBezTo>
                <a:cubicBezTo>
                  <a:pt x="15" y="6"/>
                  <a:pt x="15" y="6"/>
                  <a:pt x="14" y="6"/>
                </a:cubicBezTo>
                <a:cubicBezTo>
                  <a:pt x="15" y="7"/>
                  <a:pt x="15" y="7"/>
                  <a:pt x="14" y="8"/>
                </a:cubicBezTo>
                <a:cubicBezTo>
                  <a:pt x="15" y="7"/>
                  <a:pt x="16" y="7"/>
                  <a:pt x="16" y="8"/>
                </a:cubicBezTo>
                <a:cubicBezTo>
                  <a:pt x="16" y="7"/>
                  <a:pt x="16" y="7"/>
                  <a:pt x="17" y="6"/>
                </a:cubicBezTo>
                <a:cubicBezTo>
                  <a:pt x="16" y="6"/>
                  <a:pt x="15" y="6"/>
                  <a:pt x="15" y="5"/>
                </a:cubicBezTo>
                <a:close/>
                <a:moveTo>
                  <a:pt x="33" y="31"/>
                </a:moveTo>
                <a:cubicBezTo>
                  <a:pt x="33" y="31"/>
                  <a:pt x="33" y="31"/>
                  <a:pt x="33" y="31"/>
                </a:cubicBezTo>
                <a:cubicBezTo>
                  <a:pt x="29" y="30"/>
                  <a:pt x="25" y="27"/>
                  <a:pt x="24" y="23"/>
                </a:cubicBezTo>
                <a:cubicBezTo>
                  <a:pt x="19" y="28"/>
                  <a:pt x="19" y="28"/>
                  <a:pt x="19" y="2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9"/>
                  <a:pt x="11" y="39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27" y="36"/>
                  <a:pt x="27" y="36"/>
                  <a:pt x="27" y="36"/>
                </a:cubicBezTo>
                <a:cubicBezTo>
                  <a:pt x="33" y="31"/>
                  <a:pt x="33" y="31"/>
                  <a:pt x="33" y="31"/>
                </a:cubicBezTo>
                <a:close/>
                <a:moveTo>
                  <a:pt x="48" y="18"/>
                </a:moveTo>
                <a:cubicBezTo>
                  <a:pt x="48" y="18"/>
                  <a:pt x="48" y="18"/>
                  <a:pt x="48" y="18"/>
                </a:cubicBezTo>
                <a:cubicBezTo>
                  <a:pt x="48" y="13"/>
                  <a:pt x="43" y="8"/>
                  <a:pt x="37" y="8"/>
                </a:cubicBezTo>
                <a:cubicBezTo>
                  <a:pt x="32" y="8"/>
                  <a:pt x="27" y="13"/>
                  <a:pt x="27" y="18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24"/>
                  <a:pt x="32" y="28"/>
                  <a:pt x="37" y="28"/>
                </a:cubicBezTo>
                <a:cubicBezTo>
                  <a:pt x="43" y="28"/>
                  <a:pt x="48" y="24"/>
                  <a:pt x="48" y="18"/>
                </a:cubicBezTo>
                <a:cubicBezTo>
                  <a:pt x="48" y="18"/>
                  <a:pt x="48" y="18"/>
                  <a:pt x="48" y="1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39" name="Freeform 273">
            <a:extLst>
              <a:ext uri="{FF2B5EF4-FFF2-40B4-BE49-F238E27FC236}">
                <a16:creationId xmlns:a16="http://schemas.microsoft.com/office/drawing/2014/main" id="{1A880127-A75E-DC58-13B2-5EDEE51FCE95}"/>
              </a:ext>
            </a:extLst>
          </p:cNvPr>
          <p:cNvSpPr>
            <a:spLocks noEditPoints="1"/>
          </p:cNvSpPr>
          <p:nvPr/>
        </p:nvSpPr>
        <p:spPr bwMode="auto">
          <a:xfrm>
            <a:off x="4308935" y="5241314"/>
            <a:ext cx="148167" cy="211667"/>
          </a:xfrm>
          <a:custGeom>
            <a:avLst/>
            <a:gdLst>
              <a:gd name="T0" fmla="*/ 41275 w 35"/>
              <a:gd name="T1" fmla="*/ 136525 h 50"/>
              <a:gd name="T2" fmla="*/ 41275 w 35"/>
              <a:gd name="T3" fmla="*/ 136525 h 50"/>
              <a:gd name="T4" fmla="*/ 69850 w 35"/>
              <a:gd name="T5" fmla="*/ 136525 h 50"/>
              <a:gd name="T6" fmla="*/ 73025 w 35"/>
              <a:gd name="T7" fmla="*/ 139700 h 50"/>
              <a:gd name="T8" fmla="*/ 73025 w 35"/>
              <a:gd name="T9" fmla="*/ 139700 h 50"/>
              <a:gd name="T10" fmla="*/ 73025 w 35"/>
              <a:gd name="T11" fmla="*/ 152400 h 50"/>
              <a:gd name="T12" fmla="*/ 69850 w 35"/>
              <a:gd name="T13" fmla="*/ 158750 h 50"/>
              <a:gd name="T14" fmla="*/ 69850 w 35"/>
              <a:gd name="T15" fmla="*/ 158750 h 50"/>
              <a:gd name="T16" fmla="*/ 41275 w 35"/>
              <a:gd name="T17" fmla="*/ 158750 h 50"/>
              <a:gd name="T18" fmla="*/ 38100 w 35"/>
              <a:gd name="T19" fmla="*/ 152400 h 50"/>
              <a:gd name="T20" fmla="*/ 38100 w 35"/>
              <a:gd name="T21" fmla="*/ 152400 h 50"/>
              <a:gd name="T22" fmla="*/ 38100 w 35"/>
              <a:gd name="T23" fmla="*/ 139700 h 50"/>
              <a:gd name="T24" fmla="*/ 41275 w 35"/>
              <a:gd name="T25" fmla="*/ 136525 h 50"/>
              <a:gd name="T26" fmla="*/ 57150 w 35"/>
              <a:gd name="T27" fmla="*/ 0 h 50"/>
              <a:gd name="T28" fmla="*/ 57150 w 35"/>
              <a:gd name="T29" fmla="*/ 0 h 50"/>
              <a:gd name="T30" fmla="*/ 95250 w 35"/>
              <a:gd name="T31" fmla="*/ 15875 h 50"/>
              <a:gd name="T32" fmla="*/ 95250 w 35"/>
              <a:gd name="T33" fmla="*/ 15875 h 50"/>
              <a:gd name="T34" fmla="*/ 95250 w 35"/>
              <a:gd name="T35" fmla="*/ 15875 h 50"/>
              <a:gd name="T36" fmla="*/ 111125 w 35"/>
              <a:gd name="T37" fmla="*/ 57150 h 50"/>
              <a:gd name="T38" fmla="*/ 104775 w 35"/>
              <a:gd name="T39" fmla="*/ 79375 h 50"/>
              <a:gd name="T40" fmla="*/ 92075 w 35"/>
              <a:gd name="T41" fmla="*/ 98425 h 50"/>
              <a:gd name="T42" fmla="*/ 85725 w 35"/>
              <a:gd name="T43" fmla="*/ 101600 h 50"/>
              <a:gd name="T44" fmla="*/ 73025 w 35"/>
              <a:gd name="T45" fmla="*/ 123825 h 50"/>
              <a:gd name="T46" fmla="*/ 66675 w 35"/>
              <a:gd name="T47" fmla="*/ 130175 h 50"/>
              <a:gd name="T48" fmla="*/ 44450 w 35"/>
              <a:gd name="T49" fmla="*/ 130175 h 50"/>
              <a:gd name="T50" fmla="*/ 38100 w 35"/>
              <a:gd name="T51" fmla="*/ 123825 h 50"/>
              <a:gd name="T52" fmla="*/ 25400 w 35"/>
              <a:gd name="T53" fmla="*/ 101600 h 50"/>
              <a:gd name="T54" fmla="*/ 19050 w 35"/>
              <a:gd name="T55" fmla="*/ 98425 h 50"/>
              <a:gd name="T56" fmla="*/ 19050 w 35"/>
              <a:gd name="T57" fmla="*/ 98425 h 50"/>
              <a:gd name="T58" fmla="*/ 6350 w 35"/>
              <a:gd name="T59" fmla="*/ 79375 h 50"/>
              <a:gd name="T60" fmla="*/ 0 w 35"/>
              <a:gd name="T61" fmla="*/ 57150 h 50"/>
              <a:gd name="T62" fmla="*/ 15875 w 35"/>
              <a:gd name="T63" fmla="*/ 15875 h 50"/>
              <a:gd name="T64" fmla="*/ 15875 w 35"/>
              <a:gd name="T65" fmla="*/ 15875 h 50"/>
              <a:gd name="T66" fmla="*/ 57150 w 35"/>
              <a:gd name="T67" fmla="*/ 0 h 50"/>
              <a:gd name="T68" fmla="*/ 85725 w 35"/>
              <a:gd name="T69" fmla="*/ 25400 h 50"/>
              <a:gd name="T70" fmla="*/ 85725 w 35"/>
              <a:gd name="T71" fmla="*/ 25400 h 50"/>
              <a:gd name="T72" fmla="*/ 57150 w 35"/>
              <a:gd name="T73" fmla="*/ 12700 h 50"/>
              <a:gd name="T74" fmla="*/ 25400 w 35"/>
              <a:gd name="T75" fmla="*/ 25400 h 50"/>
              <a:gd name="T76" fmla="*/ 25400 w 35"/>
              <a:gd name="T77" fmla="*/ 25400 h 50"/>
              <a:gd name="T78" fmla="*/ 12700 w 35"/>
              <a:gd name="T79" fmla="*/ 57150 h 50"/>
              <a:gd name="T80" fmla="*/ 15875 w 35"/>
              <a:gd name="T81" fmla="*/ 73025 h 50"/>
              <a:gd name="T82" fmla="*/ 25400 w 35"/>
              <a:gd name="T83" fmla="*/ 88900 h 50"/>
              <a:gd name="T84" fmla="*/ 25400 w 35"/>
              <a:gd name="T85" fmla="*/ 88900 h 50"/>
              <a:gd name="T86" fmla="*/ 31750 w 35"/>
              <a:gd name="T87" fmla="*/ 95250 h 50"/>
              <a:gd name="T88" fmla="*/ 47625 w 35"/>
              <a:gd name="T89" fmla="*/ 117475 h 50"/>
              <a:gd name="T90" fmla="*/ 63500 w 35"/>
              <a:gd name="T91" fmla="*/ 117475 h 50"/>
              <a:gd name="T92" fmla="*/ 79375 w 35"/>
              <a:gd name="T93" fmla="*/ 95250 h 50"/>
              <a:gd name="T94" fmla="*/ 85725 w 35"/>
              <a:gd name="T95" fmla="*/ 88900 h 50"/>
              <a:gd name="T96" fmla="*/ 85725 w 35"/>
              <a:gd name="T97" fmla="*/ 88900 h 50"/>
              <a:gd name="T98" fmla="*/ 95250 w 35"/>
              <a:gd name="T99" fmla="*/ 73025 h 50"/>
              <a:gd name="T100" fmla="*/ 98425 w 35"/>
              <a:gd name="T101" fmla="*/ 57150 h 50"/>
              <a:gd name="T102" fmla="*/ 85725 w 35"/>
              <a:gd name="T103" fmla="*/ 25400 h 50"/>
              <a:gd name="T104" fmla="*/ 66675 w 35"/>
              <a:gd name="T105" fmla="*/ 142875 h 50"/>
              <a:gd name="T106" fmla="*/ 66675 w 35"/>
              <a:gd name="T107" fmla="*/ 142875 h 50"/>
              <a:gd name="T108" fmla="*/ 44450 w 35"/>
              <a:gd name="T109" fmla="*/ 142875 h 50"/>
              <a:gd name="T110" fmla="*/ 44450 w 35"/>
              <a:gd name="T111" fmla="*/ 149225 h 50"/>
              <a:gd name="T112" fmla="*/ 66675 w 35"/>
              <a:gd name="T113" fmla="*/ 149225 h 50"/>
              <a:gd name="T114" fmla="*/ 66675 w 35"/>
              <a:gd name="T115" fmla="*/ 142875 h 5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35" h="50">
                <a:moveTo>
                  <a:pt x="13" y="43"/>
                </a:moveTo>
                <a:cubicBezTo>
                  <a:pt x="13" y="43"/>
                  <a:pt x="13" y="43"/>
                  <a:pt x="13" y="43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3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8"/>
                  <a:pt x="23" y="48"/>
                  <a:pt x="23" y="48"/>
                </a:cubicBezTo>
                <a:cubicBezTo>
                  <a:pt x="23" y="49"/>
                  <a:pt x="23" y="50"/>
                  <a:pt x="22" y="50"/>
                </a:cubicBezTo>
                <a:cubicBezTo>
                  <a:pt x="22" y="50"/>
                  <a:pt x="22" y="50"/>
                  <a:pt x="22" y="50"/>
                </a:cubicBezTo>
                <a:cubicBezTo>
                  <a:pt x="13" y="50"/>
                  <a:pt x="13" y="50"/>
                  <a:pt x="13" y="50"/>
                </a:cubicBezTo>
                <a:cubicBezTo>
                  <a:pt x="12" y="50"/>
                  <a:pt x="12" y="49"/>
                  <a:pt x="12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3"/>
                  <a:pt x="12" y="43"/>
                  <a:pt x="13" y="43"/>
                </a:cubicBezTo>
                <a:close/>
                <a:moveTo>
                  <a:pt x="18" y="0"/>
                </a:moveTo>
                <a:cubicBezTo>
                  <a:pt x="18" y="0"/>
                  <a:pt x="18" y="0"/>
                  <a:pt x="18" y="0"/>
                </a:cubicBezTo>
                <a:cubicBezTo>
                  <a:pt x="22" y="0"/>
                  <a:pt x="27" y="2"/>
                  <a:pt x="30" y="5"/>
                </a:cubicBezTo>
                <a:cubicBezTo>
                  <a:pt x="30" y="5"/>
                  <a:pt x="30" y="5"/>
                  <a:pt x="30" y="5"/>
                </a:cubicBezTo>
                <a:cubicBezTo>
                  <a:pt x="30" y="5"/>
                  <a:pt x="30" y="5"/>
                  <a:pt x="30" y="5"/>
                </a:cubicBezTo>
                <a:cubicBezTo>
                  <a:pt x="33" y="8"/>
                  <a:pt x="35" y="13"/>
                  <a:pt x="35" y="18"/>
                </a:cubicBezTo>
                <a:cubicBezTo>
                  <a:pt x="35" y="20"/>
                  <a:pt x="34" y="23"/>
                  <a:pt x="33" y="25"/>
                </a:cubicBezTo>
                <a:cubicBezTo>
                  <a:pt x="32" y="27"/>
                  <a:pt x="31" y="29"/>
                  <a:pt x="29" y="31"/>
                </a:cubicBezTo>
                <a:cubicBezTo>
                  <a:pt x="29" y="31"/>
                  <a:pt x="28" y="32"/>
                  <a:pt x="27" y="32"/>
                </a:cubicBezTo>
                <a:cubicBezTo>
                  <a:pt x="25" y="35"/>
                  <a:pt x="23" y="36"/>
                  <a:pt x="23" y="39"/>
                </a:cubicBezTo>
                <a:cubicBezTo>
                  <a:pt x="23" y="40"/>
                  <a:pt x="22" y="41"/>
                  <a:pt x="21" y="41"/>
                </a:cubicBezTo>
                <a:cubicBezTo>
                  <a:pt x="14" y="41"/>
                  <a:pt x="14" y="41"/>
                  <a:pt x="14" y="41"/>
                </a:cubicBezTo>
                <a:cubicBezTo>
                  <a:pt x="13" y="41"/>
                  <a:pt x="12" y="40"/>
                  <a:pt x="12" y="39"/>
                </a:cubicBezTo>
                <a:cubicBezTo>
                  <a:pt x="12" y="36"/>
                  <a:pt x="10" y="35"/>
                  <a:pt x="8" y="32"/>
                </a:cubicBezTo>
                <a:cubicBezTo>
                  <a:pt x="7" y="32"/>
                  <a:pt x="6" y="31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4" y="29"/>
                  <a:pt x="3" y="27"/>
                  <a:pt x="2" y="25"/>
                </a:cubicBezTo>
                <a:cubicBezTo>
                  <a:pt x="1" y="23"/>
                  <a:pt x="0" y="20"/>
                  <a:pt x="0" y="18"/>
                </a:cubicBezTo>
                <a:cubicBezTo>
                  <a:pt x="0" y="13"/>
                  <a:pt x="2" y="8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8" y="2"/>
                  <a:pt x="13" y="0"/>
                  <a:pt x="18" y="0"/>
                </a:cubicBezTo>
                <a:close/>
                <a:moveTo>
                  <a:pt x="27" y="8"/>
                </a:moveTo>
                <a:cubicBezTo>
                  <a:pt x="27" y="8"/>
                  <a:pt x="27" y="8"/>
                  <a:pt x="27" y="8"/>
                </a:cubicBezTo>
                <a:cubicBezTo>
                  <a:pt x="25" y="6"/>
                  <a:pt x="21" y="4"/>
                  <a:pt x="18" y="4"/>
                </a:cubicBezTo>
                <a:cubicBezTo>
                  <a:pt x="14" y="4"/>
                  <a:pt x="10" y="6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5" y="10"/>
                  <a:pt x="4" y="14"/>
                  <a:pt x="4" y="18"/>
                </a:cubicBezTo>
                <a:cubicBezTo>
                  <a:pt x="4" y="20"/>
                  <a:pt x="4" y="22"/>
                  <a:pt x="5" y="23"/>
                </a:cubicBezTo>
                <a:cubicBezTo>
                  <a:pt x="6" y="25"/>
                  <a:pt x="7" y="26"/>
                  <a:pt x="8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9" y="29"/>
                  <a:pt x="10" y="29"/>
                  <a:pt x="10" y="30"/>
                </a:cubicBezTo>
                <a:cubicBezTo>
                  <a:pt x="13" y="32"/>
                  <a:pt x="15" y="34"/>
                  <a:pt x="15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4"/>
                  <a:pt x="22" y="32"/>
                  <a:pt x="25" y="30"/>
                </a:cubicBezTo>
                <a:cubicBezTo>
                  <a:pt x="25" y="29"/>
                  <a:pt x="26" y="29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8" y="27"/>
                  <a:pt x="29" y="25"/>
                  <a:pt x="30" y="23"/>
                </a:cubicBezTo>
                <a:cubicBezTo>
                  <a:pt x="31" y="22"/>
                  <a:pt x="31" y="20"/>
                  <a:pt x="31" y="18"/>
                </a:cubicBezTo>
                <a:cubicBezTo>
                  <a:pt x="31" y="14"/>
                  <a:pt x="30" y="10"/>
                  <a:pt x="27" y="8"/>
                </a:cubicBezTo>
                <a:close/>
                <a:moveTo>
                  <a:pt x="21" y="45"/>
                </a:moveTo>
                <a:cubicBezTo>
                  <a:pt x="21" y="45"/>
                  <a:pt x="21" y="45"/>
                  <a:pt x="21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47"/>
                  <a:pt x="14" y="47"/>
                  <a:pt x="14" y="47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45"/>
                  <a:pt x="21" y="45"/>
                  <a:pt x="21" y="4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40" name="Freeform 274">
            <a:extLst>
              <a:ext uri="{FF2B5EF4-FFF2-40B4-BE49-F238E27FC236}">
                <a16:creationId xmlns:a16="http://schemas.microsoft.com/office/drawing/2014/main" id="{D7698BEA-59AE-D95D-A94B-A0805CA56EF0}"/>
              </a:ext>
            </a:extLst>
          </p:cNvPr>
          <p:cNvSpPr>
            <a:spLocks noEditPoints="1"/>
          </p:cNvSpPr>
          <p:nvPr/>
        </p:nvSpPr>
        <p:spPr bwMode="auto">
          <a:xfrm>
            <a:off x="905335" y="5266714"/>
            <a:ext cx="243417" cy="160867"/>
          </a:xfrm>
          <a:custGeom>
            <a:avLst/>
            <a:gdLst>
              <a:gd name="T0" fmla="*/ 166549 w 57"/>
              <a:gd name="T1" fmla="*/ 0 h 38"/>
              <a:gd name="T2" fmla="*/ 169752 w 57"/>
              <a:gd name="T3" fmla="*/ 111125 h 38"/>
              <a:gd name="T4" fmla="*/ 176157 w 57"/>
              <a:gd name="T5" fmla="*/ 120650 h 38"/>
              <a:gd name="T6" fmla="*/ 6406 w 57"/>
              <a:gd name="T7" fmla="*/ 111125 h 38"/>
              <a:gd name="T8" fmla="*/ 19217 w 57"/>
              <a:gd name="T9" fmla="*/ 0 h 38"/>
              <a:gd name="T10" fmla="*/ 38434 w 57"/>
              <a:gd name="T11" fmla="*/ 82550 h 38"/>
              <a:gd name="T12" fmla="*/ 60854 w 57"/>
              <a:gd name="T13" fmla="*/ 88900 h 38"/>
              <a:gd name="T14" fmla="*/ 35231 w 57"/>
              <a:gd name="T15" fmla="*/ 95250 h 38"/>
              <a:gd name="T16" fmla="*/ 48043 w 57"/>
              <a:gd name="T17" fmla="*/ 53975 h 38"/>
              <a:gd name="T18" fmla="*/ 35231 w 57"/>
              <a:gd name="T19" fmla="*/ 66675 h 38"/>
              <a:gd name="T20" fmla="*/ 44840 w 57"/>
              <a:gd name="T21" fmla="*/ 73025 h 38"/>
              <a:gd name="T22" fmla="*/ 38434 w 57"/>
              <a:gd name="T23" fmla="*/ 82550 h 38"/>
              <a:gd name="T24" fmla="*/ 54449 w 57"/>
              <a:gd name="T25" fmla="*/ 66675 h 38"/>
              <a:gd name="T26" fmla="*/ 70463 w 57"/>
              <a:gd name="T27" fmla="*/ 63500 h 38"/>
              <a:gd name="T28" fmla="*/ 60854 w 57"/>
              <a:gd name="T29" fmla="*/ 79375 h 38"/>
              <a:gd name="T30" fmla="*/ 60854 w 57"/>
              <a:gd name="T31" fmla="*/ 73025 h 38"/>
              <a:gd name="T32" fmla="*/ 70463 w 57"/>
              <a:gd name="T33" fmla="*/ 79375 h 38"/>
              <a:gd name="T34" fmla="*/ 86477 w 57"/>
              <a:gd name="T35" fmla="*/ 82550 h 38"/>
              <a:gd name="T36" fmla="*/ 76869 w 57"/>
              <a:gd name="T37" fmla="*/ 66675 h 38"/>
              <a:gd name="T38" fmla="*/ 115303 w 57"/>
              <a:gd name="T39" fmla="*/ 73025 h 38"/>
              <a:gd name="T40" fmla="*/ 102492 w 57"/>
              <a:gd name="T41" fmla="*/ 60325 h 38"/>
              <a:gd name="T42" fmla="*/ 99289 w 57"/>
              <a:gd name="T43" fmla="*/ 76200 h 38"/>
              <a:gd name="T44" fmla="*/ 89680 w 57"/>
              <a:gd name="T45" fmla="*/ 63500 h 38"/>
              <a:gd name="T46" fmla="*/ 134520 w 57"/>
              <a:gd name="T47" fmla="*/ 63500 h 38"/>
              <a:gd name="T48" fmla="*/ 140926 w 57"/>
              <a:gd name="T49" fmla="*/ 66675 h 38"/>
              <a:gd name="T50" fmla="*/ 115303 w 57"/>
              <a:gd name="T51" fmla="*/ 66675 h 38"/>
              <a:gd name="T52" fmla="*/ 121709 w 57"/>
              <a:gd name="T53" fmla="*/ 44450 h 38"/>
              <a:gd name="T54" fmla="*/ 134520 w 57"/>
              <a:gd name="T55" fmla="*/ 44450 h 38"/>
              <a:gd name="T56" fmla="*/ 131317 w 57"/>
              <a:gd name="T57" fmla="*/ 50800 h 38"/>
              <a:gd name="T58" fmla="*/ 124912 w 57"/>
              <a:gd name="T59" fmla="*/ 66675 h 38"/>
              <a:gd name="T60" fmla="*/ 140926 w 57"/>
              <a:gd name="T61" fmla="*/ 31750 h 38"/>
              <a:gd name="T62" fmla="*/ 137723 w 57"/>
              <a:gd name="T63" fmla="*/ 25400 h 38"/>
              <a:gd name="T64" fmla="*/ 150534 w 57"/>
              <a:gd name="T65" fmla="*/ 28575 h 38"/>
              <a:gd name="T66" fmla="*/ 150534 w 57"/>
              <a:gd name="T67" fmla="*/ 38100 h 38"/>
              <a:gd name="T68" fmla="*/ 140926 w 57"/>
              <a:gd name="T69" fmla="*/ 47625 h 38"/>
              <a:gd name="T70" fmla="*/ 137723 w 57"/>
              <a:gd name="T71" fmla="*/ 44450 h 38"/>
              <a:gd name="T72" fmla="*/ 140926 w 57"/>
              <a:gd name="T73" fmla="*/ 31750 h 38"/>
              <a:gd name="T74" fmla="*/ 108897 w 57"/>
              <a:gd name="T75" fmla="*/ 95250 h 38"/>
              <a:gd name="T76" fmla="*/ 150534 w 57"/>
              <a:gd name="T77" fmla="*/ 98425 h 38"/>
              <a:gd name="T78" fmla="*/ 160143 w 57"/>
              <a:gd name="T79" fmla="*/ 9525 h 38"/>
              <a:gd name="T80" fmla="*/ 105694 w 57"/>
              <a:gd name="T81" fmla="*/ 111125 h 38"/>
              <a:gd name="T82" fmla="*/ 144129 w 57"/>
              <a:gd name="T83" fmla="*/ 104775 h 38"/>
              <a:gd name="T84" fmla="*/ 112100 w 57"/>
              <a:gd name="T85" fmla="*/ 111125 h 38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7" h="38">
                <a:moveTo>
                  <a:pt x="6" y="0"/>
                </a:moveTo>
                <a:cubicBezTo>
                  <a:pt x="6" y="0"/>
                  <a:pt x="6" y="0"/>
                  <a:pt x="6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3" y="0"/>
                  <a:pt x="53" y="1"/>
                  <a:pt x="53" y="2"/>
                </a:cubicBezTo>
                <a:cubicBezTo>
                  <a:pt x="53" y="2"/>
                  <a:pt x="53" y="2"/>
                  <a:pt x="53" y="2"/>
                </a:cubicBezTo>
                <a:cubicBezTo>
                  <a:pt x="53" y="35"/>
                  <a:pt x="53" y="35"/>
                  <a:pt x="53" y="35"/>
                </a:cubicBezTo>
                <a:cubicBezTo>
                  <a:pt x="55" y="35"/>
                  <a:pt x="55" y="35"/>
                  <a:pt x="55" y="35"/>
                </a:cubicBezTo>
                <a:cubicBezTo>
                  <a:pt x="56" y="35"/>
                  <a:pt x="57" y="35"/>
                  <a:pt x="57" y="36"/>
                </a:cubicBezTo>
                <a:cubicBezTo>
                  <a:pt x="57" y="37"/>
                  <a:pt x="56" y="38"/>
                  <a:pt x="55" y="38"/>
                </a:cubicBezTo>
                <a:cubicBezTo>
                  <a:pt x="38" y="38"/>
                  <a:pt x="20" y="38"/>
                  <a:pt x="2" y="38"/>
                </a:cubicBezTo>
                <a:cubicBezTo>
                  <a:pt x="1" y="38"/>
                  <a:pt x="0" y="37"/>
                  <a:pt x="0" y="36"/>
                </a:cubicBezTo>
                <a:cubicBezTo>
                  <a:pt x="0" y="35"/>
                  <a:pt x="1" y="35"/>
                  <a:pt x="2" y="35"/>
                </a:cubicBezTo>
                <a:cubicBezTo>
                  <a:pt x="4" y="35"/>
                  <a:pt x="4" y="35"/>
                  <a:pt x="4" y="35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5" y="0"/>
                  <a:pt x="6" y="0"/>
                </a:cubicBezTo>
                <a:close/>
                <a:moveTo>
                  <a:pt x="12" y="26"/>
                </a:move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3" y="28"/>
                  <a:pt x="13" y="28"/>
                  <a:pt x="13" y="28"/>
                </a:cubicBezTo>
                <a:cubicBezTo>
                  <a:pt x="17" y="27"/>
                  <a:pt x="17" y="27"/>
                  <a:pt x="17" y="27"/>
                </a:cubicBezTo>
                <a:cubicBezTo>
                  <a:pt x="18" y="27"/>
                  <a:pt x="19" y="27"/>
                  <a:pt x="19" y="28"/>
                </a:cubicBezTo>
                <a:cubicBezTo>
                  <a:pt x="19" y="28"/>
                  <a:pt x="19" y="29"/>
                  <a:pt x="18" y="29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1"/>
                  <a:pt x="11" y="31"/>
                  <a:pt x="11" y="30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20"/>
                  <a:pt x="8" y="19"/>
                  <a:pt x="9" y="19"/>
                </a:cubicBezTo>
                <a:cubicBezTo>
                  <a:pt x="15" y="17"/>
                  <a:pt x="15" y="17"/>
                  <a:pt x="15" y="17"/>
                </a:cubicBezTo>
                <a:cubicBezTo>
                  <a:pt x="16" y="17"/>
                  <a:pt x="16" y="18"/>
                  <a:pt x="16" y="18"/>
                </a:cubicBezTo>
                <a:cubicBezTo>
                  <a:pt x="16" y="19"/>
                  <a:pt x="16" y="19"/>
                  <a:pt x="15" y="20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5" y="22"/>
                  <a:pt x="16" y="23"/>
                  <a:pt x="16" y="23"/>
                </a:cubicBezTo>
                <a:cubicBezTo>
                  <a:pt x="16" y="24"/>
                  <a:pt x="16" y="25"/>
                  <a:pt x="15" y="25"/>
                </a:cubicBezTo>
                <a:cubicBezTo>
                  <a:pt x="12" y="26"/>
                  <a:pt x="12" y="26"/>
                  <a:pt x="12" y="26"/>
                </a:cubicBezTo>
                <a:close/>
                <a:moveTo>
                  <a:pt x="19" y="22"/>
                </a:moveTo>
                <a:cubicBezTo>
                  <a:pt x="19" y="22"/>
                  <a:pt x="19" y="22"/>
                  <a:pt x="19" y="22"/>
                </a:cubicBezTo>
                <a:cubicBezTo>
                  <a:pt x="18" y="22"/>
                  <a:pt x="17" y="22"/>
                  <a:pt x="17" y="21"/>
                </a:cubicBezTo>
                <a:cubicBezTo>
                  <a:pt x="17" y="21"/>
                  <a:pt x="17" y="20"/>
                  <a:pt x="18" y="20"/>
                </a:cubicBezTo>
                <a:cubicBezTo>
                  <a:pt x="21" y="19"/>
                  <a:pt x="21" y="19"/>
                  <a:pt x="21" y="19"/>
                </a:cubicBezTo>
                <a:cubicBezTo>
                  <a:pt x="22" y="19"/>
                  <a:pt x="22" y="19"/>
                  <a:pt x="22" y="20"/>
                </a:cubicBezTo>
                <a:cubicBezTo>
                  <a:pt x="23" y="21"/>
                  <a:pt x="22" y="21"/>
                  <a:pt x="22" y="22"/>
                </a:cubicBezTo>
                <a:cubicBezTo>
                  <a:pt x="19" y="22"/>
                  <a:pt x="19" y="22"/>
                  <a:pt x="19" y="22"/>
                </a:cubicBezTo>
                <a:close/>
                <a:moveTo>
                  <a:pt x="19" y="25"/>
                </a:moveTo>
                <a:cubicBezTo>
                  <a:pt x="19" y="25"/>
                  <a:pt x="19" y="25"/>
                  <a:pt x="19" y="25"/>
                </a:cubicBezTo>
                <a:cubicBezTo>
                  <a:pt x="19" y="25"/>
                  <a:pt x="18" y="25"/>
                  <a:pt x="18" y="24"/>
                </a:cubicBezTo>
                <a:cubicBezTo>
                  <a:pt x="18" y="24"/>
                  <a:pt x="18" y="23"/>
                  <a:pt x="19" y="23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3" y="22"/>
                  <a:pt x="23" y="23"/>
                </a:cubicBezTo>
                <a:cubicBezTo>
                  <a:pt x="23" y="24"/>
                  <a:pt x="23" y="24"/>
                  <a:pt x="22" y="25"/>
                </a:cubicBezTo>
                <a:cubicBezTo>
                  <a:pt x="19" y="25"/>
                  <a:pt x="19" y="25"/>
                  <a:pt x="19" y="25"/>
                </a:cubicBezTo>
                <a:close/>
                <a:moveTo>
                  <a:pt x="27" y="26"/>
                </a:move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7" y="27"/>
                  <a:pt x="26" y="27"/>
                </a:cubicBezTo>
                <a:cubicBezTo>
                  <a:pt x="26" y="27"/>
                  <a:pt x="25" y="27"/>
                  <a:pt x="25" y="26"/>
                </a:cubicBezTo>
                <a:cubicBezTo>
                  <a:pt x="24" y="21"/>
                  <a:pt x="24" y="21"/>
                  <a:pt x="24" y="21"/>
                </a:cubicBezTo>
                <a:cubicBezTo>
                  <a:pt x="23" y="18"/>
                  <a:pt x="26" y="16"/>
                  <a:pt x="28" y="17"/>
                </a:cubicBezTo>
                <a:cubicBezTo>
                  <a:pt x="30" y="15"/>
                  <a:pt x="34" y="15"/>
                  <a:pt x="34" y="18"/>
                </a:cubicBezTo>
                <a:cubicBezTo>
                  <a:pt x="36" y="23"/>
                  <a:pt x="36" y="23"/>
                  <a:pt x="36" y="23"/>
                </a:cubicBezTo>
                <a:cubicBezTo>
                  <a:pt x="36" y="24"/>
                  <a:pt x="35" y="25"/>
                  <a:pt x="35" y="25"/>
                </a:cubicBezTo>
                <a:cubicBezTo>
                  <a:pt x="34" y="25"/>
                  <a:pt x="34" y="24"/>
                  <a:pt x="33" y="24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8"/>
                  <a:pt x="30" y="18"/>
                  <a:pt x="30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1" y="24"/>
                  <a:pt x="31" y="24"/>
                  <a:pt x="31" y="24"/>
                </a:cubicBezTo>
                <a:cubicBezTo>
                  <a:pt x="32" y="25"/>
                  <a:pt x="31" y="26"/>
                  <a:pt x="31" y="26"/>
                </a:cubicBezTo>
                <a:cubicBezTo>
                  <a:pt x="30" y="26"/>
                  <a:pt x="29" y="26"/>
                  <a:pt x="29" y="25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19"/>
                  <a:pt x="26" y="19"/>
                  <a:pt x="26" y="20"/>
                </a:cubicBezTo>
                <a:cubicBezTo>
                  <a:pt x="27" y="26"/>
                  <a:pt x="27" y="26"/>
                  <a:pt x="27" y="26"/>
                </a:cubicBezTo>
                <a:close/>
                <a:moveTo>
                  <a:pt x="42" y="20"/>
                </a:moveTo>
                <a:cubicBezTo>
                  <a:pt x="42" y="20"/>
                  <a:pt x="42" y="20"/>
                  <a:pt x="42" y="20"/>
                </a:cubicBezTo>
                <a:cubicBezTo>
                  <a:pt x="42" y="19"/>
                  <a:pt x="43" y="19"/>
                  <a:pt x="43" y="19"/>
                </a:cubicBezTo>
                <a:cubicBezTo>
                  <a:pt x="44" y="20"/>
                  <a:pt x="44" y="20"/>
                  <a:pt x="44" y="21"/>
                </a:cubicBezTo>
                <a:cubicBezTo>
                  <a:pt x="42" y="23"/>
                  <a:pt x="40" y="24"/>
                  <a:pt x="38" y="23"/>
                </a:cubicBezTo>
                <a:cubicBezTo>
                  <a:pt x="37" y="22"/>
                  <a:pt x="37" y="22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0"/>
                  <a:pt x="35" y="19"/>
                </a:cubicBezTo>
                <a:cubicBezTo>
                  <a:pt x="35" y="17"/>
                  <a:pt x="36" y="14"/>
                  <a:pt x="38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40" y="13"/>
                  <a:pt x="41" y="13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5"/>
                  <a:pt x="42" y="16"/>
                </a:cubicBezTo>
                <a:cubicBezTo>
                  <a:pt x="42" y="16"/>
                  <a:pt x="41" y="16"/>
                  <a:pt x="41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39" y="15"/>
                  <a:pt x="37" y="17"/>
                  <a:pt x="38" y="18"/>
                </a:cubicBezTo>
                <a:cubicBezTo>
                  <a:pt x="38" y="19"/>
                  <a:pt x="38" y="20"/>
                  <a:pt x="39" y="21"/>
                </a:cubicBezTo>
                <a:cubicBezTo>
                  <a:pt x="40" y="21"/>
                  <a:pt x="41" y="21"/>
                  <a:pt x="42" y="20"/>
                </a:cubicBezTo>
                <a:close/>
                <a:moveTo>
                  <a:pt x="44" y="10"/>
                </a:moveTo>
                <a:cubicBezTo>
                  <a:pt x="44" y="10"/>
                  <a:pt x="44" y="10"/>
                  <a:pt x="44" y="10"/>
                </a:cubicBezTo>
                <a:cubicBezTo>
                  <a:pt x="44" y="11"/>
                  <a:pt x="44" y="11"/>
                  <a:pt x="43" y="12"/>
                </a:cubicBezTo>
                <a:cubicBezTo>
                  <a:pt x="43" y="12"/>
                  <a:pt x="42" y="11"/>
                  <a:pt x="42" y="11"/>
                </a:cubicBezTo>
                <a:cubicBezTo>
                  <a:pt x="42" y="9"/>
                  <a:pt x="42" y="8"/>
                  <a:pt x="43" y="8"/>
                </a:cubicBezTo>
                <a:cubicBezTo>
                  <a:pt x="43" y="8"/>
                  <a:pt x="43" y="8"/>
                  <a:pt x="44" y="7"/>
                </a:cubicBezTo>
                <a:cubicBezTo>
                  <a:pt x="44" y="7"/>
                  <a:pt x="44" y="7"/>
                  <a:pt x="45" y="7"/>
                </a:cubicBezTo>
                <a:cubicBezTo>
                  <a:pt x="46" y="7"/>
                  <a:pt x="47" y="8"/>
                  <a:pt x="47" y="9"/>
                </a:cubicBezTo>
                <a:cubicBezTo>
                  <a:pt x="47" y="10"/>
                  <a:pt x="47" y="11"/>
                  <a:pt x="46" y="12"/>
                </a:cubicBezTo>
                <a:cubicBezTo>
                  <a:pt x="46" y="13"/>
                  <a:pt x="46" y="13"/>
                  <a:pt x="46" y="13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2"/>
                  <a:pt x="48" y="13"/>
                  <a:pt x="48" y="13"/>
                </a:cubicBezTo>
                <a:cubicBezTo>
                  <a:pt x="48" y="14"/>
                  <a:pt x="48" y="14"/>
                  <a:pt x="47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3" y="15"/>
                  <a:pt x="43" y="15"/>
                  <a:pt x="43" y="14"/>
                </a:cubicBezTo>
                <a:cubicBezTo>
                  <a:pt x="43" y="13"/>
                  <a:pt x="44" y="12"/>
                  <a:pt x="44" y="11"/>
                </a:cubicBezTo>
                <a:cubicBezTo>
                  <a:pt x="45" y="10"/>
                  <a:pt x="45" y="10"/>
                  <a:pt x="45" y="10"/>
                </a:cubicBezTo>
                <a:cubicBezTo>
                  <a:pt x="45" y="9"/>
                  <a:pt x="44" y="10"/>
                  <a:pt x="44" y="10"/>
                </a:cubicBezTo>
                <a:close/>
                <a:moveTo>
                  <a:pt x="34" y="30"/>
                </a:move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7" y="30"/>
                  <a:pt x="47" y="31"/>
                  <a:pt x="47" y="31"/>
                </a:cubicBezTo>
                <a:cubicBezTo>
                  <a:pt x="47" y="31"/>
                  <a:pt x="47" y="31"/>
                  <a:pt x="47" y="31"/>
                </a:cubicBezTo>
                <a:cubicBezTo>
                  <a:pt x="47" y="35"/>
                  <a:pt x="47" y="35"/>
                  <a:pt x="47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"/>
                  <a:pt x="50" y="3"/>
                  <a:pt x="50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5"/>
                  <a:pt x="7" y="35"/>
                  <a:pt x="7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3" y="30"/>
                  <a:pt x="34" y="30"/>
                </a:cubicBezTo>
                <a:close/>
                <a:moveTo>
                  <a:pt x="45" y="33"/>
                </a:moveTo>
                <a:cubicBezTo>
                  <a:pt x="45" y="33"/>
                  <a:pt x="45" y="33"/>
                  <a:pt x="45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35"/>
                  <a:pt x="35" y="35"/>
                  <a:pt x="35" y="35"/>
                </a:cubicBezTo>
                <a:cubicBezTo>
                  <a:pt x="45" y="35"/>
                  <a:pt x="45" y="35"/>
                  <a:pt x="45" y="35"/>
                </a:cubicBezTo>
                <a:cubicBezTo>
                  <a:pt x="45" y="33"/>
                  <a:pt x="45" y="33"/>
                  <a:pt x="45" y="3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41" name="Freeform 275">
            <a:extLst>
              <a:ext uri="{FF2B5EF4-FFF2-40B4-BE49-F238E27FC236}">
                <a16:creationId xmlns:a16="http://schemas.microsoft.com/office/drawing/2014/main" id="{C3DE81AC-E3A2-4C8C-F4B1-6D7E68D04E30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4807398"/>
            <a:ext cx="211667" cy="203200"/>
          </a:xfrm>
          <a:custGeom>
            <a:avLst/>
            <a:gdLst>
              <a:gd name="T0" fmla="*/ 6350 w 50"/>
              <a:gd name="T1" fmla="*/ 31750 h 48"/>
              <a:gd name="T2" fmla="*/ 19050 w 50"/>
              <a:gd name="T3" fmla="*/ 6350 h 48"/>
              <a:gd name="T4" fmla="*/ 31750 w 50"/>
              <a:gd name="T5" fmla="*/ 3175 h 48"/>
              <a:gd name="T6" fmla="*/ 47625 w 50"/>
              <a:gd name="T7" fmla="*/ 19050 h 48"/>
              <a:gd name="T8" fmla="*/ 38100 w 50"/>
              <a:gd name="T9" fmla="*/ 15875 h 48"/>
              <a:gd name="T10" fmla="*/ 22225 w 50"/>
              <a:gd name="T11" fmla="*/ 15875 h 48"/>
              <a:gd name="T12" fmla="*/ 12700 w 50"/>
              <a:gd name="T13" fmla="*/ 31750 h 48"/>
              <a:gd name="T14" fmla="*/ 19050 w 50"/>
              <a:gd name="T15" fmla="*/ 38100 h 48"/>
              <a:gd name="T16" fmla="*/ 47625 w 50"/>
              <a:gd name="T17" fmla="*/ 47625 h 48"/>
              <a:gd name="T18" fmla="*/ 44450 w 50"/>
              <a:gd name="T19" fmla="*/ 69850 h 48"/>
              <a:gd name="T20" fmla="*/ 28575 w 50"/>
              <a:gd name="T21" fmla="*/ 82550 h 48"/>
              <a:gd name="T22" fmla="*/ 9525 w 50"/>
              <a:gd name="T23" fmla="*/ 69850 h 48"/>
              <a:gd name="T24" fmla="*/ 15875 w 50"/>
              <a:gd name="T25" fmla="*/ 66675 h 48"/>
              <a:gd name="T26" fmla="*/ 31750 w 50"/>
              <a:gd name="T27" fmla="*/ 66675 h 48"/>
              <a:gd name="T28" fmla="*/ 41275 w 50"/>
              <a:gd name="T29" fmla="*/ 66675 h 48"/>
              <a:gd name="T30" fmla="*/ 41275 w 50"/>
              <a:gd name="T31" fmla="*/ 44450 h 48"/>
              <a:gd name="T32" fmla="*/ 73025 w 50"/>
              <a:gd name="T33" fmla="*/ 25400 h 48"/>
              <a:gd name="T34" fmla="*/ 133350 w 50"/>
              <a:gd name="T35" fmla="*/ 12700 h 48"/>
              <a:gd name="T36" fmla="*/ 149225 w 50"/>
              <a:gd name="T37" fmla="*/ 41275 h 48"/>
              <a:gd name="T38" fmla="*/ 133350 w 50"/>
              <a:gd name="T39" fmla="*/ 73025 h 48"/>
              <a:gd name="T40" fmla="*/ 114300 w 50"/>
              <a:gd name="T41" fmla="*/ 41275 h 48"/>
              <a:gd name="T42" fmla="*/ 85725 w 50"/>
              <a:gd name="T43" fmla="*/ 139700 h 48"/>
              <a:gd name="T44" fmla="*/ 28575 w 50"/>
              <a:gd name="T45" fmla="*/ 152400 h 48"/>
              <a:gd name="T46" fmla="*/ 9525 w 50"/>
              <a:gd name="T47" fmla="*/ 120650 h 48"/>
              <a:gd name="T48" fmla="*/ 22225 w 50"/>
              <a:gd name="T49" fmla="*/ 92075 h 48"/>
              <a:gd name="T50" fmla="*/ 25400 w 50"/>
              <a:gd name="T51" fmla="*/ 92075 h 48"/>
              <a:gd name="T52" fmla="*/ 25400 w 50"/>
              <a:gd name="T53" fmla="*/ 92075 h 48"/>
              <a:gd name="T54" fmla="*/ 28575 w 50"/>
              <a:gd name="T55" fmla="*/ 92075 h 48"/>
              <a:gd name="T56" fmla="*/ 28575 w 50"/>
              <a:gd name="T57" fmla="*/ 92075 h 48"/>
              <a:gd name="T58" fmla="*/ 31750 w 50"/>
              <a:gd name="T59" fmla="*/ 92075 h 48"/>
              <a:gd name="T60" fmla="*/ 31750 w 50"/>
              <a:gd name="T61" fmla="*/ 92075 h 48"/>
              <a:gd name="T62" fmla="*/ 31750 w 50"/>
              <a:gd name="T63" fmla="*/ 92075 h 48"/>
              <a:gd name="T64" fmla="*/ 53975 w 50"/>
              <a:gd name="T65" fmla="*/ 120650 h 48"/>
              <a:gd name="T66" fmla="*/ 85725 w 50"/>
              <a:gd name="T67" fmla="*/ 139700 h 48"/>
              <a:gd name="T68" fmla="*/ 28575 w 50"/>
              <a:gd name="T69" fmla="*/ 92075 h 48"/>
              <a:gd name="T70" fmla="*/ 152400 w 50"/>
              <a:gd name="T71" fmla="*/ 136525 h 48"/>
              <a:gd name="T72" fmla="*/ 120650 w 50"/>
              <a:gd name="T73" fmla="*/ 149225 h 48"/>
              <a:gd name="T74" fmla="*/ 95250 w 50"/>
              <a:gd name="T75" fmla="*/ 127000 h 48"/>
              <a:gd name="T76" fmla="*/ 101600 w 50"/>
              <a:gd name="T77" fmla="*/ 117475 h 48"/>
              <a:gd name="T78" fmla="*/ 95250 w 50"/>
              <a:gd name="T79" fmla="*/ 107950 h 48"/>
              <a:gd name="T80" fmla="*/ 111125 w 50"/>
              <a:gd name="T81" fmla="*/ 95250 h 48"/>
              <a:gd name="T82" fmla="*/ 133350 w 50"/>
              <a:gd name="T83" fmla="*/ 85725 h 48"/>
              <a:gd name="T84" fmla="*/ 152400 w 50"/>
              <a:gd name="T85" fmla="*/ 101600 h 48"/>
              <a:gd name="T86" fmla="*/ 123825 w 50"/>
              <a:gd name="T87" fmla="*/ 95250 h 48"/>
              <a:gd name="T88" fmla="*/ 136525 w 50"/>
              <a:gd name="T89" fmla="*/ 111125 h 48"/>
              <a:gd name="T90" fmla="*/ 111125 w 50"/>
              <a:gd name="T91" fmla="*/ 120650 h 48"/>
              <a:gd name="T92" fmla="*/ 111125 w 50"/>
              <a:gd name="T93" fmla="*/ 127000 h 48"/>
              <a:gd name="T94" fmla="*/ 139700 w 50"/>
              <a:gd name="T95" fmla="*/ 139700 h 4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48">
                <a:moveTo>
                  <a:pt x="6" y="14"/>
                </a:moveTo>
                <a:cubicBezTo>
                  <a:pt x="6" y="14"/>
                  <a:pt x="6" y="14"/>
                  <a:pt x="6" y="14"/>
                </a:cubicBezTo>
                <a:cubicBezTo>
                  <a:pt x="5" y="14"/>
                  <a:pt x="4" y="14"/>
                  <a:pt x="3" y="13"/>
                </a:cubicBezTo>
                <a:cubicBezTo>
                  <a:pt x="2" y="12"/>
                  <a:pt x="2" y="11"/>
                  <a:pt x="2" y="10"/>
                </a:cubicBezTo>
                <a:cubicBezTo>
                  <a:pt x="2" y="6"/>
                  <a:pt x="2" y="6"/>
                  <a:pt x="2" y="6"/>
                </a:cubicBezTo>
                <a:cubicBezTo>
                  <a:pt x="2" y="5"/>
                  <a:pt x="2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4" y="3"/>
                  <a:pt x="5" y="2"/>
                  <a:pt x="6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1"/>
                  <a:pt x="8" y="1"/>
                  <a:pt x="8" y="1"/>
                </a:cubicBezTo>
                <a:cubicBezTo>
                  <a:pt x="8" y="1"/>
                  <a:pt x="8" y="0"/>
                  <a:pt x="9" y="0"/>
                </a:cubicBezTo>
                <a:cubicBezTo>
                  <a:pt x="9" y="0"/>
                  <a:pt x="10" y="1"/>
                  <a:pt x="10" y="1"/>
                </a:cubicBezTo>
                <a:cubicBezTo>
                  <a:pt x="10" y="2"/>
                  <a:pt x="10" y="2"/>
                  <a:pt x="10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3" y="2"/>
                  <a:pt x="14" y="3"/>
                  <a:pt x="14" y="4"/>
                </a:cubicBezTo>
                <a:cubicBezTo>
                  <a:pt x="15" y="4"/>
                  <a:pt x="15" y="5"/>
                  <a:pt x="15" y="6"/>
                </a:cubicBezTo>
                <a:cubicBezTo>
                  <a:pt x="15" y="7"/>
                  <a:pt x="15" y="8"/>
                  <a:pt x="14" y="8"/>
                </a:cubicBezTo>
                <a:cubicBezTo>
                  <a:pt x="14" y="8"/>
                  <a:pt x="13" y="7"/>
                  <a:pt x="13" y="6"/>
                </a:cubicBezTo>
                <a:cubicBezTo>
                  <a:pt x="13" y="6"/>
                  <a:pt x="13" y="6"/>
                  <a:pt x="13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8" y="5"/>
                  <a:pt x="8" y="5"/>
                  <a:pt x="8" y="5"/>
                </a:cubicBezTo>
                <a:cubicBezTo>
                  <a:pt x="7" y="5"/>
                  <a:pt x="7" y="5"/>
                  <a:pt x="7" y="5"/>
                </a:cubicBezTo>
                <a:cubicBezTo>
                  <a:pt x="6" y="5"/>
                  <a:pt x="6" y="5"/>
                  <a:pt x="6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"/>
                  <a:pt x="4" y="6"/>
                  <a:pt x="4" y="6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1"/>
                  <a:pt x="5" y="11"/>
                  <a:pt x="5" y="11"/>
                </a:cubicBezTo>
                <a:cubicBezTo>
                  <a:pt x="5" y="11"/>
                  <a:pt x="5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8" y="12"/>
                  <a:pt x="10" y="12"/>
                  <a:pt x="12" y="12"/>
                </a:cubicBezTo>
                <a:cubicBezTo>
                  <a:pt x="13" y="12"/>
                  <a:pt x="14" y="12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5" y="13"/>
                  <a:pt x="15" y="14"/>
                  <a:pt x="15" y="15"/>
                </a:cubicBezTo>
                <a:cubicBezTo>
                  <a:pt x="15" y="20"/>
                  <a:pt x="15" y="20"/>
                  <a:pt x="15" y="20"/>
                </a:cubicBezTo>
                <a:cubicBezTo>
                  <a:pt x="15" y="21"/>
                  <a:pt x="15" y="22"/>
                  <a:pt x="14" y="22"/>
                </a:cubicBezTo>
                <a:cubicBezTo>
                  <a:pt x="14" y="22"/>
                  <a:pt x="14" y="22"/>
                  <a:pt x="14" y="22"/>
                </a:cubicBezTo>
                <a:cubicBezTo>
                  <a:pt x="14" y="22"/>
                  <a:pt x="14" y="22"/>
                  <a:pt x="14" y="22"/>
                </a:cubicBezTo>
                <a:cubicBezTo>
                  <a:pt x="14" y="23"/>
                  <a:pt x="13" y="23"/>
                  <a:pt x="12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5"/>
                  <a:pt x="9" y="26"/>
                  <a:pt x="9" y="26"/>
                </a:cubicBezTo>
                <a:cubicBezTo>
                  <a:pt x="8" y="26"/>
                  <a:pt x="8" y="25"/>
                  <a:pt x="8" y="25"/>
                </a:cubicBezTo>
                <a:cubicBezTo>
                  <a:pt x="8" y="23"/>
                  <a:pt x="8" y="23"/>
                  <a:pt x="8" y="23"/>
                </a:cubicBezTo>
                <a:cubicBezTo>
                  <a:pt x="6" y="23"/>
                  <a:pt x="6" y="23"/>
                  <a:pt x="6" y="23"/>
                </a:cubicBezTo>
                <a:cubicBezTo>
                  <a:pt x="5" y="23"/>
                  <a:pt x="4" y="23"/>
                  <a:pt x="3" y="22"/>
                </a:cubicBezTo>
                <a:cubicBezTo>
                  <a:pt x="2" y="22"/>
                  <a:pt x="2" y="21"/>
                  <a:pt x="2" y="20"/>
                </a:cubicBezTo>
                <a:cubicBezTo>
                  <a:pt x="2" y="19"/>
                  <a:pt x="3" y="18"/>
                  <a:pt x="3" y="18"/>
                </a:cubicBezTo>
                <a:cubicBezTo>
                  <a:pt x="4" y="18"/>
                  <a:pt x="4" y="19"/>
                  <a:pt x="4" y="20"/>
                </a:cubicBezTo>
                <a:cubicBezTo>
                  <a:pt x="4" y="20"/>
                  <a:pt x="5" y="20"/>
                  <a:pt x="5" y="21"/>
                </a:cubicBezTo>
                <a:cubicBezTo>
                  <a:pt x="5" y="21"/>
                  <a:pt x="5" y="21"/>
                  <a:pt x="6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3" y="21"/>
                </a:cubicBezTo>
                <a:cubicBezTo>
                  <a:pt x="13" y="21"/>
                  <a:pt x="13" y="21"/>
                  <a:pt x="13" y="21"/>
                </a:cubicBezTo>
                <a:cubicBezTo>
                  <a:pt x="13" y="20"/>
                  <a:pt x="13" y="20"/>
                  <a:pt x="13" y="20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0" y="14"/>
                  <a:pt x="8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lose/>
                <a:moveTo>
                  <a:pt x="23" y="8"/>
                </a:moveTo>
                <a:cubicBezTo>
                  <a:pt x="23" y="8"/>
                  <a:pt x="23" y="8"/>
                  <a:pt x="23" y="8"/>
                </a:cubicBezTo>
                <a:cubicBezTo>
                  <a:pt x="22" y="8"/>
                  <a:pt x="21" y="7"/>
                  <a:pt x="21" y="6"/>
                </a:cubicBezTo>
                <a:cubicBezTo>
                  <a:pt x="21" y="5"/>
                  <a:pt x="22" y="4"/>
                  <a:pt x="23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3" y="4"/>
                  <a:pt x="44" y="5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17"/>
                  <a:pt x="44" y="17"/>
                  <a:pt x="44" y="17"/>
                </a:cubicBezTo>
                <a:cubicBezTo>
                  <a:pt x="47" y="13"/>
                  <a:pt x="47" y="13"/>
                  <a:pt x="47" y="13"/>
                </a:cubicBezTo>
                <a:cubicBezTo>
                  <a:pt x="48" y="13"/>
                  <a:pt x="49" y="13"/>
                  <a:pt x="50" y="13"/>
                </a:cubicBezTo>
                <a:cubicBezTo>
                  <a:pt x="50" y="14"/>
                  <a:pt x="50" y="15"/>
                  <a:pt x="50" y="16"/>
                </a:cubicBezTo>
                <a:cubicBezTo>
                  <a:pt x="43" y="23"/>
                  <a:pt x="43" y="23"/>
                  <a:pt x="43" y="23"/>
                </a:cubicBezTo>
                <a:cubicBezTo>
                  <a:pt x="43" y="23"/>
                  <a:pt x="42" y="23"/>
                  <a:pt x="42" y="23"/>
                </a:cubicBezTo>
                <a:cubicBezTo>
                  <a:pt x="41" y="23"/>
                  <a:pt x="41" y="23"/>
                  <a:pt x="40" y="23"/>
                </a:cubicBezTo>
                <a:cubicBezTo>
                  <a:pt x="34" y="16"/>
                  <a:pt x="34" y="16"/>
                  <a:pt x="34" y="16"/>
                </a:cubicBezTo>
                <a:cubicBezTo>
                  <a:pt x="33" y="15"/>
                  <a:pt x="33" y="14"/>
                  <a:pt x="34" y="13"/>
                </a:cubicBezTo>
                <a:cubicBezTo>
                  <a:pt x="34" y="13"/>
                  <a:pt x="36" y="13"/>
                  <a:pt x="36" y="13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8"/>
                  <a:pt x="40" y="8"/>
                  <a:pt x="40" y="8"/>
                </a:cubicBezTo>
                <a:cubicBezTo>
                  <a:pt x="23" y="8"/>
                  <a:pt x="23" y="8"/>
                  <a:pt x="23" y="8"/>
                </a:cubicBezTo>
                <a:close/>
                <a:moveTo>
                  <a:pt x="27" y="44"/>
                </a:moveTo>
                <a:cubicBezTo>
                  <a:pt x="27" y="44"/>
                  <a:pt x="27" y="44"/>
                  <a:pt x="27" y="44"/>
                </a:cubicBezTo>
                <a:cubicBezTo>
                  <a:pt x="28" y="44"/>
                  <a:pt x="29" y="45"/>
                  <a:pt x="29" y="46"/>
                </a:cubicBezTo>
                <a:cubicBezTo>
                  <a:pt x="29" y="47"/>
                  <a:pt x="28" y="48"/>
                  <a:pt x="27" y="48"/>
                </a:cubicBezTo>
                <a:cubicBezTo>
                  <a:pt x="9" y="48"/>
                  <a:pt x="9" y="48"/>
                  <a:pt x="9" y="48"/>
                </a:cubicBezTo>
                <a:cubicBezTo>
                  <a:pt x="8" y="48"/>
                  <a:pt x="7" y="47"/>
                  <a:pt x="7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7" y="35"/>
                  <a:pt x="7" y="35"/>
                  <a:pt x="7" y="35"/>
                </a:cubicBezTo>
                <a:cubicBezTo>
                  <a:pt x="3" y="38"/>
                  <a:pt x="3" y="38"/>
                  <a:pt x="3" y="38"/>
                </a:cubicBezTo>
                <a:cubicBezTo>
                  <a:pt x="3" y="39"/>
                  <a:pt x="1" y="39"/>
                  <a:pt x="1" y="38"/>
                </a:cubicBezTo>
                <a:cubicBezTo>
                  <a:pt x="0" y="38"/>
                  <a:pt x="0" y="37"/>
                  <a:pt x="1" y="36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7" y="36"/>
                  <a:pt x="17" y="36"/>
                  <a:pt x="17" y="36"/>
                </a:cubicBezTo>
                <a:cubicBezTo>
                  <a:pt x="18" y="37"/>
                  <a:pt x="18" y="38"/>
                  <a:pt x="17" y="38"/>
                </a:cubicBezTo>
                <a:cubicBezTo>
                  <a:pt x="16" y="39"/>
                  <a:pt x="15" y="39"/>
                  <a:pt x="14" y="38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44"/>
                  <a:pt x="11" y="44"/>
                  <a:pt x="11" y="44"/>
                </a:cubicBezTo>
                <a:cubicBezTo>
                  <a:pt x="27" y="44"/>
                  <a:pt x="27" y="44"/>
                  <a:pt x="27" y="44"/>
                </a:cubicBezTo>
                <a:close/>
                <a:moveTo>
                  <a:pt x="9" y="29"/>
                </a:move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lose/>
                <a:moveTo>
                  <a:pt x="47" y="43"/>
                </a:moveTo>
                <a:cubicBezTo>
                  <a:pt x="47" y="43"/>
                  <a:pt x="47" y="43"/>
                  <a:pt x="47" y="43"/>
                </a:cubicBezTo>
                <a:cubicBezTo>
                  <a:pt x="47" y="42"/>
                  <a:pt x="48" y="42"/>
                  <a:pt x="48" y="43"/>
                </a:cubicBezTo>
                <a:cubicBezTo>
                  <a:pt x="49" y="43"/>
                  <a:pt x="49" y="44"/>
                  <a:pt x="48" y="44"/>
                </a:cubicBezTo>
                <a:cubicBezTo>
                  <a:pt x="48" y="45"/>
                  <a:pt x="46" y="46"/>
                  <a:pt x="45" y="47"/>
                </a:cubicBezTo>
                <a:cubicBezTo>
                  <a:pt x="44" y="47"/>
                  <a:pt x="43" y="47"/>
                  <a:pt x="42" y="47"/>
                </a:cubicBezTo>
                <a:cubicBezTo>
                  <a:pt x="40" y="47"/>
                  <a:pt x="39" y="47"/>
                  <a:pt x="38" y="47"/>
                </a:cubicBezTo>
                <a:cubicBezTo>
                  <a:pt x="37" y="46"/>
                  <a:pt x="36" y="45"/>
                  <a:pt x="35" y="44"/>
                </a:cubicBezTo>
                <a:cubicBezTo>
                  <a:pt x="34" y="43"/>
                  <a:pt x="34" y="42"/>
                  <a:pt x="33" y="41"/>
                </a:cubicBezTo>
                <a:cubicBezTo>
                  <a:pt x="33" y="41"/>
                  <a:pt x="33" y="41"/>
                  <a:pt x="33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29" y="40"/>
                  <a:pt x="28" y="40"/>
                  <a:pt x="28" y="39"/>
                </a:cubicBezTo>
                <a:cubicBezTo>
                  <a:pt x="28" y="39"/>
                  <a:pt x="29" y="38"/>
                  <a:pt x="30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38"/>
                  <a:pt x="32" y="38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29" y="37"/>
                  <a:pt x="28" y="36"/>
                  <a:pt x="28" y="35"/>
                </a:cubicBezTo>
                <a:cubicBezTo>
                  <a:pt x="28" y="35"/>
                  <a:pt x="29" y="34"/>
                  <a:pt x="30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3" y="34"/>
                  <a:pt x="33" y="34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4" y="32"/>
                  <a:pt x="34" y="31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6" y="29"/>
                  <a:pt x="37" y="29"/>
                  <a:pt x="38" y="28"/>
                </a:cubicBezTo>
                <a:cubicBezTo>
                  <a:pt x="39" y="27"/>
                  <a:pt x="40" y="27"/>
                  <a:pt x="42" y="27"/>
                </a:cubicBezTo>
                <a:cubicBezTo>
                  <a:pt x="43" y="27"/>
                  <a:pt x="44" y="27"/>
                  <a:pt x="45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6" y="29"/>
                  <a:pt x="48" y="29"/>
                  <a:pt x="48" y="30"/>
                </a:cubicBezTo>
                <a:cubicBezTo>
                  <a:pt x="49" y="31"/>
                  <a:pt x="49" y="31"/>
                  <a:pt x="48" y="32"/>
                </a:cubicBezTo>
                <a:cubicBezTo>
                  <a:pt x="48" y="32"/>
                  <a:pt x="47" y="32"/>
                  <a:pt x="47" y="32"/>
                </a:cubicBezTo>
                <a:cubicBezTo>
                  <a:pt x="46" y="31"/>
                  <a:pt x="45" y="30"/>
                  <a:pt x="44" y="30"/>
                </a:cubicBezTo>
                <a:cubicBezTo>
                  <a:pt x="44" y="30"/>
                  <a:pt x="43" y="30"/>
                  <a:pt x="42" y="30"/>
                </a:cubicBezTo>
                <a:cubicBezTo>
                  <a:pt x="41" y="30"/>
                  <a:pt x="40" y="30"/>
                  <a:pt x="39" y="30"/>
                </a:cubicBezTo>
                <a:cubicBezTo>
                  <a:pt x="38" y="30"/>
                  <a:pt x="37" y="31"/>
                  <a:pt x="37" y="32"/>
                </a:cubicBezTo>
                <a:cubicBezTo>
                  <a:pt x="36" y="32"/>
                  <a:pt x="36" y="33"/>
                  <a:pt x="35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3" y="34"/>
                  <a:pt x="43" y="35"/>
                  <a:pt x="43" y="35"/>
                </a:cubicBezTo>
                <a:cubicBezTo>
                  <a:pt x="43" y="36"/>
                  <a:pt x="43" y="37"/>
                  <a:pt x="42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8"/>
                  <a:pt x="35" y="38"/>
                  <a:pt x="35" y="38"/>
                </a:cubicBezTo>
                <a:cubicBezTo>
                  <a:pt x="42" y="38"/>
                  <a:pt x="42" y="38"/>
                  <a:pt x="42" y="38"/>
                </a:cubicBezTo>
                <a:cubicBezTo>
                  <a:pt x="43" y="38"/>
                  <a:pt x="43" y="39"/>
                  <a:pt x="43" y="39"/>
                </a:cubicBezTo>
                <a:cubicBezTo>
                  <a:pt x="43" y="40"/>
                  <a:pt x="43" y="40"/>
                  <a:pt x="42" y="40"/>
                </a:cubicBezTo>
                <a:cubicBezTo>
                  <a:pt x="35" y="40"/>
                  <a:pt x="35" y="40"/>
                  <a:pt x="35" y="40"/>
                </a:cubicBezTo>
                <a:cubicBezTo>
                  <a:pt x="36" y="41"/>
                  <a:pt x="36" y="42"/>
                  <a:pt x="37" y="43"/>
                </a:cubicBezTo>
                <a:cubicBezTo>
                  <a:pt x="37" y="44"/>
                  <a:pt x="38" y="44"/>
                  <a:pt x="39" y="44"/>
                </a:cubicBezTo>
                <a:cubicBezTo>
                  <a:pt x="40" y="45"/>
                  <a:pt x="41" y="45"/>
                  <a:pt x="42" y="45"/>
                </a:cubicBezTo>
                <a:cubicBezTo>
                  <a:pt x="43" y="45"/>
                  <a:pt x="44" y="45"/>
                  <a:pt x="44" y="44"/>
                </a:cubicBezTo>
                <a:cubicBezTo>
                  <a:pt x="45" y="44"/>
                  <a:pt x="46" y="44"/>
                  <a:pt x="47" y="4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42" name="Freeform 276">
            <a:extLst>
              <a:ext uri="{FF2B5EF4-FFF2-40B4-BE49-F238E27FC236}">
                <a16:creationId xmlns:a16="http://schemas.microsoft.com/office/drawing/2014/main" id="{9C8F7C43-1BC1-9EB5-FF97-212872E5A0C0}"/>
              </a:ext>
            </a:extLst>
          </p:cNvPr>
          <p:cNvSpPr>
            <a:spLocks noEditPoints="1"/>
          </p:cNvSpPr>
          <p:nvPr/>
        </p:nvSpPr>
        <p:spPr bwMode="auto">
          <a:xfrm>
            <a:off x="3527885" y="5254015"/>
            <a:ext cx="203200" cy="182033"/>
          </a:xfrm>
          <a:custGeom>
            <a:avLst/>
            <a:gdLst>
              <a:gd name="T0" fmla="*/ 9525 w 48"/>
              <a:gd name="T1" fmla="*/ 120650 h 43"/>
              <a:gd name="T2" fmla="*/ 6350 w 48"/>
              <a:gd name="T3" fmla="*/ 117475 h 43"/>
              <a:gd name="T4" fmla="*/ 9525 w 48"/>
              <a:gd name="T5" fmla="*/ 114300 h 43"/>
              <a:gd name="T6" fmla="*/ 15875 w 48"/>
              <a:gd name="T7" fmla="*/ 114300 h 43"/>
              <a:gd name="T8" fmla="*/ 15875 w 48"/>
              <a:gd name="T9" fmla="*/ 47625 h 43"/>
              <a:gd name="T10" fmla="*/ 3175 w 48"/>
              <a:gd name="T11" fmla="*/ 47625 h 43"/>
              <a:gd name="T12" fmla="*/ 0 w 48"/>
              <a:gd name="T13" fmla="*/ 41275 h 43"/>
              <a:gd name="T14" fmla="*/ 3175 w 48"/>
              <a:gd name="T15" fmla="*/ 34925 h 43"/>
              <a:gd name="T16" fmla="*/ 73025 w 48"/>
              <a:gd name="T17" fmla="*/ 3175 h 43"/>
              <a:gd name="T18" fmla="*/ 76200 w 48"/>
              <a:gd name="T19" fmla="*/ 3175 h 43"/>
              <a:gd name="T20" fmla="*/ 76200 w 48"/>
              <a:gd name="T21" fmla="*/ 3175 h 43"/>
              <a:gd name="T22" fmla="*/ 146050 w 48"/>
              <a:gd name="T23" fmla="*/ 38100 h 43"/>
              <a:gd name="T24" fmla="*/ 149225 w 48"/>
              <a:gd name="T25" fmla="*/ 44450 h 43"/>
              <a:gd name="T26" fmla="*/ 142875 w 48"/>
              <a:gd name="T27" fmla="*/ 47625 h 43"/>
              <a:gd name="T28" fmla="*/ 142875 w 48"/>
              <a:gd name="T29" fmla="*/ 47625 h 43"/>
              <a:gd name="T30" fmla="*/ 130175 w 48"/>
              <a:gd name="T31" fmla="*/ 47625 h 43"/>
              <a:gd name="T32" fmla="*/ 130175 w 48"/>
              <a:gd name="T33" fmla="*/ 114300 h 43"/>
              <a:gd name="T34" fmla="*/ 136525 w 48"/>
              <a:gd name="T35" fmla="*/ 114300 h 43"/>
              <a:gd name="T36" fmla="*/ 142875 w 48"/>
              <a:gd name="T37" fmla="*/ 117475 h 43"/>
              <a:gd name="T38" fmla="*/ 136525 w 48"/>
              <a:gd name="T39" fmla="*/ 120650 h 43"/>
              <a:gd name="T40" fmla="*/ 9525 w 48"/>
              <a:gd name="T41" fmla="*/ 120650 h 43"/>
              <a:gd name="T42" fmla="*/ 28575 w 48"/>
              <a:gd name="T43" fmla="*/ 47625 h 43"/>
              <a:gd name="T44" fmla="*/ 28575 w 48"/>
              <a:gd name="T45" fmla="*/ 47625 h 43"/>
              <a:gd name="T46" fmla="*/ 28575 w 48"/>
              <a:gd name="T47" fmla="*/ 114300 h 43"/>
              <a:gd name="T48" fmla="*/ 50800 w 48"/>
              <a:gd name="T49" fmla="*/ 114300 h 43"/>
              <a:gd name="T50" fmla="*/ 50800 w 48"/>
              <a:gd name="T51" fmla="*/ 47625 h 43"/>
              <a:gd name="T52" fmla="*/ 28575 w 48"/>
              <a:gd name="T53" fmla="*/ 47625 h 43"/>
              <a:gd name="T54" fmla="*/ 63500 w 48"/>
              <a:gd name="T55" fmla="*/ 47625 h 43"/>
              <a:gd name="T56" fmla="*/ 63500 w 48"/>
              <a:gd name="T57" fmla="*/ 47625 h 43"/>
              <a:gd name="T58" fmla="*/ 63500 w 48"/>
              <a:gd name="T59" fmla="*/ 114300 h 43"/>
              <a:gd name="T60" fmla="*/ 85725 w 48"/>
              <a:gd name="T61" fmla="*/ 114300 h 43"/>
              <a:gd name="T62" fmla="*/ 85725 w 48"/>
              <a:gd name="T63" fmla="*/ 47625 h 43"/>
              <a:gd name="T64" fmla="*/ 63500 w 48"/>
              <a:gd name="T65" fmla="*/ 47625 h 43"/>
              <a:gd name="T66" fmla="*/ 98425 w 48"/>
              <a:gd name="T67" fmla="*/ 47625 h 43"/>
              <a:gd name="T68" fmla="*/ 98425 w 48"/>
              <a:gd name="T69" fmla="*/ 47625 h 43"/>
              <a:gd name="T70" fmla="*/ 98425 w 48"/>
              <a:gd name="T71" fmla="*/ 114300 h 43"/>
              <a:gd name="T72" fmla="*/ 117475 w 48"/>
              <a:gd name="T73" fmla="*/ 114300 h 43"/>
              <a:gd name="T74" fmla="*/ 117475 w 48"/>
              <a:gd name="T75" fmla="*/ 47625 h 43"/>
              <a:gd name="T76" fmla="*/ 98425 w 48"/>
              <a:gd name="T77" fmla="*/ 47625 h 43"/>
              <a:gd name="T78" fmla="*/ 117475 w 48"/>
              <a:gd name="T79" fmla="*/ 34925 h 43"/>
              <a:gd name="T80" fmla="*/ 117475 w 48"/>
              <a:gd name="T81" fmla="*/ 34925 h 43"/>
              <a:gd name="T82" fmla="*/ 73025 w 48"/>
              <a:gd name="T83" fmla="*/ 12700 h 43"/>
              <a:gd name="T84" fmla="*/ 31750 w 48"/>
              <a:gd name="T85" fmla="*/ 34925 h 43"/>
              <a:gd name="T86" fmla="*/ 117475 w 48"/>
              <a:gd name="T87" fmla="*/ 34925 h 43"/>
              <a:gd name="T88" fmla="*/ 3175 w 48"/>
              <a:gd name="T89" fmla="*/ 136525 h 43"/>
              <a:gd name="T90" fmla="*/ 3175 w 48"/>
              <a:gd name="T91" fmla="*/ 136525 h 43"/>
              <a:gd name="T92" fmla="*/ 0 w 48"/>
              <a:gd name="T93" fmla="*/ 130175 h 43"/>
              <a:gd name="T94" fmla="*/ 3175 w 48"/>
              <a:gd name="T95" fmla="*/ 127000 h 43"/>
              <a:gd name="T96" fmla="*/ 142875 w 48"/>
              <a:gd name="T97" fmla="*/ 127000 h 43"/>
              <a:gd name="T98" fmla="*/ 149225 w 48"/>
              <a:gd name="T99" fmla="*/ 130175 h 43"/>
              <a:gd name="T100" fmla="*/ 142875 w 48"/>
              <a:gd name="T101" fmla="*/ 136525 h 43"/>
              <a:gd name="T102" fmla="*/ 3175 w 48"/>
              <a:gd name="T103" fmla="*/ 136525 h 43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48" h="43">
                <a:moveTo>
                  <a:pt x="3" y="38"/>
                </a:moveTo>
                <a:cubicBezTo>
                  <a:pt x="3" y="38"/>
                  <a:pt x="2" y="38"/>
                  <a:pt x="2" y="37"/>
                </a:cubicBezTo>
                <a:cubicBezTo>
                  <a:pt x="2" y="37"/>
                  <a:pt x="3" y="36"/>
                  <a:pt x="3" y="36"/>
                </a:cubicBezTo>
                <a:cubicBezTo>
                  <a:pt x="5" y="36"/>
                  <a:pt x="5" y="36"/>
                  <a:pt x="5" y="36"/>
                </a:cubicBezTo>
                <a:cubicBezTo>
                  <a:pt x="5" y="15"/>
                  <a:pt x="5" y="15"/>
                  <a:pt x="5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0" y="15"/>
                  <a:pt x="0" y="14"/>
                  <a:pt x="0" y="13"/>
                </a:cubicBezTo>
                <a:cubicBezTo>
                  <a:pt x="0" y="12"/>
                  <a:pt x="0" y="12"/>
                  <a:pt x="1" y="11"/>
                </a:cubicBezTo>
                <a:cubicBezTo>
                  <a:pt x="23" y="1"/>
                  <a:pt x="23" y="1"/>
                  <a:pt x="23" y="1"/>
                </a:cubicBezTo>
                <a:cubicBezTo>
                  <a:pt x="23" y="0"/>
                  <a:pt x="24" y="0"/>
                  <a:pt x="24" y="1"/>
                </a:cubicBezTo>
                <a:cubicBezTo>
                  <a:pt x="24" y="1"/>
                  <a:pt x="24" y="1"/>
                  <a:pt x="24" y="1"/>
                </a:cubicBezTo>
                <a:cubicBezTo>
                  <a:pt x="46" y="12"/>
                  <a:pt x="46" y="12"/>
                  <a:pt x="46" y="12"/>
                </a:cubicBezTo>
                <a:cubicBezTo>
                  <a:pt x="47" y="12"/>
                  <a:pt x="48" y="13"/>
                  <a:pt x="47" y="14"/>
                </a:cubicBezTo>
                <a:cubicBezTo>
                  <a:pt x="47" y="15"/>
                  <a:pt x="46" y="15"/>
                  <a:pt x="45" y="15"/>
                </a:cubicBezTo>
                <a:cubicBezTo>
                  <a:pt x="45" y="15"/>
                  <a:pt x="45" y="15"/>
                  <a:pt x="45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1" y="36"/>
                  <a:pt x="41" y="36"/>
                  <a:pt x="41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4" y="36"/>
                  <a:pt x="45" y="37"/>
                  <a:pt x="45" y="37"/>
                </a:cubicBezTo>
                <a:cubicBezTo>
                  <a:pt x="45" y="38"/>
                  <a:pt x="44" y="38"/>
                  <a:pt x="43" y="38"/>
                </a:cubicBezTo>
                <a:cubicBezTo>
                  <a:pt x="3" y="38"/>
                  <a:pt x="3" y="38"/>
                  <a:pt x="3" y="38"/>
                </a:cubicBezTo>
                <a:close/>
                <a:moveTo>
                  <a:pt x="9" y="15"/>
                </a:moveTo>
                <a:cubicBezTo>
                  <a:pt x="9" y="15"/>
                  <a:pt x="9" y="15"/>
                  <a:pt x="9" y="15"/>
                </a:cubicBezTo>
                <a:cubicBezTo>
                  <a:pt x="9" y="36"/>
                  <a:pt x="9" y="36"/>
                  <a:pt x="9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15"/>
                  <a:pt x="16" y="15"/>
                  <a:pt x="16" y="15"/>
                </a:cubicBezTo>
                <a:cubicBezTo>
                  <a:pt x="9" y="15"/>
                  <a:pt x="9" y="15"/>
                  <a:pt x="9" y="15"/>
                </a:cubicBezTo>
                <a:close/>
                <a:moveTo>
                  <a:pt x="20" y="15"/>
                </a:moveTo>
                <a:cubicBezTo>
                  <a:pt x="20" y="15"/>
                  <a:pt x="20" y="15"/>
                  <a:pt x="20" y="15"/>
                </a:cubicBezTo>
                <a:cubicBezTo>
                  <a:pt x="20" y="36"/>
                  <a:pt x="20" y="36"/>
                  <a:pt x="20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15"/>
                  <a:pt x="27" y="15"/>
                  <a:pt x="27" y="15"/>
                </a:cubicBezTo>
                <a:cubicBezTo>
                  <a:pt x="20" y="15"/>
                  <a:pt x="20" y="15"/>
                  <a:pt x="20" y="15"/>
                </a:cubicBezTo>
                <a:close/>
                <a:moveTo>
                  <a:pt x="31" y="15"/>
                </a:moveTo>
                <a:cubicBezTo>
                  <a:pt x="31" y="15"/>
                  <a:pt x="31" y="15"/>
                  <a:pt x="31" y="15"/>
                </a:cubicBezTo>
                <a:cubicBezTo>
                  <a:pt x="31" y="36"/>
                  <a:pt x="31" y="36"/>
                  <a:pt x="31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15"/>
                  <a:pt x="37" y="15"/>
                  <a:pt x="37" y="15"/>
                </a:cubicBezTo>
                <a:cubicBezTo>
                  <a:pt x="31" y="15"/>
                  <a:pt x="31" y="15"/>
                  <a:pt x="31" y="15"/>
                </a:cubicBezTo>
                <a:close/>
                <a:moveTo>
                  <a:pt x="37" y="11"/>
                </a:moveTo>
                <a:cubicBezTo>
                  <a:pt x="37" y="11"/>
                  <a:pt x="37" y="11"/>
                  <a:pt x="37" y="11"/>
                </a:cubicBezTo>
                <a:cubicBezTo>
                  <a:pt x="23" y="4"/>
                  <a:pt x="23" y="4"/>
                  <a:pt x="23" y="4"/>
                </a:cubicBezTo>
                <a:cubicBezTo>
                  <a:pt x="10" y="11"/>
                  <a:pt x="10" y="11"/>
                  <a:pt x="10" y="11"/>
                </a:cubicBezTo>
                <a:cubicBezTo>
                  <a:pt x="37" y="11"/>
                  <a:pt x="37" y="11"/>
                  <a:pt x="37" y="11"/>
                </a:cubicBezTo>
                <a:close/>
                <a:moveTo>
                  <a:pt x="1" y="43"/>
                </a:moveTo>
                <a:cubicBezTo>
                  <a:pt x="1" y="43"/>
                  <a:pt x="1" y="43"/>
                  <a:pt x="1" y="43"/>
                </a:cubicBezTo>
                <a:cubicBezTo>
                  <a:pt x="0" y="43"/>
                  <a:pt x="0" y="43"/>
                  <a:pt x="0" y="41"/>
                </a:cubicBezTo>
                <a:cubicBezTo>
                  <a:pt x="0" y="40"/>
                  <a:pt x="0" y="40"/>
                  <a:pt x="1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7" y="40"/>
                  <a:pt x="47" y="41"/>
                </a:cubicBezTo>
                <a:cubicBezTo>
                  <a:pt x="47" y="43"/>
                  <a:pt x="46" y="43"/>
                  <a:pt x="45" y="43"/>
                </a:cubicBezTo>
                <a:cubicBezTo>
                  <a:pt x="1" y="43"/>
                  <a:pt x="1" y="43"/>
                  <a:pt x="1" y="4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43" name="Freeform 277">
            <a:extLst>
              <a:ext uri="{FF2B5EF4-FFF2-40B4-BE49-F238E27FC236}">
                <a16:creationId xmlns:a16="http://schemas.microsoft.com/office/drawing/2014/main" id="{7C6B2F3D-4FCE-E02F-FDF2-E9E556537EA2}"/>
              </a:ext>
            </a:extLst>
          </p:cNvPr>
          <p:cNvSpPr>
            <a:spLocks noEditPoints="1"/>
          </p:cNvSpPr>
          <p:nvPr/>
        </p:nvSpPr>
        <p:spPr bwMode="auto">
          <a:xfrm>
            <a:off x="2403934" y="5249781"/>
            <a:ext cx="211667" cy="194733"/>
          </a:xfrm>
          <a:custGeom>
            <a:avLst/>
            <a:gdLst>
              <a:gd name="T0" fmla="*/ 66675 w 50"/>
              <a:gd name="T1" fmla="*/ 44450 h 46"/>
              <a:gd name="T2" fmla="*/ 92075 w 50"/>
              <a:gd name="T3" fmla="*/ 50800 h 46"/>
              <a:gd name="T4" fmla="*/ 92075 w 50"/>
              <a:gd name="T5" fmla="*/ 69850 h 46"/>
              <a:gd name="T6" fmla="*/ 117475 w 50"/>
              <a:gd name="T7" fmla="*/ 73025 h 46"/>
              <a:gd name="T8" fmla="*/ 117475 w 50"/>
              <a:gd name="T9" fmla="*/ 95250 h 46"/>
              <a:gd name="T10" fmla="*/ 111125 w 50"/>
              <a:gd name="T11" fmla="*/ 98425 h 46"/>
              <a:gd name="T12" fmla="*/ 92075 w 50"/>
              <a:gd name="T13" fmla="*/ 117475 h 46"/>
              <a:gd name="T14" fmla="*/ 88900 w 50"/>
              <a:gd name="T15" fmla="*/ 120650 h 46"/>
              <a:gd name="T16" fmla="*/ 63500 w 50"/>
              <a:gd name="T17" fmla="*/ 117475 h 46"/>
              <a:gd name="T18" fmla="*/ 63500 w 50"/>
              <a:gd name="T19" fmla="*/ 98425 h 46"/>
              <a:gd name="T20" fmla="*/ 41275 w 50"/>
              <a:gd name="T21" fmla="*/ 95250 h 46"/>
              <a:gd name="T22" fmla="*/ 41275 w 50"/>
              <a:gd name="T23" fmla="*/ 73025 h 46"/>
              <a:gd name="T24" fmla="*/ 44450 w 50"/>
              <a:gd name="T25" fmla="*/ 69850 h 46"/>
              <a:gd name="T26" fmla="*/ 63500 w 50"/>
              <a:gd name="T27" fmla="*/ 50800 h 46"/>
              <a:gd name="T28" fmla="*/ 66675 w 50"/>
              <a:gd name="T29" fmla="*/ 0 h 46"/>
              <a:gd name="T30" fmla="*/ 88900 w 50"/>
              <a:gd name="T31" fmla="*/ 0 h 46"/>
              <a:gd name="T32" fmla="*/ 101600 w 50"/>
              <a:gd name="T33" fmla="*/ 3175 h 46"/>
              <a:gd name="T34" fmla="*/ 107950 w 50"/>
              <a:gd name="T35" fmla="*/ 22225 h 46"/>
              <a:gd name="T36" fmla="*/ 158750 w 50"/>
              <a:gd name="T37" fmla="*/ 41275 h 46"/>
              <a:gd name="T38" fmla="*/ 136525 w 50"/>
              <a:gd name="T39" fmla="*/ 146050 h 46"/>
              <a:gd name="T40" fmla="*/ 0 w 50"/>
              <a:gd name="T41" fmla="*/ 127000 h 46"/>
              <a:gd name="T42" fmla="*/ 19050 w 50"/>
              <a:gd name="T43" fmla="*/ 22225 h 46"/>
              <a:gd name="T44" fmla="*/ 50800 w 50"/>
              <a:gd name="T45" fmla="*/ 15875 h 46"/>
              <a:gd name="T46" fmla="*/ 53975 w 50"/>
              <a:gd name="T47" fmla="*/ 3175 h 46"/>
              <a:gd name="T48" fmla="*/ 88900 w 50"/>
              <a:gd name="T49" fmla="*/ 6350 h 46"/>
              <a:gd name="T50" fmla="*/ 66675 w 50"/>
              <a:gd name="T51" fmla="*/ 6350 h 46"/>
              <a:gd name="T52" fmla="*/ 57150 w 50"/>
              <a:gd name="T53" fmla="*/ 15875 h 46"/>
              <a:gd name="T54" fmla="*/ 98425 w 50"/>
              <a:gd name="T55" fmla="*/ 22225 h 46"/>
              <a:gd name="T56" fmla="*/ 95250 w 50"/>
              <a:gd name="T57" fmla="*/ 9525 h 46"/>
              <a:gd name="T58" fmla="*/ 136525 w 50"/>
              <a:gd name="T59" fmla="*/ 34925 h 46"/>
              <a:gd name="T60" fmla="*/ 19050 w 50"/>
              <a:gd name="T61" fmla="*/ 34925 h 46"/>
              <a:gd name="T62" fmla="*/ 9525 w 50"/>
              <a:gd name="T63" fmla="*/ 127000 h 46"/>
              <a:gd name="T64" fmla="*/ 136525 w 50"/>
              <a:gd name="T65" fmla="*/ 133350 h 46"/>
              <a:gd name="T66" fmla="*/ 146050 w 50"/>
              <a:gd name="T67" fmla="*/ 41275 h 46"/>
              <a:gd name="T68" fmla="*/ 85725 w 50"/>
              <a:gd name="T69" fmla="*/ 53975 h 46"/>
              <a:gd name="T70" fmla="*/ 69850 w 50"/>
              <a:gd name="T71" fmla="*/ 53975 h 46"/>
              <a:gd name="T72" fmla="*/ 69850 w 50"/>
              <a:gd name="T73" fmla="*/ 73025 h 46"/>
              <a:gd name="T74" fmla="*/ 47625 w 50"/>
              <a:gd name="T75" fmla="*/ 76200 h 46"/>
              <a:gd name="T76" fmla="*/ 66675 w 50"/>
              <a:gd name="T77" fmla="*/ 92075 h 46"/>
              <a:gd name="T78" fmla="*/ 69850 w 50"/>
              <a:gd name="T79" fmla="*/ 95250 h 46"/>
              <a:gd name="T80" fmla="*/ 85725 w 50"/>
              <a:gd name="T81" fmla="*/ 114300 h 46"/>
              <a:gd name="T82" fmla="*/ 85725 w 50"/>
              <a:gd name="T83" fmla="*/ 95250 h 46"/>
              <a:gd name="T84" fmla="*/ 107950 w 50"/>
              <a:gd name="T85" fmla="*/ 92075 h 46"/>
              <a:gd name="T86" fmla="*/ 88900 w 50"/>
              <a:gd name="T87" fmla="*/ 76200 h 46"/>
              <a:gd name="T88" fmla="*/ 85725 w 50"/>
              <a:gd name="T89" fmla="*/ 73025 h 4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0" h="46">
                <a:moveTo>
                  <a:pt x="21" y="14"/>
                </a:moveTo>
                <a:cubicBezTo>
                  <a:pt x="21" y="14"/>
                  <a:pt x="21" y="14"/>
                  <a:pt x="21" y="14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29" y="15"/>
                  <a:pt x="29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22"/>
                  <a:pt x="29" y="22"/>
                  <a:pt x="29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36" y="22"/>
                  <a:pt x="37" y="22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1"/>
                  <a:pt x="36" y="31"/>
                  <a:pt x="35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8"/>
                  <a:pt x="29" y="38"/>
                  <a:pt x="28" y="38"/>
                </a:cubicBezTo>
                <a:cubicBezTo>
                  <a:pt x="28" y="38"/>
                  <a:pt x="28" y="38"/>
                  <a:pt x="28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0" y="38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1"/>
                  <a:pt x="20" y="31"/>
                  <a:pt x="20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3" y="31"/>
                  <a:pt x="13" y="31"/>
                  <a:pt x="13" y="30"/>
                </a:cubicBezTo>
                <a:cubicBezTo>
                  <a:pt x="13" y="30"/>
                  <a:pt x="13" y="30"/>
                  <a:pt x="13" y="30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2"/>
                  <a:pt x="13" y="22"/>
                  <a:pt x="14" y="22"/>
                </a:cubicBezTo>
                <a:cubicBezTo>
                  <a:pt x="14" y="22"/>
                  <a:pt x="14" y="22"/>
                  <a:pt x="14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5"/>
                  <a:pt x="21" y="14"/>
                  <a:pt x="21" y="14"/>
                </a:cubicBezTo>
                <a:close/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0" y="0"/>
                  <a:pt x="31" y="0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3" y="2"/>
                  <a:pt x="34" y="4"/>
                  <a:pt x="34" y="5"/>
                </a:cubicBezTo>
                <a:cubicBezTo>
                  <a:pt x="34" y="7"/>
                  <a:pt x="34" y="7"/>
                  <a:pt x="34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7" y="7"/>
                  <a:pt x="50" y="10"/>
                  <a:pt x="50" y="13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43"/>
                  <a:pt x="47" y="46"/>
                  <a:pt x="43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2" y="46"/>
                  <a:pt x="0" y="43"/>
                  <a:pt x="0" y="40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0"/>
                  <a:pt x="2" y="7"/>
                  <a:pt x="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4"/>
                  <a:pt x="16" y="2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8" y="0"/>
                  <a:pt x="20" y="0"/>
                  <a:pt x="21" y="0"/>
                </a:cubicBezTo>
                <a:close/>
                <a:moveTo>
                  <a:pt x="28" y="2"/>
                </a:moveTo>
                <a:cubicBezTo>
                  <a:pt x="28" y="2"/>
                  <a:pt x="28" y="2"/>
                  <a:pt x="28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0" y="2"/>
                  <a:pt x="19" y="2"/>
                  <a:pt x="19" y="3"/>
                </a:cubicBezTo>
                <a:cubicBezTo>
                  <a:pt x="18" y="4"/>
                  <a:pt x="18" y="4"/>
                  <a:pt x="18" y="5"/>
                </a:cubicBezTo>
                <a:cubicBezTo>
                  <a:pt x="18" y="7"/>
                  <a:pt x="18" y="7"/>
                  <a:pt x="18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4"/>
                  <a:pt x="31" y="4"/>
                  <a:pt x="30" y="3"/>
                </a:cubicBezTo>
                <a:cubicBezTo>
                  <a:pt x="30" y="2"/>
                  <a:pt x="29" y="2"/>
                  <a:pt x="28" y="2"/>
                </a:cubicBezTo>
                <a:close/>
                <a:moveTo>
                  <a:pt x="43" y="11"/>
                </a:moveTo>
                <a:cubicBezTo>
                  <a:pt x="43" y="11"/>
                  <a:pt x="43" y="11"/>
                  <a:pt x="43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5" y="11"/>
                  <a:pt x="3" y="12"/>
                  <a:pt x="3" y="13"/>
                </a:cubicBezTo>
                <a:cubicBezTo>
                  <a:pt x="3" y="40"/>
                  <a:pt x="3" y="40"/>
                  <a:pt x="3" y="40"/>
                </a:cubicBezTo>
                <a:cubicBezTo>
                  <a:pt x="3" y="41"/>
                  <a:pt x="5" y="42"/>
                  <a:pt x="6" y="42"/>
                </a:cubicBezTo>
                <a:cubicBezTo>
                  <a:pt x="43" y="42"/>
                  <a:pt x="43" y="42"/>
                  <a:pt x="43" y="42"/>
                </a:cubicBezTo>
                <a:cubicBezTo>
                  <a:pt x="45" y="42"/>
                  <a:pt x="46" y="41"/>
                  <a:pt x="46" y="40"/>
                </a:cubicBezTo>
                <a:cubicBezTo>
                  <a:pt x="46" y="13"/>
                  <a:pt x="46" y="13"/>
                  <a:pt x="46" y="13"/>
                </a:cubicBezTo>
                <a:cubicBezTo>
                  <a:pt x="46" y="12"/>
                  <a:pt x="45" y="11"/>
                  <a:pt x="43" y="11"/>
                </a:cubicBezTo>
                <a:close/>
                <a:moveTo>
                  <a:pt x="27" y="17"/>
                </a:moveTo>
                <a:cubicBezTo>
                  <a:pt x="27" y="17"/>
                  <a:pt x="27" y="17"/>
                  <a:pt x="27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4"/>
                  <a:pt x="22" y="24"/>
                  <a:pt x="21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5" y="29"/>
                  <a:pt x="15" y="29"/>
                  <a:pt x="15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2" y="29"/>
                  <a:pt x="22" y="29"/>
                  <a:pt x="22" y="30"/>
                </a:cubicBezTo>
                <a:cubicBezTo>
                  <a:pt x="22" y="36"/>
                  <a:pt x="22" y="36"/>
                  <a:pt x="22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29"/>
                  <a:pt x="27" y="29"/>
                  <a:pt x="28" y="29"/>
                </a:cubicBezTo>
                <a:cubicBezTo>
                  <a:pt x="34" y="29"/>
                  <a:pt x="34" y="29"/>
                  <a:pt x="34" y="29"/>
                </a:cubicBezTo>
                <a:cubicBezTo>
                  <a:pt x="34" y="24"/>
                  <a:pt x="34" y="24"/>
                  <a:pt x="34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7" y="24"/>
                  <a:pt x="27" y="24"/>
                  <a:pt x="27" y="23"/>
                </a:cubicBezTo>
                <a:cubicBezTo>
                  <a:pt x="27" y="17"/>
                  <a:pt x="27" y="17"/>
                  <a:pt x="27" y="1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44" name="Freeform 278">
            <a:extLst>
              <a:ext uri="{FF2B5EF4-FFF2-40B4-BE49-F238E27FC236}">
                <a16:creationId xmlns:a16="http://schemas.microsoft.com/office/drawing/2014/main" id="{4335910C-98AC-289A-4D58-91B71F515E2B}"/>
              </a:ext>
            </a:extLst>
          </p:cNvPr>
          <p:cNvSpPr>
            <a:spLocks noEditPoints="1"/>
          </p:cNvSpPr>
          <p:nvPr/>
        </p:nvSpPr>
        <p:spPr bwMode="auto">
          <a:xfrm>
            <a:off x="7678667" y="4803165"/>
            <a:ext cx="211667" cy="211667"/>
          </a:xfrm>
          <a:custGeom>
            <a:avLst/>
            <a:gdLst>
              <a:gd name="T0" fmla="*/ 79375 w 50"/>
              <a:gd name="T1" fmla="*/ 0 h 50"/>
              <a:gd name="T2" fmla="*/ 0 w 50"/>
              <a:gd name="T3" fmla="*/ 79375 h 50"/>
              <a:gd name="T4" fmla="*/ 79375 w 50"/>
              <a:gd name="T5" fmla="*/ 158750 h 50"/>
              <a:gd name="T6" fmla="*/ 158750 w 50"/>
              <a:gd name="T7" fmla="*/ 79375 h 50"/>
              <a:gd name="T8" fmla="*/ 79375 w 50"/>
              <a:gd name="T9" fmla="*/ 0 h 50"/>
              <a:gd name="T10" fmla="*/ 142875 w 50"/>
              <a:gd name="T11" fmla="*/ 98425 h 50"/>
              <a:gd name="T12" fmla="*/ 142875 w 50"/>
              <a:gd name="T13" fmla="*/ 98425 h 50"/>
              <a:gd name="T14" fmla="*/ 98425 w 50"/>
              <a:gd name="T15" fmla="*/ 95250 h 50"/>
              <a:gd name="T16" fmla="*/ 41275 w 50"/>
              <a:gd name="T17" fmla="*/ 88900 h 50"/>
              <a:gd name="T18" fmla="*/ 38100 w 50"/>
              <a:gd name="T19" fmla="*/ 79375 h 50"/>
              <a:gd name="T20" fmla="*/ 63500 w 50"/>
              <a:gd name="T21" fmla="*/ 69850 h 50"/>
              <a:gd name="T22" fmla="*/ 136525 w 50"/>
              <a:gd name="T23" fmla="*/ 63500 h 50"/>
              <a:gd name="T24" fmla="*/ 142875 w 50"/>
              <a:gd name="T25" fmla="*/ 63500 h 50"/>
              <a:gd name="T26" fmla="*/ 146050 w 50"/>
              <a:gd name="T27" fmla="*/ 79375 h 50"/>
              <a:gd name="T28" fmla="*/ 142875 w 50"/>
              <a:gd name="T29" fmla="*/ 98425 h 50"/>
              <a:gd name="T30" fmla="*/ 142875 w 50"/>
              <a:gd name="T31" fmla="*/ 53975 h 50"/>
              <a:gd name="T32" fmla="*/ 142875 w 50"/>
              <a:gd name="T33" fmla="*/ 53975 h 50"/>
              <a:gd name="T34" fmla="*/ 136525 w 50"/>
              <a:gd name="T35" fmla="*/ 53975 h 50"/>
              <a:gd name="T36" fmla="*/ 60325 w 50"/>
              <a:gd name="T37" fmla="*/ 63500 h 50"/>
              <a:gd name="T38" fmla="*/ 38100 w 50"/>
              <a:gd name="T39" fmla="*/ 73025 h 50"/>
              <a:gd name="T40" fmla="*/ 34925 w 50"/>
              <a:gd name="T41" fmla="*/ 66675 h 50"/>
              <a:gd name="T42" fmla="*/ 104775 w 50"/>
              <a:gd name="T43" fmla="*/ 15875 h 50"/>
              <a:gd name="T44" fmla="*/ 142875 w 50"/>
              <a:gd name="T45" fmla="*/ 53975 h 50"/>
              <a:gd name="T46" fmla="*/ 88900 w 50"/>
              <a:gd name="T47" fmla="*/ 12700 h 50"/>
              <a:gd name="T48" fmla="*/ 88900 w 50"/>
              <a:gd name="T49" fmla="*/ 12700 h 50"/>
              <a:gd name="T50" fmla="*/ 34925 w 50"/>
              <a:gd name="T51" fmla="*/ 60325 h 50"/>
              <a:gd name="T52" fmla="*/ 38100 w 50"/>
              <a:gd name="T53" fmla="*/ 25400 h 50"/>
              <a:gd name="T54" fmla="*/ 79375 w 50"/>
              <a:gd name="T55" fmla="*/ 12700 h 50"/>
              <a:gd name="T56" fmla="*/ 88900 w 50"/>
              <a:gd name="T57" fmla="*/ 12700 h 50"/>
              <a:gd name="T58" fmla="*/ 28575 w 50"/>
              <a:gd name="T59" fmla="*/ 34925 h 50"/>
              <a:gd name="T60" fmla="*/ 28575 w 50"/>
              <a:gd name="T61" fmla="*/ 34925 h 50"/>
              <a:gd name="T62" fmla="*/ 28575 w 50"/>
              <a:gd name="T63" fmla="*/ 63500 h 50"/>
              <a:gd name="T64" fmla="*/ 15875 w 50"/>
              <a:gd name="T65" fmla="*/ 57150 h 50"/>
              <a:gd name="T66" fmla="*/ 28575 w 50"/>
              <a:gd name="T67" fmla="*/ 34925 h 50"/>
              <a:gd name="T68" fmla="*/ 12700 w 50"/>
              <a:gd name="T69" fmla="*/ 66675 h 50"/>
              <a:gd name="T70" fmla="*/ 12700 w 50"/>
              <a:gd name="T71" fmla="*/ 66675 h 50"/>
              <a:gd name="T72" fmla="*/ 28575 w 50"/>
              <a:gd name="T73" fmla="*/ 69850 h 50"/>
              <a:gd name="T74" fmla="*/ 31750 w 50"/>
              <a:gd name="T75" fmla="*/ 76200 h 50"/>
              <a:gd name="T76" fmla="*/ 12700 w 50"/>
              <a:gd name="T77" fmla="*/ 85725 h 50"/>
              <a:gd name="T78" fmla="*/ 12700 w 50"/>
              <a:gd name="T79" fmla="*/ 79375 h 50"/>
              <a:gd name="T80" fmla="*/ 12700 w 50"/>
              <a:gd name="T81" fmla="*/ 66675 h 50"/>
              <a:gd name="T82" fmla="*/ 12700 w 50"/>
              <a:gd name="T83" fmla="*/ 95250 h 50"/>
              <a:gd name="T84" fmla="*/ 12700 w 50"/>
              <a:gd name="T85" fmla="*/ 95250 h 50"/>
              <a:gd name="T86" fmla="*/ 31750 w 50"/>
              <a:gd name="T87" fmla="*/ 82550 h 50"/>
              <a:gd name="T88" fmla="*/ 34925 w 50"/>
              <a:gd name="T89" fmla="*/ 92075 h 50"/>
              <a:gd name="T90" fmla="*/ 28575 w 50"/>
              <a:gd name="T91" fmla="*/ 101600 h 50"/>
              <a:gd name="T92" fmla="*/ 22225 w 50"/>
              <a:gd name="T93" fmla="*/ 117475 h 50"/>
              <a:gd name="T94" fmla="*/ 12700 w 50"/>
              <a:gd name="T95" fmla="*/ 95250 h 50"/>
              <a:gd name="T96" fmla="*/ 31750 w 50"/>
              <a:gd name="T97" fmla="*/ 127000 h 50"/>
              <a:gd name="T98" fmla="*/ 31750 w 50"/>
              <a:gd name="T99" fmla="*/ 127000 h 50"/>
              <a:gd name="T100" fmla="*/ 34925 w 50"/>
              <a:gd name="T101" fmla="*/ 104775 h 50"/>
              <a:gd name="T102" fmla="*/ 38100 w 50"/>
              <a:gd name="T103" fmla="*/ 98425 h 50"/>
              <a:gd name="T104" fmla="*/ 92075 w 50"/>
              <a:gd name="T105" fmla="*/ 146050 h 50"/>
              <a:gd name="T106" fmla="*/ 79375 w 50"/>
              <a:gd name="T107" fmla="*/ 146050 h 50"/>
              <a:gd name="T108" fmla="*/ 31750 w 50"/>
              <a:gd name="T109" fmla="*/ 127000 h 50"/>
              <a:gd name="T110" fmla="*/ 104775 w 50"/>
              <a:gd name="T111" fmla="*/ 142875 h 50"/>
              <a:gd name="T112" fmla="*/ 104775 w 50"/>
              <a:gd name="T113" fmla="*/ 142875 h 50"/>
              <a:gd name="T114" fmla="*/ 44450 w 50"/>
              <a:gd name="T115" fmla="*/ 95250 h 50"/>
              <a:gd name="T116" fmla="*/ 95250 w 50"/>
              <a:gd name="T117" fmla="*/ 101600 h 50"/>
              <a:gd name="T118" fmla="*/ 139700 w 50"/>
              <a:gd name="T119" fmla="*/ 107950 h 50"/>
              <a:gd name="T120" fmla="*/ 104775 w 50"/>
              <a:gd name="T121" fmla="*/ 142875 h 5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0" h="50">
                <a:moveTo>
                  <a:pt x="25" y="0"/>
                </a:moveTo>
                <a:cubicBezTo>
                  <a:pt x="11" y="0"/>
                  <a:pt x="0" y="11"/>
                  <a:pt x="0" y="25"/>
                </a:cubicBezTo>
                <a:cubicBezTo>
                  <a:pt x="0" y="39"/>
                  <a:pt x="11" y="50"/>
                  <a:pt x="25" y="50"/>
                </a:cubicBezTo>
                <a:cubicBezTo>
                  <a:pt x="39" y="50"/>
                  <a:pt x="50" y="39"/>
                  <a:pt x="50" y="25"/>
                </a:cubicBezTo>
                <a:cubicBezTo>
                  <a:pt x="50" y="11"/>
                  <a:pt x="39" y="0"/>
                  <a:pt x="25" y="0"/>
                </a:cubicBezTo>
                <a:close/>
                <a:moveTo>
                  <a:pt x="45" y="31"/>
                </a:moveTo>
                <a:cubicBezTo>
                  <a:pt x="45" y="31"/>
                  <a:pt x="45" y="31"/>
                  <a:pt x="45" y="31"/>
                </a:cubicBezTo>
                <a:cubicBezTo>
                  <a:pt x="43" y="32"/>
                  <a:pt x="37" y="34"/>
                  <a:pt x="31" y="30"/>
                </a:cubicBezTo>
                <a:cubicBezTo>
                  <a:pt x="26" y="27"/>
                  <a:pt x="19" y="25"/>
                  <a:pt x="13" y="28"/>
                </a:cubicBezTo>
                <a:cubicBezTo>
                  <a:pt x="13" y="27"/>
                  <a:pt x="13" y="26"/>
                  <a:pt x="12" y="25"/>
                </a:cubicBezTo>
                <a:cubicBezTo>
                  <a:pt x="15" y="24"/>
                  <a:pt x="17" y="23"/>
                  <a:pt x="20" y="22"/>
                </a:cubicBezTo>
                <a:cubicBezTo>
                  <a:pt x="27" y="20"/>
                  <a:pt x="35" y="19"/>
                  <a:pt x="43" y="20"/>
                </a:cubicBezTo>
                <a:cubicBezTo>
                  <a:pt x="44" y="20"/>
                  <a:pt x="44" y="20"/>
                  <a:pt x="45" y="20"/>
                </a:cubicBezTo>
                <a:cubicBezTo>
                  <a:pt x="46" y="21"/>
                  <a:pt x="46" y="23"/>
                  <a:pt x="46" y="25"/>
                </a:cubicBezTo>
                <a:cubicBezTo>
                  <a:pt x="46" y="27"/>
                  <a:pt x="46" y="29"/>
                  <a:pt x="45" y="31"/>
                </a:cubicBezTo>
                <a:close/>
                <a:moveTo>
                  <a:pt x="45" y="17"/>
                </a:moveTo>
                <a:cubicBezTo>
                  <a:pt x="45" y="17"/>
                  <a:pt x="45" y="17"/>
                  <a:pt x="45" y="17"/>
                </a:cubicBezTo>
                <a:cubicBezTo>
                  <a:pt x="44" y="17"/>
                  <a:pt x="43" y="17"/>
                  <a:pt x="43" y="17"/>
                </a:cubicBezTo>
                <a:cubicBezTo>
                  <a:pt x="35" y="17"/>
                  <a:pt x="27" y="18"/>
                  <a:pt x="19" y="20"/>
                </a:cubicBezTo>
                <a:cubicBezTo>
                  <a:pt x="16" y="21"/>
                  <a:pt x="14" y="22"/>
                  <a:pt x="12" y="23"/>
                </a:cubicBezTo>
                <a:cubicBezTo>
                  <a:pt x="12" y="22"/>
                  <a:pt x="11" y="22"/>
                  <a:pt x="11" y="21"/>
                </a:cubicBezTo>
                <a:cubicBezTo>
                  <a:pt x="20" y="18"/>
                  <a:pt x="21" y="7"/>
                  <a:pt x="33" y="5"/>
                </a:cubicBezTo>
                <a:cubicBezTo>
                  <a:pt x="38" y="7"/>
                  <a:pt x="43" y="12"/>
                  <a:pt x="45" y="17"/>
                </a:cubicBezTo>
                <a:close/>
                <a:moveTo>
                  <a:pt x="28" y="4"/>
                </a:moveTo>
                <a:cubicBezTo>
                  <a:pt x="28" y="4"/>
                  <a:pt x="28" y="4"/>
                  <a:pt x="28" y="4"/>
                </a:cubicBezTo>
                <a:cubicBezTo>
                  <a:pt x="19" y="7"/>
                  <a:pt x="18" y="15"/>
                  <a:pt x="11" y="19"/>
                </a:cubicBezTo>
                <a:cubicBezTo>
                  <a:pt x="11" y="15"/>
                  <a:pt x="11" y="12"/>
                  <a:pt x="12" y="8"/>
                </a:cubicBezTo>
                <a:cubicBezTo>
                  <a:pt x="15" y="5"/>
                  <a:pt x="20" y="4"/>
                  <a:pt x="25" y="4"/>
                </a:cubicBezTo>
                <a:cubicBezTo>
                  <a:pt x="26" y="4"/>
                  <a:pt x="27" y="4"/>
                  <a:pt x="28" y="4"/>
                </a:cubicBezTo>
                <a:close/>
                <a:moveTo>
                  <a:pt x="9" y="11"/>
                </a:moveTo>
                <a:cubicBezTo>
                  <a:pt x="9" y="11"/>
                  <a:pt x="9" y="11"/>
                  <a:pt x="9" y="11"/>
                </a:cubicBezTo>
                <a:cubicBezTo>
                  <a:pt x="9" y="14"/>
                  <a:pt x="8" y="17"/>
                  <a:pt x="9" y="20"/>
                </a:cubicBezTo>
                <a:cubicBezTo>
                  <a:pt x="7" y="20"/>
                  <a:pt x="6" y="19"/>
                  <a:pt x="5" y="18"/>
                </a:cubicBezTo>
                <a:cubicBezTo>
                  <a:pt x="6" y="16"/>
                  <a:pt x="7" y="13"/>
                  <a:pt x="9" y="11"/>
                </a:cubicBezTo>
                <a:close/>
                <a:moveTo>
                  <a:pt x="4" y="21"/>
                </a:moveTo>
                <a:cubicBezTo>
                  <a:pt x="4" y="21"/>
                  <a:pt x="4" y="21"/>
                  <a:pt x="4" y="21"/>
                </a:cubicBezTo>
                <a:cubicBezTo>
                  <a:pt x="6" y="22"/>
                  <a:pt x="7" y="22"/>
                  <a:pt x="9" y="22"/>
                </a:cubicBezTo>
                <a:cubicBezTo>
                  <a:pt x="9" y="23"/>
                  <a:pt x="9" y="23"/>
                  <a:pt x="10" y="24"/>
                </a:cubicBezTo>
                <a:cubicBezTo>
                  <a:pt x="8" y="25"/>
                  <a:pt x="6" y="26"/>
                  <a:pt x="4" y="27"/>
                </a:cubicBezTo>
                <a:cubicBezTo>
                  <a:pt x="4" y="27"/>
                  <a:pt x="4" y="26"/>
                  <a:pt x="4" y="25"/>
                </a:cubicBezTo>
                <a:cubicBezTo>
                  <a:pt x="4" y="24"/>
                  <a:pt x="4" y="22"/>
                  <a:pt x="4" y="21"/>
                </a:cubicBezTo>
                <a:close/>
                <a:moveTo>
                  <a:pt x="4" y="30"/>
                </a:moveTo>
                <a:cubicBezTo>
                  <a:pt x="4" y="30"/>
                  <a:pt x="4" y="30"/>
                  <a:pt x="4" y="30"/>
                </a:cubicBezTo>
                <a:cubicBezTo>
                  <a:pt x="6" y="29"/>
                  <a:pt x="8" y="27"/>
                  <a:pt x="10" y="26"/>
                </a:cubicBezTo>
                <a:cubicBezTo>
                  <a:pt x="11" y="27"/>
                  <a:pt x="11" y="28"/>
                  <a:pt x="11" y="29"/>
                </a:cubicBezTo>
                <a:cubicBezTo>
                  <a:pt x="10" y="30"/>
                  <a:pt x="10" y="31"/>
                  <a:pt x="9" y="32"/>
                </a:cubicBezTo>
                <a:cubicBezTo>
                  <a:pt x="8" y="33"/>
                  <a:pt x="8" y="35"/>
                  <a:pt x="7" y="37"/>
                </a:cubicBezTo>
                <a:cubicBezTo>
                  <a:pt x="6" y="35"/>
                  <a:pt x="5" y="32"/>
                  <a:pt x="4" y="30"/>
                </a:cubicBezTo>
                <a:close/>
                <a:moveTo>
                  <a:pt x="10" y="40"/>
                </a:moveTo>
                <a:cubicBezTo>
                  <a:pt x="10" y="40"/>
                  <a:pt x="10" y="40"/>
                  <a:pt x="10" y="40"/>
                </a:cubicBezTo>
                <a:cubicBezTo>
                  <a:pt x="9" y="37"/>
                  <a:pt x="10" y="35"/>
                  <a:pt x="11" y="33"/>
                </a:cubicBezTo>
                <a:cubicBezTo>
                  <a:pt x="11" y="32"/>
                  <a:pt x="12" y="32"/>
                  <a:pt x="12" y="31"/>
                </a:cubicBezTo>
                <a:cubicBezTo>
                  <a:pt x="16" y="38"/>
                  <a:pt x="22" y="43"/>
                  <a:pt x="29" y="46"/>
                </a:cubicBezTo>
                <a:cubicBezTo>
                  <a:pt x="28" y="46"/>
                  <a:pt x="26" y="46"/>
                  <a:pt x="25" y="46"/>
                </a:cubicBezTo>
                <a:cubicBezTo>
                  <a:pt x="19" y="46"/>
                  <a:pt x="14" y="44"/>
                  <a:pt x="10" y="40"/>
                </a:cubicBezTo>
                <a:close/>
                <a:moveTo>
                  <a:pt x="33" y="45"/>
                </a:moveTo>
                <a:cubicBezTo>
                  <a:pt x="33" y="45"/>
                  <a:pt x="33" y="45"/>
                  <a:pt x="33" y="45"/>
                </a:cubicBezTo>
                <a:cubicBezTo>
                  <a:pt x="25" y="42"/>
                  <a:pt x="18" y="37"/>
                  <a:pt x="14" y="30"/>
                </a:cubicBezTo>
                <a:cubicBezTo>
                  <a:pt x="19" y="28"/>
                  <a:pt x="26" y="30"/>
                  <a:pt x="30" y="32"/>
                </a:cubicBezTo>
                <a:cubicBezTo>
                  <a:pt x="36" y="35"/>
                  <a:pt x="41" y="35"/>
                  <a:pt x="44" y="34"/>
                </a:cubicBezTo>
                <a:cubicBezTo>
                  <a:pt x="42" y="39"/>
                  <a:pt x="38" y="43"/>
                  <a:pt x="33" y="4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45" name="Freeform 279">
            <a:extLst>
              <a:ext uri="{FF2B5EF4-FFF2-40B4-BE49-F238E27FC236}">
                <a16:creationId xmlns:a16="http://schemas.microsoft.com/office/drawing/2014/main" id="{C41499C7-1224-4CD2-3819-BBC3BA4DA3F3}"/>
              </a:ext>
            </a:extLst>
          </p:cNvPr>
          <p:cNvSpPr>
            <a:spLocks noEditPoints="1"/>
          </p:cNvSpPr>
          <p:nvPr/>
        </p:nvSpPr>
        <p:spPr bwMode="auto">
          <a:xfrm>
            <a:off x="6567418" y="4807398"/>
            <a:ext cx="203200" cy="203200"/>
          </a:xfrm>
          <a:custGeom>
            <a:avLst/>
            <a:gdLst>
              <a:gd name="T0" fmla="*/ 28575 w 48"/>
              <a:gd name="T1" fmla="*/ 53975 h 48"/>
              <a:gd name="T2" fmla="*/ 41275 w 48"/>
              <a:gd name="T3" fmla="*/ 63500 h 48"/>
              <a:gd name="T4" fmla="*/ 53975 w 48"/>
              <a:gd name="T5" fmla="*/ 66675 h 48"/>
              <a:gd name="T6" fmla="*/ 66675 w 48"/>
              <a:gd name="T7" fmla="*/ 44450 h 48"/>
              <a:gd name="T8" fmla="*/ 76200 w 48"/>
              <a:gd name="T9" fmla="*/ 44450 h 48"/>
              <a:gd name="T10" fmla="*/ 76200 w 48"/>
              <a:gd name="T11" fmla="*/ 44450 h 48"/>
              <a:gd name="T12" fmla="*/ 98425 w 48"/>
              <a:gd name="T13" fmla="*/ 60325 h 48"/>
              <a:gd name="T14" fmla="*/ 117475 w 48"/>
              <a:gd name="T15" fmla="*/ 28575 h 48"/>
              <a:gd name="T16" fmla="*/ 117475 w 48"/>
              <a:gd name="T17" fmla="*/ 22225 h 48"/>
              <a:gd name="T18" fmla="*/ 120650 w 48"/>
              <a:gd name="T19" fmla="*/ 12700 h 48"/>
              <a:gd name="T20" fmla="*/ 127000 w 48"/>
              <a:gd name="T21" fmla="*/ 9525 h 48"/>
              <a:gd name="T22" fmla="*/ 139700 w 48"/>
              <a:gd name="T23" fmla="*/ 22225 h 48"/>
              <a:gd name="T24" fmla="*/ 136525 w 48"/>
              <a:gd name="T25" fmla="*/ 31750 h 48"/>
              <a:gd name="T26" fmla="*/ 127000 w 48"/>
              <a:gd name="T27" fmla="*/ 34925 h 48"/>
              <a:gd name="T28" fmla="*/ 107950 w 48"/>
              <a:gd name="T29" fmla="*/ 69850 h 48"/>
              <a:gd name="T30" fmla="*/ 107950 w 48"/>
              <a:gd name="T31" fmla="*/ 73025 h 48"/>
              <a:gd name="T32" fmla="*/ 98425 w 48"/>
              <a:gd name="T33" fmla="*/ 73025 h 48"/>
              <a:gd name="T34" fmla="*/ 76200 w 48"/>
              <a:gd name="T35" fmla="*/ 57150 h 48"/>
              <a:gd name="T36" fmla="*/ 66675 w 48"/>
              <a:gd name="T37" fmla="*/ 69850 h 48"/>
              <a:gd name="T38" fmla="*/ 76200 w 48"/>
              <a:gd name="T39" fmla="*/ 73025 h 48"/>
              <a:gd name="T40" fmla="*/ 76200 w 48"/>
              <a:gd name="T41" fmla="*/ 73025 h 48"/>
              <a:gd name="T42" fmla="*/ 101600 w 48"/>
              <a:gd name="T43" fmla="*/ 92075 h 48"/>
              <a:gd name="T44" fmla="*/ 117475 w 48"/>
              <a:gd name="T45" fmla="*/ 92075 h 48"/>
              <a:gd name="T46" fmla="*/ 127000 w 48"/>
              <a:gd name="T47" fmla="*/ 82550 h 48"/>
              <a:gd name="T48" fmla="*/ 136525 w 48"/>
              <a:gd name="T49" fmla="*/ 88900 h 48"/>
              <a:gd name="T50" fmla="*/ 139700 w 48"/>
              <a:gd name="T51" fmla="*/ 95250 h 48"/>
              <a:gd name="T52" fmla="*/ 127000 w 48"/>
              <a:gd name="T53" fmla="*/ 107950 h 48"/>
              <a:gd name="T54" fmla="*/ 120650 w 48"/>
              <a:gd name="T55" fmla="*/ 104775 h 48"/>
              <a:gd name="T56" fmla="*/ 117475 w 48"/>
              <a:gd name="T57" fmla="*/ 104775 h 48"/>
              <a:gd name="T58" fmla="*/ 101600 w 48"/>
              <a:gd name="T59" fmla="*/ 104775 h 48"/>
              <a:gd name="T60" fmla="*/ 98425 w 48"/>
              <a:gd name="T61" fmla="*/ 104775 h 48"/>
              <a:gd name="T62" fmla="*/ 69850 w 48"/>
              <a:gd name="T63" fmla="*/ 85725 h 48"/>
              <a:gd name="T64" fmla="*/ 60325 w 48"/>
              <a:gd name="T65" fmla="*/ 82550 h 48"/>
              <a:gd name="T66" fmla="*/ 41275 w 48"/>
              <a:gd name="T67" fmla="*/ 114300 h 48"/>
              <a:gd name="T68" fmla="*/ 41275 w 48"/>
              <a:gd name="T69" fmla="*/ 120650 h 48"/>
              <a:gd name="T70" fmla="*/ 38100 w 48"/>
              <a:gd name="T71" fmla="*/ 127000 h 48"/>
              <a:gd name="T72" fmla="*/ 28575 w 48"/>
              <a:gd name="T73" fmla="*/ 133350 h 48"/>
              <a:gd name="T74" fmla="*/ 19050 w 48"/>
              <a:gd name="T75" fmla="*/ 120650 h 48"/>
              <a:gd name="T76" fmla="*/ 28575 w 48"/>
              <a:gd name="T77" fmla="*/ 107950 h 48"/>
              <a:gd name="T78" fmla="*/ 28575 w 48"/>
              <a:gd name="T79" fmla="*/ 107950 h 48"/>
              <a:gd name="T80" fmla="*/ 47625 w 48"/>
              <a:gd name="T81" fmla="*/ 79375 h 48"/>
              <a:gd name="T82" fmla="*/ 38100 w 48"/>
              <a:gd name="T83" fmla="*/ 76200 h 48"/>
              <a:gd name="T84" fmla="*/ 28575 w 48"/>
              <a:gd name="T85" fmla="*/ 79375 h 48"/>
              <a:gd name="T86" fmla="*/ 19050 w 48"/>
              <a:gd name="T87" fmla="*/ 66675 h 48"/>
              <a:gd name="T88" fmla="*/ 28575 w 48"/>
              <a:gd name="T89" fmla="*/ 53975 h 48"/>
              <a:gd name="T90" fmla="*/ 3175 w 48"/>
              <a:gd name="T91" fmla="*/ 152400 h 48"/>
              <a:gd name="T92" fmla="*/ 3175 w 48"/>
              <a:gd name="T93" fmla="*/ 152400 h 48"/>
              <a:gd name="T94" fmla="*/ 0 w 48"/>
              <a:gd name="T95" fmla="*/ 149225 h 48"/>
              <a:gd name="T96" fmla="*/ 0 w 48"/>
              <a:gd name="T97" fmla="*/ 3175 h 48"/>
              <a:gd name="T98" fmla="*/ 3175 w 48"/>
              <a:gd name="T99" fmla="*/ 0 h 48"/>
              <a:gd name="T100" fmla="*/ 6350 w 48"/>
              <a:gd name="T101" fmla="*/ 3175 h 48"/>
              <a:gd name="T102" fmla="*/ 6350 w 48"/>
              <a:gd name="T103" fmla="*/ 146050 h 48"/>
              <a:gd name="T104" fmla="*/ 149225 w 48"/>
              <a:gd name="T105" fmla="*/ 146050 h 48"/>
              <a:gd name="T106" fmla="*/ 152400 w 48"/>
              <a:gd name="T107" fmla="*/ 149225 h 48"/>
              <a:gd name="T108" fmla="*/ 149225 w 48"/>
              <a:gd name="T109" fmla="*/ 152400 h 48"/>
              <a:gd name="T110" fmla="*/ 3175 w 48"/>
              <a:gd name="T111" fmla="*/ 152400 h 4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48" h="48">
                <a:moveTo>
                  <a:pt x="9" y="17"/>
                </a:moveTo>
                <a:cubicBezTo>
                  <a:pt x="11" y="17"/>
                  <a:pt x="12" y="18"/>
                  <a:pt x="13" y="20"/>
                </a:cubicBezTo>
                <a:cubicBezTo>
                  <a:pt x="17" y="21"/>
                  <a:pt x="17" y="21"/>
                  <a:pt x="17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2" y="14"/>
                  <a:pt x="23" y="13"/>
                  <a:pt x="24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31" y="19"/>
                  <a:pt x="31" y="19"/>
                  <a:pt x="31" y="19"/>
                </a:cubicBezTo>
                <a:cubicBezTo>
                  <a:pt x="37" y="9"/>
                  <a:pt x="37" y="9"/>
                  <a:pt x="37" y="9"/>
                </a:cubicBezTo>
                <a:cubicBezTo>
                  <a:pt x="37" y="8"/>
                  <a:pt x="37" y="8"/>
                  <a:pt x="37" y="7"/>
                </a:cubicBezTo>
                <a:cubicBezTo>
                  <a:pt x="37" y="6"/>
                  <a:pt x="37" y="5"/>
                  <a:pt x="38" y="4"/>
                </a:cubicBezTo>
                <a:cubicBezTo>
                  <a:pt x="38" y="4"/>
                  <a:pt x="39" y="3"/>
                  <a:pt x="40" y="3"/>
                </a:cubicBezTo>
                <a:cubicBezTo>
                  <a:pt x="42" y="3"/>
                  <a:pt x="44" y="5"/>
                  <a:pt x="44" y="7"/>
                </a:cubicBezTo>
                <a:cubicBezTo>
                  <a:pt x="44" y="8"/>
                  <a:pt x="43" y="9"/>
                  <a:pt x="43" y="10"/>
                </a:cubicBezTo>
                <a:cubicBezTo>
                  <a:pt x="42" y="10"/>
                  <a:pt x="41" y="11"/>
                  <a:pt x="40" y="11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3"/>
                  <a:pt x="34" y="23"/>
                </a:cubicBezTo>
                <a:cubicBezTo>
                  <a:pt x="33" y="23"/>
                  <a:pt x="32" y="24"/>
                  <a:pt x="31" y="23"/>
                </a:cubicBezTo>
                <a:cubicBezTo>
                  <a:pt x="24" y="18"/>
                  <a:pt x="24" y="18"/>
                  <a:pt x="24" y="18"/>
                </a:cubicBezTo>
                <a:cubicBezTo>
                  <a:pt x="21" y="22"/>
                  <a:pt x="21" y="22"/>
                  <a:pt x="21" y="22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32" y="29"/>
                  <a:pt x="32" y="29"/>
                  <a:pt x="32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7" y="27"/>
                  <a:pt x="39" y="26"/>
                  <a:pt x="40" y="26"/>
                </a:cubicBezTo>
                <a:cubicBezTo>
                  <a:pt x="41" y="26"/>
                  <a:pt x="42" y="27"/>
                  <a:pt x="43" y="28"/>
                </a:cubicBezTo>
                <a:cubicBezTo>
                  <a:pt x="43" y="28"/>
                  <a:pt x="44" y="29"/>
                  <a:pt x="44" y="30"/>
                </a:cubicBezTo>
                <a:cubicBezTo>
                  <a:pt x="44" y="32"/>
                  <a:pt x="42" y="34"/>
                  <a:pt x="40" y="34"/>
                </a:cubicBezTo>
                <a:cubicBezTo>
                  <a:pt x="39" y="34"/>
                  <a:pt x="38" y="33"/>
                  <a:pt x="38" y="33"/>
                </a:cubicBezTo>
                <a:cubicBezTo>
                  <a:pt x="37" y="33"/>
                  <a:pt x="37" y="33"/>
                  <a:pt x="37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1" y="33"/>
                  <a:pt x="31" y="33"/>
                </a:cubicBezTo>
                <a:cubicBezTo>
                  <a:pt x="22" y="27"/>
                  <a:pt x="22" y="27"/>
                  <a:pt x="22" y="27"/>
                </a:cubicBezTo>
                <a:cubicBezTo>
                  <a:pt x="19" y="26"/>
                  <a:pt x="19" y="26"/>
                  <a:pt x="19" y="26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7"/>
                  <a:pt x="13" y="37"/>
                  <a:pt x="13" y="38"/>
                </a:cubicBezTo>
                <a:cubicBezTo>
                  <a:pt x="13" y="39"/>
                  <a:pt x="13" y="40"/>
                  <a:pt x="12" y="40"/>
                </a:cubicBezTo>
                <a:cubicBezTo>
                  <a:pt x="11" y="41"/>
                  <a:pt x="10" y="42"/>
                  <a:pt x="9" y="42"/>
                </a:cubicBezTo>
                <a:cubicBezTo>
                  <a:pt x="7" y="42"/>
                  <a:pt x="6" y="40"/>
                  <a:pt x="6" y="38"/>
                </a:cubicBezTo>
                <a:cubicBezTo>
                  <a:pt x="6" y="36"/>
                  <a:pt x="7" y="34"/>
                  <a:pt x="9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15" y="25"/>
                  <a:pt x="15" y="25"/>
                  <a:pt x="15" y="25"/>
                </a:cubicBezTo>
                <a:cubicBezTo>
                  <a:pt x="12" y="24"/>
                  <a:pt x="12" y="24"/>
                  <a:pt x="12" y="24"/>
                </a:cubicBezTo>
                <a:cubicBezTo>
                  <a:pt x="11" y="24"/>
                  <a:pt x="10" y="25"/>
                  <a:pt x="9" y="25"/>
                </a:cubicBezTo>
                <a:cubicBezTo>
                  <a:pt x="7" y="25"/>
                  <a:pt x="6" y="23"/>
                  <a:pt x="6" y="21"/>
                </a:cubicBezTo>
                <a:cubicBezTo>
                  <a:pt x="6" y="19"/>
                  <a:pt x="7" y="17"/>
                  <a:pt x="9" y="17"/>
                </a:cubicBezTo>
                <a:close/>
                <a:moveTo>
                  <a:pt x="1" y="48"/>
                </a:moveTo>
                <a:cubicBezTo>
                  <a:pt x="1" y="48"/>
                  <a:pt x="1" y="48"/>
                  <a:pt x="1" y="48"/>
                </a:cubicBezTo>
                <a:cubicBezTo>
                  <a:pt x="0" y="48"/>
                  <a:pt x="0" y="48"/>
                  <a:pt x="0" y="47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1" y="0"/>
                  <a:pt x="2" y="0"/>
                  <a:pt x="2" y="1"/>
                </a:cubicBezTo>
                <a:cubicBezTo>
                  <a:pt x="2" y="46"/>
                  <a:pt x="2" y="46"/>
                  <a:pt x="2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8" y="46"/>
                  <a:pt x="48" y="46"/>
                  <a:pt x="48" y="47"/>
                </a:cubicBezTo>
                <a:cubicBezTo>
                  <a:pt x="48" y="48"/>
                  <a:pt x="48" y="48"/>
                  <a:pt x="47" y="48"/>
                </a:cubicBezTo>
                <a:cubicBezTo>
                  <a:pt x="1" y="48"/>
                  <a:pt x="1" y="48"/>
                  <a:pt x="1" y="4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46" name="Freeform 280">
            <a:extLst>
              <a:ext uri="{FF2B5EF4-FFF2-40B4-BE49-F238E27FC236}">
                <a16:creationId xmlns:a16="http://schemas.microsoft.com/office/drawing/2014/main" id="{8C991B78-6B4A-7036-4B1B-64EF7ACE1C38}"/>
              </a:ext>
            </a:extLst>
          </p:cNvPr>
          <p:cNvSpPr>
            <a:spLocks noEditPoints="1"/>
          </p:cNvSpPr>
          <p:nvPr/>
        </p:nvSpPr>
        <p:spPr bwMode="auto">
          <a:xfrm>
            <a:off x="11399768" y="1746699"/>
            <a:ext cx="194733" cy="213783"/>
          </a:xfrm>
          <a:custGeom>
            <a:avLst/>
            <a:gdLst>
              <a:gd name="T0" fmla="*/ 6350 w 46"/>
              <a:gd name="T1" fmla="*/ 0 h 50"/>
              <a:gd name="T2" fmla="*/ 146050 w 46"/>
              <a:gd name="T3" fmla="*/ 6413 h 50"/>
              <a:gd name="T4" fmla="*/ 146050 w 46"/>
              <a:gd name="T5" fmla="*/ 153924 h 50"/>
              <a:gd name="T6" fmla="*/ 139700 w 46"/>
              <a:gd name="T7" fmla="*/ 160337 h 50"/>
              <a:gd name="T8" fmla="*/ 0 w 46"/>
              <a:gd name="T9" fmla="*/ 153924 h 50"/>
              <a:gd name="T10" fmla="*/ 0 w 46"/>
              <a:gd name="T11" fmla="*/ 6413 h 50"/>
              <a:gd name="T12" fmla="*/ 73025 w 46"/>
              <a:gd name="T13" fmla="*/ 16034 h 50"/>
              <a:gd name="T14" fmla="*/ 82550 w 46"/>
              <a:gd name="T15" fmla="*/ 19240 h 50"/>
              <a:gd name="T16" fmla="*/ 85725 w 46"/>
              <a:gd name="T17" fmla="*/ 28861 h 50"/>
              <a:gd name="T18" fmla="*/ 85725 w 46"/>
              <a:gd name="T19" fmla="*/ 48101 h 50"/>
              <a:gd name="T20" fmla="*/ 130175 w 46"/>
              <a:gd name="T21" fmla="*/ 41688 h 50"/>
              <a:gd name="T22" fmla="*/ 133350 w 46"/>
              <a:gd name="T23" fmla="*/ 12827 h 50"/>
              <a:gd name="T24" fmla="*/ 12700 w 46"/>
              <a:gd name="T25" fmla="*/ 38481 h 50"/>
              <a:gd name="T26" fmla="*/ 15875 w 46"/>
              <a:gd name="T27" fmla="*/ 41688 h 50"/>
              <a:gd name="T28" fmla="*/ 60325 w 46"/>
              <a:gd name="T29" fmla="*/ 48101 h 50"/>
              <a:gd name="T30" fmla="*/ 60325 w 46"/>
              <a:gd name="T31" fmla="*/ 28861 h 50"/>
              <a:gd name="T32" fmla="*/ 73025 w 46"/>
              <a:gd name="T33" fmla="*/ 16034 h 50"/>
              <a:gd name="T34" fmla="*/ 12700 w 46"/>
              <a:gd name="T35" fmla="*/ 48101 h 50"/>
              <a:gd name="T36" fmla="*/ 133350 w 46"/>
              <a:gd name="T37" fmla="*/ 147510 h 50"/>
              <a:gd name="T38" fmla="*/ 114300 w 46"/>
              <a:gd name="T39" fmla="*/ 54515 h 50"/>
              <a:gd name="T40" fmla="*/ 85725 w 46"/>
              <a:gd name="T41" fmla="*/ 73755 h 50"/>
              <a:gd name="T42" fmla="*/ 82550 w 46"/>
              <a:gd name="T43" fmla="*/ 83375 h 50"/>
              <a:gd name="T44" fmla="*/ 73025 w 46"/>
              <a:gd name="T45" fmla="*/ 86582 h 50"/>
              <a:gd name="T46" fmla="*/ 63500 w 46"/>
              <a:gd name="T47" fmla="*/ 83375 h 50"/>
              <a:gd name="T48" fmla="*/ 63500 w 46"/>
              <a:gd name="T49" fmla="*/ 83375 h 50"/>
              <a:gd name="T50" fmla="*/ 60325 w 46"/>
              <a:gd name="T51" fmla="*/ 73755 h 50"/>
              <a:gd name="T52" fmla="*/ 31750 w 46"/>
              <a:gd name="T53" fmla="*/ 54515 h 50"/>
              <a:gd name="T54" fmla="*/ 79375 w 46"/>
              <a:gd name="T55" fmla="*/ 54515 h 50"/>
              <a:gd name="T56" fmla="*/ 66675 w 46"/>
              <a:gd name="T57" fmla="*/ 54515 h 50"/>
              <a:gd name="T58" fmla="*/ 73025 w 46"/>
              <a:gd name="T59" fmla="*/ 60928 h 50"/>
              <a:gd name="T60" fmla="*/ 79375 w 46"/>
              <a:gd name="T61" fmla="*/ 54515 h 50"/>
              <a:gd name="T62" fmla="*/ 66675 w 46"/>
              <a:gd name="T63" fmla="*/ 48101 h 50"/>
              <a:gd name="T64" fmla="*/ 79375 w 46"/>
              <a:gd name="T65" fmla="*/ 41688 h 50"/>
              <a:gd name="T66" fmla="*/ 66675 w 46"/>
              <a:gd name="T67" fmla="*/ 41688 h 50"/>
              <a:gd name="T68" fmla="*/ 79375 w 46"/>
              <a:gd name="T69" fmla="*/ 25654 h 50"/>
              <a:gd name="T70" fmla="*/ 79375 w 46"/>
              <a:gd name="T71" fmla="*/ 25654 h 50"/>
              <a:gd name="T72" fmla="*/ 69850 w 46"/>
              <a:gd name="T73" fmla="*/ 25654 h 50"/>
              <a:gd name="T74" fmla="*/ 66675 w 46"/>
              <a:gd name="T75" fmla="*/ 28861 h 50"/>
              <a:gd name="T76" fmla="*/ 66675 w 46"/>
              <a:gd name="T77" fmla="*/ 28861 h 50"/>
              <a:gd name="T78" fmla="*/ 69850 w 46"/>
              <a:gd name="T79" fmla="*/ 35274 h 50"/>
              <a:gd name="T80" fmla="*/ 73025 w 46"/>
              <a:gd name="T81" fmla="*/ 35274 h 50"/>
              <a:gd name="T82" fmla="*/ 79375 w 46"/>
              <a:gd name="T83" fmla="*/ 35274 h 50"/>
              <a:gd name="T84" fmla="*/ 79375 w 46"/>
              <a:gd name="T85" fmla="*/ 28861 h 50"/>
              <a:gd name="T86" fmla="*/ 79375 w 46"/>
              <a:gd name="T87" fmla="*/ 25654 h 50"/>
              <a:gd name="T88" fmla="*/ 79375 w 46"/>
              <a:gd name="T89" fmla="*/ 70548 h 50"/>
              <a:gd name="T90" fmla="*/ 73025 w 46"/>
              <a:gd name="T91" fmla="*/ 67342 h 50"/>
              <a:gd name="T92" fmla="*/ 69850 w 46"/>
              <a:gd name="T93" fmla="*/ 70548 h 50"/>
              <a:gd name="T94" fmla="*/ 66675 w 46"/>
              <a:gd name="T95" fmla="*/ 73755 h 50"/>
              <a:gd name="T96" fmla="*/ 66675 w 46"/>
              <a:gd name="T97" fmla="*/ 73755 h 50"/>
              <a:gd name="T98" fmla="*/ 69850 w 46"/>
              <a:gd name="T99" fmla="*/ 80169 h 50"/>
              <a:gd name="T100" fmla="*/ 76200 w 46"/>
              <a:gd name="T101" fmla="*/ 80169 h 50"/>
              <a:gd name="T102" fmla="*/ 79375 w 46"/>
              <a:gd name="T103" fmla="*/ 73755 h 50"/>
              <a:gd name="T104" fmla="*/ 79375 w 46"/>
              <a:gd name="T105" fmla="*/ 73755 h 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6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5" y="0"/>
                  <a:pt x="46" y="1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9"/>
                  <a:pt x="45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3" y="5"/>
                </a:moveTo>
                <a:cubicBezTo>
                  <a:pt x="23" y="5"/>
                  <a:pt x="23" y="5"/>
                  <a:pt x="23" y="5"/>
                </a:cubicBezTo>
                <a:cubicBezTo>
                  <a:pt x="24" y="5"/>
                  <a:pt x="25" y="6"/>
                  <a:pt x="26" y="6"/>
                </a:cubicBezTo>
                <a:cubicBezTo>
                  <a:pt x="26" y="7"/>
                  <a:pt x="26" y="7"/>
                  <a:pt x="26" y="7"/>
                </a:cubicBezTo>
                <a:cubicBezTo>
                  <a:pt x="27" y="7"/>
                  <a:pt x="27" y="8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15"/>
                  <a:pt x="27" y="15"/>
                  <a:pt x="27" y="15"/>
                </a:cubicBezTo>
                <a:cubicBezTo>
                  <a:pt x="36" y="15"/>
                  <a:pt x="36" y="15"/>
                  <a:pt x="36" y="15"/>
                </a:cubicBezTo>
                <a:cubicBezTo>
                  <a:pt x="38" y="15"/>
                  <a:pt x="40" y="14"/>
                  <a:pt x="41" y="13"/>
                </a:cubicBezTo>
                <a:cubicBezTo>
                  <a:pt x="42" y="13"/>
                  <a:pt x="42" y="12"/>
                  <a:pt x="42" y="12"/>
                </a:cubicBezTo>
                <a:cubicBezTo>
                  <a:pt x="42" y="4"/>
                  <a:pt x="42" y="4"/>
                  <a:pt x="4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6" y="14"/>
                  <a:pt x="8" y="15"/>
                  <a:pt x="10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8"/>
                  <a:pt x="20" y="7"/>
                  <a:pt x="20" y="6"/>
                </a:cubicBezTo>
                <a:cubicBezTo>
                  <a:pt x="21" y="6"/>
                  <a:pt x="22" y="5"/>
                  <a:pt x="23" y="5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46"/>
                  <a:pt x="4" y="46"/>
                  <a:pt x="4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2" y="15"/>
                  <a:pt x="42" y="15"/>
                  <a:pt x="42" y="15"/>
                </a:cubicBezTo>
                <a:cubicBezTo>
                  <a:pt x="41" y="17"/>
                  <a:pt x="39" y="17"/>
                  <a:pt x="36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4"/>
                  <a:pt x="27" y="25"/>
                  <a:pt x="26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5" y="27"/>
                  <a:pt x="24" y="27"/>
                  <a:pt x="23" y="27"/>
                </a:cubicBezTo>
                <a:cubicBezTo>
                  <a:pt x="22" y="27"/>
                  <a:pt x="21" y="27"/>
                  <a:pt x="20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5"/>
                  <a:pt x="19" y="24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17"/>
                  <a:pt x="19" y="17"/>
                  <a:pt x="19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8" y="17"/>
                  <a:pt x="6" y="17"/>
                  <a:pt x="4" y="15"/>
                </a:cubicBezTo>
                <a:close/>
                <a:moveTo>
                  <a:pt x="25" y="17"/>
                </a:moveTo>
                <a:cubicBezTo>
                  <a:pt x="25" y="17"/>
                  <a:pt x="25" y="17"/>
                  <a:pt x="25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20"/>
                  <a:pt x="21" y="20"/>
                  <a:pt x="21" y="20"/>
                </a:cubicBezTo>
                <a:cubicBezTo>
                  <a:pt x="22" y="19"/>
                  <a:pt x="23" y="19"/>
                  <a:pt x="23" y="19"/>
                </a:cubicBezTo>
                <a:cubicBezTo>
                  <a:pt x="24" y="19"/>
                  <a:pt x="24" y="19"/>
                  <a:pt x="25" y="20"/>
                </a:cubicBezTo>
                <a:cubicBezTo>
                  <a:pt x="25" y="17"/>
                  <a:pt x="25" y="17"/>
                  <a:pt x="25" y="17"/>
                </a:cubicBezTo>
                <a:close/>
                <a:moveTo>
                  <a:pt x="21" y="15"/>
                </a:moveTo>
                <a:cubicBezTo>
                  <a:pt x="21" y="15"/>
                  <a:pt x="21" y="15"/>
                  <a:pt x="21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3"/>
                  <a:pt x="25" y="13"/>
                  <a:pt x="25" y="13"/>
                </a:cubicBezTo>
                <a:cubicBezTo>
                  <a:pt x="25" y="13"/>
                  <a:pt x="24" y="13"/>
                  <a:pt x="23" y="13"/>
                </a:cubicBezTo>
                <a:cubicBezTo>
                  <a:pt x="23" y="13"/>
                  <a:pt x="22" y="13"/>
                  <a:pt x="21" y="13"/>
                </a:cubicBezTo>
                <a:cubicBezTo>
                  <a:pt x="21" y="15"/>
                  <a:pt x="21" y="15"/>
                  <a:pt x="21" y="15"/>
                </a:cubicBezTo>
                <a:close/>
                <a:moveTo>
                  <a:pt x="25" y="8"/>
                </a:move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4" y="8"/>
                  <a:pt x="24" y="8"/>
                  <a:pt x="23" y="8"/>
                </a:cubicBezTo>
                <a:cubicBezTo>
                  <a:pt x="23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10"/>
                  <a:pt x="22" y="10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3" y="11"/>
                  <a:pt x="23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5" y="11"/>
                  <a:pt x="25" y="11"/>
                  <a:pt x="25" y="11"/>
                </a:cubicBezTo>
                <a:cubicBezTo>
                  <a:pt x="25" y="10"/>
                  <a:pt x="25" y="10"/>
                  <a:pt x="25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8"/>
                  <a:pt x="25" y="8"/>
                </a:cubicBezTo>
                <a:close/>
                <a:moveTo>
                  <a:pt x="25" y="22"/>
                </a:moveTo>
                <a:cubicBezTo>
                  <a:pt x="25" y="22"/>
                  <a:pt x="25" y="22"/>
                  <a:pt x="25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4" y="22"/>
                  <a:pt x="24" y="21"/>
                  <a:pt x="23" y="21"/>
                </a:cubicBezTo>
                <a:cubicBezTo>
                  <a:pt x="23" y="21"/>
                  <a:pt x="22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4"/>
                  <a:pt x="22" y="24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5"/>
                  <a:pt x="23" y="25"/>
                  <a:pt x="23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4"/>
                  <a:pt x="25" y="24"/>
                  <a:pt x="25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3"/>
                  <a:pt x="25" y="22"/>
                  <a:pt x="25" y="2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47" name="Freeform 281">
            <a:extLst>
              <a:ext uri="{FF2B5EF4-FFF2-40B4-BE49-F238E27FC236}">
                <a16:creationId xmlns:a16="http://schemas.microsoft.com/office/drawing/2014/main" id="{BAF8CFBE-EE80-BC23-B02E-469ECF55E299}"/>
              </a:ext>
            </a:extLst>
          </p:cNvPr>
          <p:cNvSpPr>
            <a:spLocks noEditPoints="1"/>
          </p:cNvSpPr>
          <p:nvPr/>
        </p:nvSpPr>
        <p:spPr bwMode="auto">
          <a:xfrm>
            <a:off x="4651834" y="5232847"/>
            <a:ext cx="213784" cy="228600"/>
          </a:xfrm>
          <a:custGeom>
            <a:avLst/>
            <a:gdLst>
              <a:gd name="T0" fmla="*/ 115443 w 50"/>
              <a:gd name="T1" fmla="*/ 149225 h 54"/>
              <a:gd name="T2" fmla="*/ 86583 w 50"/>
              <a:gd name="T3" fmla="*/ 149225 h 54"/>
              <a:gd name="T4" fmla="*/ 76962 w 50"/>
              <a:gd name="T5" fmla="*/ 130175 h 54"/>
              <a:gd name="T6" fmla="*/ 44895 w 50"/>
              <a:gd name="T7" fmla="*/ 152400 h 54"/>
              <a:gd name="T8" fmla="*/ 25654 w 50"/>
              <a:gd name="T9" fmla="*/ 130175 h 54"/>
              <a:gd name="T10" fmla="*/ 41688 w 50"/>
              <a:gd name="T11" fmla="*/ 123825 h 54"/>
              <a:gd name="T12" fmla="*/ 22447 w 50"/>
              <a:gd name="T13" fmla="*/ 92075 h 54"/>
              <a:gd name="T14" fmla="*/ 41688 w 50"/>
              <a:gd name="T15" fmla="*/ 69850 h 54"/>
              <a:gd name="T16" fmla="*/ 48101 w 50"/>
              <a:gd name="T17" fmla="*/ 88900 h 54"/>
              <a:gd name="T18" fmla="*/ 80169 w 50"/>
              <a:gd name="T19" fmla="*/ 66675 h 54"/>
              <a:gd name="T20" fmla="*/ 115443 w 50"/>
              <a:gd name="T21" fmla="*/ 88900 h 54"/>
              <a:gd name="T22" fmla="*/ 121857 w 50"/>
              <a:gd name="T23" fmla="*/ 69850 h 54"/>
              <a:gd name="T24" fmla="*/ 141097 w 50"/>
              <a:gd name="T25" fmla="*/ 92075 h 54"/>
              <a:gd name="T26" fmla="*/ 121857 w 50"/>
              <a:gd name="T27" fmla="*/ 123825 h 54"/>
              <a:gd name="T28" fmla="*/ 137891 w 50"/>
              <a:gd name="T29" fmla="*/ 130175 h 54"/>
              <a:gd name="T30" fmla="*/ 12827 w 50"/>
              <a:gd name="T31" fmla="*/ 47625 h 54"/>
              <a:gd name="T32" fmla="*/ 150718 w 50"/>
              <a:gd name="T33" fmla="*/ 38100 h 54"/>
              <a:gd name="T34" fmla="*/ 134684 w 50"/>
              <a:gd name="T35" fmla="*/ 25400 h 54"/>
              <a:gd name="T36" fmla="*/ 125064 w 50"/>
              <a:gd name="T37" fmla="*/ 38100 h 54"/>
              <a:gd name="T38" fmla="*/ 41688 w 50"/>
              <a:gd name="T39" fmla="*/ 25400 h 54"/>
              <a:gd name="T40" fmla="*/ 28861 w 50"/>
              <a:gd name="T41" fmla="*/ 31750 h 54"/>
              <a:gd name="T42" fmla="*/ 16034 w 50"/>
              <a:gd name="T43" fmla="*/ 28575 h 54"/>
              <a:gd name="T44" fmla="*/ 12827 w 50"/>
              <a:gd name="T45" fmla="*/ 47625 h 54"/>
              <a:gd name="T46" fmla="*/ 12827 w 50"/>
              <a:gd name="T47" fmla="*/ 60325 h 54"/>
              <a:gd name="T48" fmla="*/ 16034 w 50"/>
              <a:gd name="T49" fmla="*/ 155575 h 54"/>
              <a:gd name="T50" fmla="*/ 144304 w 50"/>
              <a:gd name="T51" fmla="*/ 155575 h 54"/>
              <a:gd name="T52" fmla="*/ 150718 w 50"/>
              <a:gd name="T53" fmla="*/ 60325 h 54"/>
              <a:gd name="T54" fmla="*/ 28861 w 50"/>
              <a:gd name="T55" fmla="*/ 12700 h 54"/>
              <a:gd name="T56" fmla="*/ 41688 w 50"/>
              <a:gd name="T57" fmla="*/ 6350 h 54"/>
              <a:gd name="T58" fmla="*/ 121857 w 50"/>
              <a:gd name="T59" fmla="*/ 6350 h 54"/>
              <a:gd name="T60" fmla="*/ 131477 w 50"/>
              <a:gd name="T61" fmla="*/ 12700 h 54"/>
              <a:gd name="T62" fmla="*/ 153924 w 50"/>
              <a:gd name="T63" fmla="*/ 19050 h 54"/>
              <a:gd name="T64" fmla="*/ 160338 w 50"/>
              <a:gd name="T65" fmla="*/ 53975 h 54"/>
              <a:gd name="T66" fmla="*/ 160338 w 50"/>
              <a:gd name="T67" fmla="*/ 146050 h 54"/>
              <a:gd name="T68" fmla="*/ 134684 w 50"/>
              <a:gd name="T69" fmla="*/ 171450 h 54"/>
              <a:gd name="T70" fmla="*/ 0 w 50"/>
              <a:gd name="T71" fmla="*/ 146050 h 54"/>
              <a:gd name="T72" fmla="*/ 0 w 50"/>
              <a:gd name="T73" fmla="*/ 53975 h 54"/>
              <a:gd name="T74" fmla="*/ 9620 w 50"/>
              <a:gd name="T75" fmla="*/ 19050 h 54"/>
              <a:gd name="T76" fmla="*/ 48101 w 50"/>
              <a:gd name="T77" fmla="*/ 95250 h 54"/>
              <a:gd name="T78" fmla="*/ 76962 w 50"/>
              <a:gd name="T79" fmla="*/ 123825 h 54"/>
              <a:gd name="T80" fmla="*/ 86583 w 50"/>
              <a:gd name="T81" fmla="*/ 95250 h 54"/>
              <a:gd name="T82" fmla="*/ 115443 w 50"/>
              <a:gd name="T83" fmla="*/ 123825 h 5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0" h="54">
                <a:moveTo>
                  <a:pt x="38" y="47"/>
                </a:moveTo>
                <a:cubicBezTo>
                  <a:pt x="38" y="48"/>
                  <a:pt x="38" y="48"/>
                  <a:pt x="37" y="48"/>
                </a:cubicBezTo>
                <a:cubicBezTo>
                  <a:pt x="36" y="48"/>
                  <a:pt x="36" y="48"/>
                  <a:pt x="36" y="47"/>
                </a:cubicBezTo>
                <a:cubicBezTo>
                  <a:pt x="36" y="41"/>
                  <a:pt x="36" y="41"/>
                  <a:pt x="36" y="41"/>
                </a:cubicBezTo>
                <a:cubicBezTo>
                  <a:pt x="27" y="41"/>
                  <a:pt x="27" y="41"/>
                  <a:pt x="27" y="41"/>
                </a:cubicBezTo>
                <a:cubicBezTo>
                  <a:pt x="27" y="47"/>
                  <a:pt x="27" y="47"/>
                  <a:pt x="27" y="47"/>
                </a:cubicBezTo>
                <a:cubicBezTo>
                  <a:pt x="27" y="48"/>
                  <a:pt x="26" y="48"/>
                  <a:pt x="25" y="48"/>
                </a:cubicBezTo>
                <a:cubicBezTo>
                  <a:pt x="25" y="48"/>
                  <a:pt x="24" y="48"/>
                  <a:pt x="24" y="47"/>
                </a:cubicBezTo>
                <a:cubicBezTo>
                  <a:pt x="24" y="41"/>
                  <a:pt x="24" y="41"/>
                  <a:pt x="24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7"/>
                  <a:pt x="15" y="47"/>
                  <a:pt x="15" y="47"/>
                </a:cubicBezTo>
                <a:cubicBezTo>
                  <a:pt x="15" y="48"/>
                  <a:pt x="14" y="48"/>
                  <a:pt x="14" y="48"/>
                </a:cubicBezTo>
                <a:cubicBezTo>
                  <a:pt x="13" y="48"/>
                  <a:pt x="13" y="48"/>
                  <a:pt x="13" y="47"/>
                </a:cubicBezTo>
                <a:cubicBezTo>
                  <a:pt x="13" y="41"/>
                  <a:pt x="13" y="41"/>
                  <a:pt x="13" y="41"/>
                </a:cubicBezTo>
                <a:cubicBezTo>
                  <a:pt x="8" y="41"/>
                  <a:pt x="8" y="41"/>
                  <a:pt x="8" y="41"/>
                </a:cubicBezTo>
                <a:cubicBezTo>
                  <a:pt x="7" y="41"/>
                  <a:pt x="7" y="40"/>
                  <a:pt x="7" y="40"/>
                </a:cubicBezTo>
                <a:cubicBezTo>
                  <a:pt x="7" y="39"/>
                  <a:pt x="7" y="39"/>
                  <a:pt x="8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13" y="30"/>
                  <a:pt x="13" y="30"/>
                  <a:pt x="13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30"/>
                  <a:pt x="7" y="30"/>
                  <a:pt x="7" y="29"/>
                </a:cubicBezTo>
                <a:cubicBezTo>
                  <a:pt x="7" y="29"/>
                  <a:pt x="7" y="28"/>
                  <a:pt x="8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21"/>
                  <a:pt x="13" y="21"/>
                  <a:pt x="14" y="21"/>
                </a:cubicBezTo>
                <a:cubicBezTo>
                  <a:pt x="14" y="21"/>
                  <a:pt x="15" y="21"/>
                  <a:pt x="15" y="22"/>
                </a:cubicBezTo>
                <a:cubicBezTo>
                  <a:pt x="15" y="28"/>
                  <a:pt x="15" y="28"/>
                  <a:pt x="15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1"/>
                  <a:pt x="25" y="21"/>
                  <a:pt x="25" y="21"/>
                </a:cubicBezTo>
                <a:cubicBezTo>
                  <a:pt x="26" y="21"/>
                  <a:pt x="27" y="21"/>
                  <a:pt x="27" y="22"/>
                </a:cubicBezTo>
                <a:cubicBezTo>
                  <a:pt x="27" y="28"/>
                  <a:pt x="27" y="28"/>
                  <a:pt x="27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1"/>
                  <a:pt x="36" y="21"/>
                  <a:pt x="37" y="21"/>
                </a:cubicBezTo>
                <a:cubicBezTo>
                  <a:pt x="38" y="21"/>
                  <a:pt x="38" y="21"/>
                  <a:pt x="38" y="22"/>
                </a:cubicBezTo>
                <a:cubicBezTo>
                  <a:pt x="38" y="28"/>
                  <a:pt x="38" y="28"/>
                  <a:pt x="38" y="28"/>
                </a:cubicBezTo>
                <a:cubicBezTo>
                  <a:pt x="43" y="28"/>
                  <a:pt x="43" y="28"/>
                  <a:pt x="43" y="28"/>
                </a:cubicBezTo>
                <a:cubicBezTo>
                  <a:pt x="43" y="28"/>
                  <a:pt x="44" y="29"/>
                  <a:pt x="44" y="29"/>
                </a:cubicBezTo>
                <a:cubicBezTo>
                  <a:pt x="44" y="30"/>
                  <a:pt x="43" y="30"/>
                  <a:pt x="43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39"/>
                  <a:pt x="38" y="39"/>
                  <a:pt x="38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3" y="39"/>
                  <a:pt x="44" y="39"/>
                  <a:pt x="44" y="40"/>
                </a:cubicBezTo>
                <a:cubicBezTo>
                  <a:pt x="44" y="40"/>
                  <a:pt x="43" y="41"/>
                  <a:pt x="43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7"/>
                  <a:pt x="38" y="47"/>
                  <a:pt x="38" y="47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7" y="15"/>
                  <a:pt x="47" y="15"/>
                  <a:pt x="47" y="15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1"/>
                  <a:pt x="46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5" y="8"/>
                  <a:pt x="44" y="8"/>
                  <a:pt x="42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1"/>
                  <a:pt x="40" y="12"/>
                  <a:pt x="39" y="12"/>
                </a:cubicBezTo>
                <a:cubicBezTo>
                  <a:pt x="38" y="12"/>
                  <a:pt x="38" y="11"/>
                  <a:pt x="38" y="10"/>
                </a:cubicBezTo>
                <a:cubicBezTo>
                  <a:pt x="38" y="8"/>
                  <a:pt x="38" y="8"/>
                  <a:pt x="38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1"/>
                  <a:pt x="12" y="12"/>
                  <a:pt x="11" y="12"/>
                </a:cubicBezTo>
                <a:cubicBezTo>
                  <a:pt x="10" y="12"/>
                  <a:pt x="9" y="11"/>
                  <a:pt x="9" y="10"/>
                </a:cubicBezTo>
                <a:cubicBezTo>
                  <a:pt x="9" y="8"/>
                  <a:pt x="9" y="8"/>
                  <a:pt x="9" y="8"/>
                </a:cubicBezTo>
                <a:cubicBezTo>
                  <a:pt x="8" y="8"/>
                  <a:pt x="8" y="8"/>
                  <a:pt x="8" y="8"/>
                </a:cubicBezTo>
                <a:cubicBezTo>
                  <a:pt x="7" y="8"/>
                  <a:pt x="6" y="8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10"/>
                  <a:pt x="4" y="11"/>
                  <a:pt x="4" y="12"/>
                </a:cubicBezTo>
                <a:cubicBezTo>
                  <a:pt x="4" y="15"/>
                  <a:pt x="4" y="15"/>
                  <a:pt x="4" y="15"/>
                </a:cubicBezTo>
                <a:close/>
                <a:moveTo>
                  <a:pt x="47" y="19"/>
                </a:moveTo>
                <a:cubicBezTo>
                  <a:pt x="47" y="19"/>
                  <a:pt x="47" y="19"/>
                  <a:pt x="47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7"/>
                  <a:pt x="5" y="48"/>
                  <a:pt x="5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6" y="50"/>
                  <a:pt x="7" y="50"/>
                  <a:pt x="8" y="50"/>
                </a:cubicBezTo>
                <a:cubicBezTo>
                  <a:pt x="42" y="50"/>
                  <a:pt x="42" y="50"/>
                  <a:pt x="42" y="50"/>
                </a:cubicBezTo>
                <a:cubicBezTo>
                  <a:pt x="44" y="50"/>
                  <a:pt x="45" y="50"/>
                  <a:pt x="45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6" y="48"/>
                  <a:pt x="47" y="47"/>
                  <a:pt x="47" y="46"/>
                </a:cubicBezTo>
                <a:cubicBezTo>
                  <a:pt x="47" y="19"/>
                  <a:pt x="47" y="19"/>
                  <a:pt x="47" y="19"/>
                </a:cubicBezTo>
                <a:close/>
                <a:moveTo>
                  <a:pt x="8" y="4"/>
                </a:moveTo>
                <a:cubicBezTo>
                  <a:pt x="8" y="4"/>
                  <a:pt x="8" y="4"/>
                  <a:pt x="8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10" y="0"/>
                  <a:pt x="11" y="0"/>
                </a:cubicBezTo>
                <a:cubicBezTo>
                  <a:pt x="12" y="0"/>
                  <a:pt x="13" y="1"/>
                  <a:pt x="13" y="2"/>
                </a:cubicBezTo>
                <a:cubicBezTo>
                  <a:pt x="13" y="4"/>
                  <a:pt x="13" y="4"/>
                  <a:pt x="13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2"/>
                  <a:pt x="38" y="2"/>
                  <a:pt x="38" y="2"/>
                </a:cubicBezTo>
                <a:cubicBezTo>
                  <a:pt x="38" y="1"/>
                  <a:pt x="38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4"/>
                  <a:pt x="41" y="4"/>
                  <a:pt x="41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5" y="4"/>
                  <a:pt x="47" y="5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50" y="8"/>
                  <a:pt x="50" y="10"/>
                  <a:pt x="50" y="12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8"/>
                  <a:pt x="50" y="50"/>
                  <a:pt x="48" y="52"/>
                </a:cubicBezTo>
                <a:cubicBezTo>
                  <a:pt x="48" y="52"/>
                  <a:pt x="48" y="52"/>
                  <a:pt x="48" y="52"/>
                </a:cubicBezTo>
                <a:cubicBezTo>
                  <a:pt x="47" y="53"/>
                  <a:pt x="45" y="54"/>
                  <a:pt x="42" y="54"/>
                </a:cubicBezTo>
                <a:cubicBezTo>
                  <a:pt x="8" y="54"/>
                  <a:pt x="8" y="54"/>
                  <a:pt x="8" y="54"/>
                </a:cubicBezTo>
                <a:cubicBezTo>
                  <a:pt x="6" y="54"/>
                  <a:pt x="4" y="53"/>
                  <a:pt x="3" y="52"/>
                </a:cubicBezTo>
                <a:cubicBezTo>
                  <a:pt x="1" y="50"/>
                  <a:pt x="0" y="48"/>
                  <a:pt x="0" y="46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0"/>
                  <a:pt x="1" y="8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4" y="5"/>
                  <a:pt x="6" y="4"/>
                  <a:pt x="8" y="4"/>
                </a:cubicBezTo>
                <a:close/>
                <a:moveTo>
                  <a:pt x="15" y="30"/>
                </a:moveTo>
                <a:cubicBezTo>
                  <a:pt x="15" y="30"/>
                  <a:pt x="15" y="30"/>
                  <a:pt x="15" y="30"/>
                </a:cubicBezTo>
                <a:cubicBezTo>
                  <a:pt x="15" y="39"/>
                  <a:pt x="15" y="39"/>
                  <a:pt x="1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30"/>
                  <a:pt x="24" y="30"/>
                  <a:pt x="24" y="30"/>
                </a:cubicBezTo>
                <a:cubicBezTo>
                  <a:pt x="15" y="30"/>
                  <a:pt x="15" y="30"/>
                  <a:pt x="15" y="30"/>
                </a:cubicBezTo>
                <a:close/>
                <a:moveTo>
                  <a:pt x="27" y="30"/>
                </a:moveTo>
                <a:cubicBezTo>
                  <a:pt x="27" y="30"/>
                  <a:pt x="27" y="30"/>
                  <a:pt x="27" y="30"/>
                </a:cubicBezTo>
                <a:cubicBezTo>
                  <a:pt x="27" y="39"/>
                  <a:pt x="27" y="39"/>
                  <a:pt x="27" y="39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30"/>
                  <a:pt x="36" y="30"/>
                  <a:pt x="36" y="30"/>
                </a:cubicBezTo>
                <a:cubicBezTo>
                  <a:pt x="27" y="30"/>
                  <a:pt x="27" y="30"/>
                  <a:pt x="27" y="3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48" name="Freeform 282">
            <a:extLst>
              <a:ext uri="{FF2B5EF4-FFF2-40B4-BE49-F238E27FC236}">
                <a16:creationId xmlns:a16="http://schemas.microsoft.com/office/drawing/2014/main" id="{4B0F37AB-D6EF-2265-2C49-2B9944832E19}"/>
              </a:ext>
            </a:extLst>
          </p:cNvPr>
          <p:cNvSpPr>
            <a:spLocks noEditPoints="1"/>
          </p:cNvSpPr>
          <p:nvPr/>
        </p:nvSpPr>
        <p:spPr bwMode="auto">
          <a:xfrm>
            <a:off x="5437119" y="4807398"/>
            <a:ext cx="213783" cy="203200"/>
          </a:xfrm>
          <a:custGeom>
            <a:avLst/>
            <a:gdLst>
              <a:gd name="T0" fmla="*/ 44894 w 50"/>
              <a:gd name="T1" fmla="*/ 123825 h 48"/>
              <a:gd name="T2" fmla="*/ 134683 w 50"/>
              <a:gd name="T3" fmla="*/ 120650 h 48"/>
              <a:gd name="T4" fmla="*/ 134683 w 50"/>
              <a:gd name="T5" fmla="*/ 130175 h 48"/>
              <a:gd name="T6" fmla="*/ 48101 w 50"/>
              <a:gd name="T7" fmla="*/ 22225 h 48"/>
              <a:gd name="T8" fmla="*/ 44894 w 50"/>
              <a:gd name="T9" fmla="*/ 25400 h 48"/>
              <a:gd name="T10" fmla="*/ 44894 w 50"/>
              <a:gd name="T11" fmla="*/ 50800 h 48"/>
              <a:gd name="T12" fmla="*/ 48101 w 50"/>
              <a:gd name="T13" fmla="*/ 53975 h 48"/>
              <a:gd name="T14" fmla="*/ 134683 w 50"/>
              <a:gd name="T15" fmla="*/ 53975 h 48"/>
              <a:gd name="T16" fmla="*/ 141097 w 50"/>
              <a:gd name="T17" fmla="*/ 25400 h 48"/>
              <a:gd name="T18" fmla="*/ 134683 w 50"/>
              <a:gd name="T19" fmla="*/ 22225 h 48"/>
              <a:gd name="T20" fmla="*/ 51308 w 50"/>
              <a:gd name="T21" fmla="*/ 47625 h 48"/>
              <a:gd name="T22" fmla="*/ 51308 w 50"/>
              <a:gd name="T23" fmla="*/ 28575 h 48"/>
              <a:gd name="T24" fmla="*/ 131476 w 50"/>
              <a:gd name="T25" fmla="*/ 47625 h 48"/>
              <a:gd name="T26" fmla="*/ 25654 w 50"/>
              <a:gd name="T27" fmla="*/ 47625 h 48"/>
              <a:gd name="T28" fmla="*/ 12827 w 50"/>
              <a:gd name="T29" fmla="*/ 47625 h 48"/>
              <a:gd name="T30" fmla="*/ 25654 w 50"/>
              <a:gd name="T31" fmla="*/ 133350 h 48"/>
              <a:gd name="T32" fmla="*/ 19240 w 50"/>
              <a:gd name="T33" fmla="*/ 152400 h 48"/>
              <a:gd name="T34" fmla="*/ 3207 w 50"/>
              <a:gd name="T35" fmla="*/ 146050 h 48"/>
              <a:gd name="T36" fmla="*/ 0 w 50"/>
              <a:gd name="T37" fmla="*/ 133350 h 48"/>
              <a:gd name="T38" fmla="*/ 0 w 50"/>
              <a:gd name="T39" fmla="*/ 41275 h 48"/>
              <a:gd name="T40" fmla="*/ 25654 w 50"/>
              <a:gd name="T41" fmla="*/ 34925 h 48"/>
              <a:gd name="T42" fmla="*/ 32067 w 50"/>
              <a:gd name="T43" fmla="*/ 0 h 48"/>
              <a:gd name="T44" fmla="*/ 153924 w 50"/>
              <a:gd name="T45" fmla="*/ 0 h 48"/>
              <a:gd name="T46" fmla="*/ 160337 w 50"/>
              <a:gd name="T47" fmla="*/ 6350 h 48"/>
              <a:gd name="T48" fmla="*/ 153924 w 50"/>
              <a:gd name="T49" fmla="*/ 146050 h 48"/>
              <a:gd name="T50" fmla="*/ 153924 w 50"/>
              <a:gd name="T51" fmla="*/ 146050 h 48"/>
              <a:gd name="T52" fmla="*/ 19240 w 50"/>
              <a:gd name="T53" fmla="*/ 152400 h 48"/>
              <a:gd name="T54" fmla="*/ 19240 w 50"/>
              <a:gd name="T55" fmla="*/ 152400 h 48"/>
              <a:gd name="T56" fmla="*/ 147510 w 50"/>
              <a:gd name="T57" fmla="*/ 133350 h 48"/>
              <a:gd name="T58" fmla="*/ 38481 w 50"/>
              <a:gd name="T59" fmla="*/ 12700 h 48"/>
              <a:gd name="T60" fmla="*/ 35274 w 50"/>
              <a:gd name="T61" fmla="*/ 139700 h 48"/>
              <a:gd name="T62" fmla="*/ 144303 w 50"/>
              <a:gd name="T63" fmla="*/ 136525 h 48"/>
              <a:gd name="T64" fmla="*/ 147510 w 50"/>
              <a:gd name="T65" fmla="*/ 133350 h 48"/>
              <a:gd name="T66" fmla="*/ 96202 w 50"/>
              <a:gd name="T67" fmla="*/ 63500 h 48"/>
              <a:gd name="T68" fmla="*/ 134683 w 50"/>
              <a:gd name="T69" fmla="*/ 63500 h 48"/>
              <a:gd name="T70" fmla="*/ 141097 w 50"/>
              <a:gd name="T71" fmla="*/ 66675 h 48"/>
              <a:gd name="T72" fmla="*/ 134683 w 50"/>
              <a:gd name="T73" fmla="*/ 88900 h 48"/>
              <a:gd name="T74" fmla="*/ 96202 w 50"/>
              <a:gd name="T75" fmla="*/ 88900 h 48"/>
              <a:gd name="T76" fmla="*/ 92995 w 50"/>
              <a:gd name="T77" fmla="*/ 85725 h 48"/>
              <a:gd name="T78" fmla="*/ 96202 w 50"/>
              <a:gd name="T79" fmla="*/ 63500 h 48"/>
              <a:gd name="T80" fmla="*/ 131476 w 50"/>
              <a:gd name="T81" fmla="*/ 69850 h 48"/>
              <a:gd name="T82" fmla="*/ 99409 w 50"/>
              <a:gd name="T83" fmla="*/ 82550 h 48"/>
              <a:gd name="T84" fmla="*/ 131476 w 50"/>
              <a:gd name="T85" fmla="*/ 69850 h 48"/>
              <a:gd name="T86" fmla="*/ 48101 w 50"/>
              <a:gd name="T87" fmla="*/ 69850 h 48"/>
              <a:gd name="T88" fmla="*/ 48101 w 50"/>
              <a:gd name="T89" fmla="*/ 63500 h 48"/>
              <a:gd name="T90" fmla="*/ 89789 w 50"/>
              <a:gd name="T91" fmla="*/ 66675 h 48"/>
              <a:gd name="T92" fmla="*/ 48101 w 50"/>
              <a:gd name="T93" fmla="*/ 69850 h 48"/>
              <a:gd name="T94" fmla="*/ 48101 w 50"/>
              <a:gd name="T95" fmla="*/ 88900 h 48"/>
              <a:gd name="T96" fmla="*/ 48101 w 50"/>
              <a:gd name="T97" fmla="*/ 82550 h 48"/>
              <a:gd name="T98" fmla="*/ 89789 w 50"/>
              <a:gd name="T99" fmla="*/ 85725 h 48"/>
              <a:gd name="T100" fmla="*/ 48101 w 50"/>
              <a:gd name="T101" fmla="*/ 88900 h 48"/>
              <a:gd name="T102" fmla="*/ 48101 w 50"/>
              <a:gd name="T103" fmla="*/ 107950 h 48"/>
              <a:gd name="T104" fmla="*/ 48101 w 50"/>
              <a:gd name="T105" fmla="*/ 101600 h 48"/>
              <a:gd name="T106" fmla="*/ 141097 w 50"/>
              <a:gd name="T107" fmla="*/ 104775 h 48"/>
              <a:gd name="T108" fmla="*/ 48101 w 50"/>
              <a:gd name="T109" fmla="*/ 107950 h 48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0" h="48">
                <a:moveTo>
                  <a:pt x="15" y="41"/>
                </a:moveTo>
                <a:cubicBezTo>
                  <a:pt x="15" y="41"/>
                  <a:pt x="14" y="40"/>
                  <a:pt x="14" y="39"/>
                </a:cubicBezTo>
                <a:cubicBezTo>
                  <a:pt x="14" y="39"/>
                  <a:pt x="15" y="38"/>
                  <a:pt x="15" y="38"/>
                </a:cubicBezTo>
                <a:cubicBezTo>
                  <a:pt x="42" y="38"/>
                  <a:pt x="42" y="38"/>
                  <a:pt x="42" y="38"/>
                </a:cubicBezTo>
                <a:cubicBezTo>
                  <a:pt x="43" y="38"/>
                  <a:pt x="44" y="39"/>
                  <a:pt x="44" y="39"/>
                </a:cubicBezTo>
                <a:cubicBezTo>
                  <a:pt x="44" y="40"/>
                  <a:pt x="43" y="41"/>
                  <a:pt x="42" y="41"/>
                </a:cubicBezTo>
                <a:cubicBezTo>
                  <a:pt x="15" y="41"/>
                  <a:pt x="15" y="41"/>
                  <a:pt x="15" y="41"/>
                </a:cubicBezTo>
                <a:close/>
                <a:moveTo>
                  <a:pt x="15" y="7"/>
                </a:move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4" y="7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42" y="17"/>
                  <a:pt x="42" y="17"/>
                  <a:pt x="42" y="17"/>
                </a:cubicBezTo>
                <a:cubicBezTo>
                  <a:pt x="42" y="17"/>
                  <a:pt x="42" y="17"/>
                  <a:pt x="42" y="17"/>
                </a:cubicBezTo>
                <a:cubicBezTo>
                  <a:pt x="43" y="17"/>
                  <a:pt x="44" y="17"/>
                  <a:pt x="44" y="16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7"/>
                  <a:pt x="43" y="7"/>
                  <a:pt x="42" y="7"/>
                </a:cubicBezTo>
                <a:cubicBezTo>
                  <a:pt x="15" y="7"/>
                  <a:pt x="15" y="7"/>
                  <a:pt x="15" y="7"/>
                </a:cubicBezTo>
                <a:close/>
                <a:moveTo>
                  <a:pt x="16" y="15"/>
                </a:moveTo>
                <a:cubicBezTo>
                  <a:pt x="16" y="15"/>
                  <a:pt x="16" y="15"/>
                  <a:pt x="16" y="15"/>
                </a:cubicBezTo>
                <a:cubicBezTo>
                  <a:pt x="16" y="9"/>
                  <a:pt x="16" y="9"/>
                  <a:pt x="16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15"/>
                  <a:pt x="41" y="15"/>
                  <a:pt x="41" y="15"/>
                </a:cubicBezTo>
                <a:cubicBezTo>
                  <a:pt x="16" y="15"/>
                  <a:pt x="16" y="15"/>
                  <a:pt x="16" y="15"/>
                </a:cubicBezTo>
                <a:close/>
                <a:moveTo>
                  <a:pt x="8" y="15"/>
                </a:moveTo>
                <a:cubicBezTo>
                  <a:pt x="8" y="15"/>
                  <a:pt x="8" y="15"/>
                  <a:pt x="8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44"/>
                  <a:pt x="8" y="44"/>
                  <a:pt x="8" y="42"/>
                </a:cubicBezTo>
                <a:cubicBezTo>
                  <a:pt x="8" y="15"/>
                  <a:pt x="8" y="15"/>
                  <a:pt x="8" y="15"/>
                </a:cubicBezTo>
                <a:close/>
                <a:moveTo>
                  <a:pt x="6" y="48"/>
                </a:moveTo>
                <a:cubicBezTo>
                  <a:pt x="6" y="48"/>
                  <a:pt x="6" y="48"/>
                  <a:pt x="6" y="48"/>
                </a:cubicBezTo>
                <a:cubicBezTo>
                  <a:pt x="4" y="48"/>
                  <a:pt x="3" y="47"/>
                  <a:pt x="1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5"/>
                  <a:pt x="0" y="43"/>
                  <a:pt x="0" y="42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2"/>
                  <a:pt x="1" y="11"/>
                  <a:pt x="2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2"/>
                  <a:pt x="8" y="2"/>
                  <a:pt x="8" y="2"/>
                </a:cubicBezTo>
                <a:cubicBezTo>
                  <a:pt x="8" y="1"/>
                  <a:pt x="9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49" y="45"/>
                  <a:pt x="48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47" y="47"/>
                  <a:pt x="46" y="48"/>
                  <a:pt x="44" y="48"/>
                </a:cubicBezTo>
                <a:cubicBezTo>
                  <a:pt x="6" y="48"/>
                  <a:pt x="6" y="48"/>
                  <a:pt x="6" y="48"/>
                </a:cubicBezTo>
                <a:cubicBezTo>
                  <a:pt x="6" y="48"/>
                  <a:pt x="6" y="48"/>
                  <a:pt x="6" y="48"/>
                </a:cubicBezTo>
                <a:cubicBezTo>
                  <a:pt x="6" y="48"/>
                  <a:pt x="6" y="48"/>
                  <a:pt x="6" y="48"/>
                </a:cubicBezTo>
                <a:close/>
                <a:moveTo>
                  <a:pt x="46" y="42"/>
                </a:moveTo>
                <a:cubicBezTo>
                  <a:pt x="46" y="42"/>
                  <a:pt x="46" y="42"/>
                  <a:pt x="46" y="42"/>
                </a:cubicBezTo>
                <a:cubicBezTo>
                  <a:pt x="46" y="4"/>
                  <a:pt x="46" y="4"/>
                  <a:pt x="46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17"/>
                  <a:pt x="12" y="29"/>
                  <a:pt x="12" y="42"/>
                </a:cubicBezTo>
                <a:cubicBezTo>
                  <a:pt x="12" y="42"/>
                  <a:pt x="11" y="43"/>
                  <a:pt x="11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4" y="44"/>
                  <a:pt x="45" y="44"/>
                  <a:pt x="45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46" y="43"/>
                  <a:pt x="46" y="42"/>
                  <a:pt x="46" y="42"/>
                </a:cubicBezTo>
                <a:close/>
                <a:moveTo>
                  <a:pt x="30" y="20"/>
                </a:moveTo>
                <a:cubicBezTo>
                  <a:pt x="30" y="20"/>
                  <a:pt x="30" y="20"/>
                  <a:pt x="3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42" y="20"/>
                  <a:pt x="42" y="20"/>
                  <a:pt x="42" y="20"/>
                </a:cubicBezTo>
                <a:cubicBezTo>
                  <a:pt x="43" y="20"/>
                  <a:pt x="44" y="20"/>
                  <a:pt x="44" y="21"/>
                </a:cubicBezTo>
                <a:cubicBezTo>
                  <a:pt x="44" y="21"/>
                  <a:pt x="44" y="21"/>
                  <a:pt x="44" y="21"/>
                </a:cubicBezTo>
                <a:cubicBezTo>
                  <a:pt x="44" y="27"/>
                  <a:pt x="44" y="27"/>
                  <a:pt x="44" y="27"/>
                </a:cubicBezTo>
                <a:cubicBezTo>
                  <a:pt x="44" y="28"/>
                  <a:pt x="43" y="28"/>
                  <a:pt x="42" y="28"/>
                </a:cubicBezTo>
                <a:cubicBezTo>
                  <a:pt x="42" y="28"/>
                  <a:pt x="42" y="28"/>
                  <a:pt x="42" y="28"/>
                </a:cubicBezTo>
                <a:cubicBezTo>
                  <a:pt x="30" y="28"/>
                  <a:pt x="30" y="28"/>
                  <a:pt x="30" y="28"/>
                </a:cubicBezTo>
                <a:cubicBezTo>
                  <a:pt x="29" y="28"/>
                  <a:pt x="29" y="28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0"/>
                  <a:pt x="29" y="20"/>
                  <a:pt x="30" y="20"/>
                </a:cubicBezTo>
                <a:close/>
                <a:moveTo>
                  <a:pt x="41" y="22"/>
                </a:moveTo>
                <a:cubicBezTo>
                  <a:pt x="41" y="22"/>
                  <a:pt x="41" y="22"/>
                  <a:pt x="4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6"/>
                  <a:pt x="31" y="26"/>
                  <a:pt x="3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2"/>
                  <a:pt x="41" y="22"/>
                  <a:pt x="41" y="22"/>
                </a:cubicBezTo>
                <a:close/>
                <a:moveTo>
                  <a:pt x="15" y="22"/>
                </a:moveTo>
                <a:cubicBezTo>
                  <a:pt x="15" y="22"/>
                  <a:pt x="15" y="22"/>
                  <a:pt x="15" y="22"/>
                </a:cubicBezTo>
                <a:cubicBezTo>
                  <a:pt x="15" y="22"/>
                  <a:pt x="14" y="21"/>
                  <a:pt x="14" y="21"/>
                </a:cubicBezTo>
                <a:cubicBezTo>
                  <a:pt x="14" y="20"/>
                  <a:pt x="15" y="20"/>
                  <a:pt x="15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7" y="20"/>
                  <a:pt x="28" y="20"/>
                  <a:pt x="28" y="21"/>
                </a:cubicBezTo>
                <a:cubicBezTo>
                  <a:pt x="28" y="21"/>
                  <a:pt x="27" y="22"/>
                  <a:pt x="26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5" y="28"/>
                </a:move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4" y="28"/>
                  <a:pt x="14" y="27"/>
                </a:cubicBezTo>
                <a:cubicBezTo>
                  <a:pt x="14" y="26"/>
                  <a:pt x="15" y="26"/>
                  <a:pt x="15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7" y="26"/>
                  <a:pt x="28" y="26"/>
                  <a:pt x="28" y="27"/>
                </a:cubicBezTo>
                <a:cubicBezTo>
                  <a:pt x="28" y="28"/>
                  <a:pt x="27" y="28"/>
                  <a:pt x="26" y="28"/>
                </a:cubicBezTo>
                <a:cubicBezTo>
                  <a:pt x="15" y="28"/>
                  <a:pt x="15" y="28"/>
                  <a:pt x="15" y="28"/>
                </a:cubicBezTo>
                <a:close/>
                <a:moveTo>
                  <a:pt x="15" y="34"/>
                </a:move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4" y="34"/>
                  <a:pt x="14" y="33"/>
                </a:cubicBezTo>
                <a:cubicBezTo>
                  <a:pt x="14" y="33"/>
                  <a:pt x="15" y="32"/>
                  <a:pt x="15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3" y="32"/>
                  <a:pt x="44" y="33"/>
                  <a:pt x="44" y="33"/>
                </a:cubicBezTo>
                <a:cubicBezTo>
                  <a:pt x="44" y="34"/>
                  <a:pt x="43" y="34"/>
                  <a:pt x="42" y="34"/>
                </a:cubicBezTo>
                <a:cubicBezTo>
                  <a:pt x="15" y="34"/>
                  <a:pt x="15" y="34"/>
                  <a:pt x="15" y="3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49" name="Freeform 283">
            <a:extLst>
              <a:ext uri="{FF2B5EF4-FFF2-40B4-BE49-F238E27FC236}">
                <a16:creationId xmlns:a16="http://schemas.microsoft.com/office/drawing/2014/main" id="{27090AAC-752A-7A23-6FF4-169DC3C920E2}"/>
              </a:ext>
            </a:extLst>
          </p:cNvPr>
          <p:cNvSpPr>
            <a:spLocks noEditPoints="1"/>
          </p:cNvSpPr>
          <p:nvPr/>
        </p:nvSpPr>
        <p:spPr bwMode="auto">
          <a:xfrm>
            <a:off x="6188535" y="4807399"/>
            <a:ext cx="207433" cy="198967"/>
          </a:xfrm>
          <a:custGeom>
            <a:avLst/>
            <a:gdLst>
              <a:gd name="T0" fmla="*/ 76200 w 49"/>
              <a:gd name="T1" fmla="*/ 28575 h 47"/>
              <a:gd name="T2" fmla="*/ 98425 w 49"/>
              <a:gd name="T3" fmla="*/ 47625 h 47"/>
              <a:gd name="T4" fmla="*/ 76200 w 49"/>
              <a:gd name="T5" fmla="*/ 66675 h 47"/>
              <a:gd name="T6" fmla="*/ 57150 w 49"/>
              <a:gd name="T7" fmla="*/ 47625 h 47"/>
              <a:gd name="T8" fmla="*/ 76200 w 49"/>
              <a:gd name="T9" fmla="*/ 28575 h 47"/>
              <a:gd name="T10" fmla="*/ 34925 w 49"/>
              <a:gd name="T11" fmla="*/ 66675 h 47"/>
              <a:gd name="T12" fmla="*/ 34925 w 49"/>
              <a:gd name="T13" fmla="*/ 66675 h 47"/>
              <a:gd name="T14" fmla="*/ 31750 w 49"/>
              <a:gd name="T15" fmla="*/ 47625 h 47"/>
              <a:gd name="T16" fmla="*/ 44450 w 49"/>
              <a:gd name="T17" fmla="*/ 15875 h 47"/>
              <a:gd name="T18" fmla="*/ 76200 w 49"/>
              <a:gd name="T19" fmla="*/ 0 h 47"/>
              <a:gd name="T20" fmla="*/ 111125 w 49"/>
              <a:gd name="T21" fmla="*/ 15875 h 47"/>
              <a:gd name="T22" fmla="*/ 123825 w 49"/>
              <a:gd name="T23" fmla="*/ 47625 h 47"/>
              <a:gd name="T24" fmla="*/ 120650 w 49"/>
              <a:gd name="T25" fmla="*/ 66675 h 47"/>
              <a:gd name="T26" fmla="*/ 136525 w 49"/>
              <a:gd name="T27" fmla="*/ 66675 h 47"/>
              <a:gd name="T28" fmla="*/ 139700 w 49"/>
              <a:gd name="T29" fmla="*/ 69850 h 47"/>
              <a:gd name="T30" fmla="*/ 155575 w 49"/>
              <a:gd name="T31" fmla="*/ 146050 h 47"/>
              <a:gd name="T32" fmla="*/ 152400 w 49"/>
              <a:gd name="T33" fmla="*/ 149225 h 47"/>
              <a:gd name="T34" fmla="*/ 152400 w 49"/>
              <a:gd name="T35" fmla="*/ 149225 h 47"/>
              <a:gd name="T36" fmla="*/ 3175 w 49"/>
              <a:gd name="T37" fmla="*/ 149225 h 47"/>
              <a:gd name="T38" fmla="*/ 0 w 49"/>
              <a:gd name="T39" fmla="*/ 146050 h 47"/>
              <a:gd name="T40" fmla="*/ 0 w 49"/>
              <a:gd name="T41" fmla="*/ 146050 h 47"/>
              <a:gd name="T42" fmla="*/ 15875 w 49"/>
              <a:gd name="T43" fmla="*/ 69850 h 47"/>
              <a:gd name="T44" fmla="*/ 19050 w 49"/>
              <a:gd name="T45" fmla="*/ 66675 h 47"/>
              <a:gd name="T46" fmla="*/ 34925 w 49"/>
              <a:gd name="T47" fmla="*/ 66675 h 47"/>
              <a:gd name="T48" fmla="*/ 38100 w 49"/>
              <a:gd name="T49" fmla="*/ 73025 h 47"/>
              <a:gd name="T50" fmla="*/ 38100 w 49"/>
              <a:gd name="T51" fmla="*/ 73025 h 47"/>
              <a:gd name="T52" fmla="*/ 22225 w 49"/>
              <a:gd name="T53" fmla="*/ 73025 h 47"/>
              <a:gd name="T54" fmla="*/ 9525 w 49"/>
              <a:gd name="T55" fmla="*/ 142875 h 47"/>
              <a:gd name="T56" fmla="*/ 146050 w 49"/>
              <a:gd name="T57" fmla="*/ 142875 h 47"/>
              <a:gd name="T58" fmla="*/ 133350 w 49"/>
              <a:gd name="T59" fmla="*/ 73025 h 47"/>
              <a:gd name="T60" fmla="*/ 117475 w 49"/>
              <a:gd name="T61" fmla="*/ 73025 h 47"/>
              <a:gd name="T62" fmla="*/ 114300 w 49"/>
              <a:gd name="T63" fmla="*/ 76200 h 47"/>
              <a:gd name="T64" fmla="*/ 95250 w 49"/>
              <a:gd name="T65" fmla="*/ 92075 h 47"/>
              <a:gd name="T66" fmla="*/ 82550 w 49"/>
              <a:gd name="T67" fmla="*/ 107950 h 47"/>
              <a:gd name="T68" fmla="*/ 73025 w 49"/>
              <a:gd name="T69" fmla="*/ 107950 h 47"/>
              <a:gd name="T70" fmla="*/ 73025 w 49"/>
              <a:gd name="T71" fmla="*/ 107950 h 47"/>
              <a:gd name="T72" fmla="*/ 60325 w 49"/>
              <a:gd name="T73" fmla="*/ 92075 h 47"/>
              <a:gd name="T74" fmla="*/ 41275 w 49"/>
              <a:gd name="T75" fmla="*/ 76200 h 47"/>
              <a:gd name="T76" fmla="*/ 38100 w 49"/>
              <a:gd name="T77" fmla="*/ 73025 h 47"/>
              <a:gd name="T78" fmla="*/ 101600 w 49"/>
              <a:gd name="T79" fmla="*/ 22225 h 47"/>
              <a:gd name="T80" fmla="*/ 101600 w 49"/>
              <a:gd name="T81" fmla="*/ 22225 h 47"/>
              <a:gd name="T82" fmla="*/ 76200 w 49"/>
              <a:gd name="T83" fmla="*/ 12700 h 47"/>
              <a:gd name="T84" fmla="*/ 53975 w 49"/>
              <a:gd name="T85" fmla="*/ 22225 h 47"/>
              <a:gd name="T86" fmla="*/ 44450 w 49"/>
              <a:gd name="T87" fmla="*/ 47625 h 47"/>
              <a:gd name="T88" fmla="*/ 50800 w 49"/>
              <a:gd name="T89" fmla="*/ 69850 h 47"/>
              <a:gd name="T90" fmla="*/ 66675 w 49"/>
              <a:gd name="T91" fmla="*/ 79375 h 47"/>
              <a:gd name="T92" fmla="*/ 69850 w 49"/>
              <a:gd name="T93" fmla="*/ 82550 h 47"/>
              <a:gd name="T94" fmla="*/ 76200 w 49"/>
              <a:gd name="T95" fmla="*/ 92075 h 47"/>
              <a:gd name="T96" fmla="*/ 85725 w 49"/>
              <a:gd name="T97" fmla="*/ 82550 h 47"/>
              <a:gd name="T98" fmla="*/ 88900 w 49"/>
              <a:gd name="T99" fmla="*/ 79375 h 47"/>
              <a:gd name="T100" fmla="*/ 104775 w 49"/>
              <a:gd name="T101" fmla="*/ 69850 h 47"/>
              <a:gd name="T102" fmla="*/ 111125 w 49"/>
              <a:gd name="T103" fmla="*/ 47625 h 47"/>
              <a:gd name="T104" fmla="*/ 101600 w 49"/>
              <a:gd name="T105" fmla="*/ 22225 h 47"/>
              <a:gd name="T106" fmla="*/ 76200 w 49"/>
              <a:gd name="T107" fmla="*/ 34925 h 47"/>
              <a:gd name="T108" fmla="*/ 76200 w 49"/>
              <a:gd name="T109" fmla="*/ 34925 h 47"/>
              <a:gd name="T110" fmla="*/ 66675 w 49"/>
              <a:gd name="T111" fmla="*/ 47625 h 47"/>
              <a:gd name="T112" fmla="*/ 76200 w 49"/>
              <a:gd name="T113" fmla="*/ 60325 h 47"/>
              <a:gd name="T114" fmla="*/ 88900 w 49"/>
              <a:gd name="T115" fmla="*/ 47625 h 47"/>
              <a:gd name="T116" fmla="*/ 76200 w 49"/>
              <a:gd name="T117" fmla="*/ 34925 h 47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49" h="47">
                <a:moveTo>
                  <a:pt x="24" y="9"/>
                </a:moveTo>
                <a:cubicBezTo>
                  <a:pt x="28" y="9"/>
                  <a:pt x="31" y="12"/>
                  <a:pt x="31" y="15"/>
                </a:cubicBezTo>
                <a:cubicBezTo>
                  <a:pt x="31" y="19"/>
                  <a:pt x="28" y="21"/>
                  <a:pt x="24" y="21"/>
                </a:cubicBezTo>
                <a:cubicBezTo>
                  <a:pt x="21" y="21"/>
                  <a:pt x="18" y="19"/>
                  <a:pt x="18" y="15"/>
                </a:cubicBezTo>
                <a:cubicBezTo>
                  <a:pt x="18" y="12"/>
                  <a:pt x="21" y="9"/>
                  <a:pt x="24" y="9"/>
                </a:cubicBezTo>
                <a:close/>
                <a:moveTo>
                  <a:pt x="11" y="21"/>
                </a:moveTo>
                <a:cubicBezTo>
                  <a:pt x="11" y="21"/>
                  <a:pt x="11" y="21"/>
                  <a:pt x="11" y="21"/>
                </a:cubicBezTo>
                <a:cubicBezTo>
                  <a:pt x="10" y="19"/>
                  <a:pt x="10" y="17"/>
                  <a:pt x="10" y="15"/>
                </a:cubicBezTo>
                <a:cubicBezTo>
                  <a:pt x="10" y="11"/>
                  <a:pt x="11" y="7"/>
                  <a:pt x="14" y="5"/>
                </a:cubicBezTo>
                <a:cubicBezTo>
                  <a:pt x="17" y="2"/>
                  <a:pt x="20" y="0"/>
                  <a:pt x="24" y="0"/>
                </a:cubicBezTo>
                <a:cubicBezTo>
                  <a:pt x="29" y="0"/>
                  <a:pt x="32" y="2"/>
                  <a:pt x="35" y="5"/>
                </a:cubicBezTo>
                <a:cubicBezTo>
                  <a:pt x="38" y="7"/>
                  <a:pt x="39" y="11"/>
                  <a:pt x="39" y="15"/>
                </a:cubicBezTo>
                <a:cubicBezTo>
                  <a:pt x="39" y="17"/>
                  <a:pt x="39" y="19"/>
                  <a:pt x="38" y="21"/>
                </a:cubicBezTo>
                <a:cubicBezTo>
                  <a:pt x="43" y="21"/>
                  <a:pt x="43" y="21"/>
                  <a:pt x="43" y="21"/>
                </a:cubicBezTo>
                <a:cubicBezTo>
                  <a:pt x="44" y="21"/>
                  <a:pt x="44" y="22"/>
                  <a:pt x="44" y="22"/>
                </a:cubicBezTo>
                <a:cubicBezTo>
                  <a:pt x="49" y="46"/>
                  <a:pt x="49" y="46"/>
                  <a:pt x="49" y="46"/>
                </a:cubicBezTo>
                <a:cubicBezTo>
                  <a:pt x="49" y="47"/>
                  <a:pt x="49" y="47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1" y="47"/>
                  <a:pt x="1" y="47"/>
                  <a:pt x="1" y="47"/>
                </a:cubicBezTo>
                <a:cubicBezTo>
                  <a:pt x="1" y="47"/>
                  <a:pt x="0" y="47"/>
                  <a:pt x="0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1"/>
                  <a:pt x="5" y="21"/>
                  <a:pt x="6" y="21"/>
                </a:cubicBezTo>
                <a:cubicBezTo>
                  <a:pt x="11" y="21"/>
                  <a:pt x="11" y="21"/>
                  <a:pt x="11" y="21"/>
                </a:cubicBezTo>
                <a:close/>
                <a:moveTo>
                  <a:pt x="12" y="23"/>
                </a:moveTo>
                <a:cubicBezTo>
                  <a:pt x="12" y="23"/>
                  <a:pt x="12" y="23"/>
                  <a:pt x="12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3" y="45"/>
                  <a:pt x="3" y="45"/>
                  <a:pt x="3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2" y="23"/>
                  <a:pt x="42" y="23"/>
                  <a:pt x="42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4"/>
                  <a:pt x="36" y="24"/>
                  <a:pt x="36" y="24"/>
                </a:cubicBezTo>
                <a:cubicBezTo>
                  <a:pt x="35" y="26"/>
                  <a:pt x="32" y="28"/>
                  <a:pt x="30" y="29"/>
                </a:cubicBezTo>
                <a:cubicBezTo>
                  <a:pt x="26" y="34"/>
                  <a:pt x="26" y="34"/>
                  <a:pt x="26" y="34"/>
                </a:cubicBezTo>
                <a:cubicBezTo>
                  <a:pt x="25" y="34"/>
                  <a:pt x="24" y="35"/>
                  <a:pt x="23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19" y="29"/>
                  <a:pt x="19" y="29"/>
                  <a:pt x="19" y="29"/>
                </a:cubicBezTo>
                <a:cubicBezTo>
                  <a:pt x="17" y="28"/>
                  <a:pt x="14" y="26"/>
                  <a:pt x="13" y="24"/>
                </a:cubicBezTo>
                <a:cubicBezTo>
                  <a:pt x="12" y="23"/>
                  <a:pt x="12" y="23"/>
                  <a:pt x="12" y="23"/>
                </a:cubicBezTo>
                <a:close/>
                <a:moveTo>
                  <a:pt x="32" y="7"/>
                </a:moveTo>
                <a:cubicBezTo>
                  <a:pt x="32" y="7"/>
                  <a:pt x="32" y="7"/>
                  <a:pt x="32" y="7"/>
                </a:cubicBezTo>
                <a:cubicBezTo>
                  <a:pt x="30" y="5"/>
                  <a:pt x="28" y="4"/>
                  <a:pt x="24" y="4"/>
                </a:cubicBezTo>
                <a:cubicBezTo>
                  <a:pt x="22" y="4"/>
                  <a:pt x="19" y="5"/>
                  <a:pt x="17" y="7"/>
                </a:cubicBezTo>
                <a:cubicBezTo>
                  <a:pt x="15" y="9"/>
                  <a:pt x="14" y="12"/>
                  <a:pt x="14" y="15"/>
                </a:cubicBezTo>
                <a:cubicBezTo>
                  <a:pt x="14" y="18"/>
                  <a:pt x="14" y="20"/>
                  <a:pt x="16" y="22"/>
                </a:cubicBezTo>
                <a:cubicBezTo>
                  <a:pt x="17" y="23"/>
                  <a:pt x="19" y="25"/>
                  <a:pt x="21" y="25"/>
                </a:cubicBezTo>
                <a:cubicBezTo>
                  <a:pt x="22" y="26"/>
                  <a:pt x="22" y="26"/>
                  <a:pt x="22" y="26"/>
                </a:cubicBezTo>
                <a:cubicBezTo>
                  <a:pt x="24" y="29"/>
                  <a:pt x="24" y="29"/>
                  <a:pt x="24" y="29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7" y="26"/>
                  <a:pt x="28" y="25"/>
                </a:cubicBezTo>
                <a:cubicBezTo>
                  <a:pt x="30" y="25"/>
                  <a:pt x="32" y="23"/>
                  <a:pt x="33" y="22"/>
                </a:cubicBezTo>
                <a:cubicBezTo>
                  <a:pt x="35" y="20"/>
                  <a:pt x="35" y="18"/>
                  <a:pt x="35" y="15"/>
                </a:cubicBezTo>
                <a:cubicBezTo>
                  <a:pt x="35" y="12"/>
                  <a:pt x="34" y="9"/>
                  <a:pt x="32" y="7"/>
                </a:cubicBezTo>
                <a:close/>
                <a:moveTo>
                  <a:pt x="24" y="11"/>
                </a:moveTo>
                <a:cubicBezTo>
                  <a:pt x="24" y="11"/>
                  <a:pt x="24" y="11"/>
                  <a:pt x="24" y="11"/>
                </a:cubicBezTo>
                <a:cubicBezTo>
                  <a:pt x="22" y="11"/>
                  <a:pt x="21" y="13"/>
                  <a:pt x="21" y="15"/>
                </a:cubicBezTo>
                <a:cubicBezTo>
                  <a:pt x="21" y="17"/>
                  <a:pt x="22" y="19"/>
                  <a:pt x="24" y="19"/>
                </a:cubicBezTo>
                <a:cubicBezTo>
                  <a:pt x="27" y="19"/>
                  <a:pt x="28" y="17"/>
                  <a:pt x="28" y="15"/>
                </a:cubicBezTo>
                <a:cubicBezTo>
                  <a:pt x="28" y="13"/>
                  <a:pt x="27" y="11"/>
                  <a:pt x="24" y="1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50" name="Freeform 284">
            <a:extLst>
              <a:ext uri="{FF2B5EF4-FFF2-40B4-BE49-F238E27FC236}">
                <a16:creationId xmlns:a16="http://schemas.microsoft.com/office/drawing/2014/main" id="{FBEA82F9-7108-5194-5E13-26A92E0C30AE}"/>
              </a:ext>
            </a:extLst>
          </p:cNvPr>
          <p:cNvSpPr>
            <a:spLocks noEditPoints="1"/>
          </p:cNvSpPr>
          <p:nvPr/>
        </p:nvSpPr>
        <p:spPr bwMode="auto">
          <a:xfrm>
            <a:off x="8046967" y="4811632"/>
            <a:ext cx="211667" cy="190500"/>
          </a:xfrm>
          <a:custGeom>
            <a:avLst/>
            <a:gdLst>
              <a:gd name="T0" fmla="*/ 104775 w 50"/>
              <a:gd name="T1" fmla="*/ 92075 h 45"/>
              <a:gd name="T2" fmla="*/ 130175 w 50"/>
              <a:gd name="T3" fmla="*/ 34925 h 45"/>
              <a:gd name="T4" fmla="*/ 107950 w 50"/>
              <a:gd name="T5" fmla="*/ 31750 h 45"/>
              <a:gd name="T6" fmla="*/ 76200 w 50"/>
              <a:gd name="T7" fmla="*/ 19050 h 45"/>
              <a:gd name="T8" fmla="*/ 123825 w 50"/>
              <a:gd name="T9" fmla="*/ 60325 h 45"/>
              <a:gd name="T10" fmla="*/ 120650 w 50"/>
              <a:gd name="T11" fmla="*/ 63500 h 45"/>
              <a:gd name="T12" fmla="*/ 114300 w 50"/>
              <a:gd name="T13" fmla="*/ 57150 h 45"/>
              <a:gd name="T14" fmla="*/ 107950 w 50"/>
              <a:gd name="T15" fmla="*/ 50800 h 45"/>
              <a:gd name="T16" fmla="*/ 120650 w 50"/>
              <a:gd name="T17" fmla="*/ 50800 h 45"/>
              <a:gd name="T18" fmla="*/ 123825 w 50"/>
              <a:gd name="T19" fmla="*/ 60325 h 45"/>
              <a:gd name="T20" fmla="*/ 85725 w 50"/>
              <a:gd name="T21" fmla="*/ 53975 h 45"/>
              <a:gd name="T22" fmla="*/ 79375 w 50"/>
              <a:gd name="T23" fmla="*/ 47625 h 45"/>
              <a:gd name="T24" fmla="*/ 98425 w 50"/>
              <a:gd name="T25" fmla="*/ 47625 h 45"/>
              <a:gd name="T26" fmla="*/ 85725 w 50"/>
              <a:gd name="T27" fmla="*/ 53975 h 45"/>
              <a:gd name="T28" fmla="*/ 107950 w 50"/>
              <a:gd name="T29" fmla="*/ 79375 h 45"/>
              <a:gd name="T30" fmla="*/ 107950 w 50"/>
              <a:gd name="T31" fmla="*/ 85725 h 45"/>
              <a:gd name="T32" fmla="*/ 79375 w 50"/>
              <a:gd name="T33" fmla="*/ 76200 h 45"/>
              <a:gd name="T34" fmla="*/ 85725 w 50"/>
              <a:gd name="T35" fmla="*/ 73025 h 45"/>
              <a:gd name="T36" fmla="*/ 107950 w 50"/>
              <a:gd name="T37" fmla="*/ 79375 h 45"/>
              <a:gd name="T38" fmla="*/ 60325 w 50"/>
              <a:gd name="T39" fmla="*/ 63500 h 45"/>
              <a:gd name="T40" fmla="*/ 12700 w 50"/>
              <a:gd name="T41" fmla="*/ 73025 h 45"/>
              <a:gd name="T42" fmla="*/ 47625 w 50"/>
              <a:gd name="T43" fmla="*/ 127000 h 45"/>
              <a:gd name="T44" fmla="*/ 73025 w 50"/>
              <a:gd name="T45" fmla="*/ 127000 h 45"/>
              <a:gd name="T46" fmla="*/ 85725 w 50"/>
              <a:gd name="T47" fmla="*/ 104775 h 45"/>
              <a:gd name="T48" fmla="*/ 66675 w 50"/>
              <a:gd name="T49" fmla="*/ 88900 h 45"/>
              <a:gd name="T50" fmla="*/ 57150 w 50"/>
              <a:gd name="T51" fmla="*/ 88900 h 45"/>
              <a:gd name="T52" fmla="*/ 60325 w 50"/>
              <a:gd name="T53" fmla="*/ 82550 h 45"/>
              <a:gd name="T54" fmla="*/ 63500 w 50"/>
              <a:gd name="T55" fmla="*/ 82550 h 45"/>
              <a:gd name="T56" fmla="*/ 95250 w 50"/>
              <a:gd name="T57" fmla="*/ 107950 h 45"/>
              <a:gd name="T58" fmla="*/ 82550 w 50"/>
              <a:gd name="T59" fmla="*/ 136525 h 45"/>
              <a:gd name="T60" fmla="*/ 82550 w 50"/>
              <a:gd name="T61" fmla="*/ 136525 h 45"/>
              <a:gd name="T62" fmla="*/ 38100 w 50"/>
              <a:gd name="T63" fmla="*/ 136525 h 45"/>
              <a:gd name="T64" fmla="*/ 0 w 50"/>
              <a:gd name="T65" fmla="*/ 66675 h 45"/>
              <a:gd name="T66" fmla="*/ 6350 w 50"/>
              <a:gd name="T67" fmla="*/ 60325 h 45"/>
              <a:gd name="T68" fmla="*/ 60325 w 50"/>
              <a:gd name="T69" fmla="*/ 50800 h 45"/>
              <a:gd name="T70" fmla="*/ 66675 w 50"/>
              <a:gd name="T71" fmla="*/ 6350 h 45"/>
              <a:gd name="T72" fmla="*/ 73025 w 50"/>
              <a:gd name="T73" fmla="*/ 3175 h 45"/>
              <a:gd name="T74" fmla="*/ 111125 w 50"/>
              <a:gd name="T75" fmla="*/ 19050 h 45"/>
              <a:gd name="T76" fmla="*/ 152400 w 50"/>
              <a:gd name="T77" fmla="*/ 22225 h 45"/>
              <a:gd name="T78" fmla="*/ 158750 w 50"/>
              <a:gd name="T79" fmla="*/ 31750 h 45"/>
              <a:gd name="T80" fmla="*/ 95250 w 50"/>
              <a:gd name="T81" fmla="*/ 107950 h 45"/>
              <a:gd name="T82" fmla="*/ 34925 w 50"/>
              <a:gd name="T83" fmla="*/ 95250 h 45"/>
              <a:gd name="T84" fmla="*/ 34925 w 50"/>
              <a:gd name="T85" fmla="*/ 88900 h 45"/>
              <a:gd name="T86" fmla="*/ 44450 w 50"/>
              <a:gd name="T87" fmla="*/ 85725 h 45"/>
              <a:gd name="T88" fmla="*/ 50800 w 50"/>
              <a:gd name="T89" fmla="*/ 92075 h 45"/>
              <a:gd name="T90" fmla="*/ 34925 w 50"/>
              <a:gd name="T91" fmla="*/ 95250 h 45"/>
              <a:gd name="T92" fmla="*/ 69850 w 50"/>
              <a:gd name="T93" fmla="*/ 107950 h 45"/>
              <a:gd name="T94" fmla="*/ 69850 w 50"/>
              <a:gd name="T95" fmla="*/ 114300 h 45"/>
              <a:gd name="T96" fmla="*/ 50800 w 50"/>
              <a:gd name="T97" fmla="*/ 117475 h 45"/>
              <a:gd name="T98" fmla="*/ 69850 w 50"/>
              <a:gd name="T99" fmla="*/ 107950 h 4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0" h="45">
                <a:moveTo>
                  <a:pt x="25" y="27"/>
                </a:moveTo>
                <a:cubicBezTo>
                  <a:pt x="27" y="30"/>
                  <a:pt x="30" y="31"/>
                  <a:pt x="33" y="29"/>
                </a:cubicBezTo>
                <a:cubicBezTo>
                  <a:pt x="37" y="27"/>
                  <a:pt x="42" y="22"/>
                  <a:pt x="45" y="11"/>
                </a:cubicBezTo>
                <a:cubicBezTo>
                  <a:pt x="44" y="11"/>
                  <a:pt x="43" y="11"/>
                  <a:pt x="41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39" y="11"/>
                  <a:pt x="36" y="11"/>
                  <a:pt x="34" y="10"/>
                </a:cubicBezTo>
                <a:cubicBezTo>
                  <a:pt x="32" y="9"/>
                  <a:pt x="29" y="9"/>
                  <a:pt x="27" y="8"/>
                </a:cubicBezTo>
                <a:cubicBezTo>
                  <a:pt x="26" y="7"/>
                  <a:pt x="25" y="6"/>
                  <a:pt x="24" y="6"/>
                </a:cubicBezTo>
                <a:cubicBezTo>
                  <a:pt x="22" y="12"/>
                  <a:pt x="21" y="21"/>
                  <a:pt x="25" y="27"/>
                </a:cubicBezTo>
                <a:close/>
                <a:moveTo>
                  <a:pt x="39" y="19"/>
                </a:moveTo>
                <a:cubicBezTo>
                  <a:pt x="39" y="19"/>
                  <a:pt x="39" y="19"/>
                  <a:pt x="39" y="19"/>
                </a:cubicBezTo>
                <a:cubicBezTo>
                  <a:pt x="39" y="19"/>
                  <a:pt x="39" y="20"/>
                  <a:pt x="38" y="20"/>
                </a:cubicBezTo>
                <a:cubicBezTo>
                  <a:pt x="38" y="20"/>
                  <a:pt x="37" y="20"/>
                  <a:pt x="37" y="19"/>
                </a:cubicBezTo>
                <a:cubicBezTo>
                  <a:pt x="37" y="19"/>
                  <a:pt x="36" y="18"/>
                  <a:pt x="36" y="18"/>
                </a:cubicBezTo>
                <a:cubicBezTo>
                  <a:pt x="36" y="18"/>
                  <a:pt x="35" y="18"/>
                  <a:pt x="35" y="18"/>
                </a:cubicBezTo>
                <a:cubicBezTo>
                  <a:pt x="34" y="18"/>
                  <a:pt x="34" y="17"/>
                  <a:pt x="34" y="16"/>
                </a:cubicBezTo>
                <a:cubicBezTo>
                  <a:pt x="34" y="16"/>
                  <a:pt x="35" y="15"/>
                  <a:pt x="35" y="15"/>
                </a:cubicBezTo>
                <a:cubicBezTo>
                  <a:pt x="36" y="15"/>
                  <a:pt x="37" y="16"/>
                  <a:pt x="38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7"/>
                  <a:pt x="39" y="18"/>
                  <a:pt x="39" y="19"/>
                </a:cubicBezTo>
                <a:close/>
                <a:moveTo>
                  <a:pt x="27" y="17"/>
                </a:moveTo>
                <a:cubicBezTo>
                  <a:pt x="27" y="17"/>
                  <a:pt x="27" y="17"/>
                  <a:pt x="27" y="17"/>
                </a:cubicBezTo>
                <a:cubicBezTo>
                  <a:pt x="27" y="17"/>
                  <a:pt x="26" y="17"/>
                  <a:pt x="25" y="17"/>
                </a:cubicBezTo>
                <a:cubicBezTo>
                  <a:pt x="25" y="16"/>
                  <a:pt x="25" y="15"/>
                  <a:pt x="25" y="15"/>
                </a:cubicBezTo>
                <a:cubicBezTo>
                  <a:pt x="27" y="14"/>
                  <a:pt x="29" y="13"/>
                  <a:pt x="30" y="14"/>
                </a:cubicBezTo>
                <a:cubicBezTo>
                  <a:pt x="31" y="14"/>
                  <a:pt x="31" y="15"/>
                  <a:pt x="31" y="15"/>
                </a:cubicBezTo>
                <a:cubicBezTo>
                  <a:pt x="31" y="16"/>
                  <a:pt x="30" y="16"/>
                  <a:pt x="29" y="16"/>
                </a:cubicBezTo>
                <a:cubicBezTo>
                  <a:pt x="29" y="16"/>
                  <a:pt x="28" y="16"/>
                  <a:pt x="27" y="17"/>
                </a:cubicBezTo>
                <a:close/>
                <a:moveTo>
                  <a:pt x="34" y="25"/>
                </a:moveTo>
                <a:cubicBezTo>
                  <a:pt x="34" y="25"/>
                  <a:pt x="34" y="25"/>
                  <a:pt x="34" y="25"/>
                </a:cubicBezTo>
                <a:cubicBezTo>
                  <a:pt x="34" y="24"/>
                  <a:pt x="35" y="25"/>
                  <a:pt x="35" y="25"/>
                </a:cubicBezTo>
                <a:cubicBezTo>
                  <a:pt x="35" y="26"/>
                  <a:pt x="35" y="27"/>
                  <a:pt x="34" y="27"/>
                </a:cubicBezTo>
                <a:cubicBezTo>
                  <a:pt x="33" y="27"/>
                  <a:pt x="31" y="27"/>
                  <a:pt x="30" y="27"/>
                </a:cubicBezTo>
                <a:cubicBezTo>
                  <a:pt x="28" y="27"/>
                  <a:pt x="26" y="26"/>
                  <a:pt x="25" y="24"/>
                </a:cubicBezTo>
                <a:cubicBezTo>
                  <a:pt x="25" y="24"/>
                  <a:pt x="25" y="23"/>
                  <a:pt x="25" y="23"/>
                </a:cubicBezTo>
                <a:cubicBezTo>
                  <a:pt x="26" y="22"/>
                  <a:pt x="27" y="22"/>
                  <a:pt x="27" y="23"/>
                </a:cubicBezTo>
                <a:cubicBezTo>
                  <a:pt x="28" y="24"/>
                  <a:pt x="29" y="24"/>
                  <a:pt x="30" y="25"/>
                </a:cubicBezTo>
                <a:cubicBezTo>
                  <a:pt x="31" y="25"/>
                  <a:pt x="33" y="25"/>
                  <a:pt x="34" y="25"/>
                </a:cubicBezTo>
                <a:close/>
                <a:moveTo>
                  <a:pt x="19" y="20"/>
                </a:moveTo>
                <a:cubicBezTo>
                  <a:pt x="19" y="20"/>
                  <a:pt x="19" y="20"/>
                  <a:pt x="19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4" y="22"/>
                  <a:pt x="9" y="23"/>
                  <a:pt x="4" y="23"/>
                </a:cubicBezTo>
                <a:cubicBezTo>
                  <a:pt x="7" y="31"/>
                  <a:pt x="11" y="37"/>
                  <a:pt x="15" y="40"/>
                </a:cubicBezTo>
                <a:cubicBezTo>
                  <a:pt x="15" y="40"/>
                  <a:pt x="15" y="40"/>
                  <a:pt x="15" y="40"/>
                </a:cubicBezTo>
                <a:cubicBezTo>
                  <a:pt x="16" y="41"/>
                  <a:pt x="18" y="41"/>
                  <a:pt x="19" y="42"/>
                </a:cubicBezTo>
                <a:cubicBezTo>
                  <a:pt x="21" y="42"/>
                  <a:pt x="22" y="41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5" y="39"/>
                  <a:pt x="26" y="36"/>
                  <a:pt x="27" y="33"/>
                </a:cubicBezTo>
                <a:cubicBezTo>
                  <a:pt x="25" y="33"/>
                  <a:pt x="23" y="31"/>
                  <a:pt x="22" y="29"/>
                </a:cubicBezTo>
                <a:cubicBezTo>
                  <a:pt x="22" y="29"/>
                  <a:pt x="21" y="29"/>
                  <a:pt x="21" y="28"/>
                </a:cubicBezTo>
                <a:cubicBezTo>
                  <a:pt x="21" y="28"/>
                  <a:pt x="21" y="28"/>
                  <a:pt x="20" y="28"/>
                </a:cubicBezTo>
                <a:cubicBezTo>
                  <a:pt x="20" y="28"/>
                  <a:pt x="19" y="28"/>
                  <a:pt x="18" y="28"/>
                </a:cubicBezTo>
                <a:cubicBezTo>
                  <a:pt x="18" y="28"/>
                  <a:pt x="17" y="27"/>
                  <a:pt x="18" y="27"/>
                </a:cubicBezTo>
                <a:cubicBezTo>
                  <a:pt x="18" y="26"/>
                  <a:pt x="18" y="26"/>
                  <a:pt x="19" y="26"/>
                </a:cubicBezTo>
                <a:cubicBezTo>
                  <a:pt x="19" y="26"/>
                  <a:pt x="20" y="26"/>
                  <a:pt x="20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4"/>
                  <a:pt x="19" y="22"/>
                  <a:pt x="19" y="20"/>
                </a:cubicBezTo>
                <a:close/>
                <a:moveTo>
                  <a:pt x="30" y="34"/>
                </a:moveTo>
                <a:cubicBezTo>
                  <a:pt x="30" y="34"/>
                  <a:pt x="30" y="34"/>
                  <a:pt x="30" y="34"/>
                </a:cubicBezTo>
                <a:cubicBezTo>
                  <a:pt x="29" y="38"/>
                  <a:pt x="28" y="41"/>
                  <a:pt x="26" y="43"/>
                </a:cubicBezTo>
                <a:cubicBezTo>
                  <a:pt x="26" y="43"/>
                  <a:pt x="26" y="43"/>
                  <a:pt x="26" y="43"/>
                </a:cubicBezTo>
                <a:cubicBezTo>
                  <a:pt x="26" y="43"/>
                  <a:pt x="26" y="43"/>
                  <a:pt x="26" y="43"/>
                </a:cubicBezTo>
                <a:cubicBezTo>
                  <a:pt x="24" y="45"/>
                  <a:pt x="21" y="45"/>
                  <a:pt x="19" y="45"/>
                </a:cubicBezTo>
                <a:cubicBezTo>
                  <a:pt x="17" y="45"/>
                  <a:pt x="15" y="44"/>
                  <a:pt x="12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8" y="39"/>
                  <a:pt x="3" y="32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9"/>
                  <a:pt x="1" y="19"/>
                  <a:pt x="2" y="19"/>
                </a:cubicBezTo>
                <a:cubicBezTo>
                  <a:pt x="7" y="19"/>
                  <a:pt x="12" y="19"/>
                  <a:pt x="17" y="17"/>
                </a:cubicBezTo>
                <a:cubicBezTo>
                  <a:pt x="18" y="17"/>
                  <a:pt x="18" y="16"/>
                  <a:pt x="19" y="16"/>
                </a:cubicBezTo>
                <a:cubicBezTo>
                  <a:pt x="19" y="12"/>
                  <a:pt x="19" y="7"/>
                  <a:pt x="20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2"/>
                  <a:pt x="21" y="2"/>
                  <a:pt x="21" y="1"/>
                </a:cubicBezTo>
                <a:cubicBezTo>
                  <a:pt x="21" y="0"/>
                  <a:pt x="23" y="0"/>
                  <a:pt x="23" y="1"/>
                </a:cubicBezTo>
                <a:cubicBezTo>
                  <a:pt x="25" y="2"/>
                  <a:pt x="27" y="3"/>
                  <a:pt x="29" y="4"/>
                </a:cubicBezTo>
                <a:cubicBezTo>
                  <a:pt x="31" y="5"/>
                  <a:pt x="33" y="6"/>
                  <a:pt x="35" y="6"/>
                </a:cubicBezTo>
                <a:cubicBezTo>
                  <a:pt x="37" y="7"/>
                  <a:pt x="39" y="7"/>
                  <a:pt x="41" y="7"/>
                </a:cubicBezTo>
                <a:cubicBezTo>
                  <a:pt x="44" y="8"/>
                  <a:pt x="46" y="8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9" y="8"/>
                  <a:pt x="50" y="9"/>
                  <a:pt x="50" y="10"/>
                </a:cubicBezTo>
                <a:cubicBezTo>
                  <a:pt x="46" y="23"/>
                  <a:pt x="40" y="30"/>
                  <a:pt x="35" y="33"/>
                </a:cubicBezTo>
                <a:cubicBezTo>
                  <a:pt x="33" y="34"/>
                  <a:pt x="32" y="34"/>
                  <a:pt x="30" y="34"/>
                </a:cubicBezTo>
                <a:close/>
                <a:moveTo>
                  <a:pt x="11" y="30"/>
                </a:moveTo>
                <a:cubicBezTo>
                  <a:pt x="11" y="30"/>
                  <a:pt x="11" y="30"/>
                  <a:pt x="11" y="30"/>
                </a:cubicBezTo>
                <a:cubicBezTo>
                  <a:pt x="10" y="30"/>
                  <a:pt x="10" y="29"/>
                  <a:pt x="10" y="28"/>
                </a:cubicBezTo>
                <a:cubicBezTo>
                  <a:pt x="10" y="28"/>
                  <a:pt x="11" y="28"/>
                  <a:pt x="11" y="28"/>
                </a:cubicBezTo>
                <a:cubicBezTo>
                  <a:pt x="12" y="28"/>
                  <a:pt x="12" y="28"/>
                  <a:pt x="13" y="28"/>
                </a:cubicBezTo>
                <a:cubicBezTo>
                  <a:pt x="13" y="28"/>
                  <a:pt x="14" y="28"/>
                  <a:pt x="14" y="27"/>
                </a:cubicBezTo>
                <a:cubicBezTo>
                  <a:pt x="15" y="27"/>
                  <a:pt x="15" y="27"/>
                  <a:pt x="16" y="27"/>
                </a:cubicBezTo>
                <a:cubicBezTo>
                  <a:pt x="16" y="28"/>
                  <a:pt x="16" y="28"/>
                  <a:pt x="16" y="29"/>
                </a:cubicBezTo>
                <a:cubicBezTo>
                  <a:pt x="15" y="30"/>
                  <a:pt x="14" y="30"/>
                  <a:pt x="13" y="30"/>
                </a:cubicBezTo>
                <a:cubicBezTo>
                  <a:pt x="12" y="30"/>
                  <a:pt x="11" y="30"/>
                  <a:pt x="11" y="30"/>
                </a:cubicBezTo>
                <a:close/>
                <a:moveTo>
                  <a:pt x="22" y="34"/>
                </a:moveTo>
                <a:cubicBezTo>
                  <a:pt x="22" y="34"/>
                  <a:pt x="22" y="34"/>
                  <a:pt x="22" y="34"/>
                </a:cubicBezTo>
                <a:cubicBezTo>
                  <a:pt x="23" y="34"/>
                  <a:pt x="23" y="35"/>
                  <a:pt x="23" y="35"/>
                </a:cubicBezTo>
                <a:cubicBezTo>
                  <a:pt x="23" y="36"/>
                  <a:pt x="23" y="36"/>
                  <a:pt x="22" y="36"/>
                </a:cubicBezTo>
                <a:cubicBezTo>
                  <a:pt x="20" y="36"/>
                  <a:pt x="19" y="36"/>
                  <a:pt x="17" y="37"/>
                </a:cubicBezTo>
                <a:cubicBezTo>
                  <a:pt x="17" y="38"/>
                  <a:pt x="16" y="38"/>
                  <a:pt x="16" y="37"/>
                </a:cubicBezTo>
                <a:cubicBezTo>
                  <a:pt x="15" y="37"/>
                  <a:pt x="15" y="36"/>
                  <a:pt x="16" y="36"/>
                </a:cubicBezTo>
                <a:cubicBezTo>
                  <a:pt x="18" y="34"/>
                  <a:pt x="20" y="34"/>
                  <a:pt x="22" y="3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51" name="Freeform 285">
            <a:extLst>
              <a:ext uri="{FF2B5EF4-FFF2-40B4-BE49-F238E27FC236}">
                <a16:creationId xmlns:a16="http://schemas.microsoft.com/office/drawing/2014/main" id="{36888DB7-5F99-4E6E-CE18-0645C9B05406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5643481"/>
            <a:ext cx="215900" cy="215900"/>
          </a:xfrm>
          <a:custGeom>
            <a:avLst/>
            <a:gdLst>
              <a:gd name="T0" fmla="*/ 136525 w 51"/>
              <a:gd name="T1" fmla="*/ 25400 h 51"/>
              <a:gd name="T2" fmla="*/ 161925 w 51"/>
              <a:gd name="T3" fmla="*/ 82550 h 51"/>
              <a:gd name="T4" fmla="*/ 146050 w 51"/>
              <a:gd name="T5" fmla="*/ 127000 h 51"/>
              <a:gd name="T6" fmla="*/ 139700 w 51"/>
              <a:gd name="T7" fmla="*/ 161925 h 51"/>
              <a:gd name="T8" fmla="*/ 82550 w 51"/>
              <a:gd name="T9" fmla="*/ 161925 h 51"/>
              <a:gd name="T10" fmla="*/ 25400 w 51"/>
              <a:gd name="T11" fmla="*/ 136525 h 51"/>
              <a:gd name="T12" fmla="*/ 25400 w 51"/>
              <a:gd name="T13" fmla="*/ 25400 h 51"/>
              <a:gd name="T14" fmla="*/ 82550 w 51"/>
              <a:gd name="T15" fmla="*/ 0 h 51"/>
              <a:gd name="T16" fmla="*/ 44450 w 51"/>
              <a:gd name="T17" fmla="*/ 66675 h 51"/>
              <a:gd name="T18" fmla="*/ 60325 w 51"/>
              <a:gd name="T19" fmla="*/ 82550 h 51"/>
              <a:gd name="T20" fmla="*/ 53975 w 51"/>
              <a:gd name="T21" fmla="*/ 92075 h 51"/>
              <a:gd name="T22" fmla="*/ 34925 w 51"/>
              <a:gd name="T23" fmla="*/ 92075 h 51"/>
              <a:gd name="T24" fmla="*/ 34925 w 51"/>
              <a:gd name="T25" fmla="*/ 69850 h 51"/>
              <a:gd name="T26" fmla="*/ 44450 w 51"/>
              <a:gd name="T27" fmla="*/ 66675 h 51"/>
              <a:gd name="T28" fmla="*/ 50800 w 51"/>
              <a:gd name="T29" fmla="*/ 76200 h 51"/>
              <a:gd name="T30" fmla="*/ 41275 w 51"/>
              <a:gd name="T31" fmla="*/ 76200 h 51"/>
              <a:gd name="T32" fmla="*/ 41275 w 51"/>
              <a:gd name="T33" fmla="*/ 85725 h 51"/>
              <a:gd name="T34" fmla="*/ 50800 w 51"/>
              <a:gd name="T35" fmla="*/ 85725 h 51"/>
              <a:gd name="T36" fmla="*/ 50800 w 51"/>
              <a:gd name="T37" fmla="*/ 76200 h 51"/>
              <a:gd name="T38" fmla="*/ 82550 w 51"/>
              <a:gd name="T39" fmla="*/ 66675 h 51"/>
              <a:gd name="T40" fmla="*/ 95250 w 51"/>
              <a:gd name="T41" fmla="*/ 82550 h 51"/>
              <a:gd name="T42" fmla="*/ 92075 w 51"/>
              <a:gd name="T43" fmla="*/ 92075 h 51"/>
              <a:gd name="T44" fmla="*/ 69850 w 51"/>
              <a:gd name="T45" fmla="*/ 92075 h 51"/>
              <a:gd name="T46" fmla="*/ 69850 w 51"/>
              <a:gd name="T47" fmla="*/ 69850 h 51"/>
              <a:gd name="T48" fmla="*/ 82550 w 51"/>
              <a:gd name="T49" fmla="*/ 66675 h 51"/>
              <a:gd name="T50" fmla="*/ 85725 w 51"/>
              <a:gd name="T51" fmla="*/ 76200 h 51"/>
              <a:gd name="T52" fmla="*/ 76200 w 51"/>
              <a:gd name="T53" fmla="*/ 76200 h 51"/>
              <a:gd name="T54" fmla="*/ 76200 w 51"/>
              <a:gd name="T55" fmla="*/ 85725 h 51"/>
              <a:gd name="T56" fmla="*/ 85725 w 51"/>
              <a:gd name="T57" fmla="*/ 85725 h 51"/>
              <a:gd name="T58" fmla="*/ 85725 w 51"/>
              <a:gd name="T59" fmla="*/ 76200 h 51"/>
              <a:gd name="T60" fmla="*/ 117475 w 51"/>
              <a:gd name="T61" fmla="*/ 66675 h 51"/>
              <a:gd name="T62" fmla="*/ 130175 w 51"/>
              <a:gd name="T63" fmla="*/ 82550 h 51"/>
              <a:gd name="T64" fmla="*/ 127000 w 51"/>
              <a:gd name="T65" fmla="*/ 92075 h 51"/>
              <a:gd name="T66" fmla="*/ 107950 w 51"/>
              <a:gd name="T67" fmla="*/ 92075 h 51"/>
              <a:gd name="T68" fmla="*/ 107950 w 51"/>
              <a:gd name="T69" fmla="*/ 69850 h 51"/>
              <a:gd name="T70" fmla="*/ 117475 w 51"/>
              <a:gd name="T71" fmla="*/ 66675 h 51"/>
              <a:gd name="T72" fmla="*/ 120650 w 51"/>
              <a:gd name="T73" fmla="*/ 76200 h 51"/>
              <a:gd name="T74" fmla="*/ 111125 w 51"/>
              <a:gd name="T75" fmla="*/ 76200 h 51"/>
              <a:gd name="T76" fmla="*/ 111125 w 51"/>
              <a:gd name="T77" fmla="*/ 85725 h 51"/>
              <a:gd name="T78" fmla="*/ 120650 w 51"/>
              <a:gd name="T79" fmla="*/ 85725 h 51"/>
              <a:gd name="T80" fmla="*/ 120650 w 51"/>
              <a:gd name="T81" fmla="*/ 76200 h 51"/>
              <a:gd name="T82" fmla="*/ 130175 w 51"/>
              <a:gd name="T83" fmla="*/ 34925 h 51"/>
              <a:gd name="T84" fmla="*/ 34925 w 51"/>
              <a:gd name="T85" fmla="*/ 34925 h 51"/>
              <a:gd name="T86" fmla="*/ 12700 w 51"/>
              <a:gd name="T87" fmla="*/ 82550 h 51"/>
              <a:gd name="T88" fmla="*/ 34925 w 51"/>
              <a:gd name="T89" fmla="*/ 130175 h 51"/>
              <a:gd name="T90" fmla="*/ 133350 w 51"/>
              <a:gd name="T91" fmla="*/ 149225 h 51"/>
              <a:gd name="T92" fmla="*/ 136525 w 51"/>
              <a:gd name="T93" fmla="*/ 120650 h 51"/>
              <a:gd name="T94" fmla="*/ 149225 w 51"/>
              <a:gd name="T95" fmla="*/ 82550 h 51"/>
              <a:gd name="T96" fmla="*/ 130175 w 51"/>
              <a:gd name="T97" fmla="*/ 34925 h 5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" h="51">
                <a:moveTo>
                  <a:pt x="26" y="0"/>
                </a:moveTo>
                <a:cubicBezTo>
                  <a:pt x="32" y="0"/>
                  <a:pt x="39" y="3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8" y="12"/>
                  <a:pt x="51" y="19"/>
                  <a:pt x="51" y="26"/>
                </a:cubicBezTo>
                <a:cubicBezTo>
                  <a:pt x="51" y="28"/>
                  <a:pt x="50" y="31"/>
                  <a:pt x="49" y="33"/>
                </a:cubicBezTo>
                <a:cubicBezTo>
                  <a:pt x="49" y="36"/>
                  <a:pt x="48" y="38"/>
                  <a:pt x="46" y="40"/>
                </a:cubicBezTo>
                <a:cubicBezTo>
                  <a:pt x="46" y="49"/>
                  <a:pt x="46" y="49"/>
                  <a:pt x="46" y="49"/>
                </a:cubicBezTo>
                <a:cubicBezTo>
                  <a:pt x="46" y="50"/>
                  <a:pt x="45" y="51"/>
                  <a:pt x="44" y="51"/>
                </a:cubicBezTo>
                <a:cubicBezTo>
                  <a:pt x="44" y="51"/>
                  <a:pt x="44" y="51"/>
                  <a:pt x="44" y="51"/>
                </a:cubicBezTo>
                <a:cubicBezTo>
                  <a:pt x="26" y="51"/>
                  <a:pt x="26" y="51"/>
                  <a:pt x="26" y="51"/>
                </a:cubicBezTo>
                <a:cubicBezTo>
                  <a:pt x="19" y="51"/>
                  <a:pt x="12" y="48"/>
                  <a:pt x="8" y="43"/>
                </a:cubicBezTo>
                <a:cubicBezTo>
                  <a:pt x="8" y="43"/>
                  <a:pt x="8" y="43"/>
                  <a:pt x="8" y="43"/>
                </a:cubicBezTo>
                <a:cubicBezTo>
                  <a:pt x="3" y="39"/>
                  <a:pt x="0" y="32"/>
                  <a:pt x="0" y="26"/>
                </a:cubicBezTo>
                <a:cubicBezTo>
                  <a:pt x="0" y="19"/>
                  <a:pt x="3" y="1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12" y="3"/>
                  <a:pt x="19" y="0"/>
                  <a:pt x="26" y="0"/>
                </a:cubicBezTo>
                <a:close/>
                <a:moveTo>
                  <a:pt x="14" y="21"/>
                </a:moveTo>
                <a:cubicBezTo>
                  <a:pt x="14" y="21"/>
                  <a:pt x="14" y="21"/>
                  <a:pt x="14" y="21"/>
                </a:cubicBezTo>
                <a:cubicBezTo>
                  <a:pt x="16" y="21"/>
                  <a:pt x="17" y="22"/>
                  <a:pt x="17" y="22"/>
                </a:cubicBezTo>
                <a:cubicBezTo>
                  <a:pt x="18" y="23"/>
                  <a:pt x="19" y="24"/>
                  <a:pt x="19" y="26"/>
                </a:cubicBezTo>
                <a:cubicBezTo>
                  <a:pt x="19" y="27"/>
                  <a:pt x="18" y="28"/>
                  <a:pt x="18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29"/>
                  <a:pt x="16" y="30"/>
                  <a:pt x="14" y="30"/>
                </a:cubicBezTo>
                <a:cubicBezTo>
                  <a:pt x="13" y="30"/>
                  <a:pt x="12" y="29"/>
                  <a:pt x="11" y="29"/>
                </a:cubicBezTo>
                <a:cubicBezTo>
                  <a:pt x="10" y="28"/>
                  <a:pt x="10" y="27"/>
                  <a:pt x="10" y="26"/>
                </a:cubicBezTo>
                <a:cubicBezTo>
                  <a:pt x="10" y="24"/>
                  <a:pt x="10" y="23"/>
                  <a:pt x="11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12" y="22"/>
                  <a:pt x="13" y="21"/>
                  <a:pt x="14" y="21"/>
                </a:cubicBezTo>
                <a:close/>
                <a:moveTo>
                  <a:pt x="16" y="24"/>
                </a:move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5" y="23"/>
                  <a:pt x="14" y="23"/>
                </a:cubicBezTo>
                <a:cubicBezTo>
                  <a:pt x="14" y="23"/>
                  <a:pt x="13" y="24"/>
                  <a:pt x="13" y="24"/>
                </a:cubicBezTo>
                <a:cubicBezTo>
                  <a:pt x="13" y="24"/>
                  <a:pt x="12" y="25"/>
                  <a:pt x="12" y="26"/>
                </a:cubicBezTo>
                <a:cubicBezTo>
                  <a:pt x="12" y="26"/>
                  <a:pt x="13" y="27"/>
                  <a:pt x="13" y="27"/>
                </a:cubicBezTo>
                <a:cubicBezTo>
                  <a:pt x="13" y="27"/>
                  <a:pt x="14" y="28"/>
                  <a:pt x="14" y="28"/>
                </a:cubicBezTo>
                <a:cubicBezTo>
                  <a:pt x="15" y="28"/>
                  <a:pt x="16" y="27"/>
                  <a:pt x="16" y="27"/>
                </a:cubicBezTo>
                <a:cubicBezTo>
                  <a:pt x="16" y="27"/>
                  <a:pt x="16" y="26"/>
                  <a:pt x="16" y="26"/>
                </a:cubicBezTo>
                <a:cubicBezTo>
                  <a:pt x="16" y="25"/>
                  <a:pt x="16" y="24"/>
                  <a:pt x="16" y="24"/>
                </a:cubicBezTo>
                <a:close/>
                <a:moveTo>
                  <a:pt x="26" y="21"/>
                </a:moveTo>
                <a:cubicBezTo>
                  <a:pt x="26" y="21"/>
                  <a:pt x="26" y="21"/>
                  <a:pt x="26" y="21"/>
                </a:cubicBezTo>
                <a:cubicBezTo>
                  <a:pt x="27" y="21"/>
                  <a:pt x="28" y="22"/>
                  <a:pt x="29" y="22"/>
                </a:cubicBezTo>
                <a:cubicBezTo>
                  <a:pt x="29" y="23"/>
                  <a:pt x="30" y="24"/>
                  <a:pt x="30" y="26"/>
                </a:cubicBezTo>
                <a:cubicBezTo>
                  <a:pt x="30" y="27"/>
                  <a:pt x="29" y="28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8" y="29"/>
                  <a:pt x="27" y="30"/>
                  <a:pt x="26" y="30"/>
                </a:cubicBezTo>
                <a:cubicBezTo>
                  <a:pt x="24" y="30"/>
                  <a:pt x="23" y="29"/>
                  <a:pt x="22" y="29"/>
                </a:cubicBezTo>
                <a:cubicBezTo>
                  <a:pt x="22" y="28"/>
                  <a:pt x="21" y="27"/>
                  <a:pt x="21" y="26"/>
                </a:cubicBezTo>
                <a:cubicBezTo>
                  <a:pt x="21" y="24"/>
                  <a:pt x="22" y="23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3" y="22"/>
                  <a:pt x="24" y="21"/>
                  <a:pt x="26" y="21"/>
                </a:cubicBezTo>
                <a:close/>
                <a:moveTo>
                  <a:pt x="27" y="24"/>
                </a:moveTo>
                <a:cubicBezTo>
                  <a:pt x="27" y="24"/>
                  <a:pt x="27" y="24"/>
                  <a:pt x="27" y="24"/>
                </a:cubicBezTo>
                <a:cubicBezTo>
                  <a:pt x="27" y="24"/>
                  <a:pt x="26" y="23"/>
                  <a:pt x="26" y="23"/>
                </a:cubicBezTo>
                <a:cubicBezTo>
                  <a:pt x="25" y="23"/>
                  <a:pt x="24" y="24"/>
                  <a:pt x="24" y="24"/>
                </a:cubicBezTo>
                <a:cubicBezTo>
                  <a:pt x="24" y="24"/>
                  <a:pt x="23" y="25"/>
                  <a:pt x="23" y="26"/>
                </a:cubicBezTo>
                <a:cubicBezTo>
                  <a:pt x="23" y="26"/>
                  <a:pt x="24" y="27"/>
                  <a:pt x="24" y="27"/>
                </a:cubicBezTo>
                <a:cubicBezTo>
                  <a:pt x="24" y="27"/>
                  <a:pt x="25" y="28"/>
                  <a:pt x="26" y="28"/>
                </a:cubicBezTo>
                <a:cubicBezTo>
                  <a:pt x="26" y="28"/>
                  <a:pt x="27" y="27"/>
                  <a:pt x="27" y="27"/>
                </a:cubicBezTo>
                <a:cubicBezTo>
                  <a:pt x="27" y="27"/>
                  <a:pt x="28" y="26"/>
                  <a:pt x="28" y="26"/>
                </a:cubicBezTo>
                <a:cubicBezTo>
                  <a:pt x="28" y="25"/>
                  <a:pt x="27" y="24"/>
                  <a:pt x="27" y="24"/>
                </a:cubicBezTo>
                <a:close/>
                <a:moveTo>
                  <a:pt x="37" y="21"/>
                </a:moveTo>
                <a:cubicBezTo>
                  <a:pt x="37" y="21"/>
                  <a:pt x="37" y="21"/>
                  <a:pt x="37" y="21"/>
                </a:cubicBezTo>
                <a:cubicBezTo>
                  <a:pt x="38" y="21"/>
                  <a:pt x="39" y="22"/>
                  <a:pt x="40" y="22"/>
                </a:cubicBezTo>
                <a:cubicBezTo>
                  <a:pt x="41" y="23"/>
                  <a:pt x="41" y="24"/>
                  <a:pt x="41" y="26"/>
                </a:cubicBezTo>
                <a:cubicBezTo>
                  <a:pt x="41" y="27"/>
                  <a:pt x="41" y="28"/>
                  <a:pt x="40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39" y="29"/>
                  <a:pt x="38" y="30"/>
                  <a:pt x="37" y="30"/>
                </a:cubicBezTo>
                <a:cubicBezTo>
                  <a:pt x="36" y="30"/>
                  <a:pt x="34" y="29"/>
                  <a:pt x="34" y="29"/>
                </a:cubicBezTo>
                <a:cubicBezTo>
                  <a:pt x="33" y="28"/>
                  <a:pt x="32" y="27"/>
                  <a:pt x="32" y="26"/>
                </a:cubicBezTo>
                <a:cubicBezTo>
                  <a:pt x="32" y="24"/>
                  <a:pt x="33" y="23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6" y="21"/>
                  <a:pt x="37" y="21"/>
                </a:cubicBezTo>
                <a:close/>
                <a:moveTo>
                  <a:pt x="38" y="24"/>
                </a:moveTo>
                <a:cubicBezTo>
                  <a:pt x="38" y="24"/>
                  <a:pt x="38" y="24"/>
                  <a:pt x="38" y="24"/>
                </a:cubicBezTo>
                <a:cubicBezTo>
                  <a:pt x="38" y="24"/>
                  <a:pt x="37" y="23"/>
                  <a:pt x="37" y="23"/>
                </a:cubicBezTo>
                <a:cubicBezTo>
                  <a:pt x="36" y="23"/>
                  <a:pt x="36" y="24"/>
                  <a:pt x="35" y="24"/>
                </a:cubicBezTo>
                <a:cubicBezTo>
                  <a:pt x="35" y="24"/>
                  <a:pt x="35" y="25"/>
                  <a:pt x="35" y="26"/>
                </a:cubicBezTo>
                <a:cubicBezTo>
                  <a:pt x="35" y="26"/>
                  <a:pt x="35" y="27"/>
                  <a:pt x="35" y="27"/>
                </a:cubicBezTo>
                <a:cubicBezTo>
                  <a:pt x="36" y="27"/>
                  <a:pt x="36" y="28"/>
                  <a:pt x="37" y="28"/>
                </a:cubicBezTo>
                <a:cubicBezTo>
                  <a:pt x="37" y="28"/>
                  <a:pt x="38" y="27"/>
                  <a:pt x="38" y="27"/>
                </a:cubicBezTo>
                <a:cubicBezTo>
                  <a:pt x="39" y="27"/>
                  <a:pt x="39" y="26"/>
                  <a:pt x="39" y="26"/>
                </a:cubicBezTo>
                <a:cubicBezTo>
                  <a:pt x="39" y="25"/>
                  <a:pt x="39" y="24"/>
                  <a:pt x="38" y="24"/>
                </a:cubicBezTo>
                <a:close/>
                <a:moveTo>
                  <a:pt x="41" y="11"/>
                </a:moveTo>
                <a:cubicBezTo>
                  <a:pt x="41" y="11"/>
                  <a:pt x="41" y="11"/>
                  <a:pt x="41" y="11"/>
                </a:cubicBezTo>
                <a:cubicBezTo>
                  <a:pt x="37" y="7"/>
                  <a:pt x="31" y="4"/>
                  <a:pt x="26" y="4"/>
                </a:cubicBezTo>
                <a:cubicBezTo>
                  <a:pt x="20" y="4"/>
                  <a:pt x="14" y="7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7" y="14"/>
                  <a:pt x="4" y="20"/>
                  <a:pt x="4" y="26"/>
                </a:cubicBezTo>
                <a:cubicBezTo>
                  <a:pt x="4" y="31"/>
                  <a:pt x="7" y="37"/>
                  <a:pt x="11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4" y="44"/>
                  <a:pt x="20" y="47"/>
                  <a:pt x="26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9"/>
                  <a:pt x="42" y="38"/>
                  <a:pt x="43" y="38"/>
                </a:cubicBezTo>
                <a:cubicBezTo>
                  <a:pt x="44" y="36"/>
                  <a:pt x="45" y="34"/>
                  <a:pt x="46" y="32"/>
                </a:cubicBezTo>
                <a:cubicBezTo>
                  <a:pt x="46" y="30"/>
                  <a:pt x="47" y="28"/>
                  <a:pt x="47" y="26"/>
                </a:cubicBezTo>
                <a:cubicBezTo>
                  <a:pt x="47" y="20"/>
                  <a:pt x="44" y="14"/>
                  <a:pt x="41" y="11"/>
                </a:cubicBezTo>
                <a:cubicBezTo>
                  <a:pt x="41" y="11"/>
                  <a:pt x="41" y="11"/>
                  <a:pt x="41" y="1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52" name="Freeform 286">
            <a:extLst>
              <a:ext uri="{FF2B5EF4-FFF2-40B4-BE49-F238E27FC236}">
                <a16:creationId xmlns:a16="http://schemas.microsoft.com/office/drawing/2014/main" id="{858AAB96-AF38-5B38-FC95-C32CB75B35CF}"/>
              </a:ext>
            </a:extLst>
          </p:cNvPr>
          <p:cNvSpPr>
            <a:spLocks noEditPoints="1"/>
          </p:cNvSpPr>
          <p:nvPr/>
        </p:nvSpPr>
        <p:spPr bwMode="auto">
          <a:xfrm>
            <a:off x="9922334" y="6051998"/>
            <a:ext cx="169333" cy="211667"/>
          </a:xfrm>
          <a:custGeom>
            <a:avLst/>
            <a:gdLst>
              <a:gd name="T0" fmla="*/ 101600 w 40"/>
              <a:gd name="T1" fmla="*/ 82550 h 50"/>
              <a:gd name="T2" fmla="*/ 82550 w 40"/>
              <a:gd name="T3" fmla="*/ 82550 h 50"/>
              <a:gd name="T4" fmla="*/ 88900 w 40"/>
              <a:gd name="T5" fmla="*/ 63500 h 50"/>
              <a:gd name="T6" fmla="*/ 41275 w 40"/>
              <a:gd name="T7" fmla="*/ 66675 h 50"/>
              <a:gd name="T8" fmla="*/ 34925 w 40"/>
              <a:gd name="T9" fmla="*/ 88900 h 50"/>
              <a:gd name="T10" fmla="*/ 25400 w 40"/>
              <a:gd name="T11" fmla="*/ 66675 h 50"/>
              <a:gd name="T12" fmla="*/ 12700 w 40"/>
              <a:gd name="T13" fmla="*/ 53975 h 50"/>
              <a:gd name="T14" fmla="*/ 95250 w 40"/>
              <a:gd name="T15" fmla="*/ 53975 h 50"/>
              <a:gd name="T16" fmla="*/ 41275 w 40"/>
              <a:gd name="T17" fmla="*/ 111125 h 50"/>
              <a:gd name="T18" fmla="*/ 25400 w 40"/>
              <a:gd name="T19" fmla="*/ 107950 h 50"/>
              <a:gd name="T20" fmla="*/ 25400 w 40"/>
              <a:gd name="T21" fmla="*/ 114300 h 50"/>
              <a:gd name="T22" fmla="*/ 38100 w 40"/>
              <a:gd name="T23" fmla="*/ 117475 h 50"/>
              <a:gd name="T24" fmla="*/ 44450 w 40"/>
              <a:gd name="T25" fmla="*/ 123825 h 50"/>
              <a:gd name="T26" fmla="*/ 22225 w 40"/>
              <a:gd name="T27" fmla="*/ 136525 h 50"/>
              <a:gd name="T28" fmla="*/ 25400 w 40"/>
              <a:gd name="T29" fmla="*/ 133350 h 50"/>
              <a:gd name="T30" fmla="*/ 38100 w 40"/>
              <a:gd name="T31" fmla="*/ 133350 h 50"/>
              <a:gd name="T32" fmla="*/ 38100 w 40"/>
              <a:gd name="T33" fmla="*/ 123825 h 50"/>
              <a:gd name="T34" fmla="*/ 19050 w 40"/>
              <a:gd name="T35" fmla="*/ 114300 h 50"/>
              <a:gd name="T36" fmla="*/ 25400 w 40"/>
              <a:gd name="T37" fmla="*/ 101600 h 50"/>
              <a:gd name="T38" fmla="*/ 73025 w 40"/>
              <a:gd name="T39" fmla="*/ 133350 h 50"/>
              <a:gd name="T40" fmla="*/ 50800 w 40"/>
              <a:gd name="T41" fmla="*/ 136525 h 50"/>
              <a:gd name="T42" fmla="*/ 53975 w 40"/>
              <a:gd name="T43" fmla="*/ 101600 h 50"/>
              <a:gd name="T44" fmla="*/ 57150 w 40"/>
              <a:gd name="T45" fmla="*/ 107950 h 50"/>
              <a:gd name="T46" fmla="*/ 69850 w 40"/>
              <a:gd name="T47" fmla="*/ 123825 h 50"/>
              <a:gd name="T48" fmla="*/ 88900 w 40"/>
              <a:gd name="T49" fmla="*/ 101600 h 50"/>
              <a:gd name="T50" fmla="*/ 104775 w 40"/>
              <a:gd name="T51" fmla="*/ 101600 h 50"/>
              <a:gd name="T52" fmla="*/ 104775 w 40"/>
              <a:gd name="T53" fmla="*/ 136525 h 50"/>
              <a:gd name="T54" fmla="*/ 82550 w 40"/>
              <a:gd name="T55" fmla="*/ 136525 h 50"/>
              <a:gd name="T56" fmla="*/ 88900 w 40"/>
              <a:gd name="T57" fmla="*/ 101600 h 50"/>
              <a:gd name="T58" fmla="*/ 88900 w 40"/>
              <a:gd name="T59" fmla="*/ 107950 h 50"/>
              <a:gd name="T60" fmla="*/ 88900 w 40"/>
              <a:gd name="T61" fmla="*/ 133350 h 50"/>
              <a:gd name="T62" fmla="*/ 101600 w 40"/>
              <a:gd name="T63" fmla="*/ 133350 h 50"/>
              <a:gd name="T64" fmla="*/ 101600 w 40"/>
              <a:gd name="T65" fmla="*/ 107950 h 50"/>
              <a:gd name="T66" fmla="*/ 88900 w 40"/>
              <a:gd name="T67" fmla="*/ 41275 h 50"/>
              <a:gd name="T68" fmla="*/ 63500 w 40"/>
              <a:gd name="T69" fmla="*/ 9525 h 50"/>
              <a:gd name="T70" fmla="*/ 38100 w 40"/>
              <a:gd name="T71" fmla="*/ 34925 h 50"/>
              <a:gd name="T72" fmla="*/ 31750 w 40"/>
              <a:gd name="T73" fmla="*/ 41275 h 50"/>
              <a:gd name="T74" fmla="*/ 85725 w 40"/>
              <a:gd name="T75" fmla="*/ 9525 h 50"/>
              <a:gd name="T76" fmla="*/ 120650 w 40"/>
              <a:gd name="T77" fmla="*/ 41275 h 50"/>
              <a:gd name="T78" fmla="*/ 120650 w 40"/>
              <a:gd name="T79" fmla="*/ 158750 h 50"/>
              <a:gd name="T80" fmla="*/ 0 w 40"/>
              <a:gd name="T81" fmla="*/ 152400 h 50"/>
              <a:gd name="T82" fmla="*/ 31750 w 40"/>
              <a:gd name="T83" fmla="*/ 41275 h 50"/>
              <a:gd name="T84" fmla="*/ 34925 w 40"/>
              <a:gd name="T85" fmla="*/ 69850 h 50"/>
              <a:gd name="T86" fmla="*/ 31750 w 40"/>
              <a:gd name="T87" fmla="*/ 79375 h 50"/>
              <a:gd name="T88" fmla="*/ 38100 w 40"/>
              <a:gd name="T89" fmla="*/ 79375 h 50"/>
              <a:gd name="T90" fmla="*/ 34925 w 40"/>
              <a:gd name="T91" fmla="*/ 69850 h 50"/>
              <a:gd name="T92" fmla="*/ 92075 w 40"/>
              <a:gd name="T93" fmla="*/ 69850 h 50"/>
              <a:gd name="T94" fmla="*/ 88900 w 40"/>
              <a:gd name="T95" fmla="*/ 79375 h 50"/>
              <a:gd name="T96" fmla="*/ 98425 w 40"/>
              <a:gd name="T97" fmla="*/ 76200 h 5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40" h="50">
                <a:moveTo>
                  <a:pt x="30" y="20"/>
                </a:moveTo>
                <a:cubicBezTo>
                  <a:pt x="31" y="20"/>
                  <a:pt x="31" y="21"/>
                  <a:pt x="32" y="21"/>
                </a:cubicBezTo>
                <a:cubicBezTo>
                  <a:pt x="32" y="22"/>
                  <a:pt x="33" y="23"/>
                  <a:pt x="33" y="24"/>
                </a:cubicBezTo>
                <a:cubicBezTo>
                  <a:pt x="33" y="25"/>
                  <a:pt x="32" y="26"/>
                  <a:pt x="32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1" y="27"/>
                  <a:pt x="30" y="28"/>
                  <a:pt x="29" y="28"/>
                </a:cubicBezTo>
                <a:cubicBezTo>
                  <a:pt x="28" y="28"/>
                  <a:pt x="27" y="27"/>
                  <a:pt x="27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6"/>
                  <a:pt x="25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1"/>
                  <a:pt x="27" y="20"/>
                  <a:pt x="28" y="20"/>
                </a:cubicBezTo>
                <a:cubicBezTo>
                  <a:pt x="28" y="17"/>
                  <a:pt x="28" y="17"/>
                  <a:pt x="28" y="17"/>
                </a:cubicBezTo>
                <a:cubicBezTo>
                  <a:pt x="12" y="17"/>
                  <a:pt x="12" y="17"/>
                  <a:pt x="12" y="17"/>
                </a:cubicBezTo>
                <a:cubicBezTo>
                  <a:pt x="12" y="20"/>
                  <a:pt x="12" y="20"/>
                  <a:pt x="12" y="20"/>
                </a:cubicBezTo>
                <a:cubicBezTo>
                  <a:pt x="13" y="20"/>
                  <a:pt x="13" y="21"/>
                  <a:pt x="13" y="21"/>
                </a:cubicBezTo>
                <a:cubicBezTo>
                  <a:pt x="14" y="22"/>
                  <a:pt x="15" y="23"/>
                  <a:pt x="15" y="24"/>
                </a:cubicBezTo>
                <a:cubicBezTo>
                  <a:pt x="15" y="25"/>
                  <a:pt x="14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7"/>
                  <a:pt x="12" y="28"/>
                  <a:pt x="11" y="28"/>
                </a:cubicBezTo>
                <a:cubicBezTo>
                  <a:pt x="10" y="28"/>
                  <a:pt x="9" y="27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6"/>
                  <a:pt x="7" y="25"/>
                  <a:pt x="7" y="24"/>
                </a:cubicBezTo>
                <a:cubicBezTo>
                  <a:pt x="7" y="23"/>
                  <a:pt x="7" y="22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9" y="21"/>
                  <a:pt x="9" y="20"/>
                  <a:pt x="10" y="20"/>
                </a:cubicBezTo>
                <a:cubicBezTo>
                  <a:pt x="10" y="17"/>
                  <a:pt x="10" y="17"/>
                  <a:pt x="10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46"/>
                  <a:pt x="4" y="46"/>
                  <a:pt x="4" y="46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17"/>
                  <a:pt x="36" y="17"/>
                  <a:pt x="36" y="17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20"/>
                  <a:pt x="30" y="20"/>
                  <a:pt x="30" y="20"/>
                </a:cubicBezTo>
                <a:close/>
                <a:moveTo>
                  <a:pt x="14" y="34"/>
                </a:moveTo>
                <a:cubicBezTo>
                  <a:pt x="14" y="34"/>
                  <a:pt x="14" y="34"/>
                  <a:pt x="14" y="34"/>
                </a:cubicBezTo>
                <a:cubicBezTo>
                  <a:pt x="14" y="35"/>
                  <a:pt x="14" y="35"/>
                  <a:pt x="13" y="35"/>
                </a:cubicBezTo>
                <a:cubicBezTo>
                  <a:pt x="12" y="35"/>
                  <a:pt x="12" y="35"/>
                  <a:pt x="12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5"/>
                  <a:pt x="8" y="36"/>
                  <a:pt x="8" y="36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3" y="37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4" y="38"/>
                  <a:pt x="14" y="39"/>
                  <a:pt x="14" y="39"/>
                </a:cubicBezTo>
                <a:cubicBezTo>
                  <a:pt x="14" y="40"/>
                  <a:pt x="14" y="41"/>
                  <a:pt x="14" y="41"/>
                </a:cubicBezTo>
                <a:cubicBezTo>
                  <a:pt x="14" y="43"/>
                  <a:pt x="13" y="44"/>
                  <a:pt x="12" y="44"/>
                </a:cubicBezTo>
                <a:cubicBezTo>
                  <a:pt x="8" y="44"/>
                  <a:pt x="8" y="44"/>
                  <a:pt x="8" y="44"/>
                </a:cubicBezTo>
                <a:cubicBezTo>
                  <a:pt x="8" y="44"/>
                  <a:pt x="7" y="44"/>
                  <a:pt x="7" y="43"/>
                </a:cubicBezTo>
                <a:cubicBezTo>
                  <a:pt x="6" y="43"/>
                  <a:pt x="6" y="42"/>
                  <a:pt x="6" y="41"/>
                </a:cubicBezTo>
                <a:cubicBezTo>
                  <a:pt x="6" y="41"/>
                  <a:pt x="6" y="40"/>
                  <a:pt x="7" y="40"/>
                </a:cubicBezTo>
                <a:cubicBezTo>
                  <a:pt x="8" y="40"/>
                  <a:pt x="8" y="41"/>
                  <a:pt x="8" y="41"/>
                </a:cubicBezTo>
                <a:cubicBezTo>
                  <a:pt x="8" y="41"/>
                  <a:pt x="8" y="42"/>
                  <a:pt x="8" y="42"/>
                </a:cubicBezTo>
                <a:cubicBezTo>
                  <a:pt x="8" y="42"/>
                  <a:pt x="8" y="42"/>
                  <a:pt x="8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2" y="41"/>
                  <a:pt x="12" y="41"/>
                </a:cubicBezTo>
                <a:cubicBezTo>
                  <a:pt x="12" y="41"/>
                  <a:pt x="12" y="40"/>
                  <a:pt x="12" y="39"/>
                </a:cubicBezTo>
                <a:cubicBezTo>
                  <a:pt x="12" y="39"/>
                  <a:pt x="12" y="39"/>
                  <a:pt x="12" y="39"/>
                </a:cubicBezTo>
                <a:cubicBezTo>
                  <a:pt x="12" y="39"/>
                  <a:pt x="12" y="39"/>
                  <a:pt x="12" y="39"/>
                </a:cubicBezTo>
                <a:cubicBezTo>
                  <a:pt x="12" y="39"/>
                  <a:pt x="12" y="39"/>
                  <a:pt x="12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7" y="39"/>
                  <a:pt x="6" y="38"/>
                  <a:pt x="6" y="36"/>
                </a:cubicBezTo>
                <a:cubicBezTo>
                  <a:pt x="6" y="36"/>
                  <a:pt x="6" y="35"/>
                  <a:pt x="6" y="34"/>
                </a:cubicBezTo>
                <a:cubicBezTo>
                  <a:pt x="6" y="34"/>
                  <a:pt x="6" y="33"/>
                  <a:pt x="7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7" y="32"/>
                  <a:pt x="8" y="32"/>
                  <a:pt x="8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3" y="32"/>
                  <a:pt x="14" y="33"/>
                  <a:pt x="14" y="34"/>
                </a:cubicBezTo>
                <a:close/>
                <a:moveTo>
                  <a:pt x="23" y="42"/>
                </a:moveTo>
                <a:cubicBezTo>
                  <a:pt x="23" y="42"/>
                  <a:pt x="23" y="42"/>
                  <a:pt x="23" y="42"/>
                </a:cubicBezTo>
                <a:cubicBezTo>
                  <a:pt x="24" y="42"/>
                  <a:pt x="24" y="42"/>
                  <a:pt x="24" y="43"/>
                </a:cubicBezTo>
                <a:cubicBezTo>
                  <a:pt x="24" y="43"/>
                  <a:pt x="24" y="44"/>
                  <a:pt x="23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4"/>
                  <a:pt x="16" y="43"/>
                  <a:pt x="16" y="43"/>
                </a:cubicBezTo>
                <a:cubicBezTo>
                  <a:pt x="16" y="43"/>
                  <a:pt x="16" y="43"/>
                  <a:pt x="16" y="43"/>
                </a:cubicBezTo>
                <a:cubicBezTo>
                  <a:pt x="16" y="39"/>
                  <a:pt x="16" y="36"/>
                  <a:pt x="16" y="33"/>
                </a:cubicBezTo>
                <a:cubicBezTo>
                  <a:pt x="16" y="32"/>
                  <a:pt x="17" y="32"/>
                  <a:pt x="17" y="32"/>
                </a:cubicBezTo>
                <a:cubicBezTo>
                  <a:pt x="17" y="32"/>
                  <a:pt x="17" y="32"/>
                  <a:pt x="17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24" y="32"/>
                  <a:pt x="24" y="32"/>
                  <a:pt x="24" y="33"/>
                </a:cubicBezTo>
                <a:cubicBezTo>
                  <a:pt x="24" y="34"/>
                  <a:pt x="24" y="34"/>
                  <a:pt x="23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7"/>
                  <a:pt x="18" y="37"/>
                  <a:pt x="18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3" y="37"/>
                  <a:pt x="23" y="37"/>
                  <a:pt x="23" y="38"/>
                </a:cubicBezTo>
                <a:cubicBezTo>
                  <a:pt x="23" y="38"/>
                  <a:pt x="23" y="39"/>
                  <a:pt x="22" y="39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42"/>
                  <a:pt x="18" y="42"/>
                  <a:pt x="18" y="42"/>
                </a:cubicBezTo>
                <a:cubicBezTo>
                  <a:pt x="23" y="42"/>
                  <a:pt x="23" y="42"/>
                  <a:pt x="23" y="42"/>
                </a:cubicBezTo>
                <a:close/>
                <a:moveTo>
                  <a:pt x="28" y="32"/>
                </a:moveTo>
                <a:cubicBezTo>
                  <a:pt x="28" y="32"/>
                  <a:pt x="28" y="32"/>
                  <a:pt x="28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3" y="32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4" y="33"/>
                  <a:pt x="34" y="34"/>
                  <a:pt x="34" y="34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2"/>
                  <a:pt x="34" y="43"/>
                  <a:pt x="33" y="43"/>
                </a:cubicBezTo>
                <a:cubicBezTo>
                  <a:pt x="33" y="43"/>
                  <a:pt x="33" y="43"/>
                  <a:pt x="33" y="43"/>
                </a:cubicBezTo>
                <a:cubicBezTo>
                  <a:pt x="33" y="44"/>
                  <a:pt x="32" y="44"/>
                  <a:pt x="32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7" y="44"/>
                  <a:pt x="27" y="43"/>
                </a:cubicBezTo>
                <a:cubicBezTo>
                  <a:pt x="26" y="43"/>
                  <a:pt x="26" y="43"/>
                  <a:pt x="26" y="43"/>
                </a:cubicBezTo>
                <a:cubicBezTo>
                  <a:pt x="26" y="43"/>
                  <a:pt x="26" y="42"/>
                  <a:pt x="26" y="41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4"/>
                  <a:pt x="26" y="33"/>
                  <a:pt x="27" y="32"/>
                </a:cubicBezTo>
                <a:cubicBezTo>
                  <a:pt x="27" y="32"/>
                  <a:pt x="28" y="32"/>
                  <a:pt x="28" y="32"/>
                </a:cubicBezTo>
                <a:close/>
                <a:moveTo>
                  <a:pt x="32" y="34"/>
                </a:moveTo>
                <a:cubicBezTo>
                  <a:pt x="32" y="34"/>
                  <a:pt x="32" y="34"/>
                  <a:pt x="32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8" y="42"/>
                  <a:pt x="28" y="42"/>
                </a:cubicBezTo>
                <a:cubicBezTo>
                  <a:pt x="28" y="42"/>
                  <a:pt x="28" y="42"/>
                  <a:pt x="28" y="42"/>
                </a:cubicBezTo>
                <a:cubicBezTo>
                  <a:pt x="28" y="42"/>
                  <a:pt x="28" y="42"/>
                  <a:pt x="28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42"/>
                  <a:pt x="32" y="41"/>
                  <a:pt x="32" y="41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2" y="34"/>
                </a:cubicBezTo>
                <a:close/>
                <a:moveTo>
                  <a:pt x="28" y="13"/>
                </a:moveTo>
                <a:cubicBezTo>
                  <a:pt x="28" y="13"/>
                  <a:pt x="28" y="13"/>
                  <a:pt x="28" y="13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9"/>
                  <a:pt x="27" y="7"/>
                  <a:pt x="26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4" y="4"/>
                  <a:pt x="22" y="3"/>
                  <a:pt x="20" y="3"/>
                </a:cubicBezTo>
                <a:cubicBezTo>
                  <a:pt x="18" y="3"/>
                  <a:pt x="16" y="4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3" y="7"/>
                  <a:pt x="12" y="9"/>
                  <a:pt x="12" y="11"/>
                </a:cubicBezTo>
                <a:cubicBezTo>
                  <a:pt x="12" y="13"/>
                  <a:pt x="12" y="13"/>
                  <a:pt x="12" y="13"/>
                </a:cubicBezTo>
                <a:cubicBezTo>
                  <a:pt x="28" y="13"/>
                  <a:pt x="28" y="13"/>
                  <a:pt x="28" y="13"/>
                </a:cubicBezTo>
                <a:close/>
                <a:moveTo>
                  <a:pt x="10" y="13"/>
                </a:moveTo>
                <a:cubicBezTo>
                  <a:pt x="10" y="13"/>
                  <a:pt x="10" y="13"/>
                  <a:pt x="10" y="13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8"/>
                  <a:pt x="11" y="5"/>
                  <a:pt x="13" y="3"/>
                </a:cubicBezTo>
                <a:cubicBezTo>
                  <a:pt x="15" y="2"/>
                  <a:pt x="17" y="0"/>
                  <a:pt x="20" y="0"/>
                </a:cubicBezTo>
                <a:cubicBezTo>
                  <a:pt x="23" y="0"/>
                  <a:pt x="25" y="2"/>
                  <a:pt x="27" y="3"/>
                </a:cubicBezTo>
                <a:cubicBezTo>
                  <a:pt x="27" y="4"/>
                  <a:pt x="27" y="4"/>
                  <a:pt x="27" y="4"/>
                </a:cubicBezTo>
                <a:cubicBezTo>
                  <a:pt x="29" y="5"/>
                  <a:pt x="30" y="8"/>
                  <a:pt x="30" y="11"/>
                </a:cubicBezTo>
                <a:cubicBezTo>
                  <a:pt x="30" y="13"/>
                  <a:pt x="30" y="13"/>
                  <a:pt x="30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9" y="13"/>
                  <a:pt x="40" y="14"/>
                  <a:pt x="40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49"/>
                  <a:pt x="39" y="50"/>
                  <a:pt x="38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4"/>
                  <a:pt x="1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0" y="13"/>
                  <a:pt x="10" y="13"/>
                  <a:pt x="10" y="13"/>
                </a:cubicBezTo>
                <a:close/>
                <a:moveTo>
                  <a:pt x="11" y="22"/>
                </a:move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10" y="22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9" y="23"/>
                  <a:pt x="9" y="24"/>
                </a:cubicBezTo>
                <a:cubicBezTo>
                  <a:pt x="9" y="24"/>
                  <a:pt x="10" y="25"/>
                  <a:pt x="10" y="25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5"/>
                  <a:pt x="10" y="25"/>
                  <a:pt x="11" y="25"/>
                </a:cubicBezTo>
                <a:cubicBezTo>
                  <a:pt x="11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4"/>
                  <a:pt x="12" y="24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3"/>
                  <a:pt x="11" y="22"/>
                  <a:pt x="11" y="22"/>
                </a:cubicBezTo>
                <a:close/>
                <a:moveTo>
                  <a:pt x="29" y="22"/>
                </a:move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8" y="23"/>
                  <a:pt x="28" y="23"/>
                </a:cubicBezTo>
                <a:cubicBezTo>
                  <a:pt x="28" y="23"/>
                  <a:pt x="28" y="23"/>
                  <a:pt x="28" y="23"/>
                </a:cubicBezTo>
                <a:cubicBezTo>
                  <a:pt x="28" y="23"/>
                  <a:pt x="28" y="23"/>
                  <a:pt x="28" y="24"/>
                </a:cubicBezTo>
                <a:cubicBezTo>
                  <a:pt x="28" y="24"/>
                  <a:pt x="28" y="25"/>
                  <a:pt x="28" y="25"/>
                </a:cubicBezTo>
                <a:cubicBezTo>
                  <a:pt x="28" y="25"/>
                  <a:pt x="28" y="25"/>
                  <a:pt x="28" y="25"/>
                </a:cubicBezTo>
                <a:cubicBezTo>
                  <a:pt x="28" y="25"/>
                  <a:pt x="29" y="25"/>
                  <a:pt x="29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5"/>
                  <a:pt x="31" y="24"/>
                  <a:pt x="31" y="24"/>
                </a:cubicBezTo>
                <a:cubicBezTo>
                  <a:pt x="31" y="23"/>
                  <a:pt x="30" y="23"/>
                  <a:pt x="30" y="23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3"/>
                  <a:pt x="30" y="22"/>
                  <a:pt x="29" y="2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53" name="Freeform 287">
            <a:extLst>
              <a:ext uri="{FF2B5EF4-FFF2-40B4-BE49-F238E27FC236}">
                <a16:creationId xmlns:a16="http://schemas.microsoft.com/office/drawing/2014/main" id="{C18EE298-A974-C1EE-152D-96B4BC423A6F}"/>
              </a:ext>
            </a:extLst>
          </p:cNvPr>
          <p:cNvSpPr>
            <a:spLocks noEditPoints="1"/>
          </p:cNvSpPr>
          <p:nvPr/>
        </p:nvSpPr>
        <p:spPr bwMode="auto">
          <a:xfrm>
            <a:off x="4304702" y="5643481"/>
            <a:ext cx="156633" cy="215900"/>
          </a:xfrm>
          <a:custGeom>
            <a:avLst/>
            <a:gdLst>
              <a:gd name="T0" fmla="*/ 6350 w 37"/>
              <a:gd name="T1" fmla="*/ 0 h 51"/>
              <a:gd name="T2" fmla="*/ 6350 w 37"/>
              <a:gd name="T3" fmla="*/ 0 h 51"/>
              <a:gd name="T4" fmla="*/ 111125 w 37"/>
              <a:gd name="T5" fmla="*/ 0 h 51"/>
              <a:gd name="T6" fmla="*/ 117475 w 37"/>
              <a:gd name="T7" fmla="*/ 6350 h 51"/>
              <a:gd name="T8" fmla="*/ 117475 w 37"/>
              <a:gd name="T9" fmla="*/ 6350 h 51"/>
              <a:gd name="T10" fmla="*/ 117475 w 37"/>
              <a:gd name="T11" fmla="*/ 155575 h 51"/>
              <a:gd name="T12" fmla="*/ 111125 w 37"/>
              <a:gd name="T13" fmla="*/ 161925 h 51"/>
              <a:gd name="T14" fmla="*/ 111125 w 37"/>
              <a:gd name="T15" fmla="*/ 161925 h 51"/>
              <a:gd name="T16" fmla="*/ 6350 w 37"/>
              <a:gd name="T17" fmla="*/ 161925 h 51"/>
              <a:gd name="T18" fmla="*/ 0 w 37"/>
              <a:gd name="T19" fmla="*/ 155575 h 51"/>
              <a:gd name="T20" fmla="*/ 0 w 37"/>
              <a:gd name="T21" fmla="*/ 155575 h 51"/>
              <a:gd name="T22" fmla="*/ 0 w 37"/>
              <a:gd name="T23" fmla="*/ 6350 h 51"/>
              <a:gd name="T24" fmla="*/ 6350 w 37"/>
              <a:gd name="T25" fmla="*/ 0 h 51"/>
              <a:gd name="T26" fmla="*/ 38100 w 37"/>
              <a:gd name="T27" fmla="*/ 139700 h 51"/>
              <a:gd name="T28" fmla="*/ 38100 w 37"/>
              <a:gd name="T29" fmla="*/ 139700 h 51"/>
              <a:gd name="T30" fmla="*/ 34925 w 37"/>
              <a:gd name="T31" fmla="*/ 133350 h 51"/>
              <a:gd name="T32" fmla="*/ 38100 w 37"/>
              <a:gd name="T33" fmla="*/ 130175 h 51"/>
              <a:gd name="T34" fmla="*/ 79375 w 37"/>
              <a:gd name="T35" fmla="*/ 130175 h 51"/>
              <a:gd name="T36" fmla="*/ 82550 w 37"/>
              <a:gd name="T37" fmla="*/ 133350 h 51"/>
              <a:gd name="T38" fmla="*/ 79375 w 37"/>
              <a:gd name="T39" fmla="*/ 139700 h 51"/>
              <a:gd name="T40" fmla="*/ 38100 w 37"/>
              <a:gd name="T41" fmla="*/ 139700 h 51"/>
              <a:gd name="T42" fmla="*/ 104775 w 37"/>
              <a:gd name="T43" fmla="*/ 12700 h 51"/>
              <a:gd name="T44" fmla="*/ 104775 w 37"/>
              <a:gd name="T45" fmla="*/ 12700 h 51"/>
              <a:gd name="T46" fmla="*/ 12700 w 37"/>
              <a:gd name="T47" fmla="*/ 12700 h 51"/>
              <a:gd name="T48" fmla="*/ 12700 w 37"/>
              <a:gd name="T49" fmla="*/ 149225 h 51"/>
              <a:gd name="T50" fmla="*/ 104775 w 37"/>
              <a:gd name="T51" fmla="*/ 149225 h 51"/>
              <a:gd name="T52" fmla="*/ 104775 w 37"/>
              <a:gd name="T53" fmla="*/ 12700 h 5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7" h="51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6" y="0"/>
                  <a:pt x="37" y="1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49"/>
                  <a:pt x="37" y="49"/>
                  <a:pt x="37" y="49"/>
                </a:cubicBezTo>
                <a:cubicBezTo>
                  <a:pt x="37" y="50"/>
                  <a:pt x="36" y="51"/>
                  <a:pt x="35" y="51"/>
                </a:cubicBezTo>
                <a:cubicBezTo>
                  <a:pt x="35" y="51"/>
                  <a:pt x="35" y="51"/>
                  <a:pt x="35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1" y="51"/>
                  <a:pt x="0" y="50"/>
                  <a:pt x="0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12" y="44"/>
                </a:moveTo>
                <a:cubicBezTo>
                  <a:pt x="12" y="44"/>
                  <a:pt x="12" y="44"/>
                  <a:pt x="12" y="44"/>
                </a:cubicBezTo>
                <a:cubicBezTo>
                  <a:pt x="11" y="44"/>
                  <a:pt x="11" y="43"/>
                  <a:pt x="11" y="42"/>
                </a:cubicBezTo>
                <a:cubicBezTo>
                  <a:pt x="11" y="42"/>
                  <a:pt x="11" y="41"/>
                  <a:pt x="12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6" y="41"/>
                  <a:pt x="26" y="42"/>
                  <a:pt x="26" y="42"/>
                </a:cubicBezTo>
                <a:cubicBezTo>
                  <a:pt x="26" y="43"/>
                  <a:pt x="26" y="44"/>
                  <a:pt x="25" y="44"/>
                </a:cubicBezTo>
                <a:cubicBezTo>
                  <a:pt x="12" y="44"/>
                  <a:pt x="12" y="44"/>
                  <a:pt x="12" y="44"/>
                </a:cubicBezTo>
                <a:close/>
                <a:moveTo>
                  <a:pt x="33" y="4"/>
                </a:moveTo>
                <a:cubicBezTo>
                  <a:pt x="33" y="4"/>
                  <a:pt x="33" y="4"/>
                  <a:pt x="33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7"/>
                  <a:pt x="4" y="47"/>
                  <a:pt x="4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"/>
                  <a:pt x="33" y="4"/>
                  <a:pt x="33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54" name="Freeform 288">
            <a:extLst>
              <a:ext uri="{FF2B5EF4-FFF2-40B4-BE49-F238E27FC236}">
                <a16:creationId xmlns:a16="http://schemas.microsoft.com/office/drawing/2014/main" id="{9F0FA250-BDB8-F499-1421-3DDA3793B6CF}"/>
              </a:ext>
            </a:extLst>
          </p:cNvPr>
          <p:cNvSpPr>
            <a:spLocks noEditPoints="1"/>
          </p:cNvSpPr>
          <p:nvPr/>
        </p:nvSpPr>
        <p:spPr bwMode="auto">
          <a:xfrm>
            <a:off x="11020885" y="5647714"/>
            <a:ext cx="209549" cy="211667"/>
          </a:xfrm>
          <a:custGeom>
            <a:avLst/>
            <a:gdLst>
              <a:gd name="T0" fmla="*/ 80185 w 49"/>
              <a:gd name="T1" fmla="*/ 41275 h 50"/>
              <a:gd name="T2" fmla="*/ 115466 w 49"/>
              <a:gd name="T3" fmla="*/ 76200 h 50"/>
              <a:gd name="T4" fmla="*/ 125088 w 49"/>
              <a:gd name="T5" fmla="*/ 69850 h 50"/>
              <a:gd name="T6" fmla="*/ 86599 w 49"/>
              <a:gd name="T7" fmla="*/ 31750 h 50"/>
              <a:gd name="T8" fmla="*/ 80185 w 49"/>
              <a:gd name="T9" fmla="*/ 41275 h 50"/>
              <a:gd name="T10" fmla="*/ 109051 w 49"/>
              <a:gd name="T11" fmla="*/ 82550 h 50"/>
              <a:gd name="T12" fmla="*/ 109051 w 49"/>
              <a:gd name="T13" fmla="*/ 82550 h 50"/>
              <a:gd name="T14" fmla="*/ 73770 w 49"/>
              <a:gd name="T15" fmla="*/ 47625 h 50"/>
              <a:gd name="T16" fmla="*/ 25659 w 49"/>
              <a:gd name="T17" fmla="*/ 92075 h 50"/>
              <a:gd name="T18" fmla="*/ 64148 w 49"/>
              <a:gd name="T19" fmla="*/ 130175 h 50"/>
              <a:gd name="T20" fmla="*/ 109051 w 49"/>
              <a:gd name="T21" fmla="*/ 82550 h 50"/>
              <a:gd name="T22" fmla="*/ 96222 w 49"/>
              <a:gd name="T23" fmla="*/ 9525 h 50"/>
              <a:gd name="T24" fmla="*/ 96222 w 49"/>
              <a:gd name="T25" fmla="*/ 9525 h 50"/>
              <a:gd name="T26" fmla="*/ 118673 w 49"/>
              <a:gd name="T27" fmla="*/ 0 h 50"/>
              <a:gd name="T28" fmla="*/ 157162 w 49"/>
              <a:gd name="T29" fmla="*/ 38100 h 50"/>
              <a:gd name="T30" fmla="*/ 147540 w 49"/>
              <a:gd name="T31" fmla="*/ 63500 h 50"/>
              <a:gd name="T32" fmla="*/ 70563 w 49"/>
              <a:gd name="T33" fmla="*/ 139700 h 50"/>
              <a:gd name="T34" fmla="*/ 48111 w 49"/>
              <a:gd name="T35" fmla="*/ 152400 h 50"/>
              <a:gd name="T36" fmla="*/ 28866 w 49"/>
              <a:gd name="T37" fmla="*/ 149225 h 50"/>
              <a:gd name="T38" fmla="*/ 25659 w 49"/>
              <a:gd name="T39" fmla="*/ 152400 h 50"/>
              <a:gd name="T40" fmla="*/ 0 w 49"/>
              <a:gd name="T41" fmla="*/ 146050 h 50"/>
              <a:gd name="T42" fmla="*/ 3207 w 49"/>
              <a:gd name="T43" fmla="*/ 130175 h 50"/>
              <a:gd name="T44" fmla="*/ 3207 w 49"/>
              <a:gd name="T45" fmla="*/ 130175 h 50"/>
              <a:gd name="T46" fmla="*/ 3207 w 49"/>
              <a:gd name="T47" fmla="*/ 130175 h 50"/>
              <a:gd name="T48" fmla="*/ 6415 w 49"/>
              <a:gd name="T49" fmla="*/ 127000 h 50"/>
              <a:gd name="T50" fmla="*/ 3207 w 49"/>
              <a:gd name="T51" fmla="*/ 107950 h 50"/>
              <a:gd name="T52" fmla="*/ 16037 w 49"/>
              <a:gd name="T53" fmla="*/ 88900 h 50"/>
              <a:gd name="T54" fmla="*/ 89807 w 49"/>
              <a:gd name="T55" fmla="*/ 12700 h 50"/>
              <a:gd name="T56" fmla="*/ 83392 w 49"/>
              <a:gd name="T57" fmla="*/ 9525 h 50"/>
              <a:gd name="T58" fmla="*/ 41696 w 49"/>
              <a:gd name="T59" fmla="*/ 50800 h 50"/>
              <a:gd name="T60" fmla="*/ 38489 w 49"/>
              <a:gd name="T61" fmla="*/ 50800 h 50"/>
              <a:gd name="T62" fmla="*/ 38489 w 49"/>
              <a:gd name="T63" fmla="*/ 44450 h 50"/>
              <a:gd name="T64" fmla="*/ 80185 w 49"/>
              <a:gd name="T65" fmla="*/ 0 h 50"/>
              <a:gd name="T66" fmla="*/ 86599 w 49"/>
              <a:gd name="T67" fmla="*/ 0 h 50"/>
              <a:gd name="T68" fmla="*/ 96222 w 49"/>
              <a:gd name="T69" fmla="*/ 9525 h 50"/>
              <a:gd name="T70" fmla="*/ 118673 w 49"/>
              <a:gd name="T71" fmla="*/ 12700 h 50"/>
              <a:gd name="T72" fmla="*/ 118673 w 49"/>
              <a:gd name="T73" fmla="*/ 12700 h 50"/>
              <a:gd name="T74" fmla="*/ 102636 w 49"/>
              <a:gd name="T75" fmla="*/ 19050 h 50"/>
              <a:gd name="T76" fmla="*/ 99429 w 49"/>
              <a:gd name="T77" fmla="*/ 19050 h 50"/>
              <a:gd name="T78" fmla="*/ 93014 w 49"/>
              <a:gd name="T79" fmla="*/ 28575 h 50"/>
              <a:gd name="T80" fmla="*/ 131503 w 49"/>
              <a:gd name="T81" fmla="*/ 63500 h 50"/>
              <a:gd name="T82" fmla="*/ 137918 w 49"/>
              <a:gd name="T83" fmla="*/ 57150 h 50"/>
              <a:gd name="T84" fmla="*/ 144332 w 49"/>
              <a:gd name="T85" fmla="*/ 38100 h 50"/>
              <a:gd name="T86" fmla="*/ 118673 w 49"/>
              <a:gd name="T87" fmla="*/ 12700 h 50"/>
              <a:gd name="T88" fmla="*/ 22452 w 49"/>
              <a:gd name="T89" fmla="*/ 98425 h 50"/>
              <a:gd name="T90" fmla="*/ 22452 w 49"/>
              <a:gd name="T91" fmla="*/ 98425 h 50"/>
              <a:gd name="T92" fmla="*/ 16037 w 49"/>
              <a:gd name="T93" fmla="*/ 111125 h 50"/>
              <a:gd name="T94" fmla="*/ 19244 w 49"/>
              <a:gd name="T95" fmla="*/ 127000 h 50"/>
              <a:gd name="T96" fmla="*/ 19244 w 49"/>
              <a:gd name="T97" fmla="*/ 133350 h 50"/>
              <a:gd name="T98" fmla="*/ 12830 w 49"/>
              <a:gd name="T99" fmla="*/ 139700 h 50"/>
              <a:gd name="T100" fmla="*/ 12830 w 49"/>
              <a:gd name="T101" fmla="*/ 139700 h 50"/>
              <a:gd name="T102" fmla="*/ 16037 w 49"/>
              <a:gd name="T103" fmla="*/ 142875 h 50"/>
              <a:gd name="T104" fmla="*/ 16037 w 49"/>
              <a:gd name="T105" fmla="*/ 142875 h 50"/>
              <a:gd name="T106" fmla="*/ 22452 w 49"/>
              <a:gd name="T107" fmla="*/ 139700 h 50"/>
              <a:gd name="T108" fmla="*/ 28866 w 49"/>
              <a:gd name="T109" fmla="*/ 136525 h 50"/>
              <a:gd name="T110" fmla="*/ 44903 w 49"/>
              <a:gd name="T111" fmla="*/ 139700 h 50"/>
              <a:gd name="T112" fmla="*/ 57733 w 49"/>
              <a:gd name="T113" fmla="*/ 133350 h 50"/>
              <a:gd name="T114" fmla="*/ 22452 w 49"/>
              <a:gd name="T115" fmla="*/ 98425 h 5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49" h="50">
                <a:moveTo>
                  <a:pt x="25" y="13"/>
                </a:moveTo>
                <a:cubicBezTo>
                  <a:pt x="36" y="24"/>
                  <a:pt x="36" y="24"/>
                  <a:pt x="36" y="24"/>
                </a:cubicBezTo>
                <a:cubicBezTo>
                  <a:pt x="39" y="22"/>
                  <a:pt x="39" y="22"/>
                  <a:pt x="39" y="22"/>
                </a:cubicBezTo>
                <a:cubicBezTo>
                  <a:pt x="27" y="10"/>
                  <a:pt x="27" y="10"/>
                  <a:pt x="27" y="10"/>
                </a:cubicBezTo>
                <a:cubicBezTo>
                  <a:pt x="25" y="13"/>
                  <a:pt x="25" y="13"/>
                  <a:pt x="25" y="13"/>
                </a:cubicBezTo>
                <a:close/>
                <a:moveTo>
                  <a:pt x="34" y="26"/>
                </a:moveTo>
                <a:cubicBezTo>
                  <a:pt x="34" y="26"/>
                  <a:pt x="34" y="26"/>
                  <a:pt x="34" y="26"/>
                </a:cubicBezTo>
                <a:cubicBezTo>
                  <a:pt x="23" y="15"/>
                  <a:pt x="23" y="15"/>
                  <a:pt x="23" y="15"/>
                </a:cubicBezTo>
                <a:cubicBezTo>
                  <a:pt x="8" y="29"/>
                  <a:pt x="8" y="29"/>
                  <a:pt x="8" y="29"/>
                </a:cubicBezTo>
                <a:cubicBezTo>
                  <a:pt x="20" y="41"/>
                  <a:pt x="20" y="41"/>
                  <a:pt x="20" y="41"/>
                </a:cubicBezTo>
                <a:cubicBezTo>
                  <a:pt x="34" y="26"/>
                  <a:pt x="34" y="26"/>
                  <a:pt x="34" y="26"/>
                </a:cubicBezTo>
                <a:close/>
                <a:moveTo>
                  <a:pt x="30" y="3"/>
                </a:moveTo>
                <a:cubicBezTo>
                  <a:pt x="30" y="3"/>
                  <a:pt x="30" y="3"/>
                  <a:pt x="30" y="3"/>
                </a:cubicBezTo>
                <a:cubicBezTo>
                  <a:pt x="32" y="1"/>
                  <a:pt x="34" y="0"/>
                  <a:pt x="37" y="0"/>
                </a:cubicBezTo>
                <a:cubicBezTo>
                  <a:pt x="44" y="0"/>
                  <a:pt x="49" y="5"/>
                  <a:pt x="49" y="12"/>
                </a:cubicBezTo>
                <a:cubicBezTo>
                  <a:pt x="49" y="15"/>
                  <a:pt x="48" y="18"/>
                  <a:pt x="46" y="20"/>
                </a:cubicBezTo>
                <a:cubicBezTo>
                  <a:pt x="22" y="44"/>
                  <a:pt x="22" y="44"/>
                  <a:pt x="22" y="44"/>
                </a:cubicBezTo>
                <a:cubicBezTo>
                  <a:pt x="20" y="46"/>
                  <a:pt x="17" y="47"/>
                  <a:pt x="15" y="48"/>
                </a:cubicBezTo>
                <a:cubicBezTo>
                  <a:pt x="13" y="48"/>
                  <a:pt x="11" y="48"/>
                  <a:pt x="9" y="47"/>
                </a:cubicBezTo>
                <a:cubicBezTo>
                  <a:pt x="8" y="48"/>
                  <a:pt x="8" y="48"/>
                  <a:pt x="8" y="48"/>
                </a:cubicBezTo>
                <a:cubicBezTo>
                  <a:pt x="6" y="50"/>
                  <a:pt x="2" y="49"/>
                  <a:pt x="0" y="46"/>
                </a:cubicBezTo>
                <a:cubicBezTo>
                  <a:pt x="0" y="45"/>
                  <a:pt x="0" y="43"/>
                  <a:pt x="1" y="41"/>
                </a:cubicBezTo>
                <a:cubicBezTo>
                  <a:pt x="1" y="41"/>
                  <a:pt x="1" y="41"/>
                  <a:pt x="1" y="41"/>
                </a:cubicBezTo>
                <a:cubicBezTo>
                  <a:pt x="1" y="41"/>
                  <a:pt x="1" y="41"/>
                  <a:pt x="1" y="41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38"/>
                  <a:pt x="1" y="36"/>
                  <a:pt x="1" y="34"/>
                </a:cubicBezTo>
                <a:cubicBezTo>
                  <a:pt x="2" y="32"/>
                  <a:pt x="3" y="29"/>
                  <a:pt x="5" y="28"/>
                </a:cubicBezTo>
                <a:cubicBezTo>
                  <a:pt x="28" y="4"/>
                  <a:pt x="28" y="4"/>
                  <a:pt x="28" y="4"/>
                </a:cubicBezTo>
                <a:cubicBezTo>
                  <a:pt x="26" y="3"/>
                  <a:pt x="26" y="3"/>
                  <a:pt x="26" y="3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6"/>
                  <a:pt x="12" y="16"/>
                  <a:pt x="12" y="16"/>
                </a:cubicBezTo>
                <a:cubicBezTo>
                  <a:pt x="11" y="15"/>
                  <a:pt x="11" y="14"/>
                  <a:pt x="12" y="14"/>
                </a:cubicBezTo>
                <a:cubicBezTo>
                  <a:pt x="25" y="0"/>
                  <a:pt x="25" y="0"/>
                  <a:pt x="25" y="0"/>
                </a:cubicBezTo>
                <a:cubicBezTo>
                  <a:pt x="26" y="0"/>
                  <a:pt x="27" y="0"/>
                  <a:pt x="27" y="0"/>
                </a:cubicBezTo>
                <a:cubicBezTo>
                  <a:pt x="30" y="3"/>
                  <a:pt x="30" y="3"/>
                  <a:pt x="30" y="3"/>
                </a:cubicBezTo>
                <a:close/>
                <a:moveTo>
                  <a:pt x="37" y="4"/>
                </a:moveTo>
                <a:cubicBezTo>
                  <a:pt x="37" y="4"/>
                  <a:pt x="37" y="4"/>
                  <a:pt x="37" y="4"/>
                </a:cubicBezTo>
                <a:cubicBezTo>
                  <a:pt x="35" y="4"/>
                  <a:pt x="33" y="5"/>
                  <a:pt x="32" y="6"/>
                </a:cubicBezTo>
                <a:cubicBezTo>
                  <a:pt x="31" y="6"/>
                  <a:pt x="31" y="6"/>
                  <a:pt x="31" y="6"/>
                </a:cubicBezTo>
                <a:cubicBezTo>
                  <a:pt x="29" y="9"/>
                  <a:pt x="29" y="9"/>
                  <a:pt x="29" y="9"/>
                </a:cubicBezTo>
                <a:cubicBezTo>
                  <a:pt x="41" y="20"/>
                  <a:pt x="41" y="20"/>
                  <a:pt x="41" y="20"/>
                </a:cubicBezTo>
                <a:cubicBezTo>
                  <a:pt x="43" y="18"/>
                  <a:pt x="43" y="18"/>
                  <a:pt x="43" y="18"/>
                </a:cubicBezTo>
                <a:cubicBezTo>
                  <a:pt x="44" y="16"/>
                  <a:pt x="45" y="14"/>
                  <a:pt x="45" y="12"/>
                </a:cubicBezTo>
                <a:cubicBezTo>
                  <a:pt x="45" y="8"/>
                  <a:pt x="42" y="4"/>
                  <a:pt x="37" y="4"/>
                </a:cubicBezTo>
                <a:close/>
                <a:moveTo>
                  <a:pt x="7" y="31"/>
                </a:moveTo>
                <a:cubicBezTo>
                  <a:pt x="7" y="31"/>
                  <a:pt x="7" y="31"/>
                  <a:pt x="7" y="31"/>
                </a:cubicBezTo>
                <a:cubicBezTo>
                  <a:pt x="6" y="32"/>
                  <a:pt x="5" y="34"/>
                  <a:pt x="5" y="35"/>
                </a:cubicBezTo>
                <a:cubicBezTo>
                  <a:pt x="5" y="36"/>
                  <a:pt x="5" y="38"/>
                  <a:pt x="6" y="40"/>
                </a:cubicBezTo>
                <a:cubicBezTo>
                  <a:pt x="6" y="41"/>
                  <a:pt x="6" y="41"/>
                  <a:pt x="6" y="42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4"/>
                  <a:pt x="4" y="44"/>
                  <a:pt x="4" y="44"/>
                </a:cubicBezTo>
                <a:cubicBezTo>
                  <a:pt x="3" y="45"/>
                  <a:pt x="5" y="46"/>
                  <a:pt x="5" y="45"/>
                </a:cubicBezTo>
                <a:cubicBezTo>
                  <a:pt x="5" y="45"/>
                  <a:pt x="5" y="45"/>
                  <a:pt x="5" y="45"/>
                </a:cubicBezTo>
                <a:cubicBezTo>
                  <a:pt x="7" y="44"/>
                  <a:pt x="7" y="44"/>
                  <a:pt x="7" y="44"/>
                </a:cubicBezTo>
                <a:cubicBezTo>
                  <a:pt x="8" y="43"/>
                  <a:pt x="9" y="43"/>
                  <a:pt x="9" y="43"/>
                </a:cubicBezTo>
                <a:cubicBezTo>
                  <a:pt x="11" y="44"/>
                  <a:pt x="13" y="44"/>
                  <a:pt x="14" y="44"/>
                </a:cubicBezTo>
                <a:cubicBezTo>
                  <a:pt x="16" y="44"/>
                  <a:pt x="17" y="43"/>
                  <a:pt x="18" y="42"/>
                </a:cubicBezTo>
                <a:cubicBezTo>
                  <a:pt x="7" y="31"/>
                  <a:pt x="7" y="31"/>
                  <a:pt x="7" y="3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55" name="Freeform 289">
            <a:extLst>
              <a:ext uri="{FF2B5EF4-FFF2-40B4-BE49-F238E27FC236}">
                <a16:creationId xmlns:a16="http://schemas.microsoft.com/office/drawing/2014/main" id="{5085C30D-BE76-A222-2B91-39FC6B80F2A8}"/>
              </a:ext>
            </a:extLst>
          </p:cNvPr>
          <p:cNvSpPr>
            <a:spLocks noEditPoints="1"/>
          </p:cNvSpPr>
          <p:nvPr/>
        </p:nvSpPr>
        <p:spPr bwMode="auto">
          <a:xfrm>
            <a:off x="1665218" y="5647715"/>
            <a:ext cx="234949" cy="207433"/>
          </a:xfrm>
          <a:custGeom>
            <a:avLst/>
            <a:gdLst>
              <a:gd name="T0" fmla="*/ 6408 w 55"/>
              <a:gd name="T1" fmla="*/ 22225 h 49"/>
              <a:gd name="T2" fmla="*/ 80096 w 55"/>
              <a:gd name="T3" fmla="*/ 28575 h 49"/>
              <a:gd name="T4" fmla="*/ 12815 w 55"/>
              <a:gd name="T5" fmla="*/ 34925 h 49"/>
              <a:gd name="T6" fmla="*/ 150581 w 55"/>
              <a:gd name="T7" fmla="*/ 130175 h 49"/>
              <a:gd name="T8" fmla="*/ 156989 w 55"/>
              <a:gd name="T9" fmla="*/ 92075 h 49"/>
              <a:gd name="T10" fmla="*/ 163397 w 55"/>
              <a:gd name="T11" fmla="*/ 136525 h 49"/>
              <a:gd name="T12" fmla="*/ 156989 w 55"/>
              <a:gd name="T13" fmla="*/ 142875 h 49"/>
              <a:gd name="T14" fmla="*/ 86504 w 55"/>
              <a:gd name="T15" fmla="*/ 149225 h 49"/>
              <a:gd name="T16" fmla="*/ 121746 w 55"/>
              <a:gd name="T17" fmla="*/ 149225 h 49"/>
              <a:gd name="T18" fmla="*/ 121746 w 55"/>
              <a:gd name="T19" fmla="*/ 155575 h 49"/>
              <a:gd name="T20" fmla="*/ 38446 w 55"/>
              <a:gd name="T21" fmla="*/ 152400 h 49"/>
              <a:gd name="T22" fmla="*/ 76893 w 55"/>
              <a:gd name="T23" fmla="*/ 149225 h 49"/>
              <a:gd name="T24" fmla="*/ 76893 w 55"/>
              <a:gd name="T25" fmla="*/ 142875 h 49"/>
              <a:gd name="T26" fmla="*/ 0 w 55"/>
              <a:gd name="T27" fmla="*/ 136525 h 49"/>
              <a:gd name="T28" fmla="*/ 0 w 55"/>
              <a:gd name="T29" fmla="*/ 28575 h 49"/>
              <a:gd name="T30" fmla="*/ 153785 w 55"/>
              <a:gd name="T31" fmla="*/ 85725 h 49"/>
              <a:gd name="T32" fmla="*/ 124950 w 55"/>
              <a:gd name="T33" fmla="*/ 63500 h 49"/>
              <a:gd name="T34" fmla="*/ 121746 w 55"/>
              <a:gd name="T35" fmla="*/ 60325 h 49"/>
              <a:gd name="T36" fmla="*/ 124950 w 55"/>
              <a:gd name="T37" fmla="*/ 82550 h 49"/>
              <a:gd name="T38" fmla="*/ 115339 w 55"/>
              <a:gd name="T39" fmla="*/ 88900 h 49"/>
              <a:gd name="T40" fmla="*/ 105727 w 55"/>
              <a:gd name="T41" fmla="*/ 88900 h 49"/>
              <a:gd name="T42" fmla="*/ 86504 w 55"/>
              <a:gd name="T43" fmla="*/ 53975 h 49"/>
              <a:gd name="T44" fmla="*/ 86504 w 55"/>
              <a:gd name="T45" fmla="*/ 28575 h 49"/>
              <a:gd name="T46" fmla="*/ 99319 w 55"/>
              <a:gd name="T47" fmla="*/ 22225 h 49"/>
              <a:gd name="T48" fmla="*/ 124950 w 55"/>
              <a:gd name="T49" fmla="*/ 19050 h 49"/>
              <a:gd name="T50" fmla="*/ 160193 w 55"/>
              <a:gd name="T51" fmla="*/ 0 h 49"/>
              <a:gd name="T52" fmla="*/ 160193 w 55"/>
              <a:gd name="T53" fmla="*/ 25400 h 49"/>
              <a:gd name="T54" fmla="*/ 176212 w 55"/>
              <a:gd name="T55" fmla="*/ 41275 h 49"/>
              <a:gd name="T56" fmla="*/ 160193 w 55"/>
              <a:gd name="T57" fmla="*/ 60325 h 49"/>
              <a:gd name="T58" fmla="*/ 156989 w 55"/>
              <a:gd name="T59" fmla="*/ 85725 h 49"/>
              <a:gd name="T60" fmla="*/ 160193 w 55"/>
              <a:gd name="T61" fmla="*/ 31750 h 49"/>
              <a:gd name="T62" fmla="*/ 160193 w 55"/>
              <a:gd name="T63" fmla="*/ 53975 h 49"/>
              <a:gd name="T64" fmla="*/ 169804 w 55"/>
              <a:gd name="T65" fmla="*/ 41275 h 49"/>
              <a:gd name="T66" fmla="*/ 160193 w 55"/>
              <a:gd name="T67" fmla="*/ 31750 h 49"/>
              <a:gd name="T68" fmla="*/ 121746 w 55"/>
              <a:gd name="T69" fmla="*/ 53975 h 49"/>
              <a:gd name="T70" fmla="*/ 99319 w 55"/>
              <a:gd name="T71" fmla="*/ 31750 h 49"/>
              <a:gd name="T72" fmla="*/ 89708 w 55"/>
              <a:gd name="T73" fmla="*/ 41275 h 49"/>
              <a:gd name="T74" fmla="*/ 99319 w 55"/>
              <a:gd name="T75" fmla="*/ 53975 h 49"/>
              <a:gd name="T76" fmla="*/ 112135 w 55"/>
              <a:gd name="T77" fmla="*/ 82550 h 49"/>
              <a:gd name="T78" fmla="*/ 118543 w 55"/>
              <a:gd name="T79" fmla="*/ 79375 h 49"/>
              <a:gd name="T80" fmla="*/ 108931 w 55"/>
              <a:gd name="T81" fmla="*/ 57150 h 49"/>
              <a:gd name="T82" fmla="*/ 121746 w 55"/>
              <a:gd name="T83" fmla="*/ 53975 h 49"/>
              <a:gd name="T84" fmla="*/ 131358 w 55"/>
              <a:gd name="T85" fmla="*/ 28575 h 49"/>
              <a:gd name="T86" fmla="*/ 131358 w 55"/>
              <a:gd name="T87" fmla="*/ 57150 h 49"/>
              <a:gd name="T88" fmla="*/ 131358 w 55"/>
              <a:gd name="T89" fmla="*/ 57150 h 49"/>
              <a:gd name="T90" fmla="*/ 153785 w 55"/>
              <a:gd name="T91" fmla="*/ 76200 h 49"/>
              <a:gd name="T92" fmla="*/ 131358 w 55"/>
              <a:gd name="T93" fmla="*/ 25400 h 49"/>
              <a:gd name="T94" fmla="*/ 131358 w 55"/>
              <a:gd name="T95" fmla="*/ 28575 h 49"/>
              <a:gd name="T96" fmla="*/ 131358 w 55"/>
              <a:gd name="T97" fmla="*/ 28575 h 49"/>
              <a:gd name="T98" fmla="*/ 137766 w 55"/>
              <a:gd name="T99" fmla="*/ 111125 h 49"/>
              <a:gd name="T100" fmla="*/ 137766 w 55"/>
              <a:gd name="T101" fmla="*/ 123825 h 49"/>
              <a:gd name="T102" fmla="*/ 137766 w 55"/>
              <a:gd name="T103" fmla="*/ 111125 h 49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5" h="49">
                <a:moveTo>
                  <a:pt x="2" y="7"/>
                </a:moveTo>
                <a:cubicBezTo>
                  <a:pt x="2" y="7"/>
                  <a:pt x="2" y="7"/>
                  <a:pt x="2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4" y="7"/>
                  <a:pt x="25" y="8"/>
                  <a:pt x="25" y="9"/>
                </a:cubicBezTo>
                <a:cubicBezTo>
                  <a:pt x="25" y="10"/>
                  <a:pt x="24" y="11"/>
                  <a:pt x="23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21"/>
                  <a:pt x="4" y="31"/>
                  <a:pt x="4" y="41"/>
                </a:cubicBezTo>
                <a:cubicBezTo>
                  <a:pt x="18" y="41"/>
                  <a:pt x="33" y="41"/>
                  <a:pt x="47" y="41"/>
                </a:cubicBezTo>
                <a:cubicBezTo>
                  <a:pt x="47" y="31"/>
                  <a:pt x="47" y="31"/>
                  <a:pt x="47" y="31"/>
                </a:cubicBezTo>
                <a:cubicBezTo>
                  <a:pt x="47" y="30"/>
                  <a:pt x="48" y="29"/>
                  <a:pt x="49" y="29"/>
                </a:cubicBezTo>
                <a:cubicBezTo>
                  <a:pt x="50" y="29"/>
                  <a:pt x="51" y="30"/>
                  <a:pt x="51" y="31"/>
                </a:cubicBezTo>
                <a:cubicBezTo>
                  <a:pt x="51" y="43"/>
                  <a:pt x="51" y="43"/>
                  <a:pt x="51" y="43"/>
                </a:cubicBezTo>
                <a:cubicBezTo>
                  <a:pt x="51" y="44"/>
                  <a:pt x="50" y="45"/>
                  <a:pt x="49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7"/>
                  <a:pt x="27" y="47"/>
                  <a:pt x="27" y="47"/>
                </a:cubicBezTo>
                <a:cubicBezTo>
                  <a:pt x="27" y="47"/>
                  <a:pt x="27" y="47"/>
                  <a:pt x="27" y="47"/>
                </a:cubicBezTo>
                <a:cubicBezTo>
                  <a:pt x="38" y="47"/>
                  <a:pt x="38" y="47"/>
                  <a:pt x="38" y="47"/>
                </a:cubicBezTo>
                <a:cubicBezTo>
                  <a:pt x="39" y="47"/>
                  <a:pt x="39" y="47"/>
                  <a:pt x="39" y="48"/>
                </a:cubicBezTo>
                <a:cubicBezTo>
                  <a:pt x="39" y="49"/>
                  <a:pt x="39" y="49"/>
                  <a:pt x="38" y="49"/>
                </a:cubicBezTo>
                <a:cubicBezTo>
                  <a:pt x="13" y="49"/>
                  <a:pt x="13" y="49"/>
                  <a:pt x="13" y="49"/>
                </a:cubicBezTo>
                <a:cubicBezTo>
                  <a:pt x="12" y="49"/>
                  <a:pt x="12" y="49"/>
                  <a:pt x="12" y="48"/>
                </a:cubicBezTo>
                <a:cubicBezTo>
                  <a:pt x="12" y="47"/>
                  <a:pt x="12" y="47"/>
                  <a:pt x="13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24" y="45"/>
                  <a:pt x="24" y="45"/>
                  <a:pt x="24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9"/>
                  <a:pt x="0" y="9"/>
                  <a:pt x="0" y="9"/>
                </a:cubicBezTo>
                <a:cubicBezTo>
                  <a:pt x="0" y="8"/>
                  <a:pt x="1" y="7"/>
                  <a:pt x="2" y="7"/>
                </a:cubicBezTo>
                <a:close/>
                <a:moveTo>
                  <a:pt x="48" y="27"/>
                </a:moveTo>
                <a:cubicBezTo>
                  <a:pt x="48" y="27"/>
                  <a:pt x="48" y="27"/>
                  <a:pt x="48" y="27"/>
                </a:cubicBezTo>
                <a:cubicBezTo>
                  <a:pt x="39" y="20"/>
                  <a:pt x="39" y="20"/>
                  <a:pt x="39" y="20"/>
                </a:cubicBezTo>
                <a:cubicBezTo>
                  <a:pt x="38" y="20"/>
                  <a:pt x="38" y="20"/>
                  <a:pt x="38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37" y="19"/>
                  <a:pt x="37" y="19"/>
                  <a:pt x="37" y="19"/>
                </a:cubicBezTo>
                <a:cubicBezTo>
                  <a:pt x="39" y="26"/>
                  <a:pt x="39" y="26"/>
                  <a:pt x="39" y="26"/>
                </a:cubicBezTo>
                <a:cubicBezTo>
                  <a:pt x="40" y="26"/>
                  <a:pt x="39" y="27"/>
                  <a:pt x="39" y="27"/>
                </a:cubicBezTo>
                <a:cubicBezTo>
                  <a:pt x="36" y="28"/>
                  <a:pt x="36" y="28"/>
                  <a:pt x="36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9"/>
                  <a:pt x="33" y="28"/>
                  <a:pt x="33" y="28"/>
                </a:cubicBezTo>
                <a:cubicBezTo>
                  <a:pt x="30" y="19"/>
                  <a:pt x="30" y="19"/>
                  <a:pt x="30" y="19"/>
                </a:cubicBezTo>
                <a:cubicBezTo>
                  <a:pt x="29" y="19"/>
                  <a:pt x="28" y="18"/>
                  <a:pt x="27" y="17"/>
                </a:cubicBezTo>
                <a:cubicBezTo>
                  <a:pt x="26" y="16"/>
                  <a:pt x="25" y="15"/>
                  <a:pt x="25" y="13"/>
                </a:cubicBezTo>
                <a:cubicBezTo>
                  <a:pt x="25" y="12"/>
                  <a:pt x="26" y="10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8" y="8"/>
                  <a:pt x="29" y="7"/>
                  <a:pt x="31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7"/>
                  <a:pt x="39" y="7"/>
                  <a:pt x="39" y="6"/>
                </a:cubicBezTo>
                <a:cubicBezTo>
                  <a:pt x="49" y="0"/>
                  <a:pt x="49" y="0"/>
                  <a:pt x="49" y="0"/>
                </a:cubicBezTo>
                <a:cubicBezTo>
                  <a:pt x="49" y="0"/>
                  <a:pt x="50" y="0"/>
                  <a:pt x="50" y="0"/>
                </a:cubicBezTo>
                <a:cubicBezTo>
                  <a:pt x="50" y="1"/>
                  <a:pt x="50" y="1"/>
                  <a:pt x="50" y="1"/>
                </a:cubicBezTo>
                <a:cubicBezTo>
                  <a:pt x="50" y="8"/>
                  <a:pt x="50" y="8"/>
                  <a:pt x="50" y="8"/>
                </a:cubicBezTo>
                <a:cubicBezTo>
                  <a:pt x="51" y="8"/>
                  <a:pt x="53" y="9"/>
                  <a:pt x="53" y="9"/>
                </a:cubicBezTo>
                <a:cubicBezTo>
                  <a:pt x="54" y="10"/>
                  <a:pt x="55" y="12"/>
                  <a:pt x="55" y="13"/>
                </a:cubicBezTo>
                <a:cubicBezTo>
                  <a:pt x="55" y="15"/>
                  <a:pt x="54" y="16"/>
                  <a:pt x="53" y="17"/>
                </a:cubicBezTo>
                <a:cubicBezTo>
                  <a:pt x="53" y="18"/>
                  <a:pt x="51" y="19"/>
                  <a:pt x="50" y="19"/>
                </a:cubicBezTo>
                <a:cubicBezTo>
                  <a:pt x="50" y="26"/>
                  <a:pt x="50" y="26"/>
                  <a:pt x="50" y="26"/>
                </a:cubicBezTo>
                <a:cubicBezTo>
                  <a:pt x="50" y="26"/>
                  <a:pt x="50" y="27"/>
                  <a:pt x="49" y="27"/>
                </a:cubicBezTo>
                <a:cubicBezTo>
                  <a:pt x="49" y="27"/>
                  <a:pt x="49" y="27"/>
                  <a:pt x="48" y="27"/>
                </a:cubicBezTo>
                <a:close/>
                <a:moveTo>
                  <a:pt x="50" y="10"/>
                </a:moveTo>
                <a:cubicBezTo>
                  <a:pt x="50" y="10"/>
                  <a:pt x="50" y="10"/>
                  <a:pt x="50" y="10"/>
                </a:cubicBezTo>
                <a:cubicBezTo>
                  <a:pt x="50" y="17"/>
                  <a:pt x="50" y="17"/>
                  <a:pt x="50" y="17"/>
                </a:cubicBezTo>
                <a:cubicBezTo>
                  <a:pt x="51" y="16"/>
                  <a:pt x="51" y="16"/>
                  <a:pt x="52" y="16"/>
                </a:cubicBezTo>
                <a:cubicBezTo>
                  <a:pt x="52" y="15"/>
                  <a:pt x="53" y="14"/>
                  <a:pt x="53" y="13"/>
                </a:cubicBezTo>
                <a:cubicBezTo>
                  <a:pt x="53" y="12"/>
                  <a:pt x="52" y="12"/>
                  <a:pt x="52" y="11"/>
                </a:cubicBezTo>
                <a:cubicBezTo>
                  <a:pt x="51" y="11"/>
                  <a:pt x="51" y="10"/>
                  <a:pt x="50" y="10"/>
                </a:cubicBezTo>
                <a:close/>
                <a:moveTo>
                  <a:pt x="38" y="17"/>
                </a:moveTo>
                <a:cubicBezTo>
                  <a:pt x="38" y="17"/>
                  <a:pt x="38" y="17"/>
                  <a:pt x="38" y="17"/>
                </a:cubicBezTo>
                <a:cubicBezTo>
                  <a:pt x="38" y="10"/>
                  <a:pt x="38" y="10"/>
                  <a:pt x="38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0" y="10"/>
                  <a:pt x="29" y="10"/>
                  <a:pt x="29" y="11"/>
                </a:cubicBezTo>
                <a:cubicBezTo>
                  <a:pt x="28" y="11"/>
                  <a:pt x="28" y="12"/>
                  <a:pt x="28" y="13"/>
                </a:cubicBezTo>
                <a:cubicBezTo>
                  <a:pt x="28" y="14"/>
                  <a:pt x="28" y="15"/>
                  <a:pt x="28" y="16"/>
                </a:cubicBezTo>
                <a:cubicBezTo>
                  <a:pt x="29" y="16"/>
                  <a:pt x="30" y="17"/>
                  <a:pt x="31" y="17"/>
                </a:cubicBezTo>
                <a:cubicBezTo>
                  <a:pt x="31" y="17"/>
                  <a:pt x="32" y="17"/>
                  <a:pt x="32" y="18"/>
                </a:cubicBezTo>
                <a:cubicBezTo>
                  <a:pt x="35" y="26"/>
                  <a:pt x="35" y="26"/>
                  <a:pt x="35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7" y="25"/>
                  <a:pt x="37" y="25"/>
                  <a:pt x="37" y="25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7"/>
                  <a:pt x="35" y="17"/>
                  <a:pt x="35" y="17"/>
                </a:cubicBezTo>
                <a:cubicBezTo>
                  <a:pt x="38" y="17"/>
                  <a:pt x="38" y="17"/>
                  <a:pt x="38" y="17"/>
                </a:cubicBezTo>
                <a:close/>
                <a:moveTo>
                  <a:pt x="41" y="9"/>
                </a:moveTo>
                <a:cubicBezTo>
                  <a:pt x="41" y="9"/>
                  <a:pt x="41" y="9"/>
                  <a:pt x="41" y="9"/>
                </a:cubicBezTo>
                <a:cubicBezTo>
                  <a:pt x="41" y="18"/>
                  <a:pt x="41" y="18"/>
                  <a:pt x="41" y="18"/>
                </a:cubicBezTo>
                <a:cubicBezTo>
                  <a:pt x="41" y="18"/>
                  <a:pt x="41" y="18"/>
                  <a:pt x="41" y="18"/>
                </a:cubicBezTo>
                <a:cubicBezTo>
                  <a:pt x="41" y="18"/>
                  <a:pt x="41" y="18"/>
                  <a:pt x="41" y="18"/>
                </a:cubicBezTo>
                <a:cubicBezTo>
                  <a:pt x="41" y="18"/>
                  <a:pt x="41" y="18"/>
                  <a:pt x="41" y="18"/>
                </a:cubicBezTo>
                <a:cubicBezTo>
                  <a:pt x="41" y="19"/>
                  <a:pt x="41" y="19"/>
                  <a:pt x="41" y="19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3"/>
                  <a:pt x="48" y="3"/>
                  <a:pt x="48" y="3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9"/>
                  <a:pt x="41" y="9"/>
                  <a:pt x="41" y="9"/>
                </a:cubicBezTo>
                <a:close/>
                <a:moveTo>
                  <a:pt x="43" y="35"/>
                </a:moveTo>
                <a:cubicBezTo>
                  <a:pt x="43" y="35"/>
                  <a:pt x="43" y="35"/>
                  <a:pt x="43" y="35"/>
                </a:cubicBezTo>
                <a:cubicBezTo>
                  <a:pt x="44" y="35"/>
                  <a:pt x="45" y="36"/>
                  <a:pt x="45" y="37"/>
                </a:cubicBezTo>
                <a:cubicBezTo>
                  <a:pt x="45" y="38"/>
                  <a:pt x="44" y="39"/>
                  <a:pt x="43" y="39"/>
                </a:cubicBezTo>
                <a:cubicBezTo>
                  <a:pt x="42" y="39"/>
                  <a:pt x="41" y="38"/>
                  <a:pt x="41" y="37"/>
                </a:cubicBezTo>
                <a:cubicBezTo>
                  <a:pt x="41" y="36"/>
                  <a:pt x="42" y="35"/>
                  <a:pt x="43" y="3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56" name="Freeform 290">
            <a:extLst>
              <a:ext uri="{FF2B5EF4-FFF2-40B4-BE49-F238E27FC236}">
                <a16:creationId xmlns:a16="http://schemas.microsoft.com/office/drawing/2014/main" id="{B8890E5F-F389-5908-BA2C-F56CC91771BA}"/>
              </a:ext>
            </a:extLst>
          </p:cNvPr>
          <p:cNvSpPr>
            <a:spLocks noEditPoints="1"/>
          </p:cNvSpPr>
          <p:nvPr/>
        </p:nvSpPr>
        <p:spPr bwMode="auto">
          <a:xfrm>
            <a:off x="3898301" y="6051998"/>
            <a:ext cx="211667" cy="211667"/>
          </a:xfrm>
          <a:custGeom>
            <a:avLst/>
            <a:gdLst>
              <a:gd name="T0" fmla="*/ 6350 w 50"/>
              <a:gd name="T1" fmla="*/ 0 h 50"/>
              <a:gd name="T2" fmla="*/ 158750 w 50"/>
              <a:gd name="T3" fmla="*/ 6350 h 50"/>
              <a:gd name="T4" fmla="*/ 158750 w 50"/>
              <a:gd name="T5" fmla="*/ 152400 h 50"/>
              <a:gd name="T6" fmla="*/ 152400 w 50"/>
              <a:gd name="T7" fmla="*/ 158750 h 50"/>
              <a:gd name="T8" fmla="*/ 0 w 50"/>
              <a:gd name="T9" fmla="*/ 152400 h 50"/>
              <a:gd name="T10" fmla="*/ 0 w 50"/>
              <a:gd name="T11" fmla="*/ 6350 h 50"/>
              <a:gd name="T12" fmla="*/ 38100 w 50"/>
              <a:gd name="T13" fmla="*/ 88900 h 50"/>
              <a:gd name="T14" fmla="*/ 34925 w 50"/>
              <a:gd name="T15" fmla="*/ 92075 h 50"/>
              <a:gd name="T16" fmla="*/ 38100 w 50"/>
              <a:gd name="T17" fmla="*/ 73025 h 50"/>
              <a:gd name="T18" fmla="*/ 53975 w 50"/>
              <a:gd name="T19" fmla="*/ 66675 h 50"/>
              <a:gd name="T20" fmla="*/ 76200 w 50"/>
              <a:gd name="T21" fmla="*/ 88900 h 50"/>
              <a:gd name="T22" fmla="*/ 41275 w 50"/>
              <a:gd name="T23" fmla="*/ 120650 h 50"/>
              <a:gd name="T24" fmla="*/ 76200 w 50"/>
              <a:gd name="T25" fmla="*/ 123825 h 50"/>
              <a:gd name="T26" fmla="*/ 34925 w 50"/>
              <a:gd name="T27" fmla="*/ 130175 h 50"/>
              <a:gd name="T28" fmla="*/ 50800 w 50"/>
              <a:gd name="T29" fmla="*/ 107950 h 50"/>
              <a:gd name="T30" fmla="*/ 63500 w 50"/>
              <a:gd name="T31" fmla="*/ 79375 h 50"/>
              <a:gd name="T32" fmla="*/ 44450 w 50"/>
              <a:gd name="T33" fmla="*/ 79375 h 50"/>
              <a:gd name="T34" fmla="*/ 38100 w 50"/>
              <a:gd name="T35" fmla="*/ 88900 h 50"/>
              <a:gd name="T36" fmla="*/ 127000 w 50"/>
              <a:gd name="T37" fmla="*/ 66675 h 50"/>
              <a:gd name="T38" fmla="*/ 127000 w 50"/>
              <a:gd name="T39" fmla="*/ 73025 h 50"/>
              <a:gd name="T40" fmla="*/ 98425 w 50"/>
              <a:gd name="T41" fmla="*/ 82550 h 50"/>
              <a:gd name="T42" fmla="*/ 123825 w 50"/>
              <a:gd name="T43" fmla="*/ 92075 h 50"/>
              <a:gd name="T44" fmla="*/ 123825 w 50"/>
              <a:gd name="T45" fmla="*/ 123825 h 50"/>
              <a:gd name="T46" fmla="*/ 92075 w 50"/>
              <a:gd name="T47" fmla="*/ 123825 h 50"/>
              <a:gd name="T48" fmla="*/ 88900 w 50"/>
              <a:gd name="T49" fmla="*/ 101600 h 50"/>
              <a:gd name="T50" fmla="*/ 95250 w 50"/>
              <a:gd name="T51" fmla="*/ 117475 h 50"/>
              <a:gd name="T52" fmla="*/ 117475 w 50"/>
              <a:gd name="T53" fmla="*/ 117475 h 50"/>
              <a:gd name="T54" fmla="*/ 117475 w 50"/>
              <a:gd name="T55" fmla="*/ 95250 h 50"/>
              <a:gd name="T56" fmla="*/ 107950 w 50"/>
              <a:gd name="T57" fmla="*/ 92075 h 50"/>
              <a:gd name="T58" fmla="*/ 92075 w 50"/>
              <a:gd name="T59" fmla="*/ 92075 h 50"/>
              <a:gd name="T60" fmla="*/ 92075 w 50"/>
              <a:gd name="T61" fmla="*/ 92075 h 50"/>
              <a:gd name="T62" fmla="*/ 95250 w 50"/>
              <a:gd name="T63" fmla="*/ 69850 h 50"/>
              <a:gd name="T64" fmla="*/ 127000 w 50"/>
              <a:gd name="T65" fmla="*/ 66675 h 50"/>
              <a:gd name="T66" fmla="*/ 12700 w 50"/>
              <a:gd name="T67" fmla="*/ 41275 h 50"/>
              <a:gd name="T68" fmla="*/ 149225 w 50"/>
              <a:gd name="T69" fmla="*/ 12700 h 50"/>
              <a:gd name="T70" fmla="*/ 136525 w 50"/>
              <a:gd name="T71" fmla="*/ 22225 h 50"/>
              <a:gd name="T72" fmla="*/ 123825 w 50"/>
              <a:gd name="T73" fmla="*/ 22225 h 50"/>
              <a:gd name="T74" fmla="*/ 101600 w 50"/>
              <a:gd name="T75" fmla="*/ 12700 h 50"/>
              <a:gd name="T76" fmla="*/ 95250 w 50"/>
              <a:gd name="T77" fmla="*/ 28575 h 50"/>
              <a:gd name="T78" fmla="*/ 92075 w 50"/>
              <a:gd name="T79" fmla="*/ 12700 h 50"/>
              <a:gd name="T80" fmla="*/ 69850 w 50"/>
              <a:gd name="T81" fmla="*/ 22225 h 50"/>
              <a:gd name="T82" fmla="*/ 57150 w 50"/>
              <a:gd name="T83" fmla="*/ 22225 h 50"/>
              <a:gd name="T84" fmla="*/ 38100 w 50"/>
              <a:gd name="T85" fmla="*/ 12700 h 50"/>
              <a:gd name="T86" fmla="*/ 31750 w 50"/>
              <a:gd name="T87" fmla="*/ 28575 h 50"/>
              <a:gd name="T88" fmla="*/ 25400 w 50"/>
              <a:gd name="T89" fmla="*/ 12700 h 50"/>
              <a:gd name="T90" fmla="*/ 12700 w 50"/>
              <a:gd name="T91" fmla="*/ 41275 h 50"/>
              <a:gd name="T92" fmla="*/ 149225 w 50"/>
              <a:gd name="T93" fmla="*/ 47625 h 50"/>
              <a:gd name="T94" fmla="*/ 12700 w 50"/>
              <a:gd name="T95" fmla="*/ 146050 h 50"/>
              <a:gd name="T96" fmla="*/ 149225 w 50"/>
              <a:gd name="T97" fmla="*/ 47625 h 5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0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0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50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12" y="28"/>
                </a:moveTo>
                <a:cubicBezTo>
                  <a:pt x="12" y="28"/>
                  <a:pt x="12" y="28"/>
                  <a:pt x="12" y="28"/>
                </a:cubicBezTo>
                <a:cubicBezTo>
                  <a:pt x="12" y="29"/>
                  <a:pt x="12" y="29"/>
                  <a:pt x="11" y="29"/>
                </a:cubicBezTo>
                <a:cubicBezTo>
                  <a:pt x="10" y="29"/>
                  <a:pt x="10" y="29"/>
                  <a:pt x="10" y="28"/>
                </a:cubicBezTo>
                <a:cubicBezTo>
                  <a:pt x="10" y="26"/>
                  <a:pt x="11" y="24"/>
                  <a:pt x="12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3" y="22"/>
                  <a:pt x="15" y="21"/>
                  <a:pt x="17" y="21"/>
                </a:cubicBezTo>
                <a:cubicBezTo>
                  <a:pt x="19" y="21"/>
                  <a:pt x="21" y="22"/>
                  <a:pt x="22" y="23"/>
                </a:cubicBezTo>
                <a:cubicBezTo>
                  <a:pt x="23" y="24"/>
                  <a:pt x="24" y="26"/>
                  <a:pt x="24" y="28"/>
                </a:cubicBezTo>
                <a:cubicBezTo>
                  <a:pt x="24" y="33"/>
                  <a:pt x="20" y="34"/>
                  <a:pt x="17" y="36"/>
                </a:cubicBezTo>
                <a:cubicBezTo>
                  <a:pt x="15" y="36"/>
                  <a:pt x="13" y="37"/>
                  <a:pt x="13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24" y="38"/>
                  <a:pt x="24" y="39"/>
                  <a:pt x="24" y="39"/>
                </a:cubicBezTo>
                <a:cubicBezTo>
                  <a:pt x="24" y="40"/>
                  <a:pt x="24" y="41"/>
                  <a:pt x="23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0" y="40"/>
                  <a:pt x="10" y="39"/>
                </a:cubicBezTo>
                <a:cubicBezTo>
                  <a:pt x="10" y="36"/>
                  <a:pt x="13" y="35"/>
                  <a:pt x="16" y="34"/>
                </a:cubicBezTo>
                <a:cubicBezTo>
                  <a:pt x="19" y="32"/>
                  <a:pt x="22" y="31"/>
                  <a:pt x="22" y="28"/>
                </a:cubicBezTo>
                <a:cubicBezTo>
                  <a:pt x="22" y="27"/>
                  <a:pt x="21" y="26"/>
                  <a:pt x="20" y="25"/>
                </a:cubicBezTo>
                <a:cubicBezTo>
                  <a:pt x="20" y="24"/>
                  <a:pt x="18" y="23"/>
                  <a:pt x="17" y="23"/>
                </a:cubicBezTo>
                <a:cubicBezTo>
                  <a:pt x="16" y="23"/>
                  <a:pt x="15" y="24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3" y="26"/>
                  <a:pt x="12" y="27"/>
                  <a:pt x="12" y="28"/>
                </a:cubicBezTo>
                <a:close/>
                <a:moveTo>
                  <a:pt x="40" y="21"/>
                </a:moveTo>
                <a:cubicBezTo>
                  <a:pt x="40" y="21"/>
                  <a:pt x="40" y="21"/>
                  <a:pt x="40" y="21"/>
                </a:cubicBezTo>
                <a:cubicBezTo>
                  <a:pt x="40" y="21"/>
                  <a:pt x="41" y="21"/>
                  <a:pt x="41" y="22"/>
                </a:cubicBezTo>
                <a:cubicBezTo>
                  <a:pt x="41" y="23"/>
                  <a:pt x="40" y="23"/>
                  <a:pt x="40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1" y="26"/>
                  <a:pt x="31" y="26"/>
                  <a:pt x="31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6" y="26"/>
                  <a:pt x="37" y="27"/>
                  <a:pt x="39" y="29"/>
                </a:cubicBezTo>
                <a:cubicBezTo>
                  <a:pt x="40" y="30"/>
                  <a:pt x="41" y="32"/>
                  <a:pt x="41" y="34"/>
                </a:cubicBezTo>
                <a:cubicBezTo>
                  <a:pt x="41" y="36"/>
                  <a:pt x="40" y="37"/>
                  <a:pt x="39" y="39"/>
                </a:cubicBezTo>
                <a:cubicBezTo>
                  <a:pt x="37" y="40"/>
                  <a:pt x="36" y="41"/>
                  <a:pt x="34" y="41"/>
                </a:cubicBezTo>
                <a:cubicBezTo>
                  <a:pt x="32" y="41"/>
                  <a:pt x="30" y="40"/>
                  <a:pt x="29" y="39"/>
                </a:cubicBezTo>
                <a:cubicBezTo>
                  <a:pt x="27" y="37"/>
                  <a:pt x="26" y="36"/>
                  <a:pt x="26" y="34"/>
                </a:cubicBezTo>
                <a:cubicBezTo>
                  <a:pt x="26" y="33"/>
                  <a:pt x="27" y="32"/>
                  <a:pt x="28" y="32"/>
                </a:cubicBezTo>
                <a:cubicBezTo>
                  <a:pt x="28" y="32"/>
                  <a:pt x="29" y="33"/>
                  <a:pt x="29" y="34"/>
                </a:cubicBezTo>
                <a:cubicBezTo>
                  <a:pt x="29" y="35"/>
                  <a:pt x="29" y="36"/>
                  <a:pt x="30" y="37"/>
                </a:cubicBezTo>
                <a:cubicBezTo>
                  <a:pt x="31" y="38"/>
                  <a:pt x="32" y="38"/>
                  <a:pt x="34" y="38"/>
                </a:cubicBezTo>
                <a:cubicBezTo>
                  <a:pt x="35" y="38"/>
                  <a:pt x="36" y="38"/>
                  <a:pt x="37" y="37"/>
                </a:cubicBezTo>
                <a:cubicBezTo>
                  <a:pt x="38" y="36"/>
                  <a:pt x="38" y="35"/>
                  <a:pt x="38" y="34"/>
                </a:cubicBezTo>
                <a:cubicBezTo>
                  <a:pt x="38" y="32"/>
                  <a:pt x="38" y="31"/>
                  <a:pt x="3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6" y="29"/>
                  <a:pt x="35" y="29"/>
                  <a:pt x="34" y="29"/>
                </a:cubicBezTo>
                <a:cubicBezTo>
                  <a:pt x="34" y="29"/>
                  <a:pt x="34" y="29"/>
                  <a:pt x="34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8" y="29"/>
                  <a:pt x="28" y="28"/>
                  <a:pt x="28" y="27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1"/>
                  <a:pt x="30" y="21"/>
                  <a:pt x="31" y="21"/>
                </a:cubicBezTo>
                <a:cubicBezTo>
                  <a:pt x="40" y="21"/>
                  <a:pt x="40" y="21"/>
                  <a:pt x="40" y="21"/>
                </a:cubicBezTo>
                <a:close/>
                <a:moveTo>
                  <a:pt x="4" y="13"/>
                </a:moveTo>
                <a:cubicBezTo>
                  <a:pt x="4" y="13"/>
                  <a:pt x="4" y="13"/>
                  <a:pt x="4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4"/>
                  <a:pt x="47" y="4"/>
                  <a:pt x="47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8"/>
                  <a:pt x="42" y="9"/>
                  <a:pt x="41" y="9"/>
                </a:cubicBezTo>
                <a:cubicBezTo>
                  <a:pt x="40" y="9"/>
                  <a:pt x="39" y="8"/>
                  <a:pt x="39" y="7"/>
                </a:cubicBezTo>
                <a:cubicBezTo>
                  <a:pt x="39" y="4"/>
                  <a:pt x="39" y="4"/>
                  <a:pt x="39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32" y="7"/>
                  <a:pt x="32" y="7"/>
                  <a:pt x="32" y="7"/>
                </a:cubicBezTo>
                <a:cubicBezTo>
                  <a:pt x="32" y="8"/>
                  <a:pt x="32" y="9"/>
                  <a:pt x="30" y="9"/>
                </a:cubicBezTo>
                <a:cubicBezTo>
                  <a:pt x="29" y="9"/>
                  <a:pt x="29" y="8"/>
                  <a:pt x="29" y="7"/>
                </a:cubicBezTo>
                <a:cubicBezTo>
                  <a:pt x="29" y="4"/>
                  <a:pt x="29" y="4"/>
                  <a:pt x="29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8"/>
                  <a:pt x="21" y="9"/>
                  <a:pt x="20" y="9"/>
                </a:cubicBezTo>
                <a:cubicBezTo>
                  <a:pt x="19" y="9"/>
                  <a:pt x="18" y="8"/>
                  <a:pt x="18" y="7"/>
                </a:cubicBezTo>
                <a:cubicBezTo>
                  <a:pt x="18" y="4"/>
                  <a:pt x="18" y="4"/>
                  <a:pt x="18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8"/>
                  <a:pt x="11" y="9"/>
                  <a:pt x="10" y="9"/>
                </a:cubicBezTo>
                <a:cubicBezTo>
                  <a:pt x="9" y="9"/>
                  <a:pt x="8" y="8"/>
                  <a:pt x="8" y="7"/>
                </a:cubicBezTo>
                <a:cubicBezTo>
                  <a:pt x="8" y="4"/>
                  <a:pt x="8" y="4"/>
                  <a:pt x="8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3"/>
                  <a:pt x="4" y="13"/>
                  <a:pt x="4" y="13"/>
                </a:cubicBezTo>
                <a:close/>
                <a:moveTo>
                  <a:pt x="47" y="15"/>
                </a:moveTo>
                <a:cubicBezTo>
                  <a:pt x="47" y="15"/>
                  <a:pt x="47" y="15"/>
                  <a:pt x="47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46"/>
                  <a:pt x="4" y="46"/>
                  <a:pt x="4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7" y="15"/>
                  <a:pt x="47" y="15"/>
                  <a:pt x="47" y="1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57" name="Freeform 291">
            <a:extLst>
              <a:ext uri="{FF2B5EF4-FFF2-40B4-BE49-F238E27FC236}">
                <a16:creationId xmlns:a16="http://schemas.microsoft.com/office/drawing/2014/main" id="{C81028B5-8DC8-596B-2CF1-77017A1CB441}"/>
              </a:ext>
            </a:extLst>
          </p:cNvPr>
          <p:cNvSpPr>
            <a:spLocks noEditPoints="1"/>
          </p:cNvSpPr>
          <p:nvPr/>
        </p:nvSpPr>
        <p:spPr bwMode="auto">
          <a:xfrm>
            <a:off x="7304018" y="6047765"/>
            <a:ext cx="226483" cy="220133"/>
          </a:xfrm>
          <a:custGeom>
            <a:avLst/>
            <a:gdLst>
              <a:gd name="T0" fmla="*/ 86533 w 53"/>
              <a:gd name="T1" fmla="*/ 9525 h 52"/>
              <a:gd name="T2" fmla="*/ 115378 w 53"/>
              <a:gd name="T3" fmla="*/ 22225 h 52"/>
              <a:gd name="T4" fmla="*/ 134608 w 53"/>
              <a:gd name="T5" fmla="*/ 25400 h 52"/>
              <a:gd name="T6" fmla="*/ 141018 w 53"/>
              <a:gd name="T7" fmla="*/ 53975 h 52"/>
              <a:gd name="T8" fmla="*/ 169862 w 53"/>
              <a:gd name="T9" fmla="*/ 88900 h 52"/>
              <a:gd name="T10" fmla="*/ 141018 w 53"/>
              <a:gd name="T11" fmla="*/ 123825 h 52"/>
              <a:gd name="T12" fmla="*/ 134608 w 53"/>
              <a:gd name="T13" fmla="*/ 165100 h 52"/>
              <a:gd name="T14" fmla="*/ 0 w 53"/>
              <a:gd name="T15" fmla="*/ 158750 h 52"/>
              <a:gd name="T16" fmla="*/ 6410 w 53"/>
              <a:gd name="T17" fmla="*/ 25400 h 52"/>
              <a:gd name="T18" fmla="*/ 25640 w 53"/>
              <a:gd name="T19" fmla="*/ 19050 h 52"/>
              <a:gd name="T20" fmla="*/ 51279 w 53"/>
              <a:gd name="T21" fmla="*/ 9525 h 52"/>
              <a:gd name="T22" fmla="*/ 57689 w 53"/>
              <a:gd name="T23" fmla="*/ 133350 h 52"/>
              <a:gd name="T24" fmla="*/ 96148 w 53"/>
              <a:gd name="T25" fmla="*/ 127000 h 52"/>
              <a:gd name="T26" fmla="*/ 57689 w 53"/>
              <a:gd name="T27" fmla="*/ 133350 h 52"/>
              <a:gd name="T28" fmla="*/ 54484 w 53"/>
              <a:gd name="T29" fmla="*/ 98425 h 52"/>
              <a:gd name="T30" fmla="*/ 80124 w 53"/>
              <a:gd name="T31" fmla="*/ 98425 h 52"/>
              <a:gd name="T32" fmla="*/ 57689 w 53"/>
              <a:gd name="T33" fmla="*/ 73025 h 52"/>
              <a:gd name="T34" fmla="*/ 57689 w 53"/>
              <a:gd name="T35" fmla="*/ 66675 h 52"/>
              <a:gd name="T36" fmla="*/ 83329 w 53"/>
              <a:gd name="T37" fmla="*/ 73025 h 52"/>
              <a:gd name="T38" fmla="*/ 128198 w 53"/>
              <a:gd name="T39" fmla="*/ 53975 h 52"/>
              <a:gd name="T40" fmla="*/ 115378 w 53"/>
              <a:gd name="T41" fmla="*/ 41275 h 52"/>
              <a:gd name="T42" fmla="*/ 70509 w 53"/>
              <a:gd name="T43" fmla="*/ 47625 h 52"/>
              <a:gd name="T44" fmla="*/ 22435 w 53"/>
              <a:gd name="T45" fmla="*/ 41275 h 52"/>
              <a:gd name="T46" fmla="*/ 12820 w 53"/>
              <a:gd name="T47" fmla="*/ 152400 h 52"/>
              <a:gd name="T48" fmla="*/ 108968 w 53"/>
              <a:gd name="T49" fmla="*/ 111125 h 52"/>
              <a:gd name="T50" fmla="*/ 99353 w 53"/>
              <a:gd name="T51" fmla="*/ 88900 h 52"/>
              <a:gd name="T52" fmla="*/ 153837 w 53"/>
              <a:gd name="T53" fmla="*/ 69850 h 52"/>
              <a:gd name="T54" fmla="*/ 115378 w 53"/>
              <a:gd name="T55" fmla="*/ 69850 h 52"/>
              <a:gd name="T56" fmla="*/ 134608 w 53"/>
              <a:gd name="T57" fmla="*/ 114300 h 52"/>
              <a:gd name="T58" fmla="*/ 153837 w 53"/>
              <a:gd name="T59" fmla="*/ 69850 h 52"/>
              <a:gd name="T60" fmla="*/ 22435 w 53"/>
              <a:gd name="T61" fmla="*/ 117475 h 52"/>
              <a:gd name="T62" fmla="*/ 44869 w 53"/>
              <a:gd name="T63" fmla="*/ 120650 h 52"/>
              <a:gd name="T64" fmla="*/ 41664 w 53"/>
              <a:gd name="T65" fmla="*/ 142875 h 52"/>
              <a:gd name="T66" fmla="*/ 19230 w 53"/>
              <a:gd name="T67" fmla="*/ 136525 h 52"/>
              <a:gd name="T68" fmla="*/ 22435 w 53"/>
              <a:gd name="T69" fmla="*/ 117475 h 52"/>
              <a:gd name="T70" fmla="*/ 28844 w 53"/>
              <a:gd name="T71" fmla="*/ 123825 h 52"/>
              <a:gd name="T72" fmla="*/ 38459 w 53"/>
              <a:gd name="T73" fmla="*/ 123825 h 52"/>
              <a:gd name="T74" fmla="*/ 22435 w 53"/>
              <a:gd name="T75" fmla="*/ 85725 h 52"/>
              <a:gd name="T76" fmla="*/ 44869 w 53"/>
              <a:gd name="T77" fmla="*/ 92075 h 52"/>
              <a:gd name="T78" fmla="*/ 41664 w 53"/>
              <a:gd name="T79" fmla="*/ 111125 h 52"/>
              <a:gd name="T80" fmla="*/ 19230 w 53"/>
              <a:gd name="T81" fmla="*/ 107950 h 52"/>
              <a:gd name="T82" fmla="*/ 38459 w 53"/>
              <a:gd name="T83" fmla="*/ 95250 h 52"/>
              <a:gd name="T84" fmla="*/ 28844 w 53"/>
              <a:gd name="T85" fmla="*/ 104775 h 52"/>
              <a:gd name="T86" fmla="*/ 22435 w 53"/>
              <a:gd name="T87" fmla="*/ 57150 h 52"/>
              <a:gd name="T88" fmla="*/ 41664 w 53"/>
              <a:gd name="T89" fmla="*/ 57150 h 52"/>
              <a:gd name="T90" fmla="*/ 44869 w 53"/>
              <a:gd name="T91" fmla="*/ 79375 h 52"/>
              <a:gd name="T92" fmla="*/ 22435 w 53"/>
              <a:gd name="T93" fmla="*/ 82550 h 52"/>
              <a:gd name="T94" fmla="*/ 19230 w 53"/>
              <a:gd name="T95" fmla="*/ 60325 h 52"/>
              <a:gd name="T96" fmla="*/ 38459 w 53"/>
              <a:gd name="T97" fmla="*/ 66675 h 52"/>
              <a:gd name="T98" fmla="*/ 38459 w 53"/>
              <a:gd name="T99" fmla="*/ 76200 h 52"/>
              <a:gd name="T100" fmla="*/ 147427 w 53"/>
              <a:gd name="T101" fmla="*/ 73025 h 52"/>
              <a:gd name="T102" fmla="*/ 131403 w 53"/>
              <a:gd name="T103" fmla="*/ 101600 h 52"/>
              <a:gd name="T104" fmla="*/ 115378 w 53"/>
              <a:gd name="T105" fmla="*/ 92075 h 52"/>
              <a:gd name="T106" fmla="*/ 128198 w 53"/>
              <a:gd name="T107" fmla="*/ 95250 h 52"/>
              <a:gd name="T108" fmla="*/ 86533 w 53"/>
              <a:gd name="T109" fmla="*/ 19050 h 52"/>
              <a:gd name="T110" fmla="*/ 70509 w 53"/>
              <a:gd name="T111" fmla="*/ 9525 h 52"/>
              <a:gd name="T112" fmla="*/ 70509 w 53"/>
              <a:gd name="T113" fmla="*/ 19050 h 52"/>
              <a:gd name="T114" fmla="*/ 70509 w 53"/>
              <a:gd name="T115" fmla="*/ 28575 h 52"/>
              <a:gd name="T116" fmla="*/ 28844 w 53"/>
              <a:gd name="T117" fmla="*/ 38100 h 52"/>
              <a:gd name="T118" fmla="*/ 108968 w 53"/>
              <a:gd name="T119" fmla="*/ 31750 h 5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3" h="52">
                <a:moveTo>
                  <a:pt x="22" y="0"/>
                </a:moveTo>
                <a:cubicBezTo>
                  <a:pt x="22" y="0"/>
                  <a:pt x="22" y="0"/>
                  <a:pt x="22" y="0"/>
                </a:cubicBezTo>
                <a:cubicBezTo>
                  <a:pt x="24" y="0"/>
                  <a:pt x="26" y="1"/>
                  <a:pt x="27" y="3"/>
                </a:cubicBezTo>
                <a:cubicBezTo>
                  <a:pt x="28" y="4"/>
                  <a:pt x="29" y="5"/>
                  <a:pt x="29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6" y="6"/>
                  <a:pt x="36" y="7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6" y="8"/>
                  <a:pt x="36" y="8"/>
                  <a:pt x="36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8"/>
                  <a:pt x="44" y="9"/>
                  <a:pt x="44" y="10"/>
                </a:cubicBezTo>
                <a:cubicBezTo>
                  <a:pt x="44" y="10"/>
                  <a:pt x="44" y="10"/>
                  <a:pt x="44" y="10"/>
                </a:cubicBezTo>
                <a:cubicBezTo>
                  <a:pt x="44" y="17"/>
                  <a:pt x="44" y="17"/>
                  <a:pt x="44" y="17"/>
                </a:cubicBezTo>
                <a:cubicBezTo>
                  <a:pt x="46" y="17"/>
                  <a:pt x="48" y="18"/>
                  <a:pt x="50" y="20"/>
                </a:cubicBezTo>
                <a:cubicBezTo>
                  <a:pt x="50" y="20"/>
                  <a:pt x="50" y="20"/>
                  <a:pt x="50" y="20"/>
                </a:cubicBezTo>
                <a:cubicBezTo>
                  <a:pt x="52" y="22"/>
                  <a:pt x="53" y="25"/>
                  <a:pt x="53" y="28"/>
                </a:cubicBezTo>
                <a:cubicBezTo>
                  <a:pt x="53" y="31"/>
                  <a:pt x="52" y="34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48" y="37"/>
                  <a:pt x="46" y="38"/>
                  <a:pt x="44" y="39"/>
                </a:cubicBezTo>
                <a:cubicBezTo>
                  <a:pt x="44" y="50"/>
                  <a:pt x="44" y="50"/>
                  <a:pt x="44" y="50"/>
                </a:cubicBezTo>
                <a:cubicBezTo>
                  <a:pt x="44" y="51"/>
                  <a:pt x="43" y="52"/>
                  <a:pt x="42" y="52"/>
                </a:cubicBezTo>
                <a:cubicBezTo>
                  <a:pt x="42" y="52"/>
                  <a:pt x="42" y="52"/>
                  <a:pt x="42" y="52"/>
                </a:cubicBezTo>
                <a:cubicBezTo>
                  <a:pt x="2" y="52"/>
                  <a:pt x="2" y="52"/>
                  <a:pt x="2" y="52"/>
                </a:cubicBezTo>
                <a:cubicBezTo>
                  <a:pt x="1" y="52"/>
                  <a:pt x="0" y="51"/>
                  <a:pt x="0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1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5" y="5"/>
                  <a:pt x="15" y="4"/>
                  <a:pt x="16" y="3"/>
                </a:cubicBezTo>
                <a:cubicBezTo>
                  <a:pt x="18" y="1"/>
                  <a:pt x="20" y="0"/>
                  <a:pt x="22" y="0"/>
                </a:cubicBezTo>
                <a:close/>
                <a:moveTo>
                  <a:pt x="18" y="42"/>
                </a:moveTo>
                <a:cubicBezTo>
                  <a:pt x="18" y="42"/>
                  <a:pt x="18" y="42"/>
                  <a:pt x="18" y="42"/>
                </a:cubicBezTo>
                <a:cubicBezTo>
                  <a:pt x="17" y="42"/>
                  <a:pt x="17" y="41"/>
                  <a:pt x="17" y="41"/>
                </a:cubicBezTo>
                <a:cubicBezTo>
                  <a:pt x="17" y="40"/>
                  <a:pt x="17" y="40"/>
                  <a:pt x="18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1" y="40"/>
                  <a:pt x="31" y="40"/>
                  <a:pt x="31" y="41"/>
                </a:cubicBezTo>
                <a:cubicBezTo>
                  <a:pt x="31" y="41"/>
                  <a:pt x="31" y="42"/>
                  <a:pt x="30" y="42"/>
                </a:cubicBezTo>
                <a:cubicBezTo>
                  <a:pt x="18" y="42"/>
                  <a:pt x="18" y="42"/>
                  <a:pt x="18" y="42"/>
                </a:cubicBezTo>
                <a:close/>
                <a:moveTo>
                  <a:pt x="18" y="33"/>
                </a:moveTo>
                <a:cubicBezTo>
                  <a:pt x="18" y="33"/>
                  <a:pt x="18" y="33"/>
                  <a:pt x="18" y="33"/>
                </a:cubicBezTo>
                <a:cubicBezTo>
                  <a:pt x="17" y="33"/>
                  <a:pt x="17" y="32"/>
                  <a:pt x="17" y="31"/>
                </a:cubicBezTo>
                <a:cubicBezTo>
                  <a:pt x="17" y="31"/>
                  <a:pt x="17" y="30"/>
                  <a:pt x="18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5" y="30"/>
                  <a:pt x="25" y="31"/>
                  <a:pt x="25" y="31"/>
                </a:cubicBezTo>
                <a:cubicBezTo>
                  <a:pt x="25" y="32"/>
                  <a:pt x="25" y="33"/>
                  <a:pt x="24" y="33"/>
                </a:cubicBezTo>
                <a:cubicBezTo>
                  <a:pt x="18" y="33"/>
                  <a:pt x="18" y="33"/>
                  <a:pt x="18" y="33"/>
                </a:cubicBezTo>
                <a:close/>
                <a:moveTo>
                  <a:pt x="18" y="23"/>
                </a:moveTo>
                <a:cubicBezTo>
                  <a:pt x="18" y="23"/>
                  <a:pt x="18" y="23"/>
                  <a:pt x="18" y="23"/>
                </a:cubicBezTo>
                <a:cubicBezTo>
                  <a:pt x="17" y="23"/>
                  <a:pt x="17" y="23"/>
                  <a:pt x="17" y="22"/>
                </a:cubicBezTo>
                <a:cubicBezTo>
                  <a:pt x="17" y="22"/>
                  <a:pt x="17" y="21"/>
                  <a:pt x="18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21"/>
                  <a:pt x="27" y="22"/>
                  <a:pt x="27" y="22"/>
                </a:cubicBezTo>
                <a:cubicBezTo>
                  <a:pt x="27" y="23"/>
                  <a:pt x="26" y="23"/>
                  <a:pt x="26" y="23"/>
                </a:cubicBezTo>
                <a:cubicBezTo>
                  <a:pt x="18" y="23"/>
                  <a:pt x="18" y="23"/>
                  <a:pt x="18" y="23"/>
                </a:cubicBezTo>
                <a:close/>
                <a:moveTo>
                  <a:pt x="40" y="17"/>
                </a:moveTo>
                <a:cubicBezTo>
                  <a:pt x="40" y="17"/>
                  <a:pt x="40" y="17"/>
                  <a:pt x="40" y="17"/>
                </a:cubicBezTo>
                <a:cubicBezTo>
                  <a:pt x="40" y="12"/>
                  <a:pt x="40" y="12"/>
                  <a:pt x="40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4"/>
                  <a:pt x="36" y="15"/>
                  <a:pt x="35" y="15"/>
                </a:cubicBezTo>
                <a:cubicBezTo>
                  <a:pt x="35" y="15"/>
                  <a:pt x="35" y="15"/>
                  <a:pt x="35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7" y="14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2"/>
                  <a:pt x="7" y="12"/>
                  <a:pt x="7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48"/>
                  <a:pt x="4" y="48"/>
                  <a:pt x="4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39"/>
                  <a:pt x="40" y="39"/>
                  <a:pt x="40" y="39"/>
                </a:cubicBezTo>
                <a:cubicBezTo>
                  <a:pt x="38" y="38"/>
                  <a:pt x="36" y="37"/>
                  <a:pt x="34" y="35"/>
                </a:cubicBezTo>
                <a:cubicBezTo>
                  <a:pt x="34" y="35"/>
                  <a:pt x="34" y="35"/>
                  <a:pt x="34" y="35"/>
                </a:cubicBezTo>
                <a:cubicBezTo>
                  <a:pt x="34" y="35"/>
                  <a:pt x="34" y="35"/>
                  <a:pt x="34" y="35"/>
                </a:cubicBezTo>
                <a:cubicBezTo>
                  <a:pt x="32" y="34"/>
                  <a:pt x="31" y="31"/>
                  <a:pt x="31" y="28"/>
                </a:cubicBezTo>
                <a:cubicBezTo>
                  <a:pt x="31" y="25"/>
                  <a:pt x="32" y="22"/>
                  <a:pt x="34" y="20"/>
                </a:cubicBezTo>
                <a:cubicBezTo>
                  <a:pt x="36" y="18"/>
                  <a:pt x="38" y="17"/>
                  <a:pt x="40" y="17"/>
                </a:cubicBezTo>
                <a:close/>
                <a:moveTo>
                  <a:pt x="48" y="22"/>
                </a:moveTo>
                <a:cubicBezTo>
                  <a:pt x="48" y="22"/>
                  <a:pt x="48" y="22"/>
                  <a:pt x="48" y="22"/>
                </a:cubicBezTo>
                <a:cubicBezTo>
                  <a:pt x="46" y="20"/>
                  <a:pt x="44" y="19"/>
                  <a:pt x="42" y="19"/>
                </a:cubicBezTo>
                <a:cubicBezTo>
                  <a:pt x="39" y="19"/>
                  <a:pt x="37" y="20"/>
                  <a:pt x="36" y="22"/>
                </a:cubicBezTo>
                <a:cubicBezTo>
                  <a:pt x="34" y="23"/>
                  <a:pt x="33" y="25"/>
                  <a:pt x="33" y="28"/>
                </a:cubicBezTo>
                <a:cubicBezTo>
                  <a:pt x="33" y="30"/>
                  <a:pt x="34" y="32"/>
                  <a:pt x="36" y="34"/>
                </a:cubicBezTo>
                <a:cubicBezTo>
                  <a:pt x="37" y="35"/>
                  <a:pt x="39" y="36"/>
                  <a:pt x="42" y="36"/>
                </a:cubicBezTo>
                <a:cubicBezTo>
                  <a:pt x="44" y="36"/>
                  <a:pt x="46" y="35"/>
                  <a:pt x="48" y="34"/>
                </a:cubicBezTo>
                <a:cubicBezTo>
                  <a:pt x="49" y="32"/>
                  <a:pt x="50" y="30"/>
                  <a:pt x="50" y="28"/>
                </a:cubicBezTo>
                <a:cubicBezTo>
                  <a:pt x="50" y="25"/>
                  <a:pt x="49" y="23"/>
                  <a:pt x="48" y="22"/>
                </a:cubicBezTo>
                <a:cubicBezTo>
                  <a:pt x="48" y="22"/>
                  <a:pt x="48" y="22"/>
                  <a:pt x="48" y="22"/>
                </a:cubicBezTo>
                <a:close/>
                <a:moveTo>
                  <a:pt x="7" y="37"/>
                </a:moveTo>
                <a:cubicBezTo>
                  <a:pt x="7" y="37"/>
                  <a:pt x="7" y="37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4" y="37"/>
                  <a:pt x="14" y="37"/>
                  <a:pt x="14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43"/>
                  <a:pt x="14" y="43"/>
                  <a:pt x="14" y="43"/>
                </a:cubicBezTo>
                <a:cubicBezTo>
                  <a:pt x="14" y="44"/>
                  <a:pt x="14" y="45"/>
                  <a:pt x="13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7" y="45"/>
                  <a:pt x="7" y="45"/>
                  <a:pt x="7" y="45"/>
                </a:cubicBezTo>
                <a:cubicBezTo>
                  <a:pt x="7" y="45"/>
                  <a:pt x="6" y="44"/>
                  <a:pt x="6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37"/>
                  <a:pt x="7" y="37"/>
                  <a:pt x="7" y="37"/>
                </a:cubicBezTo>
                <a:close/>
                <a:moveTo>
                  <a:pt x="12" y="39"/>
                </a:moveTo>
                <a:cubicBezTo>
                  <a:pt x="12" y="39"/>
                  <a:pt x="12" y="39"/>
                  <a:pt x="12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42"/>
                  <a:pt x="9" y="42"/>
                  <a:pt x="9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39"/>
                  <a:pt x="12" y="39"/>
                  <a:pt x="12" y="39"/>
                </a:cubicBezTo>
                <a:close/>
                <a:moveTo>
                  <a:pt x="7" y="27"/>
                </a:move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4" y="27"/>
                  <a:pt x="14" y="28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5"/>
                  <a:pt x="14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7" y="35"/>
                  <a:pt x="6" y="35"/>
                  <a:pt x="6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8"/>
                  <a:pt x="7" y="27"/>
                  <a:pt x="7" y="27"/>
                </a:cubicBezTo>
                <a:close/>
                <a:moveTo>
                  <a:pt x="12" y="30"/>
                </a:moveTo>
                <a:cubicBezTo>
                  <a:pt x="12" y="30"/>
                  <a:pt x="12" y="30"/>
                  <a:pt x="12" y="30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3"/>
                  <a:pt x="9" y="33"/>
                  <a:pt x="9" y="33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0"/>
                  <a:pt x="12" y="30"/>
                  <a:pt x="12" y="30"/>
                </a:cubicBezTo>
                <a:close/>
                <a:moveTo>
                  <a:pt x="7" y="18"/>
                </a:moveTo>
                <a:cubicBezTo>
                  <a:pt x="7" y="18"/>
                  <a:pt x="7" y="18"/>
                  <a:pt x="7" y="18"/>
                </a:cubicBezTo>
                <a:cubicBezTo>
                  <a:pt x="7" y="18"/>
                  <a:pt x="7" y="18"/>
                  <a:pt x="7" y="18"/>
                </a:cubicBezTo>
                <a:cubicBezTo>
                  <a:pt x="13" y="18"/>
                  <a:pt x="13" y="18"/>
                  <a:pt x="13" y="18"/>
                </a:cubicBezTo>
                <a:cubicBezTo>
                  <a:pt x="14" y="18"/>
                  <a:pt x="14" y="19"/>
                  <a:pt x="14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6"/>
                  <a:pt x="6" y="25"/>
                  <a:pt x="6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9"/>
                  <a:pt x="7" y="18"/>
                  <a:pt x="7" y="18"/>
                </a:cubicBezTo>
                <a:close/>
                <a:moveTo>
                  <a:pt x="12" y="21"/>
                </a:moveTo>
                <a:cubicBezTo>
                  <a:pt x="12" y="21"/>
                  <a:pt x="12" y="21"/>
                  <a:pt x="12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4"/>
                  <a:pt x="9" y="24"/>
                  <a:pt x="9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1"/>
                  <a:pt x="12" y="21"/>
                  <a:pt x="12" y="21"/>
                </a:cubicBezTo>
                <a:close/>
                <a:moveTo>
                  <a:pt x="46" y="23"/>
                </a:moveTo>
                <a:cubicBezTo>
                  <a:pt x="46" y="23"/>
                  <a:pt x="46" y="23"/>
                  <a:pt x="46" y="23"/>
                </a:cubicBezTo>
                <a:cubicBezTo>
                  <a:pt x="47" y="23"/>
                  <a:pt x="47" y="23"/>
                  <a:pt x="48" y="23"/>
                </a:cubicBezTo>
                <a:cubicBezTo>
                  <a:pt x="48" y="24"/>
                  <a:pt x="48" y="24"/>
                  <a:pt x="48" y="25"/>
                </a:cubicBezTo>
                <a:cubicBezTo>
                  <a:pt x="41" y="32"/>
                  <a:pt x="41" y="32"/>
                  <a:pt x="41" y="32"/>
                </a:cubicBezTo>
                <a:cubicBezTo>
                  <a:pt x="40" y="33"/>
                  <a:pt x="39" y="33"/>
                  <a:pt x="39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6" y="29"/>
                  <a:pt x="36" y="29"/>
                  <a:pt x="36" y="29"/>
                </a:cubicBezTo>
                <a:cubicBezTo>
                  <a:pt x="35" y="28"/>
                  <a:pt x="35" y="28"/>
                  <a:pt x="36" y="27"/>
                </a:cubicBezTo>
                <a:cubicBezTo>
                  <a:pt x="36" y="27"/>
                  <a:pt x="37" y="27"/>
                  <a:pt x="37" y="27"/>
                </a:cubicBezTo>
                <a:cubicBezTo>
                  <a:pt x="40" y="30"/>
                  <a:pt x="40" y="30"/>
                  <a:pt x="40" y="30"/>
                </a:cubicBezTo>
                <a:cubicBezTo>
                  <a:pt x="46" y="23"/>
                  <a:pt x="46" y="23"/>
                  <a:pt x="46" y="23"/>
                </a:cubicBezTo>
                <a:close/>
                <a:moveTo>
                  <a:pt x="27" y="6"/>
                </a:moveTo>
                <a:cubicBezTo>
                  <a:pt x="27" y="6"/>
                  <a:pt x="27" y="6"/>
                  <a:pt x="27" y="6"/>
                </a:cubicBezTo>
                <a:cubicBezTo>
                  <a:pt x="26" y="6"/>
                  <a:pt x="26" y="5"/>
                  <a:pt x="25" y="4"/>
                </a:cubicBezTo>
                <a:cubicBezTo>
                  <a:pt x="24" y="3"/>
                  <a:pt x="23" y="3"/>
                  <a:pt x="22" y="3"/>
                </a:cubicBezTo>
                <a:cubicBezTo>
                  <a:pt x="22" y="3"/>
                  <a:pt x="22" y="3"/>
                  <a:pt x="22" y="3"/>
                </a:cubicBezTo>
                <a:cubicBezTo>
                  <a:pt x="20" y="3"/>
                  <a:pt x="19" y="3"/>
                  <a:pt x="18" y="4"/>
                </a:cubicBezTo>
                <a:cubicBezTo>
                  <a:pt x="17" y="5"/>
                  <a:pt x="17" y="6"/>
                  <a:pt x="17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7" y="6"/>
                  <a:pt x="27" y="6"/>
                  <a:pt x="27" y="6"/>
                </a:cubicBezTo>
                <a:close/>
                <a:moveTo>
                  <a:pt x="22" y="9"/>
                </a:moveTo>
                <a:cubicBezTo>
                  <a:pt x="22" y="9"/>
                  <a:pt x="22" y="9"/>
                  <a:pt x="22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2"/>
                  <a:pt x="9" y="12"/>
                  <a:pt x="9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9"/>
                  <a:pt x="34" y="9"/>
                  <a:pt x="34" y="9"/>
                </a:cubicBezTo>
                <a:cubicBezTo>
                  <a:pt x="22" y="9"/>
                  <a:pt x="22" y="9"/>
                  <a:pt x="22" y="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58" name="Freeform 292">
            <a:extLst>
              <a:ext uri="{FF2B5EF4-FFF2-40B4-BE49-F238E27FC236}">
                <a16:creationId xmlns:a16="http://schemas.microsoft.com/office/drawing/2014/main" id="{30A2B425-3FF7-AE44-1251-E148D1D13D98}"/>
              </a:ext>
            </a:extLst>
          </p:cNvPr>
          <p:cNvSpPr>
            <a:spLocks noEditPoints="1"/>
          </p:cNvSpPr>
          <p:nvPr/>
        </p:nvSpPr>
        <p:spPr bwMode="auto">
          <a:xfrm>
            <a:off x="2403934" y="6051998"/>
            <a:ext cx="211667" cy="211667"/>
          </a:xfrm>
          <a:custGeom>
            <a:avLst/>
            <a:gdLst>
              <a:gd name="T0" fmla="*/ 107950 w 50"/>
              <a:gd name="T1" fmla="*/ 47625 h 50"/>
              <a:gd name="T2" fmla="*/ 123825 w 50"/>
              <a:gd name="T3" fmla="*/ 82550 h 50"/>
              <a:gd name="T4" fmla="*/ 133350 w 50"/>
              <a:gd name="T5" fmla="*/ 101600 h 50"/>
              <a:gd name="T6" fmla="*/ 130175 w 50"/>
              <a:gd name="T7" fmla="*/ 117475 h 50"/>
              <a:gd name="T8" fmla="*/ 123825 w 50"/>
              <a:gd name="T9" fmla="*/ 117475 h 50"/>
              <a:gd name="T10" fmla="*/ 79375 w 50"/>
              <a:gd name="T11" fmla="*/ 120650 h 50"/>
              <a:gd name="T12" fmla="*/ 31750 w 50"/>
              <a:gd name="T13" fmla="*/ 117475 h 50"/>
              <a:gd name="T14" fmla="*/ 28575 w 50"/>
              <a:gd name="T15" fmla="*/ 117475 h 50"/>
              <a:gd name="T16" fmla="*/ 22225 w 50"/>
              <a:gd name="T17" fmla="*/ 101600 h 50"/>
              <a:gd name="T18" fmla="*/ 28575 w 50"/>
              <a:gd name="T19" fmla="*/ 69850 h 50"/>
              <a:gd name="T20" fmla="*/ 53975 w 50"/>
              <a:gd name="T21" fmla="*/ 50800 h 50"/>
              <a:gd name="T22" fmla="*/ 146050 w 50"/>
              <a:gd name="T23" fmla="*/ 82550 h 50"/>
              <a:gd name="T24" fmla="*/ 136525 w 50"/>
              <a:gd name="T25" fmla="*/ 76200 h 50"/>
              <a:gd name="T26" fmla="*/ 127000 w 50"/>
              <a:gd name="T27" fmla="*/ 31750 h 50"/>
              <a:gd name="T28" fmla="*/ 79375 w 50"/>
              <a:gd name="T29" fmla="*/ 25400 h 50"/>
              <a:gd name="T30" fmla="*/ 31750 w 50"/>
              <a:gd name="T31" fmla="*/ 31750 h 50"/>
              <a:gd name="T32" fmla="*/ 19050 w 50"/>
              <a:gd name="T33" fmla="*/ 76200 h 50"/>
              <a:gd name="T34" fmla="*/ 9525 w 50"/>
              <a:gd name="T35" fmla="*/ 82550 h 50"/>
              <a:gd name="T36" fmla="*/ 73025 w 50"/>
              <a:gd name="T37" fmla="*/ 146050 h 50"/>
              <a:gd name="T38" fmla="*/ 82550 w 50"/>
              <a:gd name="T39" fmla="*/ 139700 h 50"/>
              <a:gd name="T40" fmla="*/ 127000 w 50"/>
              <a:gd name="T41" fmla="*/ 127000 h 50"/>
              <a:gd name="T42" fmla="*/ 79375 w 50"/>
              <a:gd name="T43" fmla="*/ 0 h 50"/>
              <a:gd name="T44" fmla="*/ 158750 w 50"/>
              <a:gd name="T45" fmla="*/ 79375 h 50"/>
              <a:gd name="T46" fmla="*/ 133350 w 50"/>
              <a:gd name="T47" fmla="*/ 136525 h 50"/>
              <a:gd name="T48" fmla="*/ 22225 w 50"/>
              <a:gd name="T49" fmla="*/ 136525 h 50"/>
              <a:gd name="T50" fmla="*/ 22225 w 50"/>
              <a:gd name="T51" fmla="*/ 22225 h 50"/>
              <a:gd name="T52" fmla="*/ 79375 w 50"/>
              <a:gd name="T53" fmla="*/ 0 h 50"/>
              <a:gd name="T54" fmla="*/ 88900 w 50"/>
              <a:gd name="T55" fmla="*/ 114300 h 50"/>
              <a:gd name="T56" fmla="*/ 95250 w 50"/>
              <a:gd name="T57" fmla="*/ 98425 h 50"/>
              <a:gd name="T58" fmla="*/ 104775 w 50"/>
              <a:gd name="T59" fmla="*/ 104775 h 50"/>
              <a:gd name="T60" fmla="*/ 79375 w 50"/>
              <a:gd name="T61" fmla="*/ 79375 h 50"/>
              <a:gd name="T62" fmla="*/ 53975 w 50"/>
              <a:gd name="T63" fmla="*/ 104775 h 50"/>
              <a:gd name="T64" fmla="*/ 63500 w 50"/>
              <a:gd name="T65" fmla="*/ 98425 h 50"/>
              <a:gd name="T66" fmla="*/ 66675 w 50"/>
              <a:gd name="T67" fmla="*/ 114300 h 50"/>
              <a:gd name="T68" fmla="*/ 79375 w 50"/>
              <a:gd name="T69" fmla="*/ 73025 h 50"/>
              <a:gd name="T70" fmla="*/ 60325 w 50"/>
              <a:gd name="T71" fmla="*/ 53975 h 50"/>
              <a:gd name="T72" fmla="*/ 38100 w 50"/>
              <a:gd name="T73" fmla="*/ 114300 h 50"/>
              <a:gd name="T74" fmla="*/ 44450 w 50"/>
              <a:gd name="T75" fmla="*/ 104775 h 50"/>
              <a:gd name="T76" fmla="*/ 38100 w 50"/>
              <a:gd name="T77" fmla="*/ 85725 h 50"/>
              <a:gd name="T78" fmla="*/ 28575 w 50"/>
              <a:gd name="T79" fmla="*/ 101600 h 50"/>
              <a:gd name="T80" fmla="*/ 34925 w 50"/>
              <a:gd name="T81" fmla="*/ 101600 h 50"/>
              <a:gd name="T82" fmla="*/ 38100 w 50"/>
              <a:gd name="T83" fmla="*/ 114300 h 50"/>
              <a:gd name="T84" fmla="*/ 50800 w 50"/>
              <a:gd name="T85" fmla="*/ 57150 h 50"/>
              <a:gd name="T86" fmla="*/ 34925 w 50"/>
              <a:gd name="T87" fmla="*/ 69850 h 50"/>
              <a:gd name="T88" fmla="*/ 50800 w 50"/>
              <a:gd name="T89" fmla="*/ 82550 h 50"/>
              <a:gd name="T90" fmla="*/ 117475 w 50"/>
              <a:gd name="T91" fmla="*/ 114300 h 50"/>
              <a:gd name="T92" fmla="*/ 117475 w 50"/>
              <a:gd name="T93" fmla="*/ 101600 h 50"/>
              <a:gd name="T94" fmla="*/ 127000 w 50"/>
              <a:gd name="T95" fmla="*/ 107950 h 50"/>
              <a:gd name="T96" fmla="*/ 127000 w 50"/>
              <a:gd name="T97" fmla="*/ 98425 h 50"/>
              <a:gd name="T98" fmla="*/ 107950 w 50"/>
              <a:gd name="T99" fmla="*/ 88900 h 50"/>
              <a:gd name="T100" fmla="*/ 107950 w 50"/>
              <a:gd name="T101" fmla="*/ 111125 h 50"/>
              <a:gd name="T102" fmla="*/ 101600 w 50"/>
              <a:gd name="T103" fmla="*/ 57150 h 50"/>
              <a:gd name="T104" fmla="*/ 104775 w 50"/>
              <a:gd name="T105" fmla="*/ 82550 h 50"/>
              <a:gd name="T106" fmla="*/ 117475 w 50"/>
              <a:gd name="T107" fmla="*/ 79375 h 50"/>
              <a:gd name="T108" fmla="*/ 107950 w 50"/>
              <a:gd name="T109" fmla="*/ 57150 h 5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0" h="50">
                <a:moveTo>
                  <a:pt x="25" y="9"/>
                </a:moveTo>
                <a:cubicBezTo>
                  <a:pt x="29" y="9"/>
                  <a:pt x="32" y="12"/>
                  <a:pt x="32" y="16"/>
                </a:cubicBezTo>
                <a:cubicBezTo>
                  <a:pt x="33" y="16"/>
                  <a:pt x="34" y="15"/>
                  <a:pt x="34" y="15"/>
                </a:cubicBezTo>
                <a:cubicBezTo>
                  <a:pt x="36" y="15"/>
                  <a:pt x="38" y="16"/>
                  <a:pt x="39" y="17"/>
                </a:cubicBezTo>
                <a:cubicBezTo>
                  <a:pt x="40" y="18"/>
                  <a:pt x="41" y="20"/>
                  <a:pt x="41" y="22"/>
                </a:cubicBezTo>
                <a:cubicBezTo>
                  <a:pt x="41" y="23"/>
                  <a:pt x="40" y="25"/>
                  <a:pt x="39" y="26"/>
                </a:cubicBezTo>
                <a:cubicBezTo>
                  <a:pt x="40" y="28"/>
                  <a:pt x="40" y="28"/>
                  <a:pt x="40" y="28"/>
                </a:cubicBezTo>
                <a:cubicBezTo>
                  <a:pt x="41" y="28"/>
                  <a:pt x="42" y="29"/>
                  <a:pt x="42" y="30"/>
                </a:cubicBezTo>
                <a:cubicBezTo>
                  <a:pt x="42" y="31"/>
                  <a:pt x="42" y="32"/>
                  <a:pt x="42" y="32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5"/>
                  <a:pt x="42" y="35"/>
                  <a:pt x="42" y="36"/>
                </a:cubicBezTo>
                <a:cubicBezTo>
                  <a:pt x="42" y="36"/>
                  <a:pt x="41" y="36"/>
                  <a:pt x="41" y="37"/>
                </a:cubicBezTo>
                <a:cubicBezTo>
                  <a:pt x="41" y="37"/>
                  <a:pt x="41" y="37"/>
                  <a:pt x="41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8"/>
                  <a:pt x="39" y="38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25" y="38"/>
                  <a:pt x="25" y="38"/>
                  <a:pt x="25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0" y="38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8" y="36"/>
                  <a:pt x="8" y="36"/>
                  <a:pt x="7" y="36"/>
                </a:cubicBezTo>
                <a:cubicBezTo>
                  <a:pt x="7" y="35"/>
                  <a:pt x="7" y="35"/>
                  <a:pt x="7" y="34"/>
                </a:cubicBezTo>
                <a:cubicBezTo>
                  <a:pt x="7" y="32"/>
                  <a:pt x="7" y="32"/>
                  <a:pt x="7" y="32"/>
                </a:cubicBezTo>
                <a:cubicBezTo>
                  <a:pt x="7" y="32"/>
                  <a:pt x="7" y="31"/>
                  <a:pt x="7" y="30"/>
                </a:cubicBezTo>
                <a:cubicBezTo>
                  <a:pt x="8" y="28"/>
                  <a:pt x="9" y="27"/>
                  <a:pt x="10" y="26"/>
                </a:cubicBezTo>
                <a:cubicBezTo>
                  <a:pt x="9" y="25"/>
                  <a:pt x="9" y="23"/>
                  <a:pt x="9" y="22"/>
                </a:cubicBezTo>
                <a:cubicBezTo>
                  <a:pt x="9" y="20"/>
                  <a:pt x="9" y="18"/>
                  <a:pt x="10" y="17"/>
                </a:cubicBezTo>
                <a:cubicBezTo>
                  <a:pt x="12" y="16"/>
                  <a:pt x="13" y="15"/>
                  <a:pt x="15" y="15"/>
                </a:cubicBezTo>
                <a:cubicBezTo>
                  <a:pt x="16" y="15"/>
                  <a:pt x="16" y="16"/>
                  <a:pt x="17" y="16"/>
                </a:cubicBezTo>
                <a:cubicBezTo>
                  <a:pt x="17" y="12"/>
                  <a:pt x="21" y="9"/>
                  <a:pt x="25" y="9"/>
                </a:cubicBezTo>
                <a:close/>
                <a:moveTo>
                  <a:pt x="46" y="26"/>
                </a:moveTo>
                <a:cubicBezTo>
                  <a:pt x="46" y="26"/>
                  <a:pt x="46" y="26"/>
                  <a:pt x="46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6"/>
                  <a:pt x="42" y="26"/>
                  <a:pt x="42" y="25"/>
                </a:cubicBezTo>
                <a:cubicBezTo>
                  <a:pt x="42" y="25"/>
                  <a:pt x="43" y="24"/>
                  <a:pt x="43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19"/>
                  <a:pt x="43" y="14"/>
                  <a:pt x="40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36" y="7"/>
                  <a:pt x="31" y="4"/>
                  <a:pt x="26" y="4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5" y="8"/>
                  <a:pt x="25" y="8"/>
                </a:cubicBezTo>
                <a:cubicBezTo>
                  <a:pt x="24" y="8"/>
                  <a:pt x="23" y="7"/>
                  <a:pt x="23" y="7"/>
                </a:cubicBezTo>
                <a:cubicBezTo>
                  <a:pt x="23" y="4"/>
                  <a:pt x="23" y="4"/>
                  <a:pt x="23" y="4"/>
                </a:cubicBezTo>
                <a:cubicBezTo>
                  <a:pt x="18" y="4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4" y="19"/>
                  <a:pt x="3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7" y="24"/>
                  <a:pt x="7" y="25"/>
                  <a:pt x="7" y="25"/>
                </a:cubicBezTo>
                <a:cubicBezTo>
                  <a:pt x="7" y="26"/>
                  <a:pt x="7" y="26"/>
                  <a:pt x="6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4" y="32"/>
                  <a:pt x="6" y="37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3" y="44"/>
                  <a:pt x="18" y="46"/>
                  <a:pt x="23" y="46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3"/>
                  <a:pt x="24" y="43"/>
                  <a:pt x="25" y="43"/>
                </a:cubicBezTo>
                <a:cubicBezTo>
                  <a:pt x="25" y="43"/>
                  <a:pt x="26" y="43"/>
                  <a:pt x="26" y="44"/>
                </a:cubicBezTo>
                <a:cubicBezTo>
                  <a:pt x="26" y="46"/>
                  <a:pt x="26" y="46"/>
                  <a:pt x="26" y="46"/>
                </a:cubicBezTo>
                <a:cubicBezTo>
                  <a:pt x="31" y="46"/>
                  <a:pt x="36" y="44"/>
                  <a:pt x="40" y="40"/>
                </a:cubicBezTo>
                <a:cubicBezTo>
                  <a:pt x="40" y="40"/>
                  <a:pt x="40" y="40"/>
                  <a:pt x="40" y="40"/>
                </a:cubicBezTo>
                <a:cubicBezTo>
                  <a:pt x="43" y="37"/>
                  <a:pt x="46" y="32"/>
                  <a:pt x="46" y="26"/>
                </a:cubicBezTo>
                <a:close/>
                <a:moveTo>
                  <a:pt x="25" y="0"/>
                </a:moveTo>
                <a:cubicBezTo>
                  <a:pt x="25" y="0"/>
                  <a:pt x="25" y="0"/>
                  <a:pt x="25" y="0"/>
                </a:cubicBezTo>
                <a:cubicBezTo>
                  <a:pt x="32" y="0"/>
                  <a:pt x="38" y="3"/>
                  <a:pt x="42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7" y="12"/>
                  <a:pt x="50" y="18"/>
                  <a:pt x="50" y="25"/>
                </a:cubicBezTo>
                <a:cubicBezTo>
                  <a:pt x="50" y="32"/>
                  <a:pt x="47" y="38"/>
                  <a:pt x="42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38" y="47"/>
                  <a:pt x="32" y="50"/>
                  <a:pt x="25" y="50"/>
                </a:cubicBezTo>
                <a:cubicBezTo>
                  <a:pt x="18" y="50"/>
                  <a:pt x="11" y="47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2" y="38"/>
                  <a:pt x="0" y="32"/>
                  <a:pt x="0" y="25"/>
                </a:cubicBezTo>
                <a:cubicBezTo>
                  <a:pt x="0" y="18"/>
                  <a:pt x="2" y="12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11" y="3"/>
                  <a:pt x="18" y="0"/>
                  <a:pt x="25" y="0"/>
                </a:cubicBezTo>
                <a:close/>
                <a:moveTo>
                  <a:pt x="25" y="36"/>
                </a:moveTo>
                <a:cubicBezTo>
                  <a:pt x="25" y="36"/>
                  <a:pt x="25" y="36"/>
                  <a:pt x="25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4"/>
                  <a:pt x="28" y="32"/>
                  <a:pt x="28" y="31"/>
                </a:cubicBezTo>
                <a:cubicBezTo>
                  <a:pt x="28" y="30"/>
                  <a:pt x="28" y="30"/>
                  <a:pt x="29" y="30"/>
                </a:cubicBezTo>
                <a:cubicBezTo>
                  <a:pt x="29" y="30"/>
                  <a:pt x="30" y="30"/>
                  <a:pt x="30" y="31"/>
                </a:cubicBezTo>
                <a:cubicBezTo>
                  <a:pt x="30" y="34"/>
                  <a:pt x="30" y="34"/>
                  <a:pt x="30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3" y="34"/>
                  <a:pt x="33" y="34"/>
                  <a:pt x="33" y="33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28"/>
                  <a:pt x="30" y="26"/>
                  <a:pt x="28" y="24"/>
                </a:cubicBezTo>
                <a:cubicBezTo>
                  <a:pt x="27" y="25"/>
                  <a:pt x="26" y="25"/>
                  <a:pt x="25" y="25"/>
                </a:cubicBezTo>
                <a:cubicBezTo>
                  <a:pt x="23" y="25"/>
                  <a:pt x="22" y="25"/>
                  <a:pt x="21" y="24"/>
                </a:cubicBezTo>
                <a:cubicBezTo>
                  <a:pt x="19" y="26"/>
                  <a:pt x="17" y="28"/>
                  <a:pt x="17" y="31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34"/>
                  <a:pt x="17" y="34"/>
                  <a:pt x="17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1"/>
                </a:cubicBezTo>
                <a:cubicBezTo>
                  <a:pt x="21" y="32"/>
                  <a:pt x="21" y="34"/>
                  <a:pt x="21" y="36"/>
                </a:cubicBezTo>
                <a:cubicBezTo>
                  <a:pt x="25" y="36"/>
                  <a:pt x="25" y="36"/>
                  <a:pt x="25" y="36"/>
                </a:cubicBezTo>
                <a:close/>
                <a:moveTo>
                  <a:pt x="25" y="23"/>
                </a:moveTo>
                <a:cubicBezTo>
                  <a:pt x="25" y="23"/>
                  <a:pt x="25" y="23"/>
                  <a:pt x="25" y="23"/>
                </a:cubicBezTo>
                <a:cubicBezTo>
                  <a:pt x="28" y="23"/>
                  <a:pt x="30" y="20"/>
                  <a:pt x="30" y="17"/>
                </a:cubicBezTo>
                <a:cubicBezTo>
                  <a:pt x="30" y="14"/>
                  <a:pt x="28" y="11"/>
                  <a:pt x="25" y="11"/>
                </a:cubicBezTo>
                <a:cubicBezTo>
                  <a:pt x="22" y="11"/>
                  <a:pt x="19" y="14"/>
                  <a:pt x="19" y="17"/>
                </a:cubicBezTo>
                <a:cubicBezTo>
                  <a:pt x="19" y="20"/>
                  <a:pt x="22" y="23"/>
                  <a:pt x="25" y="23"/>
                </a:cubicBezTo>
                <a:close/>
                <a:moveTo>
                  <a:pt x="12" y="36"/>
                </a:moveTo>
                <a:cubicBezTo>
                  <a:pt x="12" y="36"/>
                  <a:pt x="12" y="36"/>
                  <a:pt x="12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5" y="36"/>
                  <a:pt x="15" y="35"/>
                  <a:pt x="15" y="35"/>
                </a:cubicBezTo>
                <a:cubicBezTo>
                  <a:pt x="14" y="35"/>
                  <a:pt x="14" y="34"/>
                  <a:pt x="14" y="33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30"/>
                  <a:pt x="14" y="29"/>
                  <a:pt x="15" y="28"/>
                </a:cubicBezTo>
                <a:cubicBezTo>
                  <a:pt x="14" y="28"/>
                  <a:pt x="13" y="28"/>
                  <a:pt x="12" y="27"/>
                </a:cubicBezTo>
                <a:cubicBezTo>
                  <a:pt x="11" y="28"/>
                  <a:pt x="10" y="29"/>
                  <a:pt x="9" y="31"/>
                </a:cubicBezTo>
                <a:cubicBezTo>
                  <a:pt x="9" y="31"/>
                  <a:pt x="9" y="31"/>
                  <a:pt x="9" y="31"/>
                </a:cubicBezTo>
                <a:cubicBezTo>
                  <a:pt x="9" y="31"/>
                  <a:pt x="9" y="32"/>
                  <a:pt x="9" y="32"/>
                </a:cubicBezTo>
                <a:cubicBezTo>
                  <a:pt x="9" y="34"/>
                  <a:pt x="9" y="34"/>
                  <a:pt x="9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2"/>
                  <a:pt x="11" y="32"/>
                  <a:pt x="12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6"/>
                  <a:pt x="12" y="36"/>
                  <a:pt x="12" y="36"/>
                </a:cubicBezTo>
                <a:close/>
                <a:moveTo>
                  <a:pt x="17" y="18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6" y="18"/>
                  <a:pt x="16" y="18"/>
                </a:cubicBezTo>
                <a:cubicBezTo>
                  <a:pt x="16" y="18"/>
                  <a:pt x="15" y="18"/>
                  <a:pt x="15" y="18"/>
                </a:cubicBezTo>
                <a:cubicBezTo>
                  <a:pt x="14" y="18"/>
                  <a:pt x="13" y="18"/>
                  <a:pt x="12" y="19"/>
                </a:cubicBezTo>
                <a:cubicBezTo>
                  <a:pt x="11" y="20"/>
                  <a:pt x="11" y="21"/>
                  <a:pt x="11" y="22"/>
                </a:cubicBezTo>
                <a:cubicBezTo>
                  <a:pt x="11" y="23"/>
                  <a:pt x="11" y="24"/>
                  <a:pt x="12" y="25"/>
                </a:cubicBezTo>
                <a:cubicBezTo>
                  <a:pt x="13" y="25"/>
                  <a:pt x="14" y="26"/>
                  <a:pt x="15" y="26"/>
                </a:cubicBezTo>
                <a:cubicBezTo>
                  <a:pt x="15" y="26"/>
                  <a:pt x="16" y="26"/>
                  <a:pt x="16" y="26"/>
                </a:cubicBezTo>
                <a:cubicBezTo>
                  <a:pt x="17" y="24"/>
                  <a:pt x="18" y="24"/>
                  <a:pt x="19" y="23"/>
                </a:cubicBezTo>
                <a:cubicBezTo>
                  <a:pt x="18" y="21"/>
                  <a:pt x="17" y="20"/>
                  <a:pt x="17" y="18"/>
                </a:cubicBezTo>
                <a:close/>
                <a:moveTo>
                  <a:pt x="37" y="36"/>
                </a:moveTo>
                <a:cubicBezTo>
                  <a:pt x="37" y="36"/>
                  <a:pt x="37" y="36"/>
                  <a:pt x="37" y="36"/>
                </a:cubicBezTo>
                <a:cubicBezTo>
                  <a:pt x="37" y="32"/>
                  <a:pt x="37" y="32"/>
                  <a:pt x="37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4"/>
                  <a:pt x="38" y="34"/>
                  <a:pt x="38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2"/>
                  <a:pt x="40" y="32"/>
                  <a:pt x="40" y="32"/>
                </a:cubicBezTo>
                <a:cubicBezTo>
                  <a:pt x="40" y="32"/>
                  <a:pt x="40" y="31"/>
                  <a:pt x="40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0"/>
                  <a:pt x="39" y="30"/>
                  <a:pt x="39" y="29"/>
                </a:cubicBezTo>
                <a:cubicBezTo>
                  <a:pt x="37" y="27"/>
                  <a:pt x="37" y="27"/>
                  <a:pt x="37" y="27"/>
                </a:cubicBezTo>
                <a:cubicBezTo>
                  <a:pt x="36" y="28"/>
                  <a:pt x="35" y="28"/>
                  <a:pt x="34" y="28"/>
                </a:cubicBezTo>
                <a:cubicBezTo>
                  <a:pt x="35" y="29"/>
                  <a:pt x="35" y="30"/>
                  <a:pt x="35" y="31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34"/>
                  <a:pt x="35" y="35"/>
                  <a:pt x="34" y="35"/>
                </a:cubicBezTo>
                <a:cubicBezTo>
                  <a:pt x="34" y="35"/>
                  <a:pt x="34" y="36"/>
                  <a:pt x="33" y="36"/>
                </a:cubicBezTo>
                <a:cubicBezTo>
                  <a:pt x="37" y="36"/>
                  <a:pt x="37" y="36"/>
                  <a:pt x="37" y="36"/>
                </a:cubicBezTo>
                <a:close/>
                <a:moveTo>
                  <a:pt x="32" y="18"/>
                </a:moveTo>
                <a:cubicBezTo>
                  <a:pt x="32" y="18"/>
                  <a:pt x="32" y="18"/>
                  <a:pt x="32" y="18"/>
                </a:cubicBezTo>
                <a:cubicBezTo>
                  <a:pt x="32" y="20"/>
                  <a:pt x="31" y="21"/>
                  <a:pt x="30" y="23"/>
                </a:cubicBezTo>
                <a:cubicBezTo>
                  <a:pt x="31" y="24"/>
                  <a:pt x="32" y="24"/>
                  <a:pt x="33" y="26"/>
                </a:cubicBezTo>
                <a:cubicBezTo>
                  <a:pt x="33" y="26"/>
                  <a:pt x="33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5" y="26"/>
                  <a:pt x="36" y="25"/>
                  <a:pt x="37" y="25"/>
                </a:cubicBezTo>
                <a:cubicBezTo>
                  <a:pt x="38" y="24"/>
                  <a:pt x="38" y="23"/>
                  <a:pt x="38" y="22"/>
                </a:cubicBezTo>
                <a:cubicBezTo>
                  <a:pt x="38" y="21"/>
                  <a:pt x="38" y="20"/>
                  <a:pt x="37" y="19"/>
                </a:cubicBezTo>
                <a:cubicBezTo>
                  <a:pt x="36" y="18"/>
                  <a:pt x="35" y="18"/>
                  <a:pt x="34" y="18"/>
                </a:cubicBezTo>
                <a:cubicBezTo>
                  <a:pt x="34" y="18"/>
                  <a:pt x="33" y="18"/>
                  <a:pt x="33" y="18"/>
                </a:cubicBezTo>
                <a:cubicBezTo>
                  <a:pt x="33" y="18"/>
                  <a:pt x="33" y="18"/>
                  <a:pt x="32" y="1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59" name="Freeform 293">
            <a:extLst>
              <a:ext uri="{FF2B5EF4-FFF2-40B4-BE49-F238E27FC236}">
                <a16:creationId xmlns:a16="http://schemas.microsoft.com/office/drawing/2014/main" id="{28771B2B-D1C6-6D8F-D0FC-5FAB71EBD81F}"/>
              </a:ext>
            </a:extLst>
          </p:cNvPr>
          <p:cNvSpPr>
            <a:spLocks noEditPoints="1"/>
          </p:cNvSpPr>
          <p:nvPr/>
        </p:nvSpPr>
        <p:spPr bwMode="auto">
          <a:xfrm>
            <a:off x="11391301" y="5241314"/>
            <a:ext cx="211667" cy="211667"/>
          </a:xfrm>
          <a:custGeom>
            <a:avLst/>
            <a:gdLst>
              <a:gd name="T0" fmla="*/ 139700 w 50"/>
              <a:gd name="T1" fmla="*/ 120650 h 50"/>
              <a:gd name="T2" fmla="*/ 120650 w 50"/>
              <a:gd name="T3" fmla="*/ 101600 h 50"/>
              <a:gd name="T4" fmla="*/ 101600 w 50"/>
              <a:gd name="T5" fmla="*/ 120650 h 50"/>
              <a:gd name="T6" fmla="*/ 120650 w 50"/>
              <a:gd name="T7" fmla="*/ 139700 h 50"/>
              <a:gd name="T8" fmla="*/ 139700 w 50"/>
              <a:gd name="T9" fmla="*/ 120650 h 50"/>
              <a:gd name="T10" fmla="*/ 82550 w 50"/>
              <a:gd name="T11" fmla="*/ 158750 h 50"/>
              <a:gd name="T12" fmla="*/ 82550 w 50"/>
              <a:gd name="T13" fmla="*/ 158750 h 50"/>
              <a:gd name="T14" fmla="*/ 152400 w 50"/>
              <a:gd name="T15" fmla="*/ 158750 h 50"/>
              <a:gd name="T16" fmla="*/ 158750 w 50"/>
              <a:gd name="T17" fmla="*/ 152400 h 50"/>
              <a:gd name="T18" fmla="*/ 158750 w 50"/>
              <a:gd name="T19" fmla="*/ 152400 h 50"/>
              <a:gd name="T20" fmla="*/ 158750 w 50"/>
              <a:gd name="T21" fmla="*/ 82550 h 50"/>
              <a:gd name="T22" fmla="*/ 158750 w 50"/>
              <a:gd name="T23" fmla="*/ 79375 h 50"/>
              <a:gd name="T24" fmla="*/ 82550 w 50"/>
              <a:gd name="T25" fmla="*/ 0 h 50"/>
              <a:gd name="T26" fmla="*/ 73025 w 50"/>
              <a:gd name="T27" fmla="*/ 0 h 50"/>
              <a:gd name="T28" fmla="*/ 73025 w 50"/>
              <a:gd name="T29" fmla="*/ 0 h 50"/>
              <a:gd name="T30" fmla="*/ 3175 w 50"/>
              <a:gd name="T31" fmla="*/ 69850 h 50"/>
              <a:gd name="T32" fmla="*/ 3175 w 50"/>
              <a:gd name="T33" fmla="*/ 79375 h 50"/>
              <a:gd name="T34" fmla="*/ 3175 w 50"/>
              <a:gd name="T35" fmla="*/ 79375 h 50"/>
              <a:gd name="T36" fmla="*/ 79375 w 50"/>
              <a:gd name="T37" fmla="*/ 155575 h 50"/>
              <a:gd name="T38" fmla="*/ 82550 w 50"/>
              <a:gd name="T39" fmla="*/ 158750 h 50"/>
              <a:gd name="T40" fmla="*/ 82550 w 50"/>
              <a:gd name="T41" fmla="*/ 158750 h 50"/>
              <a:gd name="T42" fmla="*/ 146050 w 50"/>
              <a:gd name="T43" fmla="*/ 146050 h 50"/>
              <a:gd name="T44" fmla="*/ 146050 w 50"/>
              <a:gd name="T45" fmla="*/ 146050 h 50"/>
              <a:gd name="T46" fmla="*/ 85725 w 50"/>
              <a:gd name="T47" fmla="*/ 146050 h 50"/>
              <a:gd name="T48" fmla="*/ 15875 w 50"/>
              <a:gd name="T49" fmla="*/ 76200 h 50"/>
              <a:gd name="T50" fmla="*/ 76200 w 50"/>
              <a:gd name="T51" fmla="*/ 12700 h 50"/>
              <a:gd name="T52" fmla="*/ 146050 w 50"/>
              <a:gd name="T53" fmla="*/ 85725 h 50"/>
              <a:gd name="T54" fmla="*/ 146050 w 50"/>
              <a:gd name="T55" fmla="*/ 146050 h 50"/>
              <a:gd name="T56" fmla="*/ 133350 w 50"/>
              <a:gd name="T57" fmla="*/ 120650 h 50"/>
              <a:gd name="T58" fmla="*/ 133350 w 50"/>
              <a:gd name="T59" fmla="*/ 120650 h 50"/>
              <a:gd name="T60" fmla="*/ 120650 w 50"/>
              <a:gd name="T61" fmla="*/ 130175 h 50"/>
              <a:gd name="T62" fmla="*/ 111125 w 50"/>
              <a:gd name="T63" fmla="*/ 120650 h 50"/>
              <a:gd name="T64" fmla="*/ 120650 w 50"/>
              <a:gd name="T65" fmla="*/ 107950 h 50"/>
              <a:gd name="T66" fmla="*/ 133350 w 50"/>
              <a:gd name="T67" fmla="*/ 120650 h 50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0" h="50">
                <a:moveTo>
                  <a:pt x="44" y="38"/>
                </a:moveTo>
                <a:cubicBezTo>
                  <a:pt x="44" y="35"/>
                  <a:pt x="41" y="32"/>
                  <a:pt x="38" y="32"/>
                </a:cubicBezTo>
                <a:cubicBezTo>
                  <a:pt x="35" y="32"/>
                  <a:pt x="32" y="35"/>
                  <a:pt x="32" y="38"/>
                </a:cubicBezTo>
                <a:cubicBezTo>
                  <a:pt x="32" y="41"/>
                  <a:pt x="35" y="44"/>
                  <a:pt x="38" y="44"/>
                </a:cubicBezTo>
                <a:cubicBezTo>
                  <a:pt x="41" y="44"/>
                  <a:pt x="44" y="41"/>
                  <a:pt x="44" y="38"/>
                </a:cubicBezTo>
                <a:close/>
                <a:moveTo>
                  <a:pt x="26" y="50"/>
                </a:moveTo>
                <a:cubicBezTo>
                  <a:pt x="26" y="50"/>
                  <a:pt x="26" y="50"/>
                  <a:pt x="26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9" y="50"/>
                  <a:pt x="50" y="49"/>
                  <a:pt x="50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26"/>
                  <a:pt x="50" y="26"/>
                  <a:pt x="50" y="26"/>
                </a:cubicBezTo>
                <a:cubicBezTo>
                  <a:pt x="50" y="25"/>
                  <a:pt x="50" y="25"/>
                  <a:pt x="50" y="25"/>
                </a:cubicBezTo>
                <a:cubicBezTo>
                  <a:pt x="26" y="0"/>
                  <a:pt x="26" y="0"/>
                  <a:pt x="26" y="0"/>
                </a:cubicBezTo>
                <a:cubicBezTo>
                  <a:pt x="25" y="0"/>
                  <a:pt x="24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" y="22"/>
                  <a:pt x="1" y="22"/>
                  <a:pt x="1" y="22"/>
                </a:cubicBezTo>
                <a:cubicBezTo>
                  <a:pt x="0" y="23"/>
                  <a:pt x="0" y="24"/>
                  <a:pt x="1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25" y="49"/>
                  <a:pt x="25" y="49"/>
                  <a:pt x="25" y="49"/>
                </a:cubicBezTo>
                <a:cubicBezTo>
                  <a:pt x="25" y="50"/>
                  <a:pt x="26" y="50"/>
                  <a:pt x="26" y="50"/>
                </a:cubicBezTo>
                <a:cubicBezTo>
                  <a:pt x="26" y="50"/>
                  <a:pt x="26" y="50"/>
                  <a:pt x="26" y="50"/>
                </a:cubicBezTo>
                <a:close/>
                <a:moveTo>
                  <a:pt x="46" y="46"/>
                </a:moveTo>
                <a:cubicBezTo>
                  <a:pt x="46" y="46"/>
                  <a:pt x="46" y="46"/>
                  <a:pt x="46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5" y="24"/>
                  <a:pt x="5" y="24"/>
                  <a:pt x="5" y="24"/>
                </a:cubicBezTo>
                <a:cubicBezTo>
                  <a:pt x="24" y="4"/>
                  <a:pt x="24" y="4"/>
                  <a:pt x="24" y="4"/>
                </a:cubicBezTo>
                <a:cubicBezTo>
                  <a:pt x="46" y="27"/>
                  <a:pt x="46" y="27"/>
                  <a:pt x="46" y="27"/>
                </a:cubicBezTo>
                <a:cubicBezTo>
                  <a:pt x="46" y="46"/>
                  <a:pt x="46" y="46"/>
                  <a:pt x="46" y="46"/>
                </a:cubicBezTo>
                <a:close/>
                <a:moveTo>
                  <a:pt x="42" y="38"/>
                </a:moveTo>
                <a:cubicBezTo>
                  <a:pt x="42" y="38"/>
                  <a:pt x="42" y="38"/>
                  <a:pt x="42" y="38"/>
                </a:cubicBezTo>
                <a:cubicBezTo>
                  <a:pt x="42" y="40"/>
                  <a:pt x="40" y="41"/>
                  <a:pt x="38" y="41"/>
                </a:cubicBezTo>
                <a:cubicBezTo>
                  <a:pt x="36" y="41"/>
                  <a:pt x="35" y="40"/>
                  <a:pt x="35" y="38"/>
                </a:cubicBezTo>
                <a:cubicBezTo>
                  <a:pt x="35" y="36"/>
                  <a:pt x="36" y="34"/>
                  <a:pt x="38" y="34"/>
                </a:cubicBezTo>
                <a:cubicBezTo>
                  <a:pt x="40" y="34"/>
                  <a:pt x="42" y="36"/>
                  <a:pt x="42" y="3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60" name="Freeform 294">
            <a:extLst>
              <a:ext uri="{FF2B5EF4-FFF2-40B4-BE49-F238E27FC236}">
                <a16:creationId xmlns:a16="http://schemas.microsoft.com/office/drawing/2014/main" id="{75840112-723D-E9BC-9E89-97A169A100AF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5639248"/>
            <a:ext cx="211667" cy="220133"/>
          </a:xfrm>
          <a:custGeom>
            <a:avLst/>
            <a:gdLst>
              <a:gd name="T0" fmla="*/ 6350 w 50"/>
              <a:gd name="T1" fmla="*/ 60325 h 52"/>
              <a:gd name="T2" fmla="*/ 53975 w 50"/>
              <a:gd name="T3" fmla="*/ 66675 h 52"/>
              <a:gd name="T4" fmla="*/ 12700 w 50"/>
              <a:gd name="T5" fmla="*/ 73025 h 52"/>
              <a:gd name="T6" fmla="*/ 146050 w 50"/>
              <a:gd name="T7" fmla="*/ 85725 h 52"/>
              <a:gd name="T8" fmla="*/ 111125 w 50"/>
              <a:gd name="T9" fmla="*/ 73025 h 52"/>
              <a:gd name="T10" fmla="*/ 111125 w 50"/>
              <a:gd name="T11" fmla="*/ 60325 h 52"/>
              <a:gd name="T12" fmla="*/ 158750 w 50"/>
              <a:gd name="T13" fmla="*/ 66675 h 52"/>
              <a:gd name="T14" fmla="*/ 158750 w 50"/>
              <a:gd name="T15" fmla="*/ 92075 h 52"/>
              <a:gd name="T16" fmla="*/ 152400 w 50"/>
              <a:gd name="T17" fmla="*/ 98425 h 52"/>
              <a:gd name="T18" fmla="*/ 136525 w 50"/>
              <a:gd name="T19" fmla="*/ 161925 h 52"/>
              <a:gd name="T20" fmla="*/ 28575 w 50"/>
              <a:gd name="T21" fmla="*/ 165100 h 52"/>
              <a:gd name="T22" fmla="*/ 15875 w 50"/>
              <a:gd name="T23" fmla="*/ 98425 h 52"/>
              <a:gd name="T24" fmla="*/ 0 w 50"/>
              <a:gd name="T25" fmla="*/ 92075 h 52"/>
              <a:gd name="T26" fmla="*/ 0 w 50"/>
              <a:gd name="T27" fmla="*/ 66675 h 52"/>
              <a:gd name="T28" fmla="*/ 44450 w 50"/>
              <a:gd name="T29" fmla="*/ 107950 h 52"/>
              <a:gd name="T30" fmla="*/ 47625 w 50"/>
              <a:gd name="T31" fmla="*/ 104775 h 52"/>
              <a:gd name="T32" fmla="*/ 50800 w 50"/>
              <a:gd name="T33" fmla="*/ 142875 h 52"/>
              <a:gd name="T34" fmla="*/ 44450 w 50"/>
              <a:gd name="T35" fmla="*/ 142875 h 52"/>
              <a:gd name="T36" fmla="*/ 66675 w 50"/>
              <a:gd name="T37" fmla="*/ 107950 h 52"/>
              <a:gd name="T38" fmla="*/ 69850 w 50"/>
              <a:gd name="T39" fmla="*/ 104775 h 52"/>
              <a:gd name="T40" fmla="*/ 73025 w 50"/>
              <a:gd name="T41" fmla="*/ 142875 h 52"/>
              <a:gd name="T42" fmla="*/ 66675 w 50"/>
              <a:gd name="T43" fmla="*/ 142875 h 52"/>
              <a:gd name="T44" fmla="*/ 88900 w 50"/>
              <a:gd name="T45" fmla="*/ 107950 h 52"/>
              <a:gd name="T46" fmla="*/ 92075 w 50"/>
              <a:gd name="T47" fmla="*/ 104775 h 52"/>
              <a:gd name="T48" fmla="*/ 95250 w 50"/>
              <a:gd name="T49" fmla="*/ 142875 h 52"/>
              <a:gd name="T50" fmla="*/ 88900 w 50"/>
              <a:gd name="T51" fmla="*/ 142875 h 52"/>
              <a:gd name="T52" fmla="*/ 111125 w 50"/>
              <a:gd name="T53" fmla="*/ 107950 h 52"/>
              <a:gd name="T54" fmla="*/ 114300 w 50"/>
              <a:gd name="T55" fmla="*/ 104775 h 52"/>
              <a:gd name="T56" fmla="*/ 117475 w 50"/>
              <a:gd name="T57" fmla="*/ 142875 h 52"/>
              <a:gd name="T58" fmla="*/ 111125 w 50"/>
              <a:gd name="T59" fmla="*/ 142875 h 52"/>
              <a:gd name="T60" fmla="*/ 133350 w 50"/>
              <a:gd name="T61" fmla="*/ 3175 h 52"/>
              <a:gd name="T62" fmla="*/ 142875 w 50"/>
              <a:gd name="T63" fmla="*/ 3175 h 52"/>
              <a:gd name="T64" fmla="*/ 85725 w 50"/>
              <a:gd name="T65" fmla="*/ 79375 h 52"/>
              <a:gd name="T66" fmla="*/ 76200 w 50"/>
              <a:gd name="T67" fmla="*/ 79375 h 52"/>
              <a:gd name="T68" fmla="*/ 19050 w 50"/>
              <a:gd name="T69" fmla="*/ 3175 h 52"/>
              <a:gd name="T70" fmla="*/ 79375 w 50"/>
              <a:gd name="T71" fmla="*/ 66675 h 52"/>
              <a:gd name="T72" fmla="*/ 133350 w 50"/>
              <a:gd name="T73" fmla="*/ 92075 h 52"/>
              <a:gd name="T74" fmla="*/ 25400 w 50"/>
              <a:gd name="T75" fmla="*/ 92075 h 52"/>
              <a:gd name="T76" fmla="*/ 127000 w 50"/>
              <a:gd name="T77" fmla="*/ 155575 h 5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0" h="52">
                <a:moveTo>
                  <a:pt x="2" y="19"/>
                </a:moveTo>
                <a:cubicBezTo>
                  <a:pt x="2" y="19"/>
                  <a:pt x="2" y="19"/>
                  <a:pt x="2" y="19"/>
                </a:cubicBezTo>
                <a:cubicBezTo>
                  <a:pt x="7" y="19"/>
                  <a:pt x="11" y="19"/>
                  <a:pt x="15" y="19"/>
                </a:cubicBezTo>
                <a:cubicBezTo>
                  <a:pt x="16" y="19"/>
                  <a:pt x="17" y="20"/>
                  <a:pt x="17" y="21"/>
                </a:cubicBezTo>
                <a:cubicBezTo>
                  <a:pt x="17" y="22"/>
                  <a:pt x="16" y="23"/>
                  <a:pt x="15" y="23"/>
                </a:cubicBezTo>
                <a:cubicBezTo>
                  <a:pt x="12" y="23"/>
                  <a:pt x="8" y="23"/>
                  <a:pt x="4" y="23"/>
                </a:cubicBezTo>
                <a:cubicBezTo>
                  <a:pt x="4" y="27"/>
                  <a:pt x="4" y="27"/>
                  <a:pt x="4" y="27"/>
                </a:cubicBezTo>
                <a:cubicBezTo>
                  <a:pt x="18" y="27"/>
                  <a:pt x="32" y="27"/>
                  <a:pt x="46" y="27"/>
                </a:cubicBezTo>
                <a:cubicBezTo>
                  <a:pt x="46" y="23"/>
                  <a:pt x="46" y="23"/>
                  <a:pt x="46" y="23"/>
                </a:cubicBezTo>
                <a:cubicBezTo>
                  <a:pt x="43" y="23"/>
                  <a:pt x="39" y="23"/>
                  <a:pt x="35" y="23"/>
                </a:cubicBezTo>
                <a:cubicBezTo>
                  <a:pt x="34" y="23"/>
                  <a:pt x="33" y="22"/>
                  <a:pt x="33" y="21"/>
                </a:cubicBezTo>
                <a:cubicBezTo>
                  <a:pt x="33" y="20"/>
                  <a:pt x="34" y="19"/>
                  <a:pt x="35" y="19"/>
                </a:cubicBezTo>
                <a:cubicBezTo>
                  <a:pt x="40" y="19"/>
                  <a:pt x="44" y="19"/>
                  <a:pt x="48" y="19"/>
                </a:cubicBezTo>
                <a:cubicBezTo>
                  <a:pt x="49" y="19"/>
                  <a:pt x="50" y="20"/>
                  <a:pt x="50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30"/>
                  <a:pt x="49" y="31"/>
                  <a:pt x="48" y="31"/>
                </a:cubicBezTo>
                <a:cubicBezTo>
                  <a:pt x="48" y="31"/>
                  <a:pt x="48" y="31"/>
                  <a:pt x="48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3" y="51"/>
                  <a:pt x="43" y="51"/>
                  <a:pt x="43" y="51"/>
                </a:cubicBezTo>
                <a:cubicBezTo>
                  <a:pt x="43" y="52"/>
                  <a:pt x="42" y="52"/>
                  <a:pt x="41" y="52"/>
                </a:cubicBezTo>
                <a:cubicBezTo>
                  <a:pt x="9" y="52"/>
                  <a:pt x="9" y="52"/>
                  <a:pt x="9" y="52"/>
                </a:cubicBezTo>
                <a:cubicBezTo>
                  <a:pt x="8" y="52"/>
                  <a:pt x="7" y="52"/>
                  <a:pt x="7" y="51"/>
                </a:cubicBezTo>
                <a:cubicBezTo>
                  <a:pt x="5" y="31"/>
                  <a:pt x="5" y="31"/>
                  <a:pt x="5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1" y="31"/>
                  <a:pt x="0" y="30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0"/>
                  <a:pt x="1" y="19"/>
                  <a:pt x="2" y="19"/>
                </a:cubicBezTo>
                <a:close/>
                <a:moveTo>
                  <a:pt x="14" y="34"/>
                </a:moveTo>
                <a:cubicBezTo>
                  <a:pt x="14" y="34"/>
                  <a:pt x="14" y="34"/>
                  <a:pt x="14" y="34"/>
                </a:cubicBezTo>
                <a:cubicBezTo>
                  <a:pt x="14" y="33"/>
                  <a:pt x="14" y="33"/>
                  <a:pt x="15" y="33"/>
                </a:cubicBezTo>
                <a:cubicBezTo>
                  <a:pt x="15" y="33"/>
                  <a:pt x="16" y="33"/>
                  <a:pt x="16" y="34"/>
                </a:cubicBezTo>
                <a:cubicBezTo>
                  <a:pt x="16" y="45"/>
                  <a:pt x="16" y="45"/>
                  <a:pt x="16" y="45"/>
                </a:cubicBezTo>
                <a:cubicBezTo>
                  <a:pt x="16" y="45"/>
                  <a:pt x="15" y="46"/>
                  <a:pt x="15" y="46"/>
                </a:cubicBezTo>
                <a:cubicBezTo>
                  <a:pt x="14" y="46"/>
                  <a:pt x="14" y="45"/>
                  <a:pt x="14" y="45"/>
                </a:cubicBezTo>
                <a:cubicBezTo>
                  <a:pt x="14" y="34"/>
                  <a:pt x="14" y="34"/>
                  <a:pt x="14" y="34"/>
                </a:cubicBezTo>
                <a:close/>
                <a:moveTo>
                  <a:pt x="21" y="34"/>
                </a:moveTo>
                <a:cubicBezTo>
                  <a:pt x="21" y="34"/>
                  <a:pt x="21" y="34"/>
                  <a:pt x="21" y="34"/>
                </a:cubicBezTo>
                <a:cubicBezTo>
                  <a:pt x="21" y="33"/>
                  <a:pt x="21" y="33"/>
                  <a:pt x="22" y="33"/>
                </a:cubicBezTo>
                <a:cubicBezTo>
                  <a:pt x="22" y="33"/>
                  <a:pt x="23" y="33"/>
                  <a:pt x="23" y="34"/>
                </a:cubicBezTo>
                <a:cubicBezTo>
                  <a:pt x="23" y="45"/>
                  <a:pt x="23" y="45"/>
                  <a:pt x="23" y="45"/>
                </a:cubicBezTo>
                <a:cubicBezTo>
                  <a:pt x="23" y="45"/>
                  <a:pt x="22" y="46"/>
                  <a:pt x="22" y="46"/>
                </a:cubicBezTo>
                <a:cubicBezTo>
                  <a:pt x="21" y="46"/>
                  <a:pt x="21" y="45"/>
                  <a:pt x="21" y="45"/>
                </a:cubicBezTo>
                <a:cubicBezTo>
                  <a:pt x="21" y="34"/>
                  <a:pt x="21" y="34"/>
                  <a:pt x="21" y="34"/>
                </a:cubicBezTo>
                <a:close/>
                <a:moveTo>
                  <a:pt x="28" y="34"/>
                </a:moveTo>
                <a:cubicBezTo>
                  <a:pt x="28" y="34"/>
                  <a:pt x="28" y="34"/>
                  <a:pt x="28" y="34"/>
                </a:cubicBezTo>
                <a:cubicBezTo>
                  <a:pt x="28" y="33"/>
                  <a:pt x="28" y="33"/>
                  <a:pt x="29" y="33"/>
                </a:cubicBezTo>
                <a:cubicBezTo>
                  <a:pt x="29" y="33"/>
                  <a:pt x="30" y="33"/>
                  <a:pt x="30" y="34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29" y="46"/>
                  <a:pt x="29" y="46"/>
                </a:cubicBezTo>
                <a:cubicBezTo>
                  <a:pt x="28" y="46"/>
                  <a:pt x="28" y="45"/>
                  <a:pt x="28" y="45"/>
                </a:cubicBezTo>
                <a:cubicBezTo>
                  <a:pt x="28" y="34"/>
                  <a:pt x="28" y="34"/>
                  <a:pt x="28" y="34"/>
                </a:cubicBezTo>
                <a:close/>
                <a:moveTo>
                  <a:pt x="35" y="34"/>
                </a:moveTo>
                <a:cubicBezTo>
                  <a:pt x="35" y="34"/>
                  <a:pt x="35" y="34"/>
                  <a:pt x="35" y="34"/>
                </a:cubicBezTo>
                <a:cubicBezTo>
                  <a:pt x="35" y="33"/>
                  <a:pt x="35" y="33"/>
                  <a:pt x="36" y="33"/>
                </a:cubicBezTo>
                <a:cubicBezTo>
                  <a:pt x="36" y="33"/>
                  <a:pt x="37" y="33"/>
                  <a:pt x="37" y="34"/>
                </a:cubicBezTo>
                <a:cubicBezTo>
                  <a:pt x="37" y="45"/>
                  <a:pt x="37" y="45"/>
                  <a:pt x="37" y="45"/>
                </a:cubicBezTo>
                <a:cubicBezTo>
                  <a:pt x="37" y="45"/>
                  <a:pt x="36" y="46"/>
                  <a:pt x="36" y="46"/>
                </a:cubicBezTo>
                <a:cubicBezTo>
                  <a:pt x="35" y="46"/>
                  <a:pt x="35" y="45"/>
                  <a:pt x="35" y="45"/>
                </a:cubicBezTo>
                <a:cubicBezTo>
                  <a:pt x="35" y="34"/>
                  <a:pt x="35" y="34"/>
                  <a:pt x="35" y="34"/>
                </a:cubicBezTo>
                <a:close/>
                <a:moveTo>
                  <a:pt x="42" y="1"/>
                </a:moveTo>
                <a:cubicBezTo>
                  <a:pt x="42" y="1"/>
                  <a:pt x="42" y="1"/>
                  <a:pt x="42" y="1"/>
                </a:cubicBezTo>
                <a:cubicBezTo>
                  <a:pt x="43" y="1"/>
                  <a:pt x="44" y="0"/>
                  <a:pt x="45" y="1"/>
                </a:cubicBezTo>
                <a:cubicBezTo>
                  <a:pt x="46" y="2"/>
                  <a:pt x="46" y="3"/>
                  <a:pt x="45" y="4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6"/>
                  <a:pt x="25" y="26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5" y="4"/>
                  <a:pt x="5" y="4"/>
                  <a:pt x="5" y="4"/>
                </a:cubicBezTo>
                <a:cubicBezTo>
                  <a:pt x="5" y="3"/>
                  <a:pt x="5" y="2"/>
                  <a:pt x="6" y="1"/>
                </a:cubicBezTo>
                <a:cubicBezTo>
                  <a:pt x="6" y="0"/>
                  <a:pt x="8" y="1"/>
                  <a:pt x="8" y="1"/>
                </a:cubicBezTo>
                <a:cubicBezTo>
                  <a:pt x="25" y="21"/>
                  <a:pt x="25" y="21"/>
                  <a:pt x="25" y="21"/>
                </a:cubicBezTo>
                <a:cubicBezTo>
                  <a:pt x="42" y="1"/>
                  <a:pt x="42" y="1"/>
                  <a:pt x="42" y="1"/>
                </a:cubicBezTo>
                <a:close/>
                <a:moveTo>
                  <a:pt x="42" y="29"/>
                </a:moveTo>
                <a:cubicBezTo>
                  <a:pt x="42" y="29"/>
                  <a:pt x="42" y="29"/>
                  <a:pt x="42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11" y="49"/>
                  <a:pt x="11" y="49"/>
                  <a:pt x="11" y="49"/>
                </a:cubicBezTo>
                <a:cubicBezTo>
                  <a:pt x="40" y="49"/>
                  <a:pt x="40" y="49"/>
                  <a:pt x="40" y="49"/>
                </a:cubicBezTo>
                <a:cubicBezTo>
                  <a:pt x="42" y="29"/>
                  <a:pt x="42" y="29"/>
                  <a:pt x="42" y="2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61" name="Freeform 295">
            <a:extLst>
              <a:ext uri="{FF2B5EF4-FFF2-40B4-BE49-F238E27FC236}">
                <a16:creationId xmlns:a16="http://schemas.microsoft.com/office/drawing/2014/main" id="{9209A2AC-A409-A4E2-223D-563580B97B19}"/>
              </a:ext>
            </a:extLst>
          </p:cNvPr>
          <p:cNvSpPr>
            <a:spLocks noEditPoints="1"/>
          </p:cNvSpPr>
          <p:nvPr/>
        </p:nvSpPr>
        <p:spPr bwMode="auto">
          <a:xfrm>
            <a:off x="1309618" y="6051998"/>
            <a:ext cx="211667" cy="211667"/>
          </a:xfrm>
          <a:custGeom>
            <a:avLst/>
            <a:gdLst>
              <a:gd name="T0" fmla="*/ 6350 w 50"/>
              <a:gd name="T1" fmla="*/ 0 h 50"/>
              <a:gd name="T2" fmla="*/ 158750 w 50"/>
              <a:gd name="T3" fmla="*/ 6350 h 50"/>
              <a:gd name="T4" fmla="*/ 158750 w 50"/>
              <a:gd name="T5" fmla="*/ 152400 h 50"/>
              <a:gd name="T6" fmla="*/ 152400 w 50"/>
              <a:gd name="T7" fmla="*/ 158750 h 50"/>
              <a:gd name="T8" fmla="*/ 0 w 50"/>
              <a:gd name="T9" fmla="*/ 152400 h 50"/>
              <a:gd name="T10" fmla="*/ 0 w 50"/>
              <a:gd name="T11" fmla="*/ 6350 h 50"/>
              <a:gd name="T12" fmla="*/ 85725 w 50"/>
              <a:gd name="T13" fmla="*/ 12700 h 50"/>
              <a:gd name="T14" fmla="*/ 85725 w 50"/>
              <a:gd name="T15" fmla="*/ 76200 h 50"/>
              <a:gd name="T16" fmla="*/ 149225 w 50"/>
              <a:gd name="T17" fmla="*/ 12700 h 50"/>
              <a:gd name="T18" fmla="*/ 85725 w 50"/>
              <a:gd name="T19" fmla="*/ 82550 h 50"/>
              <a:gd name="T20" fmla="*/ 85725 w 50"/>
              <a:gd name="T21" fmla="*/ 146050 h 50"/>
              <a:gd name="T22" fmla="*/ 149225 w 50"/>
              <a:gd name="T23" fmla="*/ 82550 h 50"/>
              <a:gd name="T24" fmla="*/ 76200 w 50"/>
              <a:gd name="T25" fmla="*/ 146050 h 50"/>
              <a:gd name="T26" fmla="*/ 76200 w 50"/>
              <a:gd name="T27" fmla="*/ 82550 h 50"/>
              <a:gd name="T28" fmla="*/ 12700 w 50"/>
              <a:gd name="T29" fmla="*/ 146050 h 50"/>
              <a:gd name="T30" fmla="*/ 76200 w 50"/>
              <a:gd name="T31" fmla="*/ 76200 h 50"/>
              <a:gd name="T32" fmla="*/ 76200 w 50"/>
              <a:gd name="T33" fmla="*/ 12700 h 50"/>
              <a:gd name="T34" fmla="*/ 12700 w 50"/>
              <a:gd name="T35" fmla="*/ 76200 h 50"/>
              <a:gd name="T36" fmla="*/ 53975 w 50"/>
              <a:gd name="T37" fmla="*/ 101600 h 50"/>
              <a:gd name="T38" fmla="*/ 57150 w 50"/>
              <a:gd name="T39" fmla="*/ 101600 h 50"/>
              <a:gd name="T40" fmla="*/ 47625 w 50"/>
              <a:gd name="T41" fmla="*/ 117475 h 50"/>
              <a:gd name="T42" fmla="*/ 57150 w 50"/>
              <a:gd name="T43" fmla="*/ 130175 h 50"/>
              <a:gd name="T44" fmla="*/ 44450 w 50"/>
              <a:gd name="T45" fmla="*/ 120650 h 50"/>
              <a:gd name="T46" fmla="*/ 28575 w 50"/>
              <a:gd name="T47" fmla="*/ 130175 h 50"/>
              <a:gd name="T48" fmla="*/ 38100 w 50"/>
              <a:gd name="T49" fmla="*/ 117475 h 50"/>
              <a:gd name="T50" fmla="*/ 28575 w 50"/>
              <a:gd name="T51" fmla="*/ 101600 h 50"/>
              <a:gd name="T52" fmla="*/ 44450 w 50"/>
              <a:gd name="T53" fmla="*/ 111125 h 50"/>
              <a:gd name="T54" fmla="*/ 41275 w 50"/>
              <a:gd name="T55" fmla="*/ 28575 h 50"/>
              <a:gd name="T56" fmla="*/ 44450 w 50"/>
              <a:gd name="T57" fmla="*/ 22225 h 50"/>
              <a:gd name="T58" fmla="*/ 47625 w 50"/>
              <a:gd name="T59" fmla="*/ 38100 h 50"/>
              <a:gd name="T60" fmla="*/ 63500 w 50"/>
              <a:gd name="T61" fmla="*/ 44450 h 50"/>
              <a:gd name="T62" fmla="*/ 47625 w 50"/>
              <a:gd name="T63" fmla="*/ 47625 h 50"/>
              <a:gd name="T64" fmla="*/ 44450 w 50"/>
              <a:gd name="T65" fmla="*/ 63500 h 50"/>
              <a:gd name="T66" fmla="*/ 41275 w 50"/>
              <a:gd name="T67" fmla="*/ 47625 h 50"/>
              <a:gd name="T68" fmla="*/ 25400 w 50"/>
              <a:gd name="T69" fmla="*/ 44450 h 50"/>
              <a:gd name="T70" fmla="*/ 41275 w 50"/>
              <a:gd name="T71" fmla="*/ 38100 h 50"/>
              <a:gd name="T72" fmla="*/ 133350 w 50"/>
              <a:gd name="T73" fmla="*/ 120650 h 50"/>
              <a:gd name="T74" fmla="*/ 136525 w 50"/>
              <a:gd name="T75" fmla="*/ 123825 h 50"/>
              <a:gd name="T76" fmla="*/ 101600 w 50"/>
              <a:gd name="T77" fmla="*/ 127000 h 50"/>
              <a:gd name="T78" fmla="*/ 101600 w 50"/>
              <a:gd name="T79" fmla="*/ 120650 h 50"/>
              <a:gd name="T80" fmla="*/ 133350 w 50"/>
              <a:gd name="T81" fmla="*/ 104775 h 50"/>
              <a:gd name="T82" fmla="*/ 136525 w 50"/>
              <a:gd name="T83" fmla="*/ 107950 h 50"/>
              <a:gd name="T84" fmla="*/ 101600 w 50"/>
              <a:gd name="T85" fmla="*/ 114300 h 50"/>
              <a:gd name="T86" fmla="*/ 101600 w 50"/>
              <a:gd name="T87" fmla="*/ 104775 h 50"/>
              <a:gd name="T88" fmla="*/ 133350 w 50"/>
              <a:gd name="T89" fmla="*/ 38100 h 50"/>
              <a:gd name="T90" fmla="*/ 136525 w 50"/>
              <a:gd name="T91" fmla="*/ 44450 h 50"/>
              <a:gd name="T92" fmla="*/ 101600 w 50"/>
              <a:gd name="T93" fmla="*/ 47625 h 50"/>
              <a:gd name="T94" fmla="*/ 101600 w 50"/>
              <a:gd name="T95" fmla="*/ 38100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0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50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50" y="50"/>
                  <a:pt x="49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7" y="4"/>
                </a:moveTo>
                <a:cubicBezTo>
                  <a:pt x="27" y="4"/>
                  <a:pt x="27" y="4"/>
                  <a:pt x="27" y="4"/>
                </a:cubicBezTo>
                <a:cubicBezTo>
                  <a:pt x="27" y="24"/>
                  <a:pt x="27" y="24"/>
                  <a:pt x="2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4"/>
                  <a:pt x="47" y="4"/>
                  <a:pt x="47" y="4"/>
                </a:cubicBezTo>
                <a:cubicBezTo>
                  <a:pt x="27" y="4"/>
                  <a:pt x="27" y="4"/>
                  <a:pt x="27" y="4"/>
                </a:cubicBezTo>
                <a:close/>
                <a:moveTo>
                  <a:pt x="27" y="26"/>
                </a:moveTo>
                <a:cubicBezTo>
                  <a:pt x="27" y="26"/>
                  <a:pt x="27" y="26"/>
                  <a:pt x="27" y="26"/>
                </a:cubicBezTo>
                <a:cubicBezTo>
                  <a:pt x="27" y="46"/>
                  <a:pt x="27" y="46"/>
                  <a:pt x="27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7" y="26"/>
                  <a:pt x="47" y="26"/>
                  <a:pt x="47" y="26"/>
                </a:cubicBezTo>
                <a:cubicBezTo>
                  <a:pt x="27" y="26"/>
                  <a:pt x="27" y="26"/>
                  <a:pt x="27" y="26"/>
                </a:cubicBezTo>
                <a:close/>
                <a:moveTo>
                  <a:pt x="24" y="46"/>
                </a:moveTo>
                <a:cubicBezTo>
                  <a:pt x="24" y="46"/>
                  <a:pt x="24" y="46"/>
                  <a:pt x="24" y="46"/>
                </a:cubicBezTo>
                <a:cubicBezTo>
                  <a:pt x="24" y="26"/>
                  <a:pt x="24" y="26"/>
                  <a:pt x="24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4" y="46"/>
                  <a:pt x="4" y="46"/>
                  <a:pt x="4" y="46"/>
                </a:cubicBezTo>
                <a:cubicBezTo>
                  <a:pt x="24" y="46"/>
                  <a:pt x="24" y="46"/>
                  <a:pt x="24" y="46"/>
                </a:cubicBezTo>
                <a:close/>
                <a:moveTo>
                  <a:pt x="2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4"/>
                  <a:pt x="24" y="4"/>
                  <a:pt x="2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24"/>
                  <a:pt x="4" y="24"/>
                  <a:pt x="4" y="24"/>
                </a:cubicBezTo>
                <a:cubicBezTo>
                  <a:pt x="24" y="24"/>
                  <a:pt x="24" y="24"/>
                  <a:pt x="24" y="24"/>
                </a:cubicBezTo>
                <a:close/>
                <a:moveTo>
                  <a:pt x="17" y="32"/>
                </a:moveTo>
                <a:cubicBezTo>
                  <a:pt x="17" y="32"/>
                  <a:pt x="17" y="32"/>
                  <a:pt x="17" y="32"/>
                </a:cubicBezTo>
                <a:cubicBezTo>
                  <a:pt x="17" y="32"/>
                  <a:pt x="18" y="32"/>
                  <a:pt x="18" y="32"/>
                </a:cubicBezTo>
                <a:cubicBezTo>
                  <a:pt x="19" y="33"/>
                  <a:pt x="19" y="34"/>
                  <a:pt x="18" y="34"/>
                </a:cubicBezTo>
                <a:cubicBezTo>
                  <a:pt x="15" y="37"/>
                  <a:pt x="15" y="37"/>
                  <a:pt x="15" y="37"/>
                </a:cubicBezTo>
                <a:cubicBezTo>
                  <a:pt x="18" y="39"/>
                  <a:pt x="18" y="39"/>
                  <a:pt x="18" y="39"/>
                </a:cubicBezTo>
                <a:cubicBezTo>
                  <a:pt x="19" y="40"/>
                  <a:pt x="19" y="41"/>
                  <a:pt x="18" y="41"/>
                </a:cubicBezTo>
                <a:cubicBezTo>
                  <a:pt x="18" y="42"/>
                  <a:pt x="17" y="42"/>
                  <a:pt x="17" y="41"/>
                </a:cubicBezTo>
                <a:cubicBezTo>
                  <a:pt x="14" y="38"/>
                  <a:pt x="14" y="38"/>
                  <a:pt x="14" y="38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42"/>
                  <a:pt x="10" y="42"/>
                  <a:pt x="9" y="41"/>
                </a:cubicBezTo>
                <a:cubicBezTo>
                  <a:pt x="9" y="41"/>
                  <a:pt x="9" y="40"/>
                  <a:pt x="9" y="39"/>
                </a:cubicBezTo>
                <a:cubicBezTo>
                  <a:pt x="12" y="37"/>
                  <a:pt x="12" y="37"/>
                  <a:pt x="12" y="37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34"/>
                  <a:pt x="9" y="33"/>
                  <a:pt x="9" y="32"/>
                </a:cubicBezTo>
                <a:cubicBezTo>
                  <a:pt x="10" y="32"/>
                  <a:pt x="11" y="32"/>
                  <a:pt x="11" y="32"/>
                </a:cubicBezTo>
                <a:cubicBezTo>
                  <a:pt x="14" y="35"/>
                  <a:pt x="14" y="35"/>
                  <a:pt x="14" y="35"/>
                </a:cubicBezTo>
                <a:cubicBezTo>
                  <a:pt x="17" y="32"/>
                  <a:pt x="17" y="32"/>
                  <a:pt x="17" y="32"/>
                </a:cubicBezTo>
                <a:close/>
                <a:moveTo>
                  <a:pt x="13" y="9"/>
                </a:moveTo>
                <a:cubicBezTo>
                  <a:pt x="13" y="9"/>
                  <a:pt x="13" y="9"/>
                  <a:pt x="13" y="9"/>
                </a:cubicBezTo>
                <a:cubicBezTo>
                  <a:pt x="13" y="8"/>
                  <a:pt x="13" y="7"/>
                  <a:pt x="14" y="7"/>
                </a:cubicBezTo>
                <a:cubicBezTo>
                  <a:pt x="14" y="7"/>
                  <a:pt x="15" y="8"/>
                  <a:pt x="15" y="9"/>
                </a:cubicBezTo>
                <a:cubicBezTo>
                  <a:pt x="15" y="12"/>
                  <a:pt x="15" y="12"/>
                  <a:pt x="15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20" y="13"/>
                  <a:pt x="20" y="14"/>
                </a:cubicBezTo>
                <a:cubicBezTo>
                  <a:pt x="20" y="14"/>
                  <a:pt x="19" y="15"/>
                  <a:pt x="19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19"/>
                  <a:pt x="14" y="20"/>
                  <a:pt x="14" y="20"/>
                </a:cubicBezTo>
                <a:cubicBezTo>
                  <a:pt x="13" y="20"/>
                  <a:pt x="13" y="19"/>
                  <a:pt x="13" y="19"/>
                </a:cubicBezTo>
                <a:cubicBezTo>
                  <a:pt x="13" y="15"/>
                  <a:pt x="13" y="15"/>
                  <a:pt x="13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8" y="15"/>
                  <a:pt x="8" y="14"/>
                  <a:pt x="8" y="14"/>
                </a:cubicBezTo>
                <a:cubicBezTo>
                  <a:pt x="8" y="13"/>
                  <a:pt x="8" y="12"/>
                  <a:pt x="9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9"/>
                  <a:pt x="13" y="9"/>
                  <a:pt x="13" y="9"/>
                </a:cubicBezTo>
                <a:close/>
                <a:moveTo>
                  <a:pt x="42" y="38"/>
                </a:moveTo>
                <a:cubicBezTo>
                  <a:pt x="42" y="38"/>
                  <a:pt x="42" y="38"/>
                  <a:pt x="42" y="38"/>
                </a:cubicBezTo>
                <a:cubicBezTo>
                  <a:pt x="43" y="38"/>
                  <a:pt x="43" y="38"/>
                  <a:pt x="43" y="39"/>
                </a:cubicBezTo>
                <a:cubicBezTo>
                  <a:pt x="43" y="40"/>
                  <a:pt x="43" y="40"/>
                  <a:pt x="42" y="40"/>
                </a:cubicBezTo>
                <a:cubicBezTo>
                  <a:pt x="34" y="40"/>
                  <a:pt x="40" y="40"/>
                  <a:pt x="32" y="40"/>
                </a:cubicBezTo>
                <a:cubicBezTo>
                  <a:pt x="31" y="40"/>
                  <a:pt x="31" y="40"/>
                  <a:pt x="31" y="39"/>
                </a:cubicBezTo>
                <a:cubicBezTo>
                  <a:pt x="31" y="38"/>
                  <a:pt x="31" y="38"/>
                  <a:pt x="32" y="38"/>
                </a:cubicBezTo>
                <a:cubicBezTo>
                  <a:pt x="40" y="38"/>
                  <a:pt x="34" y="38"/>
                  <a:pt x="42" y="38"/>
                </a:cubicBezTo>
                <a:close/>
                <a:moveTo>
                  <a:pt x="42" y="33"/>
                </a:moveTo>
                <a:cubicBezTo>
                  <a:pt x="42" y="33"/>
                  <a:pt x="42" y="33"/>
                  <a:pt x="42" y="33"/>
                </a:cubicBezTo>
                <a:cubicBezTo>
                  <a:pt x="43" y="33"/>
                  <a:pt x="43" y="34"/>
                  <a:pt x="43" y="34"/>
                </a:cubicBezTo>
                <a:cubicBezTo>
                  <a:pt x="43" y="35"/>
                  <a:pt x="43" y="36"/>
                  <a:pt x="42" y="36"/>
                </a:cubicBezTo>
                <a:cubicBezTo>
                  <a:pt x="34" y="36"/>
                  <a:pt x="40" y="36"/>
                  <a:pt x="32" y="36"/>
                </a:cubicBezTo>
                <a:cubicBezTo>
                  <a:pt x="31" y="36"/>
                  <a:pt x="31" y="35"/>
                  <a:pt x="31" y="34"/>
                </a:cubicBezTo>
                <a:cubicBezTo>
                  <a:pt x="31" y="34"/>
                  <a:pt x="31" y="33"/>
                  <a:pt x="32" y="33"/>
                </a:cubicBezTo>
                <a:cubicBezTo>
                  <a:pt x="40" y="33"/>
                  <a:pt x="34" y="33"/>
                  <a:pt x="42" y="33"/>
                </a:cubicBezTo>
                <a:close/>
                <a:moveTo>
                  <a:pt x="42" y="12"/>
                </a:moveTo>
                <a:cubicBezTo>
                  <a:pt x="42" y="12"/>
                  <a:pt x="42" y="12"/>
                  <a:pt x="42" y="12"/>
                </a:cubicBezTo>
                <a:cubicBezTo>
                  <a:pt x="43" y="12"/>
                  <a:pt x="43" y="13"/>
                  <a:pt x="43" y="14"/>
                </a:cubicBezTo>
                <a:cubicBezTo>
                  <a:pt x="43" y="14"/>
                  <a:pt x="43" y="15"/>
                  <a:pt x="42" y="15"/>
                </a:cubicBezTo>
                <a:cubicBezTo>
                  <a:pt x="34" y="15"/>
                  <a:pt x="40" y="15"/>
                  <a:pt x="32" y="15"/>
                </a:cubicBezTo>
                <a:cubicBezTo>
                  <a:pt x="31" y="15"/>
                  <a:pt x="31" y="14"/>
                  <a:pt x="31" y="14"/>
                </a:cubicBezTo>
                <a:cubicBezTo>
                  <a:pt x="31" y="13"/>
                  <a:pt x="31" y="12"/>
                  <a:pt x="32" y="12"/>
                </a:cubicBezTo>
                <a:cubicBezTo>
                  <a:pt x="40" y="12"/>
                  <a:pt x="34" y="12"/>
                  <a:pt x="42" y="1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62" name="Freeform 296">
            <a:extLst>
              <a:ext uri="{FF2B5EF4-FFF2-40B4-BE49-F238E27FC236}">
                <a16:creationId xmlns:a16="http://schemas.microsoft.com/office/drawing/2014/main" id="{57DFB9AD-1AB0-D05C-1C3A-92275F9E841E}"/>
              </a:ext>
            </a:extLst>
          </p:cNvPr>
          <p:cNvSpPr>
            <a:spLocks noEditPoints="1"/>
          </p:cNvSpPr>
          <p:nvPr/>
        </p:nvSpPr>
        <p:spPr bwMode="auto">
          <a:xfrm>
            <a:off x="6982285" y="6051998"/>
            <a:ext cx="139700" cy="211667"/>
          </a:xfrm>
          <a:custGeom>
            <a:avLst/>
            <a:gdLst>
              <a:gd name="T0" fmla="*/ 25400 w 33"/>
              <a:gd name="T1" fmla="*/ 38100 h 50"/>
              <a:gd name="T2" fmla="*/ 53975 w 33"/>
              <a:gd name="T3" fmla="*/ 38100 h 50"/>
              <a:gd name="T4" fmla="*/ 63500 w 33"/>
              <a:gd name="T5" fmla="*/ 19050 h 50"/>
              <a:gd name="T6" fmla="*/ 60325 w 33"/>
              <a:gd name="T7" fmla="*/ 12700 h 50"/>
              <a:gd name="T8" fmla="*/ 19050 w 33"/>
              <a:gd name="T9" fmla="*/ 12700 h 50"/>
              <a:gd name="T10" fmla="*/ 19050 w 33"/>
              <a:gd name="T11" fmla="*/ 19050 h 50"/>
              <a:gd name="T12" fmla="*/ 25400 w 33"/>
              <a:gd name="T13" fmla="*/ 38100 h 50"/>
              <a:gd name="T14" fmla="*/ 66675 w 33"/>
              <a:gd name="T15" fmla="*/ 47625 h 50"/>
              <a:gd name="T16" fmla="*/ 66675 w 33"/>
              <a:gd name="T17" fmla="*/ 47625 h 50"/>
              <a:gd name="T18" fmla="*/ 101600 w 33"/>
              <a:gd name="T19" fmla="*/ 82550 h 50"/>
              <a:gd name="T20" fmla="*/ 101600 w 33"/>
              <a:gd name="T21" fmla="*/ 88900 h 50"/>
              <a:gd name="T22" fmla="*/ 88900 w 33"/>
              <a:gd name="T23" fmla="*/ 104775 h 50"/>
              <a:gd name="T24" fmla="*/ 82550 w 33"/>
              <a:gd name="T25" fmla="*/ 104775 h 50"/>
              <a:gd name="T26" fmla="*/ 82550 w 33"/>
              <a:gd name="T27" fmla="*/ 101600 h 50"/>
              <a:gd name="T28" fmla="*/ 73025 w 33"/>
              <a:gd name="T29" fmla="*/ 95250 h 50"/>
              <a:gd name="T30" fmla="*/ 79375 w 33"/>
              <a:gd name="T31" fmla="*/ 120650 h 50"/>
              <a:gd name="T32" fmla="*/ 76200 w 33"/>
              <a:gd name="T33" fmla="*/ 127000 h 50"/>
              <a:gd name="T34" fmla="*/ 44450 w 33"/>
              <a:gd name="T35" fmla="*/ 158750 h 50"/>
              <a:gd name="T36" fmla="*/ 34925 w 33"/>
              <a:gd name="T37" fmla="*/ 158750 h 50"/>
              <a:gd name="T38" fmla="*/ 34925 w 33"/>
              <a:gd name="T39" fmla="*/ 158750 h 50"/>
              <a:gd name="T40" fmla="*/ 3175 w 33"/>
              <a:gd name="T41" fmla="*/ 123825 h 50"/>
              <a:gd name="T42" fmla="*/ 3175 w 33"/>
              <a:gd name="T43" fmla="*/ 120650 h 50"/>
              <a:gd name="T44" fmla="*/ 15875 w 33"/>
              <a:gd name="T45" fmla="*/ 41275 h 50"/>
              <a:gd name="T46" fmla="*/ 6350 w 33"/>
              <a:gd name="T47" fmla="*/ 22225 h 50"/>
              <a:gd name="T48" fmla="*/ 6350 w 33"/>
              <a:gd name="T49" fmla="*/ 15875 h 50"/>
              <a:gd name="T50" fmla="*/ 9525 w 33"/>
              <a:gd name="T51" fmla="*/ 3175 h 50"/>
              <a:gd name="T52" fmla="*/ 15875 w 33"/>
              <a:gd name="T53" fmla="*/ 0 h 50"/>
              <a:gd name="T54" fmla="*/ 63500 w 33"/>
              <a:gd name="T55" fmla="*/ 0 h 50"/>
              <a:gd name="T56" fmla="*/ 69850 w 33"/>
              <a:gd name="T57" fmla="*/ 3175 h 50"/>
              <a:gd name="T58" fmla="*/ 76200 w 33"/>
              <a:gd name="T59" fmla="*/ 15875 h 50"/>
              <a:gd name="T60" fmla="*/ 76200 w 33"/>
              <a:gd name="T61" fmla="*/ 22225 h 50"/>
              <a:gd name="T62" fmla="*/ 66675 w 33"/>
              <a:gd name="T63" fmla="*/ 41275 h 50"/>
              <a:gd name="T64" fmla="*/ 66675 w 33"/>
              <a:gd name="T65" fmla="*/ 47625 h 50"/>
              <a:gd name="T66" fmla="*/ 53975 w 33"/>
              <a:gd name="T67" fmla="*/ 44450 h 50"/>
              <a:gd name="T68" fmla="*/ 53975 w 33"/>
              <a:gd name="T69" fmla="*/ 44450 h 50"/>
              <a:gd name="T70" fmla="*/ 28575 w 33"/>
              <a:gd name="T71" fmla="*/ 44450 h 50"/>
              <a:gd name="T72" fmla="*/ 12700 w 33"/>
              <a:gd name="T73" fmla="*/ 117475 h 50"/>
              <a:gd name="T74" fmla="*/ 41275 w 33"/>
              <a:gd name="T75" fmla="*/ 146050 h 50"/>
              <a:gd name="T76" fmla="*/ 66675 w 33"/>
              <a:gd name="T77" fmla="*/ 117475 h 50"/>
              <a:gd name="T78" fmla="*/ 53975 w 33"/>
              <a:gd name="T79" fmla="*/ 44450 h 50"/>
              <a:gd name="T80" fmla="*/ 69850 w 33"/>
              <a:gd name="T81" fmla="*/ 60325 h 50"/>
              <a:gd name="T82" fmla="*/ 69850 w 33"/>
              <a:gd name="T83" fmla="*/ 60325 h 50"/>
              <a:gd name="T84" fmla="*/ 73025 w 33"/>
              <a:gd name="T85" fmla="*/ 82550 h 50"/>
              <a:gd name="T86" fmla="*/ 85725 w 33"/>
              <a:gd name="T87" fmla="*/ 95250 h 50"/>
              <a:gd name="T88" fmla="*/ 95250 w 33"/>
              <a:gd name="T89" fmla="*/ 85725 h 50"/>
              <a:gd name="T90" fmla="*/ 69850 w 33"/>
              <a:gd name="T91" fmla="*/ 60325 h 50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33" h="50">
                <a:moveTo>
                  <a:pt x="8" y="12"/>
                </a:moveTo>
                <a:cubicBezTo>
                  <a:pt x="17" y="12"/>
                  <a:pt x="17" y="12"/>
                  <a:pt x="17" y="12"/>
                </a:cubicBezTo>
                <a:cubicBezTo>
                  <a:pt x="20" y="6"/>
                  <a:pt x="20" y="6"/>
                  <a:pt x="20" y="6"/>
                </a:cubicBezTo>
                <a:cubicBezTo>
                  <a:pt x="19" y="4"/>
                  <a:pt x="19" y="4"/>
                  <a:pt x="19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6"/>
                  <a:pt x="6" y="6"/>
                  <a:pt x="6" y="6"/>
                </a:cubicBezTo>
                <a:cubicBezTo>
                  <a:pt x="8" y="12"/>
                  <a:pt x="8" y="12"/>
                  <a:pt x="8" y="12"/>
                </a:cubicBezTo>
                <a:close/>
                <a:moveTo>
                  <a:pt x="21" y="15"/>
                </a:moveTo>
                <a:cubicBezTo>
                  <a:pt x="21" y="15"/>
                  <a:pt x="21" y="15"/>
                  <a:pt x="21" y="15"/>
                </a:cubicBezTo>
                <a:cubicBezTo>
                  <a:pt x="32" y="26"/>
                  <a:pt x="32" y="26"/>
                  <a:pt x="32" y="26"/>
                </a:cubicBezTo>
                <a:cubicBezTo>
                  <a:pt x="33" y="27"/>
                  <a:pt x="33" y="28"/>
                  <a:pt x="32" y="28"/>
                </a:cubicBezTo>
                <a:cubicBezTo>
                  <a:pt x="28" y="33"/>
                  <a:pt x="28" y="33"/>
                  <a:pt x="28" y="33"/>
                </a:cubicBezTo>
                <a:cubicBezTo>
                  <a:pt x="27" y="33"/>
                  <a:pt x="27" y="33"/>
                  <a:pt x="26" y="33"/>
                </a:cubicBezTo>
                <a:cubicBezTo>
                  <a:pt x="26" y="32"/>
                  <a:pt x="26" y="32"/>
                  <a:pt x="26" y="32"/>
                </a:cubicBezTo>
                <a:cubicBezTo>
                  <a:pt x="23" y="30"/>
                  <a:pt x="23" y="30"/>
                  <a:pt x="23" y="30"/>
                </a:cubicBezTo>
                <a:cubicBezTo>
                  <a:pt x="25" y="38"/>
                  <a:pt x="25" y="38"/>
                  <a:pt x="25" y="38"/>
                </a:cubicBezTo>
                <a:cubicBezTo>
                  <a:pt x="25" y="38"/>
                  <a:pt x="25" y="39"/>
                  <a:pt x="24" y="40"/>
                </a:cubicBezTo>
                <a:cubicBezTo>
                  <a:pt x="14" y="50"/>
                  <a:pt x="14" y="50"/>
                  <a:pt x="14" y="50"/>
                </a:cubicBezTo>
                <a:cubicBezTo>
                  <a:pt x="13" y="50"/>
                  <a:pt x="12" y="50"/>
                  <a:pt x="11" y="50"/>
                </a:cubicBezTo>
                <a:cubicBezTo>
                  <a:pt x="11" y="50"/>
                  <a:pt x="11" y="50"/>
                  <a:pt x="11" y="50"/>
                </a:cubicBezTo>
                <a:cubicBezTo>
                  <a:pt x="1" y="39"/>
                  <a:pt x="1" y="39"/>
                  <a:pt x="1" y="39"/>
                </a:cubicBezTo>
                <a:cubicBezTo>
                  <a:pt x="1" y="39"/>
                  <a:pt x="0" y="38"/>
                  <a:pt x="1" y="38"/>
                </a:cubicBezTo>
                <a:cubicBezTo>
                  <a:pt x="5" y="13"/>
                  <a:pt x="5" y="13"/>
                  <a:pt x="5" y="13"/>
                </a:cubicBezTo>
                <a:cubicBezTo>
                  <a:pt x="2" y="7"/>
                  <a:pt x="2" y="7"/>
                  <a:pt x="2" y="7"/>
                </a:cubicBezTo>
                <a:cubicBezTo>
                  <a:pt x="2" y="6"/>
                  <a:pt x="2" y="6"/>
                  <a:pt x="2" y="5"/>
                </a:cubicBezTo>
                <a:cubicBezTo>
                  <a:pt x="3" y="1"/>
                  <a:pt x="3" y="1"/>
                  <a:pt x="3" y="1"/>
                </a:cubicBezTo>
                <a:cubicBezTo>
                  <a:pt x="4" y="1"/>
                  <a:pt x="4" y="0"/>
                  <a:pt x="5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2" y="1"/>
                  <a:pt x="22" y="1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6"/>
                  <a:pt x="24" y="6"/>
                  <a:pt x="24" y="7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15"/>
                  <a:pt x="21" y="15"/>
                  <a:pt x="21" y="15"/>
                </a:cubicBezTo>
                <a:close/>
                <a:moveTo>
                  <a:pt x="17" y="14"/>
                </a:moveTo>
                <a:cubicBezTo>
                  <a:pt x="17" y="14"/>
                  <a:pt x="17" y="14"/>
                  <a:pt x="17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4" y="37"/>
                  <a:pt x="4" y="37"/>
                  <a:pt x="4" y="37"/>
                </a:cubicBezTo>
                <a:cubicBezTo>
                  <a:pt x="13" y="46"/>
                  <a:pt x="13" y="46"/>
                  <a:pt x="13" y="46"/>
                </a:cubicBezTo>
                <a:cubicBezTo>
                  <a:pt x="21" y="37"/>
                  <a:pt x="21" y="37"/>
                  <a:pt x="21" y="37"/>
                </a:cubicBezTo>
                <a:cubicBezTo>
                  <a:pt x="17" y="14"/>
                  <a:pt x="17" y="14"/>
                  <a:pt x="17" y="14"/>
                </a:cubicBezTo>
                <a:close/>
                <a:moveTo>
                  <a:pt x="22" y="19"/>
                </a:moveTo>
                <a:cubicBezTo>
                  <a:pt x="22" y="19"/>
                  <a:pt x="22" y="19"/>
                  <a:pt x="22" y="19"/>
                </a:cubicBezTo>
                <a:cubicBezTo>
                  <a:pt x="23" y="26"/>
                  <a:pt x="23" y="26"/>
                  <a:pt x="23" y="26"/>
                </a:cubicBezTo>
                <a:cubicBezTo>
                  <a:pt x="27" y="30"/>
                  <a:pt x="27" y="30"/>
                  <a:pt x="27" y="30"/>
                </a:cubicBezTo>
                <a:cubicBezTo>
                  <a:pt x="30" y="27"/>
                  <a:pt x="30" y="27"/>
                  <a:pt x="30" y="27"/>
                </a:cubicBezTo>
                <a:cubicBezTo>
                  <a:pt x="22" y="19"/>
                  <a:pt x="22" y="19"/>
                  <a:pt x="22" y="1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63" name="Freeform 297">
            <a:extLst>
              <a:ext uri="{FF2B5EF4-FFF2-40B4-BE49-F238E27FC236}">
                <a16:creationId xmlns:a16="http://schemas.microsoft.com/office/drawing/2014/main" id="{7E5F23A5-D85F-846F-44DA-94DDC0ABD553}"/>
              </a:ext>
            </a:extLst>
          </p:cNvPr>
          <p:cNvSpPr>
            <a:spLocks noEditPoints="1"/>
          </p:cNvSpPr>
          <p:nvPr/>
        </p:nvSpPr>
        <p:spPr bwMode="auto">
          <a:xfrm>
            <a:off x="10275819" y="5647715"/>
            <a:ext cx="198967" cy="207433"/>
          </a:xfrm>
          <a:custGeom>
            <a:avLst/>
            <a:gdLst>
              <a:gd name="T0" fmla="*/ 130175 w 47"/>
              <a:gd name="T1" fmla="*/ 28575 h 49"/>
              <a:gd name="T2" fmla="*/ 146050 w 47"/>
              <a:gd name="T3" fmla="*/ 28575 h 49"/>
              <a:gd name="T4" fmla="*/ 149225 w 47"/>
              <a:gd name="T5" fmla="*/ 31750 h 49"/>
              <a:gd name="T6" fmla="*/ 149225 w 47"/>
              <a:gd name="T7" fmla="*/ 31750 h 49"/>
              <a:gd name="T8" fmla="*/ 149225 w 47"/>
              <a:gd name="T9" fmla="*/ 85725 h 49"/>
              <a:gd name="T10" fmla="*/ 146050 w 47"/>
              <a:gd name="T11" fmla="*/ 88900 h 49"/>
              <a:gd name="T12" fmla="*/ 146050 w 47"/>
              <a:gd name="T13" fmla="*/ 88900 h 49"/>
              <a:gd name="T14" fmla="*/ 69850 w 47"/>
              <a:gd name="T15" fmla="*/ 88900 h 49"/>
              <a:gd name="T16" fmla="*/ 69850 w 47"/>
              <a:gd name="T17" fmla="*/ 111125 h 49"/>
              <a:gd name="T18" fmla="*/ 82550 w 47"/>
              <a:gd name="T19" fmla="*/ 111125 h 49"/>
              <a:gd name="T20" fmla="*/ 85725 w 47"/>
              <a:gd name="T21" fmla="*/ 114300 h 49"/>
              <a:gd name="T22" fmla="*/ 85725 w 47"/>
              <a:gd name="T23" fmla="*/ 114300 h 49"/>
              <a:gd name="T24" fmla="*/ 85725 w 47"/>
              <a:gd name="T25" fmla="*/ 133350 h 49"/>
              <a:gd name="T26" fmla="*/ 85725 w 47"/>
              <a:gd name="T27" fmla="*/ 152400 h 49"/>
              <a:gd name="T28" fmla="*/ 82550 w 47"/>
              <a:gd name="T29" fmla="*/ 155575 h 49"/>
              <a:gd name="T30" fmla="*/ 82550 w 47"/>
              <a:gd name="T31" fmla="*/ 155575 h 49"/>
              <a:gd name="T32" fmla="*/ 66675 w 47"/>
              <a:gd name="T33" fmla="*/ 155575 h 49"/>
              <a:gd name="T34" fmla="*/ 47625 w 47"/>
              <a:gd name="T35" fmla="*/ 155575 h 49"/>
              <a:gd name="T36" fmla="*/ 44450 w 47"/>
              <a:gd name="T37" fmla="*/ 152400 h 49"/>
              <a:gd name="T38" fmla="*/ 44450 w 47"/>
              <a:gd name="T39" fmla="*/ 152400 h 49"/>
              <a:gd name="T40" fmla="*/ 44450 w 47"/>
              <a:gd name="T41" fmla="*/ 133350 h 49"/>
              <a:gd name="T42" fmla="*/ 44450 w 47"/>
              <a:gd name="T43" fmla="*/ 114300 h 49"/>
              <a:gd name="T44" fmla="*/ 47625 w 47"/>
              <a:gd name="T45" fmla="*/ 111125 h 49"/>
              <a:gd name="T46" fmla="*/ 47625 w 47"/>
              <a:gd name="T47" fmla="*/ 111125 h 49"/>
              <a:gd name="T48" fmla="*/ 63500 w 47"/>
              <a:gd name="T49" fmla="*/ 111125 h 49"/>
              <a:gd name="T50" fmla="*/ 63500 w 47"/>
              <a:gd name="T51" fmla="*/ 85725 h 49"/>
              <a:gd name="T52" fmla="*/ 63500 w 47"/>
              <a:gd name="T53" fmla="*/ 85725 h 49"/>
              <a:gd name="T54" fmla="*/ 66675 w 47"/>
              <a:gd name="T55" fmla="*/ 82550 h 49"/>
              <a:gd name="T56" fmla="*/ 142875 w 47"/>
              <a:gd name="T57" fmla="*/ 82550 h 49"/>
              <a:gd name="T58" fmla="*/ 142875 w 47"/>
              <a:gd name="T59" fmla="*/ 34925 h 49"/>
              <a:gd name="T60" fmla="*/ 130175 w 47"/>
              <a:gd name="T61" fmla="*/ 34925 h 49"/>
              <a:gd name="T62" fmla="*/ 130175 w 47"/>
              <a:gd name="T63" fmla="*/ 57150 h 49"/>
              <a:gd name="T64" fmla="*/ 123825 w 47"/>
              <a:gd name="T65" fmla="*/ 63500 h 49"/>
              <a:gd name="T66" fmla="*/ 123825 w 47"/>
              <a:gd name="T67" fmla="*/ 63500 h 49"/>
              <a:gd name="T68" fmla="*/ 6350 w 47"/>
              <a:gd name="T69" fmla="*/ 63500 h 49"/>
              <a:gd name="T70" fmla="*/ 0 w 47"/>
              <a:gd name="T71" fmla="*/ 57150 h 49"/>
              <a:gd name="T72" fmla="*/ 0 w 47"/>
              <a:gd name="T73" fmla="*/ 57150 h 49"/>
              <a:gd name="T74" fmla="*/ 0 w 47"/>
              <a:gd name="T75" fmla="*/ 6350 h 49"/>
              <a:gd name="T76" fmla="*/ 6350 w 47"/>
              <a:gd name="T77" fmla="*/ 0 h 49"/>
              <a:gd name="T78" fmla="*/ 6350 w 47"/>
              <a:gd name="T79" fmla="*/ 0 h 49"/>
              <a:gd name="T80" fmla="*/ 123825 w 47"/>
              <a:gd name="T81" fmla="*/ 0 h 49"/>
              <a:gd name="T82" fmla="*/ 130175 w 47"/>
              <a:gd name="T83" fmla="*/ 6350 h 49"/>
              <a:gd name="T84" fmla="*/ 130175 w 47"/>
              <a:gd name="T85" fmla="*/ 6350 h 49"/>
              <a:gd name="T86" fmla="*/ 130175 w 47"/>
              <a:gd name="T87" fmla="*/ 28575 h 49"/>
              <a:gd name="T88" fmla="*/ 117475 w 47"/>
              <a:gd name="T89" fmla="*/ 12700 h 49"/>
              <a:gd name="T90" fmla="*/ 117475 w 47"/>
              <a:gd name="T91" fmla="*/ 12700 h 49"/>
              <a:gd name="T92" fmla="*/ 12700 w 47"/>
              <a:gd name="T93" fmla="*/ 12700 h 49"/>
              <a:gd name="T94" fmla="*/ 12700 w 47"/>
              <a:gd name="T95" fmla="*/ 50800 h 49"/>
              <a:gd name="T96" fmla="*/ 117475 w 47"/>
              <a:gd name="T97" fmla="*/ 50800 h 49"/>
              <a:gd name="T98" fmla="*/ 117475 w 47"/>
              <a:gd name="T99" fmla="*/ 12700 h 49"/>
              <a:gd name="T100" fmla="*/ 66675 w 47"/>
              <a:gd name="T101" fmla="*/ 117475 h 49"/>
              <a:gd name="T102" fmla="*/ 66675 w 47"/>
              <a:gd name="T103" fmla="*/ 117475 h 49"/>
              <a:gd name="T104" fmla="*/ 66675 w 47"/>
              <a:gd name="T105" fmla="*/ 117475 h 49"/>
              <a:gd name="T106" fmla="*/ 66675 w 47"/>
              <a:gd name="T107" fmla="*/ 117475 h 49"/>
              <a:gd name="T108" fmla="*/ 53975 w 47"/>
              <a:gd name="T109" fmla="*/ 117475 h 49"/>
              <a:gd name="T110" fmla="*/ 53975 w 47"/>
              <a:gd name="T111" fmla="*/ 133350 h 49"/>
              <a:gd name="T112" fmla="*/ 53975 w 47"/>
              <a:gd name="T113" fmla="*/ 149225 h 49"/>
              <a:gd name="T114" fmla="*/ 66675 w 47"/>
              <a:gd name="T115" fmla="*/ 149225 h 49"/>
              <a:gd name="T116" fmla="*/ 79375 w 47"/>
              <a:gd name="T117" fmla="*/ 149225 h 49"/>
              <a:gd name="T118" fmla="*/ 79375 w 47"/>
              <a:gd name="T119" fmla="*/ 133350 h 49"/>
              <a:gd name="T120" fmla="*/ 79375 w 47"/>
              <a:gd name="T121" fmla="*/ 117475 h 49"/>
              <a:gd name="T122" fmla="*/ 66675 w 47"/>
              <a:gd name="T123" fmla="*/ 117475 h 49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7" h="49">
                <a:moveTo>
                  <a:pt x="41" y="9"/>
                </a:moveTo>
                <a:cubicBezTo>
                  <a:pt x="46" y="9"/>
                  <a:pt x="46" y="9"/>
                  <a:pt x="46" y="9"/>
                </a:cubicBezTo>
                <a:cubicBezTo>
                  <a:pt x="47" y="9"/>
                  <a:pt x="47" y="9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7" y="27"/>
                  <a:pt x="47" y="27"/>
                  <a:pt x="47" y="27"/>
                </a:cubicBezTo>
                <a:cubicBezTo>
                  <a:pt x="47" y="28"/>
                  <a:pt x="47" y="28"/>
                  <a:pt x="46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35"/>
                  <a:pt x="22" y="35"/>
                  <a:pt x="22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7" y="35"/>
                  <a:pt x="27" y="36"/>
                  <a:pt x="27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9"/>
                  <a:pt x="27" y="49"/>
                  <a:pt x="26" y="49"/>
                </a:cubicBezTo>
                <a:cubicBezTo>
                  <a:pt x="26" y="49"/>
                  <a:pt x="26" y="49"/>
                  <a:pt x="26" y="49"/>
                </a:cubicBezTo>
                <a:cubicBezTo>
                  <a:pt x="21" y="49"/>
                  <a:pt x="21" y="49"/>
                  <a:pt x="21" y="49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49"/>
                  <a:pt x="14" y="49"/>
                  <a:pt x="14" y="48"/>
                </a:cubicBezTo>
                <a:cubicBezTo>
                  <a:pt x="14" y="48"/>
                  <a:pt x="14" y="48"/>
                  <a:pt x="14" y="48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6"/>
                  <a:pt x="20" y="26"/>
                  <a:pt x="21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11"/>
                  <a:pt x="45" y="11"/>
                  <a:pt x="45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1" y="18"/>
                  <a:pt x="41" y="18"/>
                  <a:pt x="41" y="18"/>
                </a:cubicBezTo>
                <a:cubicBezTo>
                  <a:pt x="41" y="19"/>
                  <a:pt x="40" y="20"/>
                  <a:pt x="39" y="20"/>
                </a:cubicBezTo>
                <a:cubicBezTo>
                  <a:pt x="39" y="20"/>
                  <a:pt x="39" y="20"/>
                  <a:pt x="39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1" y="20"/>
                  <a:pt x="0" y="19"/>
                  <a:pt x="0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2"/>
                  <a:pt x="41" y="2"/>
                  <a:pt x="41" y="2"/>
                </a:cubicBezTo>
                <a:cubicBezTo>
                  <a:pt x="41" y="9"/>
                  <a:pt x="41" y="9"/>
                  <a:pt x="41" y="9"/>
                </a:cubicBezTo>
                <a:close/>
                <a:moveTo>
                  <a:pt x="37" y="4"/>
                </a:moveTo>
                <a:cubicBezTo>
                  <a:pt x="37" y="4"/>
                  <a:pt x="37" y="4"/>
                  <a:pt x="3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6"/>
                  <a:pt x="4" y="16"/>
                  <a:pt x="4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4"/>
                  <a:pt x="37" y="4"/>
                  <a:pt x="37" y="4"/>
                </a:cubicBezTo>
                <a:close/>
                <a:moveTo>
                  <a:pt x="21" y="37"/>
                </a:moveTo>
                <a:cubicBezTo>
                  <a:pt x="21" y="37"/>
                  <a:pt x="21" y="37"/>
                  <a:pt x="21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42"/>
                  <a:pt x="17" y="42"/>
                  <a:pt x="17" y="42"/>
                </a:cubicBezTo>
                <a:cubicBezTo>
                  <a:pt x="17" y="47"/>
                  <a:pt x="17" y="47"/>
                  <a:pt x="17" y="47"/>
                </a:cubicBezTo>
                <a:cubicBezTo>
                  <a:pt x="21" y="47"/>
                  <a:pt x="21" y="47"/>
                  <a:pt x="21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2"/>
                  <a:pt x="25" y="42"/>
                  <a:pt x="25" y="42"/>
                </a:cubicBezTo>
                <a:cubicBezTo>
                  <a:pt x="25" y="37"/>
                  <a:pt x="25" y="37"/>
                  <a:pt x="25" y="37"/>
                </a:cubicBezTo>
                <a:cubicBezTo>
                  <a:pt x="21" y="37"/>
                  <a:pt x="21" y="37"/>
                  <a:pt x="21" y="3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64" name="Freeform 298">
            <a:extLst>
              <a:ext uri="{FF2B5EF4-FFF2-40B4-BE49-F238E27FC236}">
                <a16:creationId xmlns:a16="http://schemas.microsoft.com/office/drawing/2014/main" id="{3BAC3115-AC69-2511-3D6B-5C941F215E4A}"/>
              </a:ext>
            </a:extLst>
          </p:cNvPr>
          <p:cNvSpPr>
            <a:spLocks noEditPoints="1"/>
          </p:cNvSpPr>
          <p:nvPr/>
        </p:nvSpPr>
        <p:spPr bwMode="auto">
          <a:xfrm>
            <a:off x="9132819" y="5643481"/>
            <a:ext cx="239183" cy="215900"/>
          </a:xfrm>
          <a:custGeom>
            <a:avLst/>
            <a:gdLst>
              <a:gd name="T0" fmla="*/ 70473 w 56"/>
              <a:gd name="T1" fmla="*/ 34925 h 51"/>
              <a:gd name="T2" fmla="*/ 64067 w 56"/>
              <a:gd name="T3" fmla="*/ 31750 h 51"/>
              <a:gd name="T4" fmla="*/ 51253 w 56"/>
              <a:gd name="T5" fmla="*/ 31750 h 51"/>
              <a:gd name="T6" fmla="*/ 44847 w 56"/>
              <a:gd name="T7" fmla="*/ 34925 h 51"/>
              <a:gd name="T8" fmla="*/ 44847 w 56"/>
              <a:gd name="T9" fmla="*/ 44450 h 51"/>
              <a:gd name="T10" fmla="*/ 44847 w 56"/>
              <a:gd name="T11" fmla="*/ 50800 h 51"/>
              <a:gd name="T12" fmla="*/ 54457 w 56"/>
              <a:gd name="T13" fmla="*/ 50800 h 51"/>
              <a:gd name="T14" fmla="*/ 67270 w 56"/>
              <a:gd name="T15" fmla="*/ 50800 h 51"/>
              <a:gd name="T16" fmla="*/ 76880 w 56"/>
              <a:gd name="T17" fmla="*/ 63500 h 51"/>
              <a:gd name="T18" fmla="*/ 76880 w 56"/>
              <a:gd name="T19" fmla="*/ 76200 h 51"/>
              <a:gd name="T20" fmla="*/ 60863 w 56"/>
              <a:gd name="T21" fmla="*/ 85725 h 51"/>
              <a:gd name="T22" fmla="*/ 54457 w 56"/>
              <a:gd name="T23" fmla="*/ 88900 h 51"/>
              <a:gd name="T24" fmla="*/ 38440 w 56"/>
              <a:gd name="T25" fmla="*/ 82550 h 51"/>
              <a:gd name="T26" fmla="*/ 44847 w 56"/>
              <a:gd name="T27" fmla="*/ 76200 h 51"/>
              <a:gd name="T28" fmla="*/ 51253 w 56"/>
              <a:gd name="T29" fmla="*/ 79375 h 51"/>
              <a:gd name="T30" fmla="*/ 64067 w 56"/>
              <a:gd name="T31" fmla="*/ 79375 h 51"/>
              <a:gd name="T32" fmla="*/ 70473 w 56"/>
              <a:gd name="T33" fmla="*/ 76200 h 51"/>
              <a:gd name="T34" fmla="*/ 67270 w 56"/>
              <a:gd name="T35" fmla="*/ 60325 h 51"/>
              <a:gd name="T36" fmla="*/ 54457 w 56"/>
              <a:gd name="T37" fmla="*/ 60325 h 51"/>
              <a:gd name="T38" fmla="*/ 48050 w 56"/>
              <a:gd name="T39" fmla="*/ 60325 h 51"/>
              <a:gd name="T40" fmla="*/ 35237 w 56"/>
              <a:gd name="T41" fmla="*/ 44450 h 51"/>
              <a:gd name="T42" fmla="*/ 35237 w 56"/>
              <a:gd name="T43" fmla="*/ 41275 h 51"/>
              <a:gd name="T44" fmla="*/ 48050 w 56"/>
              <a:gd name="T45" fmla="*/ 25400 h 51"/>
              <a:gd name="T46" fmla="*/ 57660 w 56"/>
              <a:gd name="T47" fmla="*/ 19050 h 51"/>
              <a:gd name="T48" fmla="*/ 67270 w 56"/>
              <a:gd name="T49" fmla="*/ 25400 h 51"/>
              <a:gd name="T50" fmla="*/ 156964 w 56"/>
              <a:gd name="T51" fmla="*/ 123825 h 51"/>
              <a:gd name="T52" fmla="*/ 172980 w 56"/>
              <a:gd name="T53" fmla="*/ 127000 h 51"/>
              <a:gd name="T54" fmla="*/ 156964 w 56"/>
              <a:gd name="T55" fmla="*/ 161925 h 51"/>
              <a:gd name="T56" fmla="*/ 32033 w 56"/>
              <a:gd name="T57" fmla="*/ 142875 h 51"/>
              <a:gd name="T58" fmla="*/ 54457 w 56"/>
              <a:gd name="T59" fmla="*/ 123825 h 51"/>
              <a:gd name="T60" fmla="*/ 57660 w 56"/>
              <a:gd name="T61" fmla="*/ 0 h 51"/>
              <a:gd name="T62" fmla="*/ 160167 w 56"/>
              <a:gd name="T63" fmla="*/ 101600 h 51"/>
              <a:gd name="T64" fmla="*/ 57660 w 56"/>
              <a:gd name="T65" fmla="*/ 130175 h 51"/>
              <a:gd name="T66" fmla="*/ 38440 w 56"/>
              <a:gd name="T67" fmla="*/ 142875 h 51"/>
              <a:gd name="T68" fmla="*/ 83287 w 56"/>
              <a:gd name="T69" fmla="*/ 152400 h 51"/>
              <a:gd name="T70" fmla="*/ 124930 w 56"/>
              <a:gd name="T71" fmla="*/ 152400 h 51"/>
              <a:gd name="T72" fmla="*/ 166574 w 56"/>
              <a:gd name="T73" fmla="*/ 149225 h 51"/>
              <a:gd name="T74" fmla="*/ 156964 w 56"/>
              <a:gd name="T75" fmla="*/ 130175 h 51"/>
              <a:gd name="T76" fmla="*/ 124930 w 56"/>
              <a:gd name="T77" fmla="*/ 152400 h 51"/>
              <a:gd name="T78" fmla="*/ 121727 w 56"/>
              <a:gd name="T79" fmla="*/ 85725 h 51"/>
              <a:gd name="T80" fmla="*/ 115320 w 56"/>
              <a:gd name="T81" fmla="*/ 79375 h 51"/>
              <a:gd name="T82" fmla="*/ 105710 w 56"/>
              <a:gd name="T83" fmla="*/ 79375 h 51"/>
              <a:gd name="T84" fmla="*/ 96100 w 56"/>
              <a:gd name="T85" fmla="*/ 98425 h 51"/>
              <a:gd name="T86" fmla="*/ 108914 w 56"/>
              <a:gd name="T87" fmla="*/ 98425 h 51"/>
              <a:gd name="T88" fmla="*/ 115320 w 56"/>
              <a:gd name="T89" fmla="*/ 98425 h 51"/>
              <a:gd name="T90" fmla="*/ 124930 w 56"/>
              <a:gd name="T91" fmla="*/ 114300 h 51"/>
              <a:gd name="T92" fmla="*/ 121727 w 56"/>
              <a:gd name="T93" fmla="*/ 130175 h 51"/>
              <a:gd name="T94" fmla="*/ 108914 w 56"/>
              <a:gd name="T95" fmla="*/ 136525 h 51"/>
              <a:gd name="T96" fmla="*/ 99304 w 56"/>
              <a:gd name="T97" fmla="*/ 133350 h 51"/>
              <a:gd name="T98" fmla="*/ 83287 w 56"/>
              <a:gd name="T99" fmla="*/ 123825 h 51"/>
              <a:gd name="T100" fmla="*/ 92897 w 56"/>
              <a:gd name="T101" fmla="*/ 123825 h 51"/>
              <a:gd name="T102" fmla="*/ 99304 w 56"/>
              <a:gd name="T103" fmla="*/ 127000 h 51"/>
              <a:gd name="T104" fmla="*/ 115320 w 56"/>
              <a:gd name="T105" fmla="*/ 127000 h 51"/>
              <a:gd name="T106" fmla="*/ 118524 w 56"/>
              <a:gd name="T107" fmla="*/ 111125 h 51"/>
              <a:gd name="T108" fmla="*/ 112117 w 56"/>
              <a:gd name="T109" fmla="*/ 107950 h 51"/>
              <a:gd name="T110" fmla="*/ 99304 w 56"/>
              <a:gd name="T111" fmla="*/ 107950 h 51"/>
              <a:gd name="T112" fmla="*/ 86490 w 56"/>
              <a:gd name="T113" fmla="*/ 104775 h 51"/>
              <a:gd name="T114" fmla="*/ 89694 w 56"/>
              <a:gd name="T115" fmla="*/ 142875 h 51"/>
              <a:gd name="T116" fmla="*/ 147354 w 56"/>
              <a:gd name="T117" fmla="*/ 101600 h 51"/>
              <a:gd name="T118" fmla="*/ 108914 w 56"/>
              <a:gd name="T119" fmla="*/ 73025 h 51"/>
              <a:gd name="T120" fmla="*/ 124930 w 56"/>
              <a:gd name="T121" fmla="*/ 82550 h 51"/>
              <a:gd name="T122" fmla="*/ 12813 w 56"/>
              <a:gd name="T123" fmla="*/ 53975 h 51"/>
              <a:gd name="T124" fmla="*/ 57660 w 56"/>
              <a:gd name="T125" fmla="*/ 12700 h 51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56" h="51">
                <a:moveTo>
                  <a:pt x="24" y="11"/>
                </a:moveTo>
                <a:cubicBezTo>
                  <a:pt x="24" y="12"/>
                  <a:pt x="24" y="13"/>
                  <a:pt x="23" y="13"/>
                </a:cubicBezTo>
                <a:cubicBezTo>
                  <a:pt x="22" y="13"/>
                  <a:pt x="22" y="12"/>
                  <a:pt x="22" y="11"/>
                </a:cubicBezTo>
                <a:cubicBezTo>
                  <a:pt x="22" y="11"/>
                  <a:pt x="22" y="11"/>
                  <a:pt x="21" y="11"/>
                </a:cubicBezTo>
                <a:cubicBezTo>
                  <a:pt x="21" y="10"/>
                  <a:pt x="21" y="10"/>
                  <a:pt x="21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4" y="10"/>
                  <a:pt x="14" y="10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6"/>
                  <a:pt x="14" y="16"/>
                </a:cubicBezTo>
                <a:cubicBezTo>
                  <a:pt x="14" y="16"/>
                  <a:pt x="14" y="16"/>
                  <a:pt x="15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2" y="16"/>
                  <a:pt x="22" y="17"/>
                  <a:pt x="23" y="17"/>
                </a:cubicBezTo>
                <a:cubicBezTo>
                  <a:pt x="24" y="18"/>
                  <a:pt x="24" y="19"/>
                  <a:pt x="24" y="20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5"/>
                  <a:pt x="24" y="25"/>
                  <a:pt x="23" y="26"/>
                </a:cubicBezTo>
                <a:cubicBezTo>
                  <a:pt x="22" y="27"/>
                  <a:pt x="22" y="27"/>
                  <a:pt x="21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9"/>
                  <a:pt x="18" y="29"/>
                  <a:pt x="18" y="29"/>
                </a:cubicBezTo>
                <a:cubicBezTo>
                  <a:pt x="17" y="29"/>
                  <a:pt x="17" y="29"/>
                  <a:pt x="17" y="28"/>
                </a:cubicBezTo>
                <a:cubicBezTo>
                  <a:pt x="17" y="27"/>
                  <a:pt x="17" y="27"/>
                  <a:pt x="17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4" y="27"/>
                  <a:pt x="13" y="27"/>
                  <a:pt x="12" y="26"/>
                </a:cubicBezTo>
                <a:cubicBezTo>
                  <a:pt x="12" y="25"/>
                  <a:pt x="11" y="25"/>
                  <a:pt x="11" y="24"/>
                </a:cubicBezTo>
                <a:cubicBezTo>
                  <a:pt x="11" y="23"/>
                  <a:pt x="12" y="23"/>
                  <a:pt x="12" y="23"/>
                </a:cubicBezTo>
                <a:cubicBezTo>
                  <a:pt x="13" y="23"/>
                  <a:pt x="14" y="23"/>
                  <a:pt x="14" y="24"/>
                </a:cubicBezTo>
                <a:cubicBezTo>
                  <a:pt x="14" y="24"/>
                  <a:pt x="14" y="24"/>
                  <a:pt x="14" y="25"/>
                </a:cubicBezTo>
                <a:cubicBezTo>
                  <a:pt x="14" y="25"/>
                  <a:pt x="14" y="25"/>
                  <a:pt x="15" y="25"/>
                </a:cubicBezTo>
                <a:cubicBezTo>
                  <a:pt x="16" y="25"/>
                  <a:pt x="16" y="25"/>
                  <a:pt x="16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2"/>
                  <a:pt x="22" y="21"/>
                  <a:pt x="22" y="20"/>
                </a:cubicBezTo>
                <a:cubicBezTo>
                  <a:pt x="22" y="20"/>
                  <a:pt x="22" y="19"/>
                  <a:pt x="2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7" y="19"/>
                  <a:pt x="17" y="19"/>
                  <a:pt x="17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4" y="19"/>
                  <a:pt x="13" y="18"/>
                  <a:pt x="12" y="18"/>
                </a:cubicBezTo>
                <a:cubicBezTo>
                  <a:pt x="12" y="17"/>
                  <a:pt x="11" y="16"/>
                  <a:pt x="11" y="15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0"/>
                  <a:pt x="12" y="10"/>
                  <a:pt x="12" y="9"/>
                </a:cubicBezTo>
                <a:cubicBezTo>
                  <a:pt x="13" y="8"/>
                  <a:pt x="14" y="8"/>
                  <a:pt x="15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6"/>
                  <a:pt x="17" y="6"/>
                  <a:pt x="18" y="6"/>
                </a:cubicBezTo>
                <a:cubicBezTo>
                  <a:pt x="18" y="6"/>
                  <a:pt x="19" y="6"/>
                  <a:pt x="19" y="7"/>
                </a:cubicBezTo>
                <a:cubicBezTo>
                  <a:pt x="19" y="8"/>
                  <a:pt x="19" y="8"/>
                  <a:pt x="19" y="8"/>
                </a:cubicBezTo>
                <a:cubicBezTo>
                  <a:pt x="21" y="8"/>
                  <a:pt x="21" y="8"/>
                  <a:pt x="21" y="8"/>
                </a:cubicBezTo>
                <a:cubicBezTo>
                  <a:pt x="22" y="8"/>
                  <a:pt x="22" y="8"/>
                  <a:pt x="23" y="9"/>
                </a:cubicBezTo>
                <a:cubicBezTo>
                  <a:pt x="24" y="10"/>
                  <a:pt x="24" y="10"/>
                  <a:pt x="24" y="11"/>
                </a:cubicBezTo>
                <a:close/>
                <a:moveTo>
                  <a:pt x="49" y="39"/>
                </a:moveTo>
                <a:cubicBezTo>
                  <a:pt x="49" y="39"/>
                  <a:pt x="49" y="39"/>
                  <a:pt x="49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51" y="39"/>
                  <a:pt x="53" y="39"/>
                  <a:pt x="54" y="40"/>
                </a:cubicBezTo>
                <a:cubicBezTo>
                  <a:pt x="55" y="42"/>
                  <a:pt x="56" y="43"/>
                  <a:pt x="56" y="45"/>
                </a:cubicBezTo>
                <a:cubicBezTo>
                  <a:pt x="56" y="46"/>
                  <a:pt x="55" y="48"/>
                  <a:pt x="54" y="49"/>
                </a:cubicBezTo>
                <a:cubicBezTo>
                  <a:pt x="53" y="50"/>
                  <a:pt x="51" y="51"/>
                  <a:pt x="49" y="51"/>
                </a:cubicBezTo>
                <a:cubicBezTo>
                  <a:pt x="16" y="51"/>
                  <a:pt x="16" y="51"/>
                  <a:pt x="16" y="51"/>
                </a:cubicBezTo>
                <a:cubicBezTo>
                  <a:pt x="14" y="51"/>
                  <a:pt x="13" y="50"/>
                  <a:pt x="12" y="49"/>
                </a:cubicBezTo>
                <a:cubicBezTo>
                  <a:pt x="11" y="48"/>
                  <a:pt x="10" y="46"/>
                  <a:pt x="10" y="45"/>
                </a:cubicBezTo>
                <a:cubicBezTo>
                  <a:pt x="10" y="43"/>
                  <a:pt x="11" y="42"/>
                  <a:pt x="12" y="40"/>
                </a:cubicBezTo>
                <a:cubicBezTo>
                  <a:pt x="13" y="39"/>
                  <a:pt x="14" y="39"/>
                  <a:pt x="16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6" y="37"/>
                  <a:pt x="16" y="36"/>
                  <a:pt x="16" y="35"/>
                </a:cubicBezTo>
                <a:cubicBezTo>
                  <a:pt x="7" y="34"/>
                  <a:pt x="0" y="26"/>
                  <a:pt x="0" y="17"/>
                </a:cubicBezTo>
                <a:cubicBezTo>
                  <a:pt x="0" y="8"/>
                  <a:pt x="8" y="0"/>
                  <a:pt x="18" y="0"/>
                </a:cubicBezTo>
                <a:cubicBezTo>
                  <a:pt x="26" y="0"/>
                  <a:pt x="34" y="7"/>
                  <a:pt x="35" y="15"/>
                </a:cubicBezTo>
                <a:cubicBezTo>
                  <a:pt x="36" y="16"/>
                  <a:pt x="38" y="16"/>
                  <a:pt x="39" y="17"/>
                </a:cubicBezTo>
                <a:cubicBezTo>
                  <a:pt x="46" y="19"/>
                  <a:pt x="50" y="26"/>
                  <a:pt x="50" y="32"/>
                </a:cubicBezTo>
                <a:cubicBezTo>
                  <a:pt x="50" y="35"/>
                  <a:pt x="49" y="37"/>
                  <a:pt x="49" y="39"/>
                </a:cubicBezTo>
                <a:close/>
                <a:moveTo>
                  <a:pt x="18" y="41"/>
                </a:moveTo>
                <a:cubicBezTo>
                  <a:pt x="18" y="41"/>
                  <a:pt x="18" y="41"/>
                  <a:pt x="18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5" y="41"/>
                  <a:pt x="14" y="41"/>
                  <a:pt x="13" y="42"/>
                </a:cubicBezTo>
                <a:cubicBezTo>
                  <a:pt x="13" y="43"/>
                  <a:pt x="12" y="44"/>
                  <a:pt x="12" y="45"/>
                </a:cubicBezTo>
                <a:cubicBezTo>
                  <a:pt x="12" y="46"/>
                  <a:pt x="13" y="47"/>
                  <a:pt x="13" y="47"/>
                </a:cubicBezTo>
                <a:cubicBezTo>
                  <a:pt x="14" y="48"/>
                  <a:pt x="15" y="48"/>
                  <a:pt x="16" y="48"/>
                </a:cubicBezTo>
                <a:cubicBezTo>
                  <a:pt x="26" y="48"/>
                  <a:pt x="26" y="48"/>
                  <a:pt x="26" y="48"/>
                </a:cubicBezTo>
                <a:cubicBezTo>
                  <a:pt x="26" y="48"/>
                  <a:pt x="26" y="48"/>
                  <a:pt x="26" y="48"/>
                </a:cubicBezTo>
                <a:cubicBezTo>
                  <a:pt x="22" y="47"/>
                  <a:pt x="20" y="44"/>
                  <a:pt x="18" y="41"/>
                </a:cubicBezTo>
                <a:close/>
                <a:moveTo>
                  <a:pt x="39" y="48"/>
                </a:moveTo>
                <a:cubicBezTo>
                  <a:pt x="39" y="48"/>
                  <a:pt x="39" y="48"/>
                  <a:pt x="3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1" y="48"/>
                  <a:pt x="51" y="48"/>
                  <a:pt x="52" y="47"/>
                </a:cubicBezTo>
                <a:cubicBezTo>
                  <a:pt x="53" y="47"/>
                  <a:pt x="53" y="46"/>
                  <a:pt x="53" y="45"/>
                </a:cubicBezTo>
                <a:cubicBezTo>
                  <a:pt x="53" y="44"/>
                  <a:pt x="53" y="43"/>
                  <a:pt x="52" y="42"/>
                </a:cubicBezTo>
                <a:cubicBezTo>
                  <a:pt x="51" y="41"/>
                  <a:pt x="51" y="41"/>
                  <a:pt x="49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7" y="42"/>
                  <a:pt x="46" y="44"/>
                  <a:pt x="45" y="45"/>
                </a:cubicBezTo>
                <a:cubicBezTo>
                  <a:pt x="43" y="46"/>
                  <a:pt x="41" y="48"/>
                  <a:pt x="39" y="48"/>
                </a:cubicBezTo>
                <a:close/>
                <a:moveTo>
                  <a:pt x="39" y="26"/>
                </a:moveTo>
                <a:cubicBezTo>
                  <a:pt x="39" y="26"/>
                  <a:pt x="39" y="26"/>
                  <a:pt x="39" y="26"/>
                </a:cubicBezTo>
                <a:cubicBezTo>
                  <a:pt x="39" y="27"/>
                  <a:pt x="39" y="27"/>
                  <a:pt x="38" y="27"/>
                </a:cubicBezTo>
                <a:cubicBezTo>
                  <a:pt x="37" y="27"/>
                  <a:pt x="37" y="27"/>
                  <a:pt x="37" y="26"/>
                </a:cubicBezTo>
                <a:cubicBezTo>
                  <a:pt x="37" y="26"/>
                  <a:pt x="37" y="26"/>
                  <a:pt x="36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35" y="25"/>
                  <a:pt x="35" y="25"/>
                  <a:pt x="35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2" y="27"/>
                  <a:pt x="31" y="29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9" y="31"/>
                  <a:pt x="3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6" y="31"/>
                  <a:pt x="36" y="31"/>
                  <a:pt x="36" y="31"/>
                </a:cubicBezTo>
                <a:cubicBezTo>
                  <a:pt x="36" y="31"/>
                  <a:pt x="36" y="31"/>
                  <a:pt x="36" y="31"/>
                </a:cubicBezTo>
                <a:cubicBezTo>
                  <a:pt x="37" y="31"/>
                  <a:pt x="37" y="32"/>
                  <a:pt x="38" y="32"/>
                </a:cubicBezTo>
                <a:cubicBezTo>
                  <a:pt x="39" y="33"/>
                  <a:pt x="39" y="34"/>
                  <a:pt x="39" y="35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40"/>
                  <a:pt x="39" y="40"/>
                  <a:pt x="38" y="41"/>
                </a:cubicBezTo>
                <a:cubicBezTo>
                  <a:pt x="37" y="42"/>
                  <a:pt x="36" y="42"/>
                  <a:pt x="36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3"/>
                  <a:pt x="34" y="43"/>
                  <a:pt x="34" y="43"/>
                </a:cubicBezTo>
                <a:cubicBezTo>
                  <a:pt x="34" y="44"/>
                  <a:pt x="33" y="44"/>
                  <a:pt x="33" y="44"/>
                </a:cubicBezTo>
                <a:cubicBezTo>
                  <a:pt x="32" y="44"/>
                  <a:pt x="31" y="44"/>
                  <a:pt x="31" y="43"/>
                </a:cubicBezTo>
                <a:cubicBezTo>
                  <a:pt x="31" y="42"/>
                  <a:pt x="31" y="42"/>
                  <a:pt x="31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29" y="42"/>
                  <a:pt x="28" y="42"/>
                  <a:pt x="27" y="41"/>
                </a:cubicBezTo>
                <a:cubicBezTo>
                  <a:pt x="27" y="40"/>
                  <a:pt x="26" y="40"/>
                  <a:pt x="26" y="39"/>
                </a:cubicBezTo>
                <a:cubicBezTo>
                  <a:pt x="26" y="38"/>
                  <a:pt x="27" y="37"/>
                  <a:pt x="27" y="37"/>
                </a:cubicBezTo>
                <a:cubicBezTo>
                  <a:pt x="28" y="37"/>
                  <a:pt x="29" y="38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40"/>
                  <a:pt x="29" y="40"/>
                  <a:pt x="30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5" y="40"/>
                  <a:pt x="35" y="40"/>
                  <a:pt x="35" y="40"/>
                </a:cubicBezTo>
                <a:cubicBezTo>
                  <a:pt x="36" y="40"/>
                  <a:pt x="36" y="40"/>
                  <a:pt x="36" y="40"/>
                </a:cubicBezTo>
                <a:cubicBezTo>
                  <a:pt x="36" y="40"/>
                  <a:pt x="36" y="40"/>
                  <a:pt x="36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7"/>
                  <a:pt x="37" y="36"/>
                  <a:pt x="37" y="35"/>
                </a:cubicBezTo>
                <a:cubicBezTo>
                  <a:pt x="37" y="35"/>
                  <a:pt x="37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30" y="34"/>
                  <a:pt x="30" y="34"/>
                  <a:pt x="30" y="34"/>
                </a:cubicBezTo>
                <a:cubicBezTo>
                  <a:pt x="30" y="34"/>
                  <a:pt x="30" y="34"/>
                  <a:pt x="30" y="34"/>
                </a:cubicBezTo>
                <a:cubicBezTo>
                  <a:pt x="29" y="34"/>
                  <a:pt x="28" y="33"/>
                  <a:pt x="27" y="33"/>
                </a:cubicBezTo>
                <a:cubicBezTo>
                  <a:pt x="27" y="32"/>
                  <a:pt x="27" y="32"/>
                  <a:pt x="27" y="32"/>
                </a:cubicBezTo>
                <a:cubicBezTo>
                  <a:pt x="25" y="33"/>
                  <a:pt x="22" y="34"/>
                  <a:pt x="19" y="35"/>
                </a:cubicBezTo>
                <a:cubicBezTo>
                  <a:pt x="20" y="39"/>
                  <a:pt x="23" y="43"/>
                  <a:pt x="28" y="45"/>
                </a:cubicBezTo>
                <a:cubicBezTo>
                  <a:pt x="29" y="45"/>
                  <a:pt x="31" y="46"/>
                  <a:pt x="33" y="46"/>
                </a:cubicBezTo>
                <a:cubicBezTo>
                  <a:pt x="36" y="46"/>
                  <a:pt x="40" y="44"/>
                  <a:pt x="42" y="42"/>
                </a:cubicBezTo>
                <a:cubicBezTo>
                  <a:pt x="45" y="39"/>
                  <a:pt x="46" y="36"/>
                  <a:pt x="46" y="32"/>
                </a:cubicBezTo>
                <a:cubicBezTo>
                  <a:pt x="46" y="27"/>
                  <a:pt x="43" y="22"/>
                  <a:pt x="38" y="20"/>
                </a:cubicBezTo>
                <a:cubicBezTo>
                  <a:pt x="37" y="20"/>
                  <a:pt x="36" y="19"/>
                  <a:pt x="35" y="19"/>
                </a:cubicBezTo>
                <a:cubicBezTo>
                  <a:pt x="35" y="21"/>
                  <a:pt x="34" y="22"/>
                  <a:pt x="34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6" y="23"/>
                  <a:pt x="37" y="23"/>
                  <a:pt x="38" y="24"/>
                </a:cubicBezTo>
                <a:cubicBezTo>
                  <a:pt x="39" y="25"/>
                  <a:pt x="39" y="25"/>
                  <a:pt x="39" y="26"/>
                </a:cubicBezTo>
                <a:close/>
                <a:moveTo>
                  <a:pt x="18" y="4"/>
                </a:moveTo>
                <a:cubicBezTo>
                  <a:pt x="18" y="4"/>
                  <a:pt x="18" y="4"/>
                  <a:pt x="18" y="4"/>
                </a:cubicBezTo>
                <a:cubicBezTo>
                  <a:pt x="10" y="4"/>
                  <a:pt x="4" y="10"/>
                  <a:pt x="4" y="17"/>
                </a:cubicBezTo>
                <a:cubicBezTo>
                  <a:pt x="4" y="25"/>
                  <a:pt x="10" y="31"/>
                  <a:pt x="18" y="31"/>
                </a:cubicBezTo>
                <a:cubicBezTo>
                  <a:pt x="25" y="31"/>
                  <a:pt x="31" y="25"/>
                  <a:pt x="31" y="17"/>
                </a:cubicBezTo>
                <a:cubicBezTo>
                  <a:pt x="31" y="10"/>
                  <a:pt x="25" y="4"/>
                  <a:pt x="18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65" name="Freeform 299">
            <a:extLst>
              <a:ext uri="{FF2B5EF4-FFF2-40B4-BE49-F238E27FC236}">
                <a16:creationId xmlns:a16="http://schemas.microsoft.com/office/drawing/2014/main" id="{9A8112C6-8FF6-9603-ADF6-9EC6E6A2840B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5651947"/>
            <a:ext cx="211667" cy="203200"/>
          </a:xfrm>
          <a:custGeom>
            <a:avLst/>
            <a:gdLst>
              <a:gd name="T0" fmla="*/ 95250 w 50"/>
              <a:gd name="T1" fmla="*/ 0 h 48"/>
              <a:gd name="T2" fmla="*/ 114300 w 50"/>
              <a:gd name="T3" fmla="*/ 15875 h 48"/>
              <a:gd name="T4" fmla="*/ 127000 w 50"/>
              <a:gd name="T5" fmla="*/ 22225 h 48"/>
              <a:gd name="T6" fmla="*/ 158750 w 50"/>
              <a:gd name="T7" fmla="*/ 53975 h 48"/>
              <a:gd name="T8" fmla="*/ 149225 w 50"/>
              <a:gd name="T9" fmla="*/ 142875 h 48"/>
              <a:gd name="T10" fmla="*/ 31750 w 50"/>
              <a:gd name="T11" fmla="*/ 152400 h 48"/>
              <a:gd name="T12" fmla="*/ 9525 w 50"/>
              <a:gd name="T13" fmla="*/ 142875 h 48"/>
              <a:gd name="T14" fmla="*/ 0 w 50"/>
              <a:gd name="T15" fmla="*/ 53975 h 48"/>
              <a:gd name="T16" fmla="*/ 31750 w 50"/>
              <a:gd name="T17" fmla="*/ 22225 h 48"/>
              <a:gd name="T18" fmla="*/ 44450 w 50"/>
              <a:gd name="T19" fmla="*/ 15875 h 48"/>
              <a:gd name="T20" fmla="*/ 63500 w 50"/>
              <a:gd name="T21" fmla="*/ 0 h 48"/>
              <a:gd name="T22" fmla="*/ 111125 w 50"/>
              <a:gd name="T23" fmla="*/ 34925 h 48"/>
              <a:gd name="T24" fmla="*/ 111125 w 50"/>
              <a:gd name="T25" fmla="*/ 34925 h 48"/>
              <a:gd name="T26" fmla="*/ 47625 w 50"/>
              <a:gd name="T27" fmla="*/ 34925 h 48"/>
              <a:gd name="T28" fmla="*/ 19050 w 50"/>
              <a:gd name="T29" fmla="*/ 41275 h 48"/>
              <a:gd name="T30" fmla="*/ 12700 w 50"/>
              <a:gd name="T31" fmla="*/ 53975 h 48"/>
              <a:gd name="T32" fmla="*/ 28575 w 50"/>
              <a:gd name="T33" fmla="*/ 82550 h 48"/>
              <a:gd name="T34" fmla="*/ 31750 w 50"/>
              <a:gd name="T35" fmla="*/ 66675 h 48"/>
              <a:gd name="T36" fmla="*/ 60325 w 50"/>
              <a:gd name="T37" fmla="*/ 66675 h 48"/>
              <a:gd name="T38" fmla="*/ 63500 w 50"/>
              <a:gd name="T39" fmla="*/ 73025 h 48"/>
              <a:gd name="T40" fmla="*/ 95250 w 50"/>
              <a:gd name="T41" fmla="*/ 82550 h 48"/>
              <a:gd name="T42" fmla="*/ 98425 w 50"/>
              <a:gd name="T43" fmla="*/ 66675 h 48"/>
              <a:gd name="T44" fmla="*/ 127000 w 50"/>
              <a:gd name="T45" fmla="*/ 66675 h 48"/>
              <a:gd name="T46" fmla="*/ 130175 w 50"/>
              <a:gd name="T47" fmla="*/ 73025 h 48"/>
              <a:gd name="T48" fmla="*/ 146050 w 50"/>
              <a:gd name="T49" fmla="*/ 82550 h 48"/>
              <a:gd name="T50" fmla="*/ 142875 w 50"/>
              <a:gd name="T51" fmla="*/ 41275 h 48"/>
              <a:gd name="T52" fmla="*/ 111125 w 50"/>
              <a:gd name="T53" fmla="*/ 34925 h 48"/>
              <a:gd name="T54" fmla="*/ 50800 w 50"/>
              <a:gd name="T55" fmla="*/ 22225 h 48"/>
              <a:gd name="T56" fmla="*/ 107950 w 50"/>
              <a:gd name="T57" fmla="*/ 15875 h 48"/>
              <a:gd name="T58" fmla="*/ 95250 w 50"/>
              <a:gd name="T59" fmla="*/ 6350 h 48"/>
              <a:gd name="T60" fmla="*/ 53975 w 50"/>
              <a:gd name="T61" fmla="*/ 9525 h 48"/>
              <a:gd name="T62" fmla="*/ 50800 w 50"/>
              <a:gd name="T63" fmla="*/ 22225 h 48"/>
              <a:gd name="T64" fmla="*/ 12700 w 50"/>
              <a:gd name="T65" fmla="*/ 88900 h 48"/>
              <a:gd name="T66" fmla="*/ 19050 w 50"/>
              <a:gd name="T67" fmla="*/ 133350 h 48"/>
              <a:gd name="T68" fmla="*/ 31750 w 50"/>
              <a:gd name="T69" fmla="*/ 139700 h 48"/>
              <a:gd name="T70" fmla="*/ 142875 w 50"/>
              <a:gd name="T71" fmla="*/ 133350 h 48"/>
              <a:gd name="T72" fmla="*/ 146050 w 50"/>
              <a:gd name="T73" fmla="*/ 88900 h 48"/>
              <a:gd name="T74" fmla="*/ 130175 w 50"/>
              <a:gd name="T75" fmla="*/ 101600 h 48"/>
              <a:gd name="T76" fmla="*/ 127000 w 50"/>
              <a:gd name="T77" fmla="*/ 104775 h 48"/>
              <a:gd name="T78" fmla="*/ 95250 w 50"/>
              <a:gd name="T79" fmla="*/ 101600 h 48"/>
              <a:gd name="T80" fmla="*/ 95250 w 50"/>
              <a:gd name="T81" fmla="*/ 88900 h 48"/>
              <a:gd name="T82" fmla="*/ 63500 w 50"/>
              <a:gd name="T83" fmla="*/ 101600 h 48"/>
              <a:gd name="T84" fmla="*/ 60325 w 50"/>
              <a:gd name="T85" fmla="*/ 104775 h 48"/>
              <a:gd name="T86" fmla="*/ 28575 w 50"/>
              <a:gd name="T87" fmla="*/ 101600 h 48"/>
              <a:gd name="T88" fmla="*/ 28575 w 50"/>
              <a:gd name="T89" fmla="*/ 88900 h 48"/>
              <a:gd name="T90" fmla="*/ 57150 w 50"/>
              <a:gd name="T91" fmla="*/ 76200 h 48"/>
              <a:gd name="T92" fmla="*/ 38100 w 50"/>
              <a:gd name="T93" fmla="*/ 76200 h 48"/>
              <a:gd name="T94" fmla="*/ 38100 w 50"/>
              <a:gd name="T95" fmla="*/ 85725 h 48"/>
              <a:gd name="T96" fmla="*/ 38100 w 50"/>
              <a:gd name="T97" fmla="*/ 98425 h 48"/>
              <a:gd name="T98" fmla="*/ 57150 w 50"/>
              <a:gd name="T99" fmla="*/ 85725 h 48"/>
              <a:gd name="T100" fmla="*/ 57150 w 50"/>
              <a:gd name="T101" fmla="*/ 85725 h 48"/>
              <a:gd name="T102" fmla="*/ 120650 w 50"/>
              <a:gd name="T103" fmla="*/ 76200 h 48"/>
              <a:gd name="T104" fmla="*/ 104775 w 50"/>
              <a:gd name="T105" fmla="*/ 76200 h 48"/>
              <a:gd name="T106" fmla="*/ 104775 w 50"/>
              <a:gd name="T107" fmla="*/ 85725 h 48"/>
              <a:gd name="T108" fmla="*/ 104775 w 50"/>
              <a:gd name="T109" fmla="*/ 98425 h 48"/>
              <a:gd name="T110" fmla="*/ 120650 w 50"/>
              <a:gd name="T111" fmla="*/ 85725 h 48"/>
              <a:gd name="T112" fmla="*/ 120650 w 50"/>
              <a:gd name="T113" fmla="*/ 85725 h 4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0" h="48">
                <a:moveTo>
                  <a:pt x="20" y="0"/>
                </a:moveTo>
                <a:cubicBezTo>
                  <a:pt x="30" y="0"/>
                  <a:pt x="30" y="0"/>
                  <a:pt x="30" y="0"/>
                </a:cubicBezTo>
                <a:cubicBezTo>
                  <a:pt x="32" y="0"/>
                  <a:pt x="33" y="0"/>
                  <a:pt x="34" y="1"/>
                </a:cubicBezTo>
                <a:cubicBezTo>
                  <a:pt x="35" y="2"/>
                  <a:pt x="36" y="4"/>
                  <a:pt x="36" y="5"/>
                </a:cubicBezTo>
                <a:cubicBezTo>
                  <a:pt x="36" y="7"/>
                  <a:pt x="36" y="7"/>
                  <a:pt x="36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3" y="7"/>
                  <a:pt x="45" y="8"/>
                  <a:pt x="47" y="10"/>
                </a:cubicBezTo>
                <a:cubicBezTo>
                  <a:pt x="49" y="12"/>
                  <a:pt x="50" y="14"/>
                  <a:pt x="50" y="17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40"/>
                  <a:pt x="49" y="43"/>
                  <a:pt x="47" y="45"/>
                </a:cubicBezTo>
                <a:cubicBezTo>
                  <a:pt x="45" y="46"/>
                  <a:pt x="43" y="48"/>
                  <a:pt x="40" y="48"/>
                </a:cubicBezTo>
                <a:cubicBezTo>
                  <a:pt x="10" y="48"/>
                  <a:pt x="10" y="48"/>
                  <a:pt x="10" y="48"/>
                </a:cubicBezTo>
                <a:cubicBezTo>
                  <a:pt x="7" y="48"/>
                  <a:pt x="5" y="46"/>
                  <a:pt x="3" y="45"/>
                </a:cubicBezTo>
                <a:cubicBezTo>
                  <a:pt x="3" y="45"/>
                  <a:pt x="3" y="45"/>
                  <a:pt x="3" y="45"/>
                </a:cubicBezTo>
                <a:cubicBezTo>
                  <a:pt x="1" y="43"/>
                  <a:pt x="0" y="40"/>
                  <a:pt x="0" y="38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4"/>
                  <a:pt x="1" y="12"/>
                  <a:pt x="3" y="10"/>
                </a:cubicBezTo>
                <a:cubicBezTo>
                  <a:pt x="5" y="8"/>
                  <a:pt x="7" y="7"/>
                  <a:pt x="10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4"/>
                  <a:pt x="15" y="2"/>
                  <a:pt x="16" y="1"/>
                </a:cubicBezTo>
                <a:cubicBezTo>
                  <a:pt x="17" y="0"/>
                  <a:pt x="18" y="0"/>
                  <a:pt x="20" y="0"/>
                </a:cubicBezTo>
                <a:close/>
                <a:moveTo>
                  <a:pt x="35" y="11"/>
                </a:move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8" y="11"/>
                  <a:pt x="7" y="11"/>
                  <a:pt x="6" y="13"/>
                </a:cubicBezTo>
                <a:cubicBezTo>
                  <a:pt x="6" y="12"/>
                  <a:pt x="6" y="12"/>
                  <a:pt x="6" y="12"/>
                </a:cubicBezTo>
                <a:cubicBezTo>
                  <a:pt x="4" y="14"/>
                  <a:pt x="4" y="15"/>
                  <a:pt x="4" y="17"/>
                </a:cubicBezTo>
                <a:cubicBezTo>
                  <a:pt x="4" y="26"/>
                  <a:pt x="4" y="26"/>
                  <a:pt x="4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22"/>
                  <a:pt x="10" y="21"/>
                  <a:pt x="10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20" y="22"/>
                  <a:pt x="20" y="23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6"/>
                  <a:pt x="20" y="26"/>
                  <a:pt x="20" y="26"/>
                </a:cubicBezTo>
                <a:cubicBezTo>
                  <a:pt x="30" y="26"/>
                  <a:pt x="30" y="26"/>
                  <a:pt x="30" y="26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2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1"/>
                  <a:pt x="41" y="22"/>
                  <a:pt x="41" y="23"/>
                </a:cubicBezTo>
                <a:cubicBezTo>
                  <a:pt x="41" y="23"/>
                  <a:pt x="41" y="23"/>
                  <a:pt x="41" y="23"/>
                </a:cubicBezTo>
                <a:cubicBezTo>
                  <a:pt x="41" y="26"/>
                  <a:pt x="41" y="26"/>
                  <a:pt x="41" y="26"/>
                </a:cubicBezTo>
                <a:cubicBezTo>
                  <a:pt x="46" y="26"/>
                  <a:pt x="46" y="26"/>
                  <a:pt x="46" y="26"/>
                </a:cubicBezTo>
                <a:cubicBezTo>
                  <a:pt x="46" y="17"/>
                  <a:pt x="46" y="17"/>
                  <a:pt x="46" y="17"/>
                </a:cubicBezTo>
                <a:cubicBezTo>
                  <a:pt x="46" y="15"/>
                  <a:pt x="46" y="14"/>
                  <a:pt x="45" y="13"/>
                </a:cubicBezTo>
                <a:cubicBezTo>
                  <a:pt x="43" y="11"/>
                  <a:pt x="42" y="11"/>
                  <a:pt x="40" y="11"/>
                </a:cubicBezTo>
                <a:cubicBezTo>
                  <a:pt x="35" y="11"/>
                  <a:pt x="35" y="11"/>
                  <a:pt x="35" y="11"/>
                </a:cubicBezTo>
                <a:close/>
                <a:moveTo>
                  <a:pt x="16" y="7"/>
                </a:moveTo>
                <a:cubicBezTo>
                  <a:pt x="16" y="7"/>
                  <a:pt x="16" y="7"/>
                  <a:pt x="16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4"/>
                  <a:pt x="33" y="3"/>
                  <a:pt x="33" y="3"/>
                </a:cubicBezTo>
                <a:cubicBezTo>
                  <a:pt x="32" y="2"/>
                  <a:pt x="31" y="2"/>
                  <a:pt x="30" y="2"/>
                </a:cubicBezTo>
                <a:cubicBezTo>
                  <a:pt x="20" y="2"/>
                  <a:pt x="20" y="2"/>
                  <a:pt x="20" y="2"/>
                </a:cubicBezTo>
                <a:cubicBezTo>
                  <a:pt x="19" y="2"/>
                  <a:pt x="18" y="2"/>
                  <a:pt x="17" y="3"/>
                </a:cubicBezTo>
                <a:cubicBezTo>
                  <a:pt x="17" y="3"/>
                  <a:pt x="16" y="4"/>
                  <a:pt x="16" y="5"/>
                </a:cubicBezTo>
                <a:cubicBezTo>
                  <a:pt x="16" y="7"/>
                  <a:pt x="16" y="7"/>
                  <a:pt x="16" y="7"/>
                </a:cubicBezTo>
                <a:close/>
                <a:moveTo>
                  <a:pt x="4" y="28"/>
                </a:moveTo>
                <a:cubicBezTo>
                  <a:pt x="4" y="28"/>
                  <a:pt x="4" y="28"/>
                  <a:pt x="4" y="28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39"/>
                  <a:pt x="4" y="41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7" y="43"/>
                  <a:pt x="8" y="44"/>
                  <a:pt x="1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2" y="44"/>
                  <a:pt x="43" y="43"/>
                  <a:pt x="45" y="42"/>
                </a:cubicBezTo>
                <a:cubicBezTo>
                  <a:pt x="46" y="41"/>
                  <a:pt x="46" y="39"/>
                  <a:pt x="46" y="38"/>
                </a:cubicBezTo>
                <a:cubicBezTo>
                  <a:pt x="46" y="28"/>
                  <a:pt x="46" y="28"/>
                  <a:pt x="46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32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0" y="32"/>
                  <a:pt x="30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30" y="28"/>
                  <a:pt x="30" y="28"/>
                  <a:pt x="3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0" y="33"/>
                  <a:pt x="10" y="33"/>
                  <a:pt x="10" y="33"/>
                </a:cubicBezTo>
                <a:cubicBezTo>
                  <a:pt x="10" y="33"/>
                  <a:pt x="9" y="32"/>
                  <a:pt x="9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28"/>
                  <a:pt x="9" y="28"/>
                  <a:pt x="9" y="28"/>
                </a:cubicBezTo>
                <a:cubicBezTo>
                  <a:pt x="4" y="28"/>
                  <a:pt x="4" y="28"/>
                  <a:pt x="4" y="28"/>
                </a:cubicBezTo>
                <a:close/>
                <a:moveTo>
                  <a:pt x="18" y="24"/>
                </a:moveTo>
                <a:cubicBezTo>
                  <a:pt x="18" y="24"/>
                  <a:pt x="18" y="24"/>
                  <a:pt x="18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31"/>
                  <a:pt x="12" y="31"/>
                  <a:pt x="12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4"/>
                  <a:pt x="18" y="24"/>
                  <a:pt x="18" y="24"/>
                </a:cubicBezTo>
                <a:close/>
                <a:moveTo>
                  <a:pt x="38" y="24"/>
                </a:moveTo>
                <a:cubicBezTo>
                  <a:pt x="38" y="24"/>
                  <a:pt x="38" y="24"/>
                  <a:pt x="38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31"/>
                  <a:pt x="33" y="31"/>
                  <a:pt x="33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27"/>
                  <a:pt x="38" y="27"/>
                  <a:pt x="38" y="27"/>
                </a:cubicBezTo>
                <a:cubicBezTo>
                  <a:pt x="38" y="24"/>
                  <a:pt x="38" y="24"/>
                  <a:pt x="38" y="2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66" name="Freeform 300">
            <a:extLst>
              <a:ext uri="{FF2B5EF4-FFF2-40B4-BE49-F238E27FC236}">
                <a16:creationId xmlns:a16="http://schemas.microsoft.com/office/drawing/2014/main" id="{6B6F0892-3348-01D4-0960-BADF4200DDDE}"/>
              </a:ext>
            </a:extLst>
          </p:cNvPr>
          <p:cNvSpPr>
            <a:spLocks noEditPoints="1"/>
          </p:cNvSpPr>
          <p:nvPr/>
        </p:nvSpPr>
        <p:spPr bwMode="auto">
          <a:xfrm>
            <a:off x="11020885" y="5241314"/>
            <a:ext cx="209549" cy="211667"/>
          </a:xfrm>
          <a:custGeom>
            <a:avLst/>
            <a:gdLst>
              <a:gd name="T0" fmla="*/ 131503 w 49"/>
              <a:gd name="T1" fmla="*/ 3175 h 50"/>
              <a:gd name="T2" fmla="*/ 137918 w 49"/>
              <a:gd name="T3" fmla="*/ 3175 h 50"/>
              <a:gd name="T4" fmla="*/ 137918 w 49"/>
              <a:gd name="T5" fmla="*/ 3175 h 50"/>
              <a:gd name="T6" fmla="*/ 153955 w 49"/>
              <a:gd name="T7" fmla="*/ 22225 h 50"/>
              <a:gd name="T8" fmla="*/ 153955 w 49"/>
              <a:gd name="T9" fmla="*/ 22225 h 50"/>
              <a:gd name="T10" fmla="*/ 157162 w 49"/>
              <a:gd name="T11" fmla="*/ 28575 h 50"/>
              <a:gd name="T12" fmla="*/ 131503 w 49"/>
              <a:gd name="T13" fmla="*/ 47625 h 50"/>
              <a:gd name="T14" fmla="*/ 115466 w 49"/>
              <a:gd name="T15" fmla="*/ 50800 h 50"/>
              <a:gd name="T16" fmla="*/ 112259 w 49"/>
              <a:gd name="T17" fmla="*/ 114300 h 50"/>
              <a:gd name="T18" fmla="*/ 76977 w 49"/>
              <a:gd name="T19" fmla="*/ 127000 h 50"/>
              <a:gd name="T20" fmla="*/ 28866 w 49"/>
              <a:gd name="T21" fmla="*/ 79375 h 50"/>
              <a:gd name="T22" fmla="*/ 76977 w 49"/>
              <a:gd name="T23" fmla="*/ 31750 h 50"/>
              <a:gd name="T24" fmla="*/ 112259 w 49"/>
              <a:gd name="T25" fmla="*/ 38100 h 50"/>
              <a:gd name="T26" fmla="*/ 109051 w 49"/>
              <a:gd name="T27" fmla="*/ 22225 h 50"/>
              <a:gd name="T28" fmla="*/ 141125 w 49"/>
              <a:gd name="T29" fmla="*/ 60325 h 50"/>
              <a:gd name="T30" fmla="*/ 150747 w 49"/>
              <a:gd name="T31" fmla="*/ 57150 h 50"/>
              <a:gd name="T32" fmla="*/ 153955 w 49"/>
              <a:gd name="T33" fmla="*/ 79375 h 50"/>
              <a:gd name="T34" fmla="*/ 76977 w 49"/>
              <a:gd name="T35" fmla="*/ 158750 h 50"/>
              <a:gd name="T36" fmla="*/ 0 w 49"/>
              <a:gd name="T37" fmla="*/ 79375 h 50"/>
              <a:gd name="T38" fmla="*/ 76977 w 49"/>
              <a:gd name="T39" fmla="*/ 3175 h 50"/>
              <a:gd name="T40" fmla="*/ 99429 w 49"/>
              <a:gd name="T41" fmla="*/ 6350 h 50"/>
              <a:gd name="T42" fmla="*/ 96222 w 49"/>
              <a:gd name="T43" fmla="*/ 19050 h 50"/>
              <a:gd name="T44" fmla="*/ 76977 w 49"/>
              <a:gd name="T45" fmla="*/ 15875 h 50"/>
              <a:gd name="T46" fmla="*/ 12830 w 49"/>
              <a:gd name="T47" fmla="*/ 79375 h 50"/>
              <a:gd name="T48" fmla="*/ 76977 w 49"/>
              <a:gd name="T49" fmla="*/ 146050 h 50"/>
              <a:gd name="T50" fmla="*/ 144332 w 49"/>
              <a:gd name="T51" fmla="*/ 79375 h 50"/>
              <a:gd name="T52" fmla="*/ 141125 w 49"/>
              <a:gd name="T53" fmla="*/ 60325 h 50"/>
              <a:gd name="T54" fmla="*/ 76977 w 49"/>
              <a:gd name="T55" fmla="*/ 57150 h 50"/>
              <a:gd name="T56" fmla="*/ 102636 w 49"/>
              <a:gd name="T57" fmla="*/ 47625 h 50"/>
              <a:gd name="T58" fmla="*/ 48111 w 49"/>
              <a:gd name="T59" fmla="*/ 50800 h 50"/>
              <a:gd name="T60" fmla="*/ 48111 w 49"/>
              <a:gd name="T61" fmla="*/ 50800 h 50"/>
              <a:gd name="T62" fmla="*/ 48111 w 49"/>
              <a:gd name="T63" fmla="*/ 107950 h 50"/>
              <a:gd name="T64" fmla="*/ 105844 w 49"/>
              <a:gd name="T65" fmla="*/ 107950 h 50"/>
              <a:gd name="T66" fmla="*/ 118673 w 49"/>
              <a:gd name="T67" fmla="*/ 79375 h 50"/>
              <a:gd name="T68" fmla="*/ 96222 w 49"/>
              <a:gd name="T69" fmla="*/ 69850 h 50"/>
              <a:gd name="T70" fmla="*/ 93014 w 49"/>
              <a:gd name="T71" fmla="*/ 95250 h 50"/>
              <a:gd name="T72" fmla="*/ 76977 w 49"/>
              <a:gd name="T73" fmla="*/ 101600 h 50"/>
              <a:gd name="T74" fmla="*/ 54526 w 49"/>
              <a:gd name="T75" fmla="*/ 79375 h 50"/>
              <a:gd name="T76" fmla="*/ 60940 w 49"/>
              <a:gd name="T77" fmla="*/ 63500 h 50"/>
              <a:gd name="T78" fmla="*/ 83392 w 49"/>
              <a:gd name="T79" fmla="*/ 66675 h 50"/>
              <a:gd name="T80" fmla="*/ 76977 w 49"/>
              <a:gd name="T81" fmla="*/ 66675 h 50"/>
              <a:gd name="T82" fmla="*/ 60940 w 49"/>
              <a:gd name="T83" fmla="*/ 79375 h 50"/>
              <a:gd name="T84" fmla="*/ 76977 w 49"/>
              <a:gd name="T85" fmla="*/ 95250 h 50"/>
              <a:gd name="T86" fmla="*/ 86599 w 49"/>
              <a:gd name="T87" fmla="*/ 92075 h 50"/>
              <a:gd name="T88" fmla="*/ 89807 w 49"/>
              <a:gd name="T89" fmla="*/ 76200 h 50"/>
              <a:gd name="T90" fmla="*/ 73770 w 49"/>
              <a:gd name="T91" fmla="*/ 85725 h 50"/>
              <a:gd name="T92" fmla="*/ 83392 w 49"/>
              <a:gd name="T93" fmla="*/ 66675 h 50"/>
              <a:gd name="T94" fmla="*/ 131503 w 49"/>
              <a:gd name="T95" fmla="*/ 12700 h 50"/>
              <a:gd name="T96" fmla="*/ 118673 w 49"/>
              <a:gd name="T97" fmla="*/ 31750 h 50"/>
              <a:gd name="T98" fmla="*/ 131503 w 49"/>
              <a:gd name="T99" fmla="*/ 12700 h 50"/>
              <a:gd name="T100" fmla="*/ 137918 w 49"/>
              <a:gd name="T101" fmla="*/ 25400 h 50"/>
              <a:gd name="T102" fmla="*/ 131503 w 49"/>
              <a:gd name="T103" fmla="*/ 41275 h 50"/>
              <a:gd name="T104" fmla="*/ 137918 w 49"/>
              <a:gd name="T105" fmla="*/ 25400 h 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9" h="50">
                <a:moveTo>
                  <a:pt x="34" y="7"/>
                </a:moveTo>
                <a:cubicBezTo>
                  <a:pt x="41" y="1"/>
                  <a:pt x="41" y="1"/>
                  <a:pt x="41" y="1"/>
                </a:cubicBezTo>
                <a:cubicBezTo>
                  <a:pt x="41" y="0"/>
                  <a:pt x="42" y="0"/>
                  <a:pt x="42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4" y="5"/>
                  <a:pt x="44" y="5"/>
                  <a:pt x="44" y="5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8" y="7"/>
                  <a:pt x="48" y="7"/>
                  <a:pt x="48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8"/>
                  <a:pt x="49" y="9"/>
                </a:cubicBezTo>
                <a:cubicBezTo>
                  <a:pt x="43" y="15"/>
                  <a:pt x="43" y="15"/>
                  <a:pt x="43" y="15"/>
                </a:cubicBezTo>
                <a:cubicBezTo>
                  <a:pt x="42" y="15"/>
                  <a:pt x="42" y="15"/>
                  <a:pt x="41" y="15"/>
                </a:cubicBezTo>
                <a:cubicBezTo>
                  <a:pt x="38" y="14"/>
                  <a:pt x="38" y="14"/>
                  <a:pt x="38" y="14"/>
                </a:cubicBezTo>
                <a:cubicBezTo>
                  <a:pt x="36" y="16"/>
                  <a:pt x="36" y="16"/>
                  <a:pt x="36" y="16"/>
                </a:cubicBezTo>
                <a:cubicBezTo>
                  <a:pt x="38" y="19"/>
                  <a:pt x="39" y="22"/>
                  <a:pt x="39" y="25"/>
                </a:cubicBezTo>
                <a:cubicBezTo>
                  <a:pt x="39" y="29"/>
                  <a:pt x="38" y="33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2" y="39"/>
                  <a:pt x="28" y="40"/>
                  <a:pt x="24" y="40"/>
                </a:cubicBezTo>
                <a:cubicBezTo>
                  <a:pt x="20" y="40"/>
                  <a:pt x="16" y="39"/>
                  <a:pt x="13" y="36"/>
                </a:cubicBezTo>
                <a:cubicBezTo>
                  <a:pt x="11" y="33"/>
                  <a:pt x="9" y="29"/>
                  <a:pt x="9" y="25"/>
                </a:cubicBezTo>
                <a:cubicBezTo>
                  <a:pt x="9" y="21"/>
                  <a:pt x="11" y="17"/>
                  <a:pt x="13" y="15"/>
                </a:cubicBezTo>
                <a:cubicBezTo>
                  <a:pt x="16" y="12"/>
                  <a:pt x="20" y="10"/>
                  <a:pt x="24" y="10"/>
                </a:cubicBezTo>
                <a:cubicBezTo>
                  <a:pt x="28" y="10"/>
                  <a:pt x="31" y="11"/>
                  <a:pt x="33" y="13"/>
                </a:cubicBezTo>
                <a:cubicBezTo>
                  <a:pt x="35" y="12"/>
                  <a:pt x="35" y="12"/>
                  <a:pt x="35" y="12"/>
                </a:cubicBezTo>
                <a:cubicBezTo>
                  <a:pt x="34" y="8"/>
                  <a:pt x="34" y="8"/>
                  <a:pt x="34" y="8"/>
                </a:cubicBezTo>
                <a:cubicBezTo>
                  <a:pt x="34" y="8"/>
                  <a:pt x="34" y="7"/>
                  <a:pt x="34" y="7"/>
                </a:cubicBezTo>
                <a:close/>
                <a:moveTo>
                  <a:pt x="44" y="19"/>
                </a:moveTo>
                <a:cubicBezTo>
                  <a:pt x="44" y="19"/>
                  <a:pt x="44" y="19"/>
                  <a:pt x="44" y="19"/>
                </a:cubicBezTo>
                <a:cubicBezTo>
                  <a:pt x="43" y="18"/>
                  <a:pt x="44" y="17"/>
                  <a:pt x="45" y="17"/>
                </a:cubicBezTo>
                <a:cubicBezTo>
                  <a:pt x="46" y="17"/>
                  <a:pt x="47" y="17"/>
                  <a:pt x="47" y="18"/>
                </a:cubicBezTo>
                <a:cubicBezTo>
                  <a:pt x="48" y="19"/>
                  <a:pt x="48" y="21"/>
                  <a:pt x="48" y="22"/>
                </a:cubicBezTo>
                <a:cubicBezTo>
                  <a:pt x="48" y="23"/>
                  <a:pt x="48" y="24"/>
                  <a:pt x="48" y="25"/>
                </a:cubicBezTo>
                <a:cubicBezTo>
                  <a:pt x="48" y="32"/>
                  <a:pt x="46" y="38"/>
                  <a:pt x="41" y="42"/>
                </a:cubicBezTo>
                <a:cubicBezTo>
                  <a:pt x="37" y="47"/>
                  <a:pt x="31" y="50"/>
                  <a:pt x="24" y="50"/>
                </a:cubicBezTo>
                <a:cubicBezTo>
                  <a:pt x="17" y="50"/>
                  <a:pt x="11" y="47"/>
                  <a:pt x="7" y="42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9"/>
                  <a:pt x="3" y="12"/>
                  <a:pt x="7" y="8"/>
                </a:cubicBezTo>
                <a:cubicBezTo>
                  <a:pt x="11" y="4"/>
                  <a:pt x="17" y="1"/>
                  <a:pt x="24" y="1"/>
                </a:cubicBezTo>
                <a:cubicBezTo>
                  <a:pt x="25" y="1"/>
                  <a:pt x="26" y="1"/>
                  <a:pt x="28" y="1"/>
                </a:cubicBezTo>
                <a:cubicBezTo>
                  <a:pt x="29" y="1"/>
                  <a:pt x="30" y="2"/>
                  <a:pt x="31" y="2"/>
                </a:cubicBezTo>
                <a:cubicBezTo>
                  <a:pt x="32" y="2"/>
                  <a:pt x="33" y="3"/>
                  <a:pt x="32" y="4"/>
                </a:cubicBezTo>
                <a:cubicBezTo>
                  <a:pt x="32" y="5"/>
                  <a:pt x="31" y="6"/>
                  <a:pt x="30" y="6"/>
                </a:cubicBezTo>
                <a:cubicBezTo>
                  <a:pt x="29" y="5"/>
                  <a:pt x="28" y="5"/>
                  <a:pt x="27" y="5"/>
                </a:cubicBezTo>
                <a:cubicBezTo>
                  <a:pt x="26" y="5"/>
                  <a:pt x="25" y="5"/>
                  <a:pt x="24" y="5"/>
                </a:cubicBezTo>
                <a:cubicBezTo>
                  <a:pt x="18" y="5"/>
                  <a:pt x="13" y="7"/>
                  <a:pt x="10" y="11"/>
                </a:cubicBezTo>
                <a:cubicBezTo>
                  <a:pt x="6" y="15"/>
                  <a:pt x="4" y="20"/>
                  <a:pt x="4" y="25"/>
                </a:cubicBezTo>
                <a:cubicBezTo>
                  <a:pt x="4" y="31"/>
                  <a:pt x="6" y="36"/>
                  <a:pt x="10" y="40"/>
                </a:cubicBezTo>
                <a:cubicBezTo>
                  <a:pt x="13" y="43"/>
                  <a:pt x="18" y="46"/>
                  <a:pt x="24" y="46"/>
                </a:cubicBezTo>
                <a:cubicBezTo>
                  <a:pt x="30" y="46"/>
                  <a:pt x="35" y="43"/>
                  <a:pt x="39" y="40"/>
                </a:cubicBezTo>
                <a:cubicBezTo>
                  <a:pt x="42" y="36"/>
                  <a:pt x="45" y="31"/>
                  <a:pt x="45" y="25"/>
                </a:cubicBezTo>
                <a:cubicBezTo>
                  <a:pt x="45" y="24"/>
                  <a:pt x="44" y="23"/>
                  <a:pt x="44" y="22"/>
                </a:cubicBezTo>
                <a:cubicBezTo>
                  <a:pt x="44" y="21"/>
                  <a:pt x="44" y="20"/>
                  <a:pt x="44" y="19"/>
                </a:cubicBezTo>
                <a:close/>
                <a:moveTo>
                  <a:pt x="24" y="18"/>
                </a:moveTo>
                <a:cubicBezTo>
                  <a:pt x="24" y="18"/>
                  <a:pt x="24" y="18"/>
                  <a:pt x="24" y="18"/>
                </a:cubicBezTo>
                <a:cubicBezTo>
                  <a:pt x="25" y="18"/>
                  <a:pt x="26" y="19"/>
                  <a:pt x="27" y="19"/>
                </a:cubicBezTo>
                <a:cubicBezTo>
                  <a:pt x="32" y="15"/>
                  <a:pt x="32" y="15"/>
                  <a:pt x="32" y="15"/>
                </a:cubicBezTo>
                <a:cubicBezTo>
                  <a:pt x="30" y="13"/>
                  <a:pt x="27" y="12"/>
                  <a:pt x="24" y="12"/>
                </a:cubicBezTo>
                <a:cubicBezTo>
                  <a:pt x="21" y="12"/>
                  <a:pt x="17" y="14"/>
                  <a:pt x="15" y="16"/>
                </a:cubicBezTo>
                <a:cubicBezTo>
                  <a:pt x="15" y="16"/>
                  <a:pt x="15" y="16"/>
                  <a:pt x="15" y="16"/>
                </a:cubicBezTo>
                <a:cubicBezTo>
                  <a:pt x="15" y="16"/>
                  <a:pt x="15" y="16"/>
                  <a:pt x="15" y="16"/>
                </a:cubicBezTo>
                <a:cubicBezTo>
                  <a:pt x="13" y="19"/>
                  <a:pt x="11" y="22"/>
                  <a:pt x="11" y="25"/>
                </a:cubicBezTo>
                <a:cubicBezTo>
                  <a:pt x="11" y="29"/>
                  <a:pt x="13" y="32"/>
                  <a:pt x="15" y="34"/>
                </a:cubicBezTo>
                <a:cubicBezTo>
                  <a:pt x="17" y="37"/>
                  <a:pt x="21" y="38"/>
                  <a:pt x="24" y="38"/>
                </a:cubicBezTo>
                <a:cubicBezTo>
                  <a:pt x="28" y="38"/>
                  <a:pt x="31" y="37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5" y="32"/>
                  <a:pt x="37" y="29"/>
                  <a:pt x="37" y="25"/>
                </a:cubicBezTo>
                <a:cubicBezTo>
                  <a:pt x="37" y="22"/>
                  <a:pt x="36" y="20"/>
                  <a:pt x="34" y="18"/>
                </a:cubicBezTo>
                <a:cubicBezTo>
                  <a:pt x="30" y="22"/>
                  <a:pt x="30" y="22"/>
                  <a:pt x="30" y="22"/>
                </a:cubicBezTo>
                <a:cubicBezTo>
                  <a:pt x="31" y="23"/>
                  <a:pt x="31" y="24"/>
                  <a:pt x="31" y="25"/>
                </a:cubicBezTo>
                <a:cubicBezTo>
                  <a:pt x="31" y="27"/>
                  <a:pt x="30" y="29"/>
                  <a:pt x="29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8" y="31"/>
                  <a:pt x="26" y="32"/>
                  <a:pt x="24" y="32"/>
                </a:cubicBezTo>
                <a:cubicBezTo>
                  <a:pt x="22" y="32"/>
                  <a:pt x="20" y="31"/>
                  <a:pt x="19" y="30"/>
                </a:cubicBezTo>
                <a:cubicBezTo>
                  <a:pt x="18" y="29"/>
                  <a:pt x="17" y="27"/>
                  <a:pt x="17" y="25"/>
                </a:cubicBezTo>
                <a:cubicBezTo>
                  <a:pt x="17" y="23"/>
                  <a:pt x="18" y="22"/>
                  <a:pt x="19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20" y="19"/>
                  <a:pt x="22" y="18"/>
                  <a:pt x="24" y="18"/>
                </a:cubicBezTo>
                <a:close/>
                <a:moveTo>
                  <a:pt x="26" y="21"/>
                </a:moveTo>
                <a:cubicBezTo>
                  <a:pt x="26" y="21"/>
                  <a:pt x="26" y="21"/>
                  <a:pt x="26" y="21"/>
                </a:cubicBezTo>
                <a:cubicBezTo>
                  <a:pt x="25" y="21"/>
                  <a:pt x="25" y="21"/>
                  <a:pt x="24" y="21"/>
                </a:cubicBezTo>
                <a:cubicBezTo>
                  <a:pt x="23" y="21"/>
                  <a:pt x="22" y="21"/>
                  <a:pt x="21" y="22"/>
                </a:cubicBezTo>
                <a:cubicBezTo>
                  <a:pt x="20" y="23"/>
                  <a:pt x="19" y="24"/>
                  <a:pt x="19" y="25"/>
                </a:cubicBezTo>
                <a:cubicBezTo>
                  <a:pt x="19" y="27"/>
                  <a:pt x="20" y="28"/>
                  <a:pt x="21" y="29"/>
                </a:cubicBezTo>
                <a:cubicBezTo>
                  <a:pt x="22" y="29"/>
                  <a:pt x="23" y="30"/>
                  <a:pt x="24" y="30"/>
                </a:cubicBezTo>
                <a:cubicBezTo>
                  <a:pt x="25" y="30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8" y="28"/>
                  <a:pt x="29" y="27"/>
                  <a:pt x="29" y="25"/>
                </a:cubicBezTo>
                <a:cubicBezTo>
                  <a:pt x="29" y="25"/>
                  <a:pt x="29" y="24"/>
                  <a:pt x="28" y="24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27"/>
                  <a:pt x="23" y="27"/>
                  <a:pt x="23" y="27"/>
                </a:cubicBezTo>
                <a:cubicBezTo>
                  <a:pt x="22" y="26"/>
                  <a:pt x="22" y="25"/>
                  <a:pt x="23" y="24"/>
                </a:cubicBezTo>
                <a:cubicBezTo>
                  <a:pt x="26" y="21"/>
                  <a:pt x="26" y="21"/>
                  <a:pt x="26" y="21"/>
                </a:cubicBezTo>
                <a:close/>
                <a:moveTo>
                  <a:pt x="41" y="4"/>
                </a:moveTo>
                <a:cubicBezTo>
                  <a:pt x="41" y="4"/>
                  <a:pt x="41" y="4"/>
                  <a:pt x="41" y="4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10"/>
                  <a:pt x="37" y="10"/>
                  <a:pt x="37" y="10"/>
                </a:cubicBezTo>
                <a:cubicBezTo>
                  <a:pt x="42" y="6"/>
                  <a:pt x="42" y="6"/>
                  <a:pt x="42" y="6"/>
                </a:cubicBezTo>
                <a:cubicBezTo>
                  <a:pt x="41" y="4"/>
                  <a:pt x="41" y="4"/>
                  <a:pt x="41" y="4"/>
                </a:cubicBezTo>
                <a:close/>
                <a:moveTo>
                  <a:pt x="43" y="8"/>
                </a:moveTo>
                <a:cubicBezTo>
                  <a:pt x="43" y="8"/>
                  <a:pt x="43" y="8"/>
                  <a:pt x="43" y="8"/>
                </a:cubicBezTo>
                <a:cubicBezTo>
                  <a:pt x="39" y="12"/>
                  <a:pt x="39" y="12"/>
                  <a:pt x="39" y="12"/>
                </a:cubicBezTo>
                <a:cubicBezTo>
                  <a:pt x="41" y="13"/>
                  <a:pt x="41" y="13"/>
                  <a:pt x="41" y="13"/>
                </a:cubicBezTo>
                <a:cubicBezTo>
                  <a:pt x="46" y="8"/>
                  <a:pt x="46" y="8"/>
                  <a:pt x="46" y="8"/>
                </a:cubicBezTo>
                <a:cubicBezTo>
                  <a:pt x="43" y="8"/>
                  <a:pt x="43" y="8"/>
                  <a:pt x="43" y="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67" name="Freeform 301">
            <a:extLst>
              <a:ext uri="{FF2B5EF4-FFF2-40B4-BE49-F238E27FC236}">
                <a16:creationId xmlns:a16="http://schemas.microsoft.com/office/drawing/2014/main" id="{65F61540-A3B0-2613-132C-6E323BC866F5}"/>
              </a:ext>
            </a:extLst>
          </p:cNvPr>
          <p:cNvSpPr>
            <a:spLocks noEditPoints="1"/>
          </p:cNvSpPr>
          <p:nvPr/>
        </p:nvSpPr>
        <p:spPr bwMode="auto">
          <a:xfrm>
            <a:off x="10652585" y="5258247"/>
            <a:ext cx="203200" cy="177800"/>
          </a:xfrm>
          <a:custGeom>
            <a:avLst/>
            <a:gdLst>
              <a:gd name="T0" fmla="*/ 149225 w 48"/>
              <a:gd name="T1" fmla="*/ 133350 h 42"/>
              <a:gd name="T2" fmla="*/ 0 w 48"/>
              <a:gd name="T3" fmla="*/ 130175 h 42"/>
              <a:gd name="T4" fmla="*/ 6350 w 48"/>
              <a:gd name="T5" fmla="*/ 3175 h 42"/>
              <a:gd name="T6" fmla="*/ 92075 w 48"/>
              <a:gd name="T7" fmla="*/ 79375 h 42"/>
              <a:gd name="T8" fmla="*/ 95250 w 48"/>
              <a:gd name="T9" fmla="*/ 82550 h 42"/>
              <a:gd name="T10" fmla="*/ 101600 w 48"/>
              <a:gd name="T11" fmla="*/ 73025 h 42"/>
              <a:gd name="T12" fmla="*/ 92075 w 48"/>
              <a:gd name="T13" fmla="*/ 66675 h 42"/>
              <a:gd name="T14" fmla="*/ 88900 w 48"/>
              <a:gd name="T15" fmla="*/ 73025 h 42"/>
              <a:gd name="T16" fmla="*/ 130175 w 48"/>
              <a:gd name="T17" fmla="*/ 47625 h 42"/>
              <a:gd name="T18" fmla="*/ 107950 w 48"/>
              <a:gd name="T19" fmla="*/ 69850 h 42"/>
              <a:gd name="T20" fmla="*/ 98425 w 48"/>
              <a:gd name="T21" fmla="*/ 88900 h 42"/>
              <a:gd name="T22" fmla="*/ 88900 w 48"/>
              <a:gd name="T23" fmla="*/ 85725 h 42"/>
              <a:gd name="T24" fmla="*/ 73025 w 48"/>
              <a:gd name="T25" fmla="*/ 60325 h 42"/>
              <a:gd name="T26" fmla="*/ 41275 w 48"/>
              <a:gd name="T27" fmla="*/ 85725 h 42"/>
              <a:gd name="T28" fmla="*/ 31750 w 48"/>
              <a:gd name="T29" fmla="*/ 101600 h 42"/>
              <a:gd name="T30" fmla="*/ 19050 w 48"/>
              <a:gd name="T31" fmla="*/ 101600 h 42"/>
              <a:gd name="T32" fmla="*/ 22225 w 48"/>
              <a:gd name="T33" fmla="*/ 76200 h 42"/>
              <a:gd name="T34" fmla="*/ 53975 w 48"/>
              <a:gd name="T35" fmla="*/ 53975 h 42"/>
              <a:gd name="T36" fmla="*/ 57150 w 48"/>
              <a:gd name="T37" fmla="*/ 41275 h 42"/>
              <a:gd name="T38" fmla="*/ 76200 w 48"/>
              <a:gd name="T39" fmla="*/ 34925 h 42"/>
              <a:gd name="T40" fmla="*/ 88900 w 48"/>
              <a:gd name="T41" fmla="*/ 60325 h 42"/>
              <a:gd name="T42" fmla="*/ 98425 w 48"/>
              <a:gd name="T43" fmla="*/ 60325 h 42"/>
              <a:gd name="T44" fmla="*/ 120650 w 48"/>
              <a:gd name="T45" fmla="*/ 28575 h 42"/>
              <a:gd name="T46" fmla="*/ 139700 w 48"/>
              <a:gd name="T47" fmla="*/ 22225 h 42"/>
              <a:gd name="T48" fmla="*/ 146050 w 48"/>
              <a:gd name="T49" fmla="*/ 41275 h 42"/>
              <a:gd name="T50" fmla="*/ 130175 w 48"/>
              <a:gd name="T51" fmla="*/ 47625 h 42"/>
              <a:gd name="T52" fmla="*/ 92075 w 48"/>
              <a:gd name="T53" fmla="*/ 79375 h 42"/>
              <a:gd name="T54" fmla="*/ 88900 w 48"/>
              <a:gd name="T55" fmla="*/ 69850 h 42"/>
              <a:gd name="T56" fmla="*/ 60325 w 48"/>
              <a:gd name="T57" fmla="*/ 50800 h 42"/>
              <a:gd name="T58" fmla="*/ 69850 w 48"/>
              <a:gd name="T59" fmla="*/ 53975 h 42"/>
              <a:gd name="T60" fmla="*/ 69850 w 48"/>
              <a:gd name="T61" fmla="*/ 41275 h 42"/>
              <a:gd name="T62" fmla="*/ 60325 w 48"/>
              <a:gd name="T63" fmla="*/ 50800 h 42"/>
              <a:gd name="T64" fmla="*/ 22225 w 48"/>
              <a:gd name="T65" fmla="*/ 95250 h 42"/>
              <a:gd name="T66" fmla="*/ 28575 w 48"/>
              <a:gd name="T67" fmla="*/ 95250 h 42"/>
              <a:gd name="T68" fmla="*/ 28575 w 48"/>
              <a:gd name="T69" fmla="*/ 82550 h 42"/>
              <a:gd name="T70" fmla="*/ 22225 w 48"/>
              <a:gd name="T71" fmla="*/ 85725 h 42"/>
              <a:gd name="T72" fmla="*/ 127000 w 48"/>
              <a:gd name="T73" fmla="*/ 38100 h 42"/>
              <a:gd name="T74" fmla="*/ 136525 w 48"/>
              <a:gd name="T75" fmla="*/ 41275 h 42"/>
              <a:gd name="T76" fmla="*/ 139700 w 48"/>
              <a:gd name="T77" fmla="*/ 34925 h 42"/>
              <a:gd name="T78" fmla="*/ 130175 w 48"/>
              <a:gd name="T79" fmla="*/ 28575 h 42"/>
              <a:gd name="T80" fmla="*/ 127000 w 48"/>
              <a:gd name="T81" fmla="*/ 38100 h 42"/>
              <a:gd name="T82" fmla="*/ 130175 w 48"/>
              <a:gd name="T83" fmla="*/ 41275 h 42"/>
              <a:gd name="T84" fmla="*/ 127000 w 48"/>
              <a:gd name="T85" fmla="*/ 31750 h 4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48" h="42">
                <a:moveTo>
                  <a:pt x="47" y="40"/>
                </a:moveTo>
                <a:cubicBezTo>
                  <a:pt x="48" y="40"/>
                  <a:pt x="48" y="40"/>
                  <a:pt x="48" y="41"/>
                </a:cubicBezTo>
                <a:cubicBezTo>
                  <a:pt x="48" y="42"/>
                  <a:pt x="48" y="42"/>
                  <a:pt x="47" y="42"/>
                </a:cubicBezTo>
                <a:cubicBezTo>
                  <a:pt x="1" y="42"/>
                  <a:pt x="1" y="42"/>
                  <a:pt x="1" y="42"/>
                </a:cubicBezTo>
                <a:cubicBezTo>
                  <a:pt x="0" y="42"/>
                  <a:pt x="0" y="42"/>
                  <a:pt x="0" y="41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2" y="0"/>
                  <a:pt x="2" y="0"/>
                  <a:pt x="2" y="1"/>
                </a:cubicBezTo>
                <a:cubicBezTo>
                  <a:pt x="2" y="40"/>
                  <a:pt x="2" y="40"/>
                  <a:pt x="2" y="40"/>
                </a:cubicBezTo>
                <a:cubicBezTo>
                  <a:pt x="47" y="40"/>
                  <a:pt x="47" y="40"/>
                  <a:pt x="47" y="40"/>
                </a:cubicBezTo>
                <a:close/>
                <a:moveTo>
                  <a:pt x="29" y="25"/>
                </a:moveTo>
                <a:cubicBezTo>
                  <a:pt x="29" y="25"/>
                  <a:pt x="29" y="25"/>
                  <a:pt x="29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26"/>
                  <a:pt x="30" y="26"/>
                  <a:pt x="30" y="26"/>
                </a:cubicBezTo>
                <a:cubicBezTo>
                  <a:pt x="30" y="26"/>
                  <a:pt x="30" y="26"/>
                  <a:pt x="30" y="26"/>
                </a:cubicBezTo>
                <a:cubicBezTo>
                  <a:pt x="31" y="25"/>
                  <a:pt x="31" y="25"/>
                  <a:pt x="32" y="25"/>
                </a:cubicBezTo>
                <a:cubicBezTo>
                  <a:pt x="32" y="24"/>
                  <a:pt x="32" y="23"/>
                  <a:pt x="32" y="23"/>
                </a:cubicBezTo>
                <a:cubicBezTo>
                  <a:pt x="32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0" y="21"/>
                  <a:pt x="30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2"/>
                  <a:pt x="28" y="22"/>
                  <a:pt x="28" y="22"/>
                </a:cubicBezTo>
                <a:cubicBezTo>
                  <a:pt x="28" y="23"/>
                  <a:pt x="28" y="23"/>
                  <a:pt x="28" y="23"/>
                </a:cubicBezTo>
                <a:cubicBezTo>
                  <a:pt x="28" y="23"/>
                  <a:pt x="28" y="24"/>
                  <a:pt x="28" y="24"/>
                </a:cubicBezTo>
                <a:cubicBezTo>
                  <a:pt x="28" y="25"/>
                  <a:pt x="28" y="25"/>
                  <a:pt x="29" y="25"/>
                </a:cubicBezTo>
                <a:close/>
                <a:moveTo>
                  <a:pt x="41" y="15"/>
                </a:moveTo>
                <a:cubicBezTo>
                  <a:pt x="41" y="15"/>
                  <a:pt x="41" y="15"/>
                  <a:pt x="41" y="15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3"/>
                  <a:pt x="34" y="25"/>
                  <a:pt x="34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3" y="27"/>
                  <a:pt x="32" y="27"/>
                  <a:pt x="31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0" y="28"/>
                  <a:pt x="29" y="28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7" y="27"/>
                  <a:pt x="26" y="26"/>
                  <a:pt x="26" y="25"/>
                </a:cubicBezTo>
                <a:cubicBezTo>
                  <a:pt x="25" y="24"/>
                  <a:pt x="25" y="23"/>
                  <a:pt x="26" y="22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2" y="20"/>
                  <a:pt x="21" y="20"/>
                  <a:pt x="20" y="19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8"/>
                  <a:pt x="13" y="29"/>
                  <a:pt x="12" y="30"/>
                </a:cubicBezTo>
                <a:cubicBezTo>
                  <a:pt x="12" y="31"/>
                  <a:pt x="11" y="32"/>
                  <a:pt x="10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8" y="33"/>
                  <a:pt x="7" y="33"/>
                  <a:pt x="6" y="32"/>
                </a:cubicBezTo>
                <a:cubicBezTo>
                  <a:pt x="6" y="32"/>
                  <a:pt x="6" y="32"/>
                  <a:pt x="6" y="32"/>
                </a:cubicBezTo>
                <a:cubicBezTo>
                  <a:pt x="5" y="31"/>
                  <a:pt x="4" y="30"/>
                  <a:pt x="4" y="29"/>
                </a:cubicBezTo>
                <a:cubicBezTo>
                  <a:pt x="4" y="28"/>
                  <a:pt x="4" y="27"/>
                  <a:pt x="5" y="26"/>
                </a:cubicBezTo>
                <a:cubicBezTo>
                  <a:pt x="5" y="25"/>
                  <a:pt x="6" y="24"/>
                  <a:pt x="7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8" y="24"/>
                  <a:pt x="9" y="24"/>
                  <a:pt x="10" y="24"/>
                </a:cubicBezTo>
                <a:cubicBezTo>
                  <a:pt x="17" y="17"/>
                  <a:pt x="17" y="17"/>
                  <a:pt x="17" y="17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5"/>
                  <a:pt x="17" y="14"/>
                  <a:pt x="18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9" y="11"/>
                  <a:pt x="20" y="11"/>
                </a:cubicBezTo>
                <a:cubicBezTo>
                  <a:pt x="21" y="11"/>
                  <a:pt x="23" y="11"/>
                  <a:pt x="24" y="11"/>
                </a:cubicBezTo>
                <a:cubicBezTo>
                  <a:pt x="25" y="12"/>
                  <a:pt x="25" y="13"/>
                  <a:pt x="26" y="14"/>
                </a:cubicBezTo>
                <a:cubicBezTo>
                  <a:pt x="26" y="15"/>
                  <a:pt x="26" y="16"/>
                  <a:pt x="26" y="17"/>
                </a:cubicBezTo>
                <a:cubicBezTo>
                  <a:pt x="28" y="19"/>
                  <a:pt x="28" y="19"/>
                  <a:pt x="28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30" y="19"/>
                  <a:pt x="30" y="19"/>
                  <a:pt x="31" y="19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2"/>
                  <a:pt x="38" y="12"/>
                  <a:pt x="38" y="12"/>
                </a:cubicBezTo>
                <a:cubicBezTo>
                  <a:pt x="37" y="11"/>
                  <a:pt x="38" y="10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39" y="8"/>
                  <a:pt x="40" y="7"/>
                  <a:pt x="41" y="7"/>
                </a:cubicBezTo>
                <a:cubicBezTo>
                  <a:pt x="42" y="7"/>
                  <a:pt x="43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5" y="8"/>
                  <a:pt x="46" y="9"/>
                  <a:pt x="46" y="10"/>
                </a:cubicBezTo>
                <a:cubicBezTo>
                  <a:pt x="47" y="11"/>
                  <a:pt x="46" y="12"/>
                  <a:pt x="46" y="13"/>
                </a:cubicBezTo>
                <a:cubicBezTo>
                  <a:pt x="46" y="13"/>
                  <a:pt x="46" y="13"/>
                  <a:pt x="46" y="13"/>
                </a:cubicBezTo>
                <a:cubicBezTo>
                  <a:pt x="45" y="15"/>
                  <a:pt x="44" y="15"/>
                  <a:pt x="43" y="16"/>
                </a:cubicBezTo>
                <a:cubicBezTo>
                  <a:pt x="42" y="16"/>
                  <a:pt x="41" y="16"/>
                  <a:pt x="41" y="15"/>
                </a:cubicBezTo>
                <a:close/>
                <a:moveTo>
                  <a:pt x="29" y="25"/>
                </a:moveTo>
                <a:cubicBezTo>
                  <a:pt x="29" y="25"/>
                  <a:pt x="29" y="25"/>
                  <a:pt x="29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25"/>
                  <a:pt x="29" y="25"/>
                  <a:pt x="29" y="25"/>
                </a:cubicBezTo>
                <a:close/>
                <a:moveTo>
                  <a:pt x="28" y="22"/>
                </a:move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lose/>
                <a:moveTo>
                  <a:pt x="19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20" y="16"/>
                  <a:pt x="20" y="17"/>
                  <a:pt x="20" y="17"/>
                </a:cubicBezTo>
                <a:cubicBezTo>
                  <a:pt x="21" y="17"/>
                  <a:pt x="21" y="17"/>
                  <a:pt x="22" y="17"/>
                </a:cubicBezTo>
                <a:cubicBezTo>
                  <a:pt x="22" y="17"/>
                  <a:pt x="23" y="17"/>
                  <a:pt x="23" y="16"/>
                </a:cubicBezTo>
                <a:cubicBezTo>
                  <a:pt x="24" y="16"/>
                  <a:pt x="24" y="15"/>
                  <a:pt x="23" y="15"/>
                </a:cubicBezTo>
                <a:cubicBezTo>
                  <a:pt x="23" y="14"/>
                  <a:pt x="23" y="14"/>
                  <a:pt x="22" y="13"/>
                </a:cubicBezTo>
                <a:cubicBezTo>
                  <a:pt x="22" y="13"/>
                  <a:pt x="21" y="13"/>
                  <a:pt x="21" y="13"/>
                </a:cubicBezTo>
                <a:cubicBezTo>
                  <a:pt x="20" y="13"/>
                  <a:pt x="20" y="14"/>
                  <a:pt x="20" y="14"/>
                </a:cubicBezTo>
                <a:cubicBezTo>
                  <a:pt x="19" y="15"/>
                  <a:pt x="19" y="15"/>
                  <a:pt x="19" y="16"/>
                </a:cubicBezTo>
                <a:close/>
                <a:moveTo>
                  <a:pt x="6" y="29"/>
                </a:move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30"/>
                  <a:pt x="7" y="30"/>
                </a:cubicBezTo>
                <a:cubicBezTo>
                  <a:pt x="7" y="30"/>
                  <a:pt x="7" y="30"/>
                  <a:pt x="7" y="30"/>
                </a:cubicBezTo>
                <a:cubicBezTo>
                  <a:pt x="8" y="30"/>
                  <a:pt x="8" y="30"/>
                  <a:pt x="9" y="30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0"/>
                  <a:pt x="10" y="30"/>
                  <a:pt x="10" y="29"/>
                </a:cubicBezTo>
                <a:cubicBezTo>
                  <a:pt x="11" y="29"/>
                  <a:pt x="11" y="28"/>
                  <a:pt x="10" y="28"/>
                </a:cubicBezTo>
                <a:cubicBezTo>
                  <a:pt x="10" y="27"/>
                  <a:pt x="10" y="27"/>
                  <a:pt x="9" y="26"/>
                </a:cubicBezTo>
                <a:cubicBezTo>
                  <a:pt x="9" y="26"/>
                  <a:pt x="8" y="26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6"/>
                  <a:pt x="7" y="27"/>
                  <a:pt x="7" y="27"/>
                </a:cubicBezTo>
                <a:cubicBezTo>
                  <a:pt x="6" y="28"/>
                  <a:pt x="6" y="28"/>
                  <a:pt x="6" y="29"/>
                </a:cubicBezTo>
                <a:close/>
                <a:moveTo>
                  <a:pt x="40" y="12"/>
                </a:moveTo>
                <a:cubicBezTo>
                  <a:pt x="40" y="12"/>
                  <a:pt x="40" y="12"/>
                  <a:pt x="40" y="12"/>
                </a:cubicBezTo>
                <a:cubicBezTo>
                  <a:pt x="40" y="12"/>
                  <a:pt x="40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3"/>
                  <a:pt x="42" y="13"/>
                  <a:pt x="43" y="13"/>
                </a:cubicBezTo>
                <a:cubicBezTo>
                  <a:pt x="43" y="13"/>
                  <a:pt x="44" y="13"/>
                  <a:pt x="44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2"/>
                  <a:pt x="44" y="11"/>
                  <a:pt x="44" y="11"/>
                </a:cubicBezTo>
                <a:cubicBezTo>
                  <a:pt x="44" y="10"/>
                  <a:pt x="44" y="10"/>
                  <a:pt x="43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2" y="9"/>
                  <a:pt x="42" y="9"/>
                  <a:pt x="41" y="9"/>
                </a:cubicBezTo>
                <a:cubicBezTo>
                  <a:pt x="41" y="9"/>
                  <a:pt x="40" y="10"/>
                  <a:pt x="40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11"/>
                  <a:pt x="40" y="11"/>
                  <a:pt x="40" y="12"/>
                </a:cubicBezTo>
                <a:close/>
                <a:moveTo>
                  <a:pt x="41" y="13"/>
                </a:moveTo>
                <a:cubicBezTo>
                  <a:pt x="41" y="13"/>
                  <a:pt x="41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lose/>
                <a:moveTo>
                  <a:pt x="40" y="10"/>
                </a:moveTo>
                <a:cubicBezTo>
                  <a:pt x="40" y="10"/>
                  <a:pt x="40" y="10"/>
                  <a:pt x="40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10"/>
                  <a:pt x="40" y="10"/>
                  <a:pt x="40" y="1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68" name="Freeform 302">
            <a:extLst>
              <a:ext uri="{FF2B5EF4-FFF2-40B4-BE49-F238E27FC236}">
                <a16:creationId xmlns:a16="http://schemas.microsoft.com/office/drawing/2014/main" id="{7EAF9533-F731-A85F-6FE9-A29B99BE9C6F}"/>
              </a:ext>
            </a:extLst>
          </p:cNvPr>
          <p:cNvSpPr>
            <a:spLocks noEditPoints="1"/>
          </p:cNvSpPr>
          <p:nvPr/>
        </p:nvSpPr>
        <p:spPr bwMode="auto">
          <a:xfrm>
            <a:off x="1318085" y="5647715"/>
            <a:ext cx="198967" cy="207433"/>
          </a:xfrm>
          <a:custGeom>
            <a:avLst/>
            <a:gdLst>
              <a:gd name="T0" fmla="*/ 98425 w 47"/>
              <a:gd name="T1" fmla="*/ 142875 h 49"/>
              <a:gd name="T2" fmla="*/ 73025 w 47"/>
              <a:gd name="T3" fmla="*/ 155575 h 49"/>
              <a:gd name="T4" fmla="*/ 50800 w 47"/>
              <a:gd name="T5" fmla="*/ 142875 h 49"/>
              <a:gd name="T6" fmla="*/ 38100 w 47"/>
              <a:gd name="T7" fmla="*/ 114300 h 49"/>
              <a:gd name="T8" fmla="*/ 73025 w 47"/>
              <a:gd name="T9" fmla="*/ 25400 h 49"/>
              <a:gd name="T10" fmla="*/ 111125 w 47"/>
              <a:gd name="T11" fmla="*/ 114300 h 49"/>
              <a:gd name="T12" fmla="*/ 73025 w 47"/>
              <a:gd name="T13" fmla="*/ 69850 h 49"/>
              <a:gd name="T14" fmla="*/ 92075 w 47"/>
              <a:gd name="T15" fmla="*/ 69850 h 49"/>
              <a:gd name="T16" fmla="*/ 92075 w 47"/>
              <a:gd name="T17" fmla="*/ 76200 h 49"/>
              <a:gd name="T18" fmla="*/ 79375 w 47"/>
              <a:gd name="T19" fmla="*/ 76200 h 49"/>
              <a:gd name="T20" fmla="*/ 66675 w 47"/>
              <a:gd name="T21" fmla="*/ 76200 h 49"/>
              <a:gd name="T22" fmla="*/ 57150 w 47"/>
              <a:gd name="T23" fmla="*/ 76200 h 49"/>
              <a:gd name="T24" fmla="*/ 57150 w 47"/>
              <a:gd name="T25" fmla="*/ 69850 h 49"/>
              <a:gd name="T26" fmla="*/ 73025 w 47"/>
              <a:gd name="T27" fmla="*/ 69850 h 49"/>
              <a:gd name="T28" fmla="*/ 73025 w 47"/>
              <a:gd name="T29" fmla="*/ 19050 h 49"/>
              <a:gd name="T30" fmla="*/ 73025 w 47"/>
              <a:gd name="T31" fmla="*/ 0 h 49"/>
              <a:gd name="T32" fmla="*/ 107950 w 47"/>
              <a:gd name="T33" fmla="*/ 25400 h 49"/>
              <a:gd name="T34" fmla="*/ 101600 w 47"/>
              <a:gd name="T35" fmla="*/ 22225 h 49"/>
              <a:gd name="T36" fmla="*/ 114300 w 47"/>
              <a:gd name="T37" fmla="*/ 15875 h 49"/>
              <a:gd name="T38" fmla="*/ 127000 w 47"/>
              <a:gd name="T39" fmla="*/ 50800 h 49"/>
              <a:gd name="T40" fmla="*/ 133350 w 47"/>
              <a:gd name="T41" fmla="*/ 38100 h 49"/>
              <a:gd name="T42" fmla="*/ 127000 w 47"/>
              <a:gd name="T43" fmla="*/ 50800 h 49"/>
              <a:gd name="T44" fmla="*/ 130175 w 47"/>
              <a:gd name="T45" fmla="*/ 76200 h 49"/>
              <a:gd name="T46" fmla="*/ 149225 w 47"/>
              <a:gd name="T47" fmla="*/ 76200 h 49"/>
              <a:gd name="T48" fmla="*/ 123825 w 47"/>
              <a:gd name="T49" fmla="*/ 107950 h 49"/>
              <a:gd name="T50" fmla="*/ 127000 w 47"/>
              <a:gd name="T51" fmla="*/ 101600 h 49"/>
              <a:gd name="T52" fmla="*/ 133350 w 47"/>
              <a:gd name="T53" fmla="*/ 114300 h 49"/>
              <a:gd name="T54" fmla="*/ 19050 w 47"/>
              <a:gd name="T55" fmla="*/ 101600 h 49"/>
              <a:gd name="T56" fmla="*/ 12700 w 47"/>
              <a:gd name="T57" fmla="*/ 114300 h 49"/>
              <a:gd name="T58" fmla="*/ 19050 w 47"/>
              <a:gd name="T59" fmla="*/ 101600 h 49"/>
              <a:gd name="T60" fmla="*/ 19050 w 47"/>
              <a:gd name="T61" fmla="*/ 76200 h 49"/>
              <a:gd name="T62" fmla="*/ 0 w 47"/>
              <a:gd name="T63" fmla="*/ 76200 h 49"/>
              <a:gd name="T64" fmla="*/ 25400 w 47"/>
              <a:gd name="T65" fmla="*/ 44450 h 49"/>
              <a:gd name="T66" fmla="*/ 19050 w 47"/>
              <a:gd name="T67" fmla="*/ 50800 h 49"/>
              <a:gd name="T68" fmla="*/ 12700 w 47"/>
              <a:gd name="T69" fmla="*/ 38100 h 49"/>
              <a:gd name="T70" fmla="*/ 47625 w 47"/>
              <a:gd name="T71" fmla="*/ 22225 h 49"/>
              <a:gd name="T72" fmla="*/ 34925 w 47"/>
              <a:gd name="T73" fmla="*/ 15875 h 49"/>
              <a:gd name="T74" fmla="*/ 47625 w 47"/>
              <a:gd name="T75" fmla="*/ 22225 h 49"/>
              <a:gd name="T76" fmla="*/ 95250 w 47"/>
              <a:gd name="T77" fmla="*/ 111125 h 49"/>
              <a:gd name="T78" fmla="*/ 101600 w 47"/>
              <a:gd name="T79" fmla="*/ 47625 h 49"/>
              <a:gd name="T80" fmla="*/ 34925 w 47"/>
              <a:gd name="T81" fmla="*/ 76200 h 49"/>
              <a:gd name="T82" fmla="*/ 53975 w 47"/>
              <a:gd name="T83" fmla="*/ 111125 h 49"/>
              <a:gd name="T84" fmla="*/ 57150 w 47"/>
              <a:gd name="T85" fmla="*/ 123825 h 49"/>
              <a:gd name="T86" fmla="*/ 63500 w 47"/>
              <a:gd name="T87" fmla="*/ 133350 h 49"/>
              <a:gd name="T88" fmla="*/ 69850 w 47"/>
              <a:gd name="T89" fmla="*/ 139700 h 49"/>
              <a:gd name="T90" fmla="*/ 76200 w 47"/>
              <a:gd name="T91" fmla="*/ 139700 h 49"/>
              <a:gd name="T92" fmla="*/ 79375 w 47"/>
              <a:gd name="T93" fmla="*/ 136525 h 49"/>
              <a:gd name="T94" fmla="*/ 92075 w 47"/>
              <a:gd name="T95" fmla="*/ 123825 h 4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7" h="49">
                <a:moveTo>
                  <a:pt x="33" y="37"/>
                </a:moveTo>
                <a:cubicBezTo>
                  <a:pt x="33" y="43"/>
                  <a:pt x="33" y="43"/>
                  <a:pt x="33" y="43"/>
                </a:cubicBezTo>
                <a:cubicBezTo>
                  <a:pt x="33" y="45"/>
                  <a:pt x="32" y="45"/>
                  <a:pt x="31" y="45"/>
                </a:cubicBezTo>
                <a:cubicBezTo>
                  <a:pt x="28" y="45"/>
                  <a:pt x="28" y="45"/>
                  <a:pt x="28" y="45"/>
                </a:cubicBezTo>
                <a:cubicBezTo>
                  <a:pt x="28" y="46"/>
                  <a:pt x="28" y="47"/>
                  <a:pt x="27" y="47"/>
                </a:cubicBezTo>
                <a:cubicBezTo>
                  <a:pt x="26" y="48"/>
                  <a:pt x="25" y="49"/>
                  <a:pt x="23" y="49"/>
                </a:cubicBezTo>
                <a:cubicBezTo>
                  <a:pt x="22" y="49"/>
                  <a:pt x="21" y="48"/>
                  <a:pt x="20" y="47"/>
                </a:cubicBezTo>
                <a:cubicBezTo>
                  <a:pt x="19" y="47"/>
                  <a:pt x="19" y="46"/>
                  <a:pt x="18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5" y="45"/>
                  <a:pt x="14" y="45"/>
                  <a:pt x="14" y="43"/>
                </a:cubicBezTo>
                <a:cubicBezTo>
                  <a:pt x="14" y="37"/>
                  <a:pt x="14" y="37"/>
                  <a:pt x="14" y="37"/>
                </a:cubicBezTo>
                <a:cubicBezTo>
                  <a:pt x="13" y="37"/>
                  <a:pt x="13" y="36"/>
                  <a:pt x="12" y="36"/>
                </a:cubicBezTo>
                <a:cubicBezTo>
                  <a:pt x="9" y="32"/>
                  <a:pt x="7" y="28"/>
                  <a:pt x="7" y="24"/>
                </a:cubicBezTo>
                <a:cubicBezTo>
                  <a:pt x="7" y="20"/>
                  <a:pt x="9" y="16"/>
                  <a:pt x="12" y="13"/>
                </a:cubicBezTo>
                <a:cubicBezTo>
                  <a:pt x="15" y="10"/>
                  <a:pt x="19" y="8"/>
                  <a:pt x="23" y="8"/>
                </a:cubicBezTo>
                <a:cubicBezTo>
                  <a:pt x="28" y="8"/>
                  <a:pt x="32" y="10"/>
                  <a:pt x="35" y="13"/>
                </a:cubicBezTo>
                <a:cubicBezTo>
                  <a:pt x="38" y="16"/>
                  <a:pt x="40" y="20"/>
                  <a:pt x="40" y="24"/>
                </a:cubicBezTo>
                <a:cubicBezTo>
                  <a:pt x="40" y="28"/>
                  <a:pt x="38" y="32"/>
                  <a:pt x="35" y="36"/>
                </a:cubicBezTo>
                <a:cubicBezTo>
                  <a:pt x="34" y="36"/>
                  <a:pt x="33" y="37"/>
                  <a:pt x="33" y="37"/>
                </a:cubicBezTo>
                <a:close/>
                <a:moveTo>
                  <a:pt x="23" y="22"/>
                </a:moveTo>
                <a:cubicBezTo>
                  <a:pt x="23" y="22"/>
                  <a:pt x="23" y="22"/>
                  <a:pt x="23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5" y="21"/>
                  <a:pt x="26" y="21"/>
                  <a:pt x="27" y="21"/>
                </a:cubicBezTo>
                <a:cubicBezTo>
                  <a:pt x="27" y="21"/>
                  <a:pt x="28" y="21"/>
                  <a:pt x="29" y="22"/>
                </a:cubicBezTo>
                <a:cubicBezTo>
                  <a:pt x="29" y="22"/>
                  <a:pt x="30" y="22"/>
                  <a:pt x="31" y="23"/>
                </a:cubicBezTo>
                <a:cubicBezTo>
                  <a:pt x="31" y="23"/>
                  <a:pt x="31" y="24"/>
                  <a:pt x="31" y="24"/>
                </a:cubicBezTo>
                <a:cubicBezTo>
                  <a:pt x="30" y="25"/>
                  <a:pt x="29" y="25"/>
                  <a:pt x="29" y="24"/>
                </a:cubicBezTo>
                <a:cubicBezTo>
                  <a:pt x="29" y="24"/>
                  <a:pt x="28" y="24"/>
                  <a:pt x="28" y="24"/>
                </a:cubicBezTo>
                <a:cubicBezTo>
                  <a:pt x="27" y="24"/>
                  <a:pt x="27" y="23"/>
                  <a:pt x="27" y="23"/>
                </a:cubicBezTo>
                <a:cubicBezTo>
                  <a:pt x="26" y="23"/>
                  <a:pt x="26" y="24"/>
                  <a:pt x="25" y="24"/>
                </a:cubicBezTo>
                <a:cubicBezTo>
                  <a:pt x="25" y="24"/>
                  <a:pt x="25" y="24"/>
                  <a:pt x="24" y="24"/>
                </a:cubicBezTo>
                <a:cubicBezTo>
                  <a:pt x="24" y="25"/>
                  <a:pt x="23" y="25"/>
                  <a:pt x="23" y="24"/>
                </a:cubicBezTo>
                <a:cubicBezTo>
                  <a:pt x="22" y="24"/>
                  <a:pt x="22" y="24"/>
                  <a:pt x="21" y="24"/>
                </a:cubicBezTo>
                <a:cubicBezTo>
                  <a:pt x="21" y="24"/>
                  <a:pt x="21" y="23"/>
                  <a:pt x="20" y="23"/>
                </a:cubicBezTo>
                <a:cubicBezTo>
                  <a:pt x="20" y="23"/>
                  <a:pt x="19" y="24"/>
                  <a:pt x="19" y="24"/>
                </a:cubicBezTo>
                <a:cubicBezTo>
                  <a:pt x="18" y="24"/>
                  <a:pt x="18" y="24"/>
                  <a:pt x="18" y="24"/>
                </a:cubicBezTo>
                <a:cubicBezTo>
                  <a:pt x="17" y="25"/>
                  <a:pt x="17" y="25"/>
                  <a:pt x="16" y="24"/>
                </a:cubicBezTo>
                <a:cubicBezTo>
                  <a:pt x="16" y="24"/>
                  <a:pt x="16" y="23"/>
                  <a:pt x="16" y="23"/>
                </a:cubicBezTo>
                <a:cubicBezTo>
                  <a:pt x="17" y="22"/>
                  <a:pt x="17" y="22"/>
                  <a:pt x="18" y="22"/>
                </a:cubicBezTo>
                <a:cubicBezTo>
                  <a:pt x="19" y="21"/>
                  <a:pt x="19" y="21"/>
                  <a:pt x="20" y="21"/>
                </a:cubicBezTo>
                <a:cubicBezTo>
                  <a:pt x="21" y="21"/>
                  <a:pt x="22" y="21"/>
                  <a:pt x="22" y="22"/>
                </a:cubicBezTo>
                <a:cubicBezTo>
                  <a:pt x="23" y="22"/>
                  <a:pt x="23" y="22"/>
                  <a:pt x="23" y="22"/>
                </a:cubicBezTo>
                <a:close/>
                <a:moveTo>
                  <a:pt x="25" y="5"/>
                </a:moveTo>
                <a:cubicBezTo>
                  <a:pt x="25" y="5"/>
                  <a:pt x="25" y="5"/>
                  <a:pt x="25" y="5"/>
                </a:cubicBezTo>
                <a:cubicBezTo>
                  <a:pt x="25" y="6"/>
                  <a:pt x="24" y="6"/>
                  <a:pt x="23" y="6"/>
                </a:cubicBezTo>
                <a:cubicBezTo>
                  <a:pt x="23" y="6"/>
                  <a:pt x="22" y="6"/>
                  <a:pt x="22" y="5"/>
                </a:cubicBezTo>
                <a:cubicBezTo>
                  <a:pt x="22" y="1"/>
                  <a:pt x="22" y="1"/>
                  <a:pt x="22" y="1"/>
                </a:cubicBezTo>
                <a:cubicBezTo>
                  <a:pt x="22" y="1"/>
                  <a:pt x="23" y="0"/>
                  <a:pt x="23" y="0"/>
                </a:cubicBezTo>
                <a:cubicBezTo>
                  <a:pt x="24" y="0"/>
                  <a:pt x="25" y="1"/>
                  <a:pt x="25" y="1"/>
                </a:cubicBezTo>
                <a:cubicBezTo>
                  <a:pt x="25" y="5"/>
                  <a:pt x="25" y="5"/>
                  <a:pt x="25" y="5"/>
                </a:cubicBezTo>
                <a:close/>
                <a:moveTo>
                  <a:pt x="34" y="8"/>
                </a:move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2" y="9"/>
                </a:cubicBezTo>
                <a:cubicBezTo>
                  <a:pt x="32" y="8"/>
                  <a:pt x="31" y="8"/>
                  <a:pt x="32" y="7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3"/>
                  <a:pt x="35" y="3"/>
                  <a:pt x="35" y="4"/>
                </a:cubicBezTo>
                <a:cubicBezTo>
                  <a:pt x="36" y="4"/>
                  <a:pt x="36" y="5"/>
                  <a:pt x="36" y="5"/>
                </a:cubicBezTo>
                <a:cubicBezTo>
                  <a:pt x="34" y="8"/>
                  <a:pt x="34" y="8"/>
                  <a:pt x="34" y="8"/>
                </a:cubicBezTo>
                <a:close/>
                <a:moveTo>
                  <a:pt x="40" y="16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6"/>
                  <a:pt x="39" y="16"/>
                  <a:pt x="39" y="15"/>
                </a:cubicBezTo>
                <a:cubicBezTo>
                  <a:pt x="38" y="15"/>
                  <a:pt x="39" y="14"/>
                  <a:pt x="39" y="14"/>
                </a:cubicBezTo>
                <a:cubicBezTo>
                  <a:pt x="42" y="12"/>
                  <a:pt x="42" y="12"/>
                  <a:pt x="42" y="12"/>
                </a:cubicBezTo>
                <a:cubicBezTo>
                  <a:pt x="43" y="11"/>
                  <a:pt x="44" y="12"/>
                  <a:pt x="44" y="12"/>
                </a:cubicBezTo>
                <a:cubicBezTo>
                  <a:pt x="44" y="13"/>
                  <a:pt x="44" y="13"/>
                  <a:pt x="43" y="14"/>
                </a:cubicBezTo>
                <a:cubicBezTo>
                  <a:pt x="40" y="16"/>
                  <a:pt x="40" y="16"/>
                  <a:pt x="40" y="16"/>
                </a:cubicBezTo>
                <a:close/>
                <a:moveTo>
                  <a:pt x="42" y="25"/>
                </a:moveTo>
                <a:cubicBezTo>
                  <a:pt x="42" y="25"/>
                  <a:pt x="42" y="25"/>
                  <a:pt x="42" y="25"/>
                </a:cubicBezTo>
                <a:cubicBezTo>
                  <a:pt x="42" y="25"/>
                  <a:pt x="41" y="25"/>
                  <a:pt x="41" y="24"/>
                </a:cubicBezTo>
                <a:cubicBezTo>
                  <a:pt x="41" y="23"/>
                  <a:pt x="42" y="23"/>
                  <a:pt x="42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7" y="23"/>
                  <a:pt x="47" y="23"/>
                  <a:pt x="47" y="24"/>
                </a:cubicBezTo>
                <a:cubicBezTo>
                  <a:pt x="47" y="25"/>
                  <a:pt x="47" y="25"/>
                  <a:pt x="46" y="25"/>
                </a:cubicBezTo>
                <a:cubicBezTo>
                  <a:pt x="42" y="25"/>
                  <a:pt x="42" y="25"/>
                  <a:pt x="42" y="25"/>
                </a:cubicBezTo>
                <a:close/>
                <a:moveTo>
                  <a:pt x="39" y="34"/>
                </a:moveTo>
                <a:cubicBezTo>
                  <a:pt x="39" y="34"/>
                  <a:pt x="39" y="34"/>
                  <a:pt x="39" y="34"/>
                </a:cubicBezTo>
                <a:cubicBezTo>
                  <a:pt x="39" y="34"/>
                  <a:pt x="38" y="33"/>
                  <a:pt x="39" y="33"/>
                </a:cubicBezTo>
                <a:cubicBezTo>
                  <a:pt x="39" y="32"/>
                  <a:pt x="40" y="32"/>
                  <a:pt x="40" y="32"/>
                </a:cubicBezTo>
                <a:cubicBezTo>
                  <a:pt x="43" y="34"/>
                  <a:pt x="43" y="34"/>
                  <a:pt x="43" y="34"/>
                </a:cubicBezTo>
                <a:cubicBezTo>
                  <a:pt x="44" y="35"/>
                  <a:pt x="44" y="35"/>
                  <a:pt x="44" y="36"/>
                </a:cubicBezTo>
                <a:cubicBezTo>
                  <a:pt x="44" y="36"/>
                  <a:pt x="43" y="37"/>
                  <a:pt x="42" y="36"/>
                </a:cubicBezTo>
                <a:cubicBezTo>
                  <a:pt x="39" y="34"/>
                  <a:pt x="39" y="34"/>
                  <a:pt x="39" y="34"/>
                </a:cubicBezTo>
                <a:close/>
                <a:moveTo>
                  <a:pt x="6" y="32"/>
                </a:moveTo>
                <a:cubicBezTo>
                  <a:pt x="6" y="32"/>
                  <a:pt x="6" y="32"/>
                  <a:pt x="6" y="32"/>
                </a:cubicBezTo>
                <a:cubicBezTo>
                  <a:pt x="7" y="32"/>
                  <a:pt x="8" y="32"/>
                  <a:pt x="8" y="33"/>
                </a:cubicBezTo>
                <a:cubicBezTo>
                  <a:pt x="8" y="33"/>
                  <a:pt x="8" y="34"/>
                  <a:pt x="8" y="34"/>
                </a:cubicBezTo>
                <a:cubicBezTo>
                  <a:pt x="4" y="36"/>
                  <a:pt x="4" y="36"/>
                  <a:pt x="4" y="36"/>
                </a:cubicBezTo>
                <a:cubicBezTo>
                  <a:pt x="4" y="37"/>
                  <a:pt x="3" y="36"/>
                  <a:pt x="3" y="36"/>
                </a:cubicBezTo>
                <a:cubicBezTo>
                  <a:pt x="3" y="35"/>
                  <a:pt x="3" y="35"/>
                  <a:pt x="3" y="34"/>
                </a:cubicBezTo>
                <a:cubicBezTo>
                  <a:pt x="6" y="32"/>
                  <a:pt x="6" y="32"/>
                  <a:pt x="6" y="32"/>
                </a:cubicBezTo>
                <a:close/>
                <a:moveTo>
                  <a:pt x="4" y="23"/>
                </a:moveTo>
                <a:cubicBezTo>
                  <a:pt x="4" y="23"/>
                  <a:pt x="4" y="23"/>
                  <a:pt x="4" y="23"/>
                </a:cubicBezTo>
                <a:cubicBezTo>
                  <a:pt x="5" y="23"/>
                  <a:pt x="6" y="23"/>
                  <a:pt x="6" y="24"/>
                </a:cubicBezTo>
                <a:cubicBezTo>
                  <a:pt x="6" y="25"/>
                  <a:pt x="5" y="25"/>
                  <a:pt x="4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5"/>
                  <a:pt x="0" y="25"/>
                  <a:pt x="0" y="24"/>
                </a:cubicBezTo>
                <a:cubicBezTo>
                  <a:pt x="0" y="23"/>
                  <a:pt x="0" y="23"/>
                  <a:pt x="1" y="23"/>
                </a:cubicBezTo>
                <a:cubicBezTo>
                  <a:pt x="4" y="23"/>
                  <a:pt x="4" y="23"/>
                  <a:pt x="4" y="23"/>
                </a:cubicBezTo>
                <a:close/>
                <a:moveTo>
                  <a:pt x="8" y="14"/>
                </a:move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5"/>
                  <a:pt x="8" y="15"/>
                </a:cubicBezTo>
                <a:cubicBezTo>
                  <a:pt x="8" y="16"/>
                  <a:pt x="7" y="16"/>
                  <a:pt x="6" y="16"/>
                </a:cubicBezTo>
                <a:cubicBezTo>
                  <a:pt x="3" y="14"/>
                  <a:pt x="3" y="14"/>
                  <a:pt x="3" y="14"/>
                </a:cubicBezTo>
                <a:cubicBezTo>
                  <a:pt x="3" y="13"/>
                  <a:pt x="3" y="13"/>
                  <a:pt x="3" y="12"/>
                </a:cubicBezTo>
                <a:cubicBezTo>
                  <a:pt x="3" y="12"/>
                  <a:pt x="4" y="11"/>
                  <a:pt x="4" y="12"/>
                </a:cubicBezTo>
                <a:cubicBezTo>
                  <a:pt x="8" y="14"/>
                  <a:pt x="8" y="14"/>
                  <a:pt x="8" y="14"/>
                </a:cubicBezTo>
                <a:close/>
                <a:moveTo>
                  <a:pt x="15" y="7"/>
                </a:moveTo>
                <a:cubicBezTo>
                  <a:pt x="15" y="7"/>
                  <a:pt x="15" y="7"/>
                  <a:pt x="15" y="7"/>
                </a:cubicBezTo>
                <a:cubicBezTo>
                  <a:pt x="15" y="8"/>
                  <a:pt x="15" y="8"/>
                  <a:pt x="15" y="9"/>
                </a:cubicBezTo>
                <a:cubicBezTo>
                  <a:pt x="14" y="9"/>
                  <a:pt x="13" y="9"/>
                  <a:pt x="13" y="8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4"/>
                  <a:pt x="12" y="4"/>
                </a:cubicBezTo>
                <a:cubicBezTo>
                  <a:pt x="12" y="3"/>
                  <a:pt x="13" y="3"/>
                  <a:pt x="13" y="4"/>
                </a:cubicBezTo>
                <a:cubicBezTo>
                  <a:pt x="15" y="7"/>
                  <a:pt x="15" y="7"/>
                  <a:pt x="15" y="7"/>
                </a:cubicBezTo>
                <a:close/>
                <a:moveTo>
                  <a:pt x="30" y="35"/>
                </a:moveTo>
                <a:cubicBezTo>
                  <a:pt x="30" y="35"/>
                  <a:pt x="30" y="35"/>
                  <a:pt x="30" y="35"/>
                </a:cubicBezTo>
                <a:cubicBezTo>
                  <a:pt x="30" y="35"/>
                  <a:pt x="30" y="35"/>
                  <a:pt x="30" y="35"/>
                </a:cubicBezTo>
                <a:cubicBezTo>
                  <a:pt x="31" y="34"/>
                  <a:pt x="31" y="33"/>
                  <a:pt x="32" y="33"/>
                </a:cubicBezTo>
                <a:cubicBezTo>
                  <a:pt x="34" y="30"/>
                  <a:pt x="36" y="27"/>
                  <a:pt x="36" y="24"/>
                </a:cubicBezTo>
                <a:cubicBezTo>
                  <a:pt x="36" y="21"/>
                  <a:pt x="34" y="18"/>
                  <a:pt x="32" y="15"/>
                </a:cubicBezTo>
                <a:cubicBezTo>
                  <a:pt x="30" y="13"/>
                  <a:pt x="27" y="12"/>
                  <a:pt x="23" y="12"/>
                </a:cubicBezTo>
                <a:cubicBezTo>
                  <a:pt x="20" y="12"/>
                  <a:pt x="17" y="13"/>
                  <a:pt x="15" y="15"/>
                </a:cubicBezTo>
                <a:cubicBezTo>
                  <a:pt x="12" y="18"/>
                  <a:pt x="11" y="21"/>
                  <a:pt x="11" y="24"/>
                </a:cubicBezTo>
                <a:cubicBezTo>
                  <a:pt x="11" y="27"/>
                  <a:pt x="12" y="30"/>
                  <a:pt x="15" y="33"/>
                </a:cubicBezTo>
                <a:cubicBezTo>
                  <a:pt x="15" y="33"/>
                  <a:pt x="16" y="34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9" y="36"/>
                  <a:pt x="21" y="36"/>
                  <a:pt x="23" y="36"/>
                </a:cubicBezTo>
                <a:cubicBezTo>
                  <a:pt x="26" y="36"/>
                  <a:pt x="28" y="36"/>
                  <a:pt x="30" y="35"/>
                </a:cubicBezTo>
                <a:close/>
                <a:moveTo>
                  <a:pt x="18" y="39"/>
                </a:moveTo>
                <a:cubicBezTo>
                  <a:pt x="18" y="39"/>
                  <a:pt x="18" y="39"/>
                  <a:pt x="18" y="39"/>
                </a:cubicBezTo>
                <a:cubicBezTo>
                  <a:pt x="18" y="42"/>
                  <a:pt x="18" y="42"/>
                  <a:pt x="18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1" y="42"/>
                  <a:pt x="22" y="42"/>
                  <a:pt x="22" y="43"/>
                </a:cubicBezTo>
                <a:cubicBezTo>
                  <a:pt x="22" y="43"/>
                  <a:pt x="22" y="43"/>
                  <a:pt x="22" y="43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5"/>
                  <a:pt x="22" y="45"/>
                  <a:pt x="22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4" y="45"/>
                  <a:pt x="24" y="45"/>
                  <a:pt x="24" y="44"/>
                </a:cubicBezTo>
                <a:cubicBezTo>
                  <a:pt x="24" y="44"/>
                  <a:pt x="24" y="44"/>
                  <a:pt x="24" y="44"/>
                </a:cubicBezTo>
                <a:cubicBezTo>
                  <a:pt x="25" y="44"/>
                  <a:pt x="25" y="44"/>
                  <a:pt x="25" y="43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2"/>
                  <a:pt x="26" y="42"/>
                  <a:pt x="27" y="42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39"/>
                  <a:pt x="29" y="39"/>
                  <a:pt x="29" y="39"/>
                </a:cubicBezTo>
                <a:cubicBezTo>
                  <a:pt x="27" y="40"/>
                  <a:pt x="25" y="40"/>
                  <a:pt x="23" y="40"/>
                </a:cubicBezTo>
                <a:cubicBezTo>
                  <a:pt x="21" y="40"/>
                  <a:pt x="20" y="40"/>
                  <a:pt x="18" y="3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69" name="Freeform 303">
            <a:extLst>
              <a:ext uri="{FF2B5EF4-FFF2-40B4-BE49-F238E27FC236}">
                <a16:creationId xmlns:a16="http://schemas.microsoft.com/office/drawing/2014/main" id="{E694D3E2-9AC7-6D15-5475-4846C3633B09}"/>
              </a:ext>
            </a:extLst>
          </p:cNvPr>
          <p:cNvSpPr>
            <a:spLocks noEditPoints="1"/>
          </p:cNvSpPr>
          <p:nvPr/>
        </p:nvSpPr>
        <p:spPr bwMode="auto">
          <a:xfrm>
            <a:off x="5441352" y="5643481"/>
            <a:ext cx="205316" cy="215900"/>
          </a:xfrm>
          <a:custGeom>
            <a:avLst/>
            <a:gdLst>
              <a:gd name="T0" fmla="*/ 150779 w 48"/>
              <a:gd name="T1" fmla="*/ 60325 h 51"/>
              <a:gd name="T2" fmla="*/ 150779 w 48"/>
              <a:gd name="T3" fmla="*/ 60325 h 51"/>
              <a:gd name="T4" fmla="*/ 150779 w 48"/>
              <a:gd name="T5" fmla="*/ 60325 h 51"/>
              <a:gd name="T6" fmla="*/ 150779 w 48"/>
              <a:gd name="T7" fmla="*/ 60325 h 51"/>
              <a:gd name="T8" fmla="*/ 150779 w 48"/>
              <a:gd name="T9" fmla="*/ 60325 h 51"/>
              <a:gd name="T10" fmla="*/ 150779 w 48"/>
              <a:gd name="T11" fmla="*/ 60325 h 51"/>
              <a:gd name="T12" fmla="*/ 150779 w 48"/>
              <a:gd name="T13" fmla="*/ 60325 h 51"/>
              <a:gd name="T14" fmla="*/ 150779 w 48"/>
              <a:gd name="T15" fmla="*/ 60325 h 51"/>
              <a:gd name="T16" fmla="*/ 150779 w 48"/>
              <a:gd name="T17" fmla="*/ 60325 h 51"/>
              <a:gd name="T18" fmla="*/ 150779 w 48"/>
              <a:gd name="T19" fmla="*/ 60325 h 51"/>
              <a:gd name="T20" fmla="*/ 150779 w 48"/>
              <a:gd name="T21" fmla="*/ 60325 h 51"/>
              <a:gd name="T22" fmla="*/ 150779 w 48"/>
              <a:gd name="T23" fmla="*/ 60325 h 51"/>
              <a:gd name="T24" fmla="*/ 150779 w 48"/>
              <a:gd name="T25" fmla="*/ 60325 h 51"/>
              <a:gd name="T26" fmla="*/ 150779 w 48"/>
              <a:gd name="T27" fmla="*/ 60325 h 51"/>
              <a:gd name="T28" fmla="*/ 150779 w 48"/>
              <a:gd name="T29" fmla="*/ 60325 h 51"/>
              <a:gd name="T30" fmla="*/ 150779 w 48"/>
              <a:gd name="T31" fmla="*/ 63500 h 51"/>
              <a:gd name="T32" fmla="*/ 150779 w 48"/>
              <a:gd name="T33" fmla="*/ 63500 h 51"/>
              <a:gd name="T34" fmla="*/ 150779 w 48"/>
              <a:gd name="T35" fmla="*/ 63500 h 51"/>
              <a:gd name="T36" fmla="*/ 150779 w 48"/>
              <a:gd name="T37" fmla="*/ 63500 h 51"/>
              <a:gd name="T38" fmla="*/ 150779 w 48"/>
              <a:gd name="T39" fmla="*/ 63500 h 51"/>
              <a:gd name="T40" fmla="*/ 150779 w 48"/>
              <a:gd name="T41" fmla="*/ 63500 h 51"/>
              <a:gd name="T42" fmla="*/ 150779 w 48"/>
              <a:gd name="T43" fmla="*/ 63500 h 51"/>
              <a:gd name="T44" fmla="*/ 150779 w 48"/>
              <a:gd name="T45" fmla="*/ 63500 h 51"/>
              <a:gd name="T46" fmla="*/ 153987 w 48"/>
              <a:gd name="T47" fmla="*/ 63500 h 51"/>
              <a:gd name="T48" fmla="*/ 153987 w 48"/>
              <a:gd name="T49" fmla="*/ 63500 h 51"/>
              <a:gd name="T50" fmla="*/ 153987 w 48"/>
              <a:gd name="T51" fmla="*/ 63500 h 51"/>
              <a:gd name="T52" fmla="*/ 153987 w 48"/>
              <a:gd name="T53" fmla="*/ 63500 h 51"/>
              <a:gd name="T54" fmla="*/ 153987 w 48"/>
              <a:gd name="T55" fmla="*/ 63500 h 51"/>
              <a:gd name="T56" fmla="*/ 153987 w 48"/>
              <a:gd name="T57" fmla="*/ 63500 h 51"/>
              <a:gd name="T58" fmla="*/ 153987 w 48"/>
              <a:gd name="T59" fmla="*/ 63500 h 51"/>
              <a:gd name="T60" fmla="*/ 153987 w 48"/>
              <a:gd name="T61" fmla="*/ 63500 h 51"/>
              <a:gd name="T62" fmla="*/ 153987 w 48"/>
              <a:gd name="T63" fmla="*/ 63500 h 51"/>
              <a:gd name="T64" fmla="*/ 153987 w 48"/>
              <a:gd name="T65" fmla="*/ 63500 h 51"/>
              <a:gd name="T66" fmla="*/ 153987 w 48"/>
              <a:gd name="T67" fmla="*/ 155575 h 51"/>
              <a:gd name="T68" fmla="*/ 147571 w 48"/>
              <a:gd name="T69" fmla="*/ 161925 h 51"/>
              <a:gd name="T70" fmla="*/ 0 w 48"/>
              <a:gd name="T71" fmla="*/ 155575 h 51"/>
              <a:gd name="T72" fmla="*/ 0 w 48"/>
              <a:gd name="T73" fmla="*/ 63500 h 51"/>
              <a:gd name="T74" fmla="*/ 12832 w 48"/>
              <a:gd name="T75" fmla="*/ 50800 h 51"/>
              <a:gd name="T76" fmla="*/ 12832 w 48"/>
              <a:gd name="T77" fmla="*/ 25400 h 51"/>
              <a:gd name="T78" fmla="*/ 16040 w 48"/>
              <a:gd name="T79" fmla="*/ 22225 h 51"/>
              <a:gd name="T80" fmla="*/ 51329 w 48"/>
              <a:gd name="T81" fmla="*/ 22225 h 51"/>
              <a:gd name="T82" fmla="*/ 80202 w 48"/>
              <a:gd name="T83" fmla="*/ 3175 h 51"/>
              <a:gd name="T84" fmla="*/ 102658 w 48"/>
              <a:gd name="T85" fmla="*/ 22225 h 51"/>
              <a:gd name="T86" fmla="*/ 137947 w 48"/>
              <a:gd name="T87" fmla="*/ 25400 h 51"/>
              <a:gd name="T88" fmla="*/ 137947 w 48"/>
              <a:gd name="T89" fmla="*/ 50800 h 51"/>
              <a:gd name="T90" fmla="*/ 150779 w 48"/>
              <a:gd name="T91" fmla="*/ 60325 h 51"/>
              <a:gd name="T92" fmla="*/ 22456 w 48"/>
              <a:gd name="T93" fmla="*/ 63500 h 51"/>
              <a:gd name="T94" fmla="*/ 22456 w 48"/>
              <a:gd name="T95" fmla="*/ 63500 h 51"/>
              <a:gd name="T96" fmla="*/ 76994 w 48"/>
              <a:gd name="T97" fmla="*/ 114300 h 51"/>
              <a:gd name="T98" fmla="*/ 131531 w 48"/>
              <a:gd name="T99" fmla="*/ 73025 h 51"/>
              <a:gd name="T100" fmla="*/ 131531 w 48"/>
              <a:gd name="T101" fmla="*/ 63500 h 51"/>
              <a:gd name="T102" fmla="*/ 22456 w 48"/>
              <a:gd name="T103" fmla="*/ 28575 h 51"/>
              <a:gd name="T104" fmla="*/ 12832 w 48"/>
              <a:gd name="T105" fmla="*/ 73025 h 51"/>
              <a:gd name="T106" fmla="*/ 12832 w 48"/>
              <a:gd name="T107" fmla="*/ 149225 h 51"/>
              <a:gd name="T108" fmla="*/ 141155 w 48"/>
              <a:gd name="T109" fmla="*/ 73025 h 51"/>
              <a:gd name="T110" fmla="*/ 76994 w 48"/>
              <a:gd name="T111" fmla="*/ 123825 h 51"/>
              <a:gd name="T112" fmla="*/ 70577 w 48"/>
              <a:gd name="T113" fmla="*/ 123825 h 51"/>
              <a:gd name="T114" fmla="*/ 67369 w 48"/>
              <a:gd name="T115" fmla="*/ 22225 h 51"/>
              <a:gd name="T116" fmla="*/ 83410 w 48"/>
              <a:gd name="T117" fmla="*/ 22225 h 51"/>
              <a:gd name="T118" fmla="*/ 67369 w 48"/>
              <a:gd name="T119" fmla="*/ 22225 h 5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48" h="51">
                <a:moveTo>
                  <a:pt x="47" y="19"/>
                </a:move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50"/>
                  <a:pt x="47" y="51"/>
                  <a:pt x="46" y="51"/>
                </a:cubicBezTo>
                <a:cubicBezTo>
                  <a:pt x="46" y="51"/>
                  <a:pt x="46" y="51"/>
                  <a:pt x="46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1" y="51"/>
                  <a:pt x="0" y="50"/>
                  <a:pt x="0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0"/>
                  <a:pt x="0" y="19"/>
                  <a:pt x="1" y="19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8"/>
                  <a:pt x="4" y="8"/>
                  <a:pt x="4" y="8"/>
                </a:cubicBezTo>
                <a:cubicBezTo>
                  <a:pt x="4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6" y="7"/>
                </a:cubicBezTo>
                <a:cubicBezTo>
                  <a:pt x="22" y="1"/>
                  <a:pt x="22" y="1"/>
                  <a:pt x="22" y="1"/>
                </a:cubicBezTo>
                <a:cubicBezTo>
                  <a:pt x="23" y="0"/>
                  <a:pt x="24" y="0"/>
                  <a:pt x="25" y="1"/>
                </a:cubicBezTo>
                <a:cubicBezTo>
                  <a:pt x="32" y="7"/>
                  <a:pt x="32" y="7"/>
                  <a:pt x="32" y="7"/>
                </a:cubicBezTo>
                <a:cubicBezTo>
                  <a:pt x="32" y="7"/>
                  <a:pt x="32" y="7"/>
                  <a:pt x="32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3" y="7"/>
                  <a:pt x="43" y="7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7" y="19"/>
                  <a:pt x="47" y="19"/>
                  <a:pt x="47" y="19"/>
                </a:cubicBezTo>
                <a:close/>
                <a:moveTo>
                  <a:pt x="7" y="20"/>
                </a:move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3"/>
                  <a:pt x="7" y="23"/>
                  <a:pt x="7" y="23"/>
                </a:cubicBezTo>
                <a:cubicBezTo>
                  <a:pt x="24" y="36"/>
                  <a:pt x="24" y="36"/>
                  <a:pt x="24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41" y="23"/>
                  <a:pt x="41" y="23"/>
                  <a:pt x="41" y="23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9"/>
                  <a:pt x="41" y="9"/>
                  <a:pt x="41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20"/>
                  <a:pt x="7" y="20"/>
                  <a:pt x="7" y="20"/>
                </a:cubicBezTo>
                <a:close/>
                <a:moveTo>
                  <a:pt x="4" y="23"/>
                </a:moveTo>
                <a:cubicBezTo>
                  <a:pt x="4" y="23"/>
                  <a:pt x="4" y="23"/>
                  <a:pt x="4" y="23"/>
                </a:cubicBezTo>
                <a:cubicBezTo>
                  <a:pt x="4" y="47"/>
                  <a:pt x="4" y="47"/>
                  <a:pt x="4" y="47"/>
                </a:cubicBezTo>
                <a:cubicBezTo>
                  <a:pt x="44" y="47"/>
                  <a:pt x="44" y="47"/>
                  <a:pt x="44" y="47"/>
                </a:cubicBezTo>
                <a:cubicBezTo>
                  <a:pt x="44" y="23"/>
                  <a:pt x="44" y="23"/>
                  <a:pt x="44" y="23"/>
                </a:cubicBezTo>
                <a:cubicBezTo>
                  <a:pt x="38" y="28"/>
                  <a:pt x="31" y="33"/>
                  <a:pt x="25" y="39"/>
                </a:cubicBezTo>
                <a:cubicBezTo>
                  <a:pt x="25" y="39"/>
                  <a:pt x="25" y="39"/>
                  <a:pt x="24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39"/>
                  <a:pt x="23" y="39"/>
                  <a:pt x="22" y="39"/>
                </a:cubicBezTo>
                <a:cubicBezTo>
                  <a:pt x="16" y="33"/>
                  <a:pt x="10" y="28"/>
                  <a:pt x="4" y="23"/>
                </a:cubicBezTo>
                <a:close/>
                <a:moveTo>
                  <a:pt x="21" y="7"/>
                </a:moveTo>
                <a:cubicBezTo>
                  <a:pt x="21" y="7"/>
                  <a:pt x="21" y="7"/>
                  <a:pt x="21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4" y="5"/>
                  <a:pt x="24" y="5"/>
                  <a:pt x="24" y="5"/>
                </a:cubicBezTo>
                <a:cubicBezTo>
                  <a:pt x="21" y="7"/>
                  <a:pt x="21" y="7"/>
                  <a:pt x="21" y="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70" name="Freeform 304">
            <a:extLst>
              <a:ext uri="{FF2B5EF4-FFF2-40B4-BE49-F238E27FC236}">
                <a16:creationId xmlns:a16="http://schemas.microsoft.com/office/drawing/2014/main" id="{C7F48360-AF47-31C4-09E8-0BEFB21B808F}"/>
              </a:ext>
            </a:extLst>
          </p:cNvPr>
          <p:cNvSpPr>
            <a:spLocks noEditPoints="1"/>
          </p:cNvSpPr>
          <p:nvPr/>
        </p:nvSpPr>
        <p:spPr bwMode="auto">
          <a:xfrm>
            <a:off x="11399768" y="5647715"/>
            <a:ext cx="194733" cy="207433"/>
          </a:xfrm>
          <a:custGeom>
            <a:avLst/>
            <a:gdLst>
              <a:gd name="T0" fmla="*/ 0 w 46"/>
              <a:gd name="T1" fmla="*/ 38100 h 49"/>
              <a:gd name="T2" fmla="*/ 9525 w 46"/>
              <a:gd name="T3" fmla="*/ 0 h 49"/>
              <a:gd name="T4" fmla="*/ 142875 w 46"/>
              <a:gd name="T5" fmla="*/ 6350 h 49"/>
              <a:gd name="T6" fmla="*/ 127000 w 46"/>
              <a:gd name="T7" fmla="*/ 107950 h 49"/>
              <a:gd name="T8" fmla="*/ 82550 w 46"/>
              <a:gd name="T9" fmla="*/ 41275 h 49"/>
              <a:gd name="T10" fmla="*/ 98425 w 46"/>
              <a:gd name="T11" fmla="*/ 50800 h 49"/>
              <a:gd name="T12" fmla="*/ 107950 w 46"/>
              <a:gd name="T13" fmla="*/ 47625 h 49"/>
              <a:gd name="T14" fmla="*/ 114300 w 46"/>
              <a:gd name="T15" fmla="*/ 63500 h 49"/>
              <a:gd name="T16" fmla="*/ 95250 w 46"/>
              <a:gd name="T17" fmla="*/ 76200 h 49"/>
              <a:gd name="T18" fmla="*/ 101600 w 46"/>
              <a:gd name="T19" fmla="*/ 88900 h 49"/>
              <a:gd name="T20" fmla="*/ 101600 w 46"/>
              <a:gd name="T21" fmla="*/ 104775 h 49"/>
              <a:gd name="T22" fmla="*/ 95250 w 46"/>
              <a:gd name="T23" fmla="*/ 107950 h 49"/>
              <a:gd name="T24" fmla="*/ 73025 w 46"/>
              <a:gd name="T25" fmla="*/ 92075 h 49"/>
              <a:gd name="T26" fmla="*/ 53975 w 46"/>
              <a:gd name="T27" fmla="*/ 107950 h 49"/>
              <a:gd name="T28" fmla="*/ 44450 w 46"/>
              <a:gd name="T29" fmla="*/ 88900 h 49"/>
              <a:gd name="T30" fmla="*/ 44450 w 46"/>
              <a:gd name="T31" fmla="*/ 66675 h 49"/>
              <a:gd name="T32" fmla="*/ 31750 w 46"/>
              <a:gd name="T33" fmla="*/ 63500 h 49"/>
              <a:gd name="T34" fmla="*/ 41275 w 46"/>
              <a:gd name="T35" fmla="*/ 47625 h 49"/>
              <a:gd name="T36" fmla="*/ 60325 w 46"/>
              <a:gd name="T37" fmla="*/ 50800 h 49"/>
              <a:gd name="T38" fmla="*/ 63500 w 46"/>
              <a:gd name="T39" fmla="*/ 38100 h 49"/>
              <a:gd name="T40" fmla="*/ 66675 w 46"/>
              <a:gd name="T41" fmla="*/ 25400 h 49"/>
              <a:gd name="T42" fmla="*/ 79375 w 46"/>
              <a:gd name="T43" fmla="*/ 25400 h 49"/>
              <a:gd name="T44" fmla="*/ 82550 w 46"/>
              <a:gd name="T45" fmla="*/ 38100 h 49"/>
              <a:gd name="T46" fmla="*/ 82550 w 46"/>
              <a:gd name="T47" fmla="*/ 53975 h 49"/>
              <a:gd name="T48" fmla="*/ 73025 w 46"/>
              <a:gd name="T49" fmla="*/ 41275 h 49"/>
              <a:gd name="T50" fmla="*/ 47625 w 46"/>
              <a:gd name="T51" fmla="*/ 60325 h 49"/>
              <a:gd name="T52" fmla="*/ 47625 w 46"/>
              <a:gd name="T53" fmla="*/ 60325 h 49"/>
              <a:gd name="T54" fmla="*/ 57150 w 46"/>
              <a:gd name="T55" fmla="*/ 92075 h 49"/>
              <a:gd name="T56" fmla="*/ 57150 w 46"/>
              <a:gd name="T57" fmla="*/ 92075 h 49"/>
              <a:gd name="T58" fmla="*/ 88900 w 46"/>
              <a:gd name="T59" fmla="*/ 92075 h 49"/>
              <a:gd name="T60" fmla="*/ 88900 w 46"/>
              <a:gd name="T61" fmla="*/ 76200 h 49"/>
              <a:gd name="T62" fmla="*/ 101600 w 46"/>
              <a:gd name="T63" fmla="*/ 60325 h 49"/>
              <a:gd name="T64" fmla="*/ 85725 w 46"/>
              <a:gd name="T65" fmla="*/ 57150 h 49"/>
              <a:gd name="T66" fmla="*/ 104775 w 46"/>
              <a:gd name="T67" fmla="*/ 57150 h 49"/>
              <a:gd name="T68" fmla="*/ 104775 w 46"/>
              <a:gd name="T69" fmla="*/ 60325 h 49"/>
              <a:gd name="T70" fmla="*/ 107950 w 46"/>
              <a:gd name="T71" fmla="*/ 60325 h 49"/>
              <a:gd name="T72" fmla="*/ 107950 w 46"/>
              <a:gd name="T73" fmla="*/ 53975 h 49"/>
              <a:gd name="T74" fmla="*/ 104775 w 46"/>
              <a:gd name="T75" fmla="*/ 57150 h 49"/>
              <a:gd name="T76" fmla="*/ 95250 w 46"/>
              <a:gd name="T77" fmla="*/ 95250 h 49"/>
              <a:gd name="T78" fmla="*/ 92075 w 46"/>
              <a:gd name="T79" fmla="*/ 95250 h 49"/>
              <a:gd name="T80" fmla="*/ 92075 w 46"/>
              <a:gd name="T81" fmla="*/ 98425 h 49"/>
              <a:gd name="T82" fmla="*/ 95250 w 46"/>
              <a:gd name="T83" fmla="*/ 98425 h 49"/>
              <a:gd name="T84" fmla="*/ 95250 w 46"/>
              <a:gd name="T85" fmla="*/ 95250 h 49"/>
              <a:gd name="T86" fmla="*/ 95250 w 46"/>
              <a:gd name="T87" fmla="*/ 95250 h 49"/>
              <a:gd name="T88" fmla="*/ 57150 w 46"/>
              <a:gd name="T89" fmla="*/ 95250 h 49"/>
              <a:gd name="T90" fmla="*/ 53975 w 46"/>
              <a:gd name="T91" fmla="*/ 95250 h 49"/>
              <a:gd name="T92" fmla="*/ 50800 w 46"/>
              <a:gd name="T93" fmla="*/ 95250 h 49"/>
              <a:gd name="T94" fmla="*/ 50800 w 46"/>
              <a:gd name="T95" fmla="*/ 98425 h 49"/>
              <a:gd name="T96" fmla="*/ 53975 w 46"/>
              <a:gd name="T97" fmla="*/ 98425 h 49"/>
              <a:gd name="T98" fmla="*/ 57150 w 46"/>
              <a:gd name="T99" fmla="*/ 95250 h 49"/>
              <a:gd name="T100" fmla="*/ 41275 w 46"/>
              <a:gd name="T101" fmla="*/ 60325 h 49"/>
              <a:gd name="T102" fmla="*/ 41275 w 46"/>
              <a:gd name="T103" fmla="*/ 57150 h 49"/>
              <a:gd name="T104" fmla="*/ 38100 w 46"/>
              <a:gd name="T105" fmla="*/ 57150 h 49"/>
              <a:gd name="T106" fmla="*/ 41275 w 46"/>
              <a:gd name="T107" fmla="*/ 60325 h 49"/>
              <a:gd name="T108" fmla="*/ 41275 w 46"/>
              <a:gd name="T109" fmla="*/ 60325 h 49"/>
              <a:gd name="T110" fmla="*/ 73025 w 46"/>
              <a:gd name="T111" fmla="*/ 34925 h 49"/>
              <a:gd name="T112" fmla="*/ 76200 w 46"/>
              <a:gd name="T113" fmla="*/ 34925 h 49"/>
              <a:gd name="T114" fmla="*/ 76200 w 46"/>
              <a:gd name="T115" fmla="*/ 31750 h 49"/>
              <a:gd name="T116" fmla="*/ 73025 w 46"/>
              <a:gd name="T117" fmla="*/ 31750 h 49"/>
              <a:gd name="T118" fmla="*/ 73025 w 46"/>
              <a:gd name="T119" fmla="*/ 34925 h 49"/>
              <a:gd name="T120" fmla="*/ 73025 w 46"/>
              <a:gd name="T121" fmla="*/ 142875 h 49"/>
              <a:gd name="T122" fmla="*/ 133350 w 46"/>
              <a:gd name="T123" fmla="*/ 25400 h 49"/>
              <a:gd name="T124" fmla="*/ 12700 w 46"/>
              <a:gd name="T125" fmla="*/ 25400 h 4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46" h="49">
                <a:moveTo>
                  <a:pt x="22" y="49"/>
                </a:moveTo>
                <a:cubicBezTo>
                  <a:pt x="16" y="46"/>
                  <a:pt x="10" y="41"/>
                  <a:pt x="6" y="34"/>
                </a:cubicBezTo>
                <a:cubicBezTo>
                  <a:pt x="2" y="28"/>
                  <a:pt x="0" y="21"/>
                  <a:pt x="0" y="12"/>
                </a:cubicBezTo>
                <a:cubicBezTo>
                  <a:pt x="0" y="11"/>
                  <a:pt x="0" y="9"/>
                  <a:pt x="0" y="7"/>
                </a:cubicBezTo>
                <a:cubicBezTo>
                  <a:pt x="1" y="5"/>
                  <a:pt x="1" y="3"/>
                  <a:pt x="2" y="2"/>
                </a:cubicBezTo>
                <a:cubicBezTo>
                  <a:pt x="2" y="1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5" y="1"/>
                  <a:pt x="45" y="2"/>
                </a:cubicBezTo>
                <a:cubicBezTo>
                  <a:pt x="45" y="3"/>
                  <a:pt x="46" y="5"/>
                  <a:pt x="46" y="7"/>
                </a:cubicBezTo>
                <a:cubicBezTo>
                  <a:pt x="46" y="9"/>
                  <a:pt x="46" y="11"/>
                  <a:pt x="46" y="12"/>
                </a:cubicBezTo>
                <a:cubicBezTo>
                  <a:pt x="46" y="21"/>
                  <a:pt x="44" y="28"/>
                  <a:pt x="40" y="34"/>
                </a:cubicBezTo>
                <a:cubicBezTo>
                  <a:pt x="36" y="41"/>
                  <a:pt x="31" y="46"/>
                  <a:pt x="24" y="49"/>
                </a:cubicBezTo>
                <a:cubicBezTo>
                  <a:pt x="23" y="49"/>
                  <a:pt x="23" y="49"/>
                  <a:pt x="22" y="49"/>
                </a:cubicBezTo>
                <a:close/>
                <a:moveTo>
                  <a:pt x="26" y="13"/>
                </a:moveTo>
                <a:cubicBezTo>
                  <a:pt x="26" y="13"/>
                  <a:pt x="26" y="13"/>
                  <a:pt x="26" y="13"/>
                </a:cubicBezTo>
                <a:cubicBezTo>
                  <a:pt x="28" y="16"/>
                  <a:pt x="28" y="16"/>
                  <a:pt x="28" y="16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16"/>
                  <a:pt x="32" y="16"/>
                  <a:pt x="32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15"/>
                  <a:pt x="33" y="15"/>
                  <a:pt x="34" y="15"/>
                </a:cubicBezTo>
                <a:cubicBezTo>
                  <a:pt x="35" y="15"/>
                  <a:pt x="35" y="15"/>
                  <a:pt x="36" y="16"/>
                </a:cubicBezTo>
                <a:cubicBezTo>
                  <a:pt x="37" y="17"/>
                  <a:pt x="37" y="17"/>
                  <a:pt x="37" y="18"/>
                </a:cubicBezTo>
                <a:cubicBezTo>
                  <a:pt x="37" y="19"/>
                  <a:pt x="37" y="20"/>
                  <a:pt x="36" y="20"/>
                </a:cubicBezTo>
                <a:cubicBezTo>
                  <a:pt x="35" y="21"/>
                  <a:pt x="35" y="21"/>
                  <a:pt x="34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0" y="24"/>
                  <a:pt x="30" y="24"/>
                  <a:pt x="30" y="24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8"/>
                  <a:pt x="32" y="28"/>
                  <a:pt x="3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3" y="29"/>
                  <a:pt x="33" y="30"/>
                  <a:pt x="33" y="31"/>
                </a:cubicBezTo>
                <a:cubicBezTo>
                  <a:pt x="33" y="32"/>
                  <a:pt x="33" y="32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1" y="33"/>
                  <a:pt x="31" y="34"/>
                  <a:pt x="30" y="34"/>
                </a:cubicBezTo>
                <a:cubicBezTo>
                  <a:pt x="28" y="34"/>
                  <a:pt x="27" y="32"/>
                  <a:pt x="27" y="31"/>
                </a:cubicBezTo>
                <a:cubicBezTo>
                  <a:pt x="27" y="31"/>
                  <a:pt x="27" y="31"/>
                  <a:pt x="27" y="31"/>
                </a:cubicBezTo>
                <a:cubicBezTo>
                  <a:pt x="23" y="29"/>
                  <a:pt x="23" y="29"/>
                  <a:pt x="23" y="29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2"/>
                  <a:pt x="18" y="34"/>
                  <a:pt x="17" y="34"/>
                </a:cubicBezTo>
                <a:cubicBezTo>
                  <a:pt x="15" y="34"/>
                  <a:pt x="14" y="32"/>
                  <a:pt x="14" y="31"/>
                </a:cubicBezTo>
                <a:cubicBezTo>
                  <a:pt x="14" y="30"/>
                  <a:pt x="14" y="29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5" y="28"/>
                  <a:pt x="15" y="28"/>
                  <a:pt x="16" y="28"/>
                </a:cubicBezTo>
                <a:cubicBezTo>
                  <a:pt x="16" y="24"/>
                  <a:pt x="16" y="24"/>
                  <a:pt x="16" y="24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3" y="21"/>
                  <a:pt x="13" y="21"/>
                  <a:pt x="13" y="21"/>
                </a:cubicBezTo>
                <a:cubicBezTo>
                  <a:pt x="12" y="21"/>
                  <a:pt x="11" y="21"/>
                  <a:pt x="10" y="20"/>
                </a:cubicBezTo>
                <a:cubicBezTo>
                  <a:pt x="10" y="20"/>
                  <a:pt x="9" y="19"/>
                  <a:pt x="9" y="18"/>
                </a:cubicBezTo>
                <a:cubicBezTo>
                  <a:pt x="9" y="17"/>
                  <a:pt x="10" y="17"/>
                  <a:pt x="10" y="16"/>
                </a:cubicBezTo>
                <a:cubicBezTo>
                  <a:pt x="11" y="15"/>
                  <a:pt x="12" y="15"/>
                  <a:pt x="13" y="15"/>
                </a:cubicBezTo>
                <a:cubicBezTo>
                  <a:pt x="13" y="15"/>
                  <a:pt x="14" y="15"/>
                  <a:pt x="15" y="16"/>
                </a:cubicBezTo>
                <a:cubicBezTo>
                  <a:pt x="15" y="16"/>
                  <a:pt x="15" y="16"/>
                  <a:pt x="15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12"/>
                  <a:pt x="21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1"/>
                  <a:pt x="20" y="11"/>
                </a:cubicBezTo>
                <a:cubicBezTo>
                  <a:pt x="20" y="10"/>
                  <a:pt x="20" y="9"/>
                  <a:pt x="21" y="8"/>
                </a:cubicBezTo>
                <a:cubicBezTo>
                  <a:pt x="21" y="8"/>
                  <a:pt x="21" y="8"/>
                  <a:pt x="21" y="8"/>
                </a:cubicBezTo>
                <a:cubicBezTo>
                  <a:pt x="22" y="8"/>
                  <a:pt x="22" y="7"/>
                  <a:pt x="23" y="7"/>
                </a:cubicBezTo>
                <a:cubicBezTo>
                  <a:pt x="24" y="7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6" y="9"/>
                  <a:pt x="26" y="10"/>
                  <a:pt x="26" y="11"/>
                </a:cubicBezTo>
                <a:cubicBezTo>
                  <a:pt x="26" y="11"/>
                  <a:pt x="26" y="12"/>
                  <a:pt x="26" y="12"/>
                </a:cubicBezTo>
                <a:cubicBezTo>
                  <a:pt x="26" y="12"/>
                  <a:pt x="26" y="12"/>
                  <a:pt x="26" y="12"/>
                </a:cubicBezTo>
                <a:cubicBezTo>
                  <a:pt x="26" y="12"/>
                  <a:pt x="26" y="12"/>
                  <a:pt x="26" y="13"/>
                </a:cubicBezTo>
                <a:close/>
                <a:moveTo>
                  <a:pt x="26" y="17"/>
                </a:moveTo>
                <a:cubicBezTo>
                  <a:pt x="26" y="17"/>
                  <a:pt x="26" y="17"/>
                  <a:pt x="26" y="17"/>
                </a:cubicBezTo>
                <a:cubicBezTo>
                  <a:pt x="23" y="13"/>
                  <a:pt x="23" y="13"/>
                  <a:pt x="23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21" y="17"/>
                  <a:pt x="21" y="17"/>
                  <a:pt x="21" y="17"/>
                </a:cubicBezTo>
                <a:cubicBezTo>
                  <a:pt x="20" y="17"/>
                  <a:pt x="20" y="18"/>
                  <a:pt x="20" y="18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8" y="23"/>
                  <a:pt x="18" y="24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23" y="27"/>
                  <a:pt x="23" y="27"/>
                  <a:pt x="23" y="27"/>
                </a:cubicBezTo>
                <a:cubicBezTo>
                  <a:pt x="23" y="27"/>
                  <a:pt x="23" y="27"/>
                  <a:pt x="24" y="27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3"/>
                  <a:pt x="28" y="23"/>
                  <a:pt x="28" y="23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2" y="19"/>
                  <a:pt x="31" y="19"/>
                </a:cubicBezTo>
                <a:cubicBezTo>
                  <a:pt x="27" y="18"/>
                  <a:pt x="27" y="18"/>
                  <a:pt x="27" y="18"/>
                </a:cubicBezTo>
                <a:cubicBezTo>
                  <a:pt x="26" y="18"/>
                  <a:pt x="26" y="17"/>
                  <a:pt x="26" y="17"/>
                </a:cubicBezTo>
                <a:close/>
                <a:moveTo>
                  <a:pt x="33" y="18"/>
                </a:moveTo>
                <a:cubicBezTo>
                  <a:pt x="33" y="18"/>
                  <a:pt x="33" y="18"/>
                  <a:pt x="33" y="18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8"/>
                  <a:pt x="33" y="19"/>
                  <a:pt x="32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5" y="19"/>
                  <a:pt x="35" y="18"/>
                  <a:pt x="35" y="18"/>
                </a:cubicBezTo>
                <a:cubicBezTo>
                  <a:pt x="35" y="18"/>
                  <a:pt x="35" y="18"/>
                  <a:pt x="34" y="18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17"/>
                  <a:pt x="33" y="17"/>
                  <a:pt x="33" y="18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8"/>
                  <a:pt x="33" y="18"/>
                  <a:pt x="33" y="18"/>
                </a:cubicBezTo>
                <a:close/>
                <a:moveTo>
                  <a:pt x="30" y="30"/>
                </a:move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9" y="32"/>
                  <a:pt x="30" y="32"/>
                </a:cubicBezTo>
                <a:cubicBezTo>
                  <a:pt x="30" y="32"/>
                  <a:pt x="30" y="31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0"/>
                  <a:pt x="31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lose/>
                <a:moveTo>
                  <a:pt x="18" y="30"/>
                </a:moveTo>
                <a:cubicBezTo>
                  <a:pt x="18" y="30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0"/>
                  <a:pt x="16" y="30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2"/>
                  <a:pt x="17" y="32"/>
                </a:cubicBezTo>
                <a:cubicBezTo>
                  <a:pt x="17" y="32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1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lose/>
                <a:moveTo>
                  <a:pt x="13" y="19"/>
                </a:moveTo>
                <a:cubicBezTo>
                  <a:pt x="13" y="19"/>
                  <a:pt x="13" y="19"/>
                  <a:pt x="13" y="19"/>
                </a:cubicBezTo>
                <a:cubicBezTo>
                  <a:pt x="13" y="19"/>
                  <a:pt x="14" y="19"/>
                  <a:pt x="14" y="19"/>
                </a:cubicBezTo>
                <a:cubicBezTo>
                  <a:pt x="14" y="19"/>
                  <a:pt x="14" y="18"/>
                  <a:pt x="14" y="18"/>
                </a:cubicBezTo>
                <a:cubicBezTo>
                  <a:pt x="14" y="18"/>
                  <a:pt x="13" y="18"/>
                  <a:pt x="13" y="18"/>
                </a:cubicBezTo>
                <a:cubicBezTo>
                  <a:pt x="13" y="18"/>
                  <a:pt x="13" y="18"/>
                  <a:pt x="13" y="18"/>
                </a:cubicBezTo>
                <a:cubicBezTo>
                  <a:pt x="13" y="17"/>
                  <a:pt x="13" y="17"/>
                  <a:pt x="13" y="17"/>
                </a:cubicBezTo>
                <a:cubicBezTo>
                  <a:pt x="12" y="17"/>
                  <a:pt x="12" y="17"/>
                  <a:pt x="12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8"/>
                  <a:pt x="12" y="19"/>
                  <a:pt x="12" y="19"/>
                </a:cubicBezTo>
                <a:cubicBezTo>
                  <a:pt x="12" y="19"/>
                  <a:pt x="12" y="19"/>
                  <a:pt x="13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3" y="19"/>
                  <a:pt x="13" y="19"/>
                  <a:pt x="13" y="19"/>
                </a:cubicBezTo>
                <a:close/>
                <a:moveTo>
                  <a:pt x="23" y="11"/>
                </a:moveTo>
                <a:cubicBezTo>
                  <a:pt x="23" y="11"/>
                  <a:pt x="23" y="11"/>
                  <a:pt x="23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2"/>
                  <a:pt x="24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3" y="10"/>
                  <a:pt x="23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2" y="10"/>
                  <a:pt x="22" y="10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3" y="11"/>
                  <a:pt x="23" y="11"/>
                  <a:pt x="23" y="11"/>
                </a:cubicBezTo>
                <a:close/>
                <a:moveTo>
                  <a:pt x="9" y="32"/>
                </a:moveTo>
                <a:cubicBezTo>
                  <a:pt x="9" y="32"/>
                  <a:pt x="9" y="32"/>
                  <a:pt x="9" y="32"/>
                </a:cubicBezTo>
                <a:cubicBezTo>
                  <a:pt x="13" y="38"/>
                  <a:pt x="18" y="42"/>
                  <a:pt x="23" y="45"/>
                </a:cubicBezTo>
                <a:cubicBezTo>
                  <a:pt x="29" y="42"/>
                  <a:pt x="34" y="38"/>
                  <a:pt x="37" y="32"/>
                </a:cubicBezTo>
                <a:cubicBezTo>
                  <a:pt x="40" y="27"/>
                  <a:pt x="42" y="20"/>
                  <a:pt x="42" y="12"/>
                </a:cubicBezTo>
                <a:cubicBezTo>
                  <a:pt x="42" y="11"/>
                  <a:pt x="42" y="9"/>
                  <a:pt x="42" y="8"/>
                </a:cubicBezTo>
                <a:cubicBezTo>
                  <a:pt x="42" y="6"/>
                  <a:pt x="42" y="5"/>
                  <a:pt x="42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5"/>
                  <a:pt x="4" y="6"/>
                  <a:pt x="4" y="8"/>
                </a:cubicBezTo>
                <a:cubicBezTo>
                  <a:pt x="4" y="9"/>
                  <a:pt x="4" y="11"/>
                  <a:pt x="4" y="12"/>
                </a:cubicBezTo>
                <a:cubicBezTo>
                  <a:pt x="4" y="20"/>
                  <a:pt x="6" y="27"/>
                  <a:pt x="9" y="3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71" name="Freeform 305">
            <a:extLst>
              <a:ext uri="{FF2B5EF4-FFF2-40B4-BE49-F238E27FC236}">
                <a16:creationId xmlns:a16="http://schemas.microsoft.com/office/drawing/2014/main" id="{D1ACF555-DB29-A45C-EEED-B4086A1C8BAB}"/>
              </a:ext>
            </a:extLst>
          </p:cNvPr>
          <p:cNvSpPr>
            <a:spLocks noEditPoints="1"/>
          </p:cNvSpPr>
          <p:nvPr/>
        </p:nvSpPr>
        <p:spPr bwMode="auto">
          <a:xfrm>
            <a:off x="1669451" y="6047765"/>
            <a:ext cx="226483" cy="220133"/>
          </a:xfrm>
          <a:custGeom>
            <a:avLst/>
            <a:gdLst>
              <a:gd name="T0" fmla="*/ 128198 w 53"/>
              <a:gd name="T1" fmla="*/ 82550 h 52"/>
              <a:gd name="T2" fmla="*/ 86533 w 53"/>
              <a:gd name="T3" fmla="*/ 88900 h 52"/>
              <a:gd name="T4" fmla="*/ 57689 w 53"/>
              <a:gd name="T5" fmla="*/ 130175 h 52"/>
              <a:gd name="T6" fmla="*/ 80124 w 53"/>
              <a:gd name="T7" fmla="*/ 85725 h 52"/>
              <a:gd name="T8" fmla="*/ 80124 w 53"/>
              <a:gd name="T9" fmla="*/ 82550 h 52"/>
              <a:gd name="T10" fmla="*/ 86533 w 53"/>
              <a:gd name="T11" fmla="*/ 25400 h 52"/>
              <a:gd name="T12" fmla="*/ 92943 w 53"/>
              <a:gd name="T13" fmla="*/ 76200 h 52"/>
              <a:gd name="T14" fmla="*/ 6410 w 53"/>
              <a:gd name="T15" fmla="*/ 85725 h 52"/>
              <a:gd name="T16" fmla="*/ 0 w 53"/>
              <a:gd name="T17" fmla="*/ 82550 h 52"/>
              <a:gd name="T18" fmla="*/ 3205 w 53"/>
              <a:gd name="T19" fmla="*/ 79375 h 52"/>
              <a:gd name="T20" fmla="*/ 6410 w 53"/>
              <a:gd name="T21" fmla="*/ 79375 h 52"/>
              <a:gd name="T22" fmla="*/ 22435 w 53"/>
              <a:gd name="T23" fmla="*/ 82550 h 52"/>
              <a:gd name="T24" fmla="*/ 6410 w 53"/>
              <a:gd name="T25" fmla="*/ 85725 h 52"/>
              <a:gd name="T26" fmla="*/ 89738 w 53"/>
              <a:gd name="T27" fmla="*/ 161925 h 52"/>
              <a:gd name="T28" fmla="*/ 83329 w 53"/>
              <a:gd name="T29" fmla="*/ 161925 h 52"/>
              <a:gd name="T30" fmla="*/ 86533 w 53"/>
              <a:gd name="T31" fmla="*/ 146050 h 52"/>
              <a:gd name="T32" fmla="*/ 89738 w 53"/>
              <a:gd name="T33" fmla="*/ 161925 h 52"/>
              <a:gd name="T34" fmla="*/ 166657 w 53"/>
              <a:gd name="T35" fmla="*/ 79375 h 52"/>
              <a:gd name="T36" fmla="*/ 166657 w 53"/>
              <a:gd name="T37" fmla="*/ 85725 h 52"/>
              <a:gd name="T38" fmla="*/ 150632 w 53"/>
              <a:gd name="T39" fmla="*/ 82550 h 52"/>
              <a:gd name="T40" fmla="*/ 166657 w 53"/>
              <a:gd name="T41" fmla="*/ 79375 h 52"/>
              <a:gd name="T42" fmla="*/ 41664 w 53"/>
              <a:gd name="T43" fmla="*/ 15875 h 52"/>
              <a:gd name="T44" fmla="*/ 48074 w 53"/>
              <a:gd name="T45" fmla="*/ 12700 h 52"/>
              <a:gd name="T46" fmla="*/ 51279 w 53"/>
              <a:gd name="T47" fmla="*/ 25400 h 52"/>
              <a:gd name="T48" fmla="*/ 41664 w 53"/>
              <a:gd name="T49" fmla="*/ 15875 h 52"/>
              <a:gd name="T50" fmla="*/ 12820 w 53"/>
              <a:gd name="T51" fmla="*/ 47625 h 52"/>
              <a:gd name="T52" fmla="*/ 19230 w 53"/>
              <a:gd name="T53" fmla="*/ 41275 h 52"/>
              <a:gd name="T54" fmla="*/ 25640 w 53"/>
              <a:gd name="T55" fmla="*/ 47625 h 52"/>
              <a:gd name="T56" fmla="*/ 12820 w 53"/>
              <a:gd name="T57" fmla="*/ 47625 h 52"/>
              <a:gd name="T58" fmla="*/ 19230 w 53"/>
              <a:gd name="T59" fmla="*/ 127000 h 52"/>
              <a:gd name="T60" fmla="*/ 12820 w 53"/>
              <a:gd name="T61" fmla="*/ 120650 h 52"/>
              <a:gd name="T62" fmla="*/ 25640 w 53"/>
              <a:gd name="T63" fmla="*/ 117475 h 52"/>
              <a:gd name="T64" fmla="*/ 19230 w 53"/>
              <a:gd name="T65" fmla="*/ 127000 h 52"/>
              <a:gd name="T66" fmla="*/ 48074 w 53"/>
              <a:gd name="T67" fmla="*/ 152400 h 52"/>
              <a:gd name="T68" fmla="*/ 41664 w 53"/>
              <a:gd name="T69" fmla="*/ 149225 h 52"/>
              <a:gd name="T70" fmla="*/ 51279 w 53"/>
              <a:gd name="T71" fmla="*/ 142875 h 52"/>
              <a:gd name="T72" fmla="*/ 48074 w 53"/>
              <a:gd name="T73" fmla="*/ 152400 h 52"/>
              <a:gd name="T74" fmla="*/ 128198 w 53"/>
              <a:gd name="T75" fmla="*/ 149225 h 52"/>
              <a:gd name="T76" fmla="*/ 121788 w 53"/>
              <a:gd name="T77" fmla="*/ 152400 h 52"/>
              <a:gd name="T78" fmla="*/ 118583 w 53"/>
              <a:gd name="T79" fmla="*/ 142875 h 52"/>
              <a:gd name="T80" fmla="*/ 128198 w 53"/>
              <a:gd name="T81" fmla="*/ 149225 h 52"/>
              <a:gd name="T82" fmla="*/ 157042 w 53"/>
              <a:gd name="T83" fmla="*/ 120650 h 52"/>
              <a:gd name="T84" fmla="*/ 153837 w 53"/>
              <a:gd name="T85" fmla="*/ 127000 h 52"/>
              <a:gd name="T86" fmla="*/ 144222 w 53"/>
              <a:gd name="T87" fmla="*/ 117475 h 52"/>
              <a:gd name="T88" fmla="*/ 157042 w 53"/>
              <a:gd name="T89" fmla="*/ 120650 h 52"/>
              <a:gd name="T90" fmla="*/ 153837 w 53"/>
              <a:gd name="T91" fmla="*/ 41275 h 52"/>
              <a:gd name="T92" fmla="*/ 157042 w 53"/>
              <a:gd name="T93" fmla="*/ 47625 h 52"/>
              <a:gd name="T94" fmla="*/ 144222 w 53"/>
              <a:gd name="T95" fmla="*/ 47625 h 52"/>
              <a:gd name="T96" fmla="*/ 153837 w 53"/>
              <a:gd name="T97" fmla="*/ 41275 h 52"/>
              <a:gd name="T98" fmla="*/ 121788 w 53"/>
              <a:gd name="T99" fmla="*/ 12700 h 52"/>
              <a:gd name="T100" fmla="*/ 128198 w 53"/>
              <a:gd name="T101" fmla="*/ 15875 h 52"/>
              <a:gd name="T102" fmla="*/ 118583 w 53"/>
              <a:gd name="T103" fmla="*/ 25400 h 52"/>
              <a:gd name="T104" fmla="*/ 121788 w 53"/>
              <a:gd name="T105" fmla="*/ 12700 h 52"/>
              <a:gd name="T106" fmla="*/ 83329 w 53"/>
              <a:gd name="T107" fmla="*/ 3175 h 52"/>
              <a:gd name="T108" fmla="*/ 89738 w 53"/>
              <a:gd name="T109" fmla="*/ 3175 h 52"/>
              <a:gd name="T110" fmla="*/ 89738 w 53"/>
              <a:gd name="T111" fmla="*/ 12700 h 52"/>
              <a:gd name="T112" fmla="*/ 86533 w 53"/>
              <a:gd name="T113" fmla="*/ 19050 h 52"/>
              <a:gd name="T114" fmla="*/ 83329 w 53"/>
              <a:gd name="T115" fmla="*/ 12700 h 52"/>
              <a:gd name="T116" fmla="*/ 83329 w 53"/>
              <a:gd name="T117" fmla="*/ 3175 h 5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3" h="52">
                <a:moveTo>
                  <a:pt x="38" y="24"/>
                </a:moveTo>
                <a:cubicBezTo>
                  <a:pt x="39" y="24"/>
                  <a:pt x="40" y="25"/>
                  <a:pt x="40" y="26"/>
                </a:cubicBezTo>
                <a:cubicBezTo>
                  <a:pt x="40" y="27"/>
                  <a:pt x="39" y="28"/>
                  <a:pt x="38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41"/>
                  <a:pt x="19" y="41"/>
                  <a:pt x="18" y="41"/>
                </a:cubicBezTo>
                <a:cubicBezTo>
                  <a:pt x="18" y="40"/>
                  <a:pt x="18" y="40"/>
                  <a:pt x="18" y="39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27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10"/>
                  <a:pt x="25" y="10"/>
                  <a:pt x="25" y="10"/>
                </a:cubicBezTo>
                <a:cubicBezTo>
                  <a:pt x="25" y="9"/>
                  <a:pt x="26" y="8"/>
                  <a:pt x="27" y="8"/>
                </a:cubicBezTo>
                <a:cubicBezTo>
                  <a:pt x="28" y="8"/>
                  <a:pt x="29" y="9"/>
                  <a:pt x="29" y="10"/>
                </a:cubicBezTo>
                <a:cubicBezTo>
                  <a:pt x="29" y="24"/>
                  <a:pt x="29" y="24"/>
                  <a:pt x="29" y="24"/>
                </a:cubicBezTo>
                <a:cubicBezTo>
                  <a:pt x="38" y="24"/>
                  <a:pt x="38" y="24"/>
                  <a:pt x="38" y="24"/>
                </a:cubicBezTo>
                <a:close/>
                <a:moveTo>
                  <a:pt x="2" y="27"/>
                </a:moveTo>
                <a:cubicBezTo>
                  <a:pt x="2" y="27"/>
                  <a:pt x="2" y="27"/>
                  <a:pt x="2" y="27"/>
                </a:cubicBezTo>
                <a:cubicBezTo>
                  <a:pt x="1" y="27"/>
                  <a:pt x="0" y="27"/>
                  <a:pt x="0" y="26"/>
                </a:cubicBezTo>
                <a:cubicBezTo>
                  <a:pt x="0" y="26"/>
                  <a:pt x="1" y="25"/>
                  <a:pt x="1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1" y="25"/>
                  <a:pt x="1" y="25"/>
                  <a:pt x="2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6" y="25"/>
                  <a:pt x="7" y="26"/>
                  <a:pt x="7" y="26"/>
                </a:cubicBezTo>
                <a:cubicBezTo>
                  <a:pt x="7" y="27"/>
                  <a:pt x="6" y="27"/>
                  <a:pt x="5" y="27"/>
                </a:cubicBezTo>
                <a:cubicBezTo>
                  <a:pt x="2" y="27"/>
                  <a:pt x="2" y="27"/>
                  <a:pt x="2" y="27"/>
                </a:cubicBezTo>
                <a:close/>
                <a:moveTo>
                  <a:pt x="28" y="51"/>
                </a:moveTo>
                <a:cubicBezTo>
                  <a:pt x="28" y="51"/>
                  <a:pt x="28" y="51"/>
                  <a:pt x="28" y="51"/>
                </a:cubicBezTo>
                <a:cubicBezTo>
                  <a:pt x="28" y="52"/>
                  <a:pt x="27" y="52"/>
                  <a:pt x="27" y="52"/>
                </a:cubicBezTo>
                <a:cubicBezTo>
                  <a:pt x="26" y="52"/>
                  <a:pt x="26" y="52"/>
                  <a:pt x="26" y="51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47"/>
                  <a:pt x="26" y="46"/>
                  <a:pt x="27" y="46"/>
                </a:cubicBezTo>
                <a:cubicBezTo>
                  <a:pt x="27" y="46"/>
                  <a:pt x="28" y="47"/>
                  <a:pt x="28" y="47"/>
                </a:cubicBezTo>
                <a:cubicBezTo>
                  <a:pt x="28" y="51"/>
                  <a:pt x="28" y="51"/>
                  <a:pt x="28" y="51"/>
                </a:cubicBezTo>
                <a:close/>
                <a:moveTo>
                  <a:pt x="52" y="25"/>
                </a:moveTo>
                <a:cubicBezTo>
                  <a:pt x="52" y="25"/>
                  <a:pt x="52" y="25"/>
                  <a:pt x="52" y="25"/>
                </a:cubicBezTo>
                <a:cubicBezTo>
                  <a:pt x="52" y="25"/>
                  <a:pt x="53" y="26"/>
                  <a:pt x="53" y="26"/>
                </a:cubicBezTo>
                <a:cubicBezTo>
                  <a:pt x="53" y="27"/>
                  <a:pt x="52" y="27"/>
                  <a:pt x="52" y="27"/>
                </a:cubicBezTo>
                <a:cubicBezTo>
                  <a:pt x="48" y="27"/>
                  <a:pt x="48" y="27"/>
                  <a:pt x="48" y="27"/>
                </a:cubicBezTo>
                <a:cubicBezTo>
                  <a:pt x="47" y="27"/>
                  <a:pt x="47" y="27"/>
                  <a:pt x="47" y="26"/>
                </a:cubicBezTo>
                <a:cubicBezTo>
                  <a:pt x="47" y="26"/>
                  <a:pt x="47" y="25"/>
                  <a:pt x="48" y="25"/>
                </a:cubicBezTo>
                <a:cubicBezTo>
                  <a:pt x="52" y="25"/>
                  <a:pt x="52" y="25"/>
                  <a:pt x="52" y="25"/>
                </a:cubicBezTo>
                <a:close/>
                <a:moveTo>
                  <a:pt x="13" y="5"/>
                </a:moveTo>
                <a:cubicBezTo>
                  <a:pt x="13" y="5"/>
                  <a:pt x="13" y="5"/>
                  <a:pt x="13" y="5"/>
                </a:cubicBezTo>
                <a:cubicBezTo>
                  <a:pt x="13" y="4"/>
                  <a:pt x="13" y="4"/>
                  <a:pt x="14" y="3"/>
                </a:cubicBezTo>
                <a:cubicBezTo>
                  <a:pt x="14" y="3"/>
                  <a:pt x="15" y="3"/>
                  <a:pt x="15" y="4"/>
                </a:cubicBezTo>
                <a:cubicBezTo>
                  <a:pt x="16" y="6"/>
                  <a:pt x="16" y="6"/>
                  <a:pt x="16" y="6"/>
                </a:cubicBezTo>
                <a:cubicBezTo>
                  <a:pt x="17" y="7"/>
                  <a:pt x="17" y="7"/>
                  <a:pt x="16" y="8"/>
                </a:cubicBezTo>
                <a:cubicBezTo>
                  <a:pt x="15" y="8"/>
                  <a:pt x="15" y="8"/>
                  <a:pt x="14" y="7"/>
                </a:cubicBezTo>
                <a:cubicBezTo>
                  <a:pt x="13" y="5"/>
                  <a:pt x="13" y="5"/>
                  <a:pt x="13" y="5"/>
                </a:cubicBezTo>
                <a:close/>
                <a:moveTo>
                  <a:pt x="4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14"/>
                  <a:pt x="4" y="14"/>
                  <a:pt x="4" y="13"/>
                </a:cubicBezTo>
                <a:cubicBezTo>
                  <a:pt x="4" y="12"/>
                  <a:pt x="5" y="12"/>
                  <a:pt x="6" y="13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5"/>
                  <a:pt x="8" y="15"/>
                </a:cubicBezTo>
                <a:cubicBezTo>
                  <a:pt x="8" y="16"/>
                  <a:pt x="7" y="16"/>
                  <a:pt x="7" y="16"/>
                </a:cubicBezTo>
                <a:cubicBezTo>
                  <a:pt x="4" y="15"/>
                  <a:pt x="4" y="15"/>
                  <a:pt x="4" y="15"/>
                </a:cubicBezTo>
                <a:close/>
                <a:moveTo>
                  <a:pt x="6" y="40"/>
                </a:moveTo>
                <a:cubicBezTo>
                  <a:pt x="6" y="40"/>
                  <a:pt x="6" y="40"/>
                  <a:pt x="6" y="40"/>
                </a:cubicBezTo>
                <a:cubicBezTo>
                  <a:pt x="5" y="40"/>
                  <a:pt x="4" y="40"/>
                  <a:pt x="4" y="39"/>
                </a:cubicBezTo>
                <a:cubicBezTo>
                  <a:pt x="4" y="39"/>
                  <a:pt x="4" y="38"/>
                  <a:pt x="4" y="38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8" y="36"/>
                  <a:pt x="8" y="37"/>
                </a:cubicBezTo>
                <a:cubicBezTo>
                  <a:pt x="8" y="37"/>
                  <a:pt x="8" y="38"/>
                  <a:pt x="8" y="38"/>
                </a:cubicBezTo>
                <a:cubicBezTo>
                  <a:pt x="6" y="40"/>
                  <a:pt x="6" y="40"/>
                  <a:pt x="6" y="40"/>
                </a:cubicBezTo>
                <a:close/>
                <a:moveTo>
                  <a:pt x="15" y="48"/>
                </a:moveTo>
                <a:cubicBezTo>
                  <a:pt x="15" y="48"/>
                  <a:pt x="15" y="48"/>
                  <a:pt x="15" y="48"/>
                </a:cubicBezTo>
                <a:cubicBezTo>
                  <a:pt x="15" y="49"/>
                  <a:pt x="14" y="49"/>
                  <a:pt x="14" y="49"/>
                </a:cubicBezTo>
                <a:cubicBezTo>
                  <a:pt x="13" y="49"/>
                  <a:pt x="13" y="48"/>
                  <a:pt x="13" y="47"/>
                </a:cubicBezTo>
                <a:cubicBezTo>
                  <a:pt x="14" y="45"/>
                  <a:pt x="14" y="45"/>
                  <a:pt x="14" y="45"/>
                </a:cubicBezTo>
                <a:cubicBezTo>
                  <a:pt x="15" y="45"/>
                  <a:pt x="15" y="44"/>
                  <a:pt x="16" y="45"/>
                </a:cubicBezTo>
                <a:cubicBezTo>
                  <a:pt x="17" y="45"/>
                  <a:pt x="17" y="46"/>
                  <a:pt x="16" y="46"/>
                </a:cubicBezTo>
                <a:cubicBezTo>
                  <a:pt x="15" y="48"/>
                  <a:pt x="15" y="48"/>
                  <a:pt x="15" y="48"/>
                </a:cubicBezTo>
                <a:close/>
                <a:moveTo>
                  <a:pt x="40" y="47"/>
                </a:moveTo>
                <a:cubicBezTo>
                  <a:pt x="40" y="47"/>
                  <a:pt x="40" y="47"/>
                  <a:pt x="40" y="47"/>
                </a:cubicBezTo>
                <a:cubicBezTo>
                  <a:pt x="41" y="48"/>
                  <a:pt x="40" y="49"/>
                  <a:pt x="40" y="49"/>
                </a:cubicBezTo>
                <a:cubicBezTo>
                  <a:pt x="39" y="49"/>
                  <a:pt x="39" y="49"/>
                  <a:pt x="38" y="48"/>
                </a:cubicBezTo>
                <a:cubicBezTo>
                  <a:pt x="37" y="46"/>
                  <a:pt x="37" y="46"/>
                  <a:pt x="37" y="46"/>
                </a:cubicBezTo>
                <a:cubicBezTo>
                  <a:pt x="37" y="46"/>
                  <a:pt x="37" y="45"/>
                  <a:pt x="37" y="45"/>
                </a:cubicBezTo>
                <a:cubicBezTo>
                  <a:pt x="38" y="44"/>
                  <a:pt x="39" y="45"/>
                  <a:pt x="39" y="45"/>
                </a:cubicBezTo>
                <a:cubicBezTo>
                  <a:pt x="40" y="47"/>
                  <a:pt x="40" y="47"/>
                  <a:pt x="40" y="47"/>
                </a:cubicBezTo>
                <a:close/>
                <a:moveTo>
                  <a:pt x="49" y="38"/>
                </a:moveTo>
                <a:cubicBezTo>
                  <a:pt x="49" y="38"/>
                  <a:pt x="49" y="38"/>
                  <a:pt x="49" y="38"/>
                </a:cubicBezTo>
                <a:cubicBezTo>
                  <a:pt x="50" y="38"/>
                  <a:pt x="50" y="39"/>
                  <a:pt x="49" y="39"/>
                </a:cubicBezTo>
                <a:cubicBezTo>
                  <a:pt x="49" y="40"/>
                  <a:pt x="48" y="40"/>
                  <a:pt x="48" y="40"/>
                </a:cubicBezTo>
                <a:cubicBezTo>
                  <a:pt x="46" y="38"/>
                  <a:pt x="46" y="38"/>
                  <a:pt x="46" y="38"/>
                </a:cubicBezTo>
                <a:cubicBezTo>
                  <a:pt x="45" y="38"/>
                  <a:pt x="45" y="37"/>
                  <a:pt x="45" y="37"/>
                </a:cubicBezTo>
                <a:cubicBezTo>
                  <a:pt x="46" y="36"/>
                  <a:pt x="46" y="36"/>
                  <a:pt x="47" y="36"/>
                </a:cubicBezTo>
                <a:cubicBezTo>
                  <a:pt x="49" y="38"/>
                  <a:pt x="49" y="38"/>
                  <a:pt x="49" y="38"/>
                </a:cubicBezTo>
                <a:close/>
                <a:moveTo>
                  <a:pt x="48" y="13"/>
                </a:moveTo>
                <a:cubicBezTo>
                  <a:pt x="48" y="13"/>
                  <a:pt x="48" y="13"/>
                  <a:pt x="48" y="13"/>
                </a:cubicBezTo>
                <a:cubicBezTo>
                  <a:pt x="48" y="12"/>
                  <a:pt x="49" y="12"/>
                  <a:pt x="49" y="13"/>
                </a:cubicBezTo>
                <a:cubicBezTo>
                  <a:pt x="50" y="14"/>
                  <a:pt x="50" y="14"/>
                  <a:pt x="49" y="15"/>
                </a:cubicBezTo>
                <a:cubicBezTo>
                  <a:pt x="47" y="16"/>
                  <a:pt x="47" y="16"/>
                  <a:pt x="47" y="16"/>
                </a:cubicBezTo>
                <a:cubicBezTo>
                  <a:pt x="46" y="16"/>
                  <a:pt x="46" y="16"/>
                  <a:pt x="45" y="15"/>
                </a:cubicBezTo>
                <a:cubicBezTo>
                  <a:pt x="45" y="15"/>
                  <a:pt x="45" y="14"/>
                  <a:pt x="46" y="14"/>
                </a:cubicBezTo>
                <a:cubicBezTo>
                  <a:pt x="48" y="13"/>
                  <a:pt x="48" y="13"/>
                  <a:pt x="48" y="13"/>
                </a:cubicBezTo>
                <a:close/>
                <a:moveTo>
                  <a:pt x="38" y="4"/>
                </a:moveTo>
                <a:cubicBezTo>
                  <a:pt x="38" y="4"/>
                  <a:pt x="38" y="4"/>
                  <a:pt x="38" y="4"/>
                </a:cubicBezTo>
                <a:cubicBezTo>
                  <a:pt x="39" y="3"/>
                  <a:pt x="39" y="3"/>
                  <a:pt x="40" y="3"/>
                </a:cubicBezTo>
                <a:cubicBezTo>
                  <a:pt x="40" y="4"/>
                  <a:pt x="41" y="4"/>
                  <a:pt x="40" y="5"/>
                </a:cubicBezTo>
                <a:cubicBezTo>
                  <a:pt x="39" y="7"/>
                  <a:pt x="39" y="7"/>
                  <a:pt x="39" y="7"/>
                </a:cubicBezTo>
                <a:cubicBezTo>
                  <a:pt x="39" y="8"/>
                  <a:pt x="38" y="8"/>
                  <a:pt x="37" y="8"/>
                </a:cubicBezTo>
                <a:cubicBezTo>
                  <a:pt x="37" y="7"/>
                  <a:pt x="37" y="7"/>
                  <a:pt x="37" y="6"/>
                </a:cubicBezTo>
                <a:cubicBezTo>
                  <a:pt x="38" y="4"/>
                  <a:pt x="38" y="4"/>
                  <a:pt x="38" y="4"/>
                </a:cubicBezTo>
                <a:close/>
                <a:moveTo>
                  <a:pt x="26" y="1"/>
                </a:moveTo>
                <a:cubicBezTo>
                  <a:pt x="26" y="1"/>
                  <a:pt x="26" y="1"/>
                  <a:pt x="26" y="1"/>
                </a:cubicBezTo>
                <a:cubicBezTo>
                  <a:pt x="26" y="0"/>
                  <a:pt x="26" y="0"/>
                  <a:pt x="27" y="0"/>
                </a:cubicBezTo>
                <a:cubicBezTo>
                  <a:pt x="27" y="0"/>
                  <a:pt x="28" y="0"/>
                  <a:pt x="28" y="1"/>
                </a:cubicBezTo>
                <a:cubicBezTo>
                  <a:pt x="28" y="4"/>
                  <a:pt x="28" y="4"/>
                  <a:pt x="28" y="4"/>
                </a:cubicBezTo>
                <a:cubicBezTo>
                  <a:pt x="28" y="4"/>
                  <a:pt x="28" y="4"/>
                  <a:pt x="28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6"/>
                  <a:pt x="27" y="6"/>
                  <a:pt x="27" y="6"/>
                </a:cubicBezTo>
                <a:cubicBezTo>
                  <a:pt x="26" y="6"/>
                  <a:pt x="26" y="6"/>
                  <a:pt x="26" y="5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1"/>
                  <a:pt x="26" y="1"/>
                  <a:pt x="26" y="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72" name="Freeform 306">
            <a:extLst>
              <a:ext uri="{FF2B5EF4-FFF2-40B4-BE49-F238E27FC236}">
                <a16:creationId xmlns:a16="http://schemas.microsoft.com/office/drawing/2014/main" id="{5DEE40E6-5C60-1571-E4B4-FA5E14393BF0}"/>
              </a:ext>
            </a:extLst>
          </p:cNvPr>
          <p:cNvSpPr>
            <a:spLocks noEditPoints="1"/>
          </p:cNvSpPr>
          <p:nvPr/>
        </p:nvSpPr>
        <p:spPr bwMode="auto">
          <a:xfrm>
            <a:off x="8789918" y="5677348"/>
            <a:ext cx="211667" cy="148167"/>
          </a:xfrm>
          <a:custGeom>
            <a:avLst/>
            <a:gdLst>
              <a:gd name="T0" fmla="*/ 127000 w 50"/>
              <a:gd name="T1" fmla="*/ 98425 h 35"/>
              <a:gd name="T2" fmla="*/ 146050 w 50"/>
              <a:gd name="T3" fmla="*/ 79375 h 35"/>
              <a:gd name="T4" fmla="*/ 130175 w 50"/>
              <a:gd name="T5" fmla="*/ 60325 h 35"/>
              <a:gd name="T6" fmla="*/ 111125 w 50"/>
              <a:gd name="T7" fmla="*/ 25400 h 35"/>
              <a:gd name="T8" fmla="*/ 60325 w 50"/>
              <a:gd name="T9" fmla="*/ 19050 h 35"/>
              <a:gd name="T10" fmla="*/ 38100 w 50"/>
              <a:gd name="T11" fmla="*/ 41275 h 35"/>
              <a:gd name="T12" fmla="*/ 9525 w 50"/>
              <a:gd name="T13" fmla="*/ 69850 h 35"/>
              <a:gd name="T14" fmla="*/ 19050 w 50"/>
              <a:gd name="T15" fmla="*/ 92075 h 35"/>
              <a:gd name="T16" fmla="*/ 41275 w 50"/>
              <a:gd name="T17" fmla="*/ 98425 h 35"/>
              <a:gd name="T18" fmla="*/ 41275 w 50"/>
              <a:gd name="T19" fmla="*/ 66675 h 35"/>
              <a:gd name="T20" fmla="*/ 41275 w 50"/>
              <a:gd name="T21" fmla="*/ 63500 h 35"/>
              <a:gd name="T22" fmla="*/ 53975 w 50"/>
              <a:gd name="T23" fmla="*/ 69850 h 35"/>
              <a:gd name="T24" fmla="*/ 57150 w 50"/>
              <a:gd name="T25" fmla="*/ 44450 h 35"/>
              <a:gd name="T26" fmla="*/ 60325 w 50"/>
              <a:gd name="T27" fmla="*/ 69850 h 35"/>
              <a:gd name="T28" fmla="*/ 73025 w 50"/>
              <a:gd name="T29" fmla="*/ 63500 h 35"/>
              <a:gd name="T30" fmla="*/ 60325 w 50"/>
              <a:gd name="T31" fmla="*/ 82550 h 35"/>
              <a:gd name="T32" fmla="*/ 60325 w 50"/>
              <a:gd name="T33" fmla="*/ 82550 h 35"/>
              <a:gd name="T34" fmla="*/ 60325 w 50"/>
              <a:gd name="T35" fmla="*/ 82550 h 35"/>
              <a:gd name="T36" fmla="*/ 60325 w 50"/>
              <a:gd name="T37" fmla="*/ 82550 h 35"/>
              <a:gd name="T38" fmla="*/ 53975 w 50"/>
              <a:gd name="T39" fmla="*/ 82550 h 35"/>
              <a:gd name="T40" fmla="*/ 53975 w 50"/>
              <a:gd name="T41" fmla="*/ 82550 h 35"/>
              <a:gd name="T42" fmla="*/ 53975 w 50"/>
              <a:gd name="T43" fmla="*/ 82550 h 35"/>
              <a:gd name="T44" fmla="*/ 53975 w 50"/>
              <a:gd name="T45" fmla="*/ 82550 h 35"/>
              <a:gd name="T46" fmla="*/ 82550 w 50"/>
              <a:gd name="T47" fmla="*/ 63500 h 35"/>
              <a:gd name="T48" fmla="*/ 79375 w 50"/>
              <a:gd name="T49" fmla="*/ 63500 h 35"/>
              <a:gd name="T50" fmla="*/ 92075 w 50"/>
              <a:gd name="T51" fmla="*/ 44450 h 35"/>
              <a:gd name="T52" fmla="*/ 92075 w 50"/>
              <a:gd name="T53" fmla="*/ 44450 h 35"/>
              <a:gd name="T54" fmla="*/ 92075 w 50"/>
              <a:gd name="T55" fmla="*/ 44450 h 35"/>
              <a:gd name="T56" fmla="*/ 92075 w 50"/>
              <a:gd name="T57" fmla="*/ 44450 h 35"/>
              <a:gd name="T58" fmla="*/ 95250 w 50"/>
              <a:gd name="T59" fmla="*/ 44450 h 35"/>
              <a:gd name="T60" fmla="*/ 95250 w 50"/>
              <a:gd name="T61" fmla="*/ 44450 h 35"/>
              <a:gd name="T62" fmla="*/ 98425 w 50"/>
              <a:gd name="T63" fmla="*/ 44450 h 35"/>
              <a:gd name="T64" fmla="*/ 98425 w 50"/>
              <a:gd name="T65" fmla="*/ 44450 h 35"/>
              <a:gd name="T66" fmla="*/ 111125 w 50"/>
              <a:gd name="T67" fmla="*/ 63500 h 35"/>
              <a:gd name="T68" fmla="*/ 98425 w 50"/>
              <a:gd name="T69" fmla="*/ 57150 h 35"/>
              <a:gd name="T70" fmla="*/ 95250 w 50"/>
              <a:gd name="T71" fmla="*/ 82550 h 35"/>
              <a:gd name="T72" fmla="*/ 92075 w 50"/>
              <a:gd name="T73" fmla="*/ 57150 h 35"/>
              <a:gd name="T74" fmla="*/ 149225 w 50"/>
              <a:gd name="T75" fmla="*/ 101600 h 35"/>
              <a:gd name="T76" fmla="*/ 127000 w 50"/>
              <a:gd name="T77" fmla="*/ 111125 h 35"/>
              <a:gd name="T78" fmla="*/ 41275 w 50"/>
              <a:gd name="T79" fmla="*/ 111125 h 35"/>
              <a:gd name="T80" fmla="*/ 9525 w 50"/>
              <a:gd name="T81" fmla="*/ 98425 h 35"/>
              <a:gd name="T82" fmla="*/ 9525 w 50"/>
              <a:gd name="T83" fmla="*/ 41275 h 35"/>
              <a:gd name="T84" fmla="*/ 50800 w 50"/>
              <a:gd name="T85" fmla="*/ 9525 h 35"/>
              <a:gd name="T86" fmla="*/ 120650 w 50"/>
              <a:gd name="T87" fmla="*/ 15875 h 35"/>
              <a:gd name="T88" fmla="*/ 149225 w 50"/>
              <a:gd name="T89" fmla="*/ 60325 h 35"/>
              <a:gd name="T90" fmla="*/ 149225 w 50"/>
              <a:gd name="T91" fmla="*/ 101600 h 35"/>
              <a:gd name="T92" fmla="*/ 149225 w 50"/>
              <a:gd name="T93" fmla="*/ 101600 h 35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35">
                <a:moveTo>
                  <a:pt x="40" y="31"/>
                </a:moveTo>
                <a:cubicBezTo>
                  <a:pt x="40" y="31"/>
                  <a:pt x="40" y="31"/>
                  <a:pt x="40" y="31"/>
                </a:cubicBezTo>
                <a:cubicBezTo>
                  <a:pt x="41" y="31"/>
                  <a:pt x="43" y="31"/>
                  <a:pt x="44" y="29"/>
                </a:cubicBezTo>
                <a:cubicBezTo>
                  <a:pt x="45" y="28"/>
                  <a:pt x="46" y="27"/>
                  <a:pt x="46" y="25"/>
                </a:cubicBezTo>
                <a:cubicBezTo>
                  <a:pt x="46" y="24"/>
                  <a:pt x="45" y="22"/>
                  <a:pt x="44" y="21"/>
                </a:cubicBezTo>
                <a:cubicBezTo>
                  <a:pt x="44" y="20"/>
                  <a:pt x="42" y="19"/>
                  <a:pt x="41" y="19"/>
                </a:cubicBezTo>
                <a:cubicBezTo>
                  <a:pt x="40" y="19"/>
                  <a:pt x="39" y="18"/>
                  <a:pt x="39" y="17"/>
                </a:cubicBezTo>
                <a:cubicBezTo>
                  <a:pt x="39" y="13"/>
                  <a:pt x="38" y="10"/>
                  <a:pt x="35" y="8"/>
                </a:cubicBezTo>
                <a:cubicBezTo>
                  <a:pt x="33" y="5"/>
                  <a:pt x="30" y="4"/>
                  <a:pt x="26" y="4"/>
                </a:cubicBezTo>
                <a:cubicBezTo>
                  <a:pt x="23" y="4"/>
                  <a:pt x="21" y="5"/>
                  <a:pt x="19" y="6"/>
                </a:cubicBezTo>
                <a:cubicBezTo>
                  <a:pt x="16" y="7"/>
                  <a:pt x="15" y="9"/>
                  <a:pt x="14" y="12"/>
                </a:cubicBezTo>
                <a:cubicBezTo>
                  <a:pt x="13" y="13"/>
                  <a:pt x="13" y="13"/>
                  <a:pt x="12" y="13"/>
                </a:cubicBezTo>
                <a:cubicBezTo>
                  <a:pt x="10" y="13"/>
                  <a:pt x="7" y="14"/>
                  <a:pt x="6" y="16"/>
                </a:cubicBezTo>
                <a:cubicBezTo>
                  <a:pt x="4" y="18"/>
                  <a:pt x="3" y="20"/>
                  <a:pt x="3" y="22"/>
                </a:cubicBezTo>
                <a:cubicBezTo>
                  <a:pt x="3" y="25"/>
                  <a:pt x="4" y="27"/>
                  <a:pt x="6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30"/>
                  <a:pt x="10" y="31"/>
                  <a:pt x="13" y="31"/>
                </a:cubicBezTo>
                <a:cubicBezTo>
                  <a:pt x="40" y="31"/>
                  <a:pt x="40" y="31"/>
                  <a:pt x="40" y="31"/>
                </a:cubicBezTo>
                <a:close/>
                <a:moveTo>
                  <a:pt x="13" y="21"/>
                </a:moveTo>
                <a:cubicBezTo>
                  <a:pt x="13" y="21"/>
                  <a:pt x="13" y="21"/>
                  <a:pt x="13" y="21"/>
                </a:cubicBezTo>
                <a:cubicBezTo>
                  <a:pt x="12" y="21"/>
                  <a:pt x="12" y="20"/>
                  <a:pt x="13" y="20"/>
                </a:cubicBezTo>
                <a:cubicBezTo>
                  <a:pt x="13" y="19"/>
                  <a:pt x="14" y="19"/>
                  <a:pt x="15" y="20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4"/>
                  <a:pt x="18" y="14"/>
                </a:cubicBezTo>
                <a:cubicBezTo>
                  <a:pt x="19" y="14"/>
                  <a:pt x="19" y="15"/>
                  <a:pt x="19" y="15"/>
                </a:cubicBezTo>
                <a:cubicBezTo>
                  <a:pt x="19" y="22"/>
                  <a:pt x="19" y="22"/>
                  <a:pt x="19" y="22"/>
                </a:cubicBezTo>
                <a:cubicBezTo>
                  <a:pt x="21" y="20"/>
                  <a:pt x="21" y="20"/>
                  <a:pt x="21" y="20"/>
                </a:cubicBezTo>
                <a:cubicBezTo>
                  <a:pt x="22" y="19"/>
                  <a:pt x="23" y="19"/>
                  <a:pt x="23" y="20"/>
                </a:cubicBezTo>
                <a:cubicBezTo>
                  <a:pt x="23" y="20"/>
                  <a:pt x="23" y="21"/>
                  <a:pt x="23" y="21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6"/>
                  <a:pt x="18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3" y="21"/>
                  <a:pt x="13" y="21"/>
                  <a:pt x="13" y="21"/>
                </a:cubicBezTo>
                <a:close/>
                <a:moveTo>
                  <a:pt x="26" y="20"/>
                </a:moveTo>
                <a:cubicBezTo>
                  <a:pt x="26" y="20"/>
                  <a:pt x="26" y="20"/>
                  <a:pt x="26" y="20"/>
                </a:cubicBezTo>
                <a:cubicBezTo>
                  <a:pt x="26" y="21"/>
                  <a:pt x="25" y="21"/>
                  <a:pt x="25" y="20"/>
                </a:cubicBezTo>
                <a:cubicBezTo>
                  <a:pt x="24" y="20"/>
                  <a:pt x="24" y="19"/>
                  <a:pt x="25" y="19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30" y="14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4"/>
                  <a:pt x="30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19"/>
                  <a:pt x="35" y="20"/>
                  <a:pt x="35" y="20"/>
                </a:cubicBezTo>
                <a:cubicBezTo>
                  <a:pt x="34" y="21"/>
                  <a:pt x="34" y="21"/>
                  <a:pt x="33" y="20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5"/>
                  <a:pt x="30" y="26"/>
                  <a:pt x="30" y="26"/>
                </a:cubicBezTo>
                <a:cubicBezTo>
                  <a:pt x="29" y="26"/>
                  <a:pt x="29" y="25"/>
                  <a:pt x="29" y="25"/>
                </a:cubicBezTo>
                <a:cubicBezTo>
                  <a:pt x="29" y="18"/>
                  <a:pt x="29" y="18"/>
                  <a:pt x="29" y="18"/>
                </a:cubicBezTo>
                <a:cubicBezTo>
                  <a:pt x="26" y="20"/>
                  <a:pt x="26" y="20"/>
                  <a:pt x="26" y="20"/>
                </a:cubicBezTo>
                <a:close/>
                <a:moveTo>
                  <a:pt x="47" y="32"/>
                </a:moveTo>
                <a:cubicBezTo>
                  <a:pt x="47" y="32"/>
                  <a:pt x="47" y="32"/>
                  <a:pt x="47" y="32"/>
                </a:cubicBezTo>
                <a:cubicBezTo>
                  <a:pt x="45" y="34"/>
                  <a:pt x="43" y="35"/>
                  <a:pt x="40" y="35"/>
                </a:cubicBezTo>
                <a:cubicBezTo>
                  <a:pt x="40" y="35"/>
                  <a:pt x="40" y="35"/>
                  <a:pt x="40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9" y="35"/>
                  <a:pt x="6" y="34"/>
                  <a:pt x="3" y="31"/>
                </a:cubicBezTo>
                <a:cubicBezTo>
                  <a:pt x="3" y="31"/>
                  <a:pt x="3" y="31"/>
                  <a:pt x="3" y="31"/>
                </a:cubicBezTo>
                <a:cubicBezTo>
                  <a:pt x="1" y="29"/>
                  <a:pt x="0" y="26"/>
                  <a:pt x="0" y="22"/>
                </a:cubicBezTo>
                <a:cubicBezTo>
                  <a:pt x="0" y="19"/>
                  <a:pt x="1" y="16"/>
                  <a:pt x="3" y="13"/>
                </a:cubicBezTo>
                <a:cubicBezTo>
                  <a:pt x="5" y="11"/>
                  <a:pt x="8" y="10"/>
                  <a:pt x="11" y="9"/>
                </a:cubicBezTo>
                <a:cubicBezTo>
                  <a:pt x="12" y="7"/>
                  <a:pt x="14" y="4"/>
                  <a:pt x="16" y="3"/>
                </a:cubicBezTo>
                <a:cubicBezTo>
                  <a:pt x="19" y="1"/>
                  <a:pt x="22" y="0"/>
                  <a:pt x="26" y="0"/>
                </a:cubicBezTo>
                <a:cubicBezTo>
                  <a:pt x="31" y="0"/>
                  <a:pt x="35" y="2"/>
                  <a:pt x="38" y="5"/>
                </a:cubicBezTo>
                <a:cubicBezTo>
                  <a:pt x="41" y="8"/>
                  <a:pt x="43" y="11"/>
                  <a:pt x="43" y="16"/>
                </a:cubicBezTo>
                <a:cubicBezTo>
                  <a:pt x="45" y="16"/>
                  <a:pt x="46" y="17"/>
                  <a:pt x="47" y="19"/>
                </a:cubicBezTo>
                <a:cubicBezTo>
                  <a:pt x="49" y="20"/>
                  <a:pt x="50" y="23"/>
                  <a:pt x="50" y="25"/>
                </a:cubicBezTo>
                <a:cubicBezTo>
                  <a:pt x="50" y="28"/>
                  <a:pt x="49" y="30"/>
                  <a:pt x="47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32"/>
                  <a:pt x="47" y="32"/>
                  <a:pt x="47" y="3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73" name="Freeform 307">
            <a:extLst>
              <a:ext uri="{FF2B5EF4-FFF2-40B4-BE49-F238E27FC236}">
                <a16:creationId xmlns:a16="http://schemas.microsoft.com/office/drawing/2014/main" id="{0F735E52-C72C-AFA9-312F-C22168AE66E1}"/>
              </a:ext>
            </a:extLst>
          </p:cNvPr>
          <p:cNvSpPr>
            <a:spLocks noEditPoints="1"/>
          </p:cNvSpPr>
          <p:nvPr/>
        </p:nvSpPr>
        <p:spPr bwMode="auto">
          <a:xfrm>
            <a:off x="6184301" y="5660414"/>
            <a:ext cx="215900" cy="186267"/>
          </a:xfrm>
          <a:custGeom>
            <a:avLst/>
            <a:gdLst>
              <a:gd name="T0" fmla="*/ 107950 w 51"/>
              <a:gd name="T1" fmla="*/ 44450 h 44"/>
              <a:gd name="T2" fmla="*/ 107950 w 51"/>
              <a:gd name="T3" fmla="*/ 44450 h 44"/>
              <a:gd name="T4" fmla="*/ 107950 w 51"/>
              <a:gd name="T5" fmla="*/ 41275 h 44"/>
              <a:gd name="T6" fmla="*/ 107950 w 51"/>
              <a:gd name="T7" fmla="*/ 41275 h 44"/>
              <a:gd name="T8" fmla="*/ 104775 w 51"/>
              <a:gd name="T9" fmla="*/ 41275 h 44"/>
              <a:gd name="T10" fmla="*/ 66675 w 51"/>
              <a:gd name="T11" fmla="*/ 73025 h 44"/>
              <a:gd name="T12" fmla="*/ 63500 w 51"/>
              <a:gd name="T13" fmla="*/ 76200 h 44"/>
              <a:gd name="T14" fmla="*/ 60325 w 51"/>
              <a:gd name="T15" fmla="*/ 95250 h 44"/>
              <a:gd name="T16" fmla="*/ 69850 w 51"/>
              <a:gd name="T17" fmla="*/ 104775 h 44"/>
              <a:gd name="T18" fmla="*/ 76200 w 51"/>
              <a:gd name="T19" fmla="*/ 107950 h 44"/>
              <a:gd name="T20" fmla="*/ 101600 w 51"/>
              <a:gd name="T21" fmla="*/ 92075 h 44"/>
              <a:gd name="T22" fmla="*/ 31750 w 51"/>
              <a:gd name="T23" fmla="*/ 127000 h 44"/>
              <a:gd name="T24" fmla="*/ 25400 w 51"/>
              <a:gd name="T25" fmla="*/ 136525 h 44"/>
              <a:gd name="T26" fmla="*/ 6350 w 51"/>
              <a:gd name="T27" fmla="*/ 47625 h 44"/>
              <a:gd name="T28" fmla="*/ 111125 w 51"/>
              <a:gd name="T29" fmla="*/ 6350 h 44"/>
              <a:gd name="T30" fmla="*/ 155575 w 51"/>
              <a:gd name="T31" fmla="*/ 47625 h 44"/>
              <a:gd name="T32" fmla="*/ 136525 w 51"/>
              <a:gd name="T33" fmla="*/ 136525 h 44"/>
              <a:gd name="T34" fmla="*/ 149225 w 51"/>
              <a:gd name="T35" fmla="*/ 79375 h 44"/>
              <a:gd name="T36" fmla="*/ 127000 w 51"/>
              <a:gd name="T37" fmla="*/ 31750 h 44"/>
              <a:gd name="T38" fmla="*/ 31750 w 51"/>
              <a:gd name="T39" fmla="*/ 31750 h 44"/>
              <a:gd name="T40" fmla="*/ 19050 w 51"/>
              <a:gd name="T41" fmla="*/ 104775 h 44"/>
              <a:gd name="T42" fmla="*/ 88900 w 51"/>
              <a:gd name="T43" fmla="*/ 76200 h 44"/>
              <a:gd name="T44" fmla="*/ 92075 w 51"/>
              <a:gd name="T45" fmla="*/ 95250 h 44"/>
              <a:gd name="T46" fmla="*/ 69850 w 51"/>
              <a:gd name="T47" fmla="*/ 92075 h 44"/>
              <a:gd name="T48" fmla="*/ 76200 w 51"/>
              <a:gd name="T49" fmla="*/ 76200 h 44"/>
              <a:gd name="T50" fmla="*/ 85725 w 51"/>
              <a:gd name="T51" fmla="*/ 85725 h 44"/>
              <a:gd name="T52" fmla="*/ 79375 w 51"/>
              <a:gd name="T53" fmla="*/ 82550 h 44"/>
              <a:gd name="T54" fmla="*/ 76200 w 51"/>
              <a:gd name="T55" fmla="*/ 88900 h 44"/>
              <a:gd name="T56" fmla="*/ 82550 w 51"/>
              <a:gd name="T57" fmla="*/ 95250 h 44"/>
              <a:gd name="T58" fmla="*/ 85725 w 51"/>
              <a:gd name="T59" fmla="*/ 85725 h 44"/>
              <a:gd name="T60" fmla="*/ 107950 w 51"/>
              <a:gd name="T61" fmla="*/ 92075 h 44"/>
              <a:gd name="T62" fmla="*/ 101600 w 51"/>
              <a:gd name="T63" fmla="*/ 107950 h 44"/>
              <a:gd name="T64" fmla="*/ 69850 w 51"/>
              <a:gd name="T65" fmla="*/ 114300 h 44"/>
              <a:gd name="T66" fmla="*/ 53975 w 51"/>
              <a:gd name="T67" fmla="*/ 98425 h 44"/>
              <a:gd name="T68" fmla="*/ 57150 w 51"/>
              <a:gd name="T69" fmla="*/ 73025 h 44"/>
              <a:gd name="T70" fmla="*/ 63500 w 51"/>
              <a:gd name="T71" fmla="*/ 66675 h 44"/>
              <a:gd name="T72" fmla="*/ 101600 w 51"/>
              <a:gd name="T73" fmla="*/ 38100 h 44"/>
              <a:gd name="T74" fmla="*/ 101600 w 51"/>
              <a:gd name="T75" fmla="*/ 34925 h 44"/>
              <a:gd name="T76" fmla="*/ 104775 w 51"/>
              <a:gd name="T77" fmla="*/ 34925 h 44"/>
              <a:gd name="T78" fmla="*/ 107950 w 51"/>
              <a:gd name="T79" fmla="*/ 34925 h 44"/>
              <a:gd name="T80" fmla="*/ 111125 w 51"/>
              <a:gd name="T81" fmla="*/ 34925 h 44"/>
              <a:gd name="T82" fmla="*/ 114300 w 51"/>
              <a:gd name="T83" fmla="*/ 38100 h 44"/>
              <a:gd name="T84" fmla="*/ 114300 w 51"/>
              <a:gd name="T85" fmla="*/ 41275 h 44"/>
              <a:gd name="T86" fmla="*/ 117475 w 51"/>
              <a:gd name="T87" fmla="*/ 41275 h 44"/>
              <a:gd name="T88" fmla="*/ 117475 w 51"/>
              <a:gd name="T89" fmla="*/ 44450 h 4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1" h="44">
                <a:moveTo>
                  <a:pt x="32" y="29"/>
                </a:moveTo>
                <a:cubicBezTo>
                  <a:pt x="32" y="29"/>
                  <a:pt x="32" y="29"/>
                  <a:pt x="32" y="29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4"/>
                </a:cubicBezTo>
                <a:cubicBezTo>
                  <a:pt x="21" y="24"/>
                  <a:pt x="20" y="24"/>
                  <a:pt x="20" y="24"/>
                </a:cubicBezTo>
                <a:cubicBezTo>
                  <a:pt x="20" y="24"/>
                  <a:pt x="20" y="24"/>
                  <a:pt x="20" y="25"/>
                </a:cubicBezTo>
                <a:cubicBezTo>
                  <a:pt x="19" y="26"/>
                  <a:pt x="19" y="28"/>
                  <a:pt x="19" y="30"/>
                </a:cubicBezTo>
                <a:cubicBezTo>
                  <a:pt x="19" y="30"/>
                  <a:pt x="19" y="30"/>
                  <a:pt x="19" y="30"/>
                </a:cubicBezTo>
                <a:cubicBezTo>
                  <a:pt x="20" y="30"/>
                  <a:pt x="20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2"/>
                  <a:pt x="21" y="33"/>
                  <a:pt x="22" y="33"/>
                </a:cubicBezTo>
                <a:cubicBezTo>
                  <a:pt x="22" y="33"/>
                  <a:pt x="22" y="34"/>
                  <a:pt x="22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23" y="34"/>
                  <a:pt x="23" y="34"/>
                  <a:pt x="24" y="34"/>
                </a:cubicBezTo>
                <a:cubicBezTo>
                  <a:pt x="26" y="35"/>
                  <a:pt x="29" y="34"/>
                  <a:pt x="31" y="32"/>
                </a:cubicBezTo>
                <a:cubicBezTo>
                  <a:pt x="31" y="31"/>
                  <a:pt x="32" y="30"/>
                  <a:pt x="32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29"/>
                  <a:pt x="32" y="29"/>
                  <a:pt x="32" y="29"/>
                </a:cubicBezTo>
                <a:close/>
                <a:moveTo>
                  <a:pt x="10" y="40"/>
                </a:moveTo>
                <a:cubicBezTo>
                  <a:pt x="10" y="40"/>
                  <a:pt x="10" y="40"/>
                  <a:pt x="10" y="40"/>
                </a:cubicBezTo>
                <a:cubicBezTo>
                  <a:pt x="11" y="41"/>
                  <a:pt x="11" y="42"/>
                  <a:pt x="10" y="43"/>
                </a:cubicBezTo>
                <a:cubicBezTo>
                  <a:pt x="10" y="43"/>
                  <a:pt x="9" y="43"/>
                  <a:pt x="8" y="43"/>
                </a:cubicBezTo>
                <a:cubicBezTo>
                  <a:pt x="5" y="40"/>
                  <a:pt x="4" y="38"/>
                  <a:pt x="2" y="35"/>
                </a:cubicBezTo>
                <a:cubicBezTo>
                  <a:pt x="1" y="32"/>
                  <a:pt x="0" y="28"/>
                  <a:pt x="0" y="25"/>
                </a:cubicBezTo>
                <a:cubicBezTo>
                  <a:pt x="0" y="22"/>
                  <a:pt x="1" y="18"/>
                  <a:pt x="2" y="15"/>
                </a:cubicBezTo>
                <a:cubicBezTo>
                  <a:pt x="4" y="12"/>
                  <a:pt x="5" y="10"/>
                  <a:pt x="8" y="7"/>
                </a:cubicBezTo>
                <a:cubicBezTo>
                  <a:pt x="12" y="3"/>
                  <a:pt x="19" y="0"/>
                  <a:pt x="25" y="0"/>
                </a:cubicBezTo>
                <a:cubicBezTo>
                  <a:pt x="29" y="0"/>
                  <a:pt x="32" y="1"/>
                  <a:pt x="35" y="2"/>
                </a:cubicBezTo>
                <a:cubicBezTo>
                  <a:pt x="38" y="3"/>
                  <a:pt x="41" y="5"/>
                  <a:pt x="43" y="7"/>
                </a:cubicBezTo>
                <a:cubicBezTo>
                  <a:pt x="46" y="10"/>
                  <a:pt x="47" y="12"/>
                  <a:pt x="49" y="15"/>
                </a:cubicBezTo>
                <a:cubicBezTo>
                  <a:pt x="49" y="15"/>
                  <a:pt x="49" y="15"/>
                  <a:pt x="49" y="15"/>
                </a:cubicBezTo>
                <a:cubicBezTo>
                  <a:pt x="50" y="18"/>
                  <a:pt x="51" y="22"/>
                  <a:pt x="51" y="25"/>
                </a:cubicBezTo>
                <a:cubicBezTo>
                  <a:pt x="51" y="28"/>
                  <a:pt x="50" y="32"/>
                  <a:pt x="49" y="35"/>
                </a:cubicBezTo>
                <a:cubicBezTo>
                  <a:pt x="47" y="38"/>
                  <a:pt x="46" y="40"/>
                  <a:pt x="43" y="43"/>
                </a:cubicBezTo>
                <a:cubicBezTo>
                  <a:pt x="41" y="44"/>
                  <a:pt x="39" y="42"/>
                  <a:pt x="40" y="40"/>
                </a:cubicBezTo>
                <a:cubicBezTo>
                  <a:pt x="42" y="38"/>
                  <a:pt x="44" y="36"/>
                  <a:pt x="45" y="33"/>
                </a:cubicBezTo>
                <a:cubicBezTo>
                  <a:pt x="46" y="31"/>
                  <a:pt x="47" y="28"/>
                  <a:pt x="47" y="25"/>
                </a:cubicBezTo>
                <a:cubicBezTo>
                  <a:pt x="47" y="22"/>
                  <a:pt x="46" y="19"/>
                  <a:pt x="45" y="17"/>
                </a:cubicBezTo>
                <a:cubicBezTo>
                  <a:pt x="45" y="17"/>
                  <a:pt x="45" y="17"/>
                  <a:pt x="45" y="17"/>
                </a:cubicBezTo>
                <a:cubicBezTo>
                  <a:pt x="44" y="14"/>
                  <a:pt x="42" y="12"/>
                  <a:pt x="40" y="10"/>
                </a:cubicBezTo>
                <a:cubicBezTo>
                  <a:pt x="39" y="8"/>
                  <a:pt x="36" y="6"/>
                  <a:pt x="34" y="5"/>
                </a:cubicBezTo>
                <a:cubicBezTo>
                  <a:pt x="31" y="4"/>
                  <a:pt x="28" y="4"/>
                  <a:pt x="25" y="4"/>
                </a:cubicBezTo>
                <a:cubicBezTo>
                  <a:pt x="20" y="4"/>
                  <a:pt x="14" y="6"/>
                  <a:pt x="10" y="10"/>
                </a:cubicBezTo>
                <a:cubicBezTo>
                  <a:pt x="9" y="12"/>
                  <a:pt x="7" y="14"/>
                  <a:pt x="6" y="17"/>
                </a:cubicBezTo>
                <a:cubicBezTo>
                  <a:pt x="5" y="19"/>
                  <a:pt x="4" y="22"/>
                  <a:pt x="4" y="25"/>
                </a:cubicBezTo>
                <a:cubicBezTo>
                  <a:pt x="4" y="28"/>
                  <a:pt x="5" y="31"/>
                  <a:pt x="6" y="33"/>
                </a:cubicBezTo>
                <a:cubicBezTo>
                  <a:pt x="7" y="36"/>
                  <a:pt x="9" y="38"/>
                  <a:pt x="10" y="40"/>
                </a:cubicBezTo>
                <a:close/>
                <a:moveTo>
                  <a:pt x="28" y="24"/>
                </a:moveTo>
                <a:cubicBezTo>
                  <a:pt x="28" y="24"/>
                  <a:pt x="28" y="24"/>
                  <a:pt x="28" y="24"/>
                </a:cubicBezTo>
                <a:cubicBezTo>
                  <a:pt x="29" y="25"/>
                  <a:pt x="29" y="26"/>
                  <a:pt x="30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30" y="28"/>
                  <a:pt x="30" y="29"/>
                  <a:pt x="29" y="30"/>
                </a:cubicBezTo>
                <a:cubicBezTo>
                  <a:pt x="29" y="31"/>
                  <a:pt x="28" y="32"/>
                  <a:pt x="27" y="32"/>
                </a:cubicBezTo>
                <a:cubicBezTo>
                  <a:pt x="26" y="32"/>
                  <a:pt x="24" y="32"/>
                  <a:pt x="23" y="32"/>
                </a:cubicBezTo>
                <a:cubicBezTo>
                  <a:pt x="22" y="31"/>
                  <a:pt x="22" y="30"/>
                  <a:pt x="22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21" y="28"/>
                  <a:pt x="21" y="27"/>
                  <a:pt x="22" y="26"/>
                </a:cubicBezTo>
                <a:cubicBezTo>
                  <a:pt x="23" y="25"/>
                  <a:pt x="23" y="24"/>
                  <a:pt x="24" y="24"/>
                </a:cubicBezTo>
                <a:cubicBezTo>
                  <a:pt x="25" y="24"/>
                  <a:pt x="25" y="24"/>
                  <a:pt x="25" y="24"/>
                </a:cubicBezTo>
                <a:cubicBezTo>
                  <a:pt x="26" y="24"/>
                  <a:pt x="27" y="24"/>
                  <a:pt x="28" y="24"/>
                </a:cubicBezTo>
                <a:close/>
                <a:moveTo>
                  <a:pt x="27" y="27"/>
                </a:move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6"/>
                </a:cubicBezTo>
                <a:cubicBezTo>
                  <a:pt x="26" y="26"/>
                  <a:pt x="26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4" y="27"/>
                  <a:pt x="24" y="27"/>
                </a:cubicBezTo>
                <a:cubicBezTo>
                  <a:pt x="24" y="27"/>
                  <a:pt x="24" y="28"/>
                  <a:pt x="24" y="28"/>
                </a:cubicBezTo>
                <a:cubicBezTo>
                  <a:pt x="24" y="29"/>
                  <a:pt x="24" y="29"/>
                  <a:pt x="25" y="30"/>
                </a:cubicBezTo>
                <a:cubicBezTo>
                  <a:pt x="25" y="30"/>
                  <a:pt x="26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7" y="30"/>
                  <a:pt x="27" y="29"/>
                  <a:pt x="27" y="29"/>
                </a:cubicBezTo>
                <a:cubicBezTo>
                  <a:pt x="28" y="28"/>
                  <a:pt x="28" y="28"/>
                  <a:pt x="27" y="27"/>
                </a:cubicBezTo>
                <a:cubicBezTo>
                  <a:pt x="27" y="27"/>
                  <a:pt x="27" y="27"/>
                  <a:pt x="27" y="27"/>
                </a:cubicBezTo>
                <a:close/>
                <a:moveTo>
                  <a:pt x="37" y="14"/>
                </a:moveTo>
                <a:cubicBezTo>
                  <a:pt x="37" y="14"/>
                  <a:pt x="37" y="14"/>
                  <a:pt x="37" y="14"/>
                </a:cubicBezTo>
                <a:cubicBezTo>
                  <a:pt x="34" y="29"/>
                  <a:pt x="34" y="29"/>
                  <a:pt x="34" y="29"/>
                </a:cubicBezTo>
                <a:cubicBezTo>
                  <a:pt x="34" y="30"/>
                  <a:pt x="34" y="31"/>
                  <a:pt x="33" y="32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2" y="34"/>
                  <a:pt x="32" y="34"/>
                </a:cubicBezTo>
                <a:cubicBezTo>
                  <a:pt x="30" y="36"/>
                  <a:pt x="27" y="37"/>
                  <a:pt x="24" y="37"/>
                </a:cubicBezTo>
                <a:cubicBezTo>
                  <a:pt x="23" y="37"/>
                  <a:pt x="23" y="36"/>
                  <a:pt x="23" y="36"/>
                </a:cubicBezTo>
                <a:cubicBezTo>
                  <a:pt x="23" y="36"/>
                  <a:pt x="22" y="36"/>
                  <a:pt x="22" y="36"/>
                </a:cubicBezTo>
                <a:cubicBezTo>
                  <a:pt x="22" y="36"/>
                  <a:pt x="21" y="36"/>
                  <a:pt x="21" y="36"/>
                </a:cubicBezTo>
                <a:cubicBezTo>
                  <a:pt x="21" y="36"/>
                  <a:pt x="21" y="35"/>
                  <a:pt x="20" y="35"/>
                </a:cubicBezTo>
                <a:cubicBezTo>
                  <a:pt x="19" y="34"/>
                  <a:pt x="18" y="33"/>
                  <a:pt x="17" y="31"/>
                </a:cubicBezTo>
                <a:cubicBezTo>
                  <a:pt x="17" y="31"/>
                  <a:pt x="17" y="31"/>
                  <a:pt x="17" y="30"/>
                </a:cubicBezTo>
                <a:cubicBezTo>
                  <a:pt x="17" y="30"/>
                  <a:pt x="17" y="30"/>
                  <a:pt x="17" y="29"/>
                </a:cubicBezTo>
                <a:cubicBezTo>
                  <a:pt x="16" y="27"/>
                  <a:pt x="17" y="25"/>
                  <a:pt x="18" y="23"/>
                </a:cubicBezTo>
                <a:cubicBezTo>
                  <a:pt x="19" y="23"/>
                  <a:pt x="19" y="22"/>
                  <a:pt x="19" y="22"/>
                </a:cubicBezTo>
                <a:cubicBezTo>
                  <a:pt x="19" y="22"/>
                  <a:pt x="19" y="22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74" name="Freeform 308">
            <a:extLst>
              <a:ext uri="{FF2B5EF4-FFF2-40B4-BE49-F238E27FC236}">
                <a16:creationId xmlns:a16="http://schemas.microsoft.com/office/drawing/2014/main" id="{09B0BCD4-0A53-5025-6981-8B9EF2B07F96}"/>
              </a:ext>
            </a:extLst>
          </p:cNvPr>
          <p:cNvSpPr>
            <a:spLocks noEditPoints="1"/>
          </p:cNvSpPr>
          <p:nvPr/>
        </p:nvSpPr>
        <p:spPr bwMode="auto">
          <a:xfrm>
            <a:off x="930734" y="5656181"/>
            <a:ext cx="196851" cy="194733"/>
          </a:xfrm>
          <a:custGeom>
            <a:avLst/>
            <a:gdLst>
              <a:gd name="T0" fmla="*/ 28886 w 46"/>
              <a:gd name="T1" fmla="*/ 53975 h 46"/>
              <a:gd name="T2" fmla="*/ 28886 w 46"/>
              <a:gd name="T3" fmla="*/ 41275 h 46"/>
              <a:gd name="T4" fmla="*/ 35305 w 46"/>
              <a:gd name="T5" fmla="*/ 34925 h 46"/>
              <a:gd name="T6" fmla="*/ 41724 w 46"/>
              <a:gd name="T7" fmla="*/ 28575 h 46"/>
              <a:gd name="T8" fmla="*/ 54562 w 46"/>
              <a:gd name="T9" fmla="*/ 28575 h 46"/>
              <a:gd name="T10" fmla="*/ 44933 w 46"/>
              <a:gd name="T11" fmla="*/ 34925 h 46"/>
              <a:gd name="T12" fmla="*/ 35305 w 46"/>
              <a:gd name="T13" fmla="*/ 44450 h 46"/>
              <a:gd name="T14" fmla="*/ 118752 w 46"/>
              <a:gd name="T15" fmla="*/ 107950 h 46"/>
              <a:gd name="T16" fmla="*/ 144428 w 46"/>
              <a:gd name="T17" fmla="*/ 133350 h 46"/>
              <a:gd name="T18" fmla="*/ 134800 w 46"/>
              <a:gd name="T19" fmla="*/ 142875 h 46"/>
              <a:gd name="T20" fmla="*/ 93076 w 46"/>
              <a:gd name="T21" fmla="*/ 127000 h 46"/>
              <a:gd name="T22" fmla="*/ 41724 w 46"/>
              <a:gd name="T23" fmla="*/ 127000 h 46"/>
              <a:gd name="T24" fmla="*/ 19257 w 46"/>
              <a:gd name="T25" fmla="*/ 111125 h 46"/>
              <a:gd name="T26" fmla="*/ 3210 w 46"/>
              <a:gd name="T27" fmla="*/ 92075 h 46"/>
              <a:gd name="T28" fmla="*/ 0 w 46"/>
              <a:gd name="T29" fmla="*/ 66675 h 46"/>
              <a:gd name="T30" fmla="*/ 19257 w 46"/>
              <a:gd name="T31" fmla="*/ 19050 h 46"/>
              <a:gd name="T32" fmla="*/ 93076 w 46"/>
              <a:gd name="T33" fmla="*/ 3175 h 46"/>
              <a:gd name="T34" fmla="*/ 115543 w 46"/>
              <a:gd name="T35" fmla="*/ 19050 h 46"/>
              <a:gd name="T36" fmla="*/ 128381 w 46"/>
              <a:gd name="T37" fmla="*/ 38100 h 46"/>
              <a:gd name="T38" fmla="*/ 134800 w 46"/>
              <a:gd name="T39" fmla="*/ 66675 h 46"/>
              <a:gd name="T40" fmla="*/ 118752 w 46"/>
              <a:gd name="T41" fmla="*/ 107950 h 46"/>
              <a:gd name="T42" fmla="*/ 86657 w 46"/>
              <a:gd name="T43" fmla="*/ 15875 h 46"/>
              <a:gd name="T44" fmla="*/ 28886 w 46"/>
              <a:gd name="T45" fmla="*/ 25400 h 46"/>
              <a:gd name="T46" fmla="*/ 12838 w 46"/>
              <a:gd name="T47" fmla="*/ 66675 h 46"/>
              <a:gd name="T48" fmla="*/ 16048 w 46"/>
              <a:gd name="T49" fmla="*/ 85725 h 46"/>
              <a:gd name="T50" fmla="*/ 28886 w 46"/>
              <a:gd name="T51" fmla="*/ 104775 h 46"/>
              <a:gd name="T52" fmla="*/ 44933 w 46"/>
              <a:gd name="T53" fmla="*/ 114300 h 46"/>
              <a:gd name="T54" fmla="*/ 67400 w 46"/>
              <a:gd name="T55" fmla="*/ 120650 h 46"/>
              <a:gd name="T56" fmla="*/ 105914 w 46"/>
              <a:gd name="T57" fmla="*/ 104775 h 46"/>
              <a:gd name="T58" fmla="*/ 105914 w 46"/>
              <a:gd name="T59" fmla="*/ 104775 h 46"/>
              <a:gd name="T60" fmla="*/ 121962 w 46"/>
              <a:gd name="T61" fmla="*/ 66675 h 46"/>
              <a:gd name="T62" fmla="*/ 118752 w 46"/>
              <a:gd name="T63" fmla="*/ 44450 h 46"/>
              <a:gd name="T64" fmla="*/ 105914 w 46"/>
              <a:gd name="T65" fmla="*/ 25400 h 46"/>
              <a:gd name="T66" fmla="*/ 102705 w 46"/>
              <a:gd name="T67" fmla="*/ 66675 h 46"/>
              <a:gd name="T68" fmla="*/ 105914 w 46"/>
              <a:gd name="T69" fmla="*/ 60325 h 46"/>
              <a:gd name="T70" fmla="*/ 105914 w 46"/>
              <a:gd name="T71" fmla="*/ 82550 h 46"/>
              <a:gd name="T72" fmla="*/ 96286 w 46"/>
              <a:gd name="T73" fmla="*/ 95250 h 46"/>
              <a:gd name="T74" fmla="*/ 67400 w 46"/>
              <a:gd name="T75" fmla="*/ 107950 h 46"/>
              <a:gd name="T76" fmla="*/ 67400 w 46"/>
              <a:gd name="T77" fmla="*/ 101600 h 46"/>
              <a:gd name="T78" fmla="*/ 93076 w 46"/>
              <a:gd name="T79" fmla="*/ 92075 h 46"/>
              <a:gd name="T80" fmla="*/ 99495 w 46"/>
              <a:gd name="T81" fmla="*/ 79375 h 4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6" h="46">
                <a:moveTo>
                  <a:pt x="10" y="16"/>
                </a:moveTo>
                <a:cubicBezTo>
                  <a:pt x="10" y="17"/>
                  <a:pt x="9" y="17"/>
                  <a:pt x="9" y="17"/>
                </a:cubicBezTo>
                <a:cubicBezTo>
                  <a:pt x="8" y="16"/>
                  <a:pt x="8" y="16"/>
                  <a:pt x="8" y="15"/>
                </a:cubicBezTo>
                <a:cubicBezTo>
                  <a:pt x="8" y="14"/>
                  <a:pt x="9" y="14"/>
                  <a:pt x="9" y="13"/>
                </a:cubicBezTo>
                <a:cubicBezTo>
                  <a:pt x="10" y="12"/>
                  <a:pt x="10" y="12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0"/>
                  <a:pt x="12" y="10"/>
                  <a:pt x="13" y="9"/>
                </a:cubicBezTo>
                <a:cubicBezTo>
                  <a:pt x="14" y="9"/>
                  <a:pt x="15" y="8"/>
                  <a:pt x="15" y="8"/>
                </a:cubicBezTo>
                <a:cubicBezTo>
                  <a:pt x="16" y="8"/>
                  <a:pt x="17" y="8"/>
                  <a:pt x="17" y="9"/>
                </a:cubicBezTo>
                <a:cubicBezTo>
                  <a:pt x="17" y="9"/>
                  <a:pt x="17" y="10"/>
                  <a:pt x="16" y="10"/>
                </a:cubicBezTo>
                <a:cubicBezTo>
                  <a:pt x="16" y="10"/>
                  <a:pt x="15" y="11"/>
                  <a:pt x="14" y="11"/>
                </a:cubicBezTo>
                <a:cubicBezTo>
                  <a:pt x="14" y="12"/>
                  <a:pt x="13" y="12"/>
                  <a:pt x="13" y="13"/>
                </a:cubicBezTo>
                <a:cubicBezTo>
                  <a:pt x="12" y="13"/>
                  <a:pt x="12" y="14"/>
                  <a:pt x="11" y="14"/>
                </a:cubicBezTo>
                <a:cubicBezTo>
                  <a:pt x="11" y="15"/>
                  <a:pt x="11" y="15"/>
                  <a:pt x="10" y="16"/>
                </a:cubicBezTo>
                <a:close/>
                <a:moveTo>
                  <a:pt x="37" y="34"/>
                </a:moveTo>
                <a:cubicBezTo>
                  <a:pt x="37" y="34"/>
                  <a:pt x="37" y="34"/>
                  <a:pt x="37" y="34"/>
                </a:cubicBezTo>
                <a:cubicBezTo>
                  <a:pt x="45" y="42"/>
                  <a:pt x="45" y="42"/>
                  <a:pt x="45" y="42"/>
                </a:cubicBezTo>
                <a:cubicBezTo>
                  <a:pt x="46" y="43"/>
                  <a:pt x="46" y="44"/>
                  <a:pt x="45" y="45"/>
                </a:cubicBezTo>
                <a:cubicBezTo>
                  <a:pt x="44" y="46"/>
                  <a:pt x="43" y="46"/>
                  <a:pt x="42" y="45"/>
                </a:cubicBezTo>
                <a:cubicBezTo>
                  <a:pt x="34" y="37"/>
                  <a:pt x="34" y="37"/>
                  <a:pt x="34" y="37"/>
                </a:cubicBezTo>
                <a:cubicBezTo>
                  <a:pt x="33" y="38"/>
                  <a:pt x="31" y="39"/>
                  <a:pt x="29" y="40"/>
                </a:cubicBezTo>
                <a:cubicBezTo>
                  <a:pt x="26" y="41"/>
                  <a:pt x="24" y="42"/>
                  <a:pt x="21" y="42"/>
                </a:cubicBezTo>
                <a:cubicBezTo>
                  <a:pt x="18" y="42"/>
                  <a:pt x="15" y="41"/>
                  <a:pt x="13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0" y="39"/>
                  <a:pt x="8" y="37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4" y="33"/>
                  <a:pt x="2" y="31"/>
                  <a:pt x="1" y="29"/>
                </a:cubicBezTo>
                <a:cubicBezTo>
                  <a:pt x="1" y="28"/>
                  <a:pt x="1" y="28"/>
                  <a:pt x="1" y="28"/>
                </a:cubicBezTo>
                <a:cubicBezTo>
                  <a:pt x="0" y="26"/>
                  <a:pt x="0" y="23"/>
                  <a:pt x="0" y="21"/>
                </a:cubicBezTo>
                <a:cubicBezTo>
                  <a:pt x="0" y="18"/>
                  <a:pt x="0" y="15"/>
                  <a:pt x="1" y="12"/>
                </a:cubicBezTo>
                <a:cubicBezTo>
                  <a:pt x="2" y="10"/>
                  <a:pt x="4" y="8"/>
                  <a:pt x="6" y="6"/>
                </a:cubicBezTo>
                <a:cubicBezTo>
                  <a:pt x="10" y="2"/>
                  <a:pt x="15" y="0"/>
                  <a:pt x="21" y="0"/>
                </a:cubicBezTo>
                <a:cubicBezTo>
                  <a:pt x="24" y="0"/>
                  <a:pt x="26" y="0"/>
                  <a:pt x="29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31" y="2"/>
                  <a:pt x="34" y="4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8" y="8"/>
                  <a:pt x="39" y="10"/>
                  <a:pt x="40" y="12"/>
                </a:cubicBezTo>
                <a:cubicBezTo>
                  <a:pt x="40" y="13"/>
                  <a:pt x="40" y="13"/>
                  <a:pt x="40" y="13"/>
                </a:cubicBezTo>
                <a:cubicBezTo>
                  <a:pt x="41" y="15"/>
                  <a:pt x="42" y="18"/>
                  <a:pt x="42" y="21"/>
                </a:cubicBezTo>
                <a:cubicBezTo>
                  <a:pt x="42" y="23"/>
                  <a:pt x="41" y="26"/>
                  <a:pt x="40" y="29"/>
                </a:cubicBezTo>
                <a:cubicBezTo>
                  <a:pt x="39" y="31"/>
                  <a:pt x="38" y="32"/>
                  <a:pt x="37" y="34"/>
                </a:cubicBezTo>
                <a:close/>
                <a:moveTo>
                  <a:pt x="27" y="5"/>
                </a:moveTo>
                <a:cubicBezTo>
                  <a:pt x="27" y="5"/>
                  <a:pt x="27" y="5"/>
                  <a:pt x="27" y="5"/>
                </a:cubicBezTo>
                <a:cubicBezTo>
                  <a:pt x="25" y="4"/>
                  <a:pt x="23" y="3"/>
                  <a:pt x="21" y="3"/>
                </a:cubicBezTo>
                <a:cubicBezTo>
                  <a:pt x="16" y="3"/>
                  <a:pt x="12" y="5"/>
                  <a:pt x="9" y="8"/>
                </a:cubicBezTo>
                <a:cubicBezTo>
                  <a:pt x="7" y="10"/>
                  <a:pt x="6" y="12"/>
                  <a:pt x="5" y="14"/>
                </a:cubicBezTo>
                <a:cubicBezTo>
                  <a:pt x="4" y="16"/>
                  <a:pt x="4" y="18"/>
                  <a:pt x="4" y="21"/>
                </a:cubicBezTo>
                <a:cubicBezTo>
                  <a:pt x="4" y="23"/>
                  <a:pt x="4" y="25"/>
                  <a:pt x="5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6" y="29"/>
                  <a:pt x="7" y="31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10" y="34"/>
                  <a:pt x="12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6" y="37"/>
                  <a:pt x="18" y="38"/>
                  <a:pt x="21" y="38"/>
                </a:cubicBezTo>
                <a:cubicBezTo>
                  <a:pt x="23" y="38"/>
                  <a:pt x="25" y="37"/>
                  <a:pt x="27" y="36"/>
                </a:cubicBezTo>
                <a:cubicBezTo>
                  <a:pt x="29" y="36"/>
                  <a:pt x="31" y="34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4" y="31"/>
                  <a:pt x="36" y="29"/>
                  <a:pt x="37" y="27"/>
                </a:cubicBezTo>
                <a:cubicBezTo>
                  <a:pt x="37" y="25"/>
                  <a:pt x="38" y="23"/>
                  <a:pt x="38" y="21"/>
                </a:cubicBezTo>
                <a:cubicBezTo>
                  <a:pt x="38" y="18"/>
                  <a:pt x="37" y="16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6" y="12"/>
                  <a:pt x="34" y="10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1" y="7"/>
                  <a:pt x="29" y="6"/>
                  <a:pt x="27" y="5"/>
                </a:cubicBezTo>
                <a:close/>
                <a:moveTo>
                  <a:pt x="32" y="21"/>
                </a:move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2" y="19"/>
                  <a:pt x="33" y="19"/>
                </a:cubicBezTo>
                <a:cubicBezTo>
                  <a:pt x="34" y="19"/>
                  <a:pt x="34" y="20"/>
                  <a:pt x="34" y="21"/>
                </a:cubicBezTo>
                <a:cubicBezTo>
                  <a:pt x="34" y="22"/>
                  <a:pt x="34" y="24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7"/>
                  <a:pt x="32" y="29"/>
                  <a:pt x="30" y="30"/>
                </a:cubicBezTo>
                <a:cubicBezTo>
                  <a:pt x="29" y="31"/>
                  <a:pt x="28" y="32"/>
                  <a:pt x="26" y="33"/>
                </a:cubicBezTo>
                <a:cubicBezTo>
                  <a:pt x="24" y="34"/>
                  <a:pt x="22" y="34"/>
                  <a:pt x="21" y="34"/>
                </a:cubicBezTo>
                <a:cubicBezTo>
                  <a:pt x="20" y="34"/>
                  <a:pt x="20" y="34"/>
                  <a:pt x="20" y="33"/>
                </a:cubicBezTo>
                <a:cubicBezTo>
                  <a:pt x="20" y="32"/>
                  <a:pt x="20" y="32"/>
                  <a:pt x="21" y="32"/>
                </a:cubicBezTo>
                <a:cubicBezTo>
                  <a:pt x="22" y="32"/>
                  <a:pt x="24" y="32"/>
                  <a:pt x="25" y="31"/>
                </a:cubicBezTo>
                <a:cubicBezTo>
                  <a:pt x="26" y="30"/>
                  <a:pt x="28" y="30"/>
                  <a:pt x="29" y="29"/>
                </a:cubicBezTo>
                <a:cubicBezTo>
                  <a:pt x="30" y="27"/>
                  <a:pt x="31" y="26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3"/>
                  <a:pt x="32" y="22"/>
                  <a:pt x="32" y="2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75" name="Freeform 309">
            <a:extLst>
              <a:ext uri="{FF2B5EF4-FFF2-40B4-BE49-F238E27FC236}">
                <a16:creationId xmlns:a16="http://schemas.microsoft.com/office/drawing/2014/main" id="{67E989EE-BCCA-7DCF-FF49-D84FF114CCBD}"/>
              </a:ext>
            </a:extLst>
          </p:cNvPr>
          <p:cNvSpPr>
            <a:spLocks noEditPoints="1"/>
          </p:cNvSpPr>
          <p:nvPr/>
        </p:nvSpPr>
        <p:spPr bwMode="auto">
          <a:xfrm>
            <a:off x="2412401" y="5656181"/>
            <a:ext cx="194733" cy="194733"/>
          </a:xfrm>
          <a:custGeom>
            <a:avLst/>
            <a:gdLst>
              <a:gd name="T0" fmla="*/ 117475 w 46"/>
              <a:gd name="T1" fmla="*/ 107950 h 46"/>
              <a:gd name="T2" fmla="*/ 142875 w 46"/>
              <a:gd name="T3" fmla="*/ 133350 h 46"/>
              <a:gd name="T4" fmla="*/ 142875 w 46"/>
              <a:gd name="T5" fmla="*/ 142875 h 46"/>
              <a:gd name="T6" fmla="*/ 133350 w 46"/>
              <a:gd name="T7" fmla="*/ 142875 h 46"/>
              <a:gd name="T8" fmla="*/ 107950 w 46"/>
              <a:gd name="T9" fmla="*/ 117475 h 46"/>
              <a:gd name="T10" fmla="*/ 92075 w 46"/>
              <a:gd name="T11" fmla="*/ 127000 h 46"/>
              <a:gd name="T12" fmla="*/ 66675 w 46"/>
              <a:gd name="T13" fmla="*/ 133350 h 46"/>
              <a:gd name="T14" fmla="*/ 41275 w 46"/>
              <a:gd name="T15" fmla="*/ 127000 h 46"/>
              <a:gd name="T16" fmla="*/ 41275 w 46"/>
              <a:gd name="T17" fmla="*/ 127000 h 46"/>
              <a:gd name="T18" fmla="*/ 19050 w 46"/>
              <a:gd name="T19" fmla="*/ 111125 h 46"/>
              <a:gd name="T20" fmla="*/ 19050 w 46"/>
              <a:gd name="T21" fmla="*/ 111125 h 46"/>
              <a:gd name="T22" fmla="*/ 3175 w 46"/>
              <a:gd name="T23" fmla="*/ 92075 h 46"/>
              <a:gd name="T24" fmla="*/ 3175 w 46"/>
              <a:gd name="T25" fmla="*/ 88900 h 46"/>
              <a:gd name="T26" fmla="*/ 0 w 46"/>
              <a:gd name="T27" fmla="*/ 66675 h 46"/>
              <a:gd name="T28" fmla="*/ 3175 w 46"/>
              <a:gd name="T29" fmla="*/ 38100 h 46"/>
              <a:gd name="T30" fmla="*/ 19050 w 46"/>
              <a:gd name="T31" fmla="*/ 19050 h 46"/>
              <a:gd name="T32" fmla="*/ 66675 w 46"/>
              <a:gd name="T33" fmla="*/ 0 h 46"/>
              <a:gd name="T34" fmla="*/ 92075 w 46"/>
              <a:gd name="T35" fmla="*/ 3175 h 46"/>
              <a:gd name="T36" fmla="*/ 92075 w 46"/>
              <a:gd name="T37" fmla="*/ 3175 h 46"/>
              <a:gd name="T38" fmla="*/ 111125 w 46"/>
              <a:gd name="T39" fmla="*/ 19050 h 46"/>
              <a:gd name="T40" fmla="*/ 114300 w 46"/>
              <a:gd name="T41" fmla="*/ 19050 h 46"/>
              <a:gd name="T42" fmla="*/ 127000 w 46"/>
              <a:gd name="T43" fmla="*/ 38100 h 46"/>
              <a:gd name="T44" fmla="*/ 127000 w 46"/>
              <a:gd name="T45" fmla="*/ 41275 h 46"/>
              <a:gd name="T46" fmla="*/ 133350 w 46"/>
              <a:gd name="T47" fmla="*/ 66675 h 46"/>
              <a:gd name="T48" fmla="*/ 127000 w 46"/>
              <a:gd name="T49" fmla="*/ 92075 h 46"/>
              <a:gd name="T50" fmla="*/ 117475 w 46"/>
              <a:gd name="T51" fmla="*/ 107950 h 46"/>
              <a:gd name="T52" fmla="*/ 88900 w 46"/>
              <a:gd name="T53" fmla="*/ 41275 h 46"/>
              <a:gd name="T54" fmla="*/ 88900 w 46"/>
              <a:gd name="T55" fmla="*/ 41275 h 46"/>
              <a:gd name="T56" fmla="*/ 98425 w 46"/>
              <a:gd name="T57" fmla="*/ 41275 h 46"/>
              <a:gd name="T58" fmla="*/ 98425 w 46"/>
              <a:gd name="T59" fmla="*/ 50800 h 46"/>
              <a:gd name="T60" fmla="*/ 60325 w 46"/>
              <a:gd name="T61" fmla="*/ 88900 h 46"/>
              <a:gd name="T62" fmla="*/ 50800 w 46"/>
              <a:gd name="T63" fmla="*/ 88900 h 46"/>
              <a:gd name="T64" fmla="*/ 50800 w 46"/>
              <a:gd name="T65" fmla="*/ 88900 h 46"/>
              <a:gd name="T66" fmla="*/ 31750 w 46"/>
              <a:gd name="T67" fmla="*/ 69850 h 46"/>
              <a:gd name="T68" fmla="*/ 31750 w 46"/>
              <a:gd name="T69" fmla="*/ 63500 h 46"/>
              <a:gd name="T70" fmla="*/ 41275 w 46"/>
              <a:gd name="T71" fmla="*/ 63500 h 46"/>
              <a:gd name="T72" fmla="*/ 53975 w 46"/>
              <a:gd name="T73" fmla="*/ 76200 h 46"/>
              <a:gd name="T74" fmla="*/ 88900 w 46"/>
              <a:gd name="T75" fmla="*/ 41275 h 46"/>
              <a:gd name="T76" fmla="*/ 85725 w 46"/>
              <a:gd name="T77" fmla="*/ 15875 h 46"/>
              <a:gd name="T78" fmla="*/ 85725 w 46"/>
              <a:gd name="T79" fmla="*/ 15875 h 46"/>
              <a:gd name="T80" fmla="*/ 66675 w 46"/>
              <a:gd name="T81" fmla="*/ 9525 h 46"/>
              <a:gd name="T82" fmla="*/ 15875 w 46"/>
              <a:gd name="T83" fmla="*/ 44450 h 46"/>
              <a:gd name="T84" fmla="*/ 9525 w 46"/>
              <a:gd name="T85" fmla="*/ 66675 h 46"/>
              <a:gd name="T86" fmla="*/ 15875 w 46"/>
              <a:gd name="T87" fmla="*/ 85725 h 46"/>
              <a:gd name="T88" fmla="*/ 15875 w 46"/>
              <a:gd name="T89" fmla="*/ 85725 h 46"/>
              <a:gd name="T90" fmla="*/ 25400 w 46"/>
              <a:gd name="T91" fmla="*/ 104775 h 46"/>
              <a:gd name="T92" fmla="*/ 25400 w 46"/>
              <a:gd name="T93" fmla="*/ 104775 h 46"/>
              <a:gd name="T94" fmla="*/ 25400 w 46"/>
              <a:gd name="T95" fmla="*/ 104775 h 46"/>
              <a:gd name="T96" fmla="*/ 44450 w 46"/>
              <a:gd name="T97" fmla="*/ 114300 h 46"/>
              <a:gd name="T98" fmla="*/ 44450 w 46"/>
              <a:gd name="T99" fmla="*/ 114300 h 46"/>
              <a:gd name="T100" fmla="*/ 66675 w 46"/>
              <a:gd name="T101" fmla="*/ 120650 h 46"/>
              <a:gd name="T102" fmla="*/ 85725 w 46"/>
              <a:gd name="T103" fmla="*/ 114300 h 46"/>
              <a:gd name="T104" fmla="*/ 114300 w 46"/>
              <a:gd name="T105" fmla="*/ 85725 h 46"/>
              <a:gd name="T106" fmla="*/ 120650 w 46"/>
              <a:gd name="T107" fmla="*/ 66675 h 46"/>
              <a:gd name="T108" fmla="*/ 117475 w 46"/>
              <a:gd name="T109" fmla="*/ 44450 h 46"/>
              <a:gd name="T110" fmla="*/ 114300 w 46"/>
              <a:gd name="T111" fmla="*/ 44450 h 46"/>
              <a:gd name="T112" fmla="*/ 104775 w 46"/>
              <a:gd name="T113" fmla="*/ 25400 h 46"/>
              <a:gd name="T114" fmla="*/ 104775 w 46"/>
              <a:gd name="T115" fmla="*/ 25400 h 46"/>
              <a:gd name="T116" fmla="*/ 85725 w 46"/>
              <a:gd name="T117" fmla="*/ 15875 h 4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46" h="46">
                <a:moveTo>
                  <a:pt x="37" y="34"/>
                </a:moveTo>
                <a:cubicBezTo>
                  <a:pt x="45" y="42"/>
                  <a:pt x="45" y="42"/>
                  <a:pt x="45" y="42"/>
                </a:cubicBezTo>
                <a:cubicBezTo>
                  <a:pt x="46" y="43"/>
                  <a:pt x="46" y="44"/>
                  <a:pt x="45" y="45"/>
                </a:cubicBezTo>
                <a:cubicBezTo>
                  <a:pt x="44" y="46"/>
                  <a:pt x="43" y="46"/>
                  <a:pt x="42" y="45"/>
                </a:cubicBezTo>
                <a:cubicBezTo>
                  <a:pt x="34" y="37"/>
                  <a:pt x="34" y="37"/>
                  <a:pt x="34" y="37"/>
                </a:cubicBezTo>
                <a:cubicBezTo>
                  <a:pt x="32" y="38"/>
                  <a:pt x="31" y="39"/>
                  <a:pt x="29" y="40"/>
                </a:cubicBezTo>
                <a:cubicBezTo>
                  <a:pt x="26" y="41"/>
                  <a:pt x="23" y="42"/>
                  <a:pt x="21" y="42"/>
                </a:cubicBezTo>
                <a:cubicBezTo>
                  <a:pt x="18" y="42"/>
                  <a:pt x="15" y="41"/>
                  <a:pt x="13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0" y="39"/>
                  <a:pt x="8" y="37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4" y="33"/>
                  <a:pt x="2" y="31"/>
                  <a:pt x="1" y="29"/>
                </a:cubicBezTo>
                <a:cubicBezTo>
                  <a:pt x="1" y="28"/>
                  <a:pt x="1" y="28"/>
                  <a:pt x="1" y="28"/>
                </a:cubicBezTo>
                <a:cubicBezTo>
                  <a:pt x="0" y="26"/>
                  <a:pt x="0" y="23"/>
                  <a:pt x="0" y="21"/>
                </a:cubicBezTo>
                <a:cubicBezTo>
                  <a:pt x="0" y="18"/>
                  <a:pt x="0" y="15"/>
                  <a:pt x="1" y="12"/>
                </a:cubicBezTo>
                <a:cubicBezTo>
                  <a:pt x="2" y="10"/>
                  <a:pt x="4" y="8"/>
                  <a:pt x="6" y="6"/>
                </a:cubicBezTo>
                <a:cubicBezTo>
                  <a:pt x="10" y="2"/>
                  <a:pt x="15" y="0"/>
                  <a:pt x="21" y="0"/>
                </a:cubicBezTo>
                <a:cubicBezTo>
                  <a:pt x="23" y="0"/>
                  <a:pt x="26" y="0"/>
                  <a:pt x="29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31" y="2"/>
                  <a:pt x="34" y="4"/>
                  <a:pt x="35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7" y="8"/>
                  <a:pt x="39" y="10"/>
                  <a:pt x="40" y="12"/>
                </a:cubicBezTo>
                <a:cubicBezTo>
                  <a:pt x="40" y="13"/>
                  <a:pt x="40" y="13"/>
                  <a:pt x="40" y="13"/>
                </a:cubicBezTo>
                <a:cubicBezTo>
                  <a:pt x="41" y="15"/>
                  <a:pt x="42" y="18"/>
                  <a:pt x="42" y="21"/>
                </a:cubicBezTo>
                <a:cubicBezTo>
                  <a:pt x="42" y="23"/>
                  <a:pt x="41" y="26"/>
                  <a:pt x="40" y="29"/>
                </a:cubicBezTo>
                <a:cubicBezTo>
                  <a:pt x="39" y="31"/>
                  <a:pt x="38" y="32"/>
                  <a:pt x="37" y="34"/>
                </a:cubicBezTo>
                <a:close/>
                <a:moveTo>
                  <a:pt x="28" y="13"/>
                </a:moveTo>
                <a:cubicBezTo>
                  <a:pt x="28" y="13"/>
                  <a:pt x="28" y="13"/>
                  <a:pt x="28" y="13"/>
                </a:cubicBezTo>
                <a:cubicBezTo>
                  <a:pt x="29" y="12"/>
                  <a:pt x="30" y="12"/>
                  <a:pt x="31" y="13"/>
                </a:cubicBezTo>
                <a:cubicBezTo>
                  <a:pt x="32" y="14"/>
                  <a:pt x="32" y="15"/>
                  <a:pt x="31" y="16"/>
                </a:cubicBezTo>
                <a:cubicBezTo>
                  <a:pt x="19" y="28"/>
                  <a:pt x="19" y="28"/>
                  <a:pt x="19" y="28"/>
                </a:cubicBezTo>
                <a:cubicBezTo>
                  <a:pt x="18" y="29"/>
                  <a:pt x="17" y="29"/>
                  <a:pt x="16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0"/>
                  <a:pt x="10" y="20"/>
                </a:cubicBezTo>
                <a:cubicBezTo>
                  <a:pt x="11" y="19"/>
                  <a:pt x="12" y="19"/>
                  <a:pt x="13" y="20"/>
                </a:cubicBezTo>
                <a:cubicBezTo>
                  <a:pt x="17" y="24"/>
                  <a:pt x="17" y="24"/>
                  <a:pt x="17" y="24"/>
                </a:cubicBezTo>
                <a:cubicBezTo>
                  <a:pt x="28" y="13"/>
                  <a:pt x="28" y="13"/>
                  <a:pt x="28" y="13"/>
                </a:cubicBezTo>
                <a:close/>
                <a:moveTo>
                  <a:pt x="27" y="5"/>
                </a:moveTo>
                <a:cubicBezTo>
                  <a:pt x="27" y="5"/>
                  <a:pt x="27" y="5"/>
                  <a:pt x="27" y="5"/>
                </a:cubicBezTo>
                <a:cubicBezTo>
                  <a:pt x="25" y="4"/>
                  <a:pt x="23" y="3"/>
                  <a:pt x="21" y="3"/>
                </a:cubicBezTo>
                <a:cubicBezTo>
                  <a:pt x="14" y="3"/>
                  <a:pt x="7" y="8"/>
                  <a:pt x="5" y="14"/>
                </a:cubicBezTo>
                <a:cubicBezTo>
                  <a:pt x="4" y="16"/>
                  <a:pt x="3" y="18"/>
                  <a:pt x="3" y="21"/>
                </a:cubicBezTo>
                <a:cubicBezTo>
                  <a:pt x="3" y="23"/>
                  <a:pt x="4" y="25"/>
                  <a:pt x="5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6" y="29"/>
                  <a:pt x="7" y="31"/>
                  <a:pt x="8" y="33"/>
                </a:cubicBezTo>
                <a:cubicBezTo>
                  <a:pt x="8" y="33"/>
                  <a:pt x="8" y="33"/>
                  <a:pt x="8" y="33"/>
                </a:cubicBezTo>
                <a:cubicBezTo>
                  <a:pt x="8" y="33"/>
                  <a:pt x="8" y="33"/>
                  <a:pt x="8" y="33"/>
                </a:cubicBezTo>
                <a:cubicBezTo>
                  <a:pt x="10" y="34"/>
                  <a:pt x="12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6" y="37"/>
                  <a:pt x="18" y="38"/>
                  <a:pt x="21" y="38"/>
                </a:cubicBezTo>
                <a:cubicBezTo>
                  <a:pt x="23" y="38"/>
                  <a:pt x="25" y="37"/>
                  <a:pt x="27" y="36"/>
                </a:cubicBezTo>
                <a:cubicBezTo>
                  <a:pt x="31" y="35"/>
                  <a:pt x="35" y="31"/>
                  <a:pt x="36" y="27"/>
                </a:cubicBezTo>
                <a:cubicBezTo>
                  <a:pt x="37" y="25"/>
                  <a:pt x="38" y="23"/>
                  <a:pt x="38" y="21"/>
                </a:cubicBezTo>
                <a:cubicBezTo>
                  <a:pt x="38" y="18"/>
                  <a:pt x="37" y="16"/>
                  <a:pt x="37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2"/>
                  <a:pt x="34" y="10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1" y="7"/>
                  <a:pt x="29" y="6"/>
                  <a:pt x="27" y="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76" name="Freeform 310">
            <a:extLst>
              <a:ext uri="{FF2B5EF4-FFF2-40B4-BE49-F238E27FC236}">
                <a16:creationId xmlns:a16="http://schemas.microsoft.com/office/drawing/2014/main" id="{9E367FFA-0974-453C-AEE4-95B1D8A1A983}"/>
              </a:ext>
            </a:extLst>
          </p:cNvPr>
          <p:cNvSpPr>
            <a:spLocks noEditPoints="1"/>
          </p:cNvSpPr>
          <p:nvPr/>
        </p:nvSpPr>
        <p:spPr bwMode="auto">
          <a:xfrm>
            <a:off x="3163819" y="6060465"/>
            <a:ext cx="198967" cy="194733"/>
          </a:xfrm>
          <a:custGeom>
            <a:avLst/>
            <a:gdLst>
              <a:gd name="T0" fmla="*/ 146050 w 47"/>
              <a:gd name="T1" fmla="*/ 136525 h 46"/>
              <a:gd name="T2" fmla="*/ 136525 w 47"/>
              <a:gd name="T3" fmla="*/ 146050 h 46"/>
              <a:gd name="T4" fmla="*/ 92075 w 47"/>
              <a:gd name="T5" fmla="*/ 130175 h 46"/>
              <a:gd name="T6" fmla="*/ 41275 w 47"/>
              <a:gd name="T7" fmla="*/ 130175 h 46"/>
              <a:gd name="T8" fmla="*/ 41275 w 47"/>
              <a:gd name="T9" fmla="*/ 130175 h 46"/>
              <a:gd name="T10" fmla="*/ 19050 w 47"/>
              <a:gd name="T11" fmla="*/ 114300 h 46"/>
              <a:gd name="T12" fmla="*/ 6350 w 47"/>
              <a:gd name="T13" fmla="*/ 92075 h 46"/>
              <a:gd name="T14" fmla="*/ 6350 w 47"/>
              <a:gd name="T15" fmla="*/ 41275 h 46"/>
              <a:gd name="T16" fmla="*/ 66675 w 47"/>
              <a:gd name="T17" fmla="*/ 0 h 46"/>
              <a:gd name="T18" fmla="*/ 92075 w 47"/>
              <a:gd name="T19" fmla="*/ 6350 h 46"/>
              <a:gd name="T20" fmla="*/ 114300 w 47"/>
              <a:gd name="T21" fmla="*/ 19050 h 46"/>
              <a:gd name="T22" fmla="*/ 130175 w 47"/>
              <a:gd name="T23" fmla="*/ 41275 h 46"/>
              <a:gd name="T24" fmla="*/ 130175 w 47"/>
              <a:gd name="T25" fmla="*/ 92075 h 46"/>
              <a:gd name="T26" fmla="*/ 66675 w 47"/>
              <a:gd name="T27" fmla="*/ 47625 h 46"/>
              <a:gd name="T28" fmla="*/ 79375 w 47"/>
              <a:gd name="T29" fmla="*/ 53975 h 46"/>
              <a:gd name="T30" fmla="*/ 85725 w 47"/>
              <a:gd name="T31" fmla="*/ 66675 h 46"/>
              <a:gd name="T32" fmla="*/ 79375 w 47"/>
              <a:gd name="T33" fmla="*/ 79375 h 46"/>
              <a:gd name="T34" fmla="*/ 66675 w 47"/>
              <a:gd name="T35" fmla="*/ 82550 h 46"/>
              <a:gd name="T36" fmla="*/ 53975 w 47"/>
              <a:gd name="T37" fmla="*/ 79375 h 46"/>
              <a:gd name="T38" fmla="*/ 53975 w 47"/>
              <a:gd name="T39" fmla="*/ 53975 h 46"/>
              <a:gd name="T40" fmla="*/ 66675 w 47"/>
              <a:gd name="T41" fmla="*/ 47625 h 46"/>
              <a:gd name="T42" fmla="*/ 76200 w 47"/>
              <a:gd name="T43" fmla="*/ 57150 h 46"/>
              <a:gd name="T44" fmla="*/ 60325 w 47"/>
              <a:gd name="T45" fmla="*/ 57150 h 46"/>
              <a:gd name="T46" fmla="*/ 60325 w 47"/>
              <a:gd name="T47" fmla="*/ 73025 h 46"/>
              <a:gd name="T48" fmla="*/ 76200 w 47"/>
              <a:gd name="T49" fmla="*/ 73025 h 46"/>
              <a:gd name="T50" fmla="*/ 76200 w 47"/>
              <a:gd name="T51" fmla="*/ 57150 h 46"/>
              <a:gd name="T52" fmla="*/ 66675 w 47"/>
              <a:gd name="T53" fmla="*/ 31750 h 46"/>
              <a:gd name="T54" fmla="*/ 101600 w 47"/>
              <a:gd name="T55" fmla="*/ 66675 h 46"/>
              <a:gd name="T56" fmla="*/ 82550 w 47"/>
              <a:gd name="T57" fmla="*/ 98425 h 46"/>
              <a:gd name="T58" fmla="*/ 63500 w 47"/>
              <a:gd name="T59" fmla="*/ 107950 h 46"/>
              <a:gd name="T60" fmla="*/ 53975 w 47"/>
              <a:gd name="T61" fmla="*/ 98425 h 46"/>
              <a:gd name="T62" fmla="*/ 31750 w 47"/>
              <a:gd name="T63" fmla="*/ 66675 h 46"/>
              <a:gd name="T64" fmla="*/ 66675 w 47"/>
              <a:gd name="T65" fmla="*/ 31750 h 46"/>
              <a:gd name="T66" fmla="*/ 85725 w 47"/>
              <a:gd name="T67" fmla="*/ 47625 h 46"/>
              <a:gd name="T68" fmla="*/ 47625 w 47"/>
              <a:gd name="T69" fmla="*/ 47625 h 46"/>
              <a:gd name="T70" fmla="*/ 44450 w 47"/>
              <a:gd name="T71" fmla="*/ 79375 h 46"/>
              <a:gd name="T72" fmla="*/ 57150 w 47"/>
              <a:gd name="T73" fmla="*/ 92075 h 46"/>
              <a:gd name="T74" fmla="*/ 76200 w 47"/>
              <a:gd name="T75" fmla="*/ 92075 h 46"/>
              <a:gd name="T76" fmla="*/ 88900 w 47"/>
              <a:gd name="T77" fmla="*/ 79375 h 46"/>
              <a:gd name="T78" fmla="*/ 85725 w 47"/>
              <a:gd name="T79" fmla="*/ 47625 h 46"/>
              <a:gd name="T80" fmla="*/ 88900 w 47"/>
              <a:gd name="T81" fmla="*/ 15875 h 46"/>
              <a:gd name="T82" fmla="*/ 15875 w 47"/>
              <a:gd name="T83" fmla="*/ 47625 h 46"/>
              <a:gd name="T84" fmla="*/ 15875 w 47"/>
              <a:gd name="T85" fmla="*/ 88900 h 46"/>
              <a:gd name="T86" fmla="*/ 28575 w 47"/>
              <a:gd name="T87" fmla="*/ 104775 h 46"/>
              <a:gd name="T88" fmla="*/ 28575 w 47"/>
              <a:gd name="T89" fmla="*/ 104775 h 46"/>
              <a:gd name="T90" fmla="*/ 47625 w 47"/>
              <a:gd name="T91" fmla="*/ 117475 h 46"/>
              <a:gd name="T92" fmla="*/ 88900 w 47"/>
              <a:gd name="T93" fmla="*/ 117475 h 46"/>
              <a:gd name="T94" fmla="*/ 120650 w 47"/>
              <a:gd name="T95" fmla="*/ 66675 h 46"/>
              <a:gd name="T96" fmla="*/ 117475 w 47"/>
              <a:gd name="T97" fmla="*/ 47625 h 46"/>
              <a:gd name="T98" fmla="*/ 104775 w 47"/>
              <a:gd name="T99" fmla="*/ 28575 h 4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7" h="46">
                <a:moveTo>
                  <a:pt x="37" y="35"/>
                </a:moveTo>
                <a:cubicBezTo>
                  <a:pt x="46" y="43"/>
                  <a:pt x="46" y="43"/>
                  <a:pt x="46" y="43"/>
                </a:cubicBezTo>
                <a:cubicBezTo>
                  <a:pt x="47" y="44"/>
                  <a:pt x="47" y="45"/>
                  <a:pt x="46" y="46"/>
                </a:cubicBezTo>
                <a:cubicBezTo>
                  <a:pt x="45" y="46"/>
                  <a:pt x="44" y="46"/>
                  <a:pt x="43" y="46"/>
                </a:cubicBezTo>
                <a:cubicBezTo>
                  <a:pt x="35" y="37"/>
                  <a:pt x="35" y="37"/>
                  <a:pt x="35" y="37"/>
                </a:cubicBezTo>
                <a:cubicBezTo>
                  <a:pt x="33" y="39"/>
                  <a:pt x="31" y="40"/>
                  <a:pt x="29" y="41"/>
                </a:cubicBezTo>
                <a:cubicBezTo>
                  <a:pt x="27" y="42"/>
                  <a:pt x="24" y="42"/>
                  <a:pt x="21" y="42"/>
                </a:cubicBezTo>
                <a:cubicBezTo>
                  <a:pt x="18" y="42"/>
                  <a:pt x="16" y="42"/>
                  <a:pt x="13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1" y="40"/>
                  <a:pt x="8" y="38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4" y="34"/>
                  <a:pt x="3" y="32"/>
                  <a:pt x="2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1" y="27"/>
                  <a:pt x="0" y="24"/>
                  <a:pt x="0" y="21"/>
                </a:cubicBezTo>
                <a:cubicBezTo>
                  <a:pt x="0" y="18"/>
                  <a:pt x="1" y="16"/>
                  <a:pt x="2" y="13"/>
                </a:cubicBezTo>
                <a:cubicBezTo>
                  <a:pt x="3" y="11"/>
                  <a:pt x="4" y="8"/>
                  <a:pt x="6" y="6"/>
                </a:cubicBezTo>
                <a:cubicBezTo>
                  <a:pt x="10" y="2"/>
                  <a:pt x="15" y="0"/>
                  <a:pt x="21" y="0"/>
                </a:cubicBezTo>
                <a:cubicBezTo>
                  <a:pt x="24" y="0"/>
                  <a:pt x="27" y="1"/>
                  <a:pt x="29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32" y="3"/>
                  <a:pt x="34" y="4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8" y="8"/>
                  <a:pt x="40" y="11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2" y="16"/>
                  <a:pt x="42" y="18"/>
                  <a:pt x="42" y="21"/>
                </a:cubicBezTo>
                <a:cubicBezTo>
                  <a:pt x="42" y="24"/>
                  <a:pt x="42" y="27"/>
                  <a:pt x="41" y="29"/>
                </a:cubicBezTo>
                <a:cubicBezTo>
                  <a:pt x="40" y="31"/>
                  <a:pt x="39" y="33"/>
                  <a:pt x="37" y="35"/>
                </a:cubicBezTo>
                <a:close/>
                <a:moveTo>
                  <a:pt x="21" y="15"/>
                </a:moveTo>
                <a:cubicBezTo>
                  <a:pt x="21" y="15"/>
                  <a:pt x="21" y="15"/>
                  <a:pt x="21" y="15"/>
                </a:cubicBezTo>
                <a:cubicBezTo>
                  <a:pt x="23" y="15"/>
                  <a:pt x="24" y="16"/>
                  <a:pt x="25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6" y="18"/>
                  <a:pt x="27" y="19"/>
                  <a:pt x="27" y="21"/>
                </a:cubicBezTo>
                <a:cubicBezTo>
                  <a:pt x="27" y="22"/>
                  <a:pt x="26" y="24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4" y="26"/>
                  <a:pt x="23" y="26"/>
                  <a:pt x="21" y="26"/>
                </a:cubicBezTo>
                <a:cubicBezTo>
                  <a:pt x="20" y="26"/>
                  <a:pt x="18" y="26"/>
                  <a:pt x="17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6" y="24"/>
                  <a:pt x="16" y="22"/>
                  <a:pt x="16" y="21"/>
                </a:cubicBezTo>
                <a:cubicBezTo>
                  <a:pt x="16" y="19"/>
                  <a:pt x="16" y="18"/>
                  <a:pt x="17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8" y="16"/>
                  <a:pt x="20" y="15"/>
                  <a:pt x="21" y="15"/>
                </a:cubicBezTo>
                <a:close/>
                <a:moveTo>
                  <a:pt x="24" y="18"/>
                </a:moveTo>
                <a:cubicBezTo>
                  <a:pt x="24" y="18"/>
                  <a:pt x="24" y="18"/>
                  <a:pt x="24" y="18"/>
                </a:cubicBezTo>
                <a:cubicBezTo>
                  <a:pt x="23" y="18"/>
                  <a:pt x="22" y="17"/>
                  <a:pt x="21" y="17"/>
                </a:cubicBezTo>
                <a:cubicBezTo>
                  <a:pt x="20" y="17"/>
                  <a:pt x="19" y="18"/>
                  <a:pt x="19" y="18"/>
                </a:cubicBezTo>
                <a:cubicBezTo>
                  <a:pt x="18" y="19"/>
                  <a:pt x="18" y="20"/>
                  <a:pt x="18" y="21"/>
                </a:cubicBezTo>
                <a:cubicBezTo>
                  <a:pt x="18" y="22"/>
                  <a:pt x="18" y="22"/>
                  <a:pt x="19" y="23"/>
                </a:cubicBezTo>
                <a:cubicBezTo>
                  <a:pt x="19" y="24"/>
                  <a:pt x="20" y="24"/>
                  <a:pt x="21" y="24"/>
                </a:cubicBezTo>
                <a:cubicBezTo>
                  <a:pt x="22" y="24"/>
                  <a:pt x="23" y="24"/>
                  <a:pt x="24" y="23"/>
                </a:cubicBezTo>
                <a:cubicBezTo>
                  <a:pt x="24" y="22"/>
                  <a:pt x="25" y="22"/>
                  <a:pt x="25" y="21"/>
                </a:cubicBezTo>
                <a:cubicBezTo>
                  <a:pt x="25" y="20"/>
                  <a:pt x="24" y="19"/>
                  <a:pt x="24" y="18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4" y="10"/>
                  <a:pt x="27" y="11"/>
                  <a:pt x="29" y="13"/>
                </a:cubicBezTo>
                <a:cubicBezTo>
                  <a:pt x="31" y="15"/>
                  <a:pt x="32" y="18"/>
                  <a:pt x="32" y="21"/>
                </a:cubicBezTo>
                <a:cubicBezTo>
                  <a:pt x="32" y="23"/>
                  <a:pt x="31" y="25"/>
                  <a:pt x="30" y="27"/>
                </a:cubicBezTo>
                <a:cubicBezTo>
                  <a:pt x="29" y="28"/>
                  <a:pt x="28" y="30"/>
                  <a:pt x="26" y="31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5"/>
                  <a:pt x="21" y="35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17" y="31"/>
                  <a:pt x="17" y="31"/>
                  <a:pt x="17" y="31"/>
                </a:cubicBezTo>
                <a:cubicBezTo>
                  <a:pt x="15" y="30"/>
                  <a:pt x="13" y="28"/>
                  <a:pt x="12" y="27"/>
                </a:cubicBezTo>
                <a:cubicBezTo>
                  <a:pt x="11" y="25"/>
                  <a:pt x="10" y="23"/>
                  <a:pt x="10" y="21"/>
                </a:cubicBezTo>
                <a:cubicBezTo>
                  <a:pt x="10" y="18"/>
                  <a:pt x="12" y="15"/>
                  <a:pt x="14" y="13"/>
                </a:cubicBezTo>
                <a:cubicBezTo>
                  <a:pt x="16" y="11"/>
                  <a:pt x="18" y="10"/>
                  <a:pt x="21" y="10"/>
                </a:cubicBezTo>
                <a:close/>
                <a:moveTo>
                  <a:pt x="27" y="15"/>
                </a:moveTo>
                <a:cubicBezTo>
                  <a:pt x="27" y="15"/>
                  <a:pt x="27" y="15"/>
                  <a:pt x="27" y="15"/>
                </a:cubicBezTo>
                <a:cubicBezTo>
                  <a:pt x="26" y="13"/>
                  <a:pt x="24" y="12"/>
                  <a:pt x="21" y="12"/>
                </a:cubicBezTo>
                <a:cubicBezTo>
                  <a:pt x="19" y="12"/>
                  <a:pt x="17" y="13"/>
                  <a:pt x="15" y="15"/>
                </a:cubicBezTo>
                <a:cubicBezTo>
                  <a:pt x="14" y="16"/>
                  <a:pt x="13" y="18"/>
                  <a:pt x="13" y="21"/>
                </a:cubicBezTo>
                <a:cubicBezTo>
                  <a:pt x="13" y="22"/>
                  <a:pt x="13" y="24"/>
                  <a:pt x="14" y="25"/>
                </a:cubicBezTo>
                <a:cubicBezTo>
                  <a:pt x="15" y="27"/>
                  <a:pt x="16" y="28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21" y="32"/>
                  <a:pt x="21" y="32"/>
                  <a:pt x="21" y="32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29"/>
                  <a:pt x="25" y="29"/>
                </a:cubicBezTo>
                <a:cubicBezTo>
                  <a:pt x="26" y="28"/>
                  <a:pt x="27" y="27"/>
                  <a:pt x="28" y="25"/>
                </a:cubicBezTo>
                <a:cubicBezTo>
                  <a:pt x="29" y="24"/>
                  <a:pt x="30" y="22"/>
                  <a:pt x="30" y="21"/>
                </a:cubicBezTo>
                <a:cubicBezTo>
                  <a:pt x="30" y="18"/>
                  <a:pt x="29" y="16"/>
                  <a:pt x="27" y="15"/>
                </a:cubicBezTo>
                <a:close/>
                <a:moveTo>
                  <a:pt x="28" y="5"/>
                </a:moveTo>
                <a:cubicBezTo>
                  <a:pt x="28" y="5"/>
                  <a:pt x="28" y="5"/>
                  <a:pt x="28" y="5"/>
                </a:cubicBezTo>
                <a:cubicBezTo>
                  <a:pt x="26" y="4"/>
                  <a:pt x="24" y="4"/>
                  <a:pt x="21" y="4"/>
                </a:cubicBezTo>
                <a:cubicBezTo>
                  <a:pt x="14" y="4"/>
                  <a:pt x="8" y="8"/>
                  <a:pt x="5" y="15"/>
                </a:cubicBezTo>
                <a:cubicBezTo>
                  <a:pt x="5" y="17"/>
                  <a:pt x="4" y="19"/>
                  <a:pt x="4" y="21"/>
                </a:cubicBezTo>
                <a:cubicBezTo>
                  <a:pt x="4" y="23"/>
                  <a:pt x="5" y="26"/>
                  <a:pt x="5" y="28"/>
                </a:cubicBezTo>
                <a:cubicBezTo>
                  <a:pt x="5" y="28"/>
                  <a:pt x="5" y="28"/>
                  <a:pt x="5" y="28"/>
                </a:cubicBezTo>
                <a:cubicBezTo>
                  <a:pt x="6" y="30"/>
                  <a:pt x="8" y="32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11" y="35"/>
                  <a:pt x="13" y="36"/>
                  <a:pt x="15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7" y="38"/>
                  <a:pt x="19" y="38"/>
                  <a:pt x="21" y="38"/>
                </a:cubicBezTo>
                <a:cubicBezTo>
                  <a:pt x="24" y="38"/>
                  <a:pt x="26" y="38"/>
                  <a:pt x="28" y="37"/>
                </a:cubicBezTo>
                <a:cubicBezTo>
                  <a:pt x="32" y="35"/>
                  <a:pt x="35" y="32"/>
                  <a:pt x="37" y="28"/>
                </a:cubicBezTo>
                <a:cubicBezTo>
                  <a:pt x="38" y="26"/>
                  <a:pt x="38" y="23"/>
                  <a:pt x="38" y="21"/>
                </a:cubicBezTo>
                <a:cubicBezTo>
                  <a:pt x="38" y="19"/>
                  <a:pt x="38" y="17"/>
                  <a:pt x="37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6" y="13"/>
                  <a:pt x="35" y="11"/>
                  <a:pt x="34" y="9"/>
                </a:cubicBezTo>
                <a:cubicBezTo>
                  <a:pt x="33" y="9"/>
                  <a:pt x="33" y="9"/>
                  <a:pt x="33" y="9"/>
                </a:cubicBezTo>
                <a:cubicBezTo>
                  <a:pt x="32" y="7"/>
                  <a:pt x="30" y="6"/>
                  <a:pt x="28" y="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77" name="Freeform 311">
            <a:extLst>
              <a:ext uri="{FF2B5EF4-FFF2-40B4-BE49-F238E27FC236}">
                <a16:creationId xmlns:a16="http://schemas.microsoft.com/office/drawing/2014/main" id="{A29AA251-2C54-E468-18BA-AC7CFE17FBF0}"/>
              </a:ext>
            </a:extLst>
          </p:cNvPr>
          <p:cNvSpPr>
            <a:spLocks noEditPoints="1"/>
          </p:cNvSpPr>
          <p:nvPr/>
        </p:nvSpPr>
        <p:spPr bwMode="auto">
          <a:xfrm>
            <a:off x="11025118" y="6060465"/>
            <a:ext cx="201083" cy="194733"/>
          </a:xfrm>
          <a:custGeom>
            <a:avLst/>
            <a:gdLst>
              <a:gd name="T0" fmla="*/ 147603 w 47"/>
              <a:gd name="T1" fmla="*/ 146050 h 46"/>
              <a:gd name="T2" fmla="*/ 96263 w 47"/>
              <a:gd name="T3" fmla="*/ 130175 h 46"/>
              <a:gd name="T4" fmla="*/ 41714 w 47"/>
              <a:gd name="T5" fmla="*/ 130175 h 46"/>
              <a:gd name="T6" fmla="*/ 6418 w 47"/>
              <a:gd name="T7" fmla="*/ 92075 h 46"/>
              <a:gd name="T8" fmla="*/ 6418 w 47"/>
              <a:gd name="T9" fmla="*/ 41275 h 46"/>
              <a:gd name="T10" fmla="*/ 96263 w 47"/>
              <a:gd name="T11" fmla="*/ 6350 h 46"/>
              <a:gd name="T12" fmla="*/ 115516 w 47"/>
              <a:gd name="T13" fmla="*/ 19050 h 46"/>
              <a:gd name="T14" fmla="*/ 137977 w 47"/>
              <a:gd name="T15" fmla="*/ 66675 h 46"/>
              <a:gd name="T16" fmla="*/ 83428 w 47"/>
              <a:gd name="T17" fmla="*/ 63500 h 46"/>
              <a:gd name="T18" fmla="*/ 83428 w 47"/>
              <a:gd name="T19" fmla="*/ 63500 h 46"/>
              <a:gd name="T20" fmla="*/ 93054 w 47"/>
              <a:gd name="T21" fmla="*/ 63500 h 46"/>
              <a:gd name="T22" fmla="*/ 99472 w 47"/>
              <a:gd name="T23" fmla="*/ 69850 h 46"/>
              <a:gd name="T24" fmla="*/ 93054 w 47"/>
              <a:gd name="T25" fmla="*/ 82550 h 46"/>
              <a:gd name="T26" fmla="*/ 86637 w 47"/>
              <a:gd name="T27" fmla="*/ 69850 h 46"/>
              <a:gd name="T28" fmla="*/ 77010 w 47"/>
              <a:gd name="T29" fmla="*/ 79375 h 46"/>
              <a:gd name="T30" fmla="*/ 64175 w 47"/>
              <a:gd name="T31" fmla="*/ 73025 h 46"/>
              <a:gd name="T32" fmla="*/ 57758 w 47"/>
              <a:gd name="T33" fmla="*/ 85725 h 46"/>
              <a:gd name="T34" fmla="*/ 48131 w 47"/>
              <a:gd name="T35" fmla="*/ 85725 h 46"/>
              <a:gd name="T36" fmla="*/ 35296 w 47"/>
              <a:gd name="T37" fmla="*/ 79375 h 46"/>
              <a:gd name="T38" fmla="*/ 35296 w 47"/>
              <a:gd name="T39" fmla="*/ 53975 h 46"/>
              <a:gd name="T40" fmla="*/ 41714 w 47"/>
              <a:gd name="T41" fmla="*/ 47625 h 46"/>
              <a:gd name="T42" fmla="*/ 51340 w 47"/>
              <a:gd name="T43" fmla="*/ 47625 h 46"/>
              <a:gd name="T44" fmla="*/ 60967 w 47"/>
              <a:gd name="T45" fmla="*/ 50800 h 46"/>
              <a:gd name="T46" fmla="*/ 64175 w 47"/>
              <a:gd name="T47" fmla="*/ 60325 h 46"/>
              <a:gd name="T48" fmla="*/ 57758 w 47"/>
              <a:gd name="T49" fmla="*/ 66675 h 46"/>
              <a:gd name="T50" fmla="*/ 57758 w 47"/>
              <a:gd name="T51" fmla="*/ 66675 h 46"/>
              <a:gd name="T52" fmla="*/ 54549 w 47"/>
              <a:gd name="T53" fmla="*/ 57150 h 46"/>
              <a:gd name="T54" fmla="*/ 51340 w 47"/>
              <a:gd name="T55" fmla="*/ 57150 h 46"/>
              <a:gd name="T56" fmla="*/ 44923 w 47"/>
              <a:gd name="T57" fmla="*/ 57150 h 46"/>
              <a:gd name="T58" fmla="*/ 41714 w 47"/>
              <a:gd name="T59" fmla="*/ 57150 h 46"/>
              <a:gd name="T60" fmla="*/ 41714 w 47"/>
              <a:gd name="T61" fmla="*/ 76200 h 46"/>
              <a:gd name="T62" fmla="*/ 48131 w 47"/>
              <a:gd name="T63" fmla="*/ 79375 h 46"/>
              <a:gd name="T64" fmla="*/ 54549 w 47"/>
              <a:gd name="T65" fmla="*/ 79375 h 46"/>
              <a:gd name="T66" fmla="*/ 57758 w 47"/>
              <a:gd name="T67" fmla="*/ 73025 h 46"/>
              <a:gd name="T68" fmla="*/ 83428 w 47"/>
              <a:gd name="T69" fmla="*/ 63500 h 46"/>
              <a:gd name="T70" fmla="*/ 93054 w 47"/>
              <a:gd name="T71" fmla="*/ 63500 h 46"/>
              <a:gd name="T72" fmla="*/ 93054 w 47"/>
              <a:gd name="T73" fmla="*/ 63500 h 46"/>
              <a:gd name="T74" fmla="*/ 57758 w 47"/>
              <a:gd name="T75" fmla="*/ 66675 h 46"/>
              <a:gd name="T76" fmla="*/ 89845 w 47"/>
              <a:gd name="T77" fmla="*/ 15875 h 46"/>
              <a:gd name="T78" fmla="*/ 12835 w 47"/>
              <a:gd name="T79" fmla="*/ 66675 h 46"/>
              <a:gd name="T80" fmla="*/ 28879 w 47"/>
              <a:gd name="T81" fmla="*/ 104775 h 46"/>
              <a:gd name="T82" fmla="*/ 48131 w 47"/>
              <a:gd name="T83" fmla="*/ 117475 h 46"/>
              <a:gd name="T84" fmla="*/ 118724 w 47"/>
              <a:gd name="T85" fmla="*/ 88900 h 46"/>
              <a:gd name="T86" fmla="*/ 118724 w 47"/>
              <a:gd name="T87" fmla="*/ 47625 h 46"/>
              <a:gd name="T88" fmla="*/ 89845 w 47"/>
              <a:gd name="T89" fmla="*/ 15875 h 4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7" h="46">
                <a:moveTo>
                  <a:pt x="38" y="35"/>
                </a:moveTo>
                <a:cubicBezTo>
                  <a:pt x="46" y="43"/>
                  <a:pt x="46" y="43"/>
                  <a:pt x="46" y="43"/>
                </a:cubicBezTo>
                <a:cubicBezTo>
                  <a:pt x="47" y="44"/>
                  <a:pt x="47" y="45"/>
                  <a:pt x="46" y="46"/>
                </a:cubicBezTo>
                <a:cubicBezTo>
                  <a:pt x="45" y="46"/>
                  <a:pt x="44" y="46"/>
                  <a:pt x="43" y="46"/>
                </a:cubicBezTo>
                <a:cubicBezTo>
                  <a:pt x="35" y="37"/>
                  <a:pt x="35" y="37"/>
                  <a:pt x="35" y="37"/>
                </a:cubicBezTo>
                <a:cubicBezTo>
                  <a:pt x="33" y="39"/>
                  <a:pt x="31" y="40"/>
                  <a:pt x="30" y="41"/>
                </a:cubicBezTo>
                <a:cubicBezTo>
                  <a:pt x="27" y="42"/>
                  <a:pt x="24" y="42"/>
                  <a:pt x="21" y="42"/>
                </a:cubicBezTo>
                <a:cubicBezTo>
                  <a:pt x="19" y="42"/>
                  <a:pt x="16" y="42"/>
                  <a:pt x="13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1" y="40"/>
                  <a:pt x="9" y="38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5" y="34"/>
                  <a:pt x="3" y="32"/>
                  <a:pt x="2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1" y="27"/>
                  <a:pt x="0" y="24"/>
                  <a:pt x="0" y="21"/>
                </a:cubicBezTo>
                <a:cubicBezTo>
                  <a:pt x="0" y="18"/>
                  <a:pt x="1" y="16"/>
                  <a:pt x="2" y="13"/>
                </a:cubicBezTo>
                <a:cubicBezTo>
                  <a:pt x="3" y="11"/>
                  <a:pt x="5" y="8"/>
                  <a:pt x="7" y="6"/>
                </a:cubicBezTo>
                <a:cubicBezTo>
                  <a:pt x="10" y="2"/>
                  <a:pt x="16" y="0"/>
                  <a:pt x="21" y="0"/>
                </a:cubicBezTo>
                <a:cubicBezTo>
                  <a:pt x="24" y="0"/>
                  <a:pt x="27" y="1"/>
                  <a:pt x="30" y="2"/>
                </a:cubicBezTo>
                <a:cubicBezTo>
                  <a:pt x="30" y="2"/>
                  <a:pt x="30" y="2"/>
                  <a:pt x="30" y="2"/>
                </a:cubicBezTo>
                <a:cubicBezTo>
                  <a:pt x="32" y="3"/>
                  <a:pt x="34" y="4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8" y="8"/>
                  <a:pt x="40" y="11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2" y="16"/>
                  <a:pt x="43" y="18"/>
                  <a:pt x="43" y="21"/>
                </a:cubicBezTo>
                <a:cubicBezTo>
                  <a:pt x="43" y="24"/>
                  <a:pt x="42" y="27"/>
                  <a:pt x="41" y="29"/>
                </a:cubicBezTo>
                <a:cubicBezTo>
                  <a:pt x="40" y="31"/>
                  <a:pt x="39" y="33"/>
                  <a:pt x="38" y="35"/>
                </a:cubicBezTo>
                <a:close/>
                <a:moveTo>
                  <a:pt x="26" y="20"/>
                </a:move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32" y="20"/>
                  <a:pt x="32" y="21"/>
                  <a:pt x="32" y="21"/>
                </a:cubicBezTo>
                <a:cubicBezTo>
                  <a:pt x="32" y="22"/>
                  <a:pt x="32" y="22"/>
                  <a:pt x="31" y="22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6"/>
                  <a:pt x="30" y="26"/>
                  <a:pt x="29" y="26"/>
                </a:cubicBezTo>
                <a:cubicBezTo>
                  <a:pt x="28" y="26"/>
                  <a:pt x="28" y="26"/>
                  <a:pt x="28" y="25"/>
                </a:cubicBezTo>
                <a:cubicBezTo>
                  <a:pt x="28" y="22"/>
                  <a:pt x="28" y="22"/>
                  <a:pt x="28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6"/>
                  <a:pt x="26" y="26"/>
                  <a:pt x="26" y="26"/>
                </a:cubicBezTo>
                <a:cubicBezTo>
                  <a:pt x="25" y="26"/>
                  <a:pt x="24" y="26"/>
                  <a:pt x="24" y="25"/>
                </a:cubicBezTo>
                <a:cubicBezTo>
                  <a:pt x="24" y="22"/>
                  <a:pt x="24" y="22"/>
                  <a:pt x="24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4"/>
                  <a:pt x="20" y="24"/>
                  <a:pt x="20" y="25"/>
                </a:cubicBezTo>
                <a:cubicBezTo>
                  <a:pt x="20" y="25"/>
                  <a:pt x="19" y="26"/>
                  <a:pt x="19" y="26"/>
                </a:cubicBezTo>
                <a:cubicBezTo>
                  <a:pt x="19" y="26"/>
                  <a:pt x="18" y="27"/>
                  <a:pt x="18" y="27"/>
                </a:cubicBezTo>
                <a:cubicBezTo>
                  <a:pt x="17" y="27"/>
                  <a:pt x="17" y="27"/>
                  <a:pt x="16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4" y="27"/>
                  <a:pt x="14" y="27"/>
                  <a:pt x="13" y="27"/>
                </a:cubicBezTo>
                <a:cubicBezTo>
                  <a:pt x="13" y="27"/>
                  <a:pt x="12" y="26"/>
                  <a:pt x="12" y="26"/>
                </a:cubicBezTo>
                <a:cubicBezTo>
                  <a:pt x="12" y="26"/>
                  <a:pt x="11" y="25"/>
                  <a:pt x="11" y="25"/>
                </a:cubicBezTo>
                <a:cubicBezTo>
                  <a:pt x="11" y="24"/>
                  <a:pt x="11" y="24"/>
                  <a:pt x="11" y="23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8"/>
                  <a:pt x="11" y="18"/>
                  <a:pt x="11" y="17"/>
                </a:cubicBezTo>
                <a:cubicBezTo>
                  <a:pt x="11" y="17"/>
                  <a:pt x="12" y="17"/>
                  <a:pt x="12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6"/>
                  <a:pt x="13" y="16"/>
                  <a:pt x="13" y="15"/>
                </a:cubicBezTo>
                <a:cubicBezTo>
                  <a:pt x="14" y="15"/>
                  <a:pt x="14" y="15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6"/>
                  <a:pt x="19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7"/>
                  <a:pt x="20" y="17"/>
                  <a:pt x="20" y="17"/>
                </a:cubicBezTo>
                <a:cubicBezTo>
                  <a:pt x="20" y="18"/>
                  <a:pt x="20" y="18"/>
                  <a:pt x="20" y="19"/>
                </a:cubicBezTo>
                <a:cubicBezTo>
                  <a:pt x="20" y="20"/>
                  <a:pt x="20" y="20"/>
                  <a:pt x="20" y="20"/>
                </a:cubicBezTo>
                <a:cubicBezTo>
                  <a:pt x="26" y="20"/>
                  <a:pt x="26" y="20"/>
                  <a:pt x="26" y="20"/>
                </a:cubicBezTo>
                <a:close/>
                <a:moveTo>
                  <a:pt x="18" y="21"/>
                </a:move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8"/>
                </a:cubicBezTo>
                <a:cubicBezTo>
                  <a:pt x="18" y="18"/>
                  <a:pt x="18" y="18"/>
                  <a:pt x="17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7" y="18"/>
                  <a:pt x="16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13" y="18"/>
                  <a:pt x="13" y="18"/>
                  <a:pt x="13" y="18"/>
                </a:cubicBezTo>
                <a:cubicBezTo>
                  <a:pt x="13" y="19"/>
                  <a:pt x="13" y="19"/>
                  <a:pt x="13" y="19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4" y="24"/>
                </a:cubicBezTo>
                <a:cubicBezTo>
                  <a:pt x="14" y="24"/>
                  <a:pt x="14" y="25"/>
                  <a:pt x="14" y="25"/>
                </a:cubicBezTo>
                <a:cubicBezTo>
                  <a:pt x="14" y="25"/>
                  <a:pt x="14" y="25"/>
                  <a:pt x="1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6" y="25"/>
                  <a:pt x="16" y="25"/>
                  <a:pt x="16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25"/>
                  <a:pt x="17" y="24"/>
                  <a:pt x="17" y="24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4"/>
                  <a:pt x="18" y="24"/>
                  <a:pt x="18" y="23"/>
                </a:cubicBezTo>
                <a:cubicBezTo>
                  <a:pt x="18" y="21"/>
                  <a:pt x="18" y="21"/>
                  <a:pt x="18" y="21"/>
                </a:cubicBezTo>
                <a:close/>
                <a:moveTo>
                  <a:pt x="26" y="20"/>
                </a:move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6" y="20"/>
                  <a:pt x="26" y="20"/>
                </a:cubicBezTo>
                <a:close/>
                <a:moveTo>
                  <a:pt x="29" y="20"/>
                </a:move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lose/>
                <a:moveTo>
                  <a:pt x="18" y="21"/>
                </a:move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lose/>
                <a:moveTo>
                  <a:pt x="28" y="5"/>
                </a:moveTo>
                <a:cubicBezTo>
                  <a:pt x="28" y="5"/>
                  <a:pt x="28" y="5"/>
                  <a:pt x="28" y="5"/>
                </a:cubicBezTo>
                <a:cubicBezTo>
                  <a:pt x="26" y="4"/>
                  <a:pt x="24" y="4"/>
                  <a:pt x="21" y="4"/>
                </a:cubicBezTo>
                <a:cubicBezTo>
                  <a:pt x="15" y="4"/>
                  <a:pt x="8" y="8"/>
                  <a:pt x="6" y="15"/>
                </a:cubicBezTo>
                <a:cubicBezTo>
                  <a:pt x="5" y="17"/>
                  <a:pt x="4" y="19"/>
                  <a:pt x="4" y="21"/>
                </a:cubicBezTo>
                <a:cubicBezTo>
                  <a:pt x="4" y="23"/>
                  <a:pt x="5" y="26"/>
                  <a:pt x="6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30"/>
                  <a:pt x="8" y="32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11" y="35"/>
                  <a:pt x="13" y="36"/>
                  <a:pt x="15" y="37"/>
                </a:cubicBezTo>
                <a:cubicBezTo>
                  <a:pt x="17" y="38"/>
                  <a:pt x="19" y="38"/>
                  <a:pt x="21" y="38"/>
                </a:cubicBezTo>
                <a:cubicBezTo>
                  <a:pt x="24" y="38"/>
                  <a:pt x="26" y="38"/>
                  <a:pt x="28" y="37"/>
                </a:cubicBezTo>
                <a:cubicBezTo>
                  <a:pt x="32" y="35"/>
                  <a:pt x="36" y="32"/>
                  <a:pt x="37" y="28"/>
                </a:cubicBezTo>
                <a:cubicBezTo>
                  <a:pt x="38" y="26"/>
                  <a:pt x="39" y="23"/>
                  <a:pt x="39" y="21"/>
                </a:cubicBezTo>
                <a:cubicBezTo>
                  <a:pt x="39" y="19"/>
                  <a:pt x="38" y="17"/>
                  <a:pt x="37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6" y="13"/>
                  <a:pt x="35" y="11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2" y="7"/>
                  <a:pt x="30" y="6"/>
                  <a:pt x="28" y="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78" name="Freeform 312">
            <a:extLst>
              <a:ext uri="{FF2B5EF4-FFF2-40B4-BE49-F238E27FC236}">
                <a16:creationId xmlns:a16="http://schemas.microsoft.com/office/drawing/2014/main" id="{E699D5F2-C250-C07B-6228-7B6D63426D43}"/>
              </a:ext>
            </a:extLst>
          </p:cNvPr>
          <p:cNvSpPr>
            <a:spLocks noEditPoints="1"/>
          </p:cNvSpPr>
          <p:nvPr/>
        </p:nvSpPr>
        <p:spPr bwMode="auto">
          <a:xfrm>
            <a:off x="9137052" y="5249781"/>
            <a:ext cx="230716" cy="194733"/>
          </a:xfrm>
          <a:custGeom>
            <a:avLst/>
            <a:gdLst>
              <a:gd name="T0" fmla="*/ 169833 w 54"/>
              <a:gd name="T1" fmla="*/ 136525 h 46"/>
              <a:gd name="T2" fmla="*/ 160219 w 54"/>
              <a:gd name="T3" fmla="*/ 142875 h 46"/>
              <a:gd name="T4" fmla="*/ 118562 w 54"/>
              <a:gd name="T5" fmla="*/ 127000 h 46"/>
              <a:gd name="T6" fmla="*/ 41657 w 54"/>
              <a:gd name="T7" fmla="*/ 107950 h 46"/>
              <a:gd name="T8" fmla="*/ 92927 w 54"/>
              <a:gd name="T9" fmla="*/ 120650 h 46"/>
              <a:gd name="T10" fmla="*/ 131380 w 54"/>
              <a:gd name="T11" fmla="*/ 104775 h 46"/>
              <a:gd name="T12" fmla="*/ 131380 w 54"/>
              <a:gd name="T13" fmla="*/ 104775 h 46"/>
              <a:gd name="T14" fmla="*/ 147402 w 54"/>
              <a:gd name="T15" fmla="*/ 66675 h 46"/>
              <a:gd name="T16" fmla="*/ 140993 w 54"/>
              <a:gd name="T17" fmla="*/ 44450 h 46"/>
              <a:gd name="T18" fmla="*/ 131380 w 54"/>
              <a:gd name="T19" fmla="*/ 28575 h 46"/>
              <a:gd name="T20" fmla="*/ 92927 w 54"/>
              <a:gd name="T21" fmla="*/ 12700 h 46"/>
              <a:gd name="T22" fmla="*/ 35248 w 54"/>
              <a:gd name="T23" fmla="*/ 47625 h 46"/>
              <a:gd name="T24" fmla="*/ 28840 w 54"/>
              <a:gd name="T25" fmla="*/ 44450 h 46"/>
              <a:gd name="T26" fmla="*/ 92927 w 54"/>
              <a:gd name="T27" fmla="*/ 0 h 46"/>
              <a:gd name="T28" fmla="*/ 118562 w 54"/>
              <a:gd name="T29" fmla="*/ 3175 h 46"/>
              <a:gd name="T30" fmla="*/ 140993 w 54"/>
              <a:gd name="T31" fmla="*/ 19050 h 46"/>
              <a:gd name="T32" fmla="*/ 153811 w 54"/>
              <a:gd name="T33" fmla="*/ 41275 h 46"/>
              <a:gd name="T34" fmla="*/ 153811 w 54"/>
              <a:gd name="T35" fmla="*/ 92075 h 46"/>
              <a:gd name="T36" fmla="*/ 6409 w 54"/>
              <a:gd name="T37" fmla="*/ 82550 h 46"/>
              <a:gd name="T38" fmla="*/ 0 w 54"/>
              <a:gd name="T39" fmla="*/ 79375 h 46"/>
              <a:gd name="T40" fmla="*/ 32044 w 54"/>
              <a:gd name="T41" fmla="*/ 76200 h 46"/>
              <a:gd name="T42" fmla="*/ 54475 w 54"/>
              <a:gd name="T43" fmla="*/ 47625 h 46"/>
              <a:gd name="T44" fmla="*/ 70497 w 54"/>
              <a:gd name="T45" fmla="*/ 73025 h 46"/>
              <a:gd name="T46" fmla="*/ 83314 w 54"/>
              <a:gd name="T47" fmla="*/ 66675 h 46"/>
              <a:gd name="T48" fmla="*/ 92927 w 54"/>
              <a:gd name="T49" fmla="*/ 85725 h 46"/>
              <a:gd name="T50" fmla="*/ 108949 w 54"/>
              <a:gd name="T51" fmla="*/ 34925 h 46"/>
              <a:gd name="T52" fmla="*/ 128176 w 54"/>
              <a:gd name="T53" fmla="*/ 53975 h 46"/>
              <a:gd name="T54" fmla="*/ 121767 w 54"/>
              <a:gd name="T55" fmla="*/ 57150 h 46"/>
              <a:gd name="T56" fmla="*/ 99336 w 54"/>
              <a:gd name="T57" fmla="*/ 95250 h 46"/>
              <a:gd name="T58" fmla="*/ 92927 w 54"/>
              <a:gd name="T59" fmla="*/ 98425 h 46"/>
              <a:gd name="T60" fmla="*/ 73701 w 54"/>
              <a:gd name="T61" fmla="*/ 82550 h 46"/>
              <a:gd name="T62" fmla="*/ 67292 w 54"/>
              <a:gd name="T63" fmla="*/ 82550 h 46"/>
              <a:gd name="T64" fmla="*/ 38453 w 54"/>
              <a:gd name="T65" fmla="*/ 82550 h 46"/>
              <a:gd name="T66" fmla="*/ 6409 w 54"/>
              <a:gd name="T67" fmla="*/ 82550 h 4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4" h="46">
                <a:moveTo>
                  <a:pt x="45" y="34"/>
                </a:moveTo>
                <a:cubicBezTo>
                  <a:pt x="53" y="43"/>
                  <a:pt x="53" y="43"/>
                  <a:pt x="53" y="43"/>
                </a:cubicBezTo>
                <a:cubicBezTo>
                  <a:pt x="54" y="43"/>
                  <a:pt x="54" y="45"/>
                  <a:pt x="53" y="45"/>
                </a:cubicBezTo>
                <a:cubicBezTo>
                  <a:pt x="52" y="46"/>
                  <a:pt x="51" y="46"/>
                  <a:pt x="50" y="45"/>
                </a:cubicBezTo>
                <a:cubicBezTo>
                  <a:pt x="42" y="37"/>
                  <a:pt x="42" y="37"/>
                  <a:pt x="42" y="37"/>
                </a:cubicBezTo>
                <a:cubicBezTo>
                  <a:pt x="40" y="38"/>
                  <a:pt x="39" y="39"/>
                  <a:pt x="37" y="40"/>
                </a:cubicBezTo>
                <a:cubicBezTo>
                  <a:pt x="34" y="41"/>
                  <a:pt x="31" y="42"/>
                  <a:pt x="29" y="42"/>
                </a:cubicBezTo>
                <a:cubicBezTo>
                  <a:pt x="22" y="42"/>
                  <a:pt x="17" y="39"/>
                  <a:pt x="13" y="34"/>
                </a:cubicBezTo>
                <a:cubicBezTo>
                  <a:pt x="11" y="32"/>
                  <a:pt x="14" y="30"/>
                  <a:pt x="16" y="32"/>
                </a:cubicBezTo>
                <a:cubicBezTo>
                  <a:pt x="19" y="36"/>
                  <a:pt x="24" y="38"/>
                  <a:pt x="29" y="38"/>
                </a:cubicBezTo>
                <a:cubicBezTo>
                  <a:pt x="31" y="38"/>
                  <a:pt x="33" y="38"/>
                  <a:pt x="35" y="37"/>
                </a:cubicBezTo>
                <a:cubicBezTo>
                  <a:pt x="37" y="36"/>
                  <a:pt x="39" y="35"/>
                  <a:pt x="41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2" y="31"/>
                  <a:pt x="44" y="30"/>
                  <a:pt x="44" y="27"/>
                </a:cubicBezTo>
                <a:cubicBezTo>
                  <a:pt x="45" y="25"/>
                  <a:pt x="46" y="23"/>
                  <a:pt x="46" y="21"/>
                </a:cubicBezTo>
                <a:cubicBezTo>
                  <a:pt x="46" y="19"/>
                  <a:pt x="45" y="16"/>
                  <a:pt x="44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2"/>
                  <a:pt x="42" y="10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39" y="7"/>
                  <a:pt x="37" y="6"/>
                  <a:pt x="35" y="5"/>
                </a:cubicBezTo>
                <a:cubicBezTo>
                  <a:pt x="33" y="4"/>
                  <a:pt x="31" y="4"/>
                  <a:pt x="29" y="4"/>
                </a:cubicBezTo>
                <a:cubicBezTo>
                  <a:pt x="22" y="4"/>
                  <a:pt x="16" y="8"/>
                  <a:pt x="13" y="14"/>
                </a:cubicBezTo>
                <a:cubicBezTo>
                  <a:pt x="13" y="15"/>
                  <a:pt x="12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0" y="15"/>
                  <a:pt x="10" y="15"/>
                  <a:pt x="9" y="14"/>
                </a:cubicBezTo>
                <a:cubicBezTo>
                  <a:pt x="9" y="14"/>
                  <a:pt x="9" y="13"/>
                  <a:pt x="9" y="12"/>
                </a:cubicBezTo>
                <a:cubicBezTo>
                  <a:pt x="13" y="5"/>
                  <a:pt x="20" y="0"/>
                  <a:pt x="29" y="0"/>
                </a:cubicBezTo>
                <a:cubicBezTo>
                  <a:pt x="31" y="0"/>
                  <a:pt x="34" y="0"/>
                  <a:pt x="37" y="1"/>
                </a:cubicBezTo>
                <a:cubicBezTo>
                  <a:pt x="37" y="1"/>
                  <a:pt x="37" y="1"/>
                  <a:pt x="37" y="1"/>
                </a:cubicBezTo>
                <a:cubicBezTo>
                  <a:pt x="39" y="3"/>
                  <a:pt x="42" y="4"/>
                  <a:pt x="43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5" y="8"/>
                  <a:pt x="47" y="10"/>
                  <a:pt x="48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9" y="15"/>
                  <a:pt x="50" y="18"/>
                  <a:pt x="50" y="21"/>
                </a:cubicBezTo>
                <a:cubicBezTo>
                  <a:pt x="50" y="24"/>
                  <a:pt x="49" y="26"/>
                  <a:pt x="48" y="29"/>
                </a:cubicBezTo>
                <a:cubicBezTo>
                  <a:pt x="47" y="31"/>
                  <a:pt x="46" y="33"/>
                  <a:pt x="45" y="34"/>
                </a:cubicBezTo>
                <a:close/>
                <a:moveTo>
                  <a:pt x="2" y="26"/>
                </a:moveTo>
                <a:cubicBezTo>
                  <a:pt x="2" y="26"/>
                  <a:pt x="2" y="26"/>
                  <a:pt x="2" y="26"/>
                </a:cubicBezTo>
                <a:cubicBezTo>
                  <a:pt x="1" y="26"/>
                  <a:pt x="0" y="26"/>
                  <a:pt x="0" y="25"/>
                </a:cubicBezTo>
                <a:cubicBezTo>
                  <a:pt x="0" y="24"/>
                  <a:pt x="1" y="24"/>
                  <a:pt x="2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15"/>
                  <a:pt x="16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22" y="23"/>
                  <a:pt x="22" y="23"/>
                  <a:pt x="22" y="23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0"/>
                  <a:pt x="26" y="20"/>
                  <a:pt x="26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9" y="27"/>
                  <a:pt x="29" y="27"/>
                  <a:pt x="29" y="27"/>
                </a:cubicBezTo>
                <a:cubicBezTo>
                  <a:pt x="33" y="12"/>
                  <a:pt x="33" y="12"/>
                  <a:pt x="33" y="12"/>
                </a:cubicBezTo>
                <a:cubicBezTo>
                  <a:pt x="33" y="11"/>
                  <a:pt x="34" y="11"/>
                  <a:pt x="34" y="11"/>
                </a:cubicBezTo>
                <a:cubicBezTo>
                  <a:pt x="34" y="11"/>
                  <a:pt x="35" y="11"/>
                  <a:pt x="35" y="11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40" y="18"/>
                  <a:pt x="40" y="18"/>
                </a:cubicBezTo>
                <a:cubicBezTo>
                  <a:pt x="40" y="19"/>
                  <a:pt x="39" y="19"/>
                  <a:pt x="38" y="18"/>
                </a:cubicBezTo>
                <a:cubicBezTo>
                  <a:pt x="35" y="14"/>
                  <a:pt x="35" y="14"/>
                  <a:pt x="35" y="14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1"/>
                  <a:pt x="31" y="31"/>
                  <a:pt x="30" y="31"/>
                </a:cubicBezTo>
                <a:cubicBezTo>
                  <a:pt x="30" y="31"/>
                  <a:pt x="29" y="31"/>
                  <a:pt x="29" y="31"/>
                </a:cubicBezTo>
                <a:cubicBezTo>
                  <a:pt x="25" y="23"/>
                  <a:pt x="25" y="23"/>
                  <a:pt x="25" y="23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2" y="26"/>
                  <a:pt x="21" y="26"/>
                  <a:pt x="21" y="26"/>
                </a:cubicBezTo>
                <a:cubicBezTo>
                  <a:pt x="16" y="18"/>
                  <a:pt x="16" y="18"/>
                  <a:pt x="16" y="18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1" y="26"/>
                  <a:pt x="11" y="26"/>
                </a:cubicBezTo>
                <a:cubicBezTo>
                  <a:pt x="2" y="26"/>
                  <a:pt x="2" y="26"/>
                  <a:pt x="2" y="2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79" name="Freeform 313">
            <a:extLst>
              <a:ext uri="{FF2B5EF4-FFF2-40B4-BE49-F238E27FC236}">
                <a16:creationId xmlns:a16="http://schemas.microsoft.com/office/drawing/2014/main" id="{D84F9FB0-358D-6300-3B8C-1B1F9F5A1A82}"/>
              </a:ext>
            </a:extLst>
          </p:cNvPr>
          <p:cNvSpPr>
            <a:spLocks noEditPoints="1"/>
          </p:cNvSpPr>
          <p:nvPr/>
        </p:nvSpPr>
        <p:spPr bwMode="auto">
          <a:xfrm>
            <a:off x="7320952" y="5643481"/>
            <a:ext cx="188383" cy="215900"/>
          </a:xfrm>
          <a:custGeom>
            <a:avLst/>
            <a:gdLst>
              <a:gd name="T0" fmla="*/ 32111 w 44"/>
              <a:gd name="T1" fmla="*/ 120650 h 51"/>
              <a:gd name="T2" fmla="*/ 105965 w 44"/>
              <a:gd name="T3" fmla="*/ 117475 h 51"/>
              <a:gd name="T4" fmla="*/ 105965 w 44"/>
              <a:gd name="T5" fmla="*/ 123825 h 51"/>
              <a:gd name="T6" fmla="*/ 16055 w 44"/>
              <a:gd name="T7" fmla="*/ 0 h 51"/>
              <a:gd name="T8" fmla="*/ 89910 w 44"/>
              <a:gd name="T9" fmla="*/ 0 h 51"/>
              <a:gd name="T10" fmla="*/ 141287 w 44"/>
              <a:gd name="T11" fmla="*/ 47625 h 51"/>
              <a:gd name="T12" fmla="*/ 141287 w 44"/>
              <a:gd name="T13" fmla="*/ 50800 h 51"/>
              <a:gd name="T14" fmla="*/ 138076 w 44"/>
              <a:gd name="T15" fmla="*/ 155575 h 51"/>
              <a:gd name="T16" fmla="*/ 138076 w 44"/>
              <a:gd name="T17" fmla="*/ 155575 h 51"/>
              <a:gd name="T18" fmla="*/ 16055 w 44"/>
              <a:gd name="T19" fmla="*/ 161925 h 51"/>
              <a:gd name="T20" fmla="*/ 6422 w 44"/>
              <a:gd name="T21" fmla="*/ 155575 h 51"/>
              <a:gd name="T22" fmla="*/ 0 w 44"/>
              <a:gd name="T23" fmla="*/ 19050 h 51"/>
              <a:gd name="T24" fmla="*/ 16055 w 44"/>
              <a:gd name="T25" fmla="*/ 0 h 51"/>
              <a:gd name="T26" fmla="*/ 86699 w 44"/>
              <a:gd name="T27" fmla="*/ 12700 h 51"/>
              <a:gd name="T28" fmla="*/ 16055 w 44"/>
              <a:gd name="T29" fmla="*/ 15875 h 51"/>
              <a:gd name="T30" fmla="*/ 12844 w 44"/>
              <a:gd name="T31" fmla="*/ 142875 h 51"/>
              <a:gd name="T32" fmla="*/ 16055 w 44"/>
              <a:gd name="T33" fmla="*/ 149225 h 51"/>
              <a:gd name="T34" fmla="*/ 128443 w 44"/>
              <a:gd name="T35" fmla="*/ 146050 h 51"/>
              <a:gd name="T36" fmla="*/ 128443 w 44"/>
              <a:gd name="T37" fmla="*/ 142875 h 51"/>
              <a:gd name="T38" fmla="*/ 102754 w 44"/>
              <a:gd name="T39" fmla="*/ 57150 h 51"/>
              <a:gd name="T40" fmla="*/ 89910 w 44"/>
              <a:gd name="T41" fmla="*/ 50800 h 51"/>
              <a:gd name="T42" fmla="*/ 86699 w 44"/>
              <a:gd name="T43" fmla="*/ 12700 h 51"/>
              <a:gd name="T44" fmla="*/ 122021 w 44"/>
              <a:gd name="T45" fmla="*/ 47625 h 51"/>
              <a:gd name="T46" fmla="*/ 93121 w 44"/>
              <a:gd name="T47" fmla="*/ 41275 h 51"/>
              <a:gd name="T48" fmla="*/ 96332 w 44"/>
              <a:gd name="T49" fmla="*/ 47625 h 51"/>
              <a:gd name="T50" fmla="*/ 122021 w 44"/>
              <a:gd name="T51" fmla="*/ 47625 h 51"/>
              <a:gd name="T52" fmla="*/ 35322 w 44"/>
              <a:gd name="T53" fmla="*/ 73025 h 51"/>
              <a:gd name="T54" fmla="*/ 35322 w 44"/>
              <a:gd name="T55" fmla="*/ 63500 h 51"/>
              <a:gd name="T56" fmla="*/ 112387 w 44"/>
              <a:gd name="T57" fmla="*/ 66675 h 51"/>
              <a:gd name="T58" fmla="*/ 35322 w 44"/>
              <a:gd name="T59" fmla="*/ 73025 h 51"/>
              <a:gd name="T60" fmla="*/ 35322 w 44"/>
              <a:gd name="T61" fmla="*/ 98425 h 51"/>
              <a:gd name="T62" fmla="*/ 35322 w 44"/>
              <a:gd name="T63" fmla="*/ 88900 h 51"/>
              <a:gd name="T64" fmla="*/ 112387 w 44"/>
              <a:gd name="T65" fmla="*/ 95250 h 51"/>
              <a:gd name="T66" fmla="*/ 35322 w 44"/>
              <a:gd name="T67" fmla="*/ 98425 h 5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4" h="51">
                <a:moveTo>
                  <a:pt x="11" y="39"/>
                </a:moveTo>
                <a:cubicBezTo>
                  <a:pt x="10" y="39"/>
                  <a:pt x="10" y="38"/>
                  <a:pt x="10" y="38"/>
                </a:cubicBezTo>
                <a:cubicBezTo>
                  <a:pt x="10" y="37"/>
                  <a:pt x="10" y="37"/>
                  <a:pt x="11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4" y="37"/>
                  <a:pt x="35" y="37"/>
                  <a:pt x="35" y="38"/>
                </a:cubicBezTo>
                <a:cubicBezTo>
                  <a:pt x="35" y="38"/>
                  <a:pt x="34" y="39"/>
                  <a:pt x="33" y="39"/>
                </a:cubicBezTo>
                <a:cubicBezTo>
                  <a:pt x="11" y="39"/>
                  <a:pt x="11" y="39"/>
                  <a:pt x="11" y="39"/>
                </a:cubicBezTo>
                <a:close/>
                <a:moveTo>
                  <a:pt x="5" y="0"/>
                </a:moveTo>
                <a:cubicBezTo>
                  <a:pt x="5" y="0"/>
                  <a:pt x="5" y="0"/>
                  <a:pt x="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9" y="0"/>
                  <a:pt x="29" y="1"/>
                  <a:pt x="30" y="1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4" y="16"/>
                  <a:pt x="44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7"/>
                  <a:pt x="44" y="48"/>
                  <a:pt x="43" y="49"/>
                </a:cubicBezTo>
                <a:cubicBezTo>
                  <a:pt x="43" y="49"/>
                  <a:pt x="43" y="49"/>
                  <a:pt x="43" y="49"/>
                </a:cubicBezTo>
                <a:cubicBezTo>
                  <a:pt x="43" y="49"/>
                  <a:pt x="43" y="49"/>
                  <a:pt x="43" y="49"/>
                </a:cubicBezTo>
                <a:cubicBezTo>
                  <a:pt x="42" y="50"/>
                  <a:pt x="40" y="51"/>
                  <a:pt x="39" y="51"/>
                </a:cubicBezTo>
                <a:cubicBezTo>
                  <a:pt x="5" y="51"/>
                  <a:pt x="5" y="51"/>
                  <a:pt x="5" y="51"/>
                </a:cubicBezTo>
                <a:cubicBezTo>
                  <a:pt x="4" y="51"/>
                  <a:pt x="3" y="50"/>
                  <a:pt x="2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1" y="48"/>
                  <a:pt x="0" y="47"/>
                  <a:pt x="0" y="45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4" y="0"/>
                  <a:pt x="5" y="0"/>
                </a:cubicBezTo>
                <a:close/>
                <a:moveTo>
                  <a:pt x="27" y="4"/>
                </a:moveTo>
                <a:cubicBezTo>
                  <a:pt x="27" y="4"/>
                  <a:pt x="27" y="4"/>
                  <a:pt x="27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5"/>
                </a:cubicBezTo>
                <a:cubicBezTo>
                  <a:pt x="4" y="5"/>
                  <a:pt x="4" y="5"/>
                  <a:pt x="4" y="6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6"/>
                  <a:pt x="4" y="46"/>
                  <a:pt x="5" y="46"/>
                </a:cubicBezTo>
                <a:cubicBezTo>
                  <a:pt x="5" y="47"/>
                  <a:pt x="5" y="47"/>
                  <a:pt x="5" y="47"/>
                </a:cubicBezTo>
                <a:cubicBezTo>
                  <a:pt x="39" y="47"/>
                  <a:pt x="39" y="47"/>
                  <a:pt x="39" y="47"/>
                </a:cubicBezTo>
                <a:cubicBezTo>
                  <a:pt x="39" y="47"/>
                  <a:pt x="40" y="47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0" y="46"/>
                  <a:pt x="40" y="45"/>
                </a:cubicBezTo>
                <a:cubicBezTo>
                  <a:pt x="40" y="18"/>
                  <a:pt x="40" y="18"/>
                  <a:pt x="40" y="18"/>
                </a:cubicBezTo>
                <a:cubicBezTo>
                  <a:pt x="32" y="18"/>
                  <a:pt x="32" y="18"/>
                  <a:pt x="32" y="18"/>
                </a:cubicBezTo>
                <a:cubicBezTo>
                  <a:pt x="30" y="18"/>
                  <a:pt x="29" y="17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5"/>
                  <a:pt x="27" y="14"/>
                  <a:pt x="27" y="13"/>
                </a:cubicBezTo>
                <a:cubicBezTo>
                  <a:pt x="27" y="4"/>
                  <a:pt x="27" y="4"/>
                  <a:pt x="27" y="4"/>
                </a:cubicBezTo>
                <a:close/>
                <a:moveTo>
                  <a:pt x="38" y="15"/>
                </a:moveTo>
                <a:cubicBezTo>
                  <a:pt x="38" y="15"/>
                  <a:pt x="38" y="15"/>
                  <a:pt x="38" y="15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4"/>
                  <a:pt x="30" y="14"/>
                  <a:pt x="30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31" y="15"/>
                  <a:pt x="32" y="15"/>
                </a:cubicBezTo>
                <a:cubicBezTo>
                  <a:pt x="38" y="15"/>
                  <a:pt x="38" y="15"/>
                  <a:pt x="38" y="15"/>
                </a:cubicBezTo>
                <a:close/>
                <a:moveTo>
                  <a:pt x="11" y="23"/>
                </a:moveTo>
                <a:cubicBezTo>
                  <a:pt x="11" y="23"/>
                  <a:pt x="11" y="23"/>
                  <a:pt x="11" y="23"/>
                </a:cubicBezTo>
                <a:cubicBezTo>
                  <a:pt x="10" y="23"/>
                  <a:pt x="10" y="22"/>
                  <a:pt x="10" y="21"/>
                </a:cubicBezTo>
                <a:cubicBezTo>
                  <a:pt x="10" y="21"/>
                  <a:pt x="10" y="20"/>
                  <a:pt x="11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4" y="20"/>
                  <a:pt x="35" y="21"/>
                  <a:pt x="35" y="21"/>
                </a:cubicBezTo>
                <a:cubicBezTo>
                  <a:pt x="35" y="22"/>
                  <a:pt x="34" y="23"/>
                  <a:pt x="33" y="23"/>
                </a:cubicBezTo>
                <a:cubicBezTo>
                  <a:pt x="11" y="23"/>
                  <a:pt x="11" y="23"/>
                  <a:pt x="11" y="23"/>
                </a:cubicBezTo>
                <a:close/>
                <a:moveTo>
                  <a:pt x="11" y="31"/>
                </a:moveTo>
                <a:cubicBezTo>
                  <a:pt x="11" y="31"/>
                  <a:pt x="11" y="31"/>
                  <a:pt x="11" y="31"/>
                </a:cubicBezTo>
                <a:cubicBezTo>
                  <a:pt x="10" y="31"/>
                  <a:pt x="10" y="30"/>
                  <a:pt x="10" y="30"/>
                </a:cubicBezTo>
                <a:cubicBezTo>
                  <a:pt x="10" y="29"/>
                  <a:pt x="10" y="28"/>
                  <a:pt x="11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4" y="28"/>
                  <a:pt x="35" y="29"/>
                  <a:pt x="35" y="30"/>
                </a:cubicBezTo>
                <a:cubicBezTo>
                  <a:pt x="35" y="30"/>
                  <a:pt x="34" y="31"/>
                  <a:pt x="33" y="31"/>
                </a:cubicBezTo>
                <a:cubicBezTo>
                  <a:pt x="11" y="31"/>
                  <a:pt x="11" y="31"/>
                  <a:pt x="11" y="3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80" name="Freeform 314">
            <a:extLst>
              <a:ext uri="{FF2B5EF4-FFF2-40B4-BE49-F238E27FC236}">
                <a16:creationId xmlns:a16="http://schemas.microsoft.com/office/drawing/2014/main" id="{5007417E-D03A-BD06-BDC2-0F5B8990DC64}"/>
              </a:ext>
            </a:extLst>
          </p:cNvPr>
          <p:cNvSpPr>
            <a:spLocks noEditPoints="1"/>
          </p:cNvSpPr>
          <p:nvPr/>
        </p:nvSpPr>
        <p:spPr bwMode="auto">
          <a:xfrm>
            <a:off x="9537101" y="6051998"/>
            <a:ext cx="194733" cy="211667"/>
          </a:xfrm>
          <a:custGeom>
            <a:avLst/>
            <a:gdLst>
              <a:gd name="T0" fmla="*/ 31750 w 46"/>
              <a:gd name="T1" fmla="*/ 117475 h 50"/>
              <a:gd name="T2" fmla="*/ 82550 w 46"/>
              <a:gd name="T3" fmla="*/ 114300 h 50"/>
              <a:gd name="T4" fmla="*/ 82550 w 46"/>
              <a:gd name="T5" fmla="*/ 120650 h 50"/>
              <a:gd name="T6" fmla="*/ 107950 w 46"/>
              <a:gd name="T7" fmla="*/ 79375 h 50"/>
              <a:gd name="T8" fmla="*/ 107950 w 46"/>
              <a:gd name="T9" fmla="*/ 69850 h 50"/>
              <a:gd name="T10" fmla="*/ 142875 w 46"/>
              <a:gd name="T11" fmla="*/ 95250 h 50"/>
              <a:gd name="T12" fmla="*/ 142875 w 46"/>
              <a:gd name="T13" fmla="*/ 104775 h 50"/>
              <a:gd name="T14" fmla="*/ 107950 w 46"/>
              <a:gd name="T15" fmla="*/ 130175 h 50"/>
              <a:gd name="T16" fmla="*/ 123825 w 46"/>
              <a:gd name="T17" fmla="*/ 107950 h 50"/>
              <a:gd name="T18" fmla="*/ 85725 w 46"/>
              <a:gd name="T19" fmla="*/ 101600 h 50"/>
              <a:gd name="T20" fmla="*/ 123825 w 46"/>
              <a:gd name="T21" fmla="*/ 95250 h 50"/>
              <a:gd name="T22" fmla="*/ 15875 w 46"/>
              <a:gd name="T23" fmla="*/ 0 h 50"/>
              <a:gd name="T24" fmla="*/ 88900 w 46"/>
              <a:gd name="T25" fmla="*/ 0 h 50"/>
              <a:gd name="T26" fmla="*/ 136525 w 46"/>
              <a:gd name="T27" fmla="*/ 47625 h 50"/>
              <a:gd name="T28" fmla="*/ 139700 w 46"/>
              <a:gd name="T29" fmla="*/ 50800 h 50"/>
              <a:gd name="T30" fmla="*/ 133350 w 46"/>
              <a:gd name="T31" fmla="*/ 73025 h 50"/>
              <a:gd name="T32" fmla="*/ 127000 w 46"/>
              <a:gd name="T33" fmla="*/ 53975 h 50"/>
              <a:gd name="T34" fmla="*/ 88900 w 46"/>
              <a:gd name="T35" fmla="*/ 50800 h 50"/>
              <a:gd name="T36" fmla="*/ 85725 w 46"/>
              <a:gd name="T37" fmla="*/ 41275 h 50"/>
              <a:gd name="T38" fmla="*/ 15875 w 46"/>
              <a:gd name="T39" fmla="*/ 12700 h 50"/>
              <a:gd name="T40" fmla="*/ 12700 w 46"/>
              <a:gd name="T41" fmla="*/ 15875 h 50"/>
              <a:gd name="T42" fmla="*/ 12700 w 46"/>
              <a:gd name="T43" fmla="*/ 146050 h 50"/>
              <a:gd name="T44" fmla="*/ 15875 w 46"/>
              <a:gd name="T45" fmla="*/ 146050 h 50"/>
              <a:gd name="T46" fmla="*/ 127000 w 46"/>
              <a:gd name="T47" fmla="*/ 146050 h 50"/>
              <a:gd name="T48" fmla="*/ 127000 w 46"/>
              <a:gd name="T49" fmla="*/ 142875 h 50"/>
              <a:gd name="T50" fmla="*/ 133350 w 46"/>
              <a:gd name="T51" fmla="*/ 127000 h 50"/>
              <a:gd name="T52" fmla="*/ 139700 w 46"/>
              <a:gd name="T53" fmla="*/ 142875 h 50"/>
              <a:gd name="T54" fmla="*/ 133350 w 46"/>
              <a:gd name="T55" fmla="*/ 155575 h 50"/>
              <a:gd name="T56" fmla="*/ 123825 w 46"/>
              <a:gd name="T57" fmla="*/ 158750 h 50"/>
              <a:gd name="T58" fmla="*/ 6350 w 46"/>
              <a:gd name="T59" fmla="*/ 155575 h 50"/>
              <a:gd name="T60" fmla="*/ 0 w 46"/>
              <a:gd name="T61" fmla="*/ 142875 h 50"/>
              <a:gd name="T62" fmla="*/ 6350 w 46"/>
              <a:gd name="T63" fmla="*/ 6350 h 50"/>
              <a:gd name="T64" fmla="*/ 120650 w 46"/>
              <a:gd name="T65" fmla="*/ 47625 h 50"/>
              <a:gd name="T66" fmla="*/ 92075 w 46"/>
              <a:gd name="T67" fmla="*/ 19050 h 50"/>
              <a:gd name="T68" fmla="*/ 95250 w 46"/>
              <a:gd name="T69" fmla="*/ 44450 h 50"/>
              <a:gd name="T70" fmla="*/ 98425 w 46"/>
              <a:gd name="T71" fmla="*/ 47625 h 50"/>
              <a:gd name="T72" fmla="*/ 34925 w 46"/>
              <a:gd name="T73" fmla="*/ 69850 h 50"/>
              <a:gd name="T74" fmla="*/ 31750 w 46"/>
              <a:gd name="T75" fmla="*/ 66675 h 50"/>
              <a:gd name="T76" fmla="*/ 92075 w 46"/>
              <a:gd name="T77" fmla="*/ 63500 h 50"/>
              <a:gd name="T78" fmla="*/ 92075 w 46"/>
              <a:gd name="T79" fmla="*/ 69850 h 50"/>
              <a:gd name="T80" fmla="*/ 34925 w 46"/>
              <a:gd name="T81" fmla="*/ 95250 h 50"/>
              <a:gd name="T82" fmla="*/ 31750 w 46"/>
              <a:gd name="T83" fmla="*/ 92075 h 50"/>
              <a:gd name="T84" fmla="*/ 73025 w 46"/>
              <a:gd name="T85" fmla="*/ 88900 h 50"/>
              <a:gd name="T86" fmla="*/ 73025 w 46"/>
              <a:gd name="T87" fmla="*/ 95250 h 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6" h="50">
                <a:moveTo>
                  <a:pt x="11" y="38"/>
                </a:moveTo>
                <a:cubicBezTo>
                  <a:pt x="10" y="38"/>
                  <a:pt x="10" y="38"/>
                  <a:pt x="10" y="37"/>
                </a:cubicBezTo>
                <a:cubicBezTo>
                  <a:pt x="10" y="37"/>
                  <a:pt x="10" y="36"/>
                  <a:pt x="11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7" y="36"/>
                  <a:pt x="27" y="37"/>
                  <a:pt x="27" y="37"/>
                </a:cubicBezTo>
                <a:cubicBezTo>
                  <a:pt x="27" y="38"/>
                  <a:pt x="27" y="38"/>
                  <a:pt x="26" y="38"/>
                </a:cubicBezTo>
                <a:cubicBezTo>
                  <a:pt x="11" y="38"/>
                  <a:pt x="11" y="38"/>
                  <a:pt x="11" y="38"/>
                </a:cubicBezTo>
                <a:close/>
                <a:moveTo>
                  <a:pt x="34" y="25"/>
                </a:moveTo>
                <a:cubicBezTo>
                  <a:pt x="34" y="25"/>
                  <a:pt x="34" y="25"/>
                  <a:pt x="34" y="25"/>
                </a:cubicBezTo>
                <a:cubicBezTo>
                  <a:pt x="33" y="24"/>
                  <a:pt x="33" y="23"/>
                  <a:pt x="34" y="22"/>
                </a:cubicBezTo>
                <a:cubicBezTo>
                  <a:pt x="35" y="21"/>
                  <a:pt x="36" y="21"/>
                  <a:pt x="36" y="22"/>
                </a:cubicBezTo>
                <a:cubicBezTo>
                  <a:pt x="45" y="30"/>
                  <a:pt x="45" y="30"/>
                  <a:pt x="45" y="30"/>
                </a:cubicBezTo>
                <a:cubicBezTo>
                  <a:pt x="46" y="31"/>
                  <a:pt x="46" y="32"/>
                  <a:pt x="45" y="33"/>
                </a:cubicBezTo>
                <a:cubicBezTo>
                  <a:pt x="45" y="33"/>
                  <a:pt x="45" y="33"/>
                  <a:pt x="45" y="33"/>
                </a:cubicBezTo>
                <a:cubicBezTo>
                  <a:pt x="36" y="41"/>
                  <a:pt x="36" y="41"/>
                  <a:pt x="36" y="41"/>
                </a:cubicBezTo>
                <a:cubicBezTo>
                  <a:pt x="36" y="42"/>
                  <a:pt x="35" y="42"/>
                  <a:pt x="34" y="41"/>
                </a:cubicBezTo>
                <a:cubicBezTo>
                  <a:pt x="33" y="41"/>
                  <a:pt x="33" y="39"/>
                  <a:pt x="34" y="39"/>
                </a:cubicBezTo>
                <a:cubicBezTo>
                  <a:pt x="39" y="34"/>
                  <a:pt x="39" y="34"/>
                  <a:pt x="3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8" y="34"/>
                  <a:pt x="27" y="33"/>
                  <a:pt x="27" y="32"/>
                </a:cubicBezTo>
                <a:cubicBezTo>
                  <a:pt x="27" y="31"/>
                  <a:pt x="28" y="30"/>
                  <a:pt x="29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4" y="25"/>
                  <a:pt x="34" y="25"/>
                  <a:pt x="34" y="25"/>
                </a:cubicBezTo>
                <a:close/>
                <a:moveTo>
                  <a:pt x="5" y="0"/>
                </a:moveTo>
                <a:cubicBezTo>
                  <a:pt x="5" y="0"/>
                  <a:pt x="5" y="0"/>
                  <a:pt x="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9" y="0"/>
                  <a:pt x="29" y="0"/>
                  <a:pt x="29" y="1"/>
                </a:cubicBezTo>
                <a:cubicBezTo>
                  <a:pt x="43" y="15"/>
                  <a:pt x="43" y="15"/>
                  <a:pt x="43" y="15"/>
                </a:cubicBezTo>
                <a:cubicBezTo>
                  <a:pt x="44" y="15"/>
                  <a:pt x="44" y="15"/>
                  <a:pt x="44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21"/>
                  <a:pt x="44" y="21"/>
                  <a:pt x="44" y="21"/>
                </a:cubicBezTo>
                <a:cubicBezTo>
                  <a:pt x="44" y="22"/>
                  <a:pt x="43" y="23"/>
                  <a:pt x="42" y="23"/>
                </a:cubicBezTo>
                <a:cubicBezTo>
                  <a:pt x="41" y="23"/>
                  <a:pt x="40" y="22"/>
                  <a:pt x="40" y="21"/>
                </a:cubicBezTo>
                <a:cubicBezTo>
                  <a:pt x="40" y="17"/>
                  <a:pt x="40" y="17"/>
                  <a:pt x="40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0" y="17"/>
                  <a:pt x="29" y="17"/>
                  <a:pt x="28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7" y="15"/>
                  <a:pt x="27" y="14"/>
                  <a:pt x="27" y="13"/>
                </a:cubicBezTo>
                <a:cubicBezTo>
                  <a:pt x="27" y="4"/>
                  <a:pt x="27" y="4"/>
                  <a:pt x="27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4" y="4"/>
                </a:cubicBezTo>
                <a:cubicBezTo>
                  <a:pt x="4" y="5"/>
                  <a:pt x="4" y="5"/>
                  <a:pt x="4" y="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0" y="45"/>
                  <a:pt x="40" y="45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1"/>
                  <a:pt x="41" y="40"/>
                  <a:pt x="42" y="40"/>
                </a:cubicBezTo>
                <a:cubicBezTo>
                  <a:pt x="43" y="40"/>
                  <a:pt x="44" y="41"/>
                  <a:pt x="44" y="42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6"/>
                  <a:pt x="43" y="48"/>
                  <a:pt x="42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1" y="50"/>
                  <a:pt x="40" y="50"/>
                  <a:pt x="39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4" y="50"/>
                  <a:pt x="3" y="50"/>
                  <a:pt x="2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1" y="48"/>
                  <a:pt x="0" y="46"/>
                  <a:pt x="0" y="45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4" y="0"/>
                  <a:pt x="5" y="0"/>
                </a:cubicBezTo>
                <a:close/>
                <a:moveTo>
                  <a:pt x="38" y="15"/>
                </a:moveTo>
                <a:cubicBezTo>
                  <a:pt x="38" y="15"/>
                  <a:pt x="38" y="15"/>
                  <a:pt x="38" y="15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3"/>
                  <a:pt x="29" y="14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5"/>
                  <a:pt x="31" y="15"/>
                  <a:pt x="31" y="15"/>
                </a:cubicBezTo>
                <a:cubicBezTo>
                  <a:pt x="38" y="15"/>
                  <a:pt x="38" y="15"/>
                  <a:pt x="38" y="15"/>
                </a:cubicBezTo>
                <a:close/>
                <a:moveTo>
                  <a:pt x="11" y="22"/>
                </a:moveTo>
                <a:cubicBezTo>
                  <a:pt x="11" y="22"/>
                  <a:pt x="11" y="22"/>
                  <a:pt x="11" y="22"/>
                </a:cubicBezTo>
                <a:cubicBezTo>
                  <a:pt x="10" y="22"/>
                  <a:pt x="10" y="22"/>
                  <a:pt x="10" y="21"/>
                </a:cubicBezTo>
                <a:cubicBezTo>
                  <a:pt x="10" y="20"/>
                  <a:pt x="10" y="20"/>
                  <a:pt x="11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30" y="20"/>
                  <a:pt x="30" y="20"/>
                  <a:pt x="30" y="21"/>
                </a:cubicBezTo>
                <a:cubicBezTo>
                  <a:pt x="30" y="22"/>
                  <a:pt x="30" y="22"/>
                  <a:pt x="29" y="22"/>
                </a:cubicBezTo>
                <a:cubicBezTo>
                  <a:pt x="11" y="22"/>
                  <a:pt x="11" y="22"/>
                  <a:pt x="11" y="22"/>
                </a:cubicBezTo>
                <a:close/>
                <a:moveTo>
                  <a:pt x="11" y="30"/>
                </a:moveTo>
                <a:cubicBezTo>
                  <a:pt x="11" y="30"/>
                  <a:pt x="11" y="30"/>
                  <a:pt x="11" y="30"/>
                </a:cubicBezTo>
                <a:cubicBezTo>
                  <a:pt x="10" y="30"/>
                  <a:pt x="10" y="30"/>
                  <a:pt x="10" y="29"/>
                </a:cubicBezTo>
                <a:cubicBezTo>
                  <a:pt x="10" y="28"/>
                  <a:pt x="10" y="28"/>
                  <a:pt x="11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4" y="28"/>
                  <a:pt x="24" y="28"/>
                  <a:pt x="24" y="29"/>
                </a:cubicBezTo>
                <a:cubicBezTo>
                  <a:pt x="24" y="30"/>
                  <a:pt x="24" y="30"/>
                  <a:pt x="23" y="30"/>
                </a:cubicBezTo>
                <a:cubicBezTo>
                  <a:pt x="11" y="30"/>
                  <a:pt x="11" y="30"/>
                  <a:pt x="11" y="3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81" name="Freeform 315">
            <a:extLst>
              <a:ext uri="{FF2B5EF4-FFF2-40B4-BE49-F238E27FC236}">
                <a16:creationId xmlns:a16="http://schemas.microsoft.com/office/drawing/2014/main" id="{E410280A-43B3-8A71-3960-6016ECAA67A2}"/>
              </a:ext>
            </a:extLst>
          </p:cNvPr>
          <p:cNvSpPr>
            <a:spLocks noEditPoints="1"/>
          </p:cNvSpPr>
          <p:nvPr/>
        </p:nvSpPr>
        <p:spPr bwMode="auto">
          <a:xfrm>
            <a:off x="2793402" y="5643481"/>
            <a:ext cx="192617" cy="215900"/>
          </a:xfrm>
          <a:custGeom>
            <a:avLst/>
            <a:gdLst>
              <a:gd name="T0" fmla="*/ 77047 w 45"/>
              <a:gd name="T1" fmla="*/ 158750 h 51"/>
              <a:gd name="T2" fmla="*/ 67416 w 45"/>
              <a:gd name="T3" fmla="*/ 158750 h 51"/>
              <a:gd name="T4" fmla="*/ 12841 w 45"/>
              <a:gd name="T5" fmla="*/ 111125 h 51"/>
              <a:gd name="T6" fmla="*/ 22472 w 45"/>
              <a:gd name="T7" fmla="*/ 22225 h 51"/>
              <a:gd name="T8" fmla="*/ 121991 w 45"/>
              <a:gd name="T9" fmla="*/ 22225 h 51"/>
              <a:gd name="T10" fmla="*/ 144463 w 45"/>
              <a:gd name="T11" fmla="*/ 69850 h 51"/>
              <a:gd name="T12" fmla="*/ 96309 w 45"/>
              <a:gd name="T13" fmla="*/ 136525 h 51"/>
              <a:gd name="T14" fmla="*/ 73837 w 45"/>
              <a:gd name="T15" fmla="*/ 34925 h 51"/>
              <a:gd name="T16" fmla="*/ 80257 w 45"/>
              <a:gd name="T17" fmla="*/ 57150 h 51"/>
              <a:gd name="T18" fmla="*/ 105940 w 45"/>
              <a:gd name="T19" fmla="*/ 63500 h 51"/>
              <a:gd name="T20" fmla="*/ 96309 w 45"/>
              <a:gd name="T21" fmla="*/ 95250 h 51"/>
              <a:gd name="T22" fmla="*/ 70626 w 45"/>
              <a:gd name="T23" fmla="*/ 85725 h 51"/>
              <a:gd name="T24" fmla="*/ 48154 w 45"/>
              <a:gd name="T25" fmla="*/ 95250 h 51"/>
              <a:gd name="T26" fmla="*/ 38523 w 45"/>
              <a:gd name="T27" fmla="*/ 63500 h 51"/>
              <a:gd name="T28" fmla="*/ 60995 w 45"/>
              <a:gd name="T29" fmla="*/ 57150 h 51"/>
              <a:gd name="T30" fmla="*/ 73837 w 45"/>
              <a:gd name="T31" fmla="*/ 34925 h 51"/>
              <a:gd name="T32" fmla="*/ 77047 w 45"/>
              <a:gd name="T33" fmla="*/ 60325 h 51"/>
              <a:gd name="T34" fmla="*/ 67416 w 45"/>
              <a:gd name="T35" fmla="*/ 60325 h 51"/>
              <a:gd name="T36" fmla="*/ 51365 w 45"/>
              <a:gd name="T37" fmla="*/ 63500 h 51"/>
              <a:gd name="T38" fmla="*/ 64206 w 45"/>
              <a:gd name="T39" fmla="*/ 76200 h 51"/>
              <a:gd name="T40" fmla="*/ 70626 w 45"/>
              <a:gd name="T41" fmla="*/ 79375 h 51"/>
              <a:gd name="T42" fmla="*/ 83468 w 45"/>
              <a:gd name="T43" fmla="*/ 85725 h 51"/>
              <a:gd name="T44" fmla="*/ 80257 w 45"/>
              <a:gd name="T45" fmla="*/ 69850 h 51"/>
              <a:gd name="T46" fmla="*/ 80257 w 45"/>
              <a:gd name="T47" fmla="*/ 63500 h 51"/>
              <a:gd name="T48" fmla="*/ 70626 w 45"/>
              <a:gd name="T49" fmla="*/ 146050 h 51"/>
              <a:gd name="T50" fmla="*/ 89888 w 45"/>
              <a:gd name="T51" fmla="*/ 127000 h 51"/>
              <a:gd name="T52" fmla="*/ 89888 w 45"/>
              <a:gd name="T53" fmla="*/ 127000 h 51"/>
              <a:gd name="T54" fmla="*/ 93098 w 45"/>
              <a:gd name="T55" fmla="*/ 127000 h 51"/>
              <a:gd name="T56" fmla="*/ 131622 w 45"/>
              <a:gd name="T57" fmla="*/ 69850 h 51"/>
              <a:gd name="T58" fmla="*/ 112360 w 45"/>
              <a:gd name="T59" fmla="*/ 28575 h 51"/>
              <a:gd name="T60" fmla="*/ 28893 w 45"/>
              <a:gd name="T61" fmla="*/ 28575 h 51"/>
              <a:gd name="T62" fmla="*/ 22472 w 45"/>
              <a:gd name="T63" fmla="*/ 104775 h 51"/>
              <a:gd name="T64" fmla="*/ 51365 w 45"/>
              <a:gd name="T65" fmla="*/ 127000 h 51"/>
              <a:gd name="T66" fmla="*/ 54575 w 45"/>
              <a:gd name="T67" fmla="*/ 127000 h 5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5" h="51">
                <a:moveTo>
                  <a:pt x="25" y="49"/>
                </a:moveTo>
                <a:cubicBezTo>
                  <a:pt x="24" y="50"/>
                  <a:pt x="24" y="50"/>
                  <a:pt x="24" y="50"/>
                </a:cubicBezTo>
                <a:cubicBezTo>
                  <a:pt x="22" y="51"/>
                  <a:pt x="22" y="51"/>
                  <a:pt x="22" y="51"/>
                </a:cubicBezTo>
                <a:cubicBezTo>
                  <a:pt x="21" y="50"/>
                  <a:pt x="21" y="50"/>
                  <a:pt x="21" y="50"/>
                </a:cubicBezTo>
                <a:cubicBezTo>
                  <a:pt x="14" y="43"/>
                  <a:pt x="14" y="43"/>
                  <a:pt x="14" y="43"/>
                </a:cubicBezTo>
                <a:cubicBezTo>
                  <a:pt x="10" y="42"/>
                  <a:pt x="7" y="39"/>
                  <a:pt x="4" y="35"/>
                </a:cubicBezTo>
                <a:cubicBezTo>
                  <a:pt x="2" y="32"/>
                  <a:pt x="0" y="27"/>
                  <a:pt x="0" y="22"/>
                </a:cubicBezTo>
                <a:cubicBezTo>
                  <a:pt x="0" y="16"/>
                  <a:pt x="2" y="11"/>
                  <a:pt x="7" y="7"/>
                </a:cubicBezTo>
                <a:cubicBezTo>
                  <a:pt x="11" y="2"/>
                  <a:pt x="16" y="0"/>
                  <a:pt x="22" y="0"/>
                </a:cubicBezTo>
                <a:cubicBezTo>
                  <a:pt x="28" y="0"/>
                  <a:pt x="34" y="2"/>
                  <a:pt x="38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42" y="11"/>
                  <a:pt x="45" y="16"/>
                  <a:pt x="45" y="22"/>
                </a:cubicBezTo>
                <a:cubicBezTo>
                  <a:pt x="45" y="27"/>
                  <a:pt x="43" y="32"/>
                  <a:pt x="40" y="35"/>
                </a:cubicBezTo>
                <a:cubicBezTo>
                  <a:pt x="38" y="39"/>
                  <a:pt x="34" y="42"/>
                  <a:pt x="30" y="43"/>
                </a:cubicBezTo>
                <a:cubicBezTo>
                  <a:pt x="25" y="49"/>
                  <a:pt x="25" y="49"/>
                  <a:pt x="25" y="49"/>
                </a:cubicBezTo>
                <a:close/>
                <a:moveTo>
                  <a:pt x="23" y="11"/>
                </a:moveTo>
                <a:cubicBezTo>
                  <a:pt x="23" y="11"/>
                  <a:pt x="23" y="11"/>
                  <a:pt x="23" y="11"/>
                </a:cubicBezTo>
                <a:cubicBezTo>
                  <a:pt x="25" y="18"/>
                  <a:pt x="25" y="18"/>
                  <a:pt x="25" y="18"/>
                </a:cubicBezTo>
                <a:cubicBezTo>
                  <a:pt x="32" y="18"/>
                  <a:pt x="32" y="18"/>
                  <a:pt x="32" y="18"/>
                </a:cubicBezTo>
                <a:cubicBezTo>
                  <a:pt x="33" y="18"/>
                  <a:pt x="34" y="19"/>
                  <a:pt x="33" y="20"/>
                </a:cubicBezTo>
                <a:cubicBezTo>
                  <a:pt x="27" y="24"/>
                  <a:pt x="27" y="24"/>
                  <a:pt x="27" y="24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1"/>
                  <a:pt x="29" y="32"/>
                  <a:pt x="28" y="31"/>
                </a:cubicBezTo>
                <a:cubicBezTo>
                  <a:pt x="22" y="27"/>
                  <a:pt x="22" y="27"/>
                  <a:pt x="22" y="27"/>
                </a:cubicBezTo>
                <a:cubicBezTo>
                  <a:pt x="17" y="31"/>
                  <a:pt x="17" y="31"/>
                  <a:pt x="17" y="31"/>
                </a:cubicBezTo>
                <a:cubicBezTo>
                  <a:pt x="16" y="32"/>
                  <a:pt x="15" y="31"/>
                  <a:pt x="15" y="30"/>
                </a:cubicBezTo>
                <a:cubicBezTo>
                  <a:pt x="17" y="24"/>
                  <a:pt x="17" y="24"/>
                  <a:pt x="17" y="24"/>
                </a:cubicBezTo>
                <a:cubicBezTo>
                  <a:pt x="12" y="20"/>
                  <a:pt x="12" y="20"/>
                  <a:pt x="12" y="20"/>
                </a:cubicBezTo>
                <a:cubicBezTo>
                  <a:pt x="11" y="19"/>
                  <a:pt x="11" y="18"/>
                  <a:pt x="13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21" y="11"/>
                  <a:pt x="21" y="11"/>
                  <a:pt x="21" y="11"/>
                </a:cubicBezTo>
                <a:cubicBezTo>
                  <a:pt x="22" y="10"/>
                  <a:pt x="23" y="10"/>
                  <a:pt x="23" y="11"/>
                </a:cubicBezTo>
                <a:close/>
                <a:moveTo>
                  <a:pt x="24" y="19"/>
                </a:moveTo>
                <a:cubicBezTo>
                  <a:pt x="24" y="19"/>
                  <a:pt x="24" y="19"/>
                  <a:pt x="24" y="19"/>
                </a:cubicBezTo>
                <a:cubicBezTo>
                  <a:pt x="22" y="15"/>
                  <a:pt x="22" y="15"/>
                  <a:pt x="22" y="15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20"/>
                  <a:pt x="21" y="20"/>
                  <a:pt x="20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3"/>
                  <a:pt x="20" y="23"/>
                  <a:pt x="20" y="24"/>
                </a:cubicBezTo>
                <a:cubicBezTo>
                  <a:pt x="18" y="27"/>
                  <a:pt x="18" y="27"/>
                  <a:pt x="18" y="27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5"/>
                  <a:pt x="23" y="25"/>
                  <a:pt x="23" y="25"/>
                </a:cubicBezTo>
                <a:cubicBezTo>
                  <a:pt x="26" y="27"/>
                  <a:pt x="26" y="27"/>
                  <a:pt x="26" y="27"/>
                </a:cubicBezTo>
                <a:cubicBezTo>
                  <a:pt x="25" y="24"/>
                  <a:pt x="25" y="24"/>
                  <a:pt x="25" y="24"/>
                </a:cubicBezTo>
                <a:cubicBezTo>
                  <a:pt x="25" y="23"/>
                  <a:pt x="25" y="23"/>
                  <a:pt x="25" y="22"/>
                </a:cubicBezTo>
                <a:cubicBezTo>
                  <a:pt x="29" y="20"/>
                  <a:pt x="29" y="20"/>
                  <a:pt x="29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4" y="20"/>
                  <a:pt x="24" y="20"/>
                  <a:pt x="24" y="19"/>
                </a:cubicBezTo>
                <a:close/>
                <a:moveTo>
                  <a:pt x="22" y="46"/>
                </a:moveTo>
                <a:cubicBezTo>
                  <a:pt x="22" y="46"/>
                  <a:pt x="22" y="46"/>
                  <a:pt x="22" y="46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32" y="38"/>
                  <a:pt x="35" y="36"/>
                  <a:pt x="37" y="33"/>
                </a:cubicBezTo>
                <a:cubicBezTo>
                  <a:pt x="40" y="30"/>
                  <a:pt x="41" y="26"/>
                  <a:pt x="41" y="22"/>
                </a:cubicBezTo>
                <a:cubicBezTo>
                  <a:pt x="41" y="17"/>
                  <a:pt x="39" y="13"/>
                  <a:pt x="35" y="9"/>
                </a:cubicBezTo>
                <a:cubicBezTo>
                  <a:pt x="35" y="9"/>
                  <a:pt x="35" y="9"/>
                  <a:pt x="35" y="9"/>
                </a:cubicBezTo>
                <a:cubicBezTo>
                  <a:pt x="32" y="6"/>
                  <a:pt x="27" y="4"/>
                  <a:pt x="22" y="4"/>
                </a:cubicBezTo>
                <a:cubicBezTo>
                  <a:pt x="17" y="4"/>
                  <a:pt x="13" y="6"/>
                  <a:pt x="9" y="9"/>
                </a:cubicBezTo>
                <a:cubicBezTo>
                  <a:pt x="6" y="13"/>
                  <a:pt x="4" y="17"/>
                  <a:pt x="4" y="22"/>
                </a:cubicBezTo>
                <a:cubicBezTo>
                  <a:pt x="4" y="26"/>
                  <a:pt x="5" y="30"/>
                  <a:pt x="7" y="33"/>
                </a:cubicBezTo>
                <a:cubicBezTo>
                  <a:pt x="10" y="36"/>
                  <a:pt x="13" y="38"/>
                  <a:pt x="16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22" y="46"/>
                  <a:pt x="22" y="46"/>
                  <a:pt x="22" y="4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82" name="Freeform 316">
            <a:extLst>
              <a:ext uri="{FF2B5EF4-FFF2-40B4-BE49-F238E27FC236}">
                <a16:creationId xmlns:a16="http://schemas.microsoft.com/office/drawing/2014/main" id="{0B3CB4B6-3FAE-2702-A0DA-632633695C3E}"/>
              </a:ext>
            </a:extLst>
          </p:cNvPr>
          <p:cNvSpPr>
            <a:spLocks noEditPoints="1"/>
          </p:cNvSpPr>
          <p:nvPr/>
        </p:nvSpPr>
        <p:spPr bwMode="auto">
          <a:xfrm>
            <a:off x="11395535" y="4828565"/>
            <a:ext cx="207433" cy="160867"/>
          </a:xfrm>
          <a:custGeom>
            <a:avLst/>
            <a:gdLst>
              <a:gd name="T0" fmla="*/ 28575 w 49"/>
              <a:gd name="T1" fmla="*/ 114300 h 38"/>
              <a:gd name="T2" fmla="*/ 120650 w 49"/>
              <a:gd name="T3" fmla="*/ 107950 h 38"/>
              <a:gd name="T4" fmla="*/ 120650 w 49"/>
              <a:gd name="T5" fmla="*/ 120650 h 38"/>
              <a:gd name="T6" fmla="*/ 60325 w 49"/>
              <a:gd name="T7" fmla="*/ 88900 h 38"/>
              <a:gd name="T8" fmla="*/ 60325 w 49"/>
              <a:gd name="T9" fmla="*/ 88900 h 38"/>
              <a:gd name="T10" fmla="*/ 28575 w 49"/>
              <a:gd name="T11" fmla="*/ 60325 h 38"/>
              <a:gd name="T12" fmla="*/ 31750 w 49"/>
              <a:gd name="T13" fmla="*/ 44450 h 38"/>
              <a:gd name="T14" fmla="*/ 6350 w 49"/>
              <a:gd name="T15" fmla="*/ 44450 h 38"/>
              <a:gd name="T16" fmla="*/ 22225 w 49"/>
              <a:gd name="T17" fmla="*/ 57150 h 38"/>
              <a:gd name="T18" fmla="*/ 28575 w 49"/>
              <a:gd name="T19" fmla="*/ 60325 h 38"/>
              <a:gd name="T20" fmla="*/ 117475 w 49"/>
              <a:gd name="T21" fmla="*/ 95250 h 38"/>
              <a:gd name="T22" fmla="*/ 127000 w 49"/>
              <a:gd name="T23" fmla="*/ 60325 h 38"/>
              <a:gd name="T24" fmla="*/ 136525 w 49"/>
              <a:gd name="T25" fmla="*/ 57150 h 38"/>
              <a:gd name="T26" fmla="*/ 142875 w 49"/>
              <a:gd name="T27" fmla="*/ 53975 h 38"/>
              <a:gd name="T28" fmla="*/ 142875 w 49"/>
              <a:gd name="T29" fmla="*/ 34925 h 38"/>
              <a:gd name="T30" fmla="*/ 123825 w 49"/>
              <a:gd name="T31" fmla="*/ 38100 h 38"/>
              <a:gd name="T32" fmla="*/ 123825 w 49"/>
              <a:gd name="T33" fmla="*/ 53975 h 38"/>
              <a:gd name="T34" fmla="*/ 95250 w 49"/>
              <a:gd name="T35" fmla="*/ 85725 h 38"/>
              <a:gd name="T36" fmla="*/ 92075 w 49"/>
              <a:gd name="T37" fmla="*/ 88900 h 38"/>
              <a:gd name="T38" fmla="*/ 76200 w 49"/>
              <a:gd name="T39" fmla="*/ 38100 h 38"/>
              <a:gd name="T40" fmla="*/ 79375 w 49"/>
              <a:gd name="T41" fmla="*/ 31750 h 38"/>
              <a:gd name="T42" fmla="*/ 88900 w 49"/>
              <a:gd name="T43" fmla="*/ 19050 h 38"/>
              <a:gd name="T44" fmla="*/ 66675 w 49"/>
              <a:gd name="T45" fmla="*/ 12700 h 38"/>
              <a:gd name="T46" fmla="*/ 66675 w 49"/>
              <a:gd name="T47" fmla="*/ 28575 h 38"/>
              <a:gd name="T48" fmla="*/ 76200 w 49"/>
              <a:gd name="T49" fmla="*/ 38100 h 38"/>
              <a:gd name="T50" fmla="*/ 60325 w 49"/>
              <a:gd name="T51" fmla="*/ 88900 h 38"/>
              <a:gd name="T52" fmla="*/ 57150 w 49"/>
              <a:gd name="T53" fmla="*/ 76200 h 38"/>
              <a:gd name="T54" fmla="*/ 60325 w 49"/>
              <a:gd name="T55" fmla="*/ 31750 h 38"/>
              <a:gd name="T56" fmla="*/ 63500 w 49"/>
              <a:gd name="T57" fmla="*/ 6350 h 38"/>
              <a:gd name="T58" fmla="*/ 98425 w 49"/>
              <a:gd name="T59" fmla="*/ 19050 h 38"/>
              <a:gd name="T60" fmla="*/ 85725 w 49"/>
              <a:gd name="T61" fmla="*/ 38100 h 38"/>
              <a:gd name="T62" fmla="*/ 117475 w 49"/>
              <a:gd name="T63" fmla="*/ 57150 h 38"/>
              <a:gd name="T64" fmla="*/ 114300 w 49"/>
              <a:gd name="T65" fmla="*/ 44450 h 38"/>
              <a:gd name="T66" fmla="*/ 133350 w 49"/>
              <a:gd name="T67" fmla="*/ 25400 h 38"/>
              <a:gd name="T68" fmla="*/ 155575 w 49"/>
              <a:gd name="T69" fmla="*/ 44450 h 38"/>
              <a:gd name="T70" fmla="*/ 149225 w 49"/>
              <a:gd name="T71" fmla="*/ 57150 h 38"/>
              <a:gd name="T72" fmla="*/ 133350 w 49"/>
              <a:gd name="T73" fmla="*/ 63500 h 38"/>
              <a:gd name="T74" fmla="*/ 120650 w 49"/>
              <a:gd name="T75" fmla="*/ 101600 h 38"/>
              <a:gd name="T76" fmla="*/ 28575 w 49"/>
              <a:gd name="T77" fmla="*/ 98425 h 38"/>
              <a:gd name="T78" fmla="*/ 12700 w 49"/>
              <a:gd name="T79" fmla="*/ 63500 h 38"/>
              <a:gd name="T80" fmla="*/ 22225 w 49"/>
              <a:gd name="T81" fmla="*/ 25400 h 38"/>
              <a:gd name="T82" fmla="*/ 34925 w 49"/>
              <a:gd name="T83" fmla="*/ 57150 h 38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9" h="38">
                <a:moveTo>
                  <a:pt x="10" y="38"/>
                </a:moveTo>
                <a:cubicBezTo>
                  <a:pt x="9" y="38"/>
                  <a:pt x="9" y="37"/>
                  <a:pt x="9" y="36"/>
                </a:cubicBezTo>
                <a:cubicBezTo>
                  <a:pt x="9" y="35"/>
                  <a:pt x="9" y="34"/>
                  <a:pt x="10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9" y="34"/>
                  <a:pt x="40" y="35"/>
                  <a:pt x="40" y="36"/>
                </a:cubicBezTo>
                <a:cubicBezTo>
                  <a:pt x="40" y="37"/>
                  <a:pt x="39" y="38"/>
                  <a:pt x="38" y="38"/>
                </a:cubicBezTo>
                <a:cubicBezTo>
                  <a:pt x="10" y="38"/>
                  <a:pt x="10" y="38"/>
                  <a:pt x="10" y="38"/>
                </a:cubicBezTo>
                <a:close/>
                <a:moveTo>
                  <a:pt x="19" y="28"/>
                </a:move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8" y="28"/>
                  <a:pt x="18" y="27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8"/>
                  <a:pt x="9" y="17"/>
                  <a:pt x="9" y="17"/>
                </a:cubicBezTo>
                <a:cubicBezTo>
                  <a:pt x="10" y="16"/>
                  <a:pt x="10" y="15"/>
                  <a:pt x="10" y="14"/>
                </a:cubicBezTo>
                <a:cubicBezTo>
                  <a:pt x="10" y="12"/>
                  <a:pt x="9" y="10"/>
                  <a:pt x="7" y="10"/>
                </a:cubicBezTo>
                <a:cubicBezTo>
                  <a:pt x="4" y="10"/>
                  <a:pt x="2" y="12"/>
                  <a:pt x="2" y="14"/>
                </a:cubicBezTo>
                <a:cubicBezTo>
                  <a:pt x="2" y="16"/>
                  <a:pt x="3" y="17"/>
                  <a:pt x="5" y="18"/>
                </a:cubicBezTo>
                <a:cubicBezTo>
                  <a:pt x="6" y="18"/>
                  <a:pt x="7" y="18"/>
                  <a:pt x="7" y="18"/>
                </a:cubicBezTo>
                <a:cubicBezTo>
                  <a:pt x="7" y="18"/>
                  <a:pt x="7" y="18"/>
                  <a:pt x="7" y="18"/>
                </a:cubicBezTo>
                <a:cubicBezTo>
                  <a:pt x="8" y="18"/>
                  <a:pt x="9" y="18"/>
                  <a:pt x="9" y="19"/>
                </a:cubicBezTo>
                <a:cubicBezTo>
                  <a:pt x="11" y="30"/>
                  <a:pt x="11" y="30"/>
                  <a:pt x="11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8"/>
                  <a:pt x="41" y="18"/>
                  <a:pt x="41" y="18"/>
                </a:cubicBezTo>
                <a:cubicBezTo>
                  <a:pt x="42" y="18"/>
                  <a:pt x="43" y="18"/>
                  <a:pt x="43" y="18"/>
                </a:cubicBezTo>
                <a:cubicBezTo>
                  <a:pt x="44" y="18"/>
                  <a:pt x="45" y="17"/>
                  <a:pt x="45" y="17"/>
                </a:cubicBezTo>
                <a:cubicBezTo>
                  <a:pt x="45" y="17"/>
                  <a:pt x="45" y="17"/>
                  <a:pt x="45" y="17"/>
                </a:cubicBezTo>
                <a:cubicBezTo>
                  <a:pt x="46" y="16"/>
                  <a:pt x="46" y="15"/>
                  <a:pt x="46" y="14"/>
                </a:cubicBezTo>
                <a:cubicBezTo>
                  <a:pt x="46" y="13"/>
                  <a:pt x="46" y="12"/>
                  <a:pt x="45" y="11"/>
                </a:cubicBezTo>
                <a:cubicBezTo>
                  <a:pt x="44" y="10"/>
                  <a:pt x="43" y="10"/>
                  <a:pt x="42" y="10"/>
                </a:cubicBezTo>
                <a:cubicBezTo>
                  <a:pt x="41" y="10"/>
                  <a:pt x="40" y="11"/>
                  <a:pt x="39" y="12"/>
                </a:cubicBezTo>
                <a:cubicBezTo>
                  <a:pt x="39" y="12"/>
                  <a:pt x="38" y="13"/>
                  <a:pt x="38" y="14"/>
                </a:cubicBezTo>
                <a:cubicBezTo>
                  <a:pt x="38" y="15"/>
                  <a:pt x="39" y="16"/>
                  <a:pt x="39" y="17"/>
                </a:cubicBezTo>
                <a:cubicBezTo>
                  <a:pt x="40" y="17"/>
                  <a:pt x="40" y="18"/>
                  <a:pt x="39" y="19"/>
                </a:cubicBezTo>
                <a:cubicBezTo>
                  <a:pt x="30" y="27"/>
                  <a:pt x="30" y="27"/>
                  <a:pt x="30" y="27"/>
                </a:cubicBezTo>
                <a:cubicBezTo>
                  <a:pt x="30" y="27"/>
                  <a:pt x="30" y="28"/>
                  <a:pt x="30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8"/>
                  <a:pt x="29" y="27"/>
                  <a:pt x="28" y="27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11"/>
                  <a:pt x="25" y="10"/>
                  <a:pt x="25" y="10"/>
                </a:cubicBezTo>
                <a:cubicBezTo>
                  <a:pt x="26" y="10"/>
                  <a:pt x="27" y="9"/>
                  <a:pt x="27" y="9"/>
                </a:cubicBezTo>
                <a:cubicBezTo>
                  <a:pt x="28" y="8"/>
                  <a:pt x="28" y="7"/>
                  <a:pt x="28" y="6"/>
                </a:cubicBezTo>
                <a:cubicBezTo>
                  <a:pt x="28" y="4"/>
                  <a:pt x="26" y="2"/>
                  <a:pt x="24" y="2"/>
                </a:cubicBezTo>
                <a:cubicBezTo>
                  <a:pt x="23" y="2"/>
                  <a:pt x="22" y="3"/>
                  <a:pt x="21" y="4"/>
                </a:cubicBezTo>
                <a:cubicBezTo>
                  <a:pt x="21" y="4"/>
                  <a:pt x="20" y="5"/>
                  <a:pt x="20" y="6"/>
                </a:cubicBezTo>
                <a:cubicBezTo>
                  <a:pt x="20" y="7"/>
                  <a:pt x="21" y="8"/>
                  <a:pt x="21" y="9"/>
                </a:cubicBezTo>
                <a:cubicBezTo>
                  <a:pt x="22" y="9"/>
                  <a:pt x="22" y="10"/>
                  <a:pt x="23" y="10"/>
                </a:cubicBezTo>
                <a:cubicBezTo>
                  <a:pt x="24" y="10"/>
                  <a:pt x="24" y="11"/>
                  <a:pt x="24" y="12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20" y="28"/>
                  <a:pt x="19" y="28"/>
                </a:cubicBezTo>
                <a:close/>
                <a:moveTo>
                  <a:pt x="18" y="24"/>
                </a:moveTo>
                <a:cubicBezTo>
                  <a:pt x="18" y="24"/>
                  <a:pt x="18" y="24"/>
                  <a:pt x="18" y="24"/>
                </a:cubicBezTo>
                <a:cubicBezTo>
                  <a:pt x="22" y="12"/>
                  <a:pt x="22" y="12"/>
                  <a:pt x="22" y="12"/>
                </a:cubicBezTo>
                <a:cubicBezTo>
                  <a:pt x="21" y="12"/>
                  <a:pt x="20" y="11"/>
                  <a:pt x="19" y="10"/>
                </a:cubicBezTo>
                <a:cubicBezTo>
                  <a:pt x="18" y="9"/>
                  <a:pt x="18" y="8"/>
                  <a:pt x="18" y="6"/>
                </a:cubicBezTo>
                <a:cubicBezTo>
                  <a:pt x="18" y="5"/>
                  <a:pt x="19" y="3"/>
                  <a:pt x="20" y="2"/>
                </a:cubicBezTo>
                <a:cubicBezTo>
                  <a:pt x="21" y="1"/>
                  <a:pt x="22" y="0"/>
                  <a:pt x="24" y="0"/>
                </a:cubicBezTo>
                <a:cubicBezTo>
                  <a:pt x="28" y="0"/>
                  <a:pt x="31" y="3"/>
                  <a:pt x="31" y="6"/>
                </a:cubicBezTo>
                <a:cubicBezTo>
                  <a:pt x="31" y="8"/>
                  <a:pt x="30" y="9"/>
                  <a:pt x="29" y="10"/>
                </a:cubicBezTo>
                <a:cubicBezTo>
                  <a:pt x="29" y="11"/>
                  <a:pt x="28" y="12"/>
                  <a:pt x="27" y="12"/>
                </a:cubicBezTo>
                <a:cubicBezTo>
                  <a:pt x="30" y="24"/>
                  <a:pt x="30" y="24"/>
                  <a:pt x="30" y="24"/>
                </a:cubicBezTo>
                <a:cubicBezTo>
                  <a:pt x="37" y="18"/>
                  <a:pt x="37" y="18"/>
                  <a:pt x="37" y="18"/>
                </a:cubicBezTo>
                <a:cubicBezTo>
                  <a:pt x="36" y="17"/>
                  <a:pt x="36" y="16"/>
                  <a:pt x="36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3"/>
                  <a:pt x="36" y="11"/>
                  <a:pt x="37" y="10"/>
                </a:cubicBezTo>
                <a:cubicBezTo>
                  <a:pt x="39" y="9"/>
                  <a:pt x="40" y="8"/>
                  <a:pt x="42" y="8"/>
                </a:cubicBezTo>
                <a:cubicBezTo>
                  <a:pt x="43" y="8"/>
                  <a:pt x="45" y="8"/>
                  <a:pt x="46" y="9"/>
                </a:cubicBezTo>
                <a:cubicBezTo>
                  <a:pt x="48" y="10"/>
                  <a:pt x="48" y="12"/>
                  <a:pt x="49" y="14"/>
                </a:cubicBezTo>
                <a:cubicBezTo>
                  <a:pt x="49" y="15"/>
                  <a:pt x="48" y="17"/>
                  <a:pt x="47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6" y="19"/>
                  <a:pt x="45" y="20"/>
                  <a:pt x="44" y="20"/>
                </a:cubicBezTo>
                <a:cubicBezTo>
                  <a:pt x="43" y="20"/>
                  <a:pt x="43" y="20"/>
                  <a:pt x="42" y="20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2"/>
                  <a:pt x="39" y="32"/>
                  <a:pt x="38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10" y="32"/>
                  <a:pt x="9" y="32"/>
                  <a:pt x="9" y="31"/>
                </a:cubicBezTo>
                <a:cubicBezTo>
                  <a:pt x="7" y="20"/>
                  <a:pt x="7" y="20"/>
                  <a:pt x="7" y="20"/>
                </a:cubicBezTo>
                <a:cubicBezTo>
                  <a:pt x="6" y="20"/>
                  <a:pt x="5" y="20"/>
                  <a:pt x="4" y="20"/>
                </a:cubicBezTo>
                <a:cubicBezTo>
                  <a:pt x="2" y="19"/>
                  <a:pt x="0" y="17"/>
                  <a:pt x="0" y="14"/>
                </a:cubicBezTo>
                <a:cubicBezTo>
                  <a:pt x="0" y="10"/>
                  <a:pt x="3" y="8"/>
                  <a:pt x="7" y="8"/>
                </a:cubicBezTo>
                <a:cubicBezTo>
                  <a:pt x="10" y="8"/>
                  <a:pt x="13" y="11"/>
                  <a:pt x="12" y="14"/>
                </a:cubicBezTo>
                <a:cubicBezTo>
                  <a:pt x="12" y="16"/>
                  <a:pt x="12" y="17"/>
                  <a:pt x="11" y="18"/>
                </a:cubicBezTo>
                <a:cubicBezTo>
                  <a:pt x="18" y="24"/>
                  <a:pt x="18" y="24"/>
                  <a:pt x="18" y="2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83" name="Freeform 317">
            <a:extLst>
              <a:ext uri="{FF2B5EF4-FFF2-40B4-BE49-F238E27FC236}">
                <a16:creationId xmlns:a16="http://schemas.microsoft.com/office/drawing/2014/main" id="{EA20D0DD-C38A-4243-DFA1-DEF272E742AD}"/>
              </a:ext>
            </a:extLst>
          </p:cNvPr>
          <p:cNvSpPr>
            <a:spLocks noEditPoints="1"/>
          </p:cNvSpPr>
          <p:nvPr/>
        </p:nvSpPr>
        <p:spPr bwMode="auto">
          <a:xfrm>
            <a:off x="11016651" y="4803165"/>
            <a:ext cx="218016" cy="211667"/>
          </a:xfrm>
          <a:custGeom>
            <a:avLst/>
            <a:gdLst>
              <a:gd name="T0" fmla="*/ 163512 w 51"/>
              <a:gd name="T1" fmla="*/ 114300 h 50"/>
              <a:gd name="T2" fmla="*/ 157100 w 51"/>
              <a:gd name="T3" fmla="*/ 139700 h 50"/>
              <a:gd name="T4" fmla="*/ 147481 w 51"/>
              <a:gd name="T5" fmla="*/ 152400 h 50"/>
              <a:gd name="T6" fmla="*/ 128245 w 51"/>
              <a:gd name="T7" fmla="*/ 139700 h 50"/>
              <a:gd name="T8" fmla="*/ 112214 w 51"/>
              <a:gd name="T9" fmla="*/ 155575 h 50"/>
              <a:gd name="T10" fmla="*/ 92977 w 51"/>
              <a:gd name="T11" fmla="*/ 85725 h 50"/>
              <a:gd name="T12" fmla="*/ 83359 w 51"/>
              <a:gd name="T13" fmla="*/ 107950 h 50"/>
              <a:gd name="T14" fmla="*/ 67328 w 51"/>
              <a:gd name="T15" fmla="*/ 107950 h 50"/>
              <a:gd name="T16" fmla="*/ 51298 w 51"/>
              <a:gd name="T17" fmla="*/ 92075 h 50"/>
              <a:gd name="T18" fmla="*/ 51298 w 51"/>
              <a:gd name="T19" fmla="*/ 66675 h 50"/>
              <a:gd name="T20" fmla="*/ 92977 w 51"/>
              <a:gd name="T21" fmla="*/ 47625 h 50"/>
              <a:gd name="T22" fmla="*/ 105802 w 51"/>
              <a:gd name="T23" fmla="*/ 57150 h 50"/>
              <a:gd name="T24" fmla="*/ 109008 w 51"/>
              <a:gd name="T25" fmla="*/ 82550 h 50"/>
              <a:gd name="T26" fmla="*/ 105802 w 51"/>
              <a:gd name="T27" fmla="*/ 69850 h 50"/>
              <a:gd name="T28" fmla="*/ 99390 w 51"/>
              <a:gd name="T29" fmla="*/ 60325 h 50"/>
              <a:gd name="T30" fmla="*/ 64122 w 51"/>
              <a:gd name="T31" fmla="*/ 60325 h 50"/>
              <a:gd name="T32" fmla="*/ 57710 w 51"/>
              <a:gd name="T33" fmla="*/ 69850 h 50"/>
              <a:gd name="T34" fmla="*/ 57710 w 51"/>
              <a:gd name="T35" fmla="*/ 88900 h 50"/>
              <a:gd name="T36" fmla="*/ 70535 w 51"/>
              <a:gd name="T37" fmla="*/ 101600 h 50"/>
              <a:gd name="T38" fmla="*/ 80153 w 51"/>
              <a:gd name="T39" fmla="*/ 123825 h 50"/>
              <a:gd name="T40" fmla="*/ 60916 w 51"/>
              <a:gd name="T41" fmla="*/ 127000 h 50"/>
              <a:gd name="T42" fmla="*/ 32061 w 51"/>
              <a:gd name="T43" fmla="*/ 98425 h 50"/>
              <a:gd name="T44" fmla="*/ 32061 w 51"/>
              <a:gd name="T45" fmla="*/ 57150 h 50"/>
              <a:gd name="T46" fmla="*/ 60916 w 51"/>
              <a:gd name="T47" fmla="*/ 28575 h 50"/>
              <a:gd name="T48" fmla="*/ 102596 w 51"/>
              <a:gd name="T49" fmla="*/ 28575 h 50"/>
              <a:gd name="T50" fmla="*/ 131451 w 51"/>
              <a:gd name="T51" fmla="*/ 57150 h 50"/>
              <a:gd name="T52" fmla="*/ 128245 w 51"/>
              <a:gd name="T53" fmla="*/ 79375 h 50"/>
              <a:gd name="T54" fmla="*/ 115420 w 51"/>
              <a:gd name="T55" fmla="*/ 44450 h 50"/>
              <a:gd name="T56" fmla="*/ 64122 w 51"/>
              <a:gd name="T57" fmla="*/ 34925 h 50"/>
              <a:gd name="T58" fmla="*/ 38473 w 51"/>
              <a:gd name="T59" fmla="*/ 60325 h 50"/>
              <a:gd name="T60" fmla="*/ 38473 w 51"/>
              <a:gd name="T61" fmla="*/ 95250 h 50"/>
              <a:gd name="T62" fmla="*/ 80153 w 51"/>
              <a:gd name="T63" fmla="*/ 123825 h 50"/>
              <a:gd name="T64" fmla="*/ 86565 w 51"/>
              <a:gd name="T65" fmla="*/ 152400 h 50"/>
              <a:gd name="T66" fmla="*/ 51298 w 51"/>
              <a:gd name="T67" fmla="*/ 152400 h 50"/>
              <a:gd name="T68" fmla="*/ 6412 w 51"/>
              <a:gd name="T69" fmla="*/ 107950 h 50"/>
              <a:gd name="T70" fmla="*/ 6412 w 51"/>
              <a:gd name="T71" fmla="*/ 47625 h 50"/>
              <a:gd name="T72" fmla="*/ 51298 w 51"/>
              <a:gd name="T73" fmla="*/ 6350 h 50"/>
              <a:gd name="T74" fmla="*/ 112214 w 51"/>
              <a:gd name="T75" fmla="*/ 6350 h 50"/>
              <a:gd name="T76" fmla="*/ 137863 w 51"/>
              <a:gd name="T77" fmla="*/ 22225 h 50"/>
              <a:gd name="T78" fmla="*/ 160306 w 51"/>
              <a:gd name="T79" fmla="*/ 79375 h 50"/>
              <a:gd name="T80" fmla="*/ 144275 w 51"/>
              <a:gd name="T81" fmla="*/ 53975 h 50"/>
              <a:gd name="T82" fmla="*/ 105802 w 51"/>
              <a:gd name="T83" fmla="*/ 15875 h 50"/>
              <a:gd name="T84" fmla="*/ 54504 w 51"/>
              <a:gd name="T85" fmla="*/ 15875 h 50"/>
              <a:gd name="T86" fmla="*/ 12824 w 51"/>
              <a:gd name="T87" fmla="*/ 79375 h 50"/>
              <a:gd name="T88" fmla="*/ 32061 w 51"/>
              <a:gd name="T89" fmla="*/ 127000 h 50"/>
              <a:gd name="T90" fmla="*/ 150688 w 51"/>
              <a:gd name="T91" fmla="*/ 114300 h 50"/>
              <a:gd name="T92" fmla="*/ 115420 w 51"/>
              <a:gd name="T93" fmla="*/ 146050 h 50"/>
              <a:gd name="T94" fmla="*/ 125039 w 51"/>
              <a:gd name="T95" fmla="*/ 130175 h 50"/>
              <a:gd name="T96" fmla="*/ 147481 w 51"/>
              <a:gd name="T97" fmla="*/ 142875 h 50"/>
              <a:gd name="T98" fmla="*/ 134657 w 51"/>
              <a:gd name="T99" fmla="*/ 120650 h 50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1" h="50">
                <a:moveTo>
                  <a:pt x="29" y="27"/>
                </a:moveTo>
                <a:cubicBezTo>
                  <a:pt x="50" y="34"/>
                  <a:pt x="50" y="34"/>
                  <a:pt x="50" y="34"/>
                </a:cubicBezTo>
                <a:cubicBezTo>
                  <a:pt x="51" y="34"/>
                  <a:pt x="51" y="35"/>
                  <a:pt x="51" y="36"/>
                </a:cubicBezTo>
                <a:cubicBezTo>
                  <a:pt x="51" y="36"/>
                  <a:pt x="50" y="36"/>
                  <a:pt x="50" y="36"/>
                </a:cubicBezTo>
                <a:cubicBezTo>
                  <a:pt x="44" y="40"/>
                  <a:pt x="44" y="40"/>
                  <a:pt x="44" y="40"/>
                </a:cubicBezTo>
                <a:cubicBezTo>
                  <a:pt x="49" y="44"/>
                  <a:pt x="49" y="44"/>
                  <a:pt x="49" y="44"/>
                </a:cubicBezTo>
                <a:cubicBezTo>
                  <a:pt x="49" y="44"/>
                  <a:pt x="49" y="45"/>
                  <a:pt x="49" y="46"/>
                </a:cubicBezTo>
                <a:cubicBezTo>
                  <a:pt x="49" y="46"/>
                  <a:pt x="49" y="46"/>
                  <a:pt x="49" y="46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8"/>
                  <a:pt x="45" y="48"/>
                  <a:pt x="45" y="48"/>
                </a:cubicBezTo>
                <a:cubicBezTo>
                  <a:pt x="44" y="48"/>
                  <a:pt x="44" y="48"/>
                  <a:pt x="44" y="48"/>
                </a:cubicBezTo>
                <a:cubicBezTo>
                  <a:pt x="40" y="44"/>
                  <a:pt x="40" y="44"/>
                  <a:pt x="40" y="44"/>
                </a:cubicBezTo>
                <a:cubicBezTo>
                  <a:pt x="37" y="50"/>
                  <a:pt x="37" y="50"/>
                  <a:pt x="37" y="50"/>
                </a:cubicBezTo>
                <a:cubicBezTo>
                  <a:pt x="37" y="50"/>
                  <a:pt x="36" y="50"/>
                  <a:pt x="35" y="50"/>
                </a:cubicBezTo>
                <a:cubicBezTo>
                  <a:pt x="35" y="50"/>
                  <a:pt x="35" y="50"/>
                  <a:pt x="35" y="4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8"/>
                  <a:pt x="28" y="28"/>
                  <a:pt x="29" y="27"/>
                </a:cubicBezTo>
                <a:cubicBezTo>
                  <a:pt x="29" y="27"/>
                  <a:pt x="29" y="27"/>
                  <a:pt x="29" y="27"/>
                </a:cubicBezTo>
                <a:close/>
                <a:moveTo>
                  <a:pt x="25" y="33"/>
                </a:moveTo>
                <a:cubicBezTo>
                  <a:pt x="25" y="33"/>
                  <a:pt x="25" y="33"/>
                  <a:pt x="25" y="33"/>
                </a:cubicBezTo>
                <a:cubicBezTo>
                  <a:pt x="26" y="33"/>
                  <a:pt x="26" y="33"/>
                  <a:pt x="26" y="34"/>
                </a:cubicBezTo>
                <a:cubicBezTo>
                  <a:pt x="26" y="34"/>
                  <a:pt x="26" y="35"/>
                  <a:pt x="25" y="35"/>
                </a:cubicBezTo>
                <a:cubicBezTo>
                  <a:pt x="24" y="35"/>
                  <a:pt x="23" y="35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0" y="34"/>
                  <a:pt x="19" y="33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7" y="31"/>
                  <a:pt x="16" y="30"/>
                  <a:pt x="16" y="29"/>
                </a:cubicBezTo>
                <a:cubicBezTo>
                  <a:pt x="15" y="27"/>
                  <a:pt x="15" y="26"/>
                  <a:pt x="15" y="25"/>
                </a:cubicBezTo>
                <a:cubicBezTo>
                  <a:pt x="15" y="23"/>
                  <a:pt x="15" y="22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0"/>
                  <a:pt x="17" y="18"/>
                  <a:pt x="18" y="18"/>
                </a:cubicBezTo>
                <a:cubicBezTo>
                  <a:pt x="20" y="16"/>
                  <a:pt x="22" y="15"/>
                  <a:pt x="25" y="15"/>
                </a:cubicBezTo>
                <a:cubicBezTo>
                  <a:pt x="27" y="15"/>
                  <a:pt x="28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30" y="16"/>
                  <a:pt x="31" y="17"/>
                  <a:pt x="32" y="18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9"/>
                  <a:pt x="34" y="20"/>
                  <a:pt x="35" y="21"/>
                </a:cubicBezTo>
                <a:cubicBezTo>
                  <a:pt x="35" y="22"/>
                  <a:pt x="35" y="23"/>
                  <a:pt x="35" y="25"/>
                </a:cubicBezTo>
                <a:cubicBezTo>
                  <a:pt x="35" y="25"/>
                  <a:pt x="35" y="26"/>
                  <a:pt x="34" y="26"/>
                </a:cubicBezTo>
                <a:cubicBezTo>
                  <a:pt x="34" y="26"/>
                  <a:pt x="33" y="25"/>
                  <a:pt x="33" y="25"/>
                </a:cubicBezTo>
                <a:cubicBezTo>
                  <a:pt x="33" y="24"/>
                  <a:pt x="33" y="23"/>
                  <a:pt x="32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1"/>
                  <a:pt x="32" y="20"/>
                  <a:pt x="31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0" y="18"/>
                  <a:pt x="29" y="18"/>
                  <a:pt x="28" y="18"/>
                </a:cubicBezTo>
                <a:cubicBezTo>
                  <a:pt x="27" y="17"/>
                  <a:pt x="26" y="17"/>
                  <a:pt x="25" y="17"/>
                </a:cubicBezTo>
                <a:cubicBezTo>
                  <a:pt x="23" y="17"/>
                  <a:pt x="21" y="18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19" y="20"/>
                  <a:pt x="18" y="21"/>
                  <a:pt x="18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23"/>
                  <a:pt x="17" y="24"/>
                  <a:pt x="17" y="25"/>
                </a:cubicBezTo>
                <a:cubicBezTo>
                  <a:pt x="17" y="26"/>
                  <a:pt x="18" y="27"/>
                  <a:pt x="18" y="28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9"/>
                  <a:pt x="19" y="29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31"/>
                  <a:pt x="21" y="32"/>
                  <a:pt x="22" y="32"/>
                </a:cubicBezTo>
                <a:cubicBezTo>
                  <a:pt x="23" y="32"/>
                  <a:pt x="24" y="33"/>
                  <a:pt x="25" y="33"/>
                </a:cubicBezTo>
                <a:close/>
                <a:moveTo>
                  <a:pt x="25" y="39"/>
                </a:moveTo>
                <a:cubicBezTo>
                  <a:pt x="25" y="39"/>
                  <a:pt x="25" y="39"/>
                  <a:pt x="25" y="39"/>
                </a:cubicBezTo>
                <a:cubicBezTo>
                  <a:pt x="26" y="39"/>
                  <a:pt x="26" y="40"/>
                  <a:pt x="26" y="41"/>
                </a:cubicBezTo>
                <a:cubicBezTo>
                  <a:pt x="26" y="41"/>
                  <a:pt x="26" y="42"/>
                  <a:pt x="25" y="42"/>
                </a:cubicBezTo>
                <a:cubicBezTo>
                  <a:pt x="23" y="42"/>
                  <a:pt x="21" y="41"/>
                  <a:pt x="19" y="40"/>
                </a:cubicBezTo>
                <a:cubicBezTo>
                  <a:pt x="17" y="40"/>
                  <a:pt x="15" y="38"/>
                  <a:pt x="13" y="37"/>
                </a:cubicBezTo>
                <a:cubicBezTo>
                  <a:pt x="12" y="35"/>
                  <a:pt x="10" y="33"/>
                  <a:pt x="10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9" y="29"/>
                  <a:pt x="8" y="27"/>
                  <a:pt x="8" y="25"/>
                </a:cubicBezTo>
                <a:cubicBezTo>
                  <a:pt x="8" y="22"/>
                  <a:pt x="9" y="20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6"/>
                  <a:pt x="12" y="14"/>
                  <a:pt x="13" y="13"/>
                </a:cubicBezTo>
                <a:cubicBezTo>
                  <a:pt x="15" y="11"/>
                  <a:pt x="17" y="10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21" y="8"/>
                  <a:pt x="23" y="8"/>
                  <a:pt x="25" y="8"/>
                </a:cubicBezTo>
                <a:cubicBezTo>
                  <a:pt x="28" y="8"/>
                  <a:pt x="30" y="8"/>
                  <a:pt x="32" y="9"/>
                </a:cubicBezTo>
                <a:cubicBezTo>
                  <a:pt x="32" y="9"/>
                  <a:pt x="32" y="9"/>
                  <a:pt x="32" y="9"/>
                </a:cubicBezTo>
                <a:cubicBezTo>
                  <a:pt x="34" y="10"/>
                  <a:pt x="36" y="11"/>
                  <a:pt x="37" y="13"/>
                </a:cubicBezTo>
                <a:cubicBezTo>
                  <a:pt x="39" y="14"/>
                  <a:pt x="40" y="16"/>
                  <a:pt x="41" y="18"/>
                </a:cubicBezTo>
                <a:cubicBezTo>
                  <a:pt x="41" y="18"/>
                  <a:pt x="41" y="18"/>
                  <a:pt x="41" y="18"/>
                </a:cubicBezTo>
                <a:cubicBezTo>
                  <a:pt x="42" y="20"/>
                  <a:pt x="42" y="22"/>
                  <a:pt x="42" y="25"/>
                </a:cubicBezTo>
                <a:cubicBezTo>
                  <a:pt x="42" y="25"/>
                  <a:pt x="42" y="26"/>
                  <a:pt x="41" y="26"/>
                </a:cubicBezTo>
                <a:cubicBezTo>
                  <a:pt x="40" y="26"/>
                  <a:pt x="40" y="25"/>
                  <a:pt x="40" y="25"/>
                </a:cubicBezTo>
                <a:cubicBezTo>
                  <a:pt x="40" y="23"/>
                  <a:pt x="40" y="21"/>
                  <a:pt x="39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8" y="17"/>
                  <a:pt x="37" y="16"/>
                  <a:pt x="36" y="14"/>
                </a:cubicBezTo>
                <a:cubicBezTo>
                  <a:pt x="34" y="13"/>
                  <a:pt x="33" y="12"/>
                  <a:pt x="31" y="11"/>
                </a:cubicBezTo>
                <a:cubicBezTo>
                  <a:pt x="29" y="10"/>
                  <a:pt x="27" y="10"/>
                  <a:pt x="25" y="10"/>
                </a:cubicBezTo>
                <a:cubicBezTo>
                  <a:pt x="23" y="10"/>
                  <a:pt x="21" y="10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18" y="12"/>
                  <a:pt x="16" y="13"/>
                  <a:pt x="15" y="14"/>
                </a:cubicBezTo>
                <a:cubicBezTo>
                  <a:pt x="14" y="16"/>
                  <a:pt x="12" y="17"/>
                  <a:pt x="12" y="19"/>
                </a:cubicBezTo>
                <a:cubicBezTo>
                  <a:pt x="11" y="21"/>
                  <a:pt x="11" y="23"/>
                  <a:pt x="11" y="25"/>
                </a:cubicBezTo>
                <a:cubicBezTo>
                  <a:pt x="11" y="27"/>
                  <a:pt x="11" y="29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2"/>
                  <a:pt x="14" y="34"/>
                  <a:pt x="15" y="35"/>
                </a:cubicBezTo>
                <a:cubicBezTo>
                  <a:pt x="16" y="36"/>
                  <a:pt x="18" y="37"/>
                  <a:pt x="20" y="38"/>
                </a:cubicBezTo>
                <a:cubicBezTo>
                  <a:pt x="21" y="39"/>
                  <a:pt x="23" y="39"/>
                  <a:pt x="25" y="39"/>
                </a:cubicBezTo>
                <a:close/>
                <a:moveTo>
                  <a:pt x="25" y="46"/>
                </a:moveTo>
                <a:cubicBezTo>
                  <a:pt x="25" y="46"/>
                  <a:pt x="25" y="46"/>
                  <a:pt x="25" y="46"/>
                </a:cubicBezTo>
                <a:cubicBezTo>
                  <a:pt x="26" y="46"/>
                  <a:pt x="27" y="47"/>
                  <a:pt x="27" y="48"/>
                </a:cubicBezTo>
                <a:cubicBezTo>
                  <a:pt x="27" y="49"/>
                  <a:pt x="26" y="50"/>
                  <a:pt x="25" y="50"/>
                </a:cubicBezTo>
                <a:cubicBezTo>
                  <a:pt x="22" y="50"/>
                  <a:pt x="19" y="49"/>
                  <a:pt x="16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3" y="47"/>
                  <a:pt x="10" y="45"/>
                  <a:pt x="8" y="42"/>
                </a:cubicBezTo>
                <a:cubicBezTo>
                  <a:pt x="5" y="40"/>
                  <a:pt x="3" y="37"/>
                  <a:pt x="2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1"/>
                  <a:pt x="0" y="28"/>
                  <a:pt x="0" y="25"/>
                </a:cubicBezTo>
                <a:cubicBezTo>
                  <a:pt x="0" y="21"/>
                  <a:pt x="1" y="18"/>
                  <a:pt x="2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3" y="12"/>
                  <a:pt x="5" y="9"/>
                  <a:pt x="8" y="7"/>
                </a:cubicBezTo>
                <a:cubicBezTo>
                  <a:pt x="10" y="5"/>
                  <a:pt x="13" y="3"/>
                  <a:pt x="16" y="2"/>
                </a:cubicBezTo>
                <a:cubicBezTo>
                  <a:pt x="16" y="1"/>
                  <a:pt x="16" y="1"/>
                  <a:pt x="16" y="1"/>
                </a:cubicBezTo>
                <a:cubicBezTo>
                  <a:pt x="19" y="0"/>
                  <a:pt x="22" y="0"/>
                  <a:pt x="25" y="0"/>
                </a:cubicBezTo>
                <a:cubicBezTo>
                  <a:pt x="29" y="0"/>
                  <a:pt x="32" y="0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8" y="3"/>
                  <a:pt x="41" y="5"/>
                  <a:pt x="43" y="7"/>
                </a:cubicBezTo>
                <a:cubicBezTo>
                  <a:pt x="45" y="9"/>
                  <a:pt x="47" y="12"/>
                  <a:pt x="48" y="15"/>
                </a:cubicBezTo>
                <a:cubicBezTo>
                  <a:pt x="49" y="15"/>
                  <a:pt x="49" y="15"/>
                  <a:pt x="49" y="15"/>
                </a:cubicBezTo>
                <a:cubicBezTo>
                  <a:pt x="50" y="18"/>
                  <a:pt x="50" y="21"/>
                  <a:pt x="50" y="25"/>
                </a:cubicBezTo>
                <a:cubicBezTo>
                  <a:pt x="50" y="26"/>
                  <a:pt x="50" y="27"/>
                  <a:pt x="48" y="27"/>
                </a:cubicBezTo>
                <a:cubicBezTo>
                  <a:pt x="47" y="27"/>
                  <a:pt x="47" y="26"/>
                  <a:pt x="47" y="25"/>
                </a:cubicBezTo>
                <a:cubicBezTo>
                  <a:pt x="47" y="22"/>
                  <a:pt x="46" y="19"/>
                  <a:pt x="45" y="17"/>
                </a:cubicBezTo>
                <a:cubicBezTo>
                  <a:pt x="45" y="17"/>
                  <a:pt x="45" y="17"/>
                  <a:pt x="45" y="17"/>
                </a:cubicBezTo>
                <a:cubicBezTo>
                  <a:pt x="44" y="14"/>
                  <a:pt x="42" y="12"/>
                  <a:pt x="40" y="10"/>
                </a:cubicBezTo>
                <a:cubicBezTo>
                  <a:pt x="38" y="8"/>
                  <a:pt x="36" y="6"/>
                  <a:pt x="33" y="5"/>
                </a:cubicBezTo>
                <a:cubicBezTo>
                  <a:pt x="31" y="4"/>
                  <a:pt x="28" y="3"/>
                  <a:pt x="25" y="3"/>
                </a:cubicBezTo>
                <a:cubicBezTo>
                  <a:pt x="22" y="3"/>
                  <a:pt x="20" y="4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5" y="6"/>
                  <a:pt x="12" y="8"/>
                  <a:pt x="10" y="10"/>
                </a:cubicBezTo>
                <a:cubicBezTo>
                  <a:pt x="8" y="12"/>
                  <a:pt x="7" y="14"/>
                  <a:pt x="6" y="17"/>
                </a:cubicBezTo>
                <a:cubicBezTo>
                  <a:pt x="5" y="19"/>
                  <a:pt x="4" y="22"/>
                  <a:pt x="4" y="25"/>
                </a:cubicBezTo>
                <a:cubicBezTo>
                  <a:pt x="4" y="28"/>
                  <a:pt x="5" y="30"/>
                  <a:pt x="6" y="33"/>
                </a:cubicBezTo>
                <a:cubicBezTo>
                  <a:pt x="6" y="33"/>
                  <a:pt x="6" y="33"/>
                  <a:pt x="6" y="33"/>
                </a:cubicBezTo>
                <a:cubicBezTo>
                  <a:pt x="7" y="35"/>
                  <a:pt x="8" y="38"/>
                  <a:pt x="10" y="40"/>
                </a:cubicBezTo>
                <a:cubicBezTo>
                  <a:pt x="12" y="42"/>
                  <a:pt x="15" y="43"/>
                  <a:pt x="17" y="44"/>
                </a:cubicBezTo>
                <a:cubicBezTo>
                  <a:pt x="20" y="45"/>
                  <a:pt x="22" y="46"/>
                  <a:pt x="25" y="46"/>
                </a:cubicBezTo>
                <a:close/>
                <a:moveTo>
                  <a:pt x="47" y="36"/>
                </a:moveTo>
                <a:cubicBezTo>
                  <a:pt x="47" y="36"/>
                  <a:pt x="47" y="36"/>
                  <a:pt x="47" y="36"/>
                </a:cubicBezTo>
                <a:cubicBezTo>
                  <a:pt x="31" y="30"/>
                  <a:pt x="31" y="30"/>
                  <a:pt x="31" y="30"/>
                </a:cubicBezTo>
                <a:cubicBezTo>
                  <a:pt x="36" y="46"/>
                  <a:pt x="36" y="46"/>
                  <a:pt x="36" y="46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0"/>
                  <a:pt x="40" y="40"/>
                  <a:pt x="41" y="41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5"/>
                  <a:pt x="46" y="45"/>
                  <a:pt x="46" y="45"/>
                </a:cubicBezTo>
                <a:cubicBezTo>
                  <a:pt x="41" y="40"/>
                  <a:pt x="41" y="40"/>
                  <a:pt x="41" y="40"/>
                </a:cubicBezTo>
                <a:cubicBezTo>
                  <a:pt x="41" y="40"/>
                  <a:pt x="41" y="40"/>
                  <a:pt x="41" y="40"/>
                </a:cubicBezTo>
                <a:cubicBezTo>
                  <a:pt x="41" y="39"/>
                  <a:pt x="41" y="39"/>
                  <a:pt x="42" y="38"/>
                </a:cubicBezTo>
                <a:cubicBezTo>
                  <a:pt x="47" y="36"/>
                  <a:pt x="47" y="36"/>
                  <a:pt x="47" y="3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84" name="Freeform 318">
            <a:extLst>
              <a:ext uri="{FF2B5EF4-FFF2-40B4-BE49-F238E27FC236}">
                <a16:creationId xmlns:a16="http://schemas.microsoft.com/office/drawing/2014/main" id="{ED4193E8-8B0E-F26A-45AD-C427FC943859}"/>
              </a:ext>
            </a:extLst>
          </p:cNvPr>
          <p:cNvSpPr>
            <a:spLocks noEditPoints="1"/>
          </p:cNvSpPr>
          <p:nvPr/>
        </p:nvSpPr>
        <p:spPr bwMode="auto">
          <a:xfrm>
            <a:off x="532801" y="5643481"/>
            <a:ext cx="211667" cy="215900"/>
          </a:xfrm>
          <a:custGeom>
            <a:avLst/>
            <a:gdLst>
              <a:gd name="T0" fmla="*/ 79375 w 50"/>
              <a:gd name="T1" fmla="*/ 95250 h 51"/>
              <a:gd name="T2" fmla="*/ 92075 w 50"/>
              <a:gd name="T3" fmla="*/ 114300 h 51"/>
              <a:gd name="T4" fmla="*/ 82550 w 50"/>
              <a:gd name="T5" fmla="*/ 127000 h 51"/>
              <a:gd name="T6" fmla="*/ 57150 w 50"/>
              <a:gd name="T7" fmla="*/ 152400 h 51"/>
              <a:gd name="T8" fmla="*/ 41275 w 50"/>
              <a:gd name="T9" fmla="*/ 161925 h 51"/>
              <a:gd name="T10" fmla="*/ 22225 w 50"/>
              <a:gd name="T11" fmla="*/ 152400 h 51"/>
              <a:gd name="T12" fmla="*/ 6350 w 50"/>
              <a:gd name="T13" fmla="*/ 136525 h 51"/>
              <a:gd name="T14" fmla="*/ 6350 w 50"/>
              <a:gd name="T15" fmla="*/ 136525 h 51"/>
              <a:gd name="T16" fmla="*/ 6350 w 50"/>
              <a:gd name="T17" fmla="*/ 101600 h 51"/>
              <a:gd name="T18" fmla="*/ 6350 w 50"/>
              <a:gd name="T19" fmla="*/ 101600 h 51"/>
              <a:gd name="T20" fmla="*/ 31750 w 50"/>
              <a:gd name="T21" fmla="*/ 76200 h 51"/>
              <a:gd name="T22" fmla="*/ 47625 w 50"/>
              <a:gd name="T23" fmla="*/ 69850 h 51"/>
              <a:gd name="T24" fmla="*/ 63500 w 50"/>
              <a:gd name="T25" fmla="*/ 79375 h 51"/>
              <a:gd name="T26" fmla="*/ 47625 w 50"/>
              <a:gd name="T27" fmla="*/ 82550 h 51"/>
              <a:gd name="T28" fmla="*/ 15875 w 50"/>
              <a:gd name="T29" fmla="*/ 111125 h 51"/>
              <a:gd name="T30" fmla="*/ 15875 w 50"/>
              <a:gd name="T31" fmla="*/ 111125 h 51"/>
              <a:gd name="T32" fmla="*/ 12700 w 50"/>
              <a:gd name="T33" fmla="*/ 120650 h 51"/>
              <a:gd name="T34" fmla="*/ 15875 w 50"/>
              <a:gd name="T35" fmla="*/ 127000 h 51"/>
              <a:gd name="T36" fmla="*/ 31750 w 50"/>
              <a:gd name="T37" fmla="*/ 146050 h 51"/>
              <a:gd name="T38" fmla="*/ 41275 w 50"/>
              <a:gd name="T39" fmla="*/ 149225 h 51"/>
              <a:gd name="T40" fmla="*/ 47625 w 50"/>
              <a:gd name="T41" fmla="*/ 146050 h 51"/>
              <a:gd name="T42" fmla="*/ 50800 w 50"/>
              <a:gd name="T43" fmla="*/ 146050 h 51"/>
              <a:gd name="T44" fmla="*/ 76200 w 50"/>
              <a:gd name="T45" fmla="*/ 117475 h 51"/>
              <a:gd name="T46" fmla="*/ 79375 w 50"/>
              <a:gd name="T47" fmla="*/ 104775 h 51"/>
              <a:gd name="T48" fmla="*/ 57150 w 50"/>
              <a:gd name="T49" fmla="*/ 111125 h 51"/>
              <a:gd name="T50" fmla="*/ 47625 w 50"/>
              <a:gd name="T51" fmla="*/ 101600 h 51"/>
              <a:gd name="T52" fmla="*/ 111125 w 50"/>
              <a:gd name="T53" fmla="*/ 50800 h 51"/>
              <a:gd name="T54" fmla="*/ 57150 w 50"/>
              <a:gd name="T55" fmla="*/ 111125 h 51"/>
              <a:gd name="T56" fmla="*/ 57150 w 50"/>
              <a:gd name="T57" fmla="*/ 155575 h 51"/>
              <a:gd name="T58" fmla="*/ 57150 w 50"/>
              <a:gd name="T59" fmla="*/ 155575 h 51"/>
              <a:gd name="T60" fmla="*/ 6350 w 50"/>
              <a:gd name="T61" fmla="*/ 136525 h 51"/>
              <a:gd name="T62" fmla="*/ 6350 w 50"/>
              <a:gd name="T63" fmla="*/ 136525 h 51"/>
              <a:gd name="T64" fmla="*/ 79375 w 50"/>
              <a:gd name="T65" fmla="*/ 57150 h 51"/>
              <a:gd name="T66" fmla="*/ 69850 w 50"/>
              <a:gd name="T67" fmla="*/ 63500 h 51"/>
              <a:gd name="T68" fmla="*/ 73025 w 50"/>
              <a:gd name="T69" fmla="*/ 34925 h 51"/>
              <a:gd name="T70" fmla="*/ 101600 w 50"/>
              <a:gd name="T71" fmla="*/ 9525 h 51"/>
              <a:gd name="T72" fmla="*/ 101600 w 50"/>
              <a:gd name="T73" fmla="*/ 9525 h 51"/>
              <a:gd name="T74" fmla="*/ 117475 w 50"/>
              <a:gd name="T75" fmla="*/ 0 h 51"/>
              <a:gd name="T76" fmla="*/ 136525 w 50"/>
              <a:gd name="T77" fmla="*/ 9525 h 51"/>
              <a:gd name="T78" fmla="*/ 152400 w 50"/>
              <a:gd name="T79" fmla="*/ 25400 h 51"/>
              <a:gd name="T80" fmla="*/ 152400 w 50"/>
              <a:gd name="T81" fmla="*/ 25400 h 51"/>
              <a:gd name="T82" fmla="*/ 152400 w 50"/>
              <a:gd name="T83" fmla="*/ 60325 h 51"/>
              <a:gd name="T84" fmla="*/ 152400 w 50"/>
              <a:gd name="T85" fmla="*/ 60325 h 51"/>
              <a:gd name="T86" fmla="*/ 123825 w 50"/>
              <a:gd name="T87" fmla="*/ 85725 h 51"/>
              <a:gd name="T88" fmla="*/ 111125 w 50"/>
              <a:gd name="T89" fmla="*/ 92075 h 51"/>
              <a:gd name="T90" fmla="*/ 95250 w 50"/>
              <a:gd name="T91" fmla="*/ 82550 h 51"/>
              <a:gd name="T92" fmla="*/ 111125 w 50"/>
              <a:gd name="T93" fmla="*/ 79375 h 51"/>
              <a:gd name="T94" fmla="*/ 117475 w 50"/>
              <a:gd name="T95" fmla="*/ 76200 h 51"/>
              <a:gd name="T96" fmla="*/ 142875 w 50"/>
              <a:gd name="T97" fmla="*/ 50800 h 51"/>
              <a:gd name="T98" fmla="*/ 142875 w 50"/>
              <a:gd name="T99" fmla="*/ 50800 h 51"/>
              <a:gd name="T100" fmla="*/ 142875 w 50"/>
              <a:gd name="T101" fmla="*/ 34925 h 51"/>
              <a:gd name="T102" fmla="*/ 142875 w 50"/>
              <a:gd name="T103" fmla="*/ 34925 h 51"/>
              <a:gd name="T104" fmla="*/ 127000 w 50"/>
              <a:gd name="T105" fmla="*/ 15875 h 51"/>
              <a:gd name="T106" fmla="*/ 117475 w 50"/>
              <a:gd name="T107" fmla="*/ 12700 h 51"/>
              <a:gd name="T108" fmla="*/ 107950 w 50"/>
              <a:gd name="T109" fmla="*/ 15875 h 51"/>
              <a:gd name="T110" fmla="*/ 107950 w 50"/>
              <a:gd name="T111" fmla="*/ 15875 h 51"/>
              <a:gd name="T112" fmla="*/ 82550 w 50"/>
              <a:gd name="T113" fmla="*/ 44450 h 51"/>
              <a:gd name="T114" fmla="*/ 79375 w 50"/>
              <a:gd name="T115" fmla="*/ 57150 h 51"/>
              <a:gd name="T116" fmla="*/ 101600 w 50"/>
              <a:gd name="T117" fmla="*/ 9525 h 51"/>
              <a:gd name="T118" fmla="*/ 101600 w 50"/>
              <a:gd name="T119" fmla="*/ 9525 h 51"/>
              <a:gd name="T120" fmla="*/ 152400 w 50"/>
              <a:gd name="T121" fmla="*/ 25400 h 51"/>
              <a:gd name="T122" fmla="*/ 152400 w 50"/>
              <a:gd name="T123" fmla="*/ 25400 h 5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0" h="51">
                <a:moveTo>
                  <a:pt x="25" y="33"/>
                </a:moveTo>
                <a:cubicBezTo>
                  <a:pt x="24" y="32"/>
                  <a:pt x="24" y="31"/>
                  <a:pt x="25" y="30"/>
                </a:cubicBezTo>
                <a:cubicBezTo>
                  <a:pt x="26" y="30"/>
                  <a:pt x="28" y="30"/>
                  <a:pt x="28" y="31"/>
                </a:cubicBezTo>
                <a:cubicBezTo>
                  <a:pt x="29" y="33"/>
                  <a:pt x="29" y="34"/>
                  <a:pt x="29" y="36"/>
                </a:cubicBezTo>
                <a:cubicBezTo>
                  <a:pt x="28" y="37"/>
                  <a:pt x="28" y="39"/>
                  <a:pt x="27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18" y="48"/>
                  <a:pt x="18" y="48"/>
                  <a:pt x="18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8" y="49"/>
                  <a:pt x="18" y="49"/>
                  <a:pt x="18" y="49"/>
                </a:cubicBezTo>
                <a:cubicBezTo>
                  <a:pt x="17" y="50"/>
                  <a:pt x="15" y="51"/>
                  <a:pt x="13" y="51"/>
                </a:cubicBezTo>
                <a:cubicBezTo>
                  <a:pt x="11" y="51"/>
                  <a:pt x="9" y="50"/>
                  <a:pt x="7" y="48"/>
                </a:cubicBezTo>
                <a:cubicBezTo>
                  <a:pt x="7" y="48"/>
                  <a:pt x="7" y="48"/>
                  <a:pt x="7" y="48"/>
                </a:cubicBezTo>
                <a:cubicBezTo>
                  <a:pt x="7" y="48"/>
                  <a:pt x="7" y="48"/>
                  <a:pt x="7" y="48"/>
                </a:cubicBezTo>
                <a:cubicBezTo>
                  <a:pt x="2" y="43"/>
                  <a:pt x="2" y="43"/>
                  <a:pt x="2" y="43"/>
                </a:cubicBezTo>
                <a:cubicBezTo>
                  <a:pt x="2" y="43"/>
                  <a:pt x="2" y="43"/>
                  <a:pt x="2" y="43"/>
                </a:cubicBezTo>
                <a:cubicBezTo>
                  <a:pt x="2" y="43"/>
                  <a:pt x="2" y="43"/>
                  <a:pt x="2" y="43"/>
                </a:cubicBezTo>
                <a:cubicBezTo>
                  <a:pt x="1" y="42"/>
                  <a:pt x="0" y="40"/>
                  <a:pt x="0" y="38"/>
                </a:cubicBezTo>
                <a:cubicBezTo>
                  <a:pt x="0" y="36"/>
                  <a:pt x="1" y="34"/>
                  <a:pt x="2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2" y="23"/>
                  <a:pt x="13" y="22"/>
                  <a:pt x="15" y="22"/>
                </a:cubicBezTo>
                <a:cubicBezTo>
                  <a:pt x="16" y="22"/>
                  <a:pt x="18" y="22"/>
                  <a:pt x="19" y="23"/>
                </a:cubicBezTo>
                <a:cubicBezTo>
                  <a:pt x="20" y="23"/>
                  <a:pt x="21" y="24"/>
                  <a:pt x="20" y="25"/>
                </a:cubicBezTo>
                <a:cubicBezTo>
                  <a:pt x="20" y="26"/>
                  <a:pt x="19" y="26"/>
                  <a:pt x="18" y="26"/>
                </a:cubicBezTo>
                <a:cubicBezTo>
                  <a:pt x="17" y="26"/>
                  <a:pt x="16" y="25"/>
                  <a:pt x="15" y="26"/>
                </a:cubicBezTo>
                <a:cubicBezTo>
                  <a:pt x="14" y="26"/>
                  <a:pt x="14" y="26"/>
                  <a:pt x="13" y="27"/>
                </a:cubicBezTo>
                <a:cubicBezTo>
                  <a:pt x="5" y="35"/>
                  <a:pt x="5" y="35"/>
                  <a:pt x="5" y="35"/>
                </a:cubicBezTo>
                <a:cubicBezTo>
                  <a:pt x="5" y="35"/>
                  <a:pt x="5" y="35"/>
                  <a:pt x="5" y="35"/>
                </a:cubicBezTo>
                <a:cubicBezTo>
                  <a:pt x="5" y="35"/>
                  <a:pt x="5" y="35"/>
                  <a:pt x="5" y="35"/>
                </a:cubicBezTo>
                <a:cubicBezTo>
                  <a:pt x="5" y="35"/>
                  <a:pt x="5" y="35"/>
                  <a:pt x="5" y="35"/>
                </a:cubicBezTo>
                <a:cubicBezTo>
                  <a:pt x="4" y="36"/>
                  <a:pt x="4" y="37"/>
                  <a:pt x="4" y="38"/>
                </a:cubicBezTo>
                <a:cubicBezTo>
                  <a:pt x="4" y="39"/>
                  <a:pt x="4" y="40"/>
                  <a:pt x="5" y="40"/>
                </a:cubicBezTo>
                <a:cubicBezTo>
                  <a:pt x="5" y="40"/>
                  <a:pt x="5" y="40"/>
                  <a:pt x="5" y="40"/>
                </a:cubicBezTo>
                <a:cubicBezTo>
                  <a:pt x="5" y="40"/>
                  <a:pt x="5" y="40"/>
                  <a:pt x="5" y="40"/>
                </a:cubicBezTo>
                <a:cubicBezTo>
                  <a:pt x="10" y="46"/>
                  <a:pt x="10" y="46"/>
                  <a:pt x="10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11" y="46"/>
                  <a:pt x="12" y="47"/>
                  <a:pt x="13" y="47"/>
                </a:cubicBezTo>
                <a:cubicBezTo>
                  <a:pt x="14" y="47"/>
                  <a:pt x="15" y="46"/>
                  <a:pt x="15" y="46"/>
                </a:cubicBezTo>
                <a:cubicBezTo>
                  <a:pt x="15" y="46"/>
                  <a:pt x="15" y="46"/>
                  <a:pt x="15" y="46"/>
                </a:cubicBezTo>
                <a:cubicBezTo>
                  <a:pt x="15" y="46"/>
                  <a:pt x="15" y="46"/>
                  <a:pt x="15" y="46"/>
                </a:cubicBezTo>
                <a:cubicBezTo>
                  <a:pt x="16" y="46"/>
                  <a:pt x="16" y="46"/>
                  <a:pt x="16" y="46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5" y="36"/>
                  <a:pt x="25" y="35"/>
                </a:cubicBezTo>
                <a:cubicBezTo>
                  <a:pt x="25" y="34"/>
                  <a:pt x="25" y="34"/>
                  <a:pt x="25" y="33"/>
                </a:cubicBezTo>
                <a:close/>
                <a:moveTo>
                  <a:pt x="18" y="35"/>
                </a:moveTo>
                <a:cubicBezTo>
                  <a:pt x="18" y="35"/>
                  <a:pt x="18" y="35"/>
                  <a:pt x="18" y="35"/>
                </a:cubicBezTo>
                <a:cubicBezTo>
                  <a:pt x="17" y="36"/>
                  <a:pt x="16" y="36"/>
                  <a:pt x="15" y="35"/>
                </a:cubicBezTo>
                <a:cubicBezTo>
                  <a:pt x="15" y="34"/>
                  <a:pt x="15" y="33"/>
                  <a:pt x="15" y="32"/>
                </a:cubicBezTo>
                <a:cubicBezTo>
                  <a:pt x="32" y="16"/>
                  <a:pt x="32" y="16"/>
                  <a:pt x="32" y="16"/>
                </a:cubicBezTo>
                <a:cubicBezTo>
                  <a:pt x="33" y="15"/>
                  <a:pt x="34" y="15"/>
                  <a:pt x="35" y="16"/>
                </a:cubicBezTo>
                <a:cubicBezTo>
                  <a:pt x="35" y="17"/>
                  <a:pt x="35" y="18"/>
                  <a:pt x="35" y="19"/>
                </a:cubicBezTo>
                <a:cubicBezTo>
                  <a:pt x="18" y="35"/>
                  <a:pt x="18" y="35"/>
                  <a:pt x="18" y="35"/>
                </a:cubicBezTo>
                <a:close/>
                <a:moveTo>
                  <a:pt x="18" y="49"/>
                </a:moveTo>
                <a:cubicBezTo>
                  <a:pt x="18" y="49"/>
                  <a:pt x="18" y="49"/>
                  <a:pt x="18" y="49"/>
                </a:cubicBezTo>
                <a:cubicBezTo>
                  <a:pt x="17" y="49"/>
                  <a:pt x="16" y="49"/>
                  <a:pt x="15" y="48"/>
                </a:cubicBezTo>
                <a:cubicBezTo>
                  <a:pt x="18" y="49"/>
                  <a:pt x="18" y="49"/>
                  <a:pt x="18" y="49"/>
                </a:cubicBezTo>
                <a:close/>
                <a:moveTo>
                  <a:pt x="2" y="43"/>
                </a:moveTo>
                <a:cubicBezTo>
                  <a:pt x="2" y="43"/>
                  <a:pt x="2" y="43"/>
                  <a:pt x="2" y="43"/>
                </a:cubicBezTo>
                <a:cubicBezTo>
                  <a:pt x="1" y="42"/>
                  <a:pt x="1" y="41"/>
                  <a:pt x="2" y="40"/>
                </a:cubicBezTo>
                <a:cubicBezTo>
                  <a:pt x="2" y="43"/>
                  <a:pt x="2" y="43"/>
                  <a:pt x="2" y="43"/>
                </a:cubicBezTo>
                <a:close/>
                <a:moveTo>
                  <a:pt x="25" y="18"/>
                </a:moveTo>
                <a:cubicBezTo>
                  <a:pt x="25" y="18"/>
                  <a:pt x="25" y="18"/>
                  <a:pt x="25" y="18"/>
                </a:cubicBezTo>
                <a:cubicBezTo>
                  <a:pt x="26" y="19"/>
                  <a:pt x="26" y="20"/>
                  <a:pt x="25" y="21"/>
                </a:cubicBezTo>
                <a:cubicBezTo>
                  <a:pt x="24" y="21"/>
                  <a:pt x="22" y="21"/>
                  <a:pt x="22" y="20"/>
                </a:cubicBezTo>
                <a:cubicBezTo>
                  <a:pt x="21" y="18"/>
                  <a:pt x="21" y="17"/>
                  <a:pt x="21" y="15"/>
                </a:cubicBezTo>
                <a:cubicBezTo>
                  <a:pt x="22" y="14"/>
                  <a:pt x="22" y="12"/>
                  <a:pt x="23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32" y="3"/>
                  <a:pt x="32" y="3"/>
                  <a:pt x="32" y="3"/>
                </a:cubicBezTo>
                <a:cubicBezTo>
                  <a:pt x="32" y="3"/>
                  <a:pt x="32" y="3"/>
                  <a:pt x="32" y="3"/>
                </a:cubicBezTo>
                <a:cubicBezTo>
                  <a:pt x="32" y="3"/>
                  <a:pt x="32" y="3"/>
                  <a:pt x="32" y="3"/>
                </a:cubicBezTo>
                <a:cubicBezTo>
                  <a:pt x="32" y="3"/>
                  <a:pt x="32" y="3"/>
                  <a:pt x="32" y="3"/>
                </a:cubicBezTo>
                <a:cubicBezTo>
                  <a:pt x="33" y="1"/>
                  <a:pt x="35" y="0"/>
                  <a:pt x="37" y="0"/>
                </a:cubicBezTo>
                <a:cubicBezTo>
                  <a:pt x="39" y="0"/>
                  <a:pt x="41" y="1"/>
                  <a:pt x="43" y="3"/>
                </a:cubicBezTo>
                <a:cubicBezTo>
                  <a:pt x="43" y="3"/>
                  <a:pt x="43" y="3"/>
                  <a:pt x="43" y="3"/>
                </a:cubicBezTo>
                <a:cubicBezTo>
                  <a:pt x="43" y="3"/>
                  <a:pt x="43" y="3"/>
                  <a:pt x="43" y="3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8"/>
                  <a:pt x="48" y="8"/>
                  <a:pt x="48" y="8"/>
                </a:cubicBezTo>
                <a:cubicBezTo>
                  <a:pt x="49" y="10"/>
                  <a:pt x="50" y="11"/>
                  <a:pt x="50" y="13"/>
                </a:cubicBezTo>
                <a:cubicBezTo>
                  <a:pt x="50" y="15"/>
                  <a:pt x="49" y="17"/>
                  <a:pt x="48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39" y="27"/>
                  <a:pt x="39" y="27"/>
                  <a:pt x="39" y="27"/>
                </a:cubicBezTo>
                <a:cubicBezTo>
                  <a:pt x="39" y="27"/>
                  <a:pt x="39" y="27"/>
                  <a:pt x="39" y="27"/>
                </a:cubicBezTo>
                <a:cubicBezTo>
                  <a:pt x="39" y="27"/>
                  <a:pt x="39" y="27"/>
                  <a:pt x="39" y="27"/>
                </a:cubicBezTo>
                <a:cubicBezTo>
                  <a:pt x="38" y="28"/>
                  <a:pt x="37" y="29"/>
                  <a:pt x="35" y="29"/>
                </a:cubicBezTo>
                <a:cubicBezTo>
                  <a:pt x="34" y="30"/>
                  <a:pt x="32" y="29"/>
                  <a:pt x="31" y="29"/>
                </a:cubicBezTo>
                <a:cubicBezTo>
                  <a:pt x="30" y="28"/>
                  <a:pt x="29" y="27"/>
                  <a:pt x="30" y="26"/>
                </a:cubicBezTo>
                <a:cubicBezTo>
                  <a:pt x="30" y="25"/>
                  <a:pt x="31" y="25"/>
                  <a:pt x="32" y="25"/>
                </a:cubicBezTo>
                <a:cubicBezTo>
                  <a:pt x="33" y="25"/>
                  <a:pt x="34" y="26"/>
                  <a:pt x="35" y="25"/>
                </a:cubicBezTo>
                <a:cubicBezTo>
                  <a:pt x="35" y="25"/>
                  <a:pt x="36" y="25"/>
                  <a:pt x="37" y="24"/>
                </a:cubicBezTo>
                <a:cubicBezTo>
                  <a:pt x="37" y="24"/>
                  <a:pt x="37" y="24"/>
                  <a:pt x="37" y="24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6" y="15"/>
                  <a:pt x="46" y="14"/>
                  <a:pt x="46" y="13"/>
                </a:cubicBezTo>
                <a:cubicBezTo>
                  <a:pt x="46" y="12"/>
                  <a:pt x="46" y="11"/>
                  <a:pt x="45" y="11"/>
                </a:cubicBezTo>
                <a:cubicBezTo>
                  <a:pt x="45" y="11"/>
                  <a:pt x="45" y="11"/>
                  <a:pt x="45" y="11"/>
                </a:cubicBezTo>
                <a:cubicBezTo>
                  <a:pt x="45" y="11"/>
                  <a:pt x="45" y="11"/>
                  <a:pt x="45" y="11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5"/>
                  <a:pt x="40" y="5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4"/>
                  <a:pt x="35" y="5"/>
                  <a:pt x="35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5" y="15"/>
                  <a:pt x="25" y="16"/>
                </a:cubicBezTo>
                <a:cubicBezTo>
                  <a:pt x="25" y="17"/>
                  <a:pt x="25" y="17"/>
                  <a:pt x="25" y="18"/>
                </a:cubicBezTo>
                <a:close/>
                <a:moveTo>
                  <a:pt x="32" y="3"/>
                </a:moveTo>
                <a:cubicBezTo>
                  <a:pt x="32" y="3"/>
                  <a:pt x="32" y="3"/>
                  <a:pt x="32" y="3"/>
                </a:cubicBezTo>
                <a:cubicBezTo>
                  <a:pt x="33" y="2"/>
                  <a:pt x="34" y="2"/>
                  <a:pt x="34" y="3"/>
                </a:cubicBezTo>
                <a:cubicBezTo>
                  <a:pt x="32" y="3"/>
                  <a:pt x="32" y="3"/>
                  <a:pt x="32" y="3"/>
                </a:cubicBezTo>
                <a:close/>
                <a:moveTo>
                  <a:pt x="48" y="8"/>
                </a:moveTo>
                <a:cubicBezTo>
                  <a:pt x="48" y="8"/>
                  <a:pt x="48" y="8"/>
                  <a:pt x="48" y="8"/>
                </a:cubicBezTo>
                <a:cubicBezTo>
                  <a:pt x="49" y="9"/>
                  <a:pt x="49" y="10"/>
                  <a:pt x="48" y="11"/>
                </a:cubicBezTo>
                <a:cubicBezTo>
                  <a:pt x="48" y="8"/>
                  <a:pt x="48" y="8"/>
                  <a:pt x="48" y="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85" name="Freeform 319">
            <a:extLst>
              <a:ext uri="{FF2B5EF4-FFF2-40B4-BE49-F238E27FC236}">
                <a16:creationId xmlns:a16="http://schemas.microsoft.com/office/drawing/2014/main" id="{DC340335-8697-3193-6854-024AECE17920}"/>
              </a:ext>
            </a:extLst>
          </p:cNvPr>
          <p:cNvSpPr>
            <a:spLocks noEditPoints="1"/>
          </p:cNvSpPr>
          <p:nvPr/>
        </p:nvSpPr>
        <p:spPr bwMode="auto">
          <a:xfrm>
            <a:off x="9901167" y="5241315"/>
            <a:ext cx="211667" cy="207433"/>
          </a:xfrm>
          <a:custGeom>
            <a:avLst/>
            <a:gdLst>
              <a:gd name="T0" fmla="*/ 85725 w 50"/>
              <a:gd name="T1" fmla="*/ 25400 h 49"/>
              <a:gd name="T2" fmla="*/ 88900 w 50"/>
              <a:gd name="T3" fmla="*/ 38100 h 49"/>
              <a:gd name="T4" fmla="*/ 79375 w 50"/>
              <a:gd name="T5" fmla="*/ 38100 h 49"/>
              <a:gd name="T6" fmla="*/ 85725 w 50"/>
              <a:gd name="T7" fmla="*/ 22225 h 49"/>
              <a:gd name="T8" fmla="*/ 60325 w 50"/>
              <a:gd name="T9" fmla="*/ 25400 h 49"/>
              <a:gd name="T10" fmla="*/ 28575 w 50"/>
              <a:gd name="T11" fmla="*/ 60325 h 49"/>
              <a:gd name="T12" fmla="*/ 41275 w 50"/>
              <a:gd name="T13" fmla="*/ 127000 h 49"/>
              <a:gd name="T14" fmla="*/ 85725 w 50"/>
              <a:gd name="T15" fmla="*/ 146050 h 49"/>
              <a:gd name="T16" fmla="*/ 139700 w 50"/>
              <a:gd name="T17" fmla="*/ 107950 h 49"/>
              <a:gd name="T18" fmla="*/ 139700 w 50"/>
              <a:gd name="T19" fmla="*/ 107950 h 49"/>
              <a:gd name="T20" fmla="*/ 139700 w 50"/>
              <a:gd name="T21" fmla="*/ 60325 h 49"/>
              <a:gd name="T22" fmla="*/ 85725 w 50"/>
              <a:gd name="T23" fmla="*/ 22225 h 49"/>
              <a:gd name="T24" fmla="*/ 57150 w 50"/>
              <a:gd name="T25" fmla="*/ 15875 h 49"/>
              <a:gd name="T26" fmla="*/ 136525 w 50"/>
              <a:gd name="T27" fmla="*/ 31750 h 49"/>
              <a:gd name="T28" fmla="*/ 158750 w 50"/>
              <a:gd name="T29" fmla="*/ 82550 h 49"/>
              <a:gd name="T30" fmla="*/ 152400 w 50"/>
              <a:gd name="T31" fmla="*/ 111125 h 49"/>
              <a:gd name="T32" fmla="*/ 85725 w 50"/>
              <a:gd name="T33" fmla="*/ 155575 h 49"/>
              <a:gd name="T34" fmla="*/ 31750 w 50"/>
              <a:gd name="T35" fmla="*/ 136525 h 49"/>
              <a:gd name="T36" fmla="*/ 15875 w 50"/>
              <a:gd name="T37" fmla="*/ 53975 h 49"/>
              <a:gd name="T38" fmla="*/ 22225 w 50"/>
              <a:gd name="T39" fmla="*/ 44450 h 49"/>
              <a:gd name="T40" fmla="*/ 3175 w 50"/>
              <a:gd name="T41" fmla="*/ 12700 h 49"/>
              <a:gd name="T42" fmla="*/ 12700 w 50"/>
              <a:gd name="T43" fmla="*/ 3175 h 49"/>
              <a:gd name="T44" fmla="*/ 38100 w 50"/>
              <a:gd name="T45" fmla="*/ 6350 h 49"/>
              <a:gd name="T46" fmla="*/ 44450 w 50"/>
              <a:gd name="T47" fmla="*/ 22225 h 49"/>
              <a:gd name="T48" fmla="*/ 28575 w 50"/>
              <a:gd name="T49" fmla="*/ 34925 h 49"/>
              <a:gd name="T50" fmla="*/ 31750 w 50"/>
              <a:gd name="T51" fmla="*/ 31750 h 49"/>
              <a:gd name="T52" fmla="*/ 34925 w 50"/>
              <a:gd name="T53" fmla="*/ 28575 h 49"/>
              <a:gd name="T54" fmla="*/ 34925 w 50"/>
              <a:gd name="T55" fmla="*/ 15875 h 49"/>
              <a:gd name="T56" fmla="*/ 12700 w 50"/>
              <a:gd name="T57" fmla="*/ 12700 h 49"/>
              <a:gd name="T58" fmla="*/ 9525 w 50"/>
              <a:gd name="T59" fmla="*/ 22225 h 49"/>
              <a:gd name="T60" fmla="*/ 22225 w 50"/>
              <a:gd name="T61" fmla="*/ 34925 h 49"/>
              <a:gd name="T62" fmla="*/ 28575 w 50"/>
              <a:gd name="T63" fmla="*/ 34925 h 49"/>
              <a:gd name="T64" fmla="*/ 57150 w 50"/>
              <a:gd name="T65" fmla="*/ 50800 h 49"/>
              <a:gd name="T66" fmla="*/ 98425 w 50"/>
              <a:gd name="T67" fmla="*/ 66675 h 49"/>
              <a:gd name="T68" fmla="*/ 98425 w 50"/>
              <a:gd name="T69" fmla="*/ 69850 h 49"/>
              <a:gd name="T70" fmla="*/ 98425 w 50"/>
              <a:gd name="T71" fmla="*/ 69850 h 49"/>
              <a:gd name="T72" fmla="*/ 98425 w 50"/>
              <a:gd name="T73" fmla="*/ 69850 h 49"/>
              <a:gd name="T74" fmla="*/ 98425 w 50"/>
              <a:gd name="T75" fmla="*/ 69850 h 49"/>
              <a:gd name="T76" fmla="*/ 114300 w 50"/>
              <a:gd name="T77" fmla="*/ 114300 h 49"/>
              <a:gd name="T78" fmla="*/ 69850 w 50"/>
              <a:gd name="T79" fmla="*/ 98425 h 49"/>
              <a:gd name="T80" fmla="*/ 69850 w 50"/>
              <a:gd name="T81" fmla="*/ 98425 h 49"/>
              <a:gd name="T82" fmla="*/ 69850 w 50"/>
              <a:gd name="T83" fmla="*/ 98425 h 49"/>
              <a:gd name="T84" fmla="*/ 69850 w 50"/>
              <a:gd name="T85" fmla="*/ 98425 h 49"/>
              <a:gd name="T86" fmla="*/ 69850 w 50"/>
              <a:gd name="T87" fmla="*/ 95250 h 49"/>
              <a:gd name="T88" fmla="*/ 53975 w 50"/>
              <a:gd name="T89" fmla="*/ 50800 h 49"/>
              <a:gd name="T90" fmla="*/ 88900 w 50"/>
              <a:gd name="T91" fmla="*/ 73025 h 49"/>
              <a:gd name="T92" fmla="*/ 63500 w 50"/>
              <a:gd name="T93" fmla="*/ 60325 h 49"/>
              <a:gd name="T94" fmla="*/ 88900 w 50"/>
              <a:gd name="T95" fmla="*/ 73025 h 49"/>
              <a:gd name="T96" fmla="*/ 79375 w 50"/>
              <a:gd name="T97" fmla="*/ 95250 h 49"/>
              <a:gd name="T98" fmla="*/ 95250 w 50"/>
              <a:gd name="T99" fmla="*/ 79375 h 49"/>
              <a:gd name="T100" fmla="*/ 28575 w 50"/>
              <a:gd name="T101" fmla="*/ 85725 h 49"/>
              <a:gd name="T102" fmla="*/ 25400 w 50"/>
              <a:gd name="T103" fmla="*/ 82550 h 49"/>
              <a:gd name="T104" fmla="*/ 38100 w 50"/>
              <a:gd name="T105" fmla="*/ 79375 h 49"/>
              <a:gd name="T106" fmla="*/ 38100 w 50"/>
              <a:gd name="T107" fmla="*/ 85725 h 49"/>
              <a:gd name="T108" fmla="*/ 88900 w 50"/>
              <a:gd name="T109" fmla="*/ 136525 h 49"/>
              <a:gd name="T110" fmla="*/ 85725 w 50"/>
              <a:gd name="T111" fmla="*/ 142875 h 49"/>
              <a:gd name="T112" fmla="*/ 79375 w 50"/>
              <a:gd name="T113" fmla="*/ 130175 h 49"/>
              <a:gd name="T114" fmla="*/ 88900 w 50"/>
              <a:gd name="T115" fmla="*/ 130175 h 49"/>
              <a:gd name="T116" fmla="*/ 139700 w 50"/>
              <a:gd name="T117" fmla="*/ 79375 h 49"/>
              <a:gd name="T118" fmla="*/ 142875 w 50"/>
              <a:gd name="T119" fmla="*/ 82550 h 49"/>
              <a:gd name="T120" fmla="*/ 130175 w 50"/>
              <a:gd name="T121" fmla="*/ 85725 h 49"/>
              <a:gd name="T122" fmla="*/ 130175 w 50"/>
              <a:gd name="T123" fmla="*/ 79375 h 49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0" h="49">
                <a:moveTo>
                  <a:pt x="25" y="9"/>
                </a:moveTo>
                <a:cubicBezTo>
                  <a:pt x="25" y="8"/>
                  <a:pt x="26" y="8"/>
                  <a:pt x="27" y="8"/>
                </a:cubicBezTo>
                <a:cubicBezTo>
                  <a:pt x="27" y="8"/>
                  <a:pt x="28" y="8"/>
                  <a:pt x="28" y="9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3"/>
                  <a:pt x="27" y="13"/>
                  <a:pt x="27" y="13"/>
                </a:cubicBezTo>
                <a:cubicBezTo>
                  <a:pt x="26" y="13"/>
                  <a:pt x="25" y="13"/>
                  <a:pt x="25" y="12"/>
                </a:cubicBezTo>
                <a:cubicBezTo>
                  <a:pt x="25" y="9"/>
                  <a:pt x="25" y="9"/>
                  <a:pt x="25" y="9"/>
                </a:cubicBezTo>
                <a:close/>
                <a:moveTo>
                  <a:pt x="27" y="7"/>
                </a:moveTo>
                <a:cubicBezTo>
                  <a:pt x="27" y="7"/>
                  <a:pt x="27" y="7"/>
                  <a:pt x="27" y="7"/>
                </a:cubicBezTo>
                <a:cubicBezTo>
                  <a:pt x="24" y="7"/>
                  <a:pt x="21" y="7"/>
                  <a:pt x="19" y="8"/>
                </a:cubicBezTo>
                <a:cubicBezTo>
                  <a:pt x="17" y="9"/>
                  <a:pt x="15" y="11"/>
                  <a:pt x="13" y="13"/>
                </a:cubicBezTo>
                <a:cubicBezTo>
                  <a:pt x="11" y="14"/>
                  <a:pt x="10" y="17"/>
                  <a:pt x="9" y="19"/>
                </a:cubicBezTo>
                <a:cubicBezTo>
                  <a:pt x="8" y="21"/>
                  <a:pt x="7" y="24"/>
                  <a:pt x="7" y="26"/>
                </a:cubicBezTo>
                <a:cubicBezTo>
                  <a:pt x="7" y="31"/>
                  <a:pt x="9" y="36"/>
                  <a:pt x="13" y="40"/>
                </a:cubicBezTo>
                <a:cubicBezTo>
                  <a:pt x="15" y="42"/>
                  <a:pt x="17" y="43"/>
                  <a:pt x="19" y="44"/>
                </a:cubicBezTo>
                <a:cubicBezTo>
                  <a:pt x="21" y="45"/>
                  <a:pt x="24" y="46"/>
                  <a:pt x="27" y="46"/>
                </a:cubicBezTo>
                <a:cubicBezTo>
                  <a:pt x="32" y="46"/>
                  <a:pt x="37" y="44"/>
                  <a:pt x="40" y="40"/>
                </a:cubicBezTo>
                <a:cubicBezTo>
                  <a:pt x="42" y="38"/>
                  <a:pt x="43" y="36"/>
                  <a:pt x="44" y="34"/>
                </a:cubicBezTo>
                <a:cubicBezTo>
                  <a:pt x="44" y="34"/>
                  <a:pt x="44" y="34"/>
                  <a:pt x="44" y="34"/>
                </a:cubicBezTo>
                <a:cubicBezTo>
                  <a:pt x="44" y="34"/>
                  <a:pt x="44" y="34"/>
                  <a:pt x="44" y="34"/>
                </a:cubicBezTo>
                <a:cubicBezTo>
                  <a:pt x="45" y="31"/>
                  <a:pt x="46" y="29"/>
                  <a:pt x="46" y="26"/>
                </a:cubicBezTo>
                <a:cubicBezTo>
                  <a:pt x="46" y="24"/>
                  <a:pt x="45" y="21"/>
                  <a:pt x="44" y="19"/>
                </a:cubicBezTo>
                <a:cubicBezTo>
                  <a:pt x="43" y="17"/>
                  <a:pt x="42" y="14"/>
                  <a:pt x="40" y="13"/>
                </a:cubicBezTo>
                <a:cubicBezTo>
                  <a:pt x="37" y="9"/>
                  <a:pt x="32" y="7"/>
                  <a:pt x="27" y="7"/>
                </a:cubicBezTo>
                <a:close/>
                <a:moveTo>
                  <a:pt x="18" y="5"/>
                </a:moveTo>
                <a:cubicBezTo>
                  <a:pt x="18" y="5"/>
                  <a:pt x="18" y="5"/>
                  <a:pt x="18" y="5"/>
                </a:cubicBezTo>
                <a:cubicBezTo>
                  <a:pt x="20" y="4"/>
                  <a:pt x="23" y="3"/>
                  <a:pt x="27" y="3"/>
                </a:cubicBezTo>
                <a:cubicBezTo>
                  <a:pt x="33" y="3"/>
                  <a:pt x="39" y="6"/>
                  <a:pt x="43" y="10"/>
                </a:cubicBezTo>
                <a:cubicBezTo>
                  <a:pt x="45" y="12"/>
                  <a:pt x="47" y="15"/>
                  <a:pt x="48" y="17"/>
                </a:cubicBezTo>
                <a:cubicBezTo>
                  <a:pt x="49" y="20"/>
                  <a:pt x="50" y="23"/>
                  <a:pt x="50" y="26"/>
                </a:cubicBezTo>
                <a:cubicBezTo>
                  <a:pt x="50" y="29"/>
                  <a:pt x="49" y="32"/>
                  <a:pt x="48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7" y="38"/>
                  <a:pt x="45" y="41"/>
                  <a:pt x="43" y="43"/>
                </a:cubicBezTo>
                <a:cubicBezTo>
                  <a:pt x="39" y="47"/>
                  <a:pt x="33" y="49"/>
                  <a:pt x="27" y="49"/>
                </a:cubicBezTo>
                <a:cubicBezTo>
                  <a:pt x="23" y="49"/>
                  <a:pt x="20" y="49"/>
                  <a:pt x="18" y="48"/>
                </a:cubicBezTo>
                <a:cubicBezTo>
                  <a:pt x="15" y="47"/>
                  <a:pt x="12" y="45"/>
                  <a:pt x="10" y="43"/>
                </a:cubicBezTo>
                <a:cubicBezTo>
                  <a:pt x="6" y="38"/>
                  <a:pt x="3" y="32"/>
                  <a:pt x="3" y="26"/>
                </a:cubicBezTo>
                <a:cubicBezTo>
                  <a:pt x="3" y="23"/>
                  <a:pt x="4" y="20"/>
                  <a:pt x="5" y="17"/>
                </a:cubicBezTo>
                <a:cubicBezTo>
                  <a:pt x="6" y="16"/>
                  <a:pt x="6" y="15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6"/>
                  <a:pt x="0" y="5"/>
                  <a:pt x="1" y="4"/>
                </a:cubicBezTo>
                <a:cubicBezTo>
                  <a:pt x="1" y="4"/>
                  <a:pt x="2" y="3"/>
                  <a:pt x="2" y="2"/>
                </a:cubicBezTo>
                <a:cubicBezTo>
                  <a:pt x="3" y="2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7" y="0"/>
                  <a:pt x="10" y="0"/>
                  <a:pt x="12" y="2"/>
                </a:cubicBezTo>
                <a:cubicBezTo>
                  <a:pt x="12" y="3"/>
                  <a:pt x="13" y="4"/>
                  <a:pt x="13" y="4"/>
                </a:cubicBezTo>
                <a:cubicBezTo>
                  <a:pt x="13" y="5"/>
                  <a:pt x="14" y="6"/>
                  <a:pt x="14" y="7"/>
                </a:cubicBezTo>
                <a:cubicBezTo>
                  <a:pt x="15" y="6"/>
                  <a:pt x="16" y="5"/>
                  <a:pt x="18" y="5"/>
                </a:cubicBezTo>
                <a:close/>
                <a:moveTo>
                  <a:pt x="9" y="11"/>
                </a:moveTo>
                <a:cubicBezTo>
                  <a:pt x="9" y="11"/>
                  <a:pt x="9" y="11"/>
                  <a:pt x="9" y="11"/>
                </a:cubicBezTo>
                <a:cubicBezTo>
                  <a:pt x="10" y="10"/>
                  <a:pt x="10" y="10"/>
                  <a:pt x="10" y="10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8"/>
                  <a:pt x="11" y="8"/>
                  <a:pt x="11" y="7"/>
                </a:cubicBezTo>
                <a:cubicBezTo>
                  <a:pt x="11" y="6"/>
                  <a:pt x="11" y="6"/>
                  <a:pt x="11" y="5"/>
                </a:cubicBezTo>
                <a:cubicBezTo>
                  <a:pt x="10" y="3"/>
                  <a:pt x="8" y="2"/>
                  <a:pt x="5" y="3"/>
                </a:cubicBezTo>
                <a:cubicBezTo>
                  <a:pt x="5" y="3"/>
                  <a:pt x="4" y="3"/>
                  <a:pt x="4" y="4"/>
                </a:cubicBezTo>
                <a:cubicBezTo>
                  <a:pt x="3" y="4"/>
                  <a:pt x="3" y="5"/>
                  <a:pt x="3" y="5"/>
                </a:cubicBezTo>
                <a:cubicBezTo>
                  <a:pt x="3" y="6"/>
                  <a:pt x="3" y="6"/>
                  <a:pt x="3" y="7"/>
                </a:cubicBezTo>
                <a:cubicBezTo>
                  <a:pt x="3" y="9"/>
                  <a:pt x="4" y="10"/>
                  <a:pt x="5" y="11"/>
                </a:cubicBezTo>
                <a:cubicBezTo>
                  <a:pt x="6" y="11"/>
                  <a:pt x="6" y="11"/>
                  <a:pt x="7" y="11"/>
                </a:cubicBezTo>
                <a:cubicBezTo>
                  <a:pt x="8" y="11"/>
                  <a:pt x="8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lose/>
                <a:moveTo>
                  <a:pt x="18" y="16"/>
                </a:moveTo>
                <a:cubicBezTo>
                  <a:pt x="18" y="16"/>
                  <a:pt x="18" y="16"/>
                  <a:pt x="18" y="16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5"/>
                  <a:pt x="36" y="36"/>
                  <a:pt x="36" y="36"/>
                </a:cubicBezTo>
                <a:cubicBezTo>
                  <a:pt x="36" y="36"/>
                  <a:pt x="35" y="36"/>
                  <a:pt x="35" y="36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0"/>
                  <a:pt x="22" y="30"/>
                  <a:pt x="22" y="30"/>
                </a:cubicBezTo>
                <a:cubicBezTo>
                  <a:pt x="16" y="18"/>
                  <a:pt x="16" y="18"/>
                  <a:pt x="16" y="18"/>
                </a:cubicBezTo>
                <a:cubicBezTo>
                  <a:pt x="16" y="17"/>
                  <a:pt x="17" y="16"/>
                  <a:pt x="17" y="16"/>
                </a:cubicBezTo>
                <a:cubicBezTo>
                  <a:pt x="17" y="16"/>
                  <a:pt x="18" y="16"/>
                  <a:pt x="18" y="16"/>
                </a:cubicBezTo>
                <a:close/>
                <a:moveTo>
                  <a:pt x="28" y="23"/>
                </a:moveTo>
                <a:cubicBezTo>
                  <a:pt x="28" y="23"/>
                  <a:pt x="28" y="23"/>
                  <a:pt x="28" y="23"/>
                </a:cubicBezTo>
                <a:cubicBezTo>
                  <a:pt x="20" y="19"/>
                  <a:pt x="20" y="19"/>
                  <a:pt x="20" y="19"/>
                </a:cubicBezTo>
                <a:cubicBezTo>
                  <a:pt x="23" y="28"/>
                  <a:pt x="23" y="28"/>
                  <a:pt x="23" y="28"/>
                </a:cubicBezTo>
                <a:cubicBezTo>
                  <a:pt x="28" y="23"/>
                  <a:pt x="28" y="23"/>
                  <a:pt x="28" y="23"/>
                </a:cubicBezTo>
                <a:close/>
                <a:moveTo>
                  <a:pt x="25" y="30"/>
                </a:moveTo>
                <a:cubicBezTo>
                  <a:pt x="25" y="30"/>
                  <a:pt x="25" y="30"/>
                  <a:pt x="25" y="30"/>
                </a:cubicBezTo>
                <a:cubicBezTo>
                  <a:pt x="33" y="33"/>
                  <a:pt x="33" y="33"/>
                  <a:pt x="33" y="33"/>
                </a:cubicBezTo>
                <a:cubicBezTo>
                  <a:pt x="30" y="25"/>
                  <a:pt x="30" y="25"/>
                  <a:pt x="30" y="25"/>
                </a:cubicBezTo>
                <a:cubicBezTo>
                  <a:pt x="25" y="30"/>
                  <a:pt x="25" y="30"/>
                  <a:pt x="25" y="30"/>
                </a:cubicBezTo>
                <a:close/>
                <a:moveTo>
                  <a:pt x="9" y="27"/>
                </a:move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8" y="27"/>
                  <a:pt x="8" y="26"/>
                </a:cubicBezTo>
                <a:cubicBezTo>
                  <a:pt x="8" y="26"/>
                  <a:pt x="9" y="25"/>
                  <a:pt x="9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3" y="25"/>
                  <a:pt x="13" y="26"/>
                  <a:pt x="13" y="26"/>
                </a:cubicBezTo>
                <a:cubicBezTo>
                  <a:pt x="13" y="27"/>
                  <a:pt x="13" y="27"/>
                  <a:pt x="12" y="27"/>
                </a:cubicBezTo>
                <a:cubicBezTo>
                  <a:pt x="9" y="27"/>
                  <a:pt x="9" y="27"/>
                  <a:pt x="9" y="27"/>
                </a:cubicBezTo>
                <a:close/>
                <a:moveTo>
                  <a:pt x="28" y="43"/>
                </a:moveTo>
                <a:cubicBezTo>
                  <a:pt x="28" y="43"/>
                  <a:pt x="28" y="43"/>
                  <a:pt x="28" y="43"/>
                </a:cubicBezTo>
                <a:cubicBezTo>
                  <a:pt x="28" y="44"/>
                  <a:pt x="27" y="45"/>
                  <a:pt x="27" y="45"/>
                </a:cubicBezTo>
                <a:cubicBezTo>
                  <a:pt x="26" y="45"/>
                  <a:pt x="25" y="44"/>
                  <a:pt x="25" y="43"/>
                </a:cubicBezTo>
                <a:cubicBezTo>
                  <a:pt x="25" y="41"/>
                  <a:pt x="25" y="41"/>
                  <a:pt x="25" y="41"/>
                </a:cubicBezTo>
                <a:cubicBezTo>
                  <a:pt x="25" y="40"/>
                  <a:pt x="26" y="39"/>
                  <a:pt x="27" y="39"/>
                </a:cubicBezTo>
                <a:cubicBezTo>
                  <a:pt x="27" y="39"/>
                  <a:pt x="28" y="40"/>
                  <a:pt x="28" y="41"/>
                </a:cubicBezTo>
                <a:cubicBezTo>
                  <a:pt x="28" y="43"/>
                  <a:pt x="28" y="43"/>
                  <a:pt x="28" y="43"/>
                </a:cubicBezTo>
                <a:close/>
                <a:moveTo>
                  <a:pt x="44" y="25"/>
                </a:moveTo>
                <a:cubicBezTo>
                  <a:pt x="44" y="25"/>
                  <a:pt x="44" y="25"/>
                  <a:pt x="44" y="25"/>
                </a:cubicBezTo>
                <a:cubicBezTo>
                  <a:pt x="44" y="25"/>
                  <a:pt x="45" y="26"/>
                  <a:pt x="45" y="26"/>
                </a:cubicBezTo>
                <a:cubicBezTo>
                  <a:pt x="45" y="27"/>
                  <a:pt x="44" y="27"/>
                  <a:pt x="44" y="27"/>
                </a:cubicBezTo>
                <a:cubicBezTo>
                  <a:pt x="41" y="27"/>
                  <a:pt x="41" y="27"/>
                  <a:pt x="41" y="27"/>
                </a:cubicBezTo>
                <a:cubicBezTo>
                  <a:pt x="40" y="27"/>
                  <a:pt x="40" y="27"/>
                  <a:pt x="40" y="26"/>
                </a:cubicBezTo>
                <a:cubicBezTo>
                  <a:pt x="40" y="26"/>
                  <a:pt x="40" y="25"/>
                  <a:pt x="41" y="25"/>
                </a:cubicBezTo>
                <a:cubicBezTo>
                  <a:pt x="44" y="25"/>
                  <a:pt x="44" y="25"/>
                  <a:pt x="44" y="2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86" name="Freeform 320">
            <a:extLst>
              <a:ext uri="{FF2B5EF4-FFF2-40B4-BE49-F238E27FC236}">
                <a16:creationId xmlns:a16="http://schemas.microsoft.com/office/drawing/2014/main" id="{BE021F13-47D8-3EA1-3EED-7CCCC9C96241}"/>
              </a:ext>
            </a:extLst>
          </p:cNvPr>
          <p:cNvSpPr>
            <a:spLocks noEditPoints="1"/>
          </p:cNvSpPr>
          <p:nvPr/>
        </p:nvSpPr>
        <p:spPr bwMode="auto">
          <a:xfrm>
            <a:off x="6571652" y="5647715"/>
            <a:ext cx="194733" cy="207433"/>
          </a:xfrm>
          <a:custGeom>
            <a:avLst/>
            <a:gdLst>
              <a:gd name="T0" fmla="*/ 82550 w 46"/>
              <a:gd name="T1" fmla="*/ 73025 h 49"/>
              <a:gd name="T2" fmla="*/ 95250 w 46"/>
              <a:gd name="T3" fmla="*/ 79375 h 49"/>
              <a:gd name="T4" fmla="*/ 111125 w 46"/>
              <a:gd name="T5" fmla="*/ 69850 h 49"/>
              <a:gd name="T6" fmla="*/ 117475 w 46"/>
              <a:gd name="T7" fmla="*/ 79375 h 49"/>
              <a:gd name="T8" fmla="*/ 130175 w 46"/>
              <a:gd name="T9" fmla="*/ 79375 h 49"/>
              <a:gd name="T10" fmla="*/ 136525 w 46"/>
              <a:gd name="T11" fmla="*/ 98425 h 49"/>
              <a:gd name="T12" fmla="*/ 146050 w 46"/>
              <a:gd name="T13" fmla="*/ 107950 h 49"/>
              <a:gd name="T14" fmla="*/ 139700 w 46"/>
              <a:gd name="T15" fmla="*/ 123825 h 49"/>
              <a:gd name="T16" fmla="*/ 136525 w 46"/>
              <a:gd name="T17" fmla="*/ 133350 h 49"/>
              <a:gd name="T18" fmla="*/ 120650 w 46"/>
              <a:gd name="T19" fmla="*/ 142875 h 49"/>
              <a:gd name="T20" fmla="*/ 111125 w 46"/>
              <a:gd name="T21" fmla="*/ 155575 h 49"/>
              <a:gd name="T22" fmla="*/ 95250 w 46"/>
              <a:gd name="T23" fmla="*/ 152400 h 49"/>
              <a:gd name="T24" fmla="*/ 85725 w 46"/>
              <a:gd name="T25" fmla="*/ 142875 h 49"/>
              <a:gd name="T26" fmla="*/ 79375 w 46"/>
              <a:gd name="T27" fmla="*/ 155575 h 49"/>
              <a:gd name="T28" fmla="*/ 22225 w 46"/>
              <a:gd name="T29" fmla="*/ 142875 h 49"/>
              <a:gd name="T30" fmla="*/ 0 w 46"/>
              <a:gd name="T31" fmla="*/ 130175 h 49"/>
              <a:gd name="T32" fmla="*/ 25400 w 46"/>
              <a:gd name="T33" fmla="*/ 73025 h 49"/>
              <a:gd name="T34" fmla="*/ 104775 w 46"/>
              <a:gd name="T35" fmla="*/ 98425 h 49"/>
              <a:gd name="T36" fmla="*/ 120650 w 46"/>
              <a:gd name="T37" fmla="*/ 114300 h 49"/>
              <a:gd name="T38" fmla="*/ 92075 w 46"/>
              <a:gd name="T39" fmla="*/ 123825 h 49"/>
              <a:gd name="T40" fmla="*/ 111125 w 46"/>
              <a:gd name="T41" fmla="*/ 107950 h 49"/>
              <a:gd name="T42" fmla="*/ 95250 w 46"/>
              <a:gd name="T43" fmla="*/ 114300 h 49"/>
              <a:gd name="T44" fmla="*/ 111125 w 46"/>
              <a:gd name="T45" fmla="*/ 117475 h 49"/>
              <a:gd name="T46" fmla="*/ 76200 w 46"/>
              <a:gd name="T47" fmla="*/ 82550 h 49"/>
              <a:gd name="T48" fmla="*/ 12700 w 46"/>
              <a:gd name="T49" fmla="*/ 104775 h 49"/>
              <a:gd name="T50" fmla="*/ 28575 w 46"/>
              <a:gd name="T51" fmla="*/ 130175 h 49"/>
              <a:gd name="T52" fmla="*/ 34925 w 46"/>
              <a:gd name="T53" fmla="*/ 136525 h 49"/>
              <a:gd name="T54" fmla="*/ 73025 w 46"/>
              <a:gd name="T55" fmla="*/ 139700 h 49"/>
              <a:gd name="T56" fmla="*/ 69850 w 46"/>
              <a:gd name="T57" fmla="*/ 127000 h 49"/>
              <a:gd name="T58" fmla="*/ 60325 w 46"/>
              <a:gd name="T59" fmla="*/ 120650 h 49"/>
              <a:gd name="T60" fmla="*/ 69850 w 46"/>
              <a:gd name="T61" fmla="*/ 104775 h 49"/>
              <a:gd name="T62" fmla="*/ 69850 w 46"/>
              <a:gd name="T63" fmla="*/ 92075 h 49"/>
              <a:gd name="T64" fmla="*/ 114300 w 46"/>
              <a:gd name="T65" fmla="*/ 85725 h 49"/>
              <a:gd name="T66" fmla="*/ 101600 w 46"/>
              <a:gd name="T67" fmla="*/ 79375 h 49"/>
              <a:gd name="T68" fmla="*/ 92075 w 46"/>
              <a:gd name="T69" fmla="*/ 85725 h 49"/>
              <a:gd name="T70" fmla="*/ 76200 w 46"/>
              <a:gd name="T71" fmla="*/ 88900 h 49"/>
              <a:gd name="T72" fmla="*/ 76200 w 46"/>
              <a:gd name="T73" fmla="*/ 101600 h 49"/>
              <a:gd name="T74" fmla="*/ 69850 w 46"/>
              <a:gd name="T75" fmla="*/ 114300 h 49"/>
              <a:gd name="T76" fmla="*/ 76200 w 46"/>
              <a:gd name="T77" fmla="*/ 123825 h 49"/>
              <a:gd name="T78" fmla="*/ 76200 w 46"/>
              <a:gd name="T79" fmla="*/ 136525 h 49"/>
              <a:gd name="T80" fmla="*/ 92075 w 46"/>
              <a:gd name="T81" fmla="*/ 139700 h 49"/>
              <a:gd name="T82" fmla="*/ 101600 w 46"/>
              <a:gd name="T83" fmla="*/ 149225 h 49"/>
              <a:gd name="T84" fmla="*/ 114300 w 46"/>
              <a:gd name="T85" fmla="*/ 139700 h 49"/>
              <a:gd name="T86" fmla="*/ 127000 w 46"/>
              <a:gd name="T87" fmla="*/ 139700 h 49"/>
              <a:gd name="T88" fmla="*/ 130175 w 46"/>
              <a:gd name="T89" fmla="*/ 123825 h 49"/>
              <a:gd name="T90" fmla="*/ 139700 w 46"/>
              <a:gd name="T91" fmla="*/ 114300 h 49"/>
              <a:gd name="T92" fmla="*/ 133350 w 46"/>
              <a:gd name="T93" fmla="*/ 107950 h 49"/>
              <a:gd name="T94" fmla="*/ 130175 w 46"/>
              <a:gd name="T95" fmla="*/ 88900 h 49"/>
              <a:gd name="T96" fmla="*/ 114300 w 46"/>
              <a:gd name="T97" fmla="*/ 85725 h 49"/>
              <a:gd name="T98" fmla="*/ 22225 w 46"/>
              <a:gd name="T99" fmla="*/ 41275 h 4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6" h="49">
                <a:moveTo>
                  <a:pt x="17" y="0"/>
                </a:moveTo>
                <a:cubicBezTo>
                  <a:pt x="24" y="0"/>
                  <a:pt x="30" y="6"/>
                  <a:pt x="30" y="13"/>
                </a:cubicBezTo>
                <a:cubicBezTo>
                  <a:pt x="30" y="17"/>
                  <a:pt x="29" y="20"/>
                  <a:pt x="26" y="23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3"/>
                  <a:pt x="26" y="23"/>
                  <a:pt x="26" y="23"/>
                </a:cubicBezTo>
                <a:cubicBezTo>
                  <a:pt x="27" y="24"/>
                  <a:pt x="28" y="24"/>
                  <a:pt x="28" y="25"/>
                </a:cubicBezTo>
                <a:cubicBezTo>
                  <a:pt x="29" y="25"/>
                  <a:pt x="29" y="25"/>
                  <a:pt x="30" y="25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3"/>
                  <a:pt x="30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22"/>
                  <a:pt x="36" y="23"/>
                  <a:pt x="36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5"/>
                  <a:pt x="37" y="25"/>
                  <a:pt x="37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25"/>
                  <a:pt x="38" y="26"/>
                  <a:pt x="38" y="26"/>
                </a:cubicBezTo>
                <a:cubicBezTo>
                  <a:pt x="39" y="25"/>
                  <a:pt x="39" y="25"/>
                  <a:pt x="39" y="25"/>
                </a:cubicBezTo>
                <a:cubicBezTo>
                  <a:pt x="40" y="24"/>
                  <a:pt x="40" y="24"/>
                  <a:pt x="41" y="25"/>
                </a:cubicBezTo>
                <a:cubicBezTo>
                  <a:pt x="43" y="28"/>
                  <a:pt x="43" y="28"/>
                  <a:pt x="43" y="28"/>
                </a:cubicBezTo>
                <a:cubicBezTo>
                  <a:pt x="44" y="28"/>
                  <a:pt x="44" y="29"/>
                  <a:pt x="43" y="29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1"/>
                  <a:pt x="43" y="31"/>
                  <a:pt x="43" y="31"/>
                </a:cubicBezTo>
                <a:cubicBezTo>
                  <a:pt x="43" y="32"/>
                  <a:pt x="43" y="32"/>
                  <a:pt x="44" y="33"/>
                </a:cubicBezTo>
                <a:cubicBezTo>
                  <a:pt x="45" y="33"/>
                  <a:pt x="45" y="33"/>
                  <a:pt x="45" y="33"/>
                </a:cubicBezTo>
                <a:cubicBezTo>
                  <a:pt x="46" y="33"/>
                  <a:pt x="46" y="33"/>
                  <a:pt x="46" y="34"/>
                </a:cubicBezTo>
                <a:cubicBezTo>
                  <a:pt x="46" y="34"/>
                  <a:pt x="46" y="34"/>
                  <a:pt x="46" y="34"/>
                </a:cubicBezTo>
                <a:cubicBezTo>
                  <a:pt x="46" y="38"/>
                  <a:pt x="46" y="38"/>
                  <a:pt x="46" y="38"/>
                </a:cubicBezTo>
                <a:cubicBezTo>
                  <a:pt x="46" y="38"/>
                  <a:pt x="46" y="39"/>
                  <a:pt x="45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3" y="39"/>
                  <a:pt x="43" y="40"/>
                  <a:pt x="43" y="40"/>
                </a:cubicBezTo>
                <a:cubicBezTo>
                  <a:pt x="43" y="40"/>
                  <a:pt x="43" y="40"/>
                  <a:pt x="43" y="40"/>
                </a:cubicBezTo>
                <a:cubicBezTo>
                  <a:pt x="43" y="40"/>
                  <a:pt x="43" y="41"/>
                  <a:pt x="43" y="41"/>
                </a:cubicBezTo>
                <a:cubicBezTo>
                  <a:pt x="43" y="42"/>
                  <a:pt x="43" y="42"/>
                  <a:pt x="43" y="42"/>
                </a:cubicBezTo>
                <a:cubicBezTo>
                  <a:pt x="44" y="42"/>
                  <a:pt x="44" y="43"/>
                  <a:pt x="43" y="44"/>
                </a:cubicBezTo>
                <a:cubicBezTo>
                  <a:pt x="41" y="46"/>
                  <a:pt x="41" y="46"/>
                  <a:pt x="41" y="46"/>
                </a:cubicBezTo>
                <a:cubicBezTo>
                  <a:pt x="40" y="47"/>
                  <a:pt x="40" y="47"/>
                  <a:pt x="39" y="46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6"/>
                  <a:pt x="37" y="46"/>
                  <a:pt x="37" y="46"/>
                </a:cubicBezTo>
                <a:cubicBezTo>
                  <a:pt x="37" y="46"/>
                  <a:pt x="36" y="46"/>
                  <a:pt x="36" y="46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8"/>
                  <a:pt x="35" y="49"/>
                  <a:pt x="35" y="49"/>
                </a:cubicBezTo>
                <a:cubicBezTo>
                  <a:pt x="35" y="49"/>
                  <a:pt x="35" y="49"/>
                  <a:pt x="35" y="49"/>
                </a:cubicBezTo>
                <a:cubicBezTo>
                  <a:pt x="31" y="49"/>
                  <a:pt x="31" y="49"/>
                  <a:pt x="31" y="49"/>
                </a:cubicBezTo>
                <a:cubicBezTo>
                  <a:pt x="30" y="49"/>
                  <a:pt x="30" y="48"/>
                  <a:pt x="30" y="48"/>
                </a:cubicBezTo>
                <a:cubicBezTo>
                  <a:pt x="30" y="48"/>
                  <a:pt x="30" y="48"/>
                  <a:pt x="30" y="48"/>
                </a:cubicBezTo>
                <a:cubicBezTo>
                  <a:pt x="30" y="46"/>
                  <a:pt x="30" y="46"/>
                  <a:pt x="30" y="46"/>
                </a:cubicBezTo>
                <a:cubicBezTo>
                  <a:pt x="29" y="46"/>
                  <a:pt x="29" y="46"/>
                  <a:pt x="28" y="46"/>
                </a:cubicBezTo>
                <a:cubicBezTo>
                  <a:pt x="28" y="46"/>
                  <a:pt x="28" y="46"/>
                  <a:pt x="28" y="46"/>
                </a:cubicBezTo>
                <a:cubicBezTo>
                  <a:pt x="28" y="46"/>
                  <a:pt x="28" y="46"/>
                  <a:pt x="27" y="45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7"/>
                  <a:pt x="27" y="47"/>
                  <a:pt x="27" y="47"/>
                </a:cubicBezTo>
                <a:cubicBezTo>
                  <a:pt x="27" y="48"/>
                  <a:pt x="26" y="49"/>
                  <a:pt x="25" y="49"/>
                </a:cubicBezTo>
                <a:cubicBezTo>
                  <a:pt x="25" y="49"/>
                  <a:pt x="25" y="49"/>
                  <a:pt x="25" y="49"/>
                </a:cubicBezTo>
                <a:cubicBezTo>
                  <a:pt x="9" y="49"/>
                  <a:pt x="9" y="49"/>
                  <a:pt x="9" y="49"/>
                </a:cubicBezTo>
                <a:cubicBezTo>
                  <a:pt x="8" y="49"/>
                  <a:pt x="7" y="48"/>
                  <a:pt x="7" y="47"/>
                </a:cubicBezTo>
                <a:cubicBezTo>
                  <a:pt x="7" y="47"/>
                  <a:pt x="7" y="47"/>
                  <a:pt x="7" y="47"/>
                </a:cubicBezTo>
                <a:cubicBezTo>
                  <a:pt x="7" y="45"/>
                  <a:pt x="7" y="45"/>
                  <a:pt x="7" y="45"/>
                </a:cubicBezTo>
                <a:cubicBezTo>
                  <a:pt x="3" y="45"/>
                  <a:pt x="3" y="45"/>
                  <a:pt x="3" y="45"/>
                </a:cubicBezTo>
                <a:cubicBezTo>
                  <a:pt x="3" y="45"/>
                  <a:pt x="3" y="45"/>
                  <a:pt x="3" y="45"/>
                </a:cubicBezTo>
                <a:cubicBezTo>
                  <a:pt x="2" y="45"/>
                  <a:pt x="1" y="44"/>
                  <a:pt x="1" y="44"/>
                </a:cubicBezTo>
                <a:cubicBezTo>
                  <a:pt x="0" y="43"/>
                  <a:pt x="0" y="42"/>
                  <a:pt x="0" y="41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5"/>
                  <a:pt x="0" y="33"/>
                  <a:pt x="1" y="31"/>
                </a:cubicBezTo>
                <a:cubicBezTo>
                  <a:pt x="2" y="28"/>
                  <a:pt x="5" y="25"/>
                  <a:pt x="8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5" y="20"/>
                  <a:pt x="4" y="17"/>
                  <a:pt x="4" y="13"/>
                </a:cubicBezTo>
                <a:cubicBezTo>
                  <a:pt x="4" y="6"/>
                  <a:pt x="10" y="0"/>
                  <a:pt x="17" y="0"/>
                </a:cubicBezTo>
                <a:close/>
                <a:moveTo>
                  <a:pt x="33" y="31"/>
                </a:moveTo>
                <a:cubicBezTo>
                  <a:pt x="33" y="31"/>
                  <a:pt x="33" y="31"/>
                  <a:pt x="33" y="31"/>
                </a:cubicBezTo>
                <a:cubicBezTo>
                  <a:pt x="34" y="31"/>
                  <a:pt x="35" y="31"/>
                  <a:pt x="36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7" y="33"/>
                  <a:pt x="38" y="34"/>
                  <a:pt x="38" y="36"/>
                </a:cubicBezTo>
                <a:cubicBezTo>
                  <a:pt x="38" y="37"/>
                  <a:pt x="37" y="38"/>
                  <a:pt x="36" y="39"/>
                </a:cubicBezTo>
                <a:cubicBezTo>
                  <a:pt x="36" y="39"/>
                  <a:pt x="36" y="39"/>
                  <a:pt x="36" y="39"/>
                </a:cubicBezTo>
                <a:cubicBezTo>
                  <a:pt x="35" y="40"/>
                  <a:pt x="34" y="41"/>
                  <a:pt x="33" y="41"/>
                </a:cubicBezTo>
                <a:cubicBezTo>
                  <a:pt x="31" y="41"/>
                  <a:pt x="30" y="40"/>
                  <a:pt x="29" y="39"/>
                </a:cubicBezTo>
                <a:cubicBezTo>
                  <a:pt x="28" y="38"/>
                  <a:pt x="28" y="37"/>
                  <a:pt x="28" y="36"/>
                </a:cubicBezTo>
                <a:cubicBezTo>
                  <a:pt x="28" y="34"/>
                  <a:pt x="28" y="33"/>
                  <a:pt x="29" y="32"/>
                </a:cubicBezTo>
                <a:cubicBezTo>
                  <a:pt x="30" y="31"/>
                  <a:pt x="31" y="31"/>
                  <a:pt x="33" y="31"/>
                </a:cubicBezTo>
                <a:close/>
                <a:moveTo>
                  <a:pt x="35" y="34"/>
                </a:moveTo>
                <a:cubicBezTo>
                  <a:pt x="35" y="34"/>
                  <a:pt x="35" y="34"/>
                  <a:pt x="35" y="34"/>
                </a:cubicBezTo>
                <a:cubicBezTo>
                  <a:pt x="34" y="33"/>
                  <a:pt x="33" y="33"/>
                  <a:pt x="33" y="33"/>
                </a:cubicBezTo>
                <a:cubicBezTo>
                  <a:pt x="32" y="33"/>
                  <a:pt x="31" y="33"/>
                  <a:pt x="31" y="34"/>
                </a:cubicBezTo>
                <a:cubicBezTo>
                  <a:pt x="30" y="34"/>
                  <a:pt x="30" y="35"/>
                  <a:pt x="30" y="36"/>
                </a:cubicBezTo>
                <a:cubicBezTo>
                  <a:pt x="30" y="36"/>
                  <a:pt x="30" y="37"/>
                  <a:pt x="31" y="37"/>
                </a:cubicBezTo>
                <a:cubicBezTo>
                  <a:pt x="31" y="38"/>
                  <a:pt x="32" y="38"/>
                  <a:pt x="33" y="38"/>
                </a:cubicBezTo>
                <a:cubicBezTo>
                  <a:pt x="33" y="38"/>
                  <a:pt x="34" y="38"/>
                  <a:pt x="35" y="38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5" y="36"/>
                  <a:pt x="35" y="36"/>
                </a:cubicBezTo>
                <a:cubicBezTo>
                  <a:pt x="35" y="35"/>
                  <a:pt x="35" y="34"/>
                  <a:pt x="35" y="34"/>
                </a:cubicBezTo>
                <a:close/>
                <a:moveTo>
                  <a:pt x="24" y="26"/>
                </a:moveTo>
                <a:cubicBezTo>
                  <a:pt x="24" y="26"/>
                  <a:pt x="24" y="26"/>
                  <a:pt x="24" y="26"/>
                </a:cubicBezTo>
                <a:cubicBezTo>
                  <a:pt x="23" y="25"/>
                  <a:pt x="23" y="25"/>
                  <a:pt x="23" y="25"/>
                </a:cubicBezTo>
                <a:cubicBezTo>
                  <a:pt x="21" y="26"/>
                  <a:pt x="19" y="27"/>
                  <a:pt x="17" y="27"/>
                </a:cubicBezTo>
                <a:cubicBezTo>
                  <a:pt x="15" y="27"/>
                  <a:pt x="13" y="26"/>
                  <a:pt x="11" y="25"/>
                </a:cubicBezTo>
                <a:cubicBezTo>
                  <a:pt x="9" y="27"/>
                  <a:pt x="5" y="30"/>
                  <a:pt x="4" y="33"/>
                </a:cubicBezTo>
                <a:cubicBezTo>
                  <a:pt x="4" y="34"/>
                  <a:pt x="3" y="35"/>
                  <a:pt x="3" y="37"/>
                </a:cubicBezTo>
                <a:cubicBezTo>
                  <a:pt x="3" y="41"/>
                  <a:pt x="3" y="41"/>
                  <a:pt x="3" y="41"/>
                </a:cubicBezTo>
                <a:cubicBezTo>
                  <a:pt x="3" y="41"/>
                  <a:pt x="4" y="41"/>
                  <a:pt x="4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5"/>
                  <a:pt x="10" y="35"/>
                </a:cubicBezTo>
                <a:cubicBezTo>
                  <a:pt x="10" y="35"/>
                  <a:pt x="11" y="36"/>
                  <a:pt x="11" y="36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5"/>
                  <a:pt x="11" y="45"/>
                  <a:pt x="11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3" y="44"/>
                  <a:pt x="23" y="44"/>
                  <a:pt x="23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3"/>
                  <a:pt x="22" y="42"/>
                  <a:pt x="22" y="42"/>
                </a:cubicBezTo>
                <a:cubicBezTo>
                  <a:pt x="23" y="41"/>
                  <a:pt x="23" y="41"/>
                  <a:pt x="23" y="41"/>
                </a:cubicBezTo>
                <a:cubicBezTo>
                  <a:pt x="23" y="41"/>
                  <a:pt x="23" y="40"/>
                  <a:pt x="22" y="40"/>
                </a:cubicBezTo>
                <a:cubicBezTo>
                  <a:pt x="22" y="40"/>
                  <a:pt x="22" y="39"/>
                  <a:pt x="22" y="39"/>
                </a:cubicBezTo>
                <a:cubicBezTo>
                  <a:pt x="21" y="39"/>
                  <a:pt x="21" y="39"/>
                  <a:pt x="21" y="39"/>
                </a:cubicBezTo>
                <a:cubicBezTo>
                  <a:pt x="20" y="39"/>
                  <a:pt x="19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3"/>
                  <a:pt x="20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2"/>
                  <a:pt x="22" y="32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3" y="31"/>
                  <a:pt x="23" y="30"/>
                  <a:pt x="23" y="30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29"/>
                  <a:pt x="22" y="28"/>
                  <a:pt x="22" y="28"/>
                </a:cubicBezTo>
                <a:cubicBezTo>
                  <a:pt x="24" y="26"/>
                  <a:pt x="24" y="26"/>
                  <a:pt x="24" y="26"/>
                </a:cubicBezTo>
                <a:close/>
                <a:moveTo>
                  <a:pt x="36" y="27"/>
                </a:moveTo>
                <a:cubicBezTo>
                  <a:pt x="36" y="27"/>
                  <a:pt x="36" y="27"/>
                  <a:pt x="36" y="27"/>
                </a:cubicBezTo>
                <a:cubicBezTo>
                  <a:pt x="36" y="27"/>
                  <a:pt x="35" y="27"/>
                  <a:pt x="35" y="27"/>
                </a:cubicBezTo>
                <a:cubicBezTo>
                  <a:pt x="34" y="27"/>
                  <a:pt x="33" y="26"/>
                  <a:pt x="33" y="26"/>
                </a:cubicBezTo>
                <a:cubicBezTo>
                  <a:pt x="33" y="25"/>
                  <a:pt x="33" y="25"/>
                  <a:pt x="33" y="25"/>
                </a:cubicBezTo>
                <a:cubicBezTo>
                  <a:pt x="32" y="25"/>
                  <a:pt x="32" y="25"/>
                  <a:pt x="32" y="25"/>
                </a:cubicBezTo>
                <a:cubicBezTo>
                  <a:pt x="32" y="26"/>
                  <a:pt x="32" y="26"/>
                  <a:pt x="32" y="26"/>
                </a:cubicBezTo>
                <a:cubicBezTo>
                  <a:pt x="32" y="26"/>
                  <a:pt x="32" y="27"/>
                  <a:pt x="31" y="27"/>
                </a:cubicBezTo>
                <a:cubicBezTo>
                  <a:pt x="30" y="27"/>
                  <a:pt x="30" y="27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8"/>
                  <a:pt x="28" y="28"/>
                  <a:pt x="28" y="28"/>
                </a:cubicBezTo>
                <a:cubicBezTo>
                  <a:pt x="27" y="29"/>
                  <a:pt x="27" y="28"/>
                  <a:pt x="26" y="28"/>
                </a:cubicBezTo>
                <a:cubicBezTo>
                  <a:pt x="26" y="27"/>
                  <a:pt x="26" y="27"/>
                  <a:pt x="26" y="27"/>
                </a:cubicBezTo>
                <a:cubicBezTo>
                  <a:pt x="24" y="28"/>
                  <a:pt x="24" y="28"/>
                  <a:pt x="24" y="28"/>
                </a:cubicBezTo>
                <a:cubicBezTo>
                  <a:pt x="25" y="29"/>
                  <a:pt x="25" y="29"/>
                  <a:pt x="25" y="29"/>
                </a:cubicBezTo>
                <a:cubicBezTo>
                  <a:pt x="26" y="30"/>
                  <a:pt x="26" y="30"/>
                  <a:pt x="25" y="31"/>
                </a:cubicBezTo>
                <a:cubicBezTo>
                  <a:pt x="25" y="31"/>
                  <a:pt x="25" y="32"/>
                  <a:pt x="25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3"/>
                  <a:pt x="24" y="33"/>
                  <a:pt x="24" y="34"/>
                </a:cubicBezTo>
                <a:cubicBezTo>
                  <a:pt x="24" y="34"/>
                  <a:pt x="23" y="35"/>
                  <a:pt x="23" y="35"/>
                </a:cubicBezTo>
                <a:cubicBezTo>
                  <a:pt x="22" y="35"/>
                  <a:pt x="22" y="35"/>
                  <a:pt x="22" y="35"/>
                </a:cubicBezTo>
                <a:cubicBezTo>
                  <a:pt x="22" y="36"/>
                  <a:pt x="22" y="36"/>
                  <a:pt x="22" y="3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" y="36"/>
                  <a:pt x="24" y="37"/>
                  <a:pt x="24" y="37"/>
                </a:cubicBezTo>
                <a:cubicBezTo>
                  <a:pt x="24" y="38"/>
                  <a:pt x="24" y="38"/>
                  <a:pt x="24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5" y="40"/>
                  <a:pt x="25" y="40"/>
                  <a:pt x="25" y="41"/>
                </a:cubicBezTo>
                <a:cubicBezTo>
                  <a:pt x="26" y="41"/>
                  <a:pt x="26" y="42"/>
                  <a:pt x="25" y="42"/>
                </a:cubicBezTo>
                <a:cubicBezTo>
                  <a:pt x="24" y="43"/>
                  <a:pt x="24" y="43"/>
                  <a:pt x="24" y="43"/>
                </a:cubicBezTo>
                <a:cubicBezTo>
                  <a:pt x="26" y="44"/>
                  <a:pt x="26" y="44"/>
                  <a:pt x="26" y="44"/>
                </a:cubicBezTo>
                <a:cubicBezTo>
                  <a:pt x="26" y="43"/>
                  <a:pt x="26" y="43"/>
                  <a:pt x="26" y="43"/>
                </a:cubicBezTo>
                <a:cubicBezTo>
                  <a:pt x="27" y="43"/>
                  <a:pt x="27" y="43"/>
                  <a:pt x="28" y="43"/>
                </a:cubicBezTo>
                <a:cubicBezTo>
                  <a:pt x="28" y="43"/>
                  <a:pt x="29" y="44"/>
                  <a:pt x="29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30" y="44"/>
                  <a:pt x="30" y="44"/>
                  <a:pt x="31" y="44"/>
                </a:cubicBezTo>
                <a:cubicBezTo>
                  <a:pt x="32" y="44"/>
                  <a:pt x="32" y="45"/>
                  <a:pt x="32" y="46"/>
                </a:cubicBezTo>
                <a:cubicBezTo>
                  <a:pt x="32" y="47"/>
                  <a:pt x="32" y="47"/>
                  <a:pt x="32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6"/>
                  <a:pt x="33" y="46"/>
                  <a:pt x="33" y="46"/>
                </a:cubicBezTo>
                <a:cubicBezTo>
                  <a:pt x="33" y="45"/>
                  <a:pt x="34" y="44"/>
                  <a:pt x="34" y="44"/>
                </a:cubicBezTo>
                <a:cubicBezTo>
                  <a:pt x="35" y="44"/>
                  <a:pt x="36" y="44"/>
                  <a:pt x="36" y="44"/>
                </a:cubicBezTo>
                <a:cubicBezTo>
                  <a:pt x="36" y="44"/>
                  <a:pt x="36" y="44"/>
                  <a:pt x="36" y="44"/>
                </a:cubicBezTo>
                <a:cubicBezTo>
                  <a:pt x="37" y="44"/>
                  <a:pt x="37" y="43"/>
                  <a:pt x="38" y="43"/>
                </a:cubicBezTo>
                <a:cubicBezTo>
                  <a:pt x="38" y="43"/>
                  <a:pt x="39" y="43"/>
                  <a:pt x="39" y="43"/>
                </a:cubicBezTo>
                <a:cubicBezTo>
                  <a:pt x="40" y="44"/>
                  <a:pt x="40" y="44"/>
                  <a:pt x="40" y="44"/>
                </a:cubicBezTo>
                <a:cubicBezTo>
                  <a:pt x="41" y="43"/>
                  <a:pt x="41" y="43"/>
                  <a:pt x="41" y="43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2"/>
                  <a:pt x="40" y="41"/>
                  <a:pt x="40" y="41"/>
                </a:cubicBezTo>
                <a:cubicBezTo>
                  <a:pt x="40" y="40"/>
                  <a:pt x="41" y="40"/>
                  <a:pt x="41" y="39"/>
                </a:cubicBezTo>
                <a:cubicBezTo>
                  <a:pt x="41" y="39"/>
                  <a:pt x="41" y="39"/>
                  <a:pt x="41" y="39"/>
                </a:cubicBezTo>
                <a:cubicBezTo>
                  <a:pt x="41" y="39"/>
                  <a:pt x="41" y="38"/>
                  <a:pt x="41" y="37"/>
                </a:cubicBezTo>
                <a:cubicBezTo>
                  <a:pt x="42" y="37"/>
                  <a:pt x="42" y="36"/>
                  <a:pt x="43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44" y="35"/>
                  <a:pt x="44" y="35"/>
                  <a:pt x="44" y="35"/>
                </a:cubicBezTo>
                <a:cubicBezTo>
                  <a:pt x="43" y="35"/>
                  <a:pt x="43" y="35"/>
                  <a:pt x="43" y="35"/>
                </a:cubicBezTo>
                <a:cubicBezTo>
                  <a:pt x="43" y="35"/>
                  <a:pt x="43" y="35"/>
                  <a:pt x="43" y="35"/>
                </a:cubicBezTo>
                <a:cubicBezTo>
                  <a:pt x="42" y="35"/>
                  <a:pt x="42" y="34"/>
                  <a:pt x="42" y="34"/>
                </a:cubicBezTo>
                <a:cubicBezTo>
                  <a:pt x="41" y="33"/>
                  <a:pt x="41" y="33"/>
                  <a:pt x="41" y="32"/>
                </a:cubicBezTo>
                <a:cubicBezTo>
                  <a:pt x="41" y="32"/>
                  <a:pt x="40" y="31"/>
                  <a:pt x="40" y="31"/>
                </a:cubicBezTo>
                <a:cubicBezTo>
                  <a:pt x="40" y="30"/>
                  <a:pt x="40" y="30"/>
                  <a:pt x="40" y="29"/>
                </a:cubicBezTo>
                <a:cubicBezTo>
                  <a:pt x="41" y="28"/>
                  <a:pt x="41" y="28"/>
                  <a:pt x="41" y="28"/>
                </a:cubicBezTo>
                <a:cubicBezTo>
                  <a:pt x="40" y="27"/>
                  <a:pt x="40" y="27"/>
                  <a:pt x="40" y="27"/>
                </a:cubicBezTo>
                <a:cubicBezTo>
                  <a:pt x="39" y="28"/>
                  <a:pt x="39" y="28"/>
                  <a:pt x="39" y="28"/>
                </a:cubicBezTo>
                <a:cubicBezTo>
                  <a:pt x="39" y="28"/>
                  <a:pt x="38" y="29"/>
                  <a:pt x="38" y="28"/>
                </a:cubicBezTo>
                <a:cubicBezTo>
                  <a:pt x="37" y="28"/>
                  <a:pt x="37" y="28"/>
                  <a:pt x="36" y="27"/>
                </a:cubicBezTo>
                <a:cubicBezTo>
                  <a:pt x="36" y="27"/>
                  <a:pt x="36" y="27"/>
                  <a:pt x="36" y="27"/>
                </a:cubicBezTo>
                <a:close/>
                <a:moveTo>
                  <a:pt x="17" y="4"/>
                </a:moveTo>
                <a:cubicBezTo>
                  <a:pt x="17" y="4"/>
                  <a:pt x="17" y="4"/>
                  <a:pt x="17" y="4"/>
                </a:cubicBezTo>
                <a:cubicBezTo>
                  <a:pt x="12" y="4"/>
                  <a:pt x="7" y="8"/>
                  <a:pt x="7" y="13"/>
                </a:cubicBezTo>
                <a:cubicBezTo>
                  <a:pt x="7" y="19"/>
                  <a:pt x="12" y="23"/>
                  <a:pt x="17" y="23"/>
                </a:cubicBezTo>
                <a:cubicBezTo>
                  <a:pt x="22" y="23"/>
                  <a:pt x="26" y="19"/>
                  <a:pt x="26" y="13"/>
                </a:cubicBezTo>
                <a:cubicBezTo>
                  <a:pt x="26" y="8"/>
                  <a:pt x="22" y="4"/>
                  <a:pt x="17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87" name="Freeform 321">
            <a:extLst>
              <a:ext uri="{FF2B5EF4-FFF2-40B4-BE49-F238E27FC236}">
                <a16:creationId xmlns:a16="http://schemas.microsoft.com/office/drawing/2014/main" id="{C2A00F27-D5F2-85A4-F4BC-51F550085641}"/>
              </a:ext>
            </a:extLst>
          </p:cNvPr>
          <p:cNvSpPr>
            <a:spLocks noEditPoints="1"/>
          </p:cNvSpPr>
          <p:nvPr/>
        </p:nvSpPr>
        <p:spPr bwMode="auto">
          <a:xfrm>
            <a:off x="5445586" y="6060465"/>
            <a:ext cx="196849" cy="194733"/>
          </a:xfrm>
          <a:custGeom>
            <a:avLst/>
            <a:gdLst>
              <a:gd name="T0" fmla="*/ 6419 w 46"/>
              <a:gd name="T1" fmla="*/ 53975 h 46"/>
              <a:gd name="T2" fmla="*/ 0 w 46"/>
              <a:gd name="T3" fmla="*/ 47625 h 46"/>
              <a:gd name="T4" fmla="*/ 6419 w 46"/>
              <a:gd name="T5" fmla="*/ 41275 h 46"/>
              <a:gd name="T6" fmla="*/ 6419 w 46"/>
              <a:gd name="T7" fmla="*/ 41275 h 46"/>
              <a:gd name="T8" fmla="*/ 6419 w 46"/>
              <a:gd name="T9" fmla="*/ 41275 h 46"/>
              <a:gd name="T10" fmla="*/ 6419 w 46"/>
              <a:gd name="T11" fmla="*/ 41275 h 46"/>
              <a:gd name="T12" fmla="*/ 77028 w 46"/>
              <a:gd name="T13" fmla="*/ 69850 h 46"/>
              <a:gd name="T14" fmla="*/ 77028 w 46"/>
              <a:gd name="T15" fmla="*/ 69850 h 46"/>
              <a:gd name="T16" fmla="*/ 77028 w 46"/>
              <a:gd name="T17" fmla="*/ 69850 h 46"/>
              <a:gd name="T18" fmla="*/ 105914 w 46"/>
              <a:gd name="T19" fmla="*/ 139700 h 46"/>
              <a:gd name="T20" fmla="*/ 99495 w 46"/>
              <a:gd name="T21" fmla="*/ 146050 h 46"/>
              <a:gd name="T22" fmla="*/ 93076 w 46"/>
              <a:gd name="T23" fmla="*/ 139700 h 46"/>
              <a:gd name="T24" fmla="*/ 67400 w 46"/>
              <a:gd name="T25" fmla="*/ 79375 h 46"/>
              <a:gd name="T26" fmla="*/ 6419 w 46"/>
              <a:gd name="T27" fmla="*/ 53975 h 46"/>
              <a:gd name="T28" fmla="*/ 6419 w 46"/>
              <a:gd name="T29" fmla="*/ 53975 h 46"/>
              <a:gd name="T30" fmla="*/ 6419 w 46"/>
              <a:gd name="T31" fmla="*/ 53975 h 46"/>
              <a:gd name="T32" fmla="*/ 28886 w 46"/>
              <a:gd name="T33" fmla="*/ 88900 h 46"/>
              <a:gd name="T34" fmla="*/ 28886 w 46"/>
              <a:gd name="T35" fmla="*/ 88900 h 46"/>
              <a:gd name="T36" fmla="*/ 48143 w 46"/>
              <a:gd name="T37" fmla="*/ 98425 h 46"/>
              <a:gd name="T38" fmla="*/ 48143 w 46"/>
              <a:gd name="T39" fmla="*/ 98425 h 46"/>
              <a:gd name="T40" fmla="*/ 57771 w 46"/>
              <a:gd name="T41" fmla="*/ 117475 h 46"/>
              <a:gd name="T42" fmla="*/ 48143 w 46"/>
              <a:gd name="T43" fmla="*/ 136525 h 46"/>
              <a:gd name="T44" fmla="*/ 28886 w 46"/>
              <a:gd name="T45" fmla="*/ 146050 h 46"/>
              <a:gd name="T46" fmla="*/ 6419 w 46"/>
              <a:gd name="T47" fmla="*/ 136525 h 46"/>
              <a:gd name="T48" fmla="*/ 0 w 46"/>
              <a:gd name="T49" fmla="*/ 117475 h 46"/>
              <a:gd name="T50" fmla="*/ 6419 w 46"/>
              <a:gd name="T51" fmla="*/ 98425 h 46"/>
              <a:gd name="T52" fmla="*/ 28886 w 46"/>
              <a:gd name="T53" fmla="*/ 88900 h 46"/>
              <a:gd name="T54" fmla="*/ 38514 w 46"/>
              <a:gd name="T55" fmla="*/ 104775 h 46"/>
              <a:gd name="T56" fmla="*/ 38514 w 46"/>
              <a:gd name="T57" fmla="*/ 104775 h 46"/>
              <a:gd name="T58" fmla="*/ 28886 w 46"/>
              <a:gd name="T59" fmla="*/ 101600 h 46"/>
              <a:gd name="T60" fmla="*/ 16048 w 46"/>
              <a:gd name="T61" fmla="*/ 104775 h 46"/>
              <a:gd name="T62" fmla="*/ 12838 w 46"/>
              <a:gd name="T63" fmla="*/ 117475 h 46"/>
              <a:gd name="T64" fmla="*/ 16048 w 46"/>
              <a:gd name="T65" fmla="*/ 130175 h 46"/>
              <a:gd name="T66" fmla="*/ 28886 w 46"/>
              <a:gd name="T67" fmla="*/ 133350 h 46"/>
              <a:gd name="T68" fmla="*/ 38514 w 46"/>
              <a:gd name="T69" fmla="*/ 130175 h 46"/>
              <a:gd name="T70" fmla="*/ 44933 w 46"/>
              <a:gd name="T71" fmla="*/ 117475 h 46"/>
              <a:gd name="T72" fmla="*/ 38514 w 46"/>
              <a:gd name="T73" fmla="*/ 104775 h 46"/>
              <a:gd name="T74" fmla="*/ 38514 w 46"/>
              <a:gd name="T75" fmla="*/ 104775 h 46"/>
              <a:gd name="T76" fmla="*/ 38514 w 46"/>
              <a:gd name="T77" fmla="*/ 104775 h 46"/>
              <a:gd name="T78" fmla="*/ 6419 w 46"/>
              <a:gd name="T79" fmla="*/ 12700 h 46"/>
              <a:gd name="T80" fmla="*/ 6419 w 46"/>
              <a:gd name="T81" fmla="*/ 12700 h 46"/>
              <a:gd name="T82" fmla="*/ 0 w 46"/>
              <a:gd name="T83" fmla="*/ 6350 h 46"/>
              <a:gd name="T84" fmla="*/ 6419 w 46"/>
              <a:gd name="T85" fmla="*/ 0 h 46"/>
              <a:gd name="T86" fmla="*/ 6419 w 46"/>
              <a:gd name="T87" fmla="*/ 0 h 46"/>
              <a:gd name="T88" fmla="*/ 6419 w 46"/>
              <a:gd name="T89" fmla="*/ 0 h 46"/>
              <a:gd name="T90" fmla="*/ 105914 w 46"/>
              <a:gd name="T91" fmla="*/ 41275 h 46"/>
              <a:gd name="T92" fmla="*/ 147637 w 46"/>
              <a:gd name="T93" fmla="*/ 139700 h 46"/>
              <a:gd name="T94" fmla="*/ 147637 w 46"/>
              <a:gd name="T95" fmla="*/ 139700 h 46"/>
              <a:gd name="T96" fmla="*/ 141218 w 46"/>
              <a:gd name="T97" fmla="*/ 146050 h 46"/>
              <a:gd name="T98" fmla="*/ 134799 w 46"/>
              <a:gd name="T99" fmla="*/ 139700 h 46"/>
              <a:gd name="T100" fmla="*/ 134799 w 46"/>
              <a:gd name="T101" fmla="*/ 139700 h 46"/>
              <a:gd name="T102" fmla="*/ 96285 w 46"/>
              <a:gd name="T103" fmla="*/ 50800 h 46"/>
              <a:gd name="T104" fmla="*/ 6419 w 46"/>
              <a:gd name="T105" fmla="*/ 12700 h 46"/>
              <a:gd name="T106" fmla="*/ 6419 w 46"/>
              <a:gd name="T107" fmla="*/ 12700 h 46"/>
              <a:gd name="T108" fmla="*/ 6419 w 46"/>
              <a:gd name="T109" fmla="*/ 12700 h 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46" h="46">
                <a:moveTo>
                  <a:pt x="2" y="17"/>
                </a:moveTo>
                <a:cubicBezTo>
                  <a:pt x="1" y="17"/>
                  <a:pt x="0" y="16"/>
                  <a:pt x="0" y="15"/>
                </a:cubicBezTo>
                <a:cubicBezTo>
                  <a:pt x="0" y="14"/>
                  <a:pt x="0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1" y="13"/>
                  <a:pt x="18" y="17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9" y="28"/>
                  <a:pt x="33" y="36"/>
                  <a:pt x="33" y="44"/>
                </a:cubicBezTo>
                <a:cubicBezTo>
                  <a:pt x="33" y="45"/>
                  <a:pt x="32" y="46"/>
                  <a:pt x="31" y="46"/>
                </a:cubicBezTo>
                <a:cubicBezTo>
                  <a:pt x="30" y="46"/>
                  <a:pt x="29" y="45"/>
                  <a:pt x="29" y="44"/>
                </a:cubicBezTo>
                <a:cubicBezTo>
                  <a:pt x="29" y="37"/>
                  <a:pt x="26" y="30"/>
                  <a:pt x="21" y="25"/>
                </a:cubicBezTo>
                <a:cubicBezTo>
                  <a:pt x="16" y="20"/>
                  <a:pt x="10" y="17"/>
                  <a:pt x="2" y="17"/>
                </a:cubicBezTo>
                <a:cubicBezTo>
                  <a:pt x="2" y="17"/>
                  <a:pt x="2" y="17"/>
                  <a:pt x="2" y="17"/>
                </a:cubicBezTo>
                <a:cubicBezTo>
                  <a:pt x="2" y="17"/>
                  <a:pt x="2" y="17"/>
                  <a:pt x="2" y="17"/>
                </a:cubicBezTo>
                <a:close/>
                <a:moveTo>
                  <a:pt x="9" y="28"/>
                </a:moveTo>
                <a:cubicBezTo>
                  <a:pt x="9" y="28"/>
                  <a:pt x="9" y="28"/>
                  <a:pt x="9" y="28"/>
                </a:cubicBezTo>
                <a:cubicBezTo>
                  <a:pt x="11" y="28"/>
                  <a:pt x="13" y="29"/>
                  <a:pt x="15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7" y="32"/>
                  <a:pt x="18" y="35"/>
                  <a:pt x="18" y="37"/>
                </a:cubicBezTo>
                <a:cubicBezTo>
                  <a:pt x="18" y="40"/>
                  <a:pt x="17" y="42"/>
                  <a:pt x="15" y="43"/>
                </a:cubicBezTo>
                <a:cubicBezTo>
                  <a:pt x="13" y="45"/>
                  <a:pt x="11" y="46"/>
                  <a:pt x="9" y="46"/>
                </a:cubicBezTo>
                <a:cubicBezTo>
                  <a:pt x="6" y="46"/>
                  <a:pt x="4" y="45"/>
                  <a:pt x="2" y="43"/>
                </a:cubicBezTo>
                <a:cubicBezTo>
                  <a:pt x="1" y="42"/>
                  <a:pt x="0" y="40"/>
                  <a:pt x="0" y="37"/>
                </a:cubicBezTo>
                <a:cubicBezTo>
                  <a:pt x="0" y="35"/>
                  <a:pt x="1" y="32"/>
                  <a:pt x="2" y="31"/>
                </a:cubicBezTo>
                <a:cubicBezTo>
                  <a:pt x="4" y="29"/>
                  <a:pt x="6" y="28"/>
                  <a:pt x="9" y="28"/>
                </a:cubicBezTo>
                <a:close/>
                <a:moveTo>
                  <a:pt x="12" y="33"/>
                </a:moveTo>
                <a:cubicBezTo>
                  <a:pt x="12" y="33"/>
                  <a:pt x="12" y="33"/>
                  <a:pt x="12" y="33"/>
                </a:cubicBezTo>
                <a:cubicBezTo>
                  <a:pt x="11" y="33"/>
                  <a:pt x="10" y="32"/>
                  <a:pt x="9" y="32"/>
                </a:cubicBezTo>
                <a:cubicBezTo>
                  <a:pt x="7" y="32"/>
                  <a:pt x="6" y="33"/>
                  <a:pt x="5" y="33"/>
                </a:cubicBezTo>
                <a:cubicBezTo>
                  <a:pt x="4" y="34"/>
                  <a:pt x="4" y="36"/>
                  <a:pt x="4" y="37"/>
                </a:cubicBezTo>
                <a:cubicBezTo>
                  <a:pt x="4" y="39"/>
                  <a:pt x="4" y="40"/>
                  <a:pt x="5" y="41"/>
                </a:cubicBezTo>
                <a:cubicBezTo>
                  <a:pt x="6" y="42"/>
                  <a:pt x="7" y="42"/>
                  <a:pt x="9" y="42"/>
                </a:cubicBezTo>
                <a:cubicBezTo>
                  <a:pt x="10" y="42"/>
                  <a:pt x="11" y="42"/>
                  <a:pt x="12" y="41"/>
                </a:cubicBezTo>
                <a:cubicBezTo>
                  <a:pt x="13" y="40"/>
                  <a:pt x="14" y="39"/>
                  <a:pt x="14" y="37"/>
                </a:cubicBezTo>
                <a:cubicBezTo>
                  <a:pt x="14" y="36"/>
                  <a:pt x="13" y="34"/>
                  <a:pt x="12" y="33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3"/>
                  <a:pt x="12" y="33"/>
                  <a:pt x="12" y="33"/>
                </a:cubicBezTo>
                <a:close/>
                <a:moveTo>
                  <a:pt x="2" y="4"/>
                </a:moveTo>
                <a:cubicBezTo>
                  <a:pt x="2" y="4"/>
                  <a:pt x="2" y="4"/>
                  <a:pt x="2" y="4"/>
                </a:cubicBezTo>
                <a:cubicBezTo>
                  <a:pt x="1" y="4"/>
                  <a:pt x="0" y="3"/>
                  <a:pt x="0" y="2"/>
                </a:cubicBezTo>
                <a:cubicBezTo>
                  <a:pt x="0" y="1"/>
                  <a:pt x="0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4" y="0"/>
                  <a:pt x="25" y="5"/>
                  <a:pt x="33" y="13"/>
                </a:cubicBezTo>
                <a:cubicBezTo>
                  <a:pt x="41" y="21"/>
                  <a:pt x="46" y="32"/>
                  <a:pt x="46" y="44"/>
                </a:cubicBezTo>
                <a:cubicBezTo>
                  <a:pt x="46" y="44"/>
                  <a:pt x="46" y="44"/>
                  <a:pt x="46" y="44"/>
                </a:cubicBezTo>
                <a:cubicBezTo>
                  <a:pt x="46" y="45"/>
                  <a:pt x="45" y="46"/>
                  <a:pt x="44" y="46"/>
                </a:cubicBezTo>
                <a:cubicBezTo>
                  <a:pt x="43" y="46"/>
                  <a:pt x="42" y="45"/>
                  <a:pt x="42" y="44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33"/>
                  <a:pt x="38" y="23"/>
                  <a:pt x="30" y="16"/>
                </a:cubicBezTo>
                <a:cubicBezTo>
                  <a:pt x="23" y="9"/>
                  <a:pt x="13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88" name="Freeform 322">
            <a:extLst>
              <a:ext uri="{FF2B5EF4-FFF2-40B4-BE49-F238E27FC236}">
                <a16:creationId xmlns:a16="http://schemas.microsoft.com/office/drawing/2014/main" id="{DD6AC565-3D58-4BF9-3B3C-5554EE83A0CD}"/>
              </a:ext>
            </a:extLst>
          </p:cNvPr>
          <p:cNvSpPr>
            <a:spLocks noEditPoints="1"/>
          </p:cNvSpPr>
          <p:nvPr/>
        </p:nvSpPr>
        <p:spPr bwMode="auto">
          <a:xfrm>
            <a:off x="11378601" y="6051998"/>
            <a:ext cx="241300" cy="211667"/>
          </a:xfrm>
          <a:custGeom>
            <a:avLst/>
            <a:gdLst>
              <a:gd name="T0" fmla="*/ 158750 w 57"/>
              <a:gd name="T1" fmla="*/ 34925 h 50"/>
              <a:gd name="T2" fmla="*/ 158750 w 57"/>
              <a:gd name="T3" fmla="*/ 34925 h 50"/>
              <a:gd name="T4" fmla="*/ 174625 w 57"/>
              <a:gd name="T5" fmla="*/ 76200 h 50"/>
              <a:gd name="T6" fmla="*/ 161925 w 57"/>
              <a:gd name="T7" fmla="*/ 85725 h 50"/>
              <a:gd name="T8" fmla="*/ 155575 w 57"/>
              <a:gd name="T9" fmla="*/ 127000 h 50"/>
              <a:gd name="T10" fmla="*/ 85725 w 57"/>
              <a:gd name="T11" fmla="*/ 158750 h 50"/>
              <a:gd name="T12" fmla="*/ 22225 w 57"/>
              <a:gd name="T13" fmla="*/ 127000 h 50"/>
              <a:gd name="T14" fmla="*/ 19050 w 57"/>
              <a:gd name="T15" fmla="*/ 120650 h 50"/>
              <a:gd name="T16" fmla="*/ 3175 w 57"/>
              <a:gd name="T17" fmla="*/ 76200 h 50"/>
              <a:gd name="T18" fmla="*/ 0 w 57"/>
              <a:gd name="T19" fmla="*/ 69850 h 50"/>
              <a:gd name="T20" fmla="*/ 22225 w 57"/>
              <a:gd name="T21" fmla="*/ 34925 h 50"/>
              <a:gd name="T22" fmla="*/ 92075 w 57"/>
              <a:gd name="T23" fmla="*/ 0 h 50"/>
              <a:gd name="T24" fmla="*/ 85725 w 57"/>
              <a:gd name="T25" fmla="*/ 146050 h 50"/>
              <a:gd name="T26" fmla="*/ 76200 w 57"/>
              <a:gd name="T27" fmla="*/ 104775 h 50"/>
              <a:gd name="T28" fmla="*/ 69850 w 57"/>
              <a:gd name="T29" fmla="*/ 104775 h 50"/>
              <a:gd name="T30" fmla="*/ 31750 w 57"/>
              <a:gd name="T31" fmla="*/ 117475 h 50"/>
              <a:gd name="T32" fmla="*/ 85725 w 57"/>
              <a:gd name="T33" fmla="*/ 66675 h 50"/>
              <a:gd name="T34" fmla="*/ 85725 w 57"/>
              <a:gd name="T35" fmla="*/ 15875 h 50"/>
              <a:gd name="T36" fmla="*/ 85725 w 57"/>
              <a:gd name="T37" fmla="*/ 66675 h 50"/>
              <a:gd name="T38" fmla="*/ 92075 w 57"/>
              <a:gd name="T39" fmla="*/ 15875 h 50"/>
              <a:gd name="T40" fmla="*/ 142875 w 57"/>
              <a:gd name="T41" fmla="*/ 41275 h 50"/>
              <a:gd name="T42" fmla="*/ 92075 w 57"/>
              <a:gd name="T43" fmla="*/ 85725 h 50"/>
              <a:gd name="T44" fmla="*/ 92075 w 57"/>
              <a:gd name="T45" fmla="*/ 146050 h 50"/>
              <a:gd name="T46" fmla="*/ 149225 w 57"/>
              <a:gd name="T47" fmla="*/ 85725 h 50"/>
              <a:gd name="T48" fmla="*/ 107950 w 57"/>
              <a:gd name="T49" fmla="*/ 104775 h 50"/>
              <a:gd name="T50" fmla="*/ 92075 w 57"/>
              <a:gd name="T51" fmla="*/ 85725 h 50"/>
              <a:gd name="T52" fmla="*/ 152400 w 57"/>
              <a:gd name="T53" fmla="*/ 44450 h 50"/>
              <a:gd name="T54" fmla="*/ 107950 w 57"/>
              <a:gd name="T55" fmla="*/ 98425 h 50"/>
              <a:gd name="T56" fmla="*/ 152400 w 57"/>
              <a:gd name="T57" fmla="*/ 44450 h 50"/>
              <a:gd name="T58" fmla="*/ 28575 w 57"/>
              <a:gd name="T59" fmla="*/ 76200 h 50"/>
              <a:gd name="T60" fmla="*/ 85725 w 57"/>
              <a:gd name="T61" fmla="*/ 73025 h 50"/>
              <a:gd name="T62" fmla="*/ 15875 w 57"/>
              <a:gd name="T63" fmla="*/ 69850 h 50"/>
              <a:gd name="T64" fmla="*/ 28575 w 57"/>
              <a:gd name="T65" fmla="*/ 76200 h 5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56" y="22"/>
                  <a:pt x="56" y="22"/>
                  <a:pt x="56" y="22"/>
                </a:cubicBezTo>
                <a:cubicBezTo>
                  <a:pt x="57" y="22"/>
                  <a:pt x="56" y="24"/>
                  <a:pt x="55" y="24"/>
                </a:cubicBezTo>
                <a:cubicBezTo>
                  <a:pt x="55" y="24"/>
                  <a:pt x="55" y="24"/>
                  <a:pt x="55" y="24"/>
                </a:cubicBezTo>
                <a:cubicBezTo>
                  <a:pt x="51" y="27"/>
                  <a:pt x="51" y="27"/>
                  <a:pt x="51" y="27"/>
                </a:cubicBezTo>
                <a:cubicBezTo>
                  <a:pt x="51" y="38"/>
                  <a:pt x="51" y="38"/>
                  <a:pt x="51" y="38"/>
                </a:cubicBezTo>
                <a:cubicBezTo>
                  <a:pt x="51" y="39"/>
                  <a:pt x="50" y="40"/>
                  <a:pt x="49" y="40"/>
                </a:cubicBezTo>
                <a:cubicBezTo>
                  <a:pt x="29" y="50"/>
                  <a:pt x="29" y="50"/>
                  <a:pt x="29" y="50"/>
                </a:cubicBezTo>
                <a:cubicBezTo>
                  <a:pt x="29" y="50"/>
                  <a:pt x="28" y="50"/>
                  <a:pt x="27" y="50"/>
                </a:cubicBezTo>
                <a:cubicBezTo>
                  <a:pt x="27" y="50"/>
                  <a:pt x="27" y="50"/>
                  <a:pt x="27" y="50"/>
                </a:cubicBezTo>
                <a:cubicBezTo>
                  <a:pt x="7" y="40"/>
                  <a:pt x="7" y="40"/>
                  <a:pt x="7" y="40"/>
                </a:cubicBezTo>
                <a:cubicBezTo>
                  <a:pt x="6" y="39"/>
                  <a:pt x="6" y="39"/>
                  <a:pt x="6" y="38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27"/>
                  <a:pt x="6" y="27"/>
                  <a:pt x="6" y="27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4"/>
                  <a:pt x="0" y="23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7" y="11"/>
                  <a:pt x="7" y="11"/>
                </a:cubicBezTo>
                <a:cubicBezTo>
                  <a:pt x="27" y="0"/>
                  <a:pt x="27" y="0"/>
                  <a:pt x="27" y="0"/>
                </a:cubicBezTo>
                <a:cubicBezTo>
                  <a:pt x="28" y="0"/>
                  <a:pt x="29" y="0"/>
                  <a:pt x="29" y="0"/>
                </a:cubicBezTo>
                <a:close/>
                <a:moveTo>
                  <a:pt x="27" y="46"/>
                </a:moveTo>
                <a:cubicBezTo>
                  <a:pt x="27" y="46"/>
                  <a:pt x="27" y="46"/>
                  <a:pt x="27" y="46"/>
                </a:cubicBezTo>
                <a:cubicBezTo>
                  <a:pt x="27" y="27"/>
                  <a:pt x="27" y="27"/>
                  <a:pt x="27" y="27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3"/>
                  <a:pt x="23" y="33"/>
                  <a:pt x="22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37"/>
                  <a:pt x="10" y="37"/>
                  <a:pt x="10" y="37"/>
                </a:cubicBezTo>
                <a:cubicBezTo>
                  <a:pt x="27" y="46"/>
                  <a:pt x="27" y="46"/>
                  <a:pt x="27" y="46"/>
                </a:cubicBezTo>
                <a:close/>
                <a:moveTo>
                  <a:pt x="27" y="21"/>
                </a:moveTo>
                <a:cubicBezTo>
                  <a:pt x="27" y="21"/>
                  <a:pt x="27" y="21"/>
                  <a:pt x="27" y="21"/>
                </a:cubicBezTo>
                <a:cubicBezTo>
                  <a:pt x="27" y="5"/>
                  <a:pt x="27" y="5"/>
                  <a:pt x="27" y="5"/>
                </a:cubicBezTo>
                <a:cubicBezTo>
                  <a:pt x="11" y="13"/>
                  <a:pt x="11" y="13"/>
                  <a:pt x="11" y="13"/>
                </a:cubicBezTo>
                <a:cubicBezTo>
                  <a:pt x="27" y="21"/>
                  <a:pt x="27" y="21"/>
                  <a:pt x="27" y="21"/>
                </a:cubicBezTo>
                <a:close/>
                <a:moveTo>
                  <a:pt x="29" y="5"/>
                </a:moveTo>
                <a:cubicBezTo>
                  <a:pt x="29" y="5"/>
                  <a:pt x="29" y="5"/>
                  <a:pt x="29" y="5"/>
                </a:cubicBezTo>
                <a:cubicBezTo>
                  <a:pt x="29" y="21"/>
                  <a:pt x="29" y="21"/>
                  <a:pt x="29" y="21"/>
                </a:cubicBezTo>
                <a:cubicBezTo>
                  <a:pt x="45" y="13"/>
                  <a:pt x="45" y="13"/>
                  <a:pt x="45" y="13"/>
                </a:cubicBezTo>
                <a:cubicBezTo>
                  <a:pt x="29" y="5"/>
                  <a:pt x="29" y="5"/>
                  <a:pt x="29" y="5"/>
                </a:cubicBezTo>
                <a:close/>
                <a:moveTo>
                  <a:pt x="29" y="27"/>
                </a:moveTo>
                <a:cubicBezTo>
                  <a:pt x="29" y="27"/>
                  <a:pt x="29" y="27"/>
                  <a:pt x="29" y="27"/>
                </a:cubicBezTo>
                <a:cubicBezTo>
                  <a:pt x="29" y="46"/>
                  <a:pt x="29" y="46"/>
                  <a:pt x="29" y="46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27"/>
                  <a:pt x="47" y="27"/>
                  <a:pt x="47" y="27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3" y="33"/>
                  <a:pt x="33" y="33"/>
                </a:cubicBezTo>
                <a:cubicBezTo>
                  <a:pt x="29" y="27"/>
                  <a:pt x="29" y="27"/>
                  <a:pt x="29" y="27"/>
                </a:cubicBezTo>
                <a:close/>
                <a:moveTo>
                  <a:pt x="48" y="14"/>
                </a:moveTo>
                <a:cubicBezTo>
                  <a:pt x="48" y="14"/>
                  <a:pt x="48" y="14"/>
                  <a:pt x="48" y="14"/>
                </a:cubicBezTo>
                <a:cubicBezTo>
                  <a:pt x="30" y="23"/>
                  <a:pt x="30" y="23"/>
                  <a:pt x="30" y="23"/>
                </a:cubicBezTo>
                <a:cubicBezTo>
                  <a:pt x="34" y="31"/>
                  <a:pt x="34" y="31"/>
                  <a:pt x="34" y="31"/>
                </a:cubicBezTo>
                <a:cubicBezTo>
                  <a:pt x="52" y="22"/>
                  <a:pt x="52" y="22"/>
                  <a:pt x="52" y="22"/>
                </a:cubicBezTo>
                <a:cubicBezTo>
                  <a:pt x="48" y="14"/>
                  <a:pt x="48" y="14"/>
                  <a:pt x="48" y="14"/>
                </a:cubicBezTo>
                <a:close/>
                <a:moveTo>
                  <a:pt x="9" y="24"/>
                </a:moveTo>
                <a:cubicBezTo>
                  <a:pt x="9" y="24"/>
                  <a:pt x="9" y="24"/>
                  <a:pt x="9" y="24"/>
                </a:cubicBezTo>
                <a:cubicBezTo>
                  <a:pt x="22" y="31"/>
                  <a:pt x="22" y="31"/>
                  <a:pt x="22" y="31"/>
                </a:cubicBezTo>
                <a:cubicBezTo>
                  <a:pt x="27" y="23"/>
                  <a:pt x="27" y="23"/>
                  <a:pt x="27" y="23"/>
                </a:cubicBezTo>
                <a:cubicBezTo>
                  <a:pt x="9" y="14"/>
                  <a:pt x="9" y="14"/>
                  <a:pt x="9" y="14"/>
                </a:cubicBezTo>
                <a:cubicBezTo>
                  <a:pt x="5" y="22"/>
                  <a:pt x="5" y="22"/>
                  <a:pt x="5" y="22"/>
                </a:cubicBezTo>
                <a:cubicBezTo>
                  <a:pt x="8" y="24"/>
                  <a:pt x="8" y="24"/>
                  <a:pt x="8" y="24"/>
                </a:cubicBezTo>
                <a:cubicBezTo>
                  <a:pt x="8" y="24"/>
                  <a:pt x="9" y="24"/>
                  <a:pt x="9" y="2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89" name="Freeform 323">
            <a:extLst>
              <a:ext uri="{FF2B5EF4-FFF2-40B4-BE49-F238E27FC236}">
                <a16:creationId xmlns:a16="http://schemas.microsoft.com/office/drawing/2014/main" id="{F75A48F9-DAF7-B528-1C29-D3B5820A8AF8}"/>
              </a:ext>
            </a:extLst>
          </p:cNvPr>
          <p:cNvSpPr>
            <a:spLocks noEditPoints="1"/>
          </p:cNvSpPr>
          <p:nvPr/>
        </p:nvSpPr>
        <p:spPr bwMode="auto">
          <a:xfrm>
            <a:off x="4664534" y="6056232"/>
            <a:ext cx="188384" cy="207433"/>
          </a:xfrm>
          <a:custGeom>
            <a:avLst/>
            <a:gdLst>
              <a:gd name="T0" fmla="*/ 93122 w 44"/>
              <a:gd name="T1" fmla="*/ 66675 h 49"/>
              <a:gd name="T2" fmla="*/ 105966 w 44"/>
              <a:gd name="T3" fmla="*/ 57150 h 49"/>
              <a:gd name="T4" fmla="*/ 109177 w 44"/>
              <a:gd name="T5" fmla="*/ 15875 h 49"/>
              <a:gd name="T6" fmla="*/ 93122 w 44"/>
              <a:gd name="T7" fmla="*/ 6350 h 49"/>
              <a:gd name="T8" fmla="*/ 51377 w 44"/>
              <a:gd name="T9" fmla="*/ 6350 h 49"/>
              <a:gd name="T10" fmla="*/ 35322 w 44"/>
              <a:gd name="T11" fmla="*/ 15875 h 49"/>
              <a:gd name="T12" fmla="*/ 38533 w 44"/>
              <a:gd name="T13" fmla="*/ 57150 h 49"/>
              <a:gd name="T14" fmla="*/ 51377 w 44"/>
              <a:gd name="T15" fmla="*/ 66675 h 49"/>
              <a:gd name="T16" fmla="*/ 73855 w 44"/>
              <a:gd name="T17" fmla="*/ 22225 h 49"/>
              <a:gd name="T18" fmla="*/ 77066 w 44"/>
              <a:gd name="T19" fmla="*/ 25400 h 49"/>
              <a:gd name="T20" fmla="*/ 109177 w 44"/>
              <a:gd name="T21" fmla="*/ 66675 h 49"/>
              <a:gd name="T22" fmla="*/ 141288 w 44"/>
              <a:gd name="T23" fmla="*/ 73025 h 49"/>
              <a:gd name="T24" fmla="*/ 102755 w 44"/>
              <a:gd name="T25" fmla="*/ 104775 h 49"/>
              <a:gd name="T26" fmla="*/ 112388 w 44"/>
              <a:gd name="T27" fmla="*/ 155575 h 49"/>
              <a:gd name="T28" fmla="*/ 70644 w 44"/>
              <a:gd name="T29" fmla="*/ 127000 h 49"/>
              <a:gd name="T30" fmla="*/ 25689 w 44"/>
              <a:gd name="T31" fmla="*/ 152400 h 49"/>
              <a:gd name="T32" fmla="*/ 25689 w 44"/>
              <a:gd name="T33" fmla="*/ 146050 h 49"/>
              <a:gd name="T34" fmla="*/ 3211 w 44"/>
              <a:gd name="T35" fmla="*/ 79375 h 49"/>
              <a:gd name="T36" fmla="*/ 6422 w 44"/>
              <a:gd name="T37" fmla="*/ 66675 h 49"/>
              <a:gd name="T38" fmla="*/ 32111 w 44"/>
              <a:gd name="T39" fmla="*/ 60325 h 49"/>
              <a:gd name="T40" fmla="*/ 25689 w 44"/>
              <a:gd name="T41" fmla="*/ 15875 h 49"/>
              <a:gd name="T42" fmla="*/ 28900 w 44"/>
              <a:gd name="T43" fmla="*/ 0 h 49"/>
              <a:gd name="T44" fmla="*/ 51377 w 44"/>
              <a:gd name="T45" fmla="*/ 0 h 49"/>
              <a:gd name="T46" fmla="*/ 93122 w 44"/>
              <a:gd name="T47" fmla="*/ 0 h 49"/>
              <a:gd name="T48" fmla="*/ 118810 w 44"/>
              <a:gd name="T49" fmla="*/ 3175 h 49"/>
              <a:gd name="T50" fmla="*/ 118810 w 44"/>
              <a:gd name="T51" fmla="*/ 15875 h 49"/>
              <a:gd name="T52" fmla="*/ 112388 w 44"/>
              <a:gd name="T53" fmla="*/ 60325 h 49"/>
              <a:gd name="T54" fmla="*/ 80277 w 44"/>
              <a:gd name="T55" fmla="*/ 76200 h 49"/>
              <a:gd name="T56" fmla="*/ 70644 w 44"/>
              <a:gd name="T57" fmla="*/ 47625 h 49"/>
              <a:gd name="T58" fmla="*/ 57800 w 44"/>
              <a:gd name="T59" fmla="*/ 79375 h 49"/>
              <a:gd name="T60" fmla="*/ 51377 w 44"/>
              <a:gd name="T61" fmla="*/ 98425 h 49"/>
              <a:gd name="T62" fmla="*/ 44955 w 44"/>
              <a:gd name="T63" fmla="*/ 133350 h 49"/>
              <a:gd name="T64" fmla="*/ 67433 w 44"/>
              <a:gd name="T65" fmla="*/ 114300 h 49"/>
              <a:gd name="T66" fmla="*/ 99544 w 44"/>
              <a:gd name="T67" fmla="*/ 133350 h 49"/>
              <a:gd name="T68" fmla="*/ 93122 w 44"/>
              <a:gd name="T69" fmla="*/ 98425 h 49"/>
              <a:gd name="T70" fmla="*/ 86699 w 44"/>
              <a:gd name="T71" fmla="*/ 79375 h 4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4" h="49">
                <a:moveTo>
                  <a:pt x="24" y="8"/>
                </a:moveTo>
                <a:cubicBezTo>
                  <a:pt x="29" y="21"/>
                  <a:pt x="29" y="21"/>
                  <a:pt x="29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2" y="20"/>
                  <a:pt x="32" y="19"/>
                  <a:pt x="33" y="18"/>
                </a:cubicBezTo>
                <a:cubicBezTo>
                  <a:pt x="33" y="17"/>
                  <a:pt x="34" y="16"/>
                  <a:pt x="34" y="14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2"/>
                  <a:pt x="34" y="2"/>
                  <a:pt x="34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6"/>
                  <a:pt x="11" y="17"/>
                  <a:pt x="12" y="18"/>
                </a:cubicBezTo>
                <a:cubicBezTo>
                  <a:pt x="13" y="19"/>
                  <a:pt x="13" y="20"/>
                  <a:pt x="13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7"/>
                  <a:pt x="22" y="6"/>
                  <a:pt x="23" y="7"/>
                </a:cubicBezTo>
                <a:cubicBezTo>
                  <a:pt x="24" y="7"/>
                  <a:pt x="24" y="7"/>
                  <a:pt x="24" y="8"/>
                </a:cubicBezTo>
                <a:cubicBezTo>
                  <a:pt x="24" y="8"/>
                  <a:pt x="24" y="8"/>
                  <a:pt x="24" y="8"/>
                </a:cubicBezTo>
                <a:close/>
                <a:moveTo>
                  <a:pt x="34" y="21"/>
                </a:moveTo>
                <a:cubicBezTo>
                  <a:pt x="34" y="21"/>
                  <a:pt x="34" y="21"/>
                  <a:pt x="34" y="21"/>
                </a:cubicBezTo>
                <a:cubicBezTo>
                  <a:pt x="43" y="21"/>
                  <a:pt x="43" y="21"/>
                  <a:pt x="43" y="21"/>
                </a:cubicBezTo>
                <a:cubicBezTo>
                  <a:pt x="44" y="21"/>
                  <a:pt x="44" y="22"/>
                  <a:pt x="44" y="23"/>
                </a:cubicBezTo>
                <a:cubicBezTo>
                  <a:pt x="44" y="24"/>
                  <a:pt x="44" y="24"/>
                  <a:pt x="44" y="25"/>
                </a:cubicBezTo>
                <a:cubicBezTo>
                  <a:pt x="32" y="33"/>
                  <a:pt x="32" y="33"/>
                  <a:pt x="32" y="33"/>
                </a:cubicBezTo>
                <a:cubicBezTo>
                  <a:pt x="37" y="46"/>
                  <a:pt x="37" y="46"/>
                  <a:pt x="37" y="46"/>
                </a:cubicBezTo>
                <a:cubicBezTo>
                  <a:pt x="37" y="47"/>
                  <a:pt x="36" y="48"/>
                  <a:pt x="35" y="49"/>
                </a:cubicBezTo>
                <a:cubicBezTo>
                  <a:pt x="35" y="49"/>
                  <a:pt x="34" y="49"/>
                  <a:pt x="34" y="48"/>
                </a:cubicBezTo>
                <a:cubicBezTo>
                  <a:pt x="22" y="40"/>
                  <a:pt x="22" y="40"/>
                  <a:pt x="22" y="40"/>
                </a:cubicBezTo>
                <a:cubicBezTo>
                  <a:pt x="11" y="48"/>
                  <a:pt x="11" y="48"/>
                  <a:pt x="11" y="48"/>
                </a:cubicBezTo>
                <a:cubicBezTo>
                  <a:pt x="10" y="49"/>
                  <a:pt x="9" y="49"/>
                  <a:pt x="8" y="48"/>
                </a:cubicBezTo>
                <a:cubicBezTo>
                  <a:pt x="8" y="47"/>
                  <a:pt x="8" y="47"/>
                  <a:pt x="8" y="46"/>
                </a:cubicBezTo>
                <a:cubicBezTo>
                  <a:pt x="8" y="46"/>
                  <a:pt x="8" y="46"/>
                  <a:pt x="8" y="46"/>
                </a:cubicBezTo>
                <a:cubicBezTo>
                  <a:pt x="12" y="33"/>
                  <a:pt x="12" y="33"/>
                  <a:pt x="12" y="33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4"/>
                  <a:pt x="0" y="23"/>
                  <a:pt x="1" y="22"/>
                </a:cubicBezTo>
                <a:cubicBezTo>
                  <a:pt x="1" y="21"/>
                  <a:pt x="2" y="21"/>
                  <a:pt x="2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0" y="20"/>
                  <a:pt x="10" y="19"/>
                </a:cubicBezTo>
                <a:cubicBezTo>
                  <a:pt x="9" y="18"/>
                  <a:pt x="8" y="16"/>
                  <a:pt x="8" y="14"/>
                </a:cubicBezTo>
                <a:cubicBezTo>
                  <a:pt x="8" y="5"/>
                  <a:pt x="8" y="5"/>
                  <a:pt x="8" y="5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6" y="0"/>
                  <a:pt x="37" y="0"/>
                  <a:pt x="37" y="1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5"/>
                  <a:pt x="37" y="5"/>
                  <a:pt x="37" y="5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6"/>
                  <a:pt x="36" y="18"/>
                  <a:pt x="35" y="19"/>
                </a:cubicBezTo>
                <a:cubicBezTo>
                  <a:pt x="34" y="20"/>
                  <a:pt x="34" y="21"/>
                  <a:pt x="34" y="21"/>
                </a:cubicBezTo>
                <a:close/>
                <a:moveTo>
                  <a:pt x="25" y="24"/>
                </a:moveTo>
                <a:cubicBezTo>
                  <a:pt x="25" y="24"/>
                  <a:pt x="25" y="24"/>
                  <a:pt x="25" y="24"/>
                </a:cubicBezTo>
                <a:cubicBezTo>
                  <a:pt x="22" y="15"/>
                  <a:pt x="22" y="15"/>
                  <a:pt x="22" y="15"/>
                </a:cubicBezTo>
                <a:cubicBezTo>
                  <a:pt x="20" y="24"/>
                  <a:pt x="20" y="24"/>
                  <a:pt x="20" y="24"/>
                </a:cubicBezTo>
                <a:cubicBezTo>
                  <a:pt x="19" y="24"/>
                  <a:pt x="19" y="25"/>
                  <a:pt x="18" y="25"/>
                </a:cubicBezTo>
                <a:cubicBezTo>
                  <a:pt x="8" y="25"/>
                  <a:pt x="8" y="25"/>
                  <a:pt x="8" y="25"/>
                </a:cubicBezTo>
                <a:cubicBezTo>
                  <a:pt x="16" y="31"/>
                  <a:pt x="16" y="31"/>
                  <a:pt x="16" y="31"/>
                </a:cubicBezTo>
                <a:cubicBezTo>
                  <a:pt x="17" y="31"/>
                  <a:pt x="17" y="32"/>
                  <a:pt x="17" y="33"/>
                </a:cubicBezTo>
                <a:cubicBezTo>
                  <a:pt x="14" y="42"/>
                  <a:pt x="14" y="42"/>
                  <a:pt x="14" y="42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2" y="36"/>
                  <a:pt x="23" y="36"/>
                  <a:pt x="24" y="36"/>
                </a:cubicBezTo>
                <a:cubicBezTo>
                  <a:pt x="31" y="42"/>
                  <a:pt x="31" y="42"/>
                  <a:pt x="31" y="42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2"/>
                  <a:pt x="28" y="31"/>
                  <a:pt x="29" y="31"/>
                </a:cubicBezTo>
                <a:cubicBezTo>
                  <a:pt x="37" y="25"/>
                  <a:pt x="37" y="25"/>
                  <a:pt x="37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5"/>
                  <a:pt x="26" y="25"/>
                  <a:pt x="25" y="2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90" name="Freeform 324">
            <a:extLst>
              <a:ext uri="{FF2B5EF4-FFF2-40B4-BE49-F238E27FC236}">
                <a16:creationId xmlns:a16="http://schemas.microsoft.com/office/drawing/2014/main" id="{F113C836-9D48-63A2-CFEF-C9834E6AA8DF}"/>
              </a:ext>
            </a:extLst>
          </p:cNvPr>
          <p:cNvSpPr>
            <a:spLocks noEditPoints="1"/>
          </p:cNvSpPr>
          <p:nvPr/>
        </p:nvSpPr>
        <p:spPr bwMode="auto">
          <a:xfrm>
            <a:off x="7682901" y="6051998"/>
            <a:ext cx="198967" cy="211667"/>
          </a:xfrm>
          <a:custGeom>
            <a:avLst/>
            <a:gdLst>
              <a:gd name="T0" fmla="*/ 3175 w 47"/>
              <a:gd name="T1" fmla="*/ 152400 h 50"/>
              <a:gd name="T2" fmla="*/ 60325 w 47"/>
              <a:gd name="T3" fmla="*/ 146050 h 50"/>
              <a:gd name="T4" fmla="*/ 25400 w 47"/>
              <a:gd name="T5" fmla="*/ 127000 h 50"/>
              <a:gd name="T6" fmla="*/ 3175 w 47"/>
              <a:gd name="T7" fmla="*/ 107950 h 50"/>
              <a:gd name="T8" fmla="*/ 22225 w 47"/>
              <a:gd name="T9" fmla="*/ 79375 h 50"/>
              <a:gd name="T10" fmla="*/ 60325 w 47"/>
              <a:gd name="T11" fmla="*/ 76200 h 50"/>
              <a:gd name="T12" fmla="*/ 25400 w 47"/>
              <a:gd name="T13" fmla="*/ 63500 h 50"/>
              <a:gd name="T14" fmla="*/ 22225 w 47"/>
              <a:gd name="T15" fmla="*/ 57150 h 50"/>
              <a:gd name="T16" fmla="*/ 25400 w 47"/>
              <a:gd name="T17" fmla="*/ 15875 h 50"/>
              <a:gd name="T18" fmla="*/ 60325 w 47"/>
              <a:gd name="T19" fmla="*/ 15875 h 50"/>
              <a:gd name="T20" fmla="*/ 66675 w 47"/>
              <a:gd name="T21" fmla="*/ 0 h 50"/>
              <a:gd name="T22" fmla="*/ 85725 w 47"/>
              <a:gd name="T23" fmla="*/ 0 h 50"/>
              <a:gd name="T24" fmla="*/ 88900 w 47"/>
              <a:gd name="T25" fmla="*/ 6350 h 50"/>
              <a:gd name="T26" fmla="*/ 123825 w 47"/>
              <a:gd name="T27" fmla="*/ 15875 h 50"/>
              <a:gd name="T28" fmla="*/ 149225 w 47"/>
              <a:gd name="T29" fmla="*/ 34925 h 50"/>
              <a:gd name="T30" fmla="*/ 149225 w 47"/>
              <a:gd name="T31" fmla="*/ 44450 h 50"/>
              <a:gd name="T32" fmla="*/ 123825 w 47"/>
              <a:gd name="T33" fmla="*/ 63500 h 50"/>
              <a:gd name="T34" fmla="*/ 88900 w 47"/>
              <a:gd name="T35" fmla="*/ 63500 h 50"/>
              <a:gd name="T36" fmla="*/ 123825 w 47"/>
              <a:gd name="T37" fmla="*/ 76200 h 50"/>
              <a:gd name="T38" fmla="*/ 130175 w 47"/>
              <a:gd name="T39" fmla="*/ 82550 h 50"/>
              <a:gd name="T40" fmla="*/ 130175 w 47"/>
              <a:gd name="T41" fmla="*/ 120650 h 50"/>
              <a:gd name="T42" fmla="*/ 88900 w 47"/>
              <a:gd name="T43" fmla="*/ 127000 h 50"/>
              <a:gd name="T44" fmla="*/ 139700 w 47"/>
              <a:gd name="T45" fmla="*/ 146050 h 50"/>
              <a:gd name="T46" fmla="*/ 139700 w 47"/>
              <a:gd name="T47" fmla="*/ 158750 h 50"/>
              <a:gd name="T48" fmla="*/ 69850 w 47"/>
              <a:gd name="T49" fmla="*/ 146050 h 50"/>
              <a:gd name="T50" fmla="*/ 82550 w 47"/>
              <a:gd name="T51" fmla="*/ 146050 h 50"/>
              <a:gd name="T52" fmla="*/ 69850 w 47"/>
              <a:gd name="T53" fmla="*/ 127000 h 50"/>
              <a:gd name="T54" fmla="*/ 82550 w 47"/>
              <a:gd name="T55" fmla="*/ 9525 h 50"/>
              <a:gd name="T56" fmla="*/ 69850 w 47"/>
              <a:gd name="T57" fmla="*/ 9525 h 50"/>
              <a:gd name="T58" fmla="*/ 82550 w 47"/>
              <a:gd name="T59" fmla="*/ 15875 h 50"/>
              <a:gd name="T60" fmla="*/ 82550 w 47"/>
              <a:gd name="T61" fmla="*/ 76200 h 50"/>
              <a:gd name="T62" fmla="*/ 82550 w 47"/>
              <a:gd name="T63" fmla="*/ 63500 h 50"/>
              <a:gd name="T64" fmla="*/ 69850 w 47"/>
              <a:gd name="T65" fmla="*/ 76200 h 50"/>
              <a:gd name="T66" fmla="*/ 123825 w 47"/>
              <a:gd name="T67" fmla="*/ 25400 h 50"/>
              <a:gd name="T68" fmla="*/ 31750 w 47"/>
              <a:gd name="T69" fmla="*/ 25400 h 50"/>
              <a:gd name="T70" fmla="*/ 123825 w 47"/>
              <a:gd name="T71" fmla="*/ 53975 h 50"/>
              <a:gd name="T72" fmla="*/ 123825 w 47"/>
              <a:gd name="T73" fmla="*/ 25400 h 50"/>
              <a:gd name="T74" fmla="*/ 117475 w 47"/>
              <a:gd name="T75" fmla="*/ 88900 h 50"/>
              <a:gd name="T76" fmla="*/ 15875 w 47"/>
              <a:gd name="T77" fmla="*/ 101600 h 50"/>
              <a:gd name="T78" fmla="*/ 117475 w 47"/>
              <a:gd name="T79" fmla="*/ 114300 h 5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7" h="50">
                <a:moveTo>
                  <a:pt x="3" y="50"/>
                </a:moveTo>
                <a:cubicBezTo>
                  <a:pt x="2" y="50"/>
                  <a:pt x="1" y="49"/>
                  <a:pt x="1" y="48"/>
                </a:cubicBezTo>
                <a:cubicBezTo>
                  <a:pt x="1" y="47"/>
                  <a:pt x="2" y="46"/>
                  <a:pt x="3" y="46"/>
                </a:cubicBezTo>
                <a:cubicBezTo>
                  <a:pt x="19" y="46"/>
                  <a:pt x="19" y="46"/>
                  <a:pt x="19" y="46"/>
                </a:cubicBezTo>
                <a:cubicBezTo>
                  <a:pt x="19" y="40"/>
                  <a:pt x="19" y="40"/>
                  <a:pt x="19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8" y="40"/>
                  <a:pt x="7" y="40"/>
                  <a:pt x="7" y="40"/>
                </a:cubicBezTo>
                <a:cubicBezTo>
                  <a:pt x="1" y="34"/>
                  <a:pt x="1" y="34"/>
                  <a:pt x="1" y="34"/>
                </a:cubicBezTo>
                <a:cubicBezTo>
                  <a:pt x="0" y="33"/>
                  <a:pt x="0" y="32"/>
                  <a:pt x="1" y="31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8" y="24"/>
                  <a:pt x="8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0"/>
                  <a:pt x="19" y="20"/>
                  <a:pt x="19" y="20"/>
                </a:cubicBezTo>
                <a:cubicBezTo>
                  <a:pt x="8" y="20"/>
                  <a:pt x="8" y="20"/>
                  <a:pt x="8" y="20"/>
                </a:cubicBezTo>
                <a:cubicBezTo>
                  <a:pt x="7" y="20"/>
                  <a:pt x="7" y="20"/>
                  <a:pt x="7" y="19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7"/>
                  <a:pt x="7" y="7"/>
                  <a:pt x="7" y="7"/>
                </a:cubicBezTo>
                <a:cubicBezTo>
                  <a:pt x="7" y="6"/>
                  <a:pt x="7" y="5"/>
                  <a:pt x="8" y="5"/>
                </a:cubicBezTo>
                <a:cubicBezTo>
                  <a:pt x="9" y="5"/>
                  <a:pt x="9" y="5"/>
                  <a:pt x="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1"/>
                  <a:pt x="20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8" y="0"/>
                  <a:pt x="28" y="1"/>
                  <a:pt x="28" y="2"/>
                </a:cubicBezTo>
                <a:cubicBezTo>
                  <a:pt x="28" y="2"/>
                  <a:pt x="28" y="2"/>
                  <a:pt x="28" y="2"/>
                </a:cubicBezTo>
                <a:cubicBezTo>
                  <a:pt x="28" y="5"/>
                  <a:pt x="28" y="5"/>
                  <a:pt x="28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40" y="5"/>
                  <a:pt x="40" y="5"/>
                  <a:pt x="41" y="5"/>
                </a:cubicBezTo>
                <a:cubicBezTo>
                  <a:pt x="47" y="11"/>
                  <a:pt x="47" y="11"/>
                  <a:pt x="47" y="11"/>
                </a:cubicBezTo>
                <a:cubicBezTo>
                  <a:pt x="47" y="12"/>
                  <a:pt x="47" y="13"/>
                  <a:pt x="47" y="14"/>
                </a:cubicBezTo>
                <a:cubicBezTo>
                  <a:pt x="47" y="14"/>
                  <a:pt x="47" y="14"/>
                  <a:pt x="47" y="14"/>
                </a:cubicBezTo>
                <a:cubicBezTo>
                  <a:pt x="41" y="20"/>
                  <a:pt x="41" y="20"/>
                  <a:pt x="41" y="20"/>
                </a:cubicBezTo>
                <a:cubicBezTo>
                  <a:pt x="40" y="20"/>
                  <a:pt x="40" y="20"/>
                  <a:pt x="39" y="20"/>
                </a:cubicBezTo>
                <a:cubicBezTo>
                  <a:pt x="39" y="20"/>
                  <a:pt x="39" y="20"/>
                  <a:pt x="39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4"/>
                  <a:pt x="28" y="24"/>
                  <a:pt x="28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40" y="24"/>
                  <a:pt x="41" y="25"/>
                  <a:pt x="41" y="26"/>
                </a:cubicBezTo>
                <a:cubicBezTo>
                  <a:pt x="41" y="38"/>
                  <a:pt x="41" y="38"/>
                  <a:pt x="41" y="38"/>
                </a:cubicBezTo>
                <a:cubicBezTo>
                  <a:pt x="41" y="38"/>
                  <a:pt x="41" y="38"/>
                  <a:pt x="41" y="38"/>
                </a:cubicBezTo>
                <a:cubicBezTo>
                  <a:pt x="41" y="39"/>
                  <a:pt x="40" y="40"/>
                  <a:pt x="39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6"/>
                  <a:pt x="28" y="46"/>
                  <a:pt x="28" y="46"/>
                </a:cubicBezTo>
                <a:cubicBezTo>
                  <a:pt x="44" y="46"/>
                  <a:pt x="44" y="46"/>
                  <a:pt x="44" y="46"/>
                </a:cubicBezTo>
                <a:cubicBezTo>
                  <a:pt x="45" y="46"/>
                  <a:pt x="46" y="47"/>
                  <a:pt x="46" y="48"/>
                </a:cubicBezTo>
                <a:cubicBezTo>
                  <a:pt x="46" y="49"/>
                  <a:pt x="45" y="50"/>
                  <a:pt x="44" y="50"/>
                </a:cubicBezTo>
                <a:cubicBezTo>
                  <a:pt x="3" y="50"/>
                  <a:pt x="3" y="50"/>
                  <a:pt x="3" y="50"/>
                </a:cubicBezTo>
                <a:close/>
                <a:moveTo>
                  <a:pt x="22" y="46"/>
                </a:moveTo>
                <a:cubicBezTo>
                  <a:pt x="22" y="46"/>
                  <a:pt x="22" y="46"/>
                  <a:pt x="22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0"/>
                  <a:pt x="26" y="40"/>
                  <a:pt x="26" y="40"/>
                </a:cubicBezTo>
                <a:cubicBezTo>
                  <a:pt x="22" y="40"/>
                  <a:pt x="22" y="40"/>
                  <a:pt x="22" y="40"/>
                </a:cubicBezTo>
                <a:cubicBezTo>
                  <a:pt x="22" y="46"/>
                  <a:pt x="22" y="46"/>
                  <a:pt x="22" y="46"/>
                </a:cubicBezTo>
                <a:close/>
                <a:moveTo>
                  <a:pt x="26" y="3"/>
                </a:moveTo>
                <a:cubicBezTo>
                  <a:pt x="26" y="3"/>
                  <a:pt x="26" y="3"/>
                  <a:pt x="26" y="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5"/>
                  <a:pt x="22" y="5"/>
                  <a:pt x="22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3"/>
                  <a:pt x="26" y="3"/>
                  <a:pt x="26" y="3"/>
                </a:cubicBezTo>
                <a:close/>
                <a:moveTo>
                  <a:pt x="26" y="24"/>
                </a:moveTo>
                <a:cubicBezTo>
                  <a:pt x="26" y="24"/>
                  <a:pt x="26" y="24"/>
                  <a:pt x="26" y="24"/>
                </a:cubicBezTo>
                <a:cubicBezTo>
                  <a:pt x="26" y="20"/>
                  <a:pt x="26" y="20"/>
                  <a:pt x="26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4"/>
                  <a:pt x="22" y="24"/>
                  <a:pt x="22" y="24"/>
                </a:cubicBezTo>
                <a:cubicBezTo>
                  <a:pt x="26" y="24"/>
                  <a:pt x="26" y="24"/>
                  <a:pt x="26" y="24"/>
                </a:cubicBezTo>
                <a:close/>
                <a:moveTo>
                  <a:pt x="39" y="8"/>
                </a:moveTo>
                <a:cubicBezTo>
                  <a:pt x="39" y="8"/>
                  <a:pt x="39" y="8"/>
                  <a:pt x="39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17"/>
                  <a:pt x="10" y="17"/>
                  <a:pt x="10" y="17"/>
                </a:cubicBezTo>
                <a:cubicBezTo>
                  <a:pt x="39" y="17"/>
                  <a:pt x="39" y="17"/>
                  <a:pt x="39" y="17"/>
                </a:cubicBezTo>
                <a:cubicBezTo>
                  <a:pt x="43" y="13"/>
                  <a:pt x="43" y="13"/>
                  <a:pt x="43" y="13"/>
                </a:cubicBezTo>
                <a:cubicBezTo>
                  <a:pt x="39" y="8"/>
                  <a:pt x="39" y="8"/>
                  <a:pt x="39" y="8"/>
                </a:cubicBezTo>
                <a:close/>
                <a:moveTo>
                  <a:pt x="37" y="28"/>
                </a:moveTo>
                <a:cubicBezTo>
                  <a:pt x="37" y="28"/>
                  <a:pt x="37" y="28"/>
                  <a:pt x="37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5" y="32"/>
                  <a:pt x="5" y="32"/>
                  <a:pt x="5" y="32"/>
                </a:cubicBezTo>
                <a:cubicBezTo>
                  <a:pt x="9" y="36"/>
                  <a:pt x="9" y="36"/>
                  <a:pt x="9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28"/>
                  <a:pt x="37" y="28"/>
                  <a:pt x="37" y="2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91" name="Freeform 325">
            <a:extLst>
              <a:ext uri="{FF2B5EF4-FFF2-40B4-BE49-F238E27FC236}">
                <a16:creationId xmlns:a16="http://schemas.microsoft.com/office/drawing/2014/main" id="{DCB0A351-5523-F49B-8DB4-0DFA2A8868E4}"/>
              </a:ext>
            </a:extLst>
          </p:cNvPr>
          <p:cNvSpPr>
            <a:spLocks noEditPoints="1"/>
          </p:cNvSpPr>
          <p:nvPr/>
        </p:nvSpPr>
        <p:spPr bwMode="auto">
          <a:xfrm>
            <a:off x="10271585" y="5241314"/>
            <a:ext cx="211667" cy="211667"/>
          </a:xfrm>
          <a:custGeom>
            <a:avLst/>
            <a:gdLst>
              <a:gd name="T0" fmla="*/ 98425 w 50"/>
              <a:gd name="T1" fmla="*/ 0 h 50"/>
              <a:gd name="T2" fmla="*/ 101600 w 50"/>
              <a:gd name="T3" fmla="*/ 0 h 50"/>
              <a:gd name="T4" fmla="*/ 114300 w 50"/>
              <a:gd name="T5" fmla="*/ 6350 h 50"/>
              <a:gd name="T6" fmla="*/ 107950 w 50"/>
              <a:gd name="T7" fmla="*/ 12700 h 50"/>
              <a:gd name="T8" fmla="*/ 152400 w 50"/>
              <a:gd name="T9" fmla="*/ 142875 h 50"/>
              <a:gd name="T10" fmla="*/ 142875 w 50"/>
              <a:gd name="T11" fmla="*/ 158750 h 50"/>
              <a:gd name="T12" fmla="*/ 12700 w 50"/>
              <a:gd name="T13" fmla="*/ 158750 h 50"/>
              <a:gd name="T14" fmla="*/ 3175 w 50"/>
              <a:gd name="T15" fmla="*/ 142875 h 50"/>
              <a:gd name="T16" fmla="*/ 50800 w 50"/>
              <a:gd name="T17" fmla="*/ 12700 h 50"/>
              <a:gd name="T18" fmla="*/ 44450 w 50"/>
              <a:gd name="T19" fmla="*/ 6350 h 50"/>
              <a:gd name="T20" fmla="*/ 57150 w 50"/>
              <a:gd name="T21" fmla="*/ 0 h 50"/>
              <a:gd name="T22" fmla="*/ 57150 w 50"/>
              <a:gd name="T23" fmla="*/ 0 h 50"/>
              <a:gd name="T24" fmla="*/ 41275 w 50"/>
              <a:gd name="T25" fmla="*/ 127000 h 50"/>
              <a:gd name="T26" fmla="*/ 44450 w 50"/>
              <a:gd name="T27" fmla="*/ 133350 h 50"/>
              <a:gd name="T28" fmla="*/ 38100 w 50"/>
              <a:gd name="T29" fmla="*/ 133350 h 50"/>
              <a:gd name="T30" fmla="*/ 60325 w 50"/>
              <a:gd name="T31" fmla="*/ 117475 h 50"/>
              <a:gd name="T32" fmla="*/ 63500 w 50"/>
              <a:gd name="T33" fmla="*/ 120650 h 50"/>
              <a:gd name="T34" fmla="*/ 57150 w 50"/>
              <a:gd name="T35" fmla="*/ 120650 h 50"/>
              <a:gd name="T36" fmla="*/ 53975 w 50"/>
              <a:gd name="T37" fmla="*/ 92075 h 50"/>
              <a:gd name="T38" fmla="*/ 57150 w 50"/>
              <a:gd name="T39" fmla="*/ 95250 h 50"/>
              <a:gd name="T40" fmla="*/ 50800 w 50"/>
              <a:gd name="T41" fmla="*/ 95250 h 50"/>
              <a:gd name="T42" fmla="*/ 53975 w 50"/>
              <a:gd name="T43" fmla="*/ 130175 h 50"/>
              <a:gd name="T44" fmla="*/ 60325 w 50"/>
              <a:gd name="T45" fmla="*/ 136525 h 50"/>
              <a:gd name="T46" fmla="*/ 47625 w 50"/>
              <a:gd name="T47" fmla="*/ 136525 h 50"/>
              <a:gd name="T48" fmla="*/ 47625 w 50"/>
              <a:gd name="T49" fmla="*/ 107950 h 50"/>
              <a:gd name="T50" fmla="*/ 53975 w 50"/>
              <a:gd name="T51" fmla="*/ 114300 h 50"/>
              <a:gd name="T52" fmla="*/ 41275 w 50"/>
              <a:gd name="T53" fmla="*/ 114300 h 50"/>
              <a:gd name="T54" fmla="*/ 53975 w 50"/>
              <a:gd name="T55" fmla="*/ 79375 h 50"/>
              <a:gd name="T56" fmla="*/ 101600 w 50"/>
              <a:gd name="T57" fmla="*/ 79375 h 50"/>
              <a:gd name="T58" fmla="*/ 95250 w 50"/>
              <a:gd name="T59" fmla="*/ 63500 h 50"/>
              <a:gd name="T60" fmla="*/ 63500 w 50"/>
              <a:gd name="T61" fmla="*/ 12700 h 50"/>
              <a:gd name="T62" fmla="*/ 63500 w 50"/>
              <a:gd name="T63" fmla="*/ 63500 h 50"/>
              <a:gd name="T64" fmla="*/ 53975 w 50"/>
              <a:gd name="T65" fmla="*/ 79375 h 50"/>
              <a:gd name="T66" fmla="*/ 107950 w 50"/>
              <a:gd name="T67" fmla="*/ 85725 h 50"/>
              <a:gd name="T68" fmla="*/ 15875 w 50"/>
              <a:gd name="T69" fmla="*/ 146050 h 50"/>
              <a:gd name="T70" fmla="*/ 107950 w 50"/>
              <a:gd name="T71" fmla="*/ 85725 h 50"/>
              <a:gd name="T72" fmla="*/ 73025 w 50"/>
              <a:gd name="T73" fmla="*/ 133350 h 50"/>
              <a:gd name="T74" fmla="*/ 73025 w 50"/>
              <a:gd name="T75" fmla="*/ 127000 h 50"/>
              <a:gd name="T76" fmla="*/ 88900 w 50"/>
              <a:gd name="T77" fmla="*/ 130175 h 50"/>
              <a:gd name="T78" fmla="*/ 73025 w 50"/>
              <a:gd name="T79" fmla="*/ 133350 h 50"/>
              <a:gd name="T80" fmla="*/ 76200 w 50"/>
              <a:gd name="T81" fmla="*/ 114300 h 50"/>
              <a:gd name="T82" fmla="*/ 76200 w 50"/>
              <a:gd name="T83" fmla="*/ 107950 h 50"/>
              <a:gd name="T84" fmla="*/ 85725 w 50"/>
              <a:gd name="T85" fmla="*/ 111125 h 50"/>
              <a:gd name="T86" fmla="*/ 76200 w 50"/>
              <a:gd name="T87" fmla="*/ 114300 h 50"/>
              <a:gd name="T88" fmla="*/ 76200 w 50"/>
              <a:gd name="T89" fmla="*/ 76200 h 50"/>
              <a:gd name="T90" fmla="*/ 76200 w 50"/>
              <a:gd name="T91" fmla="*/ 69850 h 50"/>
              <a:gd name="T92" fmla="*/ 85725 w 50"/>
              <a:gd name="T93" fmla="*/ 73025 h 50"/>
              <a:gd name="T94" fmla="*/ 76200 w 50"/>
              <a:gd name="T95" fmla="*/ 76200 h 50"/>
              <a:gd name="T96" fmla="*/ 73025 w 50"/>
              <a:gd name="T97" fmla="*/ 95250 h 50"/>
              <a:gd name="T98" fmla="*/ 73025 w 50"/>
              <a:gd name="T99" fmla="*/ 88900 h 50"/>
              <a:gd name="T100" fmla="*/ 88900 w 50"/>
              <a:gd name="T101" fmla="*/ 92075 h 50"/>
              <a:gd name="T102" fmla="*/ 73025 w 50"/>
              <a:gd name="T103" fmla="*/ 95250 h 50"/>
              <a:gd name="T104" fmla="*/ 73025 w 50"/>
              <a:gd name="T105" fmla="*/ 57150 h 50"/>
              <a:gd name="T106" fmla="*/ 73025 w 50"/>
              <a:gd name="T107" fmla="*/ 47625 h 50"/>
              <a:gd name="T108" fmla="*/ 88900 w 50"/>
              <a:gd name="T109" fmla="*/ 53975 h 50"/>
              <a:gd name="T110" fmla="*/ 73025 w 50"/>
              <a:gd name="T111" fmla="*/ 57150 h 5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0" h="50">
                <a:moveTo>
                  <a:pt x="19" y="0"/>
                </a:moveTo>
                <a:cubicBezTo>
                  <a:pt x="31" y="0"/>
                  <a:pt x="31" y="0"/>
                  <a:pt x="3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6" y="3"/>
                  <a:pt x="35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19"/>
                  <a:pt x="34" y="19"/>
                  <a:pt x="34" y="19"/>
                </a:cubicBezTo>
                <a:cubicBezTo>
                  <a:pt x="48" y="45"/>
                  <a:pt x="48" y="45"/>
                  <a:pt x="48" y="45"/>
                </a:cubicBezTo>
                <a:cubicBezTo>
                  <a:pt x="50" y="47"/>
                  <a:pt x="48" y="50"/>
                  <a:pt x="45" y="50"/>
                </a:cubicBezTo>
                <a:cubicBezTo>
                  <a:pt x="45" y="50"/>
                  <a:pt x="45" y="50"/>
                  <a:pt x="45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2" y="50"/>
                  <a:pt x="0" y="47"/>
                  <a:pt x="1" y="45"/>
                </a:cubicBezTo>
                <a:cubicBezTo>
                  <a:pt x="1" y="45"/>
                  <a:pt x="1" y="45"/>
                  <a:pt x="1" y="45"/>
                </a:cubicBezTo>
                <a:cubicBezTo>
                  <a:pt x="16" y="19"/>
                  <a:pt x="16" y="19"/>
                  <a:pt x="16" y="19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4" y="4"/>
                  <a:pt x="14" y="3"/>
                  <a:pt x="14" y="2"/>
                </a:cubicBezTo>
                <a:cubicBezTo>
                  <a:pt x="14" y="1"/>
                  <a:pt x="14" y="0"/>
                  <a:pt x="15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9" y="0"/>
                  <a:pt x="19" y="0"/>
                  <a:pt x="19" y="0"/>
                </a:cubicBezTo>
                <a:close/>
                <a:moveTo>
                  <a:pt x="13" y="40"/>
                </a:moveTo>
                <a:cubicBezTo>
                  <a:pt x="13" y="40"/>
                  <a:pt x="13" y="40"/>
                  <a:pt x="13" y="40"/>
                </a:cubicBezTo>
                <a:cubicBezTo>
                  <a:pt x="13" y="40"/>
                  <a:pt x="14" y="41"/>
                  <a:pt x="14" y="42"/>
                </a:cubicBezTo>
                <a:cubicBezTo>
                  <a:pt x="14" y="42"/>
                  <a:pt x="13" y="43"/>
                  <a:pt x="13" y="43"/>
                </a:cubicBezTo>
                <a:cubicBezTo>
                  <a:pt x="12" y="43"/>
                  <a:pt x="12" y="42"/>
                  <a:pt x="12" y="42"/>
                </a:cubicBezTo>
                <a:cubicBezTo>
                  <a:pt x="12" y="41"/>
                  <a:pt x="12" y="40"/>
                  <a:pt x="13" y="40"/>
                </a:cubicBezTo>
                <a:close/>
                <a:moveTo>
                  <a:pt x="19" y="37"/>
                </a:move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20" y="38"/>
                  <a:pt x="20" y="38"/>
                </a:cubicBezTo>
                <a:cubicBezTo>
                  <a:pt x="20" y="39"/>
                  <a:pt x="19" y="39"/>
                  <a:pt x="19" y="39"/>
                </a:cubicBezTo>
                <a:cubicBezTo>
                  <a:pt x="18" y="39"/>
                  <a:pt x="18" y="39"/>
                  <a:pt x="18" y="38"/>
                </a:cubicBezTo>
                <a:cubicBezTo>
                  <a:pt x="18" y="38"/>
                  <a:pt x="18" y="37"/>
                  <a:pt x="19" y="37"/>
                </a:cubicBezTo>
                <a:close/>
                <a:moveTo>
                  <a:pt x="17" y="29"/>
                </a:moveTo>
                <a:cubicBezTo>
                  <a:pt x="17" y="29"/>
                  <a:pt x="17" y="29"/>
                  <a:pt x="17" y="29"/>
                </a:cubicBezTo>
                <a:cubicBezTo>
                  <a:pt x="18" y="29"/>
                  <a:pt x="18" y="30"/>
                  <a:pt x="18" y="30"/>
                </a:cubicBezTo>
                <a:cubicBezTo>
                  <a:pt x="18" y="31"/>
                  <a:pt x="18" y="32"/>
                  <a:pt x="17" y="32"/>
                </a:cubicBezTo>
                <a:cubicBezTo>
                  <a:pt x="16" y="32"/>
                  <a:pt x="16" y="31"/>
                  <a:pt x="16" y="30"/>
                </a:cubicBezTo>
                <a:cubicBezTo>
                  <a:pt x="16" y="30"/>
                  <a:pt x="16" y="29"/>
                  <a:pt x="17" y="29"/>
                </a:cubicBezTo>
                <a:close/>
                <a:moveTo>
                  <a:pt x="17" y="41"/>
                </a:moveTo>
                <a:cubicBezTo>
                  <a:pt x="17" y="41"/>
                  <a:pt x="17" y="41"/>
                  <a:pt x="17" y="41"/>
                </a:cubicBezTo>
                <a:cubicBezTo>
                  <a:pt x="18" y="41"/>
                  <a:pt x="19" y="42"/>
                  <a:pt x="19" y="43"/>
                </a:cubicBezTo>
                <a:cubicBezTo>
                  <a:pt x="19" y="44"/>
                  <a:pt x="18" y="45"/>
                  <a:pt x="17" y="45"/>
                </a:cubicBezTo>
                <a:cubicBezTo>
                  <a:pt x="16" y="45"/>
                  <a:pt x="15" y="44"/>
                  <a:pt x="15" y="43"/>
                </a:cubicBezTo>
                <a:cubicBezTo>
                  <a:pt x="15" y="42"/>
                  <a:pt x="16" y="41"/>
                  <a:pt x="17" y="41"/>
                </a:cubicBezTo>
                <a:close/>
                <a:moveTo>
                  <a:pt x="15" y="34"/>
                </a:moveTo>
                <a:cubicBezTo>
                  <a:pt x="15" y="34"/>
                  <a:pt x="15" y="34"/>
                  <a:pt x="15" y="34"/>
                </a:cubicBezTo>
                <a:cubicBezTo>
                  <a:pt x="16" y="34"/>
                  <a:pt x="17" y="34"/>
                  <a:pt x="17" y="36"/>
                </a:cubicBezTo>
                <a:cubicBezTo>
                  <a:pt x="17" y="37"/>
                  <a:pt x="16" y="37"/>
                  <a:pt x="15" y="37"/>
                </a:cubicBezTo>
                <a:cubicBezTo>
                  <a:pt x="14" y="37"/>
                  <a:pt x="13" y="37"/>
                  <a:pt x="13" y="36"/>
                </a:cubicBezTo>
                <a:cubicBezTo>
                  <a:pt x="13" y="34"/>
                  <a:pt x="14" y="34"/>
                  <a:pt x="15" y="34"/>
                </a:cubicBezTo>
                <a:close/>
                <a:moveTo>
                  <a:pt x="17" y="25"/>
                </a:moveTo>
                <a:cubicBezTo>
                  <a:pt x="17" y="25"/>
                  <a:pt x="17" y="25"/>
                  <a:pt x="17" y="25"/>
                </a:cubicBezTo>
                <a:cubicBezTo>
                  <a:pt x="32" y="25"/>
                  <a:pt x="32" y="25"/>
                  <a:pt x="32" y="25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4"/>
                  <a:pt x="30" y="4"/>
                  <a:pt x="3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0"/>
                  <a:pt x="20" y="20"/>
                  <a:pt x="19" y="21"/>
                </a:cubicBezTo>
                <a:cubicBezTo>
                  <a:pt x="17" y="25"/>
                  <a:pt x="17" y="25"/>
                  <a:pt x="17" y="25"/>
                </a:cubicBezTo>
                <a:close/>
                <a:moveTo>
                  <a:pt x="34" y="27"/>
                </a:moveTo>
                <a:cubicBezTo>
                  <a:pt x="34" y="27"/>
                  <a:pt x="34" y="27"/>
                  <a:pt x="34" y="27"/>
                </a:cubicBezTo>
                <a:cubicBezTo>
                  <a:pt x="16" y="27"/>
                  <a:pt x="16" y="27"/>
                  <a:pt x="16" y="27"/>
                </a:cubicBezTo>
                <a:cubicBezTo>
                  <a:pt x="5" y="46"/>
                  <a:pt x="5" y="46"/>
                  <a:pt x="5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34" y="27"/>
                  <a:pt x="34" y="27"/>
                  <a:pt x="34" y="27"/>
                </a:cubicBezTo>
                <a:close/>
                <a:moveTo>
                  <a:pt x="23" y="42"/>
                </a:moveTo>
                <a:cubicBezTo>
                  <a:pt x="23" y="42"/>
                  <a:pt x="23" y="42"/>
                  <a:pt x="23" y="42"/>
                </a:cubicBezTo>
                <a:cubicBezTo>
                  <a:pt x="22" y="42"/>
                  <a:pt x="22" y="42"/>
                  <a:pt x="22" y="41"/>
                </a:cubicBezTo>
                <a:cubicBezTo>
                  <a:pt x="22" y="41"/>
                  <a:pt x="22" y="40"/>
                  <a:pt x="23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28" y="40"/>
                  <a:pt x="28" y="41"/>
                  <a:pt x="28" y="41"/>
                </a:cubicBezTo>
                <a:cubicBezTo>
                  <a:pt x="28" y="42"/>
                  <a:pt x="28" y="42"/>
                  <a:pt x="27" y="42"/>
                </a:cubicBezTo>
                <a:cubicBezTo>
                  <a:pt x="23" y="42"/>
                  <a:pt x="23" y="42"/>
                  <a:pt x="23" y="42"/>
                </a:cubicBezTo>
                <a:close/>
                <a:moveTo>
                  <a:pt x="24" y="36"/>
                </a:moveTo>
                <a:cubicBezTo>
                  <a:pt x="24" y="36"/>
                  <a:pt x="24" y="36"/>
                  <a:pt x="24" y="36"/>
                </a:cubicBezTo>
                <a:cubicBezTo>
                  <a:pt x="23" y="36"/>
                  <a:pt x="23" y="36"/>
                  <a:pt x="23" y="35"/>
                </a:cubicBezTo>
                <a:cubicBezTo>
                  <a:pt x="23" y="34"/>
                  <a:pt x="23" y="34"/>
                  <a:pt x="24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4"/>
                  <a:pt x="27" y="34"/>
                  <a:pt x="27" y="35"/>
                </a:cubicBezTo>
                <a:cubicBezTo>
                  <a:pt x="27" y="36"/>
                  <a:pt x="26" y="36"/>
                  <a:pt x="26" y="36"/>
                </a:cubicBezTo>
                <a:cubicBezTo>
                  <a:pt x="24" y="36"/>
                  <a:pt x="24" y="36"/>
                  <a:pt x="24" y="36"/>
                </a:cubicBezTo>
                <a:close/>
                <a:moveTo>
                  <a:pt x="2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3" y="24"/>
                  <a:pt x="23" y="23"/>
                  <a:pt x="23" y="23"/>
                </a:cubicBezTo>
                <a:cubicBezTo>
                  <a:pt x="23" y="22"/>
                  <a:pt x="23" y="22"/>
                  <a:pt x="24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7" y="22"/>
                  <a:pt x="27" y="23"/>
                </a:cubicBezTo>
                <a:cubicBezTo>
                  <a:pt x="27" y="23"/>
                  <a:pt x="26" y="24"/>
                  <a:pt x="26" y="24"/>
                </a:cubicBezTo>
                <a:cubicBezTo>
                  <a:pt x="24" y="24"/>
                  <a:pt x="24" y="24"/>
                  <a:pt x="24" y="24"/>
                </a:cubicBezTo>
                <a:close/>
                <a:moveTo>
                  <a:pt x="23" y="30"/>
                </a:moveTo>
                <a:cubicBezTo>
                  <a:pt x="23" y="30"/>
                  <a:pt x="23" y="30"/>
                  <a:pt x="23" y="30"/>
                </a:cubicBezTo>
                <a:cubicBezTo>
                  <a:pt x="22" y="30"/>
                  <a:pt x="22" y="30"/>
                  <a:pt x="22" y="29"/>
                </a:cubicBezTo>
                <a:cubicBezTo>
                  <a:pt x="22" y="28"/>
                  <a:pt x="22" y="28"/>
                  <a:pt x="23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8" y="28"/>
                  <a:pt x="28" y="28"/>
                  <a:pt x="28" y="29"/>
                </a:cubicBezTo>
                <a:cubicBezTo>
                  <a:pt x="28" y="30"/>
                  <a:pt x="28" y="30"/>
                  <a:pt x="27" y="30"/>
                </a:cubicBezTo>
                <a:cubicBezTo>
                  <a:pt x="23" y="30"/>
                  <a:pt x="23" y="30"/>
                  <a:pt x="23" y="30"/>
                </a:cubicBezTo>
                <a:close/>
                <a:moveTo>
                  <a:pt x="23" y="18"/>
                </a:moveTo>
                <a:cubicBezTo>
                  <a:pt x="23" y="18"/>
                  <a:pt x="23" y="18"/>
                  <a:pt x="23" y="18"/>
                </a:cubicBezTo>
                <a:cubicBezTo>
                  <a:pt x="22" y="18"/>
                  <a:pt x="22" y="17"/>
                  <a:pt x="22" y="17"/>
                </a:cubicBezTo>
                <a:cubicBezTo>
                  <a:pt x="22" y="16"/>
                  <a:pt x="22" y="15"/>
                  <a:pt x="23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8" y="15"/>
                  <a:pt x="28" y="16"/>
                  <a:pt x="28" y="17"/>
                </a:cubicBezTo>
                <a:cubicBezTo>
                  <a:pt x="28" y="17"/>
                  <a:pt x="28" y="18"/>
                  <a:pt x="27" y="18"/>
                </a:cubicBezTo>
                <a:cubicBezTo>
                  <a:pt x="23" y="18"/>
                  <a:pt x="23" y="18"/>
                  <a:pt x="23" y="1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92" name="Freeform 326">
            <a:extLst>
              <a:ext uri="{FF2B5EF4-FFF2-40B4-BE49-F238E27FC236}">
                <a16:creationId xmlns:a16="http://schemas.microsoft.com/office/drawing/2014/main" id="{2565456D-D253-1248-DCB8-54A6E7F90756}"/>
              </a:ext>
            </a:extLst>
          </p:cNvPr>
          <p:cNvSpPr>
            <a:spLocks noEditPoints="1"/>
          </p:cNvSpPr>
          <p:nvPr/>
        </p:nvSpPr>
        <p:spPr bwMode="auto">
          <a:xfrm>
            <a:off x="4664535" y="5664648"/>
            <a:ext cx="192617" cy="173567"/>
          </a:xfrm>
          <a:custGeom>
            <a:avLst/>
            <a:gdLst>
              <a:gd name="T0" fmla="*/ 32103 w 45"/>
              <a:gd name="T1" fmla="*/ 15875 h 41"/>
              <a:gd name="T2" fmla="*/ 70626 w 45"/>
              <a:gd name="T3" fmla="*/ 0 h 41"/>
              <a:gd name="T4" fmla="*/ 128412 w 45"/>
              <a:gd name="T5" fmla="*/ 57150 h 41"/>
              <a:gd name="T6" fmla="*/ 134832 w 45"/>
              <a:gd name="T7" fmla="*/ 82550 h 41"/>
              <a:gd name="T8" fmla="*/ 141253 w 45"/>
              <a:gd name="T9" fmla="*/ 88900 h 41"/>
              <a:gd name="T10" fmla="*/ 144463 w 45"/>
              <a:gd name="T11" fmla="*/ 117475 h 41"/>
              <a:gd name="T12" fmla="*/ 141253 w 45"/>
              <a:gd name="T13" fmla="*/ 123825 h 41"/>
              <a:gd name="T14" fmla="*/ 134832 w 45"/>
              <a:gd name="T15" fmla="*/ 130175 h 41"/>
              <a:gd name="T16" fmla="*/ 118781 w 45"/>
              <a:gd name="T17" fmla="*/ 130175 h 41"/>
              <a:gd name="T18" fmla="*/ 109150 w 45"/>
              <a:gd name="T19" fmla="*/ 127000 h 41"/>
              <a:gd name="T20" fmla="*/ 102729 w 45"/>
              <a:gd name="T21" fmla="*/ 95250 h 41"/>
              <a:gd name="T22" fmla="*/ 109150 w 45"/>
              <a:gd name="T23" fmla="*/ 85725 h 41"/>
              <a:gd name="T24" fmla="*/ 105940 w 45"/>
              <a:gd name="T25" fmla="*/ 41275 h 41"/>
              <a:gd name="T26" fmla="*/ 25682 w 45"/>
              <a:gd name="T27" fmla="*/ 60325 h 41"/>
              <a:gd name="T28" fmla="*/ 32103 w 45"/>
              <a:gd name="T29" fmla="*/ 82550 h 41"/>
              <a:gd name="T30" fmla="*/ 38523 w 45"/>
              <a:gd name="T31" fmla="*/ 88900 h 41"/>
              <a:gd name="T32" fmla="*/ 38523 w 45"/>
              <a:gd name="T33" fmla="*/ 117475 h 41"/>
              <a:gd name="T34" fmla="*/ 38523 w 45"/>
              <a:gd name="T35" fmla="*/ 123825 h 41"/>
              <a:gd name="T36" fmla="*/ 32103 w 45"/>
              <a:gd name="T37" fmla="*/ 130175 h 41"/>
              <a:gd name="T38" fmla="*/ 12841 w 45"/>
              <a:gd name="T39" fmla="*/ 130175 h 41"/>
              <a:gd name="T40" fmla="*/ 3210 w 45"/>
              <a:gd name="T41" fmla="*/ 127000 h 41"/>
              <a:gd name="T42" fmla="*/ 0 w 45"/>
              <a:gd name="T43" fmla="*/ 95250 h 41"/>
              <a:gd name="T44" fmla="*/ 3210 w 45"/>
              <a:gd name="T45" fmla="*/ 85725 h 41"/>
              <a:gd name="T46" fmla="*/ 19262 w 45"/>
              <a:gd name="T47" fmla="*/ 92075 h 41"/>
              <a:gd name="T48" fmla="*/ 12841 w 45"/>
              <a:gd name="T49" fmla="*/ 92075 h 41"/>
              <a:gd name="T50" fmla="*/ 12841 w 45"/>
              <a:gd name="T51" fmla="*/ 104775 h 41"/>
              <a:gd name="T52" fmla="*/ 12841 w 45"/>
              <a:gd name="T53" fmla="*/ 120650 h 41"/>
              <a:gd name="T54" fmla="*/ 25682 w 45"/>
              <a:gd name="T55" fmla="*/ 120650 h 41"/>
              <a:gd name="T56" fmla="*/ 25682 w 45"/>
              <a:gd name="T57" fmla="*/ 117475 h 41"/>
              <a:gd name="T58" fmla="*/ 28893 w 45"/>
              <a:gd name="T59" fmla="*/ 104775 h 41"/>
              <a:gd name="T60" fmla="*/ 28893 w 45"/>
              <a:gd name="T61" fmla="*/ 92075 h 41"/>
              <a:gd name="T62" fmla="*/ 25682 w 45"/>
              <a:gd name="T63" fmla="*/ 92075 h 41"/>
              <a:gd name="T64" fmla="*/ 125201 w 45"/>
              <a:gd name="T65" fmla="*/ 92075 h 41"/>
              <a:gd name="T66" fmla="*/ 115570 w 45"/>
              <a:gd name="T67" fmla="*/ 92075 h 41"/>
              <a:gd name="T68" fmla="*/ 115570 w 45"/>
              <a:gd name="T69" fmla="*/ 104775 h 41"/>
              <a:gd name="T70" fmla="*/ 118781 w 45"/>
              <a:gd name="T71" fmla="*/ 120650 h 41"/>
              <a:gd name="T72" fmla="*/ 128412 w 45"/>
              <a:gd name="T73" fmla="*/ 120650 h 41"/>
              <a:gd name="T74" fmla="*/ 131622 w 45"/>
              <a:gd name="T75" fmla="*/ 117475 h 41"/>
              <a:gd name="T76" fmla="*/ 131622 w 45"/>
              <a:gd name="T77" fmla="*/ 117475 h 41"/>
              <a:gd name="T78" fmla="*/ 131622 w 45"/>
              <a:gd name="T79" fmla="*/ 92075 h 41"/>
              <a:gd name="T80" fmla="*/ 131622 w 45"/>
              <a:gd name="T81" fmla="*/ 92075 h 41"/>
              <a:gd name="T82" fmla="*/ 112360 w 45"/>
              <a:gd name="T83" fmla="*/ 38100 h 41"/>
              <a:gd name="T84" fmla="*/ 102729 w 45"/>
              <a:gd name="T85" fmla="*/ 25400 h 41"/>
              <a:gd name="T86" fmla="*/ 38523 w 45"/>
              <a:gd name="T87" fmla="*/ 25400 h 41"/>
              <a:gd name="T88" fmla="*/ 70626 w 45"/>
              <a:gd name="T89" fmla="*/ 19050 h 41"/>
              <a:gd name="T90" fmla="*/ 112360 w 45"/>
              <a:gd name="T91" fmla="*/ 38100 h 41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5" h="41">
                <a:moveTo>
                  <a:pt x="4" y="25"/>
                </a:moveTo>
                <a:cubicBezTo>
                  <a:pt x="4" y="18"/>
                  <a:pt x="4" y="18"/>
                  <a:pt x="4" y="18"/>
                </a:cubicBezTo>
                <a:cubicBezTo>
                  <a:pt x="4" y="13"/>
                  <a:pt x="6" y="8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3" y="2"/>
                  <a:pt x="17" y="0"/>
                  <a:pt x="22" y="0"/>
                </a:cubicBezTo>
                <a:cubicBezTo>
                  <a:pt x="27" y="0"/>
                  <a:pt x="32" y="2"/>
                  <a:pt x="35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8" y="8"/>
                  <a:pt x="40" y="13"/>
                  <a:pt x="40" y="18"/>
                </a:cubicBezTo>
                <a:cubicBezTo>
                  <a:pt x="40" y="25"/>
                  <a:pt x="40" y="25"/>
                  <a:pt x="40" y="25"/>
                </a:cubicBezTo>
                <a:cubicBezTo>
                  <a:pt x="41" y="25"/>
                  <a:pt x="41" y="25"/>
                  <a:pt x="42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3" y="26"/>
                  <a:pt x="43" y="26"/>
                  <a:pt x="43" y="27"/>
                </a:cubicBezTo>
                <a:cubicBezTo>
                  <a:pt x="44" y="27"/>
                  <a:pt x="44" y="27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5" y="29"/>
                  <a:pt x="45" y="29"/>
                  <a:pt x="45" y="30"/>
                </a:cubicBezTo>
                <a:cubicBezTo>
                  <a:pt x="45" y="33"/>
                  <a:pt x="45" y="33"/>
                  <a:pt x="45" y="33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38"/>
                  <a:pt x="45" y="38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39"/>
                  <a:pt x="44" y="40"/>
                  <a:pt x="43" y="40"/>
                </a:cubicBezTo>
                <a:cubicBezTo>
                  <a:pt x="43" y="41"/>
                  <a:pt x="43" y="41"/>
                  <a:pt x="42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41" y="41"/>
                  <a:pt x="41" y="41"/>
                  <a:pt x="40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7" y="41"/>
                  <a:pt x="37" y="41"/>
                  <a:pt x="37" y="41"/>
                </a:cubicBezTo>
                <a:cubicBezTo>
                  <a:pt x="36" y="41"/>
                  <a:pt x="36" y="41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5" y="41"/>
                  <a:pt x="34" y="41"/>
                  <a:pt x="34" y="40"/>
                </a:cubicBezTo>
                <a:cubicBezTo>
                  <a:pt x="33" y="39"/>
                  <a:pt x="32" y="38"/>
                  <a:pt x="32" y="37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29"/>
                  <a:pt x="33" y="28"/>
                  <a:pt x="33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3" y="27"/>
                  <a:pt x="33" y="27"/>
                  <a:pt x="34" y="27"/>
                </a:cubicBezTo>
                <a:cubicBezTo>
                  <a:pt x="34" y="26"/>
                  <a:pt x="35" y="25"/>
                  <a:pt x="37" y="25"/>
                </a:cubicBezTo>
                <a:cubicBezTo>
                  <a:pt x="37" y="19"/>
                  <a:pt x="37" y="19"/>
                  <a:pt x="37" y="19"/>
                </a:cubicBezTo>
                <a:cubicBezTo>
                  <a:pt x="36" y="16"/>
                  <a:pt x="35" y="14"/>
                  <a:pt x="33" y="13"/>
                </a:cubicBezTo>
                <a:cubicBezTo>
                  <a:pt x="30" y="10"/>
                  <a:pt x="27" y="8"/>
                  <a:pt x="22" y="8"/>
                </a:cubicBezTo>
                <a:cubicBezTo>
                  <a:pt x="18" y="8"/>
                  <a:pt x="15" y="10"/>
                  <a:pt x="12" y="13"/>
                </a:cubicBezTo>
                <a:cubicBezTo>
                  <a:pt x="10" y="14"/>
                  <a:pt x="9" y="16"/>
                  <a:pt x="8" y="19"/>
                </a:cubicBezTo>
                <a:cubicBezTo>
                  <a:pt x="8" y="25"/>
                  <a:pt x="8" y="25"/>
                  <a:pt x="8" y="25"/>
                </a:cubicBezTo>
                <a:cubicBezTo>
                  <a:pt x="9" y="25"/>
                  <a:pt x="9" y="25"/>
                  <a:pt x="10" y="26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6"/>
                  <a:pt x="11" y="26"/>
                  <a:pt x="11" y="27"/>
                </a:cubicBezTo>
                <a:cubicBezTo>
                  <a:pt x="12" y="27"/>
                  <a:pt x="12" y="27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9"/>
                  <a:pt x="12" y="29"/>
                  <a:pt x="12" y="30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8"/>
                  <a:pt x="12" y="38"/>
                  <a:pt x="12" y="39"/>
                </a:cubicBezTo>
                <a:cubicBezTo>
                  <a:pt x="12" y="39"/>
                  <a:pt x="12" y="39"/>
                  <a:pt x="12" y="39"/>
                </a:cubicBezTo>
                <a:cubicBezTo>
                  <a:pt x="12" y="39"/>
                  <a:pt x="12" y="39"/>
                  <a:pt x="12" y="39"/>
                </a:cubicBezTo>
                <a:cubicBezTo>
                  <a:pt x="12" y="39"/>
                  <a:pt x="12" y="40"/>
                  <a:pt x="11" y="40"/>
                </a:cubicBezTo>
                <a:cubicBezTo>
                  <a:pt x="11" y="41"/>
                  <a:pt x="10" y="41"/>
                  <a:pt x="10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9" y="41"/>
                  <a:pt x="8" y="41"/>
                </a:cubicBezTo>
                <a:cubicBezTo>
                  <a:pt x="6" y="41"/>
                  <a:pt x="6" y="41"/>
                  <a:pt x="6" y="41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1"/>
                  <a:pt x="3" y="41"/>
                  <a:pt x="3" y="41"/>
                </a:cubicBezTo>
                <a:cubicBezTo>
                  <a:pt x="3" y="41"/>
                  <a:pt x="3" y="41"/>
                  <a:pt x="3" y="41"/>
                </a:cubicBezTo>
                <a:cubicBezTo>
                  <a:pt x="2" y="41"/>
                  <a:pt x="2" y="41"/>
                  <a:pt x="1" y="40"/>
                </a:cubicBezTo>
                <a:cubicBezTo>
                  <a:pt x="1" y="39"/>
                  <a:pt x="0" y="38"/>
                  <a:pt x="0" y="37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9"/>
                  <a:pt x="0" y="28"/>
                  <a:pt x="1" y="28"/>
                </a:cubicBezTo>
                <a:cubicBezTo>
                  <a:pt x="1" y="28"/>
                  <a:pt x="1" y="28"/>
                  <a:pt x="1" y="28"/>
                </a:cubicBezTo>
                <a:cubicBezTo>
                  <a:pt x="1" y="27"/>
                  <a:pt x="1" y="27"/>
                  <a:pt x="1" y="27"/>
                </a:cubicBezTo>
                <a:cubicBezTo>
                  <a:pt x="2" y="26"/>
                  <a:pt x="3" y="25"/>
                  <a:pt x="4" y="25"/>
                </a:cubicBezTo>
                <a:close/>
                <a:moveTo>
                  <a:pt x="6" y="29"/>
                </a:moveTo>
                <a:cubicBezTo>
                  <a:pt x="6" y="29"/>
                  <a:pt x="6" y="29"/>
                  <a:pt x="6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29"/>
                  <a:pt x="4" y="30"/>
                  <a:pt x="4" y="30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38"/>
                  <a:pt x="4" y="38"/>
                  <a:pt x="4" y="38"/>
                </a:cubicBezTo>
                <a:cubicBezTo>
                  <a:pt x="6" y="38"/>
                  <a:pt x="6" y="38"/>
                  <a:pt x="6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8" y="37"/>
                </a:cubicBezTo>
                <a:cubicBezTo>
                  <a:pt x="8" y="37"/>
                  <a:pt x="8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0"/>
                  <a:pt x="9" y="29"/>
                  <a:pt x="9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6" y="29"/>
                  <a:pt x="6" y="29"/>
                  <a:pt x="6" y="29"/>
                </a:cubicBezTo>
                <a:close/>
                <a:moveTo>
                  <a:pt x="39" y="29"/>
                </a:moveTo>
                <a:cubicBezTo>
                  <a:pt x="39" y="29"/>
                  <a:pt x="39" y="29"/>
                  <a:pt x="39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7" y="29"/>
                  <a:pt x="36" y="29"/>
                  <a:pt x="36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30"/>
                  <a:pt x="36" y="30"/>
                </a:cubicBezTo>
                <a:cubicBezTo>
                  <a:pt x="36" y="33"/>
                  <a:pt x="36" y="33"/>
                  <a:pt x="36" y="33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38"/>
                  <a:pt x="37" y="38"/>
                  <a:pt x="37" y="38"/>
                </a:cubicBezTo>
                <a:cubicBezTo>
                  <a:pt x="37" y="38"/>
                  <a:pt x="37" y="38"/>
                  <a:pt x="37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1" y="38"/>
                  <a:pt x="41" y="38"/>
                  <a:pt x="41" y="38"/>
                </a:cubicBezTo>
                <a:cubicBezTo>
                  <a:pt x="41" y="38"/>
                  <a:pt x="41" y="38"/>
                  <a:pt x="41" y="37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33"/>
                  <a:pt x="41" y="33"/>
                  <a:pt x="41" y="33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0"/>
                  <a:pt x="41" y="29"/>
                  <a:pt x="41" y="29"/>
                </a:cubicBezTo>
                <a:cubicBezTo>
                  <a:pt x="41" y="29"/>
                  <a:pt x="41" y="29"/>
                  <a:pt x="41" y="29"/>
                </a:cubicBezTo>
                <a:cubicBezTo>
                  <a:pt x="41" y="29"/>
                  <a:pt x="41" y="29"/>
                  <a:pt x="41" y="29"/>
                </a:cubicBezTo>
                <a:cubicBezTo>
                  <a:pt x="41" y="29"/>
                  <a:pt x="41" y="29"/>
                  <a:pt x="41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39" y="29"/>
                  <a:pt x="39" y="29"/>
                  <a:pt x="39" y="29"/>
                </a:cubicBezTo>
                <a:close/>
                <a:moveTo>
                  <a:pt x="35" y="12"/>
                </a:moveTo>
                <a:cubicBezTo>
                  <a:pt x="35" y="12"/>
                  <a:pt x="35" y="12"/>
                  <a:pt x="35" y="12"/>
                </a:cubicBezTo>
                <a:cubicBezTo>
                  <a:pt x="35" y="10"/>
                  <a:pt x="34" y="9"/>
                  <a:pt x="32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0" y="5"/>
                  <a:pt x="26" y="3"/>
                  <a:pt x="22" y="3"/>
                </a:cubicBezTo>
                <a:cubicBezTo>
                  <a:pt x="19" y="3"/>
                  <a:pt x="15" y="5"/>
                  <a:pt x="12" y="8"/>
                </a:cubicBezTo>
                <a:cubicBezTo>
                  <a:pt x="11" y="9"/>
                  <a:pt x="10" y="10"/>
                  <a:pt x="9" y="12"/>
                </a:cubicBezTo>
                <a:cubicBezTo>
                  <a:pt x="10" y="12"/>
                  <a:pt x="10" y="11"/>
                  <a:pt x="10" y="11"/>
                </a:cubicBezTo>
                <a:cubicBezTo>
                  <a:pt x="13" y="8"/>
                  <a:pt x="18" y="6"/>
                  <a:pt x="22" y="6"/>
                </a:cubicBezTo>
                <a:cubicBezTo>
                  <a:pt x="27" y="6"/>
                  <a:pt x="31" y="8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2"/>
                  <a:pt x="35" y="1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93" name="Freeform 327">
            <a:extLst>
              <a:ext uri="{FF2B5EF4-FFF2-40B4-BE49-F238E27FC236}">
                <a16:creationId xmlns:a16="http://schemas.microsoft.com/office/drawing/2014/main" id="{578BF003-67C3-5FD3-A2A0-18BB72E9ECEC}"/>
              </a:ext>
            </a:extLst>
          </p:cNvPr>
          <p:cNvSpPr>
            <a:spLocks noEditPoints="1"/>
          </p:cNvSpPr>
          <p:nvPr/>
        </p:nvSpPr>
        <p:spPr bwMode="auto">
          <a:xfrm>
            <a:off x="5047651" y="5668881"/>
            <a:ext cx="211667" cy="173567"/>
          </a:xfrm>
          <a:custGeom>
            <a:avLst/>
            <a:gdLst>
              <a:gd name="T0" fmla="*/ 146050 w 50"/>
              <a:gd name="T1" fmla="*/ 28575 h 41"/>
              <a:gd name="T2" fmla="*/ 155575 w 50"/>
              <a:gd name="T3" fmla="*/ 63500 h 41"/>
              <a:gd name="T4" fmla="*/ 158750 w 50"/>
              <a:gd name="T5" fmla="*/ 98425 h 41"/>
              <a:gd name="T6" fmla="*/ 123825 w 50"/>
              <a:gd name="T7" fmla="*/ 120650 h 41"/>
              <a:gd name="T8" fmla="*/ 114300 w 50"/>
              <a:gd name="T9" fmla="*/ 114300 h 41"/>
              <a:gd name="T10" fmla="*/ 95250 w 50"/>
              <a:gd name="T11" fmla="*/ 88900 h 41"/>
              <a:gd name="T12" fmla="*/ 60325 w 50"/>
              <a:gd name="T13" fmla="*/ 88900 h 41"/>
              <a:gd name="T14" fmla="*/ 47625 w 50"/>
              <a:gd name="T15" fmla="*/ 104775 h 41"/>
              <a:gd name="T16" fmla="*/ 34925 w 50"/>
              <a:gd name="T17" fmla="*/ 120650 h 41"/>
              <a:gd name="T18" fmla="*/ 0 w 50"/>
              <a:gd name="T19" fmla="*/ 98425 h 41"/>
              <a:gd name="T20" fmla="*/ 0 w 50"/>
              <a:gd name="T21" fmla="*/ 63500 h 41"/>
              <a:gd name="T22" fmla="*/ 12700 w 50"/>
              <a:gd name="T23" fmla="*/ 28575 h 41"/>
              <a:gd name="T24" fmla="*/ 66675 w 50"/>
              <a:gd name="T25" fmla="*/ 0 h 41"/>
              <a:gd name="T26" fmla="*/ 88900 w 50"/>
              <a:gd name="T27" fmla="*/ 0 h 41"/>
              <a:gd name="T28" fmla="*/ 69850 w 50"/>
              <a:gd name="T29" fmla="*/ 66675 h 41"/>
              <a:gd name="T30" fmla="*/ 66675 w 50"/>
              <a:gd name="T31" fmla="*/ 63500 h 41"/>
              <a:gd name="T32" fmla="*/ 88900 w 50"/>
              <a:gd name="T33" fmla="*/ 60325 h 41"/>
              <a:gd name="T34" fmla="*/ 88900 w 50"/>
              <a:gd name="T35" fmla="*/ 66675 h 41"/>
              <a:gd name="T36" fmla="*/ 69850 w 50"/>
              <a:gd name="T37" fmla="*/ 31750 h 41"/>
              <a:gd name="T38" fmla="*/ 66675 w 50"/>
              <a:gd name="T39" fmla="*/ 28575 h 41"/>
              <a:gd name="T40" fmla="*/ 88900 w 50"/>
              <a:gd name="T41" fmla="*/ 25400 h 41"/>
              <a:gd name="T42" fmla="*/ 88900 w 50"/>
              <a:gd name="T43" fmla="*/ 31750 h 41"/>
              <a:gd name="T44" fmla="*/ 44450 w 50"/>
              <a:gd name="T45" fmla="*/ 28575 h 41"/>
              <a:gd name="T46" fmla="*/ 47625 w 50"/>
              <a:gd name="T47" fmla="*/ 25400 h 41"/>
              <a:gd name="T48" fmla="*/ 50800 w 50"/>
              <a:gd name="T49" fmla="*/ 41275 h 41"/>
              <a:gd name="T50" fmla="*/ 69850 w 50"/>
              <a:gd name="T51" fmla="*/ 44450 h 41"/>
              <a:gd name="T52" fmla="*/ 50800 w 50"/>
              <a:gd name="T53" fmla="*/ 50800 h 41"/>
              <a:gd name="T54" fmla="*/ 47625 w 50"/>
              <a:gd name="T55" fmla="*/ 66675 h 41"/>
              <a:gd name="T56" fmla="*/ 44450 w 50"/>
              <a:gd name="T57" fmla="*/ 50800 h 41"/>
              <a:gd name="T58" fmla="*/ 28575 w 50"/>
              <a:gd name="T59" fmla="*/ 44450 h 41"/>
              <a:gd name="T60" fmla="*/ 44450 w 50"/>
              <a:gd name="T61" fmla="*/ 41275 h 41"/>
              <a:gd name="T62" fmla="*/ 111125 w 50"/>
              <a:gd name="T63" fmla="*/ 28575 h 41"/>
              <a:gd name="T64" fmla="*/ 117475 w 50"/>
              <a:gd name="T65" fmla="*/ 34925 h 41"/>
              <a:gd name="T66" fmla="*/ 104775 w 50"/>
              <a:gd name="T67" fmla="*/ 34925 h 41"/>
              <a:gd name="T68" fmla="*/ 104775 w 50"/>
              <a:gd name="T69" fmla="*/ 44450 h 41"/>
              <a:gd name="T70" fmla="*/ 98425 w 50"/>
              <a:gd name="T71" fmla="*/ 50800 h 41"/>
              <a:gd name="T72" fmla="*/ 98425 w 50"/>
              <a:gd name="T73" fmla="*/ 38100 h 41"/>
              <a:gd name="T74" fmla="*/ 111125 w 50"/>
              <a:gd name="T75" fmla="*/ 50800 h 41"/>
              <a:gd name="T76" fmla="*/ 117475 w 50"/>
              <a:gd name="T77" fmla="*/ 57150 h 41"/>
              <a:gd name="T78" fmla="*/ 104775 w 50"/>
              <a:gd name="T79" fmla="*/ 57150 h 41"/>
              <a:gd name="T80" fmla="*/ 127000 w 50"/>
              <a:gd name="T81" fmla="*/ 44450 h 41"/>
              <a:gd name="T82" fmla="*/ 120650 w 50"/>
              <a:gd name="T83" fmla="*/ 50800 h 41"/>
              <a:gd name="T84" fmla="*/ 120650 w 50"/>
              <a:gd name="T85" fmla="*/ 38100 h 41"/>
              <a:gd name="T86" fmla="*/ 120650 w 50"/>
              <a:gd name="T87" fmla="*/ 15875 h 41"/>
              <a:gd name="T88" fmla="*/ 92075 w 50"/>
              <a:gd name="T89" fmla="*/ 12700 h 41"/>
              <a:gd name="T90" fmla="*/ 66675 w 50"/>
              <a:gd name="T91" fmla="*/ 12700 h 41"/>
              <a:gd name="T92" fmla="*/ 22225 w 50"/>
              <a:gd name="T93" fmla="*/ 34925 h 41"/>
              <a:gd name="T94" fmla="*/ 12700 w 50"/>
              <a:gd name="T95" fmla="*/ 66675 h 41"/>
              <a:gd name="T96" fmla="*/ 9525 w 50"/>
              <a:gd name="T97" fmla="*/ 98425 h 41"/>
              <a:gd name="T98" fmla="*/ 12700 w 50"/>
              <a:gd name="T99" fmla="*/ 104775 h 41"/>
              <a:gd name="T100" fmla="*/ 38100 w 50"/>
              <a:gd name="T101" fmla="*/ 98425 h 41"/>
              <a:gd name="T102" fmla="*/ 53975 w 50"/>
              <a:gd name="T103" fmla="*/ 79375 h 41"/>
              <a:gd name="T104" fmla="*/ 104775 w 50"/>
              <a:gd name="T105" fmla="*/ 79375 h 41"/>
              <a:gd name="T106" fmla="*/ 123825 w 50"/>
              <a:gd name="T107" fmla="*/ 104775 h 41"/>
              <a:gd name="T108" fmla="*/ 146050 w 50"/>
              <a:gd name="T109" fmla="*/ 98425 h 41"/>
              <a:gd name="T110" fmla="*/ 142875 w 50"/>
              <a:gd name="T111" fmla="*/ 66675 h 41"/>
              <a:gd name="T112" fmla="*/ 133350 w 50"/>
              <a:gd name="T113" fmla="*/ 34925 h 4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0" h="41">
                <a:moveTo>
                  <a:pt x="40" y="2"/>
                </a:moveTo>
                <a:cubicBezTo>
                  <a:pt x="42" y="4"/>
                  <a:pt x="45" y="6"/>
                  <a:pt x="46" y="9"/>
                </a:cubicBezTo>
                <a:cubicBezTo>
                  <a:pt x="47" y="11"/>
                  <a:pt x="47" y="13"/>
                  <a:pt x="48" y="14"/>
                </a:cubicBezTo>
                <a:cubicBezTo>
                  <a:pt x="48" y="16"/>
                  <a:pt x="49" y="18"/>
                  <a:pt x="49" y="20"/>
                </a:cubicBezTo>
                <a:cubicBezTo>
                  <a:pt x="49" y="22"/>
                  <a:pt x="50" y="24"/>
                  <a:pt x="50" y="25"/>
                </a:cubicBezTo>
                <a:cubicBezTo>
                  <a:pt x="50" y="27"/>
                  <a:pt x="50" y="29"/>
                  <a:pt x="50" y="31"/>
                </a:cubicBezTo>
                <a:cubicBezTo>
                  <a:pt x="50" y="32"/>
                  <a:pt x="49" y="33"/>
                  <a:pt x="49" y="35"/>
                </a:cubicBezTo>
                <a:cubicBezTo>
                  <a:pt x="47" y="38"/>
                  <a:pt x="43" y="40"/>
                  <a:pt x="39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37" y="37"/>
                  <a:pt x="37" y="37"/>
                  <a:pt x="36" y="36"/>
                </a:cubicBezTo>
                <a:cubicBezTo>
                  <a:pt x="35" y="35"/>
                  <a:pt x="35" y="34"/>
                  <a:pt x="34" y="33"/>
                </a:cubicBezTo>
                <a:cubicBezTo>
                  <a:pt x="33" y="31"/>
                  <a:pt x="32" y="29"/>
                  <a:pt x="30" y="28"/>
                </a:cubicBezTo>
                <a:cubicBezTo>
                  <a:pt x="30" y="28"/>
                  <a:pt x="30" y="28"/>
                  <a:pt x="30" y="28"/>
                </a:cubicBezTo>
                <a:cubicBezTo>
                  <a:pt x="27" y="26"/>
                  <a:pt x="22" y="26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8" y="29"/>
                  <a:pt x="16" y="31"/>
                  <a:pt x="15" y="33"/>
                </a:cubicBezTo>
                <a:cubicBezTo>
                  <a:pt x="15" y="34"/>
                  <a:pt x="14" y="35"/>
                  <a:pt x="14" y="36"/>
                </a:cubicBezTo>
                <a:cubicBezTo>
                  <a:pt x="13" y="37"/>
                  <a:pt x="12" y="37"/>
                  <a:pt x="11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5" y="41"/>
                  <a:pt x="0" y="37"/>
                  <a:pt x="0" y="31"/>
                </a:cubicBezTo>
                <a:cubicBezTo>
                  <a:pt x="0" y="29"/>
                  <a:pt x="0" y="27"/>
                  <a:pt x="0" y="25"/>
                </a:cubicBezTo>
                <a:cubicBezTo>
                  <a:pt x="0" y="24"/>
                  <a:pt x="0" y="22"/>
                  <a:pt x="0" y="20"/>
                </a:cubicBezTo>
                <a:cubicBezTo>
                  <a:pt x="1" y="18"/>
                  <a:pt x="1" y="16"/>
                  <a:pt x="2" y="14"/>
                </a:cubicBezTo>
                <a:cubicBezTo>
                  <a:pt x="2" y="13"/>
                  <a:pt x="3" y="11"/>
                  <a:pt x="4" y="9"/>
                </a:cubicBezTo>
                <a:cubicBezTo>
                  <a:pt x="5" y="6"/>
                  <a:pt x="7" y="4"/>
                  <a:pt x="10" y="2"/>
                </a:cubicBezTo>
                <a:cubicBezTo>
                  <a:pt x="14" y="0"/>
                  <a:pt x="17" y="0"/>
                  <a:pt x="21" y="0"/>
                </a:cubicBezTo>
                <a:cubicBezTo>
                  <a:pt x="22" y="1"/>
                  <a:pt x="23" y="1"/>
                  <a:pt x="25" y="1"/>
                </a:cubicBezTo>
                <a:cubicBezTo>
                  <a:pt x="26" y="1"/>
                  <a:pt x="27" y="1"/>
                  <a:pt x="28" y="0"/>
                </a:cubicBezTo>
                <a:cubicBezTo>
                  <a:pt x="32" y="0"/>
                  <a:pt x="36" y="0"/>
                  <a:pt x="40" y="2"/>
                </a:cubicBezTo>
                <a:close/>
                <a:moveTo>
                  <a:pt x="22" y="21"/>
                </a:moveTo>
                <a:cubicBezTo>
                  <a:pt x="22" y="21"/>
                  <a:pt x="22" y="21"/>
                  <a:pt x="22" y="21"/>
                </a:cubicBezTo>
                <a:cubicBezTo>
                  <a:pt x="21" y="21"/>
                  <a:pt x="21" y="20"/>
                  <a:pt x="21" y="20"/>
                </a:cubicBezTo>
                <a:cubicBezTo>
                  <a:pt x="21" y="19"/>
                  <a:pt x="21" y="19"/>
                  <a:pt x="22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9" y="19"/>
                  <a:pt x="29" y="20"/>
                </a:cubicBezTo>
                <a:cubicBezTo>
                  <a:pt x="29" y="20"/>
                  <a:pt x="28" y="21"/>
                  <a:pt x="28" y="21"/>
                </a:cubicBezTo>
                <a:cubicBezTo>
                  <a:pt x="22" y="21"/>
                  <a:pt x="22" y="21"/>
                  <a:pt x="22" y="21"/>
                </a:cubicBezTo>
                <a:close/>
                <a:moveTo>
                  <a:pt x="22" y="10"/>
                </a:moveTo>
                <a:cubicBezTo>
                  <a:pt x="22" y="10"/>
                  <a:pt x="22" y="10"/>
                  <a:pt x="22" y="10"/>
                </a:cubicBezTo>
                <a:cubicBezTo>
                  <a:pt x="21" y="10"/>
                  <a:pt x="21" y="10"/>
                  <a:pt x="21" y="9"/>
                </a:cubicBezTo>
                <a:cubicBezTo>
                  <a:pt x="21" y="8"/>
                  <a:pt x="21" y="8"/>
                  <a:pt x="22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9" y="8"/>
                  <a:pt x="29" y="9"/>
                </a:cubicBezTo>
                <a:cubicBezTo>
                  <a:pt x="29" y="10"/>
                  <a:pt x="28" y="10"/>
                  <a:pt x="28" y="10"/>
                </a:cubicBezTo>
                <a:cubicBezTo>
                  <a:pt x="22" y="10"/>
                  <a:pt x="22" y="10"/>
                  <a:pt x="22" y="10"/>
                </a:cubicBezTo>
                <a:close/>
                <a:moveTo>
                  <a:pt x="14" y="9"/>
                </a:moveTo>
                <a:cubicBezTo>
                  <a:pt x="14" y="9"/>
                  <a:pt x="14" y="9"/>
                  <a:pt x="14" y="9"/>
                </a:cubicBezTo>
                <a:cubicBezTo>
                  <a:pt x="14" y="8"/>
                  <a:pt x="14" y="8"/>
                  <a:pt x="15" y="8"/>
                </a:cubicBezTo>
                <a:cubicBezTo>
                  <a:pt x="16" y="8"/>
                  <a:pt x="16" y="8"/>
                  <a:pt x="16" y="9"/>
                </a:cubicBezTo>
                <a:cubicBezTo>
                  <a:pt x="16" y="13"/>
                  <a:pt x="16" y="13"/>
                  <a:pt x="16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21" y="13"/>
                  <a:pt x="22" y="14"/>
                  <a:pt x="22" y="14"/>
                </a:cubicBezTo>
                <a:cubicBezTo>
                  <a:pt x="22" y="15"/>
                  <a:pt x="21" y="16"/>
                  <a:pt x="2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21"/>
                  <a:pt x="15" y="21"/>
                </a:cubicBezTo>
                <a:cubicBezTo>
                  <a:pt x="14" y="21"/>
                  <a:pt x="14" y="20"/>
                  <a:pt x="14" y="20"/>
                </a:cubicBezTo>
                <a:cubicBezTo>
                  <a:pt x="14" y="16"/>
                  <a:pt x="14" y="16"/>
                  <a:pt x="14" y="16"/>
                </a:cubicBezTo>
                <a:cubicBezTo>
                  <a:pt x="10" y="16"/>
                  <a:pt x="10" y="16"/>
                  <a:pt x="10" y="16"/>
                </a:cubicBezTo>
                <a:cubicBezTo>
                  <a:pt x="9" y="16"/>
                  <a:pt x="9" y="15"/>
                  <a:pt x="9" y="14"/>
                </a:cubicBezTo>
                <a:cubicBezTo>
                  <a:pt x="9" y="14"/>
                  <a:pt x="9" y="13"/>
                  <a:pt x="10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35" y="9"/>
                </a:moveTo>
                <a:cubicBezTo>
                  <a:pt x="35" y="9"/>
                  <a:pt x="35" y="9"/>
                  <a:pt x="35" y="9"/>
                </a:cubicBezTo>
                <a:cubicBezTo>
                  <a:pt x="36" y="9"/>
                  <a:pt x="37" y="10"/>
                  <a:pt x="37" y="11"/>
                </a:cubicBezTo>
                <a:cubicBezTo>
                  <a:pt x="37" y="12"/>
                  <a:pt x="36" y="13"/>
                  <a:pt x="35" y="13"/>
                </a:cubicBezTo>
                <a:cubicBezTo>
                  <a:pt x="34" y="13"/>
                  <a:pt x="33" y="12"/>
                  <a:pt x="33" y="11"/>
                </a:cubicBezTo>
                <a:cubicBezTo>
                  <a:pt x="33" y="10"/>
                  <a:pt x="34" y="9"/>
                  <a:pt x="35" y="9"/>
                </a:cubicBezTo>
                <a:close/>
                <a:moveTo>
                  <a:pt x="33" y="14"/>
                </a:moveTo>
                <a:cubicBezTo>
                  <a:pt x="33" y="14"/>
                  <a:pt x="33" y="14"/>
                  <a:pt x="33" y="14"/>
                </a:cubicBezTo>
                <a:cubicBezTo>
                  <a:pt x="33" y="15"/>
                  <a:pt x="32" y="16"/>
                  <a:pt x="31" y="16"/>
                </a:cubicBezTo>
                <a:cubicBezTo>
                  <a:pt x="30" y="16"/>
                  <a:pt x="29" y="15"/>
                  <a:pt x="29" y="14"/>
                </a:cubicBezTo>
                <a:cubicBezTo>
                  <a:pt x="29" y="13"/>
                  <a:pt x="30" y="12"/>
                  <a:pt x="31" y="12"/>
                </a:cubicBezTo>
                <a:cubicBezTo>
                  <a:pt x="32" y="12"/>
                  <a:pt x="33" y="13"/>
                  <a:pt x="33" y="14"/>
                </a:cubicBezTo>
                <a:close/>
                <a:moveTo>
                  <a:pt x="35" y="16"/>
                </a:moveTo>
                <a:cubicBezTo>
                  <a:pt x="35" y="16"/>
                  <a:pt x="35" y="16"/>
                  <a:pt x="35" y="16"/>
                </a:cubicBezTo>
                <a:cubicBezTo>
                  <a:pt x="36" y="16"/>
                  <a:pt x="37" y="17"/>
                  <a:pt x="37" y="18"/>
                </a:cubicBezTo>
                <a:cubicBezTo>
                  <a:pt x="37" y="19"/>
                  <a:pt x="36" y="20"/>
                  <a:pt x="35" y="20"/>
                </a:cubicBezTo>
                <a:cubicBezTo>
                  <a:pt x="34" y="20"/>
                  <a:pt x="33" y="19"/>
                  <a:pt x="33" y="18"/>
                </a:cubicBezTo>
                <a:cubicBezTo>
                  <a:pt x="33" y="17"/>
                  <a:pt x="34" y="16"/>
                  <a:pt x="35" y="16"/>
                </a:cubicBezTo>
                <a:close/>
                <a:moveTo>
                  <a:pt x="40" y="14"/>
                </a:moveTo>
                <a:cubicBezTo>
                  <a:pt x="40" y="14"/>
                  <a:pt x="40" y="14"/>
                  <a:pt x="40" y="14"/>
                </a:cubicBezTo>
                <a:cubicBezTo>
                  <a:pt x="40" y="15"/>
                  <a:pt x="39" y="16"/>
                  <a:pt x="38" y="16"/>
                </a:cubicBezTo>
                <a:cubicBezTo>
                  <a:pt x="37" y="16"/>
                  <a:pt x="36" y="15"/>
                  <a:pt x="36" y="14"/>
                </a:cubicBezTo>
                <a:cubicBezTo>
                  <a:pt x="36" y="13"/>
                  <a:pt x="37" y="12"/>
                  <a:pt x="38" y="12"/>
                </a:cubicBezTo>
                <a:cubicBezTo>
                  <a:pt x="39" y="12"/>
                  <a:pt x="40" y="13"/>
                  <a:pt x="40" y="14"/>
                </a:cubicBezTo>
                <a:close/>
                <a:moveTo>
                  <a:pt x="38" y="5"/>
                </a:moveTo>
                <a:cubicBezTo>
                  <a:pt x="38" y="5"/>
                  <a:pt x="38" y="5"/>
                  <a:pt x="38" y="5"/>
                </a:cubicBezTo>
                <a:cubicBezTo>
                  <a:pt x="35" y="4"/>
                  <a:pt x="32" y="4"/>
                  <a:pt x="29" y="4"/>
                </a:cubicBezTo>
                <a:cubicBezTo>
                  <a:pt x="27" y="4"/>
                  <a:pt x="26" y="4"/>
                  <a:pt x="25" y="4"/>
                </a:cubicBezTo>
                <a:cubicBezTo>
                  <a:pt x="23" y="4"/>
                  <a:pt x="22" y="4"/>
                  <a:pt x="21" y="4"/>
                </a:cubicBezTo>
                <a:cubicBezTo>
                  <a:pt x="18" y="4"/>
                  <a:pt x="15" y="4"/>
                  <a:pt x="12" y="5"/>
                </a:cubicBezTo>
                <a:cubicBezTo>
                  <a:pt x="10" y="7"/>
                  <a:pt x="8" y="9"/>
                  <a:pt x="7" y="11"/>
                </a:cubicBezTo>
                <a:cubicBezTo>
                  <a:pt x="6" y="12"/>
                  <a:pt x="6" y="14"/>
                  <a:pt x="5" y="15"/>
                </a:cubicBezTo>
                <a:cubicBezTo>
                  <a:pt x="5" y="17"/>
                  <a:pt x="5" y="19"/>
                  <a:pt x="4" y="21"/>
                </a:cubicBezTo>
                <a:cubicBezTo>
                  <a:pt x="4" y="22"/>
                  <a:pt x="4" y="24"/>
                  <a:pt x="4" y="26"/>
                </a:cubicBezTo>
                <a:cubicBezTo>
                  <a:pt x="4" y="27"/>
                  <a:pt x="3" y="29"/>
                  <a:pt x="3" y="31"/>
                </a:cubicBezTo>
                <a:cubicBezTo>
                  <a:pt x="3" y="31"/>
                  <a:pt x="3" y="31"/>
                  <a:pt x="3" y="31"/>
                </a:cubicBezTo>
                <a:cubicBezTo>
                  <a:pt x="4" y="31"/>
                  <a:pt x="4" y="32"/>
                  <a:pt x="4" y="33"/>
                </a:cubicBezTo>
                <a:cubicBezTo>
                  <a:pt x="5" y="36"/>
                  <a:pt x="9" y="36"/>
                  <a:pt x="11" y="33"/>
                </a:cubicBezTo>
                <a:cubicBezTo>
                  <a:pt x="11" y="33"/>
                  <a:pt x="11" y="32"/>
                  <a:pt x="12" y="31"/>
                </a:cubicBezTo>
                <a:cubicBezTo>
                  <a:pt x="13" y="29"/>
                  <a:pt x="15" y="27"/>
                  <a:pt x="17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21" y="22"/>
                  <a:pt x="28" y="22"/>
                  <a:pt x="32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5" y="27"/>
                  <a:pt x="36" y="29"/>
                  <a:pt x="38" y="31"/>
                </a:cubicBezTo>
                <a:cubicBezTo>
                  <a:pt x="38" y="32"/>
                  <a:pt x="38" y="33"/>
                  <a:pt x="39" y="33"/>
                </a:cubicBezTo>
                <a:cubicBezTo>
                  <a:pt x="41" y="36"/>
                  <a:pt x="44" y="36"/>
                  <a:pt x="45" y="33"/>
                </a:cubicBezTo>
                <a:cubicBezTo>
                  <a:pt x="46" y="32"/>
                  <a:pt x="46" y="31"/>
                  <a:pt x="46" y="31"/>
                </a:cubicBezTo>
                <a:cubicBezTo>
                  <a:pt x="46" y="29"/>
                  <a:pt x="46" y="27"/>
                  <a:pt x="46" y="26"/>
                </a:cubicBezTo>
                <a:cubicBezTo>
                  <a:pt x="46" y="24"/>
                  <a:pt x="45" y="22"/>
                  <a:pt x="45" y="21"/>
                </a:cubicBezTo>
                <a:cubicBezTo>
                  <a:pt x="45" y="19"/>
                  <a:pt x="44" y="17"/>
                  <a:pt x="44" y="15"/>
                </a:cubicBezTo>
                <a:cubicBezTo>
                  <a:pt x="44" y="14"/>
                  <a:pt x="43" y="12"/>
                  <a:pt x="42" y="11"/>
                </a:cubicBezTo>
                <a:cubicBezTo>
                  <a:pt x="41" y="9"/>
                  <a:pt x="40" y="7"/>
                  <a:pt x="38" y="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94" name="Freeform 328">
            <a:extLst>
              <a:ext uri="{FF2B5EF4-FFF2-40B4-BE49-F238E27FC236}">
                <a16:creationId xmlns:a16="http://schemas.microsoft.com/office/drawing/2014/main" id="{5DDB7EF0-4ADF-27D5-A6BD-AE3F7D5A0CFE}"/>
              </a:ext>
            </a:extLst>
          </p:cNvPr>
          <p:cNvSpPr>
            <a:spLocks noEditPoints="1"/>
          </p:cNvSpPr>
          <p:nvPr/>
        </p:nvSpPr>
        <p:spPr bwMode="auto">
          <a:xfrm>
            <a:off x="3519419" y="6060465"/>
            <a:ext cx="215900" cy="198967"/>
          </a:xfrm>
          <a:custGeom>
            <a:avLst/>
            <a:gdLst>
              <a:gd name="T0" fmla="*/ 123825 w 51"/>
              <a:gd name="T1" fmla="*/ 82550 h 47"/>
              <a:gd name="T2" fmla="*/ 130175 w 51"/>
              <a:gd name="T3" fmla="*/ 76200 h 47"/>
              <a:gd name="T4" fmla="*/ 136525 w 51"/>
              <a:gd name="T5" fmla="*/ 82550 h 47"/>
              <a:gd name="T6" fmla="*/ 136525 w 51"/>
              <a:gd name="T7" fmla="*/ 142875 h 47"/>
              <a:gd name="T8" fmla="*/ 130175 w 51"/>
              <a:gd name="T9" fmla="*/ 149225 h 47"/>
              <a:gd name="T10" fmla="*/ 130175 w 51"/>
              <a:gd name="T11" fmla="*/ 149225 h 47"/>
              <a:gd name="T12" fmla="*/ 31750 w 51"/>
              <a:gd name="T13" fmla="*/ 149225 h 47"/>
              <a:gd name="T14" fmla="*/ 25400 w 51"/>
              <a:gd name="T15" fmla="*/ 142875 h 47"/>
              <a:gd name="T16" fmla="*/ 25400 w 51"/>
              <a:gd name="T17" fmla="*/ 142875 h 47"/>
              <a:gd name="T18" fmla="*/ 25400 w 51"/>
              <a:gd name="T19" fmla="*/ 82550 h 47"/>
              <a:gd name="T20" fmla="*/ 31750 w 51"/>
              <a:gd name="T21" fmla="*/ 76200 h 47"/>
              <a:gd name="T22" fmla="*/ 34925 w 51"/>
              <a:gd name="T23" fmla="*/ 82550 h 47"/>
              <a:gd name="T24" fmla="*/ 34925 w 51"/>
              <a:gd name="T25" fmla="*/ 136525 h 47"/>
              <a:gd name="T26" fmla="*/ 57150 w 51"/>
              <a:gd name="T27" fmla="*/ 136525 h 47"/>
              <a:gd name="T28" fmla="*/ 57150 w 51"/>
              <a:gd name="T29" fmla="*/ 76200 h 47"/>
              <a:gd name="T30" fmla="*/ 60325 w 51"/>
              <a:gd name="T31" fmla="*/ 69850 h 47"/>
              <a:gd name="T32" fmla="*/ 60325 w 51"/>
              <a:gd name="T33" fmla="*/ 69850 h 47"/>
              <a:gd name="T34" fmla="*/ 101600 w 51"/>
              <a:gd name="T35" fmla="*/ 69850 h 47"/>
              <a:gd name="T36" fmla="*/ 104775 w 51"/>
              <a:gd name="T37" fmla="*/ 76200 h 47"/>
              <a:gd name="T38" fmla="*/ 104775 w 51"/>
              <a:gd name="T39" fmla="*/ 76200 h 47"/>
              <a:gd name="T40" fmla="*/ 104775 w 51"/>
              <a:gd name="T41" fmla="*/ 136525 h 47"/>
              <a:gd name="T42" fmla="*/ 123825 w 51"/>
              <a:gd name="T43" fmla="*/ 136525 h 47"/>
              <a:gd name="T44" fmla="*/ 123825 w 51"/>
              <a:gd name="T45" fmla="*/ 82550 h 47"/>
              <a:gd name="T46" fmla="*/ 63500 w 51"/>
              <a:gd name="T47" fmla="*/ 136525 h 47"/>
              <a:gd name="T48" fmla="*/ 63500 w 51"/>
              <a:gd name="T49" fmla="*/ 136525 h 47"/>
              <a:gd name="T50" fmla="*/ 98425 w 51"/>
              <a:gd name="T51" fmla="*/ 136525 h 47"/>
              <a:gd name="T52" fmla="*/ 98425 w 51"/>
              <a:gd name="T53" fmla="*/ 79375 h 47"/>
              <a:gd name="T54" fmla="*/ 63500 w 51"/>
              <a:gd name="T55" fmla="*/ 79375 h 47"/>
              <a:gd name="T56" fmla="*/ 63500 w 51"/>
              <a:gd name="T57" fmla="*/ 136525 h 47"/>
              <a:gd name="T58" fmla="*/ 12700 w 51"/>
              <a:gd name="T59" fmla="*/ 82550 h 47"/>
              <a:gd name="T60" fmla="*/ 12700 w 51"/>
              <a:gd name="T61" fmla="*/ 82550 h 47"/>
              <a:gd name="T62" fmla="*/ 3175 w 51"/>
              <a:gd name="T63" fmla="*/ 82550 h 47"/>
              <a:gd name="T64" fmla="*/ 3175 w 51"/>
              <a:gd name="T65" fmla="*/ 76200 h 47"/>
              <a:gd name="T66" fmla="*/ 76200 w 51"/>
              <a:gd name="T67" fmla="*/ 0 h 47"/>
              <a:gd name="T68" fmla="*/ 85725 w 51"/>
              <a:gd name="T69" fmla="*/ 0 h 47"/>
              <a:gd name="T70" fmla="*/ 85725 w 51"/>
              <a:gd name="T71" fmla="*/ 0 h 47"/>
              <a:gd name="T72" fmla="*/ 158750 w 51"/>
              <a:gd name="T73" fmla="*/ 76200 h 47"/>
              <a:gd name="T74" fmla="*/ 158750 w 51"/>
              <a:gd name="T75" fmla="*/ 82550 h 47"/>
              <a:gd name="T76" fmla="*/ 149225 w 51"/>
              <a:gd name="T77" fmla="*/ 82550 h 47"/>
              <a:gd name="T78" fmla="*/ 79375 w 51"/>
              <a:gd name="T79" fmla="*/ 12700 h 47"/>
              <a:gd name="T80" fmla="*/ 12700 w 51"/>
              <a:gd name="T81" fmla="*/ 82550 h 4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1" h="47">
                <a:moveTo>
                  <a:pt x="39" y="26"/>
                </a:moveTo>
                <a:cubicBezTo>
                  <a:pt x="39" y="25"/>
                  <a:pt x="40" y="24"/>
                  <a:pt x="41" y="24"/>
                </a:cubicBezTo>
                <a:cubicBezTo>
                  <a:pt x="42" y="24"/>
                  <a:pt x="43" y="25"/>
                  <a:pt x="43" y="26"/>
                </a:cubicBezTo>
                <a:cubicBezTo>
                  <a:pt x="43" y="45"/>
                  <a:pt x="43" y="45"/>
                  <a:pt x="43" y="45"/>
                </a:cubicBezTo>
                <a:cubicBezTo>
                  <a:pt x="43" y="46"/>
                  <a:pt x="42" y="47"/>
                  <a:pt x="41" y="47"/>
                </a:cubicBezTo>
                <a:cubicBezTo>
                  <a:pt x="41" y="47"/>
                  <a:pt x="41" y="47"/>
                  <a:pt x="41" y="47"/>
                </a:cubicBezTo>
                <a:cubicBezTo>
                  <a:pt x="10" y="47"/>
                  <a:pt x="10" y="47"/>
                  <a:pt x="10" y="47"/>
                </a:cubicBezTo>
                <a:cubicBezTo>
                  <a:pt x="8" y="47"/>
                  <a:pt x="8" y="46"/>
                  <a:pt x="8" y="45"/>
                </a:cubicBezTo>
                <a:cubicBezTo>
                  <a:pt x="8" y="45"/>
                  <a:pt x="8" y="45"/>
                  <a:pt x="8" y="45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5"/>
                  <a:pt x="8" y="24"/>
                  <a:pt x="10" y="24"/>
                </a:cubicBezTo>
                <a:cubicBezTo>
                  <a:pt x="11" y="24"/>
                  <a:pt x="11" y="25"/>
                  <a:pt x="11" y="26"/>
                </a:cubicBezTo>
                <a:cubicBezTo>
                  <a:pt x="11" y="43"/>
                  <a:pt x="11" y="43"/>
                  <a:pt x="11" y="43"/>
                </a:cubicBezTo>
                <a:cubicBezTo>
                  <a:pt x="18" y="43"/>
                  <a:pt x="18" y="43"/>
                  <a:pt x="18" y="43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3"/>
                  <a:pt x="18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3" y="22"/>
                  <a:pt x="33" y="23"/>
                  <a:pt x="33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3" y="43"/>
                  <a:pt x="33" y="43"/>
                  <a:pt x="33" y="43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26"/>
                  <a:pt x="39" y="26"/>
                  <a:pt x="39" y="26"/>
                </a:cubicBezTo>
                <a:close/>
                <a:moveTo>
                  <a:pt x="20" y="43"/>
                </a:moveTo>
                <a:cubicBezTo>
                  <a:pt x="20" y="43"/>
                  <a:pt x="20" y="43"/>
                  <a:pt x="20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25"/>
                  <a:pt x="31" y="25"/>
                  <a:pt x="31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43"/>
                  <a:pt x="20" y="43"/>
                  <a:pt x="20" y="43"/>
                </a:cubicBezTo>
                <a:close/>
                <a:moveTo>
                  <a:pt x="4" y="26"/>
                </a:moveTo>
                <a:cubicBezTo>
                  <a:pt x="4" y="26"/>
                  <a:pt x="4" y="26"/>
                  <a:pt x="4" y="26"/>
                </a:cubicBezTo>
                <a:cubicBezTo>
                  <a:pt x="3" y="27"/>
                  <a:pt x="2" y="27"/>
                  <a:pt x="1" y="26"/>
                </a:cubicBezTo>
                <a:cubicBezTo>
                  <a:pt x="0" y="25"/>
                  <a:pt x="0" y="24"/>
                  <a:pt x="1" y="24"/>
                </a:cubicBezTo>
                <a:cubicBezTo>
                  <a:pt x="24" y="0"/>
                  <a:pt x="24" y="0"/>
                  <a:pt x="24" y="0"/>
                </a:cubicBezTo>
                <a:cubicBezTo>
                  <a:pt x="25" y="0"/>
                  <a:pt x="26" y="0"/>
                  <a:pt x="27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50" y="24"/>
                  <a:pt x="50" y="24"/>
                  <a:pt x="50" y="24"/>
                </a:cubicBezTo>
                <a:cubicBezTo>
                  <a:pt x="51" y="24"/>
                  <a:pt x="51" y="25"/>
                  <a:pt x="50" y="26"/>
                </a:cubicBezTo>
                <a:cubicBezTo>
                  <a:pt x="49" y="27"/>
                  <a:pt x="48" y="27"/>
                  <a:pt x="47" y="26"/>
                </a:cubicBezTo>
                <a:cubicBezTo>
                  <a:pt x="25" y="4"/>
                  <a:pt x="25" y="4"/>
                  <a:pt x="25" y="4"/>
                </a:cubicBezTo>
                <a:cubicBezTo>
                  <a:pt x="4" y="26"/>
                  <a:pt x="4" y="26"/>
                  <a:pt x="4" y="2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95" name="Freeform 329">
            <a:extLst>
              <a:ext uri="{FF2B5EF4-FFF2-40B4-BE49-F238E27FC236}">
                <a16:creationId xmlns:a16="http://schemas.microsoft.com/office/drawing/2014/main" id="{59BE286C-0FC7-2136-3BF3-FB15A9FDB6F7}"/>
              </a:ext>
            </a:extLst>
          </p:cNvPr>
          <p:cNvSpPr>
            <a:spLocks noEditPoints="1"/>
          </p:cNvSpPr>
          <p:nvPr/>
        </p:nvSpPr>
        <p:spPr bwMode="auto">
          <a:xfrm>
            <a:off x="7678667" y="5258247"/>
            <a:ext cx="211667" cy="177800"/>
          </a:xfrm>
          <a:custGeom>
            <a:avLst/>
            <a:gdLst>
              <a:gd name="T0" fmla="*/ 6350 w 50"/>
              <a:gd name="T1" fmla="*/ 0 h 42"/>
              <a:gd name="T2" fmla="*/ 158750 w 50"/>
              <a:gd name="T3" fmla="*/ 6350 h 42"/>
              <a:gd name="T4" fmla="*/ 158750 w 50"/>
              <a:gd name="T5" fmla="*/ 111125 h 42"/>
              <a:gd name="T6" fmla="*/ 152400 w 50"/>
              <a:gd name="T7" fmla="*/ 117475 h 42"/>
              <a:gd name="T8" fmla="*/ 85725 w 50"/>
              <a:gd name="T9" fmla="*/ 123825 h 42"/>
              <a:gd name="T10" fmla="*/ 117475 w 50"/>
              <a:gd name="T11" fmla="*/ 123825 h 42"/>
              <a:gd name="T12" fmla="*/ 117475 w 50"/>
              <a:gd name="T13" fmla="*/ 133350 h 42"/>
              <a:gd name="T14" fmla="*/ 34925 w 50"/>
              <a:gd name="T15" fmla="*/ 130175 h 42"/>
              <a:gd name="T16" fmla="*/ 73025 w 50"/>
              <a:gd name="T17" fmla="*/ 123825 h 42"/>
              <a:gd name="T18" fmla="*/ 73025 w 50"/>
              <a:gd name="T19" fmla="*/ 117475 h 42"/>
              <a:gd name="T20" fmla="*/ 0 w 50"/>
              <a:gd name="T21" fmla="*/ 111125 h 42"/>
              <a:gd name="T22" fmla="*/ 0 w 50"/>
              <a:gd name="T23" fmla="*/ 6350 h 42"/>
              <a:gd name="T24" fmla="*/ 82550 w 50"/>
              <a:gd name="T25" fmla="*/ 25400 h 42"/>
              <a:gd name="T26" fmla="*/ 114300 w 50"/>
              <a:gd name="T27" fmla="*/ 53975 h 42"/>
              <a:gd name="T28" fmla="*/ 117475 w 50"/>
              <a:gd name="T29" fmla="*/ 60325 h 42"/>
              <a:gd name="T30" fmla="*/ 114300 w 50"/>
              <a:gd name="T31" fmla="*/ 63500 h 42"/>
              <a:gd name="T32" fmla="*/ 82550 w 50"/>
              <a:gd name="T33" fmla="*/ 95250 h 42"/>
              <a:gd name="T34" fmla="*/ 76200 w 50"/>
              <a:gd name="T35" fmla="*/ 95250 h 42"/>
              <a:gd name="T36" fmla="*/ 44450 w 50"/>
              <a:gd name="T37" fmla="*/ 63500 h 42"/>
              <a:gd name="T38" fmla="*/ 38100 w 50"/>
              <a:gd name="T39" fmla="*/ 60325 h 42"/>
              <a:gd name="T40" fmla="*/ 44450 w 50"/>
              <a:gd name="T41" fmla="*/ 53975 h 42"/>
              <a:gd name="T42" fmla="*/ 76200 w 50"/>
              <a:gd name="T43" fmla="*/ 22225 h 42"/>
              <a:gd name="T44" fmla="*/ 82550 w 50"/>
              <a:gd name="T45" fmla="*/ 22225 h 42"/>
              <a:gd name="T46" fmla="*/ 82550 w 50"/>
              <a:gd name="T47" fmla="*/ 31750 h 42"/>
              <a:gd name="T48" fmla="*/ 82550 w 50"/>
              <a:gd name="T49" fmla="*/ 38100 h 42"/>
              <a:gd name="T50" fmla="*/ 76200 w 50"/>
              <a:gd name="T51" fmla="*/ 38100 h 42"/>
              <a:gd name="T52" fmla="*/ 50800 w 50"/>
              <a:gd name="T53" fmla="*/ 53975 h 42"/>
              <a:gd name="T54" fmla="*/ 60325 w 50"/>
              <a:gd name="T55" fmla="*/ 60325 h 42"/>
              <a:gd name="T56" fmla="*/ 50800 w 50"/>
              <a:gd name="T57" fmla="*/ 63500 h 42"/>
              <a:gd name="T58" fmla="*/ 76200 w 50"/>
              <a:gd name="T59" fmla="*/ 79375 h 42"/>
              <a:gd name="T60" fmla="*/ 82550 w 50"/>
              <a:gd name="T61" fmla="*/ 79375 h 42"/>
              <a:gd name="T62" fmla="*/ 104775 w 50"/>
              <a:gd name="T63" fmla="*/ 63500 h 42"/>
              <a:gd name="T64" fmla="*/ 98425 w 50"/>
              <a:gd name="T65" fmla="*/ 60325 h 42"/>
              <a:gd name="T66" fmla="*/ 104775 w 50"/>
              <a:gd name="T67" fmla="*/ 53975 h 42"/>
              <a:gd name="T68" fmla="*/ 136525 w 50"/>
              <a:gd name="T69" fmla="*/ 88900 h 42"/>
              <a:gd name="T70" fmla="*/ 142875 w 50"/>
              <a:gd name="T71" fmla="*/ 95250 h 42"/>
              <a:gd name="T72" fmla="*/ 130175 w 50"/>
              <a:gd name="T73" fmla="*/ 95250 h 42"/>
              <a:gd name="T74" fmla="*/ 146050 w 50"/>
              <a:gd name="T75" fmla="*/ 12700 h 42"/>
              <a:gd name="T76" fmla="*/ 12700 w 50"/>
              <a:gd name="T77" fmla="*/ 12700 h 42"/>
              <a:gd name="T78" fmla="*/ 146050 w 50"/>
              <a:gd name="T79" fmla="*/ 104775 h 4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0" h="42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6"/>
                  <a:pt x="49" y="37"/>
                  <a:pt x="48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8" y="39"/>
                  <a:pt x="39" y="40"/>
                  <a:pt x="39" y="41"/>
                </a:cubicBezTo>
                <a:cubicBezTo>
                  <a:pt x="39" y="41"/>
                  <a:pt x="38" y="42"/>
                  <a:pt x="37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1" y="41"/>
                  <a:pt x="11" y="41"/>
                </a:cubicBezTo>
                <a:cubicBezTo>
                  <a:pt x="11" y="40"/>
                  <a:pt x="12" y="39"/>
                  <a:pt x="12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37"/>
                  <a:pt x="23" y="37"/>
                  <a:pt x="23" y="37"/>
                </a:cubicBezTo>
                <a:cubicBezTo>
                  <a:pt x="2" y="37"/>
                  <a:pt x="2" y="37"/>
                  <a:pt x="2" y="37"/>
                </a:cubicBezTo>
                <a:cubicBezTo>
                  <a:pt x="1" y="37"/>
                  <a:pt x="0" y="36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6" y="8"/>
                </a:moveTo>
                <a:cubicBezTo>
                  <a:pt x="26" y="8"/>
                  <a:pt x="26" y="8"/>
                  <a:pt x="26" y="8"/>
                </a:cubicBezTo>
                <a:cubicBezTo>
                  <a:pt x="31" y="8"/>
                  <a:pt x="35" y="12"/>
                  <a:pt x="36" y="17"/>
                </a:cubicBezTo>
                <a:cubicBezTo>
                  <a:pt x="36" y="17"/>
                  <a:pt x="36" y="17"/>
                  <a:pt x="36" y="17"/>
                </a:cubicBezTo>
                <a:cubicBezTo>
                  <a:pt x="37" y="17"/>
                  <a:pt x="37" y="18"/>
                  <a:pt x="37" y="19"/>
                </a:cubicBezTo>
                <a:cubicBezTo>
                  <a:pt x="37" y="19"/>
                  <a:pt x="37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5" y="25"/>
                  <a:pt x="31" y="29"/>
                  <a:pt x="26" y="29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1"/>
                  <a:pt x="25" y="31"/>
                  <a:pt x="25" y="31"/>
                </a:cubicBezTo>
                <a:cubicBezTo>
                  <a:pt x="24" y="31"/>
                  <a:pt x="24" y="31"/>
                  <a:pt x="24" y="30"/>
                </a:cubicBezTo>
                <a:cubicBezTo>
                  <a:pt x="24" y="29"/>
                  <a:pt x="24" y="29"/>
                  <a:pt x="24" y="29"/>
                </a:cubicBezTo>
                <a:cubicBezTo>
                  <a:pt x="19" y="29"/>
                  <a:pt x="15" y="25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3" y="20"/>
                  <a:pt x="12" y="19"/>
                  <a:pt x="12" y="19"/>
                </a:cubicBezTo>
                <a:cubicBezTo>
                  <a:pt x="12" y="18"/>
                  <a:pt x="13" y="17"/>
                  <a:pt x="14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5" y="12"/>
                  <a:pt x="19" y="8"/>
                  <a:pt x="24" y="8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6"/>
                  <a:pt x="25" y="6"/>
                </a:cubicBezTo>
                <a:cubicBezTo>
                  <a:pt x="25" y="6"/>
                  <a:pt x="26" y="7"/>
                  <a:pt x="26" y="7"/>
                </a:cubicBezTo>
                <a:cubicBezTo>
                  <a:pt x="26" y="8"/>
                  <a:pt x="26" y="8"/>
                  <a:pt x="26" y="8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12"/>
                  <a:pt x="26" y="12"/>
                  <a:pt x="26" y="12"/>
                </a:cubicBezTo>
                <a:cubicBezTo>
                  <a:pt x="26" y="12"/>
                  <a:pt x="25" y="13"/>
                  <a:pt x="25" y="13"/>
                </a:cubicBezTo>
                <a:cubicBezTo>
                  <a:pt x="24" y="13"/>
                  <a:pt x="24" y="12"/>
                  <a:pt x="24" y="12"/>
                </a:cubicBezTo>
                <a:cubicBezTo>
                  <a:pt x="24" y="10"/>
                  <a:pt x="24" y="10"/>
                  <a:pt x="24" y="10"/>
                </a:cubicBezTo>
                <a:cubicBezTo>
                  <a:pt x="20" y="11"/>
                  <a:pt x="17" y="14"/>
                  <a:pt x="16" y="17"/>
                </a:cubicBezTo>
                <a:cubicBezTo>
                  <a:pt x="18" y="17"/>
                  <a:pt x="18" y="17"/>
                  <a:pt x="18" y="17"/>
                </a:cubicBezTo>
                <a:cubicBezTo>
                  <a:pt x="19" y="17"/>
                  <a:pt x="19" y="18"/>
                  <a:pt x="19" y="19"/>
                </a:cubicBezTo>
                <a:cubicBezTo>
                  <a:pt x="19" y="19"/>
                  <a:pt x="19" y="20"/>
                  <a:pt x="18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7" y="23"/>
                  <a:pt x="20" y="26"/>
                  <a:pt x="24" y="27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4"/>
                  <a:pt x="25" y="24"/>
                </a:cubicBezTo>
                <a:cubicBezTo>
                  <a:pt x="25" y="24"/>
                  <a:pt x="26" y="25"/>
                  <a:pt x="26" y="25"/>
                </a:cubicBezTo>
                <a:cubicBezTo>
                  <a:pt x="26" y="27"/>
                  <a:pt x="26" y="27"/>
                  <a:pt x="26" y="27"/>
                </a:cubicBezTo>
                <a:cubicBezTo>
                  <a:pt x="30" y="26"/>
                  <a:pt x="33" y="23"/>
                  <a:pt x="33" y="20"/>
                </a:cubicBezTo>
                <a:cubicBezTo>
                  <a:pt x="32" y="20"/>
                  <a:pt x="32" y="20"/>
                  <a:pt x="32" y="20"/>
                </a:cubicBezTo>
                <a:cubicBezTo>
                  <a:pt x="31" y="20"/>
                  <a:pt x="31" y="19"/>
                  <a:pt x="31" y="19"/>
                </a:cubicBezTo>
                <a:cubicBezTo>
                  <a:pt x="31" y="18"/>
                  <a:pt x="31" y="17"/>
                  <a:pt x="32" y="17"/>
                </a:cubicBezTo>
                <a:cubicBezTo>
                  <a:pt x="33" y="17"/>
                  <a:pt x="33" y="17"/>
                  <a:pt x="33" y="17"/>
                </a:cubicBezTo>
                <a:cubicBezTo>
                  <a:pt x="33" y="14"/>
                  <a:pt x="30" y="11"/>
                  <a:pt x="26" y="10"/>
                </a:cubicBezTo>
                <a:close/>
                <a:moveTo>
                  <a:pt x="43" y="28"/>
                </a:moveTo>
                <a:cubicBezTo>
                  <a:pt x="43" y="28"/>
                  <a:pt x="43" y="28"/>
                  <a:pt x="43" y="28"/>
                </a:cubicBezTo>
                <a:cubicBezTo>
                  <a:pt x="44" y="28"/>
                  <a:pt x="45" y="29"/>
                  <a:pt x="45" y="30"/>
                </a:cubicBezTo>
                <a:cubicBezTo>
                  <a:pt x="45" y="31"/>
                  <a:pt x="44" y="32"/>
                  <a:pt x="43" y="32"/>
                </a:cubicBezTo>
                <a:cubicBezTo>
                  <a:pt x="42" y="32"/>
                  <a:pt x="41" y="31"/>
                  <a:pt x="41" y="30"/>
                </a:cubicBezTo>
                <a:cubicBezTo>
                  <a:pt x="41" y="29"/>
                  <a:pt x="42" y="28"/>
                  <a:pt x="43" y="28"/>
                </a:cubicBezTo>
                <a:close/>
                <a:moveTo>
                  <a:pt x="46" y="4"/>
                </a:move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4"/>
                  <a:pt x="4" y="23"/>
                  <a:pt x="4" y="33"/>
                </a:cubicBezTo>
                <a:cubicBezTo>
                  <a:pt x="18" y="33"/>
                  <a:pt x="32" y="33"/>
                  <a:pt x="46" y="33"/>
                </a:cubicBezTo>
                <a:cubicBezTo>
                  <a:pt x="46" y="23"/>
                  <a:pt x="46" y="14"/>
                  <a:pt x="46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96" name="Freeform 330">
            <a:extLst>
              <a:ext uri="{FF2B5EF4-FFF2-40B4-BE49-F238E27FC236}">
                <a16:creationId xmlns:a16="http://schemas.microsoft.com/office/drawing/2014/main" id="{9B529E04-D36D-FBA2-3AD6-B8FD8292FE68}"/>
              </a:ext>
            </a:extLst>
          </p:cNvPr>
          <p:cNvSpPr>
            <a:spLocks noEditPoints="1"/>
          </p:cNvSpPr>
          <p:nvPr/>
        </p:nvSpPr>
        <p:spPr bwMode="auto">
          <a:xfrm>
            <a:off x="9145519" y="6068931"/>
            <a:ext cx="213783" cy="177800"/>
          </a:xfrm>
          <a:custGeom>
            <a:avLst/>
            <a:gdLst>
              <a:gd name="T0" fmla="*/ 6413 w 50"/>
              <a:gd name="T1" fmla="*/ 0 h 42"/>
              <a:gd name="T2" fmla="*/ 6413 w 50"/>
              <a:gd name="T3" fmla="*/ 0 h 42"/>
              <a:gd name="T4" fmla="*/ 153924 w 50"/>
              <a:gd name="T5" fmla="*/ 0 h 42"/>
              <a:gd name="T6" fmla="*/ 160337 w 50"/>
              <a:gd name="T7" fmla="*/ 6350 h 42"/>
              <a:gd name="T8" fmla="*/ 160337 w 50"/>
              <a:gd name="T9" fmla="*/ 6350 h 42"/>
              <a:gd name="T10" fmla="*/ 160337 w 50"/>
              <a:gd name="T11" fmla="*/ 114300 h 42"/>
              <a:gd name="T12" fmla="*/ 153924 w 50"/>
              <a:gd name="T13" fmla="*/ 117475 h 42"/>
              <a:gd name="T14" fmla="*/ 153924 w 50"/>
              <a:gd name="T15" fmla="*/ 117475 h 42"/>
              <a:gd name="T16" fmla="*/ 86582 w 50"/>
              <a:gd name="T17" fmla="*/ 117475 h 42"/>
              <a:gd name="T18" fmla="*/ 86582 w 50"/>
              <a:gd name="T19" fmla="*/ 127000 h 42"/>
              <a:gd name="T20" fmla="*/ 86582 w 50"/>
              <a:gd name="T21" fmla="*/ 127000 h 42"/>
              <a:gd name="T22" fmla="*/ 121856 w 50"/>
              <a:gd name="T23" fmla="*/ 127000 h 42"/>
              <a:gd name="T24" fmla="*/ 125063 w 50"/>
              <a:gd name="T25" fmla="*/ 130175 h 42"/>
              <a:gd name="T26" fmla="*/ 121856 w 50"/>
              <a:gd name="T27" fmla="*/ 133350 h 42"/>
              <a:gd name="T28" fmla="*/ 38481 w 50"/>
              <a:gd name="T29" fmla="*/ 133350 h 42"/>
              <a:gd name="T30" fmla="*/ 35274 w 50"/>
              <a:gd name="T31" fmla="*/ 130175 h 42"/>
              <a:gd name="T32" fmla="*/ 38481 w 50"/>
              <a:gd name="T33" fmla="*/ 127000 h 42"/>
              <a:gd name="T34" fmla="*/ 73755 w 50"/>
              <a:gd name="T35" fmla="*/ 127000 h 42"/>
              <a:gd name="T36" fmla="*/ 73755 w 50"/>
              <a:gd name="T37" fmla="*/ 127000 h 42"/>
              <a:gd name="T38" fmla="*/ 73755 w 50"/>
              <a:gd name="T39" fmla="*/ 117475 h 42"/>
              <a:gd name="T40" fmla="*/ 6413 w 50"/>
              <a:gd name="T41" fmla="*/ 117475 h 42"/>
              <a:gd name="T42" fmla="*/ 0 w 50"/>
              <a:gd name="T43" fmla="*/ 114300 h 42"/>
              <a:gd name="T44" fmla="*/ 0 w 50"/>
              <a:gd name="T45" fmla="*/ 111125 h 42"/>
              <a:gd name="T46" fmla="*/ 0 w 50"/>
              <a:gd name="T47" fmla="*/ 6350 h 42"/>
              <a:gd name="T48" fmla="*/ 6413 w 50"/>
              <a:gd name="T49" fmla="*/ 0 h 42"/>
              <a:gd name="T50" fmla="*/ 76962 w 50"/>
              <a:gd name="T51" fmla="*/ 28575 h 42"/>
              <a:gd name="T52" fmla="*/ 76962 w 50"/>
              <a:gd name="T53" fmla="*/ 28575 h 42"/>
              <a:gd name="T54" fmla="*/ 99409 w 50"/>
              <a:gd name="T55" fmla="*/ 34925 h 42"/>
              <a:gd name="T56" fmla="*/ 105822 w 50"/>
              <a:gd name="T57" fmla="*/ 57150 h 42"/>
              <a:gd name="T58" fmla="*/ 99409 w 50"/>
              <a:gd name="T59" fmla="*/ 73025 h 42"/>
              <a:gd name="T60" fmla="*/ 112236 w 50"/>
              <a:gd name="T61" fmla="*/ 85725 h 42"/>
              <a:gd name="T62" fmla="*/ 112236 w 50"/>
              <a:gd name="T63" fmla="*/ 88900 h 42"/>
              <a:gd name="T64" fmla="*/ 105822 w 50"/>
              <a:gd name="T65" fmla="*/ 88900 h 42"/>
              <a:gd name="T66" fmla="*/ 96202 w 50"/>
              <a:gd name="T67" fmla="*/ 79375 h 42"/>
              <a:gd name="T68" fmla="*/ 76962 w 50"/>
              <a:gd name="T69" fmla="*/ 85725 h 42"/>
              <a:gd name="T70" fmla="*/ 57721 w 50"/>
              <a:gd name="T71" fmla="*/ 76200 h 42"/>
              <a:gd name="T72" fmla="*/ 48101 w 50"/>
              <a:gd name="T73" fmla="*/ 57150 h 42"/>
              <a:gd name="T74" fmla="*/ 76962 w 50"/>
              <a:gd name="T75" fmla="*/ 28575 h 42"/>
              <a:gd name="T76" fmla="*/ 76962 w 50"/>
              <a:gd name="T77" fmla="*/ 34925 h 42"/>
              <a:gd name="T78" fmla="*/ 76962 w 50"/>
              <a:gd name="T79" fmla="*/ 34925 h 42"/>
              <a:gd name="T80" fmla="*/ 54515 w 50"/>
              <a:gd name="T81" fmla="*/ 57150 h 42"/>
              <a:gd name="T82" fmla="*/ 60928 w 50"/>
              <a:gd name="T83" fmla="*/ 73025 h 42"/>
              <a:gd name="T84" fmla="*/ 76962 w 50"/>
              <a:gd name="T85" fmla="*/ 79375 h 42"/>
              <a:gd name="T86" fmla="*/ 92995 w 50"/>
              <a:gd name="T87" fmla="*/ 73025 h 42"/>
              <a:gd name="T88" fmla="*/ 99409 w 50"/>
              <a:gd name="T89" fmla="*/ 57150 h 42"/>
              <a:gd name="T90" fmla="*/ 92995 w 50"/>
              <a:gd name="T91" fmla="*/ 41275 h 42"/>
              <a:gd name="T92" fmla="*/ 76962 w 50"/>
              <a:gd name="T93" fmla="*/ 34925 h 42"/>
              <a:gd name="T94" fmla="*/ 137890 w 50"/>
              <a:gd name="T95" fmla="*/ 88900 h 42"/>
              <a:gd name="T96" fmla="*/ 137890 w 50"/>
              <a:gd name="T97" fmla="*/ 88900 h 42"/>
              <a:gd name="T98" fmla="*/ 144303 w 50"/>
              <a:gd name="T99" fmla="*/ 95250 h 42"/>
              <a:gd name="T100" fmla="*/ 137890 w 50"/>
              <a:gd name="T101" fmla="*/ 101600 h 42"/>
              <a:gd name="T102" fmla="*/ 131476 w 50"/>
              <a:gd name="T103" fmla="*/ 95250 h 42"/>
              <a:gd name="T104" fmla="*/ 137890 w 50"/>
              <a:gd name="T105" fmla="*/ 88900 h 42"/>
              <a:gd name="T106" fmla="*/ 147510 w 50"/>
              <a:gd name="T107" fmla="*/ 12700 h 42"/>
              <a:gd name="T108" fmla="*/ 147510 w 50"/>
              <a:gd name="T109" fmla="*/ 12700 h 42"/>
              <a:gd name="T110" fmla="*/ 12827 w 50"/>
              <a:gd name="T111" fmla="*/ 12700 h 42"/>
              <a:gd name="T112" fmla="*/ 12827 w 50"/>
              <a:gd name="T113" fmla="*/ 107950 h 42"/>
              <a:gd name="T114" fmla="*/ 147510 w 50"/>
              <a:gd name="T115" fmla="*/ 107950 h 42"/>
              <a:gd name="T116" fmla="*/ 147510 w 50"/>
              <a:gd name="T117" fmla="*/ 12700 h 4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0" h="42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36"/>
                  <a:pt x="50" y="36"/>
                  <a:pt x="50" y="36"/>
                </a:cubicBezTo>
                <a:cubicBezTo>
                  <a:pt x="50" y="37"/>
                  <a:pt x="49" y="37"/>
                  <a:pt x="48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40"/>
                  <a:pt x="27" y="40"/>
                  <a:pt x="27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38" y="40"/>
                  <a:pt x="38" y="40"/>
                  <a:pt x="38" y="40"/>
                </a:cubicBezTo>
                <a:cubicBezTo>
                  <a:pt x="38" y="40"/>
                  <a:pt x="39" y="40"/>
                  <a:pt x="39" y="41"/>
                </a:cubicBezTo>
                <a:cubicBezTo>
                  <a:pt x="39" y="42"/>
                  <a:pt x="38" y="42"/>
                  <a:pt x="38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1" y="42"/>
                  <a:pt x="11" y="41"/>
                </a:cubicBezTo>
                <a:cubicBezTo>
                  <a:pt x="11" y="40"/>
                  <a:pt x="12" y="40"/>
                  <a:pt x="12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37"/>
                  <a:pt x="23" y="37"/>
                  <a:pt x="23" y="37"/>
                </a:cubicBezTo>
                <a:cubicBezTo>
                  <a:pt x="2" y="37"/>
                  <a:pt x="2" y="37"/>
                  <a:pt x="2" y="37"/>
                </a:cubicBezTo>
                <a:cubicBezTo>
                  <a:pt x="1" y="37"/>
                  <a:pt x="0" y="37"/>
                  <a:pt x="0" y="36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4" y="9"/>
                </a:moveTo>
                <a:cubicBezTo>
                  <a:pt x="24" y="9"/>
                  <a:pt x="24" y="9"/>
                  <a:pt x="24" y="9"/>
                </a:cubicBezTo>
                <a:cubicBezTo>
                  <a:pt x="27" y="9"/>
                  <a:pt x="29" y="10"/>
                  <a:pt x="31" y="11"/>
                </a:cubicBezTo>
                <a:cubicBezTo>
                  <a:pt x="32" y="13"/>
                  <a:pt x="33" y="15"/>
                  <a:pt x="33" y="18"/>
                </a:cubicBezTo>
                <a:cubicBezTo>
                  <a:pt x="33" y="20"/>
                  <a:pt x="33" y="22"/>
                  <a:pt x="31" y="23"/>
                </a:cubicBezTo>
                <a:cubicBezTo>
                  <a:pt x="35" y="27"/>
                  <a:pt x="35" y="27"/>
                  <a:pt x="35" y="27"/>
                </a:cubicBezTo>
                <a:cubicBezTo>
                  <a:pt x="35" y="27"/>
                  <a:pt x="35" y="28"/>
                  <a:pt x="35" y="28"/>
                </a:cubicBezTo>
                <a:cubicBezTo>
                  <a:pt x="34" y="29"/>
                  <a:pt x="34" y="29"/>
                  <a:pt x="33" y="28"/>
                </a:cubicBezTo>
                <a:cubicBezTo>
                  <a:pt x="30" y="25"/>
                  <a:pt x="30" y="25"/>
                  <a:pt x="30" y="25"/>
                </a:cubicBezTo>
                <a:cubicBezTo>
                  <a:pt x="28" y="26"/>
                  <a:pt x="26" y="27"/>
                  <a:pt x="24" y="27"/>
                </a:cubicBezTo>
                <a:cubicBezTo>
                  <a:pt x="22" y="27"/>
                  <a:pt x="19" y="26"/>
                  <a:pt x="18" y="24"/>
                </a:cubicBezTo>
                <a:cubicBezTo>
                  <a:pt x="16" y="23"/>
                  <a:pt x="15" y="20"/>
                  <a:pt x="15" y="18"/>
                </a:cubicBezTo>
                <a:cubicBezTo>
                  <a:pt x="15" y="13"/>
                  <a:pt x="19" y="9"/>
                  <a:pt x="24" y="9"/>
                </a:cubicBezTo>
                <a:close/>
                <a:moveTo>
                  <a:pt x="24" y="11"/>
                </a:moveTo>
                <a:cubicBezTo>
                  <a:pt x="24" y="11"/>
                  <a:pt x="24" y="11"/>
                  <a:pt x="24" y="11"/>
                </a:cubicBezTo>
                <a:cubicBezTo>
                  <a:pt x="20" y="11"/>
                  <a:pt x="17" y="14"/>
                  <a:pt x="17" y="18"/>
                </a:cubicBezTo>
                <a:cubicBezTo>
                  <a:pt x="17" y="20"/>
                  <a:pt x="18" y="21"/>
                  <a:pt x="19" y="23"/>
                </a:cubicBezTo>
                <a:cubicBezTo>
                  <a:pt x="21" y="24"/>
                  <a:pt x="22" y="25"/>
                  <a:pt x="24" y="25"/>
                </a:cubicBezTo>
                <a:cubicBezTo>
                  <a:pt x="26" y="25"/>
                  <a:pt x="28" y="24"/>
                  <a:pt x="29" y="23"/>
                </a:cubicBezTo>
                <a:cubicBezTo>
                  <a:pt x="30" y="21"/>
                  <a:pt x="31" y="20"/>
                  <a:pt x="31" y="18"/>
                </a:cubicBezTo>
                <a:cubicBezTo>
                  <a:pt x="31" y="16"/>
                  <a:pt x="30" y="14"/>
                  <a:pt x="29" y="13"/>
                </a:cubicBezTo>
                <a:cubicBezTo>
                  <a:pt x="28" y="12"/>
                  <a:pt x="26" y="11"/>
                  <a:pt x="24" y="11"/>
                </a:cubicBezTo>
                <a:close/>
                <a:moveTo>
                  <a:pt x="43" y="28"/>
                </a:moveTo>
                <a:cubicBezTo>
                  <a:pt x="43" y="28"/>
                  <a:pt x="43" y="28"/>
                  <a:pt x="43" y="28"/>
                </a:cubicBezTo>
                <a:cubicBezTo>
                  <a:pt x="44" y="28"/>
                  <a:pt x="45" y="29"/>
                  <a:pt x="45" y="30"/>
                </a:cubicBezTo>
                <a:cubicBezTo>
                  <a:pt x="45" y="31"/>
                  <a:pt x="44" y="32"/>
                  <a:pt x="43" y="32"/>
                </a:cubicBezTo>
                <a:cubicBezTo>
                  <a:pt x="42" y="32"/>
                  <a:pt x="41" y="31"/>
                  <a:pt x="41" y="30"/>
                </a:cubicBezTo>
                <a:cubicBezTo>
                  <a:pt x="41" y="29"/>
                  <a:pt x="42" y="28"/>
                  <a:pt x="43" y="28"/>
                </a:cubicBezTo>
                <a:close/>
                <a:moveTo>
                  <a:pt x="46" y="4"/>
                </a:move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4"/>
                  <a:pt x="4" y="24"/>
                  <a:pt x="4" y="34"/>
                </a:cubicBezTo>
                <a:cubicBezTo>
                  <a:pt x="18" y="34"/>
                  <a:pt x="32" y="34"/>
                  <a:pt x="46" y="34"/>
                </a:cubicBezTo>
                <a:cubicBezTo>
                  <a:pt x="46" y="24"/>
                  <a:pt x="46" y="14"/>
                  <a:pt x="46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97" name="Freeform 331">
            <a:extLst>
              <a:ext uri="{FF2B5EF4-FFF2-40B4-BE49-F238E27FC236}">
                <a16:creationId xmlns:a16="http://schemas.microsoft.com/office/drawing/2014/main" id="{5B9D99CE-C154-C2A8-ED31-CBCE2DBA30B6}"/>
              </a:ext>
            </a:extLst>
          </p:cNvPr>
          <p:cNvSpPr>
            <a:spLocks noEditPoints="1"/>
          </p:cNvSpPr>
          <p:nvPr/>
        </p:nvSpPr>
        <p:spPr bwMode="auto">
          <a:xfrm>
            <a:off x="5811768" y="6060465"/>
            <a:ext cx="215900" cy="194733"/>
          </a:xfrm>
          <a:custGeom>
            <a:avLst/>
            <a:gdLst>
              <a:gd name="T0" fmla="*/ 3175 w 51"/>
              <a:gd name="T1" fmla="*/ 107950 h 46"/>
              <a:gd name="T2" fmla="*/ 41275 w 51"/>
              <a:gd name="T3" fmla="*/ 111125 h 46"/>
              <a:gd name="T4" fmla="*/ 41275 w 51"/>
              <a:gd name="T5" fmla="*/ 142875 h 46"/>
              <a:gd name="T6" fmla="*/ 38100 w 51"/>
              <a:gd name="T7" fmla="*/ 146050 h 46"/>
              <a:gd name="T8" fmla="*/ 0 w 51"/>
              <a:gd name="T9" fmla="*/ 142875 h 46"/>
              <a:gd name="T10" fmla="*/ 0 w 51"/>
              <a:gd name="T11" fmla="*/ 111125 h 46"/>
              <a:gd name="T12" fmla="*/ 92075 w 51"/>
              <a:gd name="T13" fmla="*/ 22225 h 46"/>
              <a:gd name="T14" fmla="*/ 63500 w 51"/>
              <a:gd name="T15" fmla="*/ 47625 h 46"/>
              <a:gd name="T16" fmla="*/ 6350 w 51"/>
              <a:gd name="T17" fmla="*/ 60325 h 46"/>
              <a:gd name="T18" fmla="*/ 57150 w 51"/>
              <a:gd name="T19" fmla="*/ 38100 h 46"/>
              <a:gd name="T20" fmla="*/ 60325 w 51"/>
              <a:gd name="T21" fmla="*/ 12700 h 46"/>
              <a:gd name="T22" fmla="*/ 60325 w 51"/>
              <a:gd name="T23" fmla="*/ 0 h 46"/>
              <a:gd name="T24" fmla="*/ 104775 w 51"/>
              <a:gd name="T25" fmla="*/ 6350 h 46"/>
              <a:gd name="T26" fmla="*/ 104775 w 51"/>
              <a:gd name="T27" fmla="*/ 44450 h 46"/>
              <a:gd name="T28" fmla="*/ 92075 w 51"/>
              <a:gd name="T29" fmla="*/ 44450 h 46"/>
              <a:gd name="T30" fmla="*/ 123825 w 51"/>
              <a:gd name="T31" fmla="*/ 25400 h 46"/>
              <a:gd name="T32" fmla="*/ 123825 w 51"/>
              <a:gd name="T33" fmla="*/ 25400 h 46"/>
              <a:gd name="T34" fmla="*/ 161925 w 51"/>
              <a:gd name="T35" fmla="*/ 28575 h 46"/>
              <a:gd name="T36" fmla="*/ 161925 w 51"/>
              <a:gd name="T37" fmla="*/ 142875 h 46"/>
              <a:gd name="T38" fmla="*/ 158750 w 51"/>
              <a:gd name="T39" fmla="*/ 146050 h 46"/>
              <a:gd name="T40" fmla="*/ 120650 w 51"/>
              <a:gd name="T41" fmla="*/ 142875 h 46"/>
              <a:gd name="T42" fmla="*/ 120650 w 51"/>
              <a:gd name="T43" fmla="*/ 28575 h 46"/>
              <a:gd name="T44" fmla="*/ 152400 w 51"/>
              <a:gd name="T45" fmla="*/ 31750 h 46"/>
              <a:gd name="T46" fmla="*/ 127000 w 51"/>
              <a:gd name="T47" fmla="*/ 31750 h 46"/>
              <a:gd name="T48" fmla="*/ 152400 w 51"/>
              <a:gd name="T49" fmla="*/ 139700 h 46"/>
              <a:gd name="T50" fmla="*/ 63500 w 51"/>
              <a:gd name="T51" fmla="*/ 66675 h 46"/>
              <a:gd name="T52" fmla="*/ 63500 w 51"/>
              <a:gd name="T53" fmla="*/ 66675 h 46"/>
              <a:gd name="T54" fmla="*/ 101600 w 51"/>
              <a:gd name="T55" fmla="*/ 69850 h 46"/>
              <a:gd name="T56" fmla="*/ 101600 w 51"/>
              <a:gd name="T57" fmla="*/ 142875 h 46"/>
              <a:gd name="T58" fmla="*/ 98425 w 51"/>
              <a:gd name="T59" fmla="*/ 146050 h 46"/>
              <a:gd name="T60" fmla="*/ 60325 w 51"/>
              <a:gd name="T61" fmla="*/ 142875 h 46"/>
              <a:gd name="T62" fmla="*/ 60325 w 51"/>
              <a:gd name="T63" fmla="*/ 69850 h 46"/>
              <a:gd name="T64" fmla="*/ 95250 w 51"/>
              <a:gd name="T65" fmla="*/ 73025 h 46"/>
              <a:gd name="T66" fmla="*/ 66675 w 51"/>
              <a:gd name="T67" fmla="*/ 73025 h 46"/>
              <a:gd name="T68" fmla="*/ 95250 w 51"/>
              <a:gd name="T69" fmla="*/ 139700 h 46"/>
              <a:gd name="T70" fmla="*/ 31750 w 51"/>
              <a:gd name="T71" fmla="*/ 114300 h 46"/>
              <a:gd name="T72" fmla="*/ 6350 w 51"/>
              <a:gd name="T73" fmla="*/ 114300 h 46"/>
              <a:gd name="T74" fmla="*/ 31750 w 51"/>
              <a:gd name="T75" fmla="*/ 139700 h 4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1" h="46">
                <a:moveTo>
                  <a:pt x="1" y="34"/>
                </a:moveTo>
                <a:cubicBezTo>
                  <a:pt x="1" y="34"/>
                  <a:pt x="1" y="34"/>
                  <a:pt x="1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12" y="34"/>
                  <a:pt x="13" y="34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45"/>
                  <a:pt x="13" y="45"/>
                  <a:pt x="13" y="45"/>
                </a:cubicBezTo>
                <a:cubicBezTo>
                  <a:pt x="13" y="46"/>
                  <a:pt x="12" y="46"/>
                  <a:pt x="12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6"/>
                  <a:pt x="0" y="46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4"/>
                  <a:pt x="0" y="34"/>
                  <a:pt x="1" y="34"/>
                </a:cubicBezTo>
                <a:close/>
                <a:moveTo>
                  <a:pt x="29" y="7"/>
                </a:moveTo>
                <a:cubicBezTo>
                  <a:pt x="29" y="7"/>
                  <a:pt x="29" y="7"/>
                  <a:pt x="29" y="7"/>
                </a:cubicBezTo>
                <a:cubicBezTo>
                  <a:pt x="27" y="10"/>
                  <a:pt x="23" y="13"/>
                  <a:pt x="20" y="15"/>
                </a:cubicBezTo>
                <a:cubicBezTo>
                  <a:pt x="15" y="18"/>
                  <a:pt x="10" y="20"/>
                  <a:pt x="4" y="21"/>
                </a:cubicBezTo>
                <a:cubicBezTo>
                  <a:pt x="3" y="21"/>
                  <a:pt x="2" y="20"/>
                  <a:pt x="2" y="19"/>
                </a:cubicBezTo>
                <a:cubicBezTo>
                  <a:pt x="1" y="18"/>
                  <a:pt x="2" y="17"/>
                  <a:pt x="3" y="17"/>
                </a:cubicBezTo>
                <a:cubicBezTo>
                  <a:pt x="9" y="16"/>
                  <a:pt x="14" y="14"/>
                  <a:pt x="18" y="12"/>
                </a:cubicBezTo>
                <a:cubicBezTo>
                  <a:pt x="21" y="9"/>
                  <a:pt x="25" y="7"/>
                  <a:pt x="27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4"/>
                  <a:pt x="17" y="3"/>
                  <a:pt x="17" y="2"/>
                </a:cubicBezTo>
                <a:cubicBezTo>
                  <a:pt x="17" y="1"/>
                  <a:pt x="18" y="0"/>
                  <a:pt x="19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2" y="0"/>
                  <a:pt x="33" y="1"/>
                  <a:pt x="33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5"/>
                  <a:pt x="32" y="16"/>
                  <a:pt x="31" y="16"/>
                </a:cubicBezTo>
                <a:cubicBezTo>
                  <a:pt x="30" y="16"/>
                  <a:pt x="29" y="15"/>
                  <a:pt x="29" y="14"/>
                </a:cubicBezTo>
                <a:cubicBezTo>
                  <a:pt x="29" y="7"/>
                  <a:pt x="29" y="7"/>
                  <a:pt x="29" y="7"/>
                </a:cubicBezTo>
                <a:close/>
                <a:moveTo>
                  <a:pt x="39" y="8"/>
                </a:moveTo>
                <a:cubicBezTo>
                  <a:pt x="39" y="8"/>
                  <a:pt x="39" y="8"/>
                  <a:pt x="39" y="8"/>
                </a:cubicBezTo>
                <a:cubicBezTo>
                  <a:pt x="39" y="8"/>
                  <a:pt x="39" y="8"/>
                  <a:pt x="39" y="8"/>
                </a:cubicBezTo>
                <a:cubicBezTo>
                  <a:pt x="50" y="8"/>
                  <a:pt x="50" y="8"/>
                  <a:pt x="50" y="8"/>
                </a:cubicBezTo>
                <a:cubicBezTo>
                  <a:pt x="50" y="8"/>
                  <a:pt x="51" y="8"/>
                  <a:pt x="51" y="9"/>
                </a:cubicBezTo>
                <a:cubicBezTo>
                  <a:pt x="51" y="9"/>
                  <a:pt x="51" y="9"/>
                  <a:pt x="51" y="9"/>
                </a:cubicBezTo>
                <a:cubicBezTo>
                  <a:pt x="51" y="45"/>
                  <a:pt x="51" y="45"/>
                  <a:pt x="51" y="45"/>
                </a:cubicBezTo>
                <a:cubicBezTo>
                  <a:pt x="51" y="46"/>
                  <a:pt x="50" y="46"/>
                  <a:pt x="50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8" y="46"/>
                  <a:pt x="38" y="46"/>
                  <a:pt x="38" y="45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9"/>
                  <a:pt x="38" y="9"/>
                  <a:pt x="38" y="9"/>
                </a:cubicBezTo>
                <a:cubicBezTo>
                  <a:pt x="38" y="8"/>
                  <a:pt x="38" y="8"/>
                  <a:pt x="39" y="8"/>
                </a:cubicBezTo>
                <a:close/>
                <a:moveTo>
                  <a:pt x="48" y="10"/>
                </a:moveTo>
                <a:cubicBezTo>
                  <a:pt x="48" y="10"/>
                  <a:pt x="48" y="10"/>
                  <a:pt x="48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44"/>
                  <a:pt x="40" y="44"/>
                  <a:pt x="40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48" y="10"/>
                  <a:pt x="48" y="10"/>
                  <a:pt x="48" y="10"/>
                </a:cubicBezTo>
                <a:close/>
                <a:moveTo>
                  <a:pt x="20" y="21"/>
                </a:move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3" y="21"/>
                  <a:pt x="27" y="21"/>
                  <a:pt x="31" y="21"/>
                </a:cubicBezTo>
                <a:cubicBezTo>
                  <a:pt x="31" y="21"/>
                  <a:pt x="32" y="21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30"/>
                  <a:pt x="32" y="37"/>
                  <a:pt x="32" y="45"/>
                </a:cubicBezTo>
                <a:cubicBezTo>
                  <a:pt x="32" y="46"/>
                  <a:pt x="31" y="46"/>
                  <a:pt x="31" y="46"/>
                </a:cubicBezTo>
                <a:cubicBezTo>
                  <a:pt x="31" y="46"/>
                  <a:pt x="31" y="46"/>
                  <a:pt x="31" y="46"/>
                </a:cubicBezTo>
                <a:cubicBezTo>
                  <a:pt x="27" y="46"/>
                  <a:pt x="23" y="46"/>
                  <a:pt x="20" y="46"/>
                </a:cubicBezTo>
                <a:cubicBezTo>
                  <a:pt x="19" y="46"/>
                  <a:pt x="19" y="46"/>
                  <a:pt x="19" y="45"/>
                </a:cubicBezTo>
                <a:cubicBezTo>
                  <a:pt x="19" y="45"/>
                  <a:pt x="19" y="45"/>
                  <a:pt x="19" y="45"/>
                </a:cubicBezTo>
                <a:cubicBezTo>
                  <a:pt x="19" y="37"/>
                  <a:pt x="19" y="30"/>
                  <a:pt x="19" y="22"/>
                </a:cubicBezTo>
                <a:cubicBezTo>
                  <a:pt x="19" y="21"/>
                  <a:pt x="19" y="21"/>
                  <a:pt x="20" y="21"/>
                </a:cubicBezTo>
                <a:close/>
                <a:moveTo>
                  <a:pt x="30" y="23"/>
                </a:moveTo>
                <a:cubicBezTo>
                  <a:pt x="30" y="23"/>
                  <a:pt x="30" y="23"/>
                  <a:pt x="30" y="23"/>
                </a:cubicBezTo>
                <a:cubicBezTo>
                  <a:pt x="27" y="23"/>
                  <a:pt x="24" y="23"/>
                  <a:pt x="21" y="23"/>
                </a:cubicBezTo>
                <a:cubicBezTo>
                  <a:pt x="21" y="30"/>
                  <a:pt x="21" y="37"/>
                  <a:pt x="21" y="44"/>
                </a:cubicBezTo>
                <a:cubicBezTo>
                  <a:pt x="24" y="44"/>
                  <a:pt x="27" y="44"/>
                  <a:pt x="30" y="44"/>
                </a:cubicBezTo>
                <a:cubicBezTo>
                  <a:pt x="30" y="37"/>
                  <a:pt x="30" y="30"/>
                  <a:pt x="30" y="23"/>
                </a:cubicBezTo>
                <a:close/>
                <a:moveTo>
                  <a:pt x="10" y="36"/>
                </a:moveTo>
                <a:cubicBezTo>
                  <a:pt x="10" y="36"/>
                  <a:pt x="10" y="36"/>
                  <a:pt x="10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2" y="44"/>
                  <a:pt x="2" y="44"/>
                  <a:pt x="2" y="44"/>
                </a:cubicBezTo>
                <a:cubicBezTo>
                  <a:pt x="10" y="44"/>
                  <a:pt x="10" y="44"/>
                  <a:pt x="10" y="44"/>
                </a:cubicBezTo>
                <a:cubicBezTo>
                  <a:pt x="10" y="36"/>
                  <a:pt x="10" y="36"/>
                  <a:pt x="10" y="3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98" name="Freeform 332">
            <a:extLst>
              <a:ext uri="{FF2B5EF4-FFF2-40B4-BE49-F238E27FC236}">
                <a16:creationId xmlns:a16="http://schemas.microsoft.com/office/drawing/2014/main" id="{305BC0C1-F193-DC9E-0343-8D42D32115D9}"/>
              </a:ext>
            </a:extLst>
          </p:cNvPr>
          <p:cNvSpPr>
            <a:spLocks noEditPoints="1"/>
          </p:cNvSpPr>
          <p:nvPr/>
        </p:nvSpPr>
        <p:spPr bwMode="auto">
          <a:xfrm>
            <a:off x="5047651" y="6056231"/>
            <a:ext cx="211667" cy="203200"/>
          </a:xfrm>
          <a:custGeom>
            <a:avLst/>
            <a:gdLst>
              <a:gd name="T0" fmla="*/ 41275 w 50"/>
              <a:gd name="T1" fmla="*/ 123825 h 48"/>
              <a:gd name="T2" fmla="*/ 22225 w 50"/>
              <a:gd name="T3" fmla="*/ 133350 h 48"/>
              <a:gd name="T4" fmla="*/ 22225 w 50"/>
              <a:gd name="T5" fmla="*/ 117475 h 48"/>
              <a:gd name="T6" fmla="*/ 19050 w 50"/>
              <a:gd name="T7" fmla="*/ 0 h 48"/>
              <a:gd name="T8" fmla="*/ 152400 w 50"/>
              <a:gd name="T9" fmla="*/ 6350 h 48"/>
              <a:gd name="T10" fmla="*/ 158750 w 50"/>
              <a:gd name="T11" fmla="*/ 41275 h 48"/>
              <a:gd name="T12" fmla="*/ 158750 w 50"/>
              <a:gd name="T13" fmla="*/ 88900 h 48"/>
              <a:gd name="T14" fmla="*/ 158750 w 50"/>
              <a:gd name="T15" fmla="*/ 133350 h 48"/>
              <a:gd name="T16" fmla="*/ 139700 w 50"/>
              <a:gd name="T17" fmla="*/ 152400 h 48"/>
              <a:gd name="T18" fmla="*/ 3175 w 50"/>
              <a:gd name="T19" fmla="*/ 149225 h 48"/>
              <a:gd name="T20" fmla="*/ 3175 w 50"/>
              <a:gd name="T21" fmla="*/ 101600 h 48"/>
              <a:gd name="T22" fmla="*/ 3175 w 50"/>
              <a:gd name="T23" fmla="*/ 53975 h 48"/>
              <a:gd name="T24" fmla="*/ 3175 w 50"/>
              <a:gd name="T25" fmla="*/ 6350 h 48"/>
              <a:gd name="T26" fmla="*/ 139700 w 50"/>
              <a:gd name="T27" fmla="*/ 12700 h 48"/>
              <a:gd name="T28" fmla="*/ 12700 w 50"/>
              <a:gd name="T29" fmla="*/ 12700 h 48"/>
              <a:gd name="T30" fmla="*/ 12700 w 50"/>
              <a:gd name="T31" fmla="*/ 19050 h 48"/>
              <a:gd name="T32" fmla="*/ 12700 w 50"/>
              <a:gd name="T33" fmla="*/ 44450 h 48"/>
              <a:gd name="T34" fmla="*/ 19050 w 50"/>
              <a:gd name="T35" fmla="*/ 47625 h 48"/>
              <a:gd name="T36" fmla="*/ 142875 w 50"/>
              <a:gd name="T37" fmla="*/ 44450 h 48"/>
              <a:gd name="T38" fmla="*/ 146050 w 50"/>
              <a:gd name="T39" fmla="*/ 41275 h 48"/>
              <a:gd name="T40" fmla="*/ 142875 w 50"/>
              <a:gd name="T41" fmla="*/ 12700 h 48"/>
              <a:gd name="T42" fmla="*/ 139700 w 50"/>
              <a:gd name="T43" fmla="*/ 60325 h 48"/>
              <a:gd name="T44" fmla="*/ 19050 w 50"/>
              <a:gd name="T45" fmla="*/ 60325 h 48"/>
              <a:gd name="T46" fmla="*/ 12700 w 50"/>
              <a:gd name="T47" fmla="*/ 60325 h 48"/>
              <a:gd name="T48" fmla="*/ 12700 w 50"/>
              <a:gd name="T49" fmla="*/ 88900 h 48"/>
              <a:gd name="T50" fmla="*/ 12700 w 50"/>
              <a:gd name="T51" fmla="*/ 92075 h 48"/>
              <a:gd name="T52" fmla="*/ 139700 w 50"/>
              <a:gd name="T53" fmla="*/ 95250 h 48"/>
              <a:gd name="T54" fmla="*/ 142875 w 50"/>
              <a:gd name="T55" fmla="*/ 92075 h 48"/>
              <a:gd name="T56" fmla="*/ 146050 w 50"/>
              <a:gd name="T57" fmla="*/ 66675 h 48"/>
              <a:gd name="T58" fmla="*/ 142875 w 50"/>
              <a:gd name="T59" fmla="*/ 60325 h 48"/>
              <a:gd name="T60" fmla="*/ 139700 w 50"/>
              <a:gd name="T61" fmla="*/ 107950 h 48"/>
              <a:gd name="T62" fmla="*/ 19050 w 50"/>
              <a:gd name="T63" fmla="*/ 107950 h 48"/>
              <a:gd name="T64" fmla="*/ 12700 w 50"/>
              <a:gd name="T65" fmla="*/ 107950 h 48"/>
              <a:gd name="T66" fmla="*/ 12700 w 50"/>
              <a:gd name="T67" fmla="*/ 139700 h 48"/>
              <a:gd name="T68" fmla="*/ 19050 w 50"/>
              <a:gd name="T69" fmla="*/ 142875 h 48"/>
              <a:gd name="T70" fmla="*/ 142875 w 50"/>
              <a:gd name="T71" fmla="*/ 139700 h 48"/>
              <a:gd name="T72" fmla="*/ 146050 w 50"/>
              <a:gd name="T73" fmla="*/ 114300 h 48"/>
              <a:gd name="T74" fmla="*/ 142875 w 50"/>
              <a:gd name="T75" fmla="*/ 107950 h 48"/>
              <a:gd name="T76" fmla="*/ 31750 w 50"/>
              <a:gd name="T77" fmla="*/ 19050 h 48"/>
              <a:gd name="T78" fmla="*/ 38100 w 50"/>
              <a:gd name="T79" fmla="*/ 38100 h 48"/>
              <a:gd name="T80" fmla="*/ 22225 w 50"/>
              <a:gd name="T81" fmla="*/ 38100 h 48"/>
              <a:gd name="T82" fmla="*/ 22225 w 50"/>
              <a:gd name="T83" fmla="*/ 22225 h 48"/>
              <a:gd name="T84" fmla="*/ 34925 w 50"/>
              <a:gd name="T85" fmla="*/ 25400 h 48"/>
              <a:gd name="T86" fmla="*/ 28575 w 50"/>
              <a:gd name="T87" fmla="*/ 25400 h 48"/>
              <a:gd name="T88" fmla="*/ 28575 w 50"/>
              <a:gd name="T89" fmla="*/ 31750 h 48"/>
              <a:gd name="T90" fmla="*/ 34925 w 50"/>
              <a:gd name="T91" fmla="*/ 31750 h 48"/>
              <a:gd name="T92" fmla="*/ 34925 w 50"/>
              <a:gd name="T93" fmla="*/ 25400 h 48"/>
              <a:gd name="T94" fmla="*/ 31750 w 50"/>
              <a:gd name="T95" fmla="*/ 66675 h 48"/>
              <a:gd name="T96" fmla="*/ 38100 w 50"/>
              <a:gd name="T97" fmla="*/ 85725 h 48"/>
              <a:gd name="T98" fmla="*/ 22225 w 50"/>
              <a:gd name="T99" fmla="*/ 85725 h 48"/>
              <a:gd name="T100" fmla="*/ 22225 w 50"/>
              <a:gd name="T101" fmla="*/ 69850 h 48"/>
              <a:gd name="T102" fmla="*/ 34925 w 50"/>
              <a:gd name="T103" fmla="*/ 73025 h 48"/>
              <a:gd name="T104" fmla="*/ 28575 w 50"/>
              <a:gd name="T105" fmla="*/ 73025 h 48"/>
              <a:gd name="T106" fmla="*/ 28575 w 50"/>
              <a:gd name="T107" fmla="*/ 79375 h 48"/>
              <a:gd name="T108" fmla="*/ 34925 w 50"/>
              <a:gd name="T109" fmla="*/ 79375 h 48"/>
              <a:gd name="T110" fmla="*/ 34925 w 50"/>
              <a:gd name="T111" fmla="*/ 73025 h 48"/>
              <a:gd name="T112" fmla="*/ 34925 w 50"/>
              <a:gd name="T113" fmla="*/ 120650 h 48"/>
              <a:gd name="T114" fmla="*/ 28575 w 50"/>
              <a:gd name="T115" fmla="*/ 120650 h 48"/>
              <a:gd name="T116" fmla="*/ 28575 w 50"/>
              <a:gd name="T117" fmla="*/ 127000 h 48"/>
              <a:gd name="T118" fmla="*/ 34925 w 50"/>
              <a:gd name="T119" fmla="*/ 127000 h 48"/>
              <a:gd name="T120" fmla="*/ 34925 w 50"/>
              <a:gd name="T121" fmla="*/ 120650 h 4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0" h="48">
                <a:moveTo>
                  <a:pt x="10" y="36"/>
                </a:moveTo>
                <a:cubicBezTo>
                  <a:pt x="11" y="36"/>
                  <a:pt x="12" y="36"/>
                  <a:pt x="12" y="37"/>
                </a:cubicBezTo>
                <a:cubicBezTo>
                  <a:pt x="13" y="37"/>
                  <a:pt x="13" y="38"/>
                  <a:pt x="13" y="39"/>
                </a:cubicBezTo>
                <a:cubicBezTo>
                  <a:pt x="13" y="40"/>
                  <a:pt x="13" y="41"/>
                  <a:pt x="12" y="42"/>
                </a:cubicBezTo>
                <a:cubicBezTo>
                  <a:pt x="12" y="42"/>
                  <a:pt x="11" y="43"/>
                  <a:pt x="10" y="43"/>
                </a:cubicBezTo>
                <a:cubicBezTo>
                  <a:pt x="9" y="43"/>
                  <a:pt x="8" y="42"/>
                  <a:pt x="7" y="42"/>
                </a:cubicBezTo>
                <a:cubicBezTo>
                  <a:pt x="7" y="42"/>
                  <a:pt x="7" y="42"/>
                  <a:pt x="7" y="42"/>
                </a:cubicBezTo>
                <a:cubicBezTo>
                  <a:pt x="7" y="41"/>
                  <a:pt x="6" y="40"/>
                  <a:pt x="6" y="39"/>
                </a:cubicBezTo>
                <a:cubicBezTo>
                  <a:pt x="6" y="38"/>
                  <a:pt x="7" y="37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8" y="36"/>
                  <a:pt x="9" y="36"/>
                  <a:pt x="10" y="36"/>
                </a:cubicBezTo>
                <a:close/>
                <a:moveTo>
                  <a:pt x="6" y="0"/>
                </a:moveTo>
                <a:cubicBezTo>
                  <a:pt x="6" y="0"/>
                  <a:pt x="6" y="0"/>
                  <a:pt x="6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5" y="0"/>
                  <a:pt x="47" y="1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49" y="3"/>
                  <a:pt x="50" y="4"/>
                  <a:pt x="50" y="6"/>
                </a:cubicBezTo>
                <a:cubicBezTo>
                  <a:pt x="50" y="13"/>
                  <a:pt x="50" y="13"/>
                  <a:pt x="50" y="13"/>
                </a:cubicBezTo>
                <a:cubicBezTo>
                  <a:pt x="50" y="14"/>
                  <a:pt x="49" y="16"/>
                  <a:pt x="48" y="17"/>
                </a:cubicBezTo>
                <a:cubicBezTo>
                  <a:pt x="49" y="18"/>
                  <a:pt x="50" y="19"/>
                  <a:pt x="50" y="21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9"/>
                  <a:pt x="49" y="31"/>
                  <a:pt x="48" y="32"/>
                </a:cubicBezTo>
                <a:cubicBezTo>
                  <a:pt x="49" y="33"/>
                  <a:pt x="50" y="34"/>
                  <a:pt x="50" y="36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4"/>
                  <a:pt x="49" y="46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47" y="48"/>
                  <a:pt x="45" y="48"/>
                  <a:pt x="44" y="48"/>
                </a:cubicBezTo>
                <a:cubicBezTo>
                  <a:pt x="6" y="48"/>
                  <a:pt x="6" y="48"/>
                  <a:pt x="6" y="48"/>
                </a:cubicBezTo>
                <a:cubicBezTo>
                  <a:pt x="4" y="48"/>
                  <a:pt x="3" y="48"/>
                  <a:pt x="1" y="47"/>
                </a:cubicBezTo>
                <a:cubicBezTo>
                  <a:pt x="1" y="47"/>
                  <a:pt x="1" y="47"/>
                  <a:pt x="1" y="47"/>
                </a:cubicBezTo>
                <a:cubicBezTo>
                  <a:pt x="0" y="46"/>
                  <a:pt x="0" y="44"/>
                  <a:pt x="0" y="4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4"/>
                  <a:pt x="0" y="33"/>
                  <a:pt x="1" y="32"/>
                </a:cubicBezTo>
                <a:cubicBezTo>
                  <a:pt x="0" y="31"/>
                  <a:pt x="0" y="29"/>
                  <a:pt x="0" y="28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9"/>
                  <a:pt x="0" y="18"/>
                  <a:pt x="1" y="17"/>
                </a:cubicBezTo>
                <a:cubicBezTo>
                  <a:pt x="0" y="16"/>
                  <a:pt x="0" y="14"/>
                  <a:pt x="0" y="13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0" y="3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3" y="1"/>
                  <a:pt x="4" y="0"/>
                  <a:pt x="6" y="0"/>
                </a:cubicBezTo>
                <a:close/>
                <a:moveTo>
                  <a:pt x="44" y="4"/>
                </a:moveTo>
                <a:cubicBezTo>
                  <a:pt x="44" y="4"/>
                  <a:pt x="44" y="4"/>
                  <a:pt x="44" y="4"/>
                </a:cubicBezTo>
                <a:cubicBezTo>
                  <a:pt x="6" y="4"/>
                  <a:pt x="6" y="4"/>
                  <a:pt x="6" y="4"/>
                </a:cubicBezTo>
                <a:cubicBezTo>
                  <a:pt x="5" y="4"/>
                  <a:pt x="5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"/>
                  <a:pt x="4" y="5"/>
                  <a:pt x="4" y="6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4"/>
                  <a:pt x="4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5" y="15"/>
                  <a:pt x="5" y="15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5" y="15"/>
                  <a:pt x="45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6" y="14"/>
                  <a:pt x="46" y="13"/>
                  <a:pt x="46" y="13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5"/>
                  <a:pt x="46" y="5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4"/>
                  <a:pt x="44" y="4"/>
                  <a:pt x="44" y="4"/>
                </a:cubicBezTo>
                <a:close/>
                <a:moveTo>
                  <a:pt x="44" y="19"/>
                </a:moveTo>
                <a:cubicBezTo>
                  <a:pt x="44" y="19"/>
                  <a:pt x="44" y="19"/>
                  <a:pt x="44" y="19"/>
                </a:cubicBezTo>
                <a:cubicBezTo>
                  <a:pt x="44" y="19"/>
                  <a:pt x="44" y="19"/>
                  <a:pt x="44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5" y="19"/>
                  <a:pt x="5" y="19"/>
                  <a:pt x="4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20"/>
                  <a:pt x="4" y="20"/>
                  <a:pt x="4" y="21"/>
                </a:cubicBezTo>
                <a:cubicBezTo>
                  <a:pt x="4" y="28"/>
                  <a:pt x="4" y="28"/>
                  <a:pt x="4" y="28"/>
                </a:cubicBezTo>
                <a:cubicBezTo>
                  <a:pt x="4" y="28"/>
                  <a:pt x="4" y="29"/>
                  <a:pt x="4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5" y="29"/>
                  <a:pt x="5" y="30"/>
                  <a:pt x="6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30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6" y="29"/>
                  <a:pt x="46" y="28"/>
                  <a:pt x="46" y="28"/>
                </a:cubicBezTo>
                <a:cubicBezTo>
                  <a:pt x="46" y="21"/>
                  <a:pt x="46" y="21"/>
                  <a:pt x="46" y="21"/>
                </a:cubicBezTo>
                <a:cubicBezTo>
                  <a:pt x="46" y="20"/>
                  <a:pt x="46" y="20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4" y="19"/>
                  <a:pt x="44" y="19"/>
                </a:cubicBezTo>
                <a:close/>
                <a:moveTo>
                  <a:pt x="44" y="34"/>
                </a:moveTo>
                <a:cubicBezTo>
                  <a:pt x="44" y="34"/>
                  <a:pt x="44" y="34"/>
                  <a:pt x="44" y="34"/>
                </a:cubicBezTo>
                <a:cubicBezTo>
                  <a:pt x="44" y="34"/>
                  <a:pt x="44" y="34"/>
                  <a:pt x="44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5" y="34"/>
                  <a:pt x="5" y="34"/>
                  <a:pt x="4" y="34"/>
                </a:cubicBezTo>
                <a:cubicBezTo>
                  <a:pt x="4" y="34"/>
                  <a:pt x="4" y="34"/>
                  <a:pt x="4" y="34"/>
                </a:cubicBezTo>
                <a:cubicBezTo>
                  <a:pt x="4" y="34"/>
                  <a:pt x="4" y="34"/>
                  <a:pt x="4" y="34"/>
                </a:cubicBezTo>
                <a:cubicBezTo>
                  <a:pt x="4" y="35"/>
                  <a:pt x="4" y="35"/>
                  <a:pt x="4" y="36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43"/>
                  <a:pt x="4" y="44"/>
                  <a:pt x="4" y="44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4"/>
                  <a:pt x="4" y="44"/>
                  <a:pt x="4" y="44"/>
                </a:cubicBezTo>
                <a:cubicBezTo>
                  <a:pt x="5" y="44"/>
                  <a:pt x="5" y="45"/>
                  <a:pt x="6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5"/>
                  <a:pt x="45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6" y="44"/>
                  <a:pt x="46" y="43"/>
                  <a:pt x="46" y="42"/>
                </a:cubicBezTo>
                <a:cubicBezTo>
                  <a:pt x="46" y="36"/>
                  <a:pt x="46" y="36"/>
                  <a:pt x="46" y="36"/>
                </a:cubicBezTo>
                <a:cubicBezTo>
                  <a:pt x="46" y="35"/>
                  <a:pt x="46" y="35"/>
                  <a:pt x="45" y="34"/>
                </a:cubicBezTo>
                <a:cubicBezTo>
                  <a:pt x="45" y="34"/>
                  <a:pt x="45" y="34"/>
                  <a:pt x="45" y="34"/>
                </a:cubicBezTo>
                <a:cubicBezTo>
                  <a:pt x="45" y="34"/>
                  <a:pt x="45" y="34"/>
                  <a:pt x="45" y="34"/>
                </a:cubicBezTo>
                <a:cubicBezTo>
                  <a:pt x="45" y="34"/>
                  <a:pt x="44" y="34"/>
                  <a:pt x="44" y="34"/>
                </a:cubicBezTo>
                <a:close/>
                <a:moveTo>
                  <a:pt x="10" y="6"/>
                </a:moveTo>
                <a:cubicBezTo>
                  <a:pt x="10" y="6"/>
                  <a:pt x="10" y="6"/>
                  <a:pt x="10" y="6"/>
                </a:cubicBezTo>
                <a:cubicBezTo>
                  <a:pt x="11" y="6"/>
                  <a:pt x="12" y="6"/>
                  <a:pt x="12" y="7"/>
                </a:cubicBezTo>
                <a:cubicBezTo>
                  <a:pt x="13" y="7"/>
                  <a:pt x="13" y="8"/>
                  <a:pt x="13" y="9"/>
                </a:cubicBezTo>
                <a:cubicBezTo>
                  <a:pt x="13" y="10"/>
                  <a:pt x="13" y="11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1" y="13"/>
                  <a:pt x="10" y="13"/>
                </a:cubicBezTo>
                <a:cubicBezTo>
                  <a:pt x="9" y="13"/>
                  <a:pt x="8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1"/>
                  <a:pt x="6" y="10"/>
                  <a:pt x="6" y="9"/>
                </a:cubicBezTo>
                <a:cubicBezTo>
                  <a:pt x="6" y="8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8" y="6"/>
                  <a:pt x="9" y="6"/>
                  <a:pt x="10" y="6"/>
                </a:cubicBezTo>
                <a:close/>
                <a:moveTo>
                  <a:pt x="11" y="8"/>
                </a:moveTo>
                <a:cubicBezTo>
                  <a:pt x="11" y="8"/>
                  <a:pt x="11" y="8"/>
                  <a:pt x="11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9"/>
                  <a:pt x="9" y="9"/>
                  <a:pt x="9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10" y="10"/>
                  <a:pt x="10" y="10"/>
                </a:cubicBezTo>
                <a:cubicBezTo>
                  <a:pt x="10" y="10"/>
                  <a:pt x="10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9"/>
                </a:cubicBezTo>
                <a:cubicBezTo>
                  <a:pt x="11" y="9"/>
                  <a:pt x="11" y="9"/>
                  <a:pt x="11" y="8"/>
                </a:cubicBezTo>
                <a:cubicBezTo>
                  <a:pt x="11" y="8"/>
                  <a:pt x="11" y="8"/>
                  <a:pt x="11" y="8"/>
                </a:cubicBezTo>
                <a:close/>
                <a:moveTo>
                  <a:pt x="10" y="21"/>
                </a:moveTo>
                <a:cubicBezTo>
                  <a:pt x="10" y="21"/>
                  <a:pt x="10" y="21"/>
                  <a:pt x="10" y="21"/>
                </a:cubicBezTo>
                <a:cubicBezTo>
                  <a:pt x="11" y="21"/>
                  <a:pt x="12" y="21"/>
                  <a:pt x="12" y="22"/>
                </a:cubicBezTo>
                <a:cubicBezTo>
                  <a:pt x="13" y="22"/>
                  <a:pt x="13" y="23"/>
                  <a:pt x="13" y="24"/>
                </a:cubicBezTo>
                <a:cubicBezTo>
                  <a:pt x="13" y="25"/>
                  <a:pt x="13" y="26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7"/>
                  <a:pt x="11" y="28"/>
                  <a:pt x="10" y="28"/>
                </a:cubicBezTo>
                <a:cubicBezTo>
                  <a:pt x="9" y="28"/>
                  <a:pt x="8" y="27"/>
                  <a:pt x="7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6"/>
                  <a:pt x="6" y="25"/>
                  <a:pt x="6" y="24"/>
                </a:cubicBezTo>
                <a:cubicBezTo>
                  <a:pt x="6" y="23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8" y="21"/>
                  <a:pt x="9" y="21"/>
                  <a:pt x="10" y="21"/>
                </a:cubicBezTo>
                <a:close/>
                <a:moveTo>
                  <a:pt x="11" y="23"/>
                </a:moveTo>
                <a:cubicBezTo>
                  <a:pt x="11" y="23"/>
                  <a:pt x="11" y="23"/>
                  <a:pt x="11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9" y="23"/>
                  <a:pt x="9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4"/>
                  <a:pt x="9" y="25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5"/>
                  <a:pt x="10" y="25"/>
                  <a:pt x="10" y="25"/>
                </a:cubicBezTo>
                <a:cubicBezTo>
                  <a:pt x="10" y="25"/>
                  <a:pt x="10" y="25"/>
                  <a:pt x="11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25"/>
                  <a:pt x="11" y="24"/>
                  <a:pt x="11" y="24"/>
                </a:cubicBezTo>
                <a:cubicBezTo>
                  <a:pt x="11" y="24"/>
                  <a:pt x="11" y="24"/>
                  <a:pt x="11" y="23"/>
                </a:cubicBezTo>
                <a:cubicBezTo>
                  <a:pt x="11" y="23"/>
                  <a:pt x="11" y="23"/>
                  <a:pt x="11" y="23"/>
                </a:cubicBezTo>
                <a:close/>
                <a:moveTo>
                  <a:pt x="11" y="38"/>
                </a:moveTo>
                <a:cubicBezTo>
                  <a:pt x="11" y="38"/>
                  <a:pt x="11" y="38"/>
                  <a:pt x="11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9"/>
                  <a:pt x="9" y="39"/>
                </a:cubicBezTo>
                <a:cubicBezTo>
                  <a:pt x="9" y="39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10" y="40"/>
                  <a:pt x="10" y="40"/>
                </a:cubicBezTo>
                <a:cubicBezTo>
                  <a:pt x="10" y="40"/>
                  <a:pt x="10" y="40"/>
                  <a:pt x="11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0"/>
                  <a:pt x="11" y="39"/>
                  <a:pt x="11" y="39"/>
                </a:cubicBezTo>
                <a:cubicBezTo>
                  <a:pt x="11" y="39"/>
                  <a:pt x="11" y="38"/>
                  <a:pt x="11" y="38"/>
                </a:cubicBezTo>
                <a:cubicBezTo>
                  <a:pt x="11" y="38"/>
                  <a:pt x="11" y="38"/>
                  <a:pt x="11" y="3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299" name="Freeform 333">
            <a:extLst>
              <a:ext uri="{FF2B5EF4-FFF2-40B4-BE49-F238E27FC236}">
                <a16:creationId xmlns:a16="http://schemas.microsoft.com/office/drawing/2014/main" id="{1925834B-9B9C-2A5E-6FAC-761C47DD2612}"/>
              </a:ext>
            </a:extLst>
          </p:cNvPr>
          <p:cNvSpPr>
            <a:spLocks noEditPoints="1"/>
          </p:cNvSpPr>
          <p:nvPr/>
        </p:nvSpPr>
        <p:spPr bwMode="auto">
          <a:xfrm>
            <a:off x="8046967" y="5254014"/>
            <a:ext cx="211667" cy="186267"/>
          </a:xfrm>
          <a:custGeom>
            <a:avLst/>
            <a:gdLst>
              <a:gd name="T0" fmla="*/ 6350 w 50"/>
              <a:gd name="T1" fmla="*/ 0 h 44"/>
              <a:gd name="T2" fmla="*/ 158750 w 50"/>
              <a:gd name="T3" fmla="*/ 6350 h 44"/>
              <a:gd name="T4" fmla="*/ 158750 w 50"/>
              <a:gd name="T5" fmla="*/ 133350 h 44"/>
              <a:gd name="T6" fmla="*/ 152400 w 50"/>
              <a:gd name="T7" fmla="*/ 139700 h 44"/>
              <a:gd name="T8" fmla="*/ 0 w 50"/>
              <a:gd name="T9" fmla="*/ 133350 h 44"/>
              <a:gd name="T10" fmla="*/ 0 w 50"/>
              <a:gd name="T11" fmla="*/ 6350 h 44"/>
              <a:gd name="T12" fmla="*/ 88900 w 50"/>
              <a:gd name="T13" fmla="*/ 57150 h 44"/>
              <a:gd name="T14" fmla="*/ 88900 w 50"/>
              <a:gd name="T15" fmla="*/ 57150 h 44"/>
              <a:gd name="T16" fmla="*/ 123825 w 50"/>
              <a:gd name="T17" fmla="*/ 60325 h 44"/>
              <a:gd name="T18" fmla="*/ 123825 w 50"/>
              <a:gd name="T19" fmla="*/ 95250 h 44"/>
              <a:gd name="T20" fmla="*/ 120650 w 50"/>
              <a:gd name="T21" fmla="*/ 98425 h 44"/>
              <a:gd name="T22" fmla="*/ 82550 w 50"/>
              <a:gd name="T23" fmla="*/ 95250 h 44"/>
              <a:gd name="T24" fmla="*/ 82550 w 50"/>
              <a:gd name="T25" fmla="*/ 60325 h 44"/>
              <a:gd name="T26" fmla="*/ 117475 w 50"/>
              <a:gd name="T27" fmla="*/ 66675 h 44"/>
              <a:gd name="T28" fmla="*/ 92075 w 50"/>
              <a:gd name="T29" fmla="*/ 66675 h 44"/>
              <a:gd name="T30" fmla="*/ 117475 w 50"/>
              <a:gd name="T31" fmla="*/ 88900 h 44"/>
              <a:gd name="T32" fmla="*/ 76200 w 50"/>
              <a:gd name="T33" fmla="*/ 57150 h 44"/>
              <a:gd name="T34" fmla="*/ 79375 w 50"/>
              <a:gd name="T35" fmla="*/ 60325 h 44"/>
              <a:gd name="T36" fmla="*/ 38100 w 50"/>
              <a:gd name="T37" fmla="*/ 66675 h 44"/>
              <a:gd name="T38" fmla="*/ 38100 w 50"/>
              <a:gd name="T39" fmla="*/ 57150 h 44"/>
              <a:gd name="T40" fmla="*/ 76200 w 50"/>
              <a:gd name="T41" fmla="*/ 73025 h 44"/>
              <a:gd name="T42" fmla="*/ 79375 w 50"/>
              <a:gd name="T43" fmla="*/ 76200 h 44"/>
              <a:gd name="T44" fmla="*/ 38100 w 50"/>
              <a:gd name="T45" fmla="*/ 82550 h 44"/>
              <a:gd name="T46" fmla="*/ 38100 w 50"/>
              <a:gd name="T47" fmla="*/ 73025 h 44"/>
              <a:gd name="T48" fmla="*/ 76200 w 50"/>
              <a:gd name="T49" fmla="*/ 88900 h 44"/>
              <a:gd name="T50" fmla="*/ 79375 w 50"/>
              <a:gd name="T51" fmla="*/ 95250 h 44"/>
              <a:gd name="T52" fmla="*/ 38100 w 50"/>
              <a:gd name="T53" fmla="*/ 98425 h 44"/>
              <a:gd name="T54" fmla="*/ 38100 w 50"/>
              <a:gd name="T55" fmla="*/ 88900 h 44"/>
              <a:gd name="T56" fmla="*/ 120650 w 50"/>
              <a:gd name="T57" fmla="*/ 107950 h 44"/>
              <a:gd name="T58" fmla="*/ 123825 w 50"/>
              <a:gd name="T59" fmla="*/ 111125 h 44"/>
              <a:gd name="T60" fmla="*/ 38100 w 50"/>
              <a:gd name="T61" fmla="*/ 114300 h 44"/>
              <a:gd name="T62" fmla="*/ 38100 w 50"/>
              <a:gd name="T63" fmla="*/ 107950 h 44"/>
              <a:gd name="T64" fmla="*/ 136525 w 50"/>
              <a:gd name="T65" fmla="*/ 19050 h 44"/>
              <a:gd name="T66" fmla="*/ 142875 w 50"/>
              <a:gd name="T67" fmla="*/ 25400 h 44"/>
              <a:gd name="T68" fmla="*/ 130175 w 50"/>
              <a:gd name="T69" fmla="*/ 25400 h 44"/>
              <a:gd name="T70" fmla="*/ 120650 w 50"/>
              <a:gd name="T71" fmla="*/ 19050 h 44"/>
              <a:gd name="T72" fmla="*/ 127000 w 50"/>
              <a:gd name="T73" fmla="*/ 25400 h 44"/>
              <a:gd name="T74" fmla="*/ 114300 w 50"/>
              <a:gd name="T75" fmla="*/ 25400 h 44"/>
              <a:gd name="T76" fmla="*/ 107950 w 50"/>
              <a:gd name="T77" fmla="*/ 19050 h 44"/>
              <a:gd name="T78" fmla="*/ 111125 w 50"/>
              <a:gd name="T79" fmla="*/ 25400 h 44"/>
              <a:gd name="T80" fmla="*/ 101600 w 50"/>
              <a:gd name="T81" fmla="*/ 25400 h 44"/>
              <a:gd name="T82" fmla="*/ 12700 w 50"/>
              <a:gd name="T83" fmla="*/ 38100 h 44"/>
              <a:gd name="T84" fmla="*/ 146050 w 50"/>
              <a:gd name="T85" fmla="*/ 38100 h 44"/>
              <a:gd name="T86" fmla="*/ 12700 w 50"/>
              <a:gd name="T87" fmla="*/ 12700 h 44"/>
              <a:gd name="T88" fmla="*/ 146050 w 50"/>
              <a:gd name="T89" fmla="*/ 44450 h 44"/>
              <a:gd name="T90" fmla="*/ 12700 w 50"/>
              <a:gd name="T91" fmla="*/ 44450 h 44"/>
              <a:gd name="T92" fmla="*/ 146050 w 50"/>
              <a:gd name="T93" fmla="*/ 127000 h 4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44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49" y="44"/>
                  <a:pt x="48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8" y="18"/>
                </a:move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8" y="18"/>
                  <a:pt x="39" y="19"/>
                  <a:pt x="39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30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28" y="31"/>
                  <a:pt x="28" y="31"/>
                  <a:pt x="28" y="31"/>
                </a:cubicBezTo>
                <a:cubicBezTo>
                  <a:pt x="27" y="31"/>
                  <a:pt x="26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19"/>
                  <a:pt x="26" y="19"/>
                  <a:pt x="26" y="19"/>
                </a:cubicBezTo>
                <a:cubicBezTo>
                  <a:pt x="26" y="19"/>
                  <a:pt x="27" y="18"/>
                  <a:pt x="28" y="18"/>
                </a:cubicBezTo>
                <a:close/>
                <a:moveTo>
                  <a:pt x="37" y="21"/>
                </a:moveTo>
                <a:cubicBezTo>
                  <a:pt x="37" y="21"/>
                  <a:pt x="37" y="21"/>
                  <a:pt x="37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8"/>
                  <a:pt x="29" y="28"/>
                  <a:pt x="29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1"/>
                  <a:pt x="37" y="21"/>
                  <a:pt x="37" y="21"/>
                </a:cubicBezTo>
                <a:close/>
                <a:moveTo>
                  <a:pt x="24" y="18"/>
                </a:move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5" y="19"/>
                  <a:pt x="25" y="19"/>
                </a:cubicBezTo>
                <a:cubicBezTo>
                  <a:pt x="25" y="20"/>
                  <a:pt x="24" y="21"/>
                  <a:pt x="24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1" y="21"/>
                  <a:pt x="11" y="20"/>
                  <a:pt x="11" y="19"/>
                </a:cubicBezTo>
                <a:cubicBezTo>
                  <a:pt x="11" y="19"/>
                  <a:pt x="11" y="18"/>
                  <a:pt x="12" y="18"/>
                </a:cubicBezTo>
                <a:cubicBezTo>
                  <a:pt x="24" y="18"/>
                  <a:pt x="24" y="18"/>
                  <a:pt x="24" y="18"/>
                </a:cubicBezTo>
                <a:close/>
                <a:moveTo>
                  <a:pt x="24" y="23"/>
                </a:move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5" y="24"/>
                  <a:pt x="25" y="24"/>
                </a:cubicBezTo>
                <a:cubicBezTo>
                  <a:pt x="25" y="25"/>
                  <a:pt x="24" y="26"/>
                  <a:pt x="24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1" y="26"/>
                  <a:pt x="11" y="25"/>
                  <a:pt x="11" y="24"/>
                </a:cubicBezTo>
                <a:cubicBezTo>
                  <a:pt x="11" y="24"/>
                  <a:pt x="11" y="23"/>
                  <a:pt x="12" y="23"/>
                </a:cubicBezTo>
                <a:cubicBezTo>
                  <a:pt x="24" y="23"/>
                  <a:pt x="24" y="23"/>
                  <a:pt x="24" y="23"/>
                </a:cubicBezTo>
                <a:close/>
                <a:moveTo>
                  <a:pt x="24" y="28"/>
                </a:moveTo>
                <a:cubicBezTo>
                  <a:pt x="24" y="28"/>
                  <a:pt x="24" y="28"/>
                  <a:pt x="24" y="28"/>
                </a:cubicBezTo>
                <a:cubicBezTo>
                  <a:pt x="24" y="28"/>
                  <a:pt x="25" y="29"/>
                  <a:pt x="25" y="30"/>
                </a:cubicBezTo>
                <a:cubicBezTo>
                  <a:pt x="25" y="30"/>
                  <a:pt x="24" y="31"/>
                  <a:pt x="24" y="31"/>
                </a:cubicBezTo>
                <a:cubicBezTo>
                  <a:pt x="12" y="31"/>
                  <a:pt x="12" y="31"/>
                  <a:pt x="12" y="31"/>
                </a:cubicBezTo>
                <a:cubicBezTo>
                  <a:pt x="11" y="31"/>
                  <a:pt x="11" y="30"/>
                  <a:pt x="11" y="30"/>
                </a:cubicBezTo>
                <a:cubicBezTo>
                  <a:pt x="11" y="29"/>
                  <a:pt x="11" y="28"/>
                  <a:pt x="12" y="28"/>
                </a:cubicBezTo>
                <a:cubicBezTo>
                  <a:pt x="24" y="28"/>
                  <a:pt x="24" y="28"/>
                  <a:pt x="24" y="28"/>
                </a:cubicBezTo>
                <a:close/>
                <a:moveTo>
                  <a:pt x="38" y="34"/>
                </a:moveTo>
                <a:cubicBezTo>
                  <a:pt x="38" y="34"/>
                  <a:pt x="38" y="34"/>
                  <a:pt x="38" y="34"/>
                </a:cubicBezTo>
                <a:cubicBezTo>
                  <a:pt x="38" y="34"/>
                  <a:pt x="39" y="34"/>
                  <a:pt x="39" y="35"/>
                </a:cubicBezTo>
                <a:cubicBezTo>
                  <a:pt x="39" y="35"/>
                  <a:pt x="38" y="36"/>
                  <a:pt x="38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1" y="36"/>
                  <a:pt x="11" y="35"/>
                  <a:pt x="11" y="35"/>
                </a:cubicBezTo>
                <a:cubicBezTo>
                  <a:pt x="11" y="34"/>
                  <a:pt x="11" y="34"/>
                  <a:pt x="12" y="34"/>
                </a:cubicBezTo>
                <a:cubicBezTo>
                  <a:pt x="38" y="34"/>
                  <a:pt x="38" y="34"/>
                  <a:pt x="38" y="34"/>
                </a:cubicBezTo>
                <a:close/>
                <a:moveTo>
                  <a:pt x="43" y="6"/>
                </a:move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5" y="6"/>
                  <a:pt x="45" y="8"/>
                </a:cubicBezTo>
                <a:cubicBezTo>
                  <a:pt x="45" y="9"/>
                  <a:pt x="44" y="9"/>
                  <a:pt x="43" y="9"/>
                </a:cubicBezTo>
                <a:cubicBezTo>
                  <a:pt x="42" y="9"/>
                  <a:pt x="41" y="9"/>
                  <a:pt x="41" y="8"/>
                </a:cubicBezTo>
                <a:cubicBezTo>
                  <a:pt x="41" y="6"/>
                  <a:pt x="42" y="6"/>
                  <a:pt x="43" y="6"/>
                </a:cubicBezTo>
                <a:close/>
                <a:moveTo>
                  <a:pt x="38" y="6"/>
                </a:moveTo>
                <a:cubicBezTo>
                  <a:pt x="38" y="6"/>
                  <a:pt x="38" y="6"/>
                  <a:pt x="38" y="6"/>
                </a:cubicBezTo>
                <a:cubicBezTo>
                  <a:pt x="39" y="6"/>
                  <a:pt x="40" y="6"/>
                  <a:pt x="40" y="8"/>
                </a:cubicBezTo>
                <a:cubicBezTo>
                  <a:pt x="40" y="9"/>
                  <a:pt x="39" y="9"/>
                  <a:pt x="38" y="9"/>
                </a:cubicBezTo>
                <a:cubicBezTo>
                  <a:pt x="37" y="9"/>
                  <a:pt x="36" y="9"/>
                  <a:pt x="36" y="8"/>
                </a:cubicBezTo>
                <a:cubicBezTo>
                  <a:pt x="36" y="6"/>
                  <a:pt x="37" y="6"/>
                  <a:pt x="38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5" y="6"/>
                  <a:pt x="35" y="8"/>
                </a:cubicBezTo>
                <a:cubicBezTo>
                  <a:pt x="35" y="9"/>
                  <a:pt x="35" y="9"/>
                  <a:pt x="34" y="9"/>
                </a:cubicBezTo>
                <a:cubicBezTo>
                  <a:pt x="32" y="9"/>
                  <a:pt x="32" y="9"/>
                  <a:pt x="32" y="8"/>
                </a:cubicBezTo>
                <a:cubicBezTo>
                  <a:pt x="32" y="6"/>
                  <a:pt x="32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46" y="14"/>
                </a:moveTo>
                <a:cubicBezTo>
                  <a:pt x="46" y="14"/>
                  <a:pt x="46" y="14"/>
                  <a:pt x="46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40"/>
                  <a:pt x="4" y="40"/>
                  <a:pt x="4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14"/>
                  <a:pt x="46" y="14"/>
                  <a:pt x="46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00" name="Freeform 334">
            <a:extLst>
              <a:ext uri="{FF2B5EF4-FFF2-40B4-BE49-F238E27FC236}">
                <a16:creationId xmlns:a16="http://schemas.microsoft.com/office/drawing/2014/main" id="{C3F8FD10-A662-E73E-58E8-514929A68F60}"/>
              </a:ext>
            </a:extLst>
          </p:cNvPr>
          <p:cNvSpPr>
            <a:spLocks noEditPoints="1"/>
          </p:cNvSpPr>
          <p:nvPr/>
        </p:nvSpPr>
        <p:spPr bwMode="auto">
          <a:xfrm>
            <a:off x="3168051" y="5643481"/>
            <a:ext cx="186267" cy="215900"/>
          </a:xfrm>
          <a:custGeom>
            <a:avLst/>
            <a:gdLst>
              <a:gd name="T0" fmla="*/ 82550 w 44"/>
              <a:gd name="T1" fmla="*/ 34925 h 51"/>
              <a:gd name="T2" fmla="*/ 117475 w 44"/>
              <a:gd name="T3" fmla="*/ 38100 h 51"/>
              <a:gd name="T4" fmla="*/ 117475 w 44"/>
              <a:gd name="T5" fmla="*/ 69850 h 51"/>
              <a:gd name="T6" fmla="*/ 114300 w 44"/>
              <a:gd name="T7" fmla="*/ 76200 h 51"/>
              <a:gd name="T8" fmla="*/ 79375 w 44"/>
              <a:gd name="T9" fmla="*/ 69850 h 51"/>
              <a:gd name="T10" fmla="*/ 79375 w 44"/>
              <a:gd name="T11" fmla="*/ 38100 h 51"/>
              <a:gd name="T12" fmla="*/ 19050 w 44"/>
              <a:gd name="T13" fmla="*/ 120650 h 51"/>
              <a:gd name="T14" fmla="*/ 19050 w 44"/>
              <a:gd name="T15" fmla="*/ 31750 h 51"/>
              <a:gd name="T16" fmla="*/ 12700 w 44"/>
              <a:gd name="T17" fmla="*/ 139700 h 51"/>
              <a:gd name="T18" fmla="*/ 101600 w 44"/>
              <a:gd name="T19" fmla="*/ 149225 h 51"/>
              <a:gd name="T20" fmla="*/ 41275 w 44"/>
              <a:gd name="T21" fmla="*/ 139700 h 51"/>
              <a:gd name="T22" fmla="*/ 19050 w 44"/>
              <a:gd name="T23" fmla="*/ 22225 h 51"/>
              <a:gd name="T24" fmla="*/ 41275 w 44"/>
              <a:gd name="T25" fmla="*/ 0 h 51"/>
              <a:gd name="T26" fmla="*/ 139700 w 44"/>
              <a:gd name="T27" fmla="*/ 22225 h 51"/>
              <a:gd name="T28" fmla="*/ 120650 w 44"/>
              <a:gd name="T29" fmla="*/ 139700 h 51"/>
              <a:gd name="T30" fmla="*/ 19050 w 44"/>
              <a:gd name="T31" fmla="*/ 161925 h 51"/>
              <a:gd name="T32" fmla="*/ 0 w 44"/>
              <a:gd name="T33" fmla="*/ 41275 h 51"/>
              <a:gd name="T34" fmla="*/ 31750 w 44"/>
              <a:gd name="T35" fmla="*/ 22225 h 51"/>
              <a:gd name="T36" fmla="*/ 31750 w 44"/>
              <a:gd name="T37" fmla="*/ 120650 h 51"/>
              <a:gd name="T38" fmla="*/ 120650 w 44"/>
              <a:gd name="T39" fmla="*/ 130175 h 51"/>
              <a:gd name="T40" fmla="*/ 130175 w 44"/>
              <a:gd name="T41" fmla="*/ 22225 h 51"/>
              <a:gd name="T42" fmla="*/ 41275 w 44"/>
              <a:gd name="T43" fmla="*/ 12700 h 51"/>
              <a:gd name="T44" fmla="*/ 111125 w 44"/>
              <a:gd name="T45" fmla="*/ 41275 h 51"/>
              <a:gd name="T46" fmla="*/ 85725 w 44"/>
              <a:gd name="T47" fmla="*/ 41275 h 51"/>
              <a:gd name="T48" fmla="*/ 111125 w 44"/>
              <a:gd name="T49" fmla="*/ 66675 h 51"/>
              <a:gd name="T50" fmla="*/ 69850 w 44"/>
              <a:gd name="T51" fmla="*/ 34925 h 51"/>
              <a:gd name="T52" fmla="*/ 73025 w 44"/>
              <a:gd name="T53" fmla="*/ 38100 h 51"/>
              <a:gd name="T54" fmla="*/ 47625 w 44"/>
              <a:gd name="T55" fmla="*/ 41275 h 51"/>
              <a:gd name="T56" fmla="*/ 47625 w 44"/>
              <a:gd name="T57" fmla="*/ 34925 h 51"/>
              <a:gd name="T58" fmla="*/ 69850 w 44"/>
              <a:gd name="T59" fmla="*/ 50800 h 51"/>
              <a:gd name="T60" fmla="*/ 73025 w 44"/>
              <a:gd name="T61" fmla="*/ 53975 h 51"/>
              <a:gd name="T62" fmla="*/ 47625 w 44"/>
              <a:gd name="T63" fmla="*/ 60325 h 51"/>
              <a:gd name="T64" fmla="*/ 47625 w 44"/>
              <a:gd name="T65" fmla="*/ 50800 h 51"/>
              <a:gd name="T66" fmla="*/ 69850 w 44"/>
              <a:gd name="T67" fmla="*/ 66675 h 51"/>
              <a:gd name="T68" fmla="*/ 73025 w 44"/>
              <a:gd name="T69" fmla="*/ 69850 h 51"/>
              <a:gd name="T70" fmla="*/ 47625 w 44"/>
              <a:gd name="T71" fmla="*/ 76200 h 51"/>
              <a:gd name="T72" fmla="*/ 47625 w 44"/>
              <a:gd name="T73" fmla="*/ 66675 h 51"/>
              <a:gd name="T74" fmla="*/ 114300 w 44"/>
              <a:gd name="T75" fmla="*/ 82550 h 51"/>
              <a:gd name="T76" fmla="*/ 117475 w 44"/>
              <a:gd name="T77" fmla="*/ 88900 h 51"/>
              <a:gd name="T78" fmla="*/ 47625 w 44"/>
              <a:gd name="T79" fmla="*/ 92075 h 51"/>
              <a:gd name="T80" fmla="*/ 47625 w 44"/>
              <a:gd name="T81" fmla="*/ 82550 h 51"/>
              <a:gd name="T82" fmla="*/ 114300 w 44"/>
              <a:gd name="T83" fmla="*/ 98425 h 51"/>
              <a:gd name="T84" fmla="*/ 117475 w 44"/>
              <a:gd name="T85" fmla="*/ 104775 h 51"/>
              <a:gd name="T86" fmla="*/ 47625 w 44"/>
              <a:gd name="T87" fmla="*/ 107950 h 51"/>
              <a:gd name="T88" fmla="*/ 47625 w 44"/>
              <a:gd name="T89" fmla="*/ 98425 h 51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4" h="51">
                <a:moveTo>
                  <a:pt x="26" y="11"/>
                </a:moveTo>
                <a:cubicBezTo>
                  <a:pt x="26" y="11"/>
                  <a:pt x="26" y="11"/>
                  <a:pt x="26" y="11"/>
                </a:cubicBezTo>
                <a:cubicBezTo>
                  <a:pt x="36" y="11"/>
                  <a:pt x="36" y="11"/>
                  <a:pt x="36" y="11"/>
                </a:cubicBezTo>
                <a:cubicBezTo>
                  <a:pt x="37" y="11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22"/>
                  <a:pt x="37" y="22"/>
                  <a:pt x="37" y="22"/>
                </a:cubicBezTo>
                <a:cubicBezTo>
                  <a:pt x="37" y="23"/>
                  <a:pt x="37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5" y="24"/>
                  <a:pt x="25" y="23"/>
                  <a:pt x="25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12"/>
                  <a:pt x="25" y="11"/>
                  <a:pt x="26" y="11"/>
                </a:cubicBezTo>
                <a:close/>
                <a:moveTo>
                  <a:pt x="6" y="38"/>
                </a:moveTo>
                <a:cubicBezTo>
                  <a:pt x="6" y="38"/>
                  <a:pt x="6" y="38"/>
                  <a:pt x="6" y="38"/>
                </a:cubicBezTo>
                <a:cubicBezTo>
                  <a:pt x="6" y="10"/>
                  <a:pt x="6" y="10"/>
                  <a:pt x="6" y="10"/>
                </a:cubicBezTo>
                <a:cubicBezTo>
                  <a:pt x="5" y="11"/>
                  <a:pt x="4" y="12"/>
                  <a:pt x="4" y="13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6"/>
                  <a:pt x="5" y="47"/>
                  <a:pt x="6" y="47"/>
                </a:cubicBezTo>
                <a:cubicBezTo>
                  <a:pt x="32" y="47"/>
                  <a:pt x="32" y="47"/>
                  <a:pt x="32" y="47"/>
                </a:cubicBezTo>
                <a:cubicBezTo>
                  <a:pt x="33" y="47"/>
                  <a:pt x="34" y="46"/>
                  <a:pt x="34" y="44"/>
                </a:cubicBezTo>
                <a:cubicBezTo>
                  <a:pt x="13" y="44"/>
                  <a:pt x="13" y="44"/>
                  <a:pt x="13" y="44"/>
                </a:cubicBezTo>
                <a:cubicBezTo>
                  <a:pt x="9" y="44"/>
                  <a:pt x="6" y="42"/>
                  <a:pt x="6" y="38"/>
                </a:cubicBezTo>
                <a:close/>
                <a:moveTo>
                  <a:pt x="6" y="7"/>
                </a:moveTo>
                <a:cubicBezTo>
                  <a:pt x="6" y="7"/>
                  <a:pt x="6" y="7"/>
                  <a:pt x="6" y="7"/>
                </a:cubicBezTo>
                <a:cubicBezTo>
                  <a:pt x="6" y="3"/>
                  <a:pt x="9" y="0"/>
                  <a:pt x="13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2" y="0"/>
                  <a:pt x="44" y="3"/>
                  <a:pt x="44" y="7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42"/>
                  <a:pt x="42" y="44"/>
                  <a:pt x="38" y="44"/>
                </a:cubicBezTo>
                <a:cubicBezTo>
                  <a:pt x="38" y="48"/>
                  <a:pt x="35" y="51"/>
                  <a:pt x="32" y="51"/>
                </a:cubicBezTo>
                <a:cubicBezTo>
                  <a:pt x="6" y="51"/>
                  <a:pt x="6" y="51"/>
                  <a:pt x="6" y="51"/>
                </a:cubicBezTo>
                <a:cubicBezTo>
                  <a:pt x="3" y="51"/>
                  <a:pt x="0" y="48"/>
                  <a:pt x="0" y="44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0"/>
                  <a:pt x="3" y="7"/>
                  <a:pt x="6" y="7"/>
                </a:cubicBezTo>
                <a:close/>
                <a:moveTo>
                  <a:pt x="10" y="7"/>
                </a:moveTo>
                <a:cubicBezTo>
                  <a:pt x="10" y="7"/>
                  <a:pt x="10" y="7"/>
                  <a:pt x="10" y="7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40"/>
                  <a:pt x="11" y="41"/>
                  <a:pt x="13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40" y="41"/>
                  <a:pt x="41" y="40"/>
                  <a:pt x="41" y="38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5"/>
                  <a:pt x="40" y="4"/>
                  <a:pt x="38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1" y="4"/>
                  <a:pt x="10" y="5"/>
                  <a:pt x="10" y="7"/>
                </a:cubicBezTo>
                <a:close/>
                <a:moveTo>
                  <a:pt x="35" y="13"/>
                </a:moveTo>
                <a:cubicBezTo>
                  <a:pt x="35" y="13"/>
                  <a:pt x="35" y="13"/>
                  <a:pt x="35" y="13"/>
                </a:cubicBezTo>
                <a:cubicBezTo>
                  <a:pt x="27" y="13"/>
                  <a:pt x="27" y="13"/>
                  <a:pt x="27" y="13"/>
                </a:cubicBezTo>
                <a:cubicBezTo>
                  <a:pt x="27" y="21"/>
                  <a:pt x="27" y="21"/>
                  <a:pt x="27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13"/>
                  <a:pt x="35" y="13"/>
                  <a:pt x="35" y="13"/>
                </a:cubicBezTo>
                <a:close/>
                <a:moveTo>
                  <a:pt x="22" y="11"/>
                </a:move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3" y="12"/>
                  <a:pt x="23" y="12"/>
                </a:cubicBezTo>
                <a:cubicBezTo>
                  <a:pt x="23" y="13"/>
                  <a:pt x="22" y="13"/>
                  <a:pt x="22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4" y="13"/>
                  <a:pt x="14" y="12"/>
                </a:cubicBezTo>
                <a:cubicBezTo>
                  <a:pt x="14" y="12"/>
                  <a:pt x="14" y="11"/>
                  <a:pt x="15" y="11"/>
                </a:cubicBezTo>
                <a:cubicBezTo>
                  <a:pt x="22" y="11"/>
                  <a:pt x="22" y="11"/>
                  <a:pt x="22" y="11"/>
                </a:cubicBezTo>
                <a:close/>
                <a:moveTo>
                  <a:pt x="22" y="16"/>
                </a:moveTo>
                <a:cubicBezTo>
                  <a:pt x="22" y="16"/>
                  <a:pt x="22" y="16"/>
                  <a:pt x="22" y="16"/>
                </a:cubicBezTo>
                <a:cubicBezTo>
                  <a:pt x="22" y="16"/>
                  <a:pt x="23" y="17"/>
                  <a:pt x="23" y="17"/>
                </a:cubicBezTo>
                <a:cubicBezTo>
                  <a:pt x="23" y="18"/>
                  <a:pt x="22" y="19"/>
                  <a:pt x="22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4" y="19"/>
                  <a:pt x="14" y="18"/>
                  <a:pt x="14" y="17"/>
                </a:cubicBezTo>
                <a:cubicBezTo>
                  <a:pt x="14" y="17"/>
                  <a:pt x="14" y="16"/>
                  <a:pt x="15" y="16"/>
                </a:cubicBezTo>
                <a:cubicBezTo>
                  <a:pt x="22" y="16"/>
                  <a:pt x="22" y="16"/>
                  <a:pt x="22" y="16"/>
                </a:cubicBezTo>
                <a:close/>
                <a:moveTo>
                  <a:pt x="22" y="21"/>
                </a:moveTo>
                <a:cubicBezTo>
                  <a:pt x="22" y="21"/>
                  <a:pt x="22" y="21"/>
                  <a:pt x="22" y="21"/>
                </a:cubicBezTo>
                <a:cubicBezTo>
                  <a:pt x="22" y="21"/>
                  <a:pt x="23" y="22"/>
                  <a:pt x="23" y="22"/>
                </a:cubicBezTo>
                <a:cubicBezTo>
                  <a:pt x="23" y="23"/>
                  <a:pt x="22" y="24"/>
                  <a:pt x="22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4" y="24"/>
                  <a:pt x="14" y="23"/>
                  <a:pt x="14" y="22"/>
                </a:cubicBezTo>
                <a:cubicBezTo>
                  <a:pt x="14" y="22"/>
                  <a:pt x="14" y="21"/>
                  <a:pt x="15" y="21"/>
                </a:cubicBezTo>
                <a:cubicBezTo>
                  <a:pt x="22" y="21"/>
                  <a:pt x="22" y="21"/>
                  <a:pt x="22" y="21"/>
                </a:cubicBezTo>
                <a:close/>
                <a:moveTo>
                  <a:pt x="36" y="26"/>
                </a:moveTo>
                <a:cubicBezTo>
                  <a:pt x="36" y="26"/>
                  <a:pt x="36" y="26"/>
                  <a:pt x="36" y="26"/>
                </a:cubicBezTo>
                <a:cubicBezTo>
                  <a:pt x="37" y="26"/>
                  <a:pt x="37" y="27"/>
                  <a:pt x="37" y="28"/>
                </a:cubicBezTo>
                <a:cubicBezTo>
                  <a:pt x="37" y="28"/>
                  <a:pt x="37" y="29"/>
                  <a:pt x="36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4" y="29"/>
                  <a:pt x="14" y="28"/>
                  <a:pt x="14" y="28"/>
                </a:cubicBezTo>
                <a:cubicBezTo>
                  <a:pt x="14" y="27"/>
                  <a:pt x="14" y="26"/>
                  <a:pt x="15" y="26"/>
                </a:cubicBezTo>
                <a:cubicBezTo>
                  <a:pt x="36" y="26"/>
                  <a:pt x="36" y="26"/>
                  <a:pt x="36" y="26"/>
                </a:cubicBezTo>
                <a:close/>
                <a:moveTo>
                  <a:pt x="36" y="31"/>
                </a:moveTo>
                <a:cubicBezTo>
                  <a:pt x="36" y="31"/>
                  <a:pt x="36" y="31"/>
                  <a:pt x="36" y="31"/>
                </a:cubicBezTo>
                <a:cubicBezTo>
                  <a:pt x="37" y="31"/>
                  <a:pt x="37" y="32"/>
                  <a:pt x="37" y="33"/>
                </a:cubicBezTo>
                <a:cubicBezTo>
                  <a:pt x="37" y="33"/>
                  <a:pt x="37" y="34"/>
                  <a:pt x="36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14" y="34"/>
                  <a:pt x="14" y="33"/>
                  <a:pt x="14" y="33"/>
                </a:cubicBezTo>
                <a:cubicBezTo>
                  <a:pt x="14" y="32"/>
                  <a:pt x="14" y="31"/>
                  <a:pt x="15" y="31"/>
                </a:cubicBezTo>
                <a:cubicBezTo>
                  <a:pt x="36" y="31"/>
                  <a:pt x="36" y="31"/>
                  <a:pt x="36" y="3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01" name="Freeform 335">
            <a:extLst>
              <a:ext uri="{FF2B5EF4-FFF2-40B4-BE49-F238E27FC236}">
                <a16:creationId xmlns:a16="http://schemas.microsoft.com/office/drawing/2014/main" id="{2B253CDE-7E9F-A2C8-F06B-74E85850D9EF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5254014"/>
            <a:ext cx="211667" cy="186267"/>
          </a:xfrm>
          <a:custGeom>
            <a:avLst/>
            <a:gdLst>
              <a:gd name="T0" fmla="*/ 158750 w 50"/>
              <a:gd name="T1" fmla="*/ 6350 h 44"/>
              <a:gd name="T2" fmla="*/ 152400 w 50"/>
              <a:gd name="T3" fmla="*/ 139700 h 44"/>
              <a:gd name="T4" fmla="*/ 0 w 50"/>
              <a:gd name="T5" fmla="*/ 133350 h 44"/>
              <a:gd name="T6" fmla="*/ 6350 w 50"/>
              <a:gd name="T7" fmla="*/ 0 h 44"/>
              <a:gd name="T8" fmla="*/ 57150 w 50"/>
              <a:gd name="T9" fmla="*/ 79375 h 44"/>
              <a:gd name="T10" fmla="*/ 53975 w 50"/>
              <a:gd name="T11" fmla="*/ 73025 h 44"/>
              <a:gd name="T12" fmla="*/ 41275 w 50"/>
              <a:gd name="T13" fmla="*/ 73025 h 44"/>
              <a:gd name="T14" fmla="*/ 41275 w 50"/>
              <a:gd name="T15" fmla="*/ 82550 h 44"/>
              <a:gd name="T16" fmla="*/ 53975 w 50"/>
              <a:gd name="T17" fmla="*/ 82550 h 44"/>
              <a:gd name="T18" fmla="*/ 60325 w 50"/>
              <a:gd name="T19" fmla="*/ 85725 h 44"/>
              <a:gd name="T20" fmla="*/ 53975 w 50"/>
              <a:gd name="T21" fmla="*/ 104775 h 44"/>
              <a:gd name="T22" fmla="*/ 34925 w 50"/>
              <a:gd name="T23" fmla="*/ 98425 h 44"/>
              <a:gd name="T24" fmla="*/ 41275 w 50"/>
              <a:gd name="T25" fmla="*/ 98425 h 44"/>
              <a:gd name="T26" fmla="*/ 53975 w 50"/>
              <a:gd name="T27" fmla="*/ 98425 h 44"/>
              <a:gd name="T28" fmla="*/ 53975 w 50"/>
              <a:gd name="T29" fmla="*/ 88900 h 44"/>
              <a:gd name="T30" fmla="*/ 53975 w 50"/>
              <a:gd name="T31" fmla="*/ 88900 h 44"/>
              <a:gd name="T32" fmla="*/ 34925 w 50"/>
              <a:gd name="T33" fmla="*/ 82550 h 44"/>
              <a:gd name="T34" fmla="*/ 44450 w 50"/>
              <a:gd name="T35" fmla="*/ 66675 h 44"/>
              <a:gd name="T36" fmla="*/ 92075 w 50"/>
              <a:gd name="T37" fmla="*/ 98425 h 44"/>
              <a:gd name="T38" fmla="*/ 92075 w 50"/>
              <a:gd name="T39" fmla="*/ 104775 h 44"/>
              <a:gd name="T40" fmla="*/ 66675 w 50"/>
              <a:gd name="T41" fmla="*/ 101600 h 44"/>
              <a:gd name="T42" fmla="*/ 69850 w 50"/>
              <a:gd name="T43" fmla="*/ 66675 h 44"/>
              <a:gd name="T44" fmla="*/ 92075 w 50"/>
              <a:gd name="T45" fmla="*/ 73025 h 44"/>
              <a:gd name="T46" fmla="*/ 85725 w 50"/>
              <a:gd name="T47" fmla="*/ 82550 h 44"/>
              <a:gd name="T48" fmla="*/ 76200 w 50"/>
              <a:gd name="T49" fmla="*/ 88900 h 44"/>
              <a:gd name="T50" fmla="*/ 107950 w 50"/>
              <a:gd name="T51" fmla="*/ 66675 h 44"/>
              <a:gd name="T52" fmla="*/ 123825 w 50"/>
              <a:gd name="T53" fmla="*/ 69850 h 44"/>
              <a:gd name="T54" fmla="*/ 123825 w 50"/>
              <a:gd name="T55" fmla="*/ 98425 h 44"/>
              <a:gd name="T56" fmla="*/ 117475 w 50"/>
              <a:gd name="T57" fmla="*/ 104775 h 44"/>
              <a:gd name="T58" fmla="*/ 101600 w 50"/>
              <a:gd name="T59" fmla="*/ 101600 h 44"/>
              <a:gd name="T60" fmla="*/ 101600 w 50"/>
              <a:gd name="T61" fmla="*/ 69850 h 44"/>
              <a:gd name="T62" fmla="*/ 117475 w 50"/>
              <a:gd name="T63" fmla="*/ 73025 h 44"/>
              <a:gd name="T64" fmla="*/ 104775 w 50"/>
              <a:gd name="T65" fmla="*/ 73025 h 44"/>
              <a:gd name="T66" fmla="*/ 104775 w 50"/>
              <a:gd name="T67" fmla="*/ 98425 h 44"/>
              <a:gd name="T68" fmla="*/ 117475 w 50"/>
              <a:gd name="T69" fmla="*/ 98425 h 44"/>
              <a:gd name="T70" fmla="*/ 117475 w 50"/>
              <a:gd name="T71" fmla="*/ 98425 h 44"/>
              <a:gd name="T72" fmla="*/ 117475 w 50"/>
              <a:gd name="T73" fmla="*/ 73025 h 44"/>
              <a:gd name="T74" fmla="*/ 136525 w 50"/>
              <a:gd name="T75" fmla="*/ 19050 h 44"/>
              <a:gd name="T76" fmla="*/ 130175 w 50"/>
              <a:gd name="T77" fmla="*/ 25400 h 44"/>
              <a:gd name="T78" fmla="*/ 123825 w 50"/>
              <a:gd name="T79" fmla="*/ 19050 h 44"/>
              <a:gd name="T80" fmla="*/ 117475 w 50"/>
              <a:gd name="T81" fmla="*/ 25400 h 44"/>
              <a:gd name="T82" fmla="*/ 107950 w 50"/>
              <a:gd name="T83" fmla="*/ 19050 h 44"/>
              <a:gd name="T84" fmla="*/ 101600 w 50"/>
              <a:gd name="T85" fmla="*/ 25400 h 44"/>
              <a:gd name="T86" fmla="*/ 12700 w 50"/>
              <a:gd name="T87" fmla="*/ 38100 h 44"/>
              <a:gd name="T88" fmla="*/ 12700 w 50"/>
              <a:gd name="T89" fmla="*/ 12700 h 44"/>
              <a:gd name="T90" fmla="*/ 146050 w 50"/>
              <a:gd name="T91" fmla="*/ 44450 h 44"/>
              <a:gd name="T92" fmla="*/ 146050 w 50"/>
              <a:gd name="T93" fmla="*/ 127000 h 4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0" h="44">
                <a:moveTo>
                  <a:pt x="2" y="0"/>
                </a:move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49" y="44"/>
                  <a:pt x="48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19" y="23"/>
                </a:moveTo>
                <a:cubicBezTo>
                  <a:pt x="19" y="23"/>
                  <a:pt x="19" y="23"/>
                  <a:pt x="19" y="23"/>
                </a:cubicBezTo>
                <a:cubicBezTo>
                  <a:pt x="19" y="24"/>
                  <a:pt x="19" y="25"/>
                  <a:pt x="18" y="25"/>
                </a:cubicBezTo>
                <a:cubicBezTo>
                  <a:pt x="18" y="25"/>
                  <a:pt x="17" y="24"/>
                  <a:pt x="17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4"/>
                  <a:pt x="13" y="25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4" y="26"/>
                  <a:pt x="14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8" y="26"/>
                  <a:pt x="18" y="26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8"/>
                  <a:pt x="19" y="28"/>
                </a:cubicBezTo>
                <a:cubicBezTo>
                  <a:pt x="19" y="29"/>
                  <a:pt x="19" y="30"/>
                  <a:pt x="19" y="31"/>
                </a:cubicBezTo>
                <a:cubicBezTo>
                  <a:pt x="19" y="32"/>
                  <a:pt x="18" y="33"/>
                  <a:pt x="17" y="33"/>
                </a:cubicBezTo>
                <a:cubicBezTo>
                  <a:pt x="14" y="33"/>
                  <a:pt x="14" y="33"/>
                  <a:pt x="14" y="33"/>
                </a:cubicBezTo>
                <a:cubicBezTo>
                  <a:pt x="13" y="33"/>
                  <a:pt x="12" y="33"/>
                  <a:pt x="12" y="32"/>
                </a:cubicBezTo>
                <a:cubicBezTo>
                  <a:pt x="11" y="32"/>
                  <a:pt x="11" y="31"/>
                  <a:pt x="11" y="31"/>
                </a:cubicBezTo>
                <a:cubicBezTo>
                  <a:pt x="11" y="30"/>
                  <a:pt x="12" y="29"/>
                  <a:pt x="12" y="29"/>
                </a:cubicBezTo>
                <a:cubicBezTo>
                  <a:pt x="13" y="29"/>
                  <a:pt x="13" y="30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1"/>
                  <a:pt x="14" y="31"/>
                  <a:pt x="14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0"/>
                  <a:pt x="17" y="29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2" y="28"/>
                  <a:pt x="11" y="27"/>
                  <a:pt x="11" y="26"/>
                </a:cubicBezTo>
                <a:cubicBezTo>
                  <a:pt x="11" y="25"/>
                  <a:pt x="11" y="24"/>
                  <a:pt x="11" y="23"/>
                </a:cubicBezTo>
                <a:cubicBezTo>
                  <a:pt x="11" y="23"/>
                  <a:pt x="11" y="22"/>
                  <a:pt x="12" y="22"/>
                </a:cubicBezTo>
                <a:cubicBezTo>
                  <a:pt x="12" y="21"/>
                  <a:pt x="13" y="21"/>
                  <a:pt x="14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8" y="21"/>
                  <a:pt x="19" y="22"/>
                  <a:pt x="19" y="23"/>
                </a:cubicBezTo>
                <a:close/>
                <a:moveTo>
                  <a:pt x="29" y="31"/>
                </a:move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30" y="31"/>
                  <a:pt x="30" y="32"/>
                </a:cubicBezTo>
                <a:cubicBezTo>
                  <a:pt x="30" y="33"/>
                  <a:pt x="29" y="33"/>
                  <a:pt x="29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1" y="33"/>
                  <a:pt x="21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29"/>
                  <a:pt x="21" y="25"/>
                  <a:pt x="21" y="22"/>
                </a:cubicBezTo>
                <a:cubicBezTo>
                  <a:pt x="21" y="21"/>
                  <a:pt x="22" y="21"/>
                  <a:pt x="22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30" y="21"/>
                  <a:pt x="30" y="22"/>
                </a:cubicBezTo>
                <a:cubicBezTo>
                  <a:pt x="30" y="23"/>
                  <a:pt x="29" y="23"/>
                  <a:pt x="29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6"/>
                  <a:pt x="24" y="26"/>
                  <a:pt x="24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8" y="26"/>
                  <a:pt x="29" y="26"/>
                  <a:pt x="29" y="27"/>
                </a:cubicBezTo>
                <a:cubicBezTo>
                  <a:pt x="29" y="28"/>
                  <a:pt x="28" y="28"/>
                  <a:pt x="27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31"/>
                  <a:pt x="24" y="31"/>
                  <a:pt x="24" y="31"/>
                </a:cubicBezTo>
                <a:cubicBezTo>
                  <a:pt x="29" y="31"/>
                  <a:pt x="29" y="31"/>
                  <a:pt x="29" y="31"/>
                </a:cubicBezTo>
                <a:close/>
                <a:moveTo>
                  <a:pt x="34" y="21"/>
                </a:moveTo>
                <a:cubicBezTo>
                  <a:pt x="34" y="21"/>
                  <a:pt x="34" y="21"/>
                  <a:pt x="34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8" y="21"/>
                  <a:pt x="38" y="21"/>
                  <a:pt x="39" y="22"/>
                </a:cubicBezTo>
                <a:cubicBezTo>
                  <a:pt x="39" y="22"/>
                  <a:pt x="39" y="22"/>
                  <a:pt x="39" y="22"/>
                </a:cubicBezTo>
                <a:cubicBezTo>
                  <a:pt x="39" y="22"/>
                  <a:pt x="39" y="23"/>
                  <a:pt x="39" y="23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2"/>
                  <a:pt x="39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8" y="33"/>
                  <a:pt x="38" y="33"/>
                  <a:pt x="37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3" y="33"/>
                  <a:pt x="32" y="33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1" y="32"/>
                  <a:pt x="31" y="31"/>
                  <a:pt x="31" y="31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3"/>
                  <a:pt x="31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1"/>
                  <a:pt x="33" y="21"/>
                  <a:pt x="34" y="21"/>
                </a:cubicBezTo>
                <a:close/>
                <a:moveTo>
                  <a:pt x="37" y="23"/>
                </a:moveTo>
                <a:cubicBezTo>
                  <a:pt x="37" y="23"/>
                  <a:pt x="37" y="23"/>
                  <a:pt x="37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3" y="31"/>
                  <a:pt x="34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lose/>
                <a:moveTo>
                  <a:pt x="43" y="6"/>
                </a:move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5" y="6"/>
                  <a:pt x="45" y="8"/>
                </a:cubicBezTo>
                <a:cubicBezTo>
                  <a:pt x="45" y="9"/>
                  <a:pt x="44" y="9"/>
                  <a:pt x="43" y="9"/>
                </a:cubicBezTo>
                <a:cubicBezTo>
                  <a:pt x="42" y="9"/>
                  <a:pt x="41" y="9"/>
                  <a:pt x="41" y="8"/>
                </a:cubicBezTo>
                <a:cubicBezTo>
                  <a:pt x="41" y="6"/>
                  <a:pt x="42" y="6"/>
                  <a:pt x="43" y="6"/>
                </a:cubicBezTo>
                <a:close/>
                <a:moveTo>
                  <a:pt x="39" y="6"/>
                </a:moveTo>
                <a:cubicBezTo>
                  <a:pt x="39" y="6"/>
                  <a:pt x="39" y="6"/>
                  <a:pt x="39" y="6"/>
                </a:cubicBezTo>
                <a:cubicBezTo>
                  <a:pt x="40" y="6"/>
                  <a:pt x="41" y="6"/>
                  <a:pt x="41" y="8"/>
                </a:cubicBezTo>
                <a:cubicBezTo>
                  <a:pt x="41" y="9"/>
                  <a:pt x="40" y="9"/>
                  <a:pt x="39" y="9"/>
                </a:cubicBezTo>
                <a:cubicBezTo>
                  <a:pt x="38" y="9"/>
                  <a:pt x="37" y="9"/>
                  <a:pt x="37" y="8"/>
                </a:cubicBezTo>
                <a:cubicBezTo>
                  <a:pt x="37" y="6"/>
                  <a:pt x="38" y="6"/>
                  <a:pt x="39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6"/>
                  <a:pt x="36" y="8"/>
                </a:cubicBezTo>
                <a:cubicBezTo>
                  <a:pt x="36" y="9"/>
                  <a:pt x="35" y="9"/>
                  <a:pt x="34" y="9"/>
                </a:cubicBezTo>
                <a:cubicBezTo>
                  <a:pt x="33" y="9"/>
                  <a:pt x="32" y="9"/>
                  <a:pt x="32" y="8"/>
                </a:cubicBezTo>
                <a:cubicBezTo>
                  <a:pt x="32" y="6"/>
                  <a:pt x="33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46" y="14"/>
                </a:moveTo>
                <a:cubicBezTo>
                  <a:pt x="46" y="14"/>
                  <a:pt x="46" y="14"/>
                  <a:pt x="46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40"/>
                  <a:pt x="4" y="40"/>
                  <a:pt x="4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14"/>
                  <a:pt x="46" y="14"/>
                  <a:pt x="46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02" name="Freeform 336">
            <a:extLst>
              <a:ext uri="{FF2B5EF4-FFF2-40B4-BE49-F238E27FC236}">
                <a16:creationId xmlns:a16="http://schemas.microsoft.com/office/drawing/2014/main" id="{93478AAF-2759-1931-7910-74955115B115}"/>
              </a:ext>
            </a:extLst>
          </p:cNvPr>
          <p:cNvSpPr>
            <a:spLocks noEditPoints="1"/>
          </p:cNvSpPr>
          <p:nvPr/>
        </p:nvSpPr>
        <p:spPr bwMode="auto">
          <a:xfrm>
            <a:off x="2035635" y="6064698"/>
            <a:ext cx="215900" cy="186267"/>
          </a:xfrm>
          <a:custGeom>
            <a:avLst/>
            <a:gdLst>
              <a:gd name="T0" fmla="*/ 161925 w 51"/>
              <a:gd name="T1" fmla="*/ 6350 h 44"/>
              <a:gd name="T2" fmla="*/ 155575 w 51"/>
              <a:gd name="T3" fmla="*/ 139700 h 44"/>
              <a:gd name="T4" fmla="*/ 0 w 51"/>
              <a:gd name="T5" fmla="*/ 133350 h 44"/>
              <a:gd name="T6" fmla="*/ 6350 w 51"/>
              <a:gd name="T7" fmla="*/ 0 h 44"/>
              <a:gd name="T8" fmla="*/ 82550 w 51"/>
              <a:gd name="T9" fmla="*/ 69850 h 44"/>
              <a:gd name="T10" fmla="*/ 82550 w 51"/>
              <a:gd name="T11" fmla="*/ 53975 h 44"/>
              <a:gd name="T12" fmla="*/ 101600 w 51"/>
              <a:gd name="T13" fmla="*/ 73025 h 44"/>
              <a:gd name="T14" fmla="*/ 95250 w 51"/>
              <a:gd name="T15" fmla="*/ 69850 h 44"/>
              <a:gd name="T16" fmla="*/ 107950 w 51"/>
              <a:gd name="T17" fmla="*/ 66675 h 44"/>
              <a:gd name="T18" fmla="*/ 114300 w 51"/>
              <a:gd name="T19" fmla="*/ 88900 h 44"/>
              <a:gd name="T20" fmla="*/ 120650 w 51"/>
              <a:gd name="T21" fmla="*/ 76200 h 44"/>
              <a:gd name="T22" fmla="*/ 114300 w 51"/>
              <a:gd name="T23" fmla="*/ 88900 h 44"/>
              <a:gd name="T24" fmla="*/ 114300 w 51"/>
              <a:gd name="T25" fmla="*/ 104775 h 44"/>
              <a:gd name="T26" fmla="*/ 130175 w 51"/>
              <a:gd name="T27" fmla="*/ 104775 h 44"/>
              <a:gd name="T28" fmla="*/ 44450 w 51"/>
              <a:gd name="T29" fmla="*/ 101600 h 44"/>
              <a:gd name="T30" fmla="*/ 44450 w 51"/>
              <a:gd name="T31" fmla="*/ 107950 h 44"/>
              <a:gd name="T32" fmla="*/ 34925 w 51"/>
              <a:gd name="T33" fmla="*/ 101600 h 44"/>
              <a:gd name="T34" fmla="*/ 50800 w 51"/>
              <a:gd name="T35" fmla="*/ 82550 h 44"/>
              <a:gd name="T36" fmla="*/ 38100 w 51"/>
              <a:gd name="T37" fmla="*/ 82550 h 44"/>
              <a:gd name="T38" fmla="*/ 50800 w 51"/>
              <a:gd name="T39" fmla="*/ 82550 h 44"/>
              <a:gd name="T40" fmla="*/ 63500 w 51"/>
              <a:gd name="T41" fmla="*/ 76200 h 44"/>
              <a:gd name="T42" fmla="*/ 57150 w 51"/>
              <a:gd name="T43" fmla="*/ 60325 h 44"/>
              <a:gd name="T44" fmla="*/ 98425 w 51"/>
              <a:gd name="T45" fmla="*/ 88900 h 44"/>
              <a:gd name="T46" fmla="*/ 95250 w 51"/>
              <a:gd name="T47" fmla="*/ 104775 h 44"/>
              <a:gd name="T48" fmla="*/ 92075 w 51"/>
              <a:gd name="T49" fmla="*/ 111125 h 44"/>
              <a:gd name="T50" fmla="*/ 69850 w 51"/>
              <a:gd name="T51" fmla="*/ 114300 h 44"/>
              <a:gd name="T52" fmla="*/ 73025 w 51"/>
              <a:gd name="T53" fmla="*/ 92075 h 44"/>
              <a:gd name="T54" fmla="*/ 98425 w 51"/>
              <a:gd name="T55" fmla="*/ 88900 h 44"/>
              <a:gd name="T56" fmla="*/ 88900 w 51"/>
              <a:gd name="T57" fmla="*/ 88900 h 44"/>
              <a:gd name="T58" fmla="*/ 76200 w 51"/>
              <a:gd name="T59" fmla="*/ 98425 h 44"/>
              <a:gd name="T60" fmla="*/ 76200 w 51"/>
              <a:gd name="T61" fmla="*/ 107950 h 44"/>
              <a:gd name="T62" fmla="*/ 85725 w 51"/>
              <a:gd name="T63" fmla="*/ 104775 h 44"/>
              <a:gd name="T64" fmla="*/ 88900 w 51"/>
              <a:gd name="T65" fmla="*/ 104775 h 44"/>
              <a:gd name="T66" fmla="*/ 146050 w 51"/>
              <a:gd name="T67" fmla="*/ 25400 h 44"/>
              <a:gd name="T68" fmla="*/ 139700 w 51"/>
              <a:gd name="T69" fmla="*/ 19050 h 44"/>
              <a:gd name="T70" fmla="*/ 130175 w 51"/>
              <a:gd name="T71" fmla="*/ 25400 h 44"/>
              <a:gd name="T72" fmla="*/ 123825 w 51"/>
              <a:gd name="T73" fmla="*/ 19050 h 44"/>
              <a:gd name="T74" fmla="*/ 114300 w 51"/>
              <a:gd name="T75" fmla="*/ 25400 h 44"/>
              <a:gd name="T76" fmla="*/ 107950 w 51"/>
              <a:gd name="T77" fmla="*/ 19050 h 44"/>
              <a:gd name="T78" fmla="*/ 149225 w 51"/>
              <a:gd name="T79" fmla="*/ 38100 h 44"/>
              <a:gd name="T80" fmla="*/ 12700 w 51"/>
              <a:gd name="T81" fmla="*/ 38100 h 44"/>
              <a:gd name="T82" fmla="*/ 12700 w 51"/>
              <a:gd name="T83" fmla="*/ 44450 h 44"/>
              <a:gd name="T84" fmla="*/ 149225 w 51"/>
              <a:gd name="T85" fmla="*/ 44450 h 4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1" h="44">
                <a:moveTo>
                  <a:pt x="2" y="0"/>
                </a:moveTo>
                <a:cubicBezTo>
                  <a:pt x="49" y="0"/>
                  <a:pt x="49" y="0"/>
                  <a:pt x="49" y="0"/>
                </a:cubicBezTo>
                <a:cubicBezTo>
                  <a:pt x="50" y="0"/>
                  <a:pt x="51" y="1"/>
                  <a:pt x="51" y="2"/>
                </a:cubicBezTo>
                <a:cubicBezTo>
                  <a:pt x="51" y="2"/>
                  <a:pt x="51" y="2"/>
                  <a:pt x="51" y="2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3"/>
                  <a:pt x="50" y="44"/>
                  <a:pt x="49" y="44"/>
                </a:cubicBezTo>
                <a:cubicBezTo>
                  <a:pt x="49" y="44"/>
                  <a:pt x="49" y="44"/>
                  <a:pt x="49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7" y="21"/>
                </a:moveTo>
                <a:cubicBezTo>
                  <a:pt x="27" y="21"/>
                  <a:pt x="27" y="21"/>
                  <a:pt x="27" y="21"/>
                </a:cubicBezTo>
                <a:cubicBezTo>
                  <a:pt x="27" y="22"/>
                  <a:pt x="26" y="22"/>
                  <a:pt x="26" y="22"/>
                </a:cubicBezTo>
                <a:cubicBezTo>
                  <a:pt x="25" y="22"/>
                  <a:pt x="24" y="22"/>
                  <a:pt x="24" y="21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5" y="17"/>
                  <a:pt x="26" y="17"/>
                </a:cubicBezTo>
                <a:cubicBezTo>
                  <a:pt x="26" y="17"/>
                  <a:pt x="27" y="18"/>
                  <a:pt x="27" y="18"/>
                </a:cubicBezTo>
                <a:cubicBezTo>
                  <a:pt x="27" y="21"/>
                  <a:pt x="27" y="21"/>
                  <a:pt x="27" y="21"/>
                </a:cubicBezTo>
                <a:close/>
                <a:moveTo>
                  <a:pt x="32" y="23"/>
                </a:moveTo>
                <a:cubicBezTo>
                  <a:pt x="32" y="23"/>
                  <a:pt x="32" y="23"/>
                  <a:pt x="32" y="23"/>
                </a:cubicBezTo>
                <a:cubicBezTo>
                  <a:pt x="32" y="24"/>
                  <a:pt x="31" y="24"/>
                  <a:pt x="31" y="24"/>
                </a:cubicBezTo>
                <a:cubicBezTo>
                  <a:pt x="30" y="23"/>
                  <a:pt x="30" y="23"/>
                  <a:pt x="30" y="22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19"/>
                  <a:pt x="33" y="19"/>
                  <a:pt x="33" y="19"/>
                </a:cubicBezTo>
                <a:cubicBezTo>
                  <a:pt x="34" y="19"/>
                  <a:pt x="34" y="20"/>
                  <a:pt x="34" y="21"/>
                </a:cubicBezTo>
                <a:cubicBezTo>
                  <a:pt x="32" y="23"/>
                  <a:pt x="32" y="23"/>
                  <a:pt x="32" y="23"/>
                </a:cubicBezTo>
                <a:close/>
                <a:moveTo>
                  <a:pt x="36" y="28"/>
                </a:move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5" y="28"/>
                  <a:pt x="35" y="27"/>
                </a:cubicBezTo>
                <a:cubicBezTo>
                  <a:pt x="34" y="27"/>
                  <a:pt x="35" y="26"/>
                  <a:pt x="35" y="26"/>
                </a:cubicBezTo>
                <a:cubicBezTo>
                  <a:pt x="38" y="24"/>
                  <a:pt x="38" y="24"/>
                  <a:pt x="38" y="24"/>
                </a:cubicBezTo>
                <a:cubicBezTo>
                  <a:pt x="38" y="24"/>
                  <a:pt x="39" y="24"/>
                  <a:pt x="39" y="25"/>
                </a:cubicBezTo>
                <a:cubicBezTo>
                  <a:pt x="40" y="25"/>
                  <a:pt x="39" y="26"/>
                  <a:pt x="39" y="26"/>
                </a:cubicBezTo>
                <a:cubicBezTo>
                  <a:pt x="36" y="28"/>
                  <a:pt x="36" y="28"/>
                  <a:pt x="36" y="28"/>
                </a:cubicBezTo>
                <a:close/>
                <a:moveTo>
                  <a:pt x="37" y="34"/>
                </a:move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6" y="33"/>
                  <a:pt x="36" y="33"/>
                </a:cubicBezTo>
                <a:cubicBezTo>
                  <a:pt x="36" y="32"/>
                  <a:pt x="37" y="32"/>
                  <a:pt x="37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41" y="32"/>
                  <a:pt x="41" y="32"/>
                  <a:pt x="41" y="33"/>
                </a:cubicBezTo>
                <a:cubicBezTo>
                  <a:pt x="41" y="33"/>
                  <a:pt x="41" y="34"/>
                  <a:pt x="40" y="34"/>
                </a:cubicBezTo>
                <a:cubicBezTo>
                  <a:pt x="37" y="34"/>
                  <a:pt x="37" y="34"/>
                  <a:pt x="37" y="34"/>
                </a:cubicBezTo>
                <a:close/>
                <a:moveTo>
                  <a:pt x="14" y="32"/>
                </a:moveTo>
                <a:cubicBezTo>
                  <a:pt x="14" y="32"/>
                  <a:pt x="14" y="32"/>
                  <a:pt x="14" y="32"/>
                </a:cubicBezTo>
                <a:cubicBezTo>
                  <a:pt x="14" y="32"/>
                  <a:pt x="15" y="32"/>
                  <a:pt x="15" y="33"/>
                </a:cubicBezTo>
                <a:cubicBezTo>
                  <a:pt x="15" y="33"/>
                  <a:pt x="14" y="34"/>
                  <a:pt x="14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0" y="34"/>
                  <a:pt x="10" y="33"/>
                  <a:pt x="10" y="33"/>
                </a:cubicBezTo>
                <a:cubicBezTo>
                  <a:pt x="10" y="32"/>
                  <a:pt x="10" y="32"/>
                  <a:pt x="11" y="32"/>
                </a:cubicBezTo>
                <a:cubicBezTo>
                  <a:pt x="14" y="32"/>
                  <a:pt x="14" y="32"/>
                  <a:pt x="14" y="32"/>
                </a:cubicBezTo>
                <a:close/>
                <a:moveTo>
                  <a:pt x="16" y="26"/>
                </a:moveTo>
                <a:cubicBezTo>
                  <a:pt x="16" y="26"/>
                  <a:pt x="16" y="26"/>
                  <a:pt x="16" y="26"/>
                </a:cubicBezTo>
                <a:cubicBezTo>
                  <a:pt x="17" y="26"/>
                  <a:pt x="17" y="27"/>
                  <a:pt x="16" y="27"/>
                </a:cubicBezTo>
                <a:cubicBezTo>
                  <a:pt x="16" y="28"/>
                  <a:pt x="15" y="28"/>
                  <a:pt x="15" y="28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2" y="25"/>
                  <a:pt x="12" y="25"/>
                </a:cubicBezTo>
                <a:cubicBezTo>
                  <a:pt x="12" y="24"/>
                  <a:pt x="13" y="24"/>
                  <a:pt x="13" y="24"/>
                </a:cubicBezTo>
                <a:cubicBezTo>
                  <a:pt x="16" y="26"/>
                  <a:pt x="16" y="26"/>
                  <a:pt x="16" y="26"/>
                </a:cubicBezTo>
                <a:close/>
                <a:moveTo>
                  <a:pt x="21" y="22"/>
                </a:moveTo>
                <a:cubicBezTo>
                  <a:pt x="21" y="22"/>
                  <a:pt x="21" y="22"/>
                  <a:pt x="21" y="22"/>
                </a:cubicBezTo>
                <a:cubicBezTo>
                  <a:pt x="21" y="23"/>
                  <a:pt x="21" y="23"/>
                  <a:pt x="20" y="24"/>
                </a:cubicBezTo>
                <a:cubicBezTo>
                  <a:pt x="20" y="24"/>
                  <a:pt x="19" y="24"/>
                  <a:pt x="19" y="23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20"/>
                  <a:pt x="17" y="19"/>
                  <a:pt x="18" y="19"/>
                </a:cubicBezTo>
                <a:cubicBezTo>
                  <a:pt x="18" y="19"/>
                  <a:pt x="19" y="19"/>
                  <a:pt x="19" y="20"/>
                </a:cubicBezTo>
                <a:cubicBezTo>
                  <a:pt x="21" y="22"/>
                  <a:pt x="21" y="22"/>
                  <a:pt x="21" y="22"/>
                </a:cubicBezTo>
                <a:close/>
                <a:moveTo>
                  <a:pt x="31" y="28"/>
                </a:moveTo>
                <a:cubicBezTo>
                  <a:pt x="31" y="28"/>
                  <a:pt x="31" y="28"/>
                  <a:pt x="31" y="28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4"/>
                  <a:pt x="30" y="34"/>
                  <a:pt x="30" y="34"/>
                </a:cubicBezTo>
                <a:cubicBezTo>
                  <a:pt x="30" y="34"/>
                  <a:pt x="29" y="35"/>
                  <a:pt x="29" y="35"/>
                </a:cubicBezTo>
                <a:cubicBezTo>
                  <a:pt x="29" y="35"/>
                  <a:pt x="29" y="35"/>
                  <a:pt x="29" y="35"/>
                </a:cubicBezTo>
                <a:cubicBezTo>
                  <a:pt x="29" y="36"/>
                  <a:pt x="28" y="36"/>
                  <a:pt x="27" y="37"/>
                </a:cubicBezTo>
                <a:cubicBezTo>
                  <a:pt x="26" y="37"/>
                  <a:pt x="25" y="37"/>
                  <a:pt x="24" y="37"/>
                </a:cubicBezTo>
                <a:cubicBezTo>
                  <a:pt x="23" y="37"/>
                  <a:pt x="23" y="36"/>
                  <a:pt x="22" y="36"/>
                </a:cubicBezTo>
                <a:cubicBezTo>
                  <a:pt x="22" y="36"/>
                  <a:pt x="22" y="36"/>
                  <a:pt x="22" y="36"/>
                </a:cubicBezTo>
                <a:cubicBezTo>
                  <a:pt x="21" y="35"/>
                  <a:pt x="21" y="33"/>
                  <a:pt x="21" y="31"/>
                </a:cubicBezTo>
                <a:cubicBezTo>
                  <a:pt x="22" y="30"/>
                  <a:pt x="22" y="30"/>
                  <a:pt x="23" y="29"/>
                </a:cubicBezTo>
                <a:cubicBezTo>
                  <a:pt x="27" y="26"/>
                  <a:pt x="27" y="26"/>
                  <a:pt x="27" y="26"/>
                </a:cubicBezTo>
                <a:cubicBezTo>
                  <a:pt x="28" y="24"/>
                  <a:pt x="31" y="26"/>
                  <a:pt x="31" y="28"/>
                </a:cubicBezTo>
                <a:cubicBezTo>
                  <a:pt x="31" y="28"/>
                  <a:pt x="31" y="28"/>
                  <a:pt x="31" y="28"/>
                </a:cubicBezTo>
                <a:close/>
                <a:moveTo>
                  <a:pt x="28" y="33"/>
                </a:moveTo>
                <a:cubicBezTo>
                  <a:pt x="28" y="33"/>
                  <a:pt x="28" y="33"/>
                  <a:pt x="28" y="33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2"/>
                  <a:pt x="23" y="32"/>
                </a:cubicBezTo>
                <a:cubicBezTo>
                  <a:pt x="23" y="33"/>
                  <a:pt x="23" y="34"/>
                  <a:pt x="24" y="34"/>
                </a:cubicBezTo>
                <a:cubicBezTo>
                  <a:pt x="24" y="34"/>
                  <a:pt x="24" y="34"/>
                  <a:pt x="24" y="34"/>
                </a:cubicBezTo>
                <a:cubicBezTo>
                  <a:pt x="24" y="35"/>
                  <a:pt x="25" y="35"/>
                  <a:pt x="26" y="35"/>
                </a:cubicBezTo>
                <a:cubicBezTo>
                  <a:pt x="27" y="34"/>
                  <a:pt x="27" y="34"/>
                  <a:pt x="27" y="33"/>
                </a:cubicBezTo>
                <a:cubicBezTo>
                  <a:pt x="27" y="33"/>
                  <a:pt x="27" y="33"/>
                  <a:pt x="28" y="33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3"/>
                  <a:pt x="28" y="33"/>
                  <a:pt x="28" y="33"/>
                </a:cubicBezTo>
                <a:close/>
                <a:moveTo>
                  <a:pt x="44" y="6"/>
                </a:move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6" y="7"/>
                  <a:pt x="46" y="8"/>
                </a:cubicBezTo>
                <a:cubicBezTo>
                  <a:pt x="46" y="9"/>
                  <a:pt x="45" y="10"/>
                  <a:pt x="44" y="10"/>
                </a:cubicBezTo>
                <a:cubicBezTo>
                  <a:pt x="43" y="10"/>
                  <a:pt x="42" y="9"/>
                  <a:pt x="42" y="8"/>
                </a:cubicBezTo>
                <a:cubicBezTo>
                  <a:pt x="42" y="7"/>
                  <a:pt x="43" y="6"/>
                  <a:pt x="44" y="6"/>
                </a:cubicBezTo>
                <a:close/>
                <a:moveTo>
                  <a:pt x="39" y="6"/>
                </a:moveTo>
                <a:cubicBezTo>
                  <a:pt x="39" y="6"/>
                  <a:pt x="39" y="6"/>
                  <a:pt x="39" y="6"/>
                </a:cubicBezTo>
                <a:cubicBezTo>
                  <a:pt x="40" y="6"/>
                  <a:pt x="41" y="7"/>
                  <a:pt x="41" y="8"/>
                </a:cubicBezTo>
                <a:cubicBezTo>
                  <a:pt x="41" y="9"/>
                  <a:pt x="40" y="10"/>
                  <a:pt x="39" y="10"/>
                </a:cubicBezTo>
                <a:cubicBezTo>
                  <a:pt x="38" y="10"/>
                  <a:pt x="37" y="9"/>
                  <a:pt x="37" y="8"/>
                </a:cubicBezTo>
                <a:cubicBezTo>
                  <a:pt x="37" y="7"/>
                  <a:pt x="38" y="6"/>
                  <a:pt x="39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7"/>
                  <a:pt x="36" y="8"/>
                </a:cubicBezTo>
                <a:cubicBezTo>
                  <a:pt x="36" y="9"/>
                  <a:pt x="35" y="10"/>
                  <a:pt x="34" y="10"/>
                </a:cubicBezTo>
                <a:cubicBezTo>
                  <a:pt x="33" y="10"/>
                  <a:pt x="32" y="9"/>
                  <a:pt x="32" y="8"/>
                </a:cubicBezTo>
                <a:cubicBezTo>
                  <a:pt x="32" y="7"/>
                  <a:pt x="33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4"/>
                  <a:pt x="47" y="4"/>
                  <a:pt x="4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47" y="14"/>
                </a:moveTo>
                <a:cubicBezTo>
                  <a:pt x="47" y="14"/>
                  <a:pt x="47" y="14"/>
                  <a:pt x="47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40"/>
                  <a:pt x="4" y="40"/>
                  <a:pt x="4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47" y="14"/>
                  <a:pt x="47" y="14"/>
                  <a:pt x="47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03" name="Freeform 337">
            <a:extLst>
              <a:ext uri="{FF2B5EF4-FFF2-40B4-BE49-F238E27FC236}">
                <a16:creationId xmlns:a16="http://schemas.microsoft.com/office/drawing/2014/main" id="{08A2B8B8-2376-EF01-F44B-19B0B790CAE1}"/>
              </a:ext>
            </a:extLst>
          </p:cNvPr>
          <p:cNvSpPr>
            <a:spLocks noEditPoints="1"/>
          </p:cNvSpPr>
          <p:nvPr/>
        </p:nvSpPr>
        <p:spPr bwMode="auto">
          <a:xfrm>
            <a:off x="2780701" y="6064698"/>
            <a:ext cx="213784" cy="186267"/>
          </a:xfrm>
          <a:custGeom>
            <a:avLst/>
            <a:gdLst>
              <a:gd name="T0" fmla="*/ 160338 w 50"/>
              <a:gd name="T1" fmla="*/ 6350 h 44"/>
              <a:gd name="T2" fmla="*/ 153924 w 50"/>
              <a:gd name="T3" fmla="*/ 139700 h 44"/>
              <a:gd name="T4" fmla="*/ 0 w 50"/>
              <a:gd name="T5" fmla="*/ 133350 h 44"/>
              <a:gd name="T6" fmla="*/ 6414 w 50"/>
              <a:gd name="T7" fmla="*/ 0 h 44"/>
              <a:gd name="T8" fmla="*/ 22447 w 50"/>
              <a:gd name="T9" fmla="*/ 123825 h 44"/>
              <a:gd name="T10" fmla="*/ 35274 w 50"/>
              <a:gd name="T11" fmla="*/ 117475 h 44"/>
              <a:gd name="T12" fmla="*/ 35274 w 50"/>
              <a:gd name="T13" fmla="*/ 111125 h 44"/>
              <a:gd name="T14" fmla="*/ 32068 w 50"/>
              <a:gd name="T15" fmla="*/ 98425 h 44"/>
              <a:gd name="T16" fmla="*/ 54515 w 50"/>
              <a:gd name="T17" fmla="*/ 85725 h 44"/>
              <a:gd name="T18" fmla="*/ 60928 w 50"/>
              <a:gd name="T19" fmla="*/ 88900 h 44"/>
              <a:gd name="T20" fmla="*/ 70549 w 50"/>
              <a:gd name="T21" fmla="*/ 73025 h 44"/>
              <a:gd name="T22" fmla="*/ 96203 w 50"/>
              <a:gd name="T23" fmla="*/ 79375 h 44"/>
              <a:gd name="T24" fmla="*/ 99410 w 50"/>
              <a:gd name="T25" fmla="*/ 88900 h 44"/>
              <a:gd name="T26" fmla="*/ 105823 w 50"/>
              <a:gd name="T27" fmla="*/ 85725 h 44"/>
              <a:gd name="T28" fmla="*/ 131477 w 50"/>
              <a:gd name="T29" fmla="*/ 98425 h 44"/>
              <a:gd name="T30" fmla="*/ 128270 w 50"/>
              <a:gd name="T31" fmla="*/ 114300 h 44"/>
              <a:gd name="T32" fmla="*/ 134684 w 50"/>
              <a:gd name="T33" fmla="*/ 117475 h 44"/>
              <a:gd name="T34" fmla="*/ 141097 w 50"/>
              <a:gd name="T35" fmla="*/ 127000 h 44"/>
              <a:gd name="T36" fmla="*/ 12827 w 50"/>
              <a:gd name="T37" fmla="*/ 44450 h 44"/>
              <a:gd name="T38" fmla="*/ 118650 w 50"/>
              <a:gd name="T39" fmla="*/ 127000 h 44"/>
              <a:gd name="T40" fmla="*/ 115443 w 50"/>
              <a:gd name="T41" fmla="*/ 120650 h 44"/>
              <a:gd name="T42" fmla="*/ 112237 w 50"/>
              <a:gd name="T43" fmla="*/ 107950 h 44"/>
              <a:gd name="T44" fmla="*/ 109030 w 50"/>
              <a:gd name="T45" fmla="*/ 101600 h 44"/>
              <a:gd name="T46" fmla="*/ 96203 w 50"/>
              <a:gd name="T47" fmla="*/ 98425 h 44"/>
              <a:gd name="T48" fmla="*/ 83376 w 50"/>
              <a:gd name="T49" fmla="*/ 92075 h 44"/>
              <a:gd name="T50" fmla="*/ 76962 w 50"/>
              <a:gd name="T51" fmla="*/ 92075 h 44"/>
              <a:gd name="T52" fmla="*/ 67342 w 50"/>
              <a:gd name="T53" fmla="*/ 98425 h 44"/>
              <a:gd name="T54" fmla="*/ 51308 w 50"/>
              <a:gd name="T55" fmla="*/ 98425 h 44"/>
              <a:gd name="T56" fmla="*/ 48101 w 50"/>
              <a:gd name="T57" fmla="*/ 114300 h 44"/>
              <a:gd name="T58" fmla="*/ 44895 w 50"/>
              <a:gd name="T59" fmla="*/ 123825 h 44"/>
              <a:gd name="T60" fmla="*/ 60928 w 50"/>
              <a:gd name="T61" fmla="*/ 114300 h 44"/>
              <a:gd name="T62" fmla="*/ 102616 w 50"/>
              <a:gd name="T63" fmla="*/ 114300 h 44"/>
              <a:gd name="T64" fmla="*/ 102616 w 50"/>
              <a:gd name="T65" fmla="*/ 127000 h 44"/>
              <a:gd name="T66" fmla="*/ 80169 w 50"/>
              <a:gd name="T67" fmla="*/ 111125 h 44"/>
              <a:gd name="T68" fmla="*/ 102616 w 50"/>
              <a:gd name="T69" fmla="*/ 127000 h 44"/>
              <a:gd name="T70" fmla="*/ 144304 w 50"/>
              <a:gd name="T71" fmla="*/ 25400 h 44"/>
              <a:gd name="T72" fmla="*/ 141097 w 50"/>
              <a:gd name="T73" fmla="*/ 19050 h 44"/>
              <a:gd name="T74" fmla="*/ 131477 w 50"/>
              <a:gd name="T75" fmla="*/ 25400 h 44"/>
              <a:gd name="T76" fmla="*/ 125064 w 50"/>
              <a:gd name="T77" fmla="*/ 19050 h 44"/>
              <a:gd name="T78" fmla="*/ 115443 w 50"/>
              <a:gd name="T79" fmla="*/ 25400 h 44"/>
              <a:gd name="T80" fmla="*/ 109030 w 50"/>
              <a:gd name="T81" fmla="*/ 19050 h 44"/>
              <a:gd name="T82" fmla="*/ 150718 w 50"/>
              <a:gd name="T83" fmla="*/ 38100 h 44"/>
              <a:gd name="T84" fmla="*/ 12827 w 50"/>
              <a:gd name="T85" fmla="*/ 38100 h 4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0" h="44">
                <a:moveTo>
                  <a:pt x="2" y="0"/>
                </a:moveTo>
                <a:cubicBezTo>
                  <a:pt x="48" y="0"/>
                  <a:pt x="48" y="0"/>
                  <a:pt x="48" y="0"/>
                </a:cubicBezTo>
                <a:cubicBezTo>
                  <a:pt x="50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50" y="44"/>
                  <a:pt x="48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7" y="40"/>
                </a:moveTo>
                <a:cubicBezTo>
                  <a:pt x="7" y="40"/>
                  <a:pt x="7" y="40"/>
                  <a:pt x="7" y="40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8"/>
                  <a:pt x="7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5"/>
                  <a:pt x="11" y="35"/>
                </a:cubicBezTo>
                <a:cubicBezTo>
                  <a:pt x="10" y="34"/>
                  <a:pt x="10" y="34"/>
                  <a:pt x="10" y="34"/>
                </a:cubicBezTo>
                <a:cubicBezTo>
                  <a:pt x="9" y="33"/>
                  <a:pt x="9" y="32"/>
                  <a:pt x="10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4" y="27"/>
                  <a:pt x="14" y="27"/>
                  <a:pt x="14" y="27"/>
                </a:cubicBezTo>
                <a:cubicBezTo>
                  <a:pt x="15" y="26"/>
                  <a:pt x="16" y="26"/>
                  <a:pt x="17" y="27"/>
                </a:cubicBezTo>
                <a:cubicBezTo>
                  <a:pt x="18" y="28"/>
                  <a:pt x="18" y="28"/>
                  <a:pt x="18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20" y="28"/>
                  <a:pt x="20" y="27"/>
                  <a:pt x="20" y="27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4"/>
                  <a:pt x="21" y="23"/>
                  <a:pt x="22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8" y="23"/>
                  <a:pt x="28" y="23"/>
                  <a:pt x="28" y="23"/>
                </a:cubicBezTo>
                <a:cubicBezTo>
                  <a:pt x="29" y="23"/>
                  <a:pt x="30" y="24"/>
                  <a:pt x="30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7"/>
                  <a:pt x="30" y="27"/>
                  <a:pt x="30" y="27"/>
                </a:cubicBezTo>
                <a:cubicBezTo>
                  <a:pt x="31" y="27"/>
                  <a:pt x="31" y="28"/>
                  <a:pt x="31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3" y="27"/>
                  <a:pt x="33" y="27"/>
                  <a:pt x="33" y="27"/>
                </a:cubicBezTo>
                <a:cubicBezTo>
                  <a:pt x="34" y="26"/>
                  <a:pt x="35" y="26"/>
                  <a:pt x="36" y="27"/>
                </a:cubicBezTo>
                <a:cubicBezTo>
                  <a:pt x="36" y="27"/>
                  <a:pt x="36" y="27"/>
                  <a:pt x="36" y="27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32"/>
                  <a:pt x="41" y="33"/>
                  <a:pt x="41" y="34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6"/>
                  <a:pt x="39" y="36"/>
                  <a:pt x="40" y="36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6"/>
                  <a:pt x="40" y="37"/>
                  <a:pt x="40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3" y="37"/>
                  <a:pt x="44" y="38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40"/>
                  <a:pt x="44" y="40"/>
                  <a:pt x="44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47" y="14"/>
                  <a:pt x="47" y="14"/>
                  <a:pt x="47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40"/>
                  <a:pt x="4" y="40"/>
                  <a:pt x="4" y="40"/>
                </a:cubicBezTo>
                <a:cubicBezTo>
                  <a:pt x="7" y="40"/>
                  <a:pt x="7" y="40"/>
                  <a:pt x="7" y="40"/>
                </a:cubicBezTo>
                <a:close/>
                <a:moveTo>
                  <a:pt x="37" y="40"/>
                </a:moveTo>
                <a:cubicBezTo>
                  <a:pt x="37" y="40"/>
                  <a:pt x="37" y="40"/>
                  <a:pt x="37" y="40"/>
                </a:cubicBezTo>
                <a:cubicBezTo>
                  <a:pt x="37" y="40"/>
                  <a:pt x="37" y="40"/>
                  <a:pt x="37" y="39"/>
                </a:cubicBezTo>
                <a:cubicBezTo>
                  <a:pt x="36" y="39"/>
                  <a:pt x="36" y="38"/>
                  <a:pt x="36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7"/>
                  <a:pt x="35" y="36"/>
                  <a:pt x="35" y="36"/>
                </a:cubicBezTo>
                <a:cubicBezTo>
                  <a:pt x="35" y="35"/>
                  <a:pt x="35" y="34"/>
                  <a:pt x="35" y="34"/>
                </a:cubicBezTo>
                <a:cubicBezTo>
                  <a:pt x="37" y="32"/>
                  <a:pt x="37" y="32"/>
                  <a:pt x="37" y="32"/>
                </a:cubicBezTo>
                <a:cubicBezTo>
                  <a:pt x="35" y="31"/>
                  <a:pt x="35" y="31"/>
                  <a:pt x="35" y="31"/>
                </a:cubicBezTo>
                <a:cubicBezTo>
                  <a:pt x="34" y="32"/>
                  <a:pt x="34" y="32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3" y="32"/>
                  <a:pt x="32" y="33"/>
                  <a:pt x="31" y="32"/>
                </a:cubicBezTo>
                <a:cubicBezTo>
                  <a:pt x="31" y="32"/>
                  <a:pt x="30" y="32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29" y="31"/>
                  <a:pt x="29" y="31"/>
                  <a:pt x="28" y="31"/>
                </a:cubicBezTo>
                <a:cubicBezTo>
                  <a:pt x="27" y="31"/>
                  <a:pt x="26" y="30"/>
                  <a:pt x="26" y="29"/>
                </a:cubicBezTo>
                <a:cubicBezTo>
                  <a:pt x="26" y="27"/>
                  <a:pt x="26" y="27"/>
                  <a:pt x="26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30"/>
                  <a:pt x="23" y="31"/>
                  <a:pt x="23" y="31"/>
                </a:cubicBezTo>
                <a:cubicBezTo>
                  <a:pt x="22" y="31"/>
                  <a:pt x="21" y="31"/>
                  <a:pt x="21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0" y="32"/>
                  <a:pt x="20" y="32"/>
                  <a:pt x="19" y="32"/>
                </a:cubicBezTo>
                <a:cubicBezTo>
                  <a:pt x="18" y="33"/>
                  <a:pt x="17" y="33"/>
                  <a:pt x="17" y="32"/>
                </a:cubicBezTo>
                <a:cubicBezTo>
                  <a:pt x="16" y="31"/>
                  <a:pt x="16" y="31"/>
                  <a:pt x="16" y="31"/>
                </a:cubicBezTo>
                <a:cubicBezTo>
                  <a:pt x="14" y="32"/>
                  <a:pt x="14" y="32"/>
                  <a:pt x="14" y="32"/>
                </a:cubicBezTo>
                <a:cubicBezTo>
                  <a:pt x="15" y="34"/>
                  <a:pt x="15" y="34"/>
                  <a:pt x="15" y="34"/>
                </a:cubicBezTo>
                <a:cubicBezTo>
                  <a:pt x="16" y="34"/>
                  <a:pt x="16" y="35"/>
                  <a:pt x="15" y="36"/>
                </a:cubicBezTo>
                <a:cubicBezTo>
                  <a:pt x="15" y="36"/>
                  <a:pt x="15" y="37"/>
                  <a:pt x="15" y="37"/>
                </a:cubicBezTo>
                <a:cubicBezTo>
                  <a:pt x="14" y="38"/>
                  <a:pt x="14" y="38"/>
                  <a:pt x="14" y="38"/>
                </a:cubicBezTo>
                <a:cubicBezTo>
                  <a:pt x="14" y="38"/>
                  <a:pt x="14" y="39"/>
                  <a:pt x="14" y="39"/>
                </a:cubicBezTo>
                <a:cubicBezTo>
                  <a:pt x="14" y="40"/>
                  <a:pt x="14" y="40"/>
                  <a:pt x="13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17" y="39"/>
                  <a:pt x="18" y="37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21" y="34"/>
                  <a:pt x="23" y="33"/>
                  <a:pt x="25" y="33"/>
                </a:cubicBezTo>
                <a:cubicBezTo>
                  <a:pt x="28" y="33"/>
                  <a:pt x="30" y="34"/>
                  <a:pt x="32" y="36"/>
                </a:cubicBezTo>
                <a:cubicBezTo>
                  <a:pt x="33" y="37"/>
                  <a:pt x="34" y="39"/>
                  <a:pt x="34" y="40"/>
                </a:cubicBezTo>
                <a:cubicBezTo>
                  <a:pt x="37" y="40"/>
                  <a:pt x="37" y="40"/>
                  <a:pt x="37" y="40"/>
                </a:cubicBezTo>
                <a:close/>
                <a:moveTo>
                  <a:pt x="32" y="40"/>
                </a:moveTo>
                <a:cubicBezTo>
                  <a:pt x="32" y="40"/>
                  <a:pt x="32" y="40"/>
                  <a:pt x="32" y="40"/>
                </a:cubicBezTo>
                <a:cubicBezTo>
                  <a:pt x="31" y="39"/>
                  <a:pt x="31" y="38"/>
                  <a:pt x="30" y="37"/>
                </a:cubicBezTo>
                <a:cubicBezTo>
                  <a:pt x="29" y="36"/>
                  <a:pt x="27" y="35"/>
                  <a:pt x="25" y="35"/>
                </a:cubicBezTo>
                <a:cubicBezTo>
                  <a:pt x="23" y="35"/>
                  <a:pt x="22" y="36"/>
                  <a:pt x="21" y="37"/>
                </a:cubicBezTo>
                <a:cubicBezTo>
                  <a:pt x="20" y="38"/>
                  <a:pt x="19" y="39"/>
                  <a:pt x="19" y="40"/>
                </a:cubicBezTo>
                <a:cubicBezTo>
                  <a:pt x="32" y="40"/>
                  <a:pt x="32" y="40"/>
                  <a:pt x="32" y="40"/>
                </a:cubicBezTo>
                <a:close/>
                <a:moveTo>
                  <a:pt x="44" y="6"/>
                </a:move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5" y="7"/>
                  <a:pt x="45" y="8"/>
                </a:cubicBezTo>
                <a:cubicBezTo>
                  <a:pt x="45" y="9"/>
                  <a:pt x="45" y="10"/>
                  <a:pt x="44" y="10"/>
                </a:cubicBezTo>
                <a:cubicBezTo>
                  <a:pt x="42" y="10"/>
                  <a:pt x="42" y="9"/>
                  <a:pt x="42" y="8"/>
                </a:cubicBezTo>
                <a:cubicBezTo>
                  <a:pt x="42" y="7"/>
                  <a:pt x="42" y="6"/>
                  <a:pt x="44" y="6"/>
                </a:cubicBezTo>
                <a:close/>
                <a:moveTo>
                  <a:pt x="39" y="6"/>
                </a:moveTo>
                <a:cubicBezTo>
                  <a:pt x="39" y="6"/>
                  <a:pt x="39" y="6"/>
                  <a:pt x="39" y="6"/>
                </a:cubicBezTo>
                <a:cubicBezTo>
                  <a:pt x="40" y="6"/>
                  <a:pt x="41" y="7"/>
                  <a:pt x="41" y="8"/>
                </a:cubicBezTo>
                <a:cubicBezTo>
                  <a:pt x="41" y="9"/>
                  <a:pt x="40" y="10"/>
                  <a:pt x="39" y="10"/>
                </a:cubicBezTo>
                <a:cubicBezTo>
                  <a:pt x="38" y="10"/>
                  <a:pt x="37" y="9"/>
                  <a:pt x="37" y="8"/>
                </a:cubicBezTo>
                <a:cubicBezTo>
                  <a:pt x="37" y="7"/>
                  <a:pt x="38" y="6"/>
                  <a:pt x="39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7"/>
                  <a:pt x="36" y="8"/>
                </a:cubicBezTo>
                <a:cubicBezTo>
                  <a:pt x="36" y="9"/>
                  <a:pt x="35" y="10"/>
                  <a:pt x="34" y="10"/>
                </a:cubicBezTo>
                <a:cubicBezTo>
                  <a:pt x="33" y="10"/>
                  <a:pt x="32" y="9"/>
                  <a:pt x="32" y="8"/>
                </a:cubicBezTo>
                <a:cubicBezTo>
                  <a:pt x="32" y="7"/>
                  <a:pt x="33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4"/>
                  <a:pt x="47" y="4"/>
                  <a:pt x="47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04" name="Freeform 338">
            <a:extLst>
              <a:ext uri="{FF2B5EF4-FFF2-40B4-BE49-F238E27FC236}">
                <a16:creationId xmlns:a16="http://schemas.microsoft.com/office/drawing/2014/main" id="{3267497D-9F5E-F071-4FEF-26B7950C3CFF}"/>
              </a:ext>
            </a:extLst>
          </p:cNvPr>
          <p:cNvSpPr>
            <a:spLocks noEditPoints="1"/>
          </p:cNvSpPr>
          <p:nvPr/>
        </p:nvSpPr>
        <p:spPr bwMode="auto">
          <a:xfrm>
            <a:off x="7678667" y="5656181"/>
            <a:ext cx="211667" cy="190500"/>
          </a:xfrm>
          <a:custGeom>
            <a:avLst/>
            <a:gdLst>
              <a:gd name="T0" fmla="*/ 6350 w 50"/>
              <a:gd name="T1" fmla="*/ 0 h 45"/>
              <a:gd name="T2" fmla="*/ 152400 w 50"/>
              <a:gd name="T3" fmla="*/ 0 h 45"/>
              <a:gd name="T4" fmla="*/ 158750 w 50"/>
              <a:gd name="T5" fmla="*/ 6350 h 45"/>
              <a:gd name="T6" fmla="*/ 158750 w 50"/>
              <a:gd name="T7" fmla="*/ 6350 h 45"/>
              <a:gd name="T8" fmla="*/ 158750 w 50"/>
              <a:gd name="T9" fmla="*/ 136525 h 45"/>
              <a:gd name="T10" fmla="*/ 152400 w 50"/>
              <a:gd name="T11" fmla="*/ 142875 h 45"/>
              <a:gd name="T12" fmla="*/ 152400 w 50"/>
              <a:gd name="T13" fmla="*/ 142875 h 45"/>
              <a:gd name="T14" fmla="*/ 6350 w 50"/>
              <a:gd name="T15" fmla="*/ 142875 h 45"/>
              <a:gd name="T16" fmla="*/ 0 w 50"/>
              <a:gd name="T17" fmla="*/ 136525 h 45"/>
              <a:gd name="T18" fmla="*/ 0 w 50"/>
              <a:gd name="T19" fmla="*/ 136525 h 45"/>
              <a:gd name="T20" fmla="*/ 0 w 50"/>
              <a:gd name="T21" fmla="*/ 6350 h 45"/>
              <a:gd name="T22" fmla="*/ 6350 w 50"/>
              <a:gd name="T23" fmla="*/ 0 h 45"/>
              <a:gd name="T24" fmla="*/ 101600 w 50"/>
              <a:gd name="T25" fmla="*/ 79375 h 45"/>
              <a:gd name="T26" fmla="*/ 101600 w 50"/>
              <a:gd name="T27" fmla="*/ 79375 h 45"/>
              <a:gd name="T28" fmla="*/ 107950 w 50"/>
              <a:gd name="T29" fmla="*/ 79375 h 45"/>
              <a:gd name="T30" fmla="*/ 107950 w 50"/>
              <a:gd name="T31" fmla="*/ 88900 h 45"/>
              <a:gd name="T32" fmla="*/ 82550 w 50"/>
              <a:gd name="T33" fmla="*/ 114300 h 45"/>
              <a:gd name="T34" fmla="*/ 73025 w 50"/>
              <a:gd name="T35" fmla="*/ 114300 h 45"/>
              <a:gd name="T36" fmla="*/ 73025 w 50"/>
              <a:gd name="T37" fmla="*/ 114300 h 45"/>
              <a:gd name="T38" fmla="*/ 47625 w 50"/>
              <a:gd name="T39" fmla="*/ 88900 h 45"/>
              <a:gd name="T40" fmla="*/ 47625 w 50"/>
              <a:gd name="T41" fmla="*/ 79375 h 45"/>
              <a:gd name="T42" fmla="*/ 57150 w 50"/>
              <a:gd name="T43" fmla="*/ 79375 h 45"/>
              <a:gd name="T44" fmla="*/ 73025 w 50"/>
              <a:gd name="T45" fmla="*/ 95250 h 45"/>
              <a:gd name="T46" fmla="*/ 73025 w 50"/>
              <a:gd name="T47" fmla="*/ 63500 h 45"/>
              <a:gd name="T48" fmla="*/ 79375 w 50"/>
              <a:gd name="T49" fmla="*/ 60325 h 45"/>
              <a:gd name="T50" fmla="*/ 85725 w 50"/>
              <a:gd name="T51" fmla="*/ 63500 h 45"/>
              <a:gd name="T52" fmla="*/ 85725 w 50"/>
              <a:gd name="T53" fmla="*/ 95250 h 45"/>
              <a:gd name="T54" fmla="*/ 101600 w 50"/>
              <a:gd name="T55" fmla="*/ 79375 h 45"/>
              <a:gd name="T56" fmla="*/ 136525 w 50"/>
              <a:gd name="T57" fmla="*/ 19050 h 45"/>
              <a:gd name="T58" fmla="*/ 136525 w 50"/>
              <a:gd name="T59" fmla="*/ 19050 h 45"/>
              <a:gd name="T60" fmla="*/ 142875 w 50"/>
              <a:gd name="T61" fmla="*/ 25400 h 45"/>
              <a:gd name="T62" fmla="*/ 136525 w 50"/>
              <a:gd name="T63" fmla="*/ 31750 h 45"/>
              <a:gd name="T64" fmla="*/ 130175 w 50"/>
              <a:gd name="T65" fmla="*/ 25400 h 45"/>
              <a:gd name="T66" fmla="*/ 136525 w 50"/>
              <a:gd name="T67" fmla="*/ 19050 h 45"/>
              <a:gd name="T68" fmla="*/ 120650 w 50"/>
              <a:gd name="T69" fmla="*/ 19050 h 45"/>
              <a:gd name="T70" fmla="*/ 120650 w 50"/>
              <a:gd name="T71" fmla="*/ 19050 h 45"/>
              <a:gd name="T72" fmla="*/ 127000 w 50"/>
              <a:gd name="T73" fmla="*/ 25400 h 45"/>
              <a:gd name="T74" fmla="*/ 120650 w 50"/>
              <a:gd name="T75" fmla="*/ 31750 h 45"/>
              <a:gd name="T76" fmla="*/ 114300 w 50"/>
              <a:gd name="T77" fmla="*/ 25400 h 45"/>
              <a:gd name="T78" fmla="*/ 120650 w 50"/>
              <a:gd name="T79" fmla="*/ 19050 h 45"/>
              <a:gd name="T80" fmla="*/ 107950 w 50"/>
              <a:gd name="T81" fmla="*/ 19050 h 45"/>
              <a:gd name="T82" fmla="*/ 107950 w 50"/>
              <a:gd name="T83" fmla="*/ 19050 h 45"/>
              <a:gd name="T84" fmla="*/ 111125 w 50"/>
              <a:gd name="T85" fmla="*/ 25400 h 45"/>
              <a:gd name="T86" fmla="*/ 107950 w 50"/>
              <a:gd name="T87" fmla="*/ 31750 h 45"/>
              <a:gd name="T88" fmla="*/ 101600 w 50"/>
              <a:gd name="T89" fmla="*/ 25400 h 45"/>
              <a:gd name="T90" fmla="*/ 107950 w 50"/>
              <a:gd name="T91" fmla="*/ 19050 h 45"/>
              <a:gd name="T92" fmla="*/ 12700 w 50"/>
              <a:gd name="T93" fmla="*/ 38100 h 45"/>
              <a:gd name="T94" fmla="*/ 12700 w 50"/>
              <a:gd name="T95" fmla="*/ 38100 h 45"/>
              <a:gd name="T96" fmla="*/ 146050 w 50"/>
              <a:gd name="T97" fmla="*/ 38100 h 45"/>
              <a:gd name="T98" fmla="*/ 146050 w 50"/>
              <a:gd name="T99" fmla="*/ 12700 h 45"/>
              <a:gd name="T100" fmla="*/ 12700 w 50"/>
              <a:gd name="T101" fmla="*/ 12700 h 45"/>
              <a:gd name="T102" fmla="*/ 12700 w 50"/>
              <a:gd name="T103" fmla="*/ 38100 h 45"/>
              <a:gd name="T104" fmla="*/ 146050 w 50"/>
              <a:gd name="T105" fmla="*/ 47625 h 45"/>
              <a:gd name="T106" fmla="*/ 146050 w 50"/>
              <a:gd name="T107" fmla="*/ 47625 h 45"/>
              <a:gd name="T108" fmla="*/ 12700 w 50"/>
              <a:gd name="T109" fmla="*/ 47625 h 45"/>
              <a:gd name="T110" fmla="*/ 12700 w 50"/>
              <a:gd name="T111" fmla="*/ 130175 h 45"/>
              <a:gd name="T112" fmla="*/ 146050 w 50"/>
              <a:gd name="T113" fmla="*/ 130175 h 45"/>
              <a:gd name="T114" fmla="*/ 146050 w 50"/>
              <a:gd name="T115" fmla="*/ 47625 h 45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0" h="45">
                <a:moveTo>
                  <a:pt x="2" y="0"/>
                </a:move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3"/>
                  <a:pt x="50" y="43"/>
                  <a:pt x="50" y="43"/>
                </a:cubicBezTo>
                <a:cubicBezTo>
                  <a:pt x="50" y="44"/>
                  <a:pt x="49" y="45"/>
                  <a:pt x="48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32" y="25"/>
                </a:moveTo>
                <a:cubicBezTo>
                  <a:pt x="32" y="25"/>
                  <a:pt x="32" y="25"/>
                  <a:pt x="32" y="25"/>
                </a:cubicBezTo>
                <a:cubicBezTo>
                  <a:pt x="32" y="25"/>
                  <a:pt x="34" y="25"/>
                  <a:pt x="34" y="25"/>
                </a:cubicBezTo>
                <a:cubicBezTo>
                  <a:pt x="35" y="26"/>
                  <a:pt x="35" y="27"/>
                  <a:pt x="34" y="28"/>
                </a:cubicBezTo>
                <a:cubicBezTo>
                  <a:pt x="26" y="36"/>
                  <a:pt x="26" y="36"/>
                  <a:pt x="26" y="36"/>
                </a:cubicBezTo>
                <a:cubicBezTo>
                  <a:pt x="25" y="37"/>
                  <a:pt x="24" y="37"/>
                  <a:pt x="23" y="36"/>
                </a:cubicBezTo>
                <a:cubicBezTo>
                  <a:pt x="23" y="36"/>
                  <a:pt x="23" y="36"/>
                  <a:pt x="23" y="36"/>
                </a:cubicBezTo>
                <a:cubicBezTo>
                  <a:pt x="15" y="28"/>
                  <a:pt x="15" y="28"/>
                  <a:pt x="15" y="28"/>
                </a:cubicBezTo>
                <a:cubicBezTo>
                  <a:pt x="14" y="27"/>
                  <a:pt x="14" y="26"/>
                  <a:pt x="15" y="25"/>
                </a:cubicBezTo>
                <a:cubicBezTo>
                  <a:pt x="16" y="25"/>
                  <a:pt x="17" y="25"/>
                  <a:pt x="18" y="25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0"/>
                  <a:pt x="23" y="20"/>
                  <a:pt x="23" y="20"/>
                </a:cubicBezTo>
                <a:cubicBezTo>
                  <a:pt x="23" y="19"/>
                  <a:pt x="24" y="19"/>
                  <a:pt x="25" y="19"/>
                </a:cubicBezTo>
                <a:cubicBezTo>
                  <a:pt x="26" y="19"/>
                  <a:pt x="27" y="19"/>
                  <a:pt x="27" y="20"/>
                </a:cubicBezTo>
                <a:cubicBezTo>
                  <a:pt x="27" y="30"/>
                  <a:pt x="27" y="30"/>
                  <a:pt x="27" y="30"/>
                </a:cubicBezTo>
                <a:cubicBezTo>
                  <a:pt x="32" y="25"/>
                  <a:pt x="32" y="25"/>
                  <a:pt x="32" y="25"/>
                </a:cubicBezTo>
                <a:close/>
                <a:moveTo>
                  <a:pt x="43" y="6"/>
                </a:move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5" y="7"/>
                  <a:pt x="45" y="8"/>
                </a:cubicBezTo>
                <a:cubicBezTo>
                  <a:pt x="45" y="9"/>
                  <a:pt x="44" y="10"/>
                  <a:pt x="43" y="10"/>
                </a:cubicBezTo>
                <a:cubicBezTo>
                  <a:pt x="42" y="10"/>
                  <a:pt x="41" y="9"/>
                  <a:pt x="41" y="8"/>
                </a:cubicBezTo>
                <a:cubicBezTo>
                  <a:pt x="41" y="7"/>
                  <a:pt x="42" y="6"/>
                  <a:pt x="43" y="6"/>
                </a:cubicBezTo>
                <a:close/>
                <a:moveTo>
                  <a:pt x="38" y="6"/>
                </a:moveTo>
                <a:cubicBezTo>
                  <a:pt x="38" y="6"/>
                  <a:pt x="38" y="6"/>
                  <a:pt x="38" y="6"/>
                </a:cubicBezTo>
                <a:cubicBezTo>
                  <a:pt x="39" y="6"/>
                  <a:pt x="40" y="7"/>
                  <a:pt x="40" y="8"/>
                </a:cubicBezTo>
                <a:cubicBezTo>
                  <a:pt x="40" y="9"/>
                  <a:pt x="39" y="10"/>
                  <a:pt x="38" y="10"/>
                </a:cubicBezTo>
                <a:cubicBezTo>
                  <a:pt x="37" y="10"/>
                  <a:pt x="36" y="9"/>
                  <a:pt x="36" y="8"/>
                </a:cubicBezTo>
                <a:cubicBezTo>
                  <a:pt x="36" y="7"/>
                  <a:pt x="37" y="6"/>
                  <a:pt x="38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5" y="7"/>
                  <a:pt x="35" y="8"/>
                </a:cubicBezTo>
                <a:cubicBezTo>
                  <a:pt x="35" y="9"/>
                  <a:pt x="35" y="10"/>
                  <a:pt x="34" y="10"/>
                </a:cubicBezTo>
                <a:cubicBezTo>
                  <a:pt x="32" y="10"/>
                  <a:pt x="32" y="9"/>
                  <a:pt x="32" y="8"/>
                </a:cubicBezTo>
                <a:cubicBezTo>
                  <a:pt x="32" y="7"/>
                  <a:pt x="32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46" y="15"/>
                </a:moveTo>
                <a:cubicBezTo>
                  <a:pt x="46" y="15"/>
                  <a:pt x="46" y="15"/>
                  <a:pt x="46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41"/>
                  <a:pt x="4" y="41"/>
                  <a:pt x="4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15"/>
                  <a:pt x="46" y="15"/>
                  <a:pt x="46" y="1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05" name="Freeform 339">
            <a:extLst>
              <a:ext uri="{FF2B5EF4-FFF2-40B4-BE49-F238E27FC236}">
                <a16:creationId xmlns:a16="http://schemas.microsoft.com/office/drawing/2014/main" id="{19503448-0984-28FC-3054-AF3D7325BF8C}"/>
              </a:ext>
            </a:extLst>
          </p:cNvPr>
          <p:cNvSpPr>
            <a:spLocks noEditPoints="1"/>
          </p:cNvSpPr>
          <p:nvPr/>
        </p:nvSpPr>
        <p:spPr bwMode="auto">
          <a:xfrm>
            <a:off x="8038501" y="5656181"/>
            <a:ext cx="228600" cy="190500"/>
          </a:xfrm>
          <a:custGeom>
            <a:avLst/>
            <a:gdLst>
              <a:gd name="T0" fmla="*/ 6350 w 54"/>
              <a:gd name="T1" fmla="*/ 0 h 45"/>
              <a:gd name="T2" fmla="*/ 152400 w 54"/>
              <a:gd name="T3" fmla="*/ 0 h 45"/>
              <a:gd name="T4" fmla="*/ 158750 w 54"/>
              <a:gd name="T5" fmla="*/ 6350 h 45"/>
              <a:gd name="T6" fmla="*/ 158750 w 54"/>
              <a:gd name="T7" fmla="*/ 6350 h 45"/>
              <a:gd name="T8" fmla="*/ 158750 w 54"/>
              <a:gd name="T9" fmla="*/ 53975 h 45"/>
              <a:gd name="T10" fmla="*/ 152400 w 54"/>
              <a:gd name="T11" fmla="*/ 60325 h 45"/>
              <a:gd name="T12" fmla="*/ 146050 w 54"/>
              <a:gd name="T13" fmla="*/ 53975 h 45"/>
              <a:gd name="T14" fmla="*/ 146050 w 54"/>
              <a:gd name="T15" fmla="*/ 47625 h 45"/>
              <a:gd name="T16" fmla="*/ 12700 w 54"/>
              <a:gd name="T17" fmla="*/ 47625 h 45"/>
              <a:gd name="T18" fmla="*/ 12700 w 54"/>
              <a:gd name="T19" fmla="*/ 130175 h 45"/>
              <a:gd name="T20" fmla="*/ 146050 w 54"/>
              <a:gd name="T21" fmla="*/ 130175 h 45"/>
              <a:gd name="T22" fmla="*/ 146050 w 54"/>
              <a:gd name="T23" fmla="*/ 123825 h 45"/>
              <a:gd name="T24" fmla="*/ 152400 w 54"/>
              <a:gd name="T25" fmla="*/ 117475 h 45"/>
              <a:gd name="T26" fmla="*/ 158750 w 54"/>
              <a:gd name="T27" fmla="*/ 123825 h 45"/>
              <a:gd name="T28" fmla="*/ 158750 w 54"/>
              <a:gd name="T29" fmla="*/ 136525 h 45"/>
              <a:gd name="T30" fmla="*/ 152400 w 54"/>
              <a:gd name="T31" fmla="*/ 142875 h 45"/>
              <a:gd name="T32" fmla="*/ 152400 w 54"/>
              <a:gd name="T33" fmla="*/ 142875 h 45"/>
              <a:gd name="T34" fmla="*/ 6350 w 54"/>
              <a:gd name="T35" fmla="*/ 142875 h 45"/>
              <a:gd name="T36" fmla="*/ 0 w 54"/>
              <a:gd name="T37" fmla="*/ 136525 h 45"/>
              <a:gd name="T38" fmla="*/ 0 w 54"/>
              <a:gd name="T39" fmla="*/ 136525 h 45"/>
              <a:gd name="T40" fmla="*/ 0 w 54"/>
              <a:gd name="T41" fmla="*/ 6350 h 45"/>
              <a:gd name="T42" fmla="*/ 6350 w 54"/>
              <a:gd name="T43" fmla="*/ 0 h 45"/>
              <a:gd name="T44" fmla="*/ 133350 w 54"/>
              <a:gd name="T45" fmla="*/ 66675 h 45"/>
              <a:gd name="T46" fmla="*/ 133350 w 54"/>
              <a:gd name="T47" fmla="*/ 66675 h 45"/>
              <a:gd name="T48" fmla="*/ 133350 w 54"/>
              <a:gd name="T49" fmla="*/ 57150 h 45"/>
              <a:gd name="T50" fmla="*/ 142875 w 54"/>
              <a:gd name="T51" fmla="*/ 57150 h 45"/>
              <a:gd name="T52" fmla="*/ 168275 w 54"/>
              <a:gd name="T53" fmla="*/ 82550 h 45"/>
              <a:gd name="T54" fmla="*/ 168275 w 54"/>
              <a:gd name="T55" fmla="*/ 92075 h 45"/>
              <a:gd name="T56" fmla="*/ 168275 w 54"/>
              <a:gd name="T57" fmla="*/ 92075 h 45"/>
              <a:gd name="T58" fmla="*/ 142875 w 54"/>
              <a:gd name="T59" fmla="*/ 117475 h 45"/>
              <a:gd name="T60" fmla="*/ 133350 w 54"/>
              <a:gd name="T61" fmla="*/ 117475 h 45"/>
              <a:gd name="T62" fmla="*/ 133350 w 54"/>
              <a:gd name="T63" fmla="*/ 111125 h 45"/>
              <a:gd name="T64" fmla="*/ 149225 w 54"/>
              <a:gd name="T65" fmla="*/ 95250 h 45"/>
              <a:gd name="T66" fmla="*/ 117475 w 54"/>
              <a:gd name="T67" fmla="*/ 95250 h 45"/>
              <a:gd name="T68" fmla="*/ 111125 w 54"/>
              <a:gd name="T69" fmla="*/ 88900 h 45"/>
              <a:gd name="T70" fmla="*/ 117475 w 54"/>
              <a:gd name="T71" fmla="*/ 82550 h 45"/>
              <a:gd name="T72" fmla="*/ 149225 w 54"/>
              <a:gd name="T73" fmla="*/ 82550 h 45"/>
              <a:gd name="T74" fmla="*/ 133350 w 54"/>
              <a:gd name="T75" fmla="*/ 66675 h 45"/>
              <a:gd name="T76" fmla="*/ 136525 w 54"/>
              <a:gd name="T77" fmla="*/ 19050 h 45"/>
              <a:gd name="T78" fmla="*/ 136525 w 54"/>
              <a:gd name="T79" fmla="*/ 19050 h 45"/>
              <a:gd name="T80" fmla="*/ 142875 w 54"/>
              <a:gd name="T81" fmla="*/ 25400 h 45"/>
              <a:gd name="T82" fmla="*/ 136525 w 54"/>
              <a:gd name="T83" fmla="*/ 31750 h 45"/>
              <a:gd name="T84" fmla="*/ 130175 w 54"/>
              <a:gd name="T85" fmla="*/ 25400 h 45"/>
              <a:gd name="T86" fmla="*/ 136525 w 54"/>
              <a:gd name="T87" fmla="*/ 19050 h 45"/>
              <a:gd name="T88" fmla="*/ 123825 w 54"/>
              <a:gd name="T89" fmla="*/ 19050 h 45"/>
              <a:gd name="T90" fmla="*/ 123825 w 54"/>
              <a:gd name="T91" fmla="*/ 19050 h 45"/>
              <a:gd name="T92" fmla="*/ 127000 w 54"/>
              <a:gd name="T93" fmla="*/ 25400 h 45"/>
              <a:gd name="T94" fmla="*/ 123825 w 54"/>
              <a:gd name="T95" fmla="*/ 31750 h 45"/>
              <a:gd name="T96" fmla="*/ 117475 w 54"/>
              <a:gd name="T97" fmla="*/ 25400 h 45"/>
              <a:gd name="T98" fmla="*/ 123825 w 54"/>
              <a:gd name="T99" fmla="*/ 19050 h 45"/>
              <a:gd name="T100" fmla="*/ 107950 w 54"/>
              <a:gd name="T101" fmla="*/ 19050 h 45"/>
              <a:gd name="T102" fmla="*/ 107950 w 54"/>
              <a:gd name="T103" fmla="*/ 19050 h 45"/>
              <a:gd name="T104" fmla="*/ 114300 w 54"/>
              <a:gd name="T105" fmla="*/ 25400 h 45"/>
              <a:gd name="T106" fmla="*/ 107950 w 54"/>
              <a:gd name="T107" fmla="*/ 31750 h 45"/>
              <a:gd name="T108" fmla="*/ 101600 w 54"/>
              <a:gd name="T109" fmla="*/ 25400 h 45"/>
              <a:gd name="T110" fmla="*/ 107950 w 54"/>
              <a:gd name="T111" fmla="*/ 19050 h 45"/>
              <a:gd name="T112" fmla="*/ 12700 w 54"/>
              <a:gd name="T113" fmla="*/ 38100 h 45"/>
              <a:gd name="T114" fmla="*/ 12700 w 54"/>
              <a:gd name="T115" fmla="*/ 38100 h 45"/>
              <a:gd name="T116" fmla="*/ 146050 w 54"/>
              <a:gd name="T117" fmla="*/ 38100 h 45"/>
              <a:gd name="T118" fmla="*/ 146050 w 54"/>
              <a:gd name="T119" fmla="*/ 12700 h 45"/>
              <a:gd name="T120" fmla="*/ 12700 w 54"/>
              <a:gd name="T121" fmla="*/ 12700 h 45"/>
              <a:gd name="T122" fmla="*/ 12700 w 54"/>
              <a:gd name="T123" fmla="*/ 38100 h 4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4" h="45">
                <a:moveTo>
                  <a:pt x="2" y="0"/>
                </a:move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8"/>
                  <a:pt x="49" y="19"/>
                  <a:pt x="48" y="19"/>
                </a:cubicBezTo>
                <a:cubicBezTo>
                  <a:pt x="47" y="19"/>
                  <a:pt x="46" y="18"/>
                  <a:pt x="46" y="17"/>
                </a:cubicBezTo>
                <a:cubicBezTo>
                  <a:pt x="46" y="15"/>
                  <a:pt x="46" y="15"/>
                  <a:pt x="46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41"/>
                  <a:pt x="4" y="41"/>
                  <a:pt x="4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39"/>
                  <a:pt x="46" y="39"/>
                  <a:pt x="46" y="39"/>
                </a:cubicBezTo>
                <a:cubicBezTo>
                  <a:pt x="46" y="38"/>
                  <a:pt x="47" y="37"/>
                  <a:pt x="48" y="37"/>
                </a:cubicBezTo>
                <a:cubicBezTo>
                  <a:pt x="49" y="37"/>
                  <a:pt x="50" y="38"/>
                  <a:pt x="50" y="39"/>
                </a:cubicBezTo>
                <a:cubicBezTo>
                  <a:pt x="50" y="43"/>
                  <a:pt x="50" y="43"/>
                  <a:pt x="50" y="43"/>
                </a:cubicBezTo>
                <a:cubicBezTo>
                  <a:pt x="50" y="44"/>
                  <a:pt x="49" y="45"/>
                  <a:pt x="48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2" y="21"/>
                </a:moveTo>
                <a:cubicBezTo>
                  <a:pt x="42" y="21"/>
                  <a:pt x="42" y="21"/>
                  <a:pt x="42" y="21"/>
                </a:cubicBezTo>
                <a:cubicBezTo>
                  <a:pt x="41" y="20"/>
                  <a:pt x="41" y="19"/>
                  <a:pt x="42" y="18"/>
                </a:cubicBezTo>
                <a:cubicBezTo>
                  <a:pt x="43" y="17"/>
                  <a:pt x="44" y="17"/>
                  <a:pt x="45" y="18"/>
                </a:cubicBezTo>
                <a:cubicBezTo>
                  <a:pt x="53" y="26"/>
                  <a:pt x="53" y="26"/>
                  <a:pt x="53" y="26"/>
                </a:cubicBezTo>
                <a:cubicBezTo>
                  <a:pt x="54" y="27"/>
                  <a:pt x="54" y="28"/>
                  <a:pt x="53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45" y="37"/>
                  <a:pt x="45" y="37"/>
                  <a:pt x="45" y="37"/>
                </a:cubicBezTo>
                <a:cubicBezTo>
                  <a:pt x="44" y="38"/>
                  <a:pt x="43" y="38"/>
                  <a:pt x="42" y="37"/>
                </a:cubicBezTo>
                <a:cubicBezTo>
                  <a:pt x="41" y="37"/>
                  <a:pt x="41" y="35"/>
                  <a:pt x="42" y="35"/>
                </a:cubicBezTo>
                <a:cubicBezTo>
                  <a:pt x="47" y="30"/>
                  <a:pt x="47" y="30"/>
                  <a:pt x="4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6" y="30"/>
                  <a:pt x="35" y="29"/>
                  <a:pt x="35" y="28"/>
                </a:cubicBezTo>
                <a:cubicBezTo>
                  <a:pt x="35" y="27"/>
                  <a:pt x="36" y="26"/>
                  <a:pt x="37" y="26"/>
                </a:cubicBezTo>
                <a:cubicBezTo>
                  <a:pt x="47" y="26"/>
                  <a:pt x="47" y="26"/>
                  <a:pt x="47" y="26"/>
                </a:cubicBezTo>
                <a:cubicBezTo>
                  <a:pt x="42" y="21"/>
                  <a:pt x="42" y="21"/>
                  <a:pt x="42" y="21"/>
                </a:cubicBezTo>
                <a:close/>
                <a:moveTo>
                  <a:pt x="43" y="6"/>
                </a:move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5" y="7"/>
                  <a:pt x="45" y="8"/>
                </a:cubicBezTo>
                <a:cubicBezTo>
                  <a:pt x="45" y="9"/>
                  <a:pt x="44" y="10"/>
                  <a:pt x="43" y="10"/>
                </a:cubicBezTo>
                <a:cubicBezTo>
                  <a:pt x="42" y="10"/>
                  <a:pt x="41" y="9"/>
                  <a:pt x="41" y="8"/>
                </a:cubicBezTo>
                <a:cubicBezTo>
                  <a:pt x="41" y="7"/>
                  <a:pt x="42" y="6"/>
                  <a:pt x="43" y="6"/>
                </a:cubicBezTo>
                <a:close/>
                <a:moveTo>
                  <a:pt x="39" y="6"/>
                </a:moveTo>
                <a:cubicBezTo>
                  <a:pt x="39" y="6"/>
                  <a:pt x="39" y="6"/>
                  <a:pt x="39" y="6"/>
                </a:cubicBezTo>
                <a:cubicBezTo>
                  <a:pt x="40" y="6"/>
                  <a:pt x="40" y="7"/>
                  <a:pt x="40" y="8"/>
                </a:cubicBezTo>
                <a:cubicBezTo>
                  <a:pt x="40" y="9"/>
                  <a:pt x="40" y="10"/>
                  <a:pt x="39" y="10"/>
                </a:cubicBezTo>
                <a:cubicBezTo>
                  <a:pt x="37" y="10"/>
                  <a:pt x="37" y="9"/>
                  <a:pt x="37" y="8"/>
                </a:cubicBezTo>
                <a:cubicBezTo>
                  <a:pt x="37" y="7"/>
                  <a:pt x="37" y="6"/>
                  <a:pt x="39" y="6"/>
                </a:cubicBezTo>
                <a:close/>
                <a:moveTo>
                  <a:pt x="34" y="6"/>
                </a:move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7"/>
                  <a:pt x="36" y="8"/>
                </a:cubicBezTo>
                <a:cubicBezTo>
                  <a:pt x="36" y="9"/>
                  <a:pt x="35" y="10"/>
                  <a:pt x="34" y="10"/>
                </a:cubicBezTo>
                <a:cubicBezTo>
                  <a:pt x="33" y="10"/>
                  <a:pt x="32" y="9"/>
                  <a:pt x="32" y="8"/>
                </a:cubicBezTo>
                <a:cubicBezTo>
                  <a:pt x="32" y="7"/>
                  <a:pt x="33" y="6"/>
                  <a:pt x="34" y="6"/>
                </a:cubicBezTo>
                <a:close/>
                <a:moveTo>
                  <a:pt x="4" y="12"/>
                </a:moveTo>
                <a:cubicBezTo>
                  <a:pt x="4" y="12"/>
                  <a:pt x="4" y="12"/>
                  <a:pt x="4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4"/>
                  <a:pt x="46" y="4"/>
                  <a:pt x="46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12"/>
                  <a:pt x="4" y="12"/>
                  <a:pt x="4" y="1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06" name="Freeform 340">
            <a:extLst>
              <a:ext uri="{FF2B5EF4-FFF2-40B4-BE49-F238E27FC236}">
                <a16:creationId xmlns:a16="http://schemas.microsoft.com/office/drawing/2014/main" id="{6FC2E459-1961-6F93-A2FE-BE5D1329CE9D}"/>
              </a:ext>
            </a:extLst>
          </p:cNvPr>
          <p:cNvSpPr>
            <a:spLocks noEditPoints="1"/>
          </p:cNvSpPr>
          <p:nvPr/>
        </p:nvSpPr>
        <p:spPr bwMode="auto">
          <a:xfrm>
            <a:off x="8789918" y="5254014"/>
            <a:ext cx="211667" cy="186267"/>
          </a:xfrm>
          <a:custGeom>
            <a:avLst/>
            <a:gdLst>
              <a:gd name="T0" fmla="*/ 6350 w 50"/>
              <a:gd name="T1" fmla="*/ 0 h 44"/>
              <a:gd name="T2" fmla="*/ 158750 w 50"/>
              <a:gd name="T3" fmla="*/ 6350 h 44"/>
              <a:gd name="T4" fmla="*/ 158750 w 50"/>
              <a:gd name="T5" fmla="*/ 133350 h 44"/>
              <a:gd name="T6" fmla="*/ 152400 w 50"/>
              <a:gd name="T7" fmla="*/ 139700 h 44"/>
              <a:gd name="T8" fmla="*/ 0 w 50"/>
              <a:gd name="T9" fmla="*/ 133350 h 44"/>
              <a:gd name="T10" fmla="*/ 0 w 50"/>
              <a:gd name="T11" fmla="*/ 6350 h 44"/>
              <a:gd name="T12" fmla="*/ 60325 w 50"/>
              <a:gd name="T13" fmla="*/ 98425 h 44"/>
              <a:gd name="T14" fmla="*/ 63500 w 50"/>
              <a:gd name="T15" fmla="*/ 101600 h 44"/>
              <a:gd name="T16" fmla="*/ 31750 w 50"/>
              <a:gd name="T17" fmla="*/ 88900 h 44"/>
              <a:gd name="T18" fmla="*/ 31750 w 50"/>
              <a:gd name="T19" fmla="*/ 82550 h 44"/>
              <a:gd name="T20" fmla="*/ 63500 w 50"/>
              <a:gd name="T21" fmla="*/ 69850 h 44"/>
              <a:gd name="T22" fmla="*/ 41275 w 50"/>
              <a:gd name="T23" fmla="*/ 85725 h 44"/>
              <a:gd name="T24" fmla="*/ 98425 w 50"/>
              <a:gd name="T25" fmla="*/ 104775 h 44"/>
              <a:gd name="T26" fmla="*/ 92075 w 50"/>
              <a:gd name="T27" fmla="*/ 101600 h 44"/>
              <a:gd name="T28" fmla="*/ 117475 w 50"/>
              <a:gd name="T29" fmla="*/ 85725 h 44"/>
              <a:gd name="T30" fmla="*/ 92075 w 50"/>
              <a:gd name="T31" fmla="*/ 69850 h 44"/>
              <a:gd name="T32" fmla="*/ 127000 w 50"/>
              <a:gd name="T33" fmla="*/ 82550 h 44"/>
              <a:gd name="T34" fmla="*/ 127000 w 50"/>
              <a:gd name="T35" fmla="*/ 88900 h 44"/>
              <a:gd name="T36" fmla="*/ 85725 w 50"/>
              <a:gd name="T37" fmla="*/ 63500 h 44"/>
              <a:gd name="T38" fmla="*/ 88900 w 50"/>
              <a:gd name="T39" fmla="*/ 60325 h 44"/>
              <a:gd name="T40" fmla="*/ 69850 w 50"/>
              <a:gd name="T41" fmla="*/ 107950 h 44"/>
              <a:gd name="T42" fmla="*/ 63500 w 50"/>
              <a:gd name="T43" fmla="*/ 104775 h 44"/>
              <a:gd name="T44" fmla="*/ 136525 w 50"/>
              <a:gd name="T45" fmla="*/ 19050 h 44"/>
              <a:gd name="T46" fmla="*/ 142875 w 50"/>
              <a:gd name="T47" fmla="*/ 25400 h 44"/>
              <a:gd name="T48" fmla="*/ 130175 w 50"/>
              <a:gd name="T49" fmla="*/ 25400 h 44"/>
              <a:gd name="T50" fmla="*/ 120650 w 50"/>
              <a:gd name="T51" fmla="*/ 19050 h 44"/>
              <a:gd name="T52" fmla="*/ 127000 w 50"/>
              <a:gd name="T53" fmla="*/ 25400 h 44"/>
              <a:gd name="T54" fmla="*/ 114300 w 50"/>
              <a:gd name="T55" fmla="*/ 25400 h 44"/>
              <a:gd name="T56" fmla="*/ 104775 w 50"/>
              <a:gd name="T57" fmla="*/ 19050 h 44"/>
              <a:gd name="T58" fmla="*/ 111125 w 50"/>
              <a:gd name="T59" fmla="*/ 25400 h 44"/>
              <a:gd name="T60" fmla="*/ 98425 w 50"/>
              <a:gd name="T61" fmla="*/ 25400 h 44"/>
              <a:gd name="T62" fmla="*/ 9525 w 50"/>
              <a:gd name="T63" fmla="*/ 38100 h 44"/>
              <a:gd name="T64" fmla="*/ 146050 w 50"/>
              <a:gd name="T65" fmla="*/ 38100 h 44"/>
              <a:gd name="T66" fmla="*/ 9525 w 50"/>
              <a:gd name="T67" fmla="*/ 12700 h 44"/>
              <a:gd name="T68" fmla="*/ 146050 w 50"/>
              <a:gd name="T69" fmla="*/ 44450 h 44"/>
              <a:gd name="T70" fmla="*/ 9525 w 50"/>
              <a:gd name="T71" fmla="*/ 44450 h 44"/>
              <a:gd name="T72" fmla="*/ 146050 w 50"/>
              <a:gd name="T73" fmla="*/ 127000 h 44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0" h="44">
                <a:moveTo>
                  <a:pt x="1" y="0"/>
                </a:moveTo>
                <a:cubicBezTo>
                  <a:pt x="2" y="0"/>
                  <a:pt x="2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3"/>
                  <a:pt x="49" y="44"/>
                  <a:pt x="48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lose/>
                <a:moveTo>
                  <a:pt x="19" y="31"/>
                </a:moveTo>
                <a:cubicBezTo>
                  <a:pt x="19" y="31"/>
                  <a:pt x="19" y="31"/>
                  <a:pt x="19" y="31"/>
                </a:cubicBezTo>
                <a:cubicBezTo>
                  <a:pt x="20" y="31"/>
                  <a:pt x="20" y="32"/>
                  <a:pt x="20" y="32"/>
                </a:cubicBezTo>
                <a:cubicBezTo>
                  <a:pt x="20" y="33"/>
                  <a:pt x="19" y="33"/>
                  <a:pt x="18" y="33"/>
                </a:cubicBezTo>
                <a:cubicBezTo>
                  <a:pt x="10" y="28"/>
                  <a:pt x="10" y="28"/>
                  <a:pt x="10" y="28"/>
                </a:cubicBezTo>
                <a:cubicBezTo>
                  <a:pt x="9" y="28"/>
                  <a:pt x="9" y="27"/>
                  <a:pt x="9" y="26"/>
                </a:cubicBezTo>
                <a:cubicBezTo>
                  <a:pt x="9" y="26"/>
                  <a:pt x="10" y="26"/>
                  <a:pt x="10" y="26"/>
                </a:cubicBezTo>
                <a:cubicBezTo>
                  <a:pt x="18" y="21"/>
                  <a:pt x="18" y="21"/>
                  <a:pt x="18" y="21"/>
                </a:cubicBezTo>
                <a:cubicBezTo>
                  <a:pt x="19" y="21"/>
                  <a:pt x="20" y="21"/>
                  <a:pt x="20" y="22"/>
                </a:cubicBezTo>
                <a:cubicBezTo>
                  <a:pt x="20" y="22"/>
                  <a:pt x="20" y="23"/>
                  <a:pt x="19" y="23"/>
                </a:cubicBezTo>
                <a:cubicBezTo>
                  <a:pt x="13" y="27"/>
                  <a:pt x="13" y="27"/>
                  <a:pt x="13" y="27"/>
                </a:cubicBezTo>
                <a:cubicBezTo>
                  <a:pt x="19" y="31"/>
                  <a:pt x="19" y="31"/>
                  <a:pt x="19" y="31"/>
                </a:cubicBezTo>
                <a:close/>
                <a:moveTo>
                  <a:pt x="31" y="33"/>
                </a:moveTo>
                <a:cubicBezTo>
                  <a:pt x="31" y="33"/>
                  <a:pt x="31" y="33"/>
                  <a:pt x="31" y="33"/>
                </a:cubicBezTo>
                <a:cubicBezTo>
                  <a:pt x="30" y="33"/>
                  <a:pt x="30" y="33"/>
                  <a:pt x="29" y="32"/>
                </a:cubicBezTo>
                <a:cubicBezTo>
                  <a:pt x="29" y="32"/>
                  <a:pt x="29" y="31"/>
                  <a:pt x="30" y="31"/>
                </a:cubicBezTo>
                <a:cubicBezTo>
                  <a:pt x="37" y="27"/>
                  <a:pt x="37" y="27"/>
                  <a:pt x="37" y="27"/>
                </a:cubicBezTo>
                <a:cubicBezTo>
                  <a:pt x="30" y="23"/>
                  <a:pt x="30" y="23"/>
                  <a:pt x="30" y="23"/>
                </a:cubicBezTo>
                <a:cubicBezTo>
                  <a:pt x="29" y="23"/>
                  <a:pt x="29" y="22"/>
                  <a:pt x="29" y="22"/>
                </a:cubicBezTo>
                <a:cubicBezTo>
                  <a:pt x="30" y="21"/>
                  <a:pt x="30" y="21"/>
                  <a:pt x="31" y="21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27"/>
                  <a:pt x="40" y="28"/>
                  <a:pt x="40" y="28"/>
                </a:cubicBezTo>
                <a:cubicBezTo>
                  <a:pt x="31" y="33"/>
                  <a:pt x="31" y="33"/>
                  <a:pt x="31" y="33"/>
                </a:cubicBezTo>
                <a:close/>
                <a:moveTo>
                  <a:pt x="27" y="20"/>
                </a:moveTo>
                <a:cubicBezTo>
                  <a:pt x="27" y="20"/>
                  <a:pt x="27" y="20"/>
                  <a:pt x="27" y="20"/>
                </a:cubicBezTo>
                <a:cubicBezTo>
                  <a:pt x="27" y="19"/>
                  <a:pt x="28" y="19"/>
                  <a:pt x="28" y="19"/>
                </a:cubicBezTo>
                <a:cubicBezTo>
                  <a:pt x="29" y="19"/>
                  <a:pt x="29" y="20"/>
                  <a:pt x="29" y="21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5"/>
                  <a:pt x="21" y="35"/>
                  <a:pt x="21" y="35"/>
                </a:cubicBezTo>
                <a:cubicBezTo>
                  <a:pt x="20" y="35"/>
                  <a:pt x="20" y="34"/>
                  <a:pt x="20" y="33"/>
                </a:cubicBezTo>
                <a:cubicBezTo>
                  <a:pt x="27" y="20"/>
                  <a:pt x="27" y="20"/>
                  <a:pt x="27" y="20"/>
                </a:cubicBezTo>
                <a:close/>
                <a:moveTo>
                  <a:pt x="43" y="6"/>
                </a:move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5" y="6"/>
                  <a:pt x="45" y="8"/>
                </a:cubicBezTo>
                <a:cubicBezTo>
                  <a:pt x="45" y="9"/>
                  <a:pt x="44" y="9"/>
                  <a:pt x="43" y="9"/>
                </a:cubicBezTo>
                <a:cubicBezTo>
                  <a:pt x="42" y="9"/>
                  <a:pt x="41" y="9"/>
                  <a:pt x="41" y="8"/>
                </a:cubicBezTo>
                <a:cubicBezTo>
                  <a:pt x="41" y="6"/>
                  <a:pt x="42" y="6"/>
                  <a:pt x="43" y="6"/>
                </a:cubicBezTo>
                <a:close/>
                <a:moveTo>
                  <a:pt x="38" y="6"/>
                </a:moveTo>
                <a:cubicBezTo>
                  <a:pt x="38" y="6"/>
                  <a:pt x="38" y="6"/>
                  <a:pt x="38" y="6"/>
                </a:cubicBezTo>
                <a:cubicBezTo>
                  <a:pt x="39" y="6"/>
                  <a:pt x="40" y="6"/>
                  <a:pt x="40" y="8"/>
                </a:cubicBezTo>
                <a:cubicBezTo>
                  <a:pt x="40" y="9"/>
                  <a:pt x="39" y="9"/>
                  <a:pt x="38" y="9"/>
                </a:cubicBezTo>
                <a:cubicBezTo>
                  <a:pt x="37" y="9"/>
                  <a:pt x="36" y="9"/>
                  <a:pt x="36" y="8"/>
                </a:cubicBezTo>
                <a:cubicBezTo>
                  <a:pt x="36" y="6"/>
                  <a:pt x="37" y="6"/>
                  <a:pt x="38" y="6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4" y="6"/>
                  <a:pt x="35" y="6"/>
                  <a:pt x="35" y="8"/>
                </a:cubicBezTo>
                <a:cubicBezTo>
                  <a:pt x="35" y="9"/>
                  <a:pt x="34" y="9"/>
                  <a:pt x="33" y="9"/>
                </a:cubicBezTo>
                <a:cubicBezTo>
                  <a:pt x="32" y="9"/>
                  <a:pt x="31" y="9"/>
                  <a:pt x="31" y="8"/>
                </a:cubicBezTo>
                <a:cubicBezTo>
                  <a:pt x="31" y="6"/>
                  <a:pt x="32" y="6"/>
                  <a:pt x="33" y="6"/>
                </a:cubicBezTo>
                <a:close/>
                <a:moveTo>
                  <a:pt x="3" y="12"/>
                </a:moveTo>
                <a:cubicBezTo>
                  <a:pt x="3" y="12"/>
                  <a:pt x="3" y="12"/>
                  <a:pt x="3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4"/>
                  <a:pt x="46" y="4"/>
                  <a:pt x="46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12"/>
                  <a:pt x="3" y="12"/>
                  <a:pt x="3" y="12"/>
                </a:cubicBezTo>
                <a:close/>
                <a:moveTo>
                  <a:pt x="46" y="14"/>
                </a:moveTo>
                <a:cubicBezTo>
                  <a:pt x="46" y="14"/>
                  <a:pt x="46" y="14"/>
                  <a:pt x="46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3" y="40"/>
                  <a:pt x="3" y="40"/>
                  <a:pt x="3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14"/>
                  <a:pt x="46" y="14"/>
                  <a:pt x="46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07" name="Freeform 341">
            <a:extLst>
              <a:ext uri="{FF2B5EF4-FFF2-40B4-BE49-F238E27FC236}">
                <a16:creationId xmlns:a16="http://schemas.microsoft.com/office/drawing/2014/main" id="{E649B621-E7A1-C7B8-FFCD-1C3E7B8BA207}"/>
              </a:ext>
            </a:extLst>
          </p:cNvPr>
          <p:cNvSpPr>
            <a:spLocks noEditPoints="1"/>
          </p:cNvSpPr>
          <p:nvPr/>
        </p:nvSpPr>
        <p:spPr bwMode="auto">
          <a:xfrm>
            <a:off x="3898301" y="5656181"/>
            <a:ext cx="211667" cy="190500"/>
          </a:xfrm>
          <a:custGeom>
            <a:avLst/>
            <a:gdLst>
              <a:gd name="T0" fmla="*/ 139700 w 50"/>
              <a:gd name="T1" fmla="*/ 0 h 45"/>
              <a:gd name="T2" fmla="*/ 158750 w 50"/>
              <a:gd name="T3" fmla="*/ 120650 h 45"/>
              <a:gd name="T4" fmla="*/ 22225 w 50"/>
              <a:gd name="T5" fmla="*/ 142875 h 45"/>
              <a:gd name="T6" fmla="*/ 0 w 50"/>
              <a:gd name="T7" fmla="*/ 22225 h 45"/>
              <a:gd name="T8" fmla="*/ 34925 w 50"/>
              <a:gd name="T9" fmla="*/ 117475 h 45"/>
              <a:gd name="T10" fmla="*/ 31750 w 50"/>
              <a:gd name="T11" fmla="*/ 114300 h 45"/>
              <a:gd name="T12" fmla="*/ 88900 w 50"/>
              <a:gd name="T13" fmla="*/ 111125 h 45"/>
              <a:gd name="T14" fmla="*/ 101600 w 50"/>
              <a:gd name="T15" fmla="*/ 101600 h 45"/>
              <a:gd name="T16" fmla="*/ 111125 w 50"/>
              <a:gd name="T17" fmla="*/ 111125 h 45"/>
              <a:gd name="T18" fmla="*/ 130175 w 50"/>
              <a:gd name="T19" fmla="*/ 114300 h 45"/>
              <a:gd name="T20" fmla="*/ 111125 w 50"/>
              <a:gd name="T21" fmla="*/ 117475 h 45"/>
              <a:gd name="T22" fmla="*/ 101600 w 50"/>
              <a:gd name="T23" fmla="*/ 123825 h 45"/>
              <a:gd name="T24" fmla="*/ 92075 w 50"/>
              <a:gd name="T25" fmla="*/ 120650 h 45"/>
              <a:gd name="T26" fmla="*/ 34925 w 50"/>
              <a:gd name="T27" fmla="*/ 117475 h 45"/>
              <a:gd name="T28" fmla="*/ 63500 w 50"/>
              <a:gd name="T29" fmla="*/ 31750 h 45"/>
              <a:gd name="T30" fmla="*/ 104775 w 50"/>
              <a:gd name="T31" fmla="*/ 63500 h 45"/>
              <a:gd name="T32" fmla="*/ 82550 w 50"/>
              <a:gd name="T33" fmla="*/ 79375 h 45"/>
              <a:gd name="T34" fmla="*/ 53975 w 50"/>
              <a:gd name="T35" fmla="*/ 85725 h 45"/>
              <a:gd name="T36" fmla="*/ 53975 w 50"/>
              <a:gd name="T37" fmla="*/ 38100 h 45"/>
              <a:gd name="T38" fmla="*/ 63500 w 50"/>
              <a:gd name="T39" fmla="*/ 31750 h 45"/>
              <a:gd name="T40" fmla="*/ 66675 w 50"/>
              <a:gd name="T41" fmla="*/ 47625 h 45"/>
              <a:gd name="T42" fmla="*/ 88900 w 50"/>
              <a:gd name="T43" fmla="*/ 60325 h 45"/>
              <a:gd name="T44" fmla="*/ 95250 w 50"/>
              <a:gd name="T45" fmla="*/ 114300 h 45"/>
              <a:gd name="T46" fmla="*/ 95250 w 50"/>
              <a:gd name="T47" fmla="*/ 114300 h 45"/>
              <a:gd name="T48" fmla="*/ 95250 w 50"/>
              <a:gd name="T49" fmla="*/ 114300 h 45"/>
              <a:gd name="T50" fmla="*/ 98425 w 50"/>
              <a:gd name="T51" fmla="*/ 117475 h 45"/>
              <a:gd name="T52" fmla="*/ 101600 w 50"/>
              <a:gd name="T53" fmla="*/ 117475 h 45"/>
              <a:gd name="T54" fmla="*/ 104775 w 50"/>
              <a:gd name="T55" fmla="*/ 114300 h 45"/>
              <a:gd name="T56" fmla="*/ 104775 w 50"/>
              <a:gd name="T57" fmla="*/ 114300 h 45"/>
              <a:gd name="T58" fmla="*/ 101600 w 50"/>
              <a:gd name="T59" fmla="*/ 111125 h 45"/>
              <a:gd name="T60" fmla="*/ 98425 w 50"/>
              <a:gd name="T61" fmla="*/ 111125 h 45"/>
              <a:gd name="T62" fmla="*/ 139700 w 50"/>
              <a:gd name="T63" fmla="*/ 12700 h 45"/>
              <a:gd name="T64" fmla="*/ 22225 w 50"/>
              <a:gd name="T65" fmla="*/ 12700 h 45"/>
              <a:gd name="T66" fmla="*/ 12700 w 50"/>
              <a:gd name="T67" fmla="*/ 120650 h 45"/>
              <a:gd name="T68" fmla="*/ 139700 w 50"/>
              <a:gd name="T69" fmla="*/ 130175 h 45"/>
              <a:gd name="T70" fmla="*/ 149225 w 50"/>
              <a:gd name="T71" fmla="*/ 22225 h 45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" h="45">
                <a:moveTo>
                  <a:pt x="7" y="0"/>
                </a:moveTo>
                <a:cubicBezTo>
                  <a:pt x="44" y="0"/>
                  <a:pt x="44" y="0"/>
                  <a:pt x="44" y="0"/>
                </a:cubicBezTo>
                <a:cubicBezTo>
                  <a:pt x="48" y="0"/>
                  <a:pt x="50" y="3"/>
                  <a:pt x="50" y="7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42"/>
                  <a:pt x="48" y="45"/>
                  <a:pt x="44" y="45"/>
                </a:cubicBezTo>
                <a:cubicBezTo>
                  <a:pt x="7" y="45"/>
                  <a:pt x="7" y="45"/>
                  <a:pt x="7" y="45"/>
                </a:cubicBezTo>
                <a:cubicBezTo>
                  <a:pt x="3" y="45"/>
                  <a:pt x="0" y="42"/>
                  <a:pt x="0" y="38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lose/>
                <a:moveTo>
                  <a:pt x="11" y="37"/>
                </a:moveTo>
                <a:cubicBezTo>
                  <a:pt x="11" y="37"/>
                  <a:pt x="11" y="37"/>
                  <a:pt x="11" y="37"/>
                </a:cubicBezTo>
                <a:cubicBezTo>
                  <a:pt x="10" y="37"/>
                  <a:pt x="10" y="36"/>
                  <a:pt x="10" y="36"/>
                </a:cubicBezTo>
                <a:cubicBezTo>
                  <a:pt x="10" y="35"/>
                  <a:pt x="10" y="35"/>
                  <a:pt x="11" y="35"/>
                </a:cubicBezTo>
                <a:cubicBezTo>
                  <a:pt x="28" y="35"/>
                  <a:pt x="28" y="35"/>
                  <a:pt x="28" y="35"/>
                </a:cubicBezTo>
                <a:cubicBezTo>
                  <a:pt x="28" y="34"/>
                  <a:pt x="29" y="34"/>
                  <a:pt x="29" y="33"/>
                </a:cubicBezTo>
                <a:cubicBezTo>
                  <a:pt x="30" y="33"/>
                  <a:pt x="31" y="32"/>
                  <a:pt x="32" y="32"/>
                </a:cubicBezTo>
                <a:cubicBezTo>
                  <a:pt x="32" y="32"/>
                  <a:pt x="33" y="33"/>
                  <a:pt x="34" y="33"/>
                </a:cubicBezTo>
                <a:cubicBezTo>
                  <a:pt x="34" y="34"/>
                  <a:pt x="35" y="34"/>
                  <a:pt x="35" y="35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5"/>
                  <a:pt x="41" y="35"/>
                  <a:pt x="41" y="36"/>
                </a:cubicBezTo>
                <a:cubicBezTo>
                  <a:pt x="41" y="36"/>
                  <a:pt x="40" y="37"/>
                  <a:pt x="40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4" y="38"/>
                  <a:pt x="34" y="38"/>
                </a:cubicBezTo>
                <a:cubicBezTo>
                  <a:pt x="33" y="39"/>
                  <a:pt x="32" y="39"/>
                  <a:pt x="32" y="39"/>
                </a:cubicBezTo>
                <a:cubicBezTo>
                  <a:pt x="31" y="39"/>
                  <a:pt x="30" y="39"/>
                  <a:pt x="29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8"/>
                  <a:pt x="28" y="37"/>
                  <a:pt x="28" y="37"/>
                </a:cubicBezTo>
                <a:cubicBezTo>
                  <a:pt x="11" y="37"/>
                  <a:pt x="11" y="37"/>
                  <a:pt x="11" y="37"/>
                </a:cubicBezTo>
                <a:close/>
                <a:moveTo>
                  <a:pt x="2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8"/>
                  <a:pt x="34" y="19"/>
                  <a:pt x="33" y="20"/>
                </a:cubicBezTo>
                <a:cubicBezTo>
                  <a:pt x="33" y="20"/>
                  <a:pt x="33" y="21"/>
                  <a:pt x="33" y="21"/>
                </a:cubicBezTo>
                <a:cubicBezTo>
                  <a:pt x="26" y="25"/>
                  <a:pt x="26" y="25"/>
                  <a:pt x="26" y="25"/>
                </a:cubicBezTo>
                <a:cubicBezTo>
                  <a:pt x="20" y="28"/>
                  <a:pt x="20" y="28"/>
                  <a:pt x="20" y="28"/>
                </a:cubicBezTo>
                <a:cubicBezTo>
                  <a:pt x="19" y="29"/>
                  <a:pt x="18" y="28"/>
                  <a:pt x="17" y="27"/>
                </a:cubicBezTo>
                <a:cubicBezTo>
                  <a:pt x="17" y="27"/>
                  <a:pt x="17" y="27"/>
                  <a:pt x="17" y="26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1"/>
                  <a:pt x="18" y="10"/>
                  <a:pt x="19" y="10"/>
                </a:cubicBezTo>
                <a:cubicBezTo>
                  <a:pt x="19" y="10"/>
                  <a:pt x="20" y="10"/>
                  <a:pt x="20" y="10"/>
                </a:cubicBezTo>
                <a:close/>
                <a:moveTo>
                  <a:pt x="21" y="15"/>
                </a:moveTo>
                <a:cubicBezTo>
                  <a:pt x="21" y="15"/>
                  <a:pt x="21" y="15"/>
                  <a:pt x="21" y="15"/>
                </a:cubicBezTo>
                <a:cubicBezTo>
                  <a:pt x="21" y="23"/>
                  <a:pt x="21" y="23"/>
                  <a:pt x="21" y="23"/>
                </a:cubicBezTo>
                <a:cubicBezTo>
                  <a:pt x="23" y="22"/>
                  <a:pt x="25" y="21"/>
                  <a:pt x="28" y="19"/>
                </a:cubicBezTo>
                <a:cubicBezTo>
                  <a:pt x="21" y="15"/>
                  <a:pt x="21" y="15"/>
                  <a:pt x="21" y="15"/>
                </a:cubicBezTo>
                <a:close/>
                <a:moveTo>
                  <a:pt x="30" y="36"/>
                </a:move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30" y="36"/>
                  <a:pt x="30" y="36"/>
                  <a:pt x="31" y="37"/>
                </a:cubicBezTo>
                <a:cubicBezTo>
                  <a:pt x="31" y="37"/>
                  <a:pt x="31" y="37"/>
                  <a:pt x="31" y="37"/>
                </a:cubicBezTo>
                <a:cubicBezTo>
                  <a:pt x="31" y="37"/>
                  <a:pt x="31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5"/>
                  <a:pt x="33" y="35"/>
                  <a:pt x="32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0" y="35"/>
                  <a:pt x="30" y="35"/>
                  <a:pt x="30" y="36"/>
                </a:cubicBezTo>
                <a:close/>
                <a:moveTo>
                  <a:pt x="44" y="4"/>
                </a:moveTo>
                <a:cubicBezTo>
                  <a:pt x="44" y="4"/>
                  <a:pt x="44" y="4"/>
                  <a:pt x="44" y="4"/>
                </a:cubicBezTo>
                <a:cubicBezTo>
                  <a:pt x="7" y="4"/>
                  <a:pt x="7" y="4"/>
                  <a:pt x="7" y="4"/>
                </a:cubicBezTo>
                <a:cubicBezTo>
                  <a:pt x="5" y="4"/>
                  <a:pt x="4" y="5"/>
                  <a:pt x="4" y="7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40"/>
                  <a:pt x="5" y="41"/>
                  <a:pt x="7" y="41"/>
                </a:cubicBezTo>
                <a:cubicBezTo>
                  <a:pt x="44" y="41"/>
                  <a:pt x="44" y="41"/>
                  <a:pt x="44" y="41"/>
                </a:cubicBezTo>
                <a:cubicBezTo>
                  <a:pt x="45" y="41"/>
                  <a:pt x="47" y="40"/>
                  <a:pt x="47" y="38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5"/>
                  <a:pt x="45" y="4"/>
                  <a:pt x="44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08" name="Freeform 342">
            <a:extLst>
              <a:ext uri="{FF2B5EF4-FFF2-40B4-BE49-F238E27FC236}">
                <a16:creationId xmlns:a16="http://schemas.microsoft.com/office/drawing/2014/main" id="{0F723363-E536-C4DA-D15C-9048297B4151}"/>
              </a:ext>
            </a:extLst>
          </p:cNvPr>
          <p:cNvSpPr>
            <a:spLocks noEditPoints="1"/>
          </p:cNvSpPr>
          <p:nvPr/>
        </p:nvSpPr>
        <p:spPr bwMode="auto">
          <a:xfrm>
            <a:off x="9901167" y="5656181"/>
            <a:ext cx="211667" cy="190500"/>
          </a:xfrm>
          <a:custGeom>
            <a:avLst/>
            <a:gdLst>
              <a:gd name="T0" fmla="*/ 19050 w 50"/>
              <a:gd name="T1" fmla="*/ 0 h 45"/>
              <a:gd name="T2" fmla="*/ 139700 w 50"/>
              <a:gd name="T3" fmla="*/ 0 h 45"/>
              <a:gd name="T4" fmla="*/ 158750 w 50"/>
              <a:gd name="T5" fmla="*/ 22225 h 45"/>
              <a:gd name="T6" fmla="*/ 158750 w 50"/>
              <a:gd name="T7" fmla="*/ 120650 h 45"/>
              <a:gd name="T8" fmla="*/ 139700 w 50"/>
              <a:gd name="T9" fmla="*/ 142875 h 45"/>
              <a:gd name="T10" fmla="*/ 19050 w 50"/>
              <a:gd name="T11" fmla="*/ 142875 h 45"/>
              <a:gd name="T12" fmla="*/ 0 w 50"/>
              <a:gd name="T13" fmla="*/ 120650 h 45"/>
              <a:gd name="T14" fmla="*/ 0 w 50"/>
              <a:gd name="T15" fmla="*/ 22225 h 45"/>
              <a:gd name="T16" fmla="*/ 19050 w 50"/>
              <a:gd name="T17" fmla="*/ 0 h 45"/>
              <a:gd name="T18" fmla="*/ 25400 w 50"/>
              <a:gd name="T19" fmla="*/ 28575 h 45"/>
              <a:gd name="T20" fmla="*/ 25400 w 50"/>
              <a:gd name="T21" fmla="*/ 28575 h 45"/>
              <a:gd name="T22" fmla="*/ 25400 w 50"/>
              <a:gd name="T23" fmla="*/ 25400 h 45"/>
              <a:gd name="T24" fmla="*/ 31750 w 50"/>
              <a:gd name="T25" fmla="*/ 25400 h 45"/>
              <a:gd name="T26" fmla="*/ 44450 w 50"/>
              <a:gd name="T27" fmla="*/ 38100 h 45"/>
              <a:gd name="T28" fmla="*/ 44450 w 50"/>
              <a:gd name="T29" fmla="*/ 44450 h 45"/>
              <a:gd name="T30" fmla="*/ 44450 w 50"/>
              <a:gd name="T31" fmla="*/ 44450 h 45"/>
              <a:gd name="T32" fmla="*/ 31750 w 50"/>
              <a:gd name="T33" fmla="*/ 57150 h 45"/>
              <a:gd name="T34" fmla="*/ 25400 w 50"/>
              <a:gd name="T35" fmla="*/ 57150 h 45"/>
              <a:gd name="T36" fmla="*/ 25400 w 50"/>
              <a:gd name="T37" fmla="*/ 53975 h 45"/>
              <a:gd name="T38" fmla="*/ 38100 w 50"/>
              <a:gd name="T39" fmla="*/ 41275 h 45"/>
              <a:gd name="T40" fmla="*/ 25400 w 50"/>
              <a:gd name="T41" fmla="*/ 28575 h 45"/>
              <a:gd name="T42" fmla="*/ 47625 w 50"/>
              <a:gd name="T43" fmla="*/ 60325 h 45"/>
              <a:gd name="T44" fmla="*/ 47625 w 50"/>
              <a:gd name="T45" fmla="*/ 60325 h 45"/>
              <a:gd name="T46" fmla="*/ 44450 w 50"/>
              <a:gd name="T47" fmla="*/ 53975 h 45"/>
              <a:gd name="T48" fmla="*/ 47625 w 50"/>
              <a:gd name="T49" fmla="*/ 50800 h 45"/>
              <a:gd name="T50" fmla="*/ 69850 w 50"/>
              <a:gd name="T51" fmla="*/ 50800 h 45"/>
              <a:gd name="T52" fmla="*/ 76200 w 50"/>
              <a:gd name="T53" fmla="*/ 53975 h 45"/>
              <a:gd name="T54" fmla="*/ 69850 w 50"/>
              <a:gd name="T55" fmla="*/ 60325 h 45"/>
              <a:gd name="T56" fmla="*/ 47625 w 50"/>
              <a:gd name="T57" fmla="*/ 60325 h 45"/>
              <a:gd name="T58" fmla="*/ 139700 w 50"/>
              <a:gd name="T59" fmla="*/ 12700 h 45"/>
              <a:gd name="T60" fmla="*/ 139700 w 50"/>
              <a:gd name="T61" fmla="*/ 12700 h 45"/>
              <a:gd name="T62" fmla="*/ 19050 w 50"/>
              <a:gd name="T63" fmla="*/ 12700 h 45"/>
              <a:gd name="T64" fmla="*/ 12700 w 50"/>
              <a:gd name="T65" fmla="*/ 22225 h 45"/>
              <a:gd name="T66" fmla="*/ 12700 w 50"/>
              <a:gd name="T67" fmla="*/ 120650 h 45"/>
              <a:gd name="T68" fmla="*/ 19050 w 50"/>
              <a:gd name="T69" fmla="*/ 130175 h 45"/>
              <a:gd name="T70" fmla="*/ 139700 w 50"/>
              <a:gd name="T71" fmla="*/ 130175 h 45"/>
              <a:gd name="T72" fmla="*/ 146050 w 50"/>
              <a:gd name="T73" fmla="*/ 120650 h 45"/>
              <a:gd name="T74" fmla="*/ 146050 w 50"/>
              <a:gd name="T75" fmla="*/ 22225 h 45"/>
              <a:gd name="T76" fmla="*/ 139700 w 50"/>
              <a:gd name="T77" fmla="*/ 12700 h 45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0" h="45">
                <a:moveTo>
                  <a:pt x="6" y="0"/>
                </a:moveTo>
                <a:cubicBezTo>
                  <a:pt x="44" y="0"/>
                  <a:pt x="44" y="0"/>
                  <a:pt x="44" y="0"/>
                </a:cubicBezTo>
                <a:cubicBezTo>
                  <a:pt x="47" y="0"/>
                  <a:pt x="50" y="3"/>
                  <a:pt x="50" y="7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42"/>
                  <a:pt x="47" y="45"/>
                  <a:pt x="44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3" y="45"/>
                  <a:pt x="0" y="42"/>
                  <a:pt x="0" y="38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6" y="0"/>
                </a:cubicBezTo>
                <a:close/>
                <a:moveTo>
                  <a:pt x="8" y="9"/>
                </a:move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8"/>
                  <a:pt x="8" y="8"/>
                </a:cubicBezTo>
                <a:cubicBezTo>
                  <a:pt x="9" y="7"/>
                  <a:pt x="9" y="7"/>
                  <a:pt x="10" y="8"/>
                </a:cubicBezTo>
                <a:cubicBezTo>
                  <a:pt x="14" y="12"/>
                  <a:pt x="14" y="12"/>
                  <a:pt x="14" y="12"/>
                </a:cubicBezTo>
                <a:cubicBezTo>
                  <a:pt x="15" y="13"/>
                  <a:pt x="15" y="13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0" y="18"/>
                  <a:pt x="10" y="18"/>
                  <a:pt x="10" y="18"/>
                </a:cubicBezTo>
                <a:cubicBezTo>
                  <a:pt x="9" y="19"/>
                  <a:pt x="9" y="19"/>
                  <a:pt x="8" y="18"/>
                </a:cubicBezTo>
                <a:cubicBezTo>
                  <a:pt x="8" y="18"/>
                  <a:pt x="8" y="17"/>
                  <a:pt x="8" y="17"/>
                </a:cubicBezTo>
                <a:cubicBezTo>
                  <a:pt x="12" y="13"/>
                  <a:pt x="12" y="13"/>
                  <a:pt x="12" y="13"/>
                </a:cubicBezTo>
                <a:cubicBezTo>
                  <a:pt x="8" y="9"/>
                  <a:pt x="8" y="9"/>
                  <a:pt x="8" y="9"/>
                </a:cubicBezTo>
                <a:close/>
                <a:moveTo>
                  <a:pt x="15" y="19"/>
                </a:moveTo>
                <a:cubicBezTo>
                  <a:pt x="15" y="19"/>
                  <a:pt x="15" y="19"/>
                  <a:pt x="15" y="19"/>
                </a:cubicBezTo>
                <a:cubicBezTo>
                  <a:pt x="14" y="19"/>
                  <a:pt x="14" y="18"/>
                  <a:pt x="14" y="17"/>
                </a:cubicBezTo>
                <a:cubicBezTo>
                  <a:pt x="14" y="17"/>
                  <a:pt x="14" y="16"/>
                  <a:pt x="15" y="16"/>
                </a:cubicBezTo>
                <a:cubicBezTo>
                  <a:pt x="22" y="16"/>
                  <a:pt x="22" y="16"/>
                  <a:pt x="22" y="16"/>
                </a:cubicBezTo>
                <a:cubicBezTo>
                  <a:pt x="23" y="16"/>
                  <a:pt x="24" y="17"/>
                  <a:pt x="24" y="17"/>
                </a:cubicBezTo>
                <a:cubicBezTo>
                  <a:pt x="24" y="18"/>
                  <a:pt x="23" y="19"/>
                  <a:pt x="22" y="19"/>
                </a:cubicBezTo>
                <a:cubicBezTo>
                  <a:pt x="15" y="19"/>
                  <a:pt x="15" y="19"/>
                  <a:pt x="15" y="19"/>
                </a:cubicBezTo>
                <a:close/>
                <a:moveTo>
                  <a:pt x="44" y="4"/>
                </a:moveTo>
                <a:cubicBezTo>
                  <a:pt x="44" y="4"/>
                  <a:pt x="44" y="4"/>
                  <a:pt x="44" y="4"/>
                </a:cubicBezTo>
                <a:cubicBezTo>
                  <a:pt x="6" y="4"/>
                  <a:pt x="6" y="4"/>
                  <a:pt x="6" y="4"/>
                </a:cubicBezTo>
                <a:cubicBezTo>
                  <a:pt x="5" y="4"/>
                  <a:pt x="4" y="5"/>
                  <a:pt x="4" y="7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40"/>
                  <a:pt x="5" y="41"/>
                  <a:pt x="6" y="41"/>
                </a:cubicBezTo>
                <a:cubicBezTo>
                  <a:pt x="44" y="41"/>
                  <a:pt x="44" y="41"/>
                  <a:pt x="44" y="41"/>
                </a:cubicBezTo>
                <a:cubicBezTo>
                  <a:pt x="45" y="41"/>
                  <a:pt x="46" y="40"/>
                  <a:pt x="46" y="38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5"/>
                  <a:pt x="45" y="4"/>
                  <a:pt x="44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09" name="Freeform 343">
            <a:extLst>
              <a:ext uri="{FF2B5EF4-FFF2-40B4-BE49-F238E27FC236}">
                <a16:creationId xmlns:a16="http://schemas.microsoft.com/office/drawing/2014/main" id="{6AEDFBD9-A705-41C9-F9D5-E3C4EA61E502}"/>
              </a:ext>
            </a:extLst>
          </p:cNvPr>
          <p:cNvSpPr>
            <a:spLocks noEditPoints="1"/>
          </p:cNvSpPr>
          <p:nvPr/>
        </p:nvSpPr>
        <p:spPr bwMode="auto">
          <a:xfrm>
            <a:off x="3523652" y="5647715"/>
            <a:ext cx="207433" cy="207433"/>
          </a:xfrm>
          <a:custGeom>
            <a:avLst/>
            <a:gdLst>
              <a:gd name="T0" fmla="*/ 31750 w 49"/>
              <a:gd name="T1" fmla="*/ 47625 h 49"/>
              <a:gd name="T2" fmla="*/ 47625 w 49"/>
              <a:gd name="T3" fmla="*/ 31750 h 49"/>
              <a:gd name="T4" fmla="*/ 73025 w 49"/>
              <a:gd name="T5" fmla="*/ 38100 h 49"/>
              <a:gd name="T6" fmla="*/ 63500 w 49"/>
              <a:gd name="T7" fmla="*/ 15875 h 49"/>
              <a:gd name="T8" fmla="*/ 88900 w 49"/>
              <a:gd name="T9" fmla="*/ 25400 h 49"/>
              <a:gd name="T10" fmla="*/ 101600 w 49"/>
              <a:gd name="T11" fmla="*/ 47625 h 49"/>
              <a:gd name="T12" fmla="*/ 120650 w 49"/>
              <a:gd name="T13" fmla="*/ 19050 h 49"/>
              <a:gd name="T14" fmla="*/ 114300 w 49"/>
              <a:gd name="T15" fmla="*/ 44450 h 49"/>
              <a:gd name="T16" fmla="*/ 127000 w 49"/>
              <a:gd name="T17" fmla="*/ 73025 h 49"/>
              <a:gd name="T18" fmla="*/ 149225 w 49"/>
              <a:gd name="T19" fmla="*/ 66675 h 49"/>
              <a:gd name="T20" fmla="*/ 149225 w 49"/>
              <a:gd name="T21" fmla="*/ 88900 h 49"/>
              <a:gd name="T22" fmla="*/ 130175 w 49"/>
              <a:gd name="T23" fmla="*/ 88900 h 49"/>
              <a:gd name="T24" fmla="*/ 107950 w 49"/>
              <a:gd name="T25" fmla="*/ 101600 h 49"/>
              <a:gd name="T26" fmla="*/ 136525 w 49"/>
              <a:gd name="T27" fmla="*/ 123825 h 49"/>
              <a:gd name="T28" fmla="*/ 111125 w 49"/>
              <a:gd name="T29" fmla="*/ 133350 h 49"/>
              <a:gd name="T30" fmla="*/ 101600 w 49"/>
              <a:gd name="T31" fmla="*/ 107950 h 49"/>
              <a:gd name="T32" fmla="*/ 88900 w 49"/>
              <a:gd name="T33" fmla="*/ 130175 h 49"/>
              <a:gd name="T34" fmla="*/ 88900 w 49"/>
              <a:gd name="T35" fmla="*/ 152400 h 49"/>
              <a:gd name="T36" fmla="*/ 63500 w 49"/>
              <a:gd name="T37" fmla="*/ 139700 h 49"/>
              <a:gd name="T38" fmla="*/ 73025 w 49"/>
              <a:gd name="T39" fmla="*/ 117475 h 49"/>
              <a:gd name="T40" fmla="*/ 47625 w 49"/>
              <a:gd name="T41" fmla="*/ 123825 h 49"/>
              <a:gd name="T42" fmla="*/ 31750 w 49"/>
              <a:gd name="T43" fmla="*/ 107950 h 49"/>
              <a:gd name="T44" fmla="*/ 38100 w 49"/>
              <a:gd name="T45" fmla="*/ 82550 h 49"/>
              <a:gd name="T46" fmla="*/ 3175 w 49"/>
              <a:gd name="T47" fmla="*/ 88900 h 49"/>
              <a:gd name="T48" fmla="*/ 25400 w 49"/>
              <a:gd name="T49" fmla="*/ 66675 h 49"/>
              <a:gd name="T50" fmla="*/ 47625 w 49"/>
              <a:gd name="T51" fmla="*/ 53975 h 49"/>
              <a:gd name="T52" fmla="*/ 50800 w 49"/>
              <a:gd name="T53" fmla="*/ 79375 h 49"/>
              <a:gd name="T54" fmla="*/ 76200 w 49"/>
              <a:gd name="T55" fmla="*/ 50800 h 49"/>
              <a:gd name="T56" fmla="*/ 69850 w 49"/>
              <a:gd name="T57" fmla="*/ 15875 h 49"/>
              <a:gd name="T58" fmla="*/ 82550 w 49"/>
              <a:gd name="T59" fmla="*/ 15875 h 49"/>
              <a:gd name="T60" fmla="*/ 120650 w 49"/>
              <a:gd name="T61" fmla="*/ 25400 h 49"/>
              <a:gd name="T62" fmla="*/ 117475 w 49"/>
              <a:gd name="T63" fmla="*/ 38100 h 49"/>
              <a:gd name="T64" fmla="*/ 117475 w 49"/>
              <a:gd name="T65" fmla="*/ 38100 h 49"/>
              <a:gd name="T66" fmla="*/ 120650 w 49"/>
              <a:gd name="T67" fmla="*/ 25400 h 49"/>
              <a:gd name="T68" fmla="*/ 146050 w 49"/>
              <a:gd name="T69" fmla="*/ 79375 h 49"/>
              <a:gd name="T70" fmla="*/ 136525 w 49"/>
              <a:gd name="T71" fmla="*/ 73025 h 49"/>
              <a:gd name="T72" fmla="*/ 146050 w 49"/>
              <a:gd name="T73" fmla="*/ 82550 h 49"/>
              <a:gd name="T74" fmla="*/ 120650 w 49"/>
              <a:gd name="T75" fmla="*/ 117475 h 49"/>
              <a:gd name="T76" fmla="*/ 117475 w 49"/>
              <a:gd name="T77" fmla="*/ 117475 h 49"/>
              <a:gd name="T78" fmla="*/ 114300 w 49"/>
              <a:gd name="T79" fmla="*/ 123825 h 49"/>
              <a:gd name="T80" fmla="*/ 120650 w 49"/>
              <a:gd name="T81" fmla="*/ 130175 h 49"/>
              <a:gd name="T82" fmla="*/ 73025 w 49"/>
              <a:gd name="T83" fmla="*/ 146050 h 49"/>
              <a:gd name="T84" fmla="*/ 82550 w 49"/>
              <a:gd name="T85" fmla="*/ 139700 h 49"/>
              <a:gd name="T86" fmla="*/ 69850 w 49"/>
              <a:gd name="T87" fmla="*/ 139700 h 49"/>
              <a:gd name="T88" fmla="*/ 31750 w 49"/>
              <a:gd name="T89" fmla="*/ 130175 h 49"/>
              <a:gd name="T90" fmla="*/ 38100 w 49"/>
              <a:gd name="T91" fmla="*/ 117475 h 49"/>
              <a:gd name="T92" fmla="*/ 38100 w 49"/>
              <a:gd name="T93" fmla="*/ 117475 h 49"/>
              <a:gd name="T94" fmla="*/ 25400 w 49"/>
              <a:gd name="T95" fmla="*/ 123825 h 49"/>
              <a:gd name="T96" fmla="*/ 9525 w 49"/>
              <a:gd name="T97" fmla="*/ 73025 h 49"/>
              <a:gd name="T98" fmla="*/ 19050 w 49"/>
              <a:gd name="T99" fmla="*/ 82550 h 49"/>
              <a:gd name="T100" fmla="*/ 9525 w 49"/>
              <a:gd name="T101" fmla="*/ 73025 h 49"/>
              <a:gd name="T102" fmla="*/ 38100 w 49"/>
              <a:gd name="T103" fmla="*/ 38100 h 49"/>
              <a:gd name="T104" fmla="*/ 38100 w 49"/>
              <a:gd name="T105" fmla="*/ 31750 h 49"/>
              <a:gd name="T106" fmla="*/ 31750 w 49"/>
              <a:gd name="T107" fmla="*/ 41275 h 4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9" h="49">
                <a:moveTo>
                  <a:pt x="15" y="17"/>
                </a:moveTo>
                <a:cubicBezTo>
                  <a:pt x="12" y="14"/>
                  <a:pt x="12" y="14"/>
                  <a:pt x="12" y="14"/>
                </a:cubicBezTo>
                <a:cubicBezTo>
                  <a:pt x="12" y="15"/>
                  <a:pt x="11" y="15"/>
                  <a:pt x="10" y="15"/>
                </a:cubicBezTo>
                <a:cubicBezTo>
                  <a:pt x="8" y="15"/>
                  <a:pt x="6" y="13"/>
                  <a:pt x="6" y="10"/>
                </a:cubicBezTo>
                <a:cubicBezTo>
                  <a:pt x="6" y="8"/>
                  <a:pt x="8" y="6"/>
                  <a:pt x="10" y="6"/>
                </a:cubicBezTo>
                <a:cubicBezTo>
                  <a:pt x="13" y="6"/>
                  <a:pt x="15" y="8"/>
                  <a:pt x="15" y="10"/>
                </a:cubicBezTo>
                <a:cubicBezTo>
                  <a:pt x="15" y="11"/>
                  <a:pt x="15" y="12"/>
                  <a:pt x="14" y="13"/>
                </a:cubicBezTo>
                <a:cubicBezTo>
                  <a:pt x="17" y="15"/>
                  <a:pt x="17" y="15"/>
                  <a:pt x="17" y="15"/>
                </a:cubicBezTo>
                <a:cubicBezTo>
                  <a:pt x="18" y="14"/>
                  <a:pt x="21" y="13"/>
                  <a:pt x="23" y="12"/>
                </a:cubicBezTo>
                <a:cubicBezTo>
                  <a:pt x="23" y="9"/>
                  <a:pt x="23" y="9"/>
                  <a:pt x="23" y="9"/>
                </a:cubicBezTo>
                <a:cubicBezTo>
                  <a:pt x="22" y="9"/>
                  <a:pt x="22" y="8"/>
                  <a:pt x="21" y="8"/>
                </a:cubicBezTo>
                <a:cubicBezTo>
                  <a:pt x="20" y="7"/>
                  <a:pt x="20" y="6"/>
                  <a:pt x="20" y="5"/>
                </a:cubicBezTo>
                <a:cubicBezTo>
                  <a:pt x="20" y="2"/>
                  <a:pt x="22" y="0"/>
                  <a:pt x="24" y="0"/>
                </a:cubicBezTo>
                <a:cubicBezTo>
                  <a:pt x="27" y="0"/>
                  <a:pt x="29" y="2"/>
                  <a:pt x="29" y="5"/>
                </a:cubicBezTo>
                <a:cubicBezTo>
                  <a:pt x="29" y="6"/>
                  <a:pt x="28" y="7"/>
                  <a:pt x="28" y="8"/>
                </a:cubicBezTo>
                <a:cubicBezTo>
                  <a:pt x="27" y="8"/>
                  <a:pt x="26" y="9"/>
                  <a:pt x="26" y="9"/>
                </a:cubicBezTo>
                <a:cubicBezTo>
                  <a:pt x="26" y="12"/>
                  <a:pt x="26" y="12"/>
                  <a:pt x="26" y="12"/>
                </a:cubicBezTo>
                <a:cubicBezTo>
                  <a:pt x="28" y="13"/>
                  <a:pt x="30" y="14"/>
                  <a:pt x="32" y="15"/>
                </a:cubicBezTo>
                <a:cubicBezTo>
                  <a:pt x="35" y="13"/>
                  <a:pt x="35" y="13"/>
                  <a:pt x="35" y="13"/>
                </a:cubicBezTo>
                <a:cubicBezTo>
                  <a:pt x="34" y="12"/>
                  <a:pt x="34" y="11"/>
                  <a:pt x="34" y="10"/>
                </a:cubicBezTo>
                <a:cubicBezTo>
                  <a:pt x="34" y="8"/>
                  <a:pt x="36" y="6"/>
                  <a:pt x="38" y="6"/>
                </a:cubicBezTo>
                <a:cubicBezTo>
                  <a:pt x="41" y="6"/>
                  <a:pt x="43" y="8"/>
                  <a:pt x="43" y="10"/>
                </a:cubicBezTo>
                <a:cubicBezTo>
                  <a:pt x="43" y="13"/>
                  <a:pt x="41" y="15"/>
                  <a:pt x="38" y="15"/>
                </a:cubicBezTo>
                <a:cubicBezTo>
                  <a:pt x="38" y="15"/>
                  <a:pt x="37" y="15"/>
                  <a:pt x="36" y="14"/>
                </a:cubicBezTo>
                <a:cubicBezTo>
                  <a:pt x="34" y="17"/>
                  <a:pt x="34" y="17"/>
                  <a:pt x="34" y="17"/>
                </a:cubicBezTo>
                <a:cubicBezTo>
                  <a:pt x="35" y="19"/>
                  <a:pt x="36" y="21"/>
                  <a:pt x="37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41" y="22"/>
                  <a:pt x="41" y="21"/>
                </a:cubicBezTo>
                <a:cubicBezTo>
                  <a:pt x="42" y="21"/>
                  <a:pt x="43" y="20"/>
                  <a:pt x="44" y="20"/>
                </a:cubicBezTo>
                <a:cubicBezTo>
                  <a:pt x="46" y="20"/>
                  <a:pt x="47" y="21"/>
                  <a:pt x="47" y="21"/>
                </a:cubicBezTo>
                <a:cubicBezTo>
                  <a:pt x="47" y="21"/>
                  <a:pt x="47" y="21"/>
                  <a:pt x="47" y="21"/>
                </a:cubicBezTo>
                <a:cubicBezTo>
                  <a:pt x="48" y="22"/>
                  <a:pt x="49" y="23"/>
                  <a:pt x="49" y="25"/>
                </a:cubicBezTo>
                <a:cubicBezTo>
                  <a:pt x="49" y="26"/>
                  <a:pt x="48" y="27"/>
                  <a:pt x="47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7" y="28"/>
                  <a:pt x="46" y="29"/>
                  <a:pt x="44" y="29"/>
                </a:cubicBezTo>
                <a:cubicBezTo>
                  <a:pt x="43" y="29"/>
                  <a:pt x="42" y="28"/>
                  <a:pt x="41" y="28"/>
                </a:cubicBezTo>
                <a:cubicBezTo>
                  <a:pt x="41" y="27"/>
                  <a:pt x="40" y="26"/>
                  <a:pt x="40" y="26"/>
                </a:cubicBezTo>
                <a:cubicBezTo>
                  <a:pt x="37" y="26"/>
                  <a:pt x="37" y="26"/>
                  <a:pt x="37" y="26"/>
                </a:cubicBezTo>
                <a:cubicBezTo>
                  <a:pt x="36" y="28"/>
                  <a:pt x="35" y="31"/>
                  <a:pt x="34" y="32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8" y="34"/>
                  <a:pt x="38" y="34"/>
                </a:cubicBezTo>
                <a:cubicBezTo>
                  <a:pt x="41" y="34"/>
                  <a:pt x="43" y="36"/>
                  <a:pt x="43" y="39"/>
                </a:cubicBezTo>
                <a:cubicBezTo>
                  <a:pt x="43" y="41"/>
                  <a:pt x="41" y="43"/>
                  <a:pt x="38" y="43"/>
                </a:cubicBezTo>
                <a:cubicBezTo>
                  <a:pt x="37" y="43"/>
                  <a:pt x="36" y="43"/>
                  <a:pt x="35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4" y="41"/>
                  <a:pt x="34" y="40"/>
                  <a:pt x="34" y="39"/>
                </a:cubicBezTo>
                <a:cubicBezTo>
                  <a:pt x="34" y="38"/>
                  <a:pt x="34" y="37"/>
                  <a:pt x="35" y="36"/>
                </a:cubicBezTo>
                <a:cubicBezTo>
                  <a:pt x="32" y="34"/>
                  <a:pt x="32" y="34"/>
                  <a:pt x="32" y="34"/>
                </a:cubicBezTo>
                <a:cubicBezTo>
                  <a:pt x="30" y="35"/>
                  <a:pt x="28" y="36"/>
                  <a:pt x="26" y="37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40"/>
                  <a:pt x="27" y="41"/>
                  <a:pt x="28" y="41"/>
                </a:cubicBezTo>
                <a:cubicBezTo>
                  <a:pt x="28" y="42"/>
                  <a:pt x="29" y="43"/>
                  <a:pt x="29" y="44"/>
                </a:cubicBezTo>
                <a:cubicBezTo>
                  <a:pt x="29" y="46"/>
                  <a:pt x="28" y="47"/>
                  <a:pt x="28" y="48"/>
                </a:cubicBezTo>
                <a:cubicBezTo>
                  <a:pt x="28" y="48"/>
                  <a:pt x="28" y="48"/>
                  <a:pt x="28" y="48"/>
                </a:cubicBezTo>
                <a:cubicBezTo>
                  <a:pt x="26" y="49"/>
                  <a:pt x="23" y="49"/>
                  <a:pt x="21" y="48"/>
                </a:cubicBezTo>
                <a:cubicBezTo>
                  <a:pt x="21" y="48"/>
                  <a:pt x="21" y="48"/>
                  <a:pt x="21" y="48"/>
                </a:cubicBezTo>
                <a:cubicBezTo>
                  <a:pt x="20" y="47"/>
                  <a:pt x="20" y="46"/>
                  <a:pt x="20" y="44"/>
                </a:cubicBezTo>
                <a:cubicBezTo>
                  <a:pt x="20" y="43"/>
                  <a:pt x="20" y="42"/>
                  <a:pt x="21" y="41"/>
                </a:cubicBezTo>
                <a:cubicBezTo>
                  <a:pt x="22" y="41"/>
                  <a:pt x="22" y="40"/>
                  <a:pt x="23" y="40"/>
                </a:cubicBezTo>
                <a:cubicBezTo>
                  <a:pt x="23" y="37"/>
                  <a:pt x="23" y="37"/>
                  <a:pt x="23" y="37"/>
                </a:cubicBezTo>
                <a:cubicBezTo>
                  <a:pt x="21" y="36"/>
                  <a:pt x="18" y="35"/>
                  <a:pt x="17" y="34"/>
                </a:cubicBezTo>
                <a:cubicBezTo>
                  <a:pt x="14" y="36"/>
                  <a:pt x="14" y="36"/>
                  <a:pt x="14" y="36"/>
                </a:cubicBezTo>
                <a:cubicBezTo>
                  <a:pt x="15" y="37"/>
                  <a:pt x="15" y="38"/>
                  <a:pt x="15" y="39"/>
                </a:cubicBezTo>
                <a:cubicBezTo>
                  <a:pt x="15" y="41"/>
                  <a:pt x="13" y="43"/>
                  <a:pt x="10" y="43"/>
                </a:cubicBezTo>
                <a:cubicBezTo>
                  <a:pt x="8" y="43"/>
                  <a:pt x="6" y="41"/>
                  <a:pt x="6" y="39"/>
                </a:cubicBezTo>
                <a:cubicBezTo>
                  <a:pt x="6" y="36"/>
                  <a:pt x="8" y="34"/>
                  <a:pt x="10" y="34"/>
                </a:cubicBezTo>
                <a:cubicBezTo>
                  <a:pt x="11" y="34"/>
                  <a:pt x="12" y="34"/>
                  <a:pt x="12" y="35"/>
                </a:cubicBezTo>
                <a:cubicBezTo>
                  <a:pt x="15" y="32"/>
                  <a:pt x="15" y="32"/>
                  <a:pt x="15" y="32"/>
                </a:cubicBezTo>
                <a:cubicBezTo>
                  <a:pt x="13" y="31"/>
                  <a:pt x="12" y="28"/>
                  <a:pt x="12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8" y="28"/>
                  <a:pt x="6" y="29"/>
                  <a:pt x="4" y="29"/>
                </a:cubicBezTo>
                <a:cubicBezTo>
                  <a:pt x="3" y="29"/>
                  <a:pt x="2" y="28"/>
                  <a:pt x="1" y="28"/>
                </a:cubicBezTo>
                <a:cubicBezTo>
                  <a:pt x="0" y="26"/>
                  <a:pt x="0" y="23"/>
                  <a:pt x="1" y="21"/>
                </a:cubicBezTo>
                <a:cubicBezTo>
                  <a:pt x="2" y="21"/>
                  <a:pt x="3" y="20"/>
                  <a:pt x="4" y="20"/>
                </a:cubicBezTo>
                <a:cubicBezTo>
                  <a:pt x="6" y="20"/>
                  <a:pt x="7" y="21"/>
                  <a:pt x="8" y="21"/>
                </a:cubicBezTo>
                <a:cubicBezTo>
                  <a:pt x="8" y="22"/>
                  <a:pt x="9" y="23"/>
                  <a:pt x="9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1"/>
                  <a:pt x="13" y="19"/>
                  <a:pt x="15" y="17"/>
                </a:cubicBezTo>
                <a:close/>
                <a:moveTo>
                  <a:pt x="24" y="16"/>
                </a:moveTo>
                <a:cubicBezTo>
                  <a:pt x="24" y="16"/>
                  <a:pt x="24" y="16"/>
                  <a:pt x="24" y="16"/>
                </a:cubicBezTo>
                <a:cubicBezTo>
                  <a:pt x="20" y="16"/>
                  <a:pt x="16" y="20"/>
                  <a:pt x="16" y="25"/>
                </a:cubicBezTo>
                <a:cubicBezTo>
                  <a:pt x="16" y="29"/>
                  <a:pt x="20" y="33"/>
                  <a:pt x="24" y="33"/>
                </a:cubicBezTo>
                <a:cubicBezTo>
                  <a:pt x="29" y="33"/>
                  <a:pt x="33" y="29"/>
                  <a:pt x="33" y="25"/>
                </a:cubicBezTo>
                <a:cubicBezTo>
                  <a:pt x="33" y="20"/>
                  <a:pt x="29" y="16"/>
                  <a:pt x="24" y="16"/>
                </a:cubicBezTo>
                <a:close/>
                <a:moveTo>
                  <a:pt x="24" y="3"/>
                </a:moveTo>
                <a:cubicBezTo>
                  <a:pt x="24" y="3"/>
                  <a:pt x="24" y="3"/>
                  <a:pt x="24" y="3"/>
                </a:cubicBezTo>
                <a:cubicBezTo>
                  <a:pt x="23" y="3"/>
                  <a:pt x="22" y="4"/>
                  <a:pt x="22" y="5"/>
                </a:cubicBezTo>
                <a:cubicBezTo>
                  <a:pt x="22" y="5"/>
                  <a:pt x="23" y="6"/>
                  <a:pt x="23" y="6"/>
                </a:cubicBezTo>
                <a:cubicBezTo>
                  <a:pt x="24" y="7"/>
                  <a:pt x="25" y="7"/>
                  <a:pt x="26" y="6"/>
                </a:cubicBezTo>
                <a:cubicBezTo>
                  <a:pt x="26" y="6"/>
                  <a:pt x="26" y="5"/>
                  <a:pt x="26" y="5"/>
                </a:cubicBezTo>
                <a:cubicBezTo>
                  <a:pt x="26" y="4"/>
                  <a:pt x="26" y="3"/>
                  <a:pt x="24" y="3"/>
                </a:cubicBezTo>
                <a:close/>
                <a:moveTo>
                  <a:pt x="38" y="8"/>
                </a:moveTo>
                <a:cubicBezTo>
                  <a:pt x="38" y="8"/>
                  <a:pt x="38" y="8"/>
                  <a:pt x="38" y="8"/>
                </a:cubicBezTo>
                <a:cubicBezTo>
                  <a:pt x="37" y="8"/>
                  <a:pt x="36" y="9"/>
                  <a:pt x="36" y="10"/>
                </a:cubicBezTo>
                <a:cubicBezTo>
                  <a:pt x="36" y="11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2"/>
                  <a:pt x="38" y="13"/>
                  <a:pt x="38" y="13"/>
                </a:cubicBezTo>
                <a:cubicBezTo>
                  <a:pt x="40" y="13"/>
                  <a:pt x="41" y="12"/>
                  <a:pt x="41" y="10"/>
                </a:cubicBezTo>
                <a:cubicBezTo>
                  <a:pt x="41" y="9"/>
                  <a:pt x="40" y="8"/>
                  <a:pt x="38" y="8"/>
                </a:cubicBezTo>
                <a:close/>
                <a:moveTo>
                  <a:pt x="46" y="26"/>
                </a:moveTo>
                <a:cubicBezTo>
                  <a:pt x="46" y="26"/>
                  <a:pt x="46" y="26"/>
                  <a:pt x="46" y="26"/>
                </a:cubicBezTo>
                <a:cubicBezTo>
                  <a:pt x="46" y="26"/>
                  <a:pt x="46" y="25"/>
                  <a:pt x="46" y="25"/>
                </a:cubicBezTo>
                <a:cubicBezTo>
                  <a:pt x="46" y="24"/>
                  <a:pt x="46" y="23"/>
                  <a:pt x="46" y="23"/>
                </a:cubicBezTo>
                <a:cubicBezTo>
                  <a:pt x="45" y="23"/>
                  <a:pt x="45" y="22"/>
                  <a:pt x="44" y="22"/>
                </a:cubicBezTo>
                <a:cubicBezTo>
                  <a:pt x="44" y="22"/>
                  <a:pt x="43" y="23"/>
                  <a:pt x="43" y="23"/>
                </a:cubicBezTo>
                <a:cubicBezTo>
                  <a:pt x="42" y="24"/>
                  <a:pt x="42" y="25"/>
                  <a:pt x="43" y="26"/>
                </a:cubicBezTo>
                <a:cubicBezTo>
                  <a:pt x="43" y="26"/>
                  <a:pt x="44" y="27"/>
                  <a:pt x="44" y="27"/>
                </a:cubicBezTo>
                <a:cubicBezTo>
                  <a:pt x="45" y="27"/>
                  <a:pt x="45" y="26"/>
                  <a:pt x="46" y="26"/>
                </a:cubicBezTo>
                <a:close/>
                <a:moveTo>
                  <a:pt x="41" y="39"/>
                </a:moveTo>
                <a:cubicBezTo>
                  <a:pt x="41" y="39"/>
                  <a:pt x="41" y="39"/>
                  <a:pt x="41" y="39"/>
                </a:cubicBezTo>
                <a:cubicBezTo>
                  <a:pt x="41" y="37"/>
                  <a:pt x="40" y="37"/>
                  <a:pt x="38" y="37"/>
                </a:cubicBezTo>
                <a:cubicBezTo>
                  <a:pt x="38" y="37"/>
                  <a:pt x="37" y="37"/>
                  <a:pt x="37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7" y="38"/>
                  <a:pt x="36" y="38"/>
                  <a:pt x="36" y="39"/>
                </a:cubicBezTo>
                <a:cubicBezTo>
                  <a:pt x="36" y="39"/>
                  <a:pt x="37" y="40"/>
                  <a:pt x="37" y="40"/>
                </a:cubicBezTo>
                <a:cubicBezTo>
                  <a:pt x="37" y="40"/>
                  <a:pt x="37" y="40"/>
                  <a:pt x="37" y="40"/>
                </a:cubicBezTo>
                <a:cubicBezTo>
                  <a:pt x="37" y="41"/>
                  <a:pt x="38" y="41"/>
                  <a:pt x="38" y="41"/>
                </a:cubicBezTo>
                <a:cubicBezTo>
                  <a:pt x="40" y="41"/>
                  <a:pt x="41" y="40"/>
                  <a:pt x="41" y="39"/>
                </a:cubicBezTo>
                <a:close/>
                <a:moveTo>
                  <a:pt x="23" y="46"/>
                </a:moveTo>
                <a:cubicBezTo>
                  <a:pt x="23" y="46"/>
                  <a:pt x="23" y="46"/>
                  <a:pt x="23" y="46"/>
                </a:cubicBezTo>
                <a:cubicBezTo>
                  <a:pt x="24" y="47"/>
                  <a:pt x="25" y="47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5"/>
                  <a:pt x="26" y="44"/>
                </a:cubicBezTo>
                <a:cubicBezTo>
                  <a:pt x="26" y="44"/>
                  <a:pt x="26" y="43"/>
                  <a:pt x="26" y="43"/>
                </a:cubicBezTo>
                <a:cubicBezTo>
                  <a:pt x="25" y="42"/>
                  <a:pt x="24" y="42"/>
                  <a:pt x="23" y="43"/>
                </a:cubicBezTo>
                <a:cubicBezTo>
                  <a:pt x="23" y="43"/>
                  <a:pt x="22" y="44"/>
                  <a:pt x="22" y="44"/>
                </a:cubicBezTo>
                <a:cubicBezTo>
                  <a:pt x="22" y="45"/>
                  <a:pt x="23" y="46"/>
                  <a:pt x="23" y="46"/>
                </a:cubicBezTo>
                <a:close/>
                <a:moveTo>
                  <a:pt x="10" y="41"/>
                </a:moveTo>
                <a:cubicBezTo>
                  <a:pt x="10" y="41"/>
                  <a:pt x="10" y="41"/>
                  <a:pt x="10" y="41"/>
                </a:cubicBezTo>
                <a:cubicBezTo>
                  <a:pt x="11" y="41"/>
                  <a:pt x="12" y="40"/>
                  <a:pt x="12" y="39"/>
                </a:cubicBezTo>
                <a:cubicBezTo>
                  <a:pt x="12" y="38"/>
                  <a:pt x="12" y="38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1" y="37"/>
                  <a:pt x="11" y="37"/>
                  <a:pt x="10" y="37"/>
                </a:cubicBezTo>
                <a:cubicBezTo>
                  <a:pt x="9" y="37"/>
                  <a:pt x="8" y="37"/>
                  <a:pt x="8" y="39"/>
                </a:cubicBezTo>
                <a:cubicBezTo>
                  <a:pt x="8" y="40"/>
                  <a:pt x="9" y="41"/>
                  <a:pt x="10" y="41"/>
                </a:cubicBezTo>
                <a:close/>
                <a:moveTo>
                  <a:pt x="3" y="23"/>
                </a:moveTo>
                <a:cubicBezTo>
                  <a:pt x="3" y="23"/>
                  <a:pt x="3" y="23"/>
                  <a:pt x="3" y="23"/>
                </a:cubicBezTo>
                <a:cubicBezTo>
                  <a:pt x="2" y="24"/>
                  <a:pt x="2" y="25"/>
                  <a:pt x="3" y="26"/>
                </a:cubicBezTo>
                <a:cubicBezTo>
                  <a:pt x="3" y="26"/>
                  <a:pt x="4" y="27"/>
                  <a:pt x="4" y="27"/>
                </a:cubicBezTo>
                <a:cubicBezTo>
                  <a:pt x="5" y="27"/>
                  <a:pt x="6" y="26"/>
                  <a:pt x="6" y="26"/>
                </a:cubicBezTo>
                <a:cubicBezTo>
                  <a:pt x="7" y="25"/>
                  <a:pt x="7" y="24"/>
                  <a:pt x="6" y="23"/>
                </a:cubicBezTo>
                <a:cubicBezTo>
                  <a:pt x="6" y="23"/>
                  <a:pt x="5" y="22"/>
                  <a:pt x="4" y="22"/>
                </a:cubicBezTo>
                <a:cubicBezTo>
                  <a:pt x="4" y="22"/>
                  <a:pt x="3" y="23"/>
                  <a:pt x="3" y="23"/>
                </a:cubicBezTo>
                <a:close/>
                <a:moveTo>
                  <a:pt x="12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1"/>
                  <a:pt x="12" y="10"/>
                </a:cubicBezTo>
                <a:cubicBezTo>
                  <a:pt x="12" y="9"/>
                  <a:pt x="11" y="8"/>
                  <a:pt x="10" y="8"/>
                </a:cubicBezTo>
                <a:cubicBezTo>
                  <a:pt x="9" y="8"/>
                  <a:pt x="8" y="9"/>
                  <a:pt x="8" y="10"/>
                </a:cubicBezTo>
                <a:cubicBezTo>
                  <a:pt x="8" y="12"/>
                  <a:pt x="9" y="13"/>
                  <a:pt x="10" y="13"/>
                </a:cubicBezTo>
                <a:cubicBezTo>
                  <a:pt x="11" y="13"/>
                  <a:pt x="11" y="12"/>
                  <a:pt x="12" y="1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10" name="Freeform 344">
            <a:extLst>
              <a:ext uri="{FF2B5EF4-FFF2-40B4-BE49-F238E27FC236}">
                <a16:creationId xmlns:a16="http://schemas.microsoft.com/office/drawing/2014/main" id="{67D02581-68DF-9D2B-AE32-D8D34C19D67F}"/>
              </a:ext>
            </a:extLst>
          </p:cNvPr>
          <p:cNvSpPr>
            <a:spLocks noEditPoints="1"/>
          </p:cNvSpPr>
          <p:nvPr/>
        </p:nvSpPr>
        <p:spPr bwMode="auto">
          <a:xfrm>
            <a:off x="9528634" y="5643481"/>
            <a:ext cx="211667" cy="215900"/>
          </a:xfrm>
          <a:custGeom>
            <a:avLst/>
            <a:gdLst>
              <a:gd name="T0" fmla="*/ 98425 w 50"/>
              <a:gd name="T1" fmla="*/ 139700 h 51"/>
              <a:gd name="T2" fmla="*/ 92075 w 50"/>
              <a:gd name="T3" fmla="*/ 161925 h 51"/>
              <a:gd name="T4" fmla="*/ 57150 w 50"/>
              <a:gd name="T5" fmla="*/ 155575 h 51"/>
              <a:gd name="T6" fmla="*/ 53975 w 50"/>
              <a:gd name="T7" fmla="*/ 142875 h 51"/>
              <a:gd name="T8" fmla="*/ 41275 w 50"/>
              <a:gd name="T9" fmla="*/ 146050 h 51"/>
              <a:gd name="T10" fmla="*/ 31750 w 50"/>
              <a:gd name="T11" fmla="*/ 146050 h 51"/>
              <a:gd name="T12" fmla="*/ 19050 w 50"/>
              <a:gd name="T13" fmla="*/ 111125 h 51"/>
              <a:gd name="T14" fmla="*/ 6350 w 50"/>
              <a:gd name="T15" fmla="*/ 101600 h 51"/>
              <a:gd name="T16" fmla="*/ 0 w 50"/>
              <a:gd name="T17" fmla="*/ 66675 h 51"/>
              <a:gd name="T18" fmla="*/ 15875 w 50"/>
              <a:gd name="T19" fmla="*/ 60325 h 51"/>
              <a:gd name="T20" fmla="*/ 12700 w 50"/>
              <a:gd name="T21" fmla="*/ 44450 h 51"/>
              <a:gd name="T22" fmla="*/ 12700 w 50"/>
              <a:gd name="T23" fmla="*/ 34925 h 51"/>
              <a:gd name="T24" fmla="*/ 47625 w 50"/>
              <a:gd name="T25" fmla="*/ 22225 h 51"/>
              <a:gd name="T26" fmla="*/ 57150 w 50"/>
              <a:gd name="T27" fmla="*/ 19050 h 51"/>
              <a:gd name="T28" fmla="*/ 63500 w 50"/>
              <a:gd name="T29" fmla="*/ 0 h 51"/>
              <a:gd name="T30" fmla="*/ 98425 w 50"/>
              <a:gd name="T31" fmla="*/ 6350 h 51"/>
              <a:gd name="T32" fmla="*/ 107950 w 50"/>
              <a:gd name="T33" fmla="*/ 22225 h 51"/>
              <a:gd name="T34" fmla="*/ 123825 w 50"/>
              <a:gd name="T35" fmla="*/ 15875 h 51"/>
              <a:gd name="T36" fmla="*/ 142875 w 50"/>
              <a:gd name="T37" fmla="*/ 44450 h 51"/>
              <a:gd name="T38" fmla="*/ 139700 w 50"/>
              <a:gd name="T39" fmla="*/ 60325 h 51"/>
              <a:gd name="T40" fmla="*/ 158750 w 50"/>
              <a:gd name="T41" fmla="*/ 66675 h 51"/>
              <a:gd name="T42" fmla="*/ 136525 w 50"/>
              <a:gd name="T43" fmla="*/ 101600 h 51"/>
              <a:gd name="T44" fmla="*/ 146050 w 50"/>
              <a:gd name="T45" fmla="*/ 88900 h 51"/>
              <a:gd name="T46" fmla="*/ 130175 w 50"/>
              <a:gd name="T47" fmla="*/ 69850 h 51"/>
              <a:gd name="T48" fmla="*/ 123825 w 50"/>
              <a:gd name="T49" fmla="*/ 44450 h 51"/>
              <a:gd name="T50" fmla="*/ 114300 w 50"/>
              <a:gd name="T51" fmla="*/ 34925 h 51"/>
              <a:gd name="T52" fmla="*/ 92075 w 50"/>
              <a:gd name="T53" fmla="*/ 28575 h 51"/>
              <a:gd name="T54" fmla="*/ 69850 w 50"/>
              <a:gd name="T55" fmla="*/ 12700 h 51"/>
              <a:gd name="T56" fmla="*/ 57150 w 50"/>
              <a:gd name="T57" fmla="*/ 31750 h 51"/>
              <a:gd name="T58" fmla="*/ 41275 w 50"/>
              <a:gd name="T59" fmla="*/ 34925 h 51"/>
              <a:gd name="T60" fmla="*/ 31750 w 50"/>
              <a:gd name="T61" fmla="*/ 44450 h 51"/>
              <a:gd name="T62" fmla="*/ 25400 w 50"/>
              <a:gd name="T63" fmla="*/ 69850 h 51"/>
              <a:gd name="T64" fmla="*/ 9525 w 50"/>
              <a:gd name="T65" fmla="*/ 88900 h 51"/>
              <a:gd name="T66" fmla="*/ 28575 w 50"/>
              <a:gd name="T67" fmla="*/ 101600 h 51"/>
              <a:gd name="T68" fmla="*/ 25400 w 50"/>
              <a:gd name="T69" fmla="*/ 123825 h 51"/>
              <a:gd name="T70" fmla="*/ 50800 w 50"/>
              <a:gd name="T71" fmla="*/ 127000 h 51"/>
              <a:gd name="T72" fmla="*/ 66675 w 50"/>
              <a:gd name="T73" fmla="*/ 133350 h 51"/>
              <a:gd name="T74" fmla="*/ 85725 w 50"/>
              <a:gd name="T75" fmla="*/ 149225 h 51"/>
              <a:gd name="T76" fmla="*/ 79375 w 50"/>
              <a:gd name="T77" fmla="*/ 41275 h 51"/>
              <a:gd name="T78" fmla="*/ 117475 w 50"/>
              <a:gd name="T79" fmla="*/ 98425 h 51"/>
              <a:gd name="T80" fmla="*/ 136525 w 50"/>
              <a:gd name="T81" fmla="*/ 130175 h 51"/>
              <a:gd name="T82" fmla="*/ 101600 w 50"/>
              <a:gd name="T83" fmla="*/ 114300 h 51"/>
              <a:gd name="T84" fmla="*/ 63500 w 50"/>
              <a:gd name="T85" fmla="*/ 120650 h 51"/>
              <a:gd name="T86" fmla="*/ 38100 w 50"/>
              <a:gd name="T87" fmla="*/ 82550 h 51"/>
              <a:gd name="T88" fmla="*/ 47625 w 50"/>
              <a:gd name="T89" fmla="*/ 50800 h 51"/>
              <a:gd name="T90" fmla="*/ 79375 w 50"/>
              <a:gd name="T91" fmla="*/ 50800 h 51"/>
              <a:gd name="T92" fmla="*/ 50800 w 50"/>
              <a:gd name="T93" fmla="*/ 69850 h 51"/>
              <a:gd name="T94" fmla="*/ 66675 w 50"/>
              <a:gd name="T95" fmla="*/ 107950 h 51"/>
              <a:gd name="T96" fmla="*/ 88900 w 50"/>
              <a:gd name="T97" fmla="*/ 107950 h 51"/>
              <a:gd name="T98" fmla="*/ 104775 w 50"/>
              <a:gd name="T99" fmla="*/ 69850 h 5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0" h="51">
                <a:moveTo>
                  <a:pt x="27" y="44"/>
                </a:moveTo>
                <a:cubicBezTo>
                  <a:pt x="27" y="43"/>
                  <a:pt x="28" y="42"/>
                  <a:pt x="29" y="42"/>
                </a:cubicBezTo>
                <a:cubicBezTo>
                  <a:pt x="30" y="42"/>
                  <a:pt x="31" y="43"/>
                  <a:pt x="31" y="44"/>
                </a:cubicBezTo>
                <a:cubicBezTo>
                  <a:pt x="31" y="49"/>
                  <a:pt x="31" y="49"/>
                  <a:pt x="31" y="49"/>
                </a:cubicBezTo>
                <a:cubicBezTo>
                  <a:pt x="31" y="50"/>
                  <a:pt x="30" y="51"/>
                  <a:pt x="29" y="51"/>
                </a:cubicBezTo>
                <a:cubicBezTo>
                  <a:pt x="29" y="51"/>
                  <a:pt x="29" y="51"/>
                  <a:pt x="29" y="51"/>
                </a:cubicBezTo>
                <a:cubicBezTo>
                  <a:pt x="20" y="51"/>
                  <a:pt x="20" y="51"/>
                  <a:pt x="20" y="51"/>
                </a:cubicBezTo>
                <a:cubicBezTo>
                  <a:pt x="19" y="51"/>
                  <a:pt x="18" y="50"/>
                  <a:pt x="18" y="49"/>
                </a:cubicBezTo>
                <a:cubicBezTo>
                  <a:pt x="18" y="49"/>
                  <a:pt x="18" y="49"/>
                  <a:pt x="18" y="49"/>
                </a:cubicBezTo>
                <a:cubicBezTo>
                  <a:pt x="18" y="45"/>
                  <a:pt x="18" y="45"/>
                  <a:pt x="18" y="45"/>
                </a:cubicBezTo>
                <a:cubicBezTo>
                  <a:pt x="18" y="45"/>
                  <a:pt x="17" y="45"/>
                  <a:pt x="17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6" y="44"/>
                  <a:pt x="16" y="44"/>
                  <a:pt x="15" y="44"/>
                </a:cubicBezTo>
                <a:cubicBezTo>
                  <a:pt x="13" y="46"/>
                  <a:pt x="13" y="46"/>
                  <a:pt x="13" y="46"/>
                </a:cubicBezTo>
                <a:cubicBezTo>
                  <a:pt x="12" y="47"/>
                  <a:pt x="11" y="47"/>
                  <a:pt x="10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4" y="40"/>
                  <a:pt x="4" y="40"/>
                  <a:pt x="4" y="40"/>
                </a:cubicBezTo>
                <a:cubicBezTo>
                  <a:pt x="3" y="39"/>
                  <a:pt x="3" y="38"/>
                  <a:pt x="4" y="38"/>
                </a:cubicBezTo>
                <a:cubicBezTo>
                  <a:pt x="6" y="35"/>
                  <a:pt x="6" y="35"/>
                  <a:pt x="6" y="35"/>
                </a:cubicBezTo>
                <a:cubicBezTo>
                  <a:pt x="6" y="35"/>
                  <a:pt x="6" y="34"/>
                  <a:pt x="6" y="33"/>
                </a:cubicBezTo>
                <a:cubicBezTo>
                  <a:pt x="5" y="33"/>
                  <a:pt x="5" y="32"/>
                  <a:pt x="5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0" y="32"/>
                  <a:pt x="0" y="31"/>
                  <a:pt x="0" y="3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0"/>
                  <a:pt x="0" y="19"/>
                  <a:pt x="2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8"/>
                  <a:pt x="6" y="18"/>
                </a:cubicBezTo>
                <a:cubicBezTo>
                  <a:pt x="6" y="17"/>
                  <a:pt x="6" y="17"/>
                  <a:pt x="6" y="16"/>
                </a:cubicBezTo>
                <a:cubicBezTo>
                  <a:pt x="4" y="14"/>
                  <a:pt x="4" y="14"/>
                  <a:pt x="4" y="14"/>
                </a:cubicBezTo>
                <a:cubicBezTo>
                  <a:pt x="3" y="13"/>
                  <a:pt x="3" y="12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10" y="5"/>
                  <a:pt x="10" y="5"/>
                  <a:pt x="10" y="5"/>
                </a:cubicBezTo>
                <a:cubicBezTo>
                  <a:pt x="11" y="4"/>
                  <a:pt x="12" y="4"/>
                  <a:pt x="13" y="5"/>
                </a:cubicBezTo>
                <a:cubicBezTo>
                  <a:pt x="15" y="7"/>
                  <a:pt x="15" y="7"/>
                  <a:pt x="15" y="7"/>
                </a:cubicBezTo>
                <a:cubicBezTo>
                  <a:pt x="16" y="7"/>
                  <a:pt x="16" y="7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8" y="6"/>
                  <a:pt x="18" y="6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1"/>
                  <a:pt x="19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6"/>
                  <a:pt x="31" y="6"/>
                  <a:pt x="31" y="6"/>
                </a:cubicBezTo>
                <a:cubicBezTo>
                  <a:pt x="32" y="6"/>
                  <a:pt x="32" y="6"/>
                  <a:pt x="33" y="6"/>
                </a:cubicBezTo>
                <a:cubicBezTo>
                  <a:pt x="33" y="7"/>
                  <a:pt x="34" y="7"/>
                  <a:pt x="34" y="7"/>
                </a:cubicBezTo>
                <a:cubicBezTo>
                  <a:pt x="37" y="5"/>
                  <a:pt x="37" y="5"/>
                  <a:pt x="37" y="5"/>
                </a:cubicBezTo>
                <a:cubicBezTo>
                  <a:pt x="37" y="4"/>
                  <a:pt x="39" y="4"/>
                  <a:pt x="39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45" y="11"/>
                  <a:pt x="45" y="11"/>
                  <a:pt x="45" y="11"/>
                </a:cubicBezTo>
                <a:cubicBezTo>
                  <a:pt x="46" y="12"/>
                  <a:pt x="46" y="13"/>
                  <a:pt x="45" y="14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7"/>
                  <a:pt x="44" y="17"/>
                  <a:pt x="44" y="18"/>
                </a:cubicBezTo>
                <a:cubicBezTo>
                  <a:pt x="44" y="18"/>
                  <a:pt x="44" y="19"/>
                  <a:pt x="44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9" y="19"/>
                  <a:pt x="50" y="20"/>
                  <a:pt x="50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30"/>
                  <a:pt x="50" y="30"/>
                  <a:pt x="50" y="30"/>
                </a:cubicBezTo>
                <a:cubicBezTo>
                  <a:pt x="50" y="31"/>
                  <a:pt x="49" y="32"/>
                  <a:pt x="48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2" y="32"/>
                  <a:pt x="41" y="31"/>
                  <a:pt x="41" y="30"/>
                </a:cubicBezTo>
                <a:cubicBezTo>
                  <a:pt x="41" y="29"/>
                  <a:pt x="42" y="28"/>
                  <a:pt x="43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3"/>
                  <a:pt x="46" y="23"/>
                  <a:pt x="46" y="23"/>
                </a:cubicBezTo>
                <a:cubicBezTo>
                  <a:pt x="43" y="23"/>
                  <a:pt x="43" y="23"/>
                  <a:pt x="43" y="23"/>
                </a:cubicBezTo>
                <a:cubicBezTo>
                  <a:pt x="42" y="23"/>
                  <a:pt x="41" y="23"/>
                  <a:pt x="41" y="22"/>
                </a:cubicBezTo>
                <a:cubicBezTo>
                  <a:pt x="41" y="21"/>
                  <a:pt x="41" y="20"/>
                  <a:pt x="40" y="19"/>
                </a:cubicBezTo>
                <a:cubicBezTo>
                  <a:pt x="40" y="18"/>
                  <a:pt x="40" y="17"/>
                  <a:pt x="39" y="17"/>
                </a:cubicBezTo>
                <a:cubicBezTo>
                  <a:pt x="39" y="16"/>
                  <a:pt x="39" y="15"/>
                  <a:pt x="39" y="14"/>
                </a:cubicBezTo>
                <a:cubicBezTo>
                  <a:pt x="41" y="12"/>
                  <a:pt x="41" y="12"/>
                  <a:pt x="41" y="12"/>
                </a:cubicBezTo>
                <a:cubicBezTo>
                  <a:pt x="38" y="9"/>
                  <a:pt x="38" y="9"/>
                  <a:pt x="38" y="9"/>
                </a:cubicBezTo>
                <a:cubicBezTo>
                  <a:pt x="36" y="11"/>
                  <a:pt x="36" y="11"/>
                  <a:pt x="36" y="11"/>
                </a:cubicBezTo>
                <a:cubicBezTo>
                  <a:pt x="35" y="12"/>
                  <a:pt x="34" y="12"/>
                  <a:pt x="34" y="11"/>
                </a:cubicBezTo>
                <a:cubicBezTo>
                  <a:pt x="33" y="11"/>
                  <a:pt x="32" y="10"/>
                  <a:pt x="31" y="10"/>
                </a:cubicBezTo>
                <a:cubicBezTo>
                  <a:pt x="30" y="10"/>
                  <a:pt x="30" y="9"/>
                  <a:pt x="29" y="9"/>
                </a:cubicBezTo>
                <a:cubicBezTo>
                  <a:pt x="28" y="9"/>
                  <a:pt x="27" y="8"/>
                  <a:pt x="27" y="7"/>
                </a:cubicBezTo>
                <a:cubicBezTo>
                  <a:pt x="27" y="4"/>
                  <a:pt x="27" y="4"/>
                  <a:pt x="27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8"/>
                  <a:pt x="22" y="9"/>
                  <a:pt x="21" y="9"/>
                </a:cubicBezTo>
                <a:cubicBezTo>
                  <a:pt x="20" y="9"/>
                  <a:pt x="19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7" y="10"/>
                  <a:pt x="17" y="11"/>
                  <a:pt x="16" y="11"/>
                </a:cubicBezTo>
                <a:cubicBezTo>
                  <a:pt x="15" y="12"/>
                  <a:pt x="14" y="12"/>
                  <a:pt x="13" y="11"/>
                </a:cubicBezTo>
                <a:cubicBezTo>
                  <a:pt x="11" y="9"/>
                  <a:pt x="11" y="9"/>
                  <a:pt x="11" y="9"/>
                </a:cubicBezTo>
                <a:cubicBezTo>
                  <a:pt x="8" y="12"/>
                  <a:pt x="8" y="12"/>
                  <a:pt x="8" y="12"/>
                </a:cubicBezTo>
                <a:cubicBezTo>
                  <a:pt x="10" y="14"/>
                  <a:pt x="10" y="14"/>
                  <a:pt x="10" y="14"/>
                </a:cubicBezTo>
                <a:cubicBezTo>
                  <a:pt x="11" y="15"/>
                  <a:pt x="11" y="16"/>
                  <a:pt x="10" y="17"/>
                </a:cubicBezTo>
                <a:cubicBezTo>
                  <a:pt x="10" y="17"/>
                  <a:pt x="9" y="18"/>
                  <a:pt x="9" y="19"/>
                </a:cubicBezTo>
                <a:cubicBezTo>
                  <a:pt x="9" y="20"/>
                  <a:pt x="9" y="21"/>
                  <a:pt x="8" y="22"/>
                </a:cubicBezTo>
                <a:cubicBezTo>
                  <a:pt x="8" y="22"/>
                  <a:pt x="7" y="23"/>
                  <a:pt x="6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8"/>
                  <a:pt x="3" y="28"/>
                  <a:pt x="3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7" y="28"/>
                  <a:pt x="8" y="29"/>
                  <a:pt x="8" y="29"/>
                </a:cubicBezTo>
                <a:cubicBezTo>
                  <a:pt x="9" y="30"/>
                  <a:pt x="9" y="31"/>
                  <a:pt x="9" y="32"/>
                </a:cubicBezTo>
                <a:cubicBezTo>
                  <a:pt x="9" y="33"/>
                  <a:pt x="10" y="34"/>
                  <a:pt x="10" y="34"/>
                </a:cubicBezTo>
                <a:cubicBezTo>
                  <a:pt x="11" y="35"/>
                  <a:pt x="11" y="36"/>
                  <a:pt x="10" y="37"/>
                </a:cubicBezTo>
                <a:cubicBezTo>
                  <a:pt x="8" y="39"/>
                  <a:pt x="8" y="39"/>
                  <a:pt x="8" y="39"/>
                </a:cubicBezTo>
                <a:cubicBezTo>
                  <a:pt x="11" y="42"/>
                  <a:pt x="11" y="42"/>
                  <a:pt x="11" y="42"/>
                </a:cubicBezTo>
                <a:cubicBezTo>
                  <a:pt x="13" y="40"/>
                  <a:pt x="13" y="40"/>
                  <a:pt x="13" y="40"/>
                </a:cubicBezTo>
                <a:cubicBezTo>
                  <a:pt x="14" y="40"/>
                  <a:pt x="15" y="39"/>
                  <a:pt x="16" y="40"/>
                </a:cubicBezTo>
                <a:cubicBezTo>
                  <a:pt x="17" y="40"/>
                  <a:pt x="17" y="41"/>
                  <a:pt x="18" y="41"/>
                </a:cubicBezTo>
                <a:cubicBezTo>
                  <a:pt x="18" y="41"/>
                  <a:pt x="18" y="41"/>
                  <a:pt x="18" y="41"/>
                </a:cubicBezTo>
                <a:cubicBezTo>
                  <a:pt x="19" y="41"/>
                  <a:pt x="20" y="42"/>
                  <a:pt x="21" y="42"/>
                </a:cubicBezTo>
                <a:cubicBezTo>
                  <a:pt x="22" y="42"/>
                  <a:pt x="22" y="43"/>
                  <a:pt x="22" y="44"/>
                </a:cubicBezTo>
                <a:cubicBezTo>
                  <a:pt x="22" y="47"/>
                  <a:pt x="22" y="47"/>
                  <a:pt x="22" y="47"/>
                </a:cubicBezTo>
                <a:cubicBezTo>
                  <a:pt x="27" y="47"/>
                  <a:pt x="27" y="47"/>
                  <a:pt x="27" y="47"/>
                </a:cubicBezTo>
                <a:cubicBezTo>
                  <a:pt x="27" y="44"/>
                  <a:pt x="27" y="44"/>
                  <a:pt x="27" y="44"/>
                </a:cubicBezTo>
                <a:close/>
                <a:moveTo>
                  <a:pt x="25" y="13"/>
                </a:moveTo>
                <a:cubicBezTo>
                  <a:pt x="25" y="13"/>
                  <a:pt x="25" y="13"/>
                  <a:pt x="25" y="13"/>
                </a:cubicBezTo>
                <a:cubicBezTo>
                  <a:pt x="30" y="13"/>
                  <a:pt x="35" y="16"/>
                  <a:pt x="37" y="21"/>
                </a:cubicBezTo>
                <a:cubicBezTo>
                  <a:pt x="37" y="22"/>
                  <a:pt x="38" y="24"/>
                  <a:pt x="38" y="26"/>
                </a:cubicBezTo>
                <a:cubicBezTo>
                  <a:pt x="38" y="27"/>
                  <a:pt x="37" y="29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6" y="32"/>
                  <a:pt x="36" y="32"/>
                  <a:pt x="35" y="33"/>
                </a:cubicBezTo>
                <a:cubicBezTo>
                  <a:pt x="43" y="41"/>
                  <a:pt x="43" y="41"/>
                  <a:pt x="43" y="41"/>
                </a:cubicBezTo>
                <a:cubicBezTo>
                  <a:pt x="44" y="42"/>
                  <a:pt x="44" y="43"/>
                  <a:pt x="43" y="44"/>
                </a:cubicBezTo>
                <a:cubicBezTo>
                  <a:pt x="43" y="45"/>
                  <a:pt x="41" y="45"/>
                  <a:pt x="41" y="4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7"/>
                  <a:pt x="31" y="37"/>
                  <a:pt x="30" y="38"/>
                </a:cubicBezTo>
                <a:cubicBezTo>
                  <a:pt x="28" y="38"/>
                  <a:pt x="26" y="39"/>
                  <a:pt x="25" y="39"/>
                </a:cubicBezTo>
                <a:cubicBezTo>
                  <a:pt x="23" y="39"/>
                  <a:pt x="21" y="38"/>
                  <a:pt x="20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18" y="37"/>
                  <a:pt x="17" y="36"/>
                  <a:pt x="15" y="35"/>
                </a:cubicBezTo>
                <a:cubicBezTo>
                  <a:pt x="13" y="32"/>
                  <a:pt x="12" y="29"/>
                  <a:pt x="12" y="26"/>
                </a:cubicBezTo>
                <a:cubicBezTo>
                  <a:pt x="12" y="24"/>
                  <a:pt x="12" y="22"/>
                  <a:pt x="13" y="21"/>
                </a:cubicBezTo>
                <a:cubicBezTo>
                  <a:pt x="13" y="20"/>
                  <a:pt x="13" y="20"/>
                  <a:pt x="13" y="20"/>
                </a:cubicBezTo>
                <a:cubicBezTo>
                  <a:pt x="13" y="19"/>
                  <a:pt x="14" y="18"/>
                  <a:pt x="15" y="16"/>
                </a:cubicBezTo>
                <a:cubicBezTo>
                  <a:pt x="18" y="14"/>
                  <a:pt x="21" y="13"/>
                  <a:pt x="25" y="13"/>
                </a:cubicBezTo>
                <a:close/>
                <a:moveTo>
                  <a:pt x="25" y="16"/>
                </a:moveTo>
                <a:cubicBezTo>
                  <a:pt x="25" y="16"/>
                  <a:pt x="25" y="16"/>
                  <a:pt x="25" y="16"/>
                </a:cubicBezTo>
                <a:cubicBezTo>
                  <a:pt x="22" y="16"/>
                  <a:pt x="20" y="17"/>
                  <a:pt x="18" y="19"/>
                </a:cubicBezTo>
                <a:cubicBezTo>
                  <a:pt x="17" y="20"/>
                  <a:pt x="17" y="21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3"/>
                  <a:pt x="16" y="24"/>
                  <a:pt x="16" y="26"/>
                </a:cubicBezTo>
                <a:cubicBezTo>
                  <a:pt x="16" y="29"/>
                  <a:pt x="18" y="33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2" y="34"/>
                  <a:pt x="23" y="35"/>
                  <a:pt x="25" y="35"/>
                </a:cubicBezTo>
                <a:cubicBezTo>
                  <a:pt x="26" y="35"/>
                  <a:pt x="27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32" y="33"/>
                  <a:pt x="34" y="29"/>
                  <a:pt x="34" y="26"/>
                </a:cubicBezTo>
                <a:cubicBezTo>
                  <a:pt x="34" y="24"/>
                  <a:pt x="34" y="23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2" y="19"/>
                  <a:pt x="28" y="16"/>
                  <a:pt x="25" y="1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11" name="Freeform 345">
            <a:extLst>
              <a:ext uri="{FF2B5EF4-FFF2-40B4-BE49-F238E27FC236}">
                <a16:creationId xmlns:a16="http://schemas.microsoft.com/office/drawing/2014/main" id="{FC054BDA-7E17-ECB7-A6E1-27C44E4023D9}"/>
              </a:ext>
            </a:extLst>
          </p:cNvPr>
          <p:cNvSpPr>
            <a:spLocks noEditPoints="1"/>
          </p:cNvSpPr>
          <p:nvPr/>
        </p:nvSpPr>
        <p:spPr bwMode="auto">
          <a:xfrm>
            <a:off x="10648351" y="6051998"/>
            <a:ext cx="211667" cy="211667"/>
          </a:xfrm>
          <a:custGeom>
            <a:avLst/>
            <a:gdLst>
              <a:gd name="T0" fmla="*/ 79375 w 50"/>
              <a:gd name="T1" fmla="*/ 117475 h 50"/>
              <a:gd name="T2" fmla="*/ 98425 w 50"/>
              <a:gd name="T3" fmla="*/ 15875 h 50"/>
              <a:gd name="T4" fmla="*/ 111125 w 50"/>
              <a:gd name="T5" fmla="*/ 22225 h 50"/>
              <a:gd name="T6" fmla="*/ 127000 w 50"/>
              <a:gd name="T7" fmla="*/ 12700 h 50"/>
              <a:gd name="T8" fmla="*/ 146050 w 50"/>
              <a:gd name="T9" fmla="*/ 41275 h 50"/>
              <a:gd name="T10" fmla="*/ 142875 w 50"/>
              <a:gd name="T11" fmla="*/ 60325 h 50"/>
              <a:gd name="T12" fmla="*/ 158750 w 50"/>
              <a:gd name="T13" fmla="*/ 66675 h 50"/>
              <a:gd name="T14" fmla="*/ 152400 w 50"/>
              <a:gd name="T15" fmla="*/ 98425 h 50"/>
              <a:gd name="T16" fmla="*/ 136525 w 50"/>
              <a:gd name="T17" fmla="*/ 111125 h 50"/>
              <a:gd name="T18" fmla="*/ 146050 w 50"/>
              <a:gd name="T19" fmla="*/ 127000 h 50"/>
              <a:gd name="T20" fmla="*/ 117475 w 50"/>
              <a:gd name="T21" fmla="*/ 146050 h 50"/>
              <a:gd name="T22" fmla="*/ 104775 w 50"/>
              <a:gd name="T23" fmla="*/ 139700 h 50"/>
              <a:gd name="T24" fmla="*/ 92075 w 50"/>
              <a:gd name="T25" fmla="*/ 158750 h 50"/>
              <a:gd name="T26" fmla="*/ 60325 w 50"/>
              <a:gd name="T27" fmla="*/ 152400 h 50"/>
              <a:gd name="T28" fmla="*/ 53975 w 50"/>
              <a:gd name="T29" fmla="*/ 139700 h 50"/>
              <a:gd name="T30" fmla="*/ 50800 w 50"/>
              <a:gd name="T31" fmla="*/ 139700 h 50"/>
              <a:gd name="T32" fmla="*/ 31750 w 50"/>
              <a:gd name="T33" fmla="*/ 146050 h 50"/>
              <a:gd name="T34" fmla="*/ 12700 w 50"/>
              <a:gd name="T35" fmla="*/ 117475 h 50"/>
              <a:gd name="T36" fmla="*/ 15875 w 50"/>
              <a:gd name="T37" fmla="*/ 98425 h 50"/>
              <a:gd name="T38" fmla="*/ 0 w 50"/>
              <a:gd name="T39" fmla="*/ 92075 h 50"/>
              <a:gd name="T40" fmla="*/ 15875 w 50"/>
              <a:gd name="T41" fmla="*/ 60325 h 50"/>
              <a:gd name="T42" fmla="*/ 12700 w 50"/>
              <a:gd name="T43" fmla="*/ 41275 h 50"/>
              <a:gd name="T44" fmla="*/ 12700 w 50"/>
              <a:gd name="T45" fmla="*/ 31750 h 50"/>
              <a:gd name="T46" fmla="*/ 50800 w 50"/>
              <a:gd name="T47" fmla="*/ 22225 h 50"/>
              <a:gd name="T48" fmla="*/ 66675 w 50"/>
              <a:gd name="T49" fmla="*/ 0 h 50"/>
              <a:gd name="T50" fmla="*/ 98425 w 50"/>
              <a:gd name="T51" fmla="*/ 6350 h 50"/>
              <a:gd name="T52" fmla="*/ 98425 w 50"/>
              <a:gd name="T53" fmla="*/ 31750 h 50"/>
              <a:gd name="T54" fmla="*/ 85725 w 50"/>
              <a:gd name="T55" fmla="*/ 22225 h 50"/>
              <a:gd name="T56" fmla="*/ 73025 w 50"/>
              <a:gd name="T57" fmla="*/ 22225 h 50"/>
              <a:gd name="T58" fmla="*/ 50800 w 50"/>
              <a:gd name="T59" fmla="*/ 34925 h 50"/>
              <a:gd name="T60" fmla="*/ 25400 w 50"/>
              <a:gd name="T61" fmla="*/ 38100 h 50"/>
              <a:gd name="T62" fmla="*/ 28575 w 50"/>
              <a:gd name="T63" fmla="*/ 60325 h 50"/>
              <a:gd name="T64" fmla="*/ 12700 w 50"/>
              <a:gd name="T65" fmla="*/ 73025 h 50"/>
              <a:gd name="T66" fmla="*/ 28575 w 50"/>
              <a:gd name="T67" fmla="*/ 92075 h 50"/>
              <a:gd name="T68" fmla="*/ 31750 w 50"/>
              <a:gd name="T69" fmla="*/ 114300 h 50"/>
              <a:gd name="T70" fmla="*/ 44450 w 50"/>
              <a:gd name="T71" fmla="*/ 127000 h 50"/>
              <a:gd name="T72" fmla="*/ 66675 w 50"/>
              <a:gd name="T73" fmla="*/ 133350 h 50"/>
              <a:gd name="T74" fmla="*/ 85725 w 50"/>
              <a:gd name="T75" fmla="*/ 146050 h 50"/>
              <a:gd name="T76" fmla="*/ 92075 w 50"/>
              <a:gd name="T77" fmla="*/ 133350 h 50"/>
              <a:gd name="T78" fmla="*/ 107950 w 50"/>
              <a:gd name="T79" fmla="*/ 123825 h 50"/>
              <a:gd name="T80" fmla="*/ 133350 w 50"/>
              <a:gd name="T81" fmla="*/ 120650 h 50"/>
              <a:gd name="T82" fmla="*/ 130175 w 50"/>
              <a:gd name="T83" fmla="*/ 101600 h 50"/>
              <a:gd name="T84" fmla="*/ 146050 w 50"/>
              <a:gd name="T85" fmla="*/ 88900 h 50"/>
              <a:gd name="T86" fmla="*/ 130175 w 50"/>
              <a:gd name="T87" fmla="*/ 66675 h 50"/>
              <a:gd name="T88" fmla="*/ 127000 w 50"/>
              <a:gd name="T89" fmla="*/ 44450 h 50"/>
              <a:gd name="T90" fmla="*/ 114300 w 50"/>
              <a:gd name="T91" fmla="*/ 31750 h 50"/>
              <a:gd name="T92" fmla="*/ 79375 w 50"/>
              <a:gd name="T93" fmla="*/ 50800 h 50"/>
              <a:gd name="T94" fmla="*/ 79375 w 50"/>
              <a:gd name="T95" fmla="*/ 111125 h 5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" h="50">
                <a:moveTo>
                  <a:pt x="25" y="13"/>
                </a:moveTo>
                <a:cubicBezTo>
                  <a:pt x="32" y="13"/>
                  <a:pt x="37" y="19"/>
                  <a:pt x="37" y="25"/>
                </a:cubicBezTo>
                <a:cubicBezTo>
                  <a:pt x="37" y="32"/>
                  <a:pt x="32" y="37"/>
                  <a:pt x="25" y="37"/>
                </a:cubicBezTo>
                <a:cubicBezTo>
                  <a:pt x="19" y="37"/>
                  <a:pt x="13" y="32"/>
                  <a:pt x="13" y="25"/>
                </a:cubicBezTo>
                <a:cubicBezTo>
                  <a:pt x="13" y="19"/>
                  <a:pt x="18" y="13"/>
                  <a:pt x="25" y="13"/>
                </a:cubicBezTo>
                <a:close/>
                <a:moveTo>
                  <a:pt x="31" y="5"/>
                </a:moveTo>
                <a:cubicBezTo>
                  <a:pt x="31" y="5"/>
                  <a:pt x="31" y="5"/>
                  <a:pt x="31" y="5"/>
                </a:cubicBezTo>
                <a:cubicBezTo>
                  <a:pt x="32" y="6"/>
                  <a:pt x="32" y="6"/>
                  <a:pt x="33" y="6"/>
                </a:cubicBezTo>
                <a:cubicBezTo>
                  <a:pt x="34" y="6"/>
                  <a:pt x="34" y="7"/>
                  <a:pt x="35" y="7"/>
                </a:cubicBezTo>
                <a:cubicBezTo>
                  <a:pt x="37" y="4"/>
                  <a:pt x="37" y="4"/>
                  <a:pt x="37" y="4"/>
                </a:cubicBezTo>
                <a:cubicBezTo>
                  <a:pt x="38" y="4"/>
                  <a:pt x="39" y="4"/>
                  <a:pt x="40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46" y="10"/>
                  <a:pt x="46" y="10"/>
                  <a:pt x="46" y="10"/>
                </a:cubicBezTo>
                <a:cubicBezTo>
                  <a:pt x="47" y="11"/>
                  <a:pt x="47" y="12"/>
                  <a:pt x="46" y="13"/>
                </a:cubicBezTo>
                <a:cubicBezTo>
                  <a:pt x="43" y="16"/>
                  <a:pt x="43" y="16"/>
                  <a:pt x="43" y="16"/>
                </a:cubicBezTo>
                <a:cubicBezTo>
                  <a:pt x="44" y="16"/>
                  <a:pt x="44" y="17"/>
                  <a:pt x="44" y="17"/>
                </a:cubicBezTo>
                <a:cubicBezTo>
                  <a:pt x="44" y="18"/>
                  <a:pt x="45" y="18"/>
                  <a:pt x="45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9" y="19"/>
                  <a:pt x="50" y="20"/>
                  <a:pt x="50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30"/>
                  <a:pt x="49" y="31"/>
                  <a:pt x="48" y="31"/>
                </a:cubicBezTo>
                <a:cubicBezTo>
                  <a:pt x="48" y="31"/>
                  <a:pt x="48" y="31"/>
                  <a:pt x="48" y="31"/>
                </a:cubicBezTo>
                <a:cubicBezTo>
                  <a:pt x="45" y="31"/>
                  <a:pt x="45" y="31"/>
                  <a:pt x="45" y="31"/>
                </a:cubicBezTo>
                <a:cubicBezTo>
                  <a:pt x="45" y="32"/>
                  <a:pt x="44" y="33"/>
                  <a:pt x="44" y="33"/>
                </a:cubicBezTo>
                <a:cubicBezTo>
                  <a:pt x="44" y="34"/>
                  <a:pt x="44" y="34"/>
                  <a:pt x="43" y="35"/>
                </a:cubicBezTo>
                <a:cubicBezTo>
                  <a:pt x="46" y="37"/>
                  <a:pt x="46" y="37"/>
                  <a:pt x="46" y="37"/>
                </a:cubicBezTo>
                <a:cubicBezTo>
                  <a:pt x="47" y="38"/>
                  <a:pt x="47" y="39"/>
                  <a:pt x="46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40" y="46"/>
                  <a:pt x="40" y="46"/>
                  <a:pt x="40" y="46"/>
                </a:cubicBezTo>
                <a:cubicBezTo>
                  <a:pt x="39" y="47"/>
                  <a:pt x="38" y="47"/>
                  <a:pt x="37" y="46"/>
                </a:cubicBezTo>
                <a:cubicBezTo>
                  <a:pt x="35" y="44"/>
                  <a:pt x="35" y="44"/>
                  <a:pt x="35" y="44"/>
                </a:cubicBezTo>
                <a:cubicBezTo>
                  <a:pt x="34" y="44"/>
                  <a:pt x="34" y="44"/>
                  <a:pt x="3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2" y="45"/>
                  <a:pt x="32" y="45"/>
                  <a:pt x="31" y="45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49"/>
                  <a:pt x="30" y="50"/>
                  <a:pt x="29" y="50"/>
                </a:cubicBezTo>
                <a:cubicBezTo>
                  <a:pt x="29" y="50"/>
                  <a:pt x="29" y="50"/>
                  <a:pt x="29" y="50"/>
                </a:cubicBezTo>
                <a:cubicBezTo>
                  <a:pt x="21" y="50"/>
                  <a:pt x="21" y="50"/>
                  <a:pt x="21" y="50"/>
                </a:cubicBezTo>
                <a:cubicBezTo>
                  <a:pt x="20" y="50"/>
                  <a:pt x="19" y="49"/>
                  <a:pt x="19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45"/>
                  <a:pt x="19" y="45"/>
                  <a:pt x="19" y="45"/>
                </a:cubicBezTo>
                <a:cubicBezTo>
                  <a:pt x="18" y="45"/>
                  <a:pt x="18" y="44"/>
                  <a:pt x="17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4"/>
                  <a:pt x="16" y="44"/>
                  <a:pt x="16" y="44"/>
                </a:cubicBezTo>
                <a:cubicBezTo>
                  <a:pt x="13" y="46"/>
                  <a:pt x="13" y="46"/>
                  <a:pt x="13" y="46"/>
                </a:cubicBezTo>
                <a:cubicBezTo>
                  <a:pt x="12" y="47"/>
                  <a:pt x="11" y="47"/>
                  <a:pt x="10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39"/>
                  <a:pt x="4" y="38"/>
                  <a:pt x="4" y="37"/>
                </a:cubicBezTo>
                <a:cubicBezTo>
                  <a:pt x="7" y="35"/>
                  <a:pt x="7" y="35"/>
                  <a:pt x="7" y="35"/>
                </a:cubicBezTo>
                <a:cubicBezTo>
                  <a:pt x="6" y="34"/>
                  <a:pt x="6" y="34"/>
                  <a:pt x="6" y="33"/>
                </a:cubicBezTo>
                <a:cubicBezTo>
                  <a:pt x="6" y="33"/>
                  <a:pt x="5" y="32"/>
                  <a:pt x="5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1" y="31"/>
                  <a:pt x="0" y="30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0"/>
                  <a:pt x="1" y="19"/>
                  <a:pt x="2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8"/>
                  <a:pt x="6" y="18"/>
                  <a:pt x="6" y="17"/>
                </a:cubicBezTo>
                <a:cubicBezTo>
                  <a:pt x="6" y="17"/>
                  <a:pt x="6" y="16"/>
                  <a:pt x="7" y="16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2"/>
                  <a:pt x="4" y="11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10" y="4"/>
                  <a:pt x="10" y="4"/>
                  <a:pt x="10" y="4"/>
                </a:cubicBezTo>
                <a:cubicBezTo>
                  <a:pt x="11" y="4"/>
                  <a:pt x="12" y="4"/>
                  <a:pt x="13" y="4"/>
                </a:cubicBezTo>
                <a:cubicBezTo>
                  <a:pt x="16" y="7"/>
                  <a:pt x="16" y="7"/>
                  <a:pt x="16" y="7"/>
                </a:cubicBezTo>
                <a:cubicBezTo>
                  <a:pt x="17" y="6"/>
                  <a:pt x="18" y="6"/>
                  <a:pt x="19" y="5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1"/>
                  <a:pt x="20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5"/>
                  <a:pt x="31" y="5"/>
                  <a:pt x="31" y="5"/>
                </a:cubicBezTo>
                <a:close/>
                <a:moveTo>
                  <a:pt x="31" y="10"/>
                </a:moveTo>
                <a:cubicBezTo>
                  <a:pt x="31" y="10"/>
                  <a:pt x="31" y="10"/>
                  <a:pt x="31" y="10"/>
                </a:cubicBezTo>
                <a:cubicBezTo>
                  <a:pt x="31" y="9"/>
                  <a:pt x="30" y="9"/>
                  <a:pt x="29" y="9"/>
                </a:cubicBezTo>
                <a:cubicBezTo>
                  <a:pt x="28" y="9"/>
                  <a:pt x="27" y="8"/>
                  <a:pt x="27" y="7"/>
                </a:cubicBezTo>
                <a:cubicBezTo>
                  <a:pt x="27" y="4"/>
                  <a:pt x="27" y="4"/>
                  <a:pt x="27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8"/>
                  <a:pt x="22" y="9"/>
                  <a:pt x="21" y="9"/>
                </a:cubicBezTo>
                <a:cubicBezTo>
                  <a:pt x="19" y="9"/>
                  <a:pt x="18" y="10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5" y="11"/>
                  <a:pt x="14" y="11"/>
                  <a:pt x="14" y="11"/>
                </a:cubicBezTo>
                <a:cubicBezTo>
                  <a:pt x="12" y="8"/>
                  <a:pt x="12" y="8"/>
                  <a:pt x="12" y="8"/>
                </a:cubicBezTo>
                <a:cubicBezTo>
                  <a:pt x="8" y="12"/>
                  <a:pt x="8" y="12"/>
                  <a:pt x="8" y="12"/>
                </a:cubicBezTo>
                <a:cubicBezTo>
                  <a:pt x="10" y="14"/>
                  <a:pt x="10" y="14"/>
                  <a:pt x="10" y="14"/>
                </a:cubicBezTo>
                <a:cubicBezTo>
                  <a:pt x="11" y="14"/>
                  <a:pt x="11" y="15"/>
                  <a:pt x="11" y="16"/>
                </a:cubicBezTo>
                <a:cubicBezTo>
                  <a:pt x="10" y="17"/>
                  <a:pt x="10" y="18"/>
                  <a:pt x="9" y="19"/>
                </a:cubicBezTo>
                <a:cubicBezTo>
                  <a:pt x="9" y="19"/>
                  <a:pt x="9" y="20"/>
                  <a:pt x="9" y="21"/>
                </a:cubicBezTo>
                <a:cubicBezTo>
                  <a:pt x="9" y="22"/>
                  <a:pt x="8" y="23"/>
                  <a:pt x="7" y="23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28"/>
                  <a:pt x="4" y="28"/>
                  <a:pt x="4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8" y="28"/>
                  <a:pt x="8" y="28"/>
                  <a:pt x="9" y="29"/>
                </a:cubicBezTo>
                <a:cubicBezTo>
                  <a:pt x="9" y="30"/>
                  <a:pt x="9" y="31"/>
                  <a:pt x="9" y="32"/>
                </a:cubicBezTo>
                <a:cubicBezTo>
                  <a:pt x="10" y="32"/>
                  <a:pt x="10" y="33"/>
                  <a:pt x="11" y="34"/>
                </a:cubicBezTo>
                <a:cubicBezTo>
                  <a:pt x="11" y="35"/>
                  <a:pt x="11" y="36"/>
                  <a:pt x="10" y="36"/>
                </a:cubicBezTo>
                <a:cubicBezTo>
                  <a:pt x="8" y="38"/>
                  <a:pt x="8" y="38"/>
                  <a:pt x="8" y="38"/>
                </a:cubicBezTo>
                <a:cubicBezTo>
                  <a:pt x="12" y="42"/>
                  <a:pt x="12" y="42"/>
                  <a:pt x="12" y="42"/>
                </a:cubicBezTo>
                <a:cubicBezTo>
                  <a:pt x="14" y="40"/>
                  <a:pt x="14" y="40"/>
                  <a:pt x="14" y="40"/>
                </a:cubicBezTo>
                <a:cubicBezTo>
                  <a:pt x="14" y="39"/>
                  <a:pt x="15" y="39"/>
                  <a:pt x="16" y="39"/>
                </a:cubicBezTo>
                <a:cubicBezTo>
                  <a:pt x="17" y="40"/>
                  <a:pt x="18" y="40"/>
                  <a:pt x="19" y="41"/>
                </a:cubicBezTo>
                <a:cubicBezTo>
                  <a:pt x="19" y="41"/>
                  <a:pt x="20" y="41"/>
                  <a:pt x="21" y="42"/>
                </a:cubicBezTo>
                <a:cubicBezTo>
                  <a:pt x="22" y="42"/>
                  <a:pt x="23" y="42"/>
                  <a:pt x="23" y="43"/>
                </a:cubicBezTo>
                <a:cubicBezTo>
                  <a:pt x="23" y="46"/>
                  <a:pt x="23" y="46"/>
                  <a:pt x="23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3"/>
                  <a:pt x="27" y="43"/>
                  <a:pt x="27" y="43"/>
                </a:cubicBezTo>
                <a:cubicBezTo>
                  <a:pt x="27" y="43"/>
                  <a:pt x="27" y="43"/>
                  <a:pt x="27" y="43"/>
                </a:cubicBezTo>
                <a:cubicBezTo>
                  <a:pt x="27" y="43"/>
                  <a:pt x="28" y="42"/>
                  <a:pt x="29" y="42"/>
                </a:cubicBezTo>
                <a:cubicBezTo>
                  <a:pt x="30" y="41"/>
                  <a:pt x="31" y="41"/>
                  <a:pt x="31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32" y="40"/>
                  <a:pt x="33" y="40"/>
                  <a:pt x="34" y="39"/>
                </a:cubicBezTo>
                <a:cubicBezTo>
                  <a:pt x="35" y="39"/>
                  <a:pt x="36" y="39"/>
                  <a:pt x="36" y="40"/>
                </a:cubicBezTo>
                <a:cubicBezTo>
                  <a:pt x="38" y="42"/>
                  <a:pt x="38" y="42"/>
                  <a:pt x="38" y="42"/>
                </a:cubicBezTo>
                <a:cubicBezTo>
                  <a:pt x="42" y="38"/>
                  <a:pt x="42" y="38"/>
                  <a:pt x="42" y="38"/>
                </a:cubicBezTo>
                <a:cubicBezTo>
                  <a:pt x="40" y="36"/>
                  <a:pt x="40" y="36"/>
                  <a:pt x="40" y="36"/>
                </a:cubicBezTo>
                <a:cubicBezTo>
                  <a:pt x="39" y="36"/>
                  <a:pt x="39" y="35"/>
                  <a:pt x="39" y="34"/>
                </a:cubicBezTo>
                <a:cubicBezTo>
                  <a:pt x="40" y="33"/>
                  <a:pt x="40" y="32"/>
                  <a:pt x="41" y="32"/>
                </a:cubicBezTo>
                <a:cubicBezTo>
                  <a:pt x="41" y="31"/>
                  <a:pt x="41" y="30"/>
                  <a:pt x="41" y="29"/>
                </a:cubicBezTo>
                <a:cubicBezTo>
                  <a:pt x="42" y="28"/>
                  <a:pt x="42" y="28"/>
                  <a:pt x="43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3"/>
                  <a:pt x="46" y="23"/>
                  <a:pt x="46" y="23"/>
                </a:cubicBezTo>
                <a:cubicBezTo>
                  <a:pt x="43" y="23"/>
                  <a:pt x="43" y="23"/>
                  <a:pt x="43" y="23"/>
                </a:cubicBezTo>
                <a:cubicBezTo>
                  <a:pt x="42" y="23"/>
                  <a:pt x="42" y="22"/>
                  <a:pt x="41" y="21"/>
                </a:cubicBezTo>
                <a:cubicBezTo>
                  <a:pt x="41" y="20"/>
                  <a:pt x="41" y="20"/>
                  <a:pt x="41" y="19"/>
                </a:cubicBezTo>
                <a:cubicBezTo>
                  <a:pt x="40" y="18"/>
                  <a:pt x="40" y="17"/>
                  <a:pt x="39" y="16"/>
                </a:cubicBezTo>
                <a:cubicBezTo>
                  <a:pt x="39" y="16"/>
                  <a:pt x="39" y="15"/>
                  <a:pt x="40" y="14"/>
                </a:cubicBezTo>
                <a:cubicBezTo>
                  <a:pt x="42" y="12"/>
                  <a:pt x="42" y="12"/>
                  <a:pt x="42" y="12"/>
                </a:cubicBezTo>
                <a:cubicBezTo>
                  <a:pt x="38" y="8"/>
                  <a:pt x="38" y="8"/>
                  <a:pt x="38" y="8"/>
                </a:cubicBezTo>
                <a:cubicBezTo>
                  <a:pt x="36" y="10"/>
                  <a:pt x="36" y="10"/>
                  <a:pt x="36" y="10"/>
                </a:cubicBezTo>
                <a:cubicBezTo>
                  <a:pt x="36" y="11"/>
                  <a:pt x="35" y="11"/>
                  <a:pt x="34" y="11"/>
                </a:cubicBezTo>
                <a:cubicBezTo>
                  <a:pt x="33" y="10"/>
                  <a:pt x="32" y="10"/>
                  <a:pt x="31" y="10"/>
                </a:cubicBezTo>
                <a:close/>
                <a:moveTo>
                  <a:pt x="25" y="16"/>
                </a:moveTo>
                <a:cubicBezTo>
                  <a:pt x="25" y="16"/>
                  <a:pt x="25" y="16"/>
                  <a:pt x="25" y="16"/>
                </a:cubicBezTo>
                <a:cubicBezTo>
                  <a:pt x="20" y="16"/>
                  <a:pt x="15" y="20"/>
                  <a:pt x="15" y="25"/>
                </a:cubicBezTo>
                <a:cubicBezTo>
                  <a:pt x="15" y="30"/>
                  <a:pt x="20" y="35"/>
                  <a:pt x="25" y="35"/>
                </a:cubicBezTo>
                <a:cubicBezTo>
                  <a:pt x="30" y="35"/>
                  <a:pt x="35" y="30"/>
                  <a:pt x="35" y="25"/>
                </a:cubicBezTo>
                <a:cubicBezTo>
                  <a:pt x="35" y="20"/>
                  <a:pt x="30" y="16"/>
                  <a:pt x="25" y="1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12" name="Freeform 346">
            <a:extLst>
              <a:ext uri="{FF2B5EF4-FFF2-40B4-BE49-F238E27FC236}">
                <a16:creationId xmlns:a16="http://schemas.microsoft.com/office/drawing/2014/main" id="{B6AA3009-ACE9-156A-3E40-98F538F8F189}"/>
              </a:ext>
            </a:extLst>
          </p:cNvPr>
          <p:cNvSpPr>
            <a:spLocks noEditPoints="1"/>
          </p:cNvSpPr>
          <p:nvPr/>
        </p:nvSpPr>
        <p:spPr bwMode="auto">
          <a:xfrm>
            <a:off x="10271585" y="6051998"/>
            <a:ext cx="211667" cy="211667"/>
          </a:xfrm>
          <a:custGeom>
            <a:avLst/>
            <a:gdLst>
              <a:gd name="T0" fmla="*/ 136525 w 50"/>
              <a:gd name="T1" fmla="*/ 22225 h 50"/>
              <a:gd name="T2" fmla="*/ 158750 w 50"/>
              <a:gd name="T3" fmla="*/ 79375 h 50"/>
              <a:gd name="T4" fmla="*/ 79375 w 50"/>
              <a:gd name="T5" fmla="*/ 158750 h 50"/>
              <a:gd name="T6" fmla="*/ 22225 w 50"/>
              <a:gd name="T7" fmla="*/ 136525 h 50"/>
              <a:gd name="T8" fmla="*/ 22225 w 50"/>
              <a:gd name="T9" fmla="*/ 22225 h 50"/>
              <a:gd name="T10" fmla="*/ 22225 w 50"/>
              <a:gd name="T11" fmla="*/ 22225 h 50"/>
              <a:gd name="T12" fmla="*/ 41275 w 50"/>
              <a:gd name="T13" fmla="*/ 63500 h 50"/>
              <a:gd name="T14" fmla="*/ 41275 w 50"/>
              <a:gd name="T15" fmla="*/ 60325 h 50"/>
              <a:gd name="T16" fmla="*/ 50800 w 50"/>
              <a:gd name="T17" fmla="*/ 47625 h 50"/>
              <a:gd name="T18" fmla="*/ 63500 w 50"/>
              <a:gd name="T19" fmla="*/ 38100 h 50"/>
              <a:gd name="T20" fmla="*/ 66675 w 50"/>
              <a:gd name="T21" fmla="*/ 57150 h 50"/>
              <a:gd name="T22" fmla="*/ 114300 w 50"/>
              <a:gd name="T23" fmla="*/ 63500 h 50"/>
              <a:gd name="T24" fmla="*/ 120650 w 50"/>
              <a:gd name="T25" fmla="*/ 76200 h 50"/>
              <a:gd name="T26" fmla="*/ 114300 w 50"/>
              <a:gd name="T27" fmla="*/ 114300 h 50"/>
              <a:gd name="T28" fmla="*/ 98425 w 50"/>
              <a:gd name="T29" fmla="*/ 120650 h 50"/>
              <a:gd name="T30" fmla="*/ 31750 w 50"/>
              <a:gd name="T31" fmla="*/ 127000 h 50"/>
              <a:gd name="T32" fmla="*/ 31750 w 50"/>
              <a:gd name="T33" fmla="*/ 127000 h 50"/>
              <a:gd name="T34" fmla="*/ 127000 w 50"/>
              <a:gd name="T35" fmla="*/ 127000 h 50"/>
              <a:gd name="T36" fmla="*/ 127000 w 50"/>
              <a:gd name="T37" fmla="*/ 31750 h 50"/>
              <a:gd name="T38" fmla="*/ 79375 w 50"/>
              <a:gd name="T39" fmla="*/ 12700 h 50"/>
              <a:gd name="T40" fmla="*/ 31750 w 50"/>
              <a:gd name="T41" fmla="*/ 31750 h 50"/>
              <a:gd name="T42" fmla="*/ 19050 w 50"/>
              <a:gd name="T43" fmla="*/ 114300 h 50"/>
              <a:gd name="T44" fmla="*/ 107950 w 50"/>
              <a:gd name="T45" fmla="*/ 111125 h 50"/>
              <a:gd name="T46" fmla="*/ 114300 w 50"/>
              <a:gd name="T47" fmla="*/ 98425 h 50"/>
              <a:gd name="T48" fmla="*/ 107950 w 50"/>
              <a:gd name="T49" fmla="*/ 66675 h 50"/>
              <a:gd name="T50" fmla="*/ 98425 w 50"/>
              <a:gd name="T51" fmla="*/ 63500 h 50"/>
              <a:gd name="T52" fmla="*/ 66675 w 50"/>
              <a:gd name="T53" fmla="*/ 76200 h 50"/>
              <a:gd name="T54" fmla="*/ 60325 w 50"/>
              <a:gd name="T55" fmla="*/ 79375 h 50"/>
              <a:gd name="T56" fmla="*/ 50800 w 50"/>
              <a:gd name="T57" fmla="*/ 69850 h 50"/>
              <a:gd name="T58" fmla="*/ 57150 w 50"/>
              <a:gd name="T59" fmla="*/ 60325 h 50"/>
              <a:gd name="T60" fmla="*/ 57150 w 50"/>
              <a:gd name="T61" fmla="*/ 60325 h 50"/>
              <a:gd name="T62" fmla="*/ 57150 w 50"/>
              <a:gd name="T63" fmla="*/ 50800 h 50"/>
              <a:gd name="T64" fmla="*/ 50800 w 50"/>
              <a:gd name="T65" fmla="*/ 60325 h 50"/>
              <a:gd name="T66" fmla="*/ 57150 w 50"/>
              <a:gd name="T67" fmla="*/ 66675 h 50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0" h="50">
                <a:moveTo>
                  <a:pt x="25" y="0"/>
                </a:moveTo>
                <a:cubicBezTo>
                  <a:pt x="32" y="0"/>
                  <a:pt x="38" y="3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7" y="12"/>
                  <a:pt x="50" y="18"/>
                  <a:pt x="50" y="25"/>
                </a:cubicBezTo>
                <a:cubicBezTo>
                  <a:pt x="50" y="32"/>
                  <a:pt x="47" y="38"/>
                  <a:pt x="43" y="43"/>
                </a:cubicBezTo>
                <a:cubicBezTo>
                  <a:pt x="38" y="47"/>
                  <a:pt x="32" y="50"/>
                  <a:pt x="25" y="50"/>
                </a:cubicBezTo>
                <a:cubicBezTo>
                  <a:pt x="18" y="50"/>
                  <a:pt x="12" y="47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3" y="38"/>
                  <a:pt x="0" y="32"/>
                  <a:pt x="0" y="25"/>
                </a:cubicBezTo>
                <a:cubicBezTo>
                  <a:pt x="0" y="18"/>
                  <a:pt x="3" y="12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12" y="3"/>
                  <a:pt x="18" y="0"/>
                  <a:pt x="25" y="0"/>
                </a:cubicBezTo>
                <a:close/>
                <a:moveTo>
                  <a:pt x="13" y="20"/>
                </a:moveTo>
                <a:cubicBezTo>
                  <a:pt x="13" y="20"/>
                  <a:pt x="13" y="20"/>
                  <a:pt x="13" y="20"/>
                </a:cubicBezTo>
                <a:cubicBezTo>
                  <a:pt x="13" y="19"/>
                  <a:pt x="13" y="19"/>
                  <a:pt x="13" y="19"/>
                </a:cubicBezTo>
                <a:cubicBezTo>
                  <a:pt x="13" y="18"/>
                  <a:pt x="13" y="18"/>
                  <a:pt x="13" y="18"/>
                </a:cubicBezTo>
                <a:cubicBezTo>
                  <a:pt x="16" y="15"/>
                  <a:pt x="16" y="15"/>
                  <a:pt x="16" y="15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20" y="12"/>
                  <a:pt x="20" y="12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18"/>
                  <a:pt x="21" y="18"/>
                  <a:pt x="21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3" y="18"/>
                  <a:pt x="35" y="18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7" y="21"/>
                  <a:pt x="38" y="23"/>
                  <a:pt x="38" y="24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3"/>
                  <a:pt x="37" y="35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5" y="37"/>
                  <a:pt x="33" y="38"/>
                  <a:pt x="31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9" y="39"/>
                  <a:pt x="9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4" y="44"/>
                  <a:pt x="19" y="46"/>
                  <a:pt x="25" y="46"/>
                </a:cubicBezTo>
                <a:cubicBezTo>
                  <a:pt x="31" y="46"/>
                  <a:pt x="36" y="44"/>
                  <a:pt x="40" y="40"/>
                </a:cubicBezTo>
                <a:cubicBezTo>
                  <a:pt x="44" y="36"/>
                  <a:pt x="46" y="31"/>
                  <a:pt x="46" y="25"/>
                </a:cubicBezTo>
                <a:cubicBezTo>
                  <a:pt x="46" y="19"/>
                  <a:pt x="44" y="14"/>
                  <a:pt x="40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36" y="6"/>
                  <a:pt x="31" y="4"/>
                  <a:pt x="25" y="4"/>
                </a:cubicBezTo>
                <a:cubicBezTo>
                  <a:pt x="19" y="4"/>
                  <a:pt x="14" y="6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4" y="19"/>
                  <a:pt x="4" y="25"/>
                </a:cubicBezTo>
                <a:cubicBezTo>
                  <a:pt x="4" y="29"/>
                  <a:pt x="5" y="33"/>
                  <a:pt x="6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2" y="36"/>
                  <a:pt x="34" y="35"/>
                  <a:pt x="34" y="35"/>
                </a:cubicBezTo>
                <a:cubicBezTo>
                  <a:pt x="34" y="35"/>
                  <a:pt x="34" y="35"/>
                  <a:pt x="34" y="35"/>
                </a:cubicBezTo>
                <a:cubicBezTo>
                  <a:pt x="35" y="34"/>
                  <a:pt x="36" y="33"/>
                  <a:pt x="36" y="31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3"/>
                  <a:pt x="35" y="22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0"/>
                  <a:pt x="32" y="20"/>
                  <a:pt x="3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5"/>
                  <a:pt x="20" y="25"/>
                  <a:pt x="20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3" y="20"/>
                  <a:pt x="13" y="20"/>
                  <a:pt x="13" y="20"/>
                </a:cubicBezTo>
                <a:close/>
                <a:moveTo>
                  <a:pt x="18" y="19"/>
                </a:move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7"/>
                  <a:pt x="18" y="17"/>
                  <a:pt x="18" y="17"/>
                </a:cubicBezTo>
                <a:cubicBezTo>
                  <a:pt x="16" y="19"/>
                  <a:pt x="16" y="19"/>
                  <a:pt x="16" y="19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19"/>
                  <a:pt x="18" y="19"/>
                  <a:pt x="18" y="1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13" name="Freeform 347">
            <a:extLst>
              <a:ext uri="{FF2B5EF4-FFF2-40B4-BE49-F238E27FC236}">
                <a16:creationId xmlns:a16="http://schemas.microsoft.com/office/drawing/2014/main" id="{7A1C8567-9B97-30DF-2297-59272958BC0A}"/>
              </a:ext>
            </a:extLst>
          </p:cNvPr>
          <p:cNvSpPr>
            <a:spLocks noEditPoints="1"/>
          </p:cNvSpPr>
          <p:nvPr/>
        </p:nvSpPr>
        <p:spPr bwMode="auto">
          <a:xfrm>
            <a:off x="5811767" y="5643481"/>
            <a:ext cx="211667" cy="215900"/>
          </a:xfrm>
          <a:custGeom>
            <a:avLst/>
            <a:gdLst>
              <a:gd name="T0" fmla="*/ 133350 w 50"/>
              <a:gd name="T1" fmla="*/ 133350 h 51"/>
              <a:gd name="T2" fmla="*/ 104775 w 50"/>
              <a:gd name="T3" fmla="*/ 111125 h 51"/>
              <a:gd name="T4" fmla="*/ 111125 w 50"/>
              <a:gd name="T5" fmla="*/ 104775 h 51"/>
              <a:gd name="T6" fmla="*/ 123825 w 50"/>
              <a:gd name="T7" fmla="*/ 0 h 51"/>
              <a:gd name="T8" fmla="*/ 130175 w 50"/>
              <a:gd name="T9" fmla="*/ 3175 h 51"/>
              <a:gd name="T10" fmla="*/ 139700 w 50"/>
              <a:gd name="T11" fmla="*/ 12700 h 51"/>
              <a:gd name="T12" fmla="*/ 139700 w 50"/>
              <a:gd name="T13" fmla="*/ 12700 h 51"/>
              <a:gd name="T14" fmla="*/ 127000 w 50"/>
              <a:gd name="T15" fmla="*/ 31750 h 51"/>
              <a:gd name="T16" fmla="*/ 130175 w 50"/>
              <a:gd name="T17" fmla="*/ 34925 h 51"/>
              <a:gd name="T18" fmla="*/ 146050 w 50"/>
              <a:gd name="T19" fmla="*/ 22225 h 51"/>
              <a:gd name="T20" fmla="*/ 155575 w 50"/>
              <a:gd name="T21" fmla="*/ 25400 h 51"/>
              <a:gd name="T22" fmla="*/ 158750 w 50"/>
              <a:gd name="T23" fmla="*/ 31750 h 51"/>
              <a:gd name="T24" fmla="*/ 158750 w 50"/>
              <a:gd name="T25" fmla="*/ 38100 h 51"/>
              <a:gd name="T26" fmla="*/ 123825 w 50"/>
              <a:gd name="T27" fmla="*/ 73025 h 51"/>
              <a:gd name="T28" fmla="*/ 114300 w 50"/>
              <a:gd name="T29" fmla="*/ 79375 h 51"/>
              <a:gd name="T30" fmla="*/ 152400 w 50"/>
              <a:gd name="T31" fmla="*/ 117475 h 51"/>
              <a:gd name="T32" fmla="*/ 152400 w 50"/>
              <a:gd name="T33" fmla="*/ 152400 h 51"/>
              <a:gd name="T34" fmla="*/ 152400 w 50"/>
              <a:gd name="T35" fmla="*/ 152400 h 51"/>
              <a:gd name="T36" fmla="*/ 117475 w 50"/>
              <a:gd name="T37" fmla="*/ 152400 h 51"/>
              <a:gd name="T38" fmla="*/ 41275 w 50"/>
              <a:gd name="T39" fmla="*/ 152400 h 51"/>
              <a:gd name="T40" fmla="*/ 6350 w 50"/>
              <a:gd name="T41" fmla="*/ 152400 h 51"/>
              <a:gd name="T42" fmla="*/ 3175 w 50"/>
              <a:gd name="T43" fmla="*/ 146050 h 51"/>
              <a:gd name="T44" fmla="*/ 6350 w 50"/>
              <a:gd name="T45" fmla="*/ 120650 h 51"/>
              <a:gd name="T46" fmla="*/ 34925 w 50"/>
              <a:gd name="T47" fmla="*/ 60325 h 51"/>
              <a:gd name="T48" fmla="*/ 15875 w 50"/>
              <a:gd name="T49" fmla="*/ 53975 h 51"/>
              <a:gd name="T50" fmla="*/ 3175 w 50"/>
              <a:gd name="T51" fmla="*/ 15875 h 51"/>
              <a:gd name="T52" fmla="*/ 15875 w 50"/>
              <a:gd name="T53" fmla="*/ 6350 h 51"/>
              <a:gd name="T54" fmla="*/ 53975 w 50"/>
              <a:gd name="T55" fmla="*/ 15875 h 51"/>
              <a:gd name="T56" fmla="*/ 60325 w 50"/>
              <a:gd name="T57" fmla="*/ 34925 h 51"/>
              <a:gd name="T58" fmla="*/ 88900 w 50"/>
              <a:gd name="T59" fmla="*/ 38100 h 51"/>
              <a:gd name="T60" fmla="*/ 88900 w 50"/>
              <a:gd name="T61" fmla="*/ 38100 h 51"/>
              <a:gd name="T62" fmla="*/ 98425 w 50"/>
              <a:gd name="T63" fmla="*/ 12700 h 51"/>
              <a:gd name="T64" fmla="*/ 107950 w 50"/>
              <a:gd name="T65" fmla="*/ 88900 h 51"/>
              <a:gd name="T66" fmla="*/ 88900 w 50"/>
              <a:gd name="T67" fmla="*/ 107950 h 51"/>
              <a:gd name="T68" fmla="*/ 133350 w 50"/>
              <a:gd name="T69" fmla="*/ 149225 h 51"/>
              <a:gd name="T70" fmla="*/ 142875 w 50"/>
              <a:gd name="T71" fmla="*/ 142875 h 51"/>
              <a:gd name="T72" fmla="*/ 142875 w 50"/>
              <a:gd name="T73" fmla="*/ 127000 h 51"/>
              <a:gd name="T74" fmla="*/ 107950 w 50"/>
              <a:gd name="T75" fmla="*/ 88900 h 51"/>
              <a:gd name="T76" fmla="*/ 60325 w 50"/>
              <a:gd name="T77" fmla="*/ 69850 h 51"/>
              <a:gd name="T78" fmla="*/ 50800 w 50"/>
              <a:gd name="T79" fmla="*/ 41275 h 51"/>
              <a:gd name="T80" fmla="*/ 47625 w 50"/>
              <a:gd name="T81" fmla="*/ 28575 h 51"/>
              <a:gd name="T82" fmla="*/ 19050 w 50"/>
              <a:gd name="T83" fmla="*/ 19050 h 51"/>
              <a:gd name="T84" fmla="*/ 25400 w 50"/>
              <a:gd name="T85" fmla="*/ 47625 h 51"/>
              <a:gd name="T86" fmla="*/ 41275 w 50"/>
              <a:gd name="T87" fmla="*/ 50800 h 51"/>
              <a:gd name="T88" fmla="*/ 123825 w 50"/>
              <a:gd name="T89" fmla="*/ 12700 h 51"/>
              <a:gd name="T90" fmla="*/ 107950 w 50"/>
              <a:gd name="T91" fmla="*/ 22225 h 51"/>
              <a:gd name="T92" fmla="*/ 101600 w 50"/>
              <a:gd name="T93" fmla="*/ 38100 h 51"/>
              <a:gd name="T94" fmla="*/ 101600 w 50"/>
              <a:gd name="T95" fmla="*/ 38100 h 51"/>
              <a:gd name="T96" fmla="*/ 101600 w 50"/>
              <a:gd name="T97" fmla="*/ 41275 h 51"/>
              <a:gd name="T98" fmla="*/ 15875 w 50"/>
              <a:gd name="T99" fmla="*/ 130175 h 51"/>
              <a:gd name="T100" fmla="*/ 12700 w 50"/>
              <a:gd name="T101" fmla="*/ 139700 h 51"/>
              <a:gd name="T102" fmla="*/ 19050 w 50"/>
              <a:gd name="T103" fmla="*/ 149225 h 51"/>
              <a:gd name="T104" fmla="*/ 76200 w 50"/>
              <a:gd name="T105" fmla="*/ 101600 h 51"/>
              <a:gd name="T106" fmla="*/ 101600 w 50"/>
              <a:gd name="T107" fmla="*/ 76200 h 51"/>
              <a:gd name="T108" fmla="*/ 114300 w 50"/>
              <a:gd name="T109" fmla="*/ 63500 h 51"/>
              <a:gd name="T110" fmla="*/ 120650 w 50"/>
              <a:gd name="T111" fmla="*/ 60325 h 51"/>
              <a:gd name="T112" fmla="*/ 123825 w 50"/>
              <a:gd name="T113" fmla="*/ 60325 h 51"/>
              <a:gd name="T114" fmla="*/ 139700 w 50"/>
              <a:gd name="T115" fmla="*/ 53975 h 51"/>
              <a:gd name="T116" fmla="*/ 139700 w 50"/>
              <a:gd name="T117" fmla="*/ 47625 h 51"/>
              <a:gd name="T118" fmla="*/ 127000 w 50"/>
              <a:gd name="T119" fmla="*/ 47625 h 51"/>
              <a:gd name="T120" fmla="*/ 117475 w 50"/>
              <a:gd name="T121" fmla="*/ 41275 h 51"/>
              <a:gd name="T122" fmla="*/ 114300 w 50"/>
              <a:gd name="T123" fmla="*/ 28575 h 51"/>
              <a:gd name="T124" fmla="*/ 123825 w 50"/>
              <a:gd name="T125" fmla="*/ 12700 h 51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50" h="51">
                <a:moveTo>
                  <a:pt x="42" y="40"/>
                </a:moveTo>
                <a:cubicBezTo>
                  <a:pt x="43" y="41"/>
                  <a:pt x="43" y="42"/>
                  <a:pt x="42" y="42"/>
                </a:cubicBezTo>
                <a:cubicBezTo>
                  <a:pt x="42" y="42"/>
                  <a:pt x="41" y="42"/>
                  <a:pt x="41" y="42"/>
                </a:cubicBezTo>
                <a:cubicBezTo>
                  <a:pt x="33" y="35"/>
                  <a:pt x="33" y="35"/>
                  <a:pt x="33" y="35"/>
                </a:cubicBezTo>
                <a:cubicBezTo>
                  <a:pt x="33" y="34"/>
                  <a:pt x="33" y="34"/>
                  <a:pt x="33" y="33"/>
                </a:cubicBezTo>
                <a:cubicBezTo>
                  <a:pt x="34" y="33"/>
                  <a:pt x="35" y="33"/>
                  <a:pt x="35" y="33"/>
                </a:cubicBezTo>
                <a:cubicBezTo>
                  <a:pt x="42" y="40"/>
                  <a:pt x="42" y="40"/>
                  <a:pt x="42" y="40"/>
                </a:cubicBezTo>
                <a:close/>
                <a:moveTo>
                  <a:pt x="39" y="0"/>
                </a:move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1"/>
                </a:cubicBezTo>
                <a:cubicBezTo>
                  <a:pt x="42" y="1"/>
                  <a:pt x="43" y="1"/>
                  <a:pt x="43" y="1"/>
                </a:cubicBezTo>
                <a:cubicBezTo>
                  <a:pt x="44" y="2"/>
                  <a:pt x="45" y="3"/>
                  <a:pt x="44" y="4"/>
                </a:cubicBezTo>
                <a:cubicBezTo>
                  <a:pt x="44" y="4"/>
                  <a:pt x="44" y="4"/>
                  <a:pt x="44" y="4"/>
                </a:cubicBezTo>
                <a:cubicBezTo>
                  <a:pt x="44" y="4"/>
                  <a:pt x="44" y="4"/>
                  <a:pt x="44" y="4"/>
                </a:cubicBezTo>
                <a:cubicBezTo>
                  <a:pt x="43" y="6"/>
                  <a:pt x="41" y="7"/>
                  <a:pt x="40" y="9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11"/>
                  <a:pt x="40" y="11"/>
                  <a:pt x="40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2" y="11"/>
                  <a:pt x="42" y="11"/>
                  <a:pt x="42" y="11"/>
                </a:cubicBezTo>
                <a:cubicBezTo>
                  <a:pt x="43" y="10"/>
                  <a:pt x="45" y="8"/>
                  <a:pt x="46" y="7"/>
                </a:cubicBezTo>
                <a:cubicBezTo>
                  <a:pt x="47" y="6"/>
                  <a:pt x="48" y="6"/>
                  <a:pt x="49" y="7"/>
                </a:cubicBezTo>
                <a:cubicBezTo>
                  <a:pt x="49" y="7"/>
                  <a:pt x="49" y="7"/>
                  <a:pt x="49" y="8"/>
                </a:cubicBezTo>
                <a:cubicBezTo>
                  <a:pt x="50" y="8"/>
                  <a:pt x="50" y="9"/>
                  <a:pt x="50" y="9"/>
                </a:cubicBezTo>
                <a:cubicBezTo>
                  <a:pt x="50" y="10"/>
                  <a:pt x="50" y="10"/>
                  <a:pt x="50" y="10"/>
                </a:cubicBezTo>
                <a:cubicBezTo>
                  <a:pt x="50" y="10"/>
                  <a:pt x="50" y="10"/>
                  <a:pt x="50" y="10"/>
                </a:cubicBezTo>
                <a:cubicBezTo>
                  <a:pt x="50" y="10"/>
                  <a:pt x="50" y="11"/>
                  <a:pt x="50" y="12"/>
                </a:cubicBezTo>
                <a:cubicBezTo>
                  <a:pt x="50" y="15"/>
                  <a:pt x="49" y="18"/>
                  <a:pt x="47" y="20"/>
                </a:cubicBezTo>
                <a:cubicBezTo>
                  <a:pt x="45" y="22"/>
                  <a:pt x="42" y="23"/>
                  <a:pt x="39" y="23"/>
                </a:cubicBezTo>
                <a:cubicBezTo>
                  <a:pt x="39" y="23"/>
                  <a:pt x="39" y="23"/>
                  <a:pt x="38" y="23"/>
                </a:cubicBezTo>
                <a:cubicBezTo>
                  <a:pt x="36" y="25"/>
                  <a:pt x="36" y="25"/>
                  <a:pt x="36" y="25"/>
                </a:cubicBezTo>
                <a:cubicBezTo>
                  <a:pt x="48" y="37"/>
                  <a:pt x="48" y="37"/>
                  <a:pt x="48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50" y="39"/>
                  <a:pt x="50" y="41"/>
                  <a:pt x="50" y="43"/>
                </a:cubicBezTo>
                <a:cubicBezTo>
                  <a:pt x="50" y="45"/>
                  <a:pt x="50" y="47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6" y="50"/>
                  <a:pt x="44" y="50"/>
                  <a:pt x="42" y="50"/>
                </a:cubicBezTo>
                <a:cubicBezTo>
                  <a:pt x="40" y="50"/>
                  <a:pt x="38" y="50"/>
                  <a:pt x="37" y="48"/>
                </a:cubicBezTo>
                <a:cubicBezTo>
                  <a:pt x="25" y="36"/>
                  <a:pt x="25" y="36"/>
                  <a:pt x="25" y="36"/>
                </a:cubicBezTo>
                <a:cubicBezTo>
                  <a:pt x="13" y="48"/>
                  <a:pt x="13" y="48"/>
                  <a:pt x="13" y="48"/>
                </a:cubicBezTo>
                <a:cubicBezTo>
                  <a:pt x="10" y="51"/>
                  <a:pt x="7" y="51"/>
                  <a:pt x="5" y="50"/>
                </a:cubicBezTo>
                <a:cubicBezTo>
                  <a:pt x="4" y="50"/>
                  <a:pt x="3" y="49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2" y="48"/>
                  <a:pt x="1" y="47"/>
                  <a:pt x="1" y="46"/>
                </a:cubicBezTo>
                <a:cubicBezTo>
                  <a:pt x="0" y="43"/>
                  <a:pt x="0" y="40"/>
                  <a:pt x="2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6" y="24"/>
                  <a:pt x="16" y="24"/>
                  <a:pt x="16" y="24"/>
                </a:cubicBezTo>
                <a:cubicBezTo>
                  <a:pt x="11" y="19"/>
                  <a:pt x="11" y="19"/>
                  <a:pt x="11" y="19"/>
                </a:cubicBezTo>
                <a:cubicBezTo>
                  <a:pt x="7" y="18"/>
                  <a:pt x="7" y="18"/>
                  <a:pt x="7" y="18"/>
                </a:cubicBezTo>
                <a:cubicBezTo>
                  <a:pt x="6" y="18"/>
                  <a:pt x="6" y="18"/>
                  <a:pt x="5" y="1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6"/>
                  <a:pt x="1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6" y="1"/>
                  <a:pt x="7" y="1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6"/>
                  <a:pt x="18" y="6"/>
                  <a:pt x="18" y="7"/>
                </a:cubicBezTo>
                <a:cubicBezTo>
                  <a:pt x="19" y="11"/>
                  <a:pt x="19" y="11"/>
                  <a:pt x="19" y="11"/>
                </a:cubicBezTo>
                <a:cubicBezTo>
                  <a:pt x="24" y="16"/>
                  <a:pt x="24" y="16"/>
                  <a:pt x="24" y="16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9"/>
                  <a:pt x="29" y="6"/>
                  <a:pt x="31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33" y="2"/>
                  <a:pt x="36" y="0"/>
                  <a:pt x="39" y="0"/>
                </a:cubicBezTo>
                <a:close/>
                <a:moveTo>
                  <a:pt x="34" y="28"/>
                </a:moveTo>
                <a:cubicBezTo>
                  <a:pt x="34" y="28"/>
                  <a:pt x="34" y="28"/>
                  <a:pt x="34" y="28"/>
                </a:cubicBezTo>
                <a:cubicBezTo>
                  <a:pt x="28" y="34"/>
                  <a:pt x="28" y="34"/>
                  <a:pt x="28" y="34"/>
                </a:cubicBezTo>
                <a:cubicBezTo>
                  <a:pt x="39" y="45"/>
                  <a:pt x="39" y="45"/>
                  <a:pt x="39" y="45"/>
                </a:cubicBezTo>
                <a:cubicBezTo>
                  <a:pt x="40" y="46"/>
                  <a:pt x="41" y="47"/>
                  <a:pt x="42" y="47"/>
                </a:cubicBezTo>
                <a:cubicBezTo>
                  <a:pt x="43" y="47"/>
                  <a:pt x="44" y="46"/>
                  <a:pt x="45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46" y="45"/>
                  <a:pt x="46" y="44"/>
                  <a:pt x="46" y="43"/>
                </a:cubicBezTo>
                <a:cubicBezTo>
                  <a:pt x="46" y="41"/>
                  <a:pt x="46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34" y="28"/>
                  <a:pt x="34" y="28"/>
                  <a:pt x="34" y="28"/>
                </a:cubicBezTo>
                <a:close/>
                <a:moveTo>
                  <a:pt x="19" y="22"/>
                </a:moveTo>
                <a:cubicBezTo>
                  <a:pt x="19" y="22"/>
                  <a:pt x="19" y="22"/>
                  <a:pt x="19" y="22"/>
                </a:cubicBezTo>
                <a:cubicBezTo>
                  <a:pt x="22" y="19"/>
                  <a:pt x="22" y="19"/>
                  <a:pt x="22" y="19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2"/>
                </a:cubicBezTo>
                <a:cubicBezTo>
                  <a:pt x="15" y="9"/>
                  <a:pt x="15" y="9"/>
                  <a:pt x="15" y="9"/>
                </a:cubicBezTo>
                <a:cubicBezTo>
                  <a:pt x="7" y="5"/>
                  <a:pt x="7" y="5"/>
                  <a:pt x="7" y="5"/>
                </a:cubicBezTo>
                <a:cubicBezTo>
                  <a:pt x="6" y="6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8" y="15"/>
                  <a:pt x="8" y="15"/>
                  <a:pt x="8" y="15"/>
                </a:cubicBezTo>
                <a:cubicBezTo>
                  <a:pt x="12" y="16"/>
                  <a:pt x="12" y="16"/>
                  <a:pt x="12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19" y="22"/>
                  <a:pt x="19" y="22"/>
                  <a:pt x="19" y="22"/>
                </a:cubicBezTo>
                <a:close/>
                <a:moveTo>
                  <a:pt x="39" y="4"/>
                </a:moveTo>
                <a:cubicBezTo>
                  <a:pt x="39" y="4"/>
                  <a:pt x="39" y="4"/>
                  <a:pt x="39" y="4"/>
                </a:cubicBezTo>
                <a:cubicBezTo>
                  <a:pt x="37" y="4"/>
                  <a:pt x="35" y="5"/>
                  <a:pt x="34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8"/>
                  <a:pt x="32" y="10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3"/>
                  <a:pt x="32" y="14"/>
                  <a:pt x="31" y="14"/>
                </a:cubicBezTo>
                <a:cubicBezTo>
                  <a:pt x="5" y="41"/>
                  <a:pt x="5" y="41"/>
                  <a:pt x="5" y="41"/>
                </a:cubicBezTo>
                <a:cubicBezTo>
                  <a:pt x="5" y="41"/>
                  <a:pt x="5" y="41"/>
                  <a:pt x="5" y="41"/>
                </a:cubicBezTo>
                <a:cubicBezTo>
                  <a:pt x="4" y="42"/>
                  <a:pt x="4" y="43"/>
                  <a:pt x="4" y="44"/>
                </a:cubicBezTo>
                <a:cubicBezTo>
                  <a:pt x="4" y="45"/>
                  <a:pt x="5" y="45"/>
                  <a:pt x="5" y="46"/>
                </a:cubicBezTo>
                <a:cubicBezTo>
                  <a:pt x="6" y="46"/>
                  <a:pt x="6" y="46"/>
                  <a:pt x="6" y="47"/>
                </a:cubicBezTo>
                <a:cubicBezTo>
                  <a:pt x="8" y="47"/>
                  <a:pt x="9" y="47"/>
                  <a:pt x="10" y="46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7" y="19"/>
                  <a:pt x="37" y="19"/>
                  <a:pt x="38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41" y="19"/>
                  <a:pt x="43" y="18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6" y="16"/>
                  <a:pt x="46" y="14"/>
                  <a:pt x="46" y="12"/>
                </a:cubicBezTo>
                <a:cubicBezTo>
                  <a:pt x="46" y="13"/>
                  <a:pt x="45" y="14"/>
                  <a:pt x="44" y="15"/>
                </a:cubicBezTo>
                <a:cubicBezTo>
                  <a:pt x="43" y="15"/>
                  <a:pt x="43" y="15"/>
                  <a:pt x="42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38" y="14"/>
                  <a:pt x="38" y="14"/>
                  <a:pt x="38" y="14"/>
                </a:cubicBezTo>
                <a:cubicBezTo>
                  <a:pt x="37" y="14"/>
                  <a:pt x="37" y="13"/>
                  <a:pt x="37" y="13"/>
                </a:cubicBezTo>
                <a:cubicBezTo>
                  <a:pt x="36" y="11"/>
                  <a:pt x="36" y="11"/>
                  <a:pt x="36" y="11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8"/>
                  <a:pt x="36" y="7"/>
                  <a:pt x="36" y="7"/>
                </a:cubicBezTo>
                <a:cubicBezTo>
                  <a:pt x="37" y="6"/>
                  <a:pt x="38" y="5"/>
                  <a:pt x="39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14" name="Freeform 348">
            <a:extLst>
              <a:ext uri="{FF2B5EF4-FFF2-40B4-BE49-F238E27FC236}">
                <a16:creationId xmlns:a16="http://schemas.microsoft.com/office/drawing/2014/main" id="{FC1C92C0-DF20-E923-B310-7A77E6DE66EA}"/>
              </a:ext>
            </a:extLst>
          </p:cNvPr>
          <p:cNvSpPr>
            <a:spLocks noEditPoints="1"/>
          </p:cNvSpPr>
          <p:nvPr/>
        </p:nvSpPr>
        <p:spPr bwMode="auto">
          <a:xfrm>
            <a:off x="6944185" y="5660415"/>
            <a:ext cx="215900" cy="182033"/>
          </a:xfrm>
          <a:custGeom>
            <a:avLst/>
            <a:gdLst>
              <a:gd name="T0" fmla="*/ 136525 w 51"/>
              <a:gd name="T1" fmla="*/ 28575 h 43"/>
              <a:gd name="T2" fmla="*/ 149225 w 51"/>
              <a:gd name="T3" fmla="*/ 34925 h 43"/>
              <a:gd name="T4" fmla="*/ 161925 w 51"/>
              <a:gd name="T5" fmla="*/ 44450 h 43"/>
              <a:gd name="T6" fmla="*/ 158750 w 51"/>
              <a:gd name="T7" fmla="*/ 66675 h 43"/>
              <a:gd name="T8" fmla="*/ 149225 w 51"/>
              <a:gd name="T9" fmla="*/ 120650 h 43"/>
              <a:gd name="T10" fmla="*/ 133350 w 51"/>
              <a:gd name="T11" fmla="*/ 136525 h 43"/>
              <a:gd name="T12" fmla="*/ 15875 w 51"/>
              <a:gd name="T13" fmla="*/ 133350 h 43"/>
              <a:gd name="T14" fmla="*/ 3175 w 51"/>
              <a:gd name="T15" fmla="*/ 66675 h 43"/>
              <a:gd name="T16" fmla="*/ 0 w 51"/>
              <a:gd name="T17" fmla="*/ 44450 h 43"/>
              <a:gd name="T18" fmla="*/ 12700 w 51"/>
              <a:gd name="T19" fmla="*/ 41275 h 43"/>
              <a:gd name="T20" fmla="*/ 19050 w 51"/>
              <a:gd name="T21" fmla="*/ 28575 h 43"/>
              <a:gd name="T22" fmla="*/ 25400 w 51"/>
              <a:gd name="T23" fmla="*/ 41275 h 43"/>
              <a:gd name="T24" fmla="*/ 25400 w 51"/>
              <a:gd name="T25" fmla="*/ 123825 h 43"/>
              <a:gd name="T26" fmla="*/ 133350 w 51"/>
              <a:gd name="T27" fmla="*/ 123825 h 43"/>
              <a:gd name="T28" fmla="*/ 136525 w 51"/>
              <a:gd name="T29" fmla="*/ 123825 h 43"/>
              <a:gd name="T30" fmla="*/ 136525 w 51"/>
              <a:gd name="T31" fmla="*/ 41275 h 43"/>
              <a:gd name="T32" fmla="*/ 98425 w 51"/>
              <a:gd name="T33" fmla="*/ 0 h 43"/>
              <a:gd name="T34" fmla="*/ 117475 w 51"/>
              <a:gd name="T35" fmla="*/ 19050 h 43"/>
              <a:gd name="T36" fmla="*/ 117475 w 51"/>
              <a:gd name="T37" fmla="*/ 19050 h 43"/>
              <a:gd name="T38" fmla="*/ 117475 w 51"/>
              <a:gd name="T39" fmla="*/ 38100 h 43"/>
              <a:gd name="T40" fmla="*/ 44450 w 51"/>
              <a:gd name="T41" fmla="*/ 38100 h 43"/>
              <a:gd name="T42" fmla="*/ 50800 w 51"/>
              <a:gd name="T43" fmla="*/ 0 h 43"/>
              <a:gd name="T44" fmla="*/ 98425 w 51"/>
              <a:gd name="T45" fmla="*/ 0 h 43"/>
              <a:gd name="T46" fmla="*/ 117475 w 51"/>
              <a:gd name="T47" fmla="*/ 47625 h 43"/>
              <a:gd name="T48" fmla="*/ 95250 w 51"/>
              <a:gd name="T49" fmla="*/ 25400 h 43"/>
              <a:gd name="T50" fmla="*/ 92075 w 51"/>
              <a:gd name="T51" fmla="*/ 6350 h 43"/>
              <a:gd name="T52" fmla="*/ 44450 w 51"/>
              <a:gd name="T53" fmla="*/ 47625 h 43"/>
              <a:gd name="T54" fmla="*/ 114300 w 51"/>
              <a:gd name="T55" fmla="*/ 60325 h 43"/>
              <a:gd name="T56" fmla="*/ 104775 w 51"/>
              <a:gd name="T57" fmla="*/ 19050 h 43"/>
              <a:gd name="T58" fmla="*/ 104775 w 51"/>
              <a:gd name="T59" fmla="*/ 19050 h 43"/>
              <a:gd name="T60" fmla="*/ 149225 w 51"/>
              <a:gd name="T61" fmla="*/ 57150 h 43"/>
              <a:gd name="T62" fmla="*/ 149225 w 51"/>
              <a:gd name="T63" fmla="*/ 47625 h 43"/>
              <a:gd name="T64" fmla="*/ 12700 w 51"/>
              <a:gd name="T65" fmla="*/ 47625 h 43"/>
              <a:gd name="T66" fmla="*/ 12700 w 51"/>
              <a:gd name="T67" fmla="*/ 57150 h 43"/>
              <a:gd name="T68" fmla="*/ 57150 w 51"/>
              <a:gd name="T69" fmla="*/ 101600 h 43"/>
              <a:gd name="T70" fmla="*/ 50800 w 51"/>
              <a:gd name="T71" fmla="*/ 98425 h 43"/>
              <a:gd name="T72" fmla="*/ 76200 w 51"/>
              <a:gd name="T73" fmla="*/ 101600 h 43"/>
              <a:gd name="T74" fmla="*/ 73025 w 51"/>
              <a:gd name="T75" fmla="*/ 98425 h 43"/>
              <a:gd name="T76" fmla="*/ 98425 w 51"/>
              <a:gd name="T77" fmla="*/ 101600 h 43"/>
              <a:gd name="T78" fmla="*/ 92075 w 51"/>
              <a:gd name="T79" fmla="*/ 98425 h 43"/>
              <a:gd name="T80" fmla="*/ 117475 w 51"/>
              <a:gd name="T81" fmla="*/ 101600 h 43"/>
              <a:gd name="T82" fmla="*/ 111125 w 51"/>
              <a:gd name="T83" fmla="*/ 98425 h 43"/>
              <a:gd name="T84" fmla="*/ 47625 w 51"/>
              <a:gd name="T85" fmla="*/ 88900 h 43"/>
              <a:gd name="T86" fmla="*/ 41275 w 51"/>
              <a:gd name="T87" fmla="*/ 82550 h 43"/>
              <a:gd name="T88" fmla="*/ 66675 w 51"/>
              <a:gd name="T89" fmla="*/ 88900 h 43"/>
              <a:gd name="T90" fmla="*/ 60325 w 51"/>
              <a:gd name="T91" fmla="*/ 82550 h 43"/>
              <a:gd name="T92" fmla="*/ 88900 w 51"/>
              <a:gd name="T93" fmla="*/ 88900 h 43"/>
              <a:gd name="T94" fmla="*/ 82550 w 51"/>
              <a:gd name="T95" fmla="*/ 82550 h 43"/>
              <a:gd name="T96" fmla="*/ 107950 w 51"/>
              <a:gd name="T97" fmla="*/ 88900 h 43"/>
              <a:gd name="T98" fmla="*/ 101600 w 51"/>
              <a:gd name="T99" fmla="*/ 82550 h 43"/>
              <a:gd name="T100" fmla="*/ 127000 w 51"/>
              <a:gd name="T101" fmla="*/ 88900 h 43"/>
              <a:gd name="T102" fmla="*/ 120650 w 51"/>
              <a:gd name="T103" fmla="*/ 82550 h 43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1" h="43">
                <a:moveTo>
                  <a:pt x="43" y="13"/>
                </a:moveTo>
                <a:cubicBezTo>
                  <a:pt x="42" y="13"/>
                  <a:pt x="41" y="12"/>
                  <a:pt x="41" y="11"/>
                </a:cubicBezTo>
                <a:cubicBezTo>
                  <a:pt x="41" y="10"/>
                  <a:pt x="42" y="9"/>
                  <a:pt x="43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6" y="9"/>
                  <a:pt x="47" y="10"/>
                  <a:pt x="47" y="11"/>
                </a:cubicBezTo>
                <a:cubicBezTo>
                  <a:pt x="47" y="11"/>
                  <a:pt x="47" y="11"/>
                  <a:pt x="47" y="11"/>
                </a:cubicBezTo>
                <a:cubicBezTo>
                  <a:pt x="47" y="13"/>
                  <a:pt x="47" y="13"/>
                  <a:pt x="47" y="13"/>
                </a:cubicBezTo>
                <a:cubicBezTo>
                  <a:pt x="50" y="13"/>
                  <a:pt x="50" y="13"/>
                  <a:pt x="50" y="13"/>
                </a:cubicBezTo>
                <a:cubicBezTo>
                  <a:pt x="51" y="13"/>
                  <a:pt x="51" y="13"/>
                  <a:pt x="51" y="14"/>
                </a:cubicBezTo>
                <a:cubicBezTo>
                  <a:pt x="51" y="14"/>
                  <a:pt x="51" y="14"/>
                  <a:pt x="51" y="14"/>
                </a:cubicBezTo>
                <a:cubicBezTo>
                  <a:pt x="51" y="20"/>
                  <a:pt x="51" y="20"/>
                  <a:pt x="51" y="20"/>
                </a:cubicBezTo>
                <a:cubicBezTo>
                  <a:pt x="51" y="20"/>
                  <a:pt x="51" y="21"/>
                  <a:pt x="50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47" y="21"/>
                  <a:pt x="47" y="21"/>
                  <a:pt x="47" y="21"/>
                </a:cubicBezTo>
                <a:cubicBezTo>
                  <a:pt x="47" y="38"/>
                  <a:pt x="47" y="38"/>
                  <a:pt x="47" y="38"/>
                </a:cubicBezTo>
                <a:cubicBezTo>
                  <a:pt x="47" y="39"/>
                  <a:pt x="47" y="41"/>
                  <a:pt x="46" y="42"/>
                </a:cubicBezTo>
                <a:cubicBezTo>
                  <a:pt x="46" y="42"/>
                  <a:pt x="46" y="42"/>
                  <a:pt x="46" y="42"/>
                </a:cubicBezTo>
                <a:cubicBezTo>
                  <a:pt x="45" y="43"/>
                  <a:pt x="43" y="43"/>
                  <a:pt x="42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8" y="43"/>
                  <a:pt x="6" y="43"/>
                  <a:pt x="6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1"/>
                  <a:pt x="4" y="39"/>
                  <a:pt x="4" y="38"/>
                </a:cubicBezTo>
                <a:cubicBezTo>
                  <a:pt x="4" y="21"/>
                  <a:pt x="4" y="21"/>
                  <a:pt x="4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1"/>
                  <a:pt x="0" y="20"/>
                  <a:pt x="0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0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0"/>
                  <a:pt x="5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8" y="9"/>
                  <a:pt x="8" y="9"/>
                  <a:pt x="8" y="9"/>
                </a:cubicBezTo>
                <a:cubicBezTo>
                  <a:pt x="10" y="9"/>
                  <a:pt x="12" y="10"/>
                  <a:pt x="12" y="11"/>
                </a:cubicBezTo>
                <a:cubicBezTo>
                  <a:pt x="12" y="12"/>
                  <a:pt x="10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9"/>
                  <a:pt x="8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9"/>
                  <a:pt x="43" y="39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3" y="39"/>
                  <a:pt x="43" y="38"/>
                  <a:pt x="43" y="38"/>
                </a:cubicBezTo>
                <a:cubicBezTo>
                  <a:pt x="43" y="13"/>
                  <a:pt x="43" y="13"/>
                  <a:pt x="43" y="13"/>
                </a:cubicBezTo>
                <a:cubicBezTo>
                  <a:pt x="43" y="13"/>
                  <a:pt x="43" y="13"/>
                  <a:pt x="43" y="13"/>
                </a:cubicBezTo>
                <a:close/>
                <a:moveTo>
                  <a:pt x="31" y="0"/>
                </a:move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7"/>
                  <a:pt x="37" y="7"/>
                </a:cubicBezTo>
                <a:cubicBezTo>
                  <a:pt x="37" y="12"/>
                  <a:pt x="37" y="12"/>
                  <a:pt x="37" y="12"/>
                </a:cubicBezTo>
                <a:cubicBezTo>
                  <a:pt x="42" y="13"/>
                  <a:pt x="42" y="21"/>
                  <a:pt x="36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10" y="21"/>
                  <a:pt x="9" y="13"/>
                  <a:pt x="14" y="12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5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31" y="0"/>
                </a:cubicBezTo>
                <a:close/>
                <a:moveTo>
                  <a:pt x="37" y="14"/>
                </a:moveTo>
                <a:cubicBezTo>
                  <a:pt x="37" y="14"/>
                  <a:pt x="37" y="14"/>
                  <a:pt x="37" y="14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7"/>
                  <a:pt x="35" y="17"/>
                  <a:pt x="35" y="15"/>
                </a:cubicBezTo>
                <a:cubicBezTo>
                  <a:pt x="35" y="13"/>
                  <a:pt x="35" y="10"/>
                  <a:pt x="35" y="8"/>
                </a:cubicBezTo>
                <a:cubicBezTo>
                  <a:pt x="30" y="8"/>
                  <a:pt x="30" y="8"/>
                  <a:pt x="30" y="8"/>
                </a:cubicBezTo>
                <a:cubicBezTo>
                  <a:pt x="29" y="8"/>
                  <a:pt x="29" y="7"/>
                  <a:pt x="29" y="7"/>
                </a:cubicBezTo>
                <a:cubicBezTo>
                  <a:pt x="29" y="7"/>
                  <a:pt x="29" y="7"/>
                  <a:pt x="29" y="7"/>
                </a:cubicBezTo>
                <a:cubicBezTo>
                  <a:pt x="29" y="2"/>
                  <a:pt x="29" y="2"/>
                  <a:pt x="29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7"/>
                  <a:pt x="14" y="17"/>
                  <a:pt x="14" y="15"/>
                </a:cubicBezTo>
                <a:cubicBezTo>
                  <a:pt x="14" y="14"/>
                  <a:pt x="14" y="14"/>
                  <a:pt x="14" y="14"/>
                </a:cubicBezTo>
                <a:cubicBezTo>
                  <a:pt x="12" y="15"/>
                  <a:pt x="13" y="19"/>
                  <a:pt x="15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9" y="19"/>
                  <a:pt x="39" y="15"/>
                  <a:pt x="37" y="14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1" y="4"/>
                  <a:pt x="31" y="4"/>
                  <a:pt x="31" y="4"/>
                </a:cubicBezTo>
                <a:cubicBezTo>
                  <a:pt x="31" y="6"/>
                  <a:pt x="31" y="6"/>
                  <a:pt x="31" y="6"/>
                </a:cubicBezTo>
                <a:cubicBezTo>
                  <a:pt x="33" y="6"/>
                  <a:pt x="33" y="6"/>
                  <a:pt x="33" y="6"/>
                </a:cubicBezTo>
                <a:close/>
                <a:moveTo>
                  <a:pt x="47" y="15"/>
                </a:moveTo>
                <a:cubicBezTo>
                  <a:pt x="47" y="15"/>
                  <a:pt x="47" y="15"/>
                  <a:pt x="47" y="15"/>
                </a:cubicBezTo>
                <a:cubicBezTo>
                  <a:pt x="47" y="18"/>
                  <a:pt x="47" y="18"/>
                  <a:pt x="47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49" y="15"/>
                  <a:pt x="49" y="15"/>
                  <a:pt x="49" y="15"/>
                </a:cubicBezTo>
                <a:cubicBezTo>
                  <a:pt x="47" y="15"/>
                  <a:pt x="47" y="15"/>
                  <a:pt x="47" y="15"/>
                </a:cubicBezTo>
                <a:close/>
                <a:moveTo>
                  <a:pt x="4" y="18"/>
                </a:moveTo>
                <a:cubicBezTo>
                  <a:pt x="4" y="18"/>
                  <a:pt x="4" y="18"/>
                  <a:pt x="4" y="18"/>
                </a:cubicBezTo>
                <a:cubicBezTo>
                  <a:pt x="4" y="15"/>
                  <a:pt x="4" y="15"/>
                  <a:pt x="4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8"/>
                  <a:pt x="2" y="18"/>
                  <a:pt x="2" y="18"/>
                </a:cubicBezTo>
                <a:cubicBezTo>
                  <a:pt x="4" y="18"/>
                  <a:pt x="4" y="18"/>
                  <a:pt x="4" y="18"/>
                </a:cubicBezTo>
                <a:close/>
                <a:moveTo>
                  <a:pt x="16" y="31"/>
                </a:moveTo>
                <a:cubicBezTo>
                  <a:pt x="16" y="31"/>
                  <a:pt x="16" y="31"/>
                  <a:pt x="16" y="31"/>
                </a:cubicBezTo>
                <a:cubicBezTo>
                  <a:pt x="17" y="31"/>
                  <a:pt x="18" y="31"/>
                  <a:pt x="18" y="32"/>
                </a:cubicBezTo>
                <a:cubicBezTo>
                  <a:pt x="18" y="34"/>
                  <a:pt x="17" y="34"/>
                  <a:pt x="16" y="34"/>
                </a:cubicBezTo>
                <a:cubicBezTo>
                  <a:pt x="15" y="34"/>
                  <a:pt x="14" y="34"/>
                  <a:pt x="14" y="32"/>
                </a:cubicBezTo>
                <a:cubicBezTo>
                  <a:pt x="14" y="31"/>
                  <a:pt x="15" y="31"/>
                  <a:pt x="16" y="31"/>
                </a:cubicBezTo>
                <a:close/>
                <a:moveTo>
                  <a:pt x="23" y="31"/>
                </a:moveTo>
                <a:cubicBezTo>
                  <a:pt x="23" y="31"/>
                  <a:pt x="23" y="31"/>
                  <a:pt x="23" y="31"/>
                </a:cubicBezTo>
                <a:cubicBezTo>
                  <a:pt x="24" y="31"/>
                  <a:pt x="24" y="31"/>
                  <a:pt x="24" y="32"/>
                </a:cubicBezTo>
                <a:cubicBezTo>
                  <a:pt x="24" y="34"/>
                  <a:pt x="24" y="34"/>
                  <a:pt x="23" y="34"/>
                </a:cubicBezTo>
                <a:cubicBezTo>
                  <a:pt x="21" y="34"/>
                  <a:pt x="21" y="34"/>
                  <a:pt x="21" y="32"/>
                </a:cubicBezTo>
                <a:cubicBezTo>
                  <a:pt x="21" y="31"/>
                  <a:pt x="21" y="31"/>
                  <a:pt x="23" y="31"/>
                </a:cubicBezTo>
                <a:close/>
                <a:moveTo>
                  <a:pt x="29" y="31"/>
                </a:moveTo>
                <a:cubicBezTo>
                  <a:pt x="29" y="31"/>
                  <a:pt x="29" y="31"/>
                  <a:pt x="29" y="31"/>
                </a:cubicBezTo>
                <a:cubicBezTo>
                  <a:pt x="30" y="31"/>
                  <a:pt x="31" y="31"/>
                  <a:pt x="31" y="32"/>
                </a:cubicBezTo>
                <a:cubicBezTo>
                  <a:pt x="31" y="34"/>
                  <a:pt x="30" y="34"/>
                  <a:pt x="29" y="34"/>
                </a:cubicBezTo>
                <a:cubicBezTo>
                  <a:pt x="28" y="34"/>
                  <a:pt x="27" y="34"/>
                  <a:pt x="27" y="32"/>
                </a:cubicBezTo>
                <a:cubicBezTo>
                  <a:pt x="27" y="31"/>
                  <a:pt x="28" y="31"/>
                  <a:pt x="29" y="31"/>
                </a:cubicBezTo>
                <a:close/>
                <a:moveTo>
                  <a:pt x="35" y="31"/>
                </a:moveTo>
                <a:cubicBezTo>
                  <a:pt x="35" y="31"/>
                  <a:pt x="35" y="31"/>
                  <a:pt x="35" y="31"/>
                </a:cubicBezTo>
                <a:cubicBezTo>
                  <a:pt x="36" y="31"/>
                  <a:pt x="37" y="31"/>
                  <a:pt x="37" y="32"/>
                </a:cubicBezTo>
                <a:cubicBezTo>
                  <a:pt x="37" y="34"/>
                  <a:pt x="36" y="34"/>
                  <a:pt x="35" y="34"/>
                </a:cubicBezTo>
                <a:cubicBezTo>
                  <a:pt x="34" y="34"/>
                  <a:pt x="33" y="34"/>
                  <a:pt x="33" y="32"/>
                </a:cubicBezTo>
                <a:cubicBezTo>
                  <a:pt x="33" y="31"/>
                  <a:pt x="34" y="31"/>
                  <a:pt x="35" y="31"/>
                </a:cubicBezTo>
                <a:close/>
                <a:moveTo>
                  <a:pt x="13" y="26"/>
                </a:moveTo>
                <a:cubicBezTo>
                  <a:pt x="13" y="26"/>
                  <a:pt x="13" y="26"/>
                  <a:pt x="13" y="26"/>
                </a:cubicBezTo>
                <a:cubicBezTo>
                  <a:pt x="14" y="26"/>
                  <a:pt x="15" y="27"/>
                  <a:pt x="15" y="28"/>
                </a:cubicBezTo>
                <a:cubicBezTo>
                  <a:pt x="15" y="29"/>
                  <a:pt x="14" y="30"/>
                  <a:pt x="13" y="30"/>
                </a:cubicBezTo>
                <a:cubicBezTo>
                  <a:pt x="12" y="30"/>
                  <a:pt x="11" y="29"/>
                  <a:pt x="11" y="28"/>
                </a:cubicBezTo>
                <a:cubicBezTo>
                  <a:pt x="11" y="27"/>
                  <a:pt x="12" y="26"/>
                  <a:pt x="13" y="26"/>
                </a:cubicBezTo>
                <a:close/>
                <a:moveTo>
                  <a:pt x="19" y="26"/>
                </a:moveTo>
                <a:cubicBezTo>
                  <a:pt x="19" y="26"/>
                  <a:pt x="19" y="26"/>
                  <a:pt x="19" y="26"/>
                </a:cubicBezTo>
                <a:cubicBezTo>
                  <a:pt x="21" y="26"/>
                  <a:pt x="21" y="27"/>
                  <a:pt x="21" y="28"/>
                </a:cubicBezTo>
                <a:cubicBezTo>
                  <a:pt x="21" y="29"/>
                  <a:pt x="21" y="30"/>
                  <a:pt x="19" y="30"/>
                </a:cubicBezTo>
                <a:cubicBezTo>
                  <a:pt x="18" y="30"/>
                  <a:pt x="18" y="29"/>
                  <a:pt x="18" y="28"/>
                </a:cubicBezTo>
                <a:cubicBezTo>
                  <a:pt x="18" y="27"/>
                  <a:pt x="18" y="26"/>
                  <a:pt x="19" y="26"/>
                </a:cubicBezTo>
                <a:close/>
                <a:moveTo>
                  <a:pt x="26" y="26"/>
                </a:moveTo>
                <a:cubicBezTo>
                  <a:pt x="26" y="26"/>
                  <a:pt x="26" y="26"/>
                  <a:pt x="26" y="26"/>
                </a:cubicBezTo>
                <a:cubicBezTo>
                  <a:pt x="27" y="26"/>
                  <a:pt x="28" y="27"/>
                  <a:pt x="28" y="28"/>
                </a:cubicBezTo>
                <a:cubicBezTo>
                  <a:pt x="28" y="29"/>
                  <a:pt x="27" y="30"/>
                  <a:pt x="26" y="30"/>
                </a:cubicBezTo>
                <a:cubicBezTo>
                  <a:pt x="25" y="30"/>
                  <a:pt x="24" y="29"/>
                  <a:pt x="24" y="28"/>
                </a:cubicBezTo>
                <a:cubicBezTo>
                  <a:pt x="24" y="27"/>
                  <a:pt x="25" y="26"/>
                  <a:pt x="26" y="26"/>
                </a:cubicBezTo>
                <a:close/>
                <a:moveTo>
                  <a:pt x="32" y="26"/>
                </a:moveTo>
                <a:cubicBezTo>
                  <a:pt x="32" y="26"/>
                  <a:pt x="32" y="26"/>
                  <a:pt x="32" y="26"/>
                </a:cubicBezTo>
                <a:cubicBezTo>
                  <a:pt x="33" y="26"/>
                  <a:pt x="34" y="27"/>
                  <a:pt x="34" y="28"/>
                </a:cubicBezTo>
                <a:cubicBezTo>
                  <a:pt x="34" y="29"/>
                  <a:pt x="33" y="30"/>
                  <a:pt x="32" y="30"/>
                </a:cubicBezTo>
                <a:cubicBezTo>
                  <a:pt x="31" y="30"/>
                  <a:pt x="30" y="29"/>
                  <a:pt x="30" y="28"/>
                </a:cubicBezTo>
                <a:cubicBezTo>
                  <a:pt x="30" y="27"/>
                  <a:pt x="31" y="26"/>
                  <a:pt x="32" y="26"/>
                </a:cubicBezTo>
                <a:close/>
                <a:moveTo>
                  <a:pt x="38" y="26"/>
                </a:moveTo>
                <a:cubicBezTo>
                  <a:pt x="38" y="26"/>
                  <a:pt x="38" y="26"/>
                  <a:pt x="38" y="26"/>
                </a:cubicBezTo>
                <a:cubicBezTo>
                  <a:pt x="39" y="26"/>
                  <a:pt x="40" y="27"/>
                  <a:pt x="40" y="28"/>
                </a:cubicBezTo>
                <a:cubicBezTo>
                  <a:pt x="40" y="29"/>
                  <a:pt x="39" y="30"/>
                  <a:pt x="38" y="30"/>
                </a:cubicBezTo>
                <a:cubicBezTo>
                  <a:pt x="37" y="30"/>
                  <a:pt x="36" y="29"/>
                  <a:pt x="36" y="28"/>
                </a:cubicBezTo>
                <a:cubicBezTo>
                  <a:pt x="36" y="27"/>
                  <a:pt x="37" y="26"/>
                  <a:pt x="38" y="2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15" name="Freeform 349">
            <a:extLst>
              <a:ext uri="{FF2B5EF4-FFF2-40B4-BE49-F238E27FC236}">
                <a16:creationId xmlns:a16="http://schemas.microsoft.com/office/drawing/2014/main" id="{DAE70208-6223-84A9-FE91-2CD94E1BFD4F}"/>
              </a:ext>
            </a:extLst>
          </p:cNvPr>
          <p:cNvSpPr>
            <a:spLocks/>
          </p:cNvSpPr>
          <p:nvPr/>
        </p:nvSpPr>
        <p:spPr bwMode="auto">
          <a:xfrm>
            <a:off x="6184301" y="6060465"/>
            <a:ext cx="215900" cy="198967"/>
          </a:xfrm>
          <a:custGeom>
            <a:avLst/>
            <a:gdLst>
              <a:gd name="T0" fmla="*/ 79375 w 51"/>
              <a:gd name="T1" fmla="*/ 41275 h 47"/>
              <a:gd name="T2" fmla="*/ 73025 w 51"/>
              <a:gd name="T3" fmla="*/ 34925 h 47"/>
              <a:gd name="T4" fmla="*/ 79375 w 51"/>
              <a:gd name="T5" fmla="*/ 28575 h 47"/>
              <a:gd name="T6" fmla="*/ 101600 w 51"/>
              <a:gd name="T7" fmla="*/ 28575 h 47"/>
              <a:gd name="T8" fmla="*/ 101600 w 51"/>
              <a:gd name="T9" fmla="*/ 6350 h 47"/>
              <a:gd name="T10" fmla="*/ 107950 w 51"/>
              <a:gd name="T11" fmla="*/ 0 h 47"/>
              <a:gd name="T12" fmla="*/ 111125 w 51"/>
              <a:gd name="T13" fmla="*/ 0 h 47"/>
              <a:gd name="T14" fmla="*/ 158750 w 51"/>
              <a:gd name="T15" fmla="*/ 50800 h 47"/>
              <a:gd name="T16" fmla="*/ 158750 w 51"/>
              <a:gd name="T17" fmla="*/ 57150 h 47"/>
              <a:gd name="T18" fmla="*/ 158750 w 51"/>
              <a:gd name="T19" fmla="*/ 57150 h 47"/>
              <a:gd name="T20" fmla="*/ 111125 w 51"/>
              <a:gd name="T21" fmla="*/ 107950 h 47"/>
              <a:gd name="T22" fmla="*/ 101600 w 51"/>
              <a:gd name="T23" fmla="*/ 107950 h 47"/>
              <a:gd name="T24" fmla="*/ 101600 w 51"/>
              <a:gd name="T25" fmla="*/ 101600 h 47"/>
              <a:gd name="T26" fmla="*/ 101600 w 51"/>
              <a:gd name="T27" fmla="*/ 101600 h 47"/>
              <a:gd name="T28" fmla="*/ 101600 w 51"/>
              <a:gd name="T29" fmla="*/ 79375 h 47"/>
              <a:gd name="T30" fmla="*/ 53975 w 51"/>
              <a:gd name="T31" fmla="*/ 79375 h 47"/>
              <a:gd name="T32" fmla="*/ 50800 w 51"/>
              <a:gd name="T33" fmla="*/ 73025 h 47"/>
              <a:gd name="T34" fmla="*/ 50800 w 51"/>
              <a:gd name="T35" fmla="*/ 73025 h 47"/>
              <a:gd name="T36" fmla="*/ 50800 w 51"/>
              <a:gd name="T37" fmla="*/ 60325 h 47"/>
              <a:gd name="T38" fmla="*/ 15875 w 51"/>
              <a:gd name="T39" fmla="*/ 92075 h 47"/>
              <a:gd name="T40" fmla="*/ 50800 w 51"/>
              <a:gd name="T41" fmla="*/ 127000 h 47"/>
              <a:gd name="T42" fmla="*/ 50800 w 51"/>
              <a:gd name="T43" fmla="*/ 111125 h 47"/>
              <a:gd name="T44" fmla="*/ 53975 w 51"/>
              <a:gd name="T45" fmla="*/ 107950 h 47"/>
              <a:gd name="T46" fmla="*/ 57150 w 51"/>
              <a:gd name="T47" fmla="*/ 107950 h 47"/>
              <a:gd name="T48" fmla="*/ 82550 w 51"/>
              <a:gd name="T49" fmla="*/ 107950 h 47"/>
              <a:gd name="T50" fmla="*/ 88900 w 51"/>
              <a:gd name="T51" fmla="*/ 111125 h 47"/>
              <a:gd name="T52" fmla="*/ 82550 w 51"/>
              <a:gd name="T53" fmla="*/ 117475 h 47"/>
              <a:gd name="T54" fmla="*/ 60325 w 51"/>
              <a:gd name="T55" fmla="*/ 117475 h 47"/>
              <a:gd name="T56" fmla="*/ 60325 w 51"/>
              <a:gd name="T57" fmla="*/ 139700 h 47"/>
              <a:gd name="T58" fmla="*/ 60325 w 51"/>
              <a:gd name="T59" fmla="*/ 142875 h 47"/>
              <a:gd name="T60" fmla="*/ 60325 w 51"/>
              <a:gd name="T61" fmla="*/ 146050 h 47"/>
              <a:gd name="T62" fmla="*/ 50800 w 51"/>
              <a:gd name="T63" fmla="*/ 146050 h 47"/>
              <a:gd name="T64" fmla="*/ 3175 w 51"/>
              <a:gd name="T65" fmla="*/ 98425 h 47"/>
              <a:gd name="T66" fmla="*/ 3175 w 51"/>
              <a:gd name="T67" fmla="*/ 88900 h 47"/>
              <a:gd name="T68" fmla="*/ 50800 w 51"/>
              <a:gd name="T69" fmla="*/ 41275 h 47"/>
              <a:gd name="T70" fmla="*/ 53975 w 51"/>
              <a:gd name="T71" fmla="*/ 38100 h 47"/>
              <a:gd name="T72" fmla="*/ 60325 w 51"/>
              <a:gd name="T73" fmla="*/ 44450 h 47"/>
              <a:gd name="T74" fmla="*/ 60325 w 51"/>
              <a:gd name="T75" fmla="*/ 66675 h 47"/>
              <a:gd name="T76" fmla="*/ 104775 w 51"/>
              <a:gd name="T77" fmla="*/ 66675 h 47"/>
              <a:gd name="T78" fmla="*/ 107950 w 51"/>
              <a:gd name="T79" fmla="*/ 66675 h 47"/>
              <a:gd name="T80" fmla="*/ 111125 w 51"/>
              <a:gd name="T81" fmla="*/ 73025 h 47"/>
              <a:gd name="T82" fmla="*/ 111125 w 51"/>
              <a:gd name="T83" fmla="*/ 73025 h 47"/>
              <a:gd name="T84" fmla="*/ 111125 w 51"/>
              <a:gd name="T85" fmla="*/ 88900 h 47"/>
              <a:gd name="T86" fmla="*/ 146050 w 51"/>
              <a:gd name="T87" fmla="*/ 53975 h 47"/>
              <a:gd name="T88" fmla="*/ 111125 w 51"/>
              <a:gd name="T89" fmla="*/ 22225 h 47"/>
              <a:gd name="T90" fmla="*/ 111125 w 51"/>
              <a:gd name="T91" fmla="*/ 34925 h 47"/>
              <a:gd name="T92" fmla="*/ 111125 w 51"/>
              <a:gd name="T93" fmla="*/ 34925 h 47"/>
              <a:gd name="T94" fmla="*/ 107950 w 51"/>
              <a:gd name="T95" fmla="*/ 41275 h 47"/>
              <a:gd name="T96" fmla="*/ 79375 w 51"/>
              <a:gd name="T97" fmla="*/ 41275 h 47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" h="47">
                <a:moveTo>
                  <a:pt x="25" y="13"/>
                </a:moveTo>
                <a:cubicBezTo>
                  <a:pt x="24" y="13"/>
                  <a:pt x="23" y="12"/>
                  <a:pt x="23" y="11"/>
                </a:cubicBezTo>
                <a:cubicBezTo>
                  <a:pt x="23" y="10"/>
                  <a:pt x="24" y="9"/>
                  <a:pt x="25" y="9"/>
                </a:cubicBezTo>
                <a:cubicBezTo>
                  <a:pt x="32" y="9"/>
                  <a:pt x="32" y="9"/>
                  <a:pt x="32" y="9"/>
                </a:cubicBezTo>
                <a:cubicBezTo>
                  <a:pt x="32" y="2"/>
                  <a:pt x="32" y="2"/>
                  <a:pt x="32" y="2"/>
                </a:cubicBezTo>
                <a:cubicBezTo>
                  <a:pt x="32" y="1"/>
                  <a:pt x="32" y="0"/>
                  <a:pt x="34" y="0"/>
                </a:cubicBezTo>
                <a:cubicBezTo>
                  <a:pt x="34" y="0"/>
                  <a:pt x="35" y="0"/>
                  <a:pt x="35" y="0"/>
                </a:cubicBezTo>
                <a:cubicBezTo>
                  <a:pt x="50" y="16"/>
                  <a:pt x="50" y="16"/>
                  <a:pt x="50" y="16"/>
                </a:cubicBezTo>
                <a:cubicBezTo>
                  <a:pt x="51" y="16"/>
                  <a:pt x="51" y="18"/>
                  <a:pt x="50" y="18"/>
                </a:cubicBezTo>
                <a:cubicBezTo>
                  <a:pt x="50" y="18"/>
                  <a:pt x="50" y="18"/>
                  <a:pt x="50" y="18"/>
                </a:cubicBezTo>
                <a:cubicBezTo>
                  <a:pt x="35" y="34"/>
                  <a:pt x="35" y="34"/>
                  <a:pt x="35" y="34"/>
                </a:cubicBezTo>
                <a:cubicBezTo>
                  <a:pt x="34" y="34"/>
                  <a:pt x="33" y="34"/>
                  <a:pt x="32" y="34"/>
                </a:cubicBezTo>
                <a:cubicBezTo>
                  <a:pt x="32" y="33"/>
                  <a:pt x="32" y="33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25"/>
                  <a:pt x="32" y="25"/>
                  <a:pt x="32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6" y="25"/>
                  <a:pt x="16" y="24"/>
                  <a:pt x="16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6" y="19"/>
                  <a:pt x="16" y="19"/>
                  <a:pt x="16" y="19"/>
                </a:cubicBezTo>
                <a:cubicBezTo>
                  <a:pt x="5" y="29"/>
                  <a:pt x="5" y="29"/>
                  <a:pt x="5" y="29"/>
                </a:cubicBezTo>
                <a:cubicBezTo>
                  <a:pt x="16" y="40"/>
                  <a:pt x="16" y="40"/>
                  <a:pt x="16" y="40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4"/>
                  <a:pt x="16" y="34"/>
                  <a:pt x="17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7" y="34"/>
                  <a:pt x="28" y="34"/>
                  <a:pt x="28" y="35"/>
                </a:cubicBezTo>
                <a:cubicBezTo>
                  <a:pt x="28" y="37"/>
                  <a:pt x="27" y="37"/>
                  <a:pt x="26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44"/>
                  <a:pt x="19" y="44"/>
                  <a:pt x="19" y="44"/>
                </a:cubicBezTo>
                <a:cubicBezTo>
                  <a:pt x="19" y="45"/>
                  <a:pt x="19" y="45"/>
                  <a:pt x="19" y="45"/>
                </a:cubicBezTo>
                <a:cubicBezTo>
                  <a:pt x="19" y="45"/>
                  <a:pt x="19" y="46"/>
                  <a:pt x="19" y="46"/>
                </a:cubicBezTo>
                <a:cubicBezTo>
                  <a:pt x="18" y="47"/>
                  <a:pt x="17" y="47"/>
                  <a:pt x="16" y="46"/>
                </a:cubicBezTo>
                <a:cubicBezTo>
                  <a:pt x="1" y="31"/>
                  <a:pt x="1" y="31"/>
                  <a:pt x="1" y="31"/>
                </a:cubicBezTo>
                <a:cubicBezTo>
                  <a:pt x="0" y="30"/>
                  <a:pt x="0" y="29"/>
                  <a:pt x="1" y="28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2"/>
                  <a:pt x="17" y="12"/>
                  <a:pt x="17" y="12"/>
                </a:cubicBezTo>
                <a:cubicBezTo>
                  <a:pt x="19" y="12"/>
                  <a:pt x="19" y="13"/>
                  <a:pt x="19" y="14"/>
                </a:cubicBezTo>
                <a:cubicBezTo>
                  <a:pt x="19" y="21"/>
                  <a:pt x="19" y="21"/>
                  <a:pt x="19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5" y="21"/>
                  <a:pt x="35" y="22"/>
                  <a:pt x="35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5" y="28"/>
                  <a:pt x="35" y="28"/>
                  <a:pt x="35" y="28"/>
                </a:cubicBezTo>
                <a:cubicBezTo>
                  <a:pt x="46" y="17"/>
                  <a:pt x="46" y="17"/>
                  <a:pt x="46" y="1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5" y="12"/>
                  <a:pt x="35" y="13"/>
                  <a:pt x="34" y="13"/>
                </a:cubicBezTo>
                <a:cubicBezTo>
                  <a:pt x="25" y="13"/>
                  <a:pt x="25" y="13"/>
                  <a:pt x="25" y="1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16" name="Freeform 350">
            <a:extLst>
              <a:ext uri="{FF2B5EF4-FFF2-40B4-BE49-F238E27FC236}">
                <a16:creationId xmlns:a16="http://schemas.microsoft.com/office/drawing/2014/main" id="{7BCCCACE-987E-2C7F-8056-24C878C24015}"/>
              </a:ext>
            </a:extLst>
          </p:cNvPr>
          <p:cNvSpPr>
            <a:spLocks noEditPoints="1"/>
          </p:cNvSpPr>
          <p:nvPr/>
        </p:nvSpPr>
        <p:spPr bwMode="auto">
          <a:xfrm>
            <a:off x="541268" y="6051998"/>
            <a:ext cx="194733" cy="211667"/>
          </a:xfrm>
          <a:custGeom>
            <a:avLst/>
            <a:gdLst>
              <a:gd name="T0" fmla="*/ 6350 w 46"/>
              <a:gd name="T1" fmla="*/ 0 h 50"/>
              <a:gd name="T2" fmla="*/ 117475 w 46"/>
              <a:gd name="T3" fmla="*/ 6350 h 50"/>
              <a:gd name="T4" fmla="*/ 117475 w 46"/>
              <a:gd name="T5" fmla="*/ 28575 h 50"/>
              <a:gd name="T6" fmla="*/ 136525 w 46"/>
              <a:gd name="T7" fmla="*/ 38100 h 50"/>
              <a:gd name="T8" fmla="*/ 136525 w 46"/>
              <a:gd name="T9" fmla="*/ 85725 h 50"/>
              <a:gd name="T10" fmla="*/ 117475 w 46"/>
              <a:gd name="T11" fmla="*/ 95250 h 50"/>
              <a:gd name="T12" fmla="*/ 114300 w 46"/>
              <a:gd name="T13" fmla="*/ 158750 h 50"/>
              <a:gd name="T14" fmla="*/ 60325 w 46"/>
              <a:gd name="T15" fmla="*/ 107950 h 50"/>
              <a:gd name="T16" fmla="*/ 0 w 46"/>
              <a:gd name="T17" fmla="*/ 158750 h 50"/>
              <a:gd name="T18" fmla="*/ 0 w 46"/>
              <a:gd name="T19" fmla="*/ 152400 h 50"/>
              <a:gd name="T20" fmla="*/ 3175 w 46"/>
              <a:gd name="T21" fmla="*/ 0 h 50"/>
              <a:gd name="T22" fmla="*/ 127000 w 46"/>
              <a:gd name="T23" fmla="*/ 57150 h 50"/>
              <a:gd name="T24" fmla="*/ 127000 w 46"/>
              <a:gd name="T25" fmla="*/ 66675 h 50"/>
              <a:gd name="T26" fmla="*/ 117475 w 46"/>
              <a:gd name="T27" fmla="*/ 76200 h 50"/>
              <a:gd name="T28" fmla="*/ 107950 w 46"/>
              <a:gd name="T29" fmla="*/ 76200 h 50"/>
              <a:gd name="T30" fmla="*/ 98425 w 46"/>
              <a:gd name="T31" fmla="*/ 66675 h 50"/>
              <a:gd name="T32" fmla="*/ 98425 w 46"/>
              <a:gd name="T33" fmla="*/ 57150 h 50"/>
              <a:gd name="T34" fmla="*/ 107950 w 46"/>
              <a:gd name="T35" fmla="*/ 47625 h 50"/>
              <a:gd name="T36" fmla="*/ 117475 w 46"/>
              <a:gd name="T37" fmla="*/ 47625 h 50"/>
              <a:gd name="T38" fmla="*/ 127000 w 46"/>
              <a:gd name="T39" fmla="*/ 57150 h 50"/>
              <a:gd name="T40" fmla="*/ 107950 w 46"/>
              <a:gd name="T41" fmla="*/ 28575 h 50"/>
              <a:gd name="T42" fmla="*/ 9525 w 46"/>
              <a:gd name="T43" fmla="*/ 12700 h 50"/>
              <a:gd name="T44" fmla="*/ 53975 w 46"/>
              <a:gd name="T45" fmla="*/ 95250 h 50"/>
              <a:gd name="T46" fmla="*/ 107950 w 46"/>
              <a:gd name="T47" fmla="*/ 139700 h 50"/>
              <a:gd name="T48" fmla="*/ 88900 w 46"/>
              <a:gd name="T49" fmla="*/ 85725 h 50"/>
              <a:gd name="T50" fmla="*/ 79375 w 46"/>
              <a:gd name="T51" fmla="*/ 60325 h 50"/>
              <a:gd name="T52" fmla="*/ 88900 w 46"/>
              <a:gd name="T53" fmla="*/ 38100 h 50"/>
              <a:gd name="T54" fmla="*/ 133350 w 46"/>
              <a:gd name="T55" fmla="*/ 41275 h 50"/>
              <a:gd name="T56" fmla="*/ 114300 w 46"/>
              <a:gd name="T57" fmla="*/ 34925 h 50"/>
              <a:gd name="T58" fmla="*/ 95250 w 46"/>
              <a:gd name="T59" fmla="*/ 41275 h 50"/>
              <a:gd name="T60" fmla="*/ 95250 w 46"/>
              <a:gd name="T61" fmla="*/ 79375 h 50"/>
              <a:gd name="T62" fmla="*/ 133350 w 46"/>
              <a:gd name="T63" fmla="*/ 79375 h 50"/>
              <a:gd name="T64" fmla="*/ 139700 w 46"/>
              <a:gd name="T65" fmla="*/ 60325 h 5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6" h="50">
                <a:moveTo>
                  <a:pt x="1" y="0"/>
                </a:moveTo>
                <a:cubicBezTo>
                  <a:pt x="2" y="0"/>
                  <a:pt x="2" y="0"/>
                  <a:pt x="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7" y="0"/>
                  <a:pt x="37" y="1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9"/>
                  <a:pt x="37" y="9"/>
                  <a:pt x="37" y="9"/>
                </a:cubicBezTo>
                <a:cubicBezTo>
                  <a:pt x="40" y="9"/>
                  <a:pt x="42" y="10"/>
                  <a:pt x="43" y="12"/>
                </a:cubicBezTo>
                <a:cubicBezTo>
                  <a:pt x="43" y="12"/>
                  <a:pt x="43" y="12"/>
                  <a:pt x="43" y="12"/>
                </a:cubicBezTo>
                <a:cubicBezTo>
                  <a:pt x="45" y="14"/>
                  <a:pt x="46" y="16"/>
                  <a:pt x="46" y="19"/>
                </a:cubicBezTo>
                <a:cubicBezTo>
                  <a:pt x="46" y="22"/>
                  <a:pt x="45" y="25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2" y="29"/>
                  <a:pt x="40" y="30"/>
                  <a:pt x="37" y="30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49"/>
                  <a:pt x="37" y="50"/>
                  <a:pt x="36" y="50"/>
                </a:cubicBezTo>
                <a:cubicBezTo>
                  <a:pt x="35" y="50"/>
                  <a:pt x="35" y="50"/>
                  <a:pt x="34" y="50"/>
                </a:cubicBezTo>
                <a:cubicBezTo>
                  <a:pt x="19" y="34"/>
                  <a:pt x="19" y="34"/>
                  <a:pt x="19" y="34"/>
                </a:cubicBezTo>
                <a:cubicBezTo>
                  <a:pt x="3" y="50"/>
                  <a:pt x="3" y="50"/>
                  <a:pt x="3" y="50"/>
                </a:cubicBezTo>
                <a:cubicBezTo>
                  <a:pt x="2" y="50"/>
                  <a:pt x="1" y="50"/>
                  <a:pt x="0" y="50"/>
                </a:cubicBezTo>
                <a:cubicBezTo>
                  <a:pt x="0" y="49"/>
                  <a:pt x="0" y="49"/>
                  <a:pt x="0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lose/>
                <a:moveTo>
                  <a:pt x="40" y="18"/>
                </a:moveTo>
                <a:cubicBezTo>
                  <a:pt x="40" y="18"/>
                  <a:pt x="40" y="18"/>
                  <a:pt x="40" y="18"/>
                </a:cubicBezTo>
                <a:cubicBezTo>
                  <a:pt x="41" y="18"/>
                  <a:pt x="41" y="19"/>
                  <a:pt x="41" y="19"/>
                </a:cubicBezTo>
                <a:cubicBezTo>
                  <a:pt x="41" y="20"/>
                  <a:pt x="41" y="21"/>
                  <a:pt x="40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4"/>
                  <a:pt x="37" y="24"/>
                  <a:pt x="37" y="24"/>
                </a:cubicBezTo>
                <a:cubicBezTo>
                  <a:pt x="37" y="24"/>
                  <a:pt x="36" y="25"/>
                  <a:pt x="36" y="25"/>
                </a:cubicBezTo>
                <a:cubicBezTo>
                  <a:pt x="35" y="25"/>
                  <a:pt x="34" y="24"/>
                  <a:pt x="34" y="24"/>
                </a:cubicBezTo>
                <a:cubicBezTo>
                  <a:pt x="34" y="21"/>
                  <a:pt x="34" y="21"/>
                  <a:pt x="34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0" y="20"/>
                  <a:pt x="30" y="19"/>
                </a:cubicBezTo>
                <a:cubicBezTo>
                  <a:pt x="30" y="19"/>
                  <a:pt x="31" y="18"/>
                  <a:pt x="31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4"/>
                  <a:pt x="35" y="14"/>
                  <a:pt x="36" y="14"/>
                </a:cubicBezTo>
                <a:cubicBezTo>
                  <a:pt x="36" y="14"/>
                  <a:pt x="37" y="14"/>
                  <a:pt x="37" y="15"/>
                </a:cubicBezTo>
                <a:cubicBezTo>
                  <a:pt x="37" y="18"/>
                  <a:pt x="37" y="18"/>
                  <a:pt x="37" y="18"/>
                </a:cubicBezTo>
                <a:cubicBezTo>
                  <a:pt x="40" y="18"/>
                  <a:pt x="40" y="18"/>
                  <a:pt x="40" y="18"/>
                </a:cubicBezTo>
                <a:close/>
                <a:moveTo>
                  <a:pt x="34" y="9"/>
                </a:moveTo>
                <a:cubicBezTo>
                  <a:pt x="34" y="9"/>
                  <a:pt x="34" y="9"/>
                  <a:pt x="34" y="9"/>
                </a:cubicBezTo>
                <a:cubicBezTo>
                  <a:pt x="34" y="4"/>
                  <a:pt x="34" y="4"/>
                  <a:pt x="34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4"/>
                  <a:pt x="3" y="44"/>
                  <a:pt x="3" y="44"/>
                </a:cubicBezTo>
                <a:cubicBezTo>
                  <a:pt x="17" y="30"/>
                  <a:pt x="17" y="30"/>
                  <a:pt x="17" y="30"/>
                </a:cubicBezTo>
                <a:cubicBezTo>
                  <a:pt x="18" y="29"/>
                  <a:pt x="19" y="29"/>
                  <a:pt x="20" y="30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30"/>
                  <a:pt x="34" y="30"/>
                  <a:pt x="34" y="30"/>
                </a:cubicBezTo>
                <a:cubicBezTo>
                  <a:pt x="31" y="30"/>
                  <a:pt x="29" y="29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6" y="25"/>
                  <a:pt x="25" y="22"/>
                  <a:pt x="25" y="19"/>
                </a:cubicBezTo>
                <a:cubicBezTo>
                  <a:pt x="25" y="16"/>
                  <a:pt x="26" y="14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9" y="10"/>
                  <a:pt x="31" y="9"/>
                  <a:pt x="34" y="9"/>
                </a:cubicBezTo>
                <a:close/>
                <a:moveTo>
                  <a:pt x="42" y="13"/>
                </a:moveTo>
                <a:cubicBezTo>
                  <a:pt x="42" y="13"/>
                  <a:pt x="42" y="13"/>
                  <a:pt x="42" y="13"/>
                </a:cubicBezTo>
                <a:cubicBezTo>
                  <a:pt x="40" y="12"/>
                  <a:pt x="38" y="11"/>
                  <a:pt x="36" y="11"/>
                </a:cubicBezTo>
                <a:cubicBezTo>
                  <a:pt x="33" y="11"/>
                  <a:pt x="31" y="12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28" y="15"/>
                  <a:pt x="27" y="17"/>
                  <a:pt x="27" y="19"/>
                </a:cubicBezTo>
                <a:cubicBezTo>
                  <a:pt x="27" y="22"/>
                  <a:pt x="28" y="24"/>
                  <a:pt x="30" y="25"/>
                </a:cubicBezTo>
                <a:cubicBezTo>
                  <a:pt x="31" y="27"/>
                  <a:pt x="33" y="28"/>
                  <a:pt x="36" y="28"/>
                </a:cubicBezTo>
                <a:cubicBezTo>
                  <a:pt x="38" y="28"/>
                  <a:pt x="40" y="27"/>
                  <a:pt x="42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43" y="24"/>
                  <a:pt x="44" y="22"/>
                  <a:pt x="44" y="19"/>
                </a:cubicBezTo>
                <a:cubicBezTo>
                  <a:pt x="44" y="17"/>
                  <a:pt x="43" y="15"/>
                  <a:pt x="42" y="1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17" name="Freeform 351">
            <a:extLst>
              <a:ext uri="{FF2B5EF4-FFF2-40B4-BE49-F238E27FC236}">
                <a16:creationId xmlns:a16="http://schemas.microsoft.com/office/drawing/2014/main" id="{3A80EE3A-E618-2EDF-787D-A05F1693A478}"/>
              </a:ext>
            </a:extLst>
          </p:cNvPr>
          <p:cNvSpPr>
            <a:spLocks noEditPoints="1"/>
          </p:cNvSpPr>
          <p:nvPr/>
        </p:nvSpPr>
        <p:spPr bwMode="auto">
          <a:xfrm>
            <a:off x="8055434" y="6051998"/>
            <a:ext cx="194733" cy="211667"/>
          </a:xfrm>
          <a:custGeom>
            <a:avLst/>
            <a:gdLst>
              <a:gd name="T0" fmla="*/ 85725 w 46"/>
              <a:gd name="T1" fmla="*/ 6350 h 50"/>
              <a:gd name="T2" fmla="*/ 88900 w 46"/>
              <a:gd name="T3" fmla="*/ 0 h 50"/>
              <a:gd name="T4" fmla="*/ 117475 w 46"/>
              <a:gd name="T5" fmla="*/ 0 h 50"/>
              <a:gd name="T6" fmla="*/ 120650 w 46"/>
              <a:gd name="T7" fmla="*/ 3175 h 50"/>
              <a:gd name="T8" fmla="*/ 123825 w 46"/>
              <a:gd name="T9" fmla="*/ 6350 h 50"/>
              <a:gd name="T10" fmla="*/ 146050 w 46"/>
              <a:gd name="T11" fmla="*/ 25400 h 50"/>
              <a:gd name="T12" fmla="*/ 139700 w 46"/>
              <a:gd name="T13" fmla="*/ 152400 h 50"/>
              <a:gd name="T14" fmla="*/ 22225 w 46"/>
              <a:gd name="T15" fmla="*/ 158750 h 50"/>
              <a:gd name="T16" fmla="*/ 6350 w 46"/>
              <a:gd name="T17" fmla="*/ 152400 h 50"/>
              <a:gd name="T18" fmla="*/ 0 w 46"/>
              <a:gd name="T19" fmla="*/ 139700 h 50"/>
              <a:gd name="T20" fmla="*/ 6350 w 46"/>
              <a:gd name="T21" fmla="*/ 12700 h 50"/>
              <a:gd name="T22" fmla="*/ 41275 w 46"/>
              <a:gd name="T23" fmla="*/ 19050 h 50"/>
              <a:gd name="T24" fmla="*/ 41275 w 46"/>
              <a:gd name="T25" fmla="*/ 149225 h 50"/>
              <a:gd name="T26" fmla="*/ 130175 w 46"/>
              <a:gd name="T27" fmla="*/ 146050 h 50"/>
              <a:gd name="T28" fmla="*/ 133350 w 46"/>
              <a:gd name="T29" fmla="*/ 25400 h 50"/>
              <a:gd name="T30" fmla="*/ 130175 w 46"/>
              <a:gd name="T31" fmla="*/ 19050 h 50"/>
              <a:gd name="T32" fmla="*/ 123825 w 46"/>
              <a:gd name="T33" fmla="*/ 19050 h 50"/>
              <a:gd name="T34" fmla="*/ 120650 w 46"/>
              <a:gd name="T35" fmla="*/ 38100 h 50"/>
              <a:gd name="T36" fmla="*/ 114300 w 46"/>
              <a:gd name="T37" fmla="*/ 41275 h 50"/>
              <a:gd name="T38" fmla="*/ 92075 w 46"/>
              <a:gd name="T39" fmla="*/ 41275 h 50"/>
              <a:gd name="T40" fmla="*/ 85725 w 46"/>
              <a:gd name="T41" fmla="*/ 38100 h 50"/>
              <a:gd name="T42" fmla="*/ 41275 w 46"/>
              <a:gd name="T43" fmla="*/ 19050 h 50"/>
              <a:gd name="T44" fmla="*/ 34925 w 46"/>
              <a:gd name="T45" fmla="*/ 149225 h 50"/>
              <a:gd name="T46" fmla="*/ 22225 w 46"/>
              <a:gd name="T47" fmla="*/ 19050 h 50"/>
              <a:gd name="T48" fmla="*/ 12700 w 46"/>
              <a:gd name="T49" fmla="*/ 25400 h 50"/>
              <a:gd name="T50" fmla="*/ 15875 w 46"/>
              <a:gd name="T51" fmla="*/ 146050 h 50"/>
              <a:gd name="T52" fmla="*/ 22225 w 46"/>
              <a:gd name="T53" fmla="*/ 149225 h 50"/>
              <a:gd name="T54" fmla="*/ 114300 w 46"/>
              <a:gd name="T55" fmla="*/ 6350 h 50"/>
              <a:gd name="T56" fmla="*/ 92075 w 46"/>
              <a:gd name="T57" fmla="*/ 6350 h 50"/>
              <a:gd name="T58" fmla="*/ 101600 w 46"/>
              <a:gd name="T59" fmla="*/ 22225 h 50"/>
              <a:gd name="T60" fmla="*/ 114300 w 46"/>
              <a:gd name="T61" fmla="*/ 31750 h 50"/>
              <a:gd name="T62" fmla="*/ 92075 w 46"/>
              <a:gd name="T63" fmla="*/ 60325 h 50"/>
              <a:gd name="T64" fmla="*/ 95250 w 46"/>
              <a:gd name="T65" fmla="*/ 76200 h 50"/>
              <a:gd name="T66" fmla="*/ 117475 w 46"/>
              <a:gd name="T67" fmla="*/ 79375 h 50"/>
              <a:gd name="T68" fmla="*/ 101600 w 46"/>
              <a:gd name="T69" fmla="*/ 92075 h 50"/>
              <a:gd name="T70" fmla="*/ 104775 w 46"/>
              <a:gd name="T71" fmla="*/ 114300 h 50"/>
              <a:gd name="T72" fmla="*/ 88900 w 46"/>
              <a:gd name="T73" fmla="*/ 101600 h 50"/>
              <a:gd name="T74" fmla="*/ 69850 w 46"/>
              <a:gd name="T75" fmla="*/ 111125 h 50"/>
              <a:gd name="T76" fmla="*/ 66675 w 46"/>
              <a:gd name="T77" fmla="*/ 107950 h 50"/>
              <a:gd name="T78" fmla="*/ 60325 w 46"/>
              <a:gd name="T79" fmla="*/ 82550 h 50"/>
              <a:gd name="T80" fmla="*/ 60325 w 46"/>
              <a:gd name="T81" fmla="*/ 76200 h 50"/>
              <a:gd name="T82" fmla="*/ 82550 w 46"/>
              <a:gd name="T83" fmla="*/ 60325 h 50"/>
              <a:gd name="T84" fmla="*/ 92075 w 46"/>
              <a:gd name="T85" fmla="*/ 60325 h 50"/>
              <a:gd name="T86" fmla="*/ 88900 w 46"/>
              <a:gd name="T87" fmla="*/ 79375 h 50"/>
              <a:gd name="T88" fmla="*/ 85725 w 46"/>
              <a:gd name="T89" fmla="*/ 79375 h 50"/>
              <a:gd name="T90" fmla="*/ 73025 w 46"/>
              <a:gd name="T91" fmla="*/ 82550 h 50"/>
              <a:gd name="T92" fmla="*/ 79375 w 46"/>
              <a:gd name="T93" fmla="*/ 88900 h 50"/>
              <a:gd name="T94" fmla="*/ 79375 w 46"/>
              <a:gd name="T95" fmla="*/ 92075 h 50"/>
              <a:gd name="T96" fmla="*/ 85725 w 46"/>
              <a:gd name="T97" fmla="*/ 95250 h 50"/>
              <a:gd name="T98" fmla="*/ 88900 w 46"/>
              <a:gd name="T99" fmla="*/ 95250 h 50"/>
              <a:gd name="T100" fmla="*/ 95250 w 46"/>
              <a:gd name="T101" fmla="*/ 92075 h 50"/>
              <a:gd name="T102" fmla="*/ 101600 w 46"/>
              <a:gd name="T103" fmla="*/ 82550 h 50"/>
              <a:gd name="T104" fmla="*/ 88900 w 46"/>
              <a:gd name="T105" fmla="*/ 79375 h 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6" h="50">
                <a:moveTo>
                  <a:pt x="7" y="2"/>
                </a:moveTo>
                <a:cubicBezTo>
                  <a:pt x="27" y="2"/>
                  <a:pt x="27" y="2"/>
                  <a:pt x="27" y="2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0"/>
                  <a:pt x="28" y="0"/>
                  <a:pt x="28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8" y="0"/>
                  <a:pt x="38" y="0"/>
                  <a:pt x="38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2"/>
                  <a:pt x="38" y="2"/>
                  <a:pt x="38" y="2"/>
                </a:cubicBezTo>
                <a:cubicBezTo>
                  <a:pt x="39" y="2"/>
                  <a:pt x="39" y="2"/>
                  <a:pt x="39" y="2"/>
                </a:cubicBezTo>
                <a:cubicBezTo>
                  <a:pt x="41" y="2"/>
                  <a:pt x="42" y="3"/>
                  <a:pt x="44" y="4"/>
                </a:cubicBezTo>
                <a:cubicBezTo>
                  <a:pt x="45" y="5"/>
                  <a:pt x="46" y="7"/>
                  <a:pt x="46" y="8"/>
                </a:cubicBezTo>
                <a:cubicBezTo>
                  <a:pt x="46" y="44"/>
                  <a:pt x="46" y="44"/>
                  <a:pt x="46" y="44"/>
                </a:cubicBezTo>
                <a:cubicBezTo>
                  <a:pt x="46" y="46"/>
                  <a:pt x="45" y="47"/>
                  <a:pt x="44" y="48"/>
                </a:cubicBezTo>
                <a:cubicBezTo>
                  <a:pt x="42" y="50"/>
                  <a:pt x="41" y="50"/>
                  <a:pt x="39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5" y="50"/>
                  <a:pt x="3" y="50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7"/>
                  <a:pt x="0" y="46"/>
                  <a:pt x="0" y="44"/>
                </a:cubicBezTo>
                <a:cubicBezTo>
                  <a:pt x="0" y="8"/>
                  <a:pt x="0" y="8"/>
                  <a:pt x="0" y="8"/>
                </a:cubicBezTo>
                <a:cubicBezTo>
                  <a:pt x="0" y="7"/>
                  <a:pt x="1" y="5"/>
                  <a:pt x="2" y="4"/>
                </a:cubicBezTo>
                <a:cubicBezTo>
                  <a:pt x="3" y="3"/>
                  <a:pt x="5" y="2"/>
                  <a:pt x="7" y="2"/>
                </a:cubicBezTo>
                <a:close/>
                <a:moveTo>
                  <a:pt x="13" y="6"/>
                </a:moveTo>
                <a:cubicBezTo>
                  <a:pt x="13" y="6"/>
                  <a:pt x="13" y="6"/>
                  <a:pt x="13" y="6"/>
                </a:cubicBezTo>
                <a:cubicBezTo>
                  <a:pt x="13" y="47"/>
                  <a:pt x="13" y="47"/>
                  <a:pt x="13" y="47"/>
                </a:cubicBezTo>
                <a:cubicBezTo>
                  <a:pt x="39" y="47"/>
                  <a:pt x="39" y="47"/>
                  <a:pt x="39" y="47"/>
                </a:cubicBezTo>
                <a:cubicBezTo>
                  <a:pt x="40" y="47"/>
                  <a:pt x="40" y="46"/>
                  <a:pt x="41" y="46"/>
                </a:cubicBezTo>
                <a:cubicBezTo>
                  <a:pt x="41" y="45"/>
                  <a:pt x="42" y="45"/>
                  <a:pt x="42" y="44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8"/>
                  <a:pt x="41" y="7"/>
                  <a:pt x="41" y="6"/>
                </a:cubicBezTo>
                <a:cubicBezTo>
                  <a:pt x="41" y="6"/>
                  <a:pt x="41" y="6"/>
                  <a:pt x="41" y="6"/>
                </a:cubicBezTo>
                <a:cubicBezTo>
                  <a:pt x="41" y="6"/>
                  <a:pt x="41" y="6"/>
                  <a:pt x="41" y="6"/>
                </a:cubicBezTo>
                <a:cubicBezTo>
                  <a:pt x="40" y="6"/>
                  <a:pt x="40" y="6"/>
                  <a:pt x="39" y="6"/>
                </a:cubicBezTo>
                <a:cubicBezTo>
                  <a:pt x="38" y="6"/>
                  <a:pt x="38" y="6"/>
                  <a:pt x="38" y="6"/>
                </a:cubicBezTo>
                <a:cubicBezTo>
                  <a:pt x="38" y="12"/>
                  <a:pt x="38" y="12"/>
                  <a:pt x="38" y="12"/>
                </a:cubicBezTo>
                <a:cubicBezTo>
                  <a:pt x="38" y="13"/>
                  <a:pt x="38" y="14"/>
                  <a:pt x="37" y="14"/>
                </a:cubicBezTo>
                <a:cubicBezTo>
                  <a:pt x="37" y="14"/>
                  <a:pt x="36" y="13"/>
                  <a:pt x="36" y="13"/>
                </a:cubicBezTo>
                <a:cubicBezTo>
                  <a:pt x="33" y="10"/>
                  <a:pt x="33" y="10"/>
                  <a:pt x="33" y="10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4"/>
                  <a:pt x="28" y="14"/>
                  <a:pt x="27" y="13"/>
                </a:cubicBezTo>
                <a:cubicBezTo>
                  <a:pt x="27" y="13"/>
                  <a:pt x="27" y="13"/>
                  <a:pt x="27" y="12"/>
                </a:cubicBezTo>
                <a:cubicBezTo>
                  <a:pt x="27" y="6"/>
                  <a:pt x="27" y="6"/>
                  <a:pt x="27" y="6"/>
                </a:cubicBezTo>
                <a:cubicBezTo>
                  <a:pt x="13" y="6"/>
                  <a:pt x="13" y="6"/>
                  <a:pt x="13" y="6"/>
                </a:cubicBezTo>
                <a:close/>
                <a:moveTo>
                  <a:pt x="11" y="47"/>
                </a:moveTo>
                <a:cubicBezTo>
                  <a:pt x="11" y="47"/>
                  <a:pt x="11" y="47"/>
                  <a:pt x="11" y="47"/>
                </a:cubicBezTo>
                <a:cubicBezTo>
                  <a:pt x="11" y="6"/>
                  <a:pt x="11" y="6"/>
                  <a:pt x="11" y="6"/>
                </a:cubicBezTo>
                <a:cubicBezTo>
                  <a:pt x="7" y="6"/>
                  <a:pt x="7" y="6"/>
                  <a:pt x="7" y="6"/>
                </a:cubicBezTo>
                <a:cubicBezTo>
                  <a:pt x="6" y="6"/>
                  <a:pt x="5" y="6"/>
                  <a:pt x="5" y="6"/>
                </a:cubicBezTo>
                <a:cubicBezTo>
                  <a:pt x="4" y="7"/>
                  <a:pt x="4" y="8"/>
                  <a:pt x="4" y="8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5"/>
                  <a:pt x="4" y="45"/>
                  <a:pt x="5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6"/>
                  <a:pt x="6" y="47"/>
                  <a:pt x="7" y="47"/>
                </a:cubicBezTo>
                <a:cubicBezTo>
                  <a:pt x="11" y="47"/>
                  <a:pt x="11" y="47"/>
                  <a:pt x="11" y="47"/>
                </a:cubicBezTo>
                <a:close/>
                <a:moveTo>
                  <a:pt x="36" y="2"/>
                </a:moveTo>
                <a:cubicBezTo>
                  <a:pt x="36" y="2"/>
                  <a:pt x="36" y="2"/>
                  <a:pt x="36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0"/>
                  <a:pt x="29" y="10"/>
                  <a:pt x="29" y="10"/>
                </a:cubicBezTo>
                <a:cubicBezTo>
                  <a:pt x="32" y="7"/>
                  <a:pt x="32" y="7"/>
                  <a:pt x="32" y="7"/>
                </a:cubicBezTo>
                <a:cubicBezTo>
                  <a:pt x="32" y="7"/>
                  <a:pt x="33" y="7"/>
                  <a:pt x="33" y="7"/>
                </a:cubicBezTo>
                <a:cubicBezTo>
                  <a:pt x="36" y="10"/>
                  <a:pt x="36" y="10"/>
                  <a:pt x="36" y="10"/>
                </a:cubicBezTo>
                <a:cubicBezTo>
                  <a:pt x="36" y="2"/>
                  <a:pt x="36" y="2"/>
                  <a:pt x="36" y="2"/>
                </a:cubicBezTo>
                <a:close/>
                <a:moveTo>
                  <a:pt x="29" y="19"/>
                </a:moveTo>
                <a:cubicBezTo>
                  <a:pt x="29" y="19"/>
                  <a:pt x="29" y="19"/>
                  <a:pt x="29" y="19"/>
                </a:cubicBezTo>
                <a:cubicBezTo>
                  <a:pt x="30" y="24"/>
                  <a:pt x="30" y="24"/>
                  <a:pt x="30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7" y="24"/>
                  <a:pt x="37" y="25"/>
                </a:cubicBezTo>
                <a:cubicBezTo>
                  <a:pt x="37" y="25"/>
                  <a:pt x="37" y="26"/>
                  <a:pt x="36" y="26"/>
                </a:cubicBezTo>
                <a:cubicBezTo>
                  <a:pt x="32" y="29"/>
                  <a:pt x="32" y="29"/>
                  <a:pt x="32" y="29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5"/>
                  <a:pt x="34" y="36"/>
                  <a:pt x="33" y="36"/>
                </a:cubicBezTo>
                <a:cubicBezTo>
                  <a:pt x="33" y="36"/>
                  <a:pt x="32" y="36"/>
                  <a:pt x="32" y="36"/>
                </a:cubicBezTo>
                <a:cubicBezTo>
                  <a:pt x="28" y="32"/>
                  <a:pt x="28" y="32"/>
                  <a:pt x="28" y="32"/>
                </a:cubicBezTo>
                <a:cubicBezTo>
                  <a:pt x="23" y="36"/>
                  <a:pt x="23" y="36"/>
                  <a:pt x="23" y="36"/>
                </a:cubicBezTo>
                <a:cubicBezTo>
                  <a:pt x="23" y="36"/>
                  <a:pt x="22" y="36"/>
                  <a:pt x="22" y="35"/>
                </a:cubicBezTo>
                <a:cubicBezTo>
                  <a:pt x="21" y="35"/>
                  <a:pt x="21" y="35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3" y="29"/>
                  <a:pt x="23" y="29"/>
                  <a:pt x="23" y="29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6"/>
                  <a:pt x="18" y="25"/>
                  <a:pt x="18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25" y="24"/>
                  <a:pt x="25" y="24"/>
                  <a:pt x="25" y="24"/>
                </a:cubicBezTo>
                <a:cubicBezTo>
                  <a:pt x="26" y="19"/>
                  <a:pt x="26" y="19"/>
                  <a:pt x="26" y="19"/>
                </a:cubicBezTo>
                <a:cubicBezTo>
                  <a:pt x="27" y="18"/>
                  <a:pt x="27" y="18"/>
                  <a:pt x="28" y="18"/>
                </a:cubicBezTo>
                <a:cubicBezTo>
                  <a:pt x="28" y="18"/>
                  <a:pt x="28" y="18"/>
                  <a:pt x="29" y="19"/>
                </a:cubicBezTo>
                <a:close/>
                <a:moveTo>
                  <a:pt x="28" y="25"/>
                </a:moveTo>
                <a:cubicBezTo>
                  <a:pt x="28" y="25"/>
                  <a:pt x="28" y="25"/>
                  <a:pt x="28" y="25"/>
                </a:cubicBezTo>
                <a:cubicBezTo>
                  <a:pt x="28" y="23"/>
                  <a:pt x="28" y="23"/>
                  <a:pt x="28" y="23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6"/>
                  <a:pt x="26" y="26"/>
                  <a:pt x="26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5" y="28"/>
                  <a:pt x="25" y="28"/>
                  <a:pt x="25" y="28"/>
                </a:cubicBezTo>
                <a:cubicBezTo>
                  <a:pt x="25" y="28"/>
                  <a:pt x="25" y="28"/>
                  <a:pt x="25" y="28"/>
                </a:cubicBezTo>
                <a:cubicBezTo>
                  <a:pt x="25" y="28"/>
                  <a:pt x="25" y="28"/>
                  <a:pt x="25" y="28"/>
                </a:cubicBezTo>
                <a:cubicBezTo>
                  <a:pt x="25" y="28"/>
                  <a:pt x="26" y="29"/>
                  <a:pt x="25" y="29"/>
                </a:cubicBezTo>
                <a:cubicBezTo>
                  <a:pt x="25" y="32"/>
                  <a:pt x="25" y="32"/>
                  <a:pt x="25" y="32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30"/>
                  <a:pt x="28" y="30"/>
                  <a:pt x="28" y="30"/>
                </a:cubicBezTo>
                <a:cubicBezTo>
                  <a:pt x="30" y="32"/>
                  <a:pt x="30" y="32"/>
                  <a:pt x="30" y="32"/>
                </a:cubicBezTo>
                <a:cubicBezTo>
                  <a:pt x="30" y="29"/>
                  <a:pt x="30" y="29"/>
                  <a:pt x="30" y="29"/>
                </a:cubicBezTo>
                <a:cubicBezTo>
                  <a:pt x="29" y="29"/>
                  <a:pt x="30" y="28"/>
                  <a:pt x="30" y="28"/>
                </a:cubicBezTo>
                <a:cubicBezTo>
                  <a:pt x="32" y="26"/>
                  <a:pt x="32" y="26"/>
                  <a:pt x="32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6"/>
                  <a:pt x="28" y="26"/>
                  <a:pt x="28" y="2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18" name="Freeform 352">
            <a:extLst>
              <a:ext uri="{FF2B5EF4-FFF2-40B4-BE49-F238E27FC236}">
                <a16:creationId xmlns:a16="http://schemas.microsoft.com/office/drawing/2014/main" id="{0BF1F3AB-0106-75C8-C894-B910F7385996}"/>
              </a:ext>
            </a:extLst>
          </p:cNvPr>
          <p:cNvSpPr>
            <a:spLocks noEditPoints="1"/>
          </p:cNvSpPr>
          <p:nvPr/>
        </p:nvSpPr>
        <p:spPr bwMode="auto">
          <a:xfrm>
            <a:off x="8413151" y="6051998"/>
            <a:ext cx="211667" cy="211667"/>
          </a:xfrm>
          <a:custGeom>
            <a:avLst/>
            <a:gdLst>
              <a:gd name="T0" fmla="*/ 107950 w 50"/>
              <a:gd name="T1" fmla="*/ 133350 h 50"/>
              <a:gd name="T2" fmla="*/ 107950 w 50"/>
              <a:gd name="T3" fmla="*/ 123825 h 50"/>
              <a:gd name="T4" fmla="*/ 133350 w 50"/>
              <a:gd name="T5" fmla="*/ 123825 h 50"/>
              <a:gd name="T6" fmla="*/ 133350 w 50"/>
              <a:gd name="T7" fmla="*/ 133350 h 50"/>
              <a:gd name="T8" fmla="*/ 107950 w 50"/>
              <a:gd name="T9" fmla="*/ 133350 h 50"/>
              <a:gd name="T10" fmla="*/ 142875 w 50"/>
              <a:gd name="T11" fmla="*/ 104775 h 50"/>
              <a:gd name="T12" fmla="*/ 142875 w 50"/>
              <a:gd name="T13" fmla="*/ 104775 h 50"/>
              <a:gd name="T14" fmla="*/ 142875 w 50"/>
              <a:gd name="T15" fmla="*/ 152400 h 50"/>
              <a:gd name="T16" fmla="*/ 120650 w 50"/>
              <a:gd name="T17" fmla="*/ 158750 h 50"/>
              <a:gd name="T18" fmla="*/ 120650 w 50"/>
              <a:gd name="T19" fmla="*/ 158750 h 50"/>
              <a:gd name="T20" fmla="*/ 98425 w 50"/>
              <a:gd name="T21" fmla="*/ 152400 h 50"/>
              <a:gd name="T22" fmla="*/ 88900 w 50"/>
              <a:gd name="T23" fmla="*/ 127000 h 50"/>
              <a:gd name="T24" fmla="*/ 79375 w 50"/>
              <a:gd name="T25" fmla="*/ 120650 h 50"/>
              <a:gd name="T26" fmla="*/ 38100 w 50"/>
              <a:gd name="T27" fmla="*/ 149225 h 50"/>
              <a:gd name="T28" fmla="*/ 28575 w 50"/>
              <a:gd name="T29" fmla="*/ 149225 h 50"/>
              <a:gd name="T30" fmla="*/ 28575 w 50"/>
              <a:gd name="T31" fmla="*/ 142875 h 50"/>
              <a:gd name="T32" fmla="*/ 44450 w 50"/>
              <a:gd name="T33" fmla="*/ 95250 h 50"/>
              <a:gd name="T34" fmla="*/ 3175 w 50"/>
              <a:gd name="T35" fmla="*/ 63500 h 50"/>
              <a:gd name="T36" fmla="*/ 0 w 50"/>
              <a:gd name="T37" fmla="*/ 53975 h 50"/>
              <a:gd name="T38" fmla="*/ 6350 w 50"/>
              <a:gd name="T39" fmla="*/ 53975 h 50"/>
              <a:gd name="T40" fmla="*/ 57150 w 50"/>
              <a:gd name="T41" fmla="*/ 53975 h 50"/>
              <a:gd name="T42" fmla="*/ 73025 w 50"/>
              <a:gd name="T43" fmla="*/ 3175 h 50"/>
              <a:gd name="T44" fmla="*/ 82550 w 50"/>
              <a:gd name="T45" fmla="*/ 0 h 50"/>
              <a:gd name="T46" fmla="*/ 85725 w 50"/>
              <a:gd name="T47" fmla="*/ 3175 h 50"/>
              <a:gd name="T48" fmla="*/ 101600 w 50"/>
              <a:gd name="T49" fmla="*/ 53975 h 50"/>
              <a:gd name="T50" fmla="*/ 152400 w 50"/>
              <a:gd name="T51" fmla="*/ 53975 h 50"/>
              <a:gd name="T52" fmla="*/ 158750 w 50"/>
              <a:gd name="T53" fmla="*/ 60325 h 50"/>
              <a:gd name="T54" fmla="*/ 155575 w 50"/>
              <a:gd name="T55" fmla="*/ 63500 h 50"/>
              <a:gd name="T56" fmla="*/ 114300 w 50"/>
              <a:gd name="T57" fmla="*/ 95250 h 50"/>
              <a:gd name="T58" fmla="*/ 117475 w 50"/>
              <a:gd name="T59" fmla="*/ 95250 h 50"/>
              <a:gd name="T60" fmla="*/ 142875 w 50"/>
              <a:gd name="T61" fmla="*/ 104775 h 50"/>
              <a:gd name="T62" fmla="*/ 92075 w 50"/>
              <a:gd name="T63" fmla="*/ 114300 h 50"/>
              <a:gd name="T64" fmla="*/ 92075 w 50"/>
              <a:gd name="T65" fmla="*/ 114300 h 50"/>
              <a:gd name="T66" fmla="*/ 98425 w 50"/>
              <a:gd name="T67" fmla="*/ 104775 h 50"/>
              <a:gd name="T68" fmla="*/ 104775 w 50"/>
              <a:gd name="T69" fmla="*/ 101600 h 50"/>
              <a:gd name="T70" fmla="*/ 101600 w 50"/>
              <a:gd name="T71" fmla="*/ 95250 h 50"/>
              <a:gd name="T72" fmla="*/ 101600 w 50"/>
              <a:gd name="T73" fmla="*/ 95250 h 50"/>
              <a:gd name="T74" fmla="*/ 104775 w 50"/>
              <a:gd name="T75" fmla="*/ 85725 h 50"/>
              <a:gd name="T76" fmla="*/ 133350 w 50"/>
              <a:gd name="T77" fmla="*/ 66675 h 50"/>
              <a:gd name="T78" fmla="*/ 98425 w 50"/>
              <a:gd name="T79" fmla="*/ 66675 h 50"/>
              <a:gd name="T80" fmla="*/ 92075 w 50"/>
              <a:gd name="T81" fmla="*/ 60325 h 50"/>
              <a:gd name="T82" fmla="*/ 79375 w 50"/>
              <a:gd name="T83" fmla="*/ 25400 h 50"/>
              <a:gd name="T84" fmla="*/ 69850 w 50"/>
              <a:gd name="T85" fmla="*/ 60325 h 50"/>
              <a:gd name="T86" fmla="*/ 63500 w 50"/>
              <a:gd name="T87" fmla="*/ 66675 h 50"/>
              <a:gd name="T88" fmla="*/ 25400 w 50"/>
              <a:gd name="T89" fmla="*/ 66675 h 50"/>
              <a:gd name="T90" fmla="*/ 53975 w 50"/>
              <a:gd name="T91" fmla="*/ 85725 h 50"/>
              <a:gd name="T92" fmla="*/ 57150 w 50"/>
              <a:gd name="T93" fmla="*/ 95250 h 50"/>
              <a:gd name="T94" fmla="*/ 47625 w 50"/>
              <a:gd name="T95" fmla="*/ 130175 h 50"/>
              <a:gd name="T96" fmla="*/ 76200 w 50"/>
              <a:gd name="T97" fmla="*/ 107950 h 50"/>
              <a:gd name="T98" fmla="*/ 76200 w 50"/>
              <a:gd name="T99" fmla="*/ 107950 h 50"/>
              <a:gd name="T100" fmla="*/ 82550 w 50"/>
              <a:gd name="T101" fmla="*/ 107950 h 50"/>
              <a:gd name="T102" fmla="*/ 92075 w 50"/>
              <a:gd name="T103" fmla="*/ 114300 h 50"/>
              <a:gd name="T104" fmla="*/ 133350 w 50"/>
              <a:gd name="T105" fmla="*/ 114300 h 50"/>
              <a:gd name="T106" fmla="*/ 133350 w 50"/>
              <a:gd name="T107" fmla="*/ 114300 h 50"/>
              <a:gd name="T108" fmla="*/ 107950 w 50"/>
              <a:gd name="T109" fmla="*/ 114300 h 50"/>
              <a:gd name="T110" fmla="*/ 107950 w 50"/>
              <a:gd name="T111" fmla="*/ 142875 h 50"/>
              <a:gd name="T112" fmla="*/ 120650 w 50"/>
              <a:gd name="T113" fmla="*/ 149225 h 50"/>
              <a:gd name="T114" fmla="*/ 120650 w 50"/>
              <a:gd name="T115" fmla="*/ 149225 h 50"/>
              <a:gd name="T116" fmla="*/ 133350 w 50"/>
              <a:gd name="T117" fmla="*/ 142875 h 50"/>
              <a:gd name="T118" fmla="*/ 133350 w 50"/>
              <a:gd name="T119" fmla="*/ 114300 h 5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50">
                <a:moveTo>
                  <a:pt x="34" y="42"/>
                </a:moveTo>
                <a:cubicBezTo>
                  <a:pt x="33" y="42"/>
                  <a:pt x="33" y="39"/>
                  <a:pt x="34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3" y="39"/>
                  <a:pt x="43" y="42"/>
                  <a:pt x="42" y="42"/>
                </a:cubicBezTo>
                <a:cubicBezTo>
                  <a:pt x="34" y="42"/>
                  <a:pt x="34" y="42"/>
                  <a:pt x="34" y="42"/>
                </a:cubicBezTo>
                <a:close/>
                <a:moveTo>
                  <a:pt x="45" y="33"/>
                </a:moveTo>
                <a:cubicBezTo>
                  <a:pt x="45" y="33"/>
                  <a:pt x="45" y="33"/>
                  <a:pt x="45" y="33"/>
                </a:cubicBezTo>
                <a:cubicBezTo>
                  <a:pt x="49" y="37"/>
                  <a:pt x="49" y="44"/>
                  <a:pt x="45" y="48"/>
                </a:cubicBezTo>
                <a:cubicBezTo>
                  <a:pt x="43" y="49"/>
                  <a:pt x="41" y="50"/>
                  <a:pt x="38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35" y="50"/>
                  <a:pt x="33" y="49"/>
                  <a:pt x="31" y="48"/>
                </a:cubicBezTo>
                <a:cubicBezTo>
                  <a:pt x="29" y="45"/>
                  <a:pt x="28" y="43"/>
                  <a:pt x="28" y="40"/>
                </a:cubicBezTo>
                <a:cubicBezTo>
                  <a:pt x="25" y="38"/>
                  <a:pt x="25" y="38"/>
                  <a:pt x="25" y="38"/>
                </a:cubicBezTo>
                <a:cubicBezTo>
                  <a:pt x="12" y="47"/>
                  <a:pt x="12" y="47"/>
                  <a:pt x="12" y="47"/>
                </a:cubicBezTo>
                <a:cubicBezTo>
                  <a:pt x="11" y="48"/>
                  <a:pt x="10" y="48"/>
                  <a:pt x="9" y="47"/>
                </a:cubicBezTo>
                <a:cubicBezTo>
                  <a:pt x="9" y="46"/>
                  <a:pt x="9" y="46"/>
                  <a:pt x="9" y="45"/>
                </a:cubicBezTo>
                <a:cubicBezTo>
                  <a:pt x="14" y="30"/>
                  <a:pt x="14" y="30"/>
                  <a:pt x="14" y="3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8"/>
                  <a:pt x="0" y="17"/>
                </a:cubicBezTo>
                <a:cubicBezTo>
                  <a:pt x="1" y="17"/>
                  <a:pt x="1" y="17"/>
                  <a:pt x="2" y="17"/>
                </a:cubicBezTo>
                <a:cubicBezTo>
                  <a:pt x="18" y="17"/>
                  <a:pt x="18" y="17"/>
                  <a:pt x="18" y="17"/>
                </a:cubicBezTo>
                <a:cubicBezTo>
                  <a:pt x="23" y="1"/>
                  <a:pt x="23" y="1"/>
                  <a:pt x="23" y="1"/>
                </a:cubicBezTo>
                <a:cubicBezTo>
                  <a:pt x="24" y="0"/>
                  <a:pt x="25" y="0"/>
                  <a:pt x="26" y="0"/>
                </a:cubicBezTo>
                <a:cubicBezTo>
                  <a:pt x="26" y="0"/>
                  <a:pt x="27" y="1"/>
                  <a:pt x="27" y="1"/>
                </a:cubicBezTo>
                <a:cubicBezTo>
                  <a:pt x="32" y="17"/>
                  <a:pt x="32" y="17"/>
                  <a:pt x="32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49" y="17"/>
                  <a:pt x="50" y="18"/>
                  <a:pt x="50" y="19"/>
                </a:cubicBezTo>
                <a:cubicBezTo>
                  <a:pt x="50" y="19"/>
                  <a:pt x="50" y="20"/>
                  <a:pt x="49" y="20"/>
                </a:cubicBezTo>
                <a:cubicBezTo>
                  <a:pt x="36" y="30"/>
                  <a:pt x="36" y="30"/>
                  <a:pt x="36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40" y="30"/>
                  <a:pt x="43" y="31"/>
                  <a:pt x="45" y="33"/>
                </a:cubicBezTo>
                <a:close/>
                <a:moveTo>
                  <a:pt x="29" y="36"/>
                </a:moveTo>
                <a:cubicBezTo>
                  <a:pt x="29" y="36"/>
                  <a:pt x="29" y="36"/>
                  <a:pt x="29" y="36"/>
                </a:cubicBezTo>
                <a:cubicBezTo>
                  <a:pt x="29" y="35"/>
                  <a:pt x="30" y="34"/>
                  <a:pt x="31" y="33"/>
                </a:cubicBezTo>
                <a:cubicBezTo>
                  <a:pt x="31" y="33"/>
                  <a:pt x="32" y="32"/>
                  <a:pt x="33" y="32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29"/>
                  <a:pt x="32" y="28"/>
                  <a:pt x="33" y="27"/>
                </a:cubicBezTo>
                <a:cubicBezTo>
                  <a:pt x="42" y="21"/>
                  <a:pt x="42" y="21"/>
                  <a:pt x="42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0" y="21"/>
                  <a:pt x="29" y="20"/>
                  <a:pt x="29" y="19"/>
                </a:cubicBezTo>
                <a:cubicBezTo>
                  <a:pt x="25" y="8"/>
                  <a:pt x="25" y="8"/>
                  <a:pt x="25" y="8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20"/>
                  <a:pt x="21" y="21"/>
                  <a:pt x="20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17" y="27"/>
                  <a:pt x="17" y="27"/>
                  <a:pt x="17" y="27"/>
                </a:cubicBezTo>
                <a:cubicBezTo>
                  <a:pt x="18" y="28"/>
                  <a:pt x="19" y="29"/>
                  <a:pt x="18" y="30"/>
                </a:cubicBezTo>
                <a:cubicBezTo>
                  <a:pt x="15" y="41"/>
                  <a:pt x="15" y="41"/>
                  <a:pt x="15" y="41"/>
                </a:cubicBezTo>
                <a:cubicBezTo>
                  <a:pt x="24" y="34"/>
                  <a:pt x="24" y="34"/>
                  <a:pt x="24" y="34"/>
                </a:cubicBezTo>
                <a:cubicBezTo>
                  <a:pt x="24" y="34"/>
                  <a:pt x="24" y="34"/>
                  <a:pt x="24" y="34"/>
                </a:cubicBezTo>
                <a:cubicBezTo>
                  <a:pt x="25" y="33"/>
                  <a:pt x="26" y="33"/>
                  <a:pt x="26" y="34"/>
                </a:cubicBezTo>
                <a:cubicBezTo>
                  <a:pt x="29" y="36"/>
                  <a:pt x="29" y="36"/>
                  <a:pt x="29" y="36"/>
                </a:cubicBezTo>
                <a:close/>
                <a:moveTo>
                  <a:pt x="42" y="36"/>
                </a:moveTo>
                <a:cubicBezTo>
                  <a:pt x="42" y="36"/>
                  <a:pt x="42" y="36"/>
                  <a:pt x="42" y="36"/>
                </a:cubicBezTo>
                <a:cubicBezTo>
                  <a:pt x="40" y="34"/>
                  <a:pt x="36" y="34"/>
                  <a:pt x="34" y="36"/>
                </a:cubicBezTo>
                <a:cubicBezTo>
                  <a:pt x="31" y="38"/>
                  <a:pt x="31" y="42"/>
                  <a:pt x="34" y="45"/>
                </a:cubicBezTo>
                <a:cubicBezTo>
                  <a:pt x="35" y="46"/>
                  <a:pt x="36" y="47"/>
                  <a:pt x="38" y="47"/>
                </a:cubicBezTo>
                <a:cubicBezTo>
                  <a:pt x="38" y="47"/>
                  <a:pt x="38" y="47"/>
                  <a:pt x="38" y="47"/>
                </a:cubicBezTo>
                <a:cubicBezTo>
                  <a:pt x="40" y="47"/>
                  <a:pt x="41" y="46"/>
                  <a:pt x="42" y="45"/>
                </a:cubicBezTo>
                <a:cubicBezTo>
                  <a:pt x="45" y="42"/>
                  <a:pt x="45" y="38"/>
                  <a:pt x="42" y="3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19" name="Freeform 353">
            <a:extLst>
              <a:ext uri="{FF2B5EF4-FFF2-40B4-BE49-F238E27FC236}">
                <a16:creationId xmlns:a16="http://schemas.microsoft.com/office/drawing/2014/main" id="{7C8508AF-17A7-EA93-656C-E77CE86708A2}"/>
              </a:ext>
            </a:extLst>
          </p:cNvPr>
          <p:cNvSpPr>
            <a:spLocks noEditPoints="1"/>
          </p:cNvSpPr>
          <p:nvPr/>
        </p:nvSpPr>
        <p:spPr bwMode="auto">
          <a:xfrm>
            <a:off x="8785685" y="6051998"/>
            <a:ext cx="215900" cy="211667"/>
          </a:xfrm>
          <a:custGeom>
            <a:avLst/>
            <a:gdLst>
              <a:gd name="T0" fmla="*/ 104775 w 51"/>
              <a:gd name="T1" fmla="*/ 127000 h 50"/>
              <a:gd name="T2" fmla="*/ 117475 w 51"/>
              <a:gd name="T3" fmla="*/ 123825 h 50"/>
              <a:gd name="T4" fmla="*/ 120650 w 51"/>
              <a:gd name="T5" fmla="*/ 111125 h 50"/>
              <a:gd name="T6" fmla="*/ 127000 w 51"/>
              <a:gd name="T7" fmla="*/ 123825 h 50"/>
              <a:gd name="T8" fmla="*/ 136525 w 51"/>
              <a:gd name="T9" fmla="*/ 127000 h 50"/>
              <a:gd name="T10" fmla="*/ 127000 w 51"/>
              <a:gd name="T11" fmla="*/ 133350 h 50"/>
              <a:gd name="T12" fmla="*/ 120650 w 51"/>
              <a:gd name="T13" fmla="*/ 142875 h 50"/>
              <a:gd name="T14" fmla="*/ 117475 w 51"/>
              <a:gd name="T15" fmla="*/ 133350 h 50"/>
              <a:gd name="T16" fmla="*/ 120650 w 51"/>
              <a:gd name="T17" fmla="*/ 95250 h 50"/>
              <a:gd name="T18" fmla="*/ 123825 w 51"/>
              <a:gd name="T19" fmla="*/ 95250 h 50"/>
              <a:gd name="T20" fmla="*/ 152400 w 51"/>
              <a:gd name="T21" fmla="*/ 127000 h 50"/>
              <a:gd name="T22" fmla="*/ 146050 w 51"/>
              <a:gd name="T23" fmla="*/ 152400 h 50"/>
              <a:gd name="T24" fmla="*/ 98425 w 51"/>
              <a:gd name="T25" fmla="*/ 152400 h 50"/>
              <a:gd name="T26" fmla="*/ 88900 w 51"/>
              <a:gd name="T27" fmla="*/ 127000 h 50"/>
              <a:gd name="T28" fmla="*/ 38100 w 51"/>
              <a:gd name="T29" fmla="*/ 149225 h 50"/>
              <a:gd name="T30" fmla="*/ 31750 w 51"/>
              <a:gd name="T31" fmla="*/ 142875 h 50"/>
              <a:gd name="T32" fmla="*/ 3175 w 51"/>
              <a:gd name="T33" fmla="*/ 63500 h 50"/>
              <a:gd name="T34" fmla="*/ 9525 w 51"/>
              <a:gd name="T35" fmla="*/ 53975 h 50"/>
              <a:gd name="T36" fmla="*/ 76200 w 51"/>
              <a:gd name="T37" fmla="*/ 3175 h 50"/>
              <a:gd name="T38" fmla="*/ 88900 w 51"/>
              <a:gd name="T39" fmla="*/ 3175 h 50"/>
              <a:gd name="T40" fmla="*/ 155575 w 51"/>
              <a:gd name="T41" fmla="*/ 53975 h 50"/>
              <a:gd name="T42" fmla="*/ 158750 w 51"/>
              <a:gd name="T43" fmla="*/ 63500 h 50"/>
              <a:gd name="T44" fmla="*/ 117475 w 51"/>
              <a:gd name="T45" fmla="*/ 95250 h 50"/>
              <a:gd name="T46" fmla="*/ 98425 w 51"/>
              <a:gd name="T47" fmla="*/ 104775 h 50"/>
              <a:gd name="T48" fmla="*/ 104775 w 51"/>
              <a:gd name="T49" fmla="*/ 101600 h 50"/>
              <a:gd name="T50" fmla="*/ 104775 w 51"/>
              <a:gd name="T51" fmla="*/ 85725 h 50"/>
              <a:gd name="T52" fmla="*/ 98425 w 51"/>
              <a:gd name="T53" fmla="*/ 66675 h 50"/>
              <a:gd name="T54" fmla="*/ 82550 w 51"/>
              <a:gd name="T55" fmla="*/ 25400 h 50"/>
              <a:gd name="T56" fmla="*/ 63500 w 51"/>
              <a:gd name="T57" fmla="*/ 66675 h 50"/>
              <a:gd name="T58" fmla="*/ 57150 w 51"/>
              <a:gd name="T59" fmla="*/ 85725 h 50"/>
              <a:gd name="T60" fmla="*/ 47625 w 51"/>
              <a:gd name="T61" fmla="*/ 130175 h 50"/>
              <a:gd name="T62" fmla="*/ 76200 w 51"/>
              <a:gd name="T63" fmla="*/ 107950 h 50"/>
              <a:gd name="T64" fmla="*/ 92075 w 51"/>
              <a:gd name="T65" fmla="*/ 114300 h 50"/>
              <a:gd name="T66" fmla="*/ 98425 w 51"/>
              <a:gd name="T67" fmla="*/ 104775 h 50"/>
              <a:gd name="T68" fmla="*/ 136525 w 51"/>
              <a:gd name="T69" fmla="*/ 114300 h 50"/>
              <a:gd name="T70" fmla="*/ 120650 w 51"/>
              <a:gd name="T71" fmla="*/ 107950 h 50"/>
              <a:gd name="T72" fmla="*/ 107950 w 51"/>
              <a:gd name="T73" fmla="*/ 142875 h 50"/>
              <a:gd name="T74" fmla="*/ 136525 w 51"/>
              <a:gd name="T75" fmla="*/ 142875 h 50"/>
              <a:gd name="T76" fmla="*/ 142875 w 51"/>
              <a:gd name="T77" fmla="*/ 127000 h 50"/>
              <a:gd name="T78" fmla="*/ 136525 w 51"/>
              <a:gd name="T79" fmla="*/ 114300 h 5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1" h="50">
                <a:moveTo>
                  <a:pt x="35" y="42"/>
                </a:moveTo>
                <a:cubicBezTo>
                  <a:pt x="34" y="42"/>
                  <a:pt x="33" y="41"/>
                  <a:pt x="33" y="40"/>
                </a:cubicBezTo>
                <a:cubicBezTo>
                  <a:pt x="33" y="40"/>
                  <a:pt x="34" y="39"/>
                  <a:pt x="35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7"/>
                  <a:pt x="37" y="37"/>
                  <a:pt x="37" y="37"/>
                </a:cubicBezTo>
                <a:cubicBezTo>
                  <a:pt x="37" y="36"/>
                  <a:pt x="38" y="35"/>
                  <a:pt x="38" y="35"/>
                </a:cubicBezTo>
                <a:cubicBezTo>
                  <a:pt x="39" y="35"/>
                  <a:pt x="40" y="36"/>
                  <a:pt x="40" y="37"/>
                </a:cubicBezTo>
                <a:cubicBezTo>
                  <a:pt x="40" y="39"/>
                  <a:pt x="40" y="39"/>
                  <a:pt x="40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3" y="39"/>
                  <a:pt x="43" y="40"/>
                  <a:pt x="43" y="40"/>
                </a:cubicBezTo>
                <a:cubicBezTo>
                  <a:pt x="43" y="41"/>
                  <a:pt x="43" y="42"/>
                  <a:pt x="42" y="42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5"/>
                  <a:pt x="39" y="45"/>
                  <a:pt x="38" y="45"/>
                </a:cubicBezTo>
                <a:cubicBezTo>
                  <a:pt x="38" y="45"/>
                  <a:pt x="37" y="45"/>
                  <a:pt x="37" y="44"/>
                </a:cubicBezTo>
                <a:cubicBezTo>
                  <a:pt x="37" y="42"/>
                  <a:pt x="37" y="42"/>
                  <a:pt x="37" y="42"/>
                </a:cubicBezTo>
                <a:cubicBezTo>
                  <a:pt x="35" y="42"/>
                  <a:pt x="35" y="42"/>
                  <a:pt x="35" y="42"/>
                </a:cubicBezTo>
                <a:close/>
                <a:moveTo>
                  <a:pt x="38" y="30"/>
                </a:moveTo>
                <a:cubicBezTo>
                  <a:pt x="38" y="30"/>
                  <a:pt x="38" y="30"/>
                  <a:pt x="38" y="30"/>
                </a:cubicBezTo>
                <a:cubicBezTo>
                  <a:pt x="38" y="30"/>
                  <a:pt x="38" y="30"/>
                  <a:pt x="39" y="30"/>
                </a:cubicBezTo>
                <a:cubicBezTo>
                  <a:pt x="41" y="30"/>
                  <a:pt x="44" y="31"/>
                  <a:pt x="45" y="33"/>
                </a:cubicBezTo>
                <a:cubicBezTo>
                  <a:pt x="47" y="35"/>
                  <a:pt x="48" y="37"/>
                  <a:pt x="48" y="40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43"/>
                  <a:pt x="47" y="46"/>
                  <a:pt x="46" y="48"/>
                </a:cubicBezTo>
                <a:cubicBezTo>
                  <a:pt x="44" y="49"/>
                  <a:pt x="41" y="50"/>
                  <a:pt x="38" y="50"/>
                </a:cubicBezTo>
                <a:cubicBezTo>
                  <a:pt x="36" y="50"/>
                  <a:pt x="33" y="49"/>
                  <a:pt x="31" y="48"/>
                </a:cubicBezTo>
                <a:cubicBezTo>
                  <a:pt x="29" y="46"/>
                  <a:pt x="28" y="43"/>
                  <a:pt x="28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6" y="38"/>
                  <a:pt x="26" y="38"/>
                  <a:pt x="26" y="38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8"/>
                  <a:pt x="10" y="48"/>
                  <a:pt x="10" y="47"/>
                </a:cubicBezTo>
                <a:cubicBezTo>
                  <a:pt x="9" y="46"/>
                  <a:pt x="9" y="46"/>
                  <a:pt x="10" y="45"/>
                </a:cubicBezTo>
                <a:cubicBezTo>
                  <a:pt x="15" y="30"/>
                  <a:pt x="15" y="30"/>
                  <a:pt x="15" y="3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8"/>
                  <a:pt x="1" y="17"/>
                </a:cubicBezTo>
                <a:cubicBezTo>
                  <a:pt x="1" y="17"/>
                  <a:pt x="2" y="17"/>
                  <a:pt x="3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24" y="1"/>
                  <a:pt x="24" y="1"/>
                  <a:pt x="24" y="1"/>
                </a:cubicBezTo>
                <a:cubicBezTo>
                  <a:pt x="24" y="0"/>
                  <a:pt x="25" y="0"/>
                  <a:pt x="26" y="0"/>
                </a:cubicBezTo>
                <a:cubicBezTo>
                  <a:pt x="27" y="0"/>
                  <a:pt x="27" y="1"/>
                  <a:pt x="28" y="1"/>
                </a:cubicBezTo>
                <a:cubicBezTo>
                  <a:pt x="32" y="17"/>
                  <a:pt x="32" y="17"/>
                  <a:pt x="32" y="17"/>
                </a:cubicBezTo>
                <a:cubicBezTo>
                  <a:pt x="49" y="17"/>
                  <a:pt x="49" y="17"/>
                  <a:pt x="49" y="17"/>
                </a:cubicBezTo>
                <a:cubicBezTo>
                  <a:pt x="50" y="17"/>
                  <a:pt x="51" y="18"/>
                  <a:pt x="51" y="19"/>
                </a:cubicBezTo>
                <a:cubicBezTo>
                  <a:pt x="51" y="19"/>
                  <a:pt x="50" y="20"/>
                  <a:pt x="50" y="2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0"/>
                  <a:pt x="38" y="30"/>
                  <a:pt x="38" y="30"/>
                </a:cubicBezTo>
                <a:close/>
                <a:moveTo>
                  <a:pt x="31" y="33"/>
                </a:moveTo>
                <a:cubicBezTo>
                  <a:pt x="31" y="33"/>
                  <a:pt x="31" y="33"/>
                  <a:pt x="31" y="33"/>
                </a:cubicBezTo>
                <a:cubicBezTo>
                  <a:pt x="32" y="33"/>
                  <a:pt x="33" y="32"/>
                  <a:pt x="33" y="32"/>
                </a:cubicBezTo>
                <a:cubicBezTo>
                  <a:pt x="33" y="30"/>
                  <a:pt x="33" y="30"/>
                  <a:pt x="33" y="30"/>
                </a:cubicBezTo>
                <a:cubicBezTo>
                  <a:pt x="32" y="29"/>
                  <a:pt x="33" y="28"/>
                  <a:pt x="33" y="27"/>
                </a:cubicBezTo>
                <a:cubicBezTo>
                  <a:pt x="43" y="21"/>
                  <a:pt x="43" y="21"/>
                  <a:pt x="43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0" y="21"/>
                  <a:pt x="30" y="20"/>
                  <a:pt x="29" y="19"/>
                </a:cubicBezTo>
                <a:cubicBezTo>
                  <a:pt x="26" y="8"/>
                  <a:pt x="26" y="8"/>
                  <a:pt x="26" y="8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20"/>
                  <a:pt x="21" y="21"/>
                  <a:pt x="20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18" y="27"/>
                  <a:pt x="18" y="27"/>
                  <a:pt x="18" y="27"/>
                </a:cubicBezTo>
                <a:cubicBezTo>
                  <a:pt x="19" y="28"/>
                  <a:pt x="19" y="29"/>
                  <a:pt x="19" y="30"/>
                </a:cubicBezTo>
                <a:cubicBezTo>
                  <a:pt x="15" y="41"/>
                  <a:pt x="15" y="41"/>
                  <a:pt x="15" y="41"/>
                </a:cubicBezTo>
                <a:cubicBezTo>
                  <a:pt x="24" y="34"/>
                  <a:pt x="24" y="34"/>
                  <a:pt x="24" y="34"/>
                </a:cubicBezTo>
                <a:cubicBezTo>
                  <a:pt x="24" y="34"/>
                  <a:pt x="24" y="34"/>
                  <a:pt x="24" y="34"/>
                </a:cubicBezTo>
                <a:cubicBezTo>
                  <a:pt x="25" y="33"/>
                  <a:pt x="26" y="33"/>
                  <a:pt x="27" y="34"/>
                </a:cubicBezTo>
                <a:cubicBezTo>
                  <a:pt x="29" y="36"/>
                  <a:pt x="29" y="36"/>
                  <a:pt x="29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30" y="35"/>
                  <a:pt x="31" y="34"/>
                  <a:pt x="31" y="33"/>
                </a:cubicBezTo>
                <a:close/>
                <a:moveTo>
                  <a:pt x="43" y="36"/>
                </a:moveTo>
                <a:cubicBezTo>
                  <a:pt x="43" y="36"/>
                  <a:pt x="43" y="36"/>
                  <a:pt x="43" y="36"/>
                </a:cubicBezTo>
                <a:cubicBezTo>
                  <a:pt x="42" y="35"/>
                  <a:pt x="40" y="34"/>
                  <a:pt x="38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5" y="34"/>
                  <a:pt x="32" y="37"/>
                  <a:pt x="32" y="40"/>
                </a:cubicBezTo>
                <a:cubicBezTo>
                  <a:pt x="32" y="42"/>
                  <a:pt x="33" y="44"/>
                  <a:pt x="34" y="45"/>
                </a:cubicBezTo>
                <a:cubicBezTo>
                  <a:pt x="35" y="46"/>
                  <a:pt x="37" y="47"/>
                  <a:pt x="38" y="47"/>
                </a:cubicBezTo>
                <a:cubicBezTo>
                  <a:pt x="40" y="47"/>
                  <a:pt x="42" y="46"/>
                  <a:pt x="43" y="45"/>
                </a:cubicBezTo>
                <a:cubicBezTo>
                  <a:pt x="44" y="44"/>
                  <a:pt x="45" y="42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39"/>
                  <a:pt x="44" y="37"/>
                  <a:pt x="43" y="3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20" name="Freeform 354">
            <a:extLst>
              <a:ext uri="{FF2B5EF4-FFF2-40B4-BE49-F238E27FC236}">
                <a16:creationId xmlns:a16="http://schemas.microsoft.com/office/drawing/2014/main" id="{AB167F1E-B6AB-603D-6FA5-349AB2E1CC64}"/>
              </a:ext>
            </a:extLst>
          </p:cNvPr>
          <p:cNvSpPr>
            <a:spLocks noEditPoints="1"/>
          </p:cNvSpPr>
          <p:nvPr/>
        </p:nvSpPr>
        <p:spPr bwMode="auto">
          <a:xfrm>
            <a:off x="8806852" y="4794699"/>
            <a:ext cx="173567" cy="224367"/>
          </a:xfrm>
          <a:custGeom>
            <a:avLst/>
            <a:gdLst>
              <a:gd name="T0" fmla="*/ 0 w 41"/>
              <a:gd name="T1" fmla="*/ 136525 h 53"/>
              <a:gd name="T2" fmla="*/ 9525 w 41"/>
              <a:gd name="T3" fmla="*/ 117475 h 53"/>
              <a:gd name="T4" fmla="*/ 22225 w 41"/>
              <a:gd name="T5" fmla="*/ 85725 h 53"/>
              <a:gd name="T6" fmla="*/ 25400 w 41"/>
              <a:gd name="T7" fmla="*/ 69850 h 53"/>
              <a:gd name="T8" fmla="*/ 53975 w 41"/>
              <a:gd name="T9" fmla="*/ 31750 h 53"/>
              <a:gd name="T10" fmla="*/ 47625 w 41"/>
              <a:gd name="T11" fmla="*/ 19050 h 53"/>
              <a:gd name="T12" fmla="*/ 79375 w 41"/>
              <a:gd name="T13" fmla="*/ 6350 h 53"/>
              <a:gd name="T14" fmla="*/ 79375 w 41"/>
              <a:gd name="T15" fmla="*/ 31750 h 53"/>
              <a:gd name="T16" fmla="*/ 85725 w 41"/>
              <a:gd name="T17" fmla="*/ 38100 h 53"/>
              <a:gd name="T18" fmla="*/ 107950 w 41"/>
              <a:gd name="T19" fmla="*/ 82550 h 53"/>
              <a:gd name="T20" fmla="*/ 114300 w 41"/>
              <a:gd name="T21" fmla="*/ 107950 h 53"/>
              <a:gd name="T22" fmla="*/ 130175 w 41"/>
              <a:gd name="T23" fmla="*/ 136525 h 53"/>
              <a:gd name="T24" fmla="*/ 123825 w 41"/>
              <a:gd name="T25" fmla="*/ 142875 h 53"/>
              <a:gd name="T26" fmla="*/ 107950 w 41"/>
              <a:gd name="T27" fmla="*/ 161925 h 53"/>
              <a:gd name="T28" fmla="*/ 69850 w 41"/>
              <a:gd name="T29" fmla="*/ 161925 h 53"/>
              <a:gd name="T30" fmla="*/ 6350 w 41"/>
              <a:gd name="T31" fmla="*/ 142875 h 53"/>
              <a:gd name="T32" fmla="*/ 104775 w 41"/>
              <a:gd name="T33" fmla="*/ 142875 h 53"/>
              <a:gd name="T34" fmla="*/ 79375 w 41"/>
              <a:gd name="T35" fmla="*/ 152400 h 53"/>
              <a:gd name="T36" fmla="*/ 98425 w 41"/>
              <a:gd name="T37" fmla="*/ 152400 h 53"/>
              <a:gd name="T38" fmla="*/ 69850 w 41"/>
              <a:gd name="T39" fmla="*/ 130175 h 53"/>
              <a:gd name="T40" fmla="*/ 69850 w 41"/>
              <a:gd name="T41" fmla="*/ 130175 h 53"/>
              <a:gd name="T42" fmla="*/ 111125 w 41"/>
              <a:gd name="T43" fmla="*/ 130175 h 53"/>
              <a:gd name="T44" fmla="*/ 111125 w 41"/>
              <a:gd name="T45" fmla="*/ 127000 h 53"/>
              <a:gd name="T46" fmla="*/ 95250 w 41"/>
              <a:gd name="T47" fmla="*/ 85725 h 53"/>
              <a:gd name="T48" fmla="*/ 95250 w 41"/>
              <a:gd name="T49" fmla="*/ 73025 h 53"/>
              <a:gd name="T50" fmla="*/ 50800 w 41"/>
              <a:gd name="T51" fmla="*/ 47625 h 53"/>
              <a:gd name="T52" fmla="*/ 34925 w 41"/>
              <a:gd name="T53" fmla="*/ 82550 h 53"/>
              <a:gd name="T54" fmla="*/ 28575 w 41"/>
              <a:gd name="T55" fmla="*/ 111125 h 53"/>
              <a:gd name="T56" fmla="*/ 12700 w 41"/>
              <a:gd name="T57" fmla="*/ 130175 h 53"/>
              <a:gd name="T58" fmla="*/ 57150 w 41"/>
              <a:gd name="T59" fmla="*/ 12700 h 53"/>
              <a:gd name="T60" fmla="*/ 53975 w 41"/>
              <a:gd name="T61" fmla="*/ 19050 h 53"/>
              <a:gd name="T62" fmla="*/ 73025 w 41"/>
              <a:gd name="T63" fmla="*/ 28575 h 53"/>
              <a:gd name="T64" fmla="*/ 73025 w 41"/>
              <a:gd name="T65" fmla="*/ 12700 h 53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1" h="53">
                <a:moveTo>
                  <a:pt x="2" y="45"/>
                </a:moveTo>
                <a:cubicBezTo>
                  <a:pt x="1" y="45"/>
                  <a:pt x="0" y="44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0"/>
                  <a:pt x="2" y="38"/>
                  <a:pt x="3" y="37"/>
                </a:cubicBezTo>
                <a:cubicBezTo>
                  <a:pt x="4" y="36"/>
                  <a:pt x="5" y="35"/>
                  <a:pt x="6" y="34"/>
                </a:cubicBezTo>
                <a:cubicBezTo>
                  <a:pt x="6" y="31"/>
                  <a:pt x="7" y="29"/>
                  <a:pt x="7" y="27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5"/>
                  <a:pt x="7" y="23"/>
                  <a:pt x="8" y="22"/>
                </a:cubicBezTo>
                <a:cubicBezTo>
                  <a:pt x="9" y="18"/>
                  <a:pt x="10" y="14"/>
                  <a:pt x="14" y="12"/>
                </a:cubicBezTo>
                <a:cubicBezTo>
                  <a:pt x="15" y="11"/>
                  <a:pt x="16" y="11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9"/>
                  <a:pt x="15" y="8"/>
                  <a:pt x="15" y="6"/>
                </a:cubicBezTo>
                <a:cubicBezTo>
                  <a:pt x="15" y="5"/>
                  <a:pt x="16" y="3"/>
                  <a:pt x="17" y="2"/>
                </a:cubicBezTo>
                <a:cubicBezTo>
                  <a:pt x="19" y="0"/>
                  <a:pt x="22" y="0"/>
                  <a:pt x="25" y="2"/>
                </a:cubicBezTo>
                <a:cubicBezTo>
                  <a:pt x="26" y="3"/>
                  <a:pt x="26" y="5"/>
                  <a:pt x="26" y="6"/>
                </a:cubicBezTo>
                <a:cubicBezTo>
                  <a:pt x="26" y="8"/>
                  <a:pt x="26" y="9"/>
                  <a:pt x="25" y="10"/>
                </a:cubicBezTo>
                <a:cubicBezTo>
                  <a:pt x="24" y="10"/>
                  <a:pt x="24" y="10"/>
                  <a:pt x="24" y="10"/>
                </a:cubicBezTo>
                <a:cubicBezTo>
                  <a:pt x="26" y="11"/>
                  <a:pt x="26" y="11"/>
                  <a:pt x="27" y="12"/>
                </a:cubicBezTo>
                <a:cubicBezTo>
                  <a:pt x="31" y="14"/>
                  <a:pt x="33" y="18"/>
                  <a:pt x="34" y="22"/>
                </a:cubicBezTo>
                <a:cubicBezTo>
                  <a:pt x="34" y="23"/>
                  <a:pt x="34" y="25"/>
                  <a:pt x="34" y="26"/>
                </a:cubicBezTo>
                <a:cubicBezTo>
                  <a:pt x="34" y="27"/>
                  <a:pt x="34" y="27"/>
                  <a:pt x="34" y="27"/>
                </a:cubicBezTo>
                <a:cubicBezTo>
                  <a:pt x="35" y="29"/>
                  <a:pt x="35" y="31"/>
                  <a:pt x="36" y="34"/>
                </a:cubicBezTo>
                <a:cubicBezTo>
                  <a:pt x="36" y="35"/>
                  <a:pt x="37" y="36"/>
                  <a:pt x="38" y="37"/>
                </a:cubicBezTo>
                <a:cubicBezTo>
                  <a:pt x="40" y="38"/>
                  <a:pt x="41" y="40"/>
                  <a:pt x="41" y="43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4"/>
                  <a:pt x="41" y="45"/>
                  <a:pt x="39" y="45"/>
                </a:cubicBezTo>
                <a:cubicBezTo>
                  <a:pt x="37" y="45"/>
                  <a:pt x="37" y="45"/>
                  <a:pt x="37" y="45"/>
                </a:cubicBezTo>
                <a:cubicBezTo>
                  <a:pt x="36" y="47"/>
                  <a:pt x="36" y="49"/>
                  <a:pt x="34" y="51"/>
                </a:cubicBezTo>
                <a:cubicBezTo>
                  <a:pt x="33" y="52"/>
                  <a:pt x="30" y="53"/>
                  <a:pt x="28" y="53"/>
                </a:cubicBezTo>
                <a:cubicBezTo>
                  <a:pt x="26" y="53"/>
                  <a:pt x="24" y="52"/>
                  <a:pt x="22" y="51"/>
                </a:cubicBezTo>
                <a:cubicBezTo>
                  <a:pt x="21" y="49"/>
                  <a:pt x="20" y="47"/>
                  <a:pt x="20" y="45"/>
                </a:cubicBezTo>
                <a:cubicBezTo>
                  <a:pt x="2" y="45"/>
                  <a:pt x="2" y="45"/>
                  <a:pt x="2" y="45"/>
                </a:cubicBezTo>
                <a:close/>
                <a:moveTo>
                  <a:pt x="33" y="45"/>
                </a:moveTo>
                <a:cubicBezTo>
                  <a:pt x="33" y="45"/>
                  <a:pt x="33" y="45"/>
                  <a:pt x="33" y="45"/>
                </a:cubicBezTo>
                <a:cubicBezTo>
                  <a:pt x="24" y="45"/>
                  <a:pt x="24" y="45"/>
                  <a:pt x="24" y="45"/>
                </a:cubicBezTo>
                <a:cubicBezTo>
                  <a:pt x="24" y="46"/>
                  <a:pt x="24" y="47"/>
                  <a:pt x="25" y="48"/>
                </a:cubicBezTo>
                <a:cubicBezTo>
                  <a:pt x="26" y="49"/>
                  <a:pt x="27" y="49"/>
                  <a:pt x="28" y="49"/>
                </a:cubicBezTo>
                <a:cubicBezTo>
                  <a:pt x="29" y="49"/>
                  <a:pt x="30" y="49"/>
                  <a:pt x="31" y="48"/>
                </a:cubicBezTo>
                <a:cubicBezTo>
                  <a:pt x="32" y="47"/>
                  <a:pt x="33" y="46"/>
                  <a:pt x="33" y="45"/>
                </a:cubicBezTo>
                <a:close/>
                <a:moveTo>
                  <a:pt x="22" y="41"/>
                </a:move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7" y="41"/>
                  <a:pt x="37" y="41"/>
                  <a:pt x="37" y="41"/>
                </a:cubicBezTo>
                <a:cubicBezTo>
                  <a:pt x="36" y="41"/>
                  <a:pt x="36" y="40"/>
                  <a:pt x="35" y="40"/>
                </a:cubicBezTo>
                <a:cubicBezTo>
                  <a:pt x="34" y="39"/>
                  <a:pt x="32" y="37"/>
                  <a:pt x="32" y="35"/>
                </a:cubicBezTo>
                <a:cubicBezTo>
                  <a:pt x="31" y="32"/>
                  <a:pt x="31" y="30"/>
                  <a:pt x="30" y="27"/>
                </a:cubicBezTo>
                <a:cubicBezTo>
                  <a:pt x="30" y="26"/>
                  <a:pt x="30" y="26"/>
                  <a:pt x="30" y="26"/>
                </a:cubicBezTo>
                <a:cubicBezTo>
                  <a:pt x="30" y="25"/>
                  <a:pt x="30" y="24"/>
                  <a:pt x="30" y="23"/>
                </a:cubicBezTo>
                <a:cubicBezTo>
                  <a:pt x="29" y="20"/>
                  <a:pt x="28" y="17"/>
                  <a:pt x="25" y="15"/>
                </a:cubicBezTo>
                <a:cubicBezTo>
                  <a:pt x="22" y="13"/>
                  <a:pt x="19" y="13"/>
                  <a:pt x="16" y="15"/>
                </a:cubicBezTo>
                <a:cubicBezTo>
                  <a:pt x="13" y="17"/>
                  <a:pt x="12" y="20"/>
                  <a:pt x="12" y="23"/>
                </a:cubicBezTo>
                <a:cubicBezTo>
                  <a:pt x="11" y="24"/>
                  <a:pt x="11" y="25"/>
                  <a:pt x="11" y="26"/>
                </a:cubicBezTo>
                <a:cubicBezTo>
                  <a:pt x="11" y="27"/>
                  <a:pt x="11" y="27"/>
                  <a:pt x="11" y="27"/>
                </a:cubicBezTo>
                <a:cubicBezTo>
                  <a:pt x="10" y="30"/>
                  <a:pt x="10" y="32"/>
                  <a:pt x="9" y="35"/>
                </a:cubicBezTo>
                <a:cubicBezTo>
                  <a:pt x="9" y="37"/>
                  <a:pt x="7" y="39"/>
                  <a:pt x="6" y="40"/>
                </a:cubicBezTo>
                <a:cubicBezTo>
                  <a:pt x="5" y="40"/>
                  <a:pt x="5" y="41"/>
                  <a:pt x="4" y="41"/>
                </a:cubicBezTo>
                <a:cubicBezTo>
                  <a:pt x="22" y="41"/>
                  <a:pt x="22" y="41"/>
                  <a:pt x="22" y="41"/>
                </a:cubicBezTo>
                <a:close/>
                <a:moveTo>
                  <a:pt x="18" y="4"/>
                </a:moveTo>
                <a:cubicBezTo>
                  <a:pt x="18" y="4"/>
                  <a:pt x="18" y="4"/>
                  <a:pt x="18" y="4"/>
                </a:cubicBezTo>
                <a:cubicBezTo>
                  <a:pt x="18" y="5"/>
                  <a:pt x="17" y="5"/>
                  <a:pt x="17" y="6"/>
                </a:cubicBezTo>
                <a:cubicBezTo>
                  <a:pt x="17" y="7"/>
                  <a:pt x="18" y="8"/>
                  <a:pt x="18" y="9"/>
                </a:cubicBezTo>
                <a:cubicBezTo>
                  <a:pt x="20" y="10"/>
                  <a:pt x="22" y="10"/>
                  <a:pt x="23" y="9"/>
                </a:cubicBezTo>
                <a:cubicBezTo>
                  <a:pt x="24" y="8"/>
                  <a:pt x="24" y="7"/>
                  <a:pt x="24" y="6"/>
                </a:cubicBezTo>
                <a:cubicBezTo>
                  <a:pt x="24" y="5"/>
                  <a:pt x="24" y="5"/>
                  <a:pt x="23" y="4"/>
                </a:cubicBezTo>
                <a:cubicBezTo>
                  <a:pt x="22" y="3"/>
                  <a:pt x="20" y="3"/>
                  <a:pt x="18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21" name="Freeform 355">
            <a:extLst>
              <a:ext uri="{FF2B5EF4-FFF2-40B4-BE49-F238E27FC236}">
                <a16:creationId xmlns:a16="http://schemas.microsoft.com/office/drawing/2014/main" id="{CB8A4754-F878-676D-03E3-CC0E12685948}"/>
              </a:ext>
            </a:extLst>
          </p:cNvPr>
          <p:cNvSpPr>
            <a:spLocks noEditPoints="1"/>
          </p:cNvSpPr>
          <p:nvPr/>
        </p:nvSpPr>
        <p:spPr bwMode="auto">
          <a:xfrm>
            <a:off x="930734" y="1344532"/>
            <a:ext cx="196851" cy="194733"/>
          </a:xfrm>
          <a:custGeom>
            <a:avLst/>
            <a:gdLst>
              <a:gd name="T0" fmla="*/ 125171 w 46"/>
              <a:gd name="T1" fmla="*/ 22225 h 46"/>
              <a:gd name="T2" fmla="*/ 125171 w 46"/>
              <a:gd name="T3" fmla="*/ 123825 h 46"/>
              <a:gd name="T4" fmla="*/ 19257 w 46"/>
              <a:gd name="T5" fmla="*/ 123825 h 46"/>
              <a:gd name="T6" fmla="*/ 19257 w 46"/>
              <a:gd name="T7" fmla="*/ 22225 h 46"/>
              <a:gd name="T8" fmla="*/ 70609 w 46"/>
              <a:gd name="T9" fmla="*/ 136525 h 46"/>
              <a:gd name="T10" fmla="*/ 70609 w 46"/>
              <a:gd name="T11" fmla="*/ 111125 h 46"/>
              <a:gd name="T12" fmla="*/ 48143 w 46"/>
              <a:gd name="T13" fmla="*/ 117475 h 46"/>
              <a:gd name="T14" fmla="*/ 60981 w 46"/>
              <a:gd name="T15" fmla="*/ 133350 h 46"/>
              <a:gd name="T16" fmla="*/ 118752 w 46"/>
              <a:gd name="T17" fmla="*/ 28575 h 46"/>
              <a:gd name="T18" fmla="*/ 115543 w 46"/>
              <a:gd name="T19" fmla="*/ 28575 h 46"/>
              <a:gd name="T20" fmla="*/ 112333 w 46"/>
              <a:gd name="T21" fmla="*/ 69850 h 46"/>
              <a:gd name="T22" fmla="*/ 118752 w 46"/>
              <a:gd name="T23" fmla="*/ 28575 h 46"/>
              <a:gd name="T24" fmla="*/ 109124 w 46"/>
              <a:gd name="T25" fmla="*/ 22225 h 46"/>
              <a:gd name="T26" fmla="*/ 102705 w 46"/>
              <a:gd name="T27" fmla="*/ 25400 h 46"/>
              <a:gd name="T28" fmla="*/ 109124 w 46"/>
              <a:gd name="T29" fmla="*/ 22225 h 46"/>
              <a:gd name="T30" fmla="*/ 83448 w 46"/>
              <a:gd name="T31" fmla="*/ 12700 h 46"/>
              <a:gd name="T32" fmla="*/ 77029 w 46"/>
              <a:gd name="T33" fmla="*/ 34925 h 46"/>
              <a:gd name="T34" fmla="*/ 99495 w 46"/>
              <a:gd name="T35" fmla="*/ 31750 h 46"/>
              <a:gd name="T36" fmla="*/ 83448 w 46"/>
              <a:gd name="T37" fmla="*/ 12700 h 46"/>
              <a:gd name="T38" fmla="*/ 70609 w 46"/>
              <a:gd name="T39" fmla="*/ 12700 h 46"/>
              <a:gd name="T40" fmla="*/ 48143 w 46"/>
              <a:gd name="T41" fmla="*/ 28575 h 46"/>
              <a:gd name="T42" fmla="*/ 51352 w 46"/>
              <a:gd name="T43" fmla="*/ 31750 h 46"/>
              <a:gd name="T44" fmla="*/ 70609 w 46"/>
              <a:gd name="T45" fmla="*/ 12700 h 46"/>
              <a:gd name="T46" fmla="*/ 48143 w 46"/>
              <a:gd name="T47" fmla="*/ 15875 h 46"/>
              <a:gd name="T48" fmla="*/ 41724 w 46"/>
              <a:gd name="T49" fmla="*/ 28575 h 46"/>
              <a:gd name="T50" fmla="*/ 48143 w 46"/>
              <a:gd name="T51" fmla="*/ 15875 h 46"/>
              <a:gd name="T52" fmla="*/ 28886 w 46"/>
              <a:gd name="T53" fmla="*/ 28575 h 46"/>
              <a:gd name="T54" fmla="*/ 9629 w 46"/>
              <a:gd name="T55" fmla="*/ 69850 h 46"/>
              <a:gd name="T56" fmla="*/ 38514 w 46"/>
              <a:gd name="T57" fmla="*/ 34925 h 46"/>
              <a:gd name="T58" fmla="*/ 9629 w 46"/>
              <a:gd name="T59" fmla="*/ 76200 h 46"/>
              <a:gd name="T60" fmla="*/ 28886 w 46"/>
              <a:gd name="T61" fmla="*/ 117475 h 46"/>
              <a:gd name="T62" fmla="*/ 38514 w 46"/>
              <a:gd name="T63" fmla="*/ 114300 h 46"/>
              <a:gd name="T64" fmla="*/ 9629 w 46"/>
              <a:gd name="T65" fmla="*/ 76200 h 46"/>
              <a:gd name="T66" fmla="*/ 35305 w 46"/>
              <a:gd name="T67" fmla="*/ 123825 h 46"/>
              <a:gd name="T68" fmla="*/ 41724 w 46"/>
              <a:gd name="T69" fmla="*/ 123825 h 46"/>
              <a:gd name="T70" fmla="*/ 35305 w 46"/>
              <a:gd name="T71" fmla="*/ 123825 h 46"/>
              <a:gd name="T72" fmla="*/ 77029 w 46"/>
              <a:gd name="T73" fmla="*/ 136525 h 46"/>
              <a:gd name="T74" fmla="*/ 96286 w 46"/>
              <a:gd name="T75" fmla="*/ 120650 h 46"/>
              <a:gd name="T76" fmla="*/ 96286 w 46"/>
              <a:gd name="T77" fmla="*/ 114300 h 46"/>
              <a:gd name="T78" fmla="*/ 77029 w 46"/>
              <a:gd name="T79" fmla="*/ 136525 h 46"/>
              <a:gd name="T80" fmla="*/ 96286 w 46"/>
              <a:gd name="T81" fmla="*/ 130175 h 46"/>
              <a:gd name="T82" fmla="*/ 102705 w 46"/>
              <a:gd name="T83" fmla="*/ 120650 h 46"/>
              <a:gd name="T84" fmla="*/ 96286 w 46"/>
              <a:gd name="T85" fmla="*/ 130175 h 46"/>
              <a:gd name="T86" fmla="*/ 115543 w 46"/>
              <a:gd name="T87" fmla="*/ 117475 h 46"/>
              <a:gd name="T88" fmla="*/ 134800 w 46"/>
              <a:gd name="T89" fmla="*/ 76200 h 46"/>
              <a:gd name="T90" fmla="*/ 105914 w 46"/>
              <a:gd name="T91" fmla="*/ 114300 h 46"/>
              <a:gd name="T92" fmla="*/ 99495 w 46"/>
              <a:gd name="T93" fmla="*/ 38100 h 46"/>
              <a:gd name="T94" fmla="*/ 99495 w 46"/>
              <a:gd name="T95" fmla="*/ 38100 h 46"/>
              <a:gd name="T96" fmla="*/ 77029 w 46"/>
              <a:gd name="T97" fmla="*/ 69850 h 46"/>
              <a:gd name="T98" fmla="*/ 99495 w 46"/>
              <a:gd name="T99" fmla="*/ 38100 h 46"/>
              <a:gd name="T100" fmla="*/ 70609 w 46"/>
              <a:gd name="T101" fmla="*/ 41275 h 46"/>
              <a:gd name="T102" fmla="*/ 44933 w 46"/>
              <a:gd name="T103" fmla="*/ 38100 h 46"/>
              <a:gd name="T104" fmla="*/ 70609 w 46"/>
              <a:gd name="T105" fmla="*/ 69850 h 46"/>
              <a:gd name="T106" fmla="*/ 70609 w 46"/>
              <a:gd name="T107" fmla="*/ 104775 h 46"/>
              <a:gd name="T108" fmla="*/ 70609 w 46"/>
              <a:gd name="T109" fmla="*/ 76200 h 46"/>
              <a:gd name="T110" fmla="*/ 44933 w 46"/>
              <a:gd name="T111" fmla="*/ 111125 h 46"/>
              <a:gd name="T112" fmla="*/ 70609 w 46"/>
              <a:gd name="T113" fmla="*/ 104775 h 46"/>
              <a:gd name="T114" fmla="*/ 77029 w 46"/>
              <a:gd name="T115" fmla="*/ 104775 h 46"/>
              <a:gd name="T116" fmla="*/ 99495 w 46"/>
              <a:gd name="T117" fmla="*/ 111125 h 46"/>
              <a:gd name="T118" fmla="*/ 77029 w 46"/>
              <a:gd name="T119" fmla="*/ 76200 h 4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46" h="46">
                <a:moveTo>
                  <a:pt x="23" y="0"/>
                </a:moveTo>
                <a:cubicBezTo>
                  <a:pt x="29" y="0"/>
                  <a:pt x="35" y="3"/>
                  <a:pt x="39" y="7"/>
                </a:cubicBezTo>
                <a:cubicBezTo>
                  <a:pt x="43" y="11"/>
                  <a:pt x="46" y="17"/>
                  <a:pt x="46" y="23"/>
                </a:cubicBezTo>
                <a:cubicBezTo>
                  <a:pt x="46" y="30"/>
                  <a:pt x="43" y="35"/>
                  <a:pt x="39" y="39"/>
                </a:cubicBezTo>
                <a:cubicBezTo>
                  <a:pt x="35" y="44"/>
                  <a:pt x="29" y="46"/>
                  <a:pt x="23" y="46"/>
                </a:cubicBezTo>
                <a:cubicBezTo>
                  <a:pt x="16" y="46"/>
                  <a:pt x="11" y="44"/>
                  <a:pt x="6" y="39"/>
                </a:cubicBezTo>
                <a:cubicBezTo>
                  <a:pt x="2" y="35"/>
                  <a:pt x="0" y="30"/>
                  <a:pt x="0" y="23"/>
                </a:cubicBezTo>
                <a:cubicBezTo>
                  <a:pt x="0" y="17"/>
                  <a:pt x="2" y="11"/>
                  <a:pt x="6" y="7"/>
                </a:cubicBezTo>
                <a:cubicBezTo>
                  <a:pt x="11" y="3"/>
                  <a:pt x="16" y="0"/>
                  <a:pt x="23" y="0"/>
                </a:cubicBezTo>
                <a:close/>
                <a:moveTo>
                  <a:pt x="22" y="43"/>
                </a:moveTo>
                <a:cubicBezTo>
                  <a:pt x="22" y="43"/>
                  <a:pt x="22" y="43"/>
                  <a:pt x="22" y="43"/>
                </a:cubicBezTo>
                <a:cubicBezTo>
                  <a:pt x="22" y="35"/>
                  <a:pt x="22" y="35"/>
                  <a:pt x="22" y="35"/>
                </a:cubicBezTo>
                <a:cubicBezTo>
                  <a:pt x="20" y="35"/>
                  <a:pt x="18" y="36"/>
                  <a:pt x="16" y="36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7"/>
                  <a:pt x="15" y="37"/>
                  <a:pt x="15" y="38"/>
                </a:cubicBezTo>
                <a:cubicBezTo>
                  <a:pt x="17" y="40"/>
                  <a:pt x="18" y="41"/>
                  <a:pt x="19" y="42"/>
                </a:cubicBezTo>
                <a:cubicBezTo>
                  <a:pt x="20" y="43"/>
                  <a:pt x="21" y="43"/>
                  <a:pt x="22" y="43"/>
                </a:cubicBezTo>
                <a:close/>
                <a:moveTo>
                  <a:pt x="37" y="9"/>
                </a:moveTo>
                <a:cubicBezTo>
                  <a:pt x="37" y="9"/>
                  <a:pt x="37" y="9"/>
                  <a:pt x="37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5" y="10"/>
                  <a:pt x="34" y="10"/>
                  <a:pt x="33" y="11"/>
                </a:cubicBezTo>
                <a:cubicBezTo>
                  <a:pt x="35" y="14"/>
                  <a:pt x="35" y="18"/>
                  <a:pt x="35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17"/>
                  <a:pt x="40" y="13"/>
                  <a:pt x="37" y="9"/>
                </a:cubicBezTo>
                <a:close/>
                <a:moveTo>
                  <a:pt x="34" y="7"/>
                </a:moveTo>
                <a:cubicBezTo>
                  <a:pt x="34" y="7"/>
                  <a:pt x="34" y="7"/>
                  <a:pt x="34" y="7"/>
                </a:cubicBezTo>
                <a:cubicBezTo>
                  <a:pt x="33" y="7"/>
                  <a:pt x="32" y="6"/>
                  <a:pt x="30" y="5"/>
                </a:cubicBezTo>
                <a:cubicBezTo>
                  <a:pt x="31" y="6"/>
                  <a:pt x="31" y="7"/>
                  <a:pt x="32" y="8"/>
                </a:cubicBezTo>
                <a:cubicBezTo>
                  <a:pt x="32" y="8"/>
                  <a:pt x="32" y="8"/>
                  <a:pt x="32" y="9"/>
                </a:cubicBezTo>
                <a:cubicBezTo>
                  <a:pt x="33" y="8"/>
                  <a:pt x="34" y="8"/>
                  <a:pt x="34" y="7"/>
                </a:cubicBezTo>
                <a:close/>
                <a:moveTo>
                  <a:pt x="26" y="4"/>
                </a:moveTo>
                <a:cubicBezTo>
                  <a:pt x="26" y="4"/>
                  <a:pt x="26" y="4"/>
                  <a:pt x="26" y="4"/>
                </a:cubicBezTo>
                <a:cubicBezTo>
                  <a:pt x="25" y="4"/>
                  <a:pt x="24" y="4"/>
                  <a:pt x="24" y="4"/>
                </a:cubicBezTo>
                <a:cubicBezTo>
                  <a:pt x="24" y="11"/>
                  <a:pt x="24" y="11"/>
                  <a:pt x="24" y="11"/>
                </a:cubicBezTo>
                <a:cubicBezTo>
                  <a:pt x="26" y="11"/>
                  <a:pt x="28" y="11"/>
                  <a:pt x="30" y="10"/>
                </a:cubicBezTo>
                <a:cubicBezTo>
                  <a:pt x="30" y="10"/>
                  <a:pt x="30" y="10"/>
                  <a:pt x="31" y="10"/>
                </a:cubicBezTo>
                <a:cubicBezTo>
                  <a:pt x="30" y="9"/>
                  <a:pt x="30" y="9"/>
                  <a:pt x="30" y="9"/>
                </a:cubicBezTo>
                <a:cubicBezTo>
                  <a:pt x="29" y="6"/>
                  <a:pt x="27" y="5"/>
                  <a:pt x="26" y="4"/>
                </a:cubicBezTo>
                <a:close/>
                <a:moveTo>
                  <a:pt x="22" y="4"/>
                </a:moveTo>
                <a:cubicBezTo>
                  <a:pt x="22" y="4"/>
                  <a:pt x="22" y="4"/>
                  <a:pt x="22" y="4"/>
                </a:cubicBezTo>
                <a:cubicBezTo>
                  <a:pt x="21" y="4"/>
                  <a:pt x="20" y="4"/>
                  <a:pt x="19" y="4"/>
                </a:cubicBezTo>
                <a:cubicBezTo>
                  <a:pt x="18" y="5"/>
                  <a:pt x="17" y="6"/>
                  <a:pt x="15" y="9"/>
                </a:cubicBezTo>
                <a:cubicBezTo>
                  <a:pt x="15" y="9"/>
                  <a:pt x="15" y="9"/>
                  <a:pt x="15" y="10"/>
                </a:cubicBezTo>
                <a:cubicBezTo>
                  <a:pt x="15" y="10"/>
                  <a:pt x="15" y="10"/>
                  <a:pt x="16" y="10"/>
                </a:cubicBezTo>
                <a:cubicBezTo>
                  <a:pt x="18" y="11"/>
                  <a:pt x="20" y="11"/>
                  <a:pt x="22" y="11"/>
                </a:cubicBezTo>
                <a:cubicBezTo>
                  <a:pt x="22" y="4"/>
                  <a:pt x="22" y="4"/>
                  <a:pt x="22" y="4"/>
                </a:cubicBezTo>
                <a:close/>
                <a:moveTo>
                  <a:pt x="15" y="5"/>
                </a:moveTo>
                <a:cubicBezTo>
                  <a:pt x="15" y="5"/>
                  <a:pt x="15" y="5"/>
                  <a:pt x="15" y="5"/>
                </a:cubicBezTo>
                <a:cubicBezTo>
                  <a:pt x="14" y="6"/>
                  <a:pt x="12" y="7"/>
                  <a:pt x="11" y="7"/>
                </a:cubicBezTo>
                <a:cubicBezTo>
                  <a:pt x="12" y="8"/>
                  <a:pt x="12" y="8"/>
                  <a:pt x="13" y="9"/>
                </a:cubicBezTo>
                <a:cubicBezTo>
                  <a:pt x="13" y="8"/>
                  <a:pt x="13" y="8"/>
                  <a:pt x="13" y="8"/>
                </a:cubicBezTo>
                <a:cubicBezTo>
                  <a:pt x="14" y="7"/>
                  <a:pt x="14" y="6"/>
                  <a:pt x="15" y="5"/>
                </a:cubicBezTo>
                <a:close/>
                <a:moveTo>
                  <a:pt x="9" y="9"/>
                </a:move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6" y="13"/>
                  <a:pt x="3" y="17"/>
                  <a:pt x="3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18"/>
                  <a:pt x="11" y="14"/>
                  <a:pt x="12" y="11"/>
                </a:cubicBezTo>
                <a:cubicBezTo>
                  <a:pt x="11" y="10"/>
                  <a:pt x="10" y="10"/>
                  <a:pt x="9" y="9"/>
                </a:cubicBezTo>
                <a:close/>
                <a:moveTo>
                  <a:pt x="3" y="24"/>
                </a:moveTo>
                <a:cubicBezTo>
                  <a:pt x="3" y="24"/>
                  <a:pt x="3" y="24"/>
                  <a:pt x="3" y="24"/>
                </a:cubicBezTo>
                <a:cubicBezTo>
                  <a:pt x="3" y="29"/>
                  <a:pt x="6" y="34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10" y="37"/>
                  <a:pt x="11" y="36"/>
                  <a:pt x="12" y="36"/>
                </a:cubicBezTo>
                <a:cubicBezTo>
                  <a:pt x="11" y="32"/>
                  <a:pt x="10" y="28"/>
                  <a:pt x="10" y="24"/>
                </a:cubicBezTo>
                <a:cubicBezTo>
                  <a:pt x="3" y="24"/>
                  <a:pt x="3" y="24"/>
                  <a:pt x="3" y="24"/>
                </a:cubicBezTo>
                <a:close/>
                <a:moveTo>
                  <a:pt x="11" y="39"/>
                </a:moveTo>
                <a:cubicBezTo>
                  <a:pt x="11" y="39"/>
                  <a:pt x="11" y="39"/>
                  <a:pt x="11" y="39"/>
                </a:cubicBezTo>
                <a:cubicBezTo>
                  <a:pt x="12" y="40"/>
                  <a:pt x="14" y="41"/>
                  <a:pt x="15" y="41"/>
                </a:cubicBezTo>
                <a:cubicBezTo>
                  <a:pt x="14" y="40"/>
                  <a:pt x="14" y="40"/>
                  <a:pt x="13" y="39"/>
                </a:cubicBezTo>
                <a:cubicBezTo>
                  <a:pt x="13" y="38"/>
                  <a:pt x="13" y="38"/>
                  <a:pt x="13" y="38"/>
                </a:cubicBezTo>
                <a:cubicBezTo>
                  <a:pt x="12" y="38"/>
                  <a:pt x="12" y="38"/>
                  <a:pt x="11" y="39"/>
                </a:cubicBezTo>
                <a:close/>
                <a:moveTo>
                  <a:pt x="24" y="43"/>
                </a:moveTo>
                <a:cubicBezTo>
                  <a:pt x="24" y="43"/>
                  <a:pt x="24" y="43"/>
                  <a:pt x="24" y="43"/>
                </a:cubicBezTo>
                <a:cubicBezTo>
                  <a:pt x="24" y="43"/>
                  <a:pt x="25" y="43"/>
                  <a:pt x="26" y="42"/>
                </a:cubicBezTo>
                <a:cubicBezTo>
                  <a:pt x="27" y="41"/>
                  <a:pt x="29" y="40"/>
                  <a:pt x="30" y="38"/>
                </a:cubicBezTo>
                <a:cubicBezTo>
                  <a:pt x="30" y="37"/>
                  <a:pt x="30" y="37"/>
                  <a:pt x="31" y="37"/>
                </a:cubicBezTo>
                <a:cubicBezTo>
                  <a:pt x="30" y="37"/>
                  <a:pt x="30" y="37"/>
                  <a:pt x="30" y="36"/>
                </a:cubicBezTo>
                <a:cubicBezTo>
                  <a:pt x="28" y="36"/>
                  <a:pt x="26" y="35"/>
                  <a:pt x="24" y="35"/>
                </a:cubicBezTo>
                <a:cubicBezTo>
                  <a:pt x="24" y="43"/>
                  <a:pt x="24" y="43"/>
                  <a:pt x="24" y="43"/>
                </a:cubicBezTo>
                <a:close/>
                <a:moveTo>
                  <a:pt x="30" y="41"/>
                </a:moveTo>
                <a:cubicBezTo>
                  <a:pt x="30" y="41"/>
                  <a:pt x="30" y="41"/>
                  <a:pt x="30" y="41"/>
                </a:cubicBezTo>
                <a:cubicBezTo>
                  <a:pt x="32" y="41"/>
                  <a:pt x="33" y="40"/>
                  <a:pt x="34" y="39"/>
                </a:cubicBezTo>
                <a:cubicBezTo>
                  <a:pt x="34" y="38"/>
                  <a:pt x="33" y="38"/>
                  <a:pt x="32" y="38"/>
                </a:cubicBezTo>
                <a:cubicBezTo>
                  <a:pt x="32" y="38"/>
                  <a:pt x="32" y="38"/>
                  <a:pt x="32" y="39"/>
                </a:cubicBezTo>
                <a:cubicBezTo>
                  <a:pt x="31" y="40"/>
                  <a:pt x="31" y="40"/>
                  <a:pt x="30" y="41"/>
                </a:cubicBezTo>
                <a:close/>
                <a:moveTo>
                  <a:pt x="36" y="37"/>
                </a:moveTo>
                <a:cubicBezTo>
                  <a:pt x="36" y="37"/>
                  <a:pt x="36" y="37"/>
                  <a:pt x="36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40" y="34"/>
                  <a:pt x="42" y="29"/>
                  <a:pt x="42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8"/>
                  <a:pt x="35" y="32"/>
                  <a:pt x="33" y="36"/>
                </a:cubicBezTo>
                <a:cubicBezTo>
                  <a:pt x="34" y="36"/>
                  <a:pt x="35" y="37"/>
                  <a:pt x="36" y="37"/>
                </a:cubicBezTo>
                <a:close/>
                <a:moveTo>
                  <a:pt x="31" y="12"/>
                </a:move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28" y="13"/>
                  <a:pt x="26" y="13"/>
                  <a:pt x="24" y="13"/>
                </a:cubicBezTo>
                <a:cubicBezTo>
                  <a:pt x="24" y="22"/>
                  <a:pt x="24" y="22"/>
                  <a:pt x="24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18"/>
                  <a:pt x="33" y="15"/>
                  <a:pt x="31" y="12"/>
                </a:cubicBezTo>
                <a:close/>
                <a:moveTo>
                  <a:pt x="22" y="13"/>
                </a:moveTo>
                <a:cubicBezTo>
                  <a:pt x="22" y="13"/>
                  <a:pt x="22" y="13"/>
                  <a:pt x="22" y="13"/>
                </a:cubicBezTo>
                <a:cubicBezTo>
                  <a:pt x="19" y="13"/>
                  <a:pt x="17" y="13"/>
                  <a:pt x="15" y="12"/>
                </a:cubicBezTo>
                <a:cubicBezTo>
                  <a:pt x="15" y="12"/>
                  <a:pt x="14" y="12"/>
                  <a:pt x="14" y="12"/>
                </a:cubicBezTo>
                <a:cubicBezTo>
                  <a:pt x="13" y="15"/>
                  <a:pt x="12" y="18"/>
                  <a:pt x="1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13"/>
                  <a:pt x="22" y="13"/>
                  <a:pt x="22" y="13"/>
                </a:cubicBezTo>
                <a:close/>
                <a:moveTo>
                  <a:pt x="22" y="33"/>
                </a:moveTo>
                <a:cubicBezTo>
                  <a:pt x="22" y="33"/>
                  <a:pt x="22" y="33"/>
                  <a:pt x="22" y="33"/>
                </a:cubicBezTo>
                <a:cubicBezTo>
                  <a:pt x="22" y="24"/>
                  <a:pt x="22" y="24"/>
                  <a:pt x="22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8"/>
                  <a:pt x="13" y="32"/>
                  <a:pt x="14" y="35"/>
                </a:cubicBezTo>
                <a:cubicBezTo>
                  <a:pt x="14" y="35"/>
                  <a:pt x="15" y="35"/>
                  <a:pt x="15" y="34"/>
                </a:cubicBezTo>
                <a:cubicBezTo>
                  <a:pt x="17" y="34"/>
                  <a:pt x="19" y="33"/>
                  <a:pt x="22" y="33"/>
                </a:cubicBezTo>
                <a:close/>
                <a:moveTo>
                  <a:pt x="24" y="33"/>
                </a:moveTo>
                <a:cubicBezTo>
                  <a:pt x="24" y="33"/>
                  <a:pt x="24" y="33"/>
                  <a:pt x="24" y="33"/>
                </a:cubicBezTo>
                <a:cubicBezTo>
                  <a:pt x="26" y="33"/>
                  <a:pt x="28" y="34"/>
                  <a:pt x="31" y="34"/>
                </a:cubicBezTo>
                <a:cubicBezTo>
                  <a:pt x="31" y="35"/>
                  <a:pt x="31" y="35"/>
                  <a:pt x="31" y="35"/>
                </a:cubicBezTo>
                <a:cubicBezTo>
                  <a:pt x="33" y="32"/>
                  <a:pt x="33" y="28"/>
                  <a:pt x="33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33"/>
                  <a:pt x="24" y="33"/>
                  <a:pt x="24" y="3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22" name="Freeform 356">
            <a:extLst>
              <a:ext uri="{FF2B5EF4-FFF2-40B4-BE49-F238E27FC236}">
                <a16:creationId xmlns:a16="http://schemas.microsoft.com/office/drawing/2014/main" id="{8C5CE15F-4860-8E8D-5B90-C5E9D0FFB932}"/>
              </a:ext>
            </a:extLst>
          </p:cNvPr>
          <p:cNvSpPr>
            <a:spLocks noEditPoints="1"/>
          </p:cNvSpPr>
          <p:nvPr/>
        </p:nvSpPr>
        <p:spPr bwMode="auto">
          <a:xfrm>
            <a:off x="8421618" y="2601832"/>
            <a:ext cx="194733" cy="169333"/>
          </a:xfrm>
          <a:custGeom>
            <a:avLst/>
            <a:gdLst>
              <a:gd name="T0" fmla="*/ 142875 w 46"/>
              <a:gd name="T1" fmla="*/ 0 h 40"/>
              <a:gd name="T2" fmla="*/ 6350 w 46"/>
              <a:gd name="T3" fmla="*/ 0 h 40"/>
              <a:gd name="T4" fmla="*/ 0 w 46"/>
              <a:gd name="T5" fmla="*/ 6350 h 40"/>
              <a:gd name="T6" fmla="*/ 0 w 46"/>
              <a:gd name="T7" fmla="*/ 120650 h 40"/>
              <a:gd name="T8" fmla="*/ 6350 w 46"/>
              <a:gd name="T9" fmla="*/ 127000 h 40"/>
              <a:gd name="T10" fmla="*/ 142875 w 46"/>
              <a:gd name="T11" fmla="*/ 127000 h 40"/>
              <a:gd name="T12" fmla="*/ 146050 w 46"/>
              <a:gd name="T13" fmla="*/ 120650 h 40"/>
              <a:gd name="T14" fmla="*/ 146050 w 46"/>
              <a:gd name="T15" fmla="*/ 6350 h 40"/>
              <a:gd name="T16" fmla="*/ 142875 w 46"/>
              <a:gd name="T17" fmla="*/ 0 h 40"/>
              <a:gd name="T18" fmla="*/ 136525 w 46"/>
              <a:gd name="T19" fmla="*/ 114300 h 40"/>
              <a:gd name="T20" fmla="*/ 136525 w 46"/>
              <a:gd name="T21" fmla="*/ 114300 h 40"/>
              <a:gd name="T22" fmla="*/ 12700 w 46"/>
              <a:gd name="T23" fmla="*/ 114300 h 40"/>
              <a:gd name="T24" fmla="*/ 12700 w 46"/>
              <a:gd name="T25" fmla="*/ 101600 h 40"/>
              <a:gd name="T26" fmla="*/ 41275 w 46"/>
              <a:gd name="T27" fmla="*/ 73025 h 40"/>
              <a:gd name="T28" fmla="*/ 60325 w 46"/>
              <a:gd name="T29" fmla="*/ 92075 h 40"/>
              <a:gd name="T30" fmla="*/ 60325 w 46"/>
              <a:gd name="T31" fmla="*/ 92075 h 40"/>
              <a:gd name="T32" fmla="*/ 60325 w 46"/>
              <a:gd name="T33" fmla="*/ 92075 h 40"/>
              <a:gd name="T34" fmla="*/ 60325 w 46"/>
              <a:gd name="T35" fmla="*/ 92075 h 40"/>
              <a:gd name="T36" fmla="*/ 60325 w 46"/>
              <a:gd name="T37" fmla="*/ 92075 h 40"/>
              <a:gd name="T38" fmla="*/ 60325 w 46"/>
              <a:gd name="T39" fmla="*/ 92075 h 40"/>
              <a:gd name="T40" fmla="*/ 60325 w 46"/>
              <a:gd name="T41" fmla="*/ 92075 h 40"/>
              <a:gd name="T42" fmla="*/ 73025 w 46"/>
              <a:gd name="T43" fmla="*/ 104775 h 40"/>
              <a:gd name="T44" fmla="*/ 76200 w 46"/>
              <a:gd name="T45" fmla="*/ 104775 h 40"/>
              <a:gd name="T46" fmla="*/ 76200 w 46"/>
              <a:gd name="T47" fmla="*/ 101600 h 40"/>
              <a:gd name="T48" fmla="*/ 66675 w 46"/>
              <a:gd name="T49" fmla="*/ 92075 h 40"/>
              <a:gd name="T50" fmla="*/ 95250 w 46"/>
              <a:gd name="T51" fmla="*/ 63500 h 40"/>
              <a:gd name="T52" fmla="*/ 136525 w 46"/>
              <a:gd name="T53" fmla="*/ 104775 h 40"/>
              <a:gd name="T54" fmla="*/ 136525 w 46"/>
              <a:gd name="T55" fmla="*/ 114300 h 40"/>
              <a:gd name="T56" fmla="*/ 136525 w 46"/>
              <a:gd name="T57" fmla="*/ 95250 h 40"/>
              <a:gd name="T58" fmla="*/ 136525 w 46"/>
              <a:gd name="T59" fmla="*/ 95250 h 40"/>
              <a:gd name="T60" fmla="*/ 98425 w 46"/>
              <a:gd name="T61" fmla="*/ 57150 h 40"/>
              <a:gd name="T62" fmla="*/ 92075 w 46"/>
              <a:gd name="T63" fmla="*/ 57150 h 40"/>
              <a:gd name="T64" fmla="*/ 63500 w 46"/>
              <a:gd name="T65" fmla="*/ 85725 h 40"/>
              <a:gd name="T66" fmla="*/ 44450 w 46"/>
              <a:gd name="T67" fmla="*/ 66675 h 40"/>
              <a:gd name="T68" fmla="*/ 38100 w 46"/>
              <a:gd name="T69" fmla="*/ 66675 h 40"/>
              <a:gd name="T70" fmla="*/ 12700 w 46"/>
              <a:gd name="T71" fmla="*/ 92075 h 40"/>
              <a:gd name="T72" fmla="*/ 12700 w 46"/>
              <a:gd name="T73" fmla="*/ 12700 h 40"/>
              <a:gd name="T74" fmla="*/ 136525 w 46"/>
              <a:gd name="T75" fmla="*/ 12700 h 40"/>
              <a:gd name="T76" fmla="*/ 136525 w 46"/>
              <a:gd name="T77" fmla="*/ 95250 h 40"/>
              <a:gd name="T78" fmla="*/ 44450 w 46"/>
              <a:gd name="T79" fmla="*/ 57150 h 40"/>
              <a:gd name="T80" fmla="*/ 44450 w 46"/>
              <a:gd name="T81" fmla="*/ 57150 h 40"/>
              <a:gd name="T82" fmla="*/ 63500 w 46"/>
              <a:gd name="T83" fmla="*/ 38100 h 40"/>
              <a:gd name="T84" fmla="*/ 44450 w 46"/>
              <a:gd name="T85" fmla="*/ 19050 h 40"/>
              <a:gd name="T86" fmla="*/ 22225 w 46"/>
              <a:gd name="T87" fmla="*/ 38100 h 40"/>
              <a:gd name="T88" fmla="*/ 44450 w 46"/>
              <a:gd name="T89" fmla="*/ 57150 h 40"/>
              <a:gd name="T90" fmla="*/ 44450 w 46"/>
              <a:gd name="T91" fmla="*/ 25400 h 40"/>
              <a:gd name="T92" fmla="*/ 44450 w 46"/>
              <a:gd name="T93" fmla="*/ 25400 h 40"/>
              <a:gd name="T94" fmla="*/ 57150 w 46"/>
              <a:gd name="T95" fmla="*/ 38100 h 40"/>
              <a:gd name="T96" fmla="*/ 44450 w 46"/>
              <a:gd name="T97" fmla="*/ 50800 h 40"/>
              <a:gd name="T98" fmla="*/ 28575 w 46"/>
              <a:gd name="T99" fmla="*/ 38100 h 40"/>
              <a:gd name="T100" fmla="*/ 44450 w 46"/>
              <a:gd name="T101" fmla="*/ 25400 h 4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46" h="40">
                <a:moveTo>
                  <a:pt x="45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9"/>
                  <a:pt x="1" y="40"/>
                  <a:pt x="2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6" y="39"/>
                  <a:pt x="46" y="38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1"/>
                  <a:pt x="46" y="0"/>
                  <a:pt x="45" y="0"/>
                </a:cubicBezTo>
                <a:close/>
                <a:moveTo>
                  <a:pt x="43" y="36"/>
                </a:moveTo>
                <a:cubicBezTo>
                  <a:pt x="43" y="36"/>
                  <a:pt x="43" y="36"/>
                  <a:pt x="43" y="36"/>
                </a:cubicBezTo>
                <a:cubicBezTo>
                  <a:pt x="4" y="36"/>
                  <a:pt x="4" y="36"/>
                  <a:pt x="4" y="36"/>
                </a:cubicBezTo>
                <a:cubicBezTo>
                  <a:pt x="4" y="32"/>
                  <a:pt x="4" y="32"/>
                  <a:pt x="4" y="32"/>
                </a:cubicBezTo>
                <a:cubicBezTo>
                  <a:pt x="13" y="23"/>
                  <a:pt x="13" y="23"/>
                  <a:pt x="13" y="23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4" y="33"/>
                  <a:pt x="24" y="33"/>
                </a:cubicBezTo>
                <a:cubicBezTo>
                  <a:pt x="25" y="33"/>
                  <a:pt x="25" y="32"/>
                  <a:pt x="24" y="32"/>
                </a:cubicBezTo>
                <a:cubicBezTo>
                  <a:pt x="21" y="29"/>
                  <a:pt x="21" y="29"/>
                  <a:pt x="21" y="29"/>
                </a:cubicBezTo>
                <a:cubicBezTo>
                  <a:pt x="30" y="20"/>
                  <a:pt x="30" y="20"/>
                  <a:pt x="30" y="20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36"/>
                  <a:pt x="43" y="36"/>
                  <a:pt x="43" y="36"/>
                </a:cubicBezTo>
                <a:close/>
                <a:moveTo>
                  <a:pt x="43" y="30"/>
                </a:moveTo>
                <a:cubicBezTo>
                  <a:pt x="43" y="30"/>
                  <a:pt x="43" y="30"/>
                  <a:pt x="43" y="30"/>
                </a:cubicBezTo>
                <a:cubicBezTo>
                  <a:pt x="31" y="18"/>
                  <a:pt x="31" y="18"/>
                  <a:pt x="31" y="18"/>
                </a:cubicBezTo>
                <a:cubicBezTo>
                  <a:pt x="30" y="17"/>
                  <a:pt x="30" y="17"/>
                  <a:pt x="29" y="18"/>
                </a:cubicBezTo>
                <a:cubicBezTo>
                  <a:pt x="20" y="27"/>
                  <a:pt x="20" y="27"/>
                  <a:pt x="20" y="27"/>
                </a:cubicBezTo>
                <a:cubicBezTo>
                  <a:pt x="14" y="21"/>
                  <a:pt x="14" y="21"/>
                  <a:pt x="14" y="21"/>
                </a:cubicBezTo>
                <a:cubicBezTo>
                  <a:pt x="13" y="20"/>
                  <a:pt x="12" y="20"/>
                  <a:pt x="12" y="21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4"/>
                  <a:pt x="4" y="4"/>
                  <a:pt x="4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30"/>
                  <a:pt x="43" y="30"/>
                  <a:pt x="43" y="30"/>
                </a:cubicBezTo>
                <a:close/>
                <a:moveTo>
                  <a:pt x="14" y="18"/>
                </a:moveTo>
                <a:cubicBezTo>
                  <a:pt x="14" y="18"/>
                  <a:pt x="14" y="18"/>
                  <a:pt x="14" y="18"/>
                </a:cubicBezTo>
                <a:cubicBezTo>
                  <a:pt x="17" y="18"/>
                  <a:pt x="20" y="15"/>
                  <a:pt x="20" y="12"/>
                </a:cubicBezTo>
                <a:cubicBezTo>
                  <a:pt x="20" y="8"/>
                  <a:pt x="17" y="6"/>
                  <a:pt x="14" y="6"/>
                </a:cubicBezTo>
                <a:cubicBezTo>
                  <a:pt x="10" y="6"/>
                  <a:pt x="7" y="8"/>
                  <a:pt x="7" y="12"/>
                </a:cubicBezTo>
                <a:cubicBezTo>
                  <a:pt x="7" y="15"/>
                  <a:pt x="10" y="18"/>
                  <a:pt x="14" y="18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6" y="8"/>
                  <a:pt x="18" y="9"/>
                  <a:pt x="18" y="12"/>
                </a:cubicBezTo>
                <a:cubicBezTo>
                  <a:pt x="18" y="14"/>
                  <a:pt x="16" y="16"/>
                  <a:pt x="14" y="16"/>
                </a:cubicBezTo>
                <a:cubicBezTo>
                  <a:pt x="11" y="16"/>
                  <a:pt x="9" y="14"/>
                  <a:pt x="9" y="12"/>
                </a:cubicBezTo>
                <a:cubicBezTo>
                  <a:pt x="9" y="9"/>
                  <a:pt x="11" y="8"/>
                  <a:pt x="14" y="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23" name="Freeform 357">
            <a:extLst>
              <a:ext uri="{FF2B5EF4-FFF2-40B4-BE49-F238E27FC236}">
                <a16:creationId xmlns:a16="http://schemas.microsoft.com/office/drawing/2014/main" id="{809579FB-DDDD-7D6A-5713-19DD29F6C886}"/>
              </a:ext>
            </a:extLst>
          </p:cNvPr>
          <p:cNvSpPr>
            <a:spLocks noEditPoints="1"/>
          </p:cNvSpPr>
          <p:nvPr/>
        </p:nvSpPr>
        <p:spPr bwMode="auto">
          <a:xfrm>
            <a:off x="4630667" y="1795381"/>
            <a:ext cx="196851" cy="160867"/>
          </a:xfrm>
          <a:custGeom>
            <a:avLst/>
            <a:gdLst>
              <a:gd name="T0" fmla="*/ 128381 w 46"/>
              <a:gd name="T1" fmla="*/ 44450 h 38"/>
              <a:gd name="T2" fmla="*/ 115543 w 46"/>
              <a:gd name="T3" fmla="*/ 44450 h 38"/>
              <a:gd name="T4" fmla="*/ 35305 w 46"/>
              <a:gd name="T5" fmla="*/ 19050 h 38"/>
              <a:gd name="T6" fmla="*/ 16048 w 46"/>
              <a:gd name="T7" fmla="*/ 19050 h 38"/>
              <a:gd name="T8" fmla="*/ 35305 w 46"/>
              <a:gd name="T9" fmla="*/ 22225 h 38"/>
              <a:gd name="T10" fmla="*/ 9629 w 46"/>
              <a:gd name="T11" fmla="*/ 22225 h 38"/>
              <a:gd name="T12" fmla="*/ 6419 w 46"/>
              <a:gd name="T13" fmla="*/ 22225 h 38"/>
              <a:gd name="T14" fmla="*/ 0 w 46"/>
              <a:gd name="T15" fmla="*/ 25400 h 38"/>
              <a:gd name="T16" fmla="*/ 0 w 46"/>
              <a:gd name="T17" fmla="*/ 114300 h 38"/>
              <a:gd name="T18" fmla="*/ 141219 w 46"/>
              <a:gd name="T19" fmla="*/ 120650 h 38"/>
              <a:gd name="T20" fmla="*/ 147638 w 46"/>
              <a:gd name="T21" fmla="*/ 114300 h 38"/>
              <a:gd name="T22" fmla="*/ 147638 w 46"/>
              <a:gd name="T23" fmla="*/ 25400 h 38"/>
              <a:gd name="T24" fmla="*/ 112333 w 46"/>
              <a:gd name="T25" fmla="*/ 22225 h 38"/>
              <a:gd name="T26" fmla="*/ 102705 w 46"/>
              <a:gd name="T27" fmla="*/ 0 h 38"/>
              <a:gd name="T28" fmla="*/ 41724 w 46"/>
              <a:gd name="T29" fmla="*/ 3175 h 38"/>
              <a:gd name="T30" fmla="*/ 12838 w 46"/>
              <a:gd name="T31" fmla="*/ 12700 h 38"/>
              <a:gd name="T32" fmla="*/ 9629 w 46"/>
              <a:gd name="T33" fmla="*/ 15875 h 38"/>
              <a:gd name="T34" fmla="*/ 73819 w 46"/>
              <a:gd name="T35" fmla="*/ 44450 h 38"/>
              <a:gd name="T36" fmla="*/ 86657 w 46"/>
              <a:gd name="T37" fmla="*/ 47625 h 38"/>
              <a:gd name="T38" fmla="*/ 73819 w 46"/>
              <a:gd name="T39" fmla="*/ 82550 h 38"/>
              <a:gd name="T40" fmla="*/ 73819 w 46"/>
              <a:gd name="T41" fmla="*/ 44450 h 38"/>
              <a:gd name="T42" fmla="*/ 83448 w 46"/>
              <a:gd name="T43" fmla="*/ 53975 h 38"/>
              <a:gd name="T44" fmla="*/ 73819 w 46"/>
              <a:gd name="T45" fmla="*/ 76200 h 38"/>
              <a:gd name="T46" fmla="*/ 73819 w 46"/>
              <a:gd name="T47" fmla="*/ 50800 h 38"/>
              <a:gd name="T48" fmla="*/ 38514 w 46"/>
              <a:gd name="T49" fmla="*/ 31750 h 38"/>
              <a:gd name="T50" fmla="*/ 9629 w 46"/>
              <a:gd name="T51" fmla="*/ 31750 h 38"/>
              <a:gd name="T52" fmla="*/ 134800 w 46"/>
              <a:gd name="T53" fmla="*/ 107950 h 38"/>
              <a:gd name="T54" fmla="*/ 109124 w 46"/>
              <a:gd name="T55" fmla="*/ 31750 h 38"/>
              <a:gd name="T56" fmla="*/ 96286 w 46"/>
              <a:gd name="T57" fmla="*/ 12700 h 38"/>
              <a:gd name="T58" fmla="*/ 44933 w 46"/>
              <a:gd name="T59" fmla="*/ 28575 h 38"/>
              <a:gd name="T60" fmla="*/ 73819 w 46"/>
              <a:gd name="T61" fmla="*/ 22225 h 38"/>
              <a:gd name="T62" fmla="*/ 112333 w 46"/>
              <a:gd name="T63" fmla="*/ 63500 h 38"/>
              <a:gd name="T64" fmla="*/ 35305 w 46"/>
              <a:gd name="T65" fmla="*/ 63500 h 38"/>
              <a:gd name="T66" fmla="*/ 73819 w 46"/>
              <a:gd name="T67" fmla="*/ 34925 h 38"/>
              <a:gd name="T68" fmla="*/ 102705 w 46"/>
              <a:gd name="T69" fmla="*/ 63500 h 38"/>
              <a:gd name="T70" fmla="*/ 44933 w 46"/>
              <a:gd name="T71" fmla="*/ 63500 h 3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6" h="38">
                <a:moveTo>
                  <a:pt x="38" y="13"/>
                </a:moveTo>
                <a:cubicBezTo>
                  <a:pt x="39" y="13"/>
                  <a:pt x="40" y="13"/>
                  <a:pt x="40" y="14"/>
                </a:cubicBezTo>
                <a:cubicBezTo>
                  <a:pt x="40" y="15"/>
                  <a:pt x="39" y="16"/>
                  <a:pt x="38" y="16"/>
                </a:cubicBezTo>
                <a:cubicBezTo>
                  <a:pt x="37" y="16"/>
                  <a:pt x="36" y="15"/>
                  <a:pt x="36" y="14"/>
                </a:cubicBezTo>
                <a:cubicBezTo>
                  <a:pt x="36" y="13"/>
                  <a:pt x="37" y="13"/>
                  <a:pt x="38" y="13"/>
                </a:cubicBezTo>
                <a:close/>
                <a:moveTo>
                  <a:pt x="11" y="6"/>
                </a:moveTo>
                <a:cubicBezTo>
                  <a:pt x="11" y="6"/>
                  <a:pt x="11" y="6"/>
                  <a:pt x="11" y="6"/>
                </a:cubicBezTo>
                <a:cubicBezTo>
                  <a:pt x="5" y="6"/>
                  <a:pt x="5" y="6"/>
                  <a:pt x="5" y="6"/>
                </a:cubicBezTo>
                <a:cubicBezTo>
                  <a:pt x="5" y="7"/>
                  <a:pt x="5" y="7"/>
                  <a:pt x="5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6"/>
                  <a:pt x="11" y="6"/>
                  <a:pt x="11" y="6"/>
                </a:cubicBezTo>
                <a:close/>
                <a:moveTo>
                  <a:pt x="3" y="7"/>
                </a:moveTo>
                <a:cubicBezTo>
                  <a:pt x="3" y="7"/>
                  <a:pt x="3" y="7"/>
                  <a:pt x="3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1" y="7"/>
                  <a:pt x="0" y="7"/>
                  <a:pt x="0" y="8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7"/>
                  <a:pt x="1" y="38"/>
                  <a:pt x="2" y="38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38"/>
                  <a:pt x="44" y="38"/>
                  <a:pt x="44" y="38"/>
                </a:cubicBezTo>
                <a:cubicBezTo>
                  <a:pt x="45" y="38"/>
                  <a:pt x="46" y="37"/>
                  <a:pt x="46" y="36"/>
                </a:cubicBezTo>
                <a:cubicBezTo>
                  <a:pt x="46" y="8"/>
                  <a:pt x="46" y="8"/>
                  <a:pt x="46" y="8"/>
                </a:cubicBezTo>
                <a:cubicBezTo>
                  <a:pt x="46" y="8"/>
                  <a:pt x="46" y="8"/>
                  <a:pt x="46" y="8"/>
                </a:cubicBezTo>
                <a:cubicBezTo>
                  <a:pt x="46" y="7"/>
                  <a:pt x="45" y="7"/>
                  <a:pt x="44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2" y="0"/>
                  <a:pt x="32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3" y="1"/>
                  <a:pt x="13" y="1"/>
                </a:cubicBezTo>
                <a:cubicBezTo>
                  <a:pt x="12" y="4"/>
                  <a:pt x="12" y="4"/>
                  <a:pt x="12" y="4"/>
                </a:cubicBezTo>
                <a:cubicBezTo>
                  <a:pt x="4" y="4"/>
                  <a:pt x="4" y="4"/>
                  <a:pt x="4" y="4"/>
                </a:cubicBezTo>
                <a:cubicBezTo>
                  <a:pt x="3" y="4"/>
                  <a:pt x="3" y="4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7"/>
                  <a:pt x="3" y="7"/>
                  <a:pt x="3" y="7"/>
                </a:cubicBezTo>
                <a:close/>
                <a:moveTo>
                  <a:pt x="23" y="14"/>
                </a:moveTo>
                <a:cubicBezTo>
                  <a:pt x="23" y="14"/>
                  <a:pt x="23" y="14"/>
                  <a:pt x="23" y="14"/>
                </a:cubicBezTo>
                <a:cubicBezTo>
                  <a:pt x="25" y="14"/>
                  <a:pt x="26" y="14"/>
                  <a:pt x="27" y="15"/>
                </a:cubicBezTo>
                <a:cubicBezTo>
                  <a:pt x="28" y="17"/>
                  <a:pt x="29" y="18"/>
                  <a:pt x="29" y="20"/>
                </a:cubicBezTo>
                <a:cubicBezTo>
                  <a:pt x="29" y="23"/>
                  <a:pt x="26" y="26"/>
                  <a:pt x="23" y="26"/>
                </a:cubicBezTo>
                <a:cubicBezTo>
                  <a:pt x="20" y="26"/>
                  <a:pt x="17" y="23"/>
                  <a:pt x="17" y="20"/>
                </a:cubicBezTo>
                <a:cubicBezTo>
                  <a:pt x="17" y="16"/>
                  <a:pt x="20" y="14"/>
                  <a:pt x="23" y="14"/>
                </a:cubicBezTo>
                <a:close/>
                <a:moveTo>
                  <a:pt x="26" y="17"/>
                </a:moveTo>
                <a:cubicBezTo>
                  <a:pt x="26" y="17"/>
                  <a:pt x="26" y="17"/>
                  <a:pt x="26" y="17"/>
                </a:cubicBezTo>
                <a:cubicBezTo>
                  <a:pt x="26" y="18"/>
                  <a:pt x="27" y="19"/>
                  <a:pt x="27" y="20"/>
                </a:cubicBezTo>
                <a:cubicBezTo>
                  <a:pt x="27" y="22"/>
                  <a:pt x="25" y="24"/>
                  <a:pt x="23" y="24"/>
                </a:cubicBezTo>
                <a:cubicBezTo>
                  <a:pt x="21" y="24"/>
                  <a:pt x="19" y="22"/>
                  <a:pt x="19" y="20"/>
                </a:cubicBezTo>
                <a:cubicBezTo>
                  <a:pt x="19" y="18"/>
                  <a:pt x="21" y="16"/>
                  <a:pt x="23" y="16"/>
                </a:cubicBezTo>
                <a:cubicBezTo>
                  <a:pt x="24" y="16"/>
                  <a:pt x="25" y="16"/>
                  <a:pt x="26" y="17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34"/>
                  <a:pt x="3" y="34"/>
                  <a:pt x="3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10"/>
                  <a:pt x="42" y="10"/>
                  <a:pt x="42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3" y="10"/>
                  <a:pt x="33" y="10"/>
                  <a:pt x="32" y="9"/>
                </a:cubicBezTo>
                <a:cubicBezTo>
                  <a:pt x="30" y="4"/>
                  <a:pt x="30" y="4"/>
                  <a:pt x="30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4" y="9"/>
                  <a:pt x="14" y="9"/>
                  <a:pt x="14" y="9"/>
                </a:cubicBezTo>
                <a:cubicBezTo>
                  <a:pt x="13" y="10"/>
                  <a:pt x="13" y="10"/>
                  <a:pt x="12" y="10"/>
                </a:cubicBezTo>
                <a:close/>
                <a:moveTo>
                  <a:pt x="23" y="7"/>
                </a:moveTo>
                <a:cubicBezTo>
                  <a:pt x="23" y="7"/>
                  <a:pt x="23" y="7"/>
                  <a:pt x="23" y="7"/>
                </a:cubicBezTo>
                <a:cubicBezTo>
                  <a:pt x="30" y="7"/>
                  <a:pt x="35" y="13"/>
                  <a:pt x="35" y="20"/>
                </a:cubicBezTo>
                <a:cubicBezTo>
                  <a:pt x="35" y="26"/>
                  <a:pt x="30" y="32"/>
                  <a:pt x="23" y="32"/>
                </a:cubicBezTo>
                <a:cubicBezTo>
                  <a:pt x="16" y="32"/>
                  <a:pt x="11" y="26"/>
                  <a:pt x="11" y="20"/>
                </a:cubicBezTo>
                <a:cubicBezTo>
                  <a:pt x="11" y="13"/>
                  <a:pt x="16" y="7"/>
                  <a:pt x="23" y="7"/>
                </a:cubicBezTo>
                <a:close/>
                <a:moveTo>
                  <a:pt x="23" y="11"/>
                </a:moveTo>
                <a:cubicBezTo>
                  <a:pt x="23" y="11"/>
                  <a:pt x="23" y="11"/>
                  <a:pt x="23" y="11"/>
                </a:cubicBezTo>
                <a:cubicBezTo>
                  <a:pt x="28" y="11"/>
                  <a:pt x="32" y="15"/>
                  <a:pt x="32" y="20"/>
                </a:cubicBezTo>
                <a:cubicBezTo>
                  <a:pt x="32" y="24"/>
                  <a:pt x="28" y="28"/>
                  <a:pt x="23" y="28"/>
                </a:cubicBezTo>
                <a:cubicBezTo>
                  <a:pt x="18" y="28"/>
                  <a:pt x="14" y="24"/>
                  <a:pt x="14" y="20"/>
                </a:cubicBezTo>
                <a:cubicBezTo>
                  <a:pt x="14" y="15"/>
                  <a:pt x="18" y="11"/>
                  <a:pt x="23" y="1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24" name="Freeform 358">
            <a:extLst>
              <a:ext uri="{FF2B5EF4-FFF2-40B4-BE49-F238E27FC236}">
                <a16:creationId xmlns:a16="http://schemas.microsoft.com/office/drawing/2014/main" id="{2051DA9E-19A9-D2AA-DF32-AB0576258226}"/>
              </a:ext>
            </a:extLst>
          </p:cNvPr>
          <p:cNvSpPr>
            <a:spLocks noEditPoints="1"/>
          </p:cNvSpPr>
          <p:nvPr/>
        </p:nvSpPr>
        <p:spPr bwMode="auto">
          <a:xfrm>
            <a:off x="3923701" y="1761514"/>
            <a:ext cx="143933" cy="194733"/>
          </a:xfrm>
          <a:custGeom>
            <a:avLst/>
            <a:gdLst>
              <a:gd name="T0" fmla="*/ 6350 w 34"/>
              <a:gd name="T1" fmla="*/ 0 h 46"/>
              <a:gd name="T2" fmla="*/ 6350 w 34"/>
              <a:gd name="T3" fmla="*/ 0 h 46"/>
              <a:gd name="T4" fmla="*/ 104775 w 34"/>
              <a:gd name="T5" fmla="*/ 0 h 46"/>
              <a:gd name="T6" fmla="*/ 107950 w 34"/>
              <a:gd name="T7" fmla="*/ 6350 h 46"/>
              <a:gd name="T8" fmla="*/ 107950 w 34"/>
              <a:gd name="T9" fmla="*/ 6350 h 46"/>
              <a:gd name="T10" fmla="*/ 107950 w 34"/>
              <a:gd name="T11" fmla="*/ 139700 h 46"/>
              <a:gd name="T12" fmla="*/ 104775 w 34"/>
              <a:gd name="T13" fmla="*/ 146050 h 46"/>
              <a:gd name="T14" fmla="*/ 104775 w 34"/>
              <a:gd name="T15" fmla="*/ 146050 h 46"/>
              <a:gd name="T16" fmla="*/ 6350 w 34"/>
              <a:gd name="T17" fmla="*/ 146050 h 46"/>
              <a:gd name="T18" fmla="*/ 0 w 34"/>
              <a:gd name="T19" fmla="*/ 139700 h 46"/>
              <a:gd name="T20" fmla="*/ 0 w 34"/>
              <a:gd name="T21" fmla="*/ 139700 h 46"/>
              <a:gd name="T22" fmla="*/ 0 w 34"/>
              <a:gd name="T23" fmla="*/ 6350 h 46"/>
              <a:gd name="T24" fmla="*/ 6350 w 34"/>
              <a:gd name="T25" fmla="*/ 0 h 46"/>
              <a:gd name="T26" fmla="*/ 34925 w 34"/>
              <a:gd name="T27" fmla="*/ 127000 h 46"/>
              <a:gd name="T28" fmla="*/ 34925 w 34"/>
              <a:gd name="T29" fmla="*/ 127000 h 46"/>
              <a:gd name="T30" fmla="*/ 73025 w 34"/>
              <a:gd name="T31" fmla="*/ 127000 h 46"/>
              <a:gd name="T32" fmla="*/ 76200 w 34"/>
              <a:gd name="T33" fmla="*/ 123825 h 46"/>
              <a:gd name="T34" fmla="*/ 73025 w 34"/>
              <a:gd name="T35" fmla="*/ 117475 h 46"/>
              <a:gd name="T36" fmla="*/ 34925 w 34"/>
              <a:gd name="T37" fmla="*/ 117475 h 46"/>
              <a:gd name="T38" fmla="*/ 31750 w 34"/>
              <a:gd name="T39" fmla="*/ 123825 h 46"/>
              <a:gd name="T40" fmla="*/ 34925 w 34"/>
              <a:gd name="T41" fmla="*/ 127000 h 46"/>
              <a:gd name="T42" fmla="*/ 98425 w 34"/>
              <a:gd name="T43" fmla="*/ 12700 h 46"/>
              <a:gd name="T44" fmla="*/ 98425 w 34"/>
              <a:gd name="T45" fmla="*/ 12700 h 46"/>
              <a:gd name="T46" fmla="*/ 12700 w 34"/>
              <a:gd name="T47" fmla="*/ 12700 h 46"/>
              <a:gd name="T48" fmla="*/ 12700 w 34"/>
              <a:gd name="T49" fmla="*/ 136525 h 46"/>
              <a:gd name="T50" fmla="*/ 98425 w 34"/>
              <a:gd name="T51" fmla="*/ 136525 h 46"/>
              <a:gd name="T52" fmla="*/ 98425 w 34"/>
              <a:gd name="T53" fmla="*/ 12700 h 4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4" h="46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4" y="0"/>
                  <a:pt x="34" y="1"/>
                  <a:pt x="34" y="2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45"/>
                  <a:pt x="34" y="46"/>
                  <a:pt x="33" y="46"/>
                </a:cubicBezTo>
                <a:cubicBezTo>
                  <a:pt x="33" y="46"/>
                  <a:pt x="33" y="46"/>
                  <a:pt x="33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1" y="46"/>
                  <a:pt x="0" y="45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11" y="40"/>
                </a:moveTo>
                <a:cubicBezTo>
                  <a:pt x="11" y="40"/>
                  <a:pt x="11" y="40"/>
                  <a:pt x="11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4" y="40"/>
                  <a:pt x="24" y="39"/>
                  <a:pt x="24" y="39"/>
                </a:cubicBezTo>
                <a:cubicBezTo>
                  <a:pt x="24" y="38"/>
                  <a:pt x="24" y="37"/>
                  <a:pt x="23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0" y="38"/>
                  <a:pt x="10" y="39"/>
                </a:cubicBezTo>
                <a:cubicBezTo>
                  <a:pt x="10" y="39"/>
                  <a:pt x="11" y="40"/>
                  <a:pt x="11" y="40"/>
                </a:cubicBezTo>
                <a:close/>
                <a:moveTo>
                  <a:pt x="31" y="4"/>
                </a:moveTo>
                <a:cubicBezTo>
                  <a:pt x="31" y="4"/>
                  <a:pt x="31" y="4"/>
                  <a:pt x="31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3"/>
                  <a:pt x="4" y="43"/>
                  <a:pt x="4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"/>
                  <a:pt x="31" y="4"/>
                  <a:pt x="31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25" name="Freeform 359">
            <a:extLst>
              <a:ext uri="{FF2B5EF4-FFF2-40B4-BE49-F238E27FC236}">
                <a16:creationId xmlns:a16="http://schemas.microsoft.com/office/drawing/2014/main" id="{21E038CF-0B90-2BCA-94B2-3E487975AB79}"/>
              </a:ext>
            </a:extLst>
          </p:cNvPr>
          <p:cNvSpPr>
            <a:spLocks noEditPoints="1"/>
          </p:cNvSpPr>
          <p:nvPr/>
        </p:nvSpPr>
        <p:spPr bwMode="auto">
          <a:xfrm>
            <a:off x="4241201" y="1795381"/>
            <a:ext cx="194733" cy="160867"/>
          </a:xfrm>
          <a:custGeom>
            <a:avLst/>
            <a:gdLst>
              <a:gd name="T0" fmla="*/ 6350 w 46"/>
              <a:gd name="T1" fmla="*/ 0 h 38"/>
              <a:gd name="T2" fmla="*/ 6350 w 46"/>
              <a:gd name="T3" fmla="*/ 0 h 38"/>
              <a:gd name="T4" fmla="*/ 142875 w 46"/>
              <a:gd name="T5" fmla="*/ 0 h 38"/>
              <a:gd name="T6" fmla="*/ 146050 w 46"/>
              <a:gd name="T7" fmla="*/ 3175 h 38"/>
              <a:gd name="T8" fmla="*/ 146050 w 46"/>
              <a:gd name="T9" fmla="*/ 3175 h 38"/>
              <a:gd name="T10" fmla="*/ 146050 w 46"/>
              <a:gd name="T11" fmla="*/ 101600 h 38"/>
              <a:gd name="T12" fmla="*/ 142875 w 46"/>
              <a:gd name="T13" fmla="*/ 107950 h 38"/>
              <a:gd name="T14" fmla="*/ 139700 w 46"/>
              <a:gd name="T15" fmla="*/ 107950 h 38"/>
              <a:gd name="T16" fmla="*/ 79375 w 46"/>
              <a:gd name="T17" fmla="*/ 107950 h 38"/>
              <a:gd name="T18" fmla="*/ 79375 w 46"/>
              <a:gd name="T19" fmla="*/ 114300 h 38"/>
              <a:gd name="T20" fmla="*/ 79375 w 46"/>
              <a:gd name="T21" fmla="*/ 114300 h 38"/>
              <a:gd name="T22" fmla="*/ 111125 w 46"/>
              <a:gd name="T23" fmla="*/ 114300 h 38"/>
              <a:gd name="T24" fmla="*/ 114300 w 46"/>
              <a:gd name="T25" fmla="*/ 117475 h 38"/>
              <a:gd name="T26" fmla="*/ 111125 w 46"/>
              <a:gd name="T27" fmla="*/ 120650 h 38"/>
              <a:gd name="T28" fmla="*/ 38100 w 46"/>
              <a:gd name="T29" fmla="*/ 120650 h 38"/>
              <a:gd name="T30" fmla="*/ 31750 w 46"/>
              <a:gd name="T31" fmla="*/ 117475 h 38"/>
              <a:gd name="T32" fmla="*/ 38100 w 46"/>
              <a:gd name="T33" fmla="*/ 114300 h 38"/>
              <a:gd name="T34" fmla="*/ 66675 w 46"/>
              <a:gd name="T35" fmla="*/ 114300 h 38"/>
              <a:gd name="T36" fmla="*/ 66675 w 46"/>
              <a:gd name="T37" fmla="*/ 114300 h 38"/>
              <a:gd name="T38" fmla="*/ 66675 w 46"/>
              <a:gd name="T39" fmla="*/ 107950 h 38"/>
              <a:gd name="T40" fmla="*/ 6350 w 46"/>
              <a:gd name="T41" fmla="*/ 107950 h 38"/>
              <a:gd name="T42" fmla="*/ 0 w 46"/>
              <a:gd name="T43" fmla="*/ 101600 h 38"/>
              <a:gd name="T44" fmla="*/ 0 w 46"/>
              <a:gd name="T45" fmla="*/ 101600 h 38"/>
              <a:gd name="T46" fmla="*/ 0 w 46"/>
              <a:gd name="T47" fmla="*/ 3175 h 38"/>
              <a:gd name="T48" fmla="*/ 6350 w 46"/>
              <a:gd name="T49" fmla="*/ 0 h 38"/>
              <a:gd name="T50" fmla="*/ 127000 w 46"/>
              <a:gd name="T51" fmla="*/ 79375 h 38"/>
              <a:gd name="T52" fmla="*/ 127000 w 46"/>
              <a:gd name="T53" fmla="*/ 79375 h 38"/>
              <a:gd name="T54" fmla="*/ 120650 w 46"/>
              <a:gd name="T55" fmla="*/ 85725 h 38"/>
              <a:gd name="T56" fmla="*/ 127000 w 46"/>
              <a:gd name="T57" fmla="*/ 92075 h 38"/>
              <a:gd name="T58" fmla="*/ 130175 w 46"/>
              <a:gd name="T59" fmla="*/ 85725 h 38"/>
              <a:gd name="T60" fmla="*/ 127000 w 46"/>
              <a:gd name="T61" fmla="*/ 79375 h 38"/>
              <a:gd name="T62" fmla="*/ 136525 w 46"/>
              <a:gd name="T63" fmla="*/ 9525 h 38"/>
              <a:gd name="T64" fmla="*/ 136525 w 46"/>
              <a:gd name="T65" fmla="*/ 9525 h 38"/>
              <a:gd name="T66" fmla="*/ 12700 w 46"/>
              <a:gd name="T67" fmla="*/ 9525 h 38"/>
              <a:gd name="T68" fmla="*/ 12700 w 46"/>
              <a:gd name="T69" fmla="*/ 95250 h 38"/>
              <a:gd name="T70" fmla="*/ 136525 w 46"/>
              <a:gd name="T71" fmla="*/ 95250 h 38"/>
              <a:gd name="T72" fmla="*/ 136525 w 46"/>
              <a:gd name="T73" fmla="*/ 9525 h 3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6" h="38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6" y="0"/>
                  <a:pt x="46" y="0"/>
                  <a:pt x="46" y="1"/>
                </a:cubicBezTo>
                <a:cubicBezTo>
                  <a:pt x="46" y="1"/>
                  <a:pt x="46" y="1"/>
                  <a:pt x="46" y="1"/>
                </a:cubicBezTo>
                <a:cubicBezTo>
                  <a:pt x="46" y="32"/>
                  <a:pt x="46" y="32"/>
                  <a:pt x="46" y="32"/>
                </a:cubicBezTo>
                <a:cubicBezTo>
                  <a:pt x="46" y="33"/>
                  <a:pt x="46" y="34"/>
                  <a:pt x="45" y="34"/>
                </a:cubicBezTo>
                <a:cubicBezTo>
                  <a:pt x="44" y="34"/>
                  <a:pt x="44" y="34"/>
                  <a:pt x="44" y="34"/>
                </a:cubicBezTo>
                <a:cubicBezTo>
                  <a:pt x="25" y="34"/>
                  <a:pt x="25" y="34"/>
                  <a:pt x="25" y="34"/>
                </a:cubicBezTo>
                <a:cubicBezTo>
                  <a:pt x="25" y="36"/>
                  <a:pt x="25" y="36"/>
                  <a:pt x="25" y="36"/>
                </a:cubicBezTo>
                <a:cubicBezTo>
                  <a:pt x="25" y="36"/>
                  <a:pt x="25" y="36"/>
                  <a:pt x="2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5" y="36"/>
                  <a:pt x="36" y="36"/>
                  <a:pt x="36" y="37"/>
                </a:cubicBezTo>
                <a:cubicBezTo>
                  <a:pt x="36" y="38"/>
                  <a:pt x="35" y="38"/>
                  <a:pt x="35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1" y="38"/>
                  <a:pt x="10" y="38"/>
                  <a:pt x="10" y="37"/>
                </a:cubicBezTo>
                <a:cubicBezTo>
                  <a:pt x="10" y="36"/>
                  <a:pt x="11" y="36"/>
                  <a:pt x="12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4"/>
                  <a:pt x="21" y="34"/>
                  <a:pt x="21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4"/>
                  <a:pt x="0" y="33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1" y="0"/>
                  <a:pt x="2" y="0"/>
                </a:cubicBezTo>
                <a:close/>
                <a:moveTo>
                  <a:pt x="40" y="25"/>
                </a:moveTo>
                <a:cubicBezTo>
                  <a:pt x="40" y="25"/>
                  <a:pt x="40" y="25"/>
                  <a:pt x="40" y="25"/>
                </a:cubicBezTo>
                <a:cubicBezTo>
                  <a:pt x="39" y="25"/>
                  <a:pt x="38" y="26"/>
                  <a:pt x="38" y="27"/>
                </a:cubicBezTo>
                <a:cubicBezTo>
                  <a:pt x="38" y="28"/>
                  <a:pt x="39" y="29"/>
                  <a:pt x="40" y="29"/>
                </a:cubicBezTo>
                <a:cubicBezTo>
                  <a:pt x="41" y="29"/>
                  <a:pt x="41" y="28"/>
                  <a:pt x="41" y="27"/>
                </a:cubicBezTo>
                <a:cubicBezTo>
                  <a:pt x="41" y="26"/>
                  <a:pt x="41" y="25"/>
                  <a:pt x="40" y="25"/>
                </a:cubicBezTo>
                <a:close/>
                <a:moveTo>
                  <a:pt x="43" y="3"/>
                </a:moveTo>
                <a:cubicBezTo>
                  <a:pt x="43" y="3"/>
                  <a:pt x="43" y="3"/>
                  <a:pt x="43" y="3"/>
                </a:cubicBezTo>
                <a:cubicBezTo>
                  <a:pt x="4" y="3"/>
                  <a:pt x="4" y="3"/>
                  <a:pt x="4" y="3"/>
                </a:cubicBezTo>
                <a:cubicBezTo>
                  <a:pt x="4" y="12"/>
                  <a:pt x="4" y="21"/>
                  <a:pt x="4" y="30"/>
                </a:cubicBezTo>
                <a:cubicBezTo>
                  <a:pt x="17" y="30"/>
                  <a:pt x="30" y="30"/>
                  <a:pt x="43" y="30"/>
                </a:cubicBezTo>
                <a:cubicBezTo>
                  <a:pt x="43" y="21"/>
                  <a:pt x="43" y="12"/>
                  <a:pt x="43" y="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26" name="Freeform 360">
            <a:extLst>
              <a:ext uri="{FF2B5EF4-FFF2-40B4-BE49-F238E27FC236}">
                <a16:creationId xmlns:a16="http://schemas.microsoft.com/office/drawing/2014/main" id="{53D37EDE-DD29-0FFA-47A0-BAF9AA0AB456}"/>
              </a:ext>
            </a:extLst>
          </p:cNvPr>
          <p:cNvSpPr>
            <a:spLocks noEditPoints="1"/>
          </p:cNvSpPr>
          <p:nvPr/>
        </p:nvSpPr>
        <p:spPr bwMode="auto">
          <a:xfrm>
            <a:off x="5820234" y="1769981"/>
            <a:ext cx="194733" cy="177800"/>
          </a:xfrm>
          <a:custGeom>
            <a:avLst/>
            <a:gdLst>
              <a:gd name="T0" fmla="*/ 66675 w 46"/>
              <a:gd name="T1" fmla="*/ 69850 h 42"/>
              <a:gd name="T2" fmla="*/ 73025 w 46"/>
              <a:gd name="T3" fmla="*/ 60325 h 42"/>
              <a:gd name="T4" fmla="*/ 31750 w 46"/>
              <a:gd name="T5" fmla="*/ 60325 h 42"/>
              <a:gd name="T6" fmla="*/ 3175 w 46"/>
              <a:gd name="T7" fmla="*/ 41275 h 42"/>
              <a:gd name="T8" fmla="*/ 38100 w 46"/>
              <a:gd name="T9" fmla="*/ 50800 h 42"/>
              <a:gd name="T10" fmla="*/ 79375 w 46"/>
              <a:gd name="T11" fmla="*/ 50800 h 42"/>
              <a:gd name="T12" fmla="*/ 88900 w 46"/>
              <a:gd name="T13" fmla="*/ 34925 h 42"/>
              <a:gd name="T14" fmla="*/ 95250 w 46"/>
              <a:gd name="T15" fmla="*/ 19050 h 42"/>
              <a:gd name="T16" fmla="*/ 107950 w 46"/>
              <a:gd name="T17" fmla="*/ 3175 h 42"/>
              <a:gd name="T18" fmla="*/ 117475 w 46"/>
              <a:gd name="T19" fmla="*/ 9525 h 42"/>
              <a:gd name="T20" fmla="*/ 98425 w 46"/>
              <a:gd name="T21" fmla="*/ 41275 h 42"/>
              <a:gd name="T22" fmla="*/ 92075 w 46"/>
              <a:gd name="T23" fmla="*/ 50800 h 42"/>
              <a:gd name="T24" fmla="*/ 120650 w 46"/>
              <a:gd name="T25" fmla="*/ 50800 h 42"/>
              <a:gd name="T26" fmla="*/ 146050 w 46"/>
              <a:gd name="T27" fmla="*/ 53975 h 42"/>
              <a:gd name="T28" fmla="*/ 120650 w 46"/>
              <a:gd name="T29" fmla="*/ 60325 h 42"/>
              <a:gd name="T30" fmla="*/ 85725 w 46"/>
              <a:gd name="T31" fmla="*/ 60325 h 42"/>
              <a:gd name="T32" fmla="*/ 82550 w 46"/>
              <a:gd name="T33" fmla="*/ 73025 h 42"/>
              <a:gd name="T34" fmla="*/ 92075 w 46"/>
              <a:gd name="T35" fmla="*/ 82550 h 42"/>
              <a:gd name="T36" fmla="*/ 88900 w 46"/>
              <a:gd name="T37" fmla="*/ 95250 h 42"/>
              <a:gd name="T38" fmla="*/ 63500 w 46"/>
              <a:gd name="T39" fmla="*/ 133350 h 42"/>
              <a:gd name="T40" fmla="*/ 50800 w 46"/>
              <a:gd name="T41" fmla="*/ 130175 h 42"/>
              <a:gd name="T42" fmla="*/ 44450 w 46"/>
              <a:gd name="T43" fmla="*/ 107950 h 42"/>
              <a:gd name="T44" fmla="*/ 60325 w 46"/>
              <a:gd name="T45" fmla="*/ 79375 h 42"/>
              <a:gd name="T46" fmla="*/ 22225 w 46"/>
              <a:gd name="T47" fmla="*/ 34925 h 42"/>
              <a:gd name="T48" fmla="*/ 9525 w 46"/>
              <a:gd name="T49" fmla="*/ 44450 h 42"/>
              <a:gd name="T50" fmla="*/ 31750 w 46"/>
              <a:gd name="T51" fmla="*/ 50800 h 42"/>
              <a:gd name="T52" fmla="*/ 66675 w 46"/>
              <a:gd name="T53" fmla="*/ 82550 h 42"/>
              <a:gd name="T54" fmla="*/ 50800 w 46"/>
              <a:gd name="T55" fmla="*/ 111125 h 42"/>
              <a:gd name="T56" fmla="*/ 53975 w 46"/>
              <a:gd name="T57" fmla="*/ 123825 h 42"/>
              <a:gd name="T58" fmla="*/ 66675 w 46"/>
              <a:gd name="T59" fmla="*/ 120650 h 42"/>
              <a:gd name="T60" fmla="*/ 82550 w 46"/>
              <a:gd name="T61" fmla="*/ 92075 h 42"/>
              <a:gd name="T62" fmla="*/ 79375 w 46"/>
              <a:gd name="T63" fmla="*/ 79375 h 42"/>
              <a:gd name="T64" fmla="*/ 79375 w 46"/>
              <a:gd name="T65" fmla="*/ 79375 h 42"/>
              <a:gd name="T66" fmla="*/ 79375 w 46"/>
              <a:gd name="T67" fmla="*/ 79375 h 42"/>
              <a:gd name="T68" fmla="*/ 79375 w 46"/>
              <a:gd name="T69" fmla="*/ 79375 h 42"/>
              <a:gd name="T70" fmla="*/ 66675 w 46"/>
              <a:gd name="T71" fmla="*/ 82550 h 4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6" h="42">
                <a:moveTo>
                  <a:pt x="20" y="24"/>
                </a:moveTo>
                <a:cubicBezTo>
                  <a:pt x="21" y="22"/>
                  <a:pt x="21" y="22"/>
                  <a:pt x="21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3" y="19"/>
                  <a:pt x="23" y="19"/>
                  <a:pt x="23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8" y="20"/>
                  <a:pt x="6" y="21"/>
                  <a:pt x="5" y="20"/>
                </a:cubicBezTo>
                <a:cubicBezTo>
                  <a:pt x="2" y="19"/>
                  <a:pt x="0" y="16"/>
                  <a:pt x="1" y="13"/>
                </a:cubicBezTo>
                <a:cubicBezTo>
                  <a:pt x="2" y="10"/>
                  <a:pt x="5" y="8"/>
                  <a:pt x="8" y="9"/>
                </a:cubicBezTo>
                <a:cubicBezTo>
                  <a:pt x="11" y="10"/>
                  <a:pt x="12" y="13"/>
                  <a:pt x="12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7" y="11"/>
                  <a:pt x="27" y="11"/>
                  <a:pt x="27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6"/>
                  <a:pt x="30" y="6"/>
                  <a:pt x="30" y="6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0"/>
                  <a:pt x="35" y="0"/>
                  <a:pt x="36" y="0"/>
                </a:cubicBezTo>
                <a:cubicBezTo>
                  <a:pt x="37" y="1"/>
                  <a:pt x="37" y="2"/>
                  <a:pt x="37" y="3"/>
                </a:cubicBezTo>
                <a:cubicBezTo>
                  <a:pt x="34" y="8"/>
                  <a:pt x="34" y="8"/>
                  <a:pt x="34" y="8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29" y="16"/>
                  <a:pt x="29" y="16"/>
                  <a:pt x="29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5" y="16"/>
                  <a:pt x="46" y="17"/>
                  <a:pt x="46" y="17"/>
                </a:cubicBezTo>
                <a:cubicBezTo>
                  <a:pt x="46" y="18"/>
                  <a:pt x="45" y="19"/>
                  <a:pt x="44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3"/>
                  <a:pt x="26" y="23"/>
                  <a:pt x="26" y="23"/>
                </a:cubicBezTo>
                <a:cubicBezTo>
                  <a:pt x="26" y="23"/>
                  <a:pt x="26" y="23"/>
                  <a:pt x="26" y="23"/>
                </a:cubicBezTo>
                <a:cubicBezTo>
                  <a:pt x="28" y="24"/>
                  <a:pt x="28" y="25"/>
                  <a:pt x="29" y="26"/>
                </a:cubicBezTo>
                <a:cubicBezTo>
                  <a:pt x="29" y="27"/>
                  <a:pt x="29" y="29"/>
                  <a:pt x="28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3" y="39"/>
                  <a:pt x="23" y="39"/>
                  <a:pt x="23" y="39"/>
                </a:cubicBezTo>
                <a:cubicBezTo>
                  <a:pt x="22" y="40"/>
                  <a:pt x="21" y="41"/>
                  <a:pt x="20" y="42"/>
                </a:cubicBezTo>
                <a:cubicBezTo>
                  <a:pt x="19" y="42"/>
                  <a:pt x="17" y="42"/>
                  <a:pt x="16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5" y="40"/>
                  <a:pt x="14" y="39"/>
                  <a:pt x="14" y="38"/>
                </a:cubicBezTo>
                <a:cubicBezTo>
                  <a:pt x="13" y="37"/>
                  <a:pt x="13" y="35"/>
                  <a:pt x="14" y="34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20" y="25"/>
                  <a:pt x="20" y="24"/>
                  <a:pt x="20" y="24"/>
                </a:cubicBezTo>
                <a:close/>
                <a:moveTo>
                  <a:pt x="7" y="11"/>
                </a:moveTo>
                <a:cubicBezTo>
                  <a:pt x="7" y="11"/>
                  <a:pt x="7" y="11"/>
                  <a:pt x="7" y="11"/>
                </a:cubicBezTo>
                <a:cubicBezTo>
                  <a:pt x="5" y="11"/>
                  <a:pt x="3" y="12"/>
                  <a:pt x="3" y="14"/>
                </a:cubicBezTo>
                <a:cubicBezTo>
                  <a:pt x="2" y="16"/>
                  <a:pt x="3" y="18"/>
                  <a:pt x="5" y="18"/>
                </a:cubicBezTo>
                <a:cubicBezTo>
                  <a:pt x="7" y="19"/>
                  <a:pt x="9" y="17"/>
                  <a:pt x="10" y="16"/>
                </a:cubicBezTo>
                <a:cubicBezTo>
                  <a:pt x="10" y="14"/>
                  <a:pt x="9" y="12"/>
                  <a:pt x="7" y="11"/>
                </a:cubicBezTo>
                <a:close/>
                <a:moveTo>
                  <a:pt x="21" y="26"/>
                </a:moveTo>
                <a:cubicBezTo>
                  <a:pt x="21" y="26"/>
                  <a:pt x="21" y="26"/>
                  <a:pt x="21" y="26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6"/>
                  <a:pt x="15" y="37"/>
                  <a:pt x="16" y="37"/>
                </a:cubicBezTo>
                <a:cubicBezTo>
                  <a:pt x="16" y="38"/>
                  <a:pt x="16" y="39"/>
                  <a:pt x="17" y="39"/>
                </a:cubicBezTo>
                <a:cubicBezTo>
                  <a:pt x="18" y="40"/>
                  <a:pt x="19" y="40"/>
                  <a:pt x="19" y="40"/>
                </a:cubicBezTo>
                <a:cubicBezTo>
                  <a:pt x="20" y="39"/>
                  <a:pt x="21" y="39"/>
                  <a:pt x="21" y="38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7" y="28"/>
                  <a:pt x="27" y="27"/>
                  <a:pt x="27" y="27"/>
                </a:cubicBezTo>
                <a:cubicBezTo>
                  <a:pt x="26" y="26"/>
                  <a:pt x="26" y="25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4" y="25"/>
                  <a:pt x="23" y="25"/>
                </a:cubicBezTo>
                <a:cubicBezTo>
                  <a:pt x="22" y="25"/>
                  <a:pt x="22" y="25"/>
                  <a:pt x="21" y="26"/>
                </a:cubicBezTo>
                <a:cubicBezTo>
                  <a:pt x="21" y="26"/>
                  <a:pt x="21" y="26"/>
                  <a:pt x="21" y="2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27" name="Freeform 361">
            <a:extLst>
              <a:ext uri="{FF2B5EF4-FFF2-40B4-BE49-F238E27FC236}">
                <a16:creationId xmlns:a16="http://schemas.microsoft.com/office/drawing/2014/main" id="{686AE3FB-1B51-26FF-390F-000CA1E87157}"/>
              </a:ext>
            </a:extLst>
          </p:cNvPr>
          <p:cNvSpPr>
            <a:spLocks noEditPoints="1"/>
          </p:cNvSpPr>
          <p:nvPr/>
        </p:nvSpPr>
        <p:spPr bwMode="auto">
          <a:xfrm>
            <a:off x="5445585" y="1746698"/>
            <a:ext cx="175683" cy="201083"/>
          </a:xfrm>
          <a:custGeom>
            <a:avLst/>
            <a:gdLst>
              <a:gd name="T0" fmla="*/ 64274 w 41"/>
              <a:gd name="T1" fmla="*/ 0 h 47"/>
              <a:gd name="T2" fmla="*/ 80343 w 41"/>
              <a:gd name="T3" fmla="*/ 6418 h 47"/>
              <a:gd name="T4" fmla="*/ 86770 w 41"/>
              <a:gd name="T5" fmla="*/ 16044 h 47"/>
              <a:gd name="T6" fmla="*/ 106052 w 41"/>
              <a:gd name="T7" fmla="*/ 16044 h 47"/>
              <a:gd name="T8" fmla="*/ 109266 w 41"/>
              <a:gd name="T9" fmla="*/ 19253 h 47"/>
              <a:gd name="T10" fmla="*/ 109266 w 41"/>
              <a:gd name="T11" fmla="*/ 19253 h 47"/>
              <a:gd name="T12" fmla="*/ 109266 w 41"/>
              <a:gd name="T13" fmla="*/ 22461 h 47"/>
              <a:gd name="T14" fmla="*/ 125335 w 41"/>
              <a:gd name="T15" fmla="*/ 22461 h 47"/>
              <a:gd name="T16" fmla="*/ 131762 w 41"/>
              <a:gd name="T17" fmla="*/ 28879 h 47"/>
              <a:gd name="T18" fmla="*/ 131762 w 41"/>
              <a:gd name="T19" fmla="*/ 28879 h 47"/>
              <a:gd name="T20" fmla="*/ 131762 w 41"/>
              <a:gd name="T21" fmla="*/ 144394 h 47"/>
              <a:gd name="T22" fmla="*/ 125335 w 41"/>
              <a:gd name="T23" fmla="*/ 150812 h 47"/>
              <a:gd name="T24" fmla="*/ 125335 w 41"/>
              <a:gd name="T25" fmla="*/ 150812 h 47"/>
              <a:gd name="T26" fmla="*/ 6427 w 41"/>
              <a:gd name="T27" fmla="*/ 150812 h 47"/>
              <a:gd name="T28" fmla="*/ 0 w 41"/>
              <a:gd name="T29" fmla="*/ 144394 h 47"/>
              <a:gd name="T30" fmla="*/ 0 w 41"/>
              <a:gd name="T31" fmla="*/ 144394 h 47"/>
              <a:gd name="T32" fmla="*/ 0 w 41"/>
              <a:gd name="T33" fmla="*/ 28879 h 47"/>
              <a:gd name="T34" fmla="*/ 6427 w 41"/>
              <a:gd name="T35" fmla="*/ 22461 h 47"/>
              <a:gd name="T36" fmla="*/ 6427 w 41"/>
              <a:gd name="T37" fmla="*/ 22461 h 47"/>
              <a:gd name="T38" fmla="*/ 22496 w 41"/>
              <a:gd name="T39" fmla="*/ 22461 h 47"/>
              <a:gd name="T40" fmla="*/ 22496 w 41"/>
              <a:gd name="T41" fmla="*/ 19253 h 47"/>
              <a:gd name="T42" fmla="*/ 25710 w 41"/>
              <a:gd name="T43" fmla="*/ 16044 h 47"/>
              <a:gd name="T44" fmla="*/ 25710 w 41"/>
              <a:gd name="T45" fmla="*/ 16044 h 47"/>
              <a:gd name="T46" fmla="*/ 44992 w 41"/>
              <a:gd name="T47" fmla="*/ 16044 h 47"/>
              <a:gd name="T48" fmla="*/ 48206 w 41"/>
              <a:gd name="T49" fmla="*/ 6418 h 47"/>
              <a:gd name="T50" fmla="*/ 64274 w 41"/>
              <a:gd name="T51" fmla="*/ 0 h 47"/>
              <a:gd name="T52" fmla="*/ 80343 w 41"/>
              <a:gd name="T53" fmla="*/ 16044 h 47"/>
              <a:gd name="T54" fmla="*/ 80343 w 41"/>
              <a:gd name="T55" fmla="*/ 16044 h 47"/>
              <a:gd name="T56" fmla="*/ 77129 w 41"/>
              <a:gd name="T57" fmla="*/ 12835 h 47"/>
              <a:gd name="T58" fmla="*/ 64274 w 41"/>
              <a:gd name="T59" fmla="*/ 6418 h 47"/>
              <a:gd name="T60" fmla="*/ 54633 w 41"/>
              <a:gd name="T61" fmla="*/ 12835 h 47"/>
              <a:gd name="T62" fmla="*/ 51419 w 41"/>
              <a:gd name="T63" fmla="*/ 16044 h 47"/>
              <a:gd name="T64" fmla="*/ 64274 w 41"/>
              <a:gd name="T65" fmla="*/ 16044 h 47"/>
              <a:gd name="T66" fmla="*/ 80343 w 41"/>
              <a:gd name="T67" fmla="*/ 16044 h 47"/>
              <a:gd name="T68" fmla="*/ 109266 w 41"/>
              <a:gd name="T69" fmla="*/ 35296 h 47"/>
              <a:gd name="T70" fmla="*/ 109266 w 41"/>
              <a:gd name="T71" fmla="*/ 35296 h 47"/>
              <a:gd name="T72" fmla="*/ 109266 w 41"/>
              <a:gd name="T73" fmla="*/ 38505 h 47"/>
              <a:gd name="T74" fmla="*/ 106052 w 41"/>
              <a:gd name="T75" fmla="*/ 41714 h 47"/>
              <a:gd name="T76" fmla="*/ 106052 w 41"/>
              <a:gd name="T77" fmla="*/ 41714 h 47"/>
              <a:gd name="T78" fmla="*/ 64274 w 41"/>
              <a:gd name="T79" fmla="*/ 41714 h 47"/>
              <a:gd name="T80" fmla="*/ 25710 w 41"/>
              <a:gd name="T81" fmla="*/ 41714 h 47"/>
              <a:gd name="T82" fmla="*/ 22496 w 41"/>
              <a:gd name="T83" fmla="*/ 38505 h 47"/>
              <a:gd name="T84" fmla="*/ 22496 w 41"/>
              <a:gd name="T85" fmla="*/ 38505 h 47"/>
              <a:gd name="T86" fmla="*/ 22496 w 41"/>
              <a:gd name="T87" fmla="*/ 35296 h 47"/>
              <a:gd name="T88" fmla="*/ 12855 w 41"/>
              <a:gd name="T89" fmla="*/ 35296 h 47"/>
              <a:gd name="T90" fmla="*/ 12855 w 41"/>
              <a:gd name="T91" fmla="*/ 141186 h 47"/>
              <a:gd name="T92" fmla="*/ 118907 w 41"/>
              <a:gd name="T93" fmla="*/ 141186 h 47"/>
              <a:gd name="T94" fmla="*/ 118907 w 41"/>
              <a:gd name="T95" fmla="*/ 35296 h 47"/>
              <a:gd name="T96" fmla="*/ 109266 w 41"/>
              <a:gd name="T97" fmla="*/ 35296 h 47"/>
              <a:gd name="T98" fmla="*/ 64274 w 41"/>
              <a:gd name="T99" fmla="*/ 22461 h 47"/>
              <a:gd name="T100" fmla="*/ 64274 w 41"/>
              <a:gd name="T101" fmla="*/ 22461 h 47"/>
              <a:gd name="T102" fmla="*/ 28923 w 41"/>
              <a:gd name="T103" fmla="*/ 22461 h 47"/>
              <a:gd name="T104" fmla="*/ 28923 w 41"/>
              <a:gd name="T105" fmla="*/ 28879 h 47"/>
              <a:gd name="T106" fmla="*/ 28923 w 41"/>
              <a:gd name="T107" fmla="*/ 35296 h 47"/>
              <a:gd name="T108" fmla="*/ 64274 w 41"/>
              <a:gd name="T109" fmla="*/ 35296 h 47"/>
              <a:gd name="T110" fmla="*/ 102839 w 41"/>
              <a:gd name="T111" fmla="*/ 35296 h 47"/>
              <a:gd name="T112" fmla="*/ 102839 w 41"/>
              <a:gd name="T113" fmla="*/ 28879 h 47"/>
              <a:gd name="T114" fmla="*/ 102839 w 41"/>
              <a:gd name="T115" fmla="*/ 22461 h 47"/>
              <a:gd name="T116" fmla="*/ 64274 w 41"/>
              <a:gd name="T117" fmla="*/ 22461 h 47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41" h="47">
                <a:moveTo>
                  <a:pt x="20" y="0"/>
                </a:moveTo>
                <a:cubicBezTo>
                  <a:pt x="22" y="0"/>
                  <a:pt x="24" y="1"/>
                  <a:pt x="25" y="2"/>
                </a:cubicBezTo>
                <a:cubicBezTo>
                  <a:pt x="26" y="3"/>
                  <a:pt x="27" y="4"/>
                  <a:pt x="27" y="5"/>
                </a:cubicBezTo>
                <a:cubicBezTo>
                  <a:pt x="33" y="5"/>
                  <a:pt x="33" y="5"/>
                  <a:pt x="33" y="5"/>
                </a:cubicBezTo>
                <a:cubicBezTo>
                  <a:pt x="33" y="5"/>
                  <a:pt x="34" y="6"/>
                  <a:pt x="34" y="6"/>
                </a:cubicBezTo>
                <a:cubicBezTo>
                  <a:pt x="34" y="6"/>
                  <a:pt x="34" y="6"/>
                  <a:pt x="34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9" y="7"/>
                  <a:pt x="39" y="7"/>
                  <a:pt x="39" y="7"/>
                </a:cubicBezTo>
                <a:cubicBezTo>
                  <a:pt x="40" y="7"/>
                  <a:pt x="41" y="8"/>
                  <a:pt x="41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6"/>
                  <a:pt x="40" y="47"/>
                  <a:pt x="39" y="47"/>
                </a:cubicBezTo>
                <a:cubicBezTo>
                  <a:pt x="39" y="47"/>
                  <a:pt x="39" y="47"/>
                  <a:pt x="39" y="47"/>
                </a:cubicBezTo>
                <a:cubicBezTo>
                  <a:pt x="2" y="47"/>
                  <a:pt x="2" y="47"/>
                  <a:pt x="2" y="47"/>
                </a:cubicBezTo>
                <a:cubicBezTo>
                  <a:pt x="1" y="47"/>
                  <a:pt x="0" y="46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9"/>
                  <a:pt x="0" y="9"/>
                  <a:pt x="0" y="9"/>
                </a:cubicBezTo>
                <a:cubicBezTo>
                  <a:pt x="0" y="8"/>
                  <a:pt x="1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4"/>
                  <a:pt x="15" y="3"/>
                  <a:pt x="15" y="2"/>
                </a:cubicBezTo>
                <a:cubicBezTo>
                  <a:pt x="17" y="1"/>
                  <a:pt x="18" y="0"/>
                  <a:pt x="20" y="0"/>
                </a:cubicBezTo>
                <a:close/>
                <a:moveTo>
                  <a:pt x="25" y="5"/>
                </a:move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4" y="4"/>
                  <a:pt x="24" y="4"/>
                </a:cubicBezTo>
                <a:cubicBezTo>
                  <a:pt x="23" y="3"/>
                  <a:pt x="22" y="2"/>
                  <a:pt x="20" y="2"/>
                </a:cubicBezTo>
                <a:cubicBezTo>
                  <a:pt x="19" y="2"/>
                  <a:pt x="18" y="3"/>
                  <a:pt x="17" y="4"/>
                </a:cubicBezTo>
                <a:cubicBezTo>
                  <a:pt x="16" y="4"/>
                  <a:pt x="16" y="5"/>
                  <a:pt x="16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5" y="5"/>
                  <a:pt x="25" y="5"/>
                  <a:pt x="25" y="5"/>
                </a:cubicBezTo>
                <a:close/>
                <a:moveTo>
                  <a:pt x="34" y="11"/>
                </a:moveTo>
                <a:cubicBezTo>
                  <a:pt x="34" y="11"/>
                  <a:pt x="34" y="11"/>
                  <a:pt x="34" y="11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2"/>
                  <a:pt x="33" y="13"/>
                  <a:pt x="33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7" y="13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1"/>
                  <a:pt x="7" y="11"/>
                  <a:pt x="7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44"/>
                  <a:pt x="4" y="44"/>
                  <a:pt x="4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11"/>
                  <a:pt x="37" y="11"/>
                  <a:pt x="37" y="11"/>
                </a:cubicBezTo>
                <a:cubicBezTo>
                  <a:pt x="34" y="11"/>
                  <a:pt x="34" y="11"/>
                  <a:pt x="34" y="11"/>
                </a:cubicBezTo>
                <a:close/>
                <a:moveTo>
                  <a:pt x="20" y="7"/>
                </a:moveTo>
                <a:cubicBezTo>
                  <a:pt x="20" y="7"/>
                  <a:pt x="20" y="7"/>
                  <a:pt x="20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9"/>
                  <a:pt x="9" y="9"/>
                  <a:pt x="9" y="9"/>
                </a:cubicBezTo>
                <a:cubicBezTo>
                  <a:pt x="9" y="11"/>
                  <a:pt x="9" y="11"/>
                  <a:pt x="9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9"/>
                  <a:pt x="32" y="9"/>
                  <a:pt x="32" y="9"/>
                </a:cubicBezTo>
                <a:cubicBezTo>
                  <a:pt x="32" y="7"/>
                  <a:pt x="32" y="7"/>
                  <a:pt x="32" y="7"/>
                </a:cubicBezTo>
                <a:cubicBezTo>
                  <a:pt x="20" y="7"/>
                  <a:pt x="20" y="7"/>
                  <a:pt x="20" y="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28" name="Freeform 362">
            <a:extLst>
              <a:ext uri="{FF2B5EF4-FFF2-40B4-BE49-F238E27FC236}">
                <a16:creationId xmlns:a16="http://schemas.microsoft.com/office/drawing/2014/main" id="{FB0DFE37-8D40-984F-78D8-8DCE385BB3A2}"/>
              </a:ext>
            </a:extLst>
          </p:cNvPr>
          <p:cNvSpPr>
            <a:spLocks noEditPoints="1"/>
          </p:cNvSpPr>
          <p:nvPr/>
        </p:nvSpPr>
        <p:spPr bwMode="auto">
          <a:xfrm>
            <a:off x="1330786" y="1352999"/>
            <a:ext cx="182033" cy="182033"/>
          </a:xfrm>
          <a:custGeom>
            <a:avLst/>
            <a:gdLst>
              <a:gd name="T0" fmla="*/ 111125 w 43"/>
              <a:gd name="T1" fmla="*/ 101600 h 43"/>
              <a:gd name="T2" fmla="*/ 123825 w 43"/>
              <a:gd name="T3" fmla="*/ 60325 h 43"/>
              <a:gd name="T4" fmla="*/ 120650 w 43"/>
              <a:gd name="T5" fmla="*/ 38100 h 43"/>
              <a:gd name="T6" fmla="*/ 104775 w 43"/>
              <a:gd name="T7" fmla="*/ 19050 h 43"/>
              <a:gd name="T8" fmla="*/ 85725 w 43"/>
              <a:gd name="T9" fmla="*/ 3175 h 43"/>
              <a:gd name="T10" fmla="*/ 19050 w 43"/>
              <a:gd name="T11" fmla="*/ 19050 h 43"/>
              <a:gd name="T12" fmla="*/ 0 w 43"/>
              <a:gd name="T13" fmla="*/ 60325 h 43"/>
              <a:gd name="T14" fmla="*/ 6350 w 43"/>
              <a:gd name="T15" fmla="*/ 85725 h 43"/>
              <a:gd name="T16" fmla="*/ 19050 w 43"/>
              <a:gd name="T17" fmla="*/ 104775 h 43"/>
              <a:gd name="T18" fmla="*/ 63500 w 43"/>
              <a:gd name="T19" fmla="*/ 123825 h 43"/>
              <a:gd name="T20" fmla="*/ 101600 w 43"/>
              <a:gd name="T21" fmla="*/ 107950 h 43"/>
              <a:gd name="T22" fmla="*/ 133350 w 43"/>
              <a:gd name="T23" fmla="*/ 133350 h 43"/>
              <a:gd name="T24" fmla="*/ 98425 w 43"/>
              <a:gd name="T25" fmla="*/ 95250 h 43"/>
              <a:gd name="T26" fmla="*/ 98425 w 43"/>
              <a:gd name="T27" fmla="*/ 95250 h 43"/>
              <a:gd name="T28" fmla="*/ 82550 w 43"/>
              <a:gd name="T29" fmla="*/ 107950 h 43"/>
              <a:gd name="T30" fmla="*/ 44450 w 43"/>
              <a:gd name="T31" fmla="*/ 107950 h 43"/>
              <a:gd name="T32" fmla="*/ 25400 w 43"/>
              <a:gd name="T33" fmla="*/ 95250 h 43"/>
              <a:gd name="T34" fmla="*/ 15875 w 43"/>
              <a:gd name="T35" fmla="*/ 79375 h 43"/>
              <a:gd name="T36" fmla="*/ 15875 w 43"/>
              <a:gd name="T37" fmla="*/ 41275 h 43"/>
              <a:gd name="T38" fmla="*/ 63500 w 43"/>
              <a:gd name="T39" fmla="*/ 9525 h 43"/>
              <a:gd name="T40" fmla="*/ 82550 w 43"/>
              <a:gd name="T41" fmla="*/ 15875 h 43"/>
              <a:gd name="T42" fmla="*/ 98425 w 43"/>
              <a:gd name="T43" fmla="*/ 25400 h 43"/>
              <a:gd name="T44" fmla="*/ 107950 w 43"/>
              <a:gd name="T45" fmla="*/ 41275 h 43"/>
              <a:gd name="T46" fmla="*/ 107950 w 43"/>
              <a:gd name="T47" fmla="*/ 79375 h 43"/>
              <a:gd name="T48" fmla="*/ 47625 w 43"/>
              <a:gd name="T49" fmla="*/ 25400 h 43"/>
              <a:gd name="T50" fmla="*/ 41275 w 43"/>
              <a:gd name="T51" fmla="*/ 28575 h 43"/>
              <a:gd name="T52" fmla="*/ 34925 w 43"/>
              <a:gd name="T53" fmla="*/ 31750 h 43"/>
              <a:gd name="T54" fmla="*/ 28575 w 43"/>
              <a:gd name="T55" fmla="*/ 38100 h 43"/>
              <a:gd name="T56" fmla="*/ 25400 w 43"/>
              <a:gd name="T57" fmla="*/ 44450 h 43"/>
              <a:gd name="T58" fmla="*/ 31750 w 43"/>
              <a:gd name="T59" fmla="*/ 47625 h 43"/>
              <a:gd name="T60" fmla="*/ 38100 w 43"/>
              <a:gd name="T61" fmla="*/ 38100 h 43"/>
              <a:gd name="T62" fmla="*/ 50800 w 43"/>
              <a:gd name="T63" fmla="*/ 31750 h 43"/>
              <a:gd name="T64" fmla="*/ 47625 w 43"/>
              <a:gd name="T65" fmla="*/ 25400 h 43"/>
              <a:gd name="T66" fmla="*/ 98425 w 43"/>
              <a:gd name="T67" fmla="*/ 57150 h 43"/>
              <a:gd name="T68" fmla="*/ 92075 w 43"/>
              <a:gd name="T69" fmla="*/ 73025 h 43"/>
              <a:gd name="T70" fmla="*/ 85725 w 43"/>
              <a:gd name="T71" fmla="*/ 85725 h 43"/>
              <a:gd name="T72" fmla="*/ 63500 w 43"/>
              <a:gd name="T73" fmla="*/ 95250 h 43"/>
              <a:gd name="T74" fmla="*/ 63500 w 43"/>
              <a:gd name="T75" fmla="*/ 101600 h 43"/>
              <a:gd name="T76" fmla="*/ 92075 w 43"/>
              <a:gd name="T77" fmla="*/ 88900 h 43"/>
              <a:gd name="T78" fmla="*/ 98425 w 43"/>
              <a:gd name="T79" fmla="*/ 76200 h 43"/>
              <a:gd name="T80" fmla="*/ 98425 w 43"/>
              <a:gd name="T81" fmla="*/ 57150 h 4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3" h="43">
                <a:moveTo>
                  <a:pt x="42" y="39"/>
                </a:moveTo>
                <a:cubicBezTo>
                  <a:pt x="35" y="32"/>
                  <a:pt x="35" y="32"/>
                  <a:pt x="35" y="32"/>
                </a:cubicBezTo>
                <a:cubicBezTo>
                  <a:pt x="36" y="30"/>
                  <a:pt x="37" y="28"/>
                  <a:pt x="38" y="27"/>
                </a:cubicBezTo>
                <a:cubicBezTo>
                  <a:pt x="38" y="24"/>
                  <a:pt x="39" y="22"/>
                  <a:pt x="39" y="19"/>
                </a:cubicBezTo>
                <a:cubicBezTo>
                  <a:pt x="39" y="17"/>
                  <a:pt x="39" y="14"/>
                  <a:pt x="38" y="12"/>
                </a:cubicBezTo>
                <a:cubicBezTo>
                  <a:pt x="38" y="12"/>
                  <a:pt x="38" y="12"/>
                  <a:pt x="38" y="12"/>
                </a:cubicBezTo>
                <a:cubicBezTo>
                  <a:pt x="37" y="10"/>
                  <a:pt x="35" y="7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2" y="4"/>
                  <a:pt x="29" y="2"/>
                  <a:pt x="27" y="1"/>
                </a:cubicBezTo>
                <a:cubicBezTo>
                  <a:pt x="27" y="1"/>
                  <a:pt x="27" y="1"/>
                  <a:pt x="27" y="1"/>
                </a:cubicBezTo>
                <a:cubicBezTo>
                  <a:pt x="25" y="0"/>
                  <a:pt x="22" y="0"/>
                  <a:pt x="20" y="0"/>
                </a:cubicBezTo>
                <a:cubicBezTo>
                  <a:pt x="14" y="0"/>
                  <a:pt x="9" y="2"/>
                  <a:pt x="6" y="6"/>
                </a:cubicBezTo>
                <a:cubicBezTo>
                  <a:pt x="4" y="7"/>
                  <a:pt x="3" y="9"/>
                  <a:pt x="2" y="12"/>
                </a:cubicBezTo>
                <a:cubicBezTo>
                  <a:pt x="1" y="14"/>
                  <a:pt x="0" y="17"/>
                  <a:pt x="0" y="19"/>
                </a:cubicBezTo>
                <a:cubicBezTo>
                  <a:pt x="0" y="22"/>
                  <a:pt x="1" y="24"/>
                  <a:pt x="2" y="27"/>
                </a:cubicBezTo>
                <a:cubicBezTo>
                  <a:pt x="2" y="27"/>
                  <a:pt x="2" y="27"/>
                  <a:pt x="2" y="27"/>
                </a:cubicBezTo>
                <a:cubicBezTo>
                  <a:pt x="3" y="29"/>
                  <a:pt x="4" y="31"/>
                  <a:pt x="6" y="33"/>
                </a:cubicBezTo>
                <a:cubicBezTo>
                  <a:pt x="6" y="33"/>
                  <a:pt x="6" y="33"/>
                  <a:pt x="6" y="33"/>
                </a:cubicBezTo>
                <a:cubicBezTo>
                  <a:pt x="8" y="35"/>
                  <a:pt x="10" y="36"/>
                  <a:pt x="12" y="37"/>
                </a:cubicBezTo>
                <a:cubicBezTo>
                  <a:pt x="15" y="38"/>
                  <a:pt x="17" y="39"/>
                  <a:pt x="20" y="39"/>
                </a:cubicBezTo>
                <a:cubicBezTo>
                  <a:pt x="22" y="39"/>
                  <a:pt x="25" y="38"/>
                  <a:pt x="27" y="37"/>
                </a:cubicBezTo>
                <a:cubicBezTo>
                  <a:pt x="29" y="36"/>
                  <a:pt x="31" y="35"/>
                  <a:pt x="32" y="34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3"/>
                  <a:pt x="42" y="43"/>
                  <a:pt x="42" y="42"/>
                </a:cubicBezTo>
                <a:cubicBezTo>
                  <a:pt x="43" y="41"/>
                  <a:pt x="43" y="40"/>
                  <a:pt x="42" y="39"/>
                </a:cubicBezTo>
                <a:close/>
                <a:moveTo>
                  <a:pt x="31" y="30"/>
                </a:move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29" y="32"/>
                  <a:pt x="28" y="33"/>
                  <a:pt x="26" y="34"/>
                </a:cubicBezTo>
                <a:cubicBezTo>
                  <a:pt x="24" y="35"/>
                  <a:pt x="22" y="35"/>
                  <a:pt x="20" y="35"/>
                </a:cubicBezTo>
                <a:cubicBezTo>
                  <a:pt x="18" y="35"/>
                  <a:pt x="15" y="35"/>
                  <a:pt x="14" y="34"/>
                </a:cubicBezTo>
                <a:cubicBezTo>
                  <a:pt x="12" y="33"/>
                  <a:pt x="10" y="32"/>
                  <a:pt x="8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29"/>
                  <a:pt x="6" y="27"/>
                  <a:pt x="5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4" y="23"/>
                  <a:pt x="4" y="21"/>
                  <a:pt x="4" y="19"/>
                </a:cubicBezTo>
                <a:cubicBezTo>
                  <a:pt x="4" y="17"/>
                  <a:pt x="4" y="15"/>
                  <a:pt x="5" y="13"/>
                </a:cubicBezTo>
                <a:cubicBezTo>
                  <a:pt x="6" y="11"/>
                  <a:pt x="7" y="10"/>
                  <a:pt x="8" y="8"/>
                </a:cubicBezTo>
                <a:cubicBezTo>
                  <a:pt x="11" y="5"/>
                  <a:pt x="15" y="3"/>
                  <a:pt x="20" y="3"/>
                </a:cubicBezTo>
                <a:cubicBezTo>
                  <a:pt x="22" y="3"/>
                  <a:pt x="24" y="4"/>
                  <a:pt x="26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8" y="5"/>
                  <a:pt x="29" y="7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2" y="10"/>
                  <a:pt x="33" y="11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5" y="15"/>
                  <a:pt x="35" y="17"/>
                  <a:pt x="35" y="19"/>
                </a:cubicBezTo>
                <a:cubicBezTo>
                  <a:pt x="35" y="21"/>
                  <a:pt x="35" y="23"/>
                  <a:pt x="34" y="25"/>
                </a:cubicBezTo>
                <a:cubicBezTo>
                  <a:pt x="33" y="27"/>
                  <a:pt x="32" y="29"/>
                  <a:pt x="31" y="30"/>
                </a:cubicBezTo>
                <a:close/>
                <a:moveTo>
                  <a:pt x="15" y="8"/>
                </a:moveTo>
                <a:cubicBezTo>
                  <a:pt x="15" y="8"/>
                  <a:pt x="15" y="8"/>
                  <a:pt x="15" y="8"/>
                </a:cubicBezTo>
                <a:cubicBezTo>
                  <a:pt x="14" y="8"/>
                  <a:pt x="13" y="8"/>
                  <a:pt x="13" y="9"/>
                </a:cubicBezTo>
                <a:cubicBezTo>
                  <a:pt x="12" y="9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0" y="11"/>
                  <a:pt x="10" y="12"/>
                  <a:pt x="9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3"/>
                  <a:pt x="8" y="14"/>
                  <a:pt x="8" y="14"/>
                </a:cubicBezTo>
                <a:cubicBezTo>
                  <a:pt x="8" y="15"/>
                  <a:pt x="8" y="16"/>
                  <a:pt x="9" y="16"/>
                </a:cubicBezTo>
                <a:cubicBezTo>
                  <a:pt x="9" y="16"/>
                  <a:pt x="10" y="16"/>
                  <a:pt x="10" y="15"/>
                </a:cubicBezTo>
                <a:cubicBezTo>
                  <a:pt x="10" y="15"/>
                  <a:pt x="11" y="14"/>
                  <a:pt x="11" y="13"/>
                </a:cubicBezTo>
                <a:cubicBezTo>
                  <a:pt x="11" y="13"/>
                  <a:pt x="12" y="12"/>
                  <a:pt x="12" y="12"/>
                </a:cubicBezTo>
                <a:cubicBezTo>
                  <a:pt x="13" y="11"/>
                  <a:pt x="13" y="11"/>
                  <a:pt x="14" y="11"/>
                </a:cubicBezTo>
                <a:cubicBezTo>
                  <a:pt x="14" y="10"/>
                  <a:pt x="15" y="10"/>
                  <a:pt x="16" y="10"/>
                </a:cubicBezTo>
                <a:cubicBezTo>
                  <a:pt x="16" y="9"/>
                  <a:pt x="16" y="9"/>
                  <a:pt x="16" y="8"/>
                </a:cubicBezTo>
                <a:cubicBezTo>
                  <a:pt x="16" y="8"/>
                  <a:pt x="15" y="8"/>
                  <a:pt x="15" y="8"/>
                </a:cubicBezTo>
                <a:close/>
                <a:moveTo>
                  <a:pt x="31" y="18"/>
                </a:moveTo>
                <a:cubicBezTo>
                  <a:pt x="31" y="18"/>
                  <a:pt x="31" y="18"/>
                  <a:pt x="31" y="18"/>
                </a:cubicBezTo>
                <a:cubicBezTo>
                  <a:pt x="31" y="18"/>
                  <a:pt x="30" y="19"/>
                  <a:pt x="30" y="19"/>
                </a:cubicBezTo>
                <a:cubicBezTo>
                  <a:pt x="30" y="21"/>
                  <a:pt x="30" y="22"/>
                  <a:pt x="29" y="23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5"/>
                  <a:pt x="28" y="26"/>
                  <a:pt x="27" y="27"/>
                </a:cubicBezTo>
                <a:cubicBezTo>
                  <a:pt x="26" y="28"/>
                  <a:pt x="25" y="28"/>
                  <a:pt x="24" y="29"/>
                </a:cubicBezTo>
                <a:cubicBezTo>
                  <a:pt x="22" y="29"/>
                  <a:pt x="21" y="30"/>
                  <a:pt x="20" y="30"/>
                </a:cubicBezTo>
                <a:cubicBezTo>
                  <a:pt x="19" y="30"/>
                  <a:pt x="19" y="30"/>
                  <a:pt x="19" y="31"/>
                </a:cubicBezTo>
                <a:cubicBezTo>
                  <a:pt x="19" y="31"/>
                  <a:pt x="19" y="32"/>
                  <a:pt x="20" y="32"/>
                </a:cubicBezTo>
                <a:cubicBezTo>
                  <a:pt x="21" y="32"/>
                  <a:pt x="23" y="31"/>
                  <a:pt x="24" y="31"/>
                </a:cubicBezTo>
                <a:cubicBezTo>
                  <a:pt x="26" y="30"/>
                  <a:pt x="27" y="29"/>
                  <a:pt x="29" y="28"/>
                </a:cubicBezTo>
                <a:cubicBezTo>
                  <a:pt x="30" y="27"/>
                  <a:pt x="31" y="26"/>
                  <a:pt x="31" y="24"/>
                </a:cubicBezTo>
                <a:cubicBezTo>
                  <a:pt x="31" y="24"/>
                  <a:pt x="31" y="24"/>
                  <a:pt x="31" y="24"/>
                </a:cubicBezTo>
                <a:cubicBezTo>
                  <a:pt x="32" y="23"/>
                  <a:pt x="32" y="21"/>
                  <a:pt x="32" y="19"/>
                </a:cubicBezTo>
                <a:cubicBezTo>
                  <a:pt x="32" y="19"/>
                  <a:pt x="32" y="18"/>
                  <a:pt x="31" y="1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29" name="Freeform 363">
            <a:extLst>
              <a:ext uri="{FF2B5EF4-FFF2-40B4-BE49-F238E27FC236}">
                <a16:creationId xmlns:a16="http://schemas.microsoft.com/office/drawing/2014/main" id="{DA2D0145-D0F3-1C35-F660-CE9D344DE860}"/>
              </a:ext>
            </a:extLst>
          </p:cNvPr>
          <p:cNvSpPr>
            <a:spLocks/>
          </p:cNvSpPr>
          <p:nvPr/>
        </p:nvSpPr>
        <p:spPr bwMode="auto">
          <a:xfrm>
            <a:off x="4283535" y="1352998"/>
            <a:ext cx="198967" cy="177800"/>
          </a:xfrm>
          <a:custGeom>
            <a:avLst/>
            <a:gdLst>
              <a:gd name="T0" fmla="*/ 47625 w 47"/>
              <a:gd name="T1" fmla="*/ 63500 h 42"/>
              <a:gd name="T2" fmla="*/ 47625 w 47"/>
              <a:gd name="T3" fmla="*/ 63500 h 42"/>
              <a:gd name="T4" fmla="*/ 19050 w 47"/>
              <a:gd name="T5" fmla="*/ 92075 h 42"/>
              <a:gd name="T6" fmla="*/ 12700 w 47"/>
              <a:gd name="T7" fmla="*/ 104775 h 42"/>
              <a:gd name="T8" fmla="*/ 19050 w 47"/>
              <a:gd name="T9" fmla="*/ 117475 h 42"/>
              <a:gd name="T10" fmla="*/ 19050 w 47"/>
              <a:gd name="T11" fmla="*/ 117475 h 42"/>
              <a:gd name="T12" fmla="*/ 19050 w 47"/>
              <a:gd name="T13" fmla="*/ 117475 h 42"/>
              <a:gd name="T14" fmla="*/ 31750 w 47"/>
              <a:gd name="T15" fmla="*/ 123825 h 42"/>
              <a:gd name="T16" fmla="*/ 44450 w 47"/>
              <a:gd name="T17" fmla="*/ 117475 h 42"/>
              <a:gd name="T18" fmla="*/ 76200 w 47"/>
              <a:gd name="T19" fmla="*/ 85725 h 42"/>
              <a:gd name="T20" fmla="*/ 76200 w 47"/>
              <a:gd name="T21" fmla="*/ 85725 h 42"/>
              <a:gd name="T22" fmla="*/ 111125 w 47"/>
              <a:gd name="T23" fmla="*/ 50800 h 42"/>
              <a:gd name="T24" fmla="*/ 111125 w 47"/>
              <a:gd name="T25" fmla="*/ 44450 h 42"/>
              <a:gd name="T26" fmla="*/ 111125 w 47"/>
              <a:gd name="T27" fmla="*/ 38100 h 42"/>
              <a:gd name="T28" fmla="*/ 104775 w 47"/>
              <a:gd name="T29" fmla="*/ 38100 h 42"/>
              <a:gd name="T30" fmla="*/ 98425 w 47"/>
              <a:gd name="T31" fmla="*/ 38100 h 42"/>
              <a:gd name="T32" fmla="*/ 50800 w 47"/>
              <a:gd name="T33" fmla="*/ 88900 h 42"/>
              <a:gd name="T34" fmla="*/ 41275 w 47"/>
              <a:gd name="T35" fmla="*/ 88900 h 42"/>
              <a:gd name="T36" fmla="*/ 41275 w 47"/>
              <a:gd name="T37" fmla="*/ 82550 h 42"/>
              <a:gd name="T38" fmla="*/ 92075 w 47"/>
              <a:gd name="T39" fmla="*/ 31750 h 42"/>
              <a:gd name="T40" fmla="*/ 104775 w 47"/>
              <a:gd name="T41" fmla="*/ 25400 h 42"/>
              <a:gd name="T42" fmla="*/ 117475 w 47"/>
              <a:gd name="T43" fmla="*/ 31750 h 42"/>
              <a:gd name="T44" fmla="*/ 123825 w 47"/>
              <a:gd name="T45" fmla="*/ 44450 h 42"/>
              <a:gd name="T46" fmla="*/ 117475 w 47"/>
              <a:gd name="T47" fmla="*/ 60325 h 42"/>
              <a:gd name="T48" fmla="*/ 82550 w 47"/>
              <a:gd name="T49" fmla="*/ 92075 h 42"/>
              <a:gd name="T50" fmla="*/ 82550 w 47"/>
              <a:gd name="T51" fmla="*/ 92075 h 42"/>
              <a:gd name="T52" fmla="*/ 82550 w 47"/>
              <a:gd name="T53" fmla="*/ 92075 h 42"/>
              <a:gd name="T54" fmla="*/ 50800 w 47"/>
              <a:gd name="T55" fmla="*/ 127000 h 42"/>
              <a:gd name="T56" fmla="*/ 31750 w 47"/>
              <a:gd name="T57" fmla="*/ 133350 h 42"/>
              <a:gd name="T58" fmla="*/ 9525 w 47"/>
              <a:gd name="T59" fmla="*/ 127000 h 42"/>
              <a:gd name="T60" fmla="*/ 9525 w 47"/>
              <a:gd name="T61" fmla="*/ 127000 h 42"/>
              <a:gd name="T62" fmla="*/ 0 w 47"/>
              <a:gd name="T63" fmla="*/ 104775 h 42"/>
              <a:gd name="T64" fmla="*/ 9525 w 47"/>
              <a:gd name="T65" fmla="*/ 82550 h 42"/>
              <a:gd name="T66" fmla="*/ 41275 w 47"/>
              <a:gd name="T67" fmla="*/ 50800 h 42"/>
              <a:gd name="T68" fmla="*/ 41275 w 47"/>
              <a:gd name="T69" fmla="*/ 50800 h 42"/>
              <a:gd name="T70" fmla="*/ 82550 w 47"/>
              <a:gd name="T71" fmla="*/ 12700 h 42"/>
              <a:gd name="T72" fmla="*/ 111125 w 47"/>
              <a:gd name="T73" fmla="*/ 0 h 42"/>
              <a:gd name="T74" fmla="*/ 136525 w 47"/>
              <a:gd name="T75" fmla="*/ 12700 h 42"/>
              <a:gd name="T76" fmla="*/ 149225 w 47"/>
              <a:gd name="T77" fmla="*/ 38100 h 42"/>
              <a:gd name="T78" fmla="*/ 136525 w 47"/>
              <a:gd name="T79" fmla="*/ 66675 h 42"/>
              <a:gd name="T80" fmla="*/ 82550 w 47"/>
              <a:gd name="T81" fmla="*/ 120650 h 42"/>
              <a:gd name="T82" fmla="*/ 73025 w 47"/>
              <a:gd name="T83" fmla="*/ 120650 h 42"/>
              <a:gd name="T84" fmla="*/ 73025 w 47"/>
              <a:gd name="T85" fmla="*/ 114300 h 42"/>
              <a:gd name="T86" fmla="*/ 130175 w 47"/>
              <a:gd name="T87" fmla="*/ 57150 h 42"/>
              <a:gd name="T88" fmla="*/ 136525 w 47"/>
              <a:gd name="T89" fmla="*/ 38100 h 42"/>
              <a:gd name="T90" fmla="*/ 130175 w 47"/>
              <a:gd name="T91" fmla="*/ 19050 h 42"/>
              <a:gd name="T92" fmla="*/ 111125 w 47"/>
              <a:gd name="T93" fmla="*/ 12700 h 42"/>
              <a:gd name="T94" fmla="*/ 92075 w 47"/>
              <a:gd name="T95" fmla="*/ 19050 h 42"/>
              <a:gd name="T96" fmla="*/ 47625 w 47"/>
              <a:gd name="T97" fmla="*/ 63500 h 4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47" h="42">
                <a:moveTo>
                  <a:pt x="15" y="20"/>
                </a:moveTo>
                <a:cubicBezTo>
                  <a:pt x="15" y="20"/>
                  <a:pt x="15" y="20"/>
                  <a:pt x="15" y="20"/>
                </a:cubicBezTo>
                <a:cubicBezTo>
                  <a:pt x="6" y="29"/>
                  <a:pt x="6" y="29"/>
                  <a:pt x="6" y="29"/>
                </a:cubicBezTo>
                <a:cubicBezTo>
                  <a:pt x="5" y="30"/>
                  <a:pt x="4" y="32"/>
                  <a:pt x="4" y="33"/>
                </a:cubicBezTo>
                <a:cubicBezTo>
                  <a:pt x="4" y="34"/>
                  <a:pt x="5" y="36"/>
                  <a:pt x="6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7" y="38"/>
                  <a:pt x="8" y="39"/>
                  <a:pt x="10" y="39"/>
                </a:cubicBezTo>
                <a:cubicBezTo>
                  <a:pt x="11" y="39"/>
                  <a:pt x="13" y="38"/>
                  <a:pt x="14" y="3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5" y="15"/>
                  <a:pt x="35" y="14"/>
                </a:cubicBezTo>
                <a:cubicBezTo>
                  <a:pt x="35" y="14"/>
                  <a:pt x="35" y="13"/>
                  <a:pt x="35" y="12"/>
                </a:cubicBezTo>
                <a:cubicBezTo>
                  <a:pt x="34" y="12"/>
                  <a:pt x="34" y="12"/>
                  <a:pt x="33" y="12"/>
                </a:cubicBezTo>
                <a:cubicBezTo>
                  <a:pt x="32" y="12"/>
                  <a:pt x="32" y="12"/>
                  <a:pt x="31" y="12"/>
                </a:cubicBezTo>
                <a:cubicBezTo>
                  <a:pt x="16" y="28"/>
                  <a:pt x="16" y="28"/>
                  <a:pt x="16" y="28"/>
                </a:cubicBezTo>
                <a:cubicBezTo>
                  <a:pt x="15" y="29"/>
                  <a:pt x="14" y="29"/>
                  <a:pt x="13" y="28"/>
                </a:cubicBezTo>
                <a:cubicBezTo>
                  <a:pt x="12" y="27"/>
                  <a:pt x="12" y="26"/>
                  <a:pt x="13" y="26"/>
                </a:cubicBezTo>
                <a:cubicBezTo>
                  <a:pt x="29" y="10"/>
                  <a:pt x="29" y="10"/>
                  <a:pt x="29" y="10"/>
                </a:cubicBezTo>
                <a:cubicBezTo>
                  <a:pt x="30" y="9"/>
                  <a:pt x="31" y="8"/>
                  <a:pt x="33" y="8"/>
                </a:cubicBezTo>
                <a:cubicBezTo>
                  <a:pt x="35" y="8"/>
                  <a:pt x="36" y="9"/>
                  <a:pt x="37" y="10"/>
                </a:cubicBezTo>
                <a:cubicBezTo>
                  <a:pt x="38" y="11"/>
                  <a:pt x="39" y="13"/>
                  <a:pt x="39" y="14"/>
                </a:cubicBezTo>
                <a:cubicBezTo>
                  <a:pt x="39" y="16"/>
                  <a:pt x="38" y="17"/>
                  <a:pt x="37" y="1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16" y="40"/>
                  <a:pt x="16" y="40"/>
                  <a:pt x="16" y="40"/>
                </a:cubicBezTo>
                <a:cubicBezTo>
                  <a:pt x="14" y="41"/>
                  <a:pt x="12" y="42"/>
                  <a:pt x="10" y="42"/>
                </a:cubicBezTo>
                <a:cubicBezTo>
                  <a:pt x="7" y="42"/>
                  <a:pt x="5" y="41"/>
                  <a:pt x="3" y="40"/>
                </a:cubicBezTo>
                <a:cubicBezTo>
                  <a:pt x="3" y="40"/>
                  <a:pt x="3" y="40"/>
                  <a:pt x="3" y="40"/>
                </a:cubicBezTo>
                <a:cubicBezTo>
                  <a:pt x="1" y="38"/>
                  <a:pt x="0" y="35"/>
                  <a:pt x="0" y="33"/>
                </a:cubicBezTo>
                <a:cubicBezTo>
                  <a:pt x="0" y="31"/>
                  <a:pt x="1" y="28"/>
                  <a:pt x="3" y="26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26" y="4"/>
                  <a:pt x="26" y="4"/>
                  <a:pt x="26" y="4"/>
                </a:cubicBezTo>
                <a:cubicBezTo>
                  <a:pt x="28" y="1"/>
                  <a:pt x="31" y="0"/>
                  <a:pt x="35" y="0"/>
                </a:cubicBezTo>
                <a:cubicBezTo>
                  <a:pt x="38" y="0"/>
                  <a:pt x="41" y="1"/>
                  <a:pt x="43" y="4"/>
                </a:cubicBezTo>
                <a:cubicBezTo>
                  <a:pt x="45" y="6"/>
                  <a:pt x="47" y="9"/>
                  <a:pt x="47" y="12"/>
                </a:cubicBezTo>
                <a:cubicBezTo>
                  <a:pt x="47" y="15"/>
                  <a:pt x="45" y="18"/>
                  <a:pt x="43" y="21"/>
                </a:cubicBezTo>
                <a:cubicBezTo>
                  <a:pt x="26" y="38"/>
                  <a:pt x="26" y="38"/>
                  <a:pt x="26" y="38"/>
                </a:cubicBezTo>
                <a:cubicBezTo>
                  <a:pt x="25" y="39"/>
                  <a:pt x="24" y="39"/>
                  <a:pt x="23" y="38"/>
                </a:cubicBezTo>
                <a:cubicBezTo>
                  <a:pt x="22" y="37"/>
                  <a:pt x="22" y="36"/>
                  <a:pt x="23" y="36"/>
                </a:cubicBezTo>
                <a:cubicBezTo>
                  <a:pt x="41" y="18"/>
                  <a:pt x="41" y="18"/>
                  <a:pt x="41" y="18"/>
                </a:cubicBezTo>
                <a:cubicBezTo>
                  <a:pt x="42" y="16"/>
                  <a:pt x="43" y="14"/>
                  <a:pt x="43" y="12"/>
                </a:cubicBezTo>
                <a:cubicBezTo>
                  <a:pt x="43" y="10"/>
                  <a:pt x="42" y="8"/>
                  <a:pt x="41" y="6"/>
                </a:cubicBezTo>
                <a:cubicBezTo>
                  <a:pt x="39" y="4"/>
                  <a:pt x="37" y="4"/>
                  <a:pt x="35" y="4"/>
                </a:cubicBezTo>
                <a:cubicBezTo>
                  <a:pt x="32" y="4"/>
                  <a:pt x="30" y="4"/>
                  <a:pt x="29" y="6"/>
                </a:cubicBezTo>
                <a:cubicBezTo>
                  <a:pt x="15" y="20"/>
                  <a:pt x="15" y="20"/>
                  <a:pt x="15" y="20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30" name="Freeform 364">
            <a:extLst>
              <a:ext uri="{FF2B5EF4-FFF2-40B4-BE49-F238E27FC236}">
                <a16:creationId xmlns:a16="http://schemas.microsoft.com/office/drawing/2014/main" id="{3C5EEF35-C9F2-7DF8-C205-C760331F892B}"/>
              </a:ext>
            </a:extLst>
          </p:cNvPr>
          <p:cNvSpPr>
            <a:spLocks noEditPoints="1"/>
          </p:cNvSpPr>
          <p:nvPr/>
        </p:nvSpPr>
        <p:spPr bwMode="auto">
          <a:xfrm>
            <a:off x="3523651" y="1761514"/>
            <a:ext cx="177800" cy="194733"/>
          </a:xfrm>
          <a:custGeom>
            <a:avLst/>
            <a:gdLst>
              <a:gd name="T0" fmla="*/ 22225 w 42"/>
              <a:gd name="T1" fmla="*/ 44450 h 46"/>
              <a:gd name="T2" fmla="*/ 111125 w 42"/>
              <a:gd name="T3" fmla="*/ 44450 h 46"/>
              <a:gd name="T4" fmla="*/ 120650 w 42"/>
              <a:gd name="T5" fmla="*/ 31750 h 46"/>
              <a:gd name="T6" fmla="*/ 12700 w 42"/>
              <a:gd name="T7" fmla="*/ 44450 h 46"/>
              <a:gd name="T8" fmla="*/ 22225 w 42"/>
              <a:gd name="T9" fmla="*/ 44450 h 46"/>
              <a:gd name="T10" fmla="*/ 41275 w 42"/>
              <a:gd name="T11" fmla="*/ 0 h 46"/>
              <a:gd name="T12" fmla="*/ 92075 w 42"/>
              <a:gd name="T13" fmla="*/ 0 h 46"/>
              <a:gd name="T14" fmla="*/ 98425 w 42"/>
              <a:gd name="T15" fmla="*/ 6350 h 46"/>
              <a:gd name="T16" fmla="*/ 127000 w 42"/>
              <a:gd name="T17" fmla="*/ 19050 h 46"/>
              <a:gd name="T18" fmla="*/ 133350 w 42"/>
              <a:gd name="T19" fmla="*/ 25400 h 46"/>
              <a:gd name="T20" fmla="*/ 127000 w 42"/>
              <a:gd name="T21" fmla="*/ 57150 h 46"/>
              <a:gd name="T22" fmla="*/ 117475 w 42"/>
              <a:gd name="T23" fmla="*/ 57150 h 46"/>
              <a:gd name="T24" fmla="*/ 111125 w 42"/>
              <a:gd name="T25" fmla="*/ 146050 h 46"/>
              <a:gd name="T26" fmla="*/ 22225 w 42"/>
              <a:gd name="T27" fmla="*/ 146050 h 46"/>
              <a:gd name="T28" fmla="*/ 15875 w 42"/>
              <a:gd name="T29" fmla="*/ 139700 h 46"/>
              <a:gd name="T30" fmla="*/ 6350 w 42"/>
              <a:gd name="T31" fmla="*/ 57150 h 46"/>
              <a:gd name="T32" fmla="*/ 0 w 42"/>
              <a:gd name="T33" fmla="*/ 50800 h 46"/>
              <a:gd name="T34" fmla="*/ 6350 w 42"/>
              <a:gd name="T35" fmla="*/ 19050 h 46"/>
              <a:gd name="T36" fmla="*/ 34925 w 42"/>
              <a:gd name="T37" fmla="*/ 19050 h 46"/>
              <a:gd name="T38" fmla="*/ 41275 w 42"/>
              <a:gd name="T39" fmla="*/ 0 h 46"/>
              <a:gd name="T40" fmla="*/ 85725 w 42"/>
              <a:gd name="T41" fmla="*/ 12700 h 46"/>
              <a:gd name="T42" fmla="*/ 47625 w 42"/>
              <a:gd name="T43" fmla="*/ 19050 h 46"/>
              <a:gd name="T44" fmla="*/ 85725 w 42"/>
              <a:gd name="T45" fmla="*/ 12700 h 46"/>
              <a:gd name="T46" fmla="*/ 47625 w 42"/>
              <a:gd name="T47" fmla="*/ 57150 h 46"/>
              <a:gd name="T48" fmla="*/ 44450 w 42"/>
              <a:gd name="T49" fmla="*/ 127000 h 46"/>
              <a:gd name="T50" fmla="*/ 41275 w 42"/>
              <a:gd name="T51" fmla="*/ 57150 h 46"/>
              <a:gd name="T52" fmla="*/ 25400 w 42"/>
              <a:gd name="T53" fmla="*/ 136525 h 46"/>
              <a:gd name="T54" fmla="*/ 107950 w 42"/>
              <a:gd name="T55" fmla="*/ 57150 h 46"/>
              <a:gd name="T56" fmla="*/ 92075 w 42"/>
              <a:gd name="T57" fmla="*/ 120650 h 46"/>
              <a:gd name="T58" fmla="*/ 85725 w 42"/>
              <a:gd name="T59" fmla="*/ 120650 h 46"/>
              <a:gd name="T60" fmla="*/ 69850 w 42"/>
              <a:gd name="T61" fmla="*/ 57150 h 46"/>
              <a:gd name="T62" fmla="*/ 66675 w 42"/>
              <a:gd name="T63" fmla="*/ 127000 h 46"/>
              <a:gd name="T64" fmla="*/ 63500 w 42"/>
              <a:gd name="T65" fmla="*/ 57150 h 4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2" h="46">
                <a:moveTo>
                  <a:pt x="7" y="14"/>
                </a:moveTo>
                <a:cubicBezTo>
                  <a:pt x="7" y="14"/>
                  <a:pt x="7" y="14"/>
                  <a:pt x="7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0"/>
                  <a:pt x="38" y="10"/>
                  <a:pt x="38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4"/>
                  <a:pt x="4" y="14"/>
                  <a:pt x="4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lose/>
                <a:moveTo>
                  <a:pt x="13" y="0"/>
                </a:move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6"/>
                  <a:pt x="31" y="6"/>
                  <a:pt x="31" y="6"/>
                </a:cubicBezTo>
                <a:cubicBezTo>
                  <a:pt x="40" y="6"/>
                  <a:pt x="40" y="6"/>
                  <a:pt x="40" y="6"/>
                </a:cubicBezTo>
                <a:cubicBezTo>
                  <a:pt x="41" y="6"/>
                  <a:pt x="42" y="7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16"/>
                  <a:pt x="42" y="16"/>
                  <a:pt x="42" y="16"/>
                </a:cubicBezTo>
                <a:cubicBezTo>
                  <a:pt x="42" y="17"/>
                  <a:pt x="41" y="18"/>
                  <a:pt x="40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37" y="18"/>
                  <a:pt x="37" y="18"/>
                  <a:pt x="37" y="18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5"/>
                  <a:pt x="36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6" y="46"/>
                  <a:pt x="5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5" y="18"/>
                  <a:pt x="5" y="18"/>
                  <a:pt x="5" y="18"/>
                </a:cubicBezTo>
                <a:cubicBezTo>
                  <a:pt x="2" y="18"/>
                  <a:pt x="2" y="18"/>
                  <a:pt x="2" y="18"/>
                </a:cubicBezTo>
                <a:cubicBezTo>
                  <a:pt x="1" y="18"/>
                  <a:pt x="0" y="17"/>
                  <a:pt x="0" y="1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8"/>
                  <a:pt x="0" y="8"/>
                  <a:pt x="0" y="8"/>
                </a:cubicBezTo>
                <a:cubicBezTo>
                  <a:pt x="0" y="7"/>
                  <a:pt x="1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1"/>
                  <a:pt x="12" y="0"/>
                  <a:pt x="13" y="0"/>
                </a:cubicBezTo>
                <a:close/>
                <a:moveTo>
                  <a:pt x="27" y="4"/>
                </a:moveTo>
                <a:cubicBezTo>
                  <a:pt x="27" y="4"/>
                  <a:pt x="27" y="4"/>
                  <a:pt x="27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6"/>
                  <a:pt x="15" y="6"/>
                  <a:pt x="15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4"/>
                  <a:pt x="27" y="4"/>
                  <a:pt x="27" y="4"/>
                </a:cubicBezTo>
                <a:close/>
                <a:moveTo>
                  <a:pt x="15" y="18"/>
                </a:moveTo>
                <a:cubicBezTo>
                  <a:pt x="15" y="18"/>
                  <a:pt x="15" y="18"/>
                  <a:pt x="15" y="18"/>
                </a:cubicBezTo>
                <a:cubicBezTo>
                  <a:pt x="15" y="38"/>
                  <a:pt x="15" y="38"/>
                  <a:pt x="15" y="38"/>
                </a:cubicBezTo>
                <a:cubicBezTo>
                  <a:pt x="15" y="39"/>
                  <a:pt x="14" y="40"/>
                  <a:pt x="14" y="40"/>
                </a:cubicBezTo>
                <a:cubicBezTo>
                  <a:pt x="13" y="40"/>
                  <a:pt x="13" y="39"/>
                  <a:pt x="13" y="38"/>
                </a:cubicBezTo>
                <a:cubicBezTo>
                  <a:pt x="13" y="18"/>
                  <a:pt x="13" y="18"/>
                  <a:pt x="13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8" y="43"/>
                  <a:pt x="8" y="43"/>
                  <a:pt x="8" y="43"/>
                </a:cubicBezTo>
                <a:cubicBezTo>
                  <a:pt x="34" y="43"/>
                  <a:pt x="34" y="43"/>
                  <a:pt x="34" y="43"/>
                </a:cubicBezTo>
                <a:cubicBezTo>
                  <a:pt x="34" y="18"/>
                  <a:pt x="34" y="18"/>
                  <a:pt x="34" y="18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9"/>
                  <a:pt x="29" y="40"/>
                  <a:pt x="28" y="40"/>
                </a:cubicBezTo>
                <a:cubicBezTo>
                  <a:pt x="28" y="40"/>
                  <a:pt x="27" y="39"/>
                  <a:pt x="27" y="38"/>
                </a:cubicBezTo>
                <a:cubicBezTo>
                  <a:pt x="27" y="18"/>
                  <a:pt x="27" y="18"/>
                  <a:pt x="27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38"/>
                  <a:pt x="22" y="38"/>
                  <a:pt x="22" y="38"/>
                </a:cubicBezTo>
                <a:cubicBezTo>
                  <a:pt x="22" y="39"/>
                  <a:pt x="22" y="40"/>
                  <a:pt x="21" y="40"/>
                </a:cubicBezTo>
                <a:cubicBezTo>
                  <a:pt x="20" y="40"/>
                  <a:pt x="20" y="39"/>
                  <a:pt x="20" y="38"/>
                </a:cubicBezTo>
                <a:cubicBezTo>
                  <a:pt x="20" y="18"/>
                  <a:pt x="20" y="18"/>
                  <a:pt x="20" y="18"/>
                </a:cubicBezTo>
                <a:cubicBezTo>
                  <a:pt x="15" y="18"/>
                  <a:pt x="15" y="18"/>
                  <a:pt x="15" y="1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31" name="Freeform 365">
            <a:extLst>
              <a:ext uri="{FF2B5EF4-FFF2-40B4-BE49-F238E27FC236}">
                <a16:creationId xmlns:a16="http://schemas.microsoft.com/office/drawing/2014/main" id="{595C02D5-5448-3F84-447D-D8599A4C9FEE}"/>
              </a:ext>
            </a:extLst>
          </p:cNvPr>
          <p:cNvSpPr>
            <a:spLocks noEditPoints="1"/>
          </p:cNvSpPr>
          <p:nvPr/>
        </p:nvSpPr>
        <p:spPr bwMode="auto">
          <a:xfrm>
            <a:off x="3163818" y="1365698"/>
            <a:ext cx="194733" cy="152400"/>
          </a:xfrm>
          <a:custGeom>
            <a:avLst/>
            <a:gdLst>
              <a:gd name="T0" fmla="*/ 6350 w 46"/>
              <a:gd name="T1" fmla="*/ 0 h 36"/>
              <a:gd name="T2" fmla="*/ 6350 w 46"/>
              <a:gd name="T3" fmla="*/ 0 h 36"/>
              <a:gd name="T4" fmla="*/ 142875 w 46"/>
              <a:gd name="T5" fmla="*/ 0 h 36"/>
              <a:gd name="T6" fmla="*/ 146050 w 46"/>
              <a:gd name="T7" fmla="*/ 6350 h 36"/>
              <a:gd name="T8" fmla="*/ 146050 w 46"/>
              <a:gd name="T9" fmla="*/ 6350 h 36"/>
              <a:gd name="T10" fmla="*/ 146050 w 46"/>
              <a:gd name="T11" fmla="*/ 107950 h 36"/>
              <a:gd name="T12" fmla="*/ 142875 w 46"/>
              <a:gd name="T13" fmla="*/ 114300 h 36"/>
              <a:gd name="T14" fmla="*/ 142875 w 46"/>
              <a:gd name="T15" fmla="*/ 114300 h 36"/>
              <a:gd name="T16" fmla="*/ 6350 w 46"/>
              <a:gd name="T17" fmla="*/ 114300 h 36"/>
              <a:gd name="T18" fmla="*/ 0 w 46"/>
              <a:gd name="T19" fmla="*/ 107950 h 36"/>
              <a:gd name="T20" fmla="*/ 0 w 46"/>
              <a:gd name="T21" fmla="*/ 107950 h 36"/>
              <a:gd name="T22" fmla="*/ 0 w 46"/>
              <a:gd name="T23" fmla="*/ 6350 h 36"/>
              <a:gd name="T24" fmla="*/ 6350 w 46"/>
              <a:gd name="T25" fmla="*/ 0 h 36"/>
              <a:gd name="T26" fmla="*/ 136525 w 46"/>
              <a:gd name="T27" fmla="*/ 15875 h 36"/>
              <a:gd name="T28" fmla="*/ 136525 w 46"/>
              <a:gd name="T29" fmla="*/ 15875 h 36"/>
              <a:gd name="T30" fmla="*/ 76200 w 46"/>
              <a:gd name="T31" fmla="*/ 76200 h 36"/>
              <a:gd name="T32" fmla="*/ 73025 w 46"/>
              <a:gd name="T33" fmla="*/ 76200 h 36"/>
              <a:gd name="T34" fmla="*/ 12700 w 46"/>
              <a:gd name="T35" fmla="*/ 15875 h 36"/>
              <a:gd name="T36" fmla="*/ 12700 w 46"/>
              <a:gd name="T37" fmla="*/ 104775 h 36"/>
              <a:gd name="T38" fmla="*/ 136525 w 46"/>
              <a:gd name="T39" fmla="*/ 104775 h 36"/>
              <a:gd name="T40" fmla="*/ 136525 w 46"/>
              <a:gd name="T41" fmla="*/ 15875 h 36"/>
              <a:gd name="T42" fmla="*/ 130175 w 46"/>
              <a:gd name="T43" fmla="*/ 12700 h 36"/>
              <a:gd name="T44" fmla="*/ 130175 w 46"/>
              <a:gd name="T45" fmla="*/ 12700 h 36"/>
              <a:gd name="T46" fmla="*/ 15875 w 46"/>
              <a:gd name="T47" fmla="*/ 12700 h 36"/>
              <a:gd name="T48" fmla="*/ 73025 w 46"/>
              <a:gd name="T49" fmla="*/ 69850 h 36"/>
              <a:gd name="T50" fmla="*/ 130175 w 46"/>
              <a:gd name="T51" fmla="*/ 12700 h 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6" h="36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6" y="0"/>
                  <a:pt x="46" y="1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34"/>
                  <a:pt x="46" y="34"/>
                  <a:pt x="46" y="34"/>
                </a:cubicBezTo>
                <a:cubicBezTo>
                  <a:pt x="46" y="35"/>
                  <a:pt x="46" y="36"/>
                  <a:pt x="45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5"/>
                  <a:pt x="0" y="34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3" y="5"/>
                </a:moveTo>
                <a:cubicBezTo>
                  <a:pt x="43" y="5"/>
                  <a:pt x="43" y="5"/>
                  <a:pt x="43" y="5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3" y="24"/>
                  <a:pt x="23" y="24"/>
                </a:cubicBezTo>
                <a:cubicBezTo>
                  <a:pt x="4" y="5"/>
                  <a:pt x="4" y="5"/>
                  <a:pt x="4" y="5"/>
                </a:cubicBezTo>
                <a:cubicBezTo>
                  <a:pt x="4" y="33"/>
                  <a:pt x="4" y="33"/>
                  <a:pt x="4" y="33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5"/>
                  <a:pt x="43" y="5"/>
                  <a:pt x="43" y="5"/>
                </a:cubicBezTo>
                <a:close/>
                <a:moveTo>
                  <a:pt x="41" y="4"/>
                </a:moveTo>
                <a:cubicBezTo>
                  <a:pt x="41" y="4"/>
                  <a:pt x="41" y="4"/>
                  <a:pt x="41" y="4"/>
                </a:cubicBezTo>
                <a:cubicBezTo>
                  <a:pt x="5" y="4"/>
                  <a:pt x="5" y="4"/>
                  <a:pt x="5" y="4"/>
                </a:cubicBezTo>
                <a:cubicBezTo>
                  <a:pt x="23" y="22"/>
                  <a:pt x="23" y="22"/>
                  <a:pt x="23" y="22"/>
                </a:cubicBezTo>
                <a:cubicBezTo>
                  <a:pt x="41" y="4"/>
                  <a:pt x="41" y="4"/>
                  <a:pt x="41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32" name="Freeform 366">
            <a:extLst>
              <a:ext uri="{FF2B5EF4-FFF2-40B4-BE49-F238E27FC236}">
                <a16:creationId xmlns:a16="http://schemas.microsoft.com/office/drawing/2014/main" id="{EFF630C1-0839-A527-F500-846DA03F784F}"/>
              </a:ext>
            </a:extLst>
          </p:cNvPr>
          <p:cNvSpPr>
            <a:spLocks noEditPoints="1"/>
          </p:cNvSpPr>
          <p:nvPr/>
        </p:nvSpPr>
        <p:spPr bwMode="auto">
          <a:xfrm>
            <a:off x="7329419" y="3003999"/>
            <a:ext cx="171449" cy="198967"/>
          </a:xfrm>
          <a:custGeom>
            <a:avLst/>
            <a:gdLst>
              <a:gd name="T0" fmla="*/ 16073 w 40"/>
              <a:gd name="T1" fmla="*/ 0 h 47"/>
              <a:gd name="T2" fmla="*/ 83582 w 40"/>
              <a:gd name="T3" fmla="*/ 0 h 47"/>
              <a:gd name="T4" fmla="*/ 86796 w 40"/>
              <a:gd name="T5" fmla="*/ 3175 h 47"/>
              <a:gd name="T6" fmla="*/ 128587 w 40"/>
              <a:gd name="T7" fmla="*/ 44450 h 47"/>
              <a:gd name="T8" fmla="*/ 128587 w 40"/>
              <a:gd name="T9" fmla="*/ 47625 h 47"/>
              <a:gd name="T10" fmla="*/ 128587 w 40"/>
              <a:gd name="T11" fmla="*/ 47625 h 47"/>
              <a:gd name="T12" fmla="*/ 128587 w 40"/>
              <a:gd name="T13" fmla="*/ 133350 h 47"/>
              <a:gd name="T14" fmla="*/ 125372 w 40"/>
              <a:gd name="T15" fmla="*/ 142875 h 47"/>
              <a:gd name="T16" fmla="*/ 125372 w 40"/>
              <a:gd name="T17" fmla="*/ 142875 h 47"/>
              <a:gd name="T18" fmla="*/ 125372 w 40"/>
              <a:gd name="T19" fmla="*/ 142875 h 47"/>
              <a:gd name="T20" fmla="*/ 115728 w 40"/>
              <a:gd name="T21" fmla="*/ 149225 h 47"/>
              <a:gd name="T22" fmla="*/ 16073 w 40"/>
              <a:gd name="T23" fmla="*/ 149225 h 47"/>
              <a:gd name="T24" fmla="*/ 3215 w 40"/>
              <a:gd name="T25" fmla="*/ 142875 h 47"/>
              <a:gd name="T26" fmla="*/ 0 w 40"/>
              <a:gd name="T27" fmla="*/ 133350 h 47"/>
              <a:gd name="T28" fmla="*/ 0 w 40"/>
              <a:gd name="T29" fmla="*/ 15875 h 47"/>
              <a:gd name="T30" fmla="*/ 3215 w 40"/>
              <a:gd name="T31" fmla="*/ 6350 h 47"/>
              <a:gd name="T32" fmla="*/ 16073 w 40"/>
              <a:gd name="T33" fmla="*/ 0 h 47"/>
              <a:gd name="T34" fmla="*/ 118943 w 40"/>
              <a:gd name="T35" fmla="*/ 50800 h 47"/>
              <a:gd name="T36" fmla="*/ 118943 w 40"/>
              <a:gd name="T37" fmla="*/ 50800 h 47"/>
              <a:gd name="T38" fmla="*/ 93226 w 40"/>
              <a:gd name="T39" fmla="*/ 50800 h 47"/>
              <a:gd name="T40" fmla="*/ 83582 w 40"/>
              <a:gd name="T41" fmla="*/ 47625 h 47"/>
              <a:gd name="T42" fmla="*/ 83582 w 40"/>
              <a:gd name="T43" fmla="*/ 47625 h 47"/>
              <a:gd name="T44" fmla="*/ 80367 w 40"/>
              <a:gd name="T45" fmla="*/ 38100 h 47"/>
              <a:gd name="T46" fmla="*/ 80367 w 40"/>
              <a:gd name="T47" fmla="*/ 12700 h 47"/>
              <a:gd name="T48" fmla="*/ 16073 w 40"/>
              <a:gd name="T49" fmla="*/ 12700 h 47"/>
              <a:gd name="T50" fmla="*/ 12859 w 40"/>
              <a:gd name="T51" fmla="*/ 12700 h 47"/>
              <a:gd name="T52" fmla="*/ 12859 w 40"/>
              <a:gd name="T53" fmla="*/ 15875 h 47"/>
              <a:gd name="T54" fmla="*/ 12859 w 40"/>
              <a:gd name="T55" fmla="*/ 133350 h 47"/>
              <a:gd name="T56" fmla="*/ 12859 w 40"/>
              <a:gd name="T57" fmla="*/ 136525 h 47"/>
              <a:gd name="T58" fmla="*/ 12859 w 40"/>
              <a:gd name="T59" fmla="*/ 136525 h 47"/>
              <a:gd name="T60" fmla="*/ 16073 w 40"/>
              <a:gd name="T61" fmla="*/ 136525 h 47"/>
              <a:gd name="T62" fmla="*/ 115728 w 40"/>
              <a:gd name="T63" fmla="*/ 136525 h 47"/>
              <a:gd name="T64" fmla="*/ 118943 w 40"/>
              <a:gd name="T65" fmla="*/ 136525 h 47"/>
              <a:gd name="T66" fmla="*/ 118943 w 40"/>
              <a:gd name="T67" fmla="*/ 136525 h 47"/>
              <a:gd name="T68" fmla="*/ 118943 w 40"/>
              <a:gd name="T69" fmla="*/ 133350 h 47"/>
              <a:gd name="T70" fmla="*/ 118943 w 40"/>
              <a:gd name="T71" fmla="*/ 50800 h 47"/>
              <a:gd name="T72" fmla="*/ 112514 w 40"/>
              <a:gd name="T73" fmla="*/ 44450 h 47"/>
              <a:gd name="T74" fmla="*/ 112514 w 40"/>
              <a:gd name="T75" fmla="*/ 44450 h 47"/>
              <a:gd name="T76" fmla="*/ 86796 w 40"/>
              <a:gd name="T77" fmla="*/ 19050 h 47"/>
              <a:gd name="T78" fmla="*/ 86796 w 40"/>
              <a:gd name="T79" fmla="*/ 38100 h 47"/>
              <a:gd name="T80" fmla="*/ 86796 w 40"/>
              <a:gd name="T81" fmla="*/ 41275 h 47"/>
              <a:gd name="T82" fmla="*/ 86796 w 40"/>
              <a:gd name="T83" fmla="*/ 41275 h 47"/>
              <a:gd name="T84" fmla="*/ 93226 w 40"/>
              <a:gd name="T85" fmla="*/ 44450 h 47"/>
              <a:gd name="T86" fmla="*/ 112514 w 40"/>
              <a:gd name="T87" fmla="*/ 44450 h 4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0" h="47">
                <a:moveTo>
                  <a:pt x="5" y="0"/>
                </a:move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7" y="1"/>
                  <a:pt x="27" y="1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5"/>
                  <a:pt x="40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3"/>
                  <a:pt x="40" y="44"/>
                  <a:pt x="39" y="45"/>
                </a:cubicBezTo>
                <a:cubicBezTo>
                  <a:pt x="39" y="45"/>
                  <a:pt x="39" y="45"/>
                  <a:pt x="39" y="45"/>
                </a:cubicBezTo>
                <a:cubicBezTo>
                  <a:pt x="39" y="45"/>
                  <a:pt x="39" y="45"/>
                  <a:pt x="39" y="45"/>
                </a:cubicBezTo>
                <a:cubicBezTo>
                  <a:pt x="38" y="46"/>
                  <a:pt x="37" y="47"/>
                  <a:pt x="36" y="47"/>
                </a:cubicBezTo>
                <a:cubicBezTo>
                  <a:pt x="5" y="47"/>
                  <a:pt x="5" y="47"/>
                  <a:pt x="5" y="47"/>
                </a:cubicBezTo>
                <a:cubicBezTo>
                  <a:pt x="4" y="47"/>
                  <a:pt x="2" y="46"/>
                  <a:pt x="1" y="45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1" y="3"/>
                  <a:pt x="1" y="2"/>
                </a:cubicBezTo>
                <a:cubicBezTo>
                  <a:pt x="2" y="1"/>
                  <a:pt x="4" y="0"/>
                  <a:pt x="5" y="0"/>
                </a:cubicBezTo>
                <a:close/>
                <a:moveTo>
                  <a:pt x="37" y="16"/>
                </a:moveTo>
                <a:cubicBezTo>
                  <a:pt x="37" y="16"/>
                  <a:pt x="37" y="16"/>
                  <a:pt x="37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8" y="16"/>
                  <a:pt x="27" y="16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5" y="14"/>
                  <a:pt x="25" y="13"/>
                  <a:pt x="25" y="12"/>
                </a:cubicBezTo>
                <a:cubicBezTo>
                  <a:pt x="25" y="4"/>
                  <a:pt x="25" y="4"/>
                  <a:pt x="25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5"/>
                  <a:pt x="4" y="5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42"/>
                  <a:pt x="4" y="42"/>
                  <a:pt x="4" y="43"/>
                </a:cubicBezTo>
                <a:cubicBezTo>
                  <a:pt x="4" y="43"/>
                  <a:pt x="4" y="43"/>
                  <a:pt x="4" y="43"/>
                </a:cubicBezTo>
                <a:cubicBezTo>
                  <a:pt x="4" y="43"/>
                  <a:pt x="4" y="43"/>
                  <a:pt x="5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3"/>
                  <a:pt x="37" y="43"/>
                </a:cubicBezTo>
                <a:cubicBezTo>
                  <a:pt x="37" y="43"/>
                  <a:pt x="37" y="43"/>
                  <a:pt x="37" y="43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16"/>
                  <a:pt x="37" y="16"/>
                  <a:pt x="37" y="16"/>
                </a:cubicBezTo>
                <a:close/>
                <a:moveTo>
                  <a:pt x="35" y="14"/>
                </a:moveTo>
                <a:cubicBezTo>
                  <a:pt x="35" y="14"/>
                  <a:pt x="35" y="14"/>
                  <a:pt x="35" y="14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3"/>
                  <a:pt x="27" y="13"/>
                </a:cubicBezTo>
                <a:cubicBezTo>
                  <a:pt x="27" y="13"/>
                  <a:pt x="27" y="13"/>
                  <a:pt x="27" y="13"/>
                </a:cubicBezTo>
                <a:cubicBezTo>
                  <a:pt x="28" y="14"/>
                  <a:pt x="28" y="14"/>
                  <a:pt x="29" y="14"/>
                </a:cubicBezTo>
                <a:cubicBezTo>
                  <a:pt x="35" y="14"/>
                  <a:pt x="35" y="14"/>
                  <a:pt x="35" y="1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33" name="Freeform 367">
            <a:extLst>
              <a:ext uri="{FF2B5EF4-FFF2-40B4-BE49-F238E27FC236}">
                <a16:creationId xmlns:a16="http://schemas.microsoft.com/office/drawing/2014/main" id="{D82A78B6-ECDE-418F-B870-23C6134C552C}"/>
              </a:ext>
            </a:extLst>
          </p:cNvPr>
          <p:cNvSpPr>
            <a:spLocks noEditPoints="1"/>
          </p:cNvSpPr>
          <p:nvPr/>
        </p:nvSpPr>
        <p:spPr bwMode="auto">
          <a:xfrm>
            <a:off x="3180752" y="1761514"/>
            <a:ext cx="173567" cy="194733"/>
          </a:xfrm>
          <a:custGeom>
            <a:avLst/>
            <a:gdLst>
              <a:gd name="T0" fmla="*/ 31750 w 41"/>
              <a:gd name="T1" fmla="*/ 104775 h 46"/>
              <a:gd name="T2" fmla="*/ 31750 w 41"/>
              <a:gd name="T3" fmla="*/ 111125 h 46"/>
              <a:gd name="T4" fmla="*/ 101600 w 41"/>
              <a:gd name="T5" fmla="*/ 107950 h 46"/>
              <a:gd name="T6" fmla="*/ 127000 w 41"/>
              <a:gd name="T7" fmla="*/ 41275 h 46"/>
              <a:gd name="T8" fmla="*/ 85725 w 41"/>
              <a:gd name="T9" fmla="*/ 0 h 46"/>
              <a:gd name="T10" fmla="*/ 15875 w 41"/>
              <a:gd name="T11" fmla="*/ 0 h 46"/>
              <a:gd name="T12" fmla="*/ 0 w 41"/>
              <a:gd name="T13" fmla="*/ 15875 h 46"/>
              <a:gd name="T14" fmla="*/ 6350 w 41"/>
              <a:gd name="T15" fmla="*/ 142875 h 46"/>
              <a:gd name="T16" fmla="*/ 6350 w 41"/>
              <a:gd name="T17" fmla="*/ 142875 h 46"/>
              <a:gd name="T18" fmla="*/ 114300 w 41"/>
              <a:gd name="T19" fmla="*/ 146050 h 46"/>
              <a:gd name="T20" fmla="*/ 123825 w 41"/>
              <a:gd name="T21" fmla="*/ 142875 h 46"/>
              <a:gd name="T22" fmla="*/ 130175 w 41"/>
              <a:gd name="T23" fmla="*/ 130175 h 46"/>
              <a:gd name="T24" fmla="*/ 127000 w 41"/>
              <a:gd name="T25" fmla="*/ 41275 h 46"/>
              <a:gd name="T26" fmla="*/ 85725 w 41"/>
              <a:gd name="T27" fmla="*/ 15875 h 46"/>
              <a:gd name="T28" fmla="*/ 92075 w 41"/>
              <a:gd name="T29" fmla="*/ 44450 h 46"/>
              <a:gd name="T30" fmla="*/ 88900 w 41"/>
              <a:gd name="T31" fmla="*/ 41275 h 46"/>
              <a:gd name="T32" fmla="*/ 85725 w 41"/>
              <a:gd name="T33" fmla="*/ 15875 h 46"/>
              <a:gd name="T34" fmla="*/ 117475 w 41"/>
              <a:gd name="T35" fmla="*/ 130175 h 46"/>
              <a:gd name="T36" fmla="*/ 117475 w 41"/>
              <a:gd name="T37" fmla="*/ 133350 h 46"/>
              <a:gd name="T38" fmla="*/ 15875 w 41"/>
              <a:gd name="T39" fmla="*/ 136525 h 46"/>
              <a:gd name="T40" fmla="*/ 12700 w 41"/>
              <a:gd name="T41" fmla="*/ 133350 h 46"/>
              <a:gd name="T42" fmla="*/ 12700 w 41"/>
              <a:gd name="T43" fmla="*/ 15875 h 46"/>
              <a:gd name="T44" fmla="*/ 15875 w 41"/>
              <a:gd name="T45" fmla="*/ 12700 h 46"/>
              <a:gd name="T46" fmla="*/ 79375 w 41"/>
              <a:gd name="T47" fmla="*/ 38100 h 46"/>
              <a:gd name="T48" fmla="*/ 82550 w 41"/>
              <a:gd name="T49" fmla="*/ 44450 h 46"/>
              <a:gd name="T50" fmla="*/ 117475 w 41"/>
              <a:gd name="T51" fmla="*/ 50800 h 46"/>
              <a:gd name="T52" fmla="*/ 28575 w 41"/>
              <a:gd name="T53" fmla="*/ 60325 h 46"/>
              <a:gd name="T54" fmla="*/ 31750 w 41"/>
              <a:gd name="T55" fmla="*/ 63500 h 46"/>
              <a:gd name="T56" fmla="*/ 101600 w 41"/>
              <a:gd name="T57" fmla="*/ 60325 h 46"/>
              <a:gd name="T58" fmla="*/ 31750 w 41"/>
              <a:gd name="T59" fmla="*/ 57150 h 46"/>
              <a:gd name="T60" fmla="*/ 98425 w 41"/>
              <a:gd name="T61" fmla="*/ 82550 h 46"/>
              <a:gd name="T62" fmla="*/ 31750 w 41"/>
              <a:gd name="T63" fmla="*/ 82550 h 46"/>
              <a:gd name="T64" fmla="*/ 31750 w 41"/>
              <a:gd name="T65" fmla="*/ 88900 h 46"/>
              <a:gd name="T66" fmla="*/ 101600 w 41"/>
              <a:gd name="T67" fmla="*/ 85725 h 4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1" h="46">
                <a:moveTo>
                  <a:pt x="31" y="33"/>
                </a:moveTo>
                <a:cubicBezTo>
                  <a:pt x="10" y="33"/>
                  <a:pt x="10" y="33"/>
                  <a:pt x="10" y="33"/>
                </a:cubicBezTo>
                <a:cubicBezTo>
                  <a:pt x="10" y="33"/>
                  <a:pt x="9" y="34"/>
                  <a:pt x="9" y="34"/>
                </a:cubicBezTo>
                <a:cubicBezTo>
                  <a:pt x="9" y="35"/>
                  <a:pt x="10" y="35"/>
                  <a:pt x="10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2" y="35"/>
                  <a:pt x="32" y="34"/>
                </a:cubicBezTo>
                <a:cubicBezTo>
                  <a:pt x="32" y="34"/>
                  <a:pt x="31" y="33"/>
                  <a:pt x="31" y="33"/>
                </a:cubicBezTo>
                <a:close/>
                <a:moveTo>
                  <a:pt x="40" y="13"/>
                </a:moveTo>
                <a:cubicBezTo>
                  <a:pt x="40" y="13"/>
                  <a:pt x="40" y="13"/>
                  <a:pt x="40" y="13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0"/>
                  <a:pt x="27" y="0"/>
                  <a:pt x="26" y="0"/>
                </a:cubicBezTo>
                <a:cubicBezTo>
                  <a:pt x="5" y="0"/>
                  <a:pt x="5" y="0"/>
                  <a:pt x="5" y="0"/>
                </a:cubicBezTo>
                <a:cubicBezTo>
                  <a:pt x="4" y="0"/>
                  <a:pt x="2" y="0"/>
                  <a:pt x="2" y="1"/>
                </a:cubicBezTo>
                <a:cubicBezTo>
                  <a:pt x="1" y="2"/>
                  <a:pt x="0" y="3"/>
                  <a:pt x="0" y="5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43"/>
                  <a:pt x="1" y="44"/>
                  <a:pt x="2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3" y="46"/>
                  <a:pt x="4" y="46"/>
                  <a:pt x="5" y="46"/>
                </a:cubicBezTo>
                <a:cubicBezTo>
                  <a:pt x="36" y="46"/>
                  <a:pt x="36" y="46"/>
                  <a:pt x="36" y="46"/>
                </a:cubicBezTo>
                <a:cubicBezTo>
                  <a:pt x="37" y="46"/>
                  <a:pt x="38" y="46"/>
                  <a:pt x="39" y="45"/>
                </a:cubicBezTo>
                <a:cubicBezTo>
                  <a:pt x="39" y="45"/>
                  <a:pt x="39" y="45"/>
                  <a:pt x="39" y="45"/>
                </a:cubicBezTo>
                <a:cubicBezTo>
                  <a:pt x="39" y="45"/>
                  <a:pt x="39" y="45"/>
                  <a:pt x="39" y="45"/>
                </a:cubicBezTo>
                <a:cubicBezTo>
                  <a:pt x="40" y="44"/>
                  <a:pt x="41" y="43"/>
                  <a:pt x="41" y="41"/>
                </a:cubicBezTo>
                <a:cubicBezTo>
                  <a:pt x="41" y="15"/>
                  <a:pt x="41" y="15"/>
                  <a:pt x="41" y="15"/>
                </a:cubicBezTo>
                <a:cubicBezTo>
                  <a:pt x="41" y="14"/>
                  <a:pt x="40" y="14"/>
                  <a:pt x="40" y="13"/>
                </a:cubicBezTo>
                <a:close/>
                <a:moveTo>
                  <a:pt x="27" y="5"/>
                </a:moveTo>
                <a:cubicBezTo>
                  <a:pt x="27" y="5"/>
                  <a:pt x="27" y="5"/>
                  <a:pt x="27" y="5"/>
                </a:cubicBezTo>
                <a:cubicBezTo>
                  <a:pt x="35" y="14"/>
                  <a:pt x="35" y="14"/>
                  <a:pt x="35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8" y="14"/>
                  <a:pt x="28" y="13"/>
                  <a:pt x="2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7" y="13"/>
                  <a:pt x="27" y="12"/>
                  <a:pt x="27" y="12"/>
                </a:cubicBezTo>
                <a:cubicBezTo>
                  <a:pt x="27" y="5"/>
                  <a:pt x="27" y="5"/>
                  <a:pt x="27" y="5"/>
                </a:cubicBezTo>
                <a:close/>
                <a:moveTo>
                  <a:pt x="37" y="41"/>
                </a:moveTo>
                <a:cubicBezTo>
                  <a:pt x="37" y="41"/>
                  <a:pt x="37" y="41"/>
                  <a:pt x="37" y="41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2"/>
                  <a:pt x="36" y="43"/>
                  <a:pt x="36" y="43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43"/>
                  <a:pt x="4" y="42"/>
                  <a:pt x="4" y="42"/>
                </a:cubicBezTo>
                <a:cubicBezTo>
                  <a:pt x="4" y="42"/>
                  <a:pt x="4" y="42"/>
                  <a:pt x="4" y="42"/>
                </a:cubicBezTo>
                <a:cubicBezTo>
                  <a:pt x="4" y="42"/>
                  <a:pt x="4" y="42"/>
                  <a:pt x="4" y="41"/>
                </a:cubicBezTo>
                <a:cubicBezTo>
                  <a:pt x="4" y="5"/>
                  <a:pt x="4" y="5"/>
                  <a:pt x="4" y="5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5" y="4"/>
                  <a:pt x="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13"/>
                  <a:pt x="25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7" y="15"/>
                  <a:pt x="28" y="16"/>
                  <a:pt x="29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41"/>
                  <a:pt x="37" y="41"/>
                  <a:pt x="37" y="41"/>
                </a:cubicBezTo>
                <a:close/>
                <a:moveTo>
                  <a:pt x="9" y="19"/>
                </a:moveTo>
                <a:cubicBezTo>
                  <a:pt x="9" y="19"/>
                  <a:pt x="9" y="19"/>
                  <a:pt x="9" y="19"/>
                </a:cubicBezTo>
                <a:cubicBezTo>
                  <a:pt x="9" y="20"/>
                  <a:pt x="10" y="20"/>
                  <a:pt x="10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0"/>
                  <a:pt x="32" y="20"/>
                  <a:pt x="32" y="19"/>
                </a:cubicBezTo>
                <a:cubicBezTo>
                  <a:pt x="32" y="19"/>
                  <a:pt x="31" y="18"/>
                  <a:pt x="31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8"/>
                  <a:pt x="9" y="19"/>
                  <a:pt x="9" y="19"/>
                </a:cubicBezTo>
                <a:close/>
                <a:moveTo>
                  <a:pt x="31" y="26"/>
                </a:moveTo>
                <a:cubicBezTo>
                  <a:pt x="31" y="26"/>
                  <a:pt x="31" y="26"/>
                  <a:pt x="31" y="26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6"/>
                  <a:pt x="9" y="26"/>
                  <a:pt x="9" y="27"/>
                </a:cubicBezTo>
                <a:cubicBezTo>
                  <a:pt x="9" y="27"/>
                  <a:pt x="10" y="28"/>
                  <a:pt x="10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8"/>
                  <a:pt x="32" y="27"/>
                  <a:pt x="32" y="27"/>
                </a:cubicBezTo>
                <a:cubicBezTo>
                  <a:pt x="32" y="26"/>
                  <a:pt x="31" y="26"/>
                  <a:pt x="31" y="2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34" name="Freeform 368">
            <a:extLst>
              <a:ext uri="{FF2B5EF4-FFF2-40B4-BE49-F238E27FC236}">
                <a16:creationId xmlns:a16="http://schemas.microsoft.com/office/drawing/2014/main" id="{5118017E-6147-A00C-2248-DA7ACEC25F0B}"/>
              </a:ext>
            </a:extLst>
          </p:cNvPr>
          <p:cNvSpPr>
            <a:spLocks noEditPoints="1"/>
          </p:cNvSpPr>
          <p:nvPr/>
        </p:nvSpPr>
        <p:spPr bwMode="auto">
          <a:xfrm>
            <a:off x="8055434" y="1803848"/>
            <a:ext cx="194733" cy="190500"/>
          </a:xfrm>
          <a:custGeom>
            <a:avLst/>
            <a:gdLst>
              <a:gd name="T0" fmla="*/ 98425 w 46"/>
              <a:gd name="T1" fmla="*/ 3175 h 45"/>
              <a:gd name="T2" fmla="*/ 142875 w 46"/>
              <a:gd name="T3" fmla="*/ 28575 h 45"/>
              <a:gd name="T4" fmla="*/ 146050 w 46"/>
              <a:gd name="T5" fmla="*/ 31750 h 45"/>
              <a:gd name="T6" fmla="*/ 146050 w 46"/>
              <a:gd name="T7" fmla="*/ 31750 h 45"/>
              <a:gd name="T8" fmla="*/ 146050 w 46"/>
              <a:gd name="T9" fmla="*/ 136525 h 45"/>
              <a:gd name="T10" fmla="*/ 139700 w 46"/>
              <a:gd name="T11" fmla="*/ 139700 h 45"/>
              <a:gd name="T12" fmla="*/ 136525 w 46"/>
              <a:gd name="T13" fmla="*/ 139700 h 45"/>
              <a:gd name="T14" fmla="*/ 95250 w 46"/>
              <a:gd name="T15" fmla="*/ 114300 h 45"/>
              <a:gd name="T16" fmla="*/ 53975 w 46"/>
              <a:gd name="T17" fmla="*/ 139700 h 45"/>
              <a:gd name="T18" fmla="*/ 47625 w 46"/>
              <a:gd name="T19" fmla="*/ 139700 h 45"/>
              <a:gd name="T20" fmla="*/ 3175 w 46"/>
              <a:gd name="T21" fmla="*/ 114300 h 45"/>
              <a:gd name="T22" fmla="*/ 0 w 46"/>
              <a:gd name="T23" fmla="*/ 107950 h 45"/>
              <a:gd name="T24" fmla="*/ 0 w 46"/>
              <a:gd name="T25" fmla="*/ 107950 h 45"/>
              <a:gd name="T26" fmla="*/ 0 w 46"/>
              <a:gd name="T27" fmla="*/ 6350 h 45"/>
              <a:gd name="T28" fmla="*/ 3175 w 46"/>
              <a:gd name="T29" fmla="*/ 0 h 45"/>
              <a:gd name="T30" fmla="*/ 9525 w 46"/>
              <a:gd name="T31" fmla="*/ 3175 h 45"/>
              <a:gd name="T32" fmla="*/ 50800 w 46"/>
              <a:gd name="T33" fmla="*/ 25400 h 45"/>
              <a:gd name="T34" fmla="*/ 92075 w 46"/>
              <a:gd name="T35" fmla="*/ 3175 h 45"/>
              <a:gd name="T36" fmla="*/ 98425 w 46"/>
              <a:gd name="T37" fmla="*/ 3175 h 45"/>
              <a:gd name="T38" fmla="*/ 98425 w 46"/>
              <a:gd name="T39" fmla="*/ 3175 h 45"/>
              <a:gd name="T40" fmla="*/ 98425 w 46"/>
              <a:gd name="T41" fmla="*/ 15875 h 45"/>
              <a:gd name="T42" fmla="*/ 98425 w 46"/>
              <a:gd name="T43" fmla="*/ 15875 h 45"/>
              <a:gd name="T44" fmla="*/ 98425 w 46"/>
              <a:gd name="T45" fmla="*/ 104775 h 45"/>
              <a:gd name="T46" fmla="*/ 133350 w 46"/>
              <a:gd name="T47" fmla="*/ 127000 h 45"/>
              <a:gd name="T48" fmla="*/ 133350 w 46"/>
              <a:gd name="T49" fmla="*/ 34925 h 45"/>
              <a:gd name="T50" fmla="*/ 98425 w 46"/>
              <a:gd name="T51" fmla="*/ 15875 h 45"/>
              <a:gd name="T52" fmla="*/ 92075 w 46"/>
              <a:gd name="T53" fmla="*/ 104775 h 45"/>
              <a:gd name="T54" fmla="*/ 92075 w 46"/>
              <a:gd name="T55" fmla="*/ 104775 h 45"/>
              <a:gd name="T56" fmla="*/ 92075 w 46"/>
              <a:gd name="T57" fmla="*/ 15875 h 45"/>
              <a:gd name="T58" fmla="*/ 53975 w 46"/>
              <a:gd name="T59" fmla="*/ 38100 h 45"/>
              <a:gd name="T60" fmla="*/ 53975 w 46"/>
              <a:gd name="T61" fmla="*/ 127000 h 45"/>
              <a:gd name="T62" fmla="*/ 92075 w 46"/>
              <a:gd name="T63" fmla="*/ 104775 h 45"/>
              <a:gd name="T64" fmla="*/ 47625 w 46"/>
              <a:gd name="T65" fmla="*/ 38100 h 45"/>
              <a:gd name="T66" fmla="*/ 47625 w 46"/>
              <a:gd name="T67" fmla="*/ 38100 h 45"/>
              <a:gd name="T68" fmla="*/ 9525 w 46"/>
              <a:gd name="T69" fmla="*/ 15875 h 45"/>
              <a:gd name="T70" fmla="*/ 9525 w 46"/>
              <a:gd name="T71" fmla="*/ 104775 h 45"/>
              <a:gd name="T72" fmla="*/ 47625 w 46"/>
              <a:gd name="T73" fmla="*/ 127000 h 45"/>
              <a:gd name="T74" fmla="*/ 47625 w 46"/>
              <a:gd name="T75" fmla="*/ 38100 h 4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6" h="45">
                <a:moveTo>
                  <a:pt x="31" y="1"/>
                </a:moveTo>
                <a:cubicBezTo>
                  <a:pt x="45" y="9"/>
                  <a:pt x="45" y="9"/>
                  <a:pt x="45" y="9"/>
                </a:cubicBezTo>
                <a:cubicBezTo>
                  <a:pt x="46" y="9"/>
                  <a:pt x="46" y="10"/>
                  <a:pt x="46" y="10"/>
                </a:cubicBezTo>
                <a:cubicBezTo>
                  <a:pt x="46" y="10"/>
                  <a:pt x="46" y="10"/>
                  <a:pt x="46" y="10"/>
                </a:cubicBezTo>
                <a:cubicBezTo>
                  <a:pt x="46" y="43"/>
                  <a:pt x="46" y="43"/>
                  <a:pt x="46" y="43"/>
                </a:cubicBezTo>
                <a:cubicBezTo>
                  <a:pt x="46" y="44"/>
                  <a:pt x="45" y="44"/>
                  <a:pt x="44" y="44"/>
                </a:cubicBezTo>
                <a:cubicBezTo>
                  <a:pt x="44" y="44"/>
                  <a:pt x="43" y="44"/>
                  <a:pt x="43" y="44"/>
                </a:cubicBezTo>
                <a:cubicBezTo>
                  <a:pt x="30" y="36"/>
                  <a:pt x="30" y="36"/>
                  <a:pt x="30" y="36"/>
                </a:cubicBezTo>
                <a:cubicBezTo>
                  <a:pt x="17" y="44"/>
                  <a:pt x="17" y="44"/>
                  <a:pt x="17" y="44"/>
                </a:cubicBezTo>
                <a:cubicBezTo>
                  <a:pt x="16" y="45"/>
                  <a:pt x="15" y="44"/>
                  <a:pt x="15" y="44"/>
                </a:cubicBezTo>
                <a:cubicBezTo>
                  <a:pt x="1" y="36"/>
                  <a:pt x="1" y="36"/>
                  <a:pt x="1" y="36"/>
                </a:cubicBezTo>
                <a:cubicBezTo>
                  <a:pt x="0" y="36"/>
                  <a:pt x="0" y="35"/>
                  <a:pt x="0" y="34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ubicBezTo>
                  <a:pt x="2" y="0"/>
                  <a:pt x="2" y="1"/>
                  <a:pt x="3" y="1"/>
                </a:cubicBezTo>
                <a:cubicBezTo>
                  <a:pt x="16" y="8"/>
                  <a:pt x="16" y="8"/>
                  <a:pt x="16" y="8"/>
                </a:cubicBezTo>
                <a:cubicBezTo>
                  <a:pt x="29" y="1"/>
                  <a:pt x="29" y="1"/>
                  <a:pt x="29" y="1"/>
                </a:cubicBezTo>
                <a:cubicBezTo>
                  <a:pt x="30" y="0"/>
                  <a:pt x="30" y="0"/>
                  <a:pt x="31" y="1"/>
                </a:cubicBezTo>
                <a:cubicBezTo>
                  <a:pt x="31" y="1"/>
                  <a:pt x="31" y="1"/>
                  <a:pt x="31" y="1"/>
                </a:cubicBezTo>
                <a:close/>
                <a:moveTo>
                  <a:pt x="31" y="5"/>
                </a:moveTo>
                <a:cubicBezTo>
                  <a:pt x="31" y="5"/>
                  <a:pt x="31" y="5"/>
                  <a:pt x="31" y="5"/>
                </a:cubicBezTo>
                <a:cubicBezTo>
                  <a:pt x="31" y="33"/>
                  <a:pt x="31" y="33"/>
                  <a:pt x="31" y="33"/>
                </a:cubicBezTo>
                <a:cubicBezTo>
                  <a:pt x="42" y="40"/>
                  <a:pt x="42" y="40"/>
                  <a:pt x="42" y="40"/>
                </a:cubicBezTo>
                <a:cubicBezTo>
                  <a:pt x="42" y="11"/>
                  <a:pt x="42" y="11"/>
                  <a:pt x="42" y="11"/>
                </a:cubicBezTo>
                <a:cubicBezTo>
                  <a:pt x="31" y="5"/>
                  <a:pt x="31" y="5"/>
                  <a:pt x="31" y="5"/>
                </a:cubicBezTo>
                <a:close/>
                <a:moveTo>
                  <a:pt x="29" y="33"/>
                </a:moveTo>
                <a:cubicBezTo>
                  <a:pt x="29" y="33"/>
                  <a:pt x="29" y="33"/>
                  <a:pt x="29" y="33"/>
                </a:cubicBezTo>
                <a:cubicBezTo>
                  <a:pt x="29" y="5"/>
                  <a:pt x="29" y="5"/>
                  <a:pt x="29" y="5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40"/>
                  <a:pt x="17" y="40"/>
                  <a:pt x="17" y="40"/>
                </a:cubicBezTo>
                <a:cubicBezTo>
                  <a:pt x="29" y="33"/>
                  <a:pt x="29" y="33"/>
                  <a:pt x="29" y="33"/>
                </a:cubicBezTo>
                <a:close/>
                <a:moveTo>
                  <a:pt x="15" y="12"/>
                </a:moveTo>
                <a:cubicBezTo>
                  <a:pt x="15" y="12"/>
                  <a:pt x="15" y="12"/>
                  <a:pt x="15" y="12"/>
                </a:cubicBezTo>
                <a:cubicBezTo>
                  <a:pt x="3" y="5"/>
                  <a:pt x="3" y="5"/>
                  <a:pt x="3" y="5"/>
                </a:cubicBezTo>
                <a:cubicBezTo>
                  <a:pt x="3" y="33"/>
                  <a:pt x="3" y="33"/>
                  <a:pt x="3" y="33"/>
                </a:cubicBezTo>
                <a:cubicBezTo>
                  <a:pt x="15" y="40"/>
                  <a:pt x="15" y="40"/>
                  <a:pt x="15" y="40"/>
                </a:cubicBezTo>
                <a:cubicBezTo>
                  <a:pt x="15" y="12"/>
                  <a:pt x="15" y="12"/>
                  <a:pt x="15" y="1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35" name="Freeform 369">
            <a:extLst>
              <a:ext uri="{FF2B5EF4-FFF2-40B4-BE49-F238E27FC236}">
                <a16:creationId xmlns:a16="http://schemas.microsoft.com/office/drawing/2014/main" id="{5362CEB4-E1BB-C3FC-3D53-A28B8CA60371}"/>
              </a:ext>
            </a:extLst>
          </p:cNvPr>
          <p:cNvSpPr>
            <a:spLocks noEditPoints="1"/>
          </p:cNvSpPr>
          <p:nvPr/>
        </p:nvSpPr>
        <p:spPr bwMode="auto">
          <a:xfrm>
            <a:off x="2789167" y="1361465"/>
            <a:ext cx="196851" cy="165100"/>
          </a:xfrm>
          <a:custGeom>
            <a:avLst/>
            <a:gdLst>
              <a:gd name="T0" fmla="*/ 141219 w 46"/>
              <a:gd name="T1" fmla="*/ 6350 h 39"/>
              <a:gd name="T2" fmla="*/ 121962 w 46"/>
              <a:gd name="T3" fmla="*/ 0 h 39"/>
              <a:gd name="T4" fmla="*/ 28886 w 46"/>
              <a:gd name="T5" fmla="*/ 0 h 39"/>
              <a:gd name="T6" fmla="*/ 9629 w 46"/>
              <a:gd name="T7" fmla="*/ 6350 h 39"/>
              <a:gd name="T8" fmla="*/ 9629 w 46"/>
              <a:gd name="T9" fmla="*/ 6350 h 39"/>
              <a:gd name="T10" fmla="*/ 9629 w 46"/>
              <a:gd name="T11" fmla="*/ 6350 h 39"/>
              <a:gd name="T12" fmla="*/ 0 w 46"/>
              <a:gd name="T13" fmla="*/ 25400 h 39"/>
              <a:gd name="T14" fmla="*/ 0 w 46"/>
              <a:gd name="T15" fmla="*/ 95250 h 39"/>
              <a:gd name="T16" fmla="*/ 9629 w 46"/>
              <a:gd name="T17" fmla="*/ 114300 h 39"/>
              <a:gd name="T18" fmla="*/ 9629 w 46"/>
              <a:gd name="T19" fmla="*/ 114300 h 39"/>
              <a:gd name="T20" fmla="*/ 9629 w 46"/>
              <a:gd name="T21" fmla="*/ 114300 h 39"/>
              <a:gd name="T22" fmla="*/ 28886 w 46"/>
              <a:gd name="T23" fmla="*/ 123825 h 39"/>
              <a:gd name="T24" fmla="*/ 121962 w 46"/>
              <a:gd name="T25" fmla="*/ 123825 h 39"/>
              <a:gd name="T26" fmla="*/ 141219 w 46"/>
              <a:gd name="T27" fmla="*/ 114300 h 39"/>
              <a:gd name="T28" fmla="*/ 141219 w 46"/>
              <a:gd name="T29" fmla="*/ 114300 h 39"/>
              <a:gd name="T30" fmla="*/ 147638 w 46"/>
              <a:gd name="T31" fmla="*/ 95250 h 39"/>
              <a:gd name="T32" fmla="*/ 147638 w 46"/>
              <a:gd name="T33" fmla="*/ 25400 h 39"/>
              <a:gd name="T34" fmla="*/ 141219 w 46"/>
              <a:gd name="T35" fmla="*/ 6350 h 39"/>
              <a:gd name="T36" fmla="*/ 138009 w 46"/>
              <a:gd name="T37" fmla="*/ 95250 h 39"/>
              <a:gd name="T38" fmla="*/ 138009 w 46"/>
              <a:gd name="T39" fmla="*/ 95250 h 39"/>
              <a:gd name="T40" fmla="*/ 131590 w 46"/>
              <a:gd name="T41" fmla="*/ 107950 h 39"/>
              <a:gd name="T42" fmla="*/ 131590 w 46"/>
              <a:gd name="T43" fmla="*/ 107950 h 39"/>
              <a:gd name="T44" fmla="*/ 121962 w 46"/>
              <a:gd name="T45" fmla="*/ 111125 h 39"/>
              <a:gd name="T46" fmla="*/ 28886 w 46"/>
              <a:gd name="T47" fmla="*/ 111125 h 39"/>
              <a:gd name="T48" fmla="*/ 16048 w 46"/>
              <a:gd name="T49" fmla="*/ 107950 h 39"/>
              <a:gd name="T50" fmla="*/ 16048 w 46"/>
              <a:gd name="T51" fmla="*/ 107950 h 39"/>
              <a:gd name="T52" fmla="*/ 12838 w 46"/>
              <a:gd name="T53" fmla="*/ 95250 h 39"/>
              <a:gd name="T54" fmla="*/ 12838 w 46"/>
              <a:gd name="T55" fmla="*/ 25400 h 39"/>
              <a:gd name="T56" fmla="*/ 16048 w 46"/>
              <a:gd name="T57" fmla="*/ 15875 h 39"/>
              <a:gd name="T58" fmla="*/ 28886 w 46"/>
              <a:gd name="T59" fmla="*/ 9525 h 39"/>
              <a:gd name="T60" fmla="*/ 121962 w 46"/>
              <a:gd name="T61" fmla="*/ 9525 h 39"/>
              <a:gd name="T62" fmla="*/ 131590 w 46"/>
              <a:gd name="T63" fmla="*/ 15875 h 39"/>
              <a:gd name="T64" fmla="*/ 138009 w 46"/>
              <a:gd name="T65" fmla="*/ 25400 h 39"/>
              <a:gd name="T66" fmla="*/ 138009 w 46"/>
              <a:gd name="T67" fmla="*/ 95250 h 39"/>
              <a:gd name="T68" fmla="*/ 77029 w 46"/>
              <a:gd name="T69" fmla="*/ 41275 h 39"/>
              <a:gd name="T70" fmla="*/ 77029 w 46"/>
              <a:gd name="T71" fmla="*/ 41275 h 39"/>
              <a:gd name="T72" fmla="*/ 48143 w 46"/>
              <a:gd name="T73" fmla="*/ 25400 h 39"/>
              <a:gd name="T74" fmla="*/ 48143 w 46"/>
              <a:gd name="T75" fmla="*/ 25400 h 39"/>
              <a:gd name="T76" fmla="*/ 44933 w 46"/>
              <a:gd name="T77" fmla="*/ 28575 h 39"/>
              <a:gd name="T78" fmla="*/ 44933 w 46"/>
              <a:gd name="T79" fmla="*/ 92075 h 39"/>
              <a:gd name="T80" fmla="*/ 44933 w 46"/>
              <a:gd name="T81" fmla="*/ 92075 h 39"/>
              <a:gd name="T82" fmla="*/ 44933 w 46"/>
              <a:gd name="T83" fmla="*/ 95250 h 39"/>
              <a:gd name="T84" fmla="*/ 48143 w 46"/>
              <a:gd name="T85" fmla="*/ 95250 h 39"/>
              <a:gd name="T86" fmla="*/ 77029 w 46"/>
              <a:gd name="T87" fmla="*/ 79375 h 39"/>
              <a:gd name="T88" fmla="*/ 102705 w 46"/>
              <a:gd name="T89" fmla="*/ 63500 h 39"/>
              <a:gd name="T90" fmla="*/ 105914 w 46"/>
              <a:gd name="T91" fmla="*/ 63500 h 39"/>
              <a:gd name="T92" fmla="*/ 105914 w 46"/>
              <a:gd name="T93" fmla="*/ 57150 h 39"/>
              <a:gd name="T94" fmla="*/ 77029 w 46"/>
              <a:gd name="T95" fmla="*/ 41275 h 39"/>
              <a:gd name="T96" fmla="*/ 73819 w 46"/>
              <a:gd name="T97" fmla="*/ 73025 h 39"/>
              <a:gd name="T98" fmla="*/ 73819 w 46"/>
              <a:gd name="T99" fmla="*/ 73025 h 39"/>
              <a:gd name="T100" fmla="*/ 51352 w 46"/>
              <a:gd name="T101" fmla="*/ 85725 h 39"/>
              <a:gd name="T102" fmla="*/ 51352 w 46"/>
              <a:gd name="T103" fmla="*/ 34925 h 39"/>
              <a:gd name="T104" fmla="*/ 73819 w 46"/>
              <a:gd name="T105" fmla="*/ 47625 h 39"/>
              <a:gd name="T106" fmla="*/ 96286 w 46"/>
              <a:gd name="T107" fmla="*/ 60325 h 39"/>
              <a:gd name="T108" fmla="*/ 73819 w 46"/>
              <a:gd name="T109" fmla="*/ 73025 h 39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46" h="39">
                <a:moveTo>
                  <a:pt x="44" y="2"/>
                </a:moveTo>
                <a:cubicBezTo>
                  <a:pt x="42" y="1"/>
                  <a:pt x="40" y="0"/>
                  <a:pt x="38" y="0"/>
                </a:cubicBezTo>
                <a:cubicBezTo>
                  <a:pt x="9" y="0"/>
                  <a:pt x="9" y="0"/>
                  <a:pt x="9" y="0"/>
                </a:cubicBezTo>
                <a:cubicBezTo>
                  <a:pt x="6" y="0"/>
                  <a:pt x="4" y="1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1" y="4"/>
                  <a:pt x="0" y="6"/>
                  <a:pt x="0" y="8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2"/>
                  <a:pt x="1" y="35"/>
                  <a:pt x="3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4" y="38"/>
                  <a:pt x="6" y="39"/>
                  <a:pt x="9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40" y="39"/>
                  <a:pt x="42" y="38"/>
                  <a:pt x="44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45" y="35"/>
                  <a:pt x="46" y="33"/>
                  <a:pt x="46" y="30"/>
                </a:cubicBezTo>
                <a:cubicBezTo>
                  <a:pt x="46" y="8"/>
                  <a:pt x="46" y="8"/>
                  <a:pt x="46" y="8"/>
                </a:cubicBezTo>
                <a:cubicBezTo>
                  <a:pt x="46" y="6"/>
                  <a:pt x="45" y="4"/>
                  <a:pt x="44" y="2"/>
                </a:cubicBezTo>
                <a:close/>
                <a:moveTo>
                  <a:pt x="43" y="30"/>
                </a:moveTo>
                <a:cubicBezTo>
                  <a:pt x="43" y="30"/>
                  <a:pt x="43" y="30"/>
                  <a:pt x="43" y="30"/>
                </a:cubicBezTo>
                <a:cubicBezTo>
                  <a:pt x="43" y="32"/>
                  <a:pt x="42" y="33"/>
                  <a:pt x="41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0" y="35"/>
                  <a:pt x="39" y="35"/>
                  <a:pt x="38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7" y="35"/>
                  <a:pt x="6" y="35"/>
                  <a:pt x="5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4" y="33"/>
                  <a:pt x="4" y="32"/>
                  <a:pt x="4" y="30"/>
                </a:cubicBezTo>
                <a:cubicBezTo>
                  <a:pt x="4" y="8"/>
                  <a:pt x="4" y="8"/>
                  <a:pt x="4" y="8"/>
                </a:cubicBezTo>
                <a:cubicBezTo>
                  <a:pt x="4" y="7"/>
                  <a:pt x="4" y="6"/>
                  <a:pt x="5" y="5"/>
                </a:cubicBezTo>
                <a:cubicBezTo>
                  <a:pt x="6" y="4"/>
                  <a:pt x="7" y="3"/>
                  <a:pt x="9" y="3"/>
                </a:cubicBezTo>
                <a:cubicBezTo>
                  <a:pt x="38" y="3"/>
                  <a:pt x="38" y="3"/>
                  <a:pt x="38" y="3"/>
                </a:cubicBezTo>
                <a:cubicBezTo>
                  <a:pt x="39" y="3"/>
                  <a:pt x="41" y="4"/>
                  <a:pt x="41" y="5"/>
                </a:cubicBezTo>
                <a:cubicBezTo>
                  <a:pt x="42" y="6"/>
                  <a:pt x="43" y="7"/>
                  <a:pt x="43" y="8"/>
                </a:cubicBezTo>
                <a:cubicBezTo>
                  <a:pt x="43" y="30"/>
                  <a:pt x="43" y="30"/>
                  <a:pt x="43" y="30"/>
                </a:cubicBezTo>
                <a:close/>
                <a:moveTo>
                  <a:pt x="24" y="13"/>
                </a:moveTo>
                <a:cubicBezTo>
                  <a:pt x="24" y="13"/>
                  <a:pt x="24" y="13"/>
                  <a:pt x="24" y="13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4" y="8"/>
                  <a:pt x="14" y="9"/>
                  <a:pt x="14" y="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30"/>
                  <a:pt x="14" y="30"/>
                </a:cubicBezTo>
                <a:cubicBezTo>
                  <a:pt x="14" y="30"/>
                  <a:pt x="15" y="30"/>
                  <a:pt x="15" y="30"/>
                </a:cubicBezTo>
                <a:cubicBezTo>
                  <a:pt x="24" y="25"/>
                  <a:pt x="24" y="25"/>
                  <a:pt x="24" y="25"/>
                </a:cubicBezTo>
                <a:cubicBezTo>
                  <a:pt x="32" y="20"/>
                  <a:pt x="32" y="20"/>
                  <a:pt x="32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19"/>
                  <a:pt x="33" y="19"/>
                  <a:pt x="33" y="18"/>
                </a:cubicBezTo>
                <a:cubicBezTo>
                  <a:pt x="24" y="13"/>
                  <a:pt x="24" y="13"/>
                  <a:pt x="24" y="13"/>
                </a:cubicBezTo>
                <a:close/>
                <a:moveTo>
                  <a:pt x="23" y="23"/>
                </a:moveTo>
                <a:cubicBezTo>
                  <a:pt x="23" y="23"/>
                  <a:pt x="23" y="23"/>
                  <a:pt x="23" y="23"/>
                </a:cubicBezTo>
                <a:cubicBezTo>
                  <a:pt x="16" y="27"/>
                  <a:pt x="16" y="27"/>
                  <a:pt x="16" y="27"/>
                </a:cubicBezTo>
                <a:cubicBezTo>
                  <a:pt x="16" y="11"/>
                  <a:pt x="16" y="11"/>
                  <a:pt x="16" y="11"/>
                </a:cubicBezTo>
                <a:cubicBezTo>
                  <a:pt x="23" y="15"/>
                  <a:pt x="23" y="15"/>
                  <a:pt x="23" y="15"/>
                </a:cubicBezTo>
                <a:cubicBezTo>
                  <a:pt x="30" y="19"/>
                  <a:pt x="30" y="19"/>
                  <a:pt x="30" y="19"/>
                </a:cubicBezTo>
                <a:cubicBezTo>
                  <a:pt x="23" y="23"/>
                  <a:pt x="23" y="23"/>
                  <a:pt x="23" y="2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36" name="Freeform 370">
            <a:extLst>
              <a:ext uri="{FF2B5EF4-FFF2-40B4-BE49-F238E27FC236}">
                <a16:creationId xmlns:a16="http://schemas.microsoft.com/office/drawing/2014/main" id="{CFADE42A-A01A-9CD2-50E9-FB4BAFCB4BA2}"/>
              </a:ext>
            </a:extLst>
          </p:cNvPr>
          <p:cNvSpPr>
            <a:spLocks noEditPoints="1"/>
          </p:cNvSpPr>
          <p:nvPr/>
        </p:nvSpPr>
        <p:spPr bwMode="auto">
          <a:xfrm>
            <a:off x="2412401" y="1348765"/>
            <a:ext cx="190500" cy="190500"/>
          </a:xfrm>
          <a:custGeom>
            <a:avLst/>
            <a:gdLst>
              <a:gd name="T0" fmla="*/ 28575 w 45"/>
              <a:gd name="T1" fmla="*/ 120650 h 45"/>
              <a:gd name="T2" fmla="*/ 15875 w 45"/>
              <a:gd name="T3" fmla="*/ 120650 h 45"/>
              <a:gd name="T4" fmla="*/ 22225 w 45"/>
              <a:gd name="T5" fmla="*/ 76200 h 45"/>
              <a:gd name="T6" fmla="*/ 28575 w 45"/>
              <a:gd name="T7" fmla="*/ 69850 h 45"/>
              <a:gd name="T8" fmla="*/ 15875 w 45"/>
              <a:gd name="T9" fmla="*/ 69850 h 45"/>
              <a:gd name="T10" fmla="*/ 139700 w 45"/>
              <a:gd name="T11" fmla="*/ 0 h 45"/>
              <a:gd name="T12" fmla="*/ 3175 w 45"/>
              <a:gd name="T13" fmla="*/ 0 h 45"/>
              <a:gd name="T14" fmla="*/ 0 w 45"/>
              <a:gd name="T15" fmla="*/ 38100 h 45"/>
              <a:gd name="T16" fmla="*/ 139700 w 45"/>
              <a:gd name="T17" fmla="*/ 41275 h 45"/>
              <a:gd name="T18" fmla="*/ 142875 w 45"/>
              <a:gd name="T19" fmla="*/ 3175 h 45"/>
              <a:gd name="T20" fmla="*/ 136525 w 45"/>
              <a:gd name="T21" fmla="*/ 34925 h 45"/>
              <a:gd name="T22" fmla="*/ 6350 w 45"/>
              <a:gd name="T23" fmla="*/ 34925 h 45"/>
              <a:gd name="T24" fmla="*/ 136525 w 45"/>
              <a:gd name="T25" fmla="*/ 6350 h 45"/>
              <a:gd name="T26" fmla="*/ 139700 w 45"/>
              <a:gd name="T27" fmla="*/ 47625 h 45"/>
              <a:gd name="T28" fmla="*/ 3175 w 45"/>
              <a:gd name="T29" fmla="*/ 47625 h 45"/>
              <a:gd name="T30" fmla="*/ 0 w 45"/>
              <a:gd name="T31" fmla="*/ 88900 h 45"/>
              <a:gd name="T32" fmla="*/ 139700 w 45"/>
              <a:gd name="T33" fmla="*/ 92075 h 45"/>
              <a:gd name="T34" fmla="*/ 142875 w 45"/>
              <a:gd name="T35" fmla="*/ 53975 h 45"/>
              <a:gd name="T36" fmla="*/ 136525 w 45"/>
              <a:gd name="T37" fmla="*/ 85725 h 45"/>
              <a:gd name="T38" fmla="*/ 6350 w 45"/>
              <a:gd name="T39" fmla="*/ 85725 h 45"/>
              <a:gd name="T40" fmla="*/ 136525 w 45"/>
              <a:gd name="T41" fmla="*/ 57150 h 45"/>
              <a:gd name="T42" fmla="*/ 22225 w 45"/>
              <a:gd name="T43" fmla="*/ 25400 h 45"/>
              <a:gd name="T44" fmla="*/ 28575 w 45"/>
              <a:gd name="T45" fmla="*/ 19050 h 45"/>
              <a:gd name="T46" fmla="*/ 15875 w 45"/>
              <a:gd name="T47" fmla="*/ 19050 h 45"/>
              <a:gd name="T48" fmla="*/ 139700 w 45"/>
              <a:gd name="T49" fmla="*/ 98425 h 45"/>
              <a:gd name="T50" fmla="*/ 3175 w 45"/>
              <a:gd name="T51" fmla="*/ 98425 h 45"/>
              <a:gd name="T52" fmla="*/ 0 w 45"/>
              <a:gd name="T53" fmla="*/ 136525 h 45"/>
              <a:gd name="T54" fmla="*/ 139700 w 45"/>
              <a:gd name="T55" fmla="*/ 142875 h 45"/>
              <a:gd name="T56" fmla="*/ 142875 w 45"/>
              <a:gd name="T57" fmla="*/ 101600 h 45"/>
              <a:gd name="T58" fmla="*/ 136525 w 45"/>
              <a:gd name="T59" fmla="*/ 133350 h 45"/>
              <a:gd name="T60" fmla="*/ 6350 w 45"/>
              <a:gd name="T61" fmla="*/ 133350 h 45"/>
              <a:gd name="T62" fmla="*/ 136525 w 45"/>
              <a:gd name="T63" fmla="*/ 104775 h 4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5" h="45">
                <a:moveTo>
                  <a:pt x="7" y="40"/>
                </a:moveTo>
                <a:cubicBezTo>
                  <a:pt x="8" y="40"/>
                  <a:pt x="9" y="39"/>
                  <a:pt x="9" y="38"/>
                </a:cubicBezTo>
                <a:cubicBezTo>
                  <a:pt x="9" y="37"/>
                  <a:pt x="8" y="36"/>
                  <a:pt x="7" y="36"/>
                </a:cubicBezTo>
                <a:cubicBezTo>
                  <a:pt x="6" y="36"/>
                  <a:pt x="5" y="37"/>
                  <a:pt x="5" y="38"/>
                </a:cubicBezTo>
                <a:cubicBezTo>
                  <a:pt x="5" y="39"/>
                  <a:pt x="6" y="40"/>
                  <a:pt x="7" y="40"/>
                </a:cubicBezTo>
                <a:close/>
                <a:moveTo>
                  <a:pt x="7" y="24"/>
                </a:moveTo>
                <a:cubicBezTo>
                  <a:pt x="7" y="24"/>
                  <a:pt x="7" y="24"/>
                  <a:pt x="7" y="24"/>
                </a:cubicBezTo>
                <a:cubicBezTo>
                  <a:pt x="8" y="24"/>
                  <a:pt x="9" y="23"/>
                  <a:pt x="9" y="22"/>
                </a:cubicBezTo>
                <a:cubicBezTo>
                  <a:pt x="9" y="21"/>
                  <a:pt x="8" y="20"/>
                  <a:pt x="7" y="20"/>
                </a:cubicBezTo>
                <a:cubicBezTo>
                  <a:pt x="6" y="20"/>
                  <a:pt x="5" y="21"/>
                  <a:pt x="5" y="22"/>
                </a:cubicBezTo>
                <a:cubicBezTo>
                  <a:pt x="5" y="23"/>
                  <a:pt x="6" y="24"/>
                  <a:pt x="7" y="24"/>
                </a:cubicBezTo>
                <a:close/>
                <a:moveTo>
                  <a:pt x="44" y="0"/>
                </a:moveTo>
                <a:cubicBezTo>
                  <a:pt x="44" y="0"/>
                  <a:pt x="44" y="0"/>
                  <a:pt x="44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3"/>
                  <a:pt x="1" y="13"/>
                  <a:pt x="1" y="13"/>
                </a:cubicBezTo>
                <a:cubicBezTo>
                  <a:pt x="44" y="13"/>
                  <a:pt x="44" y="13"/>
                  <a:pt x="44" y="13"/>
                </a:cubicBezTo>
                <a:cubicBezTo>
                  <a:pt x="45" y="13"/>
                  <a:pt x="45" y="13"/>
                  <a:pt x="45" y="12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0"/>
                  <a:pt x="45" y="0"/>
                  <a:pt x="44" y="0"/>
                </a:cubicBezTo>
                <a:close/>
                <a:moveTo>
                  <a:pt x="43" y="11"/>
                </a:moveTo>
                <a:cubicBezTo>
                  <a:pt x="43" y="11"/>
                  <a:pt x="43" y="11"/>
                  <a:pt x="43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2"/>
                  <a:pt x="2" y="2"/>
                  <a:pt x="2" y="2"/>
                </a:cubicBezTo>
                <a:cubicBezTo>
                  <a:pt x="43" y="2"/>
                  <a:pt x="43" y="2"/>
                  <a:pt x="43" y="2"/>
                </a:cubicBezTo>
                <a:cubicBezTo>
                  <a:pt x="43" y="11"/>
                  <a:pt x="43" y="11"/>
                  <a:pt x="43" y="11"/>
                </a:cubicBezTo>
                <a:close/>
                <a:moveTo>
                  <a:pt x="44" y="15"/>
                </a:moveTo>
                <a:cubicBezTo>
                  <a:pt x="44" y="15"/>
                  <a:pt x="44" y="15"/>
                  <a:pt x="44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5"/>
                  <a:pt x="0" y="16"/>
                  <a:pt x="0" y="17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1" y="29"/>
                  <a:pt x="1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5" y="29"/>
                  <a:pt x="45" y="28"/>
                  <a:pt x="45" y="28"/>
                </a:cubicBezTo>
                <a:cubicBezTo>
                  <a:pt x="45" y="17"/>
                  <a:pt x="45" y="17"/>
                  <a:pt x="45" y="17"/>
                </a:cubicBezTo>
                <a:cubicBezTo>
                  <a:pt x="45" y="16"/>
                  <a:pt x="45" y="15"/>
                  <a:pt x="44" y="15"/>
                </a:cubicBezTo>
                <a:close/>
                <a:moveTo>
                  <a:pt x="43" y="27"/>
                </a:moveTo>
                <a:cubicBezTo>
                  <a:pt x="43" y="27"/>
                  <a:pt x="43" y="27"/>
                  <a:pt x="43" y="27"/>
                </a:cubicBezTo>
                <a:cubicBezTo>
                  <a:pt x="2" y="27"/>
                  <a:pt x="2" y="27"/>
                  <a:pt x="2" y="27"/>
                </a:cubicBezTo>
                <a:cubicBezTo>
                  <a:pt x="2" y="18"/>
                  <a:pt x="2" y="18"/>
                  <a:pt x="2" y="18"/>
                </a:cubicBezTo>
                <a:cubicBezTo>
                  <a:pt x="43" y="18"/>
                  <a:pt x="43" y="18"/>
                  <a:pt x="43" y="18"/>
                </a:cubicBezTo>
                <a:cubicBezTo>
                  <a:pt x="43" y="27"/>
                  <a:pt x="43" y="27"/>
                  <a:pt x="43" y="27"/>
                </a:cubicBezTo>
                <a:close/>
                <a:moveTo>
                  <a:pt x="7" y="8"/>
                </a:moveTo>
                <a:cubicBezTo>
                  <a:pt x="7" y="8"/>
                  <a:pt x="7" y="8"/>
                  <a:pt x="7" y="8"/>
                </a:cubicBezTo>
                <a:cubicBezTo>
                  <a:pt x="8" y="8"/>
                  <a:pt x="9" y="7"/>
                  <a:pt x="9" y="6"/>
                </a:cubicBezTo>
                <a:cubicBezTo>
                  <a:pt x="9" y="5"/>
                  <a:pt x="8" y="5"/>
                  <a:pt x="7" y="5"/>
                </a:cubicBezTo>
                <a:cubicBezTo>
                  <a:pt x="6" y="5"/>
                  <a:pt x="5" y="5"/>
                  <a:pt x="5" y="6"/>
                </a:cubicBezTo>
                <a:cubicBezTo>
                  <a:pt x="5" y="7"/>
                  <a:pt x="6" y="8"/>
                  <a:pt x="7" y="8"/>
                </a:cubicBezTo>
                <a:close/>
                <a:moveTo>
                  <a:pt x="44" y="31"/>
                </a:moveTo>
                <a:cubicBezTo>
                  <a:pt x="44" y="31"/>
                  <a:pt x="44" y="31"/>
                  <a:pt x="44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0" y="32"/>
                  <a:pt x="0" y="32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4"/>
                  <a:pt x="1" y="45"/>
                  <a:pt x="1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5" y="45"/>
                  <a:pt x="45" y="44"/>
                  <a:pt x="45" y="43"/>
                </a:cubicBezTo>
                <a:cubicBezTo>
                  <a:pt x="45" y="32"/>
                  <a:pt x="45" y="32"/>
                  <a:pt x="45" y="32"/>
                </a:cubicBezTo>
                <a:cubicBezTo>
                  <a:pt x="45" y="32"/>
                  <a:pt x="45" y="31"/>
                  <a:pt x="44" y="31"/>
                </a:cubicBezTo>
                <a:close/>
                <a:moveTo>
                  <a:pt x="43" y="42"/>
                </a:moveTo>
                <a:cubicBezTo>
                  <a:pt x="43" y="42"/>
                  <a:pt x="43" y="42"/>
                  <a:pt x="43" y="42"/>
                </a:cubicBezTo>
                <a:cubicBezTo>
                  <a:pt x="2" y="42"/>
                  <a:pt x="2" y="42"/>
                  <a:pt x="2" y="42"/>
                </a:cubicBezTo>
                <a:cubicBezTo>
                  <a:pt x="2" y="33"/>
                  <a:pt x="2" y="33"/>
                  <a:pt x="2" y="33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42"/>
                  <a:pt x="43" y="42"/>
                  <a:pt x="43" y="4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37" name="Freeform 371">
            <a:extLst>
              <a:ext uri="{FF2B5EF4-FFF2-40B4-BE49-F238E27FC236}">
                <a16:creationId xmlns:a16="http://schemas.microsoft.com/office/drawing/2014/main" id="{C78D5ACC-42A0-C7B0-151B-1003077385E1}"/>
              </a:ext>
            </a:extLst>
          </p:cNvPr>
          <p:cNvSpPr>
            <a:spLocks noEditPoints="1"/>
          </p:cNvSpPr>
          <p:nvPr/>
        </p:nvSpPr>
        <p:spPr bwMode="auto">
          <a:xfrm>
            <a:off x="5034952" y="1774215"/>
            <a:ext cx="165100" cy="173567"/>
          </a:xfrm>
          <a:custGeom>
            <a:avLst/>
            <a:gdLst>
              <a:gd name="T0" fmla="*/ 41275 w 39"/>
              <a:gd name="T1" fmla="*/ 0 h 41"/>
              <a:gd name="T2" fmla="*/ 41275 w 39"/>
              <a:gd name="T3" fmla="*/ 0 h 41"/>
              <a:gd name="T4" fmla="*/ 85725 w 39"/>
              <a:gd name="T5" fmla="*/ 0 h 41"/>
              <a:gd name="T6" fmla="*/ 92075 w 39"/>
              <a:gd name="T7" fmla="*/ 6350 h 41"/>
              <a:gd name="T8" fmla="*/ 92075 w 39"/>
              <a:gd name="T9" fmla="*/ 6350 h 41"/>
              <a:gd name="T10" fmla="*/ 92075 w 39"/>
              <a:gd name="T11" fmla="*/ 47625 h 41"/>
              <a:gd name="T12" fmla="*/ 120650 w 39"/>
              <a:gd name="T13" fmla="*/ 47625 h 41"/>
              <a:gd name="T14" fmla="*/ 123825 w 39"/>
              <a:gd name="T15" fmla="*/ 53975 h 41"/>
              <a:gd name="T16" fmla="*/ 123825 w 39"/>
              <a:gd name="T17" fmla="*/ 57150 h 41"/>
              <a:gd name="T18" fmla="*/ 66675 w 39"/>
              <a:gd name="T19" fmla="*/ 114300 h 41"/>
              <a:gd name="T20" fmla="*/ 60325 w 39"/>
              <a:gd name="T21" fmla="*/ 114300 h 41"/>
              <a:gd name="T22" fmla="*/ 60325 w 39"/>
              <a:gd name="T23" fmla="*/ 114300 h 41"/>
              <a:gd name="T24" fmla="*/ 3175 w 39"/>
              <a:gd name="T25" fmla="*/ 57150 h 41"/>
              <a:gd name="T26" fmla="*/ 3175 w 39"/>
              <a:gd name="T27" fmla="*/ 50800 h 41"/>
              <a:gd name="T28" fmla="*/ 6350 w 39"/>
              <a:gd name="T29" fmla="*/ 47625 h 41"/>
              <a:gd name="T30" fmla="*/ 6350 w 39"/>
              <a:gd name="T31" fmla="*/ 47625 h 41"/>
              <a:gd name="T32" fmla="*/ 34925 w 39"/>
              <a:gd name="T33" fmla="*/ 47625 h 41"/>
              <a:gd name="T34" fmla="*/ 34925 w 39"/>
              <a:gd name="T35" fmla="*/ 6350 h 41"/>
              <a:gd name="T36" fmla="*/ 41275 w 39"/>
              <a:gd name="T37" fmla="*/ 0 h 41"/>
              <a:gd name="T38" fmla="*/ 6350 w 39"/>
              <a:gd name="T39" fmla="*/ 130175 h 41"/>
              <a:gd name="T40" fmla="*/ 6350 w 39"/>
              <a:gd name="T41" fmla="*/ 130175 h 41"/>
              <a:gd name="T42" fmla="*/ 0 w 39"/>
              <a:gd name="T43" fmla="*/ 123825 h 41"/>
              <a:gd name="T44" fmla="*/ 6350 w 39"/>
              <a:gd name="T45" fmla="*/ 120650 h 41"/>
              <a:gd name="T46" fmla="*/ 120650 w 39"/>
              <a:gd name="T47" fmla="*/ 120650 h 41"/>
              <a:gd name="T48" fmla="*/ 123825 w 39"/>
              <a:gd name="T49" fmla="*/ 123825 h 41"/>
              <a:gd name="T50" fmla="*/ 120650 w 39"/>
              <a:gd name="T51" fmla="*/ 130175 h 41"/>
              <a:gd name="T52" fmla="*/ 6350 w 39"/>
              <a:gd name="T53" fmla="*/ 130175 h 41"/>
              <a:gd name="T54" fmla="*/ 79375 w 39"/>
              <a:gd name="T55" fmla="*/ 12700 h 41"/>
              <a:gd name="T56" fmla="*/ 79375 w 39"/>
              <a:gd name="T57" fmla="*/ 12700 h 41"/>
              <a:gd name="T58" fmla="*/ 44450 w 39"/>
              <a:gd name="T59" fmla="*/ 12700 h 41"/>
              <a:gd name="T60" fmla="*/ 44450 w 39"/>
              <a:gd name="T61" fmla="*/ 53975 h 41"/>
              <a:gd name="T62" fmla="*/ 44450 w 39"/>
              <a:gd name="T63" fmla="*/ 53975 h 41"/>
              <a:gd name="T64" fmla="*/ 41275 w 39"/>
              <a:gd name="T65" fmla="*/ 60325 h 41"/>
              <a:gd name="T66" fmla="*/ 19050 w 39"/>
              <a:gd name="T67" fmla="*/ 60325 h 41"/>
              <a:gd name="T68" fmla="*/ 63500 w 39"/>
              <a:gd name="T69" fmla="*/ 101600 h 41"/>
              <a:gd name="T70" fmla="*/ 104775 w 39"/>
              <a:gd name="T71" fmla="*/ 60325 h 41"/>
              <a:gd name="T72" fmla="*/ 85725 w 39"/>
              <a:gd name="T73" fmla="*/ 60325 h 41"/>
              <a:gd name="T74" fmla="*/ 85725 w 39"/>
              <a:gd name="T75" fmla="*/ 60325 h 41"/>
              <a:gd name="T76" fmla="*/ 79375 w 39"/>
              <a:gd name="T77" fmla="*/ 53975 h 41"/>
              <a:gd name="T78" fmla="*/ 79375 w 39"/>
              <a:gd name="T79" fmla="*/ 12700 h 41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9" h="41">
                <a:moveTo>
                  <a:pt x="13" y="0"/>
                </a:moveTo>
                <a:cubicBezTo>
                  <a:pt x="13" y="0"/>
                  <a:pt x="13" y="0"/>
                  <a:pt x="13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8" y="0"/>
                  <a:pt x="29" y="1"/>
                  <a:pt x="29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5"/>
                  <a:pt x="29" y="15"/>
                  <a:pt x="29" y="15"/>
                </a:cubicBezTo>
                <a:cubicBezTo>
                  <a:pt x="38" y="15"/>
                  <a:pt x="38" y="15"/>
                  <a:pt x="38" y="15"/>
                </a:cubicBezTo>
                <a:cubicBezTo>
                  <a:pt x="39" y="15"/>
                  <a:pt x="39" y="16"/>
                  <a:pt x="39" y="17"/>
                </a:cubicBezTo>
                <a:cubicBezTo>
                  <a:pt x="39" y="17"/>
                  <a:pt x="39" y="18"/>
                  <a:pt x="39" y="18"/>
                </a:cubicBezTo>
                <a:cubicBezTo>
                  <a:pt x="21" y="36"/>
                  <a:pt x="21" y="36"/>
                  <a:pt x="21" y="36"/>
                </a:cubicBezTo>
                <a:cubicBezTo>
                  <a:pt x="20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" y="18"/>
                  <a:pt x="1" y="18"/>
                  <a:pt x="1" y="18"/>
                </a:cubicBezTo>
                <a:cubicBezTo>
                  <a:pt x="0" y="17"/>
                  <a:pt x="0" y="16"/>
                  <a:pt x="1" y="16"/>
                </a:cubicBezTo>
                <a:cubicBezTo>
                  <a:pt x="1" y="15"/>
                  <a:pt x="2" y="15"/>
                  <a:pt x="2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1"/>
                  <a:pt x="12" y="0"/>
                  <a:pt x="13" y="0"/>
                </a:cubicBezTo>
                <a:close/>
                <a:moveTo>
                  <a:pt x="2" y="41"/>
                </a:moveTo>
                <a:cubicBezTo>
                  <a:pt x="2" y="41"/>
                  <a:pt x="2" y="41"/>
                  <a:pt x="2" y="41"/>
                </a:cubicBezTo>
                <a:cubicBezTo>
                  <a:pt x="1" y="41"/>
                  <a:pt x="0" y="40"/>
                  <a:pt x="0" y="39"/>
                </a:cubicBezTo>
                <a:cubicBezTo>
                  <a:pt x="0" y="39"/>
                  <a:pt x="1" y="38"/>
                  <a:pt x="2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9" y="38"/>
                  <a:pt x="39" y="39"/>
                  <a:pt x="39" y="39"/>
                </a:cubicBezTo>
                <a:cubicBezTo>
                  <a:pt x="39" y="40"/>
                  <a:pt x="39" y="41"/>
                  <a:pt x="38" y="41"/>
                </a:cubicBezTo>
                <a:cubicBezTo>
                  <a:pt x="2" y="41"/>
                  <a:pt x="2" y="41"/>
                  <a:pt x="2" y="41"/>
                </a:cubicBezTo>
                <a:close/>
                <a:moveTo>
                  <a:pt x="25" y="4"/>
                </a:moveTo>
                <a:cubicBezTo>
                  <a:pt x="25" y="4"/>
                  <a:pt x="25" y="4"/>
                  <a:pt x="25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8"/>
                  <a:pt x="14" y="19"/>
                  <a:pt x="13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20" y="32"/>
                  <a:pt x="20" y="32"/>
                  <a:pt x="20" y="32"/>
                </a:cubicBezTo>
                <a:cubicBezTo>
                  <a:pt x="33" y="19"/>
                  <a:pt x="33" y="19"/>
                  <a:pt x="33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6" y="19"/>
                  <a:pt x="25" y="18"/>
                  <a:pt x="25" y="17"/>
                </a:cubicBezTo>
                <a:cubicBezTo>
                  <a:pt x="25" y="4"/>
                  <a:pt x="25" y="4"/>
                  <a:pt x="25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38" name="Freeform 372">
            <a:extLst>
              <a:ext uri="{FF2B5EF4-FFF2-40B4-BE49-F238E27FC236}">
                <a16:creationId xmlns:a16="http://schemas.microsoft.com/office/drawing/2014/main" id="{003062C8-5CCB-DB78-DFC3-9A5FC16F3F51}"/>
              </a:ext>
            </a:extLst>
          </p:cNvPr>
          <p:cNvSpPr>
            <a:spLocks noEditPoints="1"/>
          </p:cNvSpPr>
          <p:nvPr/>
        </p:nvSpPr>
        <p:spPr bwMode="auto">
          <a:xfrm>
            <a:off x="7687134" y="1786914"/>
            <a:ext cx="194733" cy="194733"/>
          </a:xfrm>
          <a:custGeom>
            <a:avLst/>
            <a:gdLst>
              <a:gd name="T0" fmla="*/ 53975 w 46"/>
              <a:gd name="T1" fmla="*/ 101600 h 46"/>
              <a:gd name="T2" fmla="*/ 101600 w 46"/>
              <a:gd name="T3" fmla="*/ 44450 h 46"/>
              <a:gd name="T4" fmla="*/ 44450 w 46"/>
              <a:gd name="T5" fmla="*/ 95250 h 46"/>
              <a:gd name="T6" fmla="*/ 73025 w 46"/>
              <a:gd name="T7" fmla="*/ 88900 h 46"/>
              <a:gd name="T8" fmla="*/ 69850 w 46"/>
              <a:gd name="T9" fmla="*/ 95250 h 46"/>
              <a:gd name="T10" fmla="*/ 69850 w 46"/>
              <a:gd name="T11" fmla="*/ 107950 h 46"/>
              <a:gd name="T12" fmla="*/ 44450 w 46"/>
              <a:gd name="T13" fmla="*/ 133350 h 46"/>
              <a:gd name="T14" fmla="*/ 44450 w 46"/>
              <a:gd name="T15" fmla="*/ 133350 h 46"/>
              <a:gd name="T16" fmla="*/ 44450 w 46"/>
              <a:gd name="T17" fmla="*/ 133350 h 46"/>
              <a:gd name="T18" fmla="*/ 28575 w 46"/>
              <a:gd name="T19" fmla="*/ 133350 h 46"/>
              <a:gd name="T20" fmla="*/ 12700 w 46"/>
              <a:gd name="T21" fmla="*/ 117475 h 46"/>
              <a:gd name="T22" fmla="*/ 9525 w 46"/>
              <a:gd name="T23" fmla="*/ 107950 h 46"/>
              <a:gd name="T24" fmla="*/ 12700 w 46"/>
              <a:gd name="T25" fmla="*/ 101600 h 46"/>
              <a:gd name="T26" fmla="*/ 38100 w 46"/>
              <a:gd name="T27" fmla="*/ 76200 h 46"/>
              <a:gd name="T28" fmla="*/ 44450 w 46"/>
              <a:gd name="T29" fmla="*/ 73025 h 46"/>
              <a:gd name="T30" fmla="*/ 57150 w 46"/>
              <a:gd name="T31" fmla="*/ 73025 h 46"/>
              <a:gd name="T32" fmla="*/ 41275 w 46"/>
              <a:gd name="T33" fmla="*/ 63500 h 46"/>
              <a:gd name="T34" fmla="*/ 28575 w 46"/>
              <a:gd name="T35" fmla="*/ 69850 h 46"/>
              <a:gd name="T36" fmla="*/ 6350 w 46"/>
              <a:gd name="T37" fmla="*/ 92075 h 46"/>
              <a:gd name="T38" fmla="*/ 6350 w 46"/>
              <a:gd name="T39" fmla="*/ 92075 h 46"/>
              <a:gd name="T40" fmla="*/ 6350 w 46"/>
              <a:gd name="T41" fmla="*/ 123825 h 46"/>
              <a:gd name="T42" fmla="*/ 6350 w 46"/>
              <a:gd name="T43" fmla="*/ 123825 h 46"/>
              <a:gd name="T44" fmla="*/ 22225 w 46"/>
              <a:gd name="T45" fmla="*/ 139700 h 46"/>
              <a:gd name="T46" fmla="*/ 22225 w 46"/>
              <a:gd name="T47" fmla="*/ 139700 h 46"/>
              <a:gd name="T48" fmla="*/ 53975 w 46"/>
              <a:gd name="T49" fmla="*/ 139700 h 46"/>
              <a:gd name="T50" fmla="*/ 53975 w 46"/>
              <a:gd name="T51" fmla="*/ 139700 h 46"/>
              <a:gd name="T52" fmla="*/ 76200 w 46"/>
              <a:gd name="T53" fmla="*/ 117475 h 46"/>
              <a:gd name="T54" fmla="*/ 82550 w 46"/>
              <a:gd name="T55" fmla="*/ 104775 h 46"/>
              <a:gd name="T56" fmla="*/ 73025 w 46"/>
              <a:gd name="T57" fmla="*/ 88900 h 46"/>
              <a:gd name="T58" fmla="*/ 146050 w 46"/>
              <a:gd name="T59" fmla="*/ 38100 h 46"/>
              <a:gd name="T60" fmla="*/ 139700 w 46"/>
              <a:gd name="T61" fmla="*/ 22225 h 46"/>
              <a:gd name="T62" fmla="*/ 107950 w 46"/>
              <a:gd name="T63" fmla="*/ 0 h 46"/>
              <a:gd name="T64" fmla="*/ 92075 w 46"/>
              <a:gd name="T65" fmla="*/ 6350 h 46"/>
              <a:gd name="T66" fmla="*/ 92075 w 46"/>
              <a:gd name="T67" fmla="*/ 6350 h 46"/>
              <a:gd name="T68" fmla="*/ 66675 w 46"/>
              <a:gd name="T69" fmla="*/ 31750 h 46"/>
              <a:gd name="T70" fmla="*/ 63500 w 46"/>
              <a:gd name="T71" fmla="*/ 57150 h 46"/>
              <a:gd name="T72" fmla="*/ 73025 w 46"/>
              <a:gd name="T73" fmla="*/ 50800 h 46"/>
              <a:gd name="T74" fmla="*/ 76200 w 46"/>
              <a:gd name="T75" fmla="*/ 38100 h 46"/>
              <a:gd name="T76" fmla="*/ 101600 w 46"/>
              <a:gd name="T77" fmla="*/ 15875 h 46"/>
              <a:gd name="T78" fmla="*/ 101600 w 46"/>
              <a:gd name="T79" fmla="*/ 15875 h 46"/>
              <a:gd name="T80" fmla="*/ 107950 w 46"/>
              <a:gd name="T81" fmla="*/ 12700 h 46"/>
              <a:gd name="T82" fmla="*/ 117475 w 46"/>
              <a:gd name="T83" fmla="*/ 15875 h 46"/>
              <a:gd name="T84" fmla="*/ 130175 w 46"/>
              <a:gd name="T85" fmla="*/ 31750 h 46"/>
              <a:gd name="T86" fmla="*/ 130175 w 46"/>
              <a:gd name="T87" fmla="*/ 47625 h 46"/>
              <a:gd name="T88" fmla="*/ 130175 w 46"/>
              <a:gd name="T89" fmla="*/ 47625 h 46"/>
              <a:gd name="T90" fmla="*/ 101600 w 46"/>
              <a:gd name="T91" fmla="*/ 73025 h 46"/>
              <a:gd name="T92" fmla="*/ 85725 w 46"/>
              <a:gd name="T93" fmla="*/ 76200 h 46"/>
              <a:gd name="T94" fmla="*/ 101600 w 46"/>
              <a:gd name="T95" fmla="*/ 85725 h 46"/>
              <a:gd name="T96" fmla="*/ 114300 w 46"/>
              <a:gd name="T97" fmla="*/ 79375 h 46"/>
              <a:gd name="T98" fmla="*/ 139700 w 46"/>
              <a:gd name="T99" fmla="*/ 53975 h 46"/>
              <a:gd name="T100" fmla="*/ 139700 w 46"/>
              <a:gd name="T101" fmla="*/ 53975 h 46"/>
              <a:gd name="T102" fmla="*/ 139700 w 46"/>
              <a:gd name="T103" fmla="*/ 53975 h 4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46" h="46">
                <a:moveTo>
                  <a:pt x="14" y="32"/>
                </a:moveTo>
                <a:cubicBezTo>
                  <a:pt x="15" y="33"/>
                  <a:pt x="16" y="33"/>
                  <a:pt x="17" y="32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6"/>
                  <a:pt x="32" y="15"/>
                  <a:pt x="32" y="14"/>
                </a:cubicBezTo>
                <a:cubicBezTo>
                  <a:pt x="31" y="14"/>
                  <a:pt x="30" y="14"/>
                  <a:pt x="29" y="14"/>
                </a:cubicBezTo>
                <a:cubicBezTo>
                  <a:pt x="14" y="30"/>
                  <a:pt x="14" y="30"/>
                  <a:pt x="14" y="30"/>
                </a:cubicBezTo>
                <a:cubicBezTo>
                  <a:pt x="13" y="30"/>
                  <a:pt x="13" y="31"/>
                  <a:pt x="14" y="32"/>
                </a:cubicBezTo>
                <a:close/>
                <a:moveTo>
                  <a:pt x="23" y="28"/>
                </a:moveTo>
                <a:cubicBezTo>
                  <a:pt x="23" y="28"/>
                  <a:pt x="23" y="28"/>
                  <a:pt x="23" y="28"/>
                </a:cubicBezTo>
                <a:cubicBezTo>
                  <a:pt x="22" y="28"/>
                  <a:pt x="22" y="29"/>
                  <a:pt x="22" y="30"/>
                </a:cubicBezTo>
                <a:cubicBezTo>
                  <a:pt x="23" y="31"/>
                  <a:pt x="23" y="31"/>
                  <a:pt x="23" y="32"/>
                </a:cubicBezTo>
                <a:cubicBezTo>
                  <a:pt x="23" y="33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2"/>
                  <a:pt x="14" y="42"/>
                  <a:pt x="14" y="42"/>
                </a:cubicBezTo>
                <a:cubicBezTo>
                  <a:pt x="13" y="42"/>
                  <a:pt x="12" y="43"/>
                  <a:pt x="12" y="43"/>
                </a:cubicBezTo>
                <a:cubicBezTo>
                  <a:pt x="11" y="43"/>
                  <a:pt x="10" y="42"/>
                  <a:pt x="9" y="42"/>
                </a:cubicBezTo>
                <a:cubicBezTo>
                  <a:pt x="9" y="42"/>
                  <a:pt x="9" y="42"/>
                  <a:pt x="9" y="42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36"/>
                  <a:pt x="3" y="35"/>
                  <a:pt x="3" y="34"/>
                </a:cubicBezTo>
                <a:cubicBezTo>
                  <a:pt x="3" y="34"/>
                  <a:pt x="4" y="33"/>
                  <a:pt x="4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3" y="24"/>
                  <a:pt x="13" y="23"/>
                  <a:pt x="14" y="23"/>
                </a:cubicBezTo>
                <a:cubicBezTo>
                  <a:pt x="15" y="23"/>
                  <a:pt x="15" y="23"/>
                  <a:pt x="16" y="24"/>
                </a:cubicBezTo>
                <a:cubicBezTo>
                  <a:pt x="17" y="24"/>
                  <a:pt x="18" y="24"/>
                  <a:pt x="18" y="23"/>
                </a:cubicBezTo>
                <a:cubicBezTo>
                  <a:pt x="19" y="22"/>
                  <a:pt x="19" y="21"/>
                  <a:pt x="18" y="20"/>
                </a:cubicBezTo>
                <a:cubicBezTo>
                  <a:pt x="16" y="20"/>
                  <a:pt x="15" y="20"/>
                  <a:pt x="13" y="20"/>
                </a:cubicBezTo>
                <a:cubicBezTo>
                  <a:pt x="12" y="20"/>
                  <a:pt x="11" y="21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0" y="31"/>
                  <a:pt x="0" y="33"/>
                  <a:pt x="0" y="34"/>
                </a:cubicBezTo>
                <a:cubicBezTo>
                  <a:pt x="0" y="36"/>
                  <a:pt x="0" y="38"/>
                  <a:pt x="2" y="39"/>
                </a:cubicBezTo>
                <a:cubicBezTo>
                  <a:pt x="2" y="39"/>
                  <a:pt x="2" y="39"/>
                  <a:pt x="2" y="39"/>
                </a:cubicBezTo>
                <a:cubicBezTo>
                  <a:pt x="2" y="39"/>
                  <a:pt x="2" y="39"/>
                  <a:pt x="2" y="39"/>
                </a:cubicBezTo>
                <a:cubicBezTo>
                  <a:pt x="7" y="44"/>
                  <a:pt x="7" y="44"/>
                  <a:pt x="7" y="44"/>
                </a:cubicBezTo>
                <a:cubicBezTo>
                  <a:pt x="7" y="44"/>
                  <a:pt x="7" y="44"/>
                  <a:pt x="7" y="44"/>
                </a:cubicBezTo>
                <a:cubicBezTo>
                  <a:pt x="7" y="44"/>
                  <a:pt x="7" y="44"/>
                  <a:pt x="7" y="44"/>
                </a:cubicBezTo>
                <a:cubicBezTo>
                  <a:pt x="7" y="44"/>
                  <a:pt x="7" y="44"/>
                  <a:pt x="7" y="44"/>
                </a:cubicBezTo>
                <a:cubicBezTo>
                  <a:pt x="8" y="46"/>
                  <a:pt x="10" y="46"/>
                  <a:pt x="12" y="46"/>
                </a:cubicBezTo>
                <a:cubicBezTo>
                  <a:pt x="13" y="46"/>
                  <a:pt x="15" y="46"/>
                  <a:pt x="17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5" y="36"/>
                  <a:pt x="26" y="34"/>
                  <a:pt x="26" y="33"/>
                </a:cubicBezTo>
                <a:cubicBezTo>
                  <a:pt x="26" y="31"/>
                  <a:pt x="26" y="30"/>
                  <a:pt x="26" y="28"/>
                </a:cubicBezTo>
                <a:cubicBezTo>
                  <a:pt x="25" y="28"/>
                  <a:pt x="24" y="27"/>
                  <a:pt x="23" y="28"/>
                </a:cubicBezTo>
                <a:close/>
                <a:moveTo>
                  <a:pt x="46" y="12"/>
                </a:moveTo>
                <a:cubicBezTo>
                  <a:pt x="46" y="12"/>
                  <a:pt x="46" y="12"/>
                  <a:pt x="46" y="12"/>
                </a:cubicBezTo>
                <a:cubicBezTo>
                  <a:pt x="46" y="10"/>
                  <a:pt x="45" y="9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39" y="2"/>
                  <a:pt x="39" y="2"/>
                  <a:pt x="39" y="2"/>
                </a:cubicBezTo>
                <a:cubicBezTo>
                  <a:pt x="38" y="1"/>
                  <a:pt x="36" y="0"/>
                  <a:pt x="34" y="0"/>
                </a:cubicBezTo>
                <a:cubicBezTo>
                  <a:pt x="32" y="0"/>
                  <a:pt x="30" y="1"/>
                  <a:pt x="29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0" y="11"/>
                  <a:pt x="20" y="12"/>
                  <a:pt x="19" y="14"/>
                </a:cubicBezTo>
                <a:cubicBezTo>
                  <a:pt x="19" y="15"/>
                  <a:pt x="19" y="17"/>
                  <a:pt x="20" y="18"/>
                </a:cubicBezTo>
                <a:cubicBezTo>
                  <a:pt x="21" y="19"/>
                  <a:pt x="22" y="19"/>
                  <a:pt x="22" y="19"/>
                </a:cubicBezTo>
                <a:cubicBezTo>
                  <a:pt x="23" y="18"/>
                  <a:pt x="24" y="17"/>
                  <a:pt x="23" y="16"/>
                </a:cubicBezTo>
                <a:cubicBezTo>
                  <a:pt x="23" y="16"/>
                  <a:pt x="23" y="15"/>
                  <a:pt x="23" y="14"/>
                </a:cubicBezTo>
                <a:cubicBezTo>
                  <a:pt x="23" y="14"/>
                  <a:pt x="23" y="13"/>
                  <a:pt x="24" y="12"/>
                </a:cubicBezTo>
                <a:cubicBezTo>
                  <a:pt x="24" y="12"/>
                  <a:pt x="24" y="12"/>
                  <a:pt x="24" y="12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4"/>
                  <a:pt x="33" y="4"/>
                  <a:pt x="34" y="4"/>
                </a:cubicBezTo>
                <a:cubicBezTo>
                  <a:pt x="35" y="4"/>
                  <a:pt x="36" y="4"/>
                  <a:pt x="37" y="5"/>
                </a:cubicBezTo>
                <a:cubicBezTo>
                  <a:pt x="37" y="5"/>
                  <a:pt x="37" y="5"/>
                  <a:pt x="37" y="5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2" y="10"/>
                  <a:pt x="42" y="11"/>
                  <a:pt x="42" y="12"/>
                </a:cubicBezTo>
                <a:cubicBezTo>
                  <a:pt x="42" y="13"/>
                  <a:pt x="42" y="14"/>
                  <a:pt x="41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34" y="22"/>
                  <a:pt x="34" y="22"/>
                  <a:pt x="34" y="22"/>
                </a:cubicBezTo>
                <a:cubicBezTo>
                  <a:pt x="33" y="23"/>
                  <a:pt x="32" y="23"/>
                  <a:pt x="32" y="23"/>
                </a:cubicBezTo>
                <a:cubicBezTo>
                  <a:pt x="31" y="23"/>
                  <a:pt x="30" y="23"/>
                  <a:pt x="30" y="23"/>
                </a:cubicBezTo>
                <a:cubicBezTo>
                  <a:pt x="29" y="22"/>
                  <a:pt x="28" y="23"/>
                  <a:pt x="27" y="24"/>
                </a:cubicBezTo>
                <a:cubicBezTo>
                  <a:pt x="27" y="24"/>
                  <a:pt x="27" y="26"/>
                  <a:pt x="28" y="26"/>
                </a:cubicBezTo>
                <a:cubicBezTo>
                  <a:pt x="29" y="27"/>
                  <a:pt x="31" y="27"/>
                  <a:pt x="32" y="27"/>
                </a:cubicBezTo>
                <a:cubicBezTo>
                  <a:pt x="34" y="26"/>
                  <a:pt x="35" y="26"/>
                  <a:pt x="36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5" y="16"/>
                  <a:pt x="46" y="14"/>
                  <a:pt x="46" y="1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39" name="Freeform 373">
            <a:extLst>
              <a:ext uri="{FF2B5EF4-FFF2-40B4-BE49-F238E27FC236}">
                <a16:creationId xmlns:a16="http://schemas.microsoft.com/office/drawing/2014/main" id="{7F8F9964-4133-C80C-1AFB-F7F04ACE71AB}"/>
              </a:ext>
            </a:extLst>
          </p:cNvPr>
          <p:cNvSpPr>
            <a:spLocks noEditPoints="1"/>
          </p:cNvSpPr>
          <p:nvPr/>
        </p:nvSpPr>
        <p:spPr bwMode="auto">
          <a:xfrm>
            <a:off x="7687135" y="3003999"/>
            <a:ext cx="190500" cy="198967"/>
          </a:xfrm>
          <a:custGeom>
            <a:avLst/>
            <a:gdLst>
              <a:gd name="T0" fmla="*/ 142875 w 45"/>
              <a:gd name="T1" fmla="*/ 114300 h 47"/>
              <a:gd name="T2" fmla="*/ 101600 w 45"/>
              <a:gd name="T3" fmla="*/ 76200 h 47"/>
              <a:gd name="T4" fmla="*/ 107950 w 45"/>
              <a:gd name="T5" fmla="*/ 53975 h 47"/>
              <a:gd name="T6" fmla="*/ 92075 w 45"/>
              <a:gd name="T7" fmla="*/ 15875 h 47"/>
              <a:gd name="T8" fmla="*/ 53975 w 45"/>
              <a:gd name="T9" fmla="*/ 0 h 47"/>
              <a:gd name="T10" fmla="*/ 15875 w 45"/>
              <a:gd name="T11" fmla="*/ 15875 h 47"/>
              <a:gd name="T12" fmla="*/ 0 w 45"/>
              <a:gd name="T13" fmla="*/ 53975 h 47"/>
              <a:gd name="T14" fmla="*/ 15875 w 45"/>
              <a:gd name="T15" fmla="*/ 92075 h 47"/>
              <a:gd name="T16" fmla="*/ 53975 w 45"/>
              <a:gd name="T17" fmla="*/ 107950 h 47"/>
              <a:gd name="T18" fmla="*/ 69850 w 45"/>
              <a:gd name="T19" fmla="*/ 104775 h 47"/>
              <a:gd name="T20" fmla="*/ 111125 w 45"/>
              <a:gd name="T21" fmla="*/ 146050 h 47"/>
              <a:gd name="T22" fmla="*/ 114300 w 45"/>
              <a:gd name="T23" fmla="*/ 149225 h 47"/>
              <a:gd name="T24" fmla="*/ 139700 w 45"/>
              <a:gd name="T25" fmla="*/ 149225 h 47"/>
              <a:gd name="T26" fmla="*/ 142875 w 45"/>
              <a:gd name="T27" fmla="*/ 142875 h 47"/>
              <a:gd name="T28" fmla="*/ 142875 w 45"/>
              <a:gd name="T29" fmla="*/ 117475 h 47"/>
              <a:gd name="T30" fmla="*/ 142875 w 45"/>
              <a:gd name="T31" fmla="*/ 114300 h 47"/>
              <a:gd name="T32" fmla="*/ 69850 w 45"/>
              <a:gd name="T33" fmla="*/ 92075 h 47"/>
              <a:gd name="T34" fmla="*/ 69850 w 45"/>
              <a:gd name="T35" fmla="*/ 92075 h 47"/>
              <a:gd name="T36" fmla="*/ 69850 w 45"/>
              <a:gd name="T37" fmla="*/ 92075 h 47"/>
              <a:gd name="T38" fmla="*/ 53975 w 45"/>
              <a:gd name="T39" fmla="*/ 95250 h 47"/>
              <a:gd name="T40" fmla="*/ 25400 w 45"/>
              <a:gd name="T41" fmla="*/ 82550 h 47"/>
              <a:gd name="T42" fmla="*/ 12700 w 45"/>
              <a:gd name="T43" fmla="*/ 53975 h 47"/>
              <a:gd name="T44" fmla="*/ 25400 w 45"/>
              <a:gd name="T45" fmla="*/ 25400 h 47"/>
              <a:gd name="T46" fmla="*/ 53975 w 45"/>
              <a:gd name="T47" fmla="*/ 12700 h 47"/>
              <a:gd name="T48" fmla="*/ 82550 w 45"/>
              <a:gd name="T49" fmla="*/ 25400 h 47"/>
              <a:gd name="T50" fmla="*/ 95250 w 45"/>
              <a:gd name="T51" fmla="*/ 53975 h 47"/>
              <a:gd name="T52" fmla="*/ 69850 w 45"/>
              <a:gd name="T53" fmla="*/ 92075 h 47"/>
              <a:gd name="T54" fmla="*/ 117475 w 45"/>
              <a:gd name="T55" fmla="*/ 136525 h 47"/>
              <a:gd name="T56" fmla="*/ 117475 w 45"/>
              <a:gd name="T57" fmla="*/ 136525 h 47"/>
              <a:gd name="T58" fmla="*/ 79375 w 45"/>
              <a:gd name="T59" fmla="*/ 98425 h 47"/>
              <a:gd name="T60" fmla="*/ 85725 w 45"/>
              <a:gd name="T61" fmla="*/ 95250 h 47"/>
              <a:gd name="T62" fmla="*/ 127000 w 45"/>
              <a:gd name="T63" fmla="*/ 136525 h 47"/>
              <a:gd name="T64" fmla="*/ 117475 w 45"/>
              <a:gd name="T65" fmla="*/ 136525 h 47"/>
              <a:gd name="T66" fmla="*/ 133350 w 45"/>
              <a:gd name="T67" fmla="*/ 130175 h 47"/>
              <a:gd name="T68" fmla="*/ 133350 w 45"/>
              <a:gd name="T69" fmla="*/ 130175 h 47"/>
              <a:gd name="T70" fmla="*/ 92075 w 45"/>
              <a:gd name="T71" fmla="*/ 92075 h 47"/>
              <a:gd name="T72" fmla="*/ 92075 w 45"/>
              <a:gd name="T73" fmla="*/ 92075 h 47"/>
              <a:gd name="T74" fmla="*/ 92075 w 45"/>
              <a:gd name="T75" fmla="*/ 88900 h 47"/>
              <a:gd name="T76" fmla="*/ 95250 w 45"/>
              <a:gd name="T77" fmla="*/ 85725 h 47"/>
              <a:gd name="T78" fmla="*/ 133350 w 45"/>
              <a:gd name="T79" fmla="*/ 120650 h 47"/>
              <a:gd name="T80" fmla="*/ 133350 w 45"/>
              <a:gd name="T81" fmla="*/ 130175 h 47"/>
              <a:gd name="T82" fmla="*/ 53975 w 45"/>
              <a:gd name="T83" fmla="*/ 34925 h 47"/>
              <a:gd name="T84" fmla="*/ 53975 w 45"/>
              <a:gd name="T85" fmla="*/ 34925 h 47"/>
              <a:gd name="T86" fmla="*/ 34925 w 45"/>
              <a:gd name="T87" fmla="*/ 53975 h 47"/>
              <a:gd name="T88" fmla="*/ 53975 w 45"/>
              <a:gd name="T89" fmla="*/ 73025 h 47"/>
              <a:gd name="T90" fmla="*/ 73025 w 45"/>
              <a:gd name="T91" fmla="*/ 53975 h 47"/>
              <a:gd name="T92" fmla="*/ 53975 w 45"/>
              <a:gd name="T93" fmla="*/ 34925 h 47"/>
              <a:gd name="T94" fmla="*/ 53975 w 45"/>
              <a:gd name="T95" fmla="*/ 66675 h 47"/>
              <a:gd name="T96" fmla="*/ 53975 w 45"/>
              <a:gd name="T97" fmla="*/ 66675 h 47"/>
              <a:gd name="T98" fmla="*/ 41275 w 45"/>
              <a:gd name="T99" fmla="*/ 53975 h 47"/>
              <a:gd name="T100" fmla="*/ 53975 w 45"/>
              <a:gd name="T101" fmla="*/ 41275 h 47"/>
              <a:gd name="T102" fmla="*/ 66675 w 45"/>
              <a:gd name="T103" fmla="*/ 53975 h 47"/>
              <a:gd name="T104" fmla="*/ 53975 w 45"/>
              <a:gd name="T105" fmla="*/ 66675 h 47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5" h="47">
                <a:moveTo>
                  <a:pt x="45" y="36"/>
                </a:moveTo>
                <a:cubicBezTo>
                  <a:pt x="32" y="24"/>
                  <a:pt x="32" y="24"/>
                  <a:pt x="32" y="24"/>
                </a:cubicBezTo>
                <a:cubicBezTo>
                  <a:pt x="33" y="22"/>
                  <a:pt x="34" y="19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19" y="34"/>
                  <a:pt x="20" y="33"/>
                  <a:pt x="22" y="33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6" y="47"/>
                  <a:pt x="36" y="47"/>
                </a:cubicBezTo>
                <a:cubicBezTo>
                  <a:pt x="44" y="47"/>
                  <a:pt x="44" y="47"/>
                  <a:pt x="44" y="47"/>
                </a:cubicBezTo>
                <a:cubicBezTo>
                  <a:pt x="45" y="47"/>
                  <a:pt x="45" y="46"/>
                  <a:pt x="45" y="45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37"/>
                  <a:pt x="45" y="37"/>
                  <a:pt x="45" y="36"/>
                </a:cubicBezTo>
                <a:close/>
                <a:moveTo>
                  <a:pt x="22" y="29"/>
                </a:moveTo>
                <a:cubicBezTo>
                  <a:pt x="22" y="29"/>
                  <a:pt x="22" y="29"/>
                  <a:pt x="22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20" y="30"/>
                  <a:pt x="19" y="30"/>
                  <a:pt x="17" y="30"/>
                </a:cubicBezTo>
                <a:cubicBezTo>
                  <a:pt x="14" y="30"/>
                  <a:pt x="10" y="29"/>
                  <a:pt x="8" y="26"/>
                </a:cubicBezTo>
                <a:cubicBezTo>
                  <a:pt x="5" y="24"/>
                  <a:pt x="4" y="20"/>
                  <a:pt x="4" y="17"/>
                </a:cubicBezTo>
                <a:cubicBezTo>
                  <a:pt x="4" y="14"/>
                  <a:pt x="5" y="10"/>
                  <a:pt x="8" y="8"/>
                </a:cubicBezTo>
                <a:cubicBezTo>
                  <a:pt x="10" y="5"/>
                  <a:pt x="14" y="4"/>
                  <a:pt x="17" y="4"/>
                </a:cubicBezTo>
                <a:cubicBezTo>
                  <a:pt x="20" y="4"/>
                  <a:pt x="24" y="5"/>
                  <a:pt x="26" y="8"/>
                </a:cubicBezTo>
                <a:cubicBezTo>
                  <a:pt x="29" y="10"/>
                  <a:pt x="30" y="14"/>
                  <a:pt x="30" y="17"/>
                </a:cubicBezTo>
                <a:cubicBezTo>
                  <a:pt x="30" y="22"/>
                  <a:pt x="27" y="27"/>
                  <a:pt x="22" y="29"/>
                </a:cubicBezTo>
                <a:close/>
                <a:moveTo>
                  <a:pt x="37" y="43"/>
                </a:moveTo>
                <a:cubicBezTo>
                  <a:pt x="37" y="43"/>
                  <a:pt x="37" y="43"/>
                  <a:pt x="37" y="43"/>
                </a:cubicBezTo>
                <a:cubicBezTo>
                  <a:pt x="25" y="31"/>
                  <a:pt x="25" y="31"/>
                  <a:pt x="25" y="31"/>
                </a:cubicBezTo>
                <a:cubicBezTo>
                  <a:pt x="26" y="31"/>
                  <a:pt x="27" y="31"/>
                  <a:pt x="27" y="30"/>
                </a:cubicBezTo>
                <a:cubicBezTo>
                  <a:pt x="40" y="43"/>
                  <a:pt x="40" y="43"/>
                  <a:pt x="40" y="43"/>
                </a:cubicBezTo>
                <a:cubicBezTo>
                  <a:pt x="37" y="43"/>
                  <a:pt x="37" y="43"/>
                  <a:pt x="37" y="43"/>
                </a:cubicBezTo>
                <a:close/>
                <a:moveTo>
                  <a:pt x="42" y="41"/>
                </a:moveTo>
                <a:cubicBezTo>
                  <a:pt x="42" y="41"/>
                  <a:pt x="42" y="41"/>
                  <a:pt x="42" y="41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8"/>
                  <a:pt x="29" y="28"/>
                  <a:pt x="29" y="28"/>
                </a:cubicBezTo>
                <a:cubicBezTo>
                  <a:pt x="30" y="28"/>
                  <a:pt x="30" y="27"/>
                  <a:pt x="30" y="27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41"/>
                  <a:pt x="42" y="41"/>
                  <a:pt x="42" y="41"/>
                </a:cubicBezTo>
                <a:close/>
                <a:moveTo>
                  <a:pt x="17" y="11"/>
                </a:moveTo>
                <a:cubicBezTo>
                  <a:pt x="17" y="11"/>
                  <a:pt x="17" y="11"/>
                  <a:pt x="17" y="11"/>
                </a:cubicBezTo>
                <a:cubicBezTo>
                  <a:pt x="14" y="11"/>
                  <a:pt x="11" y="14"/>
                  <a:pt x="11" y="17"/>
                </a:cubicBezTo>
                <a:cubicBezTo>
                  <a:pt x="11" y="20"/>
                  <a:pt x="14" y="23"/>
                  <a:pt x="17" y="23"/>
                </a:cubicBezTo>
                <a:cubicBezTo>
                  <a:pt x="20" y="23"/>
                  <a:pt x="23" y="20"/>
                  <a:pt x="23" y="17"/>
                </a:cubicBezTo>
                <a:cubicBezTo>
                  <a:pt x="23" y="14"/>
                  <a:pt x="20" y="11"/>
                  <a:pt x="17" y="11"/>
                </a:cubicBezTo>
                <a:close/>
                <a:moveTo>
                  <a:pt x="17" y="21"/>
                </a:moveTo>
                <a:cubicBezTo>
                  <a:pt x="17" y="21"/>
                  <a:pt x="17" y="21"/>
                  <a:pt x="17" y="21"/>
                </a:cubicBezTo>
                <a:cubicBezTo>
                  <a:pt x="15" y="21"/>
                  <a:pt x="13" y="19"/>
                  <a:pt x="13" y="17"/>
                </a:cubicBezTo>
                <a:cubicBezTo>
                  <a:pt x="13" y="15"/>
                  <a:pt x="15" y="13"/>
                  <a:pt x="17" y="13"/>
                </a:cubicBezTo>
                <a:cubicBezTo>
                  <a:pt x="19" y="13"/>
                  <a:pt x="21" y="15"/>
                  <a:pt x="21" y="17"/>
                </a:cubicBezTo>
                <a:cubicBezTo>
                  <a:pt x="21" y="19"/>
                  <a:pt x="19" y="21"/>
                  <a:pt x="17" y="2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40" name="Freeform 374">
            <a:extLst>
              <a:ext uri="{FF2B5EF4-FFF2-40B4-BE49-F238E27FC236}">
                <a16:creationId xmlns:a16="http://schemas.microsoft.com/office/drawing/2014/main" id="{19509A0D-C575-1793-560F-FE0D1EA7DE9F}"/>
              </a:ext>
            </a:extLst>
          </p:cNvPr>
          <p:cNvSpPr>
            <a:spLocks noEditPoints="1"/>
          </p:cNvSpPr>
          <p:nvPr/>
        </p:nvSpPr>
        <p:spPr bwMode="auto">
          <a:xfrm>
            <a:off x="9537101" y="2589132"/>
            <a:ext cx="190500" cy="190500"/>
          </a:xfrm>
          <a:custGeom>
            <a:avLst/>
            <a:gdLst>
              <a:gd name="T0" fmla="*/ 79375 w 45"/>
              <a:gd name="T1" fmla="*/ 34925 h 45"/>
              <a:gd name="T2" fmla="*/ 76200 w 45"/>
              <a:gd name="T3" fmla="*/ 22225 h 45"/>
              <a:gd name="T4" fmla="*/ 73025 w 45"/>
              <a:gd name="T5" fmla="*/ 34925 h 45"/>
              <a:gd name="T6" fmla="*/ 76200 w 45"/>
              <a:gd name="T7" fmla="*/ 114300 h 45"/>
              <a:gd name="T8" fmla="*/ 73025 w 45"/>
              <a:gd name="T9" fmla="*/ 117475 h 45"/>
              <a:gd name="T10" fmla="*/ 76200 w 45"/>
              <a:gd name="T11" fmla="*/ 130175 h 45"/>
              <a:gd name="T12" fmla="*/ 79375 w 45"/>
              <a:gd name="T13" fmla="*/ 117475 h 45"/>
              <a:gd name="T14" fmla="*/ 34925 w 45"/>
              <a:gd name="T15" fmla="*/ 73025 h 45"/>
              <a:gd name="T16" fmla="*/ 25400 w 45"/>
              <a:gd name="T17" fmla="*/ 73025 h 45"/>
              <a:gd name="T18" fmla="*/ 25400 w 45"/>
              <a:gd name="T19" fmla="*/ 79375 h 45"/>
              <a:gd name="T20" fmla="*/ 38100 w 45"/>
              <a:gd name="T21" fmla="*/ 76200 h 45"/>
              <a:gd name="T22" fmla="*/ 92075 w 45"/>
              <a:gd name="T23" fmla="*/ 63500 h 45"/>
              <a:gd name="T24" fmla="*/ 92075 w 45"/>
              <a:gd name="T25" fmla="*/ 63500 h 45"/>
              <a:gd name="T26" fmla="*/ 88900 w 45"/>
              <a:gd name="T27" fmla="*/ 63500 h 45"/>
              <a:gd name="T28" fmla="*/ 88900 w 45"/>
              <a:gd name="T29" fmla="*/ 63500 h 45"/>
              <a:gd name="T30" fmla="*/ 88900 w 45"/>
              <a:gd name="T31" fmla="*/ 63500 h 45"/>
              <a:gd name="T32" fmla="*/ 47625 w 45"/>
              <a:gd name="T33" fmla="*/ 47625 h 45"/>
              <a:gd name="T34" fmla="*/ 63500 w 45"/>
              <a:gd name="T35" fmla="*/ 88900 h 45"/>
              <a:gd name="T36" fmla="*/ 63500 w 45"/>
              <a:gd name="T37" fmla="*/ 88900 h 45"/>
              <a:gd name="T38" fmla="*/ 63500 w 45"/>
              <a:gd name="T39" fmla="*/ 88900 h 45"/>
              <a:gd name="T40" fmla="*/ 63500 w 45"/>
              <a:gd name="T41" fmla="*/ 88900 h 45"/>
              <a:gd name="T42" fmla="*/ 63500 w 45"/>
              <a:gd name="T43" fmla="*/ 92075 h 45"/>
              <a:gd name="T44" fmla="*/ 104775 w 45"/>
              <a:gd name="T45" fmla="*/ 104775 h 45"/>
              <a:gd name="T46" fmla="*/ 92075 w 45"/>
              <a:gd name="T47" fmla="*/ 63500 h 45"/>
              <a:gd name="T48" fmla="*/ 57150 w 45"/>
              <a:gd name="T49" fmla="*/ 57150 h 45"/>
              <a:gd name="T50" fmla="*/ 82550 w 45"/>
              <a:gd name="T51" fmla="*/ 66675 h 45"/>
              <a:gd name="T52" fmla="*/ 57150 w 45"/>
              <a:gd name="T53" fmla="*/ 57150 h 45"/>
              <a:gd name="T54" fmla="*/ 69850 w 45"/>
              <a:gd name="T55" fmla="*/ 85725 h 45"/>
              <a:gd name="T56" fmla="*/ 95250 w 45"/>
              <a:gd name="T57" fmla="*/ 95250 h 45"/>
              <a:gd name="T58" fmla="*/ 139700 w 45"/>
              <a:gd name="T59" fmla="*/ 50800 h 45"/>
              <a:gd name="T60" fmla="*/ 123825 w 45"/>
              <a:gd name="T61" fmla="*/ 28575 h 45"/>
              <a:gd name="T62" fmla="*/ 50800 w 45"/>
              <a:gd name="T63" fmla="*/ 12700 h 45"/>
              <a:gd name="T64" fmla="*/ 38100 w 45"/>
              <a:gd name="T65" fmla="*/ 12700 h 45"/>
              <a:gd name="T66" fmla="*/ 31750 w 45"/>
              <a:gd name="T67" fmla="*/ 6350 h 45"/>
              <a:gd name="T68" fmla="*/ 12700 w 45"/>
              <a:gd name="T69" fmla="*/ 3175 h 45"/>
              <a:gd name="T70" fmla="*/ 0 w 45"/>
              <a:gd name="T71" fmla="*/ 12700 h 45"/>
              <a:gd name="T72" fmla="*/ 19050 w 45"/>
              <a:gd name="T73" fmla="*/ 38100 h 45"/>
              <a:gd name="T74" fmla="*/ 12700 w 45"/>
              <a:gd name="T75" fmla="*/ 50800 h 45"/>
              <a:gd name="T76" fmla="*/ 28575 w 45"/>
              <a:gd name="T77" fmla="*/ 123825 h 45"/>
              <a:gd name="T78" fmla="*/ 76200 w 45"/>
              <a:gd name="T79" fmla="*/ 142875 h 45"/>
              <a:gd name="T80" fmla="*/ 139700 w 45"/>
              <a:gd name="T81" fmla="*/ 101600 h 45"/>
              <a:gd name="T82" fmla="*/ 139700 w 45"/>
              <a:gd name="T83" fmla="*/ 50800 h 45"/>
              <a:gd name="T84" fmla="*/ 19050 w 45"/>
              <a:gd name="T85" fmla="*/ 31750 h 45"/>
              <a:gd name="T86" fmla="*/ 6350 w 45"/>
              <a:gd name="T87" fmla="*/ 19050 h 45"/>
              <a:gd name="T88" fmla="*/ 9525 w 45"/>
              <a:gd name="T89" fmla="*/ 9525 h 45"/>
              <a:gd name="T90" fmla="*/ 31750 w 45"/>
              <a:gd name="T91" fmla="*/ 15875 h 45"/>
              <a:gd name="T92" fmla="*/ 31750 w 45"/>
              <a:gd name="T93" fmla="*/ 25400 h 45"/>
              <a:gd name="T94" fmla="*/ 28575 w 45"/>
              <a:gd name="T95" fmla="*/ 28575 h 45"/>
              <a:gd name="T96" fmla="*/ 25400 w 45"/>
              <a:gd name="T97" fmla="*/ 31750 h 45"/>
              <a:gd name="T98" fmla="*/ 130175 w 45"/>
              <a:gd name="T99" fmla="*/ 98425 h 45"/>
              <a:gd name="T100" fmla="*/ 130175 w 45"/>
              <a:gd name="T101" fmla="*/ 98425 h 45"/>
              <a:gd name="T102" fmla="*/ 76200 w 45"/>
              <a:gd name="T103" fmla="*/ 133350 h 45"/>
              <a:gd name="T104" fmla="*/ 38100 w 45"/>
              <a:gd name="T105" fmla="*/ 117475 h 45"/>
              <a:gd name="T106" fmla="*/ 25400 w 45"/>
              <a:gd name="T107" fmla="*/ 53975 h 45"/>
              <a:gd name="T108" fmla="*/ 53975 w 45"/>
              <a:gd name="T109" fmla="*/ 25400 h 45"/>
              <a:gd name="T110" fmla="*/ 117475 w 45"/>
              <a:gd name="T111" fmla="*/ 38100 h 45"/>
              <a:gd name="T112" fmla="*/ 133350 w 45"/>
              <a:gd name="T113" fmla="*/ 76200 h 45"/>
              <a:gd name="T114" fmla="*/ 130175 w 45"/>
              <a:gd name="T115" fmla="*/ 98425 h 45"/>
              <a:gd name="T116" fmla="*/ 127000 w 45"/>
              <a:gd name="T117" fmla="*/ 73025 h 45"/>
              <a:gd name="T118" fmla="*/ 114300 w 45"/>
              <a:gd name="T119" fmla="*/ 76200 h 45"/>
              <a:gd name="T120" fmla="*/ 127000 w 45"/>
              <a:gd name="T121" fmla="*/ 79375 h 45"/>
              <a:gd name="T122" fmla="*/ 127000 w 45"/>
              <a:gd name="T123" fmla="*/ 73025 h 4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5" h="45">
                <a:moveTo>
                  <a:pt x="24" y="12"/>
                </a:moveTo>
                <a:cubicBezTo>
                  <a:pt x="25" y="12"/>
                  <a:pt x="25" y="12"/>
                  <a:pt x="25" y="11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7"/>
                  <a:pt x="24" y="7"/>
                </a:cubicBezTo>
                <a:cubicBezTo>
                  <a:pt x="24" y="7"/>
                  <a:pt x="23" y="8"/>
                  <a:pt x="23" y="8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2"/>
                  <a:pt x="24" y="12"/>
                  <a:pt x="24" y="12"/>
                </a:cubicBezTo>
                <a:close/>
                <a:moveTo>
                  <a:pt x="24" y="3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36"/>
                  <a:pt x="23" y="37"/>
                  <a:pt x="23" y="37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1"/>
                  <a:pt x="24" y="41"/>
                  <a:pt x="24" y="41"/>
                </a:cubicBezTo>
                <a:cubicBezTo>
                  <a:pt x="25" y="41"/>
                  <a:pt x="25" y="41"/>
                  <a:pt x="25" y="40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7"/>
                  <a:pt x="25" y="36"/>
                  <a:pt x="24" y="36"/>
                </a:cubicBezTo>
                <a:close/>
                <a:moveTo>
                  <a:pt x="11" y="23"/>
                </a:moveTo>
                <a:cubicBezTo>
                  <a:pt x="11" y="23"/>
                  <a:pt x="11" y="23"/>
                  <a:pt x="11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8" y="23"/>
                  <a:pt x="7" y="24"/>
                  <a:pt x="7" y="24"/>
                </a:cubicBezTo>
                <a:cubicBezTo>
                  <a:pt x="7" y="25"/>
                  <a:pt x="8" y="25"/>
                  <a:pt x="8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2" y="25"/>
                  <a:pt x="12" y="25"/>
                  <a:pt x="12" y="24"/>
                </a:cubicBezTo>
                <a:cubicBezTo>
                  <a:pt x="12" y="24"/>
                  <a:pt x="12" y="23"/>
                  <a:pt x="11" y="23"/>
                </a:cubicBezTo>
                <a:close/>
                <a:moveTo>
                  <a:pt x="29" y="20"/>
                </a:move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5" y="15"/>
                </a:cubicBezTo>
                <a:cubicBezTo>
                  <a:pt x="15" y="15"/>
                  <a:pt x="15" y="16"/>
                  <a:pt x="15" y="16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29"/>
                  <a:pt x="20" y="29"/>
                  <a:pt x="20" y="29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3" y="33"/>
                  <a:pt x="33" y="33"/>
                </a:cubicBezTo>
                <a:cubicBezTo>
                  <a:pt x="33" y="33"/>
                  <a:pt x="34" y="32"/>
                  <a:pt x="33" y="32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lose/>
                <a:moveTo>
                  <a:pt x="18" y="18"/>
                </a:moveTo>
                <a:cubicBezTo>
                  <a:pt x="18" y="18"/>
                  <a:pt x="18" y="18"/>
                  <a:pt x="18" y="18"/>
                </a:cubicBezTo>
                <a:cubicBezTo>
                  <a:pt x="26" y="21"/>
                  <a:pt x="26" y="21"/>
                  <a:pt x="26" y="21"/>
                </a:cubicBezTo>
                <a:cubicBezTo>
                  <a:pt x="21" y="26"/>
                  <a:pt x="21" y="26"/>
                  <a:pt x="21" y="26"/>
                </a:cubicBezTo>
                <a:cubicBezTo>
                  <a:pt x="18" y="18"/>
                  <a:pt x="18" y="18"/>
                  <a:pt x="18" y="18"/>
                </a:cubicBezTo>
                <a:close/>
                <a:moveTo>
                  <a:pt x="22" y="27"/>
                </a:moveTo>
                <a:cubicBezTo>
                  <a:pt x="22" y="27"/>
                  <a:pt x="22" y="27"/>
                  <a:pt x="22" y="27"/>
                </a:cubicBezTo>
                <a:cubicBezTo>
                  <a:pt x="27" y="22"/>
                  <a:pt x="27" y="22"/>
                  <a:pt x="27" y="22"/>
                </a:cubicBezTo>
                <a:cubicBezTo>
                  <a:pt x="30" y="30"/>
                  <a:pt x="30" y="30"/>
                  <a:pt x="30" y="30"/>
                </a:cubicBezTo>
                <a:cubicBezTo>
                  <a:pt x="22" y="27"/>
                  <a:pt x="22" y="27"/>
                  <a:pt x="22" y="27"/>
                </a:cubicBezTo>
                <a:close/>
                <a:moveTo>
                  <a:pt x="44" y="16"/>
                </a:moveTo>
                <a:cubicBezTo>
                  <a:pt x="44" y="16"/>
                  <a:pt x="44" y="16"/>
                  <a:pt x="44" y="16"/>
                </a:cubicBezTo>
                <a:cubicBezTo>
                  <a:pt x="43" y="13"/>
                  <a:pt x="41" y="11"/>
                  <a:pt x="39" y="9"/>
                </a:cubicBezTo>
                <a:cubicBezTo>
                  <a:pt x="35" y="5"/>
                  <a:pt x="30" y="3"/>
                  <a:pt x="24" y="3"/>
                </a:cubicBezTo>
                <a:cubicBezTo>
                  <a:pt x="21" y="3"/>
                  <a:pt x="18" y="3"/>
                  <a:pt x="16" y="4"/>
                </a:cubicBezTo>
                <a:cubicBezTo>
                  <a:pt x="15" y="5"/>
                  <a:pt x="13" y="6"/>
                  <a:pt x="12" y="6"/>
                </a:cubicBezTo>
                <a:cubicBezTo>
                  <a:pt x="12" y="6"/>
                  <a:pt x="12" y="5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3"/>
                  <a:pt x="11" y="3"/>
                  <a:pt x="10" y="2"/>
                </a:cubicBezTo>
                <a:cubicBezTo>
                  <a:pt x="9" y="0"/>
                  <a:pt x="6" y="0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3" y="1"/>
                  <a:pt x="2" y="1"/>
                  <a:pt x="2" y="2"/>
                </a:cubicBezTo>
                <a:cubicBezTo>
                  <a:pt x="1" y="3"/>
                  <a:pt x="1" y="3"/>
                  <a:pt x="0" y="4"/>
                </a:cubicBezTo>
                <a:cubicBezTo>
                  <a:pt x="0" y="5"/>
                  <a:pt x="0" y="6"/>
                  <a:pt x="0" y="6"/>
                </a:cubicBezTo>
                <a:cubicBezTo>
                  <a:pt x="0" y="10"/>
                  <a:pt x="3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5" y="14"/>
                  <a:pt x="5" y="15"/>
                  <a:pt x="4" y="16"/>
                </a:cubicBezTo>
                <a:cubicBezTo>
                  <a:pt x="3" y="18"/>
                  <a:pt x="3" y="21"/>
                  <a:pt x="3" y="24"/>
                </a:cubicBezTo>
                <a:cubicBezTo>
                  <a:pt x="3" y="30"/>
                  <a:pt x="5" y="35"/>
                  <a:pt x="9" y="39"/>
                </a:cubicBezTo>
                <a:cubicBezTo>
                  <a:pt x="11" y="41"/>
                  <a:pt x="13" y="43"/>
                  <a:pt x="16" y="44"/>
                </a:cubicBezTo>
                <a:cubicBezTo>
                  <a:pt x="18" y="45"/>
                  <a:pt x="21" y="45"/>
                  <a:pt x="24" y="45"/>
                </a:cubicBezTo>
                <a:cubicBezTo>
                  <a:pt x="30" y="45"/>
                  <a:pt x="35" y="43"/>
                  <a:pt x="39" y="39"/>
                </a:cubicBezTo>
                <a:cubicBezTo>
                  <a:pt x="41" y="37"/>
                  <a:pt x="43" y="35"/>
                  <a:pt x="44" y="32"/>
                </a:cubicBezTo>
                <a:cubicBezTo>
                  <a:pt x="45" y="30"/>
                  <a:pt x="45" y="27"/>
                  <a:pt x="45" y="24"/>
                </a:cubicBezTo>
                <a:cubicBezTo>
                  <a:pt x="45" y="21"/>
                  <a:pt x="45" y="18"/>
                  <a:pt x="44" y="16"/>
                </a:cubicBezTo>
                <a:close/>
                <a:moveTo>
                  <a:pt x="6" y="10"/>
                </a:move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5" y="10"/>
                  <a:pt x="5" y="10"/>
                </a:cubicBezTo>
                <a:cubicBezTo>
                  <a:pt x="3" y="9"/>
                  <a:pt x="2" y="8"/>
                  <a:pt x="2" y="6"/>
                </a:cubicBezTo>
                <a:cubicBezTo>
                  <a:pt x="2" y="6"/>
                  <a:pt x="2" y="5"/>
                  <a:pt x="2" y="5"/>
                </a:cubicBezTo>
                <a:cubicBezTo>
                  <a:pt x="3" y="4"/>
                  <a:pt x="3" y="4"/>
                  <a:pt x="3" y="3"/>
                </a:cubicBezTo>
                <a:cubicBezTo>
                  <a:pt x="4" y="3"/>
                  <a:pt x="4" y="3"/>
                  <a:pt x="5" y="3"/>
                </a:cubicBezTo>
                <a:cubicBezTo>
                  <a:pt x="7" y="2"/>
                  <a:pt x="9" y="3"/>
                  <a:pt x="10" y="5"/>
                </a:cubicBezTo>
                <a:cubicBezTo>
                  <a:pt x="10" y="5"/>
                  <a:pt x="10" y="6"/>
                  <a:pt x="10" y="6"/>
                </a:cubicBezTo>
                <a:cubicBezTo>
                  <a:pt x="10" y="7"/>
                  <a:pt x="10" y="7"/>
                  <a:pt x="10" y="8"/>
                </a:cubicBezTo>
                <a:cubicBezTo>
                  <a:pt x="10" y="8"/>
                  <a:pt x="10" y="8"/>
                  <a:pt x="10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7" y="10"/>
                  <a:pt x="7" y="10"/>
                  <a:pt x="6" y="10"/>
                </a:cubicBezTo>
                <a:close/>
                <a:moveTo>
                  <a:pt x="41" y="31"/>
                </a:moveTo>
                <a:cubicBezTo>
                  <a:pt x="41" y="31"/>
                  <a:pt x="41" y="31"/>
                  <a:pt x="41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0" y="33"/>
                  <a:pt x="38" y="35"/>
                  <a:pt x="37" y="37"/>
                </a:cubicBezTo>
                <a:cubicBezTo>
                  <a:pt x="33" y="40"/>
                  <a:pt x="29" y="42"/>
                  <a:pt x="24" y="42"/>
                </a:cubicBezTo>
                <a:cubicBezTo>
                  <a:pt x="22" y="42"/>
                  <a:pt x="19" y="41"/>
                  <a:pt x="17" y="41"/>
                </a:cubicBezTo>
                <a:cubicBezTo>
                  <a:pt x="15" y="40"/>
                  <a:pt x="13" y="38"/>
                  <a:pt x="12" y="37"/>
                </a:cubicBezTo>
                <a:cubicBezTo>
                  <a:pt x="8" y="33"/>
                  <a:pt x="6" y="29"/>
                  <a:pt x="6" y="24"/>
                </a:cubicBezTo>
                <a:cubicBezTo>
                  <a:pt x="6" y="22"/>
                  <a:pt x="7" y="19"/>
                  <a:pt x="8" y="17"/>
                </a:cubicBezTo>
                <a:cubicBezTo>
                  <a:pt x="9" y="15"/>
                  <a:pt x="10" y="13"/>
                  <a:pt x="12" y="12"/>
                </a:cubicBezTo>
                <a:cubicBezTo>
                  <a:pt x="13" y="10"/>
                  <a:pt x="15" y="9"/>
                  <a:pt x="17" y="8"/>
                </a:cubicBezTo>
                <a:cubicBezTo>
                  <a:pt x="19" y="7"/>
                  <a:pt x="22" y="6"/>
                  <a:pt x="24" y="6"/>
                </a:cubicBezTo>
                <a:cubicBezTo>
                  <a:pt x="29" y="6"/>
                  <a:pt x="33" y="8"/>
                  <a:pt x="37" y="12"/>
                </a:cubicBezTo>
                <a:cubicBezTo>
                  <a:pt x="38" y="13"/>
                  <a:pt x="40" y="15"/>
                  <a:pt x="41" y="17"/>
                </a:cubicBezTo>
                <a:cubicBezTo>
                  <a:pt x="41" y="19"/>
                  <a:pt x="42" y="22"/>
                  <a:pt x="42" y="24"/>
                </a:cubicBezTo>
                <a:cubicBezTo>
                  <a:pt x="42" y="26"/>
                  <a:pt x="41" y="29"/>
                  <a:pt x="41" y="31"/>
                </a:cubicBezTo>
                <a:cubicBezTo>
                  <a:pt x="41" y="31"/>
                  <a:pt x="41" y="31"/>
                  <a:pt x="41" y="31"/>
                </a:cubicBezTo>
                <a:close/>
                <a:moveTo>
                  <a:pt x="40" y="23"/>
                </a:moveTo>
                <a:cubicBezTo>
                  <a:pt x="40" y="23"/>
                  <a:pt x="40" y="23"/>
                  <a:pt x="40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6" y="24"/>
                  <a:pt x="36" y="24"/>
                </a:cubicBezTo>
                <a:cubicBezTo>
                  <a:pt x="36" y="25"/>
                  <a:pt x="37" y="25"/>
                  <a:pt x="37" y="25"/>
                </a:cubicBezTo>
                <a:cubicBezTo>
                  <a:pt x="40" y="25"/>
                  <a:pt x="40" y="25"/>
                  <a:pt x="40" y="25"/>
                </a:cubicBezTo>
                <a:cubicBezTo>
                  <a:pt x="41" y="25"/>
                  <a:pt x="41" y="25"/>
                  <a:pt x="41" y="24"/>
                </a:cubicBezTo>
                <a:cubicBezTo>
                  <a:pt x="41" y="24"/>
                  <a:pt x="41" y="23"/>
                  <a:pt x="40" y="2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41" name="Freeform 375">
            <a:extLst>
              <a:ext uri="{FF2B5EF4-FFF2-40B4-BE49-F238E27FC236}">
                <a16:creationId xmlns:a16="http://schemas.microsoft.com/office/drawing/2014/main" id="{DBBCF156-1860-D8CA-6886-9E68F97730AD}"/>
              </a:ext>
            </a:extLst>
          </p:cNvPr>
          <p:cNvSpPr>
            <a:spLocks noEditPoints="1"/>
          </p:cNvSpPr>
          <p:nvPr/>
        </p:nvSpPr>
        <p:spPr bwMode="auto">
          <a:xfrm>
            <a:off x="3163818" y="3012465"/>
            <a:ext cx="194733" cy="186267"/>
          </a:xfrm>
          <a:custGeom>
            <a:avLst/>
            <a:gdLst>
              <a:gd name="T0" fmla="*/ 127000 w 46"/>
              <a:gd name="T1" fmla="*/ 88900 h 44"/>
              <a:gd name="T2" fmla="*/ 76200 w 46"/>
              <a:gd name="T3" fmla="*/ 101600 h 44"/>
              <a:gd name="T4" fmla="*/ 92075 w 46"/>
              <a:gd name="T5" fmla="*/ 104775 h 44"/>
              <a:gd name="T6" fmla="*/ 92075 w 46"/>
              <a:gd name="T7" fmla="*/ 133350 h 44"/>
              <a:gd name="T8" fmla="*/ 88900 w 46"/>
              <a:gd name="T9" fmla="*/ 139700 h 44"/>
              <a:gd name="T10" fmla="*/ 53975 w 46"/>
              <a:gd name="T11" fmla="*/ 133350 h 44"/>
              <a:gd name="T12" fmla="*/ 53975 w 46"/>
              <a:gd name="T13" fmla="*/ 104775 h 44"/>
              <a:gd name="T14" fmla="*/ 60325 w 46"/>
              <a:gd name="T15" fmla="*/ 101600 h 44"/>
              <a:gd name="T16" fmla="*/ 69850 w 46"/>
              <a:gd name="T17" fmla="*/ 88900 h 44"/>
              <a:gd name="T18" fmla="*/ 22225 w 46"/>
              <a:gd name="T19" fmla="*/ 101600 h 44"/>
              <a:gd name="T20" fmla="*/ 38100 w 46"/>
              <a:gd name="T21" fmla="*/ 104775 h 44"/>
              <a:gd name="T22" fmla="*/ 38100 w 46"/>
              <a:gd name="T23" fmla="*/ 133350 h 44"/>
              <a:gd name="T24" fmla="*/ 34925 w 46"/>
              <a:gd name="T25" fmla="*/ 139700 h 44"/>
              <a:gd name="T26" fmla="*/ 0 w 46"/>
              <a:gd name="T27" fmla="*/ 133350 h 44"/>
              <a:gd name="T28" fmla="*/ 0 w 46"/>
              <a:gd name="T29" fmla="*/ 104775 h 44"/>
              <a:gd name="T30" fmla="*/ 6350 w 46"/>
              <a:gd name="T31" fmla="*/ 101600 h 44"/>
              <a:gd name="T32" fmla="*/ 15875 w 46"/>
              <a:gd name="T33" fmla="*/ 85725 h 44"/>
              <a:gd name="T34" fmla="*/ 19050 w 46"/>
              <a:gd name="T35" fmla="*/ 82550 h 44"/>
              <a:gd name="T36" fmla="*/ 69850 w 46"/>
              <a:gd name="T37" fmla="*/ 57150 h 44"/>
              <a:gd name="T38" fmla="*/ 44450 w 46"/>
              <a:gd name="T39" fmla="*/ 53975 h 44"/>
              <a:gd name="T40" fmla="*/ 44450 w 46"/>
              <a:gd name="T41" fmla="*/ 6350 h 44"/>
              <a:gd name="T42" fmla="*/ 50800 w 46"/>
              <a:gd name="T43" fmla="*/ 0 h 44"/>
              <a:gd name="T44" fmla="*/ 101600 w 46"/>
              <a:gd name="T45" fmla="*/ 6350 h 44"/>
              <a:gd name="T46" fmla="*/ 101600 w 46"/>
              <a:gd name="T47" fmla="*/ 53975 h 44"/>
              <a:gd name="T48" fmla="*/ 95250 w 46"/>
              <a:gd name="T49" fmla="*/ 57150 h 44"/>
              <a:gd name="T50" fmla="*/ 76200 w 46"/>
              <a:gd name="T51" fmla="*/ 82550 h 44"/>
              <a:gd name="T52" fmla="*/ 130175 w 46"/>
              <a:gd name="T53" fmla="*/ 82550 h 44"/>
              <a:gd name="T54" fmla="*/ 133350 w 46"/>
              <a:gd name="T55" fmla="*/ 101600 h 44"/>
              <a:gd name="T56" fmla="*/ 146050 w 46"/>
              <a:gd name="T57" fmla="*/ 104775 h 44"/>
              <a:gd name="T58" fmla="*/ 146050 w 46"/>
              <a:gd name="T59" fmla="*/ 133350 h 44"/>
              <a:gd name="T60" fmla="*/ 142875 w 46"/>
              <a:gd name="T61" fmla="*/ 139700 h 44"/>
              <a:gd name="T62" fmla="*/ 107950 w 46"/>
              <a:gd name="T63" fmla="*/ 133350 h 44"/>
              <a:gd name="T64" fmla="*/ 107950 w 46"/>
              <a:gd name="T65" fmla="*/ 104775 h 44"/>
              <a:gd name="T66" fmla="*/ 114300 w 46"/>
              <a:gd name="T67" fmla="*/ 101600 h 44"/>
              <a:gd name="T68" fmla="*/ 136525 w 46"/>
              <a:gd name="T69" fmla="*/ 111125 h 44"/>
              <a:gd name="T70" fmla="*/ 120650 w 46"/>
              <a:gd name="T71" fmla="*/ 111125 h 44"/>
              <a:gd name="T72" fmla="*/ 136525 w 46"/>
              <a:gd name="T73" fmla="*/ 127000 h 44"/>
              <a:gd name="T74" fmla="*/ 28575 w 46"/>
              <a:gd name="T75" fmla="*/ 111125 h 44"/>
              <a:gd name="T76" fmla="*/ 12700 w 46"/>
              <a:gd name="T77" fmla="*/ 111125 h 44"/>
              <a:gd name="T78" fmla="*/ 28575 w 46"/>
              <a:gd name="T79" fmla="*/ 127000 h 44"/>
              <a:gd name="T80" fmla="*/ 82550 w 46"/>
              <a:gd name="T81" fmla="*/ 111125 h 44"/>
              <a:gd name="T82" fmla="*/ 66675 w 46"/>
              <a:gd name="T83" fmla="*/ 111125 h 44"/>
              <a:gd name="T84" fmla="*/ 82550 w 46"/>
              <a:gd name="T85" fmla="*/ 127000 h 44"/>
              <a:gd name="T86" fmla="*/ 92075 w 46"/>
              <a:gd name="T87" fmla="*/ 12700 h 44"/>
              <a:gd name="T88" fmla="*/ 57150 w 46"/>
              <a:gd name="T89" fmla="*/ 12700 h 44"/>
              <a:gd name="T90" fmla="*/ 92075 w 46"/>
              <a:gd name="T91" fmla="*/ 47625 h 4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6" h="44">
                <a:moveTo>
                  <a:pt x="40" y="32"/>
                </a:moveTo>
                <a:cubicBezTo>
                  <a:pt x="40" y="28"/>
                  <a:pt x="40" y="28"/>
                  <a:pt x="40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32"/>
                  <a:pt x="24" y="32"/>
                  <a:pt x="24" y="32"/>
                </a:cubicBezTo>
                <a:cubicBezTo>
                  <a:pt x="28" y="32"/>
                  <a:pt x="28" y="32"/>
                  <a:pt x="28" y="32"/>
                </a:cubicBezTo>
                <a:cubicBezTo>
                  <a:pt x="29" y="32"/>
                  <a:pt x="29" y="32"/>
                  <a:pt x="29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43"/>
                  <a:pt x="29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19" y="44"/>
                  <a:pt x="19" y="44"/>
                  <a:pt x="19" y="44"/>
                </a:cubicBezTo>
                <a:cubicBezTo>
                  <a:pt x="18" y="44"/>
                  <a:pt x="17" y="43"/>
                  <a:pt x="17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32"/>
                  <a:pt x="18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28"/>
                  <a:pt x="22" y="28"/>
                  <a:pt x="22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32"/>
                  <a:pt x="7" y="32"/>
                  <a:pt x="7" y="32"/>
                </a:cubicBezTo>
                <a:cubicBezTo>
                  <a:pt x="11" y="32"/>
                  <a:pt x="11" y="32"/>
                  <a:pt x="11" y="32"/>
                </a:cubicBezTo>
                <a:cubicBezTo>
                  <a:pt x="12" y="32"/>
                  <a:pt x="12" y="32"/>
                  <a:pt x="12" y="33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3"/>
                  <a:pt x="12" y="44"/>
                  <a:pt x="11" y="44"/>
                </a:cubicBezTo>
                <a:cubicBezTo>
                  <a:pt x="11" y="44"/>
                  <a:pt x="11" y="44"/>
                  <a:pt x="11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3"/>
                  <a:pt x="0" y="4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2"/>
                  <a:pt x="1" y="32"/>
                  <a:pt x="2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27"/>
                  <a:pt x="5" y="27"/>
                  <a:pt x="5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5" y="26"/>
                  <a:pt x="6" y="26"/>
                  <a:pt x="6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18"/>
                  <a:pt x="22" y="18"/>
                  <a:pt x="22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5" y="18"/>
                  <a:pt x="14" y="17"/>
                  <a:pt x="14" y="17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1"/>
                  <a:pt x="15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1" y="0"/>
                  <a:pt x="32" y="1"/>
                  <a:pt x="32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7"/>
                  <a:pt x="31" y="18"/>
                  <a:pt x="30" y="18"/>
                </a:cubicBezTo>
                <a:cubicBezTo>
                  <a:pt x="30" y="18"/>
                  <a:pt x="30" y="18"/>
                  <a:pt x="30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26"/>
                  <a:pt x="24" y="26"/>
                  <a:pt x="24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2" y="26"/>
                  <a:pt x="42" y="27"/>
                </a:cubicBezTo>
                <a:cubicBezTo>
                  <a:pt x="42" y="32"/>
                  <a:pt x="42" y="32"/>
                  <a:pt x="42" y="32"/>
                </a:cubicBezTo>
                <a:cubicBezTo>
                  <a:pt x="45" y="32"/>
                  <a:pt x="45" y="32"/>
                  <a:pt x="45" y="32"/>
                </a:cubicBezTo>
                <a:cubicBezTo>
                  <a:pt x="46" y="32"/>
                  <a:pt x="46" y="32"/>
                  <a:pt x="46" y="33"/>
                </a:cubicBezTo>
                <a:cubicBezTo>
                  <a:pt x="46" y="33"/>
                  <a:pt x="46" y="33"/>
                  <a:pt x="46" y="33"/>
                </a:cubicBezTo>
                <a:cubicBezTo>
                  <a:pt x="46" y="42"/>
                  <a:pt x="46" y="42"/>
                  <a:pt x="46" y="42"/>
                </a:cubicBezTo>
                <a:cubicBezTo>
                  <a:pt x="46" y="43"/>
                  <a:pt x="46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36" y="44"/>
                  <a:pt x="36" y="44"/>
                  <a:pt x="36" y="44"/>
                </a:cubicBezTo>
                <a:cubicBezTo>
                  <a:pt x="35" y="44"/>
                  <a:pt x="34" y="43"/>
                  <a:pt x="34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2"/>
                  <a:pt x="35" y="32"/>
                  <a:pt x="36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40" y="32"/>
                  <a:pt x="40" y="32"/>
                  <a:pt x="40" y="32"/>
                </a:cubicBezTo>
                <a:close/>
                <a:moveTo>
                  <a:pt x="43" y="35"/>
                </a:moveTo>
                <a:cubicBezTo>
                  <a:pt x="43" y="35"/>
                  <a:pt x="43" y="35"/>
                  <a:pt x="43" y="35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40"/>
                  <a:pt x="38" y="40"/>
                  <a:pt x="38" y="40"/>
                </a:cubicBezTo>
                <a:cubicBezTo>
                  <a:pt x="43" y="40"/>
                  <a:pt x="43" y="40"/>
                  <a:pt x="43" y="40"/>
                </a:cubicBezTo>
                <a:cubicBezTo>
                  <a:pt x="43" y="35"/>
                  <a:pt x="43" y="35"/>
                  <a:pt x="43" y="35"/>
                </a:cubicBezTo>
                <a:close/>
                <a:moveTo>
                  <a:pt x="9" y="35"/>
                </a:moveTo>
                <a:cubicBezTo>
                  <a:pt x="9" y="35"/>
                  <a:pt x="9" y="35"/>
                  <a:pt x="9" y="35"/>
                </a:cubicBezTo>
                <a:cubicBezTo>
                  <a:pt x="4" y="35"/>
                  <a:pt x="4" y="35"/>
                  <a:pt x="4" y="35"/>
                </a:cubicBezTo>
                <a:cubicBezTo>
                  <a:pt x="4" y="40"/>
                  <a:pt x="4" y="40"/>
                  <a:pt x="4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35"/>
                  <a:pt x="9" y="35"/>
                  <a:pt x="9" y="35"/>
                </a:cubicBezTo>
                <a:close/>
                <a:moveTo>
                  <a:pt x="26" y="35"/>
                </a:moveTo>
                <a:cubicBezTo>
                  <a:pt x="26" y="35"/>
                  <a:pt x="26" y="35"/>
                  <a:pt x="26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40"/>
                  <a:pt x="21" y="40"/>
                  <a:pt x="21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35"/>
                  <a:pt x="26" y="35"/>
                  <a:pt x="26" y="35"/>
                </a:cubicBezTo>
                <a:close/>
                <a:moveTo>
                  <a:pt x="29" y="4"/>
                </a:moveTo>
                <a:cubicBezTo>
                  <a:pt x="29" y="4"/>
                  <a:pt x="29" y="4"/>
                  <a:pt x="29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15"/>
                  <a:pt x="18" y="15"/>
                  <a:pt x="18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4"/>
                  <a:pt x="29" y="4"/>
                  <a:pt x="29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42" name="Freeform 376">
            <a:extLst>
              <a:ext uri="{FF2B5EF4-FFF2-40B4-BE49-F238E27FC236}">
                <a16:creationId xmlns:a16="http://schemas.microsoft.com/office/drawing/2014/main" id="{96822613-9E47-AA6C-2A57-506554DCCE7C}"/>
              </a:ext>
            </a:extLst>
          </p:cNvPr>
          <p:cNvSpPr>
            <a:spLocks noEditPoints="1"/>
          </p:cNvSpPr>
          <p:nvPr/>
        </p:nvSpPr>
        <p:spPr bwMode="auto">
          <a:xfrm>
            <a:off x="2048335" y="1757282"/>
            <a:ext cx="190500" cy="182033"/>
          </a:xfrm>
          <a:custGeom>
            <a:avLst/>
            <a:gdLst>
              <a:gd name="T0" fmla="*/ 95250 w 45"/>
              <a:gd name="T1" fmla="*/ 44450 h 43"/>
              <a:gd name="T2" fmla="*/ 139700 w 45"/>
              <a:gd name="T3" fmla="*/ 136525 h 43"/>
              <a:gd name="T4" fmla="*/ 3175 w 45"/>
              <a:gd name="T5" fmla="*/ 136525 h 43"/>
              <a:gd name="T6" fmla="*/ 0 w 45"/>
              <a:gd name="T7" fmla="*/ 130175 h 43"/>
              <a:gd name="T8" fmla="*/ 47625 w 45"/>
              <a:gd name="T9" fmla="*/ 12700 h 43"/>
              <a:gd name="T10" fmla="*/ 41275 w 45"/>
              <a:gd name="T11" fmla="*/ 6350 h 43"/>
              <a:gd name="T12" fmla="*/ 98425 w 45"/>
              <a:gd name="T13" fmla="*/ 0 h 43"/>
              <a:gd name="T14" fmla="*/ 98425 w 45"/>
              <a:gd name="T15" fmla="*/ 12700 h 43"/>
              <a:gd name="T16" fmla="*/ 63500 w 45"/>
              <a:gd name="T17" fmla="*/ 66675 h 43"/>
              <a:gd name="T18" fmla="*/ 79375 w 45"/>
              <a:gd name="T19" fmla="*/ 66675 h 43"/>
              <a:gd name="T20" fmla="*/ 79375 w 45"/>
              <a:gd name="T21" fmla="*/ 57150 h 43"/>
              <a:gd name="T22" fmla="*/ 60325 w 45"/>
              <a:gd name="T23" fmla="*/ 60325 h 43"/>
              <a:gd name="T24" fmla="*/ 66675 w 45"/>
              <a:gd name="T25" fmla="*/ 79375 h 43"/>
              <a:gd name="T26" fmla="*/ 76200 w 45"/>
              <a:gd name="T27" fmla="*/ 79375 h 43"/>
              <a:gd name="T28" fmla="*/ 76200 w 45"/>
              <a:gd name="T29" fmla="*/ 73025 h 43"/>
              <a:gd name="T30" fmla="*/ 63500 w 45"/>
              <a:gd name="T31" fmla="*/ 76200 h 43"/>
              <a:gd name="T32" fmla="*/ 63500 w 45"/>
              <a:gd name="T33" fmla="*/ 95250 h 43"/>
              <a:gd name="T34" fmla="*/ 79375 w 45"/>
              <a:gd name="T35" fmla="*/ 95250 h 43"/>
              <a:gd name="T36" fmla="*/ 79375 w 45"/>
              <a:gd name="T37" fmla="*/ 85725 h 43"/>
              <a:gd name="T38" fmla="*/ 60325 w 45"/>
              <a:gd name="T39" fmla="*/ 88900 h 43"/>
              <a:gd name="T40" fmla="*/ 66675 w 45"/>
              <a:gd name="T41" fmla="*/ 107950 h 43"/>
              <a:gd name="T42" fmla="*/ 76200 w 45"/>
              <a:gd name="T43" fmla="*/ 107950 h 43"/>
              <a:gd name="T44" fmla="*/ 76200 w 45"/>
              <a:gd name="T45" fmla="*/ 101600 h 43"/>
              <a:gd name="T46" fmla="*/ 63500 w 45"/>
              <a:gd name="T47" fmla="*/ 104775 h 43"/>
              <a:gd name="T48" fmla="*/ 63500 w 45"/>
              <a:gd name="T49" fmla="*/ 123825 h 43"/>
              <a:gd name="T50" fmla="*/ 79375 w 45"/>
              <a:gd name="T51" fmla="*/ 123825 h 43"/>
              <a:gd name="T52" fmla="*/ 79375 w 45"/>
              <a:gd name="T53" fmla="*/ 114300 h 43"/>
              <a:gd name="T54" fmla="*/ 60325 w 45"/>
              <a:gd name="T55" fmla="*/ 117475 h 43"/>
              <a:gd name="T56" fmla="*/ 88900 w 45"/>
              <a:gd name="T57" fmla="*/ 12700 h 43"/>
              <a:gd name="T58" fmla="*/ 57150 w 45"/>
              <a:gd name="T59" fmla="*/ 12700 h 43"/>
              <a:gd name="T60" fmla="*/ 57150 w 45"/>
              <a:gd name="T61" fmla="*/ 47625 h 43"/>
              <a:gd name="T62" fmla="*/ 9525 w 45"/>
              <a:gd name="T63" fmla="*/ 130175 h 43"/>
              <a:gd name="T64" fmla="*/ 88900 w 45"/>
              <a:gd name="T65" fmla="*/ 47625 h 43"/>
              <a:gd name="T66" fmla="*/ 88900 w 45"/>
              <a:gd name="T67" fmla="*/ 12700 h 4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5" h="43">
                <a:moveTo>
                  <a:pt x="30" y="4"/>
                </a:moveTo>
                <a:cubicBezTo>
                  <a:pt x="30" y="14"/>
                  <a:pt x="30" y="14"/>
                  <a:pt x="30" y="14"/>
                </a:cubicBezTo>
                <a:cubicBezTo>
                  <a:pt x="45" y="41"/>
                  <a:pt x="45" y="41"/>
                  <a:pt x="45" y="41"/>
                </a:cubicBezTo>
                <a:cubicBezTo>
                  <a:pt x="45" y="42"/>
                  <a:pt x="45" y="43"/>
                  <a:pt x="44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1" y="43"/>
                  <a:pt x="1" y="43"/>
                  <a:pt x="1" y="43"/>
                </a:cubicBezTo>
                <a:cubicBezTo>
                  <a:pt x="1" y="43"/>
                  <a:pt x="0" y="43"/>
                  <a:pt x="0" y="42"/>
                </a:cubicBezTo>
                <a:cubicBezTo>
                  <a:pt x="0" y="42"/>
                  <a:pt x="0" y="42"/>
                  <a:pt x="0" y="41"/>
                </a:cubicBezTo>
                <a:cubicBezTo>
                  <a:pt x="15" y="14"/>
                  <a:pt x="15" y="14"/>
                  <a:pt x="15" y="14"/>
                </a:cubicBezTo>
                <a:cubicBezTo>
                  <a:pt x="15" y="4"/>
                  <a:pt x="15" y="4"/>
                  <a:pt x="15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3" y="4"/>
                  <a:pt x="13" y="3"/>
                  <a:pt x="13" y="2"/>
                </a:cubicBezTo>
                <a:cubicBezTo>
                  <a:pt x="13" y="1"/>
                  <a:pt x="13" y="0"/>
                  <a:pt x="14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2" y="0"/>
                  <a:pt x="33" y="1"/>
                  <a:pt x="33" y="2"/>
                </a:cubicBezTo>
                <a:cubicBezTo>
                  <a:pt x="33" y="3"/>
                  <a:pt x="32" y="4"/>
                  <a:pt x="31" y="4"/>
                </a:cubicBezTo>
                <a:cubicBezTo>
                  <a:pt x="30" y="4"/>
                  <a:pt x="30" y="4"/>
                  <a:pt x="30" y="4"/>
                </a:cubicBezTo>
                <a:close/>
                <a:moveTo>
                  <a:pt x="20" y="21"/>
                </a:moveTo>
                <a:cubicBezTo>
                  <a:pt x="20" y="21"/>
                  <a:pt x="20" y="21"/>
                  <a:pt x="20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6" y="21"/>
                  <a:pt x="26" y="20"/>
                  <a:pt x="26" y="19"/>
                </a:cubicBezTo>
                <a:cubicBezTo>
                  <a:pt x="26" y="19"/>
                  <a:pt x="26" y="18"/>
                  <a:pt x="25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19" y="19"/>
                  <a:pt x="19" y="19"/>
                </a:cubicBezTo>
                <a:cubicBezTo>
                  <a:pt x="19" y="20"/>
                  <a:pt x="20" y="21"/>
                  <a:pt x="20" y="21"/>
                </a:cubicBezTo>
                <a:close/>
                <a:moveTo>
                  <a:pt x="21" y="25"/>
                </a:moveTo>
                <a:cubicBezTo>
                  <a:pt x="21" y="25"/>
                  <a:pt x="21" y="25"/>
                  <a:pt x="21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5" y="25"/>
                  <a:pt x="25" y="25"/>
                  <a:pt x="25" y="24"/>
                </a:cubicBezTo>
                <a:cubicBezTo>
                  <a:pt x="25" y="23"/>
                  <a:pt x="25" y="23"/>
                  <a:pt x="24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0" y="23"/>
                  <a:pt x="20" y="24"/>
                </a:cubicBezTo>
                <a:cubicBezTo>
                  <a:pt x="20" y="25"/>
                  <a:pt x="21" y="25"/>
                  <a:pt x="21" y="25"/>
                </a:cubicBezTo>
                <a:close/>
                <a:moveTo>
                  <a:pt x="20" y="30"/>
                </a:moveTo>
                <a:cubicBezTo>
                  <a:pt x="20" y="30"/>
                  <a:pt x="20" y="30"/>
                  <a:pt x="20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26" y="30"/>
                  <a:pt x="26" y="29"/>
                  <a:pt x="26" y="28"/>
                </a:cubicBezTo>
                <a:cubicBezTo>
                  <a:pt x="26" y="28"/>
                  <a:pt x="26" y="27"/>
                  <a:pt x="25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19" y="28"/>
                  <a:pt x="19" y="28"/>
                </a:cubicBezTo>
                <a:cubicBezTo>
                  <a:pt x="19" y="29"/>
                  <a:pt x="20" y="30"/>
                  <a:pt x="20" y="30"/>
                </a:cubicBezTo>
                <a:close/>
                <a:moveTo>
                  <a:pt x="21" y="34"/>
                </a:moveTo>
                <a:cubicBezTo>
                  <a:pt x="21" y="34"/>
                  <a:pt x="21" y="34"/>
                  <a:pt x="21" y="34"/>
                </a:cubicBezTo>
                <a:cubicBezTo>
                  <a:pt x="24" y="34"/>
                  <a:pt x="24" y="34"/>
                  <a:pt x="24" y="34"/>
                </a:cubicBezTo>
                <a:cubicBezTo>
                  <a:pt x="25" y="34"/>
                  <a:pt x="25" y="34"/>
                  <a:pt x="25" y="33"/>
                </a:cubicBezTo>
                <a:cubicBezTo>
                  <a:pt x="25" y="32"/>
                  <a:pt x="25" y="32"/>
                  <a:pt x="24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0" y="32"/>
                  <a:pt x="20" y="33"/>
                </a:cubicBezTo>
                <a:cubicBezTo>
                  <a:pt x="20" y="34"/>
                  <a:pt x="21" y="34"/>
                  <a:pt x="21" y="34"/>
                </a:cubicBezTo>
                <a:close/>
                <a:moveTo>
                  <a:pt x="20" y="39"/>
                </a:moveTo>
                <a:cubicBezTo>
                  <a:pt x="20" y="39"/>
                  <a:pt x="20" y="39"/>
                  <a:pt x="20" y="39"/>
                </a:cubicBezTo>
                <a:cubicBezTo>
                  <a:pt x="25" y="39"/>
                  <a:pt x="25" y="39"/>
                  <a:pt x="25" y="39"/>
                </a:cubicBezTo>
                <a:cubicBezTo>
                  <a:pt x="26" y="39"/>
                  <a:pt x="26" y="38"/>
                  <a:pt x="26" y="37"/>
                </a:cubicBezTo>
                <a:cubicBezTo>
                  <a:pt x="26" y="37"/>
                  <a:pt x="26" y="36"/>
                  <a:pt x="25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19" y="37"/>
                  <a:pt x="19" y="37"/>
                </a:cubicBezTo>
                <a:cubicBezTo>
                  <a:pt x="19" y="38"/>
                  <a:pt x="20" y="39"/>
                  <a:pt x="20" y="39"/>
                </a:cubicBezTo>
                <a:close/>
                <a:moveTo>
                  <a:pt x="28" y="4"/>
                </a:moveTo>
                <a:cubicBezTo>
                  <a:pt x="28" y="4"/>
                  <a:pt x="28" y="4"/>
                  <a:pt x="28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5"/>
                  <a:pt x="18" y="15"/>
                  <a:pt x="17" y="15"/>
                </a:cubicBezTo>
                <a:cubicBezTo>
                  <a:pt x="3" y="41"/>
                  <a:pt x="3" y="41"/>
                  <a:pt x="3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4"/>
                  <a:pt x="28" y="4"/>
                  <a:pt x="28" y="4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43" name="Freeform 377">
            <a:extLst>
              <a:ext uri="{FF2B5EF4-FFF2-40B4-BE49-F238E27FC236}">
                <a16:creationId xmlns:a16="http://schemas.microsoft.com/office/drawing/2014/main" id="{9D3D026F-C035-12B1-B223-4352B57F4A6D}"/>
              </a:ext>
            </a:extLst>
          </p:cNvPr>
          <p:cNvSpPr>
            <a:spLocks noEditPoints="1"/>
          </p:cNvSpPr>
          <p:nvPr/>
        </p:nvSpPr>
        <p:spPr bwMode="auto">
          <a:xfrm>
            <a:off x="9909634" y="4358665"/>
            <a:ext cx="194733" cy="160867"/>
          </a:xfrm>
          <a:custGeom>
            <a:avLst/>
            <a:gdLst>
              <a:gd name="T0" fmla="*/ 114300 w 46"/>
              <a:gd name="T1" fmla="*/ 117475 h 38"/>
              <a:gd name="T2" fmla="*/ 123825 w 46"/>
              <a:gd name="T3" fmla="*/ 114300 h 38"/>
              <a:gd name="T4" fmla="*/ 22225 w 46"/>
              <a:gd name="T5" fmla="*/ 60325 h 38"/>
              <a:gd name="T6" fmla="*/ 28575 w 46"/>
              <a:gd name="T7" fmla="*/ 114300 h 38"/>
              <a:gd name="T8" fmla="*/ 28575 w 46"/>
              <a:gd name="T9" fmla="*/ 120650 h 38"/>
              <a:gd name="T10" fmla="*/ 6350 w 46"/>
              <a:gd name="T11" fmla="*/ 117475 h 38"/>
              <a:gd name="T12" fmla="*/ 15875 w 46"/>
              <a:gd name="T13" fmla="*/ 114300 h 38"/>
              <a:gd name="T14" fmla="*/ 6350 w 46"/>
              <a:gd name="T15" fmla="*/ 60325 h 38"/>
              <a:gd name="T16" fmla="*/ 0 w 46"/>
              <a:gd name="T17" fmla="*/ 53975 h 38"/>
              <a:gd name="T18" fmla="*/ 6350 w 46"/>
              <a:gd name="T19" fmla="*/ 0 h 38"/>
              <a:gd name="T20" fmla="*/ 139700 w 46"/>
              <a:gd name="T21" fmla="*/ 0 h 38"/>
              <a:gd name="T22" fmla="*/ 146050 w 46"/>
              <a:gd name="T23" fmla="*/ 6350 h 38"/>
              <a:gd name="T24" fmla="*/ 139700 w 46"/>
              <a:gd name="T25" fmla="*/ 60325 h 38"/>
              <a:gd name="T26" fmla="*/ 130175 w 46"/>
              <a:gd name="T27" fmla="*/ 60325 h 38"/>
              <a:gd name="T28" fmla="*/ 136525 w 46"/>
              <a:gd name="T29" fmla="*/ 114300 h 38"/>
              <a:gd name="T30" fmla="*/ 136525 w 46"/>
              <a:gd name="T31" fmla="*/ 120650 h 38"/>
              <a:gd name="T32" fmla="*/ 136525 w 46"/>
              <a:gd name="T33" fmla="*/ 9525 h 38"/>
              <a:gd name="T34" fmla="*/ 120650 w 46"/>
              <a:gd name="T35" fmla="*/ 9525 h 38"/>
              <a:gd name="T36" fmla="*/ 117475 w 46"/>
              <a:gd name="T37" fmla="*/ 47625 h 38"/>
              <a:gd name="T38" fmla="*/ 136525 w 46"/>
              <a:gd name="T39" fmla="*/ 15875 h 38"/>
              <a:gd name="T40" fmla="*/ 114300 w 46"/>
              <a:gd name="T41" fmla="*/ 9525 h 38"/>
              <a:gd name="T42" fmla="*/ 98425 w 46"/>
              <a:gd name="T43" fmla="*/ 9525 h 38"/>
              <a:gd name="T44" fmla="*/ 92075 w 46"/>
              <a:gd name="T45" fmla="*/ 47625 h 38"/>
              <a:gd name="T46" fmla="*/ 114300 w 46"/>
              <a:gd name="T47" fmla="*/ 9525 h 38"/>
              <a:gd name="T48" fmla="*/ 92075 w 46"/>
              <a:gd name="T49" fmla="*/ 9525 h 38"/>
              <a:gd name="T50" fmla="*/ 50800 w 46"/>
              <a:gd name="T51" fmla="*/ 47625 h 38"/>
              <a:gd name="T52" fmla="*/ 69850 w 46"/>
              <a:gd name="T53" fmla="*/ 47625 h 38"/>
              <a:gd name="T54" fmla="*/ 66675 w 46"/>
              <a:gd name="T55" fmla="*/ 9525 h 38"/>
              <a:gd name="T56" fmla="*/ 50800 w 46"/>
              <a:gd name="T57" fmla="*/ 9525 h 38"/>
              <a:gd name="T58" fmla="*/ 44450 w 46"/>
              <a:gd name="T59" fmla="*/ 47625 h 38"/>
              <a:gd name="T60" fmla="*/ 66675 w 46"/>
              <a:gd name="T61" fmla="*/ 9525 h 38"/>
              <a:gd name="T62" fmla="*/ 44450 w 46"/>
              <a:gd name="T63" fmla="*/ 9525 h 38"/>
              <a:gd name="T64" fmla="*/ 9525 w 46"/>
              <a:gd name="T65" fmla="*/ 38100 h 38"/>
              <a:gd name="T66" fmla="*/ 22225 w 46"/>
              <a:gd name="T67" fmla="*/ 47625 h 38"/>
              <a:gd name="T68" fmla="*/ 44450 w 46"/>
              <a:gd name="T69" fmla="*/ 9525 h 38"/>
              <a:gd name="T70" fmla="*/ 19050 w 46"/>
              <a:gd name="T71" fmla="*/ 9525 h 38"/>
              <a:gd name="T72" fmla="*/ 9525 w 46"/>
              <a:gd name="T73" fmla="*/ 25400 h 38"/>
              <a:gd name="T74" fmla="*/ 123825 w 46"/>
              <a:gd name="T75" fmla="*/ 47625 h 38"/>
              <a:gd name="T76" fmla="*/ 136525 w 46"/>
              <a:gd name="T77" fmla="*/ 47625 h 38"/>
              <a:gd name="T78" fmla="*/ 123825 w 46"/>
              <a:gd name="T79" fmla="*/ 47625 h 3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6" h="38">
                <a:moveTo>
                  <a:pt x="37" y="38"/>
                </a:moveTo>
                <a:cubicBezTo>
                  <a:pt x="36" y="38"/>
                  <a:pt x="36" y="37"/>
                  <a:pt x="36" y="37"/>
                </a:cubicBezTo>
                <a:cubicBezTo>
                  <a:pt x="36" y="36"/>
                  <a:pt x="36" y="36"/>
                  <a:pt x="37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19"/>
                  <a:pt x="39" y="19"/>
                  <a:pt x="3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36"/>
                  <a:pt x="7" y="36"/>
                  <a:pt x="7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10" y="36"/>
                  <a:pt x="10" y="36"/>
                  <a:pt x="10" y="37"/>
                </a:cubicBezTo>
                <a:cubicBezTo>
                  <a:pt x="10" y="37"/>
                  <a:pt x="10" y="38"/>
                  <a:pt x="9" y="38"/>
                </a:cubicBezTo>
                <a:cubicBezTo>
                  <a:pt x="3" y="38"/>
                  <a:pt x="3" y="38"/>
                  <a:pt x="3" y="38"/>
                </a:cubicBezTo>
                <a:cubicBezTo>
                  <a:pt x="2" y="38"/>
                  <a:pt x="2" y="37"/>
                  <a:pt x="2" y="37"/>
                </a:cubicBezTo>
                <a:cubicBezTo>
                  <a:pt x="2" y="36"/>
                  <a:pt x="2" y="36"/>
                  <a:pt x="3" y="36"/>
                </a:cubicBezTo>
                <a:cubicBezTo>
                  <a:pt x="5" y="36"/>
                  <a:pt x="5" y="36"/>
                  <a:pt x="5" y="36"/>
                </a:cubicBezTo>
                <a:cubicBezTo>
                  <a:pt x="5" y="19"/>
                  <a:pt x="5" y="19"/>
                  <a:pt x="5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9"/>
                  <a:pt x="0" y="18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5" y="0"/>
                  <a:pt x="46" y="1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17"/>
                  <a:pt x="46" y="17"/>
                  <a:pt x="46" y="17"/>
                </a:cubicBezTo>
                <a:cubicBezTo>
                  <a:pt x="46" y="18"/>
                  <a:pt x="45" y="19"/>
                  <a:pt x="44" y="19"/>
                </a:cubicBezTo>
                <a:cubicBezTo>
                  <a:pt x="44" y="19"/>
                  <a:pt x="44" y="19"/>
                  <a:pt x="44" y="19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36"/>
                  <a:pt x="41" y="36"/>
                  <a:pt x="41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4" y="36"/>
                  <a:pt x="44" y="36"/>
                  <a:pt x="44" y="37"/>
                </a:cubicBezTo>
                <a:cubicBezTo>
                  <a:pt x="44" y="37"/>
                  <a:pt x="44" y="38"/>
                  <a:pt x="43" y="38"/>
                </a:cubicBezTo>
                <a:cubicBezTo>
                  <a:pt x="37" y="38"/>
                  <a:pt x="37" y="38"/>
                  <a:pt x="37" y="38"/>
                </a:cubicBezTo>
                <a:close/>
                <a:moveTo>
                  <a:pt x="43" y="3"/>
                </a:moveTo>
                <a:cubicBezTo>
                  <a:pt x="43" y="3"/>
                  <a:pt x="43" y="3"/>
                  <a:pt x="43" y="3"/>
                </a:cubicBezTo>
                <a:cubicBezTo>
                  <a:pt x="38" y="3"/>
                  <a:pt x="38" y="3"/>
                  <a:pt x="38" y="3"/>
                </a:cubicBezTo>
                <a:cubicBezTo>
                  <a:pt x="31" y="15"/>
                  <a:pt x="31" y="15"/>
                  <a:pt x="31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43" y="5"/>
                  <a:pt x="43" y="5"/>
                  <a:pt x="43" y="5"/>
                </a:cubicBezTo>
                <a:cubicBezTo>
                  <a:pt x="43" y="3"/>
                  <a:pt x="43" y="3"/>
                  <a:pt x="43" y="3"/>
                </a:cubicBezTo>
                <a:close/>
                <a:moveTo>
                  <a:pt x="36" y="3"/>
                </a:moveTo>
                <a:cubicBezTo>
                  <a:pt x="36" y="3"/>
                  <a:pt x="36" y="3"/>
                  <a:pt x="36" y="3"/>
                </a:cubicBezTo>
                <a:cubicBezTo>
                  <a:pt x="31" y="3"/>
                  <a:pt x="31" y="3"/>
                  <a:pt x="31" y="3"/>
                </a:cubicBezTo>
                <a:cubicBezTo>
                  <a:pt x="24" y="15"/>
                  <a:pt x="24" y="15"/>
                  <a:pt x="24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36" y="3"/>
                  <a:pt x="36" y="3"/>
                  <a:pt x="36" y="3"/>
                </a:cubicBezTo>
                <a:close/>
                <a:moveTo>
                  <a:pt x="29" y="3"/>
                </a:moveTo>
                <a:cubicBezTo>
                  <a:pt x="29" y="3"/>
                  <a:pt x="29" y="3"/>
                  <a:pt x="29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16" y="15"/>
                  <a:pt x="16" y="15"/>
                  <a:pt x="16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9" y="3"/>
                  <a:pt x="29" y="3"/>
                  <a:pt x="29" y="3"/>
                </a:cubicBezTo>
                <a:close/>
                <a:moveTo>
                  <a:pt x="21" y="3"/>
                </a:moveTo>
                <a:cubicBezTo>
                  <a:pt x="21" y="3"/>
                  <a:pt x="21" y="3"/>
                  <a:pt x="21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9" y="15"/>
                  <a:pt x="9" y="15"/>
                  <a:pt x="9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21" y="3"/>
                  <a:pt x="21" y="3"/>
                  <a:pt x="21" y="3"/>
                </a:cubicBezTo>
                <a:close/>
                <a:moveTo>
                  <a:pt x="14" y="3"/>
                </a:moveTo>
                <a:cubicBezTo>
                  <a:pt x="14" y="3"/>
                  <a:pt x="14" y="3"/>
                  <a:pt x="14" y="3"/>
                </a:cubicBezTo>
                <a:cubicBezTo>
                  <a:pt x="8" y="3"/>
                  <a:pt x="8" y="3"/>
                  <a:pt x="8" y="3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5"/>
                  <a:pt x="3" y="15"/>
                  <a:pt x="3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14" y="3"/>
                  <a:pt x="14" y="3"/>
                  <a:pt x="14" y="3"/>
                </a:cubicBezTo>
                <a:close/>
                <a:moveTo>
                  <a:pt x="6" y="3"/>
                </a:moveTo>
                <a:cubicBezTo>
                  <a:pt x="6" y="3"/>
                  <a:pt x="6" y="3"/>
                  <a:pt x="6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8"/>
                  <a:pt x="3" y="8"/>
                  <a:pt x="3" y="8"/>
                </a:cubicBezTo>
                <a:cubicBezTo>
                  <a:pt x="6" y="3"/>
                  <a:pt x="6" y="3"/>
                  <a:pt x="6" y="3"/>
                </a:cubicBezTo>
                <a:close/>
                <a:moveTo>
                  <a:pt x="39" y="15"/>
                </a:moveTo>
                <a:cubicBezTo>
                  <a:pt x="39" y="15"/>
                  <a:pt x="39" y="15"/>
                  <a:pt x="39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9"/>
                  <a:pt x="43" y="9"/>
                  <a:pt x="43" y="9"/>
                </a:cubicBezTo>
                <a:cubicBezTo>
                  <a:pt x="39" y="15"/>
                  <a:pt x="39" y="15"/>
                  <a:pt x="39" y="1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44" name="Freeform 378">
            <a:extLst>
              <a:ext uri="{FF2B5EF4-FFF2-40B4-BE49-F238E27FC236}">
                <a16:creationId xmlns:a16="http://schemas.microsoft.com/office/drawing/2014/main" id="{166F4B66-7937-2BDE-0A55-6ABE0F9D6981}"/>
              </a:ext>
            </a:extLst>
          </p:cNvPr>
          <p:cNvSpPr>
            <a:spLocks noEditPoints="1"/>
          </p:cNvSpPr>
          <p:nvPr/>
        </p:nvSpPr>
        <p:spPr bwMode="auto">
          <a:xfrm>
            <a:off x="10296985" y="3008232"/>
            <a:ext cx="160867" cy="190500"/>
          </a:xfrm>
          <a:custGeom>
            <a:avLst/>
            <a:gdLst>
              <a:gd name="T0" fmla="*/ 104775 w 38"/>
              <a:gd name="T1" fmla="*/ 0 h 45"/>
              <a:gd name="T2" fmla="*/ 101600 w 38"/>
              <a:gd name="T3" fmla="*/ 9525 h 45"/>
              <a:gd name="T4" fmla="*/ 120650 w 38"/>
              <a:gd name="T5" fmla="*/ 53975 h 45"/>
              <a:gd name="T6" fmla="*/ 101600 w 38"/>
              <a:gd name="T7" fmla="*/ 101600 h 45"/>
              <a:gd name="T8" fmla="*/ 79375 w 38"/>
              <a:gd name="T9" fmla="*/ 114300 h 45"/>
              <a:gd name="T10" fmla="*/ 60325 w 38"/>
              <a:gd name="T11" fmla="*/ 120650 h 45"/>
              <a:gd name="T12" fmla="*/ 60325 w 38"/>
              <a:gd name="T13" fmla="*/ 130175 h 45"/>
              <a:gd name="T14" fmla="*/ 85725 w 38"/>
              <a:gd name="T15" fmla="*/ 136525 h 45"/>
              <a:gd name="T16" fmla="*/ 53975 w 38"/>
              <a:gd name="T17" fmla="*/ 142875 h 45"/>
              <a:gd name="T18" fmla="*/ 53975 w 38"/>
              <a:gd name="T19" fmla="*/ 142875 h 45"/>
              <a:gd name="T20" fmla="*/ 19050 w 38"/>
              <a:gd name="T21" fmla="*/ 136525 h 45"/>
              <a:gd name="T22" fmla="*/ 47625 w 38"/>
              <a:gd name="T23" fmla="*/ 130175 h 45"/>
              <a:gd name="T24" fmla="*/ 47625 w 38"/>
              <a:gd name="T25" fmla="*/ 120650 h 45"/>
              <a:gd name="T26" fmla="*/ 9525 w 38"/>
              <a:gd name="T27" fmla="*/ 101600 h 45"/>
              <a:gd name="T28" fmla="*/ 0 w 38"/>
              <a:gd name="T29" fmla="*/ 107950 h 45"/>
              <a:gd name="T30" fmla="*/ 12700 w 38"/>
              <a:gd name="T31" fmla="*/ 88900 h 45"/>
              <a:gd name="T32" fmla="*/ 15875 w 38"/>
              <a:gd name="T33" fmla="*/ 15875 h 45"/>
              <a:gd name="T34" fmla="*/ 15875 w 38"/>
              <a:gd name="T35" fmla="*/ 15875 h 45"/>
              <a:gd name="T36" fmla="*/ 88900 w 38"/>
              <a:gd name="T37" fmla="*/ 12700 h 45"/>
              <a:gd name="T38" fmla="*/ 95250 w 38"/>
              <a:gd name="T39" fmla="*/ 6350 h 45"/>
              <a:gd name="T40" fmla="*/ 95250 w 38"/>
              <a:gd name="T41" fmla="*/ 6350 h 45"/>
              <a:gd name="T42" fmla="*/ 98425 w 38"/>
              <a:gd name="T43" fmla="*/ 12700 h 45"/>
              <a:gd name="T44" fmla="*/ 95250 w 38"/>
              <a:gd name="T45" fmla="*/ 19050 h 45"/>
              <a:gd name="T46" fmla="*/ 92075 w 38"/>
              <a:gd name="T47" fmla="*/ 92075 h 45"/>
              <a:gd name="T48" fmla="*/ 53975 w 38"/>
              <a:gd name="T49" fmla="*/ 107950 h 45"/>
              <a:gd name="T50" fmla="*/ 12700 w 38"/>
              <a:gd name="T51" fmla="*/ 98425 h 45"/>
              <a:gd name="T52" fmla="*/ 53975 w 38"/>
              <a:gd name="T53" fmla="*/ 114300 h 45"/>
              <a:gd name="T54" fmla="*/ 76200 w 38"/>
              <a:gd name="T55" fmla="*/ 107950 h 45"/>
              <a:gd name="T56" fmla="*/ 107950 w 38"/>
              <a:gd name="T57" fmla="*/ 76200 h 45"/>
              <a:gd name="T58" fmla="*/ 107950 w 38"/>
              <a:gd name="T59" fmla="*/ 31750 h 45"/>
              <a:gd name="T60" fmla="*/ 82550 w 38"/>
              <a:gd name="T61" fmla="*/ 22225 h 45"/>
              <a:gd name="T62" fmla="*/ 53975 w 38"/>
              <a:gd name="T63" fmla="*/ 12700 h 45"/>
              <a:gd name="T64" fmla="*/ 22225 w 38"/>
              <a:gd name="T65" fmla="*/ 22225 h 45"/>
              <a:gd name="T66" fmla="*/ 22225 w 38"/>
              <a:gd name="T67" fmla="*/ 82550 h 45"/>
              <a:gd name="T68" fmla="*/ 82550 w 38"/>
              <a:gd name="T69" fmla="*/ 85725 h 45"/>
              <a:gd name="T70" fmla="*/ 95250 w 38"/>
              <a:gd name="T71" fmla="*/ 53975 h 45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38" h="45">
                <a:moveTo>
                  <a:pt x="32" y="0"/>
                </a:moveTo>
                <a:cubicBezTo>
                  <a:pt x="32" y="0"/>
                  <a:pt x="33" y="0"/>
                  <a:pt x="33" y="0"/>
                </a:cubicBezTo>
                <a:cubicBezTo>
                  <a:pt x="34" y="1"/>
                  <a:pt x="34" y="1"/>
                  <a:pt x="33" y="2"/>
                </a:cubicBezTo>
                <a:cubicBezTo>
                  <a:pt x="32" y="3"/>
                  <a:pt x="32" y="3"/>
                  <a:pt x="32" y="3"/>
                </a:cubicBezTo>
                <a:cubicBezTo>
                  <a:pt x="34" y="5"/>
                  <a:pt x="35" y="7"/>
                  <a:pt x="36" y="9"/>
                </a:cubicBezTo>
                <a:cubicBezTo>
                  <a:pt x="37" y="11"/>
                  <a:pt x="38" y="14"/>
                  <a:pt x="38" y="17"/>
                </a:cubicBezTo>
                <a:cubicBezTo>
                  <a:pt x="38" y="20"/>
                  <a:pt x="37" y="22"/>
                  <a:pt x="36" y="25"/>
                </a:cubicBezTo>
                <a:cubicBezTo>
                  <a:pt x="35" y="27"/>
                  <a:pt x="34" y="30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0" y="34"/>
                  <a:pt x="27" y="35"/>
                  <a:pt x="25" y="36"/>
                </a:cubicBezTo>
                <a:cubicBezTo>
                  <a:pt x="25" y="36"/>
                  <a:pt x="25" y="36"/>
                  <a:pt x="25" y="36"/>
                </a:cubicBezTo>
                <a:cubicBezTo>
                  <a:pt x="23" y="37"/>
                  <a:pt x="21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41"/>
                  <a:pt x="19" y="41"/>
                  <a:pt x="19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6" y="41"/>
                  <a:pt x="27" y="42"/>
                  <a:pt x="27" y="43"/>
                </a:cubicBezTo>
                <a:cubicBezTo>
                  <a:pt x="27" y="44"/>
                  <a:pt x="26" y="45"/>
                  <a:pt x="25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8" y="45"/>
                  <a:pt x="8" y="45"/>
                  <a:pt x="8" y="45"/>
                </a:cubicBezTo>
                <a:cubicBezTo>
                  <a:pt x="7" y="45"/>
                  <a:pt x="6" y="44"/>
                  <a:pt x="6" y="43"/>
                </a:cubicBezTo>
                <a:cubicBezTo>
                  <a:pt x="6" y="42"/>
                  <a:pt x="7" y="41"/>
                  <a:pt x="8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38"/>
                  <a:pt x="15" y="38"/>
                  <a:pt x="15" y="38"/>
                </a:cubicBezTo>
                <a:cubicBezTo>
                  <a:pt x="15" y="38"/>
                  <a:pt x="15" y="38"/>
                  <a:pt x="15" y="38"/>
                </a:cubicBezTo>
                <a:cubicBezTo>
                  <a:pt x="13" y="38"/>
                  <a:pt x="11" y="37"/>
                  <a:pt x="9" y="36"/>
                </a:cubicBezTo>
                <a:cubicBezTo>
                  <a:pt x="7" y="35"/>
                  <a:pt x="5" y="34"/>
                  <a:pt x="3" y="32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4"/>
                  <a:pt x="1" y="34"/>
                  <a:pt x="0" y="34"/>
                </a:cubicBezTo>
                <a:cubicBezTo>
                  <a:pt x="0" y="33"/>
                  <a:pt x="0" y="32"/>
                  <a:pt x="0" y="32"/>
                </a:cubicBezTo>
                <a:cubicBezTo>
                  <a:pt x="4" y="28"/>
                  <a:pt x="4" y="28"/>
                  <a:pt x="4" y="28"/>
                </a:cubicBezTo>
                <a:cubicBezTo>
                  <a:pt x="1" y="25"/>
                  <a:pt x="0" y="21"/>
                  <a:pt x="0" y="17"/>
                </a:cubicBezTo>
                <a:cubicBezTo>
                  <a:pt x="0" y="12"/>
                  <a:pt x="2" y="8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21" y="0"/>
                  <a:pt x="25" y="2"/>
                  <a:pt x="28" y="4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2"/>
                  <a:pt x="30" y="2"/>
                  <a:pt x="30" y="2"/>
                </a:cubicBezTo>
                <a:cubicBezTo>
                  <a:pt x="32" y="0"/>
                  <a:pt x="32" y="0"/>
                  <a:pt x="32" y="0"/>
                </a:cubicBezTo>
                <a:close/>
                <a:moveTo>
                  <a:pt x="31" y="4"/>
                </a:moveTo>
                <a:cubicBezTo>
                  <a:pt x="31" y="4"/>
                  <a:pt x="31" y="4"/>
                  <a:pt x="31" y="4"/>
                </a:cubicBezTo>
                <a:cubicBezTo>
                  <a:pt x="30" y="6"/>
                  <a:pt x="30" y="6"/>
                  <a:pt x="30" y="6"/>
                </a:cubicBezTo>
                <a:cubicBezTo>
                  <a:pt x="32" y="9"/>
                  <a:pt x="34" y="13"/>
                  <a:pt x="34" y="17"/>
                </a:cubicBezTo>
                <a:cubicBezTo>
                  <a:pt x="34" y="22"/>
                  <a:pt x="32" y="26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6" y="32"/>
                  <a:pt x="21" y="34"/>
                  <a:pt x="17" y="34"/>
                </a:cubicBezTo>
                <a:cubicBezTo>
                  <a:pt x="13" y="34"/>
                  <a:pt x="9" y="32"/>
                  <a:pt x="6" y="30"/>
                </a:cubicBezTo>
                <a:cubicBezTo>
                  <a:pt x="4" y="31"/>
                  <a:pt x="4" y="31"/>
                  <a:pt x="4" y="31"/>
                </a:cubicBezTo>
                <a:cubicBezTo>
                  <a:pt x="6" y="32"/>
                  <a:pt x="8" y="33"/>
                  <a:pt x="10" y="34"/>
                </a:cubicBezTo>
                <a:cubicBezTo>
                  <a:pt x="12" y="35"/>
                  <a:pt x="14" y="36"/>
                  <a:pt x="17" y="36"/>
                </a:cubicBezTo>
                <a:cubicBezTo>
                  <a:pt x="19" y="36"/>
                  <a:pt x="22" y="35"/>
                  <a:pt x="24" y="34"/>
                </a:cubicBezTo>
                <a:cubicBezTo>
                  <a:pt x="24" y="34"/>
                  <a:pt x="24" y="34"/>
                  <a:pt x="24" y="34"/>
                </a:cubicBezTo>
                <a:cubicBezTo>
                  <a:pt x="26" y="33"/>
                  <a:pt x="28" y="32"/>
                  <a:pt x="30" y="30"/>
                </a:cubicBezTo>
                <a:cubicBezTo>
                  <a:pt x="32" y="28"/>
                  <a:pt x="33" y="26"/>
                  <a:pt x="34" y="24"/>
                </a:cubicBezTo>
                <a:cubicBezTo>
                  <a:pt x="35" y="22"/>
                  <a:pt x="36" y="20"/>
                  <a:pt x="36" y="17"/>
                </a:cubicBezTo>
                <a:cubicBezTo>
                  <a:pt x="36" y="14"/>
                  <a:pt x="35" y="12"/>
                  <a:pt x="34" y="10"/>
                </a:cubicBezTo>
                <a:cubicBezTo>
                  <a:pt x="33" y="8"/>
                  <a:pt x="32" y="6"/>
                  <a:pt x="31" y="4"/>
                </a:cubicBezTo>
                <a:close/>
                <a:moveTo>
                  <a:pt x="26" y="7"/>
                </a:moveTo>
                <a:cubicBezTo>
                  <a:pt x="26" y="7"/>
                  <a:pt x="26" y="7"/>
                  <a:pt x="26" y="7"/>
                </a:cubicBezTo>
                <a:cubicBezTo>
                  <a:pt x="24" y="5"/>
                  <a:pt x="21" y="4"/>
                  <a:pt x="17" y="4"/>
                </a:cubicBezTo>
                <a:cubicBezTo>
                  <a:pt x="13" y="4"/>
                  <a:pt x="10" y="5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5" y="10"/>
                  <a:pt x="3" y="13"/>
                  <a:pt x="3" y="17"/>
                </a:cubicBezTo>
                <a:cubicBezTo>
                  <a:pt x="3" y="21"/>
                  <a:pt x="5" y="24"/>
                  <a:pt x="7" y="26"/>
                </a:cubicBezTo>
                <a:cubicBezTo>
                  <a:pt x="10" y="29"/>
                  <a:pt x="13" y="30"/>
                  <a:pt x="17" y="30"/>
                </a:cubicBezTo>
                <a:cubicBezTo>
                  <a:pt x="20" y="30"/>
                  <a:pt x="24" y="29"/>
                  <a:pt x="26" y="27"/>
                </a:cubicBezTo>
                <a:cubicBezTo>
                  <a:pt x="26" y="26"/>
                  <a:pt x="26" y="26"/>
                  <a:pt x="26" y="26"/>
                </a:cubicBezTo>
                <a:cubicBezTo>
                  <a:pt x="29" y="24"/>
                  <a:pt x="30" y="21"/>
                  <a:pt x="30" y="17"/>
                </a:cubicBezTo>
                <a:cubicBezTo>
                  <a:pt x="30" y="13"/>
                  <a:pt x="29" y="10"/>
                  <a:pt x="26" y="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45" name="Freeform 379">
            <a:extLst>
              <a:ext uri="{FF2B5EF4-FFF2-40B4-BE49-F238E27FC236}">
                <a16:creationId xmlns:a16="http://schemas.microsoft.com/office/drawing/2014/main" id="{2D99AA94-C9C4-7BDA-DF49-A032FE9F35F6}"/>
              </a:ext>
            </a:extLst>
          </p:cNvPr>
          <p:cNvSpPr>
            <a:spLocks noEditPoints="1"/>
          </p:cNvSpPr>
          <p:nvPr/>
        </p:nvSpPr>
        <p:spPr bwMode="auto">
          <a:xfrm>
            <a:off x="2429335" y="3020931"/>
            <a:ext cx="156633" cy="203200"/>
          </a:xfrm>
          <a:custGeom>
            <a:avLst/>
            <a:gdLst>
              <a:gd name="T0" fmla="*/ 104775 w 37"/>
              <a:gd name="T1" fmla="*/ 133350 h 48"/>
              <a:gd name="T2" fmla="*/ 57150 w 37"/>
              <a:gd name="T3" fmla="*/ 149225 h 48"/>
              <a:gd name="T4" fmla="*/ 12700 w 37"/>
              <a:gd name="T5" fmla="*/ 101600 h 48"/>
              <a:gd name="T6" fmla="*/ 3175 w 37"/>
              <a:gd name="T7" fmla="*/ 69850 h 48"/>
              <a:gd name="T8" fmla="*/ 12700 w 37"/>
              <a:gd name="T9" fmla="*/ 63500 h 48"/>
              <a:gd name="T10" fmla="*/ 25400 w 37"/>
              <a:gd name="T11" fmla="*/ 69850 h 48"/>
              <a:gd name="T12" fmla="*/ 31750 w 37"/>
              <a:gd name="T13" fmla="*/ 19050 h 48"/>
              <a:gd name="T14" fmla="*/ 44450 w 37"/>
              <a:gd name="T15" fmla="*/ 9525 h 48"/>
              <a:gd name="T16" fmla="*/ 50800 w 37"/>
              <a:gd name="T17" fmla="*/ 9525 h 48"/>
              <a:gd name="T18" fmla="*/ 63500 w 37"/>
              <a:gd name="T19" fmla="*/ 0 h 48"/>
              <a:gd name="T20" fmla="*/ 76200 w 37"/>
              <a:gd name="T21" fmla="*/ 9525 h 48"/>
              <a:gd name="T22" fmla="*/ 85725 w 37"/>
              <a:gd name="T23" fmla="*/ 9525 h 48"/>
              <a:gd name="T24" fmla="*/ 95250 w 37"/>
              <a:gd name="T25" fmla="*/ 19050 h 48"/>
              <a:gd name="T26" fmla="*/ 98425 w 37"/>
              <a:gd name="T27" fmla="*/ 22225 h 48"/>
              <a:gd name="T28" fmla="*/ 104775 w 37"/>
              <a:gd name="T29" fmla="*/ 22225 h 48"/>
              <a:gd name="T30" fmla="*/ 117475 w 37"/>
              <a:gd name="T31" fmla="*/ 31750 h 48"/>
              <a:gd name="T32" fmla="*/ 98425 w 37"/>
              <a:gd name="T33" fmla="*/ 130175 h 48"/>
              <a:gd name="T34" fmla="*/ 111125 w 37"/>
              <a:gd name="T35" fmla="*/ 101600 h 48"/>
              <a:gd name="T36" fmla="*/ 107950 w 37"/>
              <a:gd name="T37" fmla="*/ 28575 h 48"/>
              <a:gd name="T38" fmla="*/ 101600 w 37"/>
              <a:gd name="T39" fmla="*/ 28575 h 48"/>
              <a:gd name="T40" fmla="*/ 98425 w 37"/>
              <a:gd name="T41" fmla="*/ 31750 h 48"/>
              <a:gd name="T42" fmla="*/ 98425 w 37"/>
              <a:gd name="T43" fmla="*/ 69850 h 48"/>
              <a:gd name="T44" fmla="*/ 95250 w 37"/>
              <a:gd name="T45" fmla="*/ 69850 h 48"/>
              <a:gd name="T46" fmla="*/ 92075 w 37"/>
              <a:gd name="T47" fmla="*/ 69850 h 48"/>
              <a:gd name="T48" fmla="*/ 92075 w 37"/>
              <a:gd name="T49" fmla="*/ 69850 h 48"/>
              <a:gd name="T50" fmla="*/ 88900 w 37"/>
              <a:gd name="T51" fmla="*/ 19050 h 48"/>
              <a:gd name="T52" fmla="*/ 85725 w 37"/>
              <a:gd name="T53" fmla="*/ 15875 h 48"/>
              <a:gd name="T54" fmla="*/ 79375 w 37"/>
              <a:gd name="T55" fmla="*/ 19050 h 48"/>
              <a:gd name="T56" fmla="*/ 76200 w 37"/>
              <a:gd name="T57" fmla="*/ 69850 h 48"/>
              <a:gd name="T58" fmla="*/ 73025 w 37"/>
              <a:gd name="T59" fmla="*/ 69850 h 48"/>
              <a:gd name="T60" fmla="*/ 69850 w 37"/>
              <a:gd name="T61" fmla="*/ 69850 h 48"/>
              <a:gd name="T62" fmla="*/ 69850 w 37"/>
              <a:gd name="T63" fmla="*/ 12700 h 48"/>
              <a:gd name="T64" fmla="*/ 63500 w 37"/>
              <a:gd name="T65" fmla="*/ 6350 h 48"/>
              <a:gd name="T66" fmla="*/ 57150 w 37"/>
              <a:gd name="T67" fmla="*/ 12700 h 48"/>
              <a:gd name="T68" fmla="*/ 57150 w 37"/>
              <a:gd name="T69" fmla="*/ 69850 h 48"/>
              <a:gd name="T70" fmla="*/ 53975 w 37"/>
              <a:gd name="T71" fmla="*/ 69850 h 48"/>
              <a:gd name="T72" fmla="*/ 50800 w 37"/>
              <a:gd name="T73" fmla="*/ 69850 h 48"/>
              <a:gd name="T74" fmla="*/ 47625 w 37"/>
              <a:gd name="T75" fmla="*/ 66675 h 48"/>
              <a:gd name="T76" fmla="*/ 44450 w 37"/>
              <a:gd name="T77" fmla="*/ 15875 h 48"/>
              <a:gd name="T78" fmla="*/ 41275 w 37"/>
              <a:gd name="T79" fmla="*/ 15875 h 48"/>
              <a:gd name="T80" fmla="*/ 38100 w 37"/>
              <a:gd name="T81" fmla="*/ 19050 h 48"/>
              <a:gd name="T82" fmla="*/ 38100 w 37"/>
              <a:gd name="T83" fmla="*/ 85725 h 48"/>
              <a:gd name="T84" fmla="*/ 38100 w 37"/>
              <a:gd name="T85" fmla="*/ 88900 h 48"/>
              <a:gd name="T86" fmla="*/ 34925 w 37"/>
              <a:gd name="T87" fmla="*/ 88900 h 48"/>
              <a:gd name="T88" fmla="*/ 28575 w 37"/>
              <a:gd name="T89" fmla="*/ 88900 h 48"/>
              <a:gd name="T90" fmla="*/ 19050 w 37"/>
              <a:gd name="T91" fmla="*/ 73025 h 48"/>
              <a:gd name="T92" fmla="*/ 12700 w 37"/>
              <a:gd name="T93" fmla="*/ 73025 h 48"/>
              <a:gd name="T94" fmla="*/ 9525 w 37"/>
              <a:gd name="T95" fmla="*/ 79375 h 48"/>
              <a:gd name="T96" fmla="*/ 34925 w 37"/>
              <a:gd name="T97" fmla="*/ 123825 h 48"/>
              <a:gd name="T98" fmla="*/ 79375 w 37"/>
              <a:gd name="T99" fmla="*/ 142875 h 48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37" h="48">
                <a:moveTo>
                  <a:pt x="37" y="32"/>
                </a:moveTo>
                <a:cubicBezTo>
                  <a:pt x="37" y="37"/>
                  <a:pt x="35" y="40"/>
                  <a:pt x="33" y="42"/>
                </a:cubicBezTo>
                <a:cubicBezTo>
                  <a:pt x="31" y="45"/>
                  <a:pt x="29" y="46"/>
                  <a:pt x="26" y="47"/>
                </a:cubicBezTo>
                <a:cubicBezTo>
                  <a:pt x="23" y="47"/>
                  <a:pt x="20" y="48"/>
                  <a:pt x="18" y="47"/>
                </a:cubicBezTo>
                <a:cubicBezTo>
                  <a:pt x="14" y="46"/>
                  <a:pt x="11" y="44"/>
                  <a:pt x="9" y="40"/>
                </a:cubicBezTo>
                <a:cubicBezTo>
                  <a:pt x="4" y="32"/>
                  <a:pt x="4" y="32"/>
                  <a:pt x="4" y="32"/>
                </a:cubicBezTo>
                <a:cubicBezTo>
                  <a:pt x="1" y="26"/>
                  <a:pt x="1" y="26"/>
                  <a:pt x="1" y="26"/>
                </a:cubicBezTo>
                <a:cubicBezTo>
                  <a:pt x="0" y="25"/>
                  <a:pt x="0" y="23"/>
                  <a:pt x="1" y="22"/>
                </a:cubicBezTo>
                <a:cubicBezTo>
                  <a:pt x="2" y="21"/>
                  <a:pt x="2" y="21"/>
                  <a:pt x="3" y="21"/>
                </a:cubicBezTo>
                <a:cubicBezTo>
                  <a:pt x="3" y="20"/>
                  <a:pt x="4" y="20"/>
                  <a:pt x="4" y="20"/>
                </a:cubicBezTo>
                <a:cubicBezTo>
                  <a:pt x="6" y="20"/>
                  <a:pt x="7" y="21"/>
                  <a:pt x="8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5"/>
                  <a:pt x="11" y="3"/>
                  <a:pt x="12" y="3"/>
                </a:cubicBezTo>
                <a:cubicBezTo>
                  <a:pt x="13" y="3"/>
                  <a:pt x="13" y="3"/>
                  <a:pt x="14" y="3"/>
                </a:cubicBezTo>
                <a:cubicBezTo>
                  <a:pt x="14" y="3"/>
                  <a:pt x="15" y="3"/>
                  <a:pt x="15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2"/>
                  <a:pt x="17" y="1"/>
                  <a:pt x="19" y="0"/>
                </a:cubicBezTo>
                <a:cubicBezTo>
                  <a:pt x="19" y="0"/>
                  <a:pt x="20" y="0"/>
                  <a:pt x="20" y="0"/>
                </a:cubicBezTo>
                <a:cubicBezTo>
                  <a:pt x="21" y="0"/>
                  <a:pt x="21" y="0"/>
                  <a:pt x="22" y="0"/>
                </a:cubicBezTo>
                <a:cubicBezTo>
                  <a:pt x="23" y="1"/>
                  <a:pt x="24" y="2"/>
                  <a:pt x="24" y="3"/>
                </a:cubicBezTo>
                <a:cubicBezTo>
                  <a:pt x="24" y="3"/>
                  <a:pt x="25" y="3"/>
                  <a:pt x="25" y="3"/>
                </a:cubicBezTo>
                <a:cubicBezTo>
                  <a:pt x="25" y="3"/>
                  <a:pt x="26" y="3"/>
                  <a:pt x="27" y="3"/>
                </a:cubicBezTo>
                <a:cubicBezTo>
                  <a:pt x="27" y="3"/>
                  <a:pt x="28" y="3"/>
                  <a:pt x="28" y="3"/>
                </a:cubicBezTo>
                <a:cubicBezTo>
                  <a:pt x="29" y="3"/>
                  <a:pt x="30" y="5"/>
                  <a:pt x="30" y="6"/>
                </a:cubicBezTo>
                <a:cubicBezTo>
                  <a:pt x="30" y="8"/>
                  <a:pt x="30" y="8"/>
                  <a:pt x="30" y="8"/>
                </a:cubicBezTo>
                <a:cubicBezTo>
                  <a:pt x="31" y="7"/>
                  <a:pt x="31" y="7"/>
                  <a:pt x="31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32" y="7"/>
                  <a:pt x="32" y="7"/>
                  <a:pt x="33" y="7"/>
                </a:cubicBezTo>
                <a:cubicBezTo>
                  <a:pt x="33" y="7"/>
                  <a:pt x="34" y="7"/>
                  <a:pt x="34" y="7"/>
                </a:cubicBezTo>
                <a:cubicBezTo>
                  <a:pt x="36" y="7"/>
                  <a:pt x="37" y="9"/>
                  <a:pt x="37" y="10"/>
                </a:cubicBezTo>
                <a:cubicBezTo>
                  <a:pt x="37" y="32"/>
                  <a:pt x="37" y="32"/>
                  <a:pt x="37" y="32"/>
                </a:cubicBezTo>
                <a:close/>
                <a:moveTo>
                  <a:pt x="31" y="41"/>
                </a:moveTo>
                <a:cubicBezTo>
                  <a:pt x="31" y="41"/>
                  <a:pt x="31" y="41"/>
                  <a:pt x="31" y="41"/>
                </a:cubicBezTo>
                <a:cubicBezTo>
                  <a:pt x="33" y="39"/>
                  <a:pt x="35" y="36"/>
                  <a:pt x="35" y="32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10"/>
                  <a:pt x="34" y="9"/>
                  <a:pt x="34" y="9"/>
                </a:cubicBezTo>
                <a:cubicBezTo>
                  <a:pt x="33" y="9"/>
                  <a:pt x="33" y="9"/>
                  <a:pt x="33" y="9"/>
                </a:cubicBezTo>
                <a:cubicBezTo>
                  <a:pt x="33" y="9"/>
                  <a:pt x="32" y="9"/>
                  <a:pt x="32" y="9"/>
                </a:cubicBezTo>
                <a:cubicBezTo>
                  <a:pt x="32" y="9"/>
                  <a:pt x="32" y="9"/>
                  <a:pt x="32" y="9"/>
                </a:cubicBezTo>
                <a:cubicBezTo>
                  <a:pt x="32" y="9"/>
                  <a:pt x="31" y="10"/>
                  <a:pt x="31" y="10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2"/>
                  <a:pt x="31" y="22"/>
                </a:cubicBezTo>
                <a:cubicBezTo>
                  <a:pt x="31" y="22"/>
                  <a:pt x="30" y="22"/>
                  <a:pt x="30" y="22"/>
                </a:cubicBezTo>
                <a:cubicBezTo>
                  <a:pt x="30" y="22"/>
                  <a:pt x="30" y="22"/>
                  <a:pt x="30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8" y="22"/>
                  <a:pt x="28" y="21"/>
                  <a:pt x="28" y="21"/>
                </a:cubicBezTo>
                <a:cubicBezTo>
                  <a:pt x="28" y="6"/>
                  <a:pt x="28" y="6"/>
                  <a:pt x="28" y="6"/>
                </a:cubicBezTo>
                <a:cubicBezTo>
                  <a:pt x="28" y="6"/>
                  <a:pt x="28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5" y="5"/>
                  <a:pt x="25" y="6"/>
                  <a:pt x="25" y="6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1"/>
                  <a:pt x="25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2"/>
                  <a:pt x="23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2"/>
                  <a:pt x="22" y="22"/>
                  <a:pt x="22" y="22"/>
                </a:cubicBezTo>
                <a:cubicBezTo>
                  <a:pt x="22" y="22"/>
                  <a:pt x="22" y="21"/>
                  <a:pt x="22" y="21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3"/>
                  <a:pt x="21" y="3"/>
                  <a:pt x="21" y="2"/>
                </a:cubicBezTo>
                <a:cubicBezTo>
                  <a:pt x="21" y="2"/>
                  <a:pt x="20" y="2"/>
                  <a:pt x="20" y="2"/>
                </a:cubicBezTo>
                <a:cubicBezTo>
                  <a:pt x="20" y="2"/>
                  <a:pt x="20" y="2"/>
                  <a:pt x="19" y="2"/>
                </a:cubicBezTo>
                <a:cubicBezTo>
                  <a:pt x="19" y="3"/>
                  <a:pt x="18" y="3"/>
                  <a:pt x="18" y="4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2"/>
                  <a:pt x="18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22"/>
                  <a:pt x="17" y="22"/>
                  <a:pt x="17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2"/>
                  <a:pt x="15" y="21"/>
                  <a:pt x="15" y="21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2" y="5"/>
                  <a:pt x="12" y="6"/>
                  <a:pt x="12" y="6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7"/>
                  <a:pt x="12" y="27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2"/>
                  <a:pt x="5" y="22"/>
                  <a:pt x="4" y="22"/>
                </a:cubicBezTo>
                <a:cubicBezTo>
                  <a:pt x="4" y="22"/>
                  <a:pt x="4" y="22"/>
                  <a:pt x="4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2" y="24"/>
                  <a:pt x="2" y="25"/>
                  <a:pt x="3" y="25"/>
                </a:cubicBezTo>
                <a:cubicBezTo>
                  <a:pt x="6" y="31"/>
                  <a:pt x="6" y="31"/>
                  <a:pt x="6" y="31"/>
                </a:cubicBezTo>
                <a:cubicBezTo>
                  <a:pt x="11" y="39"/>
                  <a:pt x="11" y="39"/>
                  <a:pt x="11" y="39"/>
                </a:cubicBezTo>
                <a:cubicBezTo>
                  <a:pt x="13" y="42"/>
                  <a:pt x="15" y="44"/>
                  <a:pt x="18" y="45"/>
                </a:cubicBezTo>
                <a:cubicBezTo>
                  <a:pt x="21" y="45"/>
                  <a:pt x="23" y="45"/>
                  <a:pt x="25" y="45"/>
                </a:cubicBezTo>
                <a:cubicBezTo>
                  <a:pt x="28" y="44"/>
                  <a:pt x="30" y="43"/>
                  <a:pt x="31" y="4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46" name="Freeform 380">
            <a:extLst>
              <a:ext uri="{FF2B5EF4-FFF2-40B4-BE49-F238E27FC236}">
                <a16:creationId xmlns:a16="http://schemas.microsoft.com/office/drawing/2014/main" id="{9740EBD8-5E5A-6D0A-F9FE-71566BB9A5E1}"/>
              </a:ext>
            </a:extLst>
          </p:cNvPr>
          <p:cNvSpPr>
            <a:spLocks noEditPoints="1"/>
          </p:cNvSpPr>
          <p:nvPr/>
        </p:nvSpPr>
        <p:spPr bwMode="auto">
          <a:xfrm>
            <a:off x="6197001" y="3463315"/>
            <a:ext cx="190500" cy="182033"/>
          </a:xfrm>
          <a:custGeom>
            <a:avLst/>
            <a:gdLst>
              <a:gd name="T0" fmla="*/ 95250 w 45"/>
              <a:gd name="T1" fmla="*/ 66675 h 43"/>
              <a:gd name="T2" fmla="*/ 76200 w 45"/>
              <a:gd name="T3" fmla="*/ 88900 h 43"/>
              <a:gd name="T4" fmla="*/ 79375 w 45"/>
              <a:gd name="T5" fmla="*/ 101600 h 43"/>
              <a:gd name="T6" fmla="*/ 107950 w 45"/>
              <a:gd name="T7" fmla="*/ 101600 h 43"/>
              <a:gd name="T8" fmla="*/ 107950 w 45"/>
              <a:gd name="T9" fmla="*/ 73025 h 43"/>
              <a:gd name="T10" fmla="*/ 104775 w 45"/>
              <a:gd name="T11" fmla="*/ 98425 h 43"/>
              <a:gd name="T12" fmla="*/ 85725 w 45"/>
              <a:gd name="T13" fmla="*/ 98425 h 43"/>
              <a:gd name="T14" fmla="*/ 82550 w 45"/>
              <a:gd name="T15" fmla="*/ 88900 h 43"/>
              <a:gd name="T16" fmla="*/ 95250 w 45"/>
              <a:gd name="T17" fmla="*/ 73025 h 43"/>
              <a:gd name="T18" fmla="*/ 107950 w 45"/>
              <a:gd name="T19" fmla="*/ 88900 h 43"/>
              <a:gd name="T20" fmla="*/ 95250 w 45"/>
              <a:gd name="T21" fmla="*/ 76200 h 43"/>
              <a:gd name="T22" fmla="*/ 88900 w 45"/>
              <a:gd name="T23" fmla="*/ 79375 h 43"/>
              <a:gd name="T24" fmla="*/ 85725 w 45"/>
              <a:gd name="T25" fmla="*/ 88900 h 43"/>
              <a:gd name="T26" fmla="*/ 95250 w 45"/>
              <a:gd name="T27" fmla="*/ 98425 h 43"/>
              <a:gd name="T28" fmla="*/ 104775 w 45"/>
              <a:gd name="T29" fmla="*/ 88900 h 43"/>
              <a:gd name="T30" fmla="*/ 95250 w 45"/>
              <a:gd name="T31" fmla="*/ 76200 h 43"/>
              <a:gd name="T32" fmla="*/ 98425 w 45"/>
              <a:gd name="T33" fmla="*/ 88900 h 43"/>
              <a:gd name="T34" fmla="*/ 92075 w 45"/>
              <a:gd name="T35" fmla="*/ 88900 h 43"/>
              <a:gd name="T36" fmla="*/ 92075 w 45"/>
              <a:gd name="T37" fmla="*/ 85725 h 43"/>
              <a:gd name="T38" fmla="*/ 98425 w 45"/>
              <a:gd name="T39" fmla="*/ 85725 h 43"/>
              <a:gd name="T40" fmla="*/ 98425 w 45"/>
              <a:gd name="T41" fmla="*/ 88900 h 43"/>
              <a:gd name="T42" fmla="*/ 127000 w 45"/>
              <a:gd name="T43" fmla="*/ 53975 h 43"/>
              <a:gd name="T44" fmla="*/ 117475 w 45"/>
              <a:gd name="T45" fmla="*/ 44450 h 43"/>
              <a:gd name="T46" fmla="*/ 111125 w 45"/>
              <a:gd name="T47" fmla="*/ 6350 h 43"/>
              <a:gd name="T48" fmla="*/ 19050 w 45"/>
              <a:gd name="T49" fmla="*/ 0 h 43"/>
              <a:gd name="T50" fmla="*/ 0 w 45"/>
              <a:gd name="T51" fmla="*/ 19050 h 43"/>
              <a:gd name="T52" fmla="*/ 3175 w 45"/>
              <a:gd name="T53" fmla="*/ 136525 h 43"/>
              <a:gd name="T54" fmla="*/ 95250 w 45"/>
              <a:gd name="T55" fmla="*/ 136525 h 43"/>
              <a:gd name="T56" fmla="*/ 127000 w 45"/>
              <a:gd name="T57" fmla="*/ 120650 h 43"/>
              <a:gd name="T58" fmla="*/ 127000 w 45"/>
              <a:gd name="T59" fmla="*/ 53975 h 43"/>
              <a:gd name="T60" fmla="*/ 6350 w 45"/>
              <a:gd name="T61" fmla="*/ 19050 h 43"/>
              <a:gd name="T62" fmla="*/ 19050 w 45"/>
              <a:gd name="T63" fmla="*/ 6350 h 43"/>
              <a:gd name="T64" fmla="*/ 107950 w 45"/>
              <a:gd name="T65" fmla="*/ 9525 h 43"/>
              <a:gd name="T66" fmla="*/ 111125 w 45"/>
              <a:gd name="T67" fmla="*/ 25400 h 43"/>
              <a:gd name="T68" fmla="*/ 6350 w 45"/>
              <a:gd name="T69" fmla="*/ 19050 h 43"/>
              <a:gd name="T70" fmla="*/ 6350 w 45"/>
              <a:gd name="T71" fmla="*/ 127000 h 43"/>
              <a:gd name="T72" fmla="*/ 111125 w 45"/>
              <a:gd name="T73" fmla="*/ 31750 h 43"/>
              <a:gd name="T74" fmla="*/ 95250 w 45"/>
              <a:gd name="T75" fmla="*/ 41275 h 43"/>
              <a:gd name="T76" fmla="*/ 60325 w 45"/>
              <a:gd name="T77" fmla="*/ 53975 h 43"/>
              <a:gd name="T78" fmla="*/ 47625 w 45"/>
              <a:gd name="T79" fmla="*/ 88900 h 43"/>
              <a:gd name="T80" fmla="*/ 60325 w 45"/>
              <a:gd name="T81" fmla="*/ 120650 h 43"/>
              <a:gd name="T82" fmla="*/ 69850 w 45"/>
              <a:gd name="T83" fmla="*/ 127000 h 43"/>
              <a:gd name="T84" fmla="*/ 120650 w 45"/>
              <a:gd name="T85" fmla="*/ 114300 h 43"/>
              <a:gd name="T86" fmla="*/ 95250 w 45"/>
              <a:gd name="T87" fmla="*/ 123825 h 43"/>
              <a:gd name="T88" fmla="*/ 57150 w 45"/>
              <a:gd name="T89" fmla="*/ 88900 h 43"/>
              <a:gd name="T90" fmla="*/ 95250 w 45"/>
              <a:gd name="T91" fmla="*/ 50800 h 43"/>
              <a:gd name="T92" fmla="*/ 130175 w 45"/>
              <a:gd name="T93" fmla="*/ 88900 h 4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5" h="43">
                <a:moveTo>
                  <a:pt x="34" y="23"/>
                </a:moveTo>
                <a:cubicBezTo>
                  <a:pt x="33" y="22"/>
                  <a:pt x="32" y="21"/>
                  <a:pt x="30" y="21"/>
                </a:cubicBezTo>
                <a:cubicBezTo>
                  <a:pt x="28" y="21"/>
                  <a:pt x="27" y="22"/>
                  <a:pt x="25" y="23"/>
                </a:cubicBezTo>
                <a:cubicBezTo>
                  <a:pt x="24" y="24"/>
                  <a:pt x="24" y="26"/>
                  <a:pt x="24" y="28"/>
                </a:cubicBezTo>
                <a:cubicBezTo>
                  <a:pt x="24" y="29"/>
                  <a:pt x="24" y="31"/>
                  <a:pt x="25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7" y="33"/>
                  <a:pt x="28" y="34"/>
                  <a:pt x="30" y="34"/>
                </a:cubicBezTo>
                <a:cubicBezTo>
                  <a:pt x="32" y="34"/>
                  <a:pt x="33" y="33"/>
                  <a:pt x="34" y="32"/>
                </a:cubicBezTo>
                <a:cubicBezTo>
                  <a:pt x="35" y="31"/>
                  <a:pt x="36" y="29"/>
                  <a:pt x="36" y="28"/>
                </a:cubicBezTo>
                <a:cubicBezTo>
                  <a:pt x="36" y="26"/>
                  <a:pt x="35" y="24"/>
                  <a:pt x="34" y="23"/>
                </a:cubicBezTo>
                <a:close/>
                <a:moveTo>
                  <a:pt x="33" y="31"/>
                </a:moveTo>
                <a:cubicBezTo>
                  <a:pt x="33" y="31"/>
                  <a:pt x="33" y="31"/>
                  <a:pt x="33" y="31"/>
                </a:cubicBezTo>
                <a:cubicBezTo>
                  <a:pt x="32" y="31"/>
                  <a:pt x="31" y="32"/>
                  <a:pt x="30" y="32"/>
                </a:cubicBezTo>
                <a:cubicBezTo>
                  <a:pt x="29" y="32"/>
                  <a:pt x="28" y="31"/>
                  <a:pt x="27" y="31"/>
                </a:cubicBezTo>
                <a:cubicBezTo>
                  <a:pt x="27" y="30"/>
                  <a:pt x="27" y="30"/>
                  <a:pt x="27" y="30"/>
                </a:cubicBezTo>
                <a:cubicBezTo>
                  <a:pt x="26" y="30"/>
                  <a:pt x="26" y="29"/>
                  <a:pt x="26" y="28"/>
                </a:cubicBezTo>
                <a:cubicBezTo>
                  <a:pt x="26" y="26"/>
                  <a:pt x="26" y="25"/>
                  <a:pt x="27" y="25"/>
                </a:cubicBezTo>
                <a:cubicBezTo>
                  <a:pt x="28" y="24"/>
                  <a:pt x="29" y="23"/>
                  <a:pt x="30" y="23"/>
                </a:cubicBezTo>
                <a:cubicBezTo>
                  <a:pt x="31" y="23"/>
                  <a:pt x="32" y="24"/>
                  <a:pt x="33" y="25"/>
                </a:cubicBezTo>
                <a:cubicBezTo>
                  <a:pt x="33" y="25"/>
                  <a:pt x="34" y="26"/>
                  <a:pt x="34" y="28"/>
                </a:cubicBezTo>
                <a:cubicBezTo>
                  <a:pt x="34" y="29"/>
                  <a:pt x="33" y="30"/>
                  <a:pt x="33" y="31"/>
                </a:cubicBezTo>
                <a:close/>
                <a:moveTo>
                  <a:pt x="30" y="24"/>
                </a:moveTo>
                <a:cubicBezTo>
                  <a:pt x="30" y="24"/>
                  <a:pt x="30" y="24"/>
                  <a:pt x="30" y="24"/>
                </a:cubicBezTo>
                <a:cubicBezTo>
                  <a:pt x="29" y="24"/>
                  <a:pt x="28" y="25"/>
                  <a:pt x="28" y="25"/>
                </a:cubicBezTo>
                <a:cubicBezTo>
                  <a:pt x="28" y="25"/>
                  <a:pt x="28" y="25"/>
                  <a:pt x="28" y="25"/>
                </a:cubicBezTo>
                <a:cubicBezTo>
                  <a:pt x="27" y="26"/>
                  <a:pt x="27" y="27"/>
                  <a:pt x="27" y="28"/>
                </a:cubicBezTo>
                <a:cubicBezTo>
                  <a:pt x="27" y="28"/>
                  <a:pt x="27" y="29"/>
                  <a:pt x="28" y="30"/>
                </a:cubicBezTo>
                <a:cubicBezTo>
                  <a:pt x="28" y="30"/>
                  <a:pt x="29" y="31"/>
                  <a:pt x="30" y="31"/>
                </a:cubicBezTo>
                <a:cubicBezTo>
                  <a:pt x="31" y="31"/>
                  <a:pt x="31" y="30"/>
                  <a:pt x="32" y="30"/>
                </a:cubicBezTo>
                <a:cubicBezTo>
                  <a:pt x="33" y="29"/>
                  <a:pt x="33" y="28"/>
                  <a:pt x="33" y="28"/>
                </a:cubicBezTo>
                <a:cubicBezTo>
                  <a:pt x="33" y="27"/>
                  <a:pt x="33" y="26"/>
                  <a:pt x="32" y="25"/>
                </a:cubicBezTo>
                <a:cubicBezTo>
                  <a:pt x="31" y="25"/>
                  <a:pt x="31" y="24"/>
                  <a:pt x="30" y="24"/>
                </a:cubicBezTo>
                <a:close/>
                <a:moveTo>
                  <a:pt x="31" y="28"/>
                </a:moveTo>
                <a:cubicBezTo>
                  <a:pt x="31" y="28"/>
                  <a:pt x="31" y="28"/>
                  <a:pt x="31" y="28"/>
                </a:cubicBezTo>
                <a:cubicBezTo>
                  <a:pt x="30" y="28"/>
                  <a:pt x="30" y="29"/>
                  <a:pt x="30" y="29"/>
                </a:cubicBezTo>
                <a:cubicBezTo>
                  <a:pt x="30" y="29"/>
                  <a:pt x="29" y="28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30" y="27"/>
                  <a:pt x="30" y="27"/>
                </a:cubicBezTo>
                <a:cubicBezTo>
                  <a:pt x="30" y="27"/>
                  <a:pt x="30" y="27"/>
                  <a:pt x="31" y="27"/>
                </a:cubicBezTo>
                <a:cubicBezTo>
                  <a:pt x="31" y="27"/>
                  <a:pt x="31" y="27"/>
                  <a:pt x="31" y="28"/>
                </a:cubicBezTo>
                <a:cubicBezTo>
                  <a:pt x="31" y="28"/>
                  <a:pt x="31" y="28"/>
                  <a:pt x="31" y="28"/>
                </a:cubicBezTo>
                <a:close/>
                <a:moveTo>
                  <a:pt x="40" y="17"/>
                </a:move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39" y="16"/>
                  <a:pt x="38" y="15"/>
                  <a:pt x="37" y="14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5"/>
                  <a:pt x="36" y="3"/>
                  <a:pt x="35" y="2"/>
                </a:cubicBezTo>
                <a:cubicBezTo>
                  <a:pt x="34" y="1"/>
                  <a:pt x="32" y="0"/>
                  <a:pt x="31" y="0"/>
                </a:cubicBezTo>
                <a:cubicBezTo>
                  <a:pt x="6" y="0"/>
                  <a:pt x="6" y="0"/>
                  <a:pt x="6" y="0"/>
                </a:cubicBezTo>
                <a:cubicBezTo>
                  <a:pt x="5" y="0"/>
                  <a:pt x="3" y="1"/>
                  <a:pt x="2" y="2"/>
                </a:cubicBezTo>
                <a:cubicBezTo>
                  <a:pt x="1" y="3"/>
                  <a:pt x="0" y="5"/>
                  <a:pt x="0" y="6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42"/>
                  <a:pt x="1" y="43"/>
                  <a:pt x="1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34" y="43"/>
                  <a:pt x="38" y="41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3" y="35"/>
                  <a:pt x="45" y="32"/>
                  <a:pt x="45" y="28"/>
                </a:cubicBezTo>
                <a:cubicBezTo>
                  <a:pt x="45" y="23"/>
                  <a:pt x="43" y="20"/>
                  <a:pt x="40" y="17"/>
                </a:cubicBezTo>
                <a:close/>
                <a:moveTo>
                  <a:pt x="2" y="6"/>
                </a:moveTo>
                <a:cubicBezTo>
                  <a:pt x="2" y="6"/>
                  <a:pt x="2" y="6"/>
                  <a:pt x="2" y="6"/>
                </a:cubicBezTo>
                <a:cubicBezTo>
                  <a:pt x="2" y="5"/>
                  <a:pt x="3" y="4"/>
                  <a:pt x="4" y="3"/>
                </a:cubicBezTo>
                <a:cubicBezTo>
                  <a:pt x="4" y="3"/>
                  <a:pt x="5" y="2"/>
                  <a:pt x="6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2" y="2"/>
                  <a:pt x="33" y="3"/>
                  <a:pt x="34" y="3"/>
                </a:cubicBezTo>
                <a:cubicBezTo>
                  <a:pt x="34" y="4"/>
                  <a:pt x="35" y="5"/>
                  <a:pt x="35" y="6"/>
                </a:cubicBezTo>
                <a:cubicBezTo>
                  <a:pt x="35" y="8"/>
                  <a:pt x="35" y="8"/>
                  <a:pt x="35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6"/>
                  <a:pt x="2" y="6"/>
                  <a:pt x="2" y="6"/>
                </a:cubicBezTo>
                <a:close/>
                <a:moveTo>
                  <a:pt x="2" y="40"/>
                </a:moveTo>
                <a:cubicBezTo>
                  <a:pt x="2" y="40"/>
                  <a:pt x="2" y="40"/>
                  <a:pt x="2" y="40"/>
                </a:cubicBezTo>
                <a:cubicBezTo>
                  <a:pt x="2" y="10"/>
                  <a:pt x="2" y="10"/>
                  <a:pt x="2" y="10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14"/>
                  <a:pt x="35" y="14"/>
                  <a:pt x="35" y="14"/>
                </a:cubicBezTo>
                <a:cubicBezTo>
                  <a:pt x="33" y="13"/>
                  <a:pt x="32" y="13"/>
                  <a:pt x="30" y="13"/>
                </a:cubicBezTo>
                <a:cubicBezTo>
                  <a:pt x="26" y="13"/>
                  <a:pt x="22" y="14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17" y="20"/>
                  <a:pt x="15" y="23"/>
                  <a:pt x="15" y="28"/>
                </a:cubicBezTo>
                <a:cubicBezTo>
                  <a:pt x="15" y="32"/>
                  <a:pt x="17" y="35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20" y="39"/>
                  <a:pt x="21" y="40"/>
                  <a:pt x="22" y="40"/>
                </a:cubicBezTo>
                <a:cubicBezTo>
                  <a:pt x="2" y="40"/>
                  <a:pt x="2" y="40"/>
                  <a:pt x="2" y="40"/>
                </a:cubicBezTo>
                <a:close/>
                <a:moveTo>
                  <a:pt x="38" y="36"/>
                </a:moveTo>
                <a:cubicBezTo>
                  <a:pt x="38" y="36"/>
                  <a:pt x="38" y="36"/>
                  <a:pt x="38" y="36"/>
                </a:cubicBezTo>
                <a:cubicBezTo>
                  <a:pt x="36" y="38"/>
                  <a:pt x="33" y="39"/>
                  <a:pt x="30" y="39"/>
                </a:cubicBezTo>
                <a:cubicBezTo>
                  <a:pt x="27" y="39"/>
                  <a:pt x="24" y="38"/>
                  <a:pt x="22" y="36"/>
                </a:cubicBezTo>
                <a:cubicBezTo>
                  <a:pt x="20" y="34"/>
                  <a:pt x="18" y="31"/>
                  <a:pt x="18" y="28"/>
                </a:cubicBezTo>
                <a:cubicBezTo>
                  <a:pt x="18" y="24"/>
                  <a:pt x="20" y="22"/>
                  <a:pt x="22" y="20"/>
                </a:cubicBezTo>
                <a:cubicBezTo>
                  <a:pt x="24" y="17"/>
                  <a:pt x="27" y="16"/>
                  <a:pt x="30" y="16"/>
                </a:cubicBezTo>
                <a:cubicBezTo>
                  <a:pt x="33" y="16"/>
                  <a:pt x="36" y="17"/>
                  <a:pt x="38" y="20"/>
                </a:cubicBezTo>
                <a:cubicBezTo>
                  <a:pt x="40" y="22"/>
                  <a:pt x="41" y="24"/>
                  <a:pt x="41" y="28"/>
                </a:cubicBezTo>
                <a:cubicBezTo>
                  <a:pt x="41" y="31"/>
                  <a:pt x="40" y="34"/>
                  <a:pt x="38" y="3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47" name="Freeform 381">
            <a:extLst>
              <a:ext uri="{FF2B5EF4-FFF2-40B4-BE49-F238E27FC236}">
                <a16:creationId xmlns:a16="http://schemas.microsoft.com/office/drawing/2014/main" id="{02A96615-AB21-4673-2E8A-BECB468772B9}"/>
              </a:ext>
            </a:extLst>
          </p:cNvPr>
          <p:cNvSpPr>
            <a:spLocks noEditPoints="1"/>
          </p:cNvSpPr>
          <p:nvPr/>
        </p:nvSpPr>
        <p:spPr bwMode="auto">
          <a:xfrm>
            <a:off x="1335018" y="4820099"/>
            <a:ext cx="177800" cy="198967"/>
          </a:xfrm>
          <a:custGeom>
            <a:avLst/>
            <a:gdLst>
              <a:gd name="T0" fmla="*/ 53975 w 42"/>
              <a:gd name="T1" fmla="*/ 6350 h 47"/>
              <a:gd name="T2" fmla="*/ 60325 w 42"/>
              <a:gd name="T3" fmla="*/ 0 h 47"/>
              <a:gd name="T4" fmla="*/ 63500 w 42"/>
              <a:gd name="T5" fmla="*/ 6350 h 47"/>
              <a:gd name="T6" fmla="*/ 63500 w 42"/>
              <a:gd name="T7" fmla="*/ 15875 h 47"/>
              <a:gd name="T8" fmla="*/ 107950 w 42"/>
              <a:gd name="T9" fmla="*/ 15875 h 47"/>
              <a:gd name="T10" fmla="*/ 111125 w 42"/>
              <a:gd name="T11" fmla="*/ 19050 h 47"/>
              <a:gd name="T12" fmla="*/ 111125 w 42"/>
              <a:gd name="T13" fmla="*/ 19050 h 47"/>
              <a:gd name="T14" fmla="*/ 130175 w 42"/>
              <a:gd name="T15" fmla="*/ 38100 h 47"/>
              <a:gd name="T16" fmla="*/ 130175 w 42"/>
              <a:gd name="T17" fmla="*/ 44450 h 47"/>
              <a:gd name="T18" fmla="*/ 111125 w 42"/>
              <a:gd name="T19" fmla="*/ 63500 h 47"/>
              <a:gd name="T20" fmla="*/ 107950 w 42"/>
              <a:gd name="T21" fmla="*/ 63500 h 47"/>
              <a:gd name="T22" fmla="*/ 63500 w 42"/>
              <a:gd name="T23" fmla="*/ 63500 h 47"/>
              <a:gd name="T24" fmla="*/ 63500 w 42"/>
              <a:gd name="T25" fmla="*/ 63500 h 47"/>
              <a:gd name="T26" fmla="*/ 63500 w 42"/>
              <a:gd name="T27" fmla="*/ 142875 h 47"/>
              <a:gd name="T28" fmla="*/ 60325 w 42"/>
              <a:gd name="T29" fmla="*/ 149225 h 47"/>
              <a:gd name="T30" fmla="*/ 53975 w 42"/>
              <a:gd name="T31" fmla="*/ 142875 h 47"/>
              <a:gd name="T32" fmla="*/ 53975 w 42"/>
              <a:gd name="T33" fmla="*/ 63500 h 47"/>
              <a:gd name="T34" fmla="*/ 53975 w 42"/>
              <a:gd name="T35" fmla="*/ 63500 h 47"/>
              <a:gd name="T36" fmla="*/ 3175 w 42"/>
              <a:gd name="T37" fmla="*/ 63500 h 47"/>
              <a:gd name="T38" fmla="*/ 0 w 42"/>
              <a:gd name="T39" fmla="*/ 60325 h 47"/>
              <a:gd name="T40" fmla="*/ 0 w 42"/>
              <a:gd name="T41" fmla="*/ 60325 h 47"/>
              <a:gd name="T42" fmla="*/ 0 w 42"/>
              <a:gd name="T43" fmla="*/ 19050 h 47"/>
              <a:gd name="T44" fmla="*/ 3175 w 42"/>
              <a:gd name="T45" fmla="*/ 15875 h 47"/>
              <a:gd name="T46" fmla="*/ 3175 w 42"/>
              <a:gd name="T47" fmla="*/ 15875 h 47"/>
              <a:gd name="T48" fmla="*/ 53975 w 42"/>
              <a:gd name="T49" fmla="*/ 15875 h 47"/>
              <a:gd name="T50" fmla="*/ 53975 w 42"/>
              <a:gd name="T51" fmla="*/ 6350 h 47"/>
              <a:gd name="T52" fmla="*/ 107950 w 42"/>
              <a:gd name="T53" fmla="*/ 22225 h 47"/>
              <a:gd name="T54" fmla="*/ 107950 w 42"/>
              <a:gd name="T55" fmla="*/ 22225 h 47"/>
              <a:gd name="T56" fmla="*/ 6350 w 42"/>
              <a:gd name="T57" fmla="*/ 22225 h 47"/>
              <a:gd name="T58" fmla="*/ 6350 w 42"/>
              <a:gd name="T59" fmla="*/ 57150 h 47"/>
              <a:gd name="T60" fmla="*/ 107950 w 42"/>
              <a:gd name="T61" fmla="*/ 57150 h 47"/>
              <a:gd name="T62" fmla="*/ 123825 w 42"/>
              <a:gd name="T63" fmla="*/ 41275 h 47"/>
              <a:gd name="T64" fmla="*/ 107950 w 42"/>
              <a:gd name="T65" fmla="*/ 22225 h 4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2" h="47">
                <a:moveTo>
                  <a:pt x="17" y="2"/>
                </a:moveTo>
                <a:cubicBezTo>
                  <a:pt x="17" y="1"/>
                  <a:pt x="18" y="0"/>
                  <a:pt x="19" y="0"/>
                </a:cubicBezTo>
                <a:cubicBezTo>
                  <a:pt x="20" y="0"/>
                  <a:pt x="20" y="1"/>
                  <a:pt x="20" y="2"/>
                </a:cubicBezTo>
                <a:cubicBezTo>
                  <a:pt x="20" y="5"/>
                  <a:pt x="20" y="5"/>
                  <a:pt x="20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5" y="5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41" y="12"/>
                  <a:pt x="41" y="12"/>
                  <a:pt x="41" y="12"/>
                </a:cubicBezTo>
                <a:cubicBezTo>
                  <a:pt x="42" y="13"/>
                  <a:pt x="42" y="13"/>
                  <a:pt x="41" y="14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4" y="20"/>
                  <a:pt x="34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45"/>
                  <a:pt x="20" y="45"/>
                  <a:pt x="20" y="45"/>
                </a:cubicBezTo>
                <a:cubicBezTo>
                  <a:pt x="20" y="46"/>
                  <a:pt x="20" y="47"/>
                  <a:pt x="19" y="47"/>
                </a:cubicBezTo>
                <a:cubicBezTo>
                  <a:pt x="18" y="47"/>
                  <a:pt x="17" y="46"/>
                  <a:pt x="17" y="45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20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2"/>
                  <a:pt x="17" y="2"/>
                  <a:pt x="17" y="2"/>
                </a:cubicBezTo>
                <a:close/>
                <a:moveTo>
                  <a:pt x="34" y="7"/>
                </a:moveTo>
                <a:cubicBezTo>
                  <a:pt x="34" y="7"/>
                  <a:pt x="34" y="7"/>
                  <a:pt x="34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18"/>
                  <a:pt x="2" y="18"/>
                  <a:pt x="2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9" y="13"/>
                  <a:pt x="39" y="13"/>
                  <a:pt x="39" y="13"/>
                </a:cubicBezTo>
                <a:cubicBezTo>
                  <a:pt x="34" y="7"/>
                  <a:pt x="34" y="7"/>
                  <a:pt x="34" y="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48" name="Freeform 382">
            <a:extLst>
              <a:ext uri="{FF2B5EF4-FFF2-40B4-BE49-F238E27FC236}">
                <a16:creationId xmlns:a16="http://schemas.microsoft.com/office/drawing/2014/main" id="{005E8CEC-1538-E0FF-E543-6A2DE710E049}"/>
              </a:ext>
            </a:extLst>
          </p:cNvPr>
          <p:cNvSpPr>
            <a:spLocks noEditPoints="1"/>
          </p:cNvSpPr>
          <p:nvPr/>
        </p:nvSpPr>
        <p:spPr bwMode="auto">
          <a:xfrm>
            <a:off x="896867" y="3463315"/>
            <a:ext cx="264584" cy="156633"/>
          </a:xfrm>
          <a:custGeom>
            <a:avLst/>
            <a:gdLst>
              <a:gd name="T0" fmla="*/ 9602 w 62"/>
              <a:gd name="T1" fmla="*/ 66675 h 37"/>
              <a:gd name="T2" fmla="*/ 3201 w 62"/>
              <a:gd name="T3" fmla="*/ 95250 h 37"/>
              <a:gd name="T4" fmla="*/ 9602 w 62"/>
              <a:gd name="T5" fmla="*/ 88900 h 37"/>
              <a:gd name="T6" fmla="*/ 12802 w 62"/>
              <a:gd name="T7" fmla="*/ 98425 h 37"/>
              <a:gd name="T8" fmla="*/ 19204 w 62"/>
              <a:gd name="T9" fmla="*/ 88900 h 37"/>
              <a:gd name="T10" fmla="*/ 25605 w 62"/>
              <a:gd name="T11" fmla="*/ 95250 h 37"/>
              <a:gd name="T12" fmla="*/ 19204 w 62"/>
              <a:gd name="T13" fmla="*/ 66675 h 37"/>
              <a:gd name="T14" fmla="*/ 51210 w 62"/>
              <a:gd name="T15" fmla="*/ 63500 h 37"/>
              <a:gd name="T16" fmla="*/ 51210 w 62"/>
              <a:gd name="T17" fmla="*/ 98425 h 37"/>
              <a:gd name="T18" fmla="*/ 51210 w 62"/>
              <a:gd name="T19" fmla="*/ 98425 h 37"/>
              <a:gd name="T20" fmla="*/ 99219 w 62"/>
              <a:gd name="T21" fmla="*/ 117475 h 37"/>
              <a:gd name="T22" fmla="*/ 150429 w 62"/>
              <a:gd name="T23" fmla="*/ 98425 h 37"/>
              <a:gd name="T24" fmla="*/ 150429 w 62"/>
              <a:gd name="T25" fmla="*/ 98425 h 37"/>
              <a:gd name="T26" fmla="*/ 150429 w 62"/>
              <a:gd name="T27" fmla="*/ 63500 h 37"/>
              <a:gd name="T28" fmla="*/ 195237 w 62"/>
              <a:gd name="T29" fmla="*/ 44450 h 37"/>
              <a:gd name="T30" fmla="*/ 102420 w 62"/>
              <a:gd name="T31" fmla="*/ 0 h 37"/>
              <a:gd name="T32" fmla="*/ 6401 w 62"/>
              <a:gd name="T33" fmla="*/ 34925 h 37"/>
              <a:gd name="T34" fmla="*/ 6401 w 62"/>
              <a:gd name="T35" fmla="*/ 47625 h 37"/>
              <a:gd name="T36" fmla="*/ 51210 w 62"/>
              <a:gd name="T37" fmla="*/ 47625 h 37"/>
              <a:gd name="T38" fmla="*/ 32006 w 62"/>
              <a:gd name="T39" fmla="*/ 41275 h 37"/>
              <a:gd name="T40" fmla="*/ 166432 w 62"/>
              <a:gd name="T41" fmla="*/ 41275 h 37"/>
              <a:gd name="T42" fmla="*/ 131225 w 62"/>
              <a:gd name="T43" fmla="*/ 38100 h 37"/>
              <a:gd name="T44" fmla="*/ 67213 w 62"/>
              <a:gd name="T45" fmla="*/ 38100 h 37"/>
              <a:gd name="T46" fmla="*/ 140827 w 62"/>
              <a:gd name="T47" fmla="*/ 85725 h 37"/>
              <a:gd name="T48" fmla="*/ 131225 w 62"/>
              <a:gd name="T49" fmla="*/ 82550 h 37"/>
              <a:gd name="T50" fmla="*/ 67213 w 62"/>
              <a:gd name="T51" fmla="*/ 82550 h 37"/>
              <a:gd name="T52" fmla="*/ 60812 w 62"/>
              <a:gd name="T53" fmla="*/ 53975 h 37"/>
              <a:gd name="T54" fmla="*/ 99219 w 62"/>
              <a:gd name="T55" fmla="*/ 44450 h 37"/>
              <a:gd name="T56" fmla="*/ 140827 w 62"/>
              <a:gd name="T57" fmla="*/ 53975 h 37"/>
              <a:gd name="T58" fmla="*/ 131225 w 62"/>
              <a:gd name="T59" fmla="*/ 92075 h 37"/>
              <a:gd name="T60" fmla="*/ 140827 w 62"/>
              <a:gd name="T61" fmla="*/ 98425 h 37"/>
              <a:gd name="T62" fmla="*/ 140827 w 62"/>
              <a:gd name="T63" fmla="*/ 98425 h 37"/>
              <a:gd name="T64" fmla="*/ 99219 w 62"/>
              <a:gd name="T65" fmla="*/ 107950 h 37"/>
              <a:gd name="T66" fmla="*/ 60812 w 62"/>
              <a:gd name="T67" fmla="*/ 98425 h 37"/>
              <a:gd name="T68" fmla="*/ 60812 w 62"/>
              <a:gd name="T69" fmla="*/ 98425 h 37"/>
              <a:gd name="T70" fmla="*/ 99219 w 62"/>
              <a:gd name="T71" fmla="*/ 85725 h 3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2" h="37">
                <a:moveTo>
                  <a:pt x="3" y="15"/>
                </a:moveTo>
                <a:cubicBezTo>
                  <a:pt x="3" y="21"/>
                  <a:pt x="3" y="21"/>
                  <a:pt x="3" y="2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9"/>
                  <a:pt x="0" y="29"/>
                  <a:pt x="1" y="30"/>
                </a:cubicBezTo>
                <a:cubicBezTo>
                  <a:pt x="1" y="30"/>
                  <a:pt x="2" y="30"/>
                  <a:pt x="3" y="29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29"/>
                  <a:pt x="3" y="29"/>
                  <a:pt x="3" y="29"/>
                </a:cubicBezTo>
                <a:cubicBezTo>
                  <a:pt x="3" y="30"/>
                  <a:pt x="4" y="31"/>
                  <a:pt x="4" y="31"/>
                </a:cubicBezTo>
                <a:cubicBezTo>
                  <a:pt x="5" y="31"/>
                  <a:pt x="6" y="30"/>
                  <a:pt x="6" y="29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30"/>
                  <a:pt x="7" y="30"/>
                  <a:pt x="8" y="30"/>
                </a:cubicBezTo>
                <a:cubicBezTo>
                  <a:pt x="9" y="29"/>
                  <a:pt x="9" y="29"/>
                  <a:pt x="9" y="28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16"/>
                  <a:pt x="6" y="16"/>
                  <a:pt x="6" y="16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3"/>
                  <a:pt x="18" y="34"/>
                  <a:pt x="21" y="35"/>
                </a:cubicBezTo>
                <a:cubicBezTo>
                  <a:pt x="24" y="36"/>
                  <a:pt x="27" y="37"/>
                  <a:pt x="31" y="37"/>
                </a:cubicBezTo>
                <a:cubicBezTo>
                  <a:pt x="35" y="37"/>
                  <a:pt x="39" y="36"/>
                  <a:pt x="41" y="35"/>
                </a:cubicBezTo>
                <a:cubicBezTo>
                  <a:pt x="45" y="34"/>
                  <a:pt x="46" y="33"/>
                  <a:pt x="47" y="31"/>
                </a:cubicBezTo>
                <a:cubicBezTo>
                  <a:pt x="47" y="31"/>
                  <a:pt x="47" y="31"/>
                  <a:pt x="47" y="31"/>
                </a:cubicBezTo>
                <a:cubicBezTo>
                  <a:pt x="47" y="31"/>
                  <a:pt x="47" y="31"/>
                  <a:pt x="47" y="31"/>
                </a:cubicBezTo>
                <a:cubicBezTo>
                  <a:pt x="47" y="31"/>
                  <a:pt x="47" y="31"/>
                  <a:pt x="47" y="31"/>
                </a:cubicBezTo>
                <a:cubicBezTo>
                  <a:pt x="47" y="20"/>
                  <a:pt x="47" y="20"/>
                  <a:pt x="47" y="20"/>
                </a:cubicBezTo>
                <a:cubicBezTo>
                  <a:pt x="60" y="15"/>
                  <a:pt x="60" y="15"/>
                  <a:pt x="60" y="15"/>
                </a:cubicBezTo>
                <a:cubicBezTo>
                  <a:pt x="61" y="15"/>
                  <a:pt x="61" y="14"/>
                  <a:pt x="61" y="14"/>
                </a:cubicBezTo>
                <a:cubicBezTo>
                  <a:pt x="62" y="12"/>
                  <a:pt x="61" y="11"/>
                  <a:pt x="60" y="11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1" y="0"/>
                  <a:pt x="30" y="0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1" y="11"/>
                  <a:pt x="1" y="12"/>
                </a:cubicBezTo>
                <a:cubicBezTo>
                  <a:pt x="1" y="13"/>
                  <a:pt x="1" y="15"/>
                  <a:pt x="2" y="15"/>
                </a:cubicBezTo>
                <a:cubicBezTo>
                  <a:pt x="3" y="15"/>
                  <a:pt x="3" y="15"/>
                  <a:pt x="3" y="15"/>
                </a:cubicBezTo>
                <a:close/>
                <a:moveTo>
                  <a:pt x="16" y="15"/>
                </a:moveTo>
                <a:cubicBezTo>
                  <a:pt x="16" y="15"/>
                  <a:pt x="16" y="15"/>
                  <a:pt x="16" y="15"/>
                </a:cubicBezTo>
                <a:cubicBezTo>
                  <a:pt x="10" y="13"/>
                  <a:pt x="10" y="13"/>
                  <a:pt x="10" y="13"/>
                </a:cubicBezTo>
                <a:cubicBezTo>
                  <a:pt x="31" y="5"/>
                  <a:pt x="31" y="5"/>
                  <a:pt x="31" y="5"/>
                </a:cubicBezTo>
                <a:cubicBezTo>
                  <a:pt x="52" y="13"/>
                  <a:pt x="52" y="13"/>
                  <a:pt x="52" y="13"/>
                </a:cubicBezTo>
                <a:cubicBezTo>
                  <a:pt x="46" y="15"/>
                  <a:pt x="46" y="15"/>
                  <a:pt x="46" y="15"/>
                </a:cubicBezTo>
                <a:cubicBezTo>
                  <a:pt x="45" y="14"/>
                  <a:pt x="44" y="13"/>
                  <a:pt x="41" y="12"/>
                </a:cubicBezTo>
                <a:cubicBezTo>
                  <a:pt x="39" y="11"/>
                  <a:pt x="35" y="11"/>
                  <a:pt x="31" y="11"/>
                </a:cubicBezTo>
                <a:cubicBezTo>
                  <a:pt x="27" y="11"/>
                  <a:pt x="24" y="11"/>
                  <a:pt x="21" y="12"/>
                </a:cubicBezTo>
                <a:cubicBezTo>
                  <a:pt x="19" y="13"/>
                  <a:pt x="17" y="14"/>
                  <a:pt x="16" y="15"/>
                </a:cubicBezTo>
                <a:close/>
                <a:moveTo>
                  <a:pt x="44" y="27"/>
                </a:moveTo>
                <a:cubicBezTo>
                  <a:pt x="44" y="27"/>
                  <a:pt x="44" y="27"/>
                  <a:pt x="44" y="27"/>
                </a:cubicBezTo>
                <a:cubicBezTo>
                  <a:pt x="43" y="27"/>
                  <a:pt x="42" y="26"/>
                  <a:pt x="41" y="26"/>
                </a:cubicBezTo>
                <a:cubicBezTo>
                  <a:pt x="39" y="25"/>
                  <a:pt x="35" y="25"/>
                  <a:pt x="31" y="25"/>
                </a:cubicBezTo>
                <a:cubicBezTo>
                  <a:pt x="27" y="25"/>
                  <a:pt x="24" y="25"/>
                  <a:pt x="21" y="26"/>
                </a:cubicBezTo>
                <a:cubicBezTo>
                  <a:pt x="20" y="26"/>
                  <a:pt x="19" y="27"/>
                  <a:pt x="19" y="2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6"/>
                  <a:pt x="20" y="16"/>
                  <a:pt x="22" y="15"/>
                </a:cubicBezTo>
                <a:cubicBezTo>
                  <a:pt x="24" y="14"/>
                  <a:pt x="28" y="14"/>
                  <a:pt x="31" y="14"/>
                </a:cubicBezTo>
                <a:cubicBezTo>
                  <a:pt x="35" y="14"/>
                  <a:pt x="38" y="14"/>
                  <a:pt x="41" y="15"/>
                </a:cubicBezTo>
                <a:cubicBezTo>
                  <a:pt x="43" y="16"/>
                  <a:pt x="44" y="16"/>
                  <a:pt x="44" y="17"/>
                </a:cubicBezTo>
                <a:cubicBezTo>
                  <a:pt x="44" y="27"/>
                  <a:pt x="44" y="27"/>
                  <a:pt x="44" y="27"/>
                </a:cubicBezTo>
                <a:close/>
                <a:moveTo>
                  <a:pt x="41" y="29"/>
                </a:moveTo>
                <a:cubicBezTo>
                  <a:pt x="41" y="29"/>
                  <a:pt x="41" y="29"/>
                  <a:pt x="41" y="29"/>
                </a:cubicBezTo>
                <a:cubicBezTo>
                  <a:pt x="42" y="29"/>
                  <a:pt x="44" y="30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1"/>
                  <a:pt x="42" y="32"/>
                  <a:pt x="41" y="33"/>
                </a:cubicBezTo>
                <a:cubicBezTo>
                  <a:pt x="38" y="34"/>
                  <a:pt x="35" y="34"/>
                  <a:pt x="31" y="34"/>
                </a:cubicBezTo>
                <a:cubicBezTo>
                  <a:pt x="28" y="34"/>
                  <a:pt x="24" y="34"/>
                  <a:pt x="22" y="33"/>
                </a:cubicBezTo>
                <a:cubicBezTo>
                  <a:pt x="20" y="32"/>
                  <a:pt x="19" y="31"/>
                  <a:pt x="19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30"/>
                  <a:pt x="20" y="29"/>
                  <a:pt x="22" y="29"/>
                </a:cubicBezTo>
                <a:cubicBezTo>
                  <a:pt x="24" y="28"/>
                  <a:pt x="28" y="27"/>
                  <a:pt x="31" y="27"/>
                </a:cubicBezTo>
                <a:cubicBezTo>
                  <a:pt x="35" y="27"/>
                  <a:pt x="38" y="28"/>
                  <a:pt x="41" y="2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49" name="Freeform 383">
            <a:extLst>
              <a:ext uri="{FF2B5EF4-FFF2-40B4-BE49-F238E27FC236}">
                <a16:creationId xmlns:a16="http://schemas.microsoft.com/office/drawing/2014/main" id="{173F5BF9-3923-AC27-0C58-41FC88C99A35}"/>
              </a:ext>
            </a:extLst>
          </p:cNvPr>
          <p:cNvSpPr>
            <a:spLocks noEditPoints="1"/>
          </p:cNvSpPr>
          <p:nvPr/>
        </p:nvSpPr>
        <p:spPr bwMode="auto">
          <a:xfrm>
            <a:off x="4283535" y="3467547"/>
            <a:ext cx="198967" cy="177800"/>
          </a:xfrm>
          <a:custGeom>
            <a:avLst/>
            <a:gdLst>
              <a:gd name="T0" fmla="*/ 101600 w 47"/>
              <a:gd name="T1" fmla="*/ 19050 h 42"/>
              <a:gd name="T2" fmla="*/ 95250 w 47"/>
              <a:gd name="T3" fmla="*/ 3175 h 42"/>
              <a:gd name="T4" fmla="*/ 63500 w 47"/>
              <a:gd name="T5" fmla="*/ 0 h 42"/>
              <a:gd name="T6" fmla="*/ 53975 w 47"/>
              <a:gd name="T7" fmla="*/ 3175 h 42"/>
              <a:gd name="T8" fmla="*/ 47625 w 47"/>
              <a:gd name="T9" fmla="*/ 15875 h 42"/>
              <a:gd name="T10" fmla="*/ 19050 w 47"/>
              <a:gd name="T11" fmla="*/ 19050 h 42"/>
              <a:gd name="T12" fmla="*/ 0 w 47"/>
              <a:gd name="T13" fmla="*/ 114300 h 42"/>
              <a:gd name="T14" fmla="*/ 130175 w 47"/>
              <a:gd name="T15" fmla="*/ 133350 h 42"/>
              <a:gd name="T16" fmla="*/ 149225 w 47"/>
              <a:gd name="T17" fmla="*/ 38100 h 42"/>
              <a:gd name="T18" fmla="*/ 53975 w 47"/>
              <a:gd name="T19" fmla="*/ 15875 h 42"/>
              <a:gd name="T20" fmla="*/ 57150 w 47"/>
              <a:gd name="T21" fmla="*/ 9525 h 42"/>
              <a:gd name="T22" fmla="*/ 63500 w 47"/>
              <a:gd name="T23" fmla="*/ 6350 h 42"/>
              <a:gd name="T24" fmla="*/ 92075 w 47"/>
              <a:gd name="T25" fmla="*/ 9525 h 42"/>
              <a:gd name="T26" fmla="*/ 95250 w 47"/>
              <a:gd name="T27" fmla="*/ 19050 h 42"/>
              <a:gd name="T28" fmla="*/ 53975 w 47"/>
              <a:gd name="T29" fmla="*/ 15875 h 42"/>
              <a:gd name="T30" fmla="*/ 136525 w 47"/>
              <a:gd name="T31" fmla="*/ 114300 h 42"/>
              <a:gd name="T32" fmla="*/ 19050 w 47"/>
              <a:gd name="T33" fmla="*/ 123825 h 42"/>
              <a:gd name="T34" fmla="*/ 12700 w 47"/>
              <a:gd name="T35" fmla="*/ 38100 h 42"/>
              <a:gd name="T36" fmla="*/ 130175 w 47"/>
              <a:gd name="T37" fmla="*/ 31750 h 42"/>
              <a:gd name="T38" fmla="*/ 136525 w 47"/>
              <a:gd name="T39" fmla="*/ 114300 h 42"/>
              <a:gd name="T40" fmla="*/ 104775 w 47"/>
              <a:gd name="T41" fmla="*/ 63500 h 42"/>
              <a:gd name="T42" fmla="*/ 88900 w 47"/>
              <a:gd name="T43" fmla="*/ 44450 h 42"/>
              <a:gd name="T44" fmla="*/ 63500 w 47"/>
              <a:gd name="T45" fmla="*/ 41275 h 42"/>
              <a:gd name="T46" fmla="*/ 60325 w 47"/>
              <a:gd name="T47" fmla="*/ 63500 h 42"/>
              <a:gd name="T48" fmla="*/ 38100 w 47"/>
              <a:gd name="T49" fmla="*/ 66675 h 42"/>
              <a:gd name="T50" fmla="*/ 44450 w 47"/>
              <a:gd name="T51" fmla="*/ 92075 h 42"/>
              <a:gd name="T52" fmla="*/ 60325 w 47"/>
              <a:gd name="T53" fmla="*/ 107950 h 42"/>
              <a:gd name="T54" fmla="*/ 85725 w 47"/>
              <a:gd name="T55" fmla="*/ 111125 h 42"/>
              <a:gd name="T56" fmla="*/ 88900 w 47"/>
              <a:gd name="T57" fmla="*/ 92075 h 42"/>
              <a:gd name="T58" fmla="*/ 111125 w 47"/>
              <a:gd name="T59" fmla="*/ 88900 h 42"/>
              <a:gd name="T60" fmla="*/ 104775 w 47"/>
              <a:gd name="T61" fmla="*/ 63500 h 42"/>
              <a:gd name="T62" fmla="*/ 101600 w 47"/>
              <a:gd name="T63" fmla="*/ 82550 h 42"/>
              <a:gd name="T64" fmla="*/ 82550 w 47"/>
              <a:gd name="T65" fmla="*/ 88900 h 42"/>
              <a:gd name="T66" fmla="*/ 66675 w 47"/>
              <a:gd name="T67" fmla="*/ 104775 h 42"/>
              <a:gd name="T68" fmla="*/ 63500 w 47"/>
              <a:gd name="T69" fmla="*/ 82550 h 42"/>
              <a:gd name="T70" fmla="*/ 47625 w 47"/>
              <a:gd name="T71" fmla="*/ 69850 h 42"/>
              <a:gd name="T72" fmla="*/ 66675 w 47"/>
              <a:gd name="T73" fmla="*/ 66675 h 42"/>
              <a:gd name="T74" fmla="*/ 82550 w 47"/>
              <a:gd name="T75" fmla="*/ 47625 h 42"/>
              <a:gd name="T76" fmla="*/ 85725 w 47"/>
              <a:gd name="T77" fmla="*/ 69850 h 42"/>
              <a:gd name="T78" fmla="*/ 101600 w 47"/>
              <a:gd name="T79" fmla="*/ 82550 h 4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7" h="42">
                <a:moveTo>
                  <a:pt x="41" y="6"/>
                </a:moveTo>
                <a:cubicBezTo>
                  <a:pt x="32" y="6"/>
                  <a:pt x="32" y="6"/>
                  <a:pt x="32" y="6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3"/>
                  <a:pt x="31" y="2"/>
                  <a:pt x="30" y="1"/>
                </a:cubicBezTo>
                <a:cubicBezTo>
                  <a:pt x="29" y="0"/>
                  <a:pt x="28" y="0"/>
                  <a:pt x="27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6" y="2"/>
                  <a:pt x="15" y="3"/>
                  <a:pt x="15" y="5"/>
                </a:cubicBezTo>
                <a:cubicBezTo>
                  <a:pt x="15" y="6"/>
                  <a:pt x="15" y="6"/>
                  <a:pt x="15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6"/>
                  <a:pt x="0" y="9"/>
                  <a:pt x="0" y="1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40"/>
                  <a:pt x="3" y="42"/>
                  <a:pt x="6" y="42"/>
                </a:cubicBezTo>
                <a:cubicBezTo>
                  <a:pt x="41" y="42"/>
                  <a:pt x="41" y="42"/>
                  <a:pt x="41" y="42"/>
                </a:cubicBezTo>
                <a:cubicBezTo>
                  <a:pt x="44" y="42"/>
                  <a:pt x="47" y="40"/>
                  <a:pt x="47" y="36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9"/>
                  <a:pt x="44" y="6"/>
                  <a:pt x="41" y="6"/>
                </a:cubicBezTo>
                <a:close/>
                <a:moveTo>
                  <a:pt x="17" y="5"/>
                </a:moveTo>
                <a:cubicBezTo>
                  <a:pt x="17" y="5"/>
                  <a:pt x="17" y="5"/>
                  <a:pt x="17" y="5"/>
                </a:cubicBezTo>
                <a:cubicBezTo>
                  <a:pt x="17" y="4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9" y="2"/>
                  <a:pt x="19" y="2"/>
                  <a:pt x="20" y="2"/>
                </a:cubicBezTo>
                <a:cubicBezTo>
                  <a:pt x="27" y="2"/>
                  <a:pt x="27" y="2"/>
                  <a:pt x="27" y="2"/>
                </a:cubicBezTo>
                <a:cubicBezTo>
                  <a:pt x="28" y="2"/>
                  <a:pt x="28" y="2"/>
                  <a:pt x="29" y="3"/>
                </a:cubicBezTo>
                <a:cubicBezTo>
                  <a:pt x="29" y="3"/>
                  <a:pt x="30" y="4"/>
                  <a:pt x="30" y="5"/>
                </a:cubicBezTo>
                <a:cubicBezTo>
                  <a:pt x="30" y="6"/>
                  <a:pt x="30" y="6"/>
                  <a:pt x="30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5"/>
                  <a:pt x="17" y="5"/>
                  <a:pt x="17" y="5"/>
                </a:cubicBezTo>
                <a:close/>
                <a:moveTo>
                  <a:pt x="43" y="36"/>
                </a:moveTo>
                <a:cubicBezTo>
                  <a:pt x="43" y="36"/>
                  <a:pt x="43" y="36"/>
                  <a:pt x="43" y="36"/>
                </a:cubicBezTo>
                <a:cubicBezTo>
                  <a:pt x="43" y="38"/>
                  <a:pt x="42" y="39"/>
                  <a:pt x="41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5" y="39"/>
                  <a:pt x="4" y="38"/>
                  <a:pt x="4" y="36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1"/>
                  <a:pt x="5" y="10"/>
                  <a:pt x="6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42" y="10"/>
                  <a:pt x="43" y="11"/>
                  <a:pt x="43" y="12"/>
                </a:cubicBezTo>
                <a:cubicBezTo>
                  <a:pt x="43" y="36"/>
                  <a:pt x="43" y="36"/>
                  <a:pt x="43" y="36"/>
                </a:cubicBezTo>
                <a:close/>
                <a:moveTo>
                  <a:pt x="33" y="20"/>
                </a:moveTo>
                <a:cubicBezTo>
                  <a:pt x="33" y="20"/>
                  <a:pt x="33" y="20"/>
                  <a:pt x="33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14"/>
                  <a:pt x="28" y="14"/>
                  <a:pt x="28" y="14"/>
                </a:cubicBezTo>
                <a:cubicBezTo>
                  <a:pt x="28" y="14"/>
                  <a:pt x="27" y="13"/>
                  <a:pt x="27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3"/>
                  <a:pt x="19" y="14"/>
                  <a:pt x="19" y="14"/>
                </a:cubicBezTo>
                <a:cubicBezTo>
                  <a:pt x="19" y="20"/>
                  <a:pt x="19" y="20"/>
                  <a:pt x="19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3" y="20"/>
                  <a:pt x="12" y="21"/>
                  <a:pt x="12" y="21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8"/>
                  <a:pt x="13" y="29"/>
                  <a:pt x="14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5"/>
                  <a:pt x="20" y="35"/>
                  <a:pt x="20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8" y="35"/>
                  <a:pt x="28" y="34"/>
                </a:cubicBezTo>
                <a:cubicBezTo>
                  <a:pt x="28" y="29"/>
                  <a:pt x="28" y="29"/>
                  <a:pt x="28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34" y="29"/>
                  <a:pt x="35" y="28"/>
                  <a:pt x="35" y="28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1"/>
                  <a:pt x="34" y="20"/>
                  <a:pt x="33" y="20"/>
                </a:cubicBezTo>
                <a:close/>
                <a:moveTo>
                  <a:pt x="32" y="26"/>
                </a:moveTo>
                <a:cubicBezTo>
                  <a:pt x="32" y="26"/>
                  <a:pt x="32" y="26"/>
                  <a:pt x="32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6" y="26"/>
                  <a:pt x="26" y="27"/>
                  <a:pt x="26" y="28"/>
                </a:cubicBezTo>
                <a:cubicBezTo>
                  <a:pt x="26" y="33"/>
                  <a:pt x="26" y="33"/>
                  <a:pt x="26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28"/>
                  <a:pt x="21" y="28"/>
                  <a:pt x="21" y="28"/>
                </a:cubicBezTo>
                <a:cubicBezTo>
                  <a:pt x="21" y="27"/>
                  <a:pt x="21" y="26"/>
                  <a:pt x="20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2"/>
                  <a:pt x="15" y="22"/>
                  <a:pt x="15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1" y="22"/>
                  <a:pt x="21" y="22"/>
                  <a:pt x="21" y="21"/>
                </a:cubicBezTo>
                <a:cubicBezTo>
                  <a:pt x="21" y="15"/>
                  <a:pt x="21" y="15"/>
                  <a:pt x="21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22"/>
                  <a:pt x="26" y="22"/>
                  <a:pt x="27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6"/>
                  <a:pt x="32" y="26"/>
                  <a:pt x="32" y="26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50" name="Freeform 384">
            <a:extLst>
              <a:ext uri="{FF2B5EF4-FFF2-40B4-BE49-F238E27FC236}">
                <a16:creationId xmlns:a16="http://schemas.microsoft.com/office/drawing/2014/main" id="{F192D1BA-12B5-0154-580A-95F9765ADA2C}"/>
              </a:ext>
            </a:extLst>
          </p:cNvPr>
          <p:cNvSpPr>
            <a:spLocks noEditPoints="1"/>
          </p:cNvSpPr>
          <p:nvPr/>
        </p:nvSpPr>
        <p:spPr bwMode="auto">
          <a:xfrm>
            <a:off x="2425101" y="3463314"/>
            <a:ext cx="169333" cy="169333"/>
          </a:xfrm>
          <a:custGeom>
            <a:avLst/>
            <a:gdLst>
              <a:gd name="T0" fmla="*/ 88900 w 40"/>
              <a:gd name="T1" fmla="*/ 12700 h 40"/>
              <a:gd name="T2" fmla="*/ 82550 w 40"/>
              <a:gd name="T3" fmla="*/ 6350 h 40"/>
              <a:gd name="T4" fmla="*/ 88900 w 40"/>
              <a:gd name="T5" fmla="*/ 0 h 40"/>
              <a:gd name="T6" fmla="*/ 120650 w 40"/>
              <a:gd name="T7" fmla="*/ 0 h 40"/>
              <a:gd name="T8" fmla="*/ 127000 w 40"/>
              <a:gd name="T9" fmla="*/ 6350 h 40"/>
              <a:gd name="T10" fmla="*/ 123825 w 40"/>
              <a:gd name="T11" fmla="*/ 6350 h 40"/>
              <a:gd name="T12" fmla="*/ 123825 w 40"/>
              <a:gd name="T13" fmla="*/ 38100 h 40"/>
              <a:gd name="T14" fmla="*/ 120650 w 40"/>
              <a:gd name="T15" fmla="*/ 44450 h 40"/>
              <a:gd name="T16" fmla="*/ 114300 w 40"/>
              <a:gd name="T17" fmla="*/ 38100 h 40"/>
              <a:gd name="T18" fmla="*/ 114300 w 40"/>
              <a:gd name="T19" fmla="*/ 19050 h 40"/>
              <a:gd name="T20" fmla="*/ 98425 w 40"/>
              <a:gd name="T21" fmla="*/ 34925 h 40"/>
              <a:gd name="T22" fmla="*/ 111125 w 40"/>
              <a:gd name="T23" fmla="*/ 69850 h 40"/>
              <a:gd name="T24" fmla="*/ 111125 w 40"/>
              <a:gd name="T25" fmla="*/ 69850 h 40"/>
              <a:gd name="T26" fmla="*/ 53975 w 40"/>
              <a:gd name="T27" fmla="*/ 127000 h 40"/>
              <a:gd name="T28" fmla="*/ 0 w 40"/>
              <a:gd name="T29" fmla="*/ 69850 h 40"/>
              <a:gd name="T30" fmla="*/ 0 w 40"/>
              <a:gd name="T31" fmla="*/ 69850 h 40"/>
              <a:gd name="T32" fmla="*/ 53975 w 40"/>
              <a:gd name="T33" fmla="*/ 15875 h 40"/>
              <a:gd name="T34" fmla="*/ 92075 w 40"/>
              <a:gd name="T35" fmla="*/ 28575 h 40"/>
              <a:gd name="T36" fmla="*/ 104775 w 40"/>
              <a:gd name="T37" fmla="*/ 12700 h 40"/>
              <a:gd name="T38" fmla="*/ 88900 w 40"/>
              <a:gd name="T39" fmla="*/ 12700 h 40"/>
              <a:gd name="T40" fmla="*/ 53975 w 40"/>
              <a:gd name="T41" fmla="*/ 25400 h 40"/>
              <a:gd name="T42" fmla="*/ 53975 w 40"/>
              <a:gd name="T43" fmla="*/ 25400 h 40"/>
              <a:gd name="T44" fmla="*/ 9525 w 40"/>
              <a:gd name="T45" fmla="*/ 69850 h 40"/>
              <a:gd name="T46" fmla="*/ 9525 w 40"/>
              <a:gd name="T47" fmla="*/ 69850 h 40"/>
              <a:gd name="T48" fmla="*/ 53975 w 40"/>
              <a:gd name="T49" fmla="*/ 117475 h 40"/>
              <a:gd name="T50" fmla="*/ 101600 w 40"/>
              <a:gd name="T51" fmla="*/ 69850 h 40"/>
              <a:gd name="T52" fmla="*/ 101600 w 40"/>
              <a:gd name="T53" fmla="*/ 69850 h 40"/>
              <a:gd name="T54" fmla="*/ 53975 w 40"/>
              <a:gd name="T55" fmla="*/ 25400 h 40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0" h="40">
                <a:moveTo>
                  <a:pt x="28" y="4"/>
                </a:moveTo>
                <a:cubicBezTo>
                  <a:pt x="27" y="4"/>
                  <a:pt x="26" y="3"/>
                  <a:pt x="26" y="2"/>
                </a:cubicBezTo>
                <a:cubicBezTo>
                  <a:pt x="26" y="1"/>
                  <a:pt x="27" y="0"/>
                  <a:pt x="28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9" y="0"/>
                  <a:pt x="40" y="1"/>
                  <a:pt x="40" y="2"/>
                </a:cubicBezTo>
                <a:cubicBezTo>
                  <a:pt x="39" y="2"/>
                  <a:pt x="39" y="2"/>
                  <a:pt x="39" y="2"/>
                </a:cubicBezTo>
                <a:cubicBezTo>
                  <a:pt x="39" y="12"/>
                  <a:pt x="39" y="12"/>
                  <a:pt x="39" y="12"/>
                </a:cubicBezTo>
                <a:cubicBezTo>
                  <a:pt x="39" y="13"/>
                  <a:pt x="39" y="14"/>
                  <a:pt x="38" y="14"/>
                </a:cubicBezTo>
                <a:cubicBezTo>
                  <a:pt x="37" y="14"/>
                  <a:pt x="36" y="13"/>
                  <a:pt x="36" y="12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11"/>
                  <a:pt x="31" y="11"/>
                  <a:pt x="31" y="11"/>
                </a:cubicBezTo>
                <a:cubicBezTo>
                  <a:pt x="34" y="15"/>
                  <a:pt x="35" y="18"/>
                  <a:pt x="35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32"/>
                  <a:pt x="27" y="40"/>
                  <a:pt x="17" y="40"/>
                </a:cubicBezTo>
                <a:cubicBezTo>
                  <a:pt x="8" y="40"/>
                  <a:pt x="0" y="32"/>
                  <a:pt x="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3"/>
                  <a:pt x="8" y="5"/>
                  <a:pt x="17" y="5"/>
                </a:cubicBezTo>
                <a:cubicBezTo>
                  <a:pt x="21" y="5"/>
                  <a:pt x="25" y="6"/>
                  <a:pt x="29" y="9"/>
                </a:cubicBezTo>
                <a:cubicBezTo>
                  <a:pt x="33" y="4"/>
                  <a:pt x="33" y="4"/>
                  <a:pt x="33" y="4"/>
                </a:cubicBezTo>
                <a:cubicBezTo>
                  <a:pt x="28" y="4"/>
                  <a:pt x="28" y="4"/>
                  <a:pt x="28" y="4"/>
                </a:cubicBezTo>
                <a:close/>
                <a:moveTo>
                  <a:pt x="17" y="8"/>
                </a:moveTo>
                <a:cubicBezTo>
                  <a:pt x="17" y="8"/>
                  <a:pt x="17" y="8"/>
                  <a:pt x="17" y="8"/>
                </a:cubicBezTo>
                <a:cubicBezTo>
                  <a:pt x="10" y="8"/>
                  <a:pt x="3" y="15"/>
                  <a:pt x="3" y="22"/>
                </a:cubicBezTo>
                <a:cubicBezTo>
                  <a:pt x="3" y="22"/>
                  <a:pt x="3" y="22"/>
                  <a:pt x="3" y="22"/>
                </a:cubicBezTo>
                <a:cubicBezTo>
                  <a:pt x="3" y="30"/>
                  <a:pt x="10" y="37"/>
                  <a:pt x="17" y="37"/>
                </a:cubicBezTo>
                <a:cubicBezTo>
                  <a:pt x="25" y="37"/>
                  <a:pt x="32" y="30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15"/>
                  <a:pt x="25" y="8"/>
                  <a:pt x="17" y="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51" name="Freeform 385">
            <a:extLst>
              <a:ext uri="{FF2B5EF4-FFF2-40B4-BE49-F238E27FC236}">
                <a16:creationId xmlns:a16="http://schemas.microsoft.com/office/drawing/2014/main" id="{717EA63A-7756-391E-7A5C-97AEA598B837}"/>
              </a:ext>
            </a:extLst>
          </p:cNvPr>
          <p:cNvSpPr>
            <a:spLocks noEditPoints="1"/>
          </p:cNvSpPr>
          <p:nvPr/>
        </p:nvSpPr>
        <p:spPr bwMode="auto">
          <a:xfrm>
            <a:off x="9930802" y="3025165"/>
            <a:ext cx="156633" cy="194733"/>
          </a:xfrm>
          <a:custGeom>
            <a:avLst/>
            <a:gdLst>
              <a:gd name="T0" fmla="*/ 73025 w 37"/>
              <a:gd name="T1" fmla="*/ 120650 h 46"/>
              <a:gd name="T2" fmla="*/ 79375 w 37"/>
              <a:gd name="T3" fmla="*/ 127000 h 46"/>
              <a:gd name="T4" fmla="*/ 73025 w 37"/>
              <a:gd name="T5" fmla="*/ 130175 h 46"/>
              <a:gd name="T6" fmla="*/ 63500 w 37"/>
              <a:gd name="T7" fmla="*/ 130175 h 46"/>
              <a:gd name="T8" fmla="*/ 63500 w 37"/>
              <a:gd name="T9" fmla="*/ 139700 h 46"/>
              <a:gd name="T10" fmla="*/ 57150 w 37"/>
              <a:gd name="T11" fmla="*/ 146050 h 46"/>
              <a:gd name="T12" fmla="*/ 50800 w 37"/>
              <a:gd name="T13" fmla="*/ 139700 h 46"/>
              <a:gd name="T14" fmla="*/ 50800 w 37"/>
              <a:gd name="T15" fmla="*/ 130175 h 46"/>
              <a:gd name="T16" fmla="*/ 41275 w 37"/>
              <a:gd name="T17" fmla="*/ 130175 h 46"/>
              <a:gd name="T18" fmla="*/ 34925 w 37"/>
              <a:gd name="T19" fmla="*/ 127000 h 46"/>
              <a:gd name="T20" fmla="*/ 41275 w 37"/>
              <a:gd name="T21" fmla="*/ 120650 h 46"/>
              <a:gd name="T22" fmla="*/ 50800 w 37"/>
              <a:gd name="T23" fmla="*/ 120650 h 46"/>
              <a:gd name="T24" fmla="*/ 50800 w 37"/>
              <a:gd name="T25" fmla="*/ 111125 h 46"/>
              <a:gd name="T26" fmla="*/ 15875 w 37"/>
              <a:gd name="T27" fmla="*/ 95250 h 46"/>
              <a:gd name="T28" fmla="*/ 0 w 37"/>
              <a:gd name="T29" fmla="*/ 53975 h 46"/>
              <a:gd name="T30" fmla="*/ 57150 w 37"/>
              <a:gd name="T31" fmla="*/ 0 h 46"/>
              <a:gd name="T32" fmla="*/ 95250 w 37"/>
              <a:gd name="T33" fmla="*/ 15875 h 46"/>
              <a:gd name="T34" fmla="*/ 95250 w 37"/>
              <a:gd name="T35" fmla="*/ 95250 h 46"/>
              <a:gd name="T36" fmla="*/ 63500 w 37"/>
              <a:gd name="T37" fmla="*/ 111125 h 46"/>
              <a:gd name="T38" fmla="*/ 63500 w 37"/>
              <a:gd name="T39" fmla="*/ 120650 h 46"/>
              <a:gd name="T40" fmla="*/ 73025 w 37"/>
              <a:gd name="T41" fmla="*/ 120650 h 46"/>
              <a:gd name="T42" fmla="*/ 88900 w 37"/>
              <a:gd name="T43" fmla="*/ 85725 h 46"/>
              <a:gd name="T44" fmla="*/ 88900 w 37"/>
              <a:gd name="T45" fmla="*/ 85725 h 46"/>
              <a:gd name="T46" fmla="*/ 88900 w 37"/>
              <a:gd name="T47" fmla="*/ 22225 h 46"/>
              <a:gd name="T48" fmla="*/ 57150 w 37"/>
              <a:gd name="T49" fmla="*/ 9525 h 46"/>
              <a:gd name="T50" fmla="*/ 12700 w 37"/>
              <a:gd name="T51" fmla="*/ 53975 h 46"/>
              <a:gd name="T52" fmla="*/ 25400 w 37"/>
              <a:gd name="T53" fmla="*/ 85725 h 46"/>
              <a:gd name="T54" fmla="*/ 88900 w 37"/>
              <a:gd name="T55" fmla="*/ 85725 h 4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7" h="46">
                <a:moveTo>
                  <a:pt x="23" y="38"/>
                </a:moveTo>
                <a:cubicBezTo>
                  <a:pt x="24" y="38"/>
                  <a:pt x="25" y="39"/>
                  <a:pt x="25" y="40"/>
                </a:cubicBezTo>
                <a:cubicBezTo>
                  <a:pt x="25" y="41"/>
                  <a:pt x="24" y="41"/>
                  <a:pt x="23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4"/>
                  <a:pt x="20" y="44"/>
                  <a:pt x="20" y="44"/>
                </a:cubicBezTo>
                <a:cubicBezTo>
                  <a:pt x="20" y="45"/>
                  <a:pt x="19" y="46"/>
                  <a:pt x="18" y="46"/>
                </a:cubicBezTo>
                <a:cubicBezTo>
                  <a:pt x="17" y="46"/>
                  <a:pt x="16" y="45"/>
                  <a:pt x="16" y="44"/>
                </a:cubicBezTo>
                <a:cubicBezTo>
                  <a:pt x="16" y="41"/>
                  <a:pt x="16" y="41"/>
                  <a:pt x="16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2" y="41"/>
                  <a:pt x="11" y="41"/>
                  <a:pt x="11" y="40"/>
                </a:cubicBezTo>
                <a:cubicBezTo>
                  <a:pt x="11" y="39"/>
                  <a:pt x="12" y="38"/>
                  <a:pt x="13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5"/>
                  <a:pt x="16" y="35"/>
                  <a:pt x="16" y="35"/>
                </a:cubicBezTo>
                <a:cubicBezTo>
                  <a:pt x="12" y="34"/>
                  <a:pt x="8" y="33"/>
                  <a:pt x="5" y="30"/>
                </a:cubicBezTo>
                <a:cubicBezTo>
                  <a:pt x="2" y="27"/>
                  <a:pt x="0" y="22"/>
                  <a:pt x="0" y="17"/>
                </a:cubicBezTo>
                <a:cubicBezTo>
                  <a:pt x="0" y="8"/>
                  <a:pt x="8" y="0"/>
                  <a:pt x="18" y="0"/>
                </a:cubicBezTo>
                <a:cubicBezTo>
                  <a:pt x="23" y="0"/>
                  <a:pt x="27" y="2"/>
                  <a:pt x="30" y="5"/>
                </a:cubicBezTo>
                <a:cubicBezTo>
                  <a:pt x="37" y="12"/>
                  <a:pt x="37" y="23"/>
                  <a:pt x="30" y="30"/>
                </a:cubicBezTo>
                <a:cubicBezTo>
                  <a:pt x="28" y="33"/>
                  <a:pt x="24" y="34"/>
                  <a:pt x="20" y="35"/>
                </a:cubicBezTo>
                <a:cubicBezTo>
                  <a:pt x="20" y="38"/>
                  <a:pt x="20" y="38"/>
                  <a:pt x="20" y="38"/>
                </a:cubicBezTo>
                <a:cubicBezTo>
                  <a:pt x="23" y="38"/>
                  <a:pt x="23" y="38"/>
                  <a:pt x="23" y="38"/>
                </a:cubicBezTo>
                <a:close/>
                <a:moveTo>
                  <a:pt x="28" y="27"/>
                </a:moveTo>
                <a:cubicBezTo>
                  <a:pt x="28" y="27"/>
                  <a:pt x="28" y="27"/>
                  <a:pt x="28" y="27"/>
                </a:cubicBezTo>
                <a:cubicBezTo>
                  <a:pt x="33" y="22"/>
                  <a:pt x="33" y="13"/>
                  <a:pt x="28" y="7"/>
                </a:cubicBezTo>
                <a:cubicBezTo>
                  <a:pt x="25" y="5"/>
                  <a:pt x="22" y="3"/>
                  <a:pt x="18" y="3"/>
                </a:cubicBezTo>
                <a:cubicBezTo>
                  <a:pt x="10" y="3"/>
                  <a:pt x="4" y="10"/>
                  <a:pt x="4" y="17"/>
                </a:cubicBezTo>
                <a:cubicBezTo>
                  <a:pt x="4" y="21"/>
                  <a:pt x="5" y="25"/>
                  <a:pt x="8" y="27"/>
                </a:cubicBezTo>
                <a:cubicBezTo>
                  <a:pt x="13" y="33"/>
                  <a:pt x="22" y="33"/>
                  <a:pt x="28" y="2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52" name="Freeform 386">
            <a:extLst>
              <a:ext uri="{FF2B5EF4-FFF2-40B4-BE49-F238E27FC236}">
                <a16:creationId xmlns:a16="http://schemas.microsoft.com/office/drawing/2014/main" id="{5F073CFF-4927-84EF-BBC7-D7C7846A86BF}"/>
              </a:ext>
            </a:extLst>
          </p:cNvPr>
          <p:cNvSpPr>
            <a:spLocks noEditPoints="1"/>
          </p:cNvSpPr>
          <p:nvPr/>
        </p:nvSpPr>
        <p:spPr bwMode="auto">
          <a:xfrm>
            <a:off x="4660301" y="4828565"/>
            <a:ext cx="201084" cy="177800"/>
          </a:xfrm>
          <a:custGeom>
            <a:avLst/>
            <a:gdLst>
              <a:gd name="T0" fmla="*/ 80220 w 47"/>
              <a:gd name="T1" fmla="*/ 114300 h 42"/>
              <a:gd name="T2" fmla="*/ 99472 w 47"/>
              <a:gd name="T3" fmla="*/ 107950 h 42"/>
              <a:gd name="T4" fmla="*/ 118725 w 47"/>
              <a:gd name="T5" fmla="*/ 95250 h 42"/>
              <a:gd name="T6" fmla="*/ 118725 w 47"/>
              <a:gd name="T7" fmla="*/ 95250 h 42"/>
              <a:gd name="T8" fmla="*/ 121934 w 47"/>
              <a:gd name="T9" fmla="*/ 88900 h 42"/>
              <a:gd name="T10" fmla="*/ 118725 w 47"/>
              <a:gd name="T11" fmla="*/ 76200 h 42"/>
              <a:gd name="T12" fmla="*/ 144395 w 47"/>
              <a:gd name="T13" fmla="*/ 76200 h 42"/>
              <a:gd name="T14" fmla="*/ 144395 w 47"/>
              <a:gd name="T15" fmla="*/ 101600 h 42"/>
              <a:gd name="T16" fmla="*/ 137978 w 47"/>
              <a:gd name="T17" fmla="*/ 92075 h 42"/>
              <a:gd name="T18" fmla="*/ 128351 w 47"/>
              <a:gd name="T19" fmla="*/ 101600 h 42"/>
              <a:gd name="T20" fmla="*/ 102681 w 47"/>
              <a:gd name="T21" fmla="*/ 117475 h 42"/>
              <a:gd name="T22" fmla="*/ 80220 w 47"/>
              <a:gd name="T23" fmla="*/ 123825 h 42"/>
              <a:gd name="T24" fmla="*/ 73802 w 47"/>
              <a:gd name="T25" fmla="*/ 133350 h 42"/>
              <a:gd name="T26" fmla="*/ 70593 w 47"/>
              <a:gd name="T27" fmla="*/ 123825 h 42"/>
              <a:gd name="T28" fmla="*/ 44923 w 47"/>
              <a:gd name="T29" fmla="*/ 117475 h 42"/>
              <a:gd name="T30" fmla="*/ 32088 w 47"/>
              <a:gd name="T31" fmla="*/ 111125 h 42"/>
              <a:gd name="T32" fmla="*/ 22462 w 47"/>
              <a:gd name="T33" fmla="*/ 101600 h 42"/>
              <a:gd name="T34" fmla="*/ 12835 w 47"/>
              <a:gd name="T35" fmla="*/ 92075 h 42"/>
              <a:gd name="T36" fmla="*/ 6418 w 47"/>
              <a:gd name="T37" fmla="*/ 101600 h 42"/>
              <a:gd name="T38" fmla="*/ 6418 w 47"/>
              <a:gd name="T39" fmla="*/ 76200 h 42"/>
              <a:gd name="T40" fmla="*/ 32088 w 47"/>
              <a:gd name="T41" fmla="*/ 76200 h 42"/>
              <a:gd name="T42" fmla="*/ 28879 w 47"/>
              <a:gd name="T43" fmla="*/ 88900 h 42"/>
              <a:gd name="T44" fmla="*/ 28879 w 47"/>
              <a:gd name="T45" fmla="*/ 95250 h 42"/>
              <a:gd name="T46" fmla="*/ 32088 w 47"/>
              <a:gd name="T47" fmla="*/ 95250 h 42"/>
              <a:gd name="T48" fmla="*/ 38505 w 47"/>
              <a:gd name="T49" fmla="*/ 101600 h 42"/>
              <a:gd name="T50" fmla="*/ 51341 w 47"/>
              <a:gd name="T51" fmla="*/ 107950 h 42"/>
              <a:gd name="T52" fmla="*/ 70593 w 47"/>
              <a:gd name="T53" fmla="*/ 114300 h 42"/>
              <a:gd name="T54" fmla="*/ 57758 w 47"/>
              <a:gd name="T55" fmla="*/ 41275 h 42"/>
              <a:gd name="T56" fmla="*/ 57758 w 47"/>
              <a:gd name="T57" fmla="*/ 41275 h 42"/>
              <a:gd name="T58" fmla="*/ 57758 w 47"/>
              <a:gd name="T59" fmla="*/ 6350 h 42"/>
              <a:gd name="T60" fmla="*/ 93055 w 47"/>
              <a:gd name="T61" fmla="*/ 6350 h 42"/>
              <a:gd name="T62" fmla="*/ 93055 w 47"/>
              <a:gd name="T63" fmla="*/ 41275 h 42"/>
              <a:gd name="T64" fmla="*/ 93055 w 47"/>
              <a:gd name="T65" fmla="*/ 41275 h 42"/>
              <a:gd name="T66" fmla="*/ 83428 w 47"/>
              <a:gd name="T67" fmla="*/ 15875 h 42"/>
              <a:gd name="T68" fmla="*/ 73802 w 47"/>
              <a:gd name="T69" fmla="*/ 12700 h 42"/>
              <a:gd name="T70" fmla="*/ 60967 w 47"/>
              <a:gd name="T71" fmla="*/ 25400 h 42"/>
              <a:gd name="T72" fmla="*/ 64176 w 47"/>
              <a:gd name="T73" fmla="*/ 34925 h 42"/>
              <a:gd name="T74" fmla="*/ 83428 w 47"/>
              <a:gd name="T75" fmla="*/ 34925 h 42"/>
              <a:gd name="T76" fmla="*/ 83428 w 47"/>
              <a:gd name="T77" fmla="*/ 15875 h 4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7" h="42">
                <a:moveTo>
                  <a:pt x="25" y="15"/>
                </a:moveTo>
                <a:cubicBezTo>
                  <a:pt x="25" y="36"/>
                  <a:pt x="25" y="36"/>
                  <a:pt x="25" y="36"/>
                </a:cubicBezTo>
                <a:cubicBezTo>
                  <a:pt x="26" y="35"/>
                  <a:pt x="27" y="35"/>
                  <a:pt x="27" y="35"/>
                </a:cubicBezTo>
                <a:cubicBezTo>
                  <a:pt x="29" y="35"/>
                  <a:pt x="30" y="35"/>
                  <a:pt x="31" y="34"/>
                </a:cubicBezTo>
                <a:cubicBezTo>
                  <a:pt x="32" y="34"/>
                  <a:pt x="33" y="33"/>
                  <a:pt x="34" y="32"/>
                </a:cubicBezTo>
                <a:cubicBezTo>
                  <a:pt x="35" y="32"/>
                  <a:pt x="36" y="31"/>
                  <a:pt x="3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8" y="29"/>
                  <a:pt x="39" y="28"/>
                  <a:pt x="40" y="27"/>
                </a:cubicBezTo>
                <a:cubicBezTo>
                  <a:pt x="38" y="28"/>
                  <a:pt x="38" y="28"/>
                  <a:pt x="38" y="28"/>
                </a:cubicBezTo>
                <a:cubicBezTo>
                  <a:pt x="37" y="28"/>
                  <a:pt x="36" y="27"/>
                  <a:pt x="36" y="26"/>
                </a:cubicBezTo>
                <a:cubicBezTo>
                  <a:pt x="35" y="25"/>
                  <a:pt x="36" y="24"/>
                  <a:pt x="37" y="24"/>
                </a:cubicBezTo>
                <a:cubicBezTo>
                  <a:pt x="43" y="23"/>
                  <a:pt x="43" y="23"/>
                  <a:pt x="43" y="23"/>
                </a:cubicBezTo>
                <a:cubicBezTo>
                  <a:pt x="44" y="22"/>
                  <a:pt x="45" y="23"/>
                  <a:pt x="45" y="24"/>
                </a:cubicBezTo>
                <a:cubicBezTo>
                  <a:pt x="46" y="30"/>
                  <a:pt x="46" y="30"/>
                  <a:pt x="46" y="30"/>
                </a:cubicBezTo>
                <a:cubicBezTo>
                  <a:pt x="47" y="31"/>
                  <a:pt x="46" y="32"/>
                  <a:pt x="45" y="32"/>
                </a:cubicBezTo>
                <a:cubicBezTo>
                  <a:pt x="44" y="32"/>
                  <a:pt x="43" y="32"/>
                  <a:pt x="43" y="31"/>
                </a:cubicBezTo>
                <a:cubicBezTo>
                  <a:pt x="43" y="29"/>
                  <a:pt x="43" y="29"/>
                  <a:pt x="43" y="29"/>
                </a:cubicBezTo>
                <a:cubicBezTo>
                  <a:pt x="42" y="30"/>
                  <a:pt x="41" y="31"/>
                  <a:pt x="40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9" y="33"/>
                  <a:pt x="38" y="34"/>
                  <a:pt x="36" y="35"/>
                </a:cubicBezTo>
                <a:cubicBezTo>
                  <a:pt x="35" y="36"/>
                  <a:pt x="34" y="37"/>
                  <a:pt x="32" y="37"/>
                </a:cubicBezTo>
                <a:cubicBezTo>
                  <a:pt x="31" y="38"/>
                  <a:pt x="30" y="38"/>
                  <a:pt x="28" y="39"/>
                </a:cubicBezTo>
                <a:cubicBezTo>
                  <a:pt x="27" y="39"/>
                  <a:pt x="26" y="39"/>
                  <a:pt x="25" y="39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41"/>
                  <a:pt x="24" y="42"/>
                  <a:pt x="23" y="42"/>
                </a:cubicBezTo>
                <a:cubicBezTo>
                  <a:pt x="22" y="42"/>
                  <a:pt x="22" y="41"/>
                  <a:pt x="22" y="40"/>
                </a:cubicBezTo>
                <a:cubicBezTo>
                  <a:pt x="22" y="39"/>
                  <a:pt x="22" y="39"/>
                  <a:pt x="22" y="39"/>
                </a:cubicBezTo>
                <a:cubicBezTo>
                  <a:pt x="21" y="39"/>
                  <a:pt x="20" y="39"/>
                  <a:pt x="19" y="39"/>
                </a:cubicBezTo>
                <a:cubicBezTo>
                  <a:pt x="17" y="38"/>
                  <a:pt x="16" y="38"/>
                  <a:pt x="14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3" y="37"/>
                  <a:pt x="12" y="36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9" y="34"/>
                  <a:pt x="8" y="33"/>
                  <a:pt x="7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6" y="31"/>
                  <a:pt x="5" y="30"/>
                  <a:pt x="4" y="29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2"/>
                  <a:pt x="3" y="32"/>
                  <a:pt x="2" y="32"/>
                </a:cubicBezTo>
                <a:cubicBezTo>
                  <a:pt x="1" y="32"/>
                  <a:pt x="0" y="31"/>
                  <a:pt x="0" y="30"/>
                </a:cubicBezTo>
                <a:cubicBezTo>
                  <a:pt x="2" y="24"/>
                  <a:pt x="2" y="24"/>
                  <a:pt x="2" y="24"/>
                </a:cubicBezTo>
                <a:cubicBezTo>
                  <a:pt x="2" y="23"/>
                  <a:pt x="3" y="22"/>
                  <a:pt x="4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11" y="24"/>
                  <a:pt x="12" y="25"/>
                  <a:pt x="11" y="26"/>
                </a:cubicBezTo>
                <a:cubicBezTo>
                  <a:pt x="11" y="27"/>
                  <a:pt x="10" y="28"/>
                  <a:pt x="9" y="28"/>
                </a:cubicBezTo>
                <a:cubicBezTo>
                  <a:pt x="7" y="27"/>
                  <a:pt x="7" y="27"/>
                  <a:pt x="7" y="27"/>
                </a:cubicBezTo>
                <a:cubicBezTo>
                  <a:pt x="8" y="28"/>
                  <a:pt x="9" y="29"/>
                  <a:pt x="9" y="30"/>
                </a:cubicBezTo>
                <a:cubicBezTo>
                  <a:pt x="9" y="30"/>
                  <a:pt x="9" y="30"/>
                  <a:pt x="9" y="30"/>
                </a:cubicBezTo>
                <a:cubicBezTo>
                  <a:pt x="10" y="30"/>
                  <a:pt x="10" y="30"/>
                  <a:pt x="10" y="30"/>
                </a:cubicBezTo>
                <a:cubicBezTo>
                  <a:pt x="10" y="31"/>
                  <a:pt x="11" y="32"/>
                  <a:pt x="12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3" y="33"/>
                  <a:pt x="15" y="34"/>
                  <a:pt x="16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7" y="35"/>
                  <a:pt x="18" y="35"/>
                  <a:pt x="19" y="35"/>
                </a:cubicBezTo>
                <a:cubicBezTo>
                  <a:pt x="20" y="35"/>
                  <a:pt x="21" y="35"/>
                  <a:pt x="22" y="36"/>
                </a:cubicBezTo>
                <a:cubicBezTo>
                  <a:pt x="22" y="15"/>
                  <a:pt x="22" y="15"/>
                  <a:pt x="22" y="15"/>
                </a:cubicBezTo>
                <a:cubicBezTo>
                  <a:pt x="20" y="15"/>
                  <a:pt x="19" y="14"/>
                  <a:pt x="18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7" y="12"/>
                  <a:pt x="16" y="10"/>
                  <a:pt x="16" y="8"/>
                </a:cubicBezTo>
                <a:cubicBezTo>
                  <a:pt x="16" y="6"/>
                  <a:pt x="17" y="4"/>
                  <a:pt x="18" y="2"/>
                </a:cubicBezTo>
                <a:cubicBezTo>
                  <a:pt x="19" y="1"/>
                  <a:pt x="21" y="0"/>
                  <a:pt x="23" y="0"/>
                </a:cubicBezTo>
                <a:cubicBezTo>
                  <a:pt x="25" y="0"/>
                  <a:pt x="27" y="1"/>
                  <a:pt x="29" y="2"/>
                </a:cubicBezTo>
                <a:cubicBezTo>
                  <a:pt x="30" y="4"/>
                  <a:pt x="31" y="6"/>
                  <a:pt x="31" y="8"/>
                </a:cubicBezTo>
                <a:cubicBezTo>
                  <a:pt x="31" y="10"/>
                  <a:pt x="30" y="12"/>
                  <a:pt x="29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14"/>
                  <a:pt x="27" y="15"/>
                  <a:pt x="25" y="15"/>
                </a:cubicBezTo>
                <a:close/>
                <a:moveTo>
                  <a:pt x="26" y="5"/>
                </a:moveTo>
                <a:cubicBezTo>
                  <a:pt x="26" y="5"/>
                  <a:pt x="26" y="5"/>
                  <a:pt x="26" y="5"/>
                </a:cubicBezTo>
                <a:cubicBezTo>
                  <a:pt x="26" y="4"/>
                  <a:pt x="25" y="4"/>
                  <a:pt x="23" y="4"/>
                </a:cubicBezTo>
                <a:cubicBezTo>
                  <a:pt x="22" y="4"/>
                  <a:pt x="21" y="4"/>
                  <a:pt x="20" y="5"/>
                </a:cubicBezTo>
                <a:cubicBezTo>
                  <a:pt x="20" y="6"/>
                  <a:pt x="19" y="7"/>
                  <a:pt x="19" y="8"/>
                </a:cubicBezTo>
                <a:cubicBezTo>
                  <a:pt x="19" y="9"/>
                  <a:pt x="20" y="10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1" y="11"/>
                  <a:pt x="22" y="12"/>
                  <a:pt x="23" y="12"/>
                </a:cubicBezTo>
                <a:cubicBezTo>
                  <a:pt x="25" y="12"/>
                  <a:pt x="26" y="11"/>
                  <a:pt x="26" y="11"/>
                </a:cubicBezTo>
                <a:cubicBezTo>
                  <a:pt x="27" y="10"/>
                  <a:pt x="27" y="9"/>
                  <a:pt x="27" y="8"/>
                </a:cubicBezTo>
                <a:cubicBezTo>
                  <a:pt x="27" y="7"/>
                  <a:pt x="27" y="6"/>
                  <a:pt x="26" y="5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53" name="Freeform 387">
            <a:extLst>
              <a:ext uri="{FF2B5EF4-FFF2-40B4-BE49-F238E27FC236}">
                <a16:creationId xmlns:a16="http://schemas.microsoft.com/office/drawing/2014/main" id="{AC994D74-DC9B-A0E7-97F0-D45FD7B801CD}"/>
              </a:ext>
            </a:extLst>
          </p:cNvPr>
          <p:cNvSpPr>
            <a:spLocks noEditPoints="1"/>
          </p:cNvSpPr>
          <p:nvPr/>
        </p:nvSpPr>
        <p:spPr bwMode="auto">
          <a:xfrm>
            <a:off x="1686385" y="1357232"/>
            <a:ext cx="190500" cy="169333"/>
          </a:xfrm>
          <a:custGeom>
            <a:avLst/>
            <a:gdLst>
              <a:gd name="T0" fmla="*/ 76200 w 45"/>
              <a:gd name="T1" fmla="*/ 19050 h 40"/>
              <a:gd name="T2" fmla="*/ 79375 w 45"/>
              <a:gd name="T3" fmla="*/ 12700 h 40"/>
              <a:gd name="T4" fmla="*/ 85725 w 45"/>
              <a:gd name="T5" fmla="*/ 19050 h 40"/>
              <a:gd name="T6" fmla="*/ 85725 w 45"/>
              <a:gd name="T7" fmla="*/ 57150 h 40"/>
              <a:gd name="T8" fmla="*/ 111125 w 45"/>
              <a:gd name="T9" fmla="*/ 57150 h 40"/>
              <a:gd name="T10" fmla="*/ 117475 w 45"/>
              <a:gd name="T11" fmla="*/ 63500 h 40"/>
              <a:gd name="T12" fmla="*/ 111125 w 45"/>
              <a:gd name="T13" fmla="*/ 69850 h 40"/>
              <a:gd name="T14" fmla="*/ 79375 w 45"/>
              <a:gd name="T15" fmla="*/ 69850 h 40"/>
              <a:gd name="T16" fmla="*/ 79375 w 45"/>
              <a:gd name="T17" fmla="*/ 69850 h 40"/>
              <a:gd name="T18" fmla="*/ 76200 w 45"/>
              <a:gd name="T19" fmla="*/ 63500 h 40"/>
              <a:gd name="T20" fmla="*/ 76200 w 45"/>
              <a:gd name="T21" fmla="*/ 19050 h 40"/>
              <a:gd name="T22" fmla="*/ 19050 w 45"/>
              <a:gd name="T23" fmla="*/ 60325 h 40"/>
              <a:gd name="T24" fmla="*/ 19050 w 45"/>
              <a:gd name="T25" fmla="*/ 60325 h 40"/>
              <a:gd name="T26" fmla="*/ 3175 w 45"/>
              <a:gd name="T27" fmla="*/ 60325 h 40"/>
              <a:gd name="T28" fmla="*/ 3175 w 45"/>
              <a:gd name="T29" fmla="*/ 60325 h 40"/>
              <a:gd name="T30" fmla="*/ 3175 w 45"/>
              <a:gd name="T31" fmla="*/ 66675 h 40"/>
              <a:gd name="T32" fmla="*/ 9525 w 45"/>
              <a:gd name="T33" fmla="*/ 76200 h 40"/>
              <a:gd name="T34" fmla="*/ 19050 w 45"/>
              <a:gd name="T35" fmla="*/ 82550 h 40"/>
              <a:gd name="T36" fmla="*/ 19050 w 45"/>
              <a:gd name="T37" fmla="*/ 82550 h 40"/>
              <a:gd name="T38" fmla="*/ 25400 w 45"/>
              <a:gd name="T39" fmla="*/ 82550 h 40"/>
              <a:gd name="T40" fmla="*/ 31750 w 45"/>
              <a:gd name="T41" fmla="*/ 76200 h 40"/>
              <a:gd name="T42" fmla="*/ 41275 w 45"/>
              <a:gd name="T43" fmla="*/ 66675 h 40"/>
              <a:gd name="T44" fmla="*/ 41275 w 45"/>
              <a:gd name="T45" fmla="*/ 66675 h 40"/>
              <a:gd name="T46" fmla="*/ 41275 w 45"/>
              <a:gd name="T47" fmla="*/ 63500 h 40"/>
              <a:gd name="T48" fmla="*/ 38100 w 45"/>
              <a:gd name="T49" fmla="*/ 60325 h 40"/>
              <a:gd name="T50" fmla="*/ 25400 w 45"/>
              <a:gd name="T51" fmla="*/ 60325 h 40"/>
              <a:gd name="T52" fmla="*/ 41275 w 45"/>
              <a:gd name="T53" fmla="*/ 25400 h 40"/>
              <a:gd name="T54" fmla="*/ 79375 w 45"/>
              <a:gd name="T55" fmla="*/ 9525 h 40"/>
              <a:gd name="T56" fmla="*/ 120650 w 45"/>
              <a:gd name="T57" fmla="*/ 25400 h 40"/>
              <a:gd name="T58" fmla="*/ 120650 w 45"/>
              <a:gd name="T59" fmla="*/ 25400 h 40"/>
              <a:gd name="T60" fmla="*/ 136525 w 45"/>
              <a:gd name="T61" fmla="*/ 63500 h 40"/>
              <a:gd name="T62" fmla="*/ 120650 w 45"/>
              <a:gd name="T63" fmla="*/ 104775 h 40"/>
              <a:gd name="T64" fmla="*/ 79375 w 45"/>
              <a:gd name="T65" fmla="*/ 120650 h 40"/>
              <a:gd name="T66" fmla="*/ 76200 w 45"/>
              <a:gd name="T67" fmla="*/ 123825 h 40"/>
              <a:gd name="T68" fmla="*/ 79375 w 45"/>
              <a:gd name="T69" fmla="*/ 127000 h 40"/>
              <a:gd name="T70" fmla="*/ 123825 w 45"/>
              <a:gd name="T71" fmla="*/ 107950 h 40"/>
              <a:gd name="T72" fmla="*/ 142875 w 45"/>
              <a:gd name="T73" fmla="*/ 63500 h 40"/>
              <a:gd name="T74" fmla="*/ 123825 w 45"/>
              <a:gd name="T75" fmla="*/ 19050 h 40"/>
              <a:gd name="T76" fmla="*/ 123825 w 45"/>
              <a:gd name="T77" fmla="*/ 19050 h 40"/>
              <a:gd name="T78" fmla="*/ 123825 w 45"/>
              <a:gd name="T79" fmla="*/ 19050 h 40"/>
              <a:gd name="T80" fmla="*/ 79375 w 45"/>
              <a:gd name="T81" fmla="*/ 0 h 40"/>
              <a:gd name="T82" fmla="*/ 38100 w 45"/>
              <a:gd name="T83" fmla="*/ 19050 h 40"/>
              <a:gd name="T84" fmla="*/ 19050 w 45"/>
              <a:gd name="T85" fmla="*/ 60325 h 40"/>
              <a:gd name="T86" fmla="*/ 15875 w 45"/>
              <a:gd name="T87" fmla="*/ 69850 h 40"/>
              <a:gd name="T88" fmla="*/ 15875 w 45"/>
              <a:gd name="T89" fmla="*/ 69850 h 40"/>
              <a:gd name="T90" fmla="*/ 12700 w 45"/>
              <a:gd name="T91" fmla="*/ 66675 h 40"/>
              <a:gd name="T92" fmla="*/ 22225 w 45"/>
              <a:gd name="T93" fmla="*/ 66675 h 40"/>
              <a:gd name="T94" fmla="*/ 22225 w 45"/>
              <a:gd name="T95" fmla="*/ 66675 h 40"/>
              <a:gd name="T96" fmla="*/ 22225 w 45"/>
              <a:gd name="T97" fmla="*/ 66675 h 40"/>
              <a:gd name="T98" fmla="*/ 31750 w 45"/>
              <a:gd name="T99" fmla="*/ 66675 h 40"/>
              <a:gd name="T100" fmla="*/ 28575 w 45"/>
              <a:gd name="T101" fmla="*/ 69850 h 40"/>
              <a:gd name="T102" fmla="*/ 22225 w 45"/>
              <a:gd name="T103" fmla="*/ 76200 h 40"/>
              <a:gd name="T104" fmla="*/ 15875 w 45"/>
              <a:gd name="T105" fmla="*/ 69850 h 4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5" h="40">
                <a:moveTo>
                  <a:pt x="24" y="6"/>
                </a:moveTo>
                <a:cubicBezTo>
                  <a:pt x="24" y="5"/>
                  <a:pt x="24" y="4"/>
                  <a:pt x="25" y="4"/>
                </a:cubicBezTo>
                <a:cubicBezTo>
                  <a:pt x="26" y="4"/>
                  <a:pt x="27" y="5"/>
                  <a:pt x="27" y="6"/>
                </a:cubicBezTo>
                <a:cubicBezTo>
                  <a:pt x="27" y="18"/>
                  <a:pt x="27" y="18"/>
                  <a:pt x="27" y="18"/>
                </a:cubicBezTo>
                <a:cubicBezTo>
                  <a:pt x="35" y="18"/>
                  <a:pt x="35" y="18"/>
                  <a:pt x="35" y="18"/>
                </a:cubicBezTo>
                <a:cubicBezTo>
                  <a:pt x="36" y="18"/>
                  <a:pt x="37" y="19"/>
                  <a:pt x="37" y="20"/>
                </a:cubicBezTo>
                <a:cubicBezTo>
                  <a:pt x="37" y="21"/>
                  <a:pt x="36" y="22"/>
                  <a:pt x="35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4" y="22"/>
                  <a:pt x="24" y="21"/>
                  <a:pt x="24" y="20"/>
                </a:cubicBezTo>
                <a:cubicBezTo>
                  <a:pt x="24" y="6"/>
                  <a:pt x="24" y="6"/>
                  <a:pt x="24" y="6"/>
                </a:cubicBezTo>
                <a:close/>
                <a:moveTo>
                  <a:pt x="6" y="19"/>
                </a:moveTo>
                <a:cubicBezTo>
                  <a:pt x="6" y="19"/>
                  <a:pt x="6" y="19"/>
                  <a:pt x="6" y="19"/>
                </a:cubicBezTo>
                <a:cubicBezTo>
                  <a:pt x="1" y="19"/>
                  <a:pt x="1" y="19"/>
                  <a:pt x="1" y="19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20"/>
                  <a:pt x="0" y="20"/>
                  <a:pt x="1" y="21"/>
                </a:cubicBezTo>
                <a:cubicBezTo>
                  <a:pt x="3" y="24"/>
                  <a:pt x="3" y="24"/>
                  <a:pt x="3" y="24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7"/>
                  <a:pt x="7" y="27"/>
                  <a:pt x="8" y="26"/>
                </a:cubicBezTo>
                <a:cubicBezTo>
                  <a:pt x="10" y="24"/>
                  <a:pt x="10" y="24"/>
                  <a:pt x="10" y="24"/>
                </a:cubicBezTo>
                <a:cubicBezTo>
                  <a:pt x="13" y="21"/>
                  <a:pt x="13" y="21"/>
                  <a:pt x="13" y="21"/>
                </a:cubicBezTo>
                <a:cubicBezTo>
                  <a:pt x="13" y="21"/>
                  <a:pt x="13" y="21"/>
                  <a:pt x="13" y="21"/>
                </a:cubicBezTo>
                <a:cubicBezTo>
                  <a:pt x="13" y="21"/>
                  <a:pt x="13" y="20"/>
                  <a:pt x="13" y="20"/>
                </a:cubicBezTo>
                <a:cubicBezTo>
                  <a:pt x="13" y="20"/>
                  <a:pt x="13" y="19"/>
                  <a:pt x="12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15"/>
                  <a:pt x="10" y="11"/>
                  <a:pt x="13" y="8"/>
                </a:cubicBezTo>
                <a:cubicBezTo>
                  <a:pt x="16" y="5"/>
                  <a:pt x="21" y="3"/>
                  <a:pt x="25" y="3"/>
                </a:cubicBezTo>
                <a:cubicBezTo>
                  <a:pt x="30" y="3"/>
                  <a:pt x="35" y="5"/>
                  <a:pt x="38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41" y="11"/>
                  <a:pt x="43" y="15"/>
                  <a:pt x="43" y="20"/>
                </a:cubicBezTo>
                <a:cubicBezTo>
                  <a:pt x="43" y="25"/>
                  <a:pt x="41" y="29"/>
                  <a:pt x="38" y="33"/>
                </a:cubicBezTo>
                <a:cubicBezTo>
                  <a:pt x="35" y="36"/>
                  <a:pt x="30" y="38"/>
                  <a:pt x="25" y="38"/>
                </a:cubicBezTo>
                <a:cubicBezTo>
                  <a:pt x="25" y="38"/>
                  <a:pt x="24" y="38"/>
                  <a:pt x="24" y="39"/>
                </a:cubicBezTo>
                <a:cubicBezTo>
                  <a:pt x="24" y="39"/>
                  <a:pt x="25" y="40"/>
                  <a:pt x="25" y="40"/>
                </a:cubicBezTo>
                <a:cubicBezTo>
                  <a:pt x="31" y="40"/>
                  <a:pt x="36" y="38"/>
                  <a:pt x="39" y="34"/>
                </a:cubicBezTo>
                <a:cubicBezTo>
                  <a:pt x="43" y="30"/>
                  <a:pt x="45" y="26"/>
                  <a:pt x="45" y="20"/>
                </a:cubicBezTo>
                <a:cubicBezTo>
                  <a:pt x="45" y="15"/>
                  <a:pt x="43" y="10"/>
                  <a:pt x="39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6" y="3"/>
                  <a:pt x="31" y="0"/>
                  <a:pt x="25" y="0"/>
                </a:cubicBezTo>
                <a:cubicBezTo>
                  <a:pt x="20" y="0"/>
                  <a:pt x="15" y="3"/>
                  <a:pt x="12" y="6"/>
                </a:cubicBezTo>
                <a:cubicBezTo>
                  <a:pt x="8" y="10"/>
                  <a:pt x="6" y="14"/>
                  <a:pt x="6" y="19"/>
                </a:cubicBezTo>
                <a:close/>
                <a:moveTo>
                  <a:pt x="5" y="22"/>
                </a:moveTo>
                <a:cubicBezTo>
                  <a:pt x="5" y="22"/>
                  <a:pt x="5" y="22"/>
                  <a:pt x="5" y="22"/>
                </a:cubicBezTo>
                <a:cubicBezTo>
                  <a:pt x="4" y="21"/>
                  <a:pt x="4" y="21"/>
                  <a:pt x="4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9" y="22"/>
                  <a:pt x="9" y="22"/>
                  <a:pt x="9" y="22"/>
                </a:cubicBezTo>
                <a:cubicBezTo>
                  <a:pt x="7" y="24"/>
                  <a:pt x="7" y="24"/>
                  <a:pt x="7" y="24"/>
                </a:cubicBezTo>
                <a:cubicBezTo>
                  <a:pt x="5" y="22"/>
                  <a:pt x="5" y="22"/>
                  <a:pt x="5" y="2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54" name="Freeform 388">
            <a:extLst>
              <a:ext uri="{FF2B5EF4-FFF2-40B4-BE49-F238E27FC236}">
                <a16:creationId xmlns:a16="http://schemas.microsoft.com/office/drawing/2014/main" id="{AF9D3501-B0AE-9AA2-55BE-4E897DD7D30C}"/>
              </a:ext>
            </a:extLst>
          </p:cNvPr>
          <p:cNvSpPr>
            <a:spLocks noEditPoints="1"/>
          </p:cNvSpPr>
          <p:nvPr/>
        </p:nvSpPr>
        <p:spPr bwMode="auto">
          <a:xfrm>
            <a:off x="5832935" y="4837032"/>
            <a:ext cx="173567" cy="194733"/>
          </a:xfrm>
          <a:custGeom>
            <a:avLst/>
            <a:gdLst>
              <a:gd name="T0" fmla="*/ 66675 w 41"/>
              <a:gd name="T1" fmla="*/ 104775 h 46"/>
              <a:gd name="T2" fmla="*/ 66675 w 41"/>
              <a:gd name="T3" fmla="*/ 136525 h 46"/>
              <a:gd name="T4" fmla="*/ 63500 w 41"/>
              <a:gd name="T5" fmla="*/ 139700 h 46"/>
              <a:gd name="T6" fmla="*/ 60325 w 41"/>
              <a:gd name="T7" fmla="*/ 136525 h 46"/>
              <a:gd name="T8" fmla="*/ 60325 w 41"/>
              <a:gd name="T9" fmla="*/ 104775 h 46"/>
              <a:gd name="T10" fmla="*/ 50800 w 41"/>
              <a:gd name="T11" fmla="*/ 104775 h 46"/>
              <a:gd name="T12" fmla="*/ 12700 w 41"/>
              <a:gd name="T13" fmla="*/ 146050 h 46"/>
              <a:gd name="T14" fmla="*/ 9525 w 41"/>
              <a:gd name="T15" fmla="*/ 146050 h 46"/>
              <a:gd name="T16" fmla="*/ 9525 w 41"/>
              <a:gd name="T17" fmla="*/ 139700 h 46"/>
              <a:gd name="T18" fmla="*/ 41275 w 41"/>
              <a:gd name="T19" fmla="*/ 104775 h 46"/>
              <a:gd name="T20" fmla="*/ 3175 w 41"/>
              <a:gd name="T21" fmla="*/ 104775 h 46"/>
              <a:gd name="T22" fmla="*/ 0 w 41"/>
              <a:gd name="T23" fmla="*/ 101600 h 46"/>
              <a:gd name="T24" fmla="*/ 3175 w 41"/>
              <a:gd name="T25" fmla="*/ 95250 h 46"/>
              <a:gd name="T26" fmla="*/ 123825 w 41"/>
              <a:gd name="T27" fmla="*/ 95250 h 46"/>
              <a:gd name="T28" fmla="*/ 130175 w 41"/>
              <a:gd name="T29" fmla="*/ 101600 h 46"/>
              <a:gd name="T30" fmla="*/ 123825 w 41"/>
              <a:gd name="T31" fmla="*/ 104775 h 46"/>
              <a:gd name="T32" fmla="*/ 85725 w 41"/>
              <a:gd name="T33" fmla="*/ 104775 h 46"/>
              <a:gd name="T34" fmla="*/ 120650 w 41"/>
              <a:gd name="T35" fmla="*/ 139700 h 46"/>
              <a:gd name="T36" fmla="*/ 120650 w 41"/>
              <a:gd name="T37" fmla="*/ 146050 h 46"/>
              <a:gd name="T38" fmla="*/ 114300 w 41"/>
              <a:gd name="T39" fmla="*/ 146050 h 46"/>
              <a:gd name="T40" fmla="*/ 76200 w 41"/>
              <a:gd name="T41" fmla="*/ 104775 h 46"/>
              <a:gd name="T42" fmla="*/ 66675 w 41"/>
              <a:gd name="T43" fmla="*/ 104775 h 46"/>
              <a:gd name="T44" fmla="*/ 3175 w 41"/>
              <a:gd name="T45" fmla="*/ 0 h 46"/>
              <a:gd name="T46" fmla="*/ 3175 w 41"/>
              <a:gd name="T47" fmla="*/ 0 h 46"/>
              <a:gd name="T48" fmla="*/ 3175 w 41"/>
              <a:gd name="T49" fmla="*/ 0 h 46"/>
              <a:gd name="T50" fmla="*/ 123825 w 41"/>
              <a:gd name="T51" fmla="*/ 0 h 46"/>
              <a:gd name="T52" fmla="*/ 127000 w 41"/>
              <a:gd name="T53" fmla="*/ 3175 h 46"/>
              <a:gd name="T54" fmla="*/ 127000 w 41"/>
              <a:gd name="T55" fmla="*/ 3175 h 46"/>
              <a:gd name="T56" fmla="*/ 127000 w 41"/>
              <a:gd name="T57" fmla="*/ 85725 h 46"/>
              <a:gd name="T58" fmla="*/ 123825 w 41"/>
              <a:gd name="T59" fmla="*/ 92075 h 46"/>
              <a:gd name="T60" fmla="*/ 123825 w 41"/>
              <a:gd name="T61" fmla="*/ 92075 h 46"/>
              <a:gd name="T62" fmla="*/ 3175 w 41"/>
              <a:gd name="T63" fmla="*/ 92075 h 46"/>
              <a:gd name="T64" fmla="*/ 0 w 41"/>
              <a:gd name="T65" fmla="*/ 85725 h 46"/>
              <a:gd name="T66" fmla="*/ 0 w 41"/>
              <a:gd name="T67" fmla="*/ 85725 h 46"/>
              <a:gd name="T68" fmla="*/ 0 w 41"/>
              <a:gd name="T69" fmla="*/ 3175 h 46"/>
              <a:gd name="T70" fmla="*/ 3175 w 41"/>
              <a:gd name="T71" fmla="*/ 0 h 46"/>
              <a:gd name="T72" fmla="*/ 120650 w 41"/>
              <a:gd name="T73" fmla="*/ 9525 h 46"/>
              <a:gd name="T74" fmla="*/ 120650 w 41"/>
              <a:gd name="T75" fmla="*/ 9525 h 46"/>
              <a:gd name="T76" fmla="*/ 6350 w 41"/>
              <a:gd name="T77" fmla="*/ 9525 h 46"/>
              <a:gd name="T78" fmla="*/ 6350 w 41"/>
              <a:gd name="T79" fmla="*/ 82550 h 46"/>
              <a:gd name="T80" fmla="*/ 88900 w 41"/>
              <a:gd name="T81" fmla="*/ 82550 h 46"/>
              <a:gd name="T82" fmla="*/ 88900 w 41"/>
              <a:gd name="T83" fmla="*/ 79375 h 46"/>
              <a:gd name="T84" fmla="*/ 92075 w 41"/>
              <a:gd name="T85" fmla="*/ 73025 h 46"/>
              <a:gd name="T86" fmla="*/ 104775 w 41"/>
              <a:gd name="T87" fmla="*/ 73025 h 46"/>
              <a:gd name="T88" fmla="*/ 111125 w 41"/>
              <a:gd name="T89" fmla="*/ 79375 h 46"/>
              <a:gd name="T90" fmla="*/ 107950 w 41"/>
              <a:gd name="T91" fmla="*/ 82550 h 46"/>
              <a:gd name="T92" fmla="*/ 120650 w 41"/>
              <a:gd name="T93" fmla="*/ 82550 h 46"/>
              <a:gd name="T94" fmla="*/ 120650 w 41"/>
              <a:gd name="T95" fmla="*/ 9525 h 4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1" h="46">
                <a:moveTo>
                  <a:pt x="21" y="33"/>
                </a:moveTo>
                <a:cubicBezTo>
                  <a:pt x="21" y="43"/>
                  <a:pt x="21" y="43"/>
                  <a:pt x="21" y="43"/>
                </a:cubicBezTo>
                <a:cubicBezTo>
                  <a:pt x="21" y="43"/>
                  <a:pt x="21" y="44"/>
                  <a:pt x="20" y="44"/>
                </a:cubicBezTo>
                <a:cubicBezTo>
                  <a:pt x="20" y="44"/>
                  <a:pt x="19" y="43"/>
                  <a:pt x="19" y="43"/>
                </a:cubicBezTo>
                <a:cubicBezTo>
                  <a:pt x="19" y="33"/>
                  <a:pt x="19" y="33"/>
                  <a:pt x="19" y="33"/>
                </a:cubicBezTo>
                <a:cubicBezTo>
                  <a:pt x="16" y="33"/>
                  <a:pt x="16" y="33"/>
                  <a:pt x="16" y="33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3" y="46"/>
                  <a:pt x="3" y="46"/>
                </a:cubicBezTo>
                <a:cubicBezTo>
                  <a:pt x="2" y="45"/>
                  <a:pt x="2" y="45"/>
                  <a:pt x="3" y="44"/>
                </a:cubicBezTo>
                <a:cubicBezTo>
                  <a:pt x="13" y="33"/>
                  <a:pt x="13" y="33"/>
                  <a:pt x="13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3"/>
                  <a:pt x="0" y="32"/>
                </a:cubicBezTo>
                <a:cubicBezTo>
                  <a:pt x="0" y="31"/>
                  <a:pt x="0" y="30"/>
                  <a:pt x="1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40" y="30"/>
                  <a:pt x="41" y="31"/>
                  <a:pt x="41" y="32"/>
                </a:cubicBezTo>
                <a:cubicBezTo>
                  <a:pt x="41" y="33"/>
                  <a:pt x="40" y="33"/>
                  <a:pt x="39" y="33"/>
                </a:cubicBezTo>
                <a:cubicBezTo>
                  <a:pt x="27" y="33"/>
                  <a:pt x="27" y="33"/>
                  <a:pt x="27" y="33"/>
                </a:cubicBezTo>
                <a:cubicBezTo>
                  <a:pt x="38" y="44"/>
                  <a:pt x="38" y="44"/>
                  <a:pt x="38" y="44"/>
                </a:cubicBezTo>
                <a:cubicBezTo>
                  <a:pt x="38" y="45"/>
                  <a:pt x="38" y="45"/>
                  <a:pt x="38" y="46"/>
                </a:cubicBezTo>
                <a:cubicBezTo>
                  <a:pt x="37" y="46"/>
                  <a:pt x="37" y="46"/>
                  <a:pt x="36" y="46"/>
                </a:cubicBezTo>
                <a:cubicBezTo>
                  <a:pt x="24" y="33"/>
                  <a:pt x="24" y="33"/>
                  <a:pt x="24" y="33"/>
                </a:cubicBezTo>
                <a:cubicBezTo>
                  <a:pt x="21" y="33"/>
                  <a:pt x="21" y="33"/>
                  <a:pt x="21" y="33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27"/>
                  <a:pt x="40" y="27"/>
                  <a:pt x="40" y="27"/>
                </a:cubicBezTo>
                <a:cubicBezTo>
                  <a:pt x="40" y="28"/>
                  <a:pt x="40" y="29"/>
                  <a:pt x="39" y="29"/>
                </a:cubicBezTo>
                <a:cubicBezTo>
                  <a:pt x="39" y="29"/>
                  <a:pt x="39" y="29"/>
                  <a:pt x="39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29"/>
                  <a:pt x="0" y="28"/>
                  <a:pt x="0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0"/>
                  <a:pt x="1" y="0"/>
                </a:cubicBezTo>
                <a:close/>
                <a:moveTo>
                  <a:pt x="38" y="3"/>
                </a:moveTo>
                <a:cubicBezTo>
                  <a:pt x="38" y="3"/>
                  <a:pt x="38" y="3"/>
                  <a:pt x="38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26"/>
                  <a:pt x="2" y="26"/>
                  <a:pt x="2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26"/>
                  <a:pt x="28" y="26"/>
                  <a:pt x="28" y="25"/>
                </a:cubicBezTo>
                <a:cubicBezTo>
                  <a:pt x="28" y="24"/>
                  <a:pt x="28" y="23"/>
                  <a:pt x="29" y="23"/>
                </a:cubicBezTo>
                <a:cubicBezTo>
                  <a:pt x="33" y="23"/>
                  <a:pt x="33" y="23"/>
                  <a:pt x="33" y="23"/>
                </a:cubicBezTo>
                <a:cubicBezTo>
                  <a:pt x="34" y="23"/>
                  <a:pt x="35" y="24"/>
                  <a:pt x="35" y="25"/>
                </a:cubicBezTo>
                <a:cubicBezTo>
                  <a:pt x="35" y="26"/>
                  <a:pt x="35" y="26"/>
                  <a:pt x="34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3"/>
                  <a:pt x="38" y="3"/>
                  <a:pt x="38" y="3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55" name="Freeform 389">
            <a:extLst>
              <a:ext uri="{FF2B5EF4-FFF2-40B4-BE49-F238E27FC236}">
                <a16:creationId xmlns:a16="http://schemas.microsoft.com/office/drawing/2014/main" id="{6F6C8170-43B0-D42D-D571-23104459291D}"/>
              </a:ext>
            </a:extLst>
          </p:cNvPr>
          <p:cNvSpPr>
            <a:spLocks noEditPoints="1"/>
          </p:cNvSpPr>
          <p:nvPr/>
        </p:nvSpPr>
        <p:spPr bwMode="auto">
          <a:xfrm>
            <a:off x="6592818" y="6060465"/>
            <a:ext cx="152400" cy="194733"/>
          </a:xfrm>
          <a:custGeom>
            <a:avLst/>
            <a:gdLst>
              <a:gd name="T0" fmla="*/ 101600 w 36"/>
              <a:gd name="T1" fmla="*/ 66675 h 46"/>
              <a:gd name="T2" fmla="*/ 107950 w 36"/>
              <a:gd name="T3" fmla="*/ 63500 h 46"/>
              <a:gd name="T4" fmla="*/ 104775 w 36"/>
              <a:gd name="T5" fmla="*/ 60325 h 46"/>
              <a:gd name="T6" fmla="*/ 79375 w 36"/>
              <a:gd name="T7" fmla="*/ 98425 h 46"/>
              <a:gd name="T8" fmla="*/ 41275 w 36"/>
              <a:gd name="T9" fmla="*/ 136525 h 46"/>
              <a:gd name="T10" fmla="*/ 0 w 36"/>
              <a:gd name="T11" fmla="*/ 120650 h 46"/>
              <a:gd name="T12" fmla="*/ 19050 w 36"/>
              <a:gd name="T13" fmla="*/ 88900 h 46"/>
              <a:gd name="T14" fmla="*/ 22225 w 36"/>
              <a:gd name="T15" fmla="*/ 60325 h 46"/>
              <a:gd name="T16" fmla="*/ 66675 w 36"/>
              <a:gd name="T17" fmla="*/ 41275 h 46"/>
              <a:gd name="T18" fmla="*/ 85725 w 36"/>
              <a:gd name="T19" fmla="*/ 88900 h 46"/>
              <a:gd name="T20" fmla="*/ 73025 w 36"/>
              <a:gd name="T21" fmla="*/ 95250 h 46"/>
              <a:gd name="T22" fmla="*/ 73025 w 36"/>
              <a:gd name="T23" fmla="*/ 53975 h 46"/>
              <a:gd name="T24" fmla="*/ 44450 w 36"/>
              <a:gd name="T25" fmla="*/ 47625 h 46"/>
              <a:gd name="T26" fmla="*/ 28575 w 36"/>
              <a:gd name="T27" fmla="*/ 63500 h 46"/>
              <a:gd name="T28" fmla="*/ 15875 w 36"/>
              <a:gd name="T29" fmla="*/ 101600 h 46"/>
              <a:gd name="T30" fmla="*/ 9525 w 36"/>
              <a:gd name="T31" fmla="*/ 133350 h 46"/>
              <a:gd name="T32" fmla="*/ 38100 w 36"/>
              <a:gd name="T33" fmla="*/ 133350 h 46"/>
              <a:gd name="T34" fmla="*/ 73025 w 36"/>
              <a:gd name="T35" fmla="*/ 95250 h 46"/>
              <a:gd name="T36" fmla="*/ 50800 w 36"/>
              <a:gd name="T37" fmla="*/ 15875 h 46"/>
              <a:gd name="T38" fmla="*/ 66675 w 36"/>
              <a:gd name="T39" fmla="*/ 22225 h 46"/>
              <a:gd name="T40" fmla="*/ 50800 w 36"/>
              <a:gd name="T41" fmla="*/ 3175 h 46"/>
              <a:gd name="T42" fmla="*/ 63500 w 36"/>
              <a:gd name="T43" fmla="*/ 31750 h 46"/>
              <a:gd name="T44" fmla="*/ 44450 w 36"/>
              <a:gd name="T45" fmla="*/ 12700 h 46"/>
              <a:gd name="T46" fmla="*/ 101600 w 36"/>
              <a:gd name="T47" fmla="*/ 82550 h 46"/>
              <a:gd name="T48" fmla="*/ 104775 w 36"/>
              <a:gd name="T49" fmla="*/ 85725 h 46"/>
              <a:gd name="T50" fmla="*/ 104775 w 36"/>
              <a:gd name="T51" fmla="*/ 85725 h 46"/>
              <a:gd name="T52" fmla="*/ 95250 w 36"/>
              <a:gd name="T53" fmla="*/ 79375 h 46"/>
              <a:gd name="T54" fmla="*/ 101600 w 36"/>
              <a:gd name="T55" fmla="*/ 76200 h 46"/>
              <a:gd name="T56" fmla="*/ 111125 w 36"/>
              <a:gd name="T57" fmla="*/ 82550 h 46"/>
              <a:gd name="T58" fmla="*/ 111125 w 36"/>
              <a:gd name="T59" fmla="*/ 88900 h 46"/>
              <a:gd name="T60" fmla="*/ 95250 w 36"/>
              <a:gd name="T61" fmla="*/ 85725 h 46"/>
              <a:gd name="T62" fmla="*/ 82550 w 36"/>
              <a:gd name="T63" fmla="*/ 28575 h 46"/>
              <a:gd name="T64" fmla="*/ 79375 w 36"/>
              <a:gd name="T65" fmla="*/ 31750 h 46"/>
              <a:gd name="T66" fmla="*/ 82550 w 36"/>
              <a:gd name="T67" fmla="*/ 34925 h 46"/>
              <a:gd name="T68" fmla="*/ 85725 w 36"/>
              <a:gd name="T69" fmla="*/ 31750 h 46"/>
              <a:gd name="T70" fmla="*/ 82550 w 36"/>
              <a:gd name="T71" fmla="*/ 28575 h 46"/>
              <a:gd name="T72" fmla="*/ 76200 w 36"/>
              <a:gd name="T73" fmla="*/ 25400 h 46"/>
              <a:gd name="T74" fmla="*/ 73025 w 36"/>
              <a:gd name="T75" fmla="*/ 31750 h 46"/>
              <a:gd name="T76" fmla="*/ 85725 w 36"/>
              <a:gd name="T77" fmla="*/ 41275 h 46"/>
              <a:gd name="T78" fmla="*/ 92075 w 36"/>
              <a:gd name="T79" fmla="*/ 28575 h 46"/>
              <a:gd name="T80" fmla="*/ 92075 w 36"/>
              <a:gd name="T81" fmla="*/ 28575 h 46"/>
              <a:gd name="T82" fmla="*/ 82550 w 36"/>
              <a:gd name="T83" fmla="*/ 22225 h 46"/>
              <a:gd name="T84" fmla="*/ 95250 w 36"/>
              <a:gd name="T85" fmla="*/ 41275 h 46"/>
              <a:gd name="T86" fmla="*/ 95250 w 36"/>
              <a:gd name="T87" fmla="*/ 47625 h 46"/>
              <a:gd name="T88" fmla="*/ 101600 w 36"/>
              <a:gd name="T89" fmla="*/ 47625 h 46"/>
              <a:gd name="T90" fmla="*/ 98425 w 36"/>
              <a:gd name="T91" fmla="*/ 41275 h 46"/>
              <a:gd name="T92" fmla="*/ 88900 w 36"/>
              <a:gd name="T93" fmla="*/ 41275 h 46"/>
              <a:gd name="T94" fmla="*/ 92075 w 36"/>
              <a:gd name="T95" fmla="*/ 53975 h 46"/>
              <a:gd name="T96" fmla="*/ 104775 w 36"/>
              <a:gd name="T97" fmla="*/ 50800 h 46"/>
              <a:gd name="T98" fmla="*/ 107950 w 36"/>
              <a:gd name="T99" fmla="*/ 44450 h 46"/>
              <a:gd name="T100" fmla="*/ 95250 w 36"/>
              <a:gd name="T101" fmla="*/ 34925 h 46"/>
              <a:gd name="T102" fmla="*/ 95250 w 36"/>
              <a:gd name="T103" fmla="*/ 60325 h 46"/>
              <a:gd name="T104" fmla="*/ 101600 w 36"/>
              <a:gd name="T105" fmla="*/ 53975 h 46"/>
              <a:gd name="T106" fmla="*/ 114300 w 36"/>
              <a:gd name="T107" fmla="*/ 63500 h 46"/>
              <a:gd name="T108" fmla="*/ 114300 w 36"/>
              <a:gd name="T109" fmla="*/ 63500 h 46"/>
              <a:gd name="T110" fmla="*/ 98425 w 36"/>
              <a:gd name="T111" fmla="*/ 73025 h 4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36" h="46">
                <a:moveTo>
                  <a:pt x="33" y="19"/>
                </a:moveTo>
                <a:cubicBezTo>
                  <a:pt x="32" y="20"/>
                  <a:pt x="32" y="20"/>
                  <a:pt x="32" y="20"/>
                </a:cubicBezTo>
                <a:cubicBezTo>
                  <a:pt x="32" y="20"/>
                  <a:pt x="32" y="20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3" y="21"/>
                  <a:pt x="33" y="22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4" y="21"/>
                  <a:pt x="34" y="21"/>
                </a:cubicBezTo>
                <a:cubicBezTo>
                  <a:pt x="34" y="21"/>
                  <a:pt x="34" y="21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3" y="20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3" y="19"/>
                  <a:pt x="33" y="19"/>
                </a:cubicBezTo>
                <a:close/>
                <a:moveTo>
                  <a:pt x="25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13" y="43"/>
                  <a:pt x="13" y="43"/>
                  <a:pt x="13" y="43"/>
                </a:cubicBezTo>
                <a:cubicBezTo>
                  <a:pt x="12" y="45"/>
                  <a:pt x="10" y="46"/>
                  <a:pt x="8" y="46"/>
                </a:cubicBezTo>
                <a:cubicBezTo>
                  <a:pt x="6" y="46"/>
                  <a:pt x="3" y="45"/>
                  <a:pt x="2" y="43"/>
                </a:cubicBezTo>
                <a:cubicBezTo>
                  <a:pt x="2" y="43"/>
                  <a:pt x="2" y="43"/>
                  <a:pt x="2" y="43"/>
                </a:cubicBezTo>
                <a:cubicBezTo>
                  <a:pt x="0" y="42"/>
                  <a:pt x="0" y="40"/>
                  <a:pt x="0" y="38"/>
                </a:cubicBezTo>
                <a:cubicBezTo>
                  <a:pt x="0" y="36"/>
                  <a:pt x="0" y="34"/>
                  <a:pt x="2" y="32"/>
                </a:cubicBezTo>
                <a:cubicBezTo>
                  <a:pt x="3" y="31"/>
                  <a:pt x="3" y="31"/>
                  <a:pt x="3" y="31"/>
                </a:cubicBezTo>
                <a:cubicBezTo>
                  <a:pt x="3" y="31"/>
                  <a:pt x="3" y="31"/>
                  <a:pt x="3" y="31"/>
                </a:cubicBezTo>
                <a:cubicBezTo>
                  <a:pt x="5" y="29"/>
                  <a:pt x="5" y="29"/>
                  <a:pt x="6" y="28"/>
                </a:cubicBezTo>
                <a:cubicBezTo>
                  <a:pt x="6" y="28"/>
                  <a:pt x="6" y="27"/>
                  <a:pt x="6" y="25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2"/>
                  <a:pt x="6" y="21"/>
                  <a:pt x="7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18"/>
                  <a:pt x="8" y="17"/>
                  <a:pt x="9" y="16"/>
                </a:cubicBezTo>
                <a:cubicBezTo>
                  <a:pt x="10" y="15"/>
                  <a:pt x="11" y="14"/>
                  <a:pt x="13" y="13"/>
                </a:cubicBezTo>
                <a:cubicBezTo>
                  <a:pt x="14" y="13"/>
                  <a:pt x="15" y="12"/>
                  <a:pt x="17" y="12"/>
                </a:cubicBezTo>
                <a:cubicBezTo>
                  <a:pt x="18" y="12"/>
                  <a:pt x="20" y="13"/>
                  <a:pt x="21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3" y="14"/>
                  <a:pt x="24" y="15"/>
                  <a:pt x="25" y="16"/>
                </a:cubicBezTo>
                <a:cubicBezTo>
                  <a:pt x="27" y="18"/>
                  <a:pt x="28" y="20"/>
                  <a:pt x="28" y="24"/>
                </a:cubicBezTo>
                <a:cubicBezTo>
                  <a:pt x="28" y="25"/>
                  <a:pt x="28" y="26"/>
                  <a:pt x="27" y="28"/>
                </a:cubicBezTo>
                <a:cubicBezTo>
                  <a:pt x="27" y="29"/>
                  <a:pt x="26" y="30"/>
                  <a:pt x="25" y="31"/>
                </a:cubicBezTo>
                <a:cubicBezTo>
                  <a:pt x="25" y="31"/>
                  <a:pt x="25" y="31"/>
                  <a:pt x="25" y="31"/>
                </a:cubicBezTo>
                <a:close/>
                <a:moveTo>
                  <a:pt x="23" y="30"/>
                </a:moveTo>
                <a:cubicBezTo>
                  <a:pt x="23" y="30"/>
                  <a:pt x="23" y="30"/>
                  <a:pt x="23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29"/>
                  <a:pt x="25" y="28"/>
                  <a:pt x="25" y="27"/>
                </a:cubicBezTo>
                <a:cubicBezTo>
                  <a:pt x="26" y="26"/>
                  <a:pt x="26" y="25"/>
                  <a:pt x="26" y="24"/>
                </a:cubicBezTo>
                <a:cubicBezTo>
                  <a:pt x="26" y="21"/>
                  <a:pt x="25" y="19"/>
                  <a:pt x="23" y="17"/>
                </a:cubicBezTo>
                <a:cubicBezTo>
                  <a:pt x="23" y="16"/>
                  <a:pt x="22" y="16"/>
                  <a:pt x="20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19" y="15"/>
                  <a:pt x="18" y="15"/>
                  <a:pt x="17" y="15"/>
                </a:cubicBezTo>
                <a:cubicBezTo>
                  <a:pt x="16" y="15"/>
                  <a:pt x="15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2" y="16"/>
                  <a:pt x="11" y="16"/>
                  <a:pt x="11" y="17"/>
                </a:cubicBezTo>
                <a:cubicBezTo>
                  <a:pt x="10" y="18"/>
                  <a:pt x="9" y="19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8" y="21"/>
                  <a:pt x="8" y="22"/>
                  <a:pt x="8" y="24"/>
                </a:cubicBezTo>
                <a:cubicBezTo>
                  <a:pt x="8" y="25"/>
                  <a:pt x="8" y="25"/>
                  <a:pt x="8" y="25"/>
                </a:cubicBezTo>
                <a:cubicBezTo>
                  <a:pt x="8" y="27"/>
                  <a:pt x="8" y="28"/>
                  <a:pt x="7" y="29"/>
                </a:cubicBezTo>
                <a:cubicBezTo>
                  <a:pt x="7" y="30"/>
                  <a:pt x="6" y="31"/>
                  <a:pt x="5" y="32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4"/>
                  <a:pt x="3" y="34"/>
                  <a:pt x="3" y="34"/>
                </a:cubicBezTo>
                <a:cubicBezTo>
                  <a:pt x="2" y="35"/>
                  <a:pt x="2" y="36"/>
                  <a:pt x="2" y="38"/>
                </a:cubicBezTo>
                <a:cubicBezTo>
                  <a:pt x="2" y="39"/>
                  <a:pt x="2" y="41"/>
                  <a:pt x="3" y="42"/>
                </a:cubicBezTo>
                <a:cubicBezTo>
                  <a:pt x="3" y="42"/>
                  <a:pt x="3" y="42"/>
                  <a:pt x="3" y="42"/>
                </a:cubicBezTo>
                <a:cubicBezTo>
                  <a:pt x="3" y="42"/>
                  <a:pt x="3" y="42"/>
                  <a:pt x="3" y="42"/>
                </a:cubicBezTo>
                <a:cubicBezTo>
                  <a:pt x="5" y="43"/>
                  <a:pt x="6" y="43"/>
                  <a:pt x="8" y="43"/>
                </a:cubicBezTo>
                <a:cubicBezTo>
                  <a:pt x="9" y="43"/>
                  <a:pt x="10" y="43"/>
                  <a:pt x="12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lose/>
                <a:moveTo>
                  <a:pt x="17" y="3"/>
                </a:move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6" y="4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5" y="6"/>
                  <a:pt x="16" y="8"/>
                  <a:pt x="17" y="8"/>
                </a:cubicBezTo>
                <a:cubicBezTo>
                  <a:pt x="18" y="8"/>
                  <a:pt x="18" y="8"/>
                  <a:pt x="19" y="8"/>
                </a:cubicBezTo>
                <a:cubicBezTo>
                  <a:pt x="20" y="8"/>
                  <a:pt x="20" y="7"/>
                  <a:pt x="21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6"/>
                  <a:pt x="21" y="5"/>
                  <a:pt x="21" y="5"/>
                </a:cubicBezTo>
                <a:cubicBezTo>
                  <a:pt x="20" y="3"/>
                  <a:pt x="19" y="3"/>
                  <a:pt x="17" y="3"/>
                </a:cubicBezTo>
                <a:close/>
                <a:moveTo>
                  <a:pt x="16" y="1"/>
                </a:moveTo>
                <a:cubicBezTo>
                  <a:pt x="16" y="1"/>
                  <a:pt x="16" y="1"/>
                  <a:pt x="16" y="1"/>
                </a:cubicBezTo>
                <a:cubicBezTo>
                  <a:pt x="19" y="0"/>
                  <a:pt x="22" y="1"/>
                  <a:pt x="23" y="4"/>
                </a:cubicBezTo>
                <a:cubicBezTo>
                  <a:pt x="23" y="5"/>
                  <a:pt x="23" y="6"/>
                  <a:pt x="23" y="8"/>
                </a:cubicBezTo>
                <a:cubicBezTo>
                  <a:pt x="22" y="9"/>
                  <a:pt x="21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19" y="11"/>
                  <a:pt x="17" y="11"/>
                  <a:pt x="16" y="10"/>
                </a:cubicBezTo>
                <a:cubicBezTo>
                  <a:pt x="14" y="9"/>
                  <a:pt x="13" y="6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2"/>
                  <a:pt x="15" y="2"/>
                  <a:pt x="16" y="1"/>
                </a:cubicBezTo>
                <a:cubicBezTo>
                  <a:pt x="16" y="1"/>
                  <a:pt x="16" y="1"/>
                  <a:pt x="16" y="1"/>
                </a:cubicBezTo>
                <a:close/>
                <a:moveTo>
                  <a:pt x="32" y="26"/>
                </a:moveTo>
                <a:cubicBezTo>
                  <a:pt x="32" y="26"/>
                  <a:pt x="32" y="26"/>
                  <a:pt x="32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2" y="26"/>
                  <a:pt x="32" y="27"/>
                  <a:pt x="32" y="27"/>
                </a:cubicBezTo>
                <a:cubicBezTo>
                  <a:pt x="32" y="27"/>
                  <a:pt x="32" y="27"/>
                  <a:pt x="32" y="27"/>
                </a:cubicBezTo>
                <a:cubicBezTo>
                  <a:pt x="32" y="27"/>
                  <a:pt x="32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2" y="26"/>
                </a:cubicBezTo>
                <a:cubicBezTo>
                  <a:pt x="32" y="26"/>
                  <a:pt x="32" y="26"/>
                  <a:pt x="32" y="26"/>
                </a:cubicBezTo>
                <a:close/>
                <a:moveTo>
                  <a:pt x="30" y="25"/>
                </a:moveTo>
                <a:cubicBezTo>
                  <a:pt x="30" y="25"/>
                  <a:pt x="30" y="25"/>
                  <a:pt x="30" y="25"/>
                </a:cubicBezTo>
                <a:cubicBezTo>
                  <a:pt x="30" y="25"/>
                  <a:pt x="31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3" y="24"/>
                  <a:pt x="33" y="24"/>
                  <a:pt x="34" y="24"/>
                </a:cubicBezTo>
                <a:cubicBezTo>
                  <a:pt x="35" y="25"/>
                  <a:pt x="35" y="25"/>
                  <a:pt x="35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7"/>
                  <a:pt x="35" y="28"/>
                  <a:pt x="35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4" y="29"/>
                  <a:pt x="34" y="29"/>
                  <a:pt x="33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2" y="30"/>
                  <a:pt x="31" y="30"/>
                  <a:pt x="31" y="29"/>
                </a:cubicBezTo>
                <a:cubicBezTo>
                  <a:pt x="30" y="29"/>
                  <a:pt x="30" y="28"/>
                  <a:pt x="30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29" y="27"/>
                  <a:pt x="30" y="26"/>
                  <a:pt x="30" y="25"/>
                </a:cubicBezTo>
                <a:close/>
                <a:moveTo>
                  <a:pt x="26" y="9"/>
                </a:moveTo>
                <a:cubicBezTo>
                  <a:pt x="26" y="9"/>
                  <a:pt x="26" y="9"/>
                  <a:pt x="26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9"/>
                  <a:pt x="25" y="9"/>
                  <a:pt x="25" y="9"/>
                </a:cubicBezTo>
                <a:cubicBezTo>
                  <a:pt x="25" y="9"/>
                  <a:pt x="25" y="10"/>
                  <a:pt x="25" y="10"/>
                </a:cubicBezTo>
                <a:cubicBezTo>
                  <a:pt x="25" y="10"/>
                  <a:pt x="25" y="10"/>
                  <a:pt x="25" y="10"/>
                </a:cubicBezTo>
                <a:cubicBezTo>
                  <a:pt x="25" y="10"/>
                  <a:pt x="25" y="10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7" y="11"/>
                  <a:pt x="27" y="10"/>
                  <a:pt x="27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6" y="9"/>
                  <a:pt x="26" y="9"/>
                  <a:pt x="26" y="9"/>
                </a:cubicBezTo>
                <a:close/>
                <a:moveTo>
                  <a:pt x="25" y="7"/>
                </a:move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4" y="7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3" y="9"/>
                  <a:pt x="23" y="9"/>
                  <a:pt x="23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11"/>
                  <a:pt x="24" y="12"/>
                  <a:pt x="24" y="12"/>
                </a:cubicBezTo>
                <a:cubicBezTo>
                  <a:pt x="24" y="12"/>
                  <a:pt x="24" y="12"/>
                  <a:pt x="24" y="12"/>
                </a:cubicBezTo>
                <a:cubicBezTo>
                  <a:pt x="25" y="13"/>
                  <a:pt x="26" y="13"/>
                  <a:pt x="27" y="13"/>
                </a:cubicBezTo>
                <a:cubicBezTo>
                  <a:pt x="27" y="13"/>
                  <a:pt x="27" y="13"/>
                  <a:pt x="27" y="13"/>
                </a:cubicBezTo>
                <a:cubicBezTo>
                  <a:pt x="28" y="13"/>
                  <a:pt x="28" y="12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0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8"/>
                  <a:pt x="29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7" y="7"/>
                  <a:pt x="26" y="6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5" y="7"/>
                  <a:pt x="25" y="7"/>
                  <a:pt x="25" y="7"/>
                </a:cubicBezTo>
                <a:close/>
                <a:moveTo>
                  <a:pt x="30" y="13"/>
                </a:move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4"/>
                  <a:pt x="30" y="14"/>
                </a:cubicBezTo>
                <a:cubicBezTo>
                  <a:pt x="30" y="14"/>
                  <a:pt x="30" y="14"/>
                  <a:pt x="30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31" y="15"/>
                  <a:pt x="31" y="15"/>
                </a:cubicBezTo>
                <a:cubicBezTo>
                  <a:pt x="31" y="15"/>
                  <a:pt x="31" y="15"/>
                  <a:pt x="32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5"/>
                  <a:pt x="32" y="14"/>
                  <a:pt x="32" y="14"/>
                </a:cubicBezTo>
                <a:cubicBezTo>
                  <a:pt x="32" y="14"/>
                  <a:pt x="32" y="14"/>
                  <a:pt x="32" y="14"/>
                </a:cubicBezTo>
                <a:cubicBezTo>
                  <a:pt x="32" y="14"/>
                  <a:pt x="31" y="14"/>
                  <a:pt x="31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3"/>
                  <a:pt x="30" y="13"/>
                  <a:pt x="30" y="13"/>
                </a:cubicBezTo>
                <a:close/>
                <a:moveTo>
                  <a:pt x="28" y="13"/>
                </a:move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7" y="14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6"/>
                  <a:pt x="28" y="16"/>
                  <a:pt x="29" y="17"/>
                </a:cubicBezTo>
                <a:cubicBezTo>
                  <a:pt x="29" y="17"/>
                  <a:pt x="29" y="17"/>
                  <a:pt x="29" y="17"/>
                </a:cubicBezTo>
                <a:cubicBezTo>
                  <a:pt x="30" y="17"/>
                  <a:pt x="31" y="18"/>
                  <a:pt x="31" y="17"/>
                </a:cubicBezTo>
                <a:cubicBezTo>
                  <a:pt x="32" y="17"/>
                  <a:pt x="33" y="17"/>
                  <a:pt x="33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34" y="15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3"/>
                  <a:pt x="33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1"/>
                  <a:pt x="31" y="11"/>
                  <a:pt x="30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29" y="11"/>
                  <a:pt x="29" y="12"/>
                  <a:pt x="28" y="13"/>
                </a:cubicBezTo>
                <a:close/>
                <a:moveTo>
                  <a:pt x="30" y="19"/>
                </a:moveTo>
                <a:cubicBezTo>
                  <a:pt x="30" y="19"/>
                  <a:pt x="30" y="19"/>
                  <a:pt x="30" y="19"/>
                </a:cubicBezTo>
                <a:cubicBezTo>
                  <a:pt x="31" y="18"/>
                  <a:pt x="31" y="18"/>
                  <a:pt x="32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3" y="17"/>
                  <a:pt x="34" y="17"/>
                  <a:pt x="35" y="18"/>
                </a:cubicBezTo>
                <a:cubicBezTo>
                  <a:pt x="35" y="18"/>
                  <a:pt x="36" y="19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1"/>
                  <a:pt x="36" y="22"/>
                  <a:pt x="36" y="22"/>
                </a:cubicBezTo>
                <a:cubicBezTo>
                  <a:pt x="35" y="23"/>
                  <a:pt x="34" y="23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3" y="24"/>
                  <a:pt x="32" y="24"/>
                  <a:pt x="31" y="23"/>
                </a:cubicBezTo>
                <a:cubicBezTo>
                  <a:pt x="31" y="23"/>
                  <a:pt x="30" y="22"/>
                  <a:pt x="30" y="21"/>
                </a:cubicBezTo>
                <a:cubicBezTo>
                  <a:pt x="30" y="20"/>
                  <a:pt x="30" y="19"/>
                  <a:pt x="30" y="1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56" name="Freeform 390">
            <a:extLst>
              <a:ext uri="{FF2B5EF4-FFF2-40B4-BE49-F238E27FC236}">
                <a16:creationId xmlns:a16="http://schemas.microsoft.com/office/drawing/2014/main" id="{7F50A9DD-332D-0983-5261-CE13F709FA9C}"/>
              </a:ext>
            </a:extLst>
          </p:cNvPr>
          <p:cNvSpPr>
            <a:spLocks noEditPoints="1"/>
          </p:cNvSpPr>
          <p:nvPr/>
        </p:nvSpPr>
        <p:spPr bwMode="auto">
          <a:xfrm>
            <a:off x="9158219" y="2159448"/>
            <a:ext cx="188383" cy="194733"/>
          </a:xfrm>
          <a:custGeom>
            <a:avLst/>
            <a:gdLst>
              <a:gd name="T0" fmla="*/ 3211 w 44"/>
              <a:gd name="T1" fmla="*/ 123825 h 46"/>
              <a:gd name="T2" fmla="*/ 9633 w 44"/>
              <a:gd name="T3" fmla="*/ 123825 h 46"/>
              <a:gd name="T4" fmla="*/ 9633 w 44"/>
              <a:gd name="T5" fmla="*/ 101600 h 46"/>
              <a:gd name="T6" fmla="*/ 54588 w 44"/>
              <a:gd name="T7" fmla="*/ 98425 h 46"/>
              <a:gd name="T8" fmla="*/ 54588 w 44"/>
              <a:gd name="T9" fmla="*/ 63500 h 46"/>
              <a:gd name="T10" fmla="*/ 41744 w 44"/>
              <a:gd name="T11" fmla="*/ 44450 h 46"/>
              <a:gd name="T12" fmla="*/ 48166 w 44"/>
              <a:gd name="T13" fmla="*/ 9525 h 46"/>
              <a:gd name="T14" fmla="*/ 93121 w 44"/>
              <a:gd name="T15" fmla="*/ 9525 h 46"/>
              <a:gd name="T16" fmla="*/ 102754 w 44"/>
              <a:gd name="T17" fmla="*/ 31750 h 46"/>
              <a:gd name="T18" fmla="*/ 96332 w 44"/>
              <a:gd name="T19" fmla="*/ 53975 h 46"/>
              <a:gd name="T20" fmla="*/ 89910 w 44"/>
              <a:gd name="T21" fmla="*/ 63500 h 46"/>
              <a:gd name="T22" fmla="*/ 86699 w 44"/>
              <a:gd name="T23" fmla="*/ 98425 h 46"/>
              <a:gd name="T24" fmla="*/ 125232 w 44"/>
              <a:gd name="T25" fmla="*/ 98425 h 46"/>
              <a:gd name="T26" fmla="*/ 131654 w 44"/>
              <a:gd name="T27" fmla="*/ 123825 h 46"/>
              <a:gd name="T28" fmla="*/ 138076 w 44"/>
              <a:gd name="T29" fmla="*/ 123825 h 46"/>
              <a:gd name="T30" fmla="*/ 141287 w 44"/>
              <a:gd name="T31" fmla="*/ 127000 h 46"/>
              <a:gd name="T32" fmla="*/ 138076 w 44"/>
              <a:gd name="T33" fmla="*/ 146050 h 46"/>
              <a:gd name="T34" fmla="*/ 3211 w 44"/>
              <a:gd name="T35" fmla="*/ 146050 h 46"/>
              <a:gd name="T36" fmla="*/ 0 w 44"/>
              <a:gd name="T37" fmla="*/ 142875 h 46"/>
              <a:gd name="T38" fmla="*/ 3211 w 44"/>
              <a:gd name="T39" fmla="*/ 123825 h 46"/>
              <a:gd name="T40" fmla="*/ 22477 w 44"/>
              <a:gd name="T41" fmla="*/ 123825 h 46"/>
              <a:gd name="T42" fmla="*/ 118810 w 44"/>
              <a:gd name="T43" fmla="*/ 123825 h 46"/>
              <a:gd name="T44" fmla="*/ 80277 w 44"/>
              <a:gd name="T45" fmla="*/ 107950 h 46"/>
              <a:gd name="T46" fmla="*/ 77066 w 44"/>
              <a:gd name="T47" fmla="*/ 101600 h 46"/>
              <a:gd name="T48" fmla="*/ 77066 w 44"/>
              <a:gd name="T49" fmla="*/ 60325 h 46"/>
              <a:gd name="T50" fmla="*/ 86699 w 44"/>
              <a:gd name="T51" fmla="*/ 47625 h 46"/>
              <a:gd name="T52" fmla="*/ 93121 w 44"/>
              <a:gd name="T53" fmla="*/ 31750 h 46"/>
              <a:gd name="T54" fmla="*/ 86699 w 44"/>
              <a:gd name="T55" fmla="*/ 19050 h 46"/>
              <a:gd name="T56" fmla="*/ 57799 w 44"/>
              <a:gd name="T57" fmla="*/ 19050 h 46"/>
              <a:gd name="T58" fmla="*/ 51377 w 44"/>
              <a:gd name="T59" fmla="*/ 41275 h 46"/>
              <a:gd name="T60" fmla="*/ 54588 w 44"/>
              <a:gd name="T61" fmla="*/ 47625 h 46"/>
              <a:gd name="T62" fmla="*/ 67432 w 44"/>
              <a:gd name="T63" fmla="*/ 73025 h 46"/>
              <a:gd name="T64" fmla="*/ 61010 w 44"/>
              <a:gd name="T65" fmla="*/ 107950 h 46"/>
              <a:gd name="T66" fmla="*/ 22477 w 44"/>
              <a:gd name="T67" fmla="*/ 107950 h 46"/>
              <a:gd name="T68" fmla="*/ 22477 w 44"/>
              <a:gd name="T69" fmla="*/ 123825 h 46"/>
              <a:gd name="T70" fmla="*/ 134865 w 44"/>
              <a:gd name="T71" fmla="*/ 130175 h 46"/>
              <a:gd name="T72" fmla="*/ 6422 w 44"/>
              <a:gd name="T73" fmla="*/ 139700 h 46"/>
              <a:gd name="T74" fmla="*/ 134865 w 44"/>
              <a:gd name="T75" fmla="*/ 130175 h 4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4" h="46">
                <a:moveTo>
                  <a:pt x="1" y="39"/>
                </a:moveTo>
                <a:cubicBezTo>
                  <a:pt x="1" y="39"/>
                  <a:pt x="1" y="39"/>
                  <a:pt x="1" y="39"/>
                </a:cubicBezTo>
                <a:cubicBezTo>
                  <a:pt x="3" y="39"/>
                  <a:pt x="3" y="39"/>
                  <a:pt x="3" y="39"/>
                </a:cubicBezTo>
                <a:cubicBezTo>
                  <a:pt x="3" y="39"/>
                  <a:pt x="3" y="39"/>
                  <a:pt x="3" y="39"/>
                </a:cubicBezTo>
                <a:cubicBezTo>
                  <a:pt x="3" y="33"/>
                  <a:pt x="3" y="33"/>
                  <a:pt x="3" y="33"/>
                </a:cubicBezTo>
                <a:cubicBezTo>
                  <a:pt x="3" y="32"/>
                  <a:pt x="3" y="32"/>
                  <a:pt x="3" y="32"/>
                </a:cubicBezTo>
                <a:cubicBezTo>
                  <a:pt x="3" y="31"/>
                  <a:pt x="4" y="31"/>
                  <a:pt x="5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2"/>
                  <a:pt x="17" y="21"/>
                  <a:pt x="17" y="20"/>
                </a:cubicBezTo>
                <a:cubicBezTo>
                  <a:pt x="16" y="19"/>
                  <a:pt x="16" y="18"/>
                  <a:pt x="15" y="17"/>
                </a:cubicBezTo>
                <a:cubicBezTo>
                  <a:pt x="14" y="16"/>
                  <a:pt x="13" y="15"/>
                  <a:pt x="13" y="14"/>
                </a:cubicBezTo>
                <a:cubicBezTo>
                  <a:pt x="12" y="13"/>
                  <a:pt x="12" y="12"/>
                  <a:pt x="12" y="10"/>
                </a:cubicBezTo>
                <a:cubicBezTo>
                  <a:pt x="12" y="8"/>
                  <a:pt x="13" y="5"/>
                  <a:pt x="15" y="3"/>
                </a:cubicBezTo>
                <a:cubicBezTo>
                  <a:pt x="17" y="1"/>
                  <a:pt x="19" y="0"/>
                  <a:pt x="22" y="0"/>
                </a:cubicBezTo>
                <a:cubicBezTo>
                  <a:pt x="25" y="0"/>
                  <a:pt x="27" y="1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31" y="5"/>
                  <a:pt x="32" y="8"/>
                  <a:pt x="32" y="10"/>
                </a:cubicBezTo>
                <a:cubicBezTo>
                  <a:pt x="32" y="12"/>
                  <a:pt x="32" y="13"/>
                  <a:pt x="32" y="14"/>
                </a:cubicBezTo>
                <a:cubicBezTo>
                  <a:pt x="31" y="15"/>
                  <a:pt x="30" y="16"/>
                  <a:pt x="30" y="17"/>
                </a:cubicBezTo>
                <a:cubicBezTo>
                  <a:pt x="30" y="17"/>
                  <a:pt x="30" y="17"/>
                  <a:pt x="30" y="17"/>
                </a:cubicBezTo>
                <a:cubicBezTo>
                  <a:pt x="29" y="18"/>
                  <a:pt x="28" y="19"/>
                  <a:pt x="28" y="20"/>
                </a:cubicBezTo>
                <a:cubicBezTo>
                  <a:pt x="27" y="21"/>
                  <a:pt x="27" y="22"/>
                  <a:pt x="27" y="23"/>
                </a:cubicBezTo>
                <a:cubicBezTo>
                  <a:pt x="27" y="31"/>
                  <a:pt x="27" y="31"/>
                  <a:pt x="27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40" y="31"/>
                  <a:pt x="41" y="31"/>
                  <a:pt x="41" y="32"/>
                </a:cubicBezTo>
                <a:cubicBezTo>
                  <a:pt x="41" y="39"/>
                  <a:pt x="41" y="39"/>
                  <a:pt x="41" y="39"/>
                </a:cubicBezTo>
                <a:cubicBezTo>
                  <a:pt x="41" y="39"/>
                  <a:pt x="41" y="39"/>
                  <a:pt x="41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4" y="39"/>
                  <a:pt x="44" y="40"/>
                  <a:pt x="44" y="40"/>
                </a:cubicBezTo>
                <a:cubicBezTo>
                  <a:pt x="44" y="40"/>
                  <a:pt x="44" y="40"/>
                  <a:pt x="44" y="40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5"/>
                  <a:pt x="44" y="46"/>
                  <a:pt x="43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1" y="46"/>
                  <a:pt x="0" y="45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0"/>
                  <a:pt x="1" y="39"/>
                  <a:pt x="1" y="39"/>
                </a:cubicBezTo>
                <a:close/>
                <a:moveTo>
                  <a:pt x="7" y="39"/>
                </a:moveTo>
                <a:cubicBezTo>
                  <a:pt x="7" y="39"/>
                  <a:pt x="7" y="39"/>
                  <a:pt x="7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4"/>
                  <a:pt x="37" y="34"/>
                  <a:pt x="37" y="34"/>
                </a:cubicBezTo>
                <a:cubicBezTo>
                  <a:pt x="25" y="34"/>
                  <a:pt x="25" y="34"/>
                  <a:pt x="25" y="34"/>
                </a:cubicBezTo>
                <a:cubicBezTo>
                  <a:pt x="24" y="34"/>
                  <a:pt x="24" y="33"/>
                  <a:pt x="24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2"/>
                  <a:pt x="24" y="20"/>
                  <a:pt x="24" y="19"/>
                </a:cubicBezTo>
                <a:cubicBezTo>
                  <a:pt x="25" y="17"/>
                  <a:pt x="26" y="16"/>
                  <a:pt x="27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8" y="14"/>
                  <a:pt x="28" y="14"/>
                  <a:pt x="28" y="13"/>
                </a:cubicBezTo>
                <a:cubicBezTo>
                  <a:pt x="29" y="12"/>
                  <a:pt x="29" y="11"/>
                  <a:pt x="29" y="10"/>
                </a:cubicBezTo>
                <a:cubicBezTo>
                  <a:pt x="29" y="9"/>
                  <a:pt x="28" y="7"/>
                  <a:pt x="27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5" y="5"/>
                  <a:pt x="24" y="4"/>
                  <a:pt x="22" y="4"/>
                </a:cubicBezTo>
                <a:cubicBezTo>
                  <a:pt x="20" y="4"/>
                  <a:pt x="19" y="5"/>
                  <a:pt x="18" y="6"/>
                </a:cubicBezTo>
                <a:cubicBezTo>
                  <a:pt x="16" y="7"/>
                  <a:pt x="16" y="9"/>
                  <a:pt x="16" y="10"/>
                </a:cubicBezTo>
                <a:cubicBezTo>
                  <a:pt x="16" y="11"/>
                  <a:pt x="16" y="12"/>
                  <a:pt x="16" y="13"/>
                </a:cubicBezTo>
                <a:cubicBezTo>
                  <a:pt x="16" y="14"/>
                  <a:pt x="17" y="14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8" y="16"/>
                  <a:pt x="19" y="17"/>
                  <a:pt x="20" y="19"/>
                </a:cubicBezTo>
                <a:cubicBezTo>
                  <a:pt x="20" y="20"/>
                  <a:pt x="21" y="22"/>
                  <a:pt x="21" y="23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3"/>
                  <a:pt x="20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7" y="34"/>
                  <a:pt x="7" y="34"/>
                  <a:pt x="7" y="34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7" y="39"/>
                  <a:pt x="7" y="39"/>
                </a:cubicBezTo>
                <a:close/>
                <a:moveTo>
                  <a:pt x="42" y="41"/>
                </a:moveTo>
                <a:cubicBezTo>
                  <a:pt x="42" y="41"/>
                  <a:pt x="42" y="41"/>
                  <a:pt x="42" y="41"/>
                </a:cubicBezTo>
                <a:cubicBezTo>
                  <a:pt x="2" y="41"/>
                  <a:pt x="2" y="41"/>
                  <a:pt x="2" y="41"/>
                </a:cubicBezTo>
                <a:cubicBezTo>
                  <a:pt x="2" y="44"/>
                  <a:pt x="2" y="44"/>
                  <a:pt x="2" y="44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41"/>
                  <a:pt x="42" y="41"/>
                  <a:pt x="42" y="41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57" name="Freeform 391">
            <a:extLst>
              <a:ext uri="{FF2B5EF4-FFF2-40B4-BE49-F238E27FC236}">
                <a16:creationId xmlns:a16="http://schemas.microsoft.com/office/drawing/2014/main" id="{C35BF379-FBD5-49AA-879D-45CB73A0BFEF}"/>
              </a:ext>
            </a:extLst>
          </p:cNvPr>
          <p:cNvSpPr>
            <a:spLocks noEditPoints="1"/>
          </p:cNvSpPr>
          <p:nvPr/>
        </p:nvSpPr>
        <p:spPr bwMode="auto">
          <a:xfrm>
            <a:off x="3898301" y="1344532"/>
            <a:ext cx="194733" cy="194733"/>
          </a:xfrm>
          <a:custGeom>
            <a:avLst/>
            <a:gdLst>
              <a:gd name="T0" fmla="*/ 6350 w 46"/>
              <a:gd name="T1" fmla="*/ 146050 h 46"/>
              <a:gd name="T2" fmla="*/ 136525 w 46"/>
              <a:gd name="T3" fmla="*/ 136525 h 46"/>
              <a:gd name="T4" fmla="*/ 136525 w 46"/>
              <a:gd name="T5" fmla="*/ 136525 h 46"/>
              <a:gd name="T6" fmla="*/ 22225 w 46"/>
              <a:gd name="T7" fmla="*/ 12700 h 46"/>
              <a:gd name="T8" fmla="*/ 53975 w 46"/>
              <a:gd name="T9" fmla="*/ 12700 h 46"/>
              <a:gd name="T10" fmla="*/ 82550 w 46"/>
              <a:gd name="T11" fmla="*/ 12700 h 46"/>
              <a:gd name="T12" fmla="*/ 114300 w 46"/>
              <a:gd name="T13" fmla="*/ 12700 h 46"/>
              <a:gd name="T14" fmla="*/ 136525 w 46"/>
              <a:gd name="T15" fmla="*/ 12700 h 46"/>
              <a:gd name="T16" fmla="*/ 41275 w 46"/>
              <a:gd name="T17" fmla="*/ 98425 h 46"/>
              <a:gd name="T18" fmla="*/ 28575 w 46"/>
              <a:gd name="T19" fmla="*/ 82550 h 46"/>
              <a:gd name="T20" fmla="*/ 31750 w 46"/>
              <a:gd name="T21" fmla="*/ 88900 h 46"/>
              <a:gd name="T22" fmla="*/ 38100 w 46"/>
              <a:gd name="T23" fmla="*/ 88900 h 46"/>
              <a:gd name="T24" fmla="*/ 31750 w 46"/>
              <a:gd name="T25" fmla="*/ 92075 h 46"/>
              <a:gd name="T26" fmla="*/ 111125 w 46"/>
              <a:gd name="T27" fmla="*/ 98425 h 46"/>
              <a:gd name="T28" fmla="*/ 120650 w 46"/>
              <a:gd name="T29" fmla="*/ 82550 h 46"/>
              <a:gd name="T30" fmla="*/ 104775 w 46"/>
              <a:gd name="T31" fmla="*/ 98425 h 46"/>
              <a:gd name="T32" fmla="*/ 111125 w 46"/>
              <a:gd name="T33" fmla="*/ 88900 h 46"/>
              <a:gd name="T34" fmla="*/ 114300 w 46"/>
              <a:gd name="T35" fmla="*/ 92075 h 46"/>
              <a:gd name="T36" fmla="*/ 111125 w 46"/>
              <a:gd name="T37" fmla="*/ 88900 h 46"/>
              <a:gd name="T38" fmla="*/ 41275 w 46"/>
              <a:gd name="T39" fmla="*/ 123825 h 46"/>
              <a:gd name="T40" fmla="*/ 28575 w 46"/>
              <a:gd name="T41" fmla="*/ 107950 h 46"/>
              <a:gd name="T42" fmla="*/ 31750 w 46"/>
              <a:gd name="T43" fmla="*/ 114300 h 46"/>
              <a:gd name="T44" fmla="*/ 38100 w 46"/>
              <a:gd name="T45" fmla="*/ 114300 h 46"/>
              <a:gd name="T46" fmla="*/ 31750 w 46"/>
              <a:gd name="T47" fmla="*/ 117475 h 46"/>
              <a:gd name="T48" fmla="*/ 60325 w 46"/>
              <a:gd name="T49" fmla="*/ 123825 h 46"/>
              <a:gd name="T50" fmla="*/ 60325 w 46"/>
              <a:gd name="T51" fmla="*/ 104775 h 46"/>
              <a:gd name="T52" fmla="*/ 53975 w 46"/>
              <a:gd name="T53" fmla="*/ 123825 h 46"/>
              <a:gd name="T54" fmla="*/ 63500 w 46"/>
              <a:gd name="T55" fmla="*/ 114300 h 46"/>
              <a:gd name="T56" fmla="*/ 60325 w 46"/>
              <a:gd name="T57" fmla="*/ 117475 h 46"/>
              <a:gd name="T58" fmla="*/ 104775 w 46"/>
              <a:gd name="T59" fmla="*/ 69850 h 46"/>
              <a:gd name="T60" fmla="*/ 120650 w 46"/>
              <a:gd name="T61" fmla="*/ 57150 h 46"/>
              <a:gd name="T62" fmla="*/ 101600 w 46"/>
              <a:gd name="T63" fmla="*/ 63500 h 46"/>
              <a:gd name="T64" fmla="*/ 111125 w 46"/>
              <a:gd name="T65" fmla="*/ 63500 h 46"/>
              <a:gd name="T66" fmla="*/ 114300 w 46"/>
              <a:gd name="T67" fmla="*/ 66675 h 46"/>
              <a:gd name="T68" fmla="*/ 53975 w 46"/>
              <a:gd name="T69" fmla="*/ 69850 h 46"/>
              <a:gd name="T70" fmla="*/ 66675 w 46"/>
              <a:gd name="T71" fmla="*/ 57150 h 46"/>
              <a:gd name="T72" fmla="*/ 53975 w 46"/>
              <a:gd name="T73" fmla="*/ 69850 h 46"/>
              <a:gd name="T74" fmla="*/ 60325 w 46"/>
              <a:gd name="T75" fmla="*/ 60325 h 46"/>
              <a:gd name="T76" fmla="*/ 57150 w 46"/>
              <a:gd name="T77" fmla="*/ 66675 h 46"/>
              <a:gd name="T78" fmla="*/ 85725 w 46"/>
              <a:gd name="T79" fmla="*/ 123825 h 46"/>
              <a:gd name="T80" fmla="*/ 92075 w 46"/>
              <a:gd name="T81" fmla="*/ 107950 h 46"/>
              <a:gd name="T82" fmla="*/ 79375 w 46"/>
              <a:gd name="T83" fmla="*/ 123825 h 46"/>
              <a:gd name="T84" fmla="*/ 88900 w 46"/>
              <a:gd name="T85" fmla="*/ 114300 h 46"/>
              <a:gd name="T86" fmla="*/ 85725 w 46"/>
              <a:gd name="T87" fmla="*/ 117475 h 46"/>
              <a:gd name="T88" fmla="*/ 79375 w 46"/>
              <a:gd name="T89" fmla="*/ 98425 h 46"/>
              <a:gd name="T90" fmla="*/ 95250 w 46"/>
              <a:gd name="T91" fmla="*/ 88900 h 46"/>
              <a:gd name="T92" fmla="*/ 76200 w 46"/>
              <a:gd name="T93" fmla="*/ 88900 h 46"/>
              <a:gd name="T94" fmla="*/ 85725 w 46"/>
              <a:gd name="T95" fmla="*/ 88900 h 46"/>
              <a:gd name="T96" fmla="*/ 88900 w 46"/>
              <a:gd name="T97" fmla="*/ 92075 h 46"/>
              <a:gd name="T98" fmla="*/ 85725 w 46"/>
              <a:gd name="T99" fmla="*/ 88900 h 46"/>
              <a:gd name="T100" fmla="*/ 95250 w 46"/>
              <a:gd name="T101" fmla="*/ 63500 h 46"/>
              <a:gd name="T102" fmla="*/ 76200 w 46"/>
              <a:gd name="T103" fmla="*/ 63500 h 46"/>
              <a:gd name="T104" fmla="*/ 85725 w 46"/>
              <a:gd name="T105" fmla="*/ 63500 h 46"/>
              <a:gd name="T106" fmla="*/ 88900 w 46"/>
              <a:gd name="T107" fmla="*/ 66675 h 46"/>
              <a:gd name="T108" fmla="*/ 53975 w 46"/>
              <a:gd name="T109" fmla="*/ 98425 h 46"/>
              <a:gd name="T110" fmla="*/ 66675 w 46"/>
              <a:gd name="T111" fmla="*/ 82550 h 46"/>
              <a:gd name="T112" fmla="*/ 53975 w 46"/>
              <a:gd name="T113" fmla="*/ 98425 h 46"/>
              <a:gd name="T114" fmla="*/ 60325 w 46"/>
              <a:gd name="T115" fmla="*/ 88900 h 46"/>
              <a:gd name="T116" fmla="*/ 60325 w 46"/>
              <a:gd name="T117" fmla="*/ 92075 h 4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46" h="46">
                <a:moveTo>
                  <a:pt x="44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5"/>
                  <a:pt x="1" y="46"/>
                  <a:pt x="2" y="46"/>
                </a:cubicBezTo>
                <a:cubicBezTo>
                  <a:pt x="44" y="46"/>
                  <a:pt x="44" y="46"/>
                  <a:pt x="44" y="46"/>
                </a:cubicBezTo>
                <a:cubicBezTo>
                  <a:pt x="46" y="46"/>
                  <a:pt x="46" y="45"/>
                  <a:pt x="46" y="44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1"/>
                  <a:pt x="46" y="0"/>
                  <a:pt x="44" y="0"/>
                </a:cubicBezTo>
                <a:close/>
                <a:moveTo>
                  <a:pt x="43" y="43"/>
                </a:moveTo>
                <a:cubicBezTo>
                  <a:pt x="43" y="43"/>
                  <a:pt x="43" y="43"/>
                  <a:pt x="43" y="43"/>
                </a:cubicBezTo>
                <a:cubicBezTo>
                  <a:pt x="4" y="43"/>
                  <a:pt x="4" y="43"/>
                  <a:pt x="4" y="43"/>
                </a:cubicBezTo>
                <a:cubicBezTo>
                  <a:pt x="4" y="14"/>
                  <a:pt x="4" y="14"/>
                  <a:pt x="4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43"/>
                  <a:pt x="43" y="43"/>
                  <a:pt x="43" y="43"/>
                </a:cubicBezTo>
                <a:close/>
                <a:moveTo>
                  <a:pt x="43" y="12"/>
                </a:moveTo>
                <a:cubicBezTo>
                  <a:pt x="43" y="12"/>
                  <a:pt x="43" y="12"/>
                  <a:pt x="43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4"/>
                  <a:pt x="4" y="4"/>
                  <a:pt x="4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6"/>
                  <a:pt x="7" y="6"/>
                  <a:pt x="7" y="6"/>
                </a:cubicBezTo>
                <a:cubicBezTo>
                  <a:pt x="7" y="7"/>
                  <a:pt x="8" y="8"/>
                  <a:pt x="9" y="8"/>
                </a:cubicBezTo>
                <a:cubicBezTo>
                  <a:pt x="10" y="8"/>
                  <a:pt x="11" y="7"/>
                  <a:pt x="11" y="6"/>
                </a:cubicBezTo>
                <a:cubicBezTo>
                  <a:pt x="11" y="4"/>
                  <a:pt x="11" y="4"/>
                  <a:pt x="11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7"/>
                  <a:pt x="17" y="8"/>
                  <a:pt x="18" y="8"/>
                </a:cubicBezTo>
                <a:cubicBezTo>
                  <a:pt x="19" y="8"/>
                  <a:pt x="20" y="7"/>
                  <a:pt x="20" y="6"/>
                </a:cubicBezTo>
                <a:cubicBezTo>
                  <a:pt x="20" y="4"/>
                  <a:pt x="20" y="4"/>
                  <a:pt x="20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7"/>
                  <a:pt x="27" y="8"/>
                  <a:pt x="28" y="8"/>
                </a:cubicBezTo>
                <a:cubicBezTo>
                  <a:pt x="29" y="8"/>
                  <a:pt x="30" y="7"/>
                  <a:pt x="30" y="6"/>
                </a:cubicBezTo>
                <a:cubicBezTo>
                  <a:pt x="30" y="4"/>
                  <a:pt x="30" y="4"/>
                  <a:pt x="30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7"/>
                  <a:pt x="36" y="8"/>
                  <a:pt x="37" y="8"/>
                </a:cubicBezTo>
                <a:cubicBezTo>
                  <a:pt x="38" y="8"/>
                  <a:pt x="39" y="7"/>
                  <a:pt x="39" y="6"/>
                </a:cubicBezTo>
                <a:cubicBezTo>
                  <a:pt x="39" y="4"/>
                  <a:pt x="39" y="4"/>
                  <a:pt x="39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12"/>
                  <a:pt x="43" y="12"/>
                  <a:pt x="43" y="12"/>
                </a:cubicBezTo>
                <a:close/>
                <a:moveTo>
                  <a:pt x="9" y="31"/>
                </a:moveTo>
                <a:cubicBezTo>
                  <a:pt x="9" y="31"/>
                  <a:pt x="9" y="31"/>
                  <a:pt x="9" y="31"/>
                </a:cubicBezTo>
                <a:cubicBezTo>
                  <a:pt x="9" y="31"/>
                  <a:pt x="10" y="31"/>
                  <a:pt x="11" y="31"/>
                </a:cubicBezTo>
                <a:cubicBezTo>
                  <a:pt x="12" y="31"/>
                  <a:pt x="12" y="31"/>
                  <a:pt x="13" y="31"/>
                </a:cubicBezTo>
                <a:cubicBezTo>
                  <a:pt x="14" y="30"/>
                  <a:pt x="14" y="29"/>
                  <a:pt x="14" y="28"/>
                </a:cubicBezTo>
                <a:cubicBezTo>
                  <a:pt x="14" y="28"/>
                  <a:pt x="14" y="27"/>
                  <a:pt x="13" y="26"/>
                </a:cubicBezTo>
                <a:cubicBezTo>
                  <a:pt x="12" y="26"/>
                  <a:pt x="12" y="25"/>
                  <a:pt x="11" y="25"/>
                </a:cubicBezTo>
                <a:cubicBezTo>
                  <a:pt x="10" y="25"/>
                  <a:pt x="9" y="26"/>
                  <a:pt x="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8" y="27"/>
                  <a:pt x="8" y="28"/>
                  <a:pt x="8" y="28"/>
                </a:cubicBezTo>
                <a:cubicBezTo>
                  <a:pt x="8" y="29"/>
                  <a:pt x="8" y="30"/>
                  <a:pt x="9" y="31"/>
                </a:cubicBezTo>
                <a:cubicBezTo>
                  <a:pt x="9" y="31"/>
                  <a:pt x="9" y="31"/>
                  <a:pt x="9" y="31"/>
                </a:cubicBezTo>
                <a:close/>
                <a:moveTo>
                  <a:pt x="10" y="28"/>
                </a:moveTo>
                <a:cubicBezTo>
                  <a:pt x="10" y="28"/>
                  <a:pt x="10" y="28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28"/>
                  <a:pt x="11" y="28"/>
                  <a:pt x="11" y="28"/>
                </a:cubicBezTo>
                <a:cubicBezTo>
                  <a:pt x="11" y="28"/>
                  <a:pt x="11" y="28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1" y="29"/>
                  <a:pt x="11" y="29"/>
                  <a:pt x="11" y="29"/>
                </a:cubicBezTo>
                <a:cubicBezTo>
                  <a:pt x="11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8"/>
                </a:cubicBezTo>
                <a:cubicBezTo>
                  <a:pt x="10" y="28"/>
                  <a:pt x="10" y="28"/>
                  <a:pt x="10" y="28"/>
                </a:cubicBezTo>
                <a:close/>
                <a:moveTo>
                  <a:pt x="33" y="31"/>
                </a:moveTo>
                <a:cubicBezTo>
                  <a:pt x="33" y="31"/>
                  <a:pt x="33" y="31"/>
                  <a:pt x="33" y="31"/>
                </a:cubicBezTo>
                <a:cubicBezTo>
                  <a:pt x="34" y="31"/>
                  <a:pt x="35" y="31"/>
                  <a:pt x="35" y="31"/>
                </a:cubicBezTo>
                <a:cubicBezTo>
                  <a:pt x="36" y="31"/>
                  <a:pt x="37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0"/>
                  <a:pt x="39" y="29"/>
                  <a:pt x="39" y="28"/>
                </a:cubicBezTo>
                <a:cubicBezTo>
                  <a:pt x="39" y="28"/>
                  <a:pt x="38" y="27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7" y="26"/>
                  <a:pt x="36" y="25"/>
                  <a:pt x="35" y="25"/>
                </a:cubicBezTo>
                <a:cubicBezTo>
                  <a:pt x="35" y="25"/>
                  <a:pt x="34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7"/>
                  <a:pt x="32" y="28"/>
                  <a:pt x="32" y="28"/>
                </a:cubicBezTo>
                <a:cubicBezTo>
                  <a:pt x="32" y="29"/>
                  <a:pt x="33" y="30"/>
                  <a:pt x="33" y="31"/>
                </a:cubicBezTo>
                <a:cubicBezTo>
                  <a:pt x="33" y="31"/>
                  <a:pt x="33" y="31"/>
                  <a:pt x="33" y="31"/>
                </a:cubicBezTo>
                <a:close/>
                <a:moveTo>
                  <a:pt x="35" y="28"/>
                </a:moveTo>
                <a:cubicBezTo>
                  <a:pt x="35" y="28"/>
                  <a:pt x="35" y="28"/>
                  <a:pt x="35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29"/>
                  <a:pt x="35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29"/>
                  <a:pt x="35" y="29"/>
                  <a:pt x="35" y="28"/>
                </a:cubicBezTo>
                <a:cubicBezTo>
                  <a:pt x="35" y="28"/>
                  <a:pt x="35" y="28"/>
                  <a:pt x="35" y="28"/>
                </a:cubicBezTo>
                <a:close/>
                <a:moveTo>
                  <a:pt x="9" y="39"/>
                </a:moveTo>
                <a:cubicBezTo>
                  <a:pt x="9" y="39"/>
                  <a:pt x="9" y="39"/>
                  <a:pt x="9" y="39"/>
                </a:cubicBezTo>
                <a:cubicBezTo>
                  <a:pt x="9" y="39"/>
                  <a:pt x="10" y="39"/>
                  <a:pt x="11" y="39"/>
                </a:cubicBezTo>
                <a:cubicBezTo>
                  <a:pt x="12" y="39"/>
                  <a:pt x="12" y="39"/>
                  <a:pt x="13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14" y="38"/>
                  <a:pt x="14" y="37"/>
                  <a:pt x="14" y="36"/>
                </a:cubicBezTo>
                <a:cubicBezTo>
                  <a:pt x="14" y="36"/>
                  <a:pt x="14" y="35"/>
                  <a:pt x="13" y="34"/>
                </a:cubicBezTo>
                <a:cubicBezTo>
                  <a:pt x="12" y="34"/>
                  <a:pt x="12" y="33"/>
                  <a:pt x="11" y="33"/>
                </a:cubicBezTo>
                <a:cubicBezTo>
                  <a:pt x="10" y="33"/>
                  <a:pt x="9" y="34"/>
                  <a:pt x="9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8" y="35"/>
                  <a:pt x="8" y="36"/>
                  <a:pt x="8" y="36"/>
                </a:cubicBezTo>
                <a:cubicBezTo>
                  <a:pt x="8" y="37"/>
                  <a:pt x="8" y="38"/>
                  <a:pt x="9" y="39"/>
                </a:cubicBezTo>
                <a:cubicBezTo>
                  <a:pt x="9" y="39"/>
                  <a:pt x="9" y="39"/>
                  <a:pt x="9" y="39"/>
                </a:cubicBezTo>
                <a:close/>
                <a:moveTo>
                  <a:pt x="10" y="36"/>
                </a:move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1" y="36"/>
                  <a:pt x="11" y="36"/>
                </a:cubicBezTo>
                <a:cubicBezTo>
                  <a:pt x="11" y="36"/>
                  <a:pt x="11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6"/>
                </a:cubicBezTo>
                <a:cubicBezTo>
                  <a:pt x="10" y="36"/>
                  <a:pt x="10" y="36"/>
                  <a:pt x="10" y="36"/>
                </a:cubicBezTo>
                <a:close/>
                <a:moveTo>
                  <a:pt x="17" y="39"/>
                </a:moveTo>
                <a:cubicBezTo>
                  <a:pt x="17" y="39"/>
                  <a:pt x="17" y="39"/>
                  <a:pt x="17" y="39"/>
                </a:cubicBezTo>
                <a:cubicBezTo>
                  <a:pt x="17" y="39"/>
                  <a:pt x="18" y="39"/>
                  <a:pt x="19" y="39"/>
                </a:cubicBezTo>
                <a:cubicBezTo>
                  <a:pt x="20" y="39"/>
                  <a:pt x="21" y="39"/>
                  <a:pt x="21" y="39"/>
                </a:cubicBezTo>
                <a:cubicBezTo>
                  <a:pt x="21" y="39"/>
                  <a:pt x="21" y="39"/>
                  <a:pt x="21" y="39"/>
                </a:cubicBezTo>
                <a:cubicBezTo>
                  <a:pt x="22" y="38"/>
                  <a:pt x="22" y="37"/>
                  <a:pt x="22" y="36"/>
                </a:cubicBezTo>
                <a:cubicBezTo>
                  <a:pt x="22" y="36"/>
                  <a:pt x="22" y="35"/>
                  <a:pt x="21" y="34"/>
                </a:cubicBezTo>
                <a:cubicBezTo>
                  <a:pt x="21" y="34"/>
                  <a:pt x="20" y="33"/>
                  <a:pt x="19" y="33"/>
                </a:cubicBezTo>
                <a:cubicBezTo>
                  <a:pt x="18" y="33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6" y="35"/>
                  <a:pt x="16" y="36"/>
                  <a:pt x="16" y="36"/>
                </a:cubicBezTo>
                <a:cubicBezTo>
                  <a:pt x="16" y="37"/>
                  <a:pt x="16" y="38"/>
                  <a:pt x="17" y="39"/>
                </a:cubicBezTo>
                <a:cubicBezTo>
                  <a:pt x="17" y="39"/>
                  <a:pt x="17" y="39"/>
                  <a:pt x="17" y="39"/>
                </a:cubicBezTo>
                <a:close/>
                <a:moveTo>
                  <a:pt x="18" y="36"/>
                </a:move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20" y="36"/>
                  <a:pt x="20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19" y="37"/>
                  <a:pt x="19" y="37"/>
                </a:cubicBezTo>
                <a:cubicBezTo>
                  <a:pt x="19" y="37"/>
                  <a:pt x="19" y="37"/>
                  <a:pt x="18" y="37"/>
                </a:cubicBezTo>
                <a:cubicBezTo>
                  <a:pt x="18" y="37"/>
                  <a:pt x="18" y="37"/>
                  <a:pt x="18" y="37"/>
                </a:cubicBezTo>
                <a:cubicBezTo>
                  <a:pt x="18" y="37"/>
                  <a:pt x="18" y="37"/>
                  <a:pt x="18" y="36"/>
                </a:cubicBezTo>
                <a:cubicBezTo>
                  <a:pt x="18" y="36"/>
                  <a:pt x="18" y="36"/>
                  <a:pt x="18" y="36"/>
                </a:cubicBezTo>
                <a:close/>
                <a:moveTo>
                  <a:pt x="33" y="22"/>
                </a:moveTo>
                <a:cubicBezTo>
                  <a:pt x="33" y="22"/>
                  <a:pt x="33" y="22"/>
                  <a:pt x="33" y="22"/>
                </a:cubicBezTo>
                <a:cubicBezTo>
                  <a:pt x="34" y="23"/>
                  <a:pt x="35" y="23"/>
                  <a:pt x="35" y="23"/>
                </a:cubicBezTo>
                <a:cubicBezTo>
                  <a:pt x="36" y="23"/>
                  <a:pt x="37" y="23"/>
                  <a:pt x="38" y="22"/>
                </a:cubicBezTo>
                <a:cubicBezTo>
                  <a:pt x="38" y="22"/>
                  <a:pt x="39" y="21"/>
                  <a:pt x="39" y="20"/>
                </a:cubicBezTo>
                <a:cubicBezTo>
                  <a:pt x="39" y="20"/>
                  <a:pt x="38" y="19"/>
                  <a:pt x="38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7" y="18"/>
                  <a:pt x="36" y="17"/>
                  <a:pt x="35" y="17"/>
                </a:cubicBezTo>
                <a:cubicBezTo>
                  <a:pt x="35" y="17"/>
                  <a:pt x="34" y="18"/>
                  <a:pt x="33" y="18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9"/>
                  <a:pt x="32" y="20"/>
                  <a:pt x="32" y="20"/>
                </a:cubicBezTo>
                <a:cubicBezTo>
                  <a:pt x="32" y="21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lose/>
                <a:moveTo>
                  <a:pt x="35" y="20"/>
                </a:move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19"/>
                  <a:pt x="35" y="19"/>
                </a:cubicBezTo>
                <a:cubicBezTo>
                  <a:pt x="36" y="19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1"/>
                  <a:pt x="35" y="21"/>
                  <a:pt x="35" y="20"/>
                </a:cubicBezTo>
                <a:cubicBezTo>
                  <a:pt x="35" y="20"/>
                  <a:pt x="35" y="20"/>
                  <a:pt x="35" y="20"/>
                </a:cubicBezTo>
                <a:close/>
                <a:moveTo>
                  <a:pt x="17" y="22"/>
                </a:moveTo>
                <a:cubicBezTo>
                  <a:pt x="17" y="22"/>
                  <a:pt x="17" y="22"/>
                  <a:pt x="17" y="22"/>
                </a:cubicBezTo>
                <a:cubicBezTo>
                  <a:pt x="17" y="23"/>
                  <a:pt x="18" y="23"/>
                  <a:pt x="19" y="23"/>
                </a:cubicBezTo>
                <a:cubicBezTo>
                  <a:pt x="20" y="23"/>
                  <a:pt x="21" y="23"/>
                  <a:pt x="21" y="22"/>
                </a:cubicBezTo>
                <a:cubicBezTo>
                  <a:pt x="22" y="22"/>
                  <a:pt x="22" y="21"/>
                  <a:pt x="22" y="20"/>
                </a:cubicBezTo>
                <a:cubicBezTo>
                  <a:pt x="22" y="20"/>
                  <a:pt x="22" y="19"/>
                  <a:pt x="21" y="18"/>
                </a:cubicBezTo>
                <a:cubicBezTo>
                  <a:pt x="21" y="18"/>
                  <a:pt x="20" y="17"/>
                  <a:pt x="19" y="17"/>
                </a:cubicBezTo>
                <a:cubicBezTo>
                  <a:pt x="18" y="17"/>
                  <a:pt x="17" y="18"/>
                  <a:pt x="17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6" y="19"/>
                  <a:pt x="16" y="20"/>
                  <a:pt x="16" y="20"/>
                </a:cubicBezTo>
                <a:cubicBezTo>
                  <a:pt x="16" y="21"/>
                  <a:pt x="16" y="22"/>
                  <a:pt x="17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18" y="20"/>
                </a:moveTo>
                <a:cubicBezTo>
                  <a:pt x="18" y="20"/>
                  <a:pt x="18" y="20"/>
                  <a:pt x="18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9" y="20"/>
                  <a:pt x="19" y="19"/>
                  <a:pt x="19" y="19"/>
                </a:cubicBezTo>
                <a:cubicBezTo>
                  <a:pt x="19" y="19"/>
                  <a:pt x="20" y="20"/>
                  <a:pt x="20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19" y="21"/>
                  <a:pt x="19" y="21"/>
                </a:cubicBezTo>
                <a:cubicBezTo>
                  <a:pt x="19" y="21"/>
                  <a:pt x="19" y="21"/>
                  <a:pt x="18" y="21"/>
                </a:cubicBezTo>
                <a:cubicBezTo>
                  <a:pt x="18" y="21"/>
                  <a:pt x="18" y="21"/>
                  <a:pt x="18" y="20"/>
                </a:cubicBezTo>
                <a:cubicBezTo>
                  <a:pt x="18" y="20"/>
                  <a:pt x="18" y="20"/>
                  <a:pt x="18" y="20"/>
                </a:cubicBezTo>
                <a:close/>
                <a:moveTo>
                  <a:pt x="25" y="39"/>
                </a:moveTo>
                <a:cubicBezTo>
                  <a:pt x="25" y="39"/>
                  <a:pt x="25" y="39"/>
                  <a:pt x="25" y="39"/>
                </a:cubicBezTo>
                <a:cubicBezTo>
                  <a:pt x="26" y="39"/>
                  <a:pt x="26" y="39"/>
                  <a:pt x="27" y="39"/>
                </a:cubicBezTo>
                <a:cubicBezTo>
                  <a:pt x="28" y="39"/>
                  <a:pt x="29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30" y="38"/>
                  <a:pt x="30" y="37"/>
                  <a:pt x="30" y="36"/>
                </a:cubicBezTo>
                <a:cubicBezTo>
                  <a:pt x="30" y="36"/>
                  <a:pt x="30" y="35"/>
                  <a:pt x="2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4"/>
                  <a:pt x="28" y="33"/>
                  <a:pt x="27" y="33"/>
                </a:cubicBezTo>
                <a:cubicBezTo>
                  <a:pt x="26" y="33"/>
                  <a:pt x="26" y="34"/>
                  <a:pt x="25" y="34"/>
                </a:cubicBezTo>
                <a:cubicBezTo>
                  <a:pt x="25" y="35"/>
                  <a:pt x="24" y="36"/>
                  <a:pt x="24" y="36"/>
                </a:cubicBezTo>
                <a:cubicBezTo>
                  <a:pt x="24" y="37"/>
                  <a:pt x="25" y="38"/>
                  <a:pt x="25" y="39"/>
                </a:cubicBezTo>
                <a:cubicBezTo>
                  <a:pt x="25" y="39"/>
                  <a:pt x="25" y="39"/>
                  <a:pt x="25" y="39"/>
                </a:cubicBezTo>
                <a:close/>
                <a:moveTo>
                  <a:pt x="27" y="36"/>
                </a:move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7"/>
                  <a:pt x="28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6" y="37"/>
                  <a:pt x="26" y="37"/>
                  <a:pt x="26" y="36"/>
                </a:cubicBezTo>
                <a:cubicBezTo>
                  <a:pt x="26" y="36"/>
                  <a:pt x="26" y="36"/>
                  <a:pt x="27" y="36"/>
                </a:cubicBezTo>
                <a:close/>
                <a:moveTo>
                  <a:pt x="25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26" y="31"/>
                  <a:pt x="26" y="31"/>
                  <a:pt x="27" y="31"/>
                </a:cubicBezTo>
                <a:cubicBezTo>
                  <a:pt x="28" y="31"/>
                  <a:pt x="29" y="31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30" y="30"/>
                  <a:pt x="30" y="29"/>
                  <a:pt x="30" y="28"/>
                </a:cubicBezTo>
                <a:cubicBezTo>
                  <a:pt x="30" y="28"/>
                  <a:pt x="30" y="27"/>
                  <a:pt x="29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6"/>
                  <a:pt x="28" y="25"/>
                  <a:pt x="27" y="25"/>
                </a:cubicBezTo>
                <a:cubicBezTo>
                  <a:pt x="26" y="25"/>
                  <a:pt x="26" y="26"/>
                  <a:pt x="25" y="26"/>
                </a:cubicBezTo>
                <a:cubicBezTo>
                  <a:pt x="25" y="27"/>
                  <a:pt x="24" y="28"/>
                  <a:pt x="24" y="28"/>
                </a:cubicBezTo>
                <a:cubicBezTo>
                  <a:pt x="24" y="29"/>
                  <a:pt x="25" y="30"/>
                  <a:pt x="25" y="31"/>
                </a:cubicBezTo>
                <a:close/>
                <a:moveTo>
                  <a:pt x="27" y="28"/>
                </a:move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8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6" y="29"/>
                  <a:pt x="26" y="29"/>
                  <a:pt x="26" y="28"/>
                </a:cubicBezTo>
                <a:cubicBezTo>
                  <a:pt x="26" y="28"/>
                  <a:pt x="26" y="28"/>
                  <a:pt x="27" y="28"/>
                </a:cubicBezTo>
                <a:close/>
                <a:moveTo>
                  <a:pt x="25" y="22"/>
                </a:moveTo>
                <a:cubicBezTo>
                  <a:pt x="25" y="22"/>
                  <a:pt x="25" y="22"/>
                  <a:pt x="25" y="22"/>
                </a:cubicBezTo>
                <a:cubicBezTo>
                  <a:pt x="26" y="23"/>
                  <a:pt x="26" y="23"/>
                  <a:pt x="27" y="23"/>
                </a:cubicBezTo>
                <a:cubicBezTo>
                  <a:pt x="28" y="23"/>
                  <a:pt x="29" y="23"/>
                  <a:pt x="29" y="22"/>
                </a:cubicBezTo>
                <a:cubicBezTo>
                  <a:pt x="30" y="22"/>
                  <a:pt x="30" y="21"/>
                  <a:pt x="30" y="20"/>
                </a:cubicBezTo>
                <a:cubicBezTo>
                  <a:pt x="30" y="20"/>
                  <a:pt x="30" y="19"/>
                  <a:pt x="29" y="18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8"/>
                  <a:pt x="28" y="17"/>
                  <a:pt x="27" y="17"/>
                </a:cubicBezTo>
                <a:cubicBezTo>
                  <a:pt x="26" y="17"/>
                  <a:pt x="26" y="18"/>
                  <a:pt x="25" y="18"/>
                </a:cubicBezTo>
                <a:cubicBezTo>
                  <a:pt x="25" y="19"/>
                  <a:pt x="24" y="20"/>
                  <a:pt x="24" y="20"/>
                </a:cubicBezTo>
                <a:cubicBezTo>
                  <a:pt x="24" y="21"/>
                  <a:pt x="25" y="22"/>
                  <a:pt x="25" y="22"/>
                </a:cubicBezTo>
                <a:cubicBezTo>
                  <a:pt x="25" y="22"/>
                  <a:pt x="25" y="22"/>
                  <a:pt x="25" y="22"/>
                </a:cubicBezTo>
                <a:close/>
                <a:moveTo>
                  <a:pt x="27" y="20"/>
                </a:moveTo>
                <a:cubicBezTo>
                  <a:pt x="27" y="20"/>
                  <a:pt x="27" y="20"/>
                  <a:pt x="27" y="20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0"/>
                  <a:pt x="27" y="19"/>
                  <a:pt x="27" y="19"/>
                </a:cubicBezTo>
                <a:cubicBezTo>
                  <a:pt x="28" y="19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7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1"/>
                  <a:pt x="26" y="21"/>
                  <a:pt x="26" y="20"/>
                </a:cubicBezTo>
                <a:cubicBezTo>
                  <a:pt x="26" y="20"/>
                  <a:pt x="26" y="20"/>
                  <a:pt x="27" y="20"/>
                </a:cubicBezTo>
                <a:close/>
                <a:moveTo>
                  <a:pt x="17" y="31"/>
                </a:move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8" y="31"/>
                  <a:pt x="19" y="31"/>
                </a:cubicBezTo>
                <a:cubicBezTo>
                  <a:pt x="20" y="31"/>
                  <a:pt x="21" y="31"/>
                  <a:pt x="21" y="31"/>
                </a:cubicBezTo>
                <a:cubicBezTo>
                  <a:pt x="22" y="30"/>
                  <a:pt x="22" y="29"/>
                  <a:pt x="22" y="28"/>
                </a:cubicBezTo>
                <a:cubicBezTo>
                  <a:pt x="22" y="28"/>
                  <a:pt x="22" y="27"/>
                  <a:pt x="21" y="26"/>
                </a:cubicBezTo>
                <a:cubicBezTo>
                  <a:pt x="21" y="26"/>
                  <a:pt x="20" y="25"/>
                  <a:pt x="19" y="25"/>
                </a:cubicBezTo>
                <a:cubicBezTo>
                  <a:pt x="18" y="25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6" y="27"/>
                  <a:pt x="16" y="28"/>
                  <a:pt x="16" y="28"/>
                </a:cubicBezTo>
                <a:cubicBezTo>
                  <a:pt x="16" y="29"/>
                  <a:pt x="16" y="30"/>
                  <a:pt x="17" y="31"/>
                </a:cubicBezTo>
                <a:cubicBezTo>
                  <a:pt x="17" y="31"/>
                  <a:pt x="17" y="31"/>
                  <a:pt x="17" y="31"/>
                </a:cubicBezTo>
                <a:close/>
                <a:moveTo>
                  <a:pt x="18" y="28"/>
                </a:move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8" y="28"/>
                  <a:pt x="18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29"/>
                  <a:pt x="19" y="29"/>
                  <a:pt x="19" y="29"/>
                </a:cubicBezTo>
                <a:cubicBezTo>
                  <a:pt x="19" y="29"/>
                  <a:pt x="19" y="29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9"/>
                  <a:pt x="18" y="29"/>
                  <a:pt x="18" y="28"/>
                </a:cubicBezTo>
                <a:cubicBezTo>
                  <a:pt x="18" y="28"/>
                  <a:pt x="18" y="28"/>
                  <a:pt x="18" y="2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58" name="Freeform 392">
            <a:extLst>
              <a:ext uri="{FF2B5EF4-FFF2-40B4-BE49-F238E27FC236}">
                <a16:creationId xmlns:a16="http://schemas.microsoft.com/office/drawing/2014/main" id="{06D3B58E-E58D-E4AE-BE9A-34B440080471}"/>
              </a:ext>
            </a:extLst>
          </p:cNvPr>
          <p:cNvSpPr>
            <a:spLocks noEditPoints="1"/>
          </p:cNvSpPr>
          <p:nvPr/>
        </p:nvSpPr>
        <p:spPr bwMode="auto">
          <a:xfrm>
            <a:off x="6226635" y="1761515"/>
            <a:ext cx="131233" cy="173567"/>
          </a:xfrm>
          <a:custGeom>
            <a:avLst/>
            <a:gdLst>
              <a:gd name="T0" fmla="*/ 85725 w 31"/>
              <a:gd name="T1" fmla="*/ 50800 h 41"/>
              <a:gd name="T2" fmla="*/ 85725 w 31"/>
              <a:gd name="T3" fmla="*/ 38100 h 41"/>
              <a:gd name="T4" fmla="*/ 47625 w 31"/>
              <a:gd name="T5" fmla="*/ 0 h 41"/>
              <a:gd name="T6" fmla="*/ 25400 w 31"/>
              <a:gd name="T7" fmla="*/ 12700 h 41"/>
              <a:gd name="T8" fmla="*/ 12700 w 31"/>
              <a:gd name="T9" fmla="*/ 50800 h 41"/>
              <a:gd name="T10" fmla="*/ 3175 w 31"/>
              <a:gd name="T11" fmla="*/ 57150 h 41"/>
              <a:gd name="T12" fmla="*/ 0 w 31"/>
              <a:gd name="T13" fmla="*/ 66675 h 41"/>
              <a:gd name="T14" fmla="*/ 3175 w 31"/>
              <a:gd name="T15" fmla="*/ 123825 h 41"/>
              <a:gd name="T16" fmla="*/ 85725 w 31"/>
              <a:gd name="T17" fmla="*/ 130175 h 41"/>
              <a:gd name="T18" fmla="*/ 95250 w 31"/>
              <a:gd name="T19" fmla="*/ 123825 h 41"/>
              <a:gd name="T20" fmla="*/ 98425 w 31"/>
              <a:gd name="T21" fmla="*/ 66675 h 41"/>
              <a:gd name="T22" fmla="*/ 25400 w 31"/>
              <a:gd name="T23" fmla="*/ 38100 h 41"/>
              <a:gd name="T24" fmla="*/ 31750 w 31"/>
              <a:gd name="T25" fmla="*/ 19050 h 41"/>
              <a:gd name="T26" fmla="*/ 47625 w 31"/>
              <a:gd name="T27" fmla="*/ 12700 h 41"/>
              <a:gd name="T28" fmla="*/ 73025 w 31"/>
              <a:gd name="T29" fmla="*/ 38100 h 41"/>
              <a:gd name="T30" fmla="*/ 25400 w 31"/>
              <a:gd name="T31" fmla="*/ 50800 h 41"/>
              <a:gd name="T32" fmla="*/ 88900 w 31"/>
              <a:gd name="T33" fmla="*/ 114300 h 41"/>
              <a:gd name="T34" fmla="*/ 88900 w 31"/>
              <a:gd name="T35" fmla="*/ 117475 h 41"/>
              <a:gd name="T36" fmla="*/ 85725 w 31"/>
              <a:gd name="T37" fmla="*/ 117475 h 41"/>
              <a:gd name="T38" fmla="*/ 9525 w 31"/>
              <a:gd name="T39" fmla="*/ 117475 h 41"/>
              <a:gd name="T40" fmla="*/ 9525 w 31"/>
              <a:gd name="T41" fmla="*/ 66675 h 41"/>
              <a:gd name="T42" fmla="*/ 9525 w 31"/>
              <a:gd name="T43" fmla="*/ 63500 h 41"/>
              <a:gd name="T44" fmla="*/ 85725 w 31"/>
              <a:gd name="T45" fmla="*/ 63500 h 41"/>
              <a:gd name="T46" fmla="*/ 88900 w 31"/>
              <a:gd name="T47" fmla="*/ 66675 h 41"/>
              <a:gd name="T48" fmla="*/ 47625 w 31"/>
              <a:gd name="T49" fmla="*/ 73025 h 41"/>
              <a:gd name="T50" fmla="*/ 38100 w 31"/>
              <a:gd name="T51" fmla="*/ 76200 h 41"/>
              <a:gd name="T52" fmla="*/ 38100 w 31"/>
              <a:gd name="T53" fmla="*/ 95250 h 41"/>
              <a:gd name="T54" fmla="*/ 44450 w 31"/>
              <a:gd name="T55" fmla="*/ 104775 h 41"/>
              <a:gd name="T56" fmla="*/ 53975 w 31"/>
              <a:gd name="T57" fmla="*/ 104775 h 41"/>
              <a:gd name="T58" fmla="*/ 60325 w 31"/>
              <a:gd name="T59" fmla="*/ 95250 h 41"/>
              <a:gd name="T60" fmla="*/ 60325 w 31"/>
              <a:gd name="T61" fmla="*/ 76200 h 41"/>
              <a:gd name="T62" fmla="*/ 53975 w 31"/>
              <a:gd name="T63" fmla="*/ 92075 h 41"/>
              <a:gd name="T64" fmla="*/ 50800 w 31"/>
              <a:gd name="T65" fmla="*/ 92075 h 41"/>
              <a:gd name="T66" fmla="*/ 44450 w 31"/>
              <a:gd name="T67" fmla="*/ 92075 h 41"/>
              <a:gd name="T68" fmla="*/ 44450 w 31"/>
              <a:gd name="T69" fmla="*/ 79375 h 41"/>
              <a:gd name="T70" fmla="*/ 53975 w 31"/>
              <a:gd name="T71" fmla="*/ 79375 h 41"/>
              <a:gd name="T72" fmla="*/ 53975 w 31"/>
              <a:gd name="T73" fmla="*/ 92075 h 41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31" h="41">
                <a:moveTo>
                  <a:pt x="30" y="18"/>
                </a:moveTo>
                <a:cubicBezTo>
                  <a:pt x="29" y="17"/>
                  <a:pt x="28" y="16"/>
                  <a:pt x="27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9"/>
                  <a:pt x="26" y="6"/>
                  <a:pt x="23" y="4"/>
                </a:cubicBezTo>
                <a:cubicBezTo>
                  <a:pt x="21" y="2"/>
                  <a:pt x="19" y="0"/>
                  <a:pt x="15" y="0"/>
                </a:cubicBezTo>
                <a:cubicBezTo>
                  <a:pt x="12" y="0"/>
                  <a:pt x="10" y="2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5" y="6"/>
                  <a:pt x="4" y="9"/>
                  <a:pt x="4" y="12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3" y="16"/>
                  <a:pt x="2" y="17"/>
                  <a:pt x="1" y="18"/>
                </a:cubicBezTo>
                <a:cubicBezTo>
                  <a:pt x="1" y="18"/>
                  <a:pt x="1" y="18"/>
                  <a:pt x="1" y="18"/>
                </a:cubicBezTo>
                <a:cubicBezTo>
                  <a:pt x="0" y="18"/>
                  <a:pt x="0" y="20"/>
                  <a:pt x="0" y="21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0" y="39"/>
                  <a:pt x="1" y="39"/>
                </a:cubicBezTo>
                <a:cubicBezTo>
                  <a:pt x="2" y="40"/>
                  <a:pt x="3" y="41"/>
                  <a:pt x="4" y="41"/>
                </a:cubicBezTo>
                <a:cubicBezTo>
                  <a:pt x="27" y="41"/>
                  <a:pt x="27" y="41"/>
                  <a:pt x="27" y="41"/>
                </a:cubicBezTo>
                <a:cubicBezTo>
                  <a:pt x="28" y="41"/>
                  <a:pt x="29" y="40"/>
                  <a:pt x="30" y="40"/>
                </a:cubicBezTo>
                <a:cubicBezTo>
                  <a:pt x="30" y="39"/>
                  <a:pt x="30" y="39"/>
                  <a:pt x="30" y="39"/>
                </a:cubicBezTo>
                <a:cubicBezTo>
                  <a:pt x="31" y="39"/>
                  <a:pt x="31" y="38"/>
                  <a:pt x="31" y="36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0"/>
                  <a:pt x="31" y="18"/>
                  <a:pt x="30" y="18"/>
                </a:cubicBezTo>
                <a:close/>
                <a:moveTo>
                  <a:pt x="8" y="12"/>
                </a:moveTo>
                <a:cubicBezTo>
                  <a:pt x="8" y="12"/>
                  <a:pt x="8" y="12"/>
                  <a:pt x="8" y="12"/>
                </a:cubicBezTo>
                <a:cubicBezTo>
                  <a:pt x="8" y="10"/>
                  <a:pt x="9" y="8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1" y="5"/>
                  <a:pt x="13" y="4"/>
                  <a:pt x="15" y="4"/>
                </a:cubicBezTo>
                <a:cubicBezTo>
                  <a:pt x="18" y="4"/>
                  <a:pt x="20" y="5"/>
                  <a:pt x="21" y="6"/>
                </a:cubicBezTo>
                <a:cubicBezTo>
                  <a:pt x="22" y="8"/>
                  <a:pt x="23" y="10"/>
                  <a:pt x="23" y="12"/>
                </a:cubicBezTo>
                <a:cubicBezTo>
                  <a:pt x="23" y="16"/>
                  <a:pt x="23" y="16"/>
                  <a:pt x="23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8" y="12"/>
                  <a:pt x="8" y="12"/>
                </a:cubicBezTo>
                <a:close/>
                <a:moveTo>
                  <a:pt x="28" y="36"/>
                </a:moveTo>
                <a:cubicBezTo>
                  <a:pt x="28" y="36"/>
                  <a:pt x="28" y="36"/>
                  <a:pt x="28" y="36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37"/>
                  <a:pt x="3" y="37"/>
                  <a:pt x="3" y="37"/>
                </a:cubicBezTo>
                <a:cubicBezTo>
                  <a:pt x="3" y="37"/>
                  <a:pt x="3" y="37"/>
                  <a:pt x="3" y="36"/>
                </a:cubicBezTo>
                <a:cubicBezTo>
                  <a:pt x="3" y="21"/>
                  <a:pt x="3" y="21"/>
                  <a:pt x="3" y="21"/>
                </a:cubicBezTo>
                <a:cubicBezTo>
                  <a:pt x="3" y="21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4" y="20"/>
                  <a:pt x="4" y="20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0"/>
                  <a:pt x="27" y="20"/>
                  <a:pt x="28" y="20"/>
                </a:cubicBezTo>
                <a:cubicBezTo>
                  <a:pt x="28" y="20"/>
                  <a:pt x="28" y="21"/>
                  <a:pt x="28" y="21"/>
                </a:cubicBezTo>
                <a:cubicBezTo>
                  <a:pt x="28" y="36"/>
                  <a:pt x="28" y="36"/>
                  <a:pt x="28" y="36"/>
                </a:cubicBezTo>
                <a:close/>
                <a:moveTo>
                  <a:pt x="15" y="23"/>
                </a:moveTo>
                <a:cubicBezTo>
                  <a:pt x="15" y="23"/>
                  <a:pt x="15" y="23"/>
                  <a:pt x="15" y="23"/>
                </a:cubicBezTo>
                <a:cubicBezTo>
                  <a:pt x="14" y="23"/>
                  <a:pt x="13" y="23"/>
                  <a:pt x="12" y="24"/>
                </a:cubicBezTo>
                <a:cubicBezTo>
                  <a:pt x="12" y="25"/>
                  <a:pt x="11" y="26"/>
                  <a:pt x="11" y="27"/>
                </a:cubicBezTo>
                <a:cubicBezTo>
                  <a:pt x="11" y="28"/>
                  <a:pt x="12" y="29"/>
                  <a:pt x="12" y="30"/>
                </a:cubicBezTo>
                <a:cubicBezTo>
                  <a:pt x="13" y="31"/>
                  <a:pt x="14" y="31"/>
                  <a:pt x="14" y="31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4"/>
                  <a:pt x="15" y="34"/>
                  <a:pt x="15" y="34"/>
                </a:cubicBezTo>
                <a:cubicBezTo>
                  <a:pt x="16" y="34"/>
                  <a:pt x="17" y="34"/>
                  <a:pt x="17" y="33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8" y="31"/>
                  <a:pt x="19" y="30"/>
                </a:cubicBezTo>
                <a:cubicBezTo>
                  <a:pt x="19" y="29"/>
                  <a:pt x="20" y="28"/>
                  <a:pt x="20" y="27"/>
                </a:cubicBezTo>
                <a:cubicBezTo>
                  <a:pt x="20" y="26"/>
                  <a:pt x="19" y="25"/>
                  <a:pt x="19" y="24"/>
                </a:cubicBezTo>
                <a:cubicBezTo>
                  <a:pt x="18" y="23"/>
                  <a:pt x="17" y="23"/>
                  <a:pt x="15" y="23"/>
                </a:cubicBezTo>
                <a:close/>
                <a:moveTo>
                  <a:pt x="17" y="29"/>
                </a:moveTo>
                <a:cubicBezTo>
                  <a:pt x="17" y="29"/>
                  <a:pt x="17" y="29"/>
                  <a:pt x="17" y="29"/>
                </a:cubicBezTo>
                <a:cubicBezTo>
                  <a:pt x="17" y="29"/>
                  <a:pt x="16" y="29"/>
                  <a:pt x="16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4" y="29"/>
                  <a:pt x="14" y="29"/>
                </a:cubicBezTo>
                <a:cubicBezTo>
                  <a:pt x="14" y="28"/>
                  <a:pt x="13" y="28"/>
                  <a:pt x="13" y="27"/>
                </a:cubicBezTo>
                <a:cubicBezTo>
                  <a:pt x="13" y="26"/>
                  <a:pt x="14" y="26"/>
                  <a:pt x="14" y="25"/>
                </a:cubicBezTo>
                <a:cubicBezTo>
                  <a:pt x="14" y="25"/>
                  <a:pt x="15" y="25"/>
                  <a:pt x="15" y="25"/>
                </a:cubicBezTo>
                <a:cubicBezTo>
                  <a:pt x="16" y="25"/>
                  <a:pt x="17" y="25"/>
                  <a:pt x="17" y="25"/>
                </a:cubicBezTo>
                <a:cubicBezTo>
                  <a:pt x="17" y="26"/>
                  <a:pt x="18" y="26"/>
                  <a:pt x="18" y="27"/>
                </a:cubicBezTo>
                <a:cubicBezTo>
                  <a:pt x="18" y="28"/>
                  <a:pt x="17" y="28"/>
                  <a:pt x="17" y="2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59" name="Freeform 393">
            <a:extLst>
              <a:ext uri="{FF2B5EF4-FFF2-40B4-BE49-F238E27FC236}">
                <a16:creationId xmlns:a16="http://schemas.microsoft.com/office/drawing/2014/main" id="{D00C931E-DAD1-BDB9-382D-C52EDB49701E}"/>
              </a:ext>
            </a:extLst>
          </p:cNvPr>
          <p:cNvSpPr>
            <a:spLocks noEditPoints="1"/>
          </p:cNvSpPr>
          <p:nvPr/>
        </p:nvSpPr>
        <p:spPr bwMode="auto">
          <a:xfrm>
            <a:off x="10661051" y="3054798"/>
            <a:ext cx="186267" cy="135467"/>
          </a:xfrm>
          <a:custGeom>
            <a:avLst/>
            <a:gdLst>
              <a:gd name="T0" fmla="*/ 139700 w 44"/>
              <a:gd name="T1" fmla="*/ 3175 h 32"/>
              <a:gd name="T2" fmla="*/ 139700 w 44"/>
              <a:gd name="T3" fmla="*/ 3175 h 32"/>
              <a:gd name="T4" fmla="*/ 139700 w 44"/>
              <a:gd name="T5" fmla="*/ 3175 h 32"/>
              <a:gd name="T6" fmla="*/ 139700 w 44"/>
              <a:gd name="T7" fmla="*/ 3175 h 32"/>
              <a:gd name="T8" fmla="*/ 139700 w 44"/>
              <a:gd name="T9" fmla="*/ 3175 h 32"/>
              <a:gd name="T10" fmla="*/ 139700 w 44"/>
              <a:gd name="T11" fmla="*/ 0 h 32"/>
              <a:gd name="T12" fmla="*/ 139700 w 44"/>
              <a:gd name="T13" fmla="*/ 0 h 32"/>
              <a:gd name="T14" fmla="*/ 139700 w 44"/>
              <a:gd name="T15" fmla="*/ 0 h 32"/>
              <a:gd name="T16" fmla="*/ 139700 w 44"/>
              <a:gd name="T17" fmla="*/ 0 h 32"/>
              <a:gd name="T18" fmla="*/ 139700 w 44"/>
              <a:gd name="T19" fmla="*/ 0 h 32"/>
              <a:gd name="T20" fmla="*/ 139700 w 44"/>
              <a:gd name="T21" fmla="*/ 0 h 32"/>
              <a:gd name="T22" fmla="*/ 139700 w 44"/>
              <a:gd name="T23" fmla="*/ 0 h 32"/>
              <a:gd name="T24" fmla="*/ 139700 w 44"/>
              <a:gd name="T25" fmla="*/ 0 h 32"/>
              <a:gd name="T26" fmla="*/ 139700 w 44"/>
              <a:gd name="T27" fmla="*/ 0 h 32"/>
              <a:gd name="T28" fmla="*/ 139700 w 44"/>
              <a:gd name="T29" fmla="*/ 0 h 32"/>
              <a:gd name="T30" fmla="*/ 139700 w 44"/>
              <a:gd name="T31" fmla="*/ 0 h 32"/>
              <a:gd name="T32" fmla="*/ 139700 w 44"/>
              <a:gd name="T33" fmla="*/ 0 h 32"/>
              <a:gd name="T34" fmla="*/ 139700 w 44"/>
              <a:gd name="T35" fmla="*/ 0 h 32"/>
              <a:gd name="T36" fmla="*/ 139700 w 44"/>
              <a:gd name="T37" fmla="*/ 0 h 32"/>
              <a:gd name="T38" fmla="*/ 139700 w 44"/>
              <a:gd name="T39" fmla="*/ 0 h 32"/>
              <a:gd name="T40" fmla="*/ 139700 w 44"/>
              <a:gd name="T41" fmla="*/ 0 h 32"/>
              <a:gd name="T42" fmla="*/ 139700 w 44"/>
              <a:gd name="T43" fmla="*/ 0 h 32"/>
              <a:gd name="T44" fmla="*/ 139700 w 44"/>
              <a:gd name="T45" fmla="*/ 0 h 32"/>
              <a:gd name="T46" fmla="*/ 139700 w 44"/>
              <a:gd name="T47" fmla="*/ 0 h 32"/>
              <a:gd name="T48" fmla="*/ 139700 w 44"/>
              <a:gd name="T49" fmla="*/ 0 h 32"/>
              <a:gd name="T50" fmla="*/ 139700 w 44"/>
              <a:gd name="T51" fmla="*/ 0 h 32"/>
              <a:gd name="T52" fmla="*/ 136525 w 44"/>
              <a:gd name="T53" fmla="*/ 0 h 32"/>
              <a:gd name="T54" fmla="*/ 136525 w 44"/>
              <a:gd name="T55" fmla="*/ 0 h 32"/>
              <a:gd name="T56" fmla="*/ 136525 w 44"/>
              <a:gd name="T57" fmla="*/ 0 h 32"/>
              <a:gd name="T58" fmla="*/ 136525 w 44"/>
              <a:gd name="T59" fmla="*/ 0 h 32"/>
              <a:gd name="T60" fmla="*/ 136525 w 44"/>
              <a:gd name="T61" fmla="*/ 0 h 32"/>
              <a:gd name="T62" fmla="*/ 136525 w 44"/>
              <a:gd name="T63" fmla="*/ 0 h 32"/>
              <a:gd name="T64" fmla="*/ 136525 w 44"/>
              <a:gd name="T65" fmla="*/ 0 h 32"/>
              <a:gd name="T66" fmla="*/ 136525 w 44"/>
              <a:gd name="T67" fmla="*/ 0 h 32"/>
              <a:gd name="T68" fmla="*/ 136525 w 44"/>
              <a:gd name="T69" fmla="*/ 0 h 32"/>
              <a:gd name="T70" fmla="*/ 0 w 44"/>
              <a:gd name="T71" fmla="*/ 50800 h 32"/>
              <a:gd name="T72" fmla="*/ 41275 w 44"/>
              <a:gd name="T73" fmla="*/ 73025 h 32"/>
              <a:gd name="T74" fmla="*/ 50800 w 44"/>
              <a:gd name="T75" fmla="*/ 98425 h 32"/>
              <a:gd name="T76" fmla="*/ 101600 w 44"/>
              <a:gd name="T77" fmla="*/ 95250 h 32"/>
              <a:gd name="T78" fmla="*/ 139700 w 44"/>
              <a:gd name="T79" fmla="*/ 3175 h 32"/>
              <a:gd name="T80" fmla="*/ 139700 w 44"/>
              <a:gd name="T81" fmla="*/ 3175 h 32"/>
              <a:gd name="T82" fmla="*/ 139700 w 44"/>
              <a:gd name="T83" fmla="*/ 3175 h 32"/>
              <a:gd name="T84" fmla="*/ 139700 w 44"/>
              <a:gd name="T85" fmla="*/ 3175 h 32"/>
              <a:gd name="T86" fmla="*/ 139700 w 44"/>
              <a:gd name="T87" fmla="*/ 3175 h 32"/>
              <a:gd name="T88" fmla="*/ 139700 w 44"/>
              <a:gd name="T89" fmla="*/ 3175 h 32"/>
              <a:gd name="T90" fmla="*/ 139700 w 44"/>
              <a:gd name="T91" fmla="*/ 3175 h 32"/>
              <a:gd name="T92" fmla="*/ 139700 w 44"/>
              <a:gd name="T93" fmla="*/ 3175 h 32"/>
              <a:gd name="T94" fmla="*/ 139700 w 44"/>
              <a:gd name="T95" fmla="*/ 3175 h 32"/>
              <a:gd name="T96" fmla="*/ 139700 w 44"/>
              <a:gd name="T97" fmla="*/ 3175 h 32"/>
              <a:gd name="T98" fmla="*/ 44450 w 44"/>
              <a:gd name="T99" fmla="*/ 66675 h 32"/>
              <a:gd name="T100" fmla="*/ 44450 w 44"/>
              <a:gd name="T101" fmla="*/ 66675 h 32"/>
              <a:gd name="T102" fmla="*/ 50800 w 44"/>
              <a:gd name="T103" fmla="*/ 76200 h 32"/>
              <a:gd name="T104" fmla="*/ 98425 w 44"/>
              <a:gd name="T105" fmla="*/ 88900 h 32"/>
              <a:gd name="T106" fmla="*/ 130175 w 44"/>
              <a:gd name="T107" fmla="*/ 12700 h 3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4" h="32">
                <a:moveTo>
                  <a:pt x="44" y="1"/>
                </a:move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0" y="17"/>
                  <a:pt x="0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13" y="23"/>
                  <a:pt x="13" y="23"/>
                  <a:pt x="13" y="23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1"/>
                  <a:pt x="15" y="32"/>
                  <a:pt x="16" y="32"/>
                </a:cubicBezTo>
                <a:cubicBezTo>
                  <a:pt x="16" y="32"/>
                  <a:pt x="16" y="31"/>
                  <a:pt x="16" y="31"/>
                </a:cubicBezTo>
                <a:cubicBezTo>
                  <a:pt x="21" y="26"/>
                  <a:pt x="21" y="26"/>
                  <a:pt x="21" y="26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1"/>
                  <a:pt x="32" y="30"/>
                  <a:pt x="32" y="30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lose/>
                <a:moveTo>
                  <a:pt x="14" y="21"/>
                </a:moveTo>
                <a:cubicBezTo>
                  <a:pt x="14" y="21"/>
                  <a:pt x="14" y="21"/>
                  <a:pt x="14" y="21"/>
                </a:cubicBezTo>
                <a:cubicBezTo>
                  <a:pt x="4" y="17"/>
                  <a:pt x="4" y="17"/>
                  <a:pt x="4" y="17"/>
                </a:cubicBezTo>
                <a:cubicBezTo>
                  <a:pt x="37" y="5"/>
                  <a:pt x="37" y="5"/>
                  <a:pt x="37" y="5"/>
                </a:cubicBezTo>
                <a:cubicBezTo>
                  <a:pt x="14" y="21"/>
                  <a:pt x="14" y="21"/>
                  <a:pt x="14" y="21"/>
                </a:cubicBezTo>
                <a:close/>
                <a:moveTo>
                  <a:pt x="16" y="28"/>
                </a:moveTo>
                <a:cubicBezTo>
                  <a:pt x="16" y="28"/>
                  <a:pt x="16" y="28"/>
                  <a:pt x="16" y="28"/>
                </a:cubicBezTo>
                <a:cubicBezTo>
                  <a:pt x="16" y="24"/>
                  <a:pt x="16" y="24"/>
                  <a:pt x="16" y="24"/>
                </a:cubicBezTo>
                <a:cubicBezTo>
                  <a:pt x="19" y="26"/>
                  <a:pt x="19" y="26"/>
                  <a:pt x="19" y="26"/>
                </a:cubicBezTo>
                <a:cubicBezTo>
                  <a:pt x="16" y="28"/>
                  <a:pt x="16" y="28"/>
                  <a:pt x="16" y="28"/>
                </a:cubicBezTo>
                <a:close/>
                <a:moveTo>
                  <a:pt x="31" y="28"/>
                </a:moveTo>
                <a:cubicBezTo>
                  <a:pt x="31" y="28"/>
                  <a:pt x="31" y="28"/>
                  <a:pt x="31" y="28"/>
                </a:cubicBezTo>
                <a:cubicBezTo>
                  <a:pt x="16" y="22"/>
                  <a:pt x="16" y="22"/>
                  <a:pt x="16" y="22"/>
                </a:cubicBezTo>
                <a:cubicBezTo>
                  <a:pt x="41" y="4"/>
                  <a:pt x="41" y="4"/>
                  <a:pt x="41" y="4"/>
                </a:cubicBezTo>
                <a:cubicBezTo>
                  <a:pt x="31" y="28"/>
                  <a:pt x="31" y="28"/>
                  <a:pt x="31" y="28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60" name="Freeform 394">
            <a:extLst>
              <a:ext uri="{FF2B5EF4-FFF2-40B4-BE49-F238E27FC236}">
                <a16:creationId xmlns:a16="http://schemas.microsoft.com/office/drawing/2014/main" id="{9C473200-2CF5-1901-A767-7262219FB10E}"/>
              </a:ext>
            </a:extLst>
          </p:cNvPr>
          <p:cNvSpPr>
            <a:spLocks noEditPoints="1"/>
          </p:cNvSpPr>
          <p:nvPr/>
        </p:nvSpPr>
        <p:spPr bwMode="auto">
          <a:xfrm>
            <a:off x="4287768" y="6060465"/>
            <a:ext cx="190500" cy="194733"/>
          </a:xfrm>
          <a:custGeom>
            <a:avLst/>
            <a:gdLst>
              <a:gd name="T0" fmla="*/ 136525 w 45"/>
              <a:gd name="T1" fmla="*/ 44450 h 46"/>
              <a:gd name="T2" fmla="*/ 123825 w 45"/>
              <a:gd name="T3" fmla="*/ 38100 h 46"/>
              <a:gd name="T4" fmla="*/ 133350 w 45"/>
              <a:gd name="T5" fmla="*/ 28575 h 46"/>
              <a:gd name="T6" fmla="*/ 136525 w 45"/>
              <a:gd name="T7" fmla="*/ 25400 h 46"/>
              <a:gd name="T8" fmla="*/ 136525 w 45"/>
              <a:gd name="T9" fmla="*/ 6350 h 46"/>
              <a:gd name="T10" fmla="*/ 130175 w 45"/>
              <a:gd name="T11" fmla="*/ 0 h 46"/>
              <a:gd name="T12" fmla="*/ 6350 w 45"/>
              <a:gd name="T13" fmla="*/ 0 h 46"/>
              <a:gd name="T14" fmla="*/ 0 w 45"/>
              <a:gd name="T15" fmla="*/ 6350 h 46"/>
              <a:gd name="T16" fmla="*/ 0 w 45"/>
              <a:gd name="T17" fmla="*/ 25400 h 46"/>
              <a:gd name="T18" fmla="*/ 3175 w 45"/>
              <a:gd name="T19" fmla="*/ 28575 h 46"/>
              <a:gd name="T20" fmla="*/ 50800 w 45"/>
              <a:gd name="T21" fmla="*/ 79375 h 46"/>
              <a:gd name="T22" fmla="*/ 50800 w 45"/>
              <a:gd name="T23" fmla="*/ 139700 h 46"/>
              <a:gd name="T24" fmla="*/ 50800 w 45"/>
              <a:gd name="T25" fmla="*/ 139700 h 46"/>
              <a:gd name="T26" fmla="*/ 50800 w 45"/>
              <a:gd name="T27" fmla="*/ 146050 h 46"/>
              <a:gd name="T28" fmla="*/ 60325 w 45"/>
              <a:gd name="T29" fmla="*/ 146050 h 46"/>
              <a:gd name="T30" fmla="*/ 82550 w 45"/>
              <a:gd name="T31" fmla="*/ 127000 h 46"/>
              <a:gd name="T32" fmla="*/ 85725 w 45"/>
              <a:gd name="T33" fmla="*/ 120650 h 46"/>
              <a:gd name="T34" fmla="*/ 85725 w 45"/>
              <a:gd name="T35" fmla="*/ 79375 h 46"/>
              <a:gd name="T36" fmla="*/ 101600 w 45"/>
              <a:gd name="T37" fmla="*/ 63500 h 46"/>
              <a:gd name="T38" fmla="*/ 107950 w 45"/>
              <a:gd name="T39" fmla="*/ 73025 h 46"/>
              <a:gd name="T40" fmla="*/ 120650 w 45"/>
              <a:gd name="T41" fmla="*/ 79375 h 46"/>
              <a:gd name="T42" fmla="*/ 136525 w 45"/>
              <a:gd name="T43" fmla="*/ 73025 h 46"/>
              <a:gd name="T44" fmla="*/ 142875 w 45"/>
              <a:gd name="T45" fmla="*/ 60325 h 46"/>
              <a:gd name="T46" fmla="*/ 136525 w 45"/>
              <a:gd name="T47" fmla="*/ 44450 h 46"/>
              <a:gd name="T48" fmla="*/ 12700 w 45"/>
              <a:gd name="T49" fmla="*/ 12700 h 46"/>
              <a:gd name="T50" fmla="*/ 12700 w 45"/>
              <a:gd name="T51" fmla="*/ 12700 h 46"/>
              <a:gd name="T52" fmla="*/ 123825 w 45"/>
              <a:gd name="T53" fmla="*/ 12700 h 46"/>
              <a:gd name="T54" fmla="*/ 123825 w 45"/>
              <a:gd name="T55" fmla="*/ 22225 h 46"/>
              <a:gd name="T56" fmla="*/ 12700 w 45"/>
              <a:gd name="T57" fmla="*/ 22225 h 46"/>
              <a:gd name="T58" fmla="*/ 12700 w 45"/>
              <a:gd name="T59" fmla="*/ 12700 h 46"/>
              <a:gd name="T60" fmla="*/ 76200 w 45"/>
              <a:gd name="T61" fmla="*/ 73025 h 46"/>
              <a:gd name="T62" fmla="*/ 76200 w 45"/>
              <a:gd name="T63" fmla="*/ 73025 h 46"/>
              <a:gd name="T64" fmla="*/ 73025 w 45"/>
              <a:gd name="T65" fmla="*/ 76200 h 46"/>
              <a:gd name="T66" fmla="*/ 73025 w 45"/>
              <a:gd name="T67" fmla="*/ 117475 h 46"/>
              <a:gd name="T68" fmla="*/ 60325 w 45"/>
              <a:gd name="T69" fmla="*/ 130175 h 46"/>
              <a:gd name="T70" fmla="*/ 60325 w 45"/>
              <a:gd name="T71" fmla="*/ 76200 h 46"/>
              <a:gd name="T72" fmla="*/ 60325 w 45"/>
              <a:gd name="T73" fmla="*/ 73025 h 46"/>
              <a:gd name="T74" fmla="*/ 15875 w 45"/>
              <a:gd name="T75" fmla="*/ 28575 h 46"/>
              <a:gd name="T76" fmla="*/ 117475 w 45"/>
              <a:gd name="T77" fmla="*/ 28575 h 46"/>
              <a:gd name="T78" fmla="*/ 76200 w 45"/>
              <a:gd name="T79" fmla="*/ 73025 h 46"/>
              <a:gd name="T80" fmla="*/ 133350 w 45"/>
              <a:gd name="T81" fmla="*/ 69850 h 46"/>
              <a:gd name="T82" fmla="*/ 133350 w 45"/>
              <a:gd name="T83" fmla="*/ 69850 h 46"/>
              <a:gd name="T84" fmla="*/ 120650 w 45"/>
              <a:gd name="T85" fmla="*/ 73025 h 46"/>
              <a:gd name="T86" fmla="*/ 111125 w 45"/>
              <a:gd name="T87" fmla="*/ 69850 h 46"/>
              <a:gd name="T88" fmla="*/ 107950 w 45"/>
              <a:gd name="T89" fmla="*/ 60325 h 46"/>
              <a:gd name="T90" fmla="*/ 107950 w 45"/>
              <a:gd name="T91" fmla="*/ 53975 h 46"/>
              <a:gd name="T92" fmla="*/ 117475 w 45"/>
              <a:gd name="T93" fmla="*/ 44450 h 46"/>
              <a:gd name="T94" fmla="*/ 120650 w 45"/>
              <a:gd name="T95" fmla="*/ 44450 h 46"/>
              <a:gd name="T96" fmla="*/ 133350 w 45"/>
              <a:gd name="T97" fmla="*/ 47625 h 46"/>
              <a:gd name="T98" fmla="*/ 136525 w 45"/>
              <a:gd name="T99" fmla="*/ 60325 h 46"/>
              <a:gd name="T100" fmla="*/ 133350 w 45"/>
              <a:gd name="T101" fmla="*/ 69850 h 4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45" h="46">
                <a:moveTo>
                  <a:pt x="43" y="14"/>
                </a:moveTo>
                <a:cubicBezTo>
                  <a:pt x="42" y="13"/>
                  <a:pt x="41" y="12"/>
                  <a:pt x="39" y="12"/>
                </a:cubicBezTo>
                <a:cubicBezTo>
                  <a:pt x="42" y="9"/>
                  <a:pt x="42" y="9"/>
                  <a:pt x="42" y="9"/>
                </a:cubicBezTo>
                <a:cubicBezTo>
                  <a:pt x="42" y="9"/>
                  <a:pt x="43" y="9"/>
                  <a:pt x="43" y="8"/>
                </a:cubicBezTo>
                <a:cubicBezTo>
                  <a:pt x="43" y="2"/>
                  <a:pt x="43" y="2"/>
                  <a:pt x="43" y="2"/>
                </a:cubicBezTo>
                <a:cubicBezTo>
                  <a:pt x="43" y="1"/>
                  <a:pt x="42" y="0"/>
                  <a:pt x="41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8"/>
                  <a:pt x="0" y="8"/>
                  <a:pt x="0" y="8"/>
                </a:cubicBezTo>
                <a:cubicBezTo>
                  <a:pt x="0" y="9"/>
                  <a:pt x="0" y="9"/>
                  <a:pt x="1" y="9"/>
                </a:cubicBezTo>
                <a:cubicBezTo>
                  <a:pt x="16" y="25"/>
                  <a:pt x="16" y="25"/>
                  <a:pt x="16" y="25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5"/>
                  <a:pt x="16" y="45"/>
                  <a:pt x="16" y="46"/>
                </a:cubicBezTo>
                <a:cubicBezTo>
                  <a:pt x="17" y="46"/>
                  <a:pt x="18" y="46"/>
                  <a:pt x="19" y="46"/>
                </a:cubicBezTo>
                <a:cubicBezTo>
                  <a:pt x="26" y="40"/>
                  <a:pt x="26" y="40"/>
                  <a:pt x="26" y="40"/>
                </a:cubicBezTo>
                <a:cubicBezTo>
                  <a:pt x="27" y="39"/>
                  <a:pt x="27" y="39"/>
                  <a:pt x="27" y="38"/>
                </a:cubicBezTo>
                <a:cubicBezTo>
                  <a:pt x="27" y="25"/>
                  <a:pt x="27" y="25"/>
                  <a:pt x="27" y="25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1"/>
                  <a:pt x="33" y="22"/>
                  <a:pt x="34" y="23"/>
                </a:cubicBezTo>
                <a:cubicBezTo>
                  <a:pt x="35" y="24"/>
                  <a:pt x="37" y="25"/>
                  <a:pt x="38" y="25"/>
                </a:cubicBezTo>
                <a:cubicBezTo>
                  <a:pt x="40" y="25"/>
                  <a:pt x="42" y="24"/>
                  <a:pt x="43" y="23"/>
                </a:cubicBezTo>
                <a:cubicBezTo>
                  <a:pt x="44" y="22"/>
                  <a:pt x="45" y="20"/>
                  <a:pt x="45" y="19"/>
                </a:cubicBezTo>
                <a:cubicBezTo>
                  <a:pt x="45" y="17"/>
                  <a:pt x="44" y="15"/>
                  <a:pt x="43" y="14"/>
                </a:cubicBezTo>
                <a:close/>
                <a:moveTo>
                  <a:pt x="4" y="4"/>
                </a:moveTo>
                <a:cubicBezTo>
                  <a:pt x="4" y="4"/>
                  <a:pt x="4" y="4"/>
                  <a:pt x="4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7"/>
                  <a:pt x="39" y="7"/>
                  <a:pt x="39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4"/>
                  <a:pt x="4" y="4"/>
                  <a:pt x="4" y="4"/>
                </a:cubicBezTo>
                <a:close/>
                <a:moveTo>
                  <a:pt x="24" y="23"/>
                </a:moveTo>
                <a:cubicBezTo>
                  <a:pt x="24" y="23"/>
                  <a:pt x="24" y="23"/>
                  <a:pt x="24" y="23"/>
                </a:cubicBezTo>
                <a:cubicBezTo>
                  <a:pt x="23" y="23"/>
                  <a:pt x="23" y="23"/>
                  <a:pt x="23" y="24"/>
                </a:cubicBezTo>
                <a:cubicBezTo>
                  <a:pt x="23" y="37"/>
                  <a:pt x="23" y="37"/>
                  <a:pt x="23" y="37"/>
                </a:cubicBezTo>
                <a:cubicBezTo>
                  <a:pt x="19" y="41"/>
                  <a:pt x="19" y="41"/>
                  <a:pt x="19" y="41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3"/>
                  <a:pt x="19" y="23"/>
                  <a:pt x="19" y="23"/>
                </a:cubicBezTo>
                <a:cubicBezTo>
                  <a:pt x="5" y="9"/>
                  <a:pt x="5" y="9"/>
                  <a:pt x="5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24" y="23"/>
                  <a:pt x="24" y="23"/>
                  <a:pt x="24" y="23"/>
                </a:cubicBezTo>
                <a:close/>
                <a:moveTo>
                  <a:pt x="42" y="22"/>
                </a:moveTo>
                <a:cubicBezTo>
                  <a:pt x="42" y="22"/>
                  <a:pt x="42" y="22"/>
                  <a:pt x="42" y="22"/>
                </a:cubicBezTo>
                <a:cubicBezTo>
                  <a:pt x="41" y="23"/>
                  <a:pt x="40" y="23"/>
                  <a:pt x="38" y="23"/>
                </a:cubicBezTo>
                <a:cubicBezTo>
                  <a:pt x="37" y="23"/>
                  <a:pt x="36" y="23"/>
                  <a:pt x="35" y="22"/>
                </a:cubicBezTo>
                <a:cubicBezTo>
                  <a:pt x="34" y="21"/>
                  <a:pt x="34" y="20"/>
                  <a:pt x="34" y="19"/>
                </a:cubicBezTo>
                <a:cubicBezTo>
                  <a:pt x="34" y="18"/>
                  <a:pt x="34" y="18"/>
                  <a:pt x="34" y="17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8" y="14"/>
                  <a:pt x="38" y="14"/>
                </a:cubicBezTo>
                <a:cubicBezTo>
                  <a:pt x="40" y="14"/>
                  <a:pt x="41" y="15"/>
                  <a:pt x="42" y="15"/>
                </a:cubicBezTo>
                <a:cubicBezTo>
                  <a:pt x="42" y="16"/>
                  <a:pt x="43" y="17"/>
                  <a:pt x="43" y="19"/>
                </a:cubicBezTo>
                <a:cubicBezTo>
                  <a:pt x="43" y="20"/>
                  <a:pt x="42" y="21"/>
                  <a:pt x="42" y="22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61" name="Freeform 395">
            <a:extLst>
              <a:ext uri="{FF2B5EF4-FFF2-40B4-BE49-F238E27FC236}">
                <a16:creationId xmlns:a16="http://schemas.microsoft.com/office/drawing/2014/main" id="{0E7C28C6-DE9B-7204-BF03-6E5BA9432AB1}"/>
              </a:ext>
            </a:extLst>
          </p:cNvPr>
          <p:cNvSpPr>
            <a:spLocks noEditPoints="1"/>
          </p:cNvSpPr>
          <p:nvPr/>
        </p:nvSpPr>
        <p:spPr bwMode="auto">
          <a:xfrm>
            <a:off x="9537101" y="5266715"/>
            <a:ext cx="190500" cy="173567"/>
          </a:xfrm>
          <a:custGeom>
            <a:avLst/>
            <a:gdLst>
              <a:gd name="T0" fmla="*/ 111125 w 45"/>
              <a:gd name="T1" fmla="*/ 63500 h 41"/>
              <a:gd name="T2" fmla="*/ 142875 w 45"/>
              <a:gd name="T3" fmla="*/ 44450 h 41"/>
              <a:gd name="T4" fmla="*/ 130175 w 45"/>
              <a:gd name="T5" fmla="*/ 41275 h 41"/>
              <a:gd name="T6" fmla="*/ 111125 w 45"/>
              <a:gd name="T7" fmla="*/ 31750 h 41"/>
              <a:gd name="T8" fmla="*/ 123825 w 45"/>
              <a:gd name="T9" fmla="*/ 15875 h 41"/>
              <a:gd name="T10" fmla="*/ 133350 w 45"/>
              <a:gd name="T11" fmla="*/ 9525 h 41"/>
              <a:gd name="T12" fmla="*/ 85725 w 45"/>
              <a:gd name="T13" fmla="*/ 15875 h 41"/>
              <a:gd name="T14" fmla="*/ 82550 w 45"/>
              <a:gd name="T15" fmla="*/ 41275 h 41"/>
              <a:gd name="T16" fmla="*/ 57150 w 45"/>
              <a:gd name="T17" fmla="*/ 25400 h 41"/>
              <a:gd name="T18" fmla="*/ 63500 w 45"/>
              <a:gd name="T19" fmla="*/ 15875 h 41"/>
              <a:gd name="T20" fmla="*/ 76200 w 45"/>
              <a:gd name="T21" fmla="*/ 12700 h 41"/>
              <a:gd name="T22" fmla="*/ 44450 w 45"/>
              <a:gd name="T23" fmla="*/ 6350 h 41"/>
              <a:gd name="T24" fmla="*/ 38100 w 45"/>
              <a:gd name="T25" fmla="*/ 9525 h 41"/>
              <a:gd name="T26" fmla="*/ 15875 w 45"/>
              <a:gd name="T27" fmla="*/ 22225 h 41"/>
              <a:gd name="T28" fmla="*/ 19050 w 45"/>
              <a:gd name="T29" fmla="*/ 28575 h 41"/>
              <a:gd name="T30" fmla="*/ 15875 w 45"/>
              <a:gd name="T31" fmla="*/ 31750 h 41"/>
              <a:gd name="T32" fmla="*/ 3175 w 45"/>
              <a:gd name="T33" fmla="*/ 41275 h 41"/>
              <a:gd name="T34" fmla="*/ 9525 w 45"/>
              <a:gd name="T35" fmla="*/ 53975 h 41"/>
              <a:gd name="T36" fmla="*/ 9525 w 45"/>
              <a:gd name="T37" fmla="*/ 53975 h 41"/>
              <a:gd name="T38" fmla="*/ 9525 w 45"/>
              <a:gd name="T39" fmla="*/ 53975 h 41"/>
              <a:gd name="T40" fmla="*/ 12700 w 45"/>
              <a:gd name="T41" fmla="*/ 53975 h 41"/>
              <a:gd name="T42" fmla="*/ 31750 w 45"/>
              <a:gd name="T43" fmla="*/ 57150 h 41"/>
              <a:gd name="T44" fmla="*/ 31750 w 45"/>
              <a:gd name="T45" fmla="*/ 50800 h 41"/>
              <a:gd name="T46" fmla="*/ 34925 w 45"/>
              <a:gd name="T47" fmla="*/ 47625 h 41"/>
              <a:gd name="T48" fmla="*/ 38100 w 45"/>
              <a:gd name="T49" fmla="*/ 47625 h 41"/>
              <a:gd name="T50" fmla="*/ 15875 w 45"/>
              <a:gd name="T51" fmla="*/ 114300 h 41"/>
              <a:gd name="T52" fmla="*/ 76200 w 45"/>
              <a:gd name="T53" fmla="*/ 85725 h 41"/>
              <a:gd name="T54" fmla="*/ 139700 w 45"/>
              <a:gd name="T55" fmla="*/ 114300 h 41"/>
              <a:gd name="T56" fmla="*/ 41275 w 45"/>
              <a:gd name="T57" fmla="*/ 41275 h 41"/>
              <a:gd name="T58" fmla="*/ 31750 w 45"/>
              <a:gd name="T59" fmla="*/ 41275 h 41"/>
              <a:gd name="T60" fmla="*/ 25400 w 45"/>
              <a:gd name="T61" fmla="*/ 47625 h 41"/>
              <a:gd name="T62" fmla="*/ 15875 w 45"/>
              <a:gd name="T63" fmla="*/ 50800 h 41"/>
              <a:gd name="T64" fmla="*/ 15875 w 45"/>
              <a:gd name="T65" fmla="*/ 50800 h 41"/>
              <a:gd name="T66" fmla="*/ 15875 w 45"/>
              <a:gd name="T67" fmla="*/ 47625 h 41"/>
              <a:gd name="T68" fmla="*/ 12700 w 45"/>
              <a:gd name="T69" fmla="*/ 38100 h 41"/>
              <a:gd name="T70" fmla="*/ 22225 w 45"/>
              <a:gd name="T71" fmla="*/ 34925 h 41"/>
              <a:gd name="T72" fmla="*/ 25400 w 45"/>
              <a:gd name="T73" fmla="*/ 28575 h 41"/>
              <a:gd name="T74" fmla="*/ 34925 w 45"/>
              <a:gd name="T75" fmla="*/ 12700 h 41"/>
              <a:gd name="T76" fmla="*/ 41275 w 45"/>
              <a:gd name="T77" fmla="*/ 12700 h 41"/>
              <a:gd name="T78" fmla="*/ 47625 w 45"/>
              <a:gd name="T79" fmla="*/ 12700 h 41"/>
              <a:gd name="T80" fmla="*/ 63500 w 45"/>
              <a:gd name="T81" fmla="*/ 9525 h 41"/>
              <a:gd name="T82" fmla="*/ 53975 w 45"/>
              <a:gd name="T83" fmla="*/ 22225 h 41"/>
              <a:gd name="T84" fmla="*/ 50800 w 45"/>
              <a:gd name="T85" fmla="*/ 31750 h 41"/>
              <a:gd name="T86" fmla="*/ 63500 w 45"/>
              <a:gd name="T87" fmla="*/ 63500 h 41"/>
              <a:gd name="T88" fmla="*/ 31750 w 45"/>
              <a:gd name="T89" fmla="*/ 120650 h 41"/>
              <a:gd name="T90" fmla="*/ 88900 w 45"/>
              <a:gd name="T91" fmla="*/ 44450 h 41"/>
              <a:gd name="T92" fmla="*/ 88900 w 45"/>
              <a:gd name="T93" fmla="*/ 38100 h 41"/>
              <a:gd name="T94" fmla="*/ 107950 w 45"/>
              <a:gd name="T95" fmla="*/ 9525 h 41"/>
              <a:gd name="T96" fmla="*/ 120650 w 45"/>
              <a:gd name="T97" fmla="*/ 9525 h 41"/>
              <a:gd name="T98" fmla="*/ 104775 w 45"/>
              <a:gd name="T99" fmla="*/ 31750 h 41"/>
              <a:gd name="T100" fmla="*/ 111125 w 45"/>
              <a:gd name="T101" fmla="*/ 44450 h 41"/>
              <a:gd name="T102" fmla="*/ 130175 w 45"/>
              <a:gd name="T103" fmla="*/ 47625 h 41"/>
              <a:gd name="T104" fmla="*/ 120650 w 45"/>
              <a:gd name="T105" fmla="*/ 57150 h 41"/>
              <a:gd name="T106" fmla="*/ 98425 w 45"/>
              <a:gd name="T107" fmla="*/ 53975 h 41"/>
              <a:gd name="T108" fmla="*/ 123825 w 45"/>
              <a:gd name="T109" fmla="*/ 123825 h 41"/>
              <a:gd name="T110" fmla="*/ 133350 w 45"/>
              <a:gd name="T111" fmla="*/ 114300 h 4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45" h="41">
                <a:moveTo>
                  <a:pt x="30" y="21"/>
                </a:moveTo>
                <a:cubicBezTo>
                  <a:pt x="32" y="19"/>
                  <a:pt x="32" y="19"/>
                  <a:pt x="32" y="19"/>
                </a:cubicBezTo>
                <a:cubicBezTo>
                  <a:pt x="33" y="20"/>
                  <a:pt x="34" y="20"/>
                  <a:pt x="35" y="20"/>
                </a:cubicBezTo>
                <a:cubicBezTo>
                  <a:pt x="36" y="20"/>
                  <a:pt x="37" y="20"/>
                  <a:pt x="38" y="20"/>
                </a:cubicBezTo>
                <a:cubicBezTo>
                  <a:pt x="40" y="19"/>
                  <a:pt x="41" y="19"/>
                  <a:pt x="42" y="18"/>
                </a:cubicBezTo>
                <a:cubicBezTo>
                  <a:pt x="44" y="17"/>
                  <a:pt x="44" y="15"/>
                  <a:pt x="45" y="14"/>
                </a:cubicBezTo>
                <a:cubicBezTo>
                  <a:pt x="45" y="13"/>
                  <a:pt x="45" y="13"/>
                  <a:pt x="44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1" y="13"/>
                  <a:pt x="41" y="13"/>
                  <a:pt x="41" y="13"/>
                </a:cubicBezTo>
                <a:cubicBezTo>
                  <a:pt x="39" y="14"/>
                  <a:pt x="39" y="14"/>
                  <a:pt x="39" y="14"/>
                </a:cubicBezTo>
                <a:cubicBezTo>
                  <a:pt x="37" y="12"/>
                  <a:pt x="37" y="12"/>
                  <a:pt x="37" y="12"/>
                </a:cubicBezTo>
                <a:cubicBezTo>
                  <a:pt x="35" y="10"/>
                  <a:pt x="35" y="10"/>
                  <a:pt x="35" y="10"/>
                </a:cubicBezTo>
                <a:cubicBezTo>
                  <a:pt x="36" y="8"/>
                  <a:pt x="36" y="8"/>
                  <a:pt x="36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9" y="5"/>
                  <a:pt x="39" y="5"/>
                  <a:pt x="39" y="5"/>
                </a:cubicBezTo>
                <a:cubicBezTo>
                  <a:pt x="42" y="4"/>
                  <a:pt x="42" y="4"/>
                  <a:pt x="42" y="4"/>
                </a:cubicBezTo>
                <a:cubicBezTo>
                  <a:pt x="42" y="4"/>
                  <a:pt x="43" y="4"/>
                  <a:pt x="42" y="3"/>
                </a:cubicBezTo>
                <a:cubicBezTo>
                  <a:pt x="42" y="3"/>
                  <a:pt x="42" y="3"/>
                  <a:pt x="42" y="3"/>
                </a:cubicBezTo>
                <a:cubicBezTo>
                  <a:pt x="41" y="2"/>
                  <a:pt x="39" y="1"/>
                  <a:pt x="38" y="1"/>
                </a:cubicBezTo>
                <a:cubicBezTo>
                  <a:pt x="36" y="0"/>
                  <a:pt x="35" y="0"/>
                  <a:pt x="33" y="1"/>
                </a:cubicBezTo>
                <a:cubicBezTo>
                  <a:pt x="31" y="1"/>
                  <a:pt x="29" y="3"/>
                  <a:pt x="27" y="5"/>
                </a:cubicBezTo>
                <a:cubicBezTo>
                  <a:pt x="26" y="7"/>
                  <a:pt x="26" y="10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4" y="15"/>
                  <a:pt x="24" y="15"/>
                  <a:pt x="24" y="15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9" y="7"/>
                  <a:pt x="19" y="7"/>
                  <a:pt x="19" y="6"/>
                </a:cubicBezTo>
                <a:cubicBezTo>
                  <a:pt x="19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1" y="4"/>
                  <a:pt x="22" y="4"/>
                  <a:pt x="23" y="4"/>
                </a:cubicBezTo>
                <a:cubicBezTo>
                  <a:pt x="23" y="4"/>
                  <a:pt x="24" y="4"/>
                  <a:pt x="24" y="4"/>
                </a:cubicBezTo>
                <a:cubicBezTo>
                  <a:pt x="24" y="4"/>
                  <a:pt x="24" y="3"/>
                  <a:pt x="24" y="3"/>
                </a:cubicBezTo>
                <a:cubicBezTo>
                  <a:pt x="22" y="1"/>
                  <a:pt x="20" y="0"/>
                  <a:pt x="19" y="0"/>
                </a:cubicBezTo>
                <a:cubicBezTo>
                  <a:pt x="17" y="0"/>
                  <a:pt x="15" y="0"/>
                  <a:pt x="14" y="2"/>
                </a:cubicBezTo>
                <a:cubicBezTo>
                  <a:pt x="13" y="2"/>
                  <a:pt x="13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3"/>
                  <a:pt x="12" y="3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0" y="2"/>
                  <a:pt x="10" y="2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8"/>
                  <a:pt x="5" y="8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5" y="9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4" y="10"/>
                  <a:pt x="4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0" y="13"/>
                  <a:pt x="0" y="14"/>
                  <a:pt x="1" y="14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6" y="20"/>
                  <a:pt x="6" y="20"/>
                  <a:pt x="6" y="20"/>
                </a:cubicBezTo>
                <a:cubicBezTo>
                  <a:pt x="7" y="20"/>
                  <a:pt x="7" y="20"/>
                  <a:pt x="8" y="20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7"/>
                  <a:pt x="10" y="17"/>
                  <a:pt x="10" y="17"/>
                </a:cubicBezTo>
                <a:cubicBezTo>
                  <a:pt x="10" y="16"/>
                  <a:pt x="10" y="16"/>
                  <a:pt x="10" y="16"/>
                </a:cubicBezTo>
                <a:cubicBezTo>
                  <a:pt x="10" y="16"/>
                  <a:pt x="10" y="16"/>
                  <a:pt x="10" y="16"/>
                </a:cubicBezTo>
                <a:cubicBezTo>
                  <a:pt x="10" y="16"/>
                  <a:pt x="10" y="16"/>
                  <a:pt x="10" y="16"/>
                </a:cubicBezTo>
                <a:cubicBezTo>
                  <a:pt x="11" y="16"/>
                  <a:pt x="11" y="16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8" y="21"/>
                  <a:pt x="18" y="21"/>
                  <a:pt x="18" y="21"/>
                </a:cubicBezTo>
                <a:cubicBezTo>
                  <a:pt x="5" y="34"/>
                  <a:pt x="5" y="34"/>
                  <a:pt x="5" y="34"/>
                </a:cubicBezTo>
                <a:cubicBezTo>
                  <a:pt x="4" y="35"/>
                  <a:pt x="4" y="36"/>
                  <a:pt x="5" y="36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1"/>
                  <a:pt x="11" y="41"/>
                  <a:pt x="11" y="41"/>
                </a:cubicBezTo>
                <a:cubicBezTo>
                  <a:pt x="24" y="27"/>
                  <a:pt x="24" y="27"/>
                  <a:pt x="24" y="27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1"/>
                  <a:pt x="39" y="41"/>
                  <a:pt x="39" y="41"/>
                </a:cubicBezTo>
                <a:cubicBezTo>
                  <a:pt x="44" y="36"/>
                  <a:pt x="44" y="36"/>
                  <a:pt x="44" y="36"/>
                </a:cubicBezTo>
                <a:cubicBezTo>
                  <a:pt x="44" y="36"/>
                  <a:pt x="44" y="35"/>
                  <a:pt x="44" y="35"/>
                </a:cubicBezTo>
                <a:cubicBezTo>
                  <a:pt x="30" y="21"/>
                  <a:pt x="30" y="21"/>
                  <a:pt x="30" y="21"/>
                </a:cubicBezTo>
                <a:close/>
                <a:moveTo>
                  <a:pt x="13" y="13"/>
                </a:moveTo>
                <a:cubicBezTo>
                  <a:pt x="13" y="13"/>
                  <a:pt x="13" y="13"/>
                  <a:pt x="13" y="13"/>
                </a:cubicBezTo>
                <a:cubicBezTo>
                  <a:pt x="12" y="12"/>
                  <a:pt x="12" y="12"/>
                  <a:pt x="11" y="13"/>
                </a:cubicBezTo>
                <a:cubicBezTo>
                  <a:pt x="11" y="13"/>
                  <a:pt x="11" y="13"/>
                  <a:pt x="10" y="13"/>
                </a:cubicBezTo>
                <a:cubicBezTo>
                  <a:pt x="10" y="13"/>
                  <a:pt x="10" y="14"/>
                  <a:pt x="10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5"/>
                  <a:pt x="8" y="15"/>
                </a:cubicBezTo>
                <a:cubicBezTo>
                  <a:pt x="8" y="16"/>
                  <a:pt x="8" y="16"/>
                  <a:pt x="8" y="16"/>
                </a:cubicBezTo>
                <a:cubicBezTo>
                  <a:pt x="7" y="18"/>
                  <a:pt x="7" y="18"/>
                  <a:pt x="7" y="18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3" y="13"/>
                  <a:pt x="3" y="13"/>
                  <a:pt x="3" y="13"/>
                </a:cubicBezTo>
                <a:cubicBezTo>
                  <a:pt x="4" y="12"/>
                  <a:pt x="4" y="12"/>
                  <a:pt x="4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6" y="12"/>
                  <a:pt x="6" y="12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0"/>
                  <a:pt x="7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8" y="10"/>
                  <a:pt x="8" y="10"/>
                  <a:pt x="8" y="9"/>
                </a:cubicBezTo>
                <a:cubicBezTo>
                  <a:pt x="8" y="9"/>
                  <a:pt x="8" y="8"/>
                  <a:pt x="8" y="8"/>
                </a:cubicBezTo>
                <a:cubicBezTo>
                  <a:pt x="7" y="8"/>
                  <a:pt x="7" y="8"/>
                  <a:pt x="7" y="8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2" y="5"/>
                  <a:pt x="12" y="5"/>
                </a:cubicBezTo>
                <a:cubicBezTo>
                  <a:pt x="13" y="5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6" y="3"/>
                  <a:pt x="17" y="2"/>
                  <a:pt x="18" y="2"/>
                </a:cubicBezTo>
                <a:cubicBezTo>
                  <a:pt x="19" y="2"/>
                  <a:pt x="20" y="2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9" y="3"/>
                  <a:pt x="18" y="4"/>
                  <a:pt x="17" y="5"/>
                </a:cubicBezTo>
                <a:cubicBezTo>
                  <a:pt x="17" y="5"/>
                  <a:pt x="17" y="5"/>
                  <a:pt x="17" y="6"/>
                </a:cubicBezTo>
                <a:cubicBezTo>
                  <a:pt x="17" y="6"/>
                  <a:pt x="17" y="6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6" y="7"/>
                  <a:pt x="16" y="8"/>
                  <a:pt x="16" y="8"/>
                </a:cubicBezTo>
                <a:cubicBezTo>
                  <a:pt x="15" y="9"/>
                  <a:pt x="15" y="9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23" y="17"/>
                  <a:pt x="23" y="17"/>
                  <a:pt x="23" y="17"/>
                </a:cubicBezTo>
                <a:cubicBezTo>
                  <a:pt x="20" y="20"/>
                  <a:pt x="20" y="20"/>
                  <a:pt x="20" y="20"/>
                </a:cubicBezTo>
                <a:cubicBezTo>
                  <a:pt x="13" y="13"/>
                  <a:pt x="13" y="13"/>
                  <a:pt x="13" y="13"/>
                </a:cubicBezTo>
                <a:close/>
                <a:moveTo>
                  <a:pt x="10" y="38"/>
                </a:moveTo>
                <a:cubicBezTo>
                  <a:pt x="10" y="38"/>
                  <a:pt x="10" y="38"/>
                  <a:pt x="10" y="38"/>
                </a:cubicBezTo>
                <a:cubicBezTo>
                  <a:pt x="7" y="35"/>
                  <a:pt x="7" y="35"/>
                  <a:pt x="7" y="35"/>
                </a:cubicBezTo>
                <a:cubicBezTo>
                  <a:pt x="20" y="22"/>
                  <a:pt x="20" y="22"/>
                  <a:pt x="20" y="22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29" y="13"/>
                  <a:pt x="29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0"/>
                  <a:pt x="28" y="8"/>
                  <a:pt x="29" y="6"/>
                </a:cubicBezTo>
                <a:cubicBezTo>
                  <a:pt x="30" y="5"/>
                  <a:pt x="32" y="3"/>
                  <a:pt x="34" y="3"/>
                </a:cubicBezTo>
                <a:cubicBezTo>
                  <a:pt x="35" y="2"/>
                  <a:pt x="36" y="2"/>
                  <a:pt x="37" y="3"/>
                </a:cubicBezTo>
                <a:cubicBezTo>
                  <a:pt x="38" y="3"/>
                  <a:pt x="38" y="3"/>
                  <a:pt x="39" y="3"/>
                </a:cubicBezTo>
                <a:cubicBezTo>
                  <a:pt x="38" y="3"/>
                  <a:pt x="38" y="3"/>
                  <a:pt x="38" y="3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5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1"/>
                  <a:pt x="33" y="11"/>
                  <a:pt x="33" y="11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6"/>
                  <a:pt x="38" y="16"/>
                  <a:pt x="39" y="16"/>
                </a:cubicBezTo>
                <a:cubicBezTo>
                  <a:pt x="41" y="15"/>
                  <a:pt x="41" y="15"/>
                  <a:pt x="41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1" y="16"/>
                  <a:pt x="41" y="16"/>
                </a:cubicBezTo>
                <a:cubicBezTo>
                  <a:pt x="40" y="17"/>
                  <a:pt x="39" y="17"/>
                  <a:pt x="38" y="18"/>
                </a:cubicBezTo>
                <a:cubicBezTo>
                  <a:pt x="37" y="18"/>
                  <a:pt x="36" y="18"/>
                  <a:pt x="35" y="18"/>
                </a:cubicBezTo>
                <a:cubicBezTo>
                  <a:pt x="34" y="18"/>
                  <a:pt x="33" y="18"/>
                  <a:pt x="33" y="17"/>
                </a:cubicBezTo>
                <a:cubicBezTo>
                  <a:pt x="32" y="17"/>
                  <a:pt x="32" y="17"/>
                  <a:pt x="31" y="17"/>
                </a:cubicBezTo>
                <a:cubicBezTo>
                  <a:pt x="10" y="38"/>
                  <a:pt x="10" y="38"/>
                  <a:pt x="10" y="38"/>
                </a:cubicBezTo>
                <a:close/>
                <a:moveTo>
                  <a:pt x="39" y="39"/>
                </a:moveTo>
                <a:cubicBezTo>
                  <a:pt x="39" y="39"/>
                  <a:pt x="39" y="39"/>
                  <a:pt x="39" y="39"/>
                </a:cubicBezTo>
                <a:cubicBezTo>
                  <a:pt x="26" y="26"/>
                  <a:pt x="26" y="26"/>
                  <a:pt x="26" y="26"/>
                </a:cubicBezTo>
                <a:cubicBezTo>
                  <a:pt x="29" y="23"/>
                  <a:pt x="29" y="23"/>
                  <a:pt x="29" y="23"/>
                </a:cubicBezTo>
                <a:cubicBezTo>
                  <a:pt x="42" y="36"/>
                  <a:pt x="42" y="36"/>
                  <a:pt x="42" y="36"/>
                </a:cubicBezTo>
                <a:cubicBezTo>
                  <a:pt x="39" y="39"/>
                  <a:pt x="39" y="39"/>
                  <a:pt x="39" y="39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62" name="Freeform 396">
            <a:extLst>
              <a:ext uri="{FF2B5EF4-FFF2-40B4-BE49-F238E27FC236}">
                <a16:creationId xmlns:a16="http://schemas.microsoft.com/office/drawing/2014/main" id="{C19B3833-22E0-DAA9-0AB8-F9ED8E877616}"/>
              </a:ext>
            </a:extLst>
          </p:cNvPr>
          <p:cNvSpPr>
            <a:spLocks noEditPoints="1"/>
          </p:cNvSpPr>
          <p:nvPr/>
        </p:nvSpPr>
        <p:spPr bwMode="auto">
          <a:xfrm>
            <a:off x="930734" y="6068932"/>
            <a:ext cx="196851" cy="182033"/>
          </a:xfrm>
          <a:custGeom>
            <a:avLst/>
            <a:gdLst>
              <a:gd name="T0" fmla="*/ 70609 w 46"/>
              <a:gd name="T1" fmla="*/ 34925 h 43"/>
              <a:gd name="T2" fmla="*/ 73819 w 46"/>
              <a:gd name="T3" fmla="*/ 79375 h 43"/>
              <a:gd name="T4" fmla="*/ 77029 w 46"/>
              <a:gd name="T5" fmla="*/ 25400 h 43"/>
              <a:gd name="T6" fmla="*/ 70609 w 46"/>
              <a:gd name="T7" fmla="*/ 22225 h 43"/>
              <a:gd name="T8" fmla="*/ 60981 w 46"/>
              <a:gd name="T9" fmla="*/ 41275 h 43"/>
              <a:gd name="T10" fmla="*/ 141219 w 46"/>
              <a:gd name="T11" fmla="*/ 15875 h 43"/>
              <a:gd name="T12" fmla="*/ 125171 w 46"/>
              <a:gd name="T13" fmla="*/ 15875 h 43"/>
              <a:gd name="T14" fmla="*/ 118752 w 46"/>
              <a:gd name="T15" fmla="*/ 0 h 43"/>
              <a:gd name="T16" fmla="*/ 19257 w 46"/>
              <a:gd name="T17" fmla="*/ 3175 h 43"/>
              <a:gd name="T18" fmla="*/ 3210 w 46"/>
              <a:gd name="T19" fmla="*/ 15875 h 43"/>
              <a:gd name="T20" fmla="*/ 0 w 46"/>
              <a:gd name="T21" fmla="*/ 53975 h 43"/>
              <a:gd name="T22" fmla="*/ 9629 w 46"/>
              <a:gd name="T23" fmla="*/ 76200 h 43"/>
              <a:gd name="T24" fmla="*/ 67400 w 46"/>
              <a:gd name="T25" fmla="*/ 111125 h 43"/>
              <a:gd name="T26" fmla="*/ 41724 w 46"/>
              <a:gd name="T27" fmla="*/ 123825 h 43"/>
              <a:gd name="T28" fmla="*/ 41724 w 46"/>
              <a:gd name="T29" fmla="*/ 136525 h 43"/>
              <a:gd name="T30" fmla="*/ 109124 w 46"/>
              <a:gd name="T31" fmla="*/ 130175 h 43"/>
              <a:gd name="T32" fmla="*/ 77029 w 46"/>
              <a:gd name="T33" fmla="*/ 123825 h 43"/>
              <a:gd name="T34" fmla="*/ 118752 w 46"/>
              <a:gd name="T35" fmla="*/ 85725 h 43"/>
              <a:gd name="T36" fmla="*/ 138009 w 46"/>
              <a:gd name="T37" fmla="*/ 76200 h 43"/>
              <a:gd name="T38" fmla="*/ 147638 w 46"/>
              <a:gd name="T39" fmla="*/ 22225 h 43"/>
              <a:gd name="T40" fmla="*/ 16048 w 46"/>
              <a:gd name="T41" fmla="*/ 69850 h 43"/>
              <a:gd name="T42" fmla="*/ 9629 w 46"/>
              <a:gd name="T43" fmla="*/ 53975 h 43"/>
              <a:gd name="T44" fmla="*/ 19257 w 46"/>
              <a:gd name="T45" fmla="*/ 28575 h 43"/>
              <a:gd name="T46" fmla="*/ 22467 w 46"/>
              <a:gd name="T47" fmla="*/ 73025 h 43"/>
              <a:gd name="T48" fmla="*/ 115543 w 46"/>
              <a:gd name="T49" fmla="*/ 57150 h 43"/>
              <a:gd name="T50" fmla="*/ 115543 w 46"/>
              <a:gd name="T51" fmla="*/ 60325 h 43"/>
              <a:gd name="T52" fmla="*/ 109124 w 46"/>
              <a:gd name="T53" fmla="*/ 76200 h 43"/>
              <a:gd name="T54" fmla="*/ 35305 w 46"/>
              <a:gd name="T55" fmla="*/ 76200 h 43"/>
              <a:gd name="T56" fmla="*/ 32095 w 46"/>
              <a:gd name="T57" fmla="*/ 57150 h 43"/>
              <a:gd name="T58" fmla="*/ 32095 w 46"/>
              <a:gd name="T59" fmla="*/ 57150 h 43"/>
              <a:gd name="T60" fmla="*/ 115543 w 46"/>
              <a:gd name="T61" fmla="*/ 9525 h 43"/>
              <a:gd name="T62" fmla="*/ 134800 w 46"/>
              <a:gd name="T63" fmla="*/ 53975 h 43"/>
              <a:gd name="T64" fmla="*/ 128381 w 46"/>
              <a:gd name="T65" fmla="*/ 69850 h 43"/>
              <a:gd name="T66" fmla="*/ 125171 w 46"/>
              <a:gd name="T67" fmla="*/ 73025 h 43"/>
              <a:gd name="T68" fmla="*/ 125171 w 46"/>
              <a:gd name="T69" fmla="*/ 57150 h 43"/>
              <a:gd name="T70" fmla="*/ 134800 w 46"/>
              <a:gd name="T71" fmla="*/ 28575 h 4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6" h="43">
                <a:moveTo>
                  <a:pt x="21" y="13"/>
                </a:moveTo>
                <a:cubicBezTo>
                  <a:pt x="22" y="11"/>
                  <a:pt x="22" y="11"/>
                  <a:pt x="22" y="11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4"/>
                  <a:pt x="23" y="25"/>
                  <a:pt x="23" y="25"/>
                </a:cubicBezTo>
                <a:cubicBezTo>
                  <a:pt x="24" y="25"/>
                  <a:pt x="24" y="24"/>
                  <a:pt x="24" y="23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7"/>
                  <a:pt x="24" y="7"/>
                  <a:pt x="23" y="7"/>
                </a:cubicBezTo>
                <a:cubicBezTo>
                  <a:pt x="23" y="7"/>
                  <a:pt x="23" y="7"/>
                  <a:pt x="22" y="7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2"/>
                  <a:pt x="19" y="13"/>
                  <a:pt x="19" y="13"/>
                </a:cubicBezTo>
                <a:cubicBezTo>
                  <a:pt x="20" y="13"/>
                  <a:pt x="20" y="13"/>
                  <a:pt x="21" y="13"/>
                </a:cubicBezTo>
                <a:close/>
                <a:moveTo>
                  <a:pt x="44" y="5"/>
                </a:moveTo>
                <a:cubicBezTo>
                  <a:pt x="44" y="5"/>
                  <a:pt x="44" y="5"/>
                  <a:pt x="44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0"/>
                  <a:pt x="38" y="0"/>
                  <a:pt x="37" y="0"/>
                </a:cubicBezTo>
                <a:cubicBezTo>
                  <a:pt x="8" y="0"/>
                  <a:pt x="8" y="0"/>
                  <a:pt x="8" y="0"/>
                </a:cubicBezTo>
                <a:cubicBezTo>
                  <a:pt x="7" y="0"/>
                  <a:pt x="6" y="0"/>
                  <a:pt x="6" y="1"/>
                </a:cubicBezTo>
                <a:cubicBezTo>
                  <a:pt x="6" y="5"/>
                  <a:pt x="6" y="5"/>
                  <a:pt x="6" y="5"/>
                </a:cubicBezTo>
                <a:cubicBezTo>
                  <a:pt x="1" y="5"/>
                  <a:pt x="1" y="5"/>
                  <a:pt x="1" y="5"/>
                </a:cubicBezTo>
                <a:cubicBezTo>
                  <a:pt x="0" y="5"/>
                  <a:pt x="0" y="6"/>
                  <a:pt x="0" y="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20"/>
                  <a:pt x="1" y="22"/>
                  <a:pt x="3" y="24"/>
                </a:cubicBezTo>
                <a:cubicBezTo>
                  <a:pt x="3" y="24"/>
                  <a:pt x="3" y="24"/>
                  <a:pt x="3" y="24"/>
                </a:cubicBezTo>
                <a:cubicBezTo>
                  <a:pt x="4" y="26"/>
                  <a:pt x="6" y="27"/>
                  <a:pt x="9" y="27"/>
                </a:cubicBezTo>
                <a:cubicBezTo>
                  <a:pt x="12" y="31"/>
                  <a:pt x="16" y="34"/>
                  <a:pt x="21" y="35"/>
                </a:cubicBezTo>
                <a:cubicBezTo>
                  <a:pt x="21" y="39"/>
                  <a:pt x="21" y="39"/>
                  <a:pt x="21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12" y="39"/>
                  <a:pt x="11" y="40"/>
                  <a:pt x="11" y="41"/>
                </a:cubicBezTo>
                <a:cubicBezTo>
                  <a:pt x="11" y="42"/>
                  <a:pt x="12" y="43"/>
                  <a:pt x="13" y="43"/>
                </a:cubicBezTo>
                <a:cubicBezTo>
                  <a:pt x="32" y="43"/>
                  <a:pt x="32" y="43"/>
                  <a:pt x="32" y="43"/>
                </a:cubicBezTo>
                <a:cubicBezTo>
                  <a:pt x="33" y="43"/>
                  <a:pt x="34" y="42"/>
                  <a:pt x="34" y="41"/>
                </a:cubicBezTo>
                <a:cubicBezTo>
                  <a:pt x="34" y="40"/>
                  <a:pt x="33" y="39"/>
                  <a:pt x="32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35"/>
                  <a:pt x="24" y="35"/>
                  <a:pt x="24" y="35"/>
                </a:cubicBezTo>
                <a:cubicBezTo>
                  <a:pt x="29" y="34"/>
                  <a:pt x="34" y="31"/>
                  <a:pt x="37" y="27"/>
                </a:cubicBezTo>
                <a:cubicBezTo>
                  <a:pt x="39" y="27"/>
                  <a:pt x="41" y="26"/>
                  <a:pt x="43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45" y="22"/>
                  <a:pt x="46" y="20"/>
                  <a:pt x="46" y="1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6"/>
                  <a:pt x="45" y="5"/>
                  <a:pt x="44" y="5"/>
                </a:cubicBezTo>
                <a:close/>
                <a:moveTo>
                  <a:pt x="5" y="22"/>
                </a:moveTo>
                <a:cubicBezTo>
                  <a:pt x="5" y="22"/>
                  <a:pt x="5" y="22"/>
                  <a:pt x="5" y="22"/>
                </a:cubicBezTo>
                <a:cubicBezTo>
                  <a:pt x="4" y="20"/>
                  <a:pt x="3" y="19"/>
                  <a:pt x="3" y="17"/>
                </a:cubicBezTo>
                <a:cubicBezTo>
                  <a:pt x="3" y="9"/>
                  <a:pt x="3" y="9"/>
                  <a:pt x="3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20"/>
                  <a:pt x="6" y="22"/>
                  <a:pt x="7" y="23"/>
                </a:cubicBezTo>
                <a:cubicBezTo>
                  <a:pt x="6" y="23"/>
                  <a:pt x="6" y="22"/>
                  <a:pt x="5" y="22"/>
                </a:cubicBezTo>
                <a:close/>
                <a:moveTo>
                  <a:pt x="36" y="18"/>
                </a:moveTo>
                <a:cubicBezTo>
                  <a:pt x="36" y="18"/>
                  <a:pt x="36" y="18"/>
                  <a:pt x="36" y="18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21"/>
                  <a:pt x="35" y="22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2" y="28"/>
                  <a:pt x="27" y="31"/>
                  <a:pt x="23" y="31"/>
                </a:cubicBezTo>
                <a:cubicBezTo>
                  <a:pt x="18" y="31"/>
                  <a:pt x="13" y="28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0" y="22"/>
                  <a:pt x="10" y="20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3"/>
                  <a:pt x="10" y="3"/>
                  <a:pt x="10" y="3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18"/>
                  <a:pt x="36" y="18"/>
                  <a:pt x="36" y="18"/>
                </a:cubicBezTo>
                <a:close/>
                <a:moveTo>
                  <a:pt x="42" y="17"/>
                </a:moveTo>
                <a:cubicBezTo>
                  <a:pt x="42" y="17"/>
                  <a:pt x="42" y="17"/>
                  <a:pt x="42" y="17"/>
                </a:cubicBezTo>
                <a:cubicBezTo>
                  <a:pt x="42" y="19"/>
                  <a:pt x="41" y="20"/>
                  <a:pt x="40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40" y="22"/>
                  <a:pt x="39" y="23"/>
                  <a:pt x="39" y="23"/>
                </a:cubicBezTo>
                <a:cubicBezTo>
                  <a:pt x="39" y="22"/>
                  <a:pt x="39" y="20"/>
                  <a:pt x="39" y="19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9"/>
                  <a:pt x="39" y="9"/>
                  <a:pt x="39" y="9"/>
                </a:cubicBezTo>
                <a:cubicBezTo>
                  <a:pt x="42" y="9"/>
                  <a:pt x="42" y="9"/>
                  <a:pt x="42" y="9"/>
                </a:cubicBezTo>
                <a:cubicBezTo>
                  <a:pt x="42" y="17"/>
                  <a:pt x="42" y="17"/>
                  <a:pt x="42" y="17"/>
                </a:cubicBezTo>
                <a:close/>
              </a:path>
            </a:pathLst>
          </a:custGeom>
          <a:solidFill>
            <a:srgbClr val="F0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z="2400"/>
          </a:p>
        </p:txBody>
      </p:sp>
      <p:sp>
        <p:nvSpPr>
          <p:cNvPr id="365" name="文本框 364">
            <a:extLst>
              <a:ext uri="{FF2B5EF4-FFF2-40B4-BE49-F238E27FC236}">
                <a16:creationId xmlns:a16="http://schemas.microsoft.com/office/drawing/2014/main" id="{0563CC3D-FDC1-4797-A68B-A49850D59817}"/>
              </a:ext>
            </a:extLst>
          </p:cNvPr>
          <p:cNvSpPr txBox="1"/>
          <p:nvPr/>
        </p:nvSpPr>
        <p:spPr>
          <a:xfrm>
            <a:off x="5148955" y="505815"/>
            <a:ext cx="225242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pc="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参考矢量图标</a:t>
            </a:r>
          </a:p>
        </p:txBody>
      </p:sp>
    </p:spTree>
    <p:extLst>
      <p:ext uri="{BB962C8B-B14F-4D97-AF65-F5344CB8AC3E}">
        <p14:creationId xmlns:p14="http://schemas.microsoft.com/office/powerpoint/2010/main" val="3393299039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组合 17">
            <a:extLst>
              <a:ext uri="{FF2B5EF4-FFF2-40B4-BE49-F238E27FC236}">
                <a16:creationId xmlns:a16="http://schemas.microsoft.com/office/drawing/2014/main" id="{1A2281DE-5392-3673-607F-6D7A16D4C607}"/>
              </a:ext>
            </a:extLst>
          </p:cNvPr>
          <p:cNvGrpSpPr/>
          <p:nvPr/>
        </p:nvGrpSpPr>
        <p:grpSpPr>
          <a:xfrm>
            <a:off x="3883993" y="2291310"/>
            <a:ext cx="1767806" cy="472111"/>
            <a:chOff x="1163392" y="2736657"/>
            <a:chExt cx="1767806" cy="472111"/>
          </a:xfrm>
        </p:grpSpPr>
        <p:sp>
          <p:nvSpPr>
            <p:cNvPr id="3" name="矩形: 圆角 2">
              <a:extLst>
                <a:ext uri="{FF2B5EF4-FFF2-40B4-BE49-F238E27FC236}">
                  <a16:creationId xmlns:a16="http://schemas.microsoft.com/office/drawing/2014/main" id="{E10C33B6-CB31-D137-2F3A-13AE7E961325}"/>
                </a:ext>
              </a:extLst>
            </p:cNvPr>
            <p:cNvSpPr/>
            <p:nvPr/>
          </p:nvSpPr>
          <p:spPr>
            <a:xfrm>
              <a:off x="1163392" y="2736657"/>
              <a:ext cx="1767806" cy="472111"/>
            </a:xfrm>
            <a:prstGeom prst="roundRect">
              <a:avLst>
                <a:gd name="adj" fmla="val 4397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  <a:effectLst>
              <a:innerShdw blurRad="114300">
                <a:srgbClr val="00D5FF"/>
              </a:innerShdw>
            </a:effectLst>
          </p:spPr>
          <p:style>
            <a:lnRef idx="1">
              <a:schemeClr val="accent5"/>
            </a:lnRef>
            <a:fillRef idx="0">
              <a:schemeClr val="accent5"/>
            </a:fillRef>
            <a:effectRef idx="0">
              <a:schemeClr val="accent5"/>
            </a:effectRef>
            <a:fontRef idx="minor">
              <a:schemeClr val="tx1"/>
            </a:fontRef>
          </p:style>
          <p:txBody>
            <a:bodyPr vertOverflow="overflow" horzOverflow="overflow" vert="horz" wrap="square" lIns="0" tIns="0" rIns="0" bIns="0" numCol="1" spcCol="0" rtlCol="0" fromWordArt="0" anchor="ctr" anchorCtr="0" forceAA="0" compatLnSpc="1">
              <a:noAutofit/>
            </a:bodyPr>
            <a:lstStyle/>
            <a:p>
              <a:pPr defTabSz="571500"/>
              <a:endParaRPr lang="zh-CN" altLang="en-US" sz="1599">
                <a:latin typeface="Trebuchet MS" panose="020B0603020202020204" pitchFamily="34" charset="0"/>
              </a:endParaRPr>
            </a:p>
          </p:txBody>
        </p:sp>
        <p:sp>
          <p:nvSpPr>
            <p:cNvPr id="4" name="文本框 3">
              <a:extLst>
                <a:ext uri="{FF2B5EF4-FFF2-40B4-BE49-F238E27FC236}">
                  <a16:creationId xmlns:a16="http://schemas.microsoft.com/office/drawing/2014/main" id="{E8B4767A-4800-7966-B160-01D5FFF20E65}"/>
                </a:ext>
              </a:extLst>
            </p:cNvPr>
            <p:cNvSpPr txBox="1"/>
            <p:nvPr/>
          </p:nvSpPr>
          <p:spPr>
            <a:xfrm>
              <a:off x="1163392" y="2788046"/>
              <a:ext cx="1767806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封面页</a:t>
              </a:r>
            </a:p>
          </p:txBody>
        </p:sp>
      </p:grpSp>
      <p:grpSp>
        <p:nvGrpSpPr>
          <p:cNvPr id="17" name="组合 16">
            <a:extLst>
              <a:ext uri="{FF2B5EF4-FFF2-40B4-BE49-F238E27FC236}">
                <a16:creationId xmlns:a16="http://schemas.microsoft.com/office/drawing/2014/main" id="{2200D8FF-DFCA-41A9-188A-1B5FC641E591}"/>
              </a:ext>
            </a:extLst>
          </p:cNvPr>
          <p:cNvGrpSpPr/>
          <p:nvPr/>
        </p:nvGrpSpPr>
        <p:grpSpPr>
          <a:xfrm>
            <a:off x="1227785" y="2291310"/>
            <a:ext cx="1767806" cy="472111"/>
            <a:chOff x="1227785" y="1912304"/>
            <a:chExt cx="1767806" cy="472111"/>
          </a:xfrm>
        </p:grpSpPr>
        <p:sp>
          <p:nvSpPr>
            <p:cNvPr id="5" name="矩形: 圆角 4">
              <a:extLst>
                <a:ext uri="{FF2B5EF4-FFF2-40B4-BE49-F238E27FC236}">
                  <a16:creationId xmlns:a16="http://schemas.microsoft.com/office/drawing/2014/main" id="{8F6CA667-F844-5390-4C87-55CC6DA7C382}"/>
                </a:ext>
              </a:extLst>
            </p:cNvPr>
            <p:cNvSpPr/>
            <p:nvPr/>
          </p:nvSpPr>
          <p:spPr>
            <a:xfrm>
              <a:off x="1227785" y="1912304"/>
              <a:ext cx="1767806" cy="472111"/>
            </a:xfrm>
            <a:prstGeom prst="roundRect">
              <a:avLst>
                <a:gd name="adj" fmla="val 4397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  <a:effectLst>
              <a:innerShdw blurRad="114300">
                <a:srgbClr val="00D5FF"/>
              </a:innerShdw>
            </a:effectLst>
          </p:spPr>
          <p:style>
            <a:lnRef idx="1">
              <a:schemeClr val="accent5"/>
            </a:lnRef>
            <a:fillRef idx="0">
              <a:schemeClr val="accent5"/>
            </a:fillRef>
            <a:effectRef idx="0">
              <a:schemeClr val="accent5"/>
            </a:effectRef>
            <a:fontRef idx="minor">
              <a:schemeClr val="tx1"/>
            </a:fontRef>
          </p:style>
          <p:txBody>
            <a:bodyPr vertOverflow="overflow" horzOverflow="overflow" vert="horz" wrap="square" lIns="0" tIns="0" rIns="0" bIns="0" numCol="1" spcCol="0" rtlCol="0" fromWordArt="0" anchor="ctr" anchorCtr="0" forceAA="0" compatLnSpc="1">
              <a:noAutofit/>
            </a:bodyPr>
            <a:lstStyle/>
            <a:p>
              <a:pPr defTabSz="571500"/>
              <a:endParaRPr lang="zh-CN" altLang="en-US" sz="1599">
                <a:latin typeface="Trebuchet MS" panose="020B0603020202020204" pitchFamily="34" charset="0"/>
              </a:endParaRPr>
            </a:p>
          </p:txBody>
        </p:sp>
        <p:sp>
          <p:nvSpPr>
            <p:cNvPr id="6" name="文本框 5">
              <a:extLst>
                <a:ext uri="{FF2B5EF4-FFF2-40B4-BE49-F238E27FC236}">
                  <a16:creationId xmlns:a16="http://schemas.microsoft.com/office/drawing/2014/main" id="{64AD0A68-8F1E-3647-4864-4897E49EE0D8}"/>
                </a:ext>
              </a:extLst>
            </p:cNvPr>
            <p:cNvSpPr txBox="1"/>
            <p:nvPr/>
          </p:nvSpPr>
          <p:spPr>
            <a:xfrm>
              <a:off x="1227785" y="1963693"/>
              <a:ext cx="1767806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默认页</a:t>
              </a:r>
            </a:p>
          </p:txBody>
        </p:sp>
      </p:grpSp>
      <p:grpSp>
        <p:nvGrpSpPr>
          <p:cNvPr id="19" name="组合 18">
            <a:extLst>
              <a:ext uri="{FF2B5EF4-FFF2-40B4-BE49-F238E27FC236}">
                <a16:creationId xmlns:a16="http://schemas.microsoft.com/office/drawing/2014/main" id="{52101366-20BB-85F9-F5F3-E0D41B4FF5BC}"/>
              </a:ext>
            </a:extLst>
          </p:cNvPr>
          <p:cNvGrpSpPr/>
          <p:nvPr/>
        </p:nvGrpSpPr>
        <p:grpSpPr>
          <a:xfrm>
            <a:off x="6540201" y="2291310"/>
            <a:ext cx="1767806" cy="472111"/>
            <a:chOff x="3662493" y="1727637"/>
            <a:chExt cx="1767806" cy="472111"/>
          </a:xfrm>
        </p:grpSpPr>
        <p:sp>
          <p:nvSpPr>
            <p:cNvPr id="7" name="矩形: 圆角 6">
              <a:extLst>
                <a:ext uri="{FF2B5EF4-FFF2-40B4-BE49-F238E27FC236}">
                  <a16:creationId xmlns:a16="http://schemas.microsoft.com/office/drawing/2014/main" id="{42B8234B-FA80-FC9E-F0D8-EB0580E738F4}"/>
                </a:ext>
              </a:extLst>
            </p:cNvPr>
            <p:cNvSpPr/>
            <p:nvPr/>
          </p:nvSpPr>
          <p:spPr>
            <a:xfrm>
              <a:off x="3662493" y="1727637"/>
              <a:ext cx="1767806" cy="472111"/>
            </a:xfrm>
            <a:prstGeom prst="roundRect">
              <a:avLst>
                <a:gd name="adj" fmla="val 4397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  <a:effectLst>
              <a:innerShdw blurRad="114300">
                <a:srgbClr val="00D5FF"/>
              </a:innerShdw>
            </a:effectLst>
          </p:spPr>
          <p:style>
            <a:lnRef idx="1">
              <a:schemeClr val="accent5"/>
            </a:lnRef>
            <a:fillRef idx="0">
              <a:schemeClr val="accent5"/>
            </a:fillRef>
            <a:effectRef idx="0">
              <a:schemeClr val="accent5"/>
            </a:effectRef>
            <a:fontRef idx="minor">
              <a:schemeClr val="tx1"/>
            </a:fontRef>
          </p:style>
          <p:txBody>
            <a:bodyPr vertOverflow="overflow" horzOverflow="overflow" vert="horz" wrap="square" lIns="0" tIns="0" rIns="0" bIns="0" numCol="1" spcCol="0" rtlCol="0" fromWordArt="0" anchor="ctr" anchorCtr="0" forceAA="0" compatLnSpc="1">
              <a:noAutofit/>
            </a:bodyPr>
            <a:lstStyle/>
            <a:p>
              <a:pPr defTabSz="571500"/>
              <a:endParaRPr lang="zh-CN" altLang="en-US" sz="1599">
                <a:latin typeface="Trebuchet MS" panose="020B0603020202020204" pitchFamily="34" charset="0"/>
              </a:endParaRPr>
            </a:p>
          </p:txBody>
        </p:sp>
        <p:sp>
          <p:nvSpPr>
            <p:cNvPr id="8" name="文本框 7">
              <a:extLst>
                <a:ext uri="{FF2B5EF4-FFF2-40B4-BE49-F238E27FC236}">
                  <a16:creationId xmlns:a16="http://schemas.microsoft.com/office/drawing/2014/main" id="{6178A2FF-6C86-9338-ABA7-88A8797D8C42}"/>
                </a:ext>
              </a:extLst>
            </p:cNvPr>
            <p:cNvSpPr txBox="1"/>
            <p:nvPr/>
          </p:nvSpPr>
          <p:spPr>
            <a:xfrm>
              <a:off x="3662493" y="1779026"/>
              <a:ext cx="1767806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目录页</a:t>
              </a:r>
            </a:p>
          </p:txBody>
        </p:sp>
      </p:grpSp>
      <p:grpSp>
        <p:nvGrpSpPr>
          <p:cNvPr id="20" name="组合 19">
            <a:extLst>
              <a:ext uri="{FF2B5EF4-FFF2-40B4-BE49-F238E27FC236}">
                <a16:creationId xmlns:a16="http://schemas.microsoft.com/office/drawing/2014/main" id="{417BE9F2-E06F-2D8B-402D-809E5CB9835A}"/>
              </a:ext>
            </a:extLst>
          </p:cNvPr>
          <p:cNvGrpSpPr/>
          <p:nvPr/>
        </p:nvGrpSpPr>
        <p:grpSpPr>
          <a:xfrm>
            <a:off x="9196409" y="2291310"/>
            <a:ext cx="1767806" cy="472111"/>
            <a:chOff x="6103720" y="1665583"/>
            <a:chExt cx="1767806" cy="472111"/>
          </a:xfrm>
        </p:grpSpPr>
        <p:sp>
          <p:nvSpPr>
            <p:cNvPr id="9" name="矩形: 圆角 8">
              <a:extLst>
                <a:ext uri="{FF2B5EF4-FFF2-40B4-BE49-F238E27FC236}">
                  <a16:creationId xmlns:a16="http://schemas.microsoft.com/office/drawing/2014/main" id="{AAA83782-E2CC-72AE-4EBC-14912A32F763}"/>
                </a:ext>
              </a:extLst>
            </p:cNvPr>
            <p:cNvSpPr/>
            <p:nvPr/>
          </p:nvSpPr>
          <p:spPr>
            <a:xfrm>
              <a:off x="6103720" y="1665583"/>
              <a:ext cx="1767806" cy="472111"/>
            </a:xfrm>
            <a:prstGeom prst="roundRect">
              <a:avLst>
                <a:gd name="adj" fmla="val 4397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  <a:effectLst>
              <a:innerShdw blurRad="114300">
                <a:srgbClr val="00D5FF"/>
              </a:innerShdw>
            </a:effectLst>
          </p:spPr>
          <p:style>
            <a:lnRef idx="1">
              <a:schemeClr val="accent5"/>
            </a:lnRef>
            <a:fillRef idx="0">
              <a:schemeClr val="accent5"/>
            </a:fillRef>
            <a:effectRef idx="0">
              <a:schemeClr val="accent5"/>
            </a:effectRef>
            <a:fontRef idx="minor">
              <a:schemeClr val="tx1"/>
            </a:fontRef>
          </p:style>
          <p:txBody>
            <a:bodyPr vertOverflow="overflow" horzOverflow="overflow" vert="horz" wrap="square" lIns="0" tIns="0" rIns="0" bIns="0" numCol="1" spcCol="0" rtlCol="0" fromWordArt="0" anchor="ctr" anchorCtr="0" forceAA="0" compatLnSpc="1">
              <a:noAutofit/>
            </a:bodyPr>
            <a:lstStyle/>
            <a:p>
              <a:pPr defTabSz="571500"/>
              <a:endParaRPr lang="zh-CN" altLang="en-US" sz="1599">
                <a:latin typeface="Trebuchet MS" panose="020B0603020202020204" pitchFamily="34" charset="0"/>
              </a:endParaRPr>
            </a:p>
          </p:txBody>
        </p:sp>
        <p:sp>
          <p:nvSpPr>
            <p:cNvPr id="10" name="文本框 9">
              <a:extLst>
                <a:ext uri="{FF2B5EF4-FFF2-40B4-BE49-F238E27FC236}">
                  <a16:creationId xmlns:a16="http://schemas.microsoft.com/office/drawing/2014/main" id="{4F3F6EFA-AB97-8BBA-32DE-0532292D5224}"/>
                </a:ext>
              </a:extLst>
            </p:cNvPr>
            <p:cNvSpPr txBox="1"/>
            <p:nvPr/>
          </p:nvSpPr>
          <p:spPr>
            <a:xfrm>
              <a:off x="6103720" y="1716972"/>
              <a:ext cx="1767806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章节页</a:t>
              </a:r>
            </a:p>
          </p:txBody>
        </p:sp>
      </p:grpSp>
      <p:grpSp>
        <p:nvGrpSpPr>
          <p:cNvPr id="23" name="组合 22">
            <a:extLst>
              <a:ext uri="{FF2B5EF4-FFF2-40B4-BE49-F238E27FC236}">
                <a16:creationId xmlns:a16="http://schemas.microsoft.com/office/drawing/2014/main" id="{6AA80A99-6C25-0D9F-7BE2-CBB147180613}"/>
              </a:ext>
            </a:extLst>
          </p:cNvPr>
          <p:cNvGrpSpPr/>
          <p:nvPr/>
        </p:nvGrpSpPr>
        <p:grpSpPr>
          <a:xfrm>
            <a:off x="3572527" y="3368369"/>
            <a:ext cx="2390737" cy="472111"/>
            <a:chOff x="1227784" y="3726499"/>
            <a:chExt cx="2390737" cy="472111"/>
          </a:xfrm>
        </p:grpSpPr>
        <p:sp>
          <p:nvSpPr>
            <p:cNvPr id="11" name="矩形: 圆角 10">
              <a:extLst>
                <a:ext uri="{FF2B5EF4-FFF2-40B4-BE49-F238E27FC236}">
                  <a16:creationId xmlns:a16="http://schemas.microsoft.com/office/drawing/2014/main" id="{59E134A5-20D3-D2AA-8DE6-1C5697E87C2A}"/>
                </a:ext>
              </a:extLst>
            </p:cNvPr>
            <p:cNvSpPr/>
            <p:nvPr/>
          </p:nvSpPr>
          <p:spPr>
            <a:xfrm>
              <a:off x="1227785" y="3726499"/>
              <a:ext cx="2390736" cy="472111"/>
            </a:xfrm>
            <a:prstGeom prst="roundRect">
              <a:avLst>
                <a:gd name="adj" fmla="val 4397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  <a:effectLst>
              <a:innerShdw blurRad="114300">
                <a:srgbClr val="00D5FF"/>
              </a:innerShdw>
            </a:effectLst>
          </p:spPr>
          <p:style>
            <a:lnRef idx="1">
              <a:schemeClr val="accent5"/>
            </a:lnRef>
            <a:fillRef idx="0">
              <a:schemeClr val="accent5"/>
            </a:fillRef>
            <a:effectRef idx="0">
              <a:schemeClr val="accent5"/>
            </a:effectRef>
            <a:fontRef idx="minor">
              <a:schemeClr val="tx1"/>
            </a:fontRef>
          </p:style>
          <p:txBody>
            <a:bodyPr vertOverflow="overflow" horzOverflow="overflow" vert="horz" wrap="square" lIns="0" tIns="0" rIns="0" bIns="0" numCol="1" spcCol="0" rtlCol="0" fromWordArt="0" anchor="ctr" anchorCtr="0" forceAA="0" compatLnSpc="1">
              <a:noAutofit/>
            </a:bodyPr>
            <a:lstStyle/>
            <a:p>
              <a:pPr defTabSz="571500"/>
              <a:endParaRPr lang="zh-CN" altLang="en-US" sz="1599">
                <a:latin typeface="Trebuchet MS" panose="020B0603020202020204" pitchFamily="34" charset="0"/>
              </a:endParaRPr>
            </a:p>
          </p:txBody>
        </p:sp>
        <p:sp>
          <p:nvSpPr>
            <p:cNvPr id="12" name="文本框 11">
              <a:extLst>
                <a:ext uri="{FF2B5EF4-FFF2-40B4-BE49-F238E27FC236}">
                  <a16:creationId xmlns:a16="http://schemas.microsoft.com/office/drawing/2014/main" id="{C97B55DC-FB5F-1400-00AF-EB68867E1FBA}"/>
                </a:ext>
              </a:extLst>
            </p:cNvPr>
            <p:cNvSpPr txBox="1"/>
            <p:nvPr/>
          </p:nvSpPr>
          <p:spPr>
            <a:xfrm>
              <a:off x="1227784" y="3777888"/>
              <a:ext cx="2390737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defTabSz="914400"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白底纯文本样式</a:t>
              </a:r>
            </a:p>
          </p:txBody>
        </p:sp>
      </p:grpSp>
      <p:grpSp>
        <p:nvGrpSpPr>
          <p:cNvPr id="21" name="组合 20">
            <a:extLst>
              <a:ext uri="{FF2B5EF4-FFF2-40B4-BE49-F238E27FC236}">
                <a16:creationId xmlns:a16="http://schemas.microsoft.com/office/drawing/2014/main" id="{5B6E9113-40B7-F5CC-EA59-1991989E3784}"/>
              </a:ext>
            </a:extLst>
          </p:cNvPr>
          <p:cNvGrpSpPr/>
          <p:nvPr/>
        </p:nvGrpSpPr>
        <p:grpSpPr>
          <a:xfrm>
            <a:off x="6540201" y="4035199"/>
            <a:ext cx="1767806" cy="472111"/>
            <a:chOff x="9633751" y="1864095"/>
            <a:chExt cx="1767806" cy="472111"/>
          </a:xfrm>
        </p:grpSpPr>
        <p:sp>
          <p:nvSpPr>
            <p:cNvPr id="13" name="矩形: 圆角 12">
              <a:extLst>
                <a:ext uri="{FF2B5EF4-FFF2-40B4-BE49-F238E27FC236}">
                  <a16:creationId xmlns:a16="http://schemas.microsoft.com/office/drawing/2014/main" id="{6E56EE3E-788E-605B-570F-4D030B01A0E6}"/>
                </a:ext>
              </a:extLst>
            </p:cNvPr>
            <p:cNvSpPr/>
            <p:nvPr/>
          </p:nvSpPr>
          <p:spPr>
            <a:xfrm>
              <a:off x="9633751" y="1864095"/>
              <a:ext cx="1767806" cy="472111"/>
            </a:xfrm>
            <a:prstGeom prst="roundRect">
              <a:avLst>
                <a:gd name="adj" fmla="val 4397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  <a:effectLst>
              <a:innerShdw blurRad="114300">
                <a:srgbClr val="00D5FF"/>
              </a:innerShdw>
            </a:effectLst>
          </p:spPr>
          <p:style>
            <a:lnRef idx="1">
              <a:schemeClr val="accent5"/>
            </a:lnRef>
            <a:fillRef idx="0">
              <a:schemeClr val="accent5"/>
            </a:fillRef>
            <a:effectRef idx="0">
              <a:schemeClr val="accent5"/>
            </a:effectRef>
            <a:fontRef idx="minor">
              <a:schemeClr val="tx1"/>
            </a:fontRef>
          </p:style>
          <p:txBody>
            <a:bodyPr vertOverflow="overflow" horzOverflow="overflow" vert="horz" wrap="square" lIns="0" tIns="0" rIns="0" bIns="0" numCol="1" spcCol="0" rtlCol="0" fromWordArt="0" anchor="ctr" anchorCtr="0" forceAA="0" compatLnSpc="1">
              <a:noAutofit/>
            </a:bodyPr>
            <a:lstStyle/>
            <a:p>
              <a:pPr defTabSz="571500"/>
              <a:endParaRPr lang="zh-CN" altLang="en-US" sz="1599">
                <a:latin typeface="Trebuchet MS" panose="020B0603020202020204" pitchFamily="34" charset="0"/>
              </a:endParaRPr>
            </a:p>
          </p:txBody>
        </p:sp>
        <p:sp>
          <p:nvSpPr>
            <p:cNvPr id="14" name="文本框 13">
              <a:extLst>
                <a:ext uri="{FF2B5EF4-FFF2-40B4-BE49-F238E27FC236}">
                  <a16:creationId xmlns:a16="http://schemas.microsoft.com/office/drawing/2014/main" id="{5903E517-2481-DD34-72E3-52BD963DD698}"/>
                </a:ext>
              </a:extLst>
            </p:cNvPr>
            <p:cNvSpPr txBox="1"/>
            <p:nvPr/>
          </p:nvSpPr>
          <p:spPr>
            <a:xfrm>
              <a:off x="9633751" y="1915484"/>
              <a:ext cx="1767806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结束页</a:t>
              </a:r>
            </a:p>
          </p:txBody>
        </p:sp>
      </p:grp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FEDAFB3A-F77F-A8F5-19DB-CE63726598AF}"/>
              </a:ext>
            </a:extLst>
          </p:cNvPr>
          <p:cNvGrpSpPr/>
          <p:nvPr/>
        </p:nvGrpSpPr>
        <p:grpSpPr>
          <a:xfrm>
            <a:off x="9196409" y="4035199"/>
            <a:ext cx="1767806" cy="472111"/>
            <a:chOff x="9933883" y="2730963"/>
            <a:chExt cx="1767806" cy="472111"/>
          </a:xfrm>
        </p:grpSpPr>
        <p:sp>
          <p:nvSpPr>
            <p:cNvPr id="15" name="矩形: 圆角 14">
              <a:extLst>
                <a:ext uri="{FF2B5EF4-FFF2-40B4-BE49-F238E27FC236}">
                  <a16:creationId xmlns:a16="http://schemas.microsoft.com/office/drawing/2014/main" id="{0A5FBCD9-EE11-9D7A-CCD7-97C0B7D336FF}"/>
                </a:ext>
              </a:extLst>
            </p:cNvPr>
            <p:cNvSpPr/>
            <p:nvPr/>
          </p:nvSpPr>
          <p:spPr>
            <a:xfrm>
              <a:off x="9933883" y="2730963"/>
              <a:ext cx="1767806" cy="472111"/>
            </a:xfrm>
            <a:prstGeom prst="roundRect">
              <a:avLst>
                <a:gd name="adj" fmla="val 4397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  <a:effectLst>
              <a:innerShdw blurRad="114300">
                <a:srgbClr val="00D5FF"/>
              </a:innerShdw>
            </a:effectLst>
          </p:spPr>
          <p:style>
            <a:lnRef idx="1">
              <a:schemeClr val="accent5"/>
            </a:lnRef>
            <a:fillRef idx="0">
              <a:schemeClr val="accent5"/>
            </a:fillRef>
            <a:effectRef idx="0">
              <a:schemeClr val="accent5"/>
            </a:effectRef>
            <a:fontRef idx="minor">
              <a:schemeClr val="tx1"/>
            </a:fontRef>
          </p:style>
          <p:txBody>
            <a:bodyPr vertOverflow="overflow" horzOverflow="overflow" vert="horz" wrap="square" lIns="0" tIns="0" rIns="0" bIns="0" numCol="1" spcCol="0" rtlCol="0" fromWordArt="0" anchor="ctr" anchorCtr="0" forceAA="0" compatLnSpc="1">
              <a:noAutofit/>
            </a:bodyPr>
            <a:lstStyle/>
            <a:p>
              <a:pPr defTabSz="571500"/>
              <a:endParaRPr lang="zh-CN" altLang="en-US" sz="1599">
                <a:latin typeface="Trebuchet MS" panose="020B0603020202020204" pitchFamily="34" charset="0"/>
              </a:endParaRPr>
            </a:p>
          </p:txBody>
        </p:sp>
        <p:sp>
          <p:nvSpPr>
            <p:cNvPr id="16" name="文本框 15">
              <a:extLst>
                <a:ext uri="{FF2B5EF4-FFF2-40B4-BE49-F238E27FC236}">
                  <a16:creationId xmlns:a16="http://schemas.microsoft.com/office/drawing/2014/main" id="{CE36E4F3-A229-B5DD-5737-9BB0B09A3BBA}"/>
                </a:ext>
              </a:extLst>
            </p:cNvPr>
            <p:cNvSpPr txBox="1"/>
            <p:nvPr/>
          </p:nvSpPr>
          <p:spPr>
            <a:xfrm>
              <a:off x="9933883" y="2782352"/>
              <a:ext cx="1767806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说明页</a:t>
              </a:r>
            </a:p>
          </p:txBody>
        </p:sp>
      </p:grpSp>
      <p:grpSp>
        <p:nvGrpSpPr>
          <p:cNvPr id="24" name="组合 23">
            <a:extLst>
              <a:ext uri="{FF2B5EF4-FFF2-40B4-BE49-F238E27FC236}">
                <a16:creationId xmlns:a16="http://schemas.microsoft.com/office/drawing/2014/main" id="{14B56337-9A5B-62E9-6D72-07B956A4F03E}"/>
              </a:ext>
            </a:extLst>
          </p:cNvPr>
          <p:cNvGrpSpPr/>
          <p:nvPr/>
        </p:nvGrpSpPr>
        <p:grpSpPr>
          <a:xfrm>
            <a:off x="1227785" y="4187599"/>
            <a:ext cx="1767806" cy="472111"/>
            <a:chOff x="1227785" y="3726499"/>
            <a:chExt cx="1767806" cy="472111"/>
          </a:xfrm>
        </p:grpSpPr>
        <p:sp>
          <p:nvSpPr>
            <p:cNvPr id="25" name="矩形: 圆角 24">
              <a:extLst>
                <a:ext uri="{FF2B5EF4-FFF2-40B4-BE49-F238E27FC236}">
                  <a16:creationId xmlns:a16="http://schemas.microsoft.com/office/drawing/2014/main" id="{5410DBE4-ECF2-8D29-2568-C5F953FDB11B}"/>
                </a:ext>
              </a:extLst>
            </p:cNvPr>
            <p:cNvSpPr/>
            <p:nvPr/>
          </p:nvSpPr>
          <p:spPr>
            <a:xfrm>
              <a:off x="1227785" y="3726499"/>
              <a:ext cx="1767806" cy="472111"/>
            </a:xfrm>
            <a:prstGeom prst="roundRect">
              <a:avLst>
                <a:gd name="adj" fmla="val 4397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  <a:effectLst>
              <a:innerShdw blurRad="114300">
                <a:srgbClr val="00D5FF"/>
              </a:innerShdw>
            </a:effectLst>
          </p:spPr>
          <p:style>
            <a:lnRef idx="1">
              <a:schemeClr val="accent5"/>
            </a:lnRef>
            <a:fillRef idx="0">
              <a:schemeClr val="accent5"/>
            </a:fillRef>
            <a:effectRef idx="0">
              <a:schemeClr val="accent5"/>
            </a:effectRef>
            <a:fontRef idx="minor">
              <a:schemeClr val="tx1"/>
            </a:fontRef>
          </p:style>
          <p:txBody>
            <a:bodyPr vertOverflow="overflow" horzOverflow="overflow" vert="horz" wrap="square" lIns="0" tIns="0" rIns="0" bIns="0" numCol="1" spcCol="0" rtlCol="0" fromWordArt="0" anchor="ctr" anchorCtr="0" forceAA="0" compatLnSpc="1">
              <a:noAutofit/>
            </a:bodyPr>
            <a:lstStyle/>
            <a:p>
              <a:pPr defTabSz="571500"/>
              <a:endParaRPr lang="zh-CN" altLang="en-US" sz="1599">
                <a:latin typeface="Trebuchet MS" panose="020B0603020202020204" pitchFamily="34" charset="0"/>
              </a:endParaRPr>
            </a:p>
          </p:txBody>
        </p:sp>
        <p:sp>
          <p:nvSpPr>
            <p:cNvPr id="26" name="文本框 25">
              <a:extLst>
                <a:ext uri="{FF2B5EF4-FFF2-40B4-BE49-F238E27FC236}">
                  <a16:creationId xmlns:a16="http://schemas.microsoft.com/office/drawing/2014/main" id="{8E4C0C3F-6326-189C-C798-4BC379B262AE}"/>
                </a:ext>
              </a:extLst>
            </p:cNvPr>
            <p:cNvSpPr txBox="1"/>
            <p:nvPr/>
          </p:nvSpPr>
          <p:spPr>
            <a:xfrm>
              <a:off x="1227785" y="3777888"/>
              <a:ext cx="1767806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内容页</a:t>
              </a:r>
            </a:p>
          </p:txBody>
        </p:sp>
      </p:grp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9AF2F4FE-3A3B-D0CB-933A-D373BAE6BB05}"/>
              </a:ext>
            </a:extLst>
          </p:cNvPr>
          <p:cNvGrpSpPr/>
          <p:nvPr/>
        </p:nvGrpSpPr>
        <p:grpSpPr>
          <a:xfrm>
            <a:off x="3572527" y="4187599"/>
            <a:ext cx="2390737" cy="472111"/>
            <a:chOff x="1227784" y="3726499"/>
            <a:chExt cx="2390737" cy="472111"/>
          </a:xfrm>
        </p:grpSpPr>
        <p:sp>
          <p:nvSpPr>
            <p:cNvPr id="28" name="矩形: 圆角 27">
              <a:extLst>
                <a:ext uri="{FF2B5EF4-FFF2-40B4-BE49-F238E27FC236}">
                  <a16:creationId xmlns:a16="http://schemas.microsoft.com/office/drawing/2014/main" id="{F854AFEB-937E-BBCF-2DAB-9B8E594D1CC7}"/>
                </a:ext>
              </a:extLst>
            </p:cNvPr>
            <p:cNvSpPr/>
            <p:nvPr/>
          </p:nvSpPr>
          <p:spPr>
            <a:xfrm>
              <a:off x="1227785" y="3726499"/>
              <a:ext cx="2390736" cy="472111"/>
            </a:xfrm>
            <a:prstGeom prst="roundRect">
              <a:avLst>
                <a:gd name="adj" fmla="val 4397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  <a:effectLst>
              <a:innerShdw blurRad="114300">
                <a:srgbClr val="00D5FF"/>
              </a:innerShdw>
            </a:effectLst>
          </p:spPr>
          <p:style>
            <a:lnRef idx="1">
              <a:schemeClr val="accent5"/>
            </a:lnRef>
            <a:fillRef idx="0">
              <a:schemeClr val="accent5"/>
            </a:fillRef>
            <a:effectRef idx="0">
              <a:schemeClr val="accent5"/>
            </a:effectRef>
            <a:fontRef idx="minor">
              <a:schemeClr val="tx1"/>
            </a:fontRef>
          </p:style>
          <p:txBody>
            <a:bodyPr vertOverflow="overflow" horzOverflow="overflow" vert="horz" wrap="square" lIns="0" tIns="0" rIns="0" bIns="0" numCol="1" spcCol="0" rtlCol="0" fromWordArt="0" anchor="ctr" anchorCtr="0" forceAA="0" compatLnSpc="1">
              <a:noAutofit/>
            </a:bodyPr>
            <a:lstStyle/>
            <a:p>
              <a:pPr defTabSz="571500"/>
              <a:endParaRPr lang="zh-CN" altLang="en-US" sz="1599">
                <a:latin typeface="Trebuchet MS" panose="020B0603020202020204" pitchFamily="34" charset="0"/>
              </a:endParaRPr>
            </a:p>
          </p:txBody>
        </p:sp>
        <p:sp>
          <p:nvSpPr>
            <p:cNvPr id="29" name="文本框 28">
              <a:extLst>
                <a:ext uri="{FF2B5EF4-FFF2-40B4-BE49-F238E27FC236}">
                  <a16:creationId xmlns:a16="http://schemas.microsoft.com/office/drawing/2014/main" id="{D0A7B45F-A996-FA20-015A-CBB3C40545CA}"/>
                </a:ext>
              </a:extLst>
            </p:cNvPr>
            <p:cNvSpPr txBox="1"/>
            <p:nvPr/>
          </p:nvSpPr>
          <p:spPr>
            <a:xfrm>
              <a:off x="1227784" y="3777888"/>
              <a:ext cx="2390737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defTabSz="914400"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白底图文混排样式</a:t>
              </a:r>
            </a:p>
          </p:txBody>
        </p:sp>
      </p:grpSp>
      <p:grpSp>
        <p:nvGrpSpPr>
          <p:cNvPr id="30" name="组合 29">
            <a:extLst>
              <a:ext uri="{FF2B5EF4-FFF2-40B4-BE49-F238E27FC236}">
                <a16:creationId xmlns:a16="http://schemas.microsoft.com/office/drawing/2014/main" id="{F4021A3E-C30E-591C-7EED-2973243BC6FA}"/>
              </a:ext>
            </a:extLst>
          </p:cNvPr>
          <p:cNvGrpSpPr/>
          <p:nvPr/>
        </p:nvGrpSpPr>
        <p:grpSpPr>
          <a:xfrm>
            <a:off x="3572527" y="5006828"/>
            <a:ext cx="2390737" cy="472111"/>
            <a:chOff x="1227784" y="3726499"/>
            <a:chExt cx="2390737" cy="472111"/>
          </a:xfrm>
        </p:grpSpPr>
        <p:sp>
          <p:nvSpPr>
            <p:cNvPr id="31" name="矩形: 圆角 30">
              <a:extLst>
                <a:ext uri="{FF2B5EF4-FFF2-40B4-BE49-F238E27FC236}">
                  <a16:creationId xmlns:a16="http://schemas.microsoft.com/office/drawing/2014/main" id="{838A417D-80B9-62F6-8F8A-ABB89C22F35A}"/>
                </a:ext>
              </a:extLst>
            </p:cNvPr>
            <p:cNvSpPr/>
            <p:nvPr/>
          </p:nvSpPr>
          <p:spPr>
            <a:xfrm>
              <a:off x="1227785" y="3726499"/>
              <a:ext cx="2390736" cy="472111"/>
            </a:xfrm>
            <a:prstGeom prst="roundRect">
              <a:avLst>
                <a:gd name="adj" fmla="val 4397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  <a:effectLst>
              <a:innerShdw blurRad="114300">
                <a:srgbClr val="00D5FF"/>
              </a:innerShdw>
            </a:effectLst>
          </p:spPr>
          <p:style>
            <a:lnRef idx="1">
              <a:schemeClr val="accent5"/>
            </a:lnRef>
            <a:fillRef idx="0">
              <a:schemeClr val="accent5"/>
            </a:fillRef>
            <a:effectRef idx="0">
              <a:schemeClr val="accent5"/>
            </a:effectRef>
            <a:fontRef idx="minor">
              <a:schemeClr val="tx1"/>
            </a:fontRef>
          </p:style>
          <p:txBody>
            <a:bodyPr vertOverflow="overflow" horzOverflow="overflow" vert="horz" wrap="square" lIns="0" tIns="0" rIns="0" bIns="0" numCol="1" spcCol="0" rtlCol="0" fromWordArt="0" anchor="ctr" anchorCtr="0" forceAA="0" compatLnSpc="1">
              <a:noAutofit/>
            </a:bodyPr>
            <a:lstStyle/>
            <a:p>
              <a:pPr defTabSz="571500"/>
              <a:endParaRPr lang="zh-CN" altLang="en-US" sz="1599">
                <a:latin typeface="Trebuchet MS" panose="020B0603020202020204" pitchFamily="34" charset="0"/>
              </a:endParaRPr>
            </a:p>
          </p:txBody>
        </p:sp>
        <p:sp>
          <p:nvSpPr>
            <p:cNvPr id="32" name="文本框 31">
              <a:extLst>
                <a:ext uri="{FF2B5EF4-FFF2-40B4-BE49-F238E27FC236}">
                  <a16:creationId xmlns:a16="http://schemas.microsoft.com/office/drawing/2014/main" id="{174A6F2D-EA4F-A892-FDA6-B4653383EC01}"/>
                </a:ext>
              </a:extLst>
            </p:cNvPr>
            <p:cNvSpPr txBox="1"/>
            <p:nvPr/>
          </p:nvSpPr>
          <p:spPr>
            <a:xfrm>
              <a:off x="1227784" y="3777888"/>
              <a:ext cx="2390737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defTabSz="914400"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背景色纯文本样式</a:t>
              </a:r>
            </a:p>
          </p:txBody>
        </p:sp>
      </p:grpSp>
      <p:sp>
        <p:nvSpPr>
          <p:cNvPr id="36" name="左中括号 35">
            <a:extLst>
              <a:ext uri="{FF2B5EF4-FFF2-40B4-BE49-F238E27FC236}">
                <a16:creationId xmlns:a16="http://schemas.microsoft.com/office/drawing/2014/main" id="{B4774FB8-0D0F-E23A-18BC-3CEEE9424859}"/>
              </a:ext>
            </a:extLst>
          </p:cNvPr>
          <p:cNvSpPr/>
          <p:nvPr/>
        </p:nvSpPr>
        <p:spPr>
          <a:xfrm>
            <a:off x="3262175" y="3451194"/>
            <a:ext cx="113110" cy="1944000"/>
          </a:xfrm>
          <a:prstGeom prst="leftBracket">
            <a:avLst/>
          </a:prstGeom>
          <a:ln>
            <a:solidFill>
              <a:srgbClr val="57AAB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704"/>
          </a:p>
        </p:txBody>
      </p:sp>
      <p:cxnSp>
        <p:nvCxnSpPr>
          <p:cNvPr id="37" name="直接连接符 36">
            <a:extLst>
              <a:ext uri="{FF2B5EF4-FFF2-40B4-BE49-F238E27FC236}">
                <a16:creationId xmlns:a16="http://schemas.microsoft.com/office/drawing/2014/main" id="{6C1CB0F2-3DD9-A3CC-7A55-D5B26B913BB1}"/>
              </a:ext>
            </a:extLst>
          </p:cNvPr>
          <p:cNvCxnSpPr/>
          <p:nvPr/>
        </p:nvCxnSpPr>
        <p:spPr>
          <a:xfrm>
            <a:off x="3161110" y="4471466"/>
            <a:ext cx="270000" cy="0"/>
          </a:xfrm>
          <a:prstGeom prst="line">
            <a:avLst/>
          </a:prstGeom>
          <a:ln>
            <a:solidFill>
              <a:srgbClr val="57AAB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>
            <a:extLst>
              <a:ext uri="{FF2B5EF4-FFF2-40B4-BE49-F238E27FC236}">
                <a16:creationId xmlns:a16="http://schemas.microsoft.com/office/drawing/2014/main" id="{C21B6F59-9656-79BE-0F6B-621DBC56C9DA}"/>
              </a:ext>
            </a:extLst>
          </p:cNvPr>
          <p:cNvSpPr txBox="1"/>
          <p:nvPr/>
        </p:nvSpPr>
        <p:spPr>
          <a:xfrm>
            <a:off x="3977640" y="1076617"/>
            <a:ext cx="442401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烽火通信科技股份有限公司</a:t>
            </a:r>
            <a:r>
              <a:rPr lang="en-US" altLang="zh-CN" sz="2000" dirty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2000" dirty="0">
                <a:solidFill>
                  <a:srgbClr val="D9D9D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模板</a:t>
            </a:r>
          </a:p>
        </p:txBody>
      </p:sp>
      <p:cxnSp>
        <p:nvCxnSpPr>
          <p:cNvPr id="41" name="直接连接符 40">
            <a:extLst>
              <a:ext uri="{FF2B5EF4-FFF2-40B4-BE49-F238E27FC236}">
                <a16:creationId xmlns:a16="http://schemas.microsoft.com/office/drawing/2014/main" id="{78D700F8-F10A-9886-7A11-66A6333EBCE9}"/>
              </a:ext>
            </a:extLst>
          </p:cNvPr>
          <p:cNvCxnSpPr>
            <a:cxnSpLocks/>
          </p:cNvCxnSpPr>
          <p:nvPr/>
        </p:nvCxnSpPr>
        <p:spPr>
          <a:xfrm flipV="1">
            <a:off x="3995087" y="1458191"/>
            <a:ext cx="4114800" cy="25240"/>
          </a:xfrm>
          <a:prstGeom prst="line">
            <a:avLst/>
          </a:prstGeom>
          <a:ln>
            <a:solidFill>
              <a:srgbClr val="1764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7521191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主题​​">
  <a:themeElements>
    <a:clrScheme name="Office 主题​​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主题​​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​​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 2013 - 2022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 2013 - 2022</Template>
  <TotalTime>9851</TotalTime>
  <Words>517</Words>
  <Application>Microsoft Office PowerPoint</Application>
  <PresentationFormat>宽屏</PresentationFormat>
  <Paragraphs>100</Paragraphs>
  <Slides>35</Slides>
  <Notes>3</Notes>
  <HiddenSlides>0</HiddenSlides>
  <MMClips>0</MMClips>
  <ScaleCrop>false</ScaleCrop>
  <HeadingPairs>
    <vt:vector size="6" baseType="variant">
      <vt:variant>
        <vt:lpstr>已用的字体</vt:lpstr>
      </vt:variant>
      <vt:variant>
        <vt:i4>19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35</vt:i4>
      </vt:variant>
    </vt:vector>
  </HeadingPairs>
  <TitlesOfParts>
    <vt:vector size="55" baseType="lpstr">
      <vt:lpstr>Advent Pro</vt:lpstr>
      <vt:lpstr>Be Vietnam Pro Light</vt:lpstr>
      <vt:lpstr>Be Vietnam Pro Medium</vt:lpstr>
      <vt:lpstr>Gill Sans</vt:lpstr>
      <vt:lpstr>MiSans Normal</vt:lpstr>
      <vt:lpstr>MiSans Semibold</vt:lpstr>
      <vt:lpstr>Walkway Bold</vt:lpstr>
      <vt:lpstr>等线</vt:lpstr>
      <vt:lpstr>方正正中黑简体</vt:lpstr>
      <vt:lpstr>Microsoft YaHei</vt:lpstr>
      <vt:lpstr>Microsoft YaHei</vt:lpstr>
      <vt:lpstr>Arial</vt:lpstr>
      <vt:lpstr>Calibri</vt:lpstr>
      <vt:lpstr>Calibri Light</vt:lpstr>
      <vt:lpstr>Impact</vt:lpstr>
      <vt:lpstr>Segoe UI</vt:lpstr>
      <vt:lpstr>Segoe UI Light</vt:lpstr>
      <vt:lpstr>Times New Roman</vt:lpstr>
      <vt:lpstr>Trebuchet MS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1</dc:creator>
  <cp:lastModifiedBy>li</cp:lastModifiedBy>
  <cp:revision>694</cp:revision>
  <dcterms:created xsi:type="dcterms:W3CDTF">2021-04-21T00:36:40Z</dcterms:created>
  <dcterms:modified xsi:type="dcterms:W3CDTF">2024-04-07T11:46:50Z</dcterms:modified>
</cp:coreProperties>
</file>